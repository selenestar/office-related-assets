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  <p:sldMasterId id="2147483684" r:id="rId3"/>
  </p:sldMasterIdLst>
  <p:sldIdLst>
    <p:sldId id="256" r:id="rId4"/>
    <p:sldId id="257" r:id="rId5"/>
    <p:sldId id="258" r:id="rId6"/>
    <p:sldId id="259" r:id="rId7"/>
    <p:sldId id="260" r:id="rId8"/>
    <p:sldId id="269" r:id="rId9"/>
    <p:sldId id="271" r:id="rId10"/>
    <p:sldId id="27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72" r:id="rId2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27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>
        <p:scale>
          <a:sx n="100" d="100"/>
          <a:sy n="100" d="100"/>
        </p:scale>
        <p:origin x="234" y="2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presProps" Target="pres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microsoft.com/office/2015/10/relationships/revisionInfo" Target="revisionInfo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tableStyles" Target="tableStyle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hyperlink" Target="http://weibo.com/stonestking" TargetMode="External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2950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bg>
      <p:bgPr>
        <a:solidFill>
          <a:srgbClr val="27272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962452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0085277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2431904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173842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1674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32192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2866833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8487067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7040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1EFDDAA-4CDC-46CA-9AB3-EA186F003862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290222E-0752-4E77-A088-D2AB5F6A36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4997628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081344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135918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700463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995528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3570670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bg>
      <p:bgPr>
        <a:solidFill>
          <a:schemeClr val="tx1">
            <a:lumMod val="75000"/>
            <a:lumOff val="2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hlinkClick r:id="rId2"/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95913" y="1814513"/>
            <a:ext cx="1385888" cy="1385888"/>
          </a:xfrm>
          <a:prstGeom prst="ellipse">
            <a:avLst/>
          </a:prstGeom>
          <a:ln w="28575">
            <a:solidFill>
              <a:schemeClr val="bg1"/>
            </a:solidFill>
          </a:ln>
        </p:spPr>
      </p:pic>
      <p:sp>
        <p:nvSpPr>
          <p:cNvPr id="7" name="文本框 6"/>
          <p:cNvSpPr txBox="1"/>
          <p:nvPr userDrawn="1"/>
        </p:nvSpPr>
        <p:spPr>
          <a:xfrm>
            <a:off x="4945755" y="3524190"/>
            <a:ext cx="2286203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zh-CN" sz="2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@</a:t>
            </a:r>
            <a:r>
              <a:rPr lang="zh-CN" altLang="en-US" sz="2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文剑武书生</a:t>
            </a:r>
            <a:r>
              <a:rPr lang="en-US" altLang="zh-CN" sz="20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King</a:t>
            </a:r>
            <a:endParaRPr lang="zh-CN" altLang="en-US" sz="2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8" name="直接连接符 7"/>
          <p:cNvCxnSpPr/>
          <p:nvPr userDrawn="1"/>
        </p:nvCxnSpPr>
        <p:spPr>
          <a:xfrm>
            <a:off x="2762250" y="4362450"/>
            <a:ext cx="6984000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 userDrawn="1"/>
        </p:nvCxnSpPr>
        <p:spPr>
          <a:xfrm>
            <a:off x="2762250" y="5181600"/>
            <a:ext cx="6984000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/>
          <p:cNvSpPr txBox="1"/>
          <p:nvPr userDrawn="1"/>
        </p:nvSpPr>
        <p:spPr>
          <a:xfrm>
            <a:off x="2714339" y="4552950"/>
            <a:ext cx="7079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4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课件设计与开发、交互式</a:t>
            </a:r>
            <a:r>
              <a:rPr lang="en-US" altLang="zh-CN" sz="24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4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24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 to HTML5</a:t>
            </a:r>
            <a:endParaRPr lang="zh-CN" altLang="en-US" sz="24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椭圆 10"/>
          <p:cNvSpPr/>
          <p:nvPr userDrawn="1"/>
        </p:nvSpPr>
        <p:spPr>
          <a:xfrm>
            <a:off x="7231958" y="173853"/>
            <a:ext cx="2333604" cy="2333604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 userDrawn="1"/>
        </p:nvSpPr>
        <p:spPr>
          <a:xfrm>
            <a:off x="6972300" y="1524000"/>
            <a:ext cx="685800" cy="400050"/>
          </a:xfrm>
          <a:custGeom>
            <a:avLst/>
            <a:gdLst>
              <a:gd name="connsiteX0" fmla="*/ 628650 w 685800"/>
              <a:gd name="connsiteY0" fmla="*/ 0 h 400050"/>
              <a:gd name="connsiteX1" fmla="*/ 0 w 685800"/>
              <a:gd name="connsiteY1" fmla="*/ 400050 h 400050"/>
              <a:gd name="connsiteX2" fmla="*/ 685800 w 685800"/>
              <a:gd name="connsiteY2" fmla="*/ 209550 h 400050"/>
              <a:gd name="connsiteX3" fmla="*/ 628650 w 685800"/>
              <a:gd name="connsiteY3" fmla="*/ 0 h 40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5800" h="400050">
                <a:moveTo>
                  <a:pt x="628650" y="0"/>
                </a:moveTo>
                <a:lnTo>
                  <a:pt x="0" y="400050"/>
                </a:lnTo>
                <a:lnTo>
                  <a:pt x="685800" y="209550"/>
                </a:lnTo>
                <a:lnTo>
                  <a:pt x="62865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 userDrawn="1"/>
        </p:nvSpPr>
        <p:spPr>
          <a:xfrm>
            <a:off x="7542741" y="723721"/>
            <a:ext cx="171203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关注我吧，一起做好玩的</a:t>
            </a:r>
            <a:r>
              <a:rPr lang="en-US" altLang="zh-CN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课件</a:t>
            </a:r>
          </a:p>
        </p:txBody>
      </p:sp>
    </p:spTree>
    <p:extLst>
      <p:ext uri="{BB962C8B-B14F-4D97-AF65-F5344CB8AC3E}">
        <p14:creationId xmlns:p14="http://schemas.microsoft.com/office/powerpoint/2010/main" val="382673375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745878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375114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7551307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314746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8959990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99919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286067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1" y="4589465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04649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27597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734092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31849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723689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194780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9110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414058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0C1C0D-9156-4A08-8AC9-3C7751C87F77}" type="datetimeFigureOut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2017/7/14</a:t>
            </a:fld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A0E596-B858-4790-B5F1-C4278122C712}" type="slidenum">
              <a:rPr lang="zh-CN" altLang="en-US" smtClean="0">
                <a:solidFill>
                  <a:srgbClr val="2E2E2E">
                    <a:tint val="75000"/>
                  </a:srgbClr>
                </a:solidFill>
              </a:rPr>
              <a:pPr/>
              <a:t>‹#›</a:t>
            </a:fld>
            <a:endParaRPr lang="zh-CN" altLang="en-US" dirty="0">
              <a:solidFill>
                <a:srgbClr val="2E2E2E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866362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F7F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71990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675B12-9023-41A8-8696-A99B37C4C9A7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F8ED9E8-CDC5-436F-A711-F5E39E2B502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56270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EC8570-65FD-4F7D-AFDE-BB5FEC998C88}" type="datetimeFigureOut">
              <a:rPr lang="zh-CN" altLang="en-US" smtClean="0"/>
              <a:t>2017/7/14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58C20B-28A0-410F-AA6B-69038387835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674876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272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531813" y="1681946"/>
            <a:ext cx="288925" cy="288925"/>
          </a:xfrm>
          <a:custGeom>
            <a:avLst/>
            <a:gdLst>
              <a:gd name="T0" fmla="*/ 76 w 77"/>
              <a:gd name="T1" fmla="*/ 17 h 77"/>
              <a:gd name="T2" fmla="*/ 77 w 77"/>
              <a:gd name="T3" fmla="*/ 74 h 77"/>
              <a:gd name="T4" fmla="*/ 74 w 77"/>
              <a:gd name="T5" fmla="*/ 77 h 77"/>
              <a:gd name="T6" fmla="*/ 0 w 77"/>
              <a:gd name="T7" fmla="*/ 76 h 77"/>
              <a:gd name="T8" fmla="*/ 0 w 77"/>
              <a:gd name="T9" fmla="*/ 7 h 77"/>
              <a:gd name="T10" fmla="*/ 2 w 77"/>
              <a:gd name="T11" fmla="*/ 2 h 77"/>
              <a:gd name="T12" fmla="*/ 7 w 77"/>
              <a:gd name="T13" fmla="*/ 0 h 77"/>
              <a:gd name="T14" fmla="*/ 59 w 77"/>
              <a:gd name="T15" fmla="*/ 1 h 77"/>
              <a:gd name="T16" fmla="*/ 63 w 77"/>
              <a:gd name="T17" fmla="*/ 5 h 77"/>
              <a:gd name="T18" fmla="*/ 64 w 77"/>
              <a:gd name="T19" fmla="*/ 16 h 77"/>
              <a:gd name="T20" fmla="*/ 7 w 77"/>
              <a:gd name="T21" fmla="*/ 3 h 77"/>
              <a:gd name="T22" fmla="*/ 4 w 77"/>
              <a:gd name="T23" fmla="*/ 5 h 77"/>
              <a:gd name="T24" fmla="*/ 3 w 77"/>
              <a:gd name="T25" fmla="*/ 7 h 77"/>
              <a:gd name="T26" fmla="*/ 60 w 77"/>
              <a:gd name="T27" fmla="*/ 16 h 77"/>
              <a:gd name="T28" fmla="*/ 60 w 77"/>
              <a:gd name="T29" fmla="*/ 6 h 77"/>
              <a:gd name="T30" fmla="*/ 58 w 77"/>
              <a:gd name="T31" fmla="*/ 4 h 77"/>
              <a:gd name="T32" fmla="*/ 7 w 77"/>
              <a:gd name="T33" fmla="*/ 3 h 77"/>
              <a:gd name="T34" fmla="*/ 73 w 77"/>
              <a:gd name="T35" fmla="*/ 19 h 77"/>
              <a:gd name="T36" fmla="*/ 3 w 77"/>
              <a:gd name="T37" fmla="*/ 74 h 77"/>
              <a:gd name="T38" fmla="*/ 51 w 77"/>
              <a:gd name="T39" fmla="*/ 47 h 77"/>
              <a:gd name="T40" fmla="*/ 53 w 77"/>
              <a:gd name="T41" fmla="*/ 41 h 77"/>
              <a:gd name="T42" fmla="*/ 59 w 77"/>
              <a:gd name="T43" fmla="*/ 38 h 77"/>
              <a:gd name="T44" fmla="*/ 65 w 77"/>
              <a:gd name="T45" fmla="*/ 41 h 77"/>
              <a:gd name="T46" fmla="*/ 67 w 77"/>
              <a:gd name="T47" fmla="*/ 47 h 77"/>
              <a:gd name="T48" fmla="*/ 65 w 77"/>
              <a:gd name="T49" fmla="*/ 52 h 77"/>
              <a:gd name="T50" fmla="*/ 59 w 77"/>
              <a:gd name="T51" fmla="*/ 54 h 77"/>
              <a:gd name="T52" fmla="*/ 53 w 77"/>
              <a:gd name="T53" fmla="*/ 52 h 77"/>
              <a:gd name="T54" fmla="*/ 51 w 77"/>
              <a:gd name="T55" fmla="*/ 47 h 77"/>
              <a:gd name="T56" fmla="*/ 63 w 77"/>
              <a:gd name="T57" fmla="*/ 45 h 77"/>
              <a:gd name="T58" fmla="*/ 61 w 77"/>
              <a:gd name="T59" fmla="*/ 42 h 77"/>
              <a:gd name="T60" fmla="*/ 57 w 77"/>
              <a:gd name="T61" fmla="*/ 42 h 77"/>
              <a:gd name="T62" fmla="*/ 54 w 77"/>
              <a:gd name="T63" fmla="*/ 45 h 77"/>
              <a:gd name="T64" fmla="*/ 54 w 77"/>
              <a:gd name="T65" fmla="*/ 48 h 77"/>
              <a:gd name="T66" fmla="*/ 57 w 77"/>
              <a:gd name="T67" fmla="*/ 51 h 77"/>
              <a:gd name="T68" fmla="*/ 61 w 77"/>
              <a:gd name="T69" fmla="*/ 51 h 77"/>
              <a:gd name="T70" fmla="*/ 63 w 77"/>
              <a:gd name="T71" fmla="*/ 4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" h="77">
                <a:moveTo>
                  <a:pt x="74" y="16"/>
                </a:moveTo>
                <a:cubicBezTo>
                  <a:pt x="75" y="16"/>
                  <a:pt x="75" y="16"/>
                  <a:pt x="76" y="17"/>
                </a:cubicBezTo>
                <a:cubicBezTo>
                  <a:pt x="76" y="17"/>
                  <a:pt x="77" y="18"/>
                  <a:pt x="77" y="18"/>
                </a:cubicBezTo>
                <a:cubicBezTo>
                  <a:pt x="77" y="74"/>
                  <a:pt x="77" y="74"/>
                  <a:pt x="77" y="74"/>
                </a:cubicBezTo>
                <a:cubicBezTo>
                  <a:pt x="77" y="75"/>
                  <a:pt x="76" y="76"/>
                  <a:pt x="76" y="76"/>
                </a:cubicBezTo>
                <a:cubicBezTo>
                  <a:pt x="75" y="77"/>
                  <a:pt x="75" y="77"/>
                  <a:pt x="74" y="77"/>
                </a:cubicBezTo>
                <a:cubicBezTo>
                  <a:pt x="2" y="77"/>
                  <a:pt x="2" y="77"/>
                  <a:pt x="2" y="77"/>
                </a:cubicBezTo>
                <a:cubicBezTo>
                  <a:pt x="2" y="77"/>
                  <a:pt x="1" y="77"/>
                  <a:pt x="0" y="76"/>
                </a:cubicBezTo>
                <a:cubicBezTo>
                  <a:pt x="0" y="76"/>
                  <a:pt x="0" y="75"/>
                  <a:pt x="0" y="74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5"/>
                  <a:pt x="0" y="5"/>
                </a:cubicBezTo>
                <a:cubicBezTo>
                  <a:pt x="1" y="4"/>
                  <a:pt x="1" y="3"/>
                  <a:pt x="2" y="2"/>
                </a:cubicBezTo>
                <a:cubicBezTo>
                  <a:pt x="3" y="2"/>
                  <a:pt x="3" y="1"/>
                  <a:pt x="4" y="1"/>
                </a:cubicBezTo>
                <a:cubicBezTo>
                  <a:pt x="5" y="0"/>
                  <a:pt x="6" y="0"/>
                  <a:pt x="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8" y="0"/>
                  <a:pt x="58" y="0"/>
                  <a:pt x="59" y="1"/>
                </a:cubicBezTo>
                <a:cubicBezTo>
                  <a:pt x="60" y="1"/>
                  <a:pt x="61" y="2"/>
                  <a:pt x="62" y="2"/>
                </a:cubicBezTo>
                <a:cubicBezTo>
                  <a:pt x="62" y="3"/>
                  <a:pt x="63" y="4"/>
                  <a:pt x="63" y="5"/>
                </a:cubicBezTo>
                <a:cubicBezTo>
                  <a:pt x="63" y="5"/>
                  <a:pt x="64" y="6"/>
                  <a:pt x="64" y="7"/>
                </a:cubicBezTo>
                <a:cubicBezTo>
                  <a:pt x="64" y="16"/>
                  <a:pt x="64" y="16"/>
                  <a:pt x="64" y="16"/>
                </a:cubicBezTo>
                <a:lnTo>
                  <a:pt x="74" y="16"/>
                </a:lnTo>
                <a:close/>
                <a:moveTo>
                  <a:pt x="7" y="3"/>
                </a:moveTo>
                <a:cubicBezTo>
                  <a:pt x="6" y="3"/>
                  <a:pt x="6" y="3"/>
                  <a:pt x="5" y="4"/>
                </a:cubicBezTo>
                <a:cubicBezTo>
                  <a:pt x="5" y="4"/>
                  <a:pt x="5" y="4"/>
                  <a:pt x="4" y="5"/>
                </a:cubicBezTo>
                <a:cubicBezTo>
                  <a:pt x="4" y="5"/>
                  <a:pt x="4" y="5"/>
                  <a:pt x="3" y="6"/>
                </a:cubicBezTo>
                <a:cubicBezTo>
                  <a:pt x="3" y="6"/>
                  <a:pt x="3" y="7"/>
                  <a:pt x="3" y="7"/>
                </a:cubicBezTo>
                <a:cubicBezTo>
                  <a:pt x="3" y="16"/>
                  <a:pt x="3" y="16"/>
                  <a:pt x="3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6"/>
                  <a:pt x="60" y="6"/>
                </a:cubicBezTo>
                <a:cubicBezTo>
                  <a:pt x="60" y="5"/>
                  <a:pt x="60" y="5"/>
                  <a:pt x="59" y="5"/>
                </a:cubicBezTo>
                <a:cubicBezTo>
                  <a:pt x="59" y="4"/>
                  <a:pt x="59" y="4"/>
                  <a:pt x="58" y="4"/>
                </a:cubicBezTo>
                <a:cubicBezTo>
                  <a:pt x="58" y="3"/>
                  <a:pt x="57" y="3"/>
                  <a:pt x="57" y="3"/>
                </a:cubicBezTo>
                <a:lnTo>
                  <a:pt x="7" y="3"/>
                </a:lnTo>
                <a:close/>
                <a:moveTo>
                  <a:pt x="73" y="74"/>
                </a:moveTo>
                <a:cubicBezTo>
                  <a:pt x="73" y="19"/>
                  <a:pt x="73" y="19"/>
                  <a:pt x="7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74"/>
                  <a:pt x="3" y="74"/>
                  <a:pt x="3" y="74"/>
                </a:cubicBezTo>
                <a:lnTo>
                  <a:pt x="73" y="74"/>
                </a:lnTo>
                <a:close/>
                <a:moveTo>
                  <a:pt x="51" y="47"/>
                </a:moveTo>
                <a:cubicBezTo>
                  <a:pt x="51" y="45"/>
                  <a:pt x="51" y="44"/>
                  <a:pt x="52" y="43"/>
                </a:cubicBezTo>
                <a:cubicBezTo>
                  <a:pt x="52" y="42"/>
                  <a:pt x="53" y="41"/>
                  <a:pt x="53" y="41"/>
                </a:cubicBezTo>
                <a:cubicBezTo>
                  <a:pt x="54" y="40"/>
                  <a:pt x="55" y="40"/>
                  <a:pt x="56" y="39"/>
                </a:cubicBezTo>
                <a:cubicBezTo>
                  <a:pt x="57" y="39"/>
                  <a:pt x="58" y="38"/>
                  <a:pt x="59" y="38"/>
                </a:cubicBezTo>
                <a:cubicBezTo>
                  <a:pt x="60" y="38"/>
                  <a:pt x="61" y="39"/>
                  <a:pt x="62" y="39"/>
                </a:cubicBezTo>
                <a:cubicBezTo>
                  <a:pt x="63" y="40"/>
                  <a:pt x="64" y="40"/>
                  <a:pt x="65" y="41"/>
                </a:cubicBezTo>
                <a:cubicBezTo>
                  <a:pt x="65" y="42"/>
                  <a:pt x="66" y="42"/>
                  <a:pt x="66" y="43"/>
                </a:cubicBezTo>
                <a:cubicBezTo>
                  <a:pt x="67" y="44"/>
                  <a:pt x="67" y="45"/>
                  <a:pt x="67" y="47"/>
                </a:cubicBezTo>
                <a:cubicBezTo>
                  <a:pt x="67" y="48"/>
                  <a:pt x="67" y="49"/>
                  <a:pt x="66" y="50"/>
                </a:cubicBezTo>
                <a:cubicBezTo>
                  <a:pt x="66" y="51"/>
                  <a:pt x="65" y="51"/>
                  <a:pt x="65" y="52"/>
                </a:cubicBezTo>
                <a:cubicBezTo>
                  <a:pt x="64" y="53"/>
                  <a:pt x="63" y="53"/>
                  <a:pt x="62" y="54"/>
                </a:cubicBezTo>
                <a:cubicBezTo>
                  <a:pt x="61" y="54"/>
                  <a:pt x="60" y="54"/>
                  <a:pt x="59" y="54"/>
                </a:cubicBezTo>
                <a:cubicBezTo>
                  <a:pt x="58" y="54"/>
                  <a:pt x="57" y="54"/>
                  <a:pt x="56" y="54"/>
                </a:cubicBezTo>
                <a:cubicBezTo>
                  <a:pt x="55" y="53"/>
                  <a:pt x="54" y="53"/>
                  <a:pt x="53" y="52"/>
                </a:cubicBezTo>
                <a:cubicBezTo>
                  <a:pt x="53" y="51"/>
                  <a:pt x="52" y="51"/>
                  <a:pt x="52" y="50"/>
                </a:cubicBezTo>
                <a:cubicBezTo>
                  <a:pt x="51" y="49"/>
                  <a:pt x="51" y="48"/>
                  <a:pt x="51" y="47"/>
                </a:cubicBezTo>
                <a:close/>
                <a:moveTo>
                  <a:pt x="64" y="47"/>
                </a:moveTo>
                <a:cubicBezTo>
                  <a:pt x="64" y="46"/>
                  <a:pt x="64" y="45"/>
                  <a:pt x="63" y="45"/>
                </a:cubicBezTo>
                <a:cubicBezTo>
                  <a:pt x="63" y="44"/>
                  <a:pt x="63" y="44"/>
                  <a:pt x="62" y="43"/>
                </a:cubicBezTo>
                <a:cubicBezTo>
                  <a:pt x="62" y="43"/>
                  <a:pt x="61" y="42"/>
                  <a:pt x="61" y="42"/>
                </a:cubicBezTo>
                <a:cubicBezTo>
                  <a:pt x="60" y="42"/>
                  <a:pt x="60" y="42"/>
                  <a:pt x="59" y="42"/>
                </a:cubicBezTo>
                <a:cubicBezTo>
                  <a:pt x="58" y="42"/>
                  <a:pt x="58" y="42"/>
                  <a:pt x="57" y="42"/>
                </a:cubicBezTo>
                <a:cubicBezTo>
                  <a:pt x="56" y="42"/>
                  <a:pt x="56" y="43"/>
                  <a:pt x="56" y="43"/>
                </a:cubicBezTo>
                <a:cubicBezTo>
                  <a:pt x="55" y="44"/>
                  <a:pt x="55" y="44"/>
                  <a:pt x="54" y="45"/>
                </a:cubicBezTo>
                <a:cubicBezTo>
                  <a:pt x="54" y="45"/>
                  <a:pt x="54" y="46"/>
                  <a:pt x="54" y="47"/>
                </a:cubicBezTo>
                <a:cubicBezTo>
                  <a:pt x="54" y="47"/>
                  <a:pt x="54" y="48"/>
                  <a:pt x="54" y="48"/>
                </a:cubicBezTo>
                <a:cubicBezTo>
                  <a:pt x="55" y="49"/>
                  <a:pt x="55" y="49"/>
                  <a:pt x="56" y="50"/>
                </a:cubicBezTo>
                <a:cubicBezTo>
                  <a:pt x="56" y="50"/>
                  <a:pt x="56" y="51"/>
                  <a:pt x="57" y="51"/>
                </a:cubicBezTo>
                <a:cubicBezTo>
                  <a:pt x="58" y="51"/>
                  <a:pt x="58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61" y="51"/>
                  <a:pt x="62" y="50"/>
                  <a:pt x="62" y="50"/>
                </a:cubicBezTo>
                <a:cubicBezTo>
                  <a:pt x="63" y="49"/>
                  <a:pt x="63" y="49"/>
                  <a:pt x="63" y="48"/>
                </a:cubicBezTo>
                <a:cubicBezTo>
                  <a:pt x="64" y="48"/>
                  <a:pt x="64" y="47"/>
                  <a:pt x="64" y="4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065213" y="1677183"/>
            <a:ext cx="300038" cy="296863"/>
          </a:xfrm>
          <a:custGeom>
            <a:avLst/>
            <a:gdLst>
              <a:gd name="T0" fmla="*/ 40 w 80"/>
              <a:gd name="T1" fmla="*/ 0 h 79"/>
              <a:gd name="T2" fmla="*/ 56 w 80"/>
              <a:gd name="T3" fmla="*/ 3 h 79"/>
              <a:gd name="T4" fmla="*/ 68 w 80"/>
              <a:gd name="T5" fmla="*/ 11 h 79"/>
              <a:gd name="T6" fmla="*/ 77 w 80"/>
              <a:gd name="T7" fmla="*/ 24 h 79"/>
              <a:gd name="T8" fmla="*/ 80 w 80"/>
              <a:gd name="T9" fmla="*/ 39 h 79"/>
              <a:gd name="T10" fmla="*/ 77 w 80"/>
              <a:gd name="T11" fmla="*/ 55 h 79"/>
              <a:gd name="T12" fmla="*/ 68 w 80"/>
              <a:gd name="T13" fmla="*/ 68 h 79"/>
              <a:gd name="T14" fmla="*/ 56 w 80"/>
              <a:gd name="T15" fmla="*/ 76 h 79"/>
              <a:gd name="T16" fmla="*/ 40 w 80"/>
              <a:gd name="T17" fmla="*/ 79 h 79"/>
              <a:gd name="T18" fmla="*/ 25 w 80"/>
              <a:gd name="T19" fmla="*/ 76 h 79"/>
              <a:gd name="T20" fmla="*/ 12 w 80"/>
              <a:gd name="T21" fmla="*/ 68 h 79"/>
              <a:gd name="T22" fmla="*/ 3 w 80"/>
              <a:gd name="T23" fmla="*/ 55 h 79"/>
              <a:gd name="T24" fmla="*/ 0 w 80"/>
              <a:gd name="T25" fmla="*/ 39 h 79"/>
              <a:gd name="T26" fmla="*/ 3 w 80"/>
              <a:gd name="T27" fmla="*/ 24 h 79"/>
              <a:gd name="T28" fmla="*/ 12 w 80"/>
              <a:gd name="T29" fmla="*/ 11 h 79"/>
              <a:gd name="T30" fmla="*/ 25 w 80"/>
              <a:gd name="T31" fmla="*/ 3 h 79"/>
              <a:gd name="T32" fmla="*/ 40 w 80"/>
              <a:gd name="T33" fmla="*/ 0 h 79"/>
              <a:gd name="T34" fmla="*/ 40 w 80"/>
              <a:gd name="T35" fmla="*/ 76 h 79"/>
              <a:gd name="T36" fmla="*/ 54 w 80"/>
              <a:gd name="T37" fmla="*/ 73 h 79"/>
              <a:gd name="T38" fmla="*/ 66 w 80"/>
              <a:gd name="T39" fmla="*/ 66 h 79"/>
              <a:gd name="T40" fmla="*/ 74 w 80"/>
              <a:gd name="T41" fmla="*/ 54 h 79"/>
              <a:gd name="T42" fmla="*/ 77 w 80"/>
              <a:gd name="T43" fmla="*/ 39 h 79"/>
              <a:gd name="T44" fmla="*/ 74 w 80"/>
              <a:gd name="T45" fmla="*/ 25 h 79"/>
              <a:gd name="T46" fmla="*/ 66 w 80"/>
              <a:gd name="T47" fmla="*/ 13 h 79"/>
              <a:gd name="T48" fmla="*/ 54 w 80"/>
              <a:gd name="T49" fmla="*/ 6 h 79"/>
              <a:gd name="T50" fmla="*/ 40 w 80"/>
              <a:gd name="T51" fmla="*/ 3 h 79"/>
              <a:gd name="T52" fmla="*/ 26 w 80"/>
              <a:gd name="T53" fmla="*/ 6 h 79"/>
              <a:gd name="T54" fmla="*/ 14 w 80"/>
              <a:gd name="T55" fmla="*/ 13 h 79"/>
              <a:gd name="T56" fmla="*/ 6 w 80"/>
              <a:gd name="T57" fmla="*/ 25 h 79"/>
              <a:gd name="T58" fmla="*/ 3 w 80"/>
              <a:gd name="T59" fmla="*/ 39 h 79"/>
              <a:gd name="T60" fmla="*/ 6 w 80"/>
              <a:gd name="T61" fmla="*/ 54 h 79"/>
              <a:gd name="T62" fmla="*/ 14 w 80"/>
              <a:gd name="T63" fmla="*/ 66 h 79"/>
              <a:gd name="T64" fmla="*/ 26 w 80"/>
              <a:gd name="T65" fmla="*/ 73 h 79"/>
              <a:gd name="T66" fmla="*/ 40 w 80"/>
              <a:gd name="T67" fmla="*/ 76 h 79"/>
              <a:gd name="T68" fmla="*/ 26 w 80"/>
              <a:gd name="T69" fmla="*/ 31 h 79"/>
              <a:gd name="T70" fmla="*/ 39 w 80"/>
              <a:gd name="T71" fmla="*/ 31 h 79"/>
              <a:gd name="T72" fmla="*/ 50 w 80"/>
              <a:gd name="T73" fmla="*/ 21 h 79"/>
              <a:gd name="T74" fmla="*/ 50 w 80"/>
              <a:gd name="T75" fmla="*/ 58 h 79"/>
              <a:gd name="T76" fmla="*/ 39 w 80"/>
              <a:gd name="T77" fmla="*/ 48 h 79"/>
              <a:gd name="T78" fmla="*/ 26 w 80"/>
              <a:gd name="T79" fmla="*/ 48 h 79"/>
              <a:gd name="T80" fmla="*/ 26 w 80"/>
              <a:gd name="T81" fmla="*/ 31 h 79"/>
              <a:gd name="T82" fmla="*/ 41 w 80"/>
              <a:gd name="T83" fmla="*/ 34 h 79"/>
              <a:gd name="T84" fmla="*/ 40 w 80"/>
              <a:gd name="T85" fmla="*/ 35 h 79"/>
              <a:gd name="T86" fmla="*/ 29 w 80"/>
              <a:gd name="T87" fmla="*/ 35 h 79"/>
              <a:gd name="T88" fmla="*/ 29 w 80"/>
              <a:gd name="T89" fmla="*/ 44 h 79"/>
              <a:gd name="T90" fmla="*/ 40 w 80"/>
              <a:gd name="T91" fmla="*/ 44 h 79"/>
              <a:gd name="T92" fmla="*/ 47 w 80"/>
              <a:gd name="T93" fmla="*/ 51 h 79"/>
              <a:gd name="T94" fmla="*/ 47 w 80"/>
              <a:gd name="T95" fmla="*/ 28 h 79"/>
              <a:gd name="T96" fmla="*/ 41 w 80"/>
              <a:gd name="T97" fmla="*/ 3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0" h="79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1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0" y="34"/>
                  <a:pt x="80" y="39"/>
                </a:cubicBezTo>
                <a:cubicBezTo>
                  <a:pt x="80" y="45"/>
                  <a:pt x="79" y="50"/>
                  <a:pt x="77" y="55"/>
                </a:cubicBezTo>
                <a:cubicBezTo>
                  <a:pt x="75" y="60"/>
                  <a:pt x="72" y="64"/>
                  <a:pt x="68" y="68"/>
                </a:cubicBezTo>
                <a:cubicBezTo>
                  <a:pt x="65" y="71"/>
                  <a:pt x="61" y="74"/>
                  <a:pt x="56" y="76"/>
                </a:cubicBezTo>
                <a:cubicBezTo>
                  <a:pt x="51" y="78"/>
                  <a:pt x="46" y="79"/>
                  <a:pt x="40" y="79"/>
                </a:cubicBezTo>
                <a:cubicBezTo>
                  <a:pt x="35" y="79"/>
                  <a:pt x="29" y="78"/>
                  <a:pt x="25" y="76"/>
                </a:cubicBezTo>
                <a:cubicBezTo>
                  <a:pt x="20" y="74"/>
                  <a:pt x="15" y="71"/>
                  <a:pt x="12" y="68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39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19"/>
                  <a:pt x="8" y="15"/>
                  <a:pt x="12" y="11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40" y="76"/>
                </a:moveTo>
                <a:cubicBezTo>
                  <a:pt x="45" y="76"/>
                  <a:pt x="50" y="75"/>
                  <a:pt x="54" y="73"/>
                </a:cubicBezTo>
                <a:cubicBezTo>
                  <a:pt x="59" y="71"/>
                  <a:pt x="63" y="69"/>
                  <a:pt x="66" y="66"/>
                </a:cubicBezTo>
                <a:cubicBezTo>
                  <a:pt x="69" y="62"/>
                  <a:pt x="72" y="58"/>
                  <a:pt x="74" y="54"/>
                </a:cubicBezTo>
                <a:cubicBezTo>
                  <a:pt x="76" y="49"/>
                  <a:pt x="77" y="45"/>
                  <a:pt x="77" y="39"/>
                </a:cubicBezTo>
                <a:cubicBezTo>
                  <a:pt x="77" y="34"/>
                  <a:pt x="76" y="30"/>
                  <a:pt x="74" y="25"/>
                </a:cubicBezTo>
                <a:cubicBezTo>
                  <a:pt x="72" y="21"/>
                  <a:pt x="69" y="17"/>
                  <a:pt x="66" y="13"/>
                </a:cubicBezTo>
                <a:cubicBezTo>
                  <a:pt x="63" y="10"/>
                  <a:pt x="59" y="8"/>
                  <a:pt x="54" y="6"/>
                </a:cubicBezTo>
                <a:cubicBezTo>
                  <a:pt x="50" y="4"/>
                  <a:pt x="45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0"/>
                  <a:pt x="14" y="13"/>
                </a:cubicBezTo>
                <a:cubicBezTo>
                  <a:pt x="11" y="17"/>
                  <a:pt x="8" y="21"/>
                  <a:pt x="6" y="25"/>
                </a:cubicBezTo>
                <a:cubicBezTo>
                  <a:pt x="4" y="30"/>
                  <a:pt x="3" y="34"/>
                  <a:pt x="3" y="39"/>
                </a:cubicBez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1" y="62"/>
                  <a:pt x="14" y="66"/>
                </a:cubicBezTo>
                <a:cubicBezTo>
                  <a:pt x="17" y="69"/>
                  <a:pt x="21" y="71"/>
                  <a:pt x="26" y="73"/>
                </a:cubicBezTo>
                <a:cubicBezTo>
                  <a:pt x="30" y="75"/>
                  <a:pt x="35" y="76"/>
                  <a:pt x="40" y="76"/>
                </a:cubicBezTo>
                <a:close/>
                <a:moveTo>
                  <a:pt x="26" y="31"/>
                </a:moveTo>
                <a:cubicBezTo>
                  <a:pt x="39" y="31"/>
                  <a:pt x="39" y="31"/>
                  <a:pt x="39" y="3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58"/>
                  <a:pt x="50" y="58"/>
                  <a:pt x="50" y="58"/>
                </a:cubicBezTo>
                <a:cubicBezTo>
                  <a:pt x="39" y="48"/>
                  <a:pt x="39" y="48"/>
                  <a:pt x="39" y="48"/>
                </a:cubicBezTo>
                <a:cubicBezTo>
                  <a:pt x="26" y="48"/>
                  <a:pt x="26" y="48"/>
                  <a:pt x="26" y="48"/>
                </a:cubicBezTo>
                <a:lnTo>
                  <a:pt x="26" y="31"/>
                </a:lnTo>
                <a:close/>
                <a:moveTo>
                  <a:pt x="41" y="34"/>
                </a:moveTo>
                <a:cubicBezTo>
                  <a:pt x="40" y="35"/>
                  <a:pt x="40" y="35"/>
                  <a:pt x="40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44"/>
                  <a:pt x="29" y="44"/>
                  <a:pt x="29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7" y="51"/>
                  <a:pt x="47" y="51"/>
                  <a:pt x="47" y="51"/>
                </a:cubicBezTo>
                <a:cubicBezTo>
                  <a:pt x="47" y="28"/>
                  <a:pt x="47" y="28"/>
                  <a:pt x="47" y="28"/>
                </a:cubicBezTo>
                <a:lnTo>
                  <a:pt x="41" y="3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04963" y="1677183"/>
            <a:ext cx="300038" cy="296863"/>
          </a:xfrm>
          <a:custGeom>
            <a:avLst/>
            <a:gdLst>
              <a:gd name="T0" fmla="*/ 47 w 80"/>
              <a:gd name="T1" fmla="*/ 75 h 79"/>
              <a:gd name="T2" fmla="*/ 61 w 80"/>
              <a:gd name="T3" fmla="*/ 70 h 79"/>
              <a:gd name="T4" fmla="*/ 68 w 80"/>
              <a:gd name="T5" fmla="*/ 68 h 79"/>
              <a:gd name="T6" fmla="*/ 56 w 80"/>
              <a:gd name="T7" fmla="*/ 76 h 79"/>
              <a:gd name="T8" fmla="*/ 40 w 80"/>
              <a:gd name="T9" fmla="*/ 79 h 79"/>
              <a:gd name="T10" fmla="*/ 12 w 80"/>
              <a:gd name="T11" fmla="*/ 68 h 79"/>
              <a:gd name="T12" fmla="*/ 0 w 80"/>
              <a:gd name="T13" fmla="*/ 39 h 79"/>
              <a:gd name="T14" fmla="*/ 12 w 80"/>
              <a:gd name="T15" fmla="*/ 11 h 79"/>
              <a:gd name="T16" fmla="*/ 40 w 80"/>
              <a:gd name="T17" fmla="*/ 0 h 79"/>
              <a:gd name="T18" fmla="*/ 56 w 80"/>
              <a:gd name="T19" fmla="*/ 3 h 79"/>
              <a:gd name="T20" fmla="*/ 68 w 80"/>
              <a:gd name="T21" fmla="*/ 11 h 79"/>
              <a:gd name="T22" fmla="*/ 61 w 80"/>
              <a:gd name="T23" fmla="*/ 9 h 79"/>
              <a:gd name="T24" fmla="*/ 47 w 80"/>
              <a:gd name="T25" fmla="*/ 3 h 79"/>
              <a:gd name="T26" fmla="*/ 26 w 80"/>
              <a:gd name="T27" fmla="*/ 6 h 79"/>
              <a:gd name="T28" fmla="*/ 6 w 80"/>
              <a:gd name="T29" fmla="*/ 25 h 79"/>
              <a:gd name="T30" fmla="*/ 6 w 80"/>
              <a:gd name="T31" fmla="*/ 54 h 79"/>
              <a:gd name="T32" fmla="*/ 26 w 80"/>
              <a:gd name="T33" fmla="*/ 73 h 79"/>
              <a:gd name="T34" fmla="*/ 26 w 80"/>
              <a:gd name="T35" fmla="*/ 31 h 79"/>
              <a:gd name="T36" fmla="*/ 50 w 80"/>
              <a:gd name="T37" fmla="*/ 21 h 79"/>
              <a:gd name="T38" fmla="*/ 39 w 80"/>
              <a:gd name="T39" fmla="*/ 48 h 79"/>
              <a:gd name="T40" fmla="*/ 26 w 80"/>
              <a:gd name="T41" fmla="*/ 31 h 79"/>
              <a:gd name="T42" fmla="*/ 40 w 80"/>
              <a:gd name="T43" fmla="*/ 35 h 79"/>
              <a:gd name="T44" fmla="*/ 29 w 80"/>
              <a:gd name="T45" fmla="*/ 44 h 79"/>
              <a:gd name="T46" fmla="*/ 47 w 80"/>
              <a:gd name="T47" fmla="*/ 51 h 79"/>
              <a:gd name="T48" fmla="*/ 41 w 80"/>
              <a:gd name="T49" fmla="*/ 34 h 79"/>
              <a:gd name="T50" fmla="*/ 54 w 80"/>
              <a:gd name="T51" fmla="*/ 50 h 79"/>
              <a:gd name="T52" fmla="*/ 57 w 80"/>
              <a:gd name="T53" fmla="*/ 45 h 79"/>
              <a:gd name="T54" fmla="*/ 58 w 80"/>
              <a:gd name="T55" fmla="*/ 39 h 79"/>
              <a:gd name="T56" fmla="*/ 57 w 80"/>
              <a:gd name="T57" fmla="*/ 34 h 79"/>
              <a:gd name="T58" fmla="*/ 54 w 80"/>
              <a:gd name="T59" fmla="*/ 29 h 79"/>
              <a:gd name="T60" fmla="*/ 59 w 80"/>
              <a:gd name="T61" fmla="*/ 30 h 79"/>
              <a:gd name="T62" fmla="*/ 61 w 80"/>
              <a:gd name="T63" fmla="*/ 36 h 79"/>
              <a:gd name="T64" fmla="*/ 61 w 80"/>
              <a:gd name="T65" fmla="*/ 43 h 79"/>
              <a:gd name="T66" fmla="*/ 59 w 80"/>
              <a:gd name="T67" fmla="*/ 49 h 79"/>
              <a:gd name="T68" fmla="*/ 65 w 80"/>
              <a:gd name="T69" fmla="*/ 58 h 79"/>
              <a:gd name="T70" fmla="*/ 64 w 80"/>
              <a:gd name="T71" fmla="*/ 52 h 79"/>
              <a:gd name="T72" fmla="*/ 67 w 80"/>
              <a:gd name="T73" fmla="*/ 44 h 79"/>
              <a:gd name="T74" fmla="*/ 67 w 80"/>
              <a:gd name="T75" fmla="*/ 35 h 79"/>
              <a:gd name="T76" fmla="*/ 64 w 80"/>
              <a:gd name="T77" fmla="*/ 27 h 79"/>
              <a:gd name="T78" fmla="*/ 65 w 80"/>
              <a:gd name="T79" fmla="*/ 21 h 79"/>
              <a:gd name="T80" fmla="*/ 69 w 80"/>
              <a:gd name="T81" fmla="*/ 30 h 79"/>
              <a:gd name="T82" fmla="*/ 71 w 80"/>
              <a:gd name="T83" fmla="*/ 39 h 79"/>
              <a:gd name="T84" fmla="*/ 69 w 80"/>
              <a:gd name="T85" fmla="*/ 49 h 79"/>
              <a:gd name="T86" fmla="*/ 65 w 80"/>
              <a:gd name="T87" fmla="*/ 58 h 79"/>
              <a:gd name="T88" fmla="*/ 76 w 80"/>
              <a:gd name="T89" fmla="*/ 21 h 79"/>
              <a:gd name="T90" fmla="*/ 80 w 80"/>
              <a:gd name="T91" fmla="*/ 33 h 79"/>
              <a:gd name="T92" fmla="*/ 80 w 80"/>
              <a:gd name="T93" fmla="*/ 46 h 79"/>
              <a:gd name="T94" fmla="*/ 76 w 80"/>
              <a:gd name="T95" fmla="*/ 58 h 79"/>
              <a:gd name="T96" fmla="*/ 70 w 80"/>
              <a:gd name="T97" fmla="*/ 61 h 79"/>
              <a:gd name="T98" fmla="*/ 75 w 80"/>
              <a:gd name="T99" fmla="*/ 51 h 79"/>
              <a:gd name="T100" fmla="*/ 77 w 80"/>
              <a:gd name="T101" fmla="*/ 39 h 79"/>
              <a:gd name="T102" fmla="*/ 75 w 80"/>
              <a:gd name="T103" fmla="*/ 28 h 79"/>
              <a:gd name="T104" fmla="*/ 70 w 80"/>
              <a:gd name="T105" fmla="*/ 1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0" h="79">
                <a:moveTo>
                  <a:pt x="40" y="76"/>
                </a:moveTo>
                <a:cubicBezTo>
                  <a:pt x="43" y="76"/>
                  <a:pt x="45" y="76"/>
                  <a:pt x="47" y="75"/>
                </a:cubicBezTo>
                <a:cubicBezTo>
                  <a:pt x="50" y="75"/>
                  <a:pt x="52" y="74"/>
                  <a:pt x="54" y="73"/>
                </a:cubicBezTo>
                <a:cubicBezTo>
                  <a:pt x="57" y="72"/>
                  <a:pt x="59" y="71"/>
                  <a:pt x="61" y="70"/>
                </a:cubicBezTo>
                <a:cubicBezTo>
                  <a:pt x="63" y="69"/>
                  <a:pt x="64" y="67"/>
                  <a:pt x="66" y="66"/>
                </a:cubicBezTo>
                <a:cubicBezTo>
                  <a:pt x="68" y="68"/>
                  <a:pt x="68" y="68"/>
                  <a:pt x="68" y="68"/>
                </a:cubicBezTo>
                <a:cubicBezTo>
                  <a:pt x="67" y="70"/>
                  <a:pt x="65" y="71"/>
                  <a:pt x="62" y="73"/>
                </a:cubicBezTo>
                <a:cubicBezTo>
                  <a:pt x="60" y="74"/>
                  <a:pt x="58" y="75"/>
                  <a:pt x="56" y="76"/>
                </a:cubicBezTo>
                <a:cubicBezTo>
                  <a:pt x="53" y="77"/>
                  <a:pt x="51" y="78"/>
                  <a:pt x="48" y="79"/>
                </a:cubicBezTo>
                <a:cubicBezTo>
                  <a:pt x="46" y="79"/>
                  <a:pt x="43" y="79"/>
                  <a:pt x="40" y="79"/>
                </a:cubicBezTo>
                <a:cubicBezTo>
                  <a:pt x="35" y="79"/>
                  <a:pt x="29" y="78"/>
                  <a:pt x="25" y="76"/>
                </a:cubicBezTo>
                <a:cubicBezTo>
                  <a:pt x="20" y="74"/>
                  <a:pt x="15" y="71"/>
                  <a:pt x="12" y="68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39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19"/>
                  <a:pt x="8" y="15"/>
                  <a:pt x="12" y="11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ubicBezTo>
                  <a:pt x="43" y="0"/>
                  <a:pt x="46" y="0"/>
                  <a:pt x="48" y="0"/>
                </a:cubicBezTo>
                <a:cubicBezTo>
                  <a:pt x="51" y="1"/>
                  <a:pt x="53" y="2"/>
                  <a:pt x="56" y="3"/>
                </a:cubicBezTo>
                <a:cubicBezTo>
                  <a:pt x="58" y="4"/>
                  <a:pt x="60" y="5"/>
                  <a:pt x="62" y="6"/>
                </a:cubicBezTo>
                <a:cubicBezTo>
                  <a:pt x="65" y="8"/>
                  <a:pt x="67" y="9"/>
                  <a:pt x="68" y="11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2"/>
                  <a:pt x="63" y="10"/>
                  <a:pt x="61" y="9"/>
                </a:cubicBezTo>
                <a:cubicBezTo>
                  <a:pt x="59" y="8"/>
                  <a:pt x="57" y="7"/>
                  <a:pt x="54" y="6"/>
                </a:cubicBezTo>
                <a:cubicBezTo>
                  <a:pt x="52" y="5"/>
                  <a:pt x="50" y="4"/>
                  <a:pt x="47" y="3"/>
                </a:cubicBezTo>
                <a:cubicBezTo>
                  <a:pt x="45" y="3"/>
                  <a:pt x="43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0"/>
                  <a:pt x="14" y="13"/>
                </a:cubicBezTo>
                <a:cubicBezTo>
                  <a:pt x="11" y="17"/>
                  <a:pt x="8" y="21"/>
                  <a:pt x="6" y="25"/>
                </a:cubicBezTo>
                <a:cubicBezTo>
                  <a:pt x="4" y="30"/>
                  <a:pt x="3" y="34"/>
                  <a:pt x="3" y="39"/>
                </a:cubicBez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1" y="62"/>
                  <a:pt x="14" y="66"/>
                </a:cubicBezTo>
                <a:cubicBezTo>
                  <a:pt x="17" y="69"/>
                  <a:pt x="21" y="71"/>
                  <a:pt x="26" y="73"/>
                </a:cubicBezTo>
                <a:cubicBezTo>
                  <a:pt x="30" y="75"/>
                  <a:pt x="35" y="76"/>
                  <a:pt x="40" y="76"/>
                </a:cubicBezTo>
                <a:close/>
                <a:moveTo>
                  <a:pt x="26" y="31"/>
                </a:moveTo>
                <a:cubicBezTo>
                  <a:pt x="39" y="31"/>
                  <a:pt x="39" y="31"/>
                  <a:pt x="39" y="3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58"/>
                  <a:pt x="50" y="58"/>
                  <a:pt x="50" y="58"/>
                </a:cubicBezTo>
                <a:cubicBezTo>
                  <a:pt x="39" y="48"/>
                  <a:pt x="39" y="48"/>
                  <a:pt x="39" y="48"/>
                </a:cubicBezTo>
                <a:cubicBezTo>
                  <a:pt x="26" y="48"/>
                  <a:pt x="26" y="48"/>
                  <a:pt x="26" y="48"/>
                </a:cubicBezTo>
                <a:lnTo>
                  <a:pt x="26" y="31"/>
                </a:lnTo>
                <a:close/>
                <a:moveTo>
                  <a:pt x="41" y="34"/>
                </a:moveTo>
                <a:cubicBezTo>
                  <a:pt x="40" y="35"/>
                  <a:pt x="40" y="35"/>
                  <a:pt x="40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44"/>
                  <a:pt x="29" y="44"/>
                  <a:pt x="29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7" y="51"/>
                  <a:pt x="47" y="51"/>
                  <a:pt x="47" y="51"/>
                </a:cubicBezTo>
                <a:cubicBezTo>
                  <a:pt x="47" y="28"/>
                  <a:pt x="47" y="28"/>
                  <a:pt x="47" y="28"/>
                </a:cubicBezTo>
                <a:lnTo>
                  <a:pt x="41" y="34"/>
                </a:lnTo>
                <a:close/>
                <a:moveTo>
                  <a:pt x="57" y="52"/>
                </a:moveTo>
                <a:cubicBezTo>
                  <a:pt x="54" y="50"/>
                  <a:pt x="54" y="50"/>
                  <a:pt x="54" y="50"/>
                </a:cubicBezTo>
                <a:cubicBezTo>
                  <a:pt x="55" y="49"/>
                  <a:pt x="55" y="48"/>
                  <a:pt x="56" y="48"/>
                </a:cubicBezTo>
                <a:cubicBezTo>
                  <a:pt x="56" y="47"/>
                  <a:pt x="56" y="46"/>
                  <a:pt x="57" y="45"/>
                </a:cubicBezTo>
                <a:cubicBezTo>
                  <a:pt x="57" y="44"/>
                  <a:pt x="57" y="43"/>
                  <a:pt x="57" y="42"/>
                </a:cubicBezTo>
                <a:cubicBezTo>
                  <a:pt x="58" y="41"/>
                  <a:pt x="58" y="40"/>
                  <a:pt x="58" y="39"/>
                </a:cubicBezTo>
                <a:cubicBezTo>
                  <a:pt x="58" y="38"/>
                  <a:pt x="58" y="38"/>
                  <a:pt x="57" y="37"/>
                </a:cubicBezTo>
                <a:cubicBezTo>
                  <a:pt x="57" y="36"/>
                  <a:pt x="57" y="35"/>
                  <a:pt x="57" y="34"/>
                </a:cubicBezTo>
                <a:cubicBezTo>
                  <a:pt x="56" y="33"/>
                  <a:pt x="56" y="32"/>
                  <a:pt x="56" y="31"/>
                </a:cubicBezTo>
                <a:cubicBezTo>
                  <a:pt x="55" y="31"/>
                  <a:pt x="55" y="30"/>
                  <a:pt x="54" y="29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8"/>
                  <a:pt x="58" y="29"/>
                  <a:pt x="59" y="30"/>
                </a:cubicBezTo>
                <a:cubicBezTo>
                  <a:pt x="59" y="31"/>
                  <a:pt x="59" y="32"/>
                  <a:pt x="60" y="33"/>
                </a:cubicBezTo>
                <a:cubicBezTo>
                  <a:pt x="60" y="34"/>
                  <a:pt x="60" y="35"/>
                  <a:pt x="61" y="36"/>
                </a:cubicBezTo>
                <a:cubicBezTo>
                  <a:pt x="61" y="37"/>
                  <a:pt x="61" y="38"/>
                  <a:pt x="61" y="39"/>
                </a:cubicBezTo>
                <a:cubicBezTo>
                  <a:pt x="61" y="41"/>
                  <a:pt x="61" y="42"/>
                  <a:pt x="61" y="43"/>
                </a:cubicBezTo>
                <a:cubicBezTo>
                  <a:pt x="60" y="44"/>
                  <a:pt x="60" y="45"/>
                  <a:pt x="60" y="46"/>
                </a:cubicBezTo>
                <a:cubicBezTo>
                  <a:pt x="59" y="47"/>
                  <a:pt x="59" y="48"/>
                  <a:pt x="59" y="49"/>
                </a:cubicBezTo>
                <a:cubicBezTo>
                  <a:pt x="58" y="50"/>
                  <a:pt x="57" y="51"/>
                  <a:pt x="57" y="52"/>
                </a:cubicBezTo>
                <a:close/>
                <a:moveTo>
                  <a:pt x="65" y="58"/>
                </a:moveTo>
                <a:cubicBezTo>
                  <a:pt x="62" y="56"/>
                  <a:pt x="62" y="56"/>
                  <a:pt x="62" y="56"/>
                </a:cubicBezTo>
                <a:cubicBezTo>
                  <a:pt x="63" y="54"/>
                  <a:pt x="64" y="53"/>
                  <a:pt x="64" y="52"/>
                </a:cubicBezTo>
                <a:cubicBezTo>
                  <a:pt x="65" y="51"/>
                  <a:pt x="65" y="49"/>
                  <a:pt x="66" y="48"/>
                </a:cubicBezTo>
                <a:cubicBezTo>
                  <a:pt x="66" y="47"/>
                  <a:pt x="67" y="45"/>
                  <a:pt x="67" y="44"/>
                </a:cubicBezTo>
                <a:cubicBezTo>
                  <a:pt x="67" y="42"/>
                  <a:pt x="67" y="41"/>
                  <a:pt x="67" y="39"/>
                </a:cubicBezTo>
                <a:cubicBezTo>
                  <a:pt x="67" y="38"/>
                  <a:pt x="67" y="37"/>
                  <a:pt x="67" y="35"/>
                </a:cubicBezTo>
                <a:cubicBezTo>
                  <a:pt x="67" y="34"/>
                  <a:pt x="66" y="32"/>
                  <a:pt x="66" y="31"/>
                </a:cubicBezTo>
                <a:cubicBezTo>
                  <a:pt x="65" y="29"/>
                  <a:pt x="65" y="28"/>
                  <a:pt x="64" y="27"/>
                </a:cubicBezTo>
                <a:cubicBezTo>
                  <a:pt x="64" y="26"/>
                  <a:pt x="63" y="24"/>
                  <a:pt x="62" y="23"/>
                </a:cubicBezTo>
                <a:cubicBezTo>
                  <a:pt x="65" y="21"/>
                  <a:pt x="65" y="21"/>
                  <a:pt x="65" y="21"/>
                </a:cubicBezTo>
                <a:cubicBezTo>
                  <a:pt x="65" y="23"/>
                  <a:pt x="66" y="24"/>
                  <a:pt x="67" y="25"/>
                </a:cubicBezTo>
                <a:cubicBezTo>
                  <a:pt x="68" y="27"/>
                  <a:pt x="68" y="28"/>
                  <a:pt x="69" y="30"/>
                </a:cubicBezTo>
                <a:cubicBezTo>
                  <a:pt x="69" y="31"/>
                  <a:pt x="70" y="33"/>
                  <a:pt x="70" y="34"/>
                </a:cubicBezTo>
                <a:cubicBezTo>
                  <a:pt x="70" y="36"/>
                  <a:pt x="71" y="38"/>
                  <a:pt x="71" y="39"/>
                </a:cubicBezTo>
                <a:cubicBezTo>
                  <a:pt x="71" y="41"/>
                  <a:pt x="70" y="43"/>
                  <a:pt x="70" y="45"/>
                </a:cubicBezTo>
                <a:cubicBezTo>
                  <a:pt x="70" y="46"/>
                  <a:pt x="69" y="48"/>
                  <a:pt x="69" y="49"/>
                </a:cubicBezTo>
                <a:cubicBezTo>
                  <a:pt x="68" y="51"/>
                  <a:pt x="68" y="52"/>
                  <a:pt x="67" y="54"/>
                </a:cubicBezTo>
                <a:cubicBezTo>
                  <a:pt x="66" y="55"/>
                  <a:pt x="65" y="56"/>
                  <a:pt x="65" y="58"/>
                </a:cubicBezTo>
                <a:close/>
                <a:moveTo>
                  <a:pt x="72" y="16"/>
                </a:moveTo>
                <a:cubicBezTo>
                  <a:pt x="73" y="17"/>
                  <a:pt x="75" y="19"/>
                  <a:pt x="76" y="21"/>
                </a:cubicBezTo>
                <a:cubicBezTo>
                  <a:pt x="77" y="23"/>
                  <a:pt x="77" y="25"/>
                  <a:pt x="78" y="27"/>
                </a:cubicBezTo>
                <a:cubicBezTo>
                  <a:pt x="79" y="29"/>
                  <a:pt x="79" y="31"/>
                  <a:pt x="80" y="33"/>
                </a:cubicBezTo>
                <a:cubicBezTo>
                  <a:pt x="80" y="35"/>
                  <a:pt x="80" y="37"/>
                  <a:pt x="80" y="39"/>
                </a:cubicBezTo>
                <a:cubicBezTo>
                  <a:pt x="80" y="42"/>
                  <a:pt x="80" y="44"/>
                  <a:pt x="80" y="46"/>
                </a:cubicBezTo>
                <a:cubicBezTo>
                  <a:pt x="79" y="48"/>
                  <a:pt x="79" y="50"/>
                  <a:pt x="78" y="52"/>
                </a:cubicBezTo>
                <a:cubicBezTo>
                  <a:pt x="77" y="54"/>
                  <a:pt x="77" y="56"/>
                  <a:pt x="76" y="58"/>
                </a:cubicBezTo>
                <a:cubicBezTo>
                  <a:pt x="75" y="60"/>
                  <a:pt x="73" y="62"/>
                  <a:pt x="72" y="63"/>
                </a:cubicBezTo>
                <a:cubicBezTo>
                  <a:pt x="70" y="61"/>
                  <a:pt x="70" y="61"/>
                  <a:pt x="70" y="61"/>
                </a:cubicBezTo>
                <a:cubicBezTo>
                  <a:pt x="71" y="60"/>
                  <a:pt x="72" y="58"/>
                  <a:pt x="73" y="57"/>
                </a:cubicBezTo>
                <a:cubicBezTo>
                  <a:pt x="74" y="55"/>
                  <a:pt x="74" y="53"/>
                  <a:pt x="75" y="51"/>
                </a:cubicBezTo>
                <a:cubicBezTo>
                  <a:pt x="76" y="49"/>
                  <a:pt x="76" y="47"/>
                  <a:pt x="76" y="45"/>
                </a:cubicBezTo>
                <a:cubicBezTo>
                  <a:pt x="77" y="43"/>
                  <a:pt x="77" y="41"/>
                  <a:pt x="77" y="39"/>
                </a:cubicBezTo>
                <a:cubicBezTo>
                  <a:pt x="77" y="37"/>
                  <a:pt x="77" y="35"/>
                  <a:pt x="76" y="33"/>
                </a:cubicBezTo>
                <a:cubicBezTo>
                  <a:pt x="76" y="31"/>
                  <a:pt x="76" y="30"/>
                  <a:pt x="75" y="28"/>
                </a:cubicBezTo>
                <a:cubicBezTo>
                  <a:pt x="74" y="26"/>
                  <a:pt x="74" y="24"/>
                  <a:pt x="73" y="22"/>
                </a:cubicBezTo>
                <a:cubicBezTo>
                  <a:pt x="72" y="21"/>
                  <a:pt x="71" y="19"/>
                  <a:pt x="70" y="18"/>
                </a:cubicBezTo>
                <a:lnTo>
                  <a:pt x="72" y="1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16138" y="1745446"/>
            <a:ext cx="360363" cy="161925"/>
          </a:xfrm>
          <a:custGeom>
            <a:avLst/>
            <a:gdLst>
              <a:gd name="T0" fmla="*/ 83 w 96"/>
              <a:gd name="T1" fmla="*/ 2 h 43"/>
              <a:gd name="T2" fmla="*/ 94 w 96"/>
              <a:gd name="T3" fmla="*/ 13 h 43"/>
              <a:gd name="T4" fmla="*/ 94 w 96"/>
              <a:gd name="T5" fmla="*/ 30 h 43"/>
              <a:gd name="T6" fmla="*/ 83 w 96"/>
              <a:gd name="T7" fmla="*/ 41 h 43"/>
              <a:gd name="T8" fmla="*/ 22 w 96"/>
              <a:gd name="T9" fmla="*/ 43 h 43"/>
              <a:gd name="T10" fmla="*/ 7 w 96"/>
              <a:gd name="T11" fmla="*/ 37 h 43"/>
              <a:gd name="T12" fmla="*/ 0 w 96"/>
              <a:gd name="T13" fmla="*/ 21 h 43"/>
              <a:gd name="T14" fmla="*/ 7 w 96"/>
              <a:gd name="T15" fmla="*/ 6 h 43"/>
              <a:gd name="T16" fmla="*/ 22 w 96"/>
              <a:gd name="T17" fmla="*/ 0 h 43"/>
              <a:gd name="T18" fmla="*/ 37 w 96"/>
              <a:gd name="T19" fmla="*/ 6 h 43"/>
              <a:gd name="T20" fmla="*/ 43 w 96"/>
              <a:gd name="T21" fmla="*/ 21 h 43"/>
              <a:gd name="T22" fmla="*/ 40 w 96"/>
              <a:gd name="T23" fmla="*/ 32 h 43"/>
              <a:gd name="T24" fmla="*/ 33 w 96"/>
              <a:gd name="T25" fmla="*/ 40 h 43"/>
              <a:gd name="T26" fmla="*/ 59 w 96"/>
              <a:gd name="T27" fmla="*/ 37 h 43"/>
              <a:gd name="T28" fmla="*/ 54 w 96"/>
              <a:gd name="T29" fmla="*/ 27 h 43"/>
              <a:gd name="T30" fmla="*/ 55 w 96"/>
              <a:gd name="T31" fmla="*/ 13 h 43"/>
              <a:gd name="T32" fmla="*/ 66 w 96"/>
              <a:gd name="T33" fmla="*/ 2 h 43"/>
              <a:gd name="T34" fmla="*/ 3 w 96"/>
              <a:gd name="T35" fmla="*/ 21 h 43"/>
              <a:gd name="T36" fmla="*/ 9 w 96"/>
              <a:gd name="T37" fmla="*/ 34 h 43"/>
              <a:gd name="T38" fmla="*/ 22 w 96"/>
              <a:gd name="T39" fmla="*/ 40 h 43"/>
              <a:gd name="T40" fmla="*/ 35 w 96"/>
              <a:gd name="T41" fmla="*/ 34 h 43"/>
              <a:gd name="T42" fmla="*/ 40 w 96"/>
              <a:gd name="T43" fmla="*/ 21 h 43"/>
              <a:gd name="T44" fmla="*/ 35 w 96"/>
              <a:gd name="T45" fmla="*/ 9 h 43"/>
              <a:gd name="T46" fmla="*/ 22 w 96"/>
              <a:gd name="T47" fmla="*/ 3 h 43"/>
              <a:gd name="T48" fmla="*/ 9 w 96"/>
              <a:gd name="T49" fmla="*/ 9 h 43"/>
              <a:gd name="T50" fmla="*/ 3 w 96"/>
              <a:gd name="T51" fmla="*/ 21 h 43"/>
              <a:gd name="T52" fmla="*/ 82 w 96"/>
              <a:gd name="T53" fmla="*/ 38 h 43"/>
              <a:gd name="T54" fmla="*/ 91 w 96"/>
              <a:gd name="T55" fmla="*/ 29 h 43"/>
              <a:gd name="T56" fmla="*/ 91 w 96"/>
              <a:gd name="T57" fmla="*/ 14 h 43"/>
              <a:gd name="T58" fmla="*/ 82 w 96"/>
              <a:gd name="T59" fmla="*/ 5 h 43"/>
              <a:gd name="T60" fmla="*/ 67 w 96"/>
              <a:gd name="T61" fmla="*/ 5 h 43"/>
              <a:gd name="T62" fmla="*/ 58 w 96"/>
              <a:gd name="T63" fmla="*/ 14 h 43"/>
              <a:gd name="T64" fmla="*/ 58 w 96"/>
              <a:gd name="T65" fmla="*/ 29 h 43"/>
              <a:gd name="T66" fmla="*/ 67 w 96"/>
              <a:gd name="T67" fmla="*/ 38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43">
                <a:moveTo>
                  <a:pt x="75" y="0"/>
                </a:moveTo>
                <a:cubicBezTo>
                  <a:pt x="78" y="0"/>
                  <a:pt x="80" y="0"/>
                  <a:pt x="83" y="2"/>
                </a:cubicBezTo>
                <a:cubicBezTo>
                  <a:pt x="86" y="3"/>
                  <a:pt x="88" y="4"/>
                  <a:pt x="90" y="6"/>
                </a:cubicBezTo>
                <a:cubicBezTo>
                  <a:pt x="92" y="8"/>
                  <a:pt x="93" y="10"/>
                  <a:pt x="94" y="13"/>
                </a:cubicBezTo>
                <a:cubicBezTo>
                  <a:pt x="96" y="16"/>
                  <a:pt x="96" y="18"/>
                  <a:pt x="96" y="21"/>
                </a:cubicBezTo>
                <a:cubicBezTo>
                  <a:pt x="96" y="24"/>
                  <a:pt x="96" y="27"/>
                  <a:pt x="94" y="30"/>
                </a:cubicBezTo>
                <a:cubicBezTo>
                  <a:pt x="93" y="33"/>
                  <a:pt x="92" y="35"/>
                  <a:pt x="90" y="37"/>
                </a:cubicBezTo>
                <a:cubicBezTo>
                  <a:pt x="88" y="39"/>
                  <a:pt x="86" y="40"/>
                  <a:pt x="83" y="41"/>
                </a:cubicBezTo>
                <a:cubicBezTo>
                  <a:pt x="80" y="42"/>
                  <a:pt x="78" y="43"/>
                  <a:pt x="75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19" y="43"/>
                  <a:pt x="16" y="42"/>
                  <a:pt x="13" y="41"/>
                </a:cubicBezTo>
                <a:cubicBezTo>
                  <a:pt x="11" y="40"/>
                  <a:pt x="8" y="39"/>
                  <a:pt x="7" y="37"/>
                </a:cubicBezTo>
                <a:cubicBezTo>
                  <a:pt x="5" y="35"/>
                  <a:pt x="3" y="33"/>
                  <a:pt x="2" y="30"/>
                </a:cubicBezTo>
                <a:cubicBezTo>
                  <a:pt x="1" y="27"/>
                  <a:pt x="0" y="24"/>
                  <a:pt x="0" y="21"/>
                </a:cubicBezTo>
                <a:cubicBezTo>
                  <a:pt x="0" y="18"/>
                  <a:pt x="1" y="16"/>
                  <a:pt x="2" y="13"/>
                </a:cubicBezTo>
                <a:cubicBezTo>
                  <a:pt x="3" y="10"/>
                  <a:pt x="5" y="8"/>
                  <a:pt x="7" y="6"/>
                </a:cubicBezTo>
                <a:cubicBezTo>
                  <a:pt x="8" y="4"/>
                  <a:pt x="11" y="3"/>
                  <a:pt x="13" y="2"/>
                </a:cubicBezTo>
                <a:cubicBezTo>
                  <a:pt x="16" y="0"/>
                  <a:pt x="19" y="0"/>
                  <a:pt x="22" y="0"/>
                </a:cubicBezTo>
                <a:cubicBezTo>
                  <a:pt x="25" y="0"/>
                  <a:pt x="28" y="0"/>
                  <a:pt x="30" y="2"/>
                </a:cubicBezTo>
                <a:cubicBezTo>
                  <a:pt x="33" y="3"/>
                  <a:pt x="35" y="4"/>
                  <a:pt x="37" y="6"/>
                </a:cubicBezTo>
                <a:cubicBezTo>
                  <a:pt x="39" y="8"/>
                  <a:pt x="40" y="10"/>
                  <a:pt x="42" y="13"/>
                </a:cubicBezTo>
                <a:cubicBezTo>
                  <a:pt x="43" y="16"/>
                  <a:pt x="43" y="18"/>
                  <a:pt x="43" y="21"/>
                </a:cubicBezTo>
                <a:cubicBezTo>
                  <a:pt x="43" y="23"/>
                  <a:pt x="43" y="25"/>
                  <a:pt x="43" y="27"/>
                </a:cubicBezTo>
                <a:cubicBezTo>
                  <a:pt x="42" y="29"/>
                  <a:pt x="41" y="31"/>
                  <a:pt x="40" y="32"/>
                </a:cubicBezTo>
                <a:cubicBezTo>
                  <a:pt x="40" y="34"/>
                  <a:pt x="39" y="35"/>
                  <a:pt x="37" y="37"/>
                </a:cubicBezTo>
                <a:cubicBezTo>
                  <a:pt x="36" y="38"/>
                  <a:pt x="35" y="39"/>
                  <a:pt x="33" y="40"/>
                </a:cubicBezTo>
                <a:cubicBezTo>
                  <a:pt x="63" y="40"/>
                  <a:pt x="63" y="40"/>
                  <a:pt x="63" y="40"/>
                </a:cubicBezTo>
                <a:cubicBezTo>
                  <a:pt x="62" y="39"/>
                  <a:pt x="60" y="38"/>
                  <a:pt x="59" y="37"/>
                </a:cubicBezTo>
                <a:cubicBezTo>
                  <a:pt x="58" y="35"/>
                  <a:pt x="57" y="34"/>
                  <a:pt x="56" y="32"/>
                </a:cubicBezTo>
                <a:cubicBezTo>
                  <a:pt x="55" y="31"/>
                  <a:pt x="54" y="29"/>
                  <a:pt x="54" y="27"/>
                </a:cubicBezTo>
                <a:cubicBezTo>
                  <a:pt x="53" y="25"/>
                  <a:pt x="53" y="23"/>
                  <a:pt x="53" y="21"/>
                </a:cubicBezTo>
                <a:cubicBezTo>
                  <a:pt x="53" y="18"/>
                  <a:pt x="54" y="16"/>
                  <a:pt x="55" y="13"/>
                </a:cubicBezTo>
                <a:cubicBezTo>
                  <a:pt x="56" y="10"/>
                  <a:pt x="57" y="8"/>
                  <a:pt x="59" y="6"/>
                </a:cubicBezTo>
                <a:cubicBezTo>
                  <a:pt x="61" y="4"/>
                  <a:pt x="64" y="3"/>
                  <a:pt x="66" y="2"/>
                </a:cubicBezTo>
                <a:cubicBezTo>
                  <a:pt x="69" y="0"/>
                  <a:pt x="72" y="0"/>
                  <a:pt x="75" y="0"/>
                </a:cubicBezTo>
                <a:close/>
                <a:moveTo>
                  <a:pt x="3" y="21"/>
                </a:moveTo>
                <a:cubicBezTo>
                  <a:pt x="3" y="24"/>
                  <a:pt x="4" y="26"/>
                  <a:pt x="5" y="29"/>
                </a:cubicBezTo>
                <a:cubicBezTo>
                  <a:pt x="6" y="31"/>
                  <a:pt x="7" y="33"/>
                  <a:pt x="9" y="34"/>
                </a:cubicBezTo>
                <a:cubicBezTo>
                  <a:pt x="10" y="36"/>
                  <a:pt x="12" y="38"/>
                  <a:pt x="15" y="38"/>
                </a:cubicBezTo>
                <a:cubicBezTo>
                  <a:pt x="17" y="39"/>
                  <a:pt x="19" y="40"/>
                  <a:pt x="22" y="40"/>
                </a:cubicBezTo>
                <a:cubicBezTo>
                  <a:pt x="24" y="40"/>
                  <a:pt x="27" y="39"/>
                  <a:pt x="29" y="38"/>
                </a:cubicBezTo>
                <a:cubicBezTo>
                  <a:pt x="31" y="38"/>
                  <a:pt x="33" y="36"/>
                  <a:pt x="35" y="34"/>
                </a:cubicBezTo>
                <a:cubicBezTo>
                  <a:pt x="36" y="33"/>
                  <a:pt x="38" y="31"/>
                  <a:pt x="39" y="29"/>
                </a:cubicBezTo>
                <a:cubicBezTo>
                  <a:pt x="40" y="26"/>
                  <a:pt x="40" y="24"/>
                  <a:pt x="40" y="21"/>
                </a:cubicBezTo>
                <a:cubicBezTo>
                  <a:pt x="40" y="19"/>
                  <a:pt x="40" y="17"/>
                  <a:pt x="39" y="14"/>
                </a:cubicBezTo>
                <a:cubicBezTo>
                  <a:pt x="38" y="12"/>
                  <a:pt x="36" y="10"/>
                  <a:pt x="35" y="9"/>
                </a:cubicBezTo>
                <a:cubicBezTo>
                  <a:pt x="33" y="7"/>
                  <a:pt x="31" y="5"/>
                  <a:pt x="29" y="5"/>
                </a:cubicBezTo>
                <a:cubicBezTo>
                  <a:pt x="27" y="4"/>
                  <a:pt x="24" y="3"/>
                  <a:pt x="22" y="3"/>
                </a:cubicBezTo>
                <a:cubicBezTo>
                  <a:pt x="19" y="3"/>
                  <a:pt x="17" y="4"/>
                  <a:pt x="15" y="5"/>
                </a:cubicBezTo>
                <a:cubicBezTo>
                  <a:pt x="12" y="5"/>
                  <a:pt x="10" y="7"/>
                  <a:pt x="9" y="9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7"/>
                  <a:pt x="3" y="19"/>
                  <a:pt x="3" y="21"/>
                </a:cubicBezTo>
                <a:close/>
                <a:moveTo>
                  <a:pt x="75" y="40"/>
                </a:moveTo>
                <a:cubicBezTo>
                  <a:pt x="77" y="40"/>
                  <a:pt x="79" y="39"/>
                  <a:pt x="82" y="38"/>
                </a:cubicBezTo>
                <a:cubicBezTo>
                  <a:pt x="84" y="38"/>
                  <a:pt x="86" y="36"/>
                  <a:pt x="88" y="34"/>
                </a:cubicBezTo>
                <a:cubicBezTo>
                  <a:pt x="89" y="33"/>
                  <a:pt x="90" y="31"/>
                  <a:pt x="91" y="29"/>
                </a:cubicBezTo>
                <a:cubicBezTo>
                  <a:pt x="92" y="26"/>
                  <a:pt x="93" y="24"/>
                  <a:pt x="93" y="21"/>
                </a:cubicBezTo>
                <a:cubicBezTo>
                  <a:pt x="93" y="19"/>
                  <a:pt x="92" y="17"/>
                  <a:pt x="91" y="14"/>
                </a:cubicBezTo>
                <a:cubicBezTo>
                  <a:pt x="90" y="12"/>
                  <a:pt x="89" y="10"/>
                  <a:pt x="88" y="9"/>
                </a:cubicBezTo>
                <a:cubicBezTo>
                  <a:pt x="86" y="7"/>
                  <a:pt x="84" y="5"/>
                  <a:pt x="82" y="5"/>
                </a:cubicBezTo>
                <a:cubicBezTo>
                  <a:pt x="79" y="4"/>
                  <a:pt x="77" y="3"/>
                  <a:pt x="75" y="3"/>
                </a:cubicBezTo>
                <a:cubicBezTo>
                  <a:pt x="72" y="3"/>
                  <a:pt x="70" y="4"/>
                  <a:pt x="67" y="5"/>
                </a:cubicBezTo>
                <a:cubicBezTo>
                  <a:pt x="65" y="5"/>
                  <a:pt x="63" y="7"/>
                  <a:pt x="61" y="9"/>
                </a:cubicBezTo>
                <a:cubicBezTo>
                  <a:pt x="60" y="10"/>
                  <a:pt x="59" y="12"/>
                  <a:pt x="58" y="14"/>
                </a:cubicBezTo>
                <a:cubicBezTo>
                  <a:pt x="57" y="17"/>
                  <a:pt x="56" y="19"/>
                  <a:pt x="56" y="21"/>
                </a:cubicBezTo>
                <a:cubicBezTo>
                  <a:pt x="56" y="24"/>
                  <a:pt x="57" y="26"/>
                  <a:pt x="58" y="29"/>
                </a:cubicBezTo>
                <a:cubicBezTo>
                  <a:pt x="59" y="31"/>
                  <a:pt x="60" y="33"/>
                  <a:pt x="61" y="34"/>
                </a:cubicBezTo>
                <a:cubicBezTo>
                  <a:pt x="63" y="36"/>
                  <a:pt x="65" y="38"/>
                  <a:pt x="67" y="38"/>
                </a:cubicBezTo>
                <a:cubicBezTo>
                  <a:pt x="70" y="39"/>
                  <a:pt x="72" y="40"/>
                  <a:pt x="75" y="4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667000" y="1723221"/>
            <a:ext cx="338138" cy="206375"/>
          </a:xfrm>
          <a:custGeom>
            <a:avLst/>
            <a:gdLst>
              <a:gd name="T0" fmla="*/ 82 w 90"/>
              <a:gd name="T1" fmla="*/ 7 h 55"/>
              <a:gd name="T2" fmla="*/ 90 w 90"/>
              <a:gd name="T3" fmla="*/ 7 h 55"/>
              <a:gd name="T4" fmla="*/ 90 w 90"/>
              <a:gd name="T5" fmla="*/ 48 h 55"/>
              <a:gd name="T6" fmla="*/ 82 w 90"/>
              <a:gd name="T7" fmla="*/ 48 h 55"/>
              <a:gd name="T8" fmla="*/ 61 w 90"/>
              <a:gd name="T9" fmla="*/ 36 h 55"/>
              <a:gd name="T10" fmla="*/ 61 w 90"/>
              <a:gd name="T11" fmla="*/ 50 h 55"/>
              <a:gd name="T12" fmla="*/ 61 w 90"/>
              <a:gd name="T13" fmla="*/ 52 h 55"/>
              <a:gd name="T14" fmla="*/ 60 w 90"/>
              <a:gd name="T15" fmla="*/ 53 h 55"/>
              <a:gd name="T16" fmla="*/ 58 w 90"/>
              <a:gd name="T17" fmla="*/ 54 h 55"/>
              <a:gd name="T18" fmla="*/ 56 w 90"/>
              <a:gd name="T19" fmla="*/ 55 h 55"/>
              <a:gd name="T20" fmla="*/ 5 w 90"/>
              <a:gd name="T21" fmla="*/ 55 h 55"/>
              <a:gd name="T22" fmla="*/ 3 w 90"/>
              <a:gd name="T23" fmla="*/ 54 h 55"/>
              <a:gd name="T24" fmla="*/ 2 w 90"/>
              <a:gd name="T25" fmla="*/ 53 h 55"/>
              <a:gd name="T26" fmla="*/ 1 w 90"/>
              <a:gd name="T27" fmla="*/ 52 h 55"/>
              <a:gd name="T28" fmla="*/ 0 w 90"/>
              <a:gd name="T29" fmla="*/ 50 h 55"/>
              <a:gd name="T30" fmla="*/ 0 w 90"/>
              <a:gd name="T31" fmla="*/ 5 h 55"/>
              <a:gd name="T32" fmla="*/ 1 w 90"/>
              <a:gd name="T33" fmla="*/ 3 h 55"/>
              <a:gd name="T34" fmla="*/ 2 w 90"/>
              <a:gd name="T35" fmla="*/ 2 h 55"/>
              <a:gd name="T36" fmla="*/ 3 w 90"/>
              <a:gd name="T37" fmla="*/ 1 h 55"/>
              <a:gd name="T38" fmla="*/ 5 w 90"/>
              <a:gd name="T39" fmla="*/ 0 h 55"/>
              <a:gd name="T40" fmla="*/ 56 w 90"/>
              <a:gd name="T41" fmla="*/ 0 h 55"/>
              <a:gd name="T42" fmla="*/ 58 w 90"/>
              <a:gd name="T43" fmla="*/ 1 h 55"/>
              <a:gd name="T44" fmla="*/ 60 w 90"/>
              <a:gd name="T45" fmla="*/ 2 h 55"/>
              <a:gd name="T46" fmla="*/ 61 w 90"/>
              <a:gd name="T47" fmla="*/ 3 h 55"/>
              <a:gd name="T48" fmla="*/ 61 w 90"/>
              <a:gd name="T49" fmla="*/ 5 h 55"/>
              <a:gd name="T50" fmla="*/ 61 w 90"/>
              <a:gd name="T51" fmla="*/ 19 h 55"/>
              <a:gd name="T52" fmla="*/ 82 w 90"/>
              <a:gd name="T53" fmla="*/ 7 h 55"/>
              <a:gd name="T54" fmla="*/ 58 w 90"/>
              <a:gd name="T55" fmla="*/ 50 h 55"/>
              <a:gd name="T56" fmla="*/ 58 w 90"/>
              <a:gd name="T57" fmla="*/ 5 h 55"/>
              <a:gd name="T58" fmla="*/ 57 w 90"/>
              <a:gd name="T59" fmla="*/ 4 h 55"/>
              <a:gd name="T60" fmla="*/ 56 w 90"/>
              <a:gd name="T61" fmla="*/ 3 h 55"/>
              <a:gd name="T62" fmla="*/ 5 w 90"/>
              <a:gd name="T63" fmla="*/ 3 h 55"/>
              <a:gd name="T64" fmla="*/ 4 w 90"/>
              <a:gd name="T65" fmla="*/ 4 h 55"/>
              <a:gd name="T66" fmla="*/ 4 w 90"/>
              <a:gd name="T67" fmla="*/ 5 h 55"/>
              <a:gd name="T68" fmla="*/ 4 w 90"/>
              <a:gd name="T69" fmla="*/ 50 h 55"/>
              <a:gd name="T70" fmla="*/ 4 w 90"/>
              <a:gd name="T71" fmla="*/ 51 h 55"/>
              <a:gd name="T72" fmla="*/ 5 w 90"/>
              <a:gd name="T73" fmla="*/ 51 h 55"/>
              <a:gd name="T74" fmla="*/ 56 w 90"/>
              <a:gd name="T75" fmla="*/ 51 h 55"/>
              <a:gd name="T76" fmla="*/ 57 w 90"/>
              <a:gd name="T77" fmla="*/ 51 h 55"/>
              <a:gd name="T78" fmla="*/ 58 w 90"/>
              <a:gd name="T79" fmla="*/ 50 h 55"/>
              <a:gd name="T80" fmla="*/ 87 w 90"/>
              <a:gd name="T81" fmla="*/ 45 h 55"/>
              <a:gd name="T82" fmla="*/ 87 w 90"/>
              <a:gd name="T83" fmla="*/ 10 h 55"/>
              <a:gd name="T84" fmla="*/ 83 w 90"/>
              <a:gd name="T85" fmla="*/ 10 h 55"/>
              <a:gd name="T86" fmla="*/ 61 w 90"/>
              <a:gd name="T87" fmla="*/ 23 h 55"/>
              <a:gd name="T88" fmla="*/ 61 w 90"/>
              <a:gd name="T89" fmla="*/ 32 h 55"/>
              <a:gd name="T90" fmla="*/ 83 w 90"/>
              <a:gd name="T91" fmla="*/ 45 h 55"/>
              <a:gd name="T92" fmla="*/ 87 w 90"/>
              <a:gd name="T93" fmla="*/ 4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0" h="55">
                <a:moveTo>
                  <a:pt x="82" y="7"/>
                </a:moveTo>
                <a:cubicBezTo>
                  <a:pt x="90" y="7"/>
                  <a:pt x="90" y="7"/>
                  <a:pt x="90" y="7"/>
                </a:cubicBezTo>
                <a:cubicBezTo>
                  <a:pt x="90" y="48"/>
                  <a:pt x="90" y="48"/>
                  <a:pt x="90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50"/>
                  <a:pt x="61" y="50"/>
                  <a:pt x="61" y="50"/>
                </a:cubicBezTo>
                <a:cubicBezTo>
                  <a:pt x="61" y="51"/>
                  <a:pt x="61" y="51"/>
                  <a:pt x="61" y="52"/>
                </a:cubicBezTo>
                <a:cubicBezTo>
                  <a:pt x="60" y="52"/>
                  <a:pt x="60" y="53"/>
                  <a:pt x="60" y="53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5"/>
                  <a:pt x="57" y="55"/>
                  <a:pt x="56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5"/>
                  <a:pt x="4" y="55"/>
                  <a:pt x="3" y="54"/>
                </a:cubicBezTo>
                <a:cubicBezTo>
                  <a:pt x="3" y="54"/>
                  <a:pt x="2" y="54"/>
                  <a:pt x="2" y="53"/>
                </a:cubicBezTo>
                <a:cubicBezTo>
                  <a:pt x="1" y="53"/>
                  <a:pt x="1" y="52"/>
                  <a:pt x="1" y="52"/>
                </a:cubicBezTo>
                <a:cubicBezTo>
                  <a:pt x="0" y="51"/>
                  <a:pt x="0" y="51"/>
                  <a:pt x="0" y="50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1" y="3"/>
                </a:cubicBezTo>
                <a:cubicBezTo>
                  <a:pt x="1" y="3"/>
                  <a:pt x="1" y="2"/>
                  <a:pt x="2" y="2"/>
                </a:cubicBezTo>
                <a:cubicBezTo>
                  <a:pt x="2" y="1"/>
                  <a:pt x="3" y="1"/>
                  <a:pt x="3" y="1"/>
                </a:cubicBezTo>
                <a:cubicBezTo>
                  <a:pt x="4" y="0"/>
                  <a:pt x="4" y="0"/>
                  <a:pt x="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0"/>
                  <a:pt x="58" y="1"/>
                </a:cubicBezTo>
                <a:cubicBezTo>
                  <a:pt x="59" y="1"/>
                  <a:pt x="59" y="1"/>
                  <a:pt x="60" y="2"/>
                </a:cubicBezTo>
                <a:cubicBezTo>
                  <a:pt x="60" y="2"/>
                  <a:pt x="60" y="3"/>
                  <a:pt x="61" y="3"/>
                </a:cubicBezTo>
                <a:cubicBezTo>
                  <a:pt x="61" y="4"/>
                  <a:pt x="61" y="4"/>
                  <a:pt x="61" y="5"/>
                </a:cubicBezTo>
                <a:cubicBezTo>
                  <a:pt x="61" y="19"/>
                  <a:pt x="61" y="19"/>
                  <a:pt x="61" y="19"/>
                </a:cubicBezTo>
                <a:lnTo>
                  <a:pt x="82" y="7"/>
                </a:lnTo>
                <a:close/>
                <a:moveTo>
                  <a:pt x="58" y="50"/>
                </a:moveTo>
                <a:cubicBezTo>
                  <a:pt x="58" y="5"/>
                  <a:pt x="58" y="5"/>
                  <a:pt x="58" y="5"/>
                </a:cubicBezTo>
                <a:cubicBezTo>
                  <a:pt x="58" y="5"/>
                  <a:pt x="58" y="4"/>
                  <a:pt x="57" y="4"/>
                </a:cubicBezTo>
                <a:cubicBezTo>
                  <a:pt x="57" y="4"/>
                  <a:pt x="57" y="3"/>
                  <a:pt x="56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4" y="51"/>
                  <a:pt x="4" y="51"/>
                </a:cubicBezTo>
                <a:cubicBezTo>
                  <a:pt x="4" y="51"/>
                  <a:pt x="5" y="51"/>
                  <a:pt x="5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8" y="51"/>
                  <a:pt x="58" y="50"/>
                  <a:pt x="58" y="50"/>
                </a:cubicBezTo>
                <a:close/>
                <a:moveTo>
                  <a:pt x="87" y="45"/>
                </a:moveTo>
                <a:cubicBezTo>
                  <a:pt x="87" y="10"/>
                  <a:pt x="87" y="10"/>
                  <a:pt x="87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61" y="23"/>
                  <a:pt x="61" y="23"/>
                  <a:pt x="61" y="23"/>
                </a:cubicBezTo>
                <a:cubicBezTo>
                  <a:pt x="61" y="32"/>
                  <a:pt x="61" y="32"/>
                  <a:pt x="61" y="32"/>
                </a:cubicBezTo>
                <a:cubicBezTo>
                  <a:pt x="83" y="45"/>
                  <a:pt x="83" y="45"/>
                  <a:pt x="83" y="45"/>
                </a:cubicBezTo>
                <a:lnTo>
                  <a:pt x="87" y="4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233738" y="1681946"/>
            <a:ext cx="290513" cy="288925"/>
          </a:xfrm>
          <a:custGeom>
            <a:avLst/>
            <a:gdLst>
              <a:gd name="T0" fmla="*/ 65 w 77"/>
              <a:gd name="T1" fmla="*/ 11 h 77"/>
              <a:gd name="T2" fmla="*/ 74 w 77"/>
              <a:gd name="T3" fmla="*/ 53 h 77"/>
              <a:gd name="T4" fmla="*/ 38 w 77"/>
              <a:gd name="T5" fmla="*/ 77 h 77"/>
              <a:gd name="T6" fmla="*/ 3 w 77"/>
              <a:gd name="T7" fmla="*/ 53 h 77"/>
              <a:gd name="T8" fmla="*/ 11 w 77"/>
              <a:gd name="T9" fmla="*/ 11 h 77"/>
              <a:gd name="T10" fmla="*/ 38 w 77"/>
              <a:gd name="T11" fmla="*/ 3 h 77"/>
              <a:gd name="T12" fmla="*/ 6 w 77"/>
              <a:gd name="T13" fmla="*/ 25 h 77"/>
              <a:gd name="T14" fmla="*/ 5 w 77"/>
              <a:gd name="T15" fmla="*/ 51 h 77"/>
              <a:gd name="T16" fmla="*/ 15 w 77"/>
              <a:gd name="T17" fmla="*/ 60 h 77"/>
              <a:gd name="T18" fmla="*/ 28 w 77"/>
              <a:gd name="T19" fmla="*/ 55 h 77"/>
              <a:gd name="T20" fmla="*/ 28 w 77"/>
              <a:gd name="T21" fmla="*/ 51 h 77"/>
              <a:gd name="T22" fmla="*/ 26 w 77"/>
              <a:gd name="T23" fmla="*/ 43 h 77"/>
              <a:gd name="T24" fmla="*/ 23 w 77"/>
              <a:gd name="T25" fmla="*/ 34 h 77"/>
              <a:gd name="T26" fmla="*/ 24 w 77"/>
              <a:gd name="T27" fmla="*/ 29 h 77"/>
              <a:gd name="T28" fmla="*/ 26 w 77"/>
              <a:gd name="T29" fmla="*/ 15 h 77"/>
              <a:gd name="T30" fmla="*/ 33 w 77"/>
              <a:gd name="T31" fmla="*/ 10 h 77"/>
              <a:gd name="T32" fmla="*/ 44 w 77"/>
              <a:gd name="T33" fmla="*/ 10 h 77"/>
              <a:gd name="T34" fmla="*/ 51 w 77"/>
              <a:gd name="T35" fmla="*/ 15 h 77"/>
              <a:gd name="T36" fmla="*/ 53 w 77"/>
              <a:gd name="T37" fmla="*/ 29 h 77"/>
              <a:gd name="T38" fmla="*/ 54 w 77"/>
              <a:gd name="T39" fmla="*/ 34 h 77"/>
              <a:gd name="T40" fmla="*/ 51 w 77"/>
              <a:gd name="T41" fmla="*/ 43 h 77"/>
              <a:gd name="T42" fmla="*/ 48 w 77"/>
              <a:gd name="T43" fmla="*/ 51 h 77"/>
              <a:gd name="T44" fmla="*/ 48 w 77"/>
              <a:gd name="T45" fmla="*/ 55 h 77"/>
              <a:gd name="T46" fmla="*/ 62 w 77"/>
              <a:gd name="T47" fmla="*/ 60 h 77"/>
              <a:gd name="T48" fmla="*/ 71 w 77"/>
              <a:gd name="T49" fmla="*/ 51 h 77"/>
              <a:gd name="T50" fmla="*/ 71 w 77"/>
              <a:gd name="T51" fmla="*/ 25 h 77"/>
              <a:gd name="T52" fmla="*/ 38 w 77"/>
              <a:gd name="T53" fmla="*/ 3 h 77"/>
              <a:gd name="T54" fmla="*/ 25 w 77"/>
              <a:gd name="T55" fmla="*/ 71 h 77"/>
              <a:gd name="T56" fmla="*/ 45 w 77"/>
              <a:gd name="T57" fmla="*/ 73 h 77"/>
              <a:gd name="T58" fmla="*/ 63 w 77"/>
              <a:gd name="T59" fmla="*/ 63 h 77"/>
              <a:gd name="T60" fmla="*/ 51 w 77"/>
              <a:gd name="T61" fmla="*/ 59 h 77"/>
              <a:gd name="T62" fmla="*/ 45 w 77"/>
              <a:gd name="T63" fmla="*/ 53 h 77"/>
              <a:gd name="T64" fmla="*/ 47 w 77"/>
              <a:gd name="T65" fmla="*/ 45 h 77"/>
              <a:gd name="T66" fmla="*/ 48 w 77"/>
              <a:gd name="T67" fmla="*/ 41 h 77"/>
              <a:gd name="T68" fmla="*/ 50 w 77"/>
              <a:gd name="T69" fmla="*/ 34 h 77"/>
              <a:gd name="T70" fmla="*/ 50 w 77"/>
              <a:gd name="T71" fmla="*/ 32 h 77"/>
              <a:gd name="T72" fmla="*/ 50 w 77"/>
              <a:gd name="T73" fmla="*/ 21 h 77"/>
              <a:gd name="T74" fmla="*/ 45 w 77"/>
              <a:gd name="T75" fmla="*/ 14 h 77"/>
              <a:gd name="T76" fmla="*/ 37 w 77"/>
              <a:gd name="T77" fmla="*/ 13 h 77"/>
              <a:gd name="T78" fmla="*/ 30 w 77"/>
              <a:gd name="T79" fmla="*/ 15 h 77"/>
              <a:gd name="T80" fmla="*/ 27 w 77"/>
              <a:gd name="T81" fmla="*/ 24 h 77"/>
              <a:gd name="T82" fmla="*/ 27 w 77"/>
              <a:gd name="T83" fmla="*/ 33 h 77"/>
              <a:gd name="T84" fmla="*/ 27 w 77"/>
              <a:gd name="T85" fmla="*/ 36 h 77"/>
              <a:gd name="T86" fmla="*/ 29 w 77"/>
              <a:gd name="T87" fmla="*/ 42 h 77"/>
              <a:gd name="T88" fmla="*/ 31 w 77"/>
              <a:gd name="T89" fmla="*/ 47 h 77"/>
              <a:gd name="T90" fmla="*/ 31 w 77"/>
              <a:gd name="T91" fmla="*/ 56 h 77"/>
              <a:gd name="T92" fmla="*/ 21 w 77"/>
              <a:gd name="T93" fmla="*/ 6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77">
                <a:moveTo>
                  <a:pt x="38" y="0"/>
                </a:moveTo>
                <a:cubicBezTo>
                  <a:pt x="43" y="0"/>
                  <a:pt x="48" y="1"/>
                  <a:pt x="53" y="3"/>
                </a:cubicBezTo>
                <a:cubicBezTo>
                  <a:pt x="58" y="5"/>
                  <a:pt x="62" y="8"/>
                  <a:pt x="65" y="11"/>
                </a:cubicBezTo>
                <a:cubicBezTo>
                  <a:pt x="69" y="15"/>
                  <a:pt x="72" y="19"/>
                  <a:pt x="74" y="24"/>
                </a:cubicBezTo>
                <a:cubicBezTo>
                  <a:pt x="76" y="28"/>
                  <a:pt x="77" y="33"/>
                  <a:pt x="77" y="38"/>
                </a:cubicBezTo>
                <a:cubicBezTo>
                  <a:pt x="77" y="44"/>
                  <a:pt x="76" y="49"/>
                  <a:pt x="74" y="53"/>
                </a:cubicBezTo>
                <a:cubicBezTo>
                  <a:pt x="72" y="58"/>
                  <a:pt x="69" y="62"/>
                  <a:pt x="65" y="66"/>
                </a:cubicBezTo>
                <a:cubicBezTo>
                  <a:pt x="62" y="69"/>
                  <a:pt x="58" y="72"/>
                  <a:pt x="53" y="74"/>
                </a:cubicBezTo>
                <a:cubicBezTo>
                  <a:pt x="48" y="76"/>
                  <a:pt x="43" y="77"/>
                  <a:pt x="38" y="77"/>
                </a:cubicBezTo>
                <a:cubicBezTo>
                  <a:pt x="33" y="77"/>
                  <a:pt x="28" y="76"/>
                  <a:pt x="23" y="74"/>
                </a:cubicBezTo>
                <a:cubicBezTo>
                  <a:pt x="19" y="72"/>
                  <a:pt x="14" y="69"/>
                  <a:pt x="11" y="66"/>
                </a:cubicBezTo>
                <a:cubicBezTo>
                  <a:pt x="7" y="62"/>
                  <a:pt x="5" y="58"/>
                  <a:pt x="3" y="53"/>
                </a:cubicBezTo>
                <a:cubicBezTo>
                  <a:pt x="1" y="49"/>
                  <a:pt x="0" y="44"/>
                  <a:pt x="0" y="38"/>
                </a:cubicBezTo>
                <a:cubicBezTo>
                  <a:pt x="0" y="33"/>
                  <a:pt x="1" y="28"/>
                  <a:pt x="3" y="24"/>
                </a:cubicBezTo>
                <a:cubicBezTo>
                  <a:pt x="5" y="19"/>
                  <a:pt x="7" y="15"/>
                  <a:pt x="11" y="11"/>
                </a:cubicBezTo>
                <a:cubicBezTo>
                  <a:pt x="14" y="8"/>
                  <a:pt x="19" y="5"/>
                  <a:pt x="23" y="3"/>
                </a:cubicBezTo>
                <a:cubicBezTo>
                  <a:pt x="28" y="1"/>
                  <a:pt x="33" y="0"/>
                  <a:pt x="38" y="0"/>
                </a:cubicBezTo>
                <a:close/>
                <a:moveTo>
                  <a:pt x="38" y="3"/>
                </a:moveTo>
                <a:cubicBezTo>
                  <a:pt x="33" y="3"/>
                  <a:pt x="29" y="4"/>
                  <a:pt x="24" y="6"/>
                </a:cubicBezTo>
                <a:cubicBezTo>
                  <a:pt x="20" y="8"/>
                  <a:pt x="16" y="10"/>
                  <a:pt x="13" y="14"/>
                </a:cubicBezTo>
                <a:cubicBezTo>
                  <a:pt x="10" y="17"/>
                  <a:pt x="8" y="21"/>
                  <a:pt x="6" y="25"/>
                </a:cubicBezTo>
                <a:cubicBezTo>
                  <a:pt x="4" y="29"/>
                  <a:pt x="3" y="34"/>
                  <a:pt x="3" y="38"/>
                </a:cubicBezTo>
                <a:cubicBezTo>
                  <a:pt x="3" y="41"/>
                  <a:pt x="3" y="43"/>
                  <a:pt x="3" y="45"/>
                </a:cubicBezTo>
                <a:cubicBezTo>
                  <a:pt x="4" y="47"/>
                  <a:pt x="4" y="49"/>
                  <a:pt x="5" y="51"/>
                </a:cubicBezTo>
                <a:cubicBezTo>
                  <a:pt x="6" y="53"/>
                  <a:pt x="7" y="55"/>
                  <a:pt x="8" y="56"/>
                </a:cubicBezTo>
                <a:cubicBezTo>
                  <a:pt x="9" y="58"/>
                  <a:pt x="10" y="60"/>
                  <a:pt x="11" y="61"/>
                </a:cubicBezTo>
                <a:cubicBezTo>
                  <a:pt x="12" y="61"/>
                  <a:pt x="13" y="60"/>
                  <a:pt x="15" y="60"/>
                </a:cubicBezTo>
                <a:cubicBezTo>
                  <a:pt x="16" y="59"/>
                  <a:pt x="17" y="59"/>
                  <a:pt x="19" y="58"/>
                </a:cubicBezTo>
                <a:cubicBezTo>
                  <a:pt x="20" y="58"/>
                  <a:pt x="22" y="57"/>
                  <a:pt x="24" y="57"/>
                </a:cubicBezTo>
                <a:cubicBezTo>
                  <a:pt x="25" y="56"/>
                  <a:pt x="27" y="56"/>
                  <a:pt x="28" y="55"/>
                </a:cubicBezTo>
                <a:cubicBezTo>
                  <a:pt x="28" y="55"/>
                  <a:pt x="28" y="55"/>
                  <a:pt x="28" y="55"/>
                </a:cubicBezTo>
                <a:cubicBezTo>
                  <a:pt x="29" y="55"/>
                  <a:pt x="29" y="54"/>
                  <a:pt x="29" y="53"/>
                </a:cubicBezTo>
                <a:cubicBezTo>
                  <a:pt x="29" y="52"/>
                  <a:pt x="29" y="51"/>
                  <a:pt x="28" y="51"/>
                </a:cubicBezTo>
                <a:cubicBezTo>
                  <a:pt x="28" y="50"/>
                  <a:pt x="28" y="49"/>
                  <a:pt x="28" y="49"/>
                </a:cubicBezTo>
                <a:cubicBezTo>
                  <a:pt x="28" y="48"/>
                  <a:pt x="27" y="47"/>
                  <a:pt x="27" y="46"/>
                </a:cubicBezTo>
                <a:cubicBezTo>
                  <a:pt x="27" y="45"/>
                  <a:pt x="26" y="44"/>
                  <a:pt x="26" y="43"/>
                </a:cubicBezTo>
                <a:cubicBezTo>
                  <a:pt x="26" y="42"/>
                  <a:pt x="25" y="42"/>
                  <a:pt x="25" y="41"/>
                </a:cubicBezTo>
                <a:cubicBezTo>
                  <a:pt x="24" y="40"/>
                  <a:pt x="24" y="39"/>
                  <a:pt x="24" y="37"/>
                </a:cubicBezTo>
                <a:cubicBezTo>
                  <a:pt x="23" y="35"/>
                  <a:pt x="23" y="34"/>
                  <a:pt x="23" y="34"/>
                </a:cubicBezTo>
                <a:cubicBezTo>
                  <a:pt x="23" y="33"/>
                  <a:pt x="24" y="32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1"/>
                  <a:pt x="24" y="30"/>
                  <a:pt x="24" y="29"/>
                </a:cubicBezTo>
                <a:cubicBezTo>
                  <a:pt x="24" y="27"/>
                  <a:pt x="24" y="26"/>
                  <a:pt x="23" y="24"/>
                </a:cubicBezTo>
                <a:cubicBezTo>
                  <a:pt x="23" y="23"/>
                  <a:pt x="23" y="22"/>
                  <a:pt x="24" y="20"/>
                </a:cubicBezTo>
                <a:cubicBezTo>
                  <a:pt x="24" y="18"/>
                  <a:pt x="25" y="17"/>
                  <a:pt x="26" y="15"/>
                </a:cubicBezTo>
                <a:cubicBezTo>
                  <a:pt x="27" y="14"/>
                  <a:pt x="27" y="14"/>
                  <a:pt x="28" y="13"/>
                </a:cubicBezTo>
                <a:cubicBezTo>
                  <a:pt x="28" y="13"/>
                  <a:pt x="29" y="12"/>
                  <a:pt x="30" y="12"/>
                </a:cubicBezTo>
                <a:cubicBezTo>
                  <a:pt x="31" y="11"/>
                  <a:pt x="32" y="11"/>
                  <a:pt x="33" y="10"/>
                </a:cubicBezTo>
                <a:cubicBezTo>
                  <a:pt x="34" y="10"/>
                  <a:pt x="35" y="10"/>
                  <a:pt x="37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2" y="10"/>
                  <a:pt x="43" y="10"/>
                  <a:pt x="44" y="10"/>
                </a:cubicBezTo>
                <a:cubicBezTo>
                  <a:pt x="45" y="11"/>
                  <a:pt x="46" y="11"/>
                  <a:pt x="47" y="12"/>
                </a:cubicBezTo>
                <a:cubicBezTo>
                  <a:pt x="48" y="12"/>
                  <a:pt x="49" y="13"/>
                  <a:pt x="49" y="13"/>
                </a:cubicBezTo>
                <a:cubicBezTo>
                  <a:pt x="50" y="14"/>
                  <a:pt x="50" y="14"/>
                  <a:pt x="51" y="15"/>
                </a:cubicBezTo>
                <a:cubicBezTo>
                  <a:pt x="52" y="17"/>
                  <a:pt x="53" y="18"/>
                  <a:pt x="53" y="20"/>
                </a:cubicBezTo>
                <a:cubicBezTo>
                  <a:pt x="54" y="22"/>
                  <a:pt x="54" y="23"/>
                  <a:pt x="54" y="24"/>
                </a:cubicBezTo>
                <a:cubicBezTo>
                  <a:pt x="53" y="26"/>
                  <a:pt x="53" y="27"/>
                  <a:pt x="53" y="29"/>
                </a:cubicBezTo>
                <a:cubicBezTo>
                  <a:pt x="53" y="30"/>
                  <a:pt x="53" y="31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4" y="33"/>
                  <a:pt x="54" y="34"/>
                </a:cubicBezTo>
                <a:cubicBezTo>
                  <a:pt x="54" y="34"/>
                  <a:pt x="54" y="35"/>
                  <a:pt x="53" y="37"/>
                </a:cubicBezTo>
                <a:cubicBezTo>
                  <a:pt x="53" y="39"/>
                  <a:pt x="53" y="40"/>
                  <a:pt x="52" y="41"/>
                </a:cubicBezTo>
                <a:cubicBezTo>
                  <a:pt x="52" y="42"/>
                  <a:pt x="51" y="42"/>
                  <a:pt x="51" y="43"/>
                </a:cubicBezTo>
                <a:cubicBezTo>
                  <a:pt x="51" y="44"/>
                  <a:pt x="50" y="45"/>
                  <a:pt x="50" y="46"/>
                </a:cubicBezTo>
                <a:cubicBezTo>
                  <a:pt x="50" y="47"/>
                  <a:pt x="49" y="48"/>
                  <a:pt x="49" y="49"/>
                </a:cubicBezTo>
                <a:cubicBezTo>
                  <a:pt x="49" y="49"/>
                  <a:pt x="48" y="50"/>
                  <a:pt x="48" y="51"/>
                </a:cubicBezTo>
                <a:cubicBezTo>
                  <a:pt x="48" y="52"/>
                  <a:pt x="48" y="52"/>
                  <a:pt x="48" y="53"/>
                </a:cubicBezTo>
                <a:cubicBezTo>
                  <a:pt x="48" y="54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50" y="56"/>
                  <a:pt x="51" y="56"/>
                  <a:pt x="53" y="56"/>
                </a:cubicBezTo>
                <a:cubicBezTo>
                  <a:pt x="54" y="57"/>
                  <a:pt x="56" y="57"/>
                  <a:pt x="57" y="58"/>
                </a:cubicBezTo>
                <a:cubicBezTo>
                  <a:pt x="59" y="59"/>
                  <a:pt x="60" y="59"/>
                  <a:pt x="62" y="60"/>
                </a:cubicBezTo>
                <a:cubicBezTo>
                  <a:pt x="63" y="60"/>
                  <a:pt x="64" y="61"/>
                  <a:pt x="65" y="61"/>
                </a:cubicBezTo>
                <a:cubicBezTo>
                  <a:pt x="66" y="59"/>
                  <a:pt x="68" y="58"/>
                  <a:pt x="69" y="56"/>
                </a:cubicBezTo>
                <a:cubicBezTo>
                  <a:pt x="70" y="54"/>
                  <a:pt x="71" y="53"/>
                  <a:pt x="71" y="51"/>
                </a:cubicBezTo>
                <a:cubicBezTo>
                  <a:pt x="72" y="49"/>
                  <a:pt x="72" y="47"/>
                  <a:pt x="73" y="45"/>
                </a:cubicBezTo>
                <a:cubicBezTo>
                  <a:pt x="73" y="43"/>
                  <a:pt x="73" y="41"/>
                  <a:pt x="73" y="38"/>
                </a:cubicBezTo>
                <a:cubicBezTo>
                  <a:pt x="73" y="34"/>
                  <a:pt x="72" y="29"/>
                  <a:pt x="71" y="25"/>
                </a:cubicBezTo>
                <a:cubicBezTo>
                  <a:pt x="69" y="21"/>
                  <a:pt x="66" y="17"/>
                  <a:pt x="63" y="14"/>
                </a:cubicBezTo>
                <a:cubicBezTo>
                  <a:pt x="60" y="10"/>
                  <a:pt x="56" y="8"/>
                  <a:pt x="52" y="6"/>
                </a:cubicBezTo>
                <a:cubicBezTo>
                  <a:pt x="48" y="4"/>
                  <a:pt x="43" y="3"/>
                  <a:pt x="38" y="3"/>
                </a:cubicBezTo>
                <a:close/>
                <a:moveTo>
                  <a:pt x="14" y="64"/>
                </a:moveTo>
                <a:cubicBezTo>
                  <a:pt x="15" y="65"/>
                  <a:pt x="17" y="67"/>
                  <a:pt x="19" y="68"/>
                </a:cubicBezTo>
                <a:cubicBezTo>
                  <a:pt x="21" y="69"/>
                  <a:pt x="23" y="70"/>
                  <a:pt x="25" y="71"/>
                </a:cubicBezTo>
                <a:cubicBezTo>
                  <a:pt x="27" y="72"/>
                  <a:pt x="29" y="72"/>
                  <a:pt x="31" y="73"/>
                </a:cubicBezTo>
                <a:cubicBezTo>
                  <a:pt x="33" y="73"/>
                  <a:pt x="36" y="74"/>
                  <a:pt x="38" y="74"/>
                </a:cubicBezTo>
                <a:cubicBezTo>
                  <a:pt x="41" y="74"/>
                  <a:pt x="43" y="73"/>
                  <a:pt x="45" y="73"/>
                </a:cubicBezTo>
                <a:cubicBezTo>
                  <a:pt x="47" y="72"/>
                  <a:pt x="50" y="72"/>
                  <a:pt x="52" y="71"/>
                </a:cubicBezTo>
                <a:cubicBezTo>
                  <a:pt x="54" y="70"/>
                  <a:pt x="56" y="69"/>
                  <a:pt x="58" y="68"/>
                </a:cubicBezTo>
                <a:cubicBezTo>
                  <a:pt x="60" y="66"/>
                  <a:pt x="61" y="65"/>
                  <a:pt x="63" y="63"/>
                </a:cubicBezTo>
                <a:cubicBezTo>
                  <a:pt x="62" y="63"/>
                  <a:pt x="61" y="63"/>
                  <a:pt x="59" y="62"/>
                </a:cubicBezTo>
                <a:cubicBezTo>
                  <a:pt x="58" y="62"/>
                  <a:pt x="57" y="61"/>
                  <a:pt x="55" y="61"/>
                </a:cubicBezTo>
                <a:cubicBezTo>
                  <a:pt x="54" y="60"/>
                  <a:pt x="53" y="60"/>
                  <a:pt x="51" y="59"/>
                </a:cubicBezTo>
                <a:cubicBezTo>
                  <a:pt x="50" y="59"/>
                  <a:pt x="48" y="59"/>
                  <a:pt x="47" y="58"/>
                </a:cubicBezTo>
                <a:cubicBezTo>
                  <a:pt x="46" y="58"/>
                  <a:pt x="45" y="57"/>
                  <a:pt x="45" y="56"/>
                </a:cubicBezTo>
                <a:cubicBezTo>
                  <a:pt x="45" y="55"/>
                  <a:pt x="45" y="54"/>
                  <a:pt x="45" y="53"/>
                </a:cubicBezTo>
                <a:cubicBezTo>
                  <a:pt x="45" y="52"/>
                  <a:pt x="45" y="51"/>
                  <a:pt x="45" y="50"/>
                </a:cubicBezTo>
                <a:cubicBezTo>
                  <a:pt x="45" y="49"/>
                  <a:pt x="46" y="48"/>
                  <a:pt x="46" y="47"/>
                </a:cubicBezTo>
                <a:cubicBezTo>
                  <a:pt x="46" y="47"/>
                  <a:pt x="47" y="46"/>
                  <a:pt x="47" y="45"/>
                </a:cubicBezTo>
                <a:cubicBezTo>
                  <a:pt x="47" y="44"/>
                  <a:pt x="48" y="43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9" y="40"/>
                  <a:pt x="49" y="40"/>
                </a:cubicBezTo>
                <a:cubicBezTo>
                  <a:pt x="49" y="39"/>
                  <a:pt x="50" y="38"/>
                  <a:pt x="50" y="36"/>
                </a:cubicBezTo>
                <a:cubicBezTo>
                  <a:pt x="50" y="35"/>
                  <a:pt x="50" y="34"/>
                  <a:pt x="50" y="34"/>
                </a:cubicBezTo>
                <a:cubicBezTo>
                  <a:pt x="50" y="34"/>
                  <a:pt x="50" y="33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33"/>
                  <a:pt x="50" y="32"/>
                  <a:pt x="50" y="32"/>
                </a:cubicBezTo>
                <a:cubicBezTo>
                  <a:pt x="50" y="32"/>
                  <a:pt x="50" y="30"/>
                  <a:pt x="50" y="29"/>
                </a:cubicBezTo>
                <a:cubicBezTo>
                  <a:pt x="50" y="27"/>
                  <a:pt x="50" y="25"/>
                  <a:pt x="51" y="24"/>
                </a:cubicBezTo>
                <a:cubicBezTo>
                  <a:pt x="51" y="23"/>
                  <a:pt x="50" y="22"/>
                  <a:pt x="50" y="21"/>
                </a:cubicBezTo>
                <a:cubicBezTo>
                  <a:pt x="50" y="19"/>
                  <a:pt x="49" y="18"/>
                  <a:pt x="48" y="17"/>
                </a:cubicBezTo>
                <a:cubicBezTo>
                  <a:pt x="48" y="16"/>
                  <a:pt x="47" y="16"/>
                  <a:pt x="47" y="15"/>
                </a:cubicBezTo>
                <a:cubicBezTo>
                  <a:pt x="46" y="15"/>
                  <a:pt x="46" y="14"/>
                  <a:pt x="45" y="14"/>
                </a:cubicBezTo>
                <a:cubicBezTo>
                  <a:pt x="44" y="14"/>
                  <a:pt x="43" y="13"/>
                  <a:pt x="43" y="13"/>
                </a:cubicBezTo>
                <a:cubicBezTo>
                  <a:pt x="42" y="13"/>
                  <a:pt x="41" y="13"/>
                  <a:pt x="40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6" y="13"/>
                  <a:pt x="35" y="13"/>
                  <a:pt x="34" y="13"/>
                </a:cubicBezTo>
                <a:cubicBezTo>
                  <a:pt x="33" y="13"/>
                  <a:pt x="33" y="14"/>
                  <a:pt x="32" y="14"/>
                </a:cubicBezTo>
                <a:cubicBezTo>
                  <a:pt x="31" y="14"/>
                  <a:pt x="31" y="15"/>
                  <a:pt x="30" y="15"/>
                </a:cubicBezTo>
                <a:cubicBezTo>
                  <a:pt x="30" y="16"/>
                  <a:pt x="29" y="16"/>
                  <a:pt x="29" y="17"/>
                </a:cubicBezTo>
                <a:cubicBezTo>
                  <a:pt x="28" y="18"/>
                  <a:pt x="27" y="19"/>
                  <a:pt x="27" y="21"/>
                </a:cubicBezTo>
                <a:cubicBezTo>
                  <a:pt x="26" y="22"/>
                  <a:pt x="26" y="23"/>
                  <a:pt x="27" y="24"/>
                </a:cubicBezTo>
                <a:cubicBezTo>
                  <a:pt x="27" y="25"/>
                  <a:pt x="27" y="27"/>
                  <a:pt x="27" y="29"/>
                </a:cubicBezTo>
                <a:cubicBezTo>
                  <a:pt x="27" y="30"/>
                  <a:pt x="27" y="32"/>
                  <a:pt x="27" y="32"/>
                </a:cubicBezTo>
                <a:cubicBezTo>
                  <a:pt x="27" y="32"/>
                  <a:pt x="27" y="33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3"/>
                  <a:pt x="27" y="34"/>
                  <a:pt x="27" y="34"/>
                </a:cubicBezTo>
                <a:cubicBezTo>
                  <a:pt x="27" y="34"/>
                  <a:pt x="27" y="35"/>
                  <a:pt x="27" y="36"/>
                </a:cubicBezTo>
                <a:cubicBezTo>
                  <a:pt x="27" y="38"/>
                  <a:pt x="27" y="39"/>
                  <a:pt x="28" y="40"/>
                </a:cubicBezTo>
                <a:cubicBezTo>
                  <a:pt x="28" y="40"/>
                  <a:pt x="29" y="41"/>
                  <a:pt x="29" y="41"/>
                </a:cubicBezTo>
                <a:cubicBezTo>
                  <a:pt x="29" y="41"/>
                  <a:pt x="29" y="41"/>
                  <a:pt x="29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30" y="44"/>
                  <a:pt x="30" y="45"/>
                </a:cubicBezTo>
                <a:cubicBezTo>
                  <a:pt x="30" y="46"/>
                  <a:pt x="30" y="47"/>
                  <a:pt x="31" y="47"/>
                </a:cubicBezTo>
                <a:cubicBezTo>
                  <a:pt x="31" y="48"/>
                  <a:pt x="32" y="49"/>
                  <a:pt x="32" y="50"/>
                </a:cubicBezTo>
                <a:cubicBezTo>
                  <a:pt x="32" y="51"/>
                  <a:pt x="32" y="52"/>
                  <a:pt x="32" y="53"/>
                </a:cubicBezTo>
                <a:cubicBezTo>
                  <a:pt x="32" y="54"/>
                  <a:pt x="32" y="55"/>
                  <a:pt x="31" y="56"/>
                </a:cubicBezTo>
                <a:cubicBezTo>
                  <a:pt x="31" y="57"/>
                  <a:pt x="31" y="58"/>
                  <a:pt x="29" y="58"/>
                </a:cubicBezTo>
                <a:cubicBezTo>
                  <a:pt x="28" y="59"/>
                  <a:pt x="27" y="59"/>
                  <a:pt x="25" y="59"/>
                </a:cubicBezTo>
                <a:cubicBezTo>
                  <a:pt x="24" y="60"/>
                  <a:pt x="22" y="60"/>
                  <a:pt x="21" y="61"/>
                </a:cubicBezTo>
                <a:cubicBezTo>
                  <a:pt x="20" y="61"/>
                  <a:pt x="18" y="62"/>
                  <a:pt x="17" y="62"/>
                </a:cubicBezTo>
                <a:cubicBezTo>
                  <a:pt x="16" y="63"/>
                  <a:pt x="14" y="63"/>
                  <a:pt x="14" y="6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797300" y="1710521"/>
            <a:ext cx="239713" cy="290513"/>
          </a:xfrm>
          <a:custGeom>
            <a:avLst/>
            <a:gdLst>
              <a:gd name="T0" fmla="*/ 0 w 151"/>
              <a:gd name="T1" fmla="*/ 145 h 183"/>
              <a:gd name="T2" fmla="*/ 0 w 151"/>
              <a:gd name="T3" fmla="*/ 0 h 183"/>
              <a:gd name="T4" fmla="*/ 151 w 151"/>
              <a:gd name="T5" fmla="*/ 0 h 183"/>
              <a:gd name="T6" fmla="*/ 151 w 151"/>
              <a:gd name="T7" fmla="*/ 145 h 183"/>
              <a:gd name="T8" fmla="*/ 95 w 151"/>
              <a:gd name="T9" fmla="*/ 145 h 183"/>
              <a:gd name="T10" fmla="*/ 95 w 151"/>
              <a:gd name="T11" fmla="*/ 138 h 183"/>
              <a:gd name="T12" fmla="*/ 144 w 151"/>
              <a:gd name="T13" fmla="*/ 138 h 183"/>
              <a:gd name="T14" fmla="*/ 144 w 151"/>
              <a:gd name="T15" fmla="*/ 8 h 183"/>
              <a:gd name="T16" fmla="*/ 7 w 151"/>
              <a:gd name="T17" fmla="*/ 8 h 183"/>
              <a:gd name="T18" fmla="*/ 7 w 151"/>
              <a:gd name="T19" fmla="*/ 138 h 183"/>
              <a:gd name="T20" fmla="*/ 57 w 151"/>
              <a:gd name="T21" fmla="*/ 138 h 183"/>
              <a:gd name="T22" fmla="*/ 57 w 151"/>
              <a:gd name="T23" fmla="*/ 145 h 183"/>
              <a:gd name="T24" fmla="*/ 0 w 151"/>
              <a:gd name="T25" fmla="*/ 145 h 183"/>
              <a:gd name="T26" fmla="*/ 81 w 151"/>
              <a:gd name="T27" fmla="*/ 62 h 183"/>
              <a:gd name="T28" fmla="*/ 81 w 151"/>
              <a:gd name="T29" fmla="*/ 183 h 183"/>
              <a:gd name="T30" fmla="*/ 71 w 151"/>
              <a:gd name="T31" fmla="*/ 183 h 183"/>
              <a:gd name="T32" fmla="*/ 71 w 151"/>
              <a:gd name="T33" fmla="*/ 62 h 183"/>
              <a:gd name="T34" fmla="*/ 43 w 151"/>
              <a:gd name="T35" fmla="*/ 93 h 183"/>
              <a:gd name="T36" fmla="*/ 38 w 151"/>
              <a:gd name="T37" fmla="*/ 86 h 183"/>
              <a:gd name="T38" fmla="*/ 76 w 151"/>
              <a:gd name="T39" fmla="*/ 48 h 183"/>
              <a:gd name="T40" fmla="*/ 114 w 151"/>
              <a:gd name="T41" fmla="*/ 86 h 183"/>
              <a:gd name="T42" fmla="*/ 109 w 151"/>
              <a:gd name="T43" fmla="*/ 93 h 183"/>
              <a:gd name="T44" fmla="*/ 81 w 151"/>
              <a:gd name="T45" fmla="*/ 62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1" h="183">
                <a:moveTo>
                  <a:pt x="0" y="145"/>
                </a:moveTo>
                <a:lnTo>
                  <a:pt x="0" y="0"/>
                </a:lnTo>
                <a:lnTo>
                  <a:pt x="151" y="0"/>
                </a:lnTo>
                <a:lnTo>
                  <a:pt x="151" y="145"/>
                </a:lnTo>
                <a:lnTo>
                  <a:pt x="95" y="145"/>
                </a:lnTo>
                <a:lnTo>
                  <a:pt x="95" y="138"/>
                </a:lnTo>
                <a:lnTo>
                  <a:pt x="144" y="138"/>
                </a:lnTo>
                <a:lnTo>
                  <a:pt x="144" y="8"/>
                </a:lnTo>
                <a:lnTo>
                  <a:pt x="7" y="8"/>
                </a:lnTo>
                <a:lnTo>
                  <a:pt x="7" y="138"/>
                </a:lnTo>
                <a:lnTo>
                  <a:pt x="57" y="138"/>
                </a:lnTo>
                <a:lnTo>
                  <a:pt x="57" y="145"/>
                </a:lnTo>
                <a:lnTo>
                  <a:pt x="0" y="145"/>
                </a:lnTo>
                <a:close/>
                <a:moveTo>
                  <a:pt x="81" y="62"/>
                </a:moveTo>
                <a:lnTo>
                  <a:pt x="81" y="183"/>
                </a:lnTo>
                <a:lnTo>
                  <a:pt x="71" y="183"/>
                </a:lnTo>
                <a:lnTo>
                  <a:pt x="71" y="62"/>
                </a:lnTo>
                <a:lnTo>
                  <a:pt x="43" y="93"/>
                </a:lnTo>
                <a:lnTo>
                  <a:pt x="38" y="86"/>
                </a:lnTo>
                <a:lnTo>
                  <a:pt x="76" y="48"/>
                </a:lnTo>
                <a:lnTo>
                  <a:pt x="114" y="86"/>
                </a:lnTo>
                <a:lnTo>
                  <a:pt x="109" y="93"/>
                </a:lnTo>
                <a:lnTo>
                  <a:pt x="81" y="6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4338638" y="1669246"/>
            <a:ext cx="239713" cy="312738"/>
          </a:xfrm>
          <a:custGeom>
            <a:avLst/>
            <a:gdLst>
              <a:gd name="T0" fmla="*/ 54 w 64"/>
              <a:gd name="T1" fmla="*/ 40 h 83"/>
              <a:gd name="T2" fmla="*/ 64 w 64"/>
              <a:gd name="T3" fmla="*/ 40 h 83"/>
              <a:gd name="T4" fmla="*/ 64 w 64"/>
              <a:gd name="T5" fmla="*/ 83 h 83"/>
              <a:gd name="T6" fmla="*/ 0 w 64"/>
              <a:gd name="T7" fmla="*/ 83 h 83"/>
              <a:gd name="T8" fmla="*/ 0 w 64"/>
              <a:gd name="T9" fmla="*/ 40 h 83"/>
              <a:gd name="T10" fmla="*/ 11 w 64"/>
              <a:gd name="T11" fmla="*/ 40 h 83"/>
              <a:gd name="T12" fmla="*/ 11 w 64"/>
              <a:gd name="T13" fmla="*/ 21 h 83"/>
              <a:gd name="T14" fmla="*/ 13 w 64"/>
              <a:gd name="T15" fmla="*/ 13 h 83"/>
              <a:gd name="T16" fmla="*/ 18 w 64"/>
              <a:gd name="T17" fmla="*/ 6 h 83"/>
              <a:gd name="T18" fmla="*/ 24 w 64"/>
              <a:gd name="T19" fmla="*/ 2 h 83"/>
              <a:gd name="T20" fmla="*/ 32 w 64"/>
              <a:gd name="T21" fmla="*/ 0 h 83"/>
              <a:gd name="T22" fmla="*/ 40 w 64"/>
              <a:gd name="T23" fmla="*/ 2 h 83"/>
              <a:gd name="T24" fmla="*/ 47 w 64"/>
              <a:gd name="T25" fmla="*/ 6 h 83"/>
              <a:gd name="T26" fmla="*/ 51 w 64"/>
              <a:gd name="T27" fmla="*/ 13 h 83"/>
              <a:gd name="T28" fmla="*/ 53 w 64"/>
              <a:gd name="T29" fmla="*/ 21 h 83"/>
              <a:gd name="T30" fmla="*/ 53 w 64"/>
              <a:gd name="T31" fmla="*/ 27 h 83"/>
              <a:gd name="T32" fmla="*/ 50 w 64"/>
              <a:gd name="T33" fmla="*/ 27 h 83"/>
              <a:gd name="T34" fmla="*/ 50 w 64"/>
              <a:gd name="T35" fmla="*/ 21 h 83"/>
              <a:gd name="T36" fmla="*/ 48 w 64"/>
              <a:gd name="T37" fmla="*/ 14 h 83"/>
              <a:gd name="T38" fmla="*/ 45 w 64"/>
              <a:gd name="T39" fmla="*/ 8 h 83"/>
              <a:gd name="T40" fmla="*/ 39 w 64"/>
              <a:gd name="T41" fmla="*/ 4 h 83"/>
              <a:gd name="T42" fmla="*/ 32 w 64"/>
              <a:gd name="T43" fmla="*/ 3 h 83"/>
              <a:gd name="T44" fmla="*/ 25 w 64"/>
              <a:gd name="T45" fmla="*/ 4 h 83"/>
              <a:gd name="T46" fmla="*/ 20 w 64"/>
              <a:gd name="T47" fmla="*/ 8 h 83"/>
              <a:gd name="T48" fmla="*/ 16 w 64"/>
              <a:gd name="T49" fmla="*/ 14 h 83"/>
              <a:gd name="T50" fmla="*/ 15 w 64"/>
              <a:gd name="T51" fmla="*/ 21 h 83"/>
              <a:gd name="T52" fmla="*/ 15 w 64"/>
              <a:gd name="T53" fmla="*/ 40 h 83"/>
              <a:gd name="T54" fmla="*/ 54 w 64"/>
              <a:gd name="T55" fmla="*/ 40 h 83"/>
              <a:gd name="T56" fmla="*/ 61 w 64"/>
              <a:gd name="T57" fmla="*/ 80 h 83"/>
              <a:gd name="T58" fmla="*/ 61 w 64"/>
              <a:gd name="T59" fmla="*/ 43 h 83"/>
              <a:gd name="T60" fmla="*/ 3 w 64"/>
              <a:gd name="T61" fmla="*/ 43 h 83"/>
              <a:gd name="T62" fmla="*/ 3 w 64"/>
              <a:gd name="T63" fmla="*/ 80 h 83"/>
              <a:gd name="T64" fmla="*/ 61 w 64"/>
              <a:gd name="T65" fmla="*/ 8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" h="83">
                <a:moveTo>
                  <a:pt x="54" y="40"/>
                </a:moveTo>
                <a:cubicBezTo>
                  <a:pt x="64" y="40"/>
                  <a:pt x="64" y="40"/>
                  <a:pt x="64" y="40"/>
                </a:cubicBezTo>
                <a:cubicBezTo>
                  <a:pt x="64" y="83"/>
                  <a:pt x="64" y="83"/>
                  <a:pt x="64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40"/>
                  <a:pt x="0" y="40"/>
                  <a:pt x="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18"/>
                  <a:pt x="12" y="15"/>
                  <a:pt x="13" y="13"/>
                </a:cubicBezTo>
                <a:cubicBezTo>
                  <a:pt x="14" y="10"/>
                  <a:pt x="16" y="8"/>
                  <a:pt x="18" y="6"/>
                </a:cubicBezTo>
                <a:cubicBezTo>
                  <a:pt x="19" y="4"/>
                  <a:pt x="22" y="3"/>
                  <a:pt x="24" y="2"/>
                </a:cubicBezTo>
                <a:cubicBezTo>
                  <a:pt x="27" y="0"/>
                  <a:pt x="29" y="0"/>
                  <a:pt x="32" y="0"/>
                </a:cubicBezTo>
                <a:cubicBezTo>
                  <a:pt x="35" y="0"/>
                  <a:pt x="38" y="0"/>
                  <a:pt x="40" y="2"/>
                </a:cubicBezTo>
                <a:cubicBezTo>
                  <a:pt x="43" y="3"/>
                  <a:pt x="45" y="4"/>
                  <a:pt x="47" y="6"/>
                </a:cubicBezTo>
                <a:cubicBezTo>
                  <a:pt x="49" y="8"/>
                  <a:pt x="50" y="10"/>
                  <a:pt x="51" y="13"/>
                </a:cubicBezTo>
                <a:cubicBezTo>
                  <a:pt x="52" y="15"/>
                  <a:pt x="53" y="18"/>
                  <a:pt x="53" y="21"/>
                </a:cubicBezTo>
                <a:cubicBezTo>
                  <a:pt x="53" y="27"/>
                  <a:pt x="53" y="27"/>
                  <a:pt x="53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18"/>
                  <a:pt x="49" y="16"/>
                  <a:pt x="48" y="14"/>
                </a:cubicBezTo>
                <a:cubicBezTo>
                  <a:pt x="47" y="12"/>
                  <a:pt x="46" y="10"/>
                  <a:pt x="45" y="8"/>
                </a:cubicBezTo>
                <a:cubicBezTo>
                  <a:pt x="43" y="7"/>
                  <a:pt x="41" y="5"/>
                  <a:pt x="39" y="4"/>
                </a:cubicBezTo>
                <a:cubicBezTo>
                  <a:pt x="37" y="4"/>
                  <a:pt x="35" y="3"/>
                  <a:pt x="32" y="3"/>
                </a:cubicBezTo>
                <a:cubicBezTo>
                  <a:pt x="30" y="3"/>
                  <a:pt x="27" y="4"/>
                  <a:pt x="25" y="4"/>
                </a:cubicBezTo>
                <a:cubicBezTo>
                  <a:pt x="23" y="5"/>
                  <a:pt x="21" y="7"/>
                  <a:pt x="20" y="8"/>
                </a:cubicBezTo>
                <a:cubicBezTo>
                  <a:pt x="18" y="10"/>
                  <a:pt x="17" y="12"/>
                  <a:pt x="16" y="14"/>
                </a:cubicBezTo>
                <a:cubicBezTo>
                  <a:pt x="15" y="16"/>
                  <a:pt x="15" y="18"/>
                  <a:pt x="15" y="21"/>
                </a:cubicBezTo>
                <a:cubicBezTo>
                  <a:pt x="15" y="40"/>
                  <a:pt x="15" y="40"/>
                  <a:pt x="15" y="40"/>
                </a:cubicBezTo>
                <a:lnTo>
                  <a:pt x="54" y="40"/>
                </a:lnTo>
                <a:close/>
                <a:moveTo>
                  <a:pt x="61" y="80"/>
                </a:moveTo>
                <a:cubicBezTo>
                  <a:pt x="61" y="43"/>
                  <a:pt x="61" y="43"/>
                  <a:pt x="61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3" y="80"/>
                  <a:pt x="3" y="80"/>
                  <a:pt x="3" y="80"/>
                </a:cubicBezTo>
                <a:lnTo>
                  <a:pt x="61" y="8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4818063" y="1658133"/>
            <a:ext cx="360363" cy="334963"/>
          </a:xfrm>
          <a:custGeom>
            <a:avLst/>
            <a:gdLst>
              <a:gd name="T0" fmla="*/ 68 w 96"/>
              <a:gd name="T1" fmla="*/ 9 h 89"/>
              <a:gd name="T2" fmla="*/ 92 w 96"/>
              <a:gd name="T3" fmla="*/ 34 h 89"/>
              <a:gd name="T4" fmla="*/ 96 w 96"/>
              <a:gd name="T5" fmla="*/ 55 h 89"/>
              <a:gd name="T6" fmla="*/ 93 w 96"/>
              <a:gd name="T7" fmla="*/ 57 h 89"/>
              <a:gd name="T8" fmla="*/ 90 w 96"/>
              <a:gd name="T9" fmla="*/ 50 h 89"/>
              <a:gd name="T10" fmla="*/ 83 w 96"/>
              <a:gd name="T11" fmla="*/ 48 h 89"/>
              <a:gd name="T12" fmla="*/ 76 w 96"/>
              <a:gd name="T13" fmla="*/ 51 h 89"/>
              <a:gd name="T14" fmla="*/ 73 w 96"/>
              <a:gd name="T15" fmla="*/ 58 h 89"/>
              <a:gd name="T16" fmla="*/ 69 w 96"/>
              <a:gd name="T17" fmla="*/ 54 h 89"/>
              <a:gd name="T18" fmla="*/ 64 w 96"/>
              <a:gd name="T19" fmla="*/ 48 h 89"/>
              <a:gd name="T20" fmla="*/ 56 w 96"/>
              <a:gd name="T21" fmla="*/ 48 h 89"/>
              <a:gd name="T22" fmla="*/ 51 w 96"/>
              <a:gd name="T23" fmla="*/ 54 h 89"/>
              <a:gd name="T24" fmla="*/ 50 w 96"/>
              <a:gd name="T25" fmla="*/ 82 h 89"/>
              <a:gd name="T26" fmla="*/ 54 w 96"/>
              <a:gd name="T27" fmla="*/ 86 h 89"/>
              <a:gd name="T28" fmla="*/ 58 w 96"/>
              <a:gd name="T29" fmla="*/ 82 h 89"/>
              <a:gd name="T30" fmla="*/ 60 w 96"/>
              <a:gd name="T31" fmla="*/ 85 h 89"/>
              <a:gd name="T32" fmla="*/ 56 w 96"/>
              <a:gd name="T33" fmla="*/ 89 h 89"/>
              <a:gd name="T34" fmla="*/ 51 w 96"/>
              <a:gd name="T35" fmla="*/ 89 h 89"/>
              <a:gd name="T36" fmla="*/ 47 w 96"/>
              <a:gd name="T37" fmla="*/ 85 h 89"/>
              <a:gd name="T38" fmla="*/ 46 w 96"/>
              <a:gd name="T39" fmla="*/ 57 h 89"/>
              <a:gd name="T40" fmla="*/ 44 w 96"/>
              <a:gd name="T41" fmla="*/ 50 h 89"/>
              <a:gd name="T42" fmla="*/ 37 w 96"/>
              <a:gd name="T43" fmla="*/ 48 h 89"/>
              <a:gd name="T44" fmla="*/ 30 w 96"/>
              <a:gd name="T45" fmla="*/ 51 h 89"/>
              <a:gd name="T46" fmla="*/ 27 w 96"/>
              <a:gd name="T47" fmla="*/ 58 h 89"/>
              <a:gd name="T48" fmla="*/ 23 w 96"/>
              <a:gd name="T49" fmla="*/ 54 h 89"/>
              <a:gd name="T50" fmla="*/ 17 w 96"/>
              <a:gd name="T51" fmla="*/ 48 h 89"/>
              <a:gd name="T52" fmla="*/ 10 w 96"/>
              <a:gd name="T53" fmla="*/ 48 h 89"/>
              <a:gd name="T54" fmla="*/ 5 w 96"/>
              <a:gd name="T55" fmla="*/ 53 h 89"/>
              <a:gd name="T56" fmla="*/ 1 w 96"/>
              <a:gd name="T57" fmla="*/ 57 h 89"/>
              <a:gd name="T58" fmla="*/ 0 w 96"/>
              <a:gd name="T59" fmla="*/ 52 h 89"/>
              <a:gd name="T60" fmla="*/ 14 w 96"/>
              <a:gd name="T61" fmla="*/ 19 h 89"/>
              <a:gd name="T62" fmla="*/ 46 w 96"/>
              <a:gd name="T63" fmla="*/ 5 h 89"/>
              <a:gd name="T64" fmla="*/ 50 w 96"/>
              <a:gd name="T65" fmla="*/ 0 h 89"/>
              <a:gd name="T66" fmla="*/ 83 w 96"/>
              <a:gd name="T67" fmla="*/ 44 h 89"/>
              <a:gd name="T68" fmla="*/ 88 w 96"/>
              <a:gd name="T69" fmla="*/ 46 h 89"/>
              <a:gd name="T70" fmla="*/ 93 w 96"/>
              <a:gd name="T71" fmla="*/ 49 h 89"/>
              <a:gd name="T72" fmla="*/ 79 w 96"/>
              <a:gd name="T73" fmla="*/ 20 h 89"/>
              <a:gd name="T74" fmla="*/ 48 w 96"/>
              <a:gd name="T75" fmla="*/ 8 h 89"/>
              <a:gd name="T76" fmla="*/ 18 w 96"/>
              <a:gd name="T77" fmla="*/ 20 h 89"/>
              <a:gd name="T78" fmla="*/ 4 w 96"/>
              <a:gd name="T79" fmla="*/ 49 h 89"/>
              <a:gd name="T80" fmla="*/ 8 w 96"/>
              <a:gd name="T81" fmla="*/ 46 h 89"/>
              <a:gd name="T82" fmla="*/ 13 w 96"/>
              <a:gd name="T83" fmla="*/ 44 h 89"/>
              <a:gd name="T84" fmla="*/ 20 w 96"/>
              <a:gd name="T85" fmla="*/ 46 h 89"/>
              <a:gd name="T86" fmla="*/ 25 w 96"/>
              <a:gd name="T87" fmla="*/ 51 h 89"/>
              <a:gd name="T88" fmla="*/ 30 w 96"/>
              <a:gd name="T89" fmla="*/ 46 h 89"/>
              <a:gd name="T90" fmla="*/ 37 w 96"/>
              <a:gd name="T91" fmla="*/ 44 h 89"/>
              <a:gd name="T92" fmla="*/ 43 w 96"/>
              <a:gd name="T93" fmla="*/ 46 h 89"/>
              <a:gd name="T94" fmla="*/ 48 w 96"/>
              <a:gd name="T95" fmla="*/ 51 h 89"/>
              <a:gd name="T96" fmla="*/ 53 w 96"/>
              <a:gd name="T97" fmla="*/ 46 h 89"/>
              <a:gd name="T98" fmla="*/ 60 w 96"/>
              <a:gd name="T99" fmla="*/ 44 h 89"/>
              <a:gd name="T100" fmla="*/ 67 w 96"/>
              <a:gd name="T101" fmla="*/ 46 h 89"/>
              <a:gd name="T102" fmla="*/ 71 w 96"/>
              <a:gd name="T103" fmla="*/ 51 h 89"/>
              <a:gd name="T104" fmla="*/ 76 w 96"/>
              <a:gd name="T105" fmla="*/ 46 h 89"/>
              <a:gd name="T106" fmla="*/ 83 w 96"/>
              <a:gd name="T107" fmla="*/ 44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" h="89">
                <a:moveTo>
                  <a:pt x="50" y="5"/>
                </a:moveTo>
                <a:cubicBezTo>
                  <a:pt x="56" y="5"/>
                  <a:pt x="62" y="6"/>
                  <a:pt x="68" y="9"/>
                </a:cubicBezTo>
                <a:cubicBezTo>
                  <a:pt x="73" y="11"/>
                  <a:pt x="78" y="15"/>
                  <a:pt x="83" y="19"/>
                </a:cubicBezTo>
                <a:cubicBezTo>
                  <a:pt x="87" y="23"/>
                  <a:pt x="90" y="28"/>
                  <a:pt x="92" y="34"/>
                </a:cubicBezTo>
                <a:cubicBezTo>
                  <a:pt x="95" y="40"/>
                  <a:pt x="96" y="46"/>
                  <a:pt x="96" y="52"/>
                </a:cubicBezTo>
                <a:cubicBezTo>
                  <a:pt x="96" y="53"/>
                  <a:pt x="96" y="54"/>
                  <a:pt x="96" y="55"/>
                </a:cubicBezTo>
                <a:cubicBezTo>
                  <a:pt x="96" y="56"/>
                  <a:pt x="96" y="56"/>
                  <a:pt x="96" y="57"/>
                </a:cubicBezTo>
                <a:cubicBezTo>
                  <a:pt x="93" y="57"/>
                  <a:pt x="93" y="57"/>
                  <a:pt x="93" y="57"/>
                </a:cubicBezTo>
                <a:cubicBezTo>
                  <a:pt x="93" y="56"/>
                  <a:pt x="92" y="55"/>
                  <a:pt x="92" y="53"/>
                </a:cubicBezTo>
                <a:cubicBezTo>
                  <a:pt x="91" y="52"/>
                  <a:pt x="90" y="51"/>
                  <a:pt x="90" y="50"/>
                </a:cubicBezTo>
                <a:cubicBezTo>
                  <a:pt x="89" y="50"/>
                  <a:pt x="88" y="49"/>
                  <a:pt x="86" y="48"/>
                </a:cubicBezTo>
                <a:cubicBezTo>
                  <a:pt x="85" y="48"/>
                  <a:pt x="84" y="48"/>
                  <a:pt x="83" y="48"/>
                </a:cubicBezTo>
                <a:cubicBezTo>
                  <a:pt x="81" y="48"/>
                  <a:pt x="80" y="48"/>
                  <a:pt x="79" y="48"/>
                </a:cubicBezTo>
                <a:cubicBezTo>
                  <a:pt x="78" y="49"/>
                  <a:pt x="77" y="50"/>
                  <a:pt x="76" y="51"/>
                </a:cubicBezTo>
                <a:cubicBezTo>
                  <a:pt x="75" y="52"/>
                  <a:pt x="74" y="53"/>
                  <a:pt x="74" y="54"/>
                </a:cubicBezTo>
                <a:cubicBezTo>
                  <a:pt x="73" y="55"/>
                  <a:pt x="73" y="56"/>
                  <a:pt x="73" y="58"/>
                </a:cubicBezTo>
                <a:cubicBezTo>
                  <a:pt x="70" y="58"/>
                  <a:pt x="70" y="58"/>
                  <a:pt x="70" y="58"/>
                </a:cubicBezTo>
                <a:cubicBezTo>
                  <a:pt x="70" y="56"/>
                  <a:pt x="69" y="55"/>
                  <a:pt x="69" y="54"/>
                </a:cubicBezTo>
                <a:cubicBezTo>
                  <a:pt x="68" y="53"/>
                  <a:pt x="68" y="52"/>
                  <a:pt x="67" y="51"/>
                </a:cubicBezTo>
                <a:cubicBezTo>
                  <a:pt x="66" y="50"/>
                  <a:pt x="65" y="49"/>
                  <a:pt x="64" y="48"/>
                </a:cubicBezTo>
                <a:cubicBezTo>
                  <a:pt x="62" y="48"/>
                  <a:pt x="61" y="48"/>
                  <a:pt x="60" y="48"/>
                </a:cubicBezTo>
                <a:cubicBezTo>
                  <a:pt x="58" y="48"/>
                  <a:pt x="57" y="48"/>
                  <a:pt x="56" y="48"/>
                </a:cubicBezTo>
                <a:cubicBezTo>
                  <a:pt x="55" y="49"/>
                  <a:pt x="54" y="50"/>
                  <a:pt x="53" y="51"/>
                </a:cubicBezTo>
                <a:cubicBezTo>
                  <a:pt x="52" y="52"/>
                  <a:pt x="51" y="53"/>
                  <a:pt x="51" y="54"/>
                </a:cubicBezTo>
                <a:cubicBezTo>
                  <a:pt x="50" y="55"/>
                  <a:pt x="50" y="56"/>
                  <a:pt x="50" y="58"/>
                </a:cubicBezTo>
                <a:cubicBezTo>
                  <a:pt x="50" y="82"/>
                  <a:pt x="50" y="82"/>
                  <a:pt x="50" y="82"/>
                </a:cubicBezTo>
                <a:cubicBezTo>
                  <a:pt x="50" y="83"/>
                  <a:pt x="50" y="84"/>
                  <a:pt x="51" y="85"/>
                </a:cubicBezTo>
                <a:cubicBezTo>
                  <a:pt x="52" y="86"/>
                  <a:pt x="53" y="86"/>
                  <a:pt x="54" y="86"/>
                </a:cubicBezTo>
                <a:cubicBezTo>
                  <a:pt x="55" y="86"/>
                  <a:pt x="56" y="86"/>
                  <a:pt x="56" y="85"/>
                </a:cubicBezTo>
                <a:cubicBezTo>
                  <a:pt x="57" y="84"/>
                  <a:pt x="58" y="83"/>
                  <a:pt x="58" y="82"/>
                </a:cubicBezTo>
                <a:cubicBezTo>
                  <a:pt x="61" y="82"/>
                  <a:pt x="61" y="82"/>
                  <a:pt x="61" y="82"/>
                </a:cubicBezTo>
                <a:cubicBezTo>
                  <a:pt x="61" y="83"/>
                  <a:pt x="61" y="84"/>
                  <a:pt x="60" y="85"/>
                </a:cubicBezTo>
                <a:cubicBezTo>
                  <a:pt x="60" y="86"/>
                  <a:pt x="59" y="87"/>
                  <a:pt x="59" y="87"/>
                </a:cubicBezTo>
                <a:cubicBezTo>
                  <a:pt x="58" y="88"/>
                  <a:pt x="57" y="88"/>
                  <a:pt x="56" y="89"/>
                </a:cubicBezTo>
                <a:cubicBezTo>
                  <a:pt x="56" y="89"/>
                  <a:pt x="55" y="89"/>
                  <a:pt x="54" y="89"/>
                </a:cubicBezTo>
                <a:cubicBezTo>
                  <a:pt x="53" y="89"/>
                  <a:pt x="52" y="89"/>
                  <a:pt x="51" y="89"/>
                </a:cubicBezTo>
                <a:cubicBezTo>
                  <a:pt x="50" y="88"/>
                  <a:pt x="49" y="88"/>
                  <a:pt x="49" y="87"/>
                </a:cubicBezTo>
                <a:cubicBezTo>
                  <a:pt x="48" y="87"/>
                  <a:pt x="47" y="86"/>
                  <a:pt x="47" y="85"/>
                </a:cubicBezTo>
                <a:cubicBezTo>
                  <a:pt x="47" y="84"/>
                  <a:pt x="46" y="83"/>
                  <a:pt x="46" y="82"/>
                </a:cubicBezTo>
                <a:cubicBezTo>
                  <a:pt x="46" y="57"/>
                  <a:pt x="46" y="57"/>
                  <a:pt x="46" y="57"/>
                </a:cubicBezTo>
                <a:cubicBezTo>
                  <a:pt x="46" y="56"/>
                  <a:pt x="46" y="55"/>
                  <a:pt x="46" y="54"/>
                </a:cubicBezTo>
                <a:cubicBezTo>
                  <a:pt x="45" y="52"/>
                  <a:pt x="45" y="51"/>
                  <a:pt x="44" y="50"/>
                </a:cubicBezTo>
                <a:cubicBezTo>
                  <a:pt x="43" y="50"/>
                  <a:pt x="42" y="49"/>
                  <a:pt x="40" y="48"/>
                </a:cubicBezTo>
                <a:cubicBezTo>
                  <a:pt x="39" y="48"/>
                  <a:pt x="38" y="48"/>
                  <a:pt x="37" y="48"/>
                </a:cubicBezTo>
                <a:cubicBezTo>
                  <a:pt x="35" y="48"/>
                  <a:pt x="34" y="48"/>
                  <a:pt x="33" y="48"/>
                </a:cubicBezTo>
                <a:cubicBezTo>
                  <a:pt x="32" y="49"/>
                  <a:pt x="30" y="50"/>
                  <a:pt x="30" y="51"/>
                </a:cubicBezTo>
                <a:cubicBezTo>
                  <a:pt x="29" y="52"/>
                  <a:pt x="28" y="53"/>
                  <a:pt x="28" y="54"/>
                </a:cubicBezTo>
                <a:cubicBezTo>
                  <a:pt x="27" y="55"/>
                  <a:pt x="27" y="56"/>
                  <a:pt x="27" y="58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56"/>
                  <a:pt x="23" y="55"/>
                  <a:pt x="23" y="54"/>
                </a:cubicBezTo>
                <a:cubicBezTo>
                  <a:pt x="22" y="53"/>
                  <a:pt x="21" y="52"/>
                  <a:pt x="21" y="51"/>
                </a:cubicBezTo>
                <a:cubicBezTo>
                  <a:pt x="20" y="50"/>
                  <a:pt x="19" y="49"/>
                  <a:pt x="17" y="48"/>
                </a:cubicBezTo>
                <a:cubicBezTo>
                  <a:pt x="16" y="48"/>
                  <a:pt x="15" y="48"/>
                  <a:pt x="13" y="48"/>
                </a:cubicBezTo>
                <a:cubicBezTo>
                  <a:pt x="12" y="48"/>
                  <a:pt x="11" y="48"/>
                  <a:pt x="10" y="48"/>
                </a:cubicBezTo>
                <a:cubicBezTo>
                  <a:pt x="9" y="49"/>
                  <a:pt x="8" y="50"/>
                  <a:pt x="7" y="50"/>
                </a:cubicBezTo>
                <a:cubicBezTo>
                  <a:pt x="6" y="51"/>
                  <a:pt x="5" y="52"/>
                  <a:pt x="5" y="53"/>
                </a:cubicBezTo>
                <a:cubicBezTo>
                  <a:pt x="4" y="55"/>
                  <a:pt x="4" y="56"/>
                  <a:pt x="4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4"/>
                  <a:pt x="0" y="53"/>
                  <a:pt x="0" y="52"/>
                </a:cubicBezTo>
                <a:cubicBezTo>
                  <a:pt x="0" y="46"/>
                  <a:pt x="1" y="40"/>
                  <a:pt x="4" y="34"/>
                </a:cubicBezTo>
                <a:cubicBezTo>
                  <a:pt x="6" y="28"/>
                  <a:pt x="10" y="23"/>
                  <a:pt x="14" y="19"/>
                </a:cubicBezTo>
                <a:cubicBezTo>
                  <a:pt x="18" y="15"/>
                  <a:pt x="23" y="11"/>
                  <a:pt x="28" y="9"/>
                </a:cubicBezTo>
                <a:cubicBezTo>
                  <a:pt x="34" y="6"/>
                  <a:pt x="40" y="5"/>
                  <a:pt x="46" y="5"/>
                </a:cubicBezTo>
                <a:cubicBezTo>
                  <a:pt x="46" y="0"/>
                  <a:pt x="46" y="0"/>
                  <a:pt x="46" y="0"/>
                </a:cubicBezTo>
                <a:cubicBezTo>
                  <a:pt x="50" y="0"/>
                  <a:pt x="50" y="0"/>
                  <a:pt x="50" y="0"/>
                </a:cubicBezTo>
                <a:lnTo>
                  <a:pt x="50" y="5"/>
                </a:lnTo>
                <a:close/>
                <a:moveTo>
                  <a:pt x="83" y="44"/>
                </a:moveTo>
                <a:cubicBezTo>
                  <a:pt x="84" y="44"/>
                  <a:pt x="85" y="45"/>
                  <a:pt x="86" y="45"/>
                </a:cubicBezTo>
                <a:cubicBezTo>
                  <a:pt x="87" y="45"/>
                  <a:pt x="88" y="45"/>
                  <a:pt x="88" y="46"/>
                </a:cubicBezTo>
                <a:cubicBezTo>
                  <a:pt x="89" y="46"/>
                  <a:pt x="90" y="47"/>
                  <a:pt x="91" y="47"/>
                </a:cubicBezTo>
                <a:cubicBezTo>
                  <a:pt x="91" y="48"/>
                  <a:pt x="92" y="48"/>
                  <a:pt x="93" y="49"/>
                </a:cubicBezTo>
                <a:cubicBezTo>
                  <a:pt x="92" y="43"/>
                  <a:pt x="91" y="38"/>
                  <a:pt x="88" y="33"/>
                </a:cubicBezTo>
                <a:cubicBezTo>
                  <a:pt x="86" y="28"/>
                  <a:pt x="83" y="23"/>
                  <a:pt x="79" y="20"/>
                </a:cubicBezTo>
                <a:cubicBezTo>
                  <a:pt x="75" y="16"/>
                  <a:pt x="70" y="13"/>
                  <a:pt x="65" y="11"/>
                </a:cubicBezTo>
                <a:cubicBezTo>
                  <a:pt x="60" y="9"/>
                  <a:pt x="54" y="8"/>
                  <a:pt x="48" y="8"/>
                </a:cubicBezTo>
                <a:cubicBezTo>
                  <a:pt x="42" y="8"/>
                  <a:pt x="37" y="9"/>
                  <a:pt x="31" y="11"/>
                </a:cubicBezTo>
                <a:cubicBezTo>
                  <a:pt x="26" y="13"/>
                  <a:pt x="22" y="16"/>
                  <a:pt x="18" y="20"/>
                </a:cubicBezTo>
                <a:cubicBezTo>
                  <a:pt x="14" y="23"/>
                  <a:pt x="10" y="28"/>
                  <a:pt x="8" y="33"/>
                </a:cubicBezTo>
                <a:cubicBezTo>
                  <a:pt x="5" y="38"/>
                  <a:pt x="4" y="43"/>
                  <a:pt x="4" y="49"/>
                </a:cubicBezTo>
                <a:cubicBezTo>
                  <a:pt x="4" y="48"/>
                  <a:pt x="5" y="48"/>
                  <a:pt x="5" y="47"/>
                </a:cubicBezTo>
                <a:cubicBezTo>
                  <a:pt x="6" y="47"/>
                  <a:pt x="7" y="46"/>
                  <a:pt x="8" y="46"/>
                </a:cubicBezTo>
                <a:cubicBezTo>
                  <a:pt x="9" y="45"/>
                  <a:pt x="10" y="45"/>
                  <a:pt x="11" y="45"/>
                </a:cubicBezTo>
                <a:cubicBezTo>
                  <a:pt x="11" y="45"/>
                  <a:pt x="12" y="44"/>
                  <a:pt x="13" y="44"/>
                </a:cubicBezTo>
                <a:cubicBezTo>
                  <a:pt x="15" y="44"/>
                  <a:pt x="16" y="45"/>
                  <a:pt x="17" y="45"/>
                </a:cubicBezTo>
                <a:cubicBezTo>
                  <a:pt x="18" y="45"/>
                  <a:pt x="19" y="46"/>
                  <a:pt x="20" y="46"/>
                </a:cubicBezTo>
                <a:cubicBezTo>
                  <a:pt x="21" y="47"/>
                  <a:pt x="22" y="48"/>
                  <a:pt x="23" y="49"/>
                </a:cubicBezTo>
                <a:cubicBezTo>
                  <a:pt x="24" y="49"/>
                  <a:pt x="25" y="50"/>
                  <a:pt x="25" y="51"/>
                </a:cubicBezTo>
                <a:cubicBezTo>
                  <a:pt x="26" y="50"/>
                  <a:pt x="26" y="49"/>
                  <a:pt x="27" y="49"/>
                </a:cubicBezTo>
                <a:cubicBezTo>
                  <a:pt x="28" y="48"/>
                  <a:pt x="29" y="47"/>
                  <a:pt x="30" y="46"/>
                </a:cubicBezTo>
                <a:cubicBezTo>
                  <a:pt x="31" y="46"/>
                  <a:pt x="32" y="45"/>
                  <a:pt x="33" y="45"/>
                </a:cubicBezTo>
                <a:cubicBezTo>
                  <a:pt x="34" y="45"/>
                  <a:pt x="35" y="44"/>
                  <a:pt x="37" y="44"/>
                </a:cubicBezTo>
                <a:cubicBezTo>
                  <a:pt x="38" y="44"/>
                  <a:pt x="39" y="45"/>
                  <a:pt x="40" y="45"/>
                </a:cubicBezTo>
                <a:cubicBezTo>
                  <a:pt x="41" y="45"/>
                  <a:pt x="42" y="46"/>
                  <a:pt x="43" y="46"/>
                </a:cubicBezTo>
                <a:cubicBezTo>
                  <a:pt x="44" y="47"/>
                  <a:pt x="45" y="48"/>
                  <a:pt x="46" y="49"/>
                </a:cubicBezTo>
                <a:cubicBezTo>
                  <a:pt x="47" y="49"/>
                  <a:pt x="48" y="50"/>
                  <a:pt x="48" y="51"/>
                </a:cubicBezTo>
                <a:cubicBezTo>
                  <a:pt x="49" y="50"/>
                  <a:pt x="49" y="49"/>
                  <a:pt x="50" y="49"/>
                </a:cubicBezTo>
                <a:cubicBezTo>
                  <a:pt x="51" y="48"/>
                  <a:pt x="52" y="47"/>
                  <a:pt x="53" y="46"/>
                </a:cubicBezTo>
                <a:cubicBezTo>
                  <a:pt x="54" y="46"/>
                  <a:pt x="55" y="45"/>
                  <a:pt x="56" y="45"/>
                </a:cubicBezTo>
                <a:cubicBezTo>
                  <a:pt x="57" y="45"/>
                  <a:pt x="59" y="44"/>
                  <a:pt x="60" y="44"/>
                </a:cubicBezTo>
                <a:cubicBezTo>
                  <a:pt x="61" y="44"/>
                  <a:pt x="62" y="45"/>
                  <a:pt x="63" y="45"/>
                </a:cubicBezTo>
                <a:cubicBezTo>
                  <a:pt x="64" y="45"/>
                  <a:pt x="66" y="46"/>
                  <a:pt x="67" y="46"/>
                </a:cubicBezTo>
                <a:cubicBezTo>
                  <a:pt x="68" y="47"/>
                  <a:pt x="68" y="48"/>
                  <a:pt x="69" y="49"/>
                </a:cubicBezTo>
                <a:cubicBezTo>
                  <a:pt x="70" y="49"/>
                  <a:pt x="71" y="50"/>
                  <a:pt x="71" y="51"/>
                </a:cubicBezTo>
                <a:cubicBezTo>
                  <a:pt x="72" y="50"/>
                  <a:pt x="73" y="49"/>
                  <a:pt x="73" y="49"/>
                </a:cubicBezTo>
                <a:cubicBezTo>
                  <a:pt x="74" y="48"/>
                  <a:pt x="75" y="47"/>
                  <a:pt x="76" y="46"/>
                </a:cubicBezTo>
                <a:cubicBezTo>
                  <a:pt x="77" y="46"/>
                  <a:pt x="78" y="45"/>
                  <a:pt x="79" y="45"/>
                </a:cubicBezTo>
                <a:cubicBezTo>
                  <a:pt x="80" y="45"/>
                  <a:pt x="82" y="44"/>
                  <a:pt x="83" y="4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5426075" y="1677183"/>
            <a:ext cx="230188" cy="296863"/>
          </a:xfrm>
          <a:custGeom>
            <a:avLst/>
            <a:gdLst>
              <a:gd name="T0" fmla="*/ 61 w 61"/>
              <a:gd name="T1" fmla="*/ 9 h 79"/>
              <a:gd name="T2" fmla="*/ 61 w 61"/>
              <a:gd name="T3" fmla="*/ 12 h 79"/>
              <a:gd name="T4" fmla="*/ 57 w 61"/>
              <a:gd name="T5" fmla="*/ 12 h 79"/>
              <a:gd name="T6" fmla="*/ 54 w 61"/>
              <a:gd name="T7" fmla="*/ 73 h 79"/>
              <a:gd name="T8" fmla="*/ 54 w 61"/>
              <a:gd name="T9" fmla="*/ 76 h 79"/>
              <a:gd name="T10" fmla="*/ 52 w 61"/>
              <a:gd name="T11" fmla="*/ 78 h 79"/>
              <a:gd name="T12" fmla="*/ 50 w 61"/>
              <a:gd name="T13" fmla="*/ 79 h 79"/>
              <a:gd name="T14" fmla="*/ 48 w 61"/>
              <a:gd name="T15" fmla="*/ 79 h 79"/>
              <a:gd name="T16" fmla="*/ 13 w 61"/>
              <a:gd name="T17" fmla="*/ 79 h 79"/>
              <a:gd name="T18" fmla="*/ 10 w 61"/>
              <a:gd name="T19" fmla="*/ 79 h 79"/>
              <a:gd name="T20" fmla="*/ 8 w 61"/>
              <a:gd name="T21" fmla="*/ 78 h 79"/>
              <a:gd name="T22" fmla="*/ 7 w 61"/>
              <a:gd name="T23" fmla="*/ 76 h 79"/>
              <a:gd name="T24" fmla="*/ 6 w 61"/>
              <a:gd name="T25" fmla="*/ 73 h 79"/>
              <a:gd name="T26" fmla="*/ 3 w 61"/>
              <a:gd name="T27" fmla="*/ 12 h 79"/>
              <a:gd name="T28" fmla="*/ 0 w 61"/>
              <a:gd name="T29" fmla="*/ 12 h 79"/>
              <a:gd name="T30" fmla="*/ 0 w 61"/>
              <a:gd name="T31" fmla="*/ 9 h 79"/>
              <a:gd name="T32" fmla="*/ 16 w 61"/>
              <a:gd name="T33" fmla="*/ 9 h 79"/>
              <a:gd name="T34" fmla="*/ 16 w 61"/>
              <a:gd name="T35" fmla="*/ 6 h 79"/>
              <a:gd name="T36" fmla="*/ 16 w 61"/>
              <a:gd name="T37" fmla="*/ 3 h 79"/>
              <a:gd name="T38" fmla="*/ 18 w 61"/>
              <a:gd name="T39" fmla="*/ 1 h 79"/>
              <a:gd name="T40" fmla="*/ 20 w 61"/>
              <a:gd name="T41" fmla="*/ 0 h 79"/>
              <a:gd name="T42" fmla="*/ 22 w 61"/>
              <a:gd name="T43" fmla="*/ 0 h 79"/>
              <a:gd name="T44" fmla="*/ 38 w 61"/>
              <a:gd name="T45" fmla="*/ 0 h 79"/>
              <a:gd name="T46" fmla="*/ 41 w 61"/>
              <a:gd name="T47" fmla="*/ 0 h 79"/>
              <a:gd name="T48" fmla="*/ 43 w 61"/>
              <a:gd name="T49" fmla="*/ 1 h 79"/>
              <a:gd name="T50" fmla="*/ 44 w 61"/>
              <a:gd name="T51" fmla="*/ 3 h 79"/>
              <a:gd name="T52" fmla="*/ 45 w 61"/>
              <a:gd name="T53" fmla="*/ 6 h 79"/>
              <a:gd name="T54" fmla="*/ 45 w 61"/>
              <a:gd name="T55" fmla="*/ 9 h 79"/>
              <a:gd name="T56" fmla="*/ 61 w 61"/>
              <a:gd name="T57" fmla="*/ 9 h 79"/>
              <a:gd name="T58" fmla="*/ 51 w 61"/>
              <a:gd name="T59" fmla="*/ 73 h 79"/>
              <a:gd name="T60" fmla="*/ 54 w 61"/>
              <a:gd name="T61" fmla="*/ 12 h 79"/>
              <a:gd name="T62" fmla="*/ 6 w 61"/>
              <a:gd name="T63" fmla="*/ 12 h 79"/>
              <a:gd name="T64" fmla="*/ 10 w 61"/>
              <a:gd name="T65" fmla="*/ 73 h 79"/>
              <a:gd name="T66" fmla="*/ 10 w 61"/>
              <a:gd name="T67" fmla="*/ 73 h 79"/>
              <a:gd name="T68" fmla="*/ 10 w 61"/>
              <a:gd name="T69" fmla="*/ 75 h 79"/>
              <a:gd name="T70" fmla="*/ 13 w 61"/>
              <a:gd name="T71" fmla="*/ 76 h 79"/>
              <a:gd name="T72" fmla="*/ 48 w 61"/>
              <a:gd name="T73" fmla="*/ 76 h 79"/>
              <a:gd name="T74" fmla="*/ 50 w 61"/>
              <a:gd name="T75" fmla="*/ 75 h 79"/>
              <a:gd name="T76" fmla="*/ 51 w 61"/>
              <a:gd name="T77" fmla="*/ 73 h 79"/>
              <a:gd name="T78" fmla="*/ 19 w 61"/>
              <a:gd name="T79" fmla="*/ 70 h 79"/>
              <a:gd name="T80" fmla="*/ 16 w 61"/>
              <a:gd name="T81" fmla="*/ 19 h 79"/>
              <a:gd name="T82" fmla="*/ 19 w 61"/>
              <a:gd name="T83" fmla="*/ 19 h 79"/>
              <a:gd name="T84" fmla="*/ 22 w 61"/>
              <a:gd name="T85" fmla="*/ 70 h 79"/>
              <a:gd name="T86" fmla="*/ 19 w 61"/>
              <a:gd name="T87" fmla="*/ 70 h 79"/>
              <a:gd name="T88" fmla="*/ 19 w 61"/>
              <a:gd name="T89" fmla="*/ 6 h 79"/>
              <a:gd name="T90" fmla="*/ 19 w 61"/>
              <a:gd name="T91" fmla="*/ 9 h 79"/>
              <a:gd name="T92" fmla="*/ 41 w 61"/>
              <a:gd name="T93" fmla="*/ 9 h 79"/>
              <a:gd name="T94" fmla="*/ 41 w 61"/>
              <a:gd name="T95" fmla="*/ 6 h 79"/>
              <a:gd name="T96" fmla="*/ 40 w 61"/>
              <a:gd name="T97" fmla="*/ 4 h 79"/>
              <a:gd name="T98" fmla="*/ 38 w 61"/>
              <a:gd name="T99" fmla="*/ 3 h 79"/>
              <a:gd name="T100" fmla="*/ 22 w 61"/>
              <a:gd name="T101" fmla="*/ 3 h 79"/>
              <a:gd name="T102" fmla="*/ 20 w 61"/>
              <a:gd name="T103" fmla="*/ 4 h 79"/>
              <a:gd name="T104" fmla="*/ 19 w 61"/>
              <a:gd name="T105" fmla="*/ 6 h 79"/>
              <a:gd name="T106" fmla="*/ 28 w 61"/>
              <a:gd name="T107" fmla="*/ 19 h 79"/>
              <a:gd name="T108" fmla="*/ 28 w 61"/>
              <a:gd name="T109" fmla="*/ 70 h 79"/>
              <a:gd name="T110" fmla="*/ 32 w 61"/>
              <a:gd name="T111" fmla="*/ 70 h 79"/>
              <a:gd name="T112" fmla="*/ 32 w 61"/>
              <a:gd name="T113" fmla="*/ 19 h 79"/>
              <a:gd name="T114" fmla="*/ 28 w 61"/>
              <a:gd name="T115" fmla="*/ 19 h 79"/>
              <a:gd name="T116" fmla="*/ 41 w 61"/>
              <a:gd name="T117" fmla="*/ 70 h 79"/>
              <a:gd name="T118" fmla="*/ 38 w 61"/>
              <a:gd name="T119" fmla="*/ 70 h 79"/>
              <a:gd name="T120" fmla="*/ 41 w 61"/>
              <a:gd name="T121" fmla="*/ 19 h 79"/>
              <a:gd name="T122" fmla="*/ 45 w 61"/>
              <a:gd name="T123" fmla="*/ 19 h 79"/>
              <a:gd name="T124" fmla="*/ 41 w 61"/>
              <a:gd name="T125" fmla="*/ 7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1" h="79">
                <a:moveTo>
                  <a:pt x="61" y="9"/>
                </a:moveTo>
                <a:cubicBezTo>
                  <a:pt x="61" y="12"/>
                  <a:pt x="61" y="12"/>
                  <a:pt x="61" y="12"/>
                </a:cubicBezTo>
                <a:cubicBezTo>
                  <a:pt x="57" y="12"/>
                  <a:pt x="57" y="12"/>
                  <a:pt x="57" y="12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4"/>
                  <a:pt x="54" y="75"/>
                  <a:pt x="54" y="76"/>
                </a:cubicBezTo>
                <a:cubicBezTo>
                  <a:pt x="53" y="76"/>
                  <a:pt x="53" y="77"/>
                  <a:pt x="52" y="78"/>
                </a:cubicBezTo>
                <a:cubicBezTo>
                  <a:pt x="52" y="78"/>
                  <a:pt x="51" y="79"/>
                  <a:pt x="50" y="79"/>
                </a:cubicBezTo>
                <a:cubicBezTo>
                  <a:pt x="49" y="79"/>
                  <a:pt x="49" y="79"/>
                  <a:pt x="48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2" y="79"/>
                  <a:pt x="11" y="79"/>
                  <a:pt x="10" y="79"/>
                </a:cubicBezTo>
                <a:cubicBezTo>
                  <a:pt x="9" y="79"/>
                  <a:pt x="9" y="78"/>
                  <a:pt x="8" y="78"/>
                </a:cubicBezTo>
                <a:cubicBezTo>
                  <a:pt x="8" y="77"/>
                  <a:pt x="7" y="76"/>
                  <a:pt x="7" y="76"/>
                </a:cubicBezTo>
                <a:cubicBezTo>
                  <a:pt x="6" y="75"/>
                  <a:pt x="6" y="74"/>
                  <a:pt x="6" y="73"/>
                </a:cubicBezTo>
                <a:cubicBezTo>
                  <a:pt x="3" y="12"/>
                  <a:pt x="3" y="12"/>
                  <a:pt x="3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0" y="9"/>
                  <a:pt x="0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4"/>
                  <a:pt x="16" y="3"/>
                </a:cubicBezTo>
                <a:cubicBezTo>
                  <a:pt x="17" y="3"/>
                  <a:pt x="17" y="2"/>
                  <a:pt x="18" y="1"/>
                </a:cubicBezTo>
                <a:cubicBezTo>
                  <a:pt x="18" y="1"/>
                  <a:pt x="19" y="0"/>
                  <a:pt x="20" y="0"/>
                </a:cubicBezTo>
                <a:cubicBezTo>
                  <a:pt x="20" y="0"/>
                  <a:pt x="21" y="0"/>
                  <a:pt x="22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40" y="0"/>
                  <a:pt x="41" y="0"/>
                </a:cubicBezTo>
                <a:cubicBezTo>
                  <a:pt x="41" y="0"/>
                  <a:pt x="42" y="1"/>
                  <a:pt x="43" y="1"/>
                </a:cubicBezTo>
                <a:cubicBezTo>
                  <a:pt x="43" y="2"/>
                  <a:pt x="44" y="3"/>
                  <a:pt x="44" y="3"/>
                </a:cubicBezTo>
                <a:cubicBezTo>
                  <a:pt x="44" y="4"/>
                  <a:pt x="45" y="5"/>
                  <a:pt x="45" y="6"/>
                </a:cubicBezTo>
                <a:cubicBezTo>
                  <a:pt x="45" y="9"/>
                  <a:pt x="45" y="9"/>
                  <a:pt x="45" y="9"/>
                </a:cubicBezTo>
                <a:lnTo>
                  <a:pt x="61" y="9"/>
                </a:lnTo>
                <a:close/>
                <a:moveTo>
                  <a:pt x="51" y="73"/>
                </a:moveTo>
                <a:cubicBezTo>
                  <a:pt x="54" y="12"/>
                  <a:pt x="54" y="12"/>
                  <a:pt x="54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10" y="73"/>
                  <a:pt x="10" y="73"/>
                  <a:pt x="10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0" y="74"/>
                  <a:pt x="10" y="75"/>
                  <a:pt x="10" y="75"/>
                </a:cubicBezTo>
                <a:cubicBezTo>
                  <a:pt x="11" y="76"/>
                  <a:pt x="12" y="76"/>
                  <a:pt x="13" y="76"/>
                </a:cubicBezTo>
                <a:cubicBezTo>
                  <a:pt x="48" y="76"/>
                  <a:pt x="48" y="76"/>
                  <a:pt x="48" y="76"/>
                </a:cubicBezTo>
                <a:cubicBezTo>
                  <a:pt x="49" y="76"/>
                  <a:pt x="49" y="76"/>
                  <a:pt x="50" y="75"/>
                </a:cubicBezTo>
                <a:cubicBezTo>
                  <a:pt x="51" y="75"/>
                  <a:pt x="51" y="74"/>
                  <a:pt x="51" y="73"/>
                </a:cubicBezTo>
                <a:close/>
                <a:moveTo>
                  <a:pt x="19" y="70"/>
                </a:moveTo>
                <a:cubicBezTo>
                  <a:pt x="16" y="19"/>
                  <a:pt x="16" y="19"/>
                  <a:pt x="16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22" y="70"/>
                  <a:pt x="22" y="70"/>
                  <a:pt x="22" y="70"/>
                </a:cubicBezTo>
                <a:lnTo>
                  <a:pt x="19" y="70"/>
                </a:lnTo>
                <a:close/>
                <a:moveTo>
                  <a:pt x="19" y="6"/>
                </a:moveTo>
                <a:cubicBezTo>
                  <a:pt x="19" y="9"/>
                  <a:pt x="19" y="9"/>
                  <a:pt x="19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1" y="4"/>
                  <a:pt x="40" y="4"/>
                </a:cubicBezTo>
                <a:cubicBezTo>
                  <a:pt x="40" y="3"/>
                  <a:pt x="39" y="3"/>
                  <a:pt x="38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1" y="3"/>
                  <a:pt x="20" y="3"/>
                  <a:pt x="20" y="4"/>
                </a:cubicBezTo>
                <a:cubicBezTo>
                  <a:pt x="19" y="4"/>
                  <a:pt x="19" y="5"/>
                  <a:pt x="19" y="6"/>
                </a:cubicBezTo>
                <a:close/>
                <a:moveTo>
                  <a:pt x="28" y="19"/>
                </a:moveTo>
                <a:cubicBezTo>
                  <a:pt x="28" y="70"/>
                  <a:pt x="28" y="70"/>
                  <a:pt x="28" y="70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19"/>
                  <a:pt x="32" y="19"/>
                  <a:pt x="32" y="19"/>
                </a:cubicBezTo>
                <a:lnTo>
                  <a:pt x="28" y="19"/>
                </a:lnTo>
                <a:close/>
                <a:moveTo>
                  <a:pt x="41" y="70"/>
                </a:moveTo>
                <a:cubicBezTo>
                  <a:pt x="38" y="70"/>
                  <a:pt x="38" y="70"/>
                  <a:pt x="38" y="70"/>
                </a:cubicBezTo>
                <a:cubicBezTo>
                  <a:pt x="41" y="19"/>
                  <a:pt x="41" y="19"/>
                  <a:pt x="41" y="19"/>
                </a:cubicBezTo>
                <a:cubicBezTo>
                  <a:pt x="45" y="19"/>
                  <a:pt x="45" y="19"/>
                  <a:pt x="45" y="19"/>
                </a:cubicBezTo>
                <a:lnTo>
                  <a:pt x="41" y="7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5918200" y="1666071"/>
            <a:ext cx="322263" cy="319088"/>
          </a:xfrm>
          <a:custGeom>
            <a:avLst/>
            <a:gdLst>
              <a:gd name="T0" fmla="*/ 86 w 86"/>
              <a:gd name="T1" fmla="*/ 77 h 85"/>
              <a:gd name="T2" fmla="*/ 83 w 86"/>
              <a:gd name="T3" fmla="*/ 84 h 85"/>
              <a:gd name="T4" fmla="*/ 78 w 86"/>
              <a:gd name="T5" fmla="*/ 85 h 85"/>
              <a:gd name="T6" fmla="*/ 74 w 86"/>
              <a:gd name="T7" fmla="*/ 84 h 85"/>
              <a:gd name="T8" fmla="*/ 53 w 86"/>
              <a:gd name="T9" fmla="*/ 68 h 85"/>
              <a:gd name="T10" fmla="*/ 46 w 86"/>
              <a:gd name="T11" fmla="*/ 48 h 85"/>
              <a:gd name="T12" fmla="*/ 33 w 86"/>
              <a:gd name="T13" fmla="*/ 71 h 85"/>
              <a:gd name="T14" fmla="*/ 26 w 86"/>
              <a:gd name="T15" fmla="*/ 81 h 85"/>
              <a:gd name="T16" fmla="*/ 17 w 86"/>
              <a:gd name="T17" fmla="*/ 84 h 85"/>
              <a:gd name="T18" fmla="*/ 12 w 86"/>
              <a:gd name="T19" fmla="*/ 83 h 85"/>
              <a:gd name="T20" fmla="*/ 16 w 86"/>
              <a:gd name="T21" fmla="*/ 74 h 85"/>
              <a:gd name="T22" fmla="*/ 2 w 86"/>
              <a:gd name="T23" fmla="*/ 76 h 85"/>
              <a:gd name="T24" fmla="*/ 1 w 86"/>
              <a:gd name="T25" fmla="*/ 64 h 85"/>
              <a:gd name="T26" fmla="*/ 8 w 86"/>
              <a:gd name="T27" fmla="*/ 53 h 85"/>
              <a:gd name="T28" fmla="*/ 17 w 86"/>
              <a:gd name="T29" fmla="*/ 50 h 85"/>
              <a:gd name="T30" fmla="*/ 36 w 86"/>
              <a:gd name="T31" fmla="*/ 38 h 85"/>
              <a:gd name="T32" fmla="*/ 2 w 86"/>
              <a:gd name="T33" fmla="*/ 8 h 85"/>
              <a:gd name="T34" fmla="*/ 19 w 86"/>
              <a:gd name="T35" fmla="*/ 16 h 85"/>
              <a:gd name="T36" fmla="*/ 51 w 86"/>
              <a:gd name="T37" fmla="*/ 17 h 85"/>
              <a:gd name="T38" fmla="*/ 56 w 86"/>
              <a:gd name="T39" fmla="*/ 4 h 85"/>
              <a:gd name="T40" fmla="*/ 65 w 86"/>
              <a:gd name="T41" fmla="*/ 0 h 85"/>
              <a:gd name="T42" fmla="*/ 71 w 86"/>
              <a:gd name="T43" fmla="*/ 0 h 85"/>
              <a:gd name="T44" fmla="*/ 77 w 86"/>
              <a:gd name="T45" fmla="*/ 2 h 85"/>
              <a:gd name="T46" fmla="*/ 75 w 86"/>
              <a:gd name="T47" fmla="*/ 15 h 85"/>
              <a:gd name="T48" fmla="*/ 85 w 86"/>
              <a:gd name="T49" fmla="*/ 15 h 85"/>
              <a:gd name="T50" fmla="*/ 80 w 86"/>
              <a:gd name="T51" fmla="*/ 28 h 85"/>
              <a:gd name="T52" fmla="*/ 71 w 86"/>
              <a:gd name="T53" fmla="*/ 33 h 85"/>
              <a:gd name="T54" fmla="*/ 62 w 86"/>
              <a:gd name="T55" fmla="*/ 32 h 85"/>
              <a:gd name="T56" fmla="*/ 67 w 86"/>
              <a:gd name="T57" fmla="*/ 50 h 85"/>
              <a:gd name="T58" fmla="*/ 84 w 86"/>
              <a:gd name="T59" fmla="*/ 72 h 85"/>
              <a:gd name="T60" fmla="*/ 62 w 86"/>
              <a:gd name="T61" fmla="*/ 28 h 85"/>
              <a:gd name="T62" fmla="*/ 68 w 86"/>
              <a:gd name="T63" fmla="*/ 30 h 85"/>
              <a:gd name="T64" fmla="*/ 75 w 86"/>
              <a:gd name="T65" fmla="*/ 28 h 85"/>
              <a:gd name="T66" fmla="*/ 81 w 86"/>
              <a:gd name="T67" fmla="*/ 20 h 85"/>
              <a:gd name="T68" fmla="*/ 77 w 86"/>
              <a:gd name="T69" fmla="*/ 18 h 85"/>
              <a:gd name="T70" fmla="*/ 71 w 86"/>
              <a:gd name="T71" fmla="*/ 3 h 85"/>
              <a:gd name="T72" fmla="*/ 65 w 86"/>
              <a:gd name="T73" fmla="*/ 3 h 85"/>
              <a:gd name="T74" fmla="*/ 58 w 86"/>
              <a:gd name="T75" fmla="*/ 7 h 85"/>
              <a:gd name="T76" fmla="*/ 54 w 86"/>
              <a:gd name="T77" fmla="*/ 18 h 85"/>
              <a:gd name="T78" fmla="*/ 23 w 86"/>
              <a:gd name="T79" fmla="*/ 55 h 85"/>
              <a:gd name="T80" fmla="*/ 17 w 86"/>
              <a:gd name="T81" fmla="*/ 54 h 85"/>
              <a:gd name="T82" fmla="*/ 9 w 86"/>
              <a:gd name="T83" fmla="*/ 56 h 85"/>
              <a:gd name="T84" fmla="*/ 4 w 86"/>
              <a:gd name="T85" fmla="*/ 63 h 85"/>
              <a:gd name="T86" fmla="*/ 9 w 86"/>
              <a:gd name="T87" fmla="*/ 65 h 85"/>
              <a:gd name="T88" fmla="*/ 14 w 86"/>
              <a:gd name="T89" fmla="*/ 81 h 85"/>
              <a:gd name="T90" fmla="*/ 20 w 86"/>
              <a:gd name="T91" fmla="*/ 81 h 85"/>
              <a:gd name="T92" fmla="*/ 27 w 86"/>
              <a:gd name="T93" fmla="*/ 77 h 85"/>
              <a:gd name="T94" fmla="*/ 31 w 86"/>
              <a:gd name="T95" fmla="*/ 66 h 85"/>
              <a:gd name="T96" fmla="*/ 15 w 86"/>
              <a:gd name="T97" fmla="*/ 16 h 85"/>
              <a:gd name="T98" fmla="*/ 7 w 86"/>
              <a:gd name="T99" fmla="*/ 8 h 85"/>
              <a:gd name="T100" fmla="*/ 83 w 86"/>
              <a:gd name="T101" fmla="*/ 77 h 85"/>
              <a:gd name="T102" fmla="*/ 65 w 86"/>
              <a:gd name="T103" fmla="*/ 57 h 85"/>
              <a:gd name="T104" fmla="*/ 76 w 86"/>
              <a:gd name="T105" fmla="*/ 82 h 85"/>
              <a:gd name="T106" fmla="*/ 81 w 86"/>
              <a:gd name="T107" fmla="*/ 8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" h="85">
                <a:moveTo>
                  <a:pt x="84" y="72"/>
                </a:moveTo>
                <a:cubicBezTo>
                  <a:pt x="85" y="72"/>
                  <a:pt x="85" y="73"/>
                  <a:pt x="86" y="74"/>
                </a:cubicBezTo>
                <a:cubicBezTo>
                  <a:pt x="86" y="75"/>
                  <a:pt x="86" y="76"/>
                  <a:pt x="86" y="77"/>
                </a:cubicBezTo>
                <a:cubicBezTo>
                  <a:pt x="86" y="78"/>
                  <a:pt x="86" y="80"/>
                  <a:pt x="86" y="80"/>
                </a:cubicBezTo>
                <a:cubicBezTo>
                  <a:pt x="85" y="81"/>
                  <a:pt x="85" y="82"/>
                  <a:pt x="84" y="83"/>
                </a:cubicBezTo>
                <a:cubicBezTo>
                  <a:pt x="83" y="83"/>
                  <a:pt x="83" y="84"/>
                  <a:pt x="83" y="84"/>
                </a:cubicBezTo>
                <a:cubicBezTo>
                  <a:pt x="82" y="84"/>
                  <a:pt x="82" y="85"/>
                  <a:pt x="81" y="85"/>
                </a:cubicBezTo>
                <a:cubicBezTo>
                  <a:pt x="81" y="85"/>
                  <a:pt x="80" y="85"/>
                  <a:pt x="80" y="85"/>
                </a:cubicBezTo>
                <a:cubicBezTo>
                  <a:pt x="79" y="85"/>
                  <a:pt x="79" y="85"/>
                  <a:pt x="78" y="85"/>
                </a:cubicBezTo>
                <a:cubicBezTo>
                  <a:pt x="78" y="85"/>
                  <a:pt x="77" y="85"/>
                  <a:pt x="77" y="85"/>
                </a:cubicBezTo>
                <a:cubicBezTo>
                  <a:pt x="76" y="85"/>
                  <a:pt x="76" y="85"/>
                  <a:pt x="75" y="85"/>
                </a:cubicBezTo>
                <a:cubicBezTo>
                  <a:pt x="75" y="85"/>
                  <a:pt x="74" y="84"/>
                  <a:pt x="74" y="84"/>
                </a:cubicBezTo>
                <a:cubicBezTo>
                  <a:pt x="73" y="84"/>
                  <a:pt x="73" y="83"/>
                  <a:pt x="72" y="83"/>
                </a:cubicBezTo>
                <a:cubicBezTo>
                  <a:pt x="56" y="66"/>
                  <a:pt x="56" y="66"/>
                  <a:pt x="56" y="66"/>
                </a:cubicBezTo>
                <a:cubicBezTo>
                  <a:pt x="53" y="68"/>
                  <a:pt x="53" y="68"/>
                  <a:pt x="53" y="68"/>
                </a:cubicBezTo>
                <a:cubicBezTo>
                  <a:pt x="51" y="66"/>
                  <a:pt x="51" y="66"/>
                  <a:pt x="51" y="66"/>
                </a:cubicBezTo>
                <a:cubicBezTo>
                  <a:pt x="58" y="59"/>
                  <a:pt x="58" y="59"/>
                  <a:pt x="58" y="59"/>
                </a:cubicBezTo>
                <a:cubicBezTo>
                  <a:pt x="46" y="48"/>
                  <a:pt x="46" y="48"/>
                  <a:pt x="46" y="48"/>
                </a:cubicBezTo>
                <a:cubicBezTo>
                  <a:pt x="33" y="62"/>
                  <a:pt x="33" y="62"/>
                  <a:pt x="33" y="62"/>
                </a:cubicBezTo>
                <a:cubicBezTo>
                  <a:pt x="33" y="63"/>
                  <a:pt x="34" y="65"/>
                  <a:pt x="34" y="66"/>
                </a:cubicBezTo>
                <a:cubicBezTo>
                  <a:pt x="34" y="68"/>
                  <a:pt x="34" y="69"/>
                  <a:pt x="33" y="71"/>
                </a:cubicBezTo>
                <a:cubicBezTo>
                  <a:pt x="33" y="72"/>
                  <a:pt x="32" y="74"/>
                  <a:pt x="32" y="75"/>
                </a:cubicBezTo>
                <a:cubicBezTo>
                  <a:pt x="31" y="77"/>
                  <a:pt x="30" y="78"/>
                  <a:pt x="29" y="79"/>
                </a:cubicBezTo>
                <a:cubicBezTo>
                  <a:pt x="28" y="80"/>
                  <a:pt x="27" y="81"/>
                  <a:pt x="26" y="81"/>
                </a:cubicBezTo>
                <a:cubicBezTo>
                  <a:pt x="25" y="82"/>
                  <a:pt x="24" y="82"/>
                  <a:pt x="23" y="83"/>
                </a:cubicBezTo>
                <a:cubicBezTo>
                  <a:pt x="22" y="83"/>
                  <a:pt x="21" y="83"/>
                  <a:pt x="20" y="84"/>
                </a:cubicBezTo>
                <a:cubicBezTo>
                  <a:pt x="19" y="84"/>
                  <a:pt x="18" y="84"/>
                  <a:pt x="17" y="84"/>
                </a:cubicBezTo>
                <a:cubicBezTo>
                  <a:pt x="16" y="84"/>
                  <a:pt x="16" y="84"/>
                  <a:pt x="15" y="84"/>
                </a:cubicBezTo>
                <a:cubicBezTo>
                  <a:pt x="15" y="84"/>
                  <a:pt x="14" y="84"/>
                  <a:pt x="14" y="84"/>
                </a:cubicBezTo>
                <a:cubicBezTo>
                  <a:pt x="13" y="84"/>
                  <a:pt x="12" y="83"/>
                  <a:pt x="12" y="83"/>
                </a:cubicBezTo>
                <a:cubicBezTo>
                  <a:pt x="11" y="83"/>
                  <a:pt x="11" y="83"/>
                  <a:pt x="10" y="83"/>
                </a:cubicBezTo>
                <a:cubicBezTo>
                  <a:pt x="8" y="82"/>
                  <a:pt x="8" y="82"/>
                  <a:pt x="8" y="82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69"/>
                  <a:pt x="16" y="69"/>
                  <a:pt x="16" y="69"/>
                </a:cubicBezTo>
                <a:cubicBezTo>
                  <a:pt x="10" y="69"/>
                  <a:pt x="10" y="69"/>
                  <a:pt x="10" y="69"/>
                </a:cubicBezTo>
                <a:cubicBezTo>
                  <a:pt x="2" y="76"/>
                  <a:pt x="2" y="76"/>
                  <a:pt x="2" y="76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2"/>
                  <a:pt x="0" y="71"/>
                  <a:pt x="0" y="69"/>
                </a:cubicBezTo>
                <a:cubicBezTo>
                  <a:pt x="0" y="67"/>
                  <a:pt x="0" y="66"/>
                  <a:pt x="1" y="64"/>
                </a:cubicBezTo>
                <a:cubicBezTo>
                  <a:pt x="1" y="62"/>
                  <a:pt x="1" y="61"/>
                  <a:pt x="2" y="59"/>
                </a:cubicBezTo>
                <a:cubicBezTo>
                  <a:pt x="3" y="58"/>
                  <a:pt x="4" y="57"/>
                  <a:pt x="5" y="55"/>
                </a:cubicBezTo>
                <a:cubicBezTo>
                  <a:pt x="6" y="55"/>
                  <a:pt x="7" y="54"/>
                  <a:pt x="8" y="53"/>
                </a:cubicBezTo>
                <a:cubicBezTo>
                  <a:pt x="9" y="53"/>
                  <a:pt x="10" y="52"/>
                  <a:pt x="11" y="52"/>
                </a:cubicBezTo>
                <a:cubicBezTo>
                  <a:pt x="12" y="51"/>
                  <a:pt x="13" y="51"/>
                  <a:pt x="14" y="51"/>
                </a:cubicBezTo>
                <a:cubicBezTo>
                  <a:pt x="15" y="50"/>
                  <a:pt x="16" y="50"/>
                  <a:pt x="17" y="50"/>
                </a:cubicBezTo>
                <a:cubicBezTo>
                  <a:pt x="18" y="50"/>
                  <a:pt x="19" y="50"/>
                  <a:pt x="20" y="51"/>
                </a:cubicBezTo>
                <a:cubicBezTo>
                  <a:pt x="21" y="51"/>
                  <a:pt x="22" y="51"/>
                  <a:pt x="23" y="51"/>
                </a:cubicBezTo>
                <a:cubicBezTo>
                  <a:pt x="36" y="38"/>
                  <a:pt x="36" y="38"/>
                  <a:pt x="36" y="38"/>
                </a:cubicBezTo>
                <a:cubicBezTo>
                  <a:pt x="17" y="19"/>
                  <a:pt x="17" y="19"/>
                  <a:pt x="17" y="19"/>
                </a:cubicBezTo>
                <a:cubicBezTo>
                  <a:pt x="15" y="21"/>
                  <a:pt x="15" y="21"/>
                  <a:pt x="15" y="21"/>
                </a:cubicBezTo>
                <a:cubicBezTo>
                  <a:pt x="2" y="8"/>
                  <a:pt x="2" y="8"/>
                  <a:pt x="2" y="8"/>
                </a:cubicBezTo>
                <a:cubicBezTo>
                  <a:pt x="9" y="2"/>
                  <a:pt x="9" y="2"/>
                  <a:pt x="9" y="2"/>
                </a:cubicBezTo>
                <a:cubicBezTo>
                  <a:pt x="22" y="14"/>
                  <a:pt x="22" y="14"/>
                  <a:pt x="22" y="14"/>
                </a:cubicBezTo>
                <a:cubicBezTo>
                  <a:pt x="19" y="16"/>
                  <a:pt x="19" y="16"/>
                  <a:pt x="19" y="16"/>
                </a:cubicBezTo>
                <a:cubicBezTo>
                  <a:pt x="38" y="36"/>
                  <a:pt x="38" y="36"/>
                  <a:pt x="38" y="36"/>
                </a:cubicBezTo>
                <a:cubicBezTo>
                  <a:pt x="52" y="22"/>
                  <a:pt x="52" y="22"/>
                  <a:pt x="52" y="22"/>
                </a:cubicBezTo>
                <a:cubicBezTo>
                  <a:pt x="52" y="20"/>
                  <a:pt x="51" y="19"/>
                  <a:pt x="51" y="17"/>
                </a:cubicBezTo>
                <a:cubicBezTo>
                  <a:pt x="51" y="16"/>
                  <a:pt x="51" y="14"/>
                  <a:pt x="52" y="13"/>
                </a:cubicBezTo>
                <a:cubicBezTo>
                  <a:pt x="52" y="11"/>
                  <a:pt x="52" y="10"/>
                  <a:pt x="53" y="8"/>
                </a:cubicBezTo>
                <a:cubicBezTo>
                  <a:pt x="54" y="7"/>
                  <a:pt x="55" y="6"/>
                  <a:pt x="56" y="4"/>
                </a:cubicBezTo>
                <a:cubicBezTo>
                  <a:pt x="57" y="4"/>
                  <a:pt x="58" y="3"/>
                  <a:pt x="59" y="2"/>
                </a:cubicBezTo>
                <a:cubicBezTo>
                  <a:pt x="60" y="2"/>
                  <a:pt x="61" y="1"/>
                  <a:pt x="62" y="1"/>
                </a:cubicBezTo>
                <a:cubicBezTo>
                  <a:pt x="63" y="0"/>
                  <a:pt x="64" y="0"/>
                  <a:pt x="65" y="0"/>
                </a:cubicBezTo>
                <a:cubicBezTo>
                  <a:pt x="66" y="0"/>
                  <a:pt x="67" y="0"/>
                  <a:pt x="68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0"/>
                  <a:pt x="71" y="0"/>
                  <a:pt x="71" y="0"/>
                </a:cubicBezTo>
                <a:cubicBezTo>
                  <a:pt x="72" y="0"/>
                  <a:pt x="72" y="0"/>
                  <a:pt x="73" y="0"/>
                </a:cubicBezTo>
                <a:cubicBezTo>
                  <a:pt x="73" y="1"/>
                  <a:pt x="74" y="1"/>
                  <a:pt x="75" y="1"/>
                </a:cubicBezTo>
                <a:cubicBezTo>
                  <a:pt x="77" y="2"/>
                  <a:pt x="77" y="2"/>
                  <a:pt x="77" y="2"/>
                </a:cubicBezTo>
                <a:cubicBezTo>
                  <a:pt x="69" y="9"/>
                  <a:pt x="69" y="9"/>
                  <a:pt x="69" y="9"/>
                </a:cubicBezTo>
                <a:cubicBezTo>
                  <a:pt x="69" y="15"/>
                  <a:pt x="69" y="15"/>
                  <a:pt x="69" y="15"/>
                </a:cubicBezTo>
                <a:cubicBezTo>
                  <a:pt x="75" y="15"/>
                  <a:pt x="75" y="15"/>
                  <a:pt x="75" y="15"/>
                </a:cubicBezTo>
                <a:cubicBezTo>
                  <a:pt x="82" y="8"/>
                  <a:pt x="82" y="8"/>
                  <a:pt x="82" y="8"/>
                </a:cubicBezTo>
                <a:cubicBezTo>
                  <a:pt x="83" y="10"/>
                  <a:pt x="83" y="10"/>
                  <a:pt x="83" y="10"/>
                </a:cubicBezTo>
                <a:cubicBezTo>
                  <a:pt x="84" y="11"/>
                  <a:pt x="84" y="13"/>
                  <a:pt x="85" y="15"/>
                </a:cubicBezTo>
                <a:cubicBezTo>
                  <a:pt x="85" y="16"/>
                  <a:pt x="85" y="18"/>
                  <a:pt x="84" y="19"/>
                </a:cubicBezTo>
                <a:cubicBezTo>
                  <a:pt x="84" y="21"/>
                  <a:pt x="84" y="23"/>
                  <a:pt x="83" y="24"/>
                </a:cubicBezTo>
                <a:cubicBezTo>
                  <a:pt x="82" y="26"/>
                  <a:pt x="81" y="27"/>
                  <a:pt x="80" y="28"/>
                </a:cubicBezTo>
                <a:cubicBezTo>
                  <a:pt x="79" y="29"/>
                  <a:pt x="78" y="30"/>
                  <a:pt x="77" y="30"/>
                </a:cubicBezTo>
                <a:cubicBezTo>
                  <a:pt x="76" y="31"/>
                  <a:pt x="75" y="31"/>
                  <a:pt x="74" y="32"/>
                </a:cubicBezTo>
                <a:cubicBezTo>
                  <a:pt x="73" y="32"/>
                  <a:pt x="72" y="33"/>
                  <a:pt x="71" y="33"/>
                </a:cubicBezTo>
                <a:cubicBezTo>
                  <a:pt x="70" y="33"/>
                  <a:pt x="69" y="33"/>
                  <a:pt x="68" y="33"/>
                </a:cubicBezTo>
                <a:cubicBezTo>
                  <a:pt x="67" y="33"/>
                  <a:pt x="66" y="33"/>
                  <a:pt x="65" y="33"/>
                </a:cubicBezTo>
                <a:cubicBezTo>
                  <a:pt x="64" y="33"/>
                  <a:pt x="63" y="32"/>
                  <a:pt x="62" y="32"/>
                </a:cubicBezTo>
                <a:cubicBezTo>
                  <a:pt x="49" y="46"/>
                  <a:pt x="49" y="46"/>
                  <a:pt x="49" y="46"/>
                </a:cubicBezTo>
                <a:cubicBezTo>
                  <a:pt x="60" y="57"/>
                  <a:pt x="60" y="57"/>
                  <a:pt x="60" y="57"/>
                </a:cubicBezTo>
                <a:cubicBezTo>
                  <a:pt x="67" y="50"/>
                  <a:pt x="67" y="50"/>
                  <a:pt x="67" y="50"/>
                </a:cubicBezTo>
                <a:cubicBezTo>
                  <a:pt x="69" y="53"/>
                  <a:pt x="69" y="53"/>
                  <a:pt x="69" y="53"/>
                </a:cubicBezTo>
                <a:cubicBezTo>
                  <a:pt x="67" y="55"/>
                  <a:pt x="67" y="55"/>
                  <a:pt x="67" y="55"/>
                </a:cubicBezTo>
                <a:lnTo>
                  <a:pt x="84" y="72"/>
                </a:lnTo>
                <a:close/>
                <a:moveTo>
                  <a:pt x="29" y="62"/>
                </a:moveTo>
                <a:cubicBezTo>
                  <a:pt x="29" y="61"/>
                  <a:pt x="29" y="61"/>
                  <a:pt x="29" y="61"/>
                </a:cubicBezTo>
                <a:cubicBezTo>
                  <a:pt x="62" y="28"/>
                  <a:pt x="62" y="28"/>
                  <a:pt x="62" y="28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9"/>
                  <a:pt x="64" y="29"/>
                  <a:pt x="65" y="30"/>
                </a:cubicBezTo>
                <a:cubicBezTo>
                  <a:pt x="66" y="30"/>
                  <a:pt x="67" y="30"/>
                  <a:pt x="68" y="30"/>
                </a:cubicBezTo>
                <a:cubicBezTo>
                  <a:pt x="69" y="30"/>
                  <a:pt x="70" y="30"/>
                  <a:pt x="71" y="30"/>
                </a:cubicBezTo>
                <a:cubicBezTo>
                  <a:pt x="71" y="29"/>
                  <a:pt x="72" y="29"/>
                  <a:pt x="73" y="29"/>
                </a:cubicBezTo>
                <a:cubicBezTo>
                  <a:pt x="74" y="29"/>
                  <a:pt x="75" y="28"/>
                  <a:pt x="75" y="28"/>
                </a:cubicBezTo>
                <a:cubicBezTo>
                  <a:pt x="76" y="27"/>
                  <a:pt x="77" y="27"/>
                  <a:pt x="77" y="26"/>
                </a:cubicBezTo>
                <a:cubicBezTo>
                  <a:pt x="78" y="25"/>
                  <a:pt x="79" y="24"/>
                  <a:pt x="80" y="23"/>
                </a:cubicBezTo>
                <a:cubicBezTo>
                  <a:pt x="80" y="22"/>
                  <a:pt x="81" y="21"/>
                  <a:pt x="81" y="20"/>
                </a:cubicBezTo>
                <a:cubicBezTo>
                  <a:pt x="81" y="19"/>
                  <a:pt x="81" y="18"/>
                  <a:pt x="81" y="17"/>
                </a:cubicBezTo>
                <a:cubicBezTo>
                  <a:pt x="82" y="16"/>
                  <a:pt x="81" y="14"/>
                  <a:pt x="81" y="13"/>
                </a:cubicBezTo>
                <a:cubicBezTo>
                  <a:pt x="77" y="18"/>
                  <a:pt x="77" y="18"/>
                  <a:pt x="77" y="18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8"/>
                  <a:pt x="66" y="8"/>
                  <a:pt x="66" y="8"/>
                </a:cubicBezTo>
                <a:cubicBezTo>
                  <a:pt x="71" y="3"/>
                  <a:pt x="71" y="3"/>
                  <a:pt x="71" y="3"/>
                </a:cubicBezTo>
                <a:cubicBezTo>
                  <a:pt x="70" y="3"/>
                  <a:pt x="70" y="3"/>
                  <a:pt x="69" y="3"/>
                </a:cubicBezTo>
                <a:cubicBezTo>
                  <a:pt x="69" y="3"/>
                  <a:pt x="68" y="3"/>
                  <a:pt x="68" y="3"/>
                </a:cubicBezTo>
                <a:cubicBezTo>
                  <a:pt x="67" y="3"/>
                  <a:pt x="66" y="3"/>
                  <a:pt x="65" y="3"/>
                </a:cubicBezTo>
                <a:cubicBezTo>
                  <a:pt x="64" y="3"/>
                  <a:pt x="64" y="3"/>
                  <a:pt x="63" y="4"/>
                </a:cubicBezTo>
                <a:cubicBezTo>
                  <a:pt x="62" y="4"/>
                  <a:pt x="61" y="4"/>
                  <a:pt x="60" y="5"/>
                </a:cubicBezTo>
                <a:cubicBezTo>
                  <a:pt x="60" y="5"/>
                  <a:pt x="59" y="6"/>
                  <a:pt x="58" y="7"/>
                </a:cubicBezTo>
                <a:cubicBezTo>
                  <a:pt x="57" y="8"/>
                  <a:pt x="57" y="9"/>
                  <a:pt x="56" y="10"/>
                </a:cubicBezTo>
                <a:cubicBezTo>
                  <a:pt x="55" y="11"/>
                  <a:pt x="55" y="12"/>
                  <a:pt x="55" y="14"/>
                </a:cubicBezTo>
                <a:cubicBezTo>
                  <a:pt x="54" y="15"/>
                  <a:pt x="54" y="16"/>
                  <a:pt x="54" y="18"/>
                </a:cubicBezTo>
                <a:cubicBezTo>
                  <a:pt x="55" y="19"/>
                  <a:pt x="55" y="20"/>
                  <a:pt x="56" y="22"/>
                </a:cubicBezTo>
                <a:cubicBezTo>
                  <a:pt x="56" y="23"/>
                  <a:pt x="56" y="23"/>
                  <a:pt x="56" y="23"/>
                </a:cubicBezTo>
                <a:cubicBezTo>
                  <a:pt x="23" y="55"/>
                  <a:pt x="23" y="55"/>
                  <a:pt x="23" y="55"/>
                </a:cubicBezTo>
                <a:cubicBezTo>
                  <a:pt x="22" y="55"/>
                  <a:pt x="22" y="55"/>
                  <a:pt x="22" y="55"/>
                </a:cubicBezTo>
                <a:cubicBezTo>
                  <a:pt x="22" y="54"/>
                  <a:pt x="21" y="54"/>
                  <a:pt x="20" y="54"/>
                </a:cubicBezTo>
                <a:cubicBezTo>
                  <a:pt x="19" y="54"/>
                  <a:pt x="18" y="54"/>
                  <a:pt x="17" y="54"/>
                </a:cubicBezTo>
                <a:cubicBezTo>
                  <a:pt x="16" y="54"/>
                  <a:pt x="15" y="54"/>
                  <a:pt x="14" y="54"/>
                </a:cubicBezTo>
                <a:cubicBezTo>
                  <a:pt x="13" y="54"/>
                  <a:pt x="13" y="54"/>
                  <a:pt x="12" y="55"/>
                </a:cubicBezTo>
                <a:cubicBezTo>
                  <a:pt x="11" y="55"/>
                  <a:pt x="10" y="55"/>
                  <a:pt x="9" y="56"/>
                </a:cubicBezTo>
                <a:cubicBezTo>
                  <a:pt x="9" y="56"/>
                  <a:pt x="8" y="57"/>
                  <a:pt x="7" y="58"/>
                </a:cubicBezTo>
                <a:cubicBezTo>
                  <a:pt x="7" y="58"/>
                  <a:pt x="6" y="59"/>
                  <a:pt x="5" y="60"/>
                </a:cubicBezTo>
                <a:cubicBezTo>
                  <a:pt x="5" y="61"/>
                  <a:pt x="4" y="62"/>
                  <a:pt x="4" y="63"/>
                </a:cubicBezTo>
                <a:cubicBezTo>
                  <a:pt x="4" y="65"/>
                  <a:pt x="3" y="66"/>
                  <a:pt x="3" y="67"/>
                </a:cubicBezTo>
                <a:cubicBezTo>
                  <a:pt x="3" y="68"/>
                  <a:pt x="4" y="69"/>
                  <a:pt x="4" y="70"/>
                </a:cubicBezTo>
                <a:cubicBezTo>
                  <a:pt x="9" y="65"/>
                  <a:pt x="9" y="65"/>
                  <a:pt x="9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76"/>
                  <a:pt x="19" y="76"/>
                  <a:pt x="19" y="76"/>
                </a:cubicBezTo>
                <a:cubicBezTo>
                  <a:pt x="14" y="81"/>
                  <a:pt x="14" y="81"/>
                  <a:pt x="14" y="81"/>
                </a:cubicBezTo>
                <a:cubicBezTo>
                  <a:pt x="14" y="81"/>
                  <a:pt x="15" y="81"/>
                  <a:pt x="15" y="81"/>
                </a:cubicBezTo>
                <a:cubicBezTo>
                  <a:pt x="16" y="81"/>
                  <a:pt x="17" y="81"/>
                  <a:pt x="17" y="81"/>
                </a:cubicBezTo>
                <a:cubicBezTo>
                  <a:pt x="18" y="81"/>
                  <a:pt x="19" y="81"/>
                  <a:pt x="20" y="81"/>
                </a:cubicBezTo>
                <a:cubicBezTo>
                  <a:pt x="21" y="80"/>
                  <a:pt x="21" y="80"/>
                  <a:pt x="22" y="80"/>
                </a:cubicBezTo>
                <a:cubicBezTo>
                  <a:pt x="23" y="79"/>
                  <a:pt x="24" y="79"/>
                  <a:pt x="25" y="78"/>
                </a:cubicBezTo>
                <a:cubicBezTo>
                  <a:pt x="25" y="78"/>
                  <a:pt x="26" y="77"/>
                  <a:pt x="27" y="77"/>
                </a:cubicBezTo>
                <a:cubicBezTo>
                  <a:pt x="28" y="76"/>
                  <a:pt x="28" y="75"/>
                  <a:pt x="29" y="74"/>
                </a:cubicBezTo>
                <a:cubicBezTo>
                  <a:pt x="30" y="72"/>
                  <a:pt x="30" y="71"/>
                  <a:pt x="30" y="70"/>
                </a:cubicBezTo>
                <a:cubicBezTo>
                  <a:pt x="31" y="68"/>
                  <a:pt x="31" y="67"/>
                  <a:pt x="31" y="66"/>
                </a:cubicBezTo>
                <a:cubicBezTo>
                  <a:pt x="30" y="65"/>
                  <a:pt x="30" y="63"/>
                  <a:pt x="29" y="62"/>
                </a:cubicBezTo>
                <a:close/>
                <a:moveTo>
                  <a:pt x="7" y="8"/>
                </a:moveTo>
                <a:cubicBezTo>
                  <a:pt x="15" y="16"/>
                  <a:pt x="15" y="16"/>
                  <a:pt x="15" y="16"/>
                </a:cubicBezTo>
                <a:cubicBezTo>
                  <a:pt x="17" y="14"/>
                  <a:pt x="17" y="14"/>
                  <a:pt x="17" y="14"/>
                </a:cubicBezTo>
                <a:cubicBezTo>
                  <a:pt x="9" y="6"/>
                  <a:pt x="9" y="6"/>
                  <a:pt x="9" y="6"/>
                </a:cubicBezTo>
                <a:lnTo>
                  <a:pt x="7" y="8"/>
                </a:lnTo>
                <a:close/>
                <a:moveTo>
                  <a:pt x="81" y="81"/>
                </a:moveTo>
                <a:cubicBezTo>
                  <a:pt x="82" y="80"/>
                  <a:pt x="82" y="80"/>
                  <a:pt x="83" y="79"/>
                </a:cubicBezTo>
                <a:cubicBezTo>
                  <a:pt x="83" y="79"/>
                  <a:pt x="83" y="78"/>
                  <a:pt x="83" y="77"/>
                </a:cubicBezTo>
                <a:cubicBezTo>
                  <a:pt x="83" y="77"/>
                  <a:pt x="83" y="76"/>
                  <a:pt x="83" y="76"/>
                </a:cubicBezTo>
                <a:cubicBezTo>
                  <a:pt x="82" y="75"/>
                  <a:pt x="82" y="74"/>
                  <a:pt x="81" y="74"/>
                </a:cubicBezTo>
                <a:cubicBezTo>
                  <a:pt x="65" y="57"/>
                  <a:pt x="65" y="57"/>
                  <a:pt x="65" y="57"/>
                </a:cubicBezTo>
                <a:cubicBezTo>
                  <a:pt x="58" y="64"/>
                  <a:pt x="58" y="64"/>
                  <a:pt x="58" y="64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81"/>
                  <a:pt x="76" y="82"/>
                  <a:pt x="76" y="82"/>
                </a:cubicBezTo>
                <a:cubicBezTo>
                  <a:pt x="77" y="82"/>
                  <a:pt x="77" y="82"/>
                  <a:pt x="78" y="82"/>
                </a:cubicBezTo>
                <a:cubicBezTo>
                  <a:pt x="79" y="82"/>
                  <a:pt x="79" y="82"/>
                  <a:pt x="80" y="82"/>
                </a:cubicBezTo>
                <a:cubicBezTo>
                  <a:pt x="81" y="82"/>
                  <a:pt x="81" y="81"/>
                  <a:pt x="81" y="81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6470650" y="1677183"/>
            <a:ext cx="300038" cy="296863"/>
          </a:xfrm>
          <a:custGeom>
            <a:avLst/>
            <a:gdLst>
              <a:gd name="T0" fmla="*/ 40 w 80"/>
              <a:gd name="T1" fmla="*/ 0 h 79"/>
              <a:gd name="T2" fmla="*/ 56 w 80"/>
              <a:gd name="T3" fmla="*/ 3 h 79"/>
              <a:gd name="T4" fmla="*/ 68 w 80"/>
              <a:gd name="T5" fmla="*/ 11 h 79"/>
              <a:gd name="T6" fmla="*/ 77 w 80"/>
              <a:gd name="T7" fmla="*/ 24 h 79"/>
              <a:gd name="T8" fmla="*/ 80 w 80"/>
              <a:gd name="T9" fmla="*/ 39 h 79"/>
              <a:gd name="T10" fmla="*/ 77 w 80"/>
              <a:gd name="T11" fmla="*/ 55 h 79"/>
              <a:gd name="T12" fmla="*/ 68 w 80"/>
              <a:gd name="T13" fmla="*/ 68 h 79"/>
              <a:gd name="T14" fmla="*/ 56 w 80"/>
              <a:gd name="T15" fmla="*/ 76 h 79"/>
              <a:gd name="T16" fmla="*/ 40 w 80"/>
              <a:gd name="T17" fmla="*/ 79 h 79"/>
              <a:gd name="T18" fmla="*/ 25 w 80"/>
              <a:gd name="T19" fmla="*/ 76 h 79"/>
              <a:gd name="T20" fmla="*/ 12 w 80"/>
              <a:gd name="T21" fmla="*/ 68 h 79"/>
              <a:gd name="T22" fmla="*/ 3 w 80"/>
              <a:gd name="T23" fmla="*/ 55 h 79"/>
              <a:gd name="T24" fmla="*/ 0 w 80"/>
              <a:gd name="T25" fmla="*/ 39 h 79"/>
              <a:gd name="T26" fmla="*/ 1 w 80"/>
              <a:gd name="T27" fmla="*/ 31 h 79"/>
              <a:gd name="T28" fmla="*/ 3 w 80"/>
              <a:gd name="T29" fmla="*/ 24 h 79"/>
              <a:gd name="T30" fmla="*/ 7 w 80"/>
              <a:gd name="T31" fmla="*/ 17 h 79"/>
              <a:gd name="T32" fmla="*/ 12 w 80"/>
              <a:gd name="T33" fmla="*/ 11 h 79"/>
              <a:gd name="T34" fmla="*/ 14 w 80"/>
              <a:gd name="T35" fmla="*/ 13 h 79"/>
              <a:gd name="T36" fmla="*/ 10 w 80"/>
              <a:gd name="T37" fmla="*/ 19 h 79"/>
              <a:gd name="T38" fmla="*/ 6 w 80"/>
              <a:gd name="T39" fmla="*/ 25 h 79"/>
              <a:gd name="T40" fmla="*/ 4 w 80"/>
              <a:gd name="T41" fmla="*/ 32 h 79"/>
              <a:gd name="T42" fmla="*/ 3 w 80"/>
              <a:gd name="T43" fmla="*/ 39 h 79"/>
              <a:gd name="T44" fmla="*/ 6 w 80"/>
              <a:gd name="T45" fmla="*/ 54 h 79"/>
              <a:gd name="T46" fmla="*/ 14 w 80"/>
              <a:gd name="T47" fmla="*/ 66 h 79"/>
              <a:gd name="T48" fmla="*/ 26 w 80"/>
              <a:gd name="T49" fmla="*/ 73 h 79"/>
              <a:gd name="T50" fmla="*/ 40 w 80"/>
              <a:gd name="T51" fmla="*/ 76 h 79"/>
              <a:gd name="T52" fmla="*/ 54 w 80"/>
              <a:gd name="T53" fmla="*/ 73 h 79"/>
              <a:gd name="T54" fmla="*/ 66 w 80"/>
              <a:gd name="T55" fmla="*/ 66 h 79"/>
              <a:gd name="T56" fmla="*/ 74 w 80"/>
              <a:gd name="T57" fmla="*/ 54 h 79"/>
              <a:gd name="T58" fmla="*/ 77 w 80"/>
              <a:gd name="T59" fmla="*/ 39 h 79"/>
              <a:gd name="T60" fmla="*/ 74 w 80"/>
              <a:gd name="T61" fmla="*/ 26 h 79"/>
              <a:gd name="T62" fmla="*/ 67 w 80"/>
              <a:gd name="T63" fmla="*/ 14 h 79"/>
              <a:gd name="T64" fmla="*/ 56 w 80"/>
              <a:gd name="T65" fmla="*/ 6 h 79"/>
              <a:gd name="T66" fmla="*/ 42 w 80"/>
              <a:gd name="T67" fmla="*/ 3 h 79"/>
              <a:gd name="T68" fmla="*/ 42 w 80"/>
              <a:gd name="T69" fmla="*/ 19 h 79"/>
              <a:gd name="T70" fmla="*/ 38 w 80"/>
              <a:gd name="T71" fmla="*/ 19 h 79"/>
              <a:gd name="T72" fmla="*/ 38 w 80"/>
              <a:gd name="T73" fmla="*/ 1 h 79"/>
              <a:gd name="T74" fmla="*/ 39 w 80"/>
              <a:gd name="T75" fmla="*/ 1 h 79"/>
              <a:gd name="T76" fmla="*/ 39 w 80"/>
              <a:gd name="T77" fmla="*/ 0 h 79"/>
              <a:gd name="T78" fmla="*/ 39 w 80"/>
              <a:gd name="T79" fmla="*/ 0 h 79"/>
              <a:gd name="T80" fmla="*/ 40 w 80"/>
              <a:gd name="T81" fmla="*/ 0 h 79"/>
              <a:gd name="T82" fmla="*/ 36 w 80"/>
              <a:gd name="T83" fmla="*/ 42 h 79"/>
              <a:gd name="T84" fmla="*/ 21 w 80"/>
              <a:gd name="T85" fmla="*/ 23 h 79"/>
              <a:gd name="T86" fmla="*/ 21 w 80"/>
              <a:gd name="T87" fmla="*/ 22 h 79"/>
              <a:gd name="T88" fmla="*/ 22 w 80"/>
              <a:gd name="T89" fmla="*/ 21 h 79"/>
              <a:gd name="T90" fmla="*/ 23 w 80"/>
              <a:gd name="T91" fmla="*/ 20 h 79"/>
              <a:gd name="T92" fmla="*/ 23 w 80"/>
              <a:gd name="T93" fmla="*/ 21 h 79"/>
              <a:gd name="T94" fmla="*/ 43 w 80"/>
              <a:gd name="T95" fmla="*/ 36 h 79"/>
              <a:gd name="T96" fmla="*/ 43 w 80"/>
              <a:gd name="T97" fmla="*/ 36 h 79"/>
              <a:gd name="T98" fmla="*/ 45 w 80"/>
              <a:gd name="T99" fmla="*/ 38 h 79"/>
              <a:gd name="T100" fmla="*/ 45 w 80"/>
              <a:gd name="T101" fmla="*/ 39 h 79"/>
              <a:gd name="T102" fmla="*/ 45 w 80"/>
              <a:gd name="T103" fmla="*/ 41 h 79"/>
              <a:gd name="T104" fmla="*/ 44 w 80"/>
              <a:gd name="T105" fmla="*/ 43 h 79"/>
              <a:gd name="T106" fmla="*/ 42 w 80"/>
              <a:gd name="T107" fmla="*/ 44 h 79"/>
              <a:gd name="T108" fmla="*/ 40 w 80"/>
              <a:gd name="T109" fmla="*/ 44 h 79"/>
              <a:gd name="T110" fmla="*/ 38 w 80"/>
              <a:gd name="T111" fmla="*/ 44 h 79"/>
              <a:gd name="T112" fmla="*/ 36 w 80"/>
              <a:gd name="T113" fmla="*/ 4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0" h="79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1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0" y="34"/>
                  <a:pt x="80" y="39"/>
                </a:cubicBezTo>
                <a:cubicBezTo>
                  <a:pt x="80" y="45"/>
                  <a:pt x="79" y="50"/>
                  <a:pt x="77" y="55"/>
                </a:cubicBezTo>
                <a:cubicBezTo>
                  <a:pt x="75" y="60"/>
                  <a:pt x="72" y="64"/>
                  <a:pt x="68" y="68"/>
                </a:cubicBezTo>
                <a:cubicBezTo>
                  <a:pt x="65" y="71"/>
                  <a:pt x="61" y="74"/>
                  <a:pt x="56" y="76"/>
                </a:cubicBezTo>
                <a:cubicBezTo>
                  <a:pt x="51" y="78"/>
                  <a:pt x="46" y="79"/>
                  <a:pt x="40" y="79"/>
                </a:cubicBezTo>
                <a:cubicBezTo>
                  <a:pt x="35" y="79"/>
                  <a:pt x="29" y="78"/>
                  <a:pt x="25" y="76"/>
                </a:cubicBezTo>
                <a:cubicBezTo>
                  <a:pt x="20" y="74"/>
                  <a:pt x="15" y="71"/>
                  <a:pt x="12" y="68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39"/>
                </a:cubicBezTo>
                <a:cubicBezTo>
                  <a:pt x="0" y="37"/>
                  <a:pt x="0" y="34"/>
                  <a:pt x="1" y="31"/>
                </a:cubicBezTo>
                <a:cubicBezTo>
                  <a:pt x="1" y="29"/>
                  <a:pt x="2" y="26"/>
                  <a:pt x="3" y="24"/>
                </a:cubicBezTo>
                <a:cubicBezTo>
                  <a:pt x="4" y="22"/>
                  <a:pt x="6" y="19"/>
                  <a:pt x="7" y="17"/>
                </a:cubicBezTo>
                <a:cubicBezTo>
                  <a:pt x="8" y="15"/>
                  <a:pt x="10" y="13"/>
                  <a:pt x="12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12" y="15"/>
                  <a:pt x="11" y="17"/>
                  <a:pt x="10" y="19"/>
                </a:cubicBezTo>
                <a:cubicBezTo>
                  <a:pt x="8" y="21"/>
                  <a:pt x="7" y="23"/>
                  <a:pt x="6" y="25"/>
                </a:cubicBezTo>
                <a:cubicBezTo>
                  <a:pt x="5" y="27"/>
                  <a:pt x="5" y="30"/>
                  <a:pt x="4" y="32"/>
                </a:cubicBezTo>
                <a:cubicBezTo>
                  <a:pt x="4" y="35"/>
                  <a:pt x="3" y="37"/>
                  <a:pt x="3" y="39"/>
                </a:cubicBez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1" y="62"/>
                  <a:pt x="14" y="66"/>
                </a:cubicBezTo>
                <a:cubicBezTo>
                  <a:pt x="17" y="69"/>
                  <a:pt x="21" y="71"/>
                  <a:pt x="26" y="73"/>
                </a:cubicBezTo>
                <a:cubicBezTo>
                  <a:pt x="30" y="75"/>
                  <a:pt x="35" y="76"/>
                  <a:pt x="40" y="76"/>
                </a:cubicBezTo>
                <a:cubicBezTo>
                  <a:pt x="45" y="76"/>
                  <a:pt x="50" y="75"/>
                  <a:pt x="54" y="73"/>
                </a:cubicBezTo>
                <a:cubicBezTo>
                  <a:pt x="59" y="71"/>
                  <a:pt x="63" y="69"/>
                  <a:pt x="66" y="66"/>
                </a:cubicBezTo>
                <a:cubicBezTo>
                  <a:pt x="69" y="62"/>
                  <a:pt x="72" y="58"/>
                  <a:pt x="74" y="54"/>
                </a:cubicBezTo>
                <a:cubicBezTo>
                  <a:pt x="76" y="49"/>
                  <a:pt x="77" y="45"/>
                  <a:pt x="77" y="39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70" y="17"/>
                  <a:pt x="67" y="14"/>
                </a:cubicBezTo>
                <a:cubicBezTo>
                  <a:pt x="63" y="11"/>
                  <a:pt x="60" y="8"/>
                  <a:pt x="56" y="6"/>
                </a:cubicBezTo>
                <a:cubicBezTo>
                  <a:pt x="51" y="4"/>
                  <a:pt x="47" y="3"/>
                  <a:pt x="42" y="3"/>
                </a:cubicBezTo>
                <a:cubicBezTo>
                  <a:pt x="42" y="19"/>
                  <a:pt x="42" y="19"/>
                  <a:pt x="42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0" y="0"/>
                  <a:pt x="40" y="0"/>
                </a:cubicBezTo>
                <a:close/>
                <a:moveTo>
                  <a:pt x="36" y="42"/>
                </a:move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2"/>
                  <a:pt x="21" y="22"/>
                </a:cubicBezTo>
                <a:cubicBezTo>
                  <a:pt x="21" y="21"/>
                  <a:pt x="21" y="21"/>
                  <a:pt x="22" y="21"/>
                </a:cubicBezTo>
                <a:cubicBezTo>
                  <a:pt x="22" y="20"/>
                  <a:pt x="22" y="20"/>
                  <a:pt x="23" y="20"/>
                </a:cubicBezTo>
                <a:cubicBezTo>
                  <a:pt x="23" y="20"/>
                  <a:pt x="23" y="20"/>
                  <a:pt x="23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4" y="37"/>
                  <a:pt x="45" y="38"/>
                </a:cubicBezTo>
                <a:cubicBezTo>
                  <a:pt x="45" y="38"/>
                  <a:pt x="45" y="39"/>
                  <a:pt x="45" y="39"/>
                </a:cubicBezTo>
                <a:cubicBezTo>
                  <a:pt x="45" y="40"/>
                  <a:pt x="45" y="41"/>
                  <a:pt x="45" y="41"/>
                </a:cubicBezTo>
                <a:cubicBezTo>
                  <a:pt x="44" y="42"/>
                  <a:pt x="44" y="42"/>
                  <a:pt x="44" y="43"/>
                </a:cubicBezTo>
                <a:cubicBezTo>
                  <a:pt x="43" y="43"/>
                  <a:pt x="43" y="44"/>
                  <a:pt x="42" y="44"/>
                </a:cubicBezTo>
                <a:cubicBezTo>
                  <a:pt x="41" y="44"/>
                  <a:pt x="41" y="44"/>
                  <a:pt x="40" y="44"/>
                </a:cubicBezTo>
                <a:cubicBezTo>
                  <a:pt x="39" y="44"/>
                  <a:pt x="39" y="44"/>
                  <a:pt x="38" y="44"/>
                </a:cubicBezTo>
                <a:cubicBezTo>
                  <a:pt x="37" y="43"/>
                  <a:pt x="37" y="43"/>
                  <a:pt x="36" y="4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6999288" y="1662896"/>
            <a:ext cx="322263" cy="327025"/>
          </a:xfrm>
          <a:custGeom>
            <a:avLst/>
            <a:gdLst>
              <a:gd name="T0" fmla="*/ 70 w 86"/>
              <a:gd name="T1" fmla="*/ 0 h 87"/>
              <a:gd name="T2" fmla="*/ 86 w 86"/>
              <a:gd name="T3" fmla="*/ 17 h 87"/>
              <a:gd name="T4" fmla="*/ 86 w 86"/>
              <a:gd name="T5" fmla="*/ 38 h 87"/>
              <a:gd name="T6" fmla="*/ 38 w 86"/>
              <a:gd name="T7" fmla="*/ 87 h 87"/>
              <a:gd name="T8" fmla="*/ 0 w 86"/>
              <a:gd name="T9" fmla="*/ 49 h 87"/>
              <a:gd name="T10" fmla="*/ 48 w 86"/>
              <a:gd name="T11" fmla="*/ 0 h 87"/>
              <a:gd name="T12" fmla="*/ 70 w 86"/>
              <a:gd name="T13" fmla="*/ 0 h 87"/>
              <a:gd name="T14" fmla="*/ 83 w 86"/>
              <a:gd name="T15" fmla="*/ 37 h 87"/>
              <a:gd name="T16" fmla="*/ 83 w 86"/>
              <a:gd name="T17" fmla="*/ 18 h 87"/>
              <a:gd name="T18" fmla="*/ 68 w 86"/>
              <a:gd name="T19" fmla="*/ 4 h 87"/>
              <a:gd name="T20" fmla="*/ 50 w 86"/>
              <a:gd name="T21" fmla="*/ 4 h 87"/>
              <a:gd name="T22" fmla="*/ 5 w 86"/>
              <a:gd name="T23" fmla="*/ 49 h 87"/>
              <a:gd name="T24" fmla="*/ 38 w 86"/>
              <a:gd name="T25" fmla="*/ 82 h 87"/>
              <a:gd name="T26" fmla="*/ 83 w 86"/>
              <a:gd name="T27" fmla="*/ 37 h 87"/>
              <a:gd name="T28" fmla="*/ 61 w 86"/>
              <a:gd name="T29" fmla="*/ 19 h 87"/>
              <a:gd name="T30" fmla="*/ 61 w 86"/>
              <a:gd name="T31" fmla="*/ 17 h 87"/>
              <a:gd name="T32" fmla="*/ 63 w 86"/>
              <a:gd name="T33" fmla="*/ 15 h 87"/>
              <a:gd name="T34" fmla="*/ 65 w 86"/>
              <a:gd name="T35" fmla="*/ 14 h 87"/>
              <a:gd name="T36" fmla="*/ 67 w 86"/>
              <a:gd name="T37" fmla="*/ 13 h 87"/>
              <a:gd name="T38" fmla="*/ 70 w 86"/>
              <a:gd name="T39" fmla="*/ 14 h 87"/>
              <a:gd name="T40" fmla="*/ 72 w 86"/>
              <a:gd name="T41" fmla="*/ 15 h 87"/>
              <a:gd name="T42" fmla="*/ 73 w 86"/>
              <a:gd name="T43" fmla="*/ 17 h 87"/>
              <a:gd name="T44" fmla="*/ 74 w 86"/>
              <a:gd name="T45" fmla="*/ 19 h 87"/>
              <a:gd name="T46" fmla="*/ 73 w 86"/>
              <a:gd name="T47" fmla="*/ 22 h 87"/>
              <a:gd name="T48" fmla="*/ 72 w 86"/>
              <a:gd name="T49" fmla="*/ 24 h 87"/>
              <a:gd name="T50" fmla="*/ 70 w 86"/>
              <a:gd name="T51" fmla="*/ 25 h 87"/>
              <a:gd name="T52" fmla="*/ 67 w 86"/>
              <a:gd name="T53" fmla="*/ 26 h 87"/>
              <a:gd name="T54" fmla="*/ 65 w 86"/>
              <a:gd name="T55" fmla="*/ 25 h 87"/>
              <a:gd name="T56" fmla="*/ 63 w 86"/>
              <a:gd name="T57" fmla="*/ 24 h 87"/>
              <a:gd name="T58" fmla="*/ 61 w 86"/>
              <a:gd name="T59" fmla="*/ 22 h 87"/>
              <a:gd name="T60" fmla="*/ 61 w 86"/>
              <a:gd name="T61" fmla="*/ 19 h 87"/>
              <a:gd name="T62" fmla="*/ 70 w 86"/>
              <a:gd name="T63" fmla="*/ 19 h 87"/>
              <a:gd name="T64" fmla="*/ 69 w 86"/>
              <a:gd name="T65" fmla="*/ 17 h 87"/>
              <a:gd name="T66" fmla="*/ 67 w 86"/>
              <a:gd name="T67" fmla="*/ 16 h 87"/>
              <a:gd name="T68" fmla="*/ 65 w 86"/>
              <a:gd name="T69" fmla="*/ 17 h 87"/>
              <a:gd name="T70" fmla="*/ 64 w 86"/>
              <a:gd name="T71" fmla="*/ 19 h 87"/>
              <a:gd name="T72" fmla="*/ 65 w 86"/>
              <a:gd name="T73" fmla="*/ 22 h 87"/>
              <a:gd name="T74" fmla="*/ 67 w 86"/>
              <a:gd name="T75" fmla="*/ 23 h 87"/>
              <a:gd name="T76" fmla="*/ 69 w 86"/>
              <a:gd name="T77" fmla="*/ 22 h 87"/>
              <a:gd name="T78" fmla="*/ 70 w 86"/>
              <a:gd name="T79" fmla="*/ 19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" h="87">
                <a:moveTo>
                  <a:pt x="70" y="0"/>
                </a:moveTo>
                <a:cubicBezTo>
                  <a:pt x="86" y="17"/>
                  <a:pt x="86" y="17"/>
                  <a:pt x="86" y="17"/>
                </a:cubicBezTo>
                <a:cubicBezTo>
                  <a:pt x="86" y="38"/>
                  <a:pt x="86" y="38"/>
                  <a:pt x="86" y="38"/>
                </a:cubicBezTo>
                <a:cubicBezTo>
                  <a:pt x="38" y="87"/>
                  <a:pt x="38" y="87"/>
                  <a:pt x="38" y="87"/>
                </a:cubicBezTo>
                <a:cubicBezTo>
                  <a:pt x="0" y="49"/>
                  <a:pt x="0" y="49"/>
                  <a:pt x="0" y="49"/>
                </a:cubicBezTo>
                <a:cubicBezTo>
                  <a:pt x="48" y="0"/>
                  <a:pt x="48" y="0"/>
                  <a:pt x="48" y="0"/>
                </a:cubicBezTo>
                <a:lnTo>
                  <a:pt x="70" y="0"/>
                </a:lnTo>
                <a:close/>
                <a:moveTo>
                  <a:pt x="83" y="37"/>
                </a:moveTo>
                <a:cubicBezTo>
                  <a:pt x="83" y="18"/>
                  <a:pt x="83" y="18"/>
                  <a:pt x="83" y="18"/>
                </a:cubicBezTo>
                <a:cubicBezTo>
                  <a:pt x="68" y="4"/>
                  <a:pt x="68" y="4"/>
                  <a:pt x="68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" y="49"/>
                  <a:pt x="5" y="49"/>
                  <a:pt x="5" y="49"/>
                </a:cubicBezTo>
                <a:cubicBezTo>
                  <a:pt x="38" y="82"/>
                  <a:pt x="38" y="82"/>
                  <a:pt x="38" y="82"/>
                </a:cubicBezTo>
                <a:lnTo>
                  <a:pt x="83" y="37"/>
                </a:lnTo>
                <a:close/>
                <a:moveTo>
                  <a:pt x="61" y="19"/>
                </a:moveTo>
                <a:cubicBezTo>
                  <a:pt x="61" y="19"/>
                  <a:pt x="61" y="18"/>
                  <a:pt x="61" y="17"/>
                </a:cubicBezTo>
                <a:cubicBezTo>
                  <a:pt x="62" y="16"/>
                  <a:pt x="62" y="16"/>
                  <a:pt x="63" y="15"/>
                </a:cubicBezTo>
                <a:cubicBezTo>
                  <a:pt x="63" y="14"/>
                  <a:pt x="64" y="14"/>
                  <a:pt x="65" y="14"/>
                </a:cubicBezTo>
                <a:cubicBezTo>
                  <a:pt x="65" y="13"/>
                  <a:pt x="66" y="13"/>
                  <a:pt x="67" y="13"/>
                </a:cubicBezTo>
                <a:cubicBezTo>
                  <a:pt x="68" y="13"/>
                  <a:pt x="69" y="13"/>
                  <a:pt x="70" y="14"/>
                </a:cubicBezTo>
                <a:cubicBezTo>
                  <a:pt x="70" y="14"/>
                  <a:pt x="71" y="14"/>
                  <a:pt x="72" y="15"/>
                </a:cubicBezTo>
                <a:cubicBezTo>
                  <a:pt x="72" y="16"/>
                  <a:pt x="73" y="16"/>
                  <a:pt x="73" y="17"/>
                </a:cubicBezTo>
                <a:cubicBezTo>
                  <a:pt x="73" y="18"/>
                  <a:pt x="74" y="19"/>
                  <a:pt x="74" y="19"/>
                </a:cubicBezTo>
                <a:cubicBezTo>
                  <a:pt x="74" y="20"/>
                  <a:pt x="73" y="21"/>
                  <a:pt x="73" y="22"/>
                </a:cubicBezTo>
                <a:cubicBezTo>
                  <a:pt x="73" y="23"/>
                  <a:pt x="72" y="23"/>
                  <a:pt x="72" y="24"/>
                </a:cubicBezTo>
                <a:cubicBezTo>
                  <a:pt x="71" y="25"/>
                  <a:pt x="70" y="25"/>
                  <a:pt x="70" y="25"/>
                </a:cubicBezTo>
                <a:cubicBezTo>
                  <a:pt x="69" y="26"/>
                  <a:pt x="68" y="26"/>
                  <a:pt x="67" y="26"/>
                </a:cubicBezTo>
                <a:cubicBezTo>
                  <a:pt x="66" y="26"/>
                  <a:pt x="65" y="26"/>
                  <a:pt x="65" y="25"/>
                </a:cubicBezTo>
                <a:cubicBezTo>
                  <a:pt x="64" y="25"/>
                  <a:pt x="63" y="25"/>
                  <a:pt x="63" y="24"/>
                </a:cubicBezTo>
                <a:cubicBezTo>
                  <a:pt x="62" y="23"/>
                  <a:pt x="62" y="23"/>
                  <a:pt x="61" y="22"/>
                </a:cubicBezTo>
                <a:cubicBezTo>
                  <a:pt x="61" y="21"/>
                  <a:pt x="61" y="20"/>
                  <a:pt x="61" y="19"/>
                </a:cubicBezTo>
                <a:close/>
                <a:moveTo>
                  <a:pt x="70" y="19"/>
                </a:moveTo>
                <a:cubicBezTo>
                  <a:pt x="70" y="19"/>
                  <a:pt x="70" y="18"/>
                  <a:pt x="69" y="17"/>
                </a:cubicBezTo>
                <a:cubicBezTo>
                  <a:pt x="69" y="17"/>
                  <a:pt x="68" y="16"/>
                  <a:pt x="67" y="16"/>
                </a:cubicBezTo>
                <a:cubicBezTo>
                  <a:pt x="66" y="16"/>
                  <a:pt x="66" y="17"/>
                  <a:pt x="65" y="17"/>
                </a:cubicBezTo>
                <a:cubicBezTo>
                  <a:pt x="64" y="18"/>
                  <a:pt x="64" y="19"/>
                  <a:pt x="64" y="19"/>
                </a:cubicBezTo>
                <a:cubicBezTo>
                  <a:pt x="64" y="20"/>
                  <a:pt x="64" y="21"/>
                  <a:pt x="65" y="22"/>
                </a:cubicBezTo>
                <a:cubicBezTo>
                  <a:pt x="66" y="22"/>
                  <a:pt x="66" y="23"/>
                  <a:pt x="67" y="23"/>
                </a:cubicBezTo>
                <a:cubicBezTo>
                  <a:pt x="68" y="23"/>
                  <a:pt x="69" y="22"/>
                  <a:pt x="69" y="22"/>
                </a:cubicBezTo>
                <a:cubicBezTo>
                  <a:pt x="70" y="21"/>
                  <a:pt x="70" y="20"/>
                  <a:pt x="70" y="19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7558088" y="1681946"/>
            <a:ext cx="288925" cy="288925"/>
          </a:xfrm>
          <a:custGeom>
            <a:avLst/>
            <a:gdLst>
              <a:gd name="T0" fmla="*/ 76 w 77"/>
              <a:gd name="T1" fmla="*/ 47 h 77"/>
              <a:gd name="T2" fmla="*/ 69 w 77"/>
              <a:gd name="T3" fmla="*/ 61 h 77"/>
              <a:gd name="T4" fmla="*/ 69 w 77"/>
              <a:gd name="T5" fmla="*/ 75 h 77"/>
              <a:gd name="T6" fmla="*/ 60 w 77"/>
              <a:gd name="T7" fmla="*/ 69 h 77"/>
              <a:gd name="T8" fmla="*/ 50 w 77"/>
              <a:gd name="T9" fmla="*/ 74 h 77"/>
              <a:gd name="T10" fmla="*/ 38 w 77"/>
              <a:gd name="T11" fmla="*/ 76 h 77"/>
              <a:gd name="T12" fmla="*/ 26 w 77"/>
              <a:gd name="T13" fmla="*/ 74 h 77"/>
              <a:gd name="T14" fmla="*/ 16 w 77"/>
              <a:gd name="T15" fmla="*/ 69 h 77"/>
              <a:gd name="T16" fmla="*/ 7 w 77"/>
              <a:gd name="T17" fmla="*/ 75 h 77"/>
              <a:gd name="T18" fmla="*/ 8 w 77"/>
              <a:gd name="T19" fmla="*/ 61 h 77"/>
              <a:gd name="T20" fmla="*/ 1 w 77"/>
              <a:gd name="T21" fmla="*/ 47 h 77"/>
              <a:gd name="T22" fmla="*/ 3 w 77"/>
              <a:gd name="T23" fmla="*/ 23 h 77"/>
              <a:gd name="T24" fmla="*/ 23 w 77"/>
              <a:gd name="T25" fmla="*/ 3 h 77"/>
              <a:gd name="T26" fmla="*/ 53 w 77"/>
              <a:gd name="T27" fmla="*/ 3 h 77"/>
              <a:gd name="T28" fmla="*/ 74 w 77"/>
              <a:gd name="T29" fmla="*/ 23 h 77"/>
              <a:gd name="T30" fmla="*/ 3 w 77"/>
              <a:gd name="T31" fmla="*/ 38 h 77"/>
              <a:gd name="T32" fmla="*/ 13 w 77"/>
              <a:gd name="T33" fmla="*/ 63 h 77"/>
              <a:gd name="T34" fmla="*/ 38 w 77"/>
              <a:gd name="T35" fmla="*/ 73 h 77"/>
              <a:gd name="T36" fmla="*/ 63 w 77"/>
              <a:gd name="T37" fmla="*/ 63 h 77"/>
              <a:gd name="T38" fmla="*/ 73 w 77"/>
              <a:gd name="T39" fmla="*/ 38 h 77"/>
              <a:gd name="T40" fmla="*/ 63 w 77"/>
              <a:gd name="T41" fmla="*/ 13 h 77"/>
              <a:gd name="T42" fmla="*/ 38 w 77"/>
              <a:gd name="T43" fmla="*/ 3 h 77"/>
              <a:gd name="T44" fmla="*/ 13 w 77"/>
              <a:gd name="T45" fmla="*/ 13 h 77"/>
              <a:gd name="T46" fmla="*/ 3 w 77"/>
              <a:gd name="T47" fmla="*/ 38 h 77"/>
              <a:gd name="T48" fmla="*/ 48 w 77"/>
              <a:gd name="T49" fmla="*/ 14 h 77"/>
              <a:gd name="T50" fmla="*/ 62 w 77"/>
              <a:gd name="T51" fmla="*/ 28 h 77"/>
              <a:gd name="T52" fmla="*/ 62 w 77"/>
              <a:gd name="T53" fmla="*/ 48 h 77"/>
              <a:gd name="T54" fmla="*/ 48 w 77"/>
              <a:gd name="T55" fmla="*/ 62 h 77"/>
              <a:gd name="T56" fmla="*/ 28 w 77"/>
              <a:gd name="T57" fmla="*/ 62 h 77"/>
              <a:gd name="T58" fmla="*/ 15 w 77"/>
              <a:gd name="T59" fmla="*/ 48 h 77"/>
              <a:gd name="T60" fmla="*/ 15 w 77"/>
              <a:gd name="T61" fmla="*/ 28 h 77"/>
              <a:gd name="T62" fmla="*/ 28 w 77"/>
              <a:gd name="T63" fmla="*/ 14 h 77"/>
              <a:gd name="T64" fmla="*/ 38 w 77"/>
              <a:gd name="T65" fmla="*/ 60 h 77"/>
              <a:gd name="T66" fmla="*/ 54 w 77"/>
              <a:gd name="T67" fmla="*/ 54 h 77"/>
              <a:gd name="T68" fmla="*/ 61 w 77"/>
              <a:gd name="T69" fmla="*/ 38 h 77"/>
              <a:gd name="T70" fmla="*/ 54 w 77"/>
              <a:gd name="T71" fmla="*/ 22 h 77"/>
              <a:gd name="T72" fmla="*/ 38 w 77"/>
              <a:gd name="T73" fmla="*/ 16 h 77"/>
              <a:gd name="T74" fmla="*/ 22 w 77"/>
              <a:gd name="T75" fmla="*/ 22 h 77"/>
              <a:gd name="T76" fmla="*/ 16 w 77"/>
              <a:gd name="T77" fmla="*/ 38 h 77"/>
              <a:gd name="T78" fmla="*/ 22 w 77"/>
              <a:gd name="T79" fmla="*/ 54 h 77"/>
              <a:gd name="T80" fmla="*/ 38 w 77"/>
              <a:gd name="T81" fmla="*/ 60 h 77"/>
              <a:gd name="T82" fmla="*/ 43 w 77"/>
              <a:gd name="T83" fmla="*/ 26 h 77"/>
              <a:gd name="T84" fmla="*/ 50 w 77"/>
              <a:gd name="T85" fmla="*/ 33 h 77"/>
              <a:gd name="T86" fmla="*/ 50 w 77"/>
              <a:gd name="T87" fmla="*/ 43 h 77"/>
              <a:gd name="T88" fmla="*/ 43 w 77"/>
              <a:gd name="T89" fmla="*/ 50 h 77"/>
              <a:gd name="T90" fmla="*/ 33 w 77"/>
              <a:gd name="T91" fmla="*/ 50 h 77"/>
              <a:gd name="T92" fmla="*/ 27 w 77"/>
              <a:gd name="T93" fmla="*/ 43 h 77"/>
              <a:gd name="T94" fmla="*/ 27 w 77"/>
              <a:gd name="T95" fmla="*/ 33 h 77"/>
              <a:gd name="T96" fmla="*/ 33 w 77"/>
              <a:gd name="T97" fmla="*/ 26 h 77"/>
              <a:gd name="T98" fmla="*/ 38 w 77"/>
              <a:gd name="T99" fmla="*/ 48 h 77"/>
              <a:gd name="T100" fmla="*/ 45 w 77"/>
              <a:gd name="T101" fmla="*/ 45 h 77"/>
              <a:gd name="T102" fmla="*/ 48 w 77"/>
              <a:gd name="T103" fmla="*/ 38 h 77"/>
              <a:gd name="T104" fmla="*/ 45 w 77"/>
              <a:gd name="T105" fmla="*/ 31 h 77"/>
              <a:gd name="T106" fmla="*/ 38 w 77"/>
              <a:gd name="T107" fmla="*/ 28 h 77"/>
              <a:gd name="T108" fmla="*/ 32 w 77"/>
              <a:gd name="T109" fmla="*/ 31 h 77"/>
              <a:gd name="T110" fmla="*/ 29 w 77"/>
              <a:gd name="T111" fmla="*/ 38 h 77"/>
              <a:gd name="T112" fmla="*/ 32 w 77"/>
              <a:gd name="T113" fmla="*/ 45 h 77"/>
              <a:gd name="T114" fmla="*/ 38 w 77"/>
              <a:gd name="T115" fmla="*/ 4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7" h="77">
                <a:moveTo>
                  <a:pt x="77" y="38"/>
                </a:moveTo>
                <a:cubicBezTo>
                  <a:pt x="77" y="41"/>
                  <a:pt x="76" y="44"/>
                  <a:pt x="76" y="47"/>
                </a:cubicBezTo>
                <a:cubicBezTo>
                  <a:pt x="75" y="49"/>
                  <a:pt x="74" y="52"/>
                  <a:pt x="73" y="54"/>
                </a:cubicBezTo>
                <a:cubicBezTo>
                  <a:pt x="72" y="57"/>
                  <a:pt x="70" y="59"/>
                  <a:pt x="69" y="61"/>
                </a:cubicBezTo>
                <a:cubicBezTo>
                  <a:pt x="67" y="63"/>
                  <a:pt x="65" y="65"/>
                  <a:pt x="63" y="67"/>
                </a:cubicBezTo>
                <a:cubicBezTo>
                  <a:pt x="69" y="75"/>
                  <a:pt x="69" y="75"/>
                  <a:pt x="69" y="75"/>
                </a:cubicBezTo>
                <a:cubicBezTo>
                  <a:pt x="67" y="77"/>
                  <a:pt x="67" y="77"/>
                  <a:pt x="67" y="77"/>
                </a:cubicBezTo>
                <a:cubicBezTo>
                  <a:pt x="60" y="69"/>
                  <a:pt x="60" y="69"/>
                  <a:pt x="60" y="69"/>
                </a:cubicBezTo>
                <a:cubicBezTo>
                  <a:pt x="59" y="70"/>
                  <a:pt x="57" y="71"/>
                  <a:pt x="55" y="72"/>
                </a:cubicBezTo>
                <a:cubicBezTo>
                  <a:pt x="54" y="73"/>
                  <a:pt x="52" y="74"/>
                  <a:pt x="50" y="74"/>
                </a:cubicBezTo>
                <a:cubicBezTo>
                  <a:pt x="48" y="75"/>
                  <a:pt x="46" y="76"/>
                  <a:pt x="44" y="76"/>
                </a:cubicBezTo>
                <a:cubicBezTo>
                  <a:pt x="42" y="76"/>
                  <a:pt x="40" y="76"/>
                  <a:pt x="38" y="76"/>
                </a:cubicBezTo>
                <a:cubicBezTo>
                  <a:pt x="36" y="76"/>
                  <a:pt x="34" y="76"/>
                  <a:pt x="32" y="76"/>
                </a:cubicBezTo>
                <a:cubicBezTo>
                  <a:pt x="30" y="76"/>
                  <a:pt x="28" y="75"/>
                  <a:pt x="26" y="74"/>
                </a:cubicBezTo>
                <a:cubicBezTo>
                  <a:pt x="24" y="74"/>
                  <a:pt x="22" y="73"/>
                  <a:pt x="21" y="72"/>
                </a:cubicBezTo>
                <a:cubicBezTo>
                  <a:pt x="19" y="71"/>
                  <a:pt x="17" y="70"/>
                  <a:pt x="16" y="69"/>
                </a:cubicBezTo>
                <a:cubicBezTo>
                  <a:pt x="9" y="77"/>
                  <a:pt x="9" y="77"/>
                  <a:pt x="9" y="77"/>
                </a:cubicBezTo>
                <a:cubicBezTo>
                  <a:pt x="7" y="75"/>
                  <a:pt x="7" y="75"/>
                  <a:pt x="7" y="75"/>
                </a:cubicBezTo>
                <a:cubicBezTo>
                  <a:pt x="13" y="67"/>
                  <a:pt x="13" y="67"/>
                  <a:pt x="13" y="67"/>
                </a:cubicBezTo>
                <a:cubicBezTo>
                  <a:pt x="11" y="65"/>
                  <a:pt x="9" y="63"/>
                  <a:pt x="8" y="61"/>
                </a:cubicBezTo>
                <a:cubicBezTo>
                  <a:pt x="6" y="59"/>
                  <a:pt x="5" y="57"/>
                  <a:pt x="3" y="54"/>
                </a:cubicBezTo>
                <a:cubicBezTo>
                  <a:pt x="2" y="52"/>
                  <a:pt x="1" y="49"/>
                  <a:pt x="1" y="47"/>
                </a:cubicBezTo>
                <a:cubicBezTo>
                  <a:pt x="0" y="44"/>
                  <a:pt x="0" y="41"/>
                  <a:pt x="0" y="38"/>
                </a:cubicBezTo>
                <a:cubicBezTo>
                  <a:pt x="0" y="33"/>
                  <a:pt x="1" y="28"/>
                  <a:pt x="3" y="23"/>
                </a:cubicBezTo>
                <a:cubicBezTo>
                  <a:pt x="5" y="18"/>
                  <a:pt x="7" y="14"/>
                  <a:pt x="11" y="11"/>
                </a:cubicBezTo>
                <a:cubicBezTo>
                  <a:pt x="14" y="7"/>
                  <a:pt x="19" y="5"/>
                  <a:pt x="23" y="3"/>
                </a:cubicBezTo>
                <a:cubicBezTo>
                  <a:pt x="28" y="1"/>
                  <a:pt x="33" y="0"/>
                  <a:pt x="38" y="0"/>
                </a:cubicBezTo>
                <a:cubicBezTo>
                  <a:pt x="43" y="0"/>
                  <a:pt x="48" y="1"/>
                  <a:pt x="53" y="3"/>
                </a:cubicBezTo>
                <a:cubicBezTo>
                  <a:pt x="58" y="5"/>
                  <a:pt x="62" y="7"/>
                  <a:pt x="65" y="11"/>
                </a:cubicBezTo>
                <a:cubicBezTo>
                  <a:pt x="69" y="14"/>
                  <a:pt x="72" y="18"/>
                  <a:pt x="74" y="23"/>
                </a:cubicBezTo>
                <a:cubicBezTo>
                  <a:pt x="76" y="28"/>
                  <a:pt x="77" y="33"/>
                  <a:pt x="77" y="38"/>
                </a:cubicBezTo>
                <a:close/>
                <a:moveTo>
                  <a:pt x="3" y="38"/>
                </a:moveTo>
                <a:cubicBezTo>
                  <a:pt x="3" y="43"/>
                  <a:pt x="4" y="47"/>
                  <a:pt x="6" y="52"/>
                </a:cubicBezTo>
                <a:cubicBezTo>
                  <a:pt x="8" y="56"/>
                  <a:pt x="10" y="60"/>
                  <a:pt x="13" y="63"/>
                </a:cubicBezTo>
                <a:cubicBezTo>
                  <a:pt x="16" y="66"/>
                  <a:pt x="20" y="68"/>
                  <a:pt x="24" y="70"/>
                </a:cubicBezTo>
                <a:cubicBezTo>
                  <a:pt x="29" y="72"/>
                  <a:pt x="33" y="73"/>
                  <a:pt x="38" y="73"/>
                </a:cubicBezTo>
                <a:cubicBezTo>
                  <a:pt x="43" y="73"/>
                  <a:pt x="48" y="72"/>
                  <a:pt x="52" y="70"/>
                </a:cubicBezTo>
                <a:cubicBezTo>
                  <a:pt x="56" y="68"/>
                  <a:pt x="60" y="66"/>
                  <a:pt x="63" y="63"/>
                </a:cubicBezTo>
                <a:cubicBezTo>
                  <a:pt x="66" y="60"/>
                  <a:pt x="69" y="56"/>
                  <a:pt x="71" y="52"/>
                </a:cubicBezTo>
                <a:cubicBezTo>
                  <a:pt x="72" y="47"/>
                  <a:pt x="73" y="43"/>
                  <a:pt x="73" y="38"/>
                </a:cubicBezTo>
                <a:cubicBezTo>
                  <a:pt x="73" y="33"/>
                  <a:pt x="72" y="29"/>
                  <a:pt x="71" y="24"/>
                </a:cubicBezTo>
                <a:cubicBezTo>
                  <a:pt x="69" y="20"/>
                  <a:pt x="66" y="16"/>
                  <a:pt x="63" y="13"/>
                </a:cubicBezTo>
                <a:cubicBezTo>
                  <a:pt x="60" y="10"/>
                  <a:pt x="56" y="7"/>
                  <a:pt x="52" y="6"/>
                </a:cubicBezTo>
                <a:cubicBezTo>
                  <a:pt x="48" y="4"/>
                  <a:pt x="43" y="3"/>
                  <a:pt x="38" y="3"/>
                </a:cubicBezTo>
                <a:cubicBezTo>
                  <a:pt x="33" y="3"/>
                  <a:pt x="29" y="4"/>
                  <a:pt x="24" y="6"/>
                </a:cubicBezTo>
                <a:cubicBezTo>
                  <a:pt x="20" y="7"/>
                  <a:pt x="16" y="10"/>
                  <a:pt x="13" y="13"/>
                </a:cubicBezTo>
                <a:cubicBezTo>
                  <a:pt x="10" y="16"/>
                  <a:pt x="8" y="20"/>
                  <a:pt x="6" y="24"/>
                </a:cubicBezTo>
                <a:cubicBezTo>
                  <a:pt x="4" y="29"/>
                  <a:pt x="3" y="33"/>
                  <a:pt x="3" y="38"/>
                </a:cubicBezTo>
                <a:close/>
                <a:moveTo>
                  <a:pt x="38" y="12"/>
                </a:moveTo>
                <a:cubicBezTo>
                  <a:pt x="42" y="12"/>
                  <a:pt x="45" y="13"/>
                  <a:pt x="48" y="14"/>
                </a:cubicBezTo>
                <a:cubicBezTo>
                  <a:pt x="51" y="16"/>
                  <a:pt x="54" y="18"/>
                  <a:pt x="56" y="20"/>
                </a:cubicBezTo>
                <a:cubicBezTo>
                  <a:pt x="59" y="22"/>
                  <a:pt x="61" y="25"/>
                  <a:pt x="62" y="28"/>
                </a:cubicBezTo>
                <a:cubicBezTo>
                  <a:pt x="63" y="31"/>
                  <a:pt x="64" y="34"/>
                  <a:pt x="64" y="38"/>
                </a:cubicBezTo>
                <a:cubicBezTo>
                  <a:pt x="64" y="42"/>
                  <a:pt x="63" y="45"/>
                  <a:pt x="62" y="48"/>
                </a:cubicBezTo>
                <a:cubicBezTo>
                  <a:pt x="61" y="51"/>
                  <a:pt x="59" y="54"/>
                  <a:pt x="56" y="56"/>
                </a:cubicBezTo>
                <a:cubicBezTo>
                  <a:pt x="54" y="58"/>
                  <a:pt x="51" y="60"/>
                  <a:pt x="48" y="62"/>
                </a:cubicBezTo>
                <a:cubicBezTo>
                  <a:pt x="45" y="63"/>
                  <a:pt x="42" y="64"/>
                  <a:pt x="38" y="64"/>
                </a:cubicBezTo>
                <a:cubicBezTo>
                  <a:pt x="35" y="64"/>
                  <a:pt x="32" y="63"/>
                  <a:pt x="28" y="62"/>
                </a:cubicBezTo>
                <a:cubicBezTo>
                  <a:pt x="25" y="60"/>
                  <a:pt x="23" y="58"/>
                  <a:pt x="20" y="56"/>
                </a:cubicBezTo>
                <a:cubicBezTo>
                  <a:pt x="18" y="54"/>
                  <a:pt x="16" y="51"/>
                  <a:pt x="15" y="48"/>
                </a:cubicBezTo>
                <a:cubicBezTo>
                  <a:pt x="13" y="45"/>
                  <a:pt x="13" y="42"/>
                  <a:pt x="13" y="38"/>
                </a:cubicBezTo>
                <a:cubicBezTo>
                  <a:pt x="13" y="34"/>
                  <a:pt x="13" y="31"/>
                  <a:pt x="15" y="28"/>
                </a:cubicBezTo>
                <a:cubicBezTo>
                  <a:pt x="16" y="25"/>
                  <a:pt x="18" y="22"/>
                  <a:pt x="20" y="20"/>
                </a:cubicBezTo>
                <a:cubicBezTo>
                  <a:pt x="23" y="18"/>
                  <a:pt x="25" y="16"/>
                  <a:pt x="28" y="14"/>
                </a:cubicBezTo>
                <a:cubicBezTo>
                  <a:pt x="32" y="13"/>
                  <a:pt x="35" y="12"/>
                  <a:pt x="38" y="12"/>
                </a:cubicBezTo>
                <a:close/>
                <a:moveTo>
                  <a:pt x="38" y="60"/>
                </a:moveTo>
                <a:cubicBezTo>
                  <a:pt x="41" y="60"/>
                  <a:pt x="44" y="60"/>
                  <a:pt x="47" y="59"/>
                </a:cubicBezTo>
                <a:cubicBezTo>
                  <a:pt x="50" y="57"/>
                  <a:pt x="52" y="56"/>
                  <a:pt x="54" y="54"/>
                </a:cubicBezTo>
                <a:cubicBezTo>
                  <a:pt x="56" y="52"/>
                  <a:pt x="58" y="49"/>
                  <a:pt x="59" y="47"/>
                </a:cubicBezTo>
                <a:cubicBezTo>
                  <a:pt x="60" y="44"/>
                  <a:pt x="61" y="41"/>
                  <a:pt x="61" y="38"/>
                </a:cubicBezTo>
                <a:cubicBezTo>
                  <a:pt x="61" y="35"/>
                  <a:pt x="60" y="32"/>
                  <a:pt x="59" y="29"/>
                </a:cubicBezTo>
                <a:cubicBezTo>
                  <a:pt x="58" y="27"/>
                  <a:pt x="56" y="24"/>
                  <a:pt x="54" y="22"/>
                </a:cubicBezTo>
                <a:cubicBezTo>
                  <a:pt x="52" y="20"/>
                  <a:pt x="50" y="19"/>
                  <a:pt x="47" y="17"/>
                </a:cubicBezTo>
                <a:cubicBezTo>
                  <a:pt x="44" y="16"/>
                  <a:pt x="41" y="16"/>
                  <a:pt x="38" y="16"/>
                </a:cubicBezTo>
                <a:cubicBezTo>
                  <a:pt x="35" y="16"/>
                  <a:pt x="32" y="16"/>
                  <a:pt x="30" y="17"/>
                </a:cubicBezTo>
                <a:cubicBezTo>
                  <a:pt x="27" y="19"/>
                  <a:pt x="25" y="20"/>
                  <a:pt x="22" y="22"/>
                </a:cubicBezTo>
                <a:cubicBezTo>
                  <a:pt x="20" y="24"/>
                  <a:pt x="19" y="27"/>
                  <a:pt x="18" y="29"/>
                </a:cubicBezTo>
                <a:cubicBezTo>
                  <a:pt x="16" y="32"/>
                  <a:pt x="16" y="35"/>
                  <a:pt x="16" y="38"/>
                </a:cubicBezTo>
                <a:cubicBezTo>
                  <a:pt x="16" y="41"/>
                  <a:pt x="16" y="44"/>
                  <a:pt x="18" y="47"/>
                </a:cubicBezTo>
                <a:cubicBezTo>
                  <a:pt x="19" y="49"/>
                  <a:pt x="20" y="52"/>
                  <a:pt x="22" y="54"/>
                </a:cubicBezTo>
                <a:cubicBezTo>
                  <a:pt x="25" y="56"/>
                  <a:pt x="27" y="57"/>
                  <a:pt x="30" y="59"/>
                </a:cubicBezTo>
                <a:cubicBezTo>
                  <a:pt x="32" y="60"/>
                  <a:pt x="35" y="60"/>
                  <a:pt x="38" y="60"/>
                </a:cubicBezTo>
                <a:close/>
                <a:moveTo>
                  <a:pt x="38" y="25"/>
                </a:moveTo>
                <a:cubicBezTo>
                  <a:pt x="40" y="25"/>
                  <a:pt x="42" y="26"/>
                  <a:pt x="43" y="26"/>
                </a:cubicBezTo>
                <a:cubicBezTo>
                  <a:pt x="45" y="27"/>
                  <a:pt x="46" y="28"/>
                  <a:pt x="47" y="29"/>
                </a:cubicBezTo>
                <a:cubicBezTo>
                  <a:pt x="48" y="30"/>
                  <a:pt x="49" y="31"/>
                  <a:pt x="50" y="33"/>
                </a:cubicBezTo>
                <a:cubicBezTo>
                  <a:pt x="51" y="35"/>
                  <a:pt x="51" y="36"/>
                  <a:pt x="51" y="38"/>
                </a:cubicBezTo>
                <a:cubicBezTo>
                  <a:pt x="51" y="40"/>
                  <a:pt x="51" y="41"/>
                  <a:pt x="50" y="43"/>
                </a:cubicBezTo>
                <a:cubicBezTo>
                  <a:pt x="49" y="44"/>
                  <a:pt x="48" y="46"/>
                  <a:pt x="47" y="47"/>
                </a:cubicBezTo>
                <a:cubicBezTo>
                  <a:pt x="46" y="48"/>
                  <a:pt x="45" y="49"/>
                  <a:pt x="43" y="50"/>
                </a:cubicBezTo>
                <a:cubicBezTo>
                  <a:pt x="42" y="51"/>
                  <a:pt x="40" y="51"/>
                  <a:pt x="38" y="51"/>
                </a:cubicBezTo>
                <a:cubicBezTo>
                  <a:pt x="37" y="51"/>
                  <a:pt x="35" y="51"/>
                  <a:pt x="33" y="50"/>
                </a:cubicBezTo>
                <a:cubicBezTo>
                  <a:pt x="32" y="49"/>
                  <a:pt x="30" y="48"/>
                  <a:pt x="29" y="47"/>
                </a:cubicBezTo>
                <a:cubicBezTo>
                  <a:pt x="28" y="46"/>
                  <a:pt x="27" y="44"/>
                  <a:pt x="27" y="43"/>
                </a:cubicBezTo>
                <a:cubicBezTo>
                  <a:pt x="26" y="41"/>
                  <a:pt x="26" y="40"/>
                  <a:pt x="26" y="38"/>
                </a:cubicBezTo>
                <a:cubicBezTo>
                  <a:pt x="26" y="36"/>
                  <a:pt x="26" y="35"/>
                  <a:pt x="27" y="33"/>
                </a:cubicBezTo>
                <a:cubicBezTo>
                  <a:pt x="27" y="31"/>
                  <a:pt x="28" y="30"/>
                  <a:pt x="29" y="29"/>
                </a:cubicBezTo>
                <a:cubicBezTo>
                  <a:pt x="30" y="28"/>
                  <a:pt x="32" y="27"/>
                  <a:pt x="33" y="26"/>
                </a:cubicBezTo>
                <a:cubicBezTo>
                  <a:pt x="35" y="26"/>
                  <a:pt x="37" y="25"/>
                  <a:pt x="38" y="25"/>
                </a:cubicBezTo>
                <a:close/>
                <a:moveTo>
                  <a:pt x="38" y="48"/>
                </a:moveTo>
                <a:cubicBezTo>
                  <a:pt x="40" y="48"/>
                  <a:pt x="41" y="47"/>
                  <a:pt x="42" y="47"/>
                </a:cubicBezTo>
                <a:cubicBezTo>
                  <a:pt x="43" y="46"/>
                  <a:pt x="44" y="46"/>
                  <a:pt x="45" y="45"/>
                </a:cubicBezTo>
                <a:cubicBezTo>
                  <a:pt x="46" y="44"/>
                  <a:pt x="47" y="43"/>
                  <a:pt x="47" y="42"/>
                </a:cubicBezTo>
                <a:cubicBezTo>
                  <a:pt x="48" y="41"/>
                  <a:pt x="48" y="39"/>
                  <a:pt x="48" y="38"/>
                </a:cubicBezTo>
                <a:cubicBezTo>
                  <a:pt x="48" y="37"/>
                  <a:pt x="48" y="35"/>
                  <a:pt x="47" y="34"/>
                </a:cubicBezTo>
                <a:cubicBezTo>
                  <a:pt x="47" y="33"/>
                  <a:pt x="46" y="32"/>
                  <a:pt x="45" y="31"/>
                </a:cubicBezTo>
                <a:cubicBezTo>
                  <a:pt x="44" y="30"/>
                  <a:pt x="43" y="30"/>
                  <a:pt x="42" y="29"/>
                </a:cubicBezTo>
                <a:cubicBezTo>
                  <a:pt x="41" y="29"/>
                  <a:pt x="40" y="28"/>
                  <a:pt x="38" y="28"/>
                </a:cubicBezTo>
                <a:cubicBezTo>
                  <a:pt x="37" y="28"/>
                  <a:pt x="36" y="29"/>
                  <a:pt x="35" y="29"/>
                </a:cubicBezTo>
                <a:cubicBezTo>
                  <a:pt x="33" y="30"/>
                  <a:pt x="32" y="30"/>
                  <a:pt x="32" y="31"/>
                </a:cubicBezTo>
                <a:cubicBezTo>
                  <a:pt x="31" y="32"/>
                  <a:pt x="30" y="33"/>
                  <a:pt x="30" y="34"/>
                </a:cubicBezTo>
                <a:cubicBezTo>
                  <a:pt x="29" y="35"/>
                  <a:pt x="29" y="37"/>
                  <a:pt x="29" y="38"/>
                </a:cubicBezTo>
                <a:cubicBezTo>
                  <a:pt x="29" y="39"/>
                  <a:pt x="29" y="41"/>
                  <a:pt x="30" y="42"/>
                </a:cubicBezTo>
                <a:cubicBezTo>
                  <a:pt x="30" y="43"/>
                  <a:pt x="31" y="44"/>
                  <a:pt x="32" y="45"/>
                </a:cubicBezTo>
                <a:cubicBezTo>
                  <a:pt x="32" y="46"/>
                  <a:pt x="33" y="46"/>
                  <a:pt x="35" y="47"/>
                </a:cubicBezTo>
                <a:cubicBezTo>
                  <a:pt x="36" y="47"/>
                  <a:pt x="37" y="48"/>
                  <a:pt x="38" y="48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8091488" y="1688296"/>
            <a:ext cx="300038" cy="274638"/>
          </a:xfrm>
          <a:custGeom>
            <a:avLst/>
            <a:gdLst>
              <a:gd name="T0" fmla="*/ 80 w 80"/>
              <a:gd name="T1" fmla="*/ 20 h 73"/>
              <a:gd name="T2" fmla="*/ 76 w 80"/>
              <a:gd name="T3" fmla="*/ 73 h 73"/>
              <a:gd name="T4" fmla="*/ 0 w 80"/>
              <a:gd name="T5" fmla="*/ 69 h 73"/>
              <a:gd name="T6" fmla="*/ 5 w 80"/>
              <a:gd name="T7" fmla="*/ 16 h 73"/>
              <a:gd name="T8" fmla="*/ 7 w 80"/>
              <a:gd name="T9" fmla="*/ 0 h 73"/>
              <a:gd name="T10" fmla="*/ 77 w 80"/>
              <a:gd name="T11" fmla="*/ 20 h 73"/>
              <a:gd name="T12" fmla="*/ 3 w 80"/>
              <a:gd name="T13" fmla="*/ 20 h 73"/>
              <a:gd name="T14" fmla="*/ 77 w 80"/>
              <a:gd name="T15" fmla="*/ 70 h 73"/>
              <a:gd name="T16" fmla="*/ 7 w 80"/>
              <a:gd name="T17" fmla="*/ 45 h 73"/>
              <a:gd name="T18" fmla="*/ 11 w 80"/>
              <a:gd name="T19" fmla="*/ 44 h 73"/>
              <a:gd name="T20" fmla="*/ 12 w 80"/>
              <a:gd name="T21" fmla="*/ 36 h 73"/>
              <a:gd name="T22" fmla="*/ 12 w 80"/>
              <a:gd name="T23" fmla="*/ 51 h 73"/>
              <a:gd name="T24" fmla="*/ 10 w 80"/>
              <a:gd name="T25" fmla="*/ 55 h 73"/>
              <a:gd name="T26" fmla="*/ 20 w 80"/>
              <a:gd name="T27" fmla="*/ 58 h 73"/>
              <a:gd name="T28" fmla="*/ 16 w 80"/>
              <a:gd name="T29" fmla="*/ 60 h 73"/>
              <a:gd name="T30" fmla="*/ 16 w 80"/>
              <a:gd name="T31" fmla="*/ 28 h 73"/>
              <a:gd name="T32" fmla="*/ 20 w 80"/>
              <a:gd name="T33" fmla="*/ 29 h 73"/>
              <a:gd name="T34" fmla="*/ 22 w 80"/>
              <a:gd name="T35" fmla="*/ 41 h 73"/>
              <a:gd name="T36" fmla="*/ 20 w 80"/>
              <a:gd name="T37" fmla="*/ 36 h 73"/>
              <a:gd name="T38" fmla="*/ 20 w 80"/>
              <a:gd name="T39" fmla="*/ 51 h 73"/>
              <a:gd name="T40" fmla="*/ 29 w 80"/>
              <a:gd name="T41" fmla="*/ 22 h 73"/>
              <a:gd name="T42" fmla="*/ 27 w 80"/>
              <a:gd name="T43" fmla="*/ 26 h 73"/>
              <a:gd name="T44" fmla="*/ 31 w 80"/>
              <a:gd name="T45" fmla="*/ 32 h 73"/>
              <a:gd name="T46" fmla="*/ 26 w 80"/>
              <a:gd name="T47" fmla="*/ 34 h 73"/>
              <a:gd name="T48" fmla="*/ 31 w 80"/>
              <a:gd name="T49" fmla="*/ 44 h 73"/>
              <a:gd name="T50" fmla="*/ 27 w 80"/>
              <a:gd name="T51" fmla="*/ 42 h 73"/>
              <a:gd name="T52" fmla="*/ 31 w 80"/>
              <a:gd name="T53" fmla="*/ 55 h 73"/>
              <a:gd name="T54" fmla="*/ 29 w 80"/>
              <a:gd name="T55" fmla="*/ 51 h 73"/>
              <a:gd name="T56" fmla="*/ 29 w 80"/>
              <a:gd name="T57" fmla="*/ 65 h 73"/>
              <a:gd name="T58" fmla="*/ 38 w 80"/>
              <a:gd name="T59" fmla="*/ 41 h 73"/>
              <a:gd name="T60" fmla="*/ 39 w 80"/>
              <a:gd name="T61" fmla="*/ 37 h 73"/>
              <a:gd name="T62" fmla="*/ 39 w 80"/>
              <a:gd name="T63" fmla="*/ 50 h 73"/>
              <a:gd name="T64" fmla="*/ 38 w 80"/>
              <a:gd name="T65" fmla="*/ 46 h 73"/>
              <a:gd name="T66" fmla="*/ 42 w 80"/>
              <a:gd name="T67" fmla="*/ 28 h 73"/>
              <a:gd name="T68" fmla="*/ 38 w 80"/>
              <a:gd name="T69" fmla="*/ 26 h 73"/>
              <a:gd name="T70" fmla="*/ 41 w 80"/>
              <a:gd name="T71" fmla="*/ 61 h 73"/>
              <a:gd name="T72" fmla="*/ 39 w 80"/>
              <a:gd name="T73" fmla="*/ 57 h 73"/>
              <a:gd name="T74" fmla="*/ 46 w 80"/>
              <a:gd name="T75" fmla="*/ 32 h 73"/>
              <a:gd name="T76" fmla="*/ 46 w 80"/>
              <a:gd name="T77" fmla="*/ 51 h 73"/>
              <a:gd name="T78" fmla="*/ 44 w 80"/>
              <a:gd name="T79" fmla="*/ 55 h 73"/>
              <a:gd name="T80" fmla="*/ 51 w 80"/>
              <a:gd name="T81" fmla="*/ 42 h 73"/>
              <a:gd name="T82" fmla="*/ 47 w 80"/>
              <a:gd name="T83" fmla="*/ 44 h 73"/>
              <a:gd name="T84" fmla="*/ 69 w 80"/>
              <a:gd name="T85" fmla="*/ 27 h 73"/>
              <a:gd name="T86" fmla="*/ 68 w 80"/>
              <a:gd name="T87" fmla="*/ 34 h 73"/>
              <a:gd name="T88" fmla="*/ 61 w 80"/>
              <a:gd name="T89" fmla="*/ 30 h 73"/>
              <a:gd name="T90" fmla="*/ 66 w 80"/>
              <a:gd name="T91" fmla="*/ 38 h 73"/>
              <a:gd name="T92" fmla="*/ 70 w 80"/>
              <a:gd name="T93" fmla="*/ 45 h 73"/>
              <a:gd name="T94" fmla="*/ 62 w 80"/>
              <a:gd name="T95" fmla="*/ 46 h 73"/>
              <a:gd name="T96" fmla="*/ 64 w 80"/>
              <a:gd name="T97" fmla="*/ 39 h 73"/>
              <a:gd name="T98" fmla="*/ 67 w 80"/>
              <a:gd name="T99" fmla="*/ 29 h 73"/>
              <a:gd name="T100" fmla="*/ 66 w 80"/>
              <a:gd name="T101" fmla="*/ 32 h 73"/>
              <a:gd name="T102" fmla="*/ 66 w 80"/>
              <a:gd name="T103" fmla="*/ 41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" h="73">
                <a:moveTo>
                  <a:pt x="77" y="16"/>
                </a:moveTo>
                <a:cubicBezTo>
                  <a:pt x="77" y="16"/>
                  <a:pt x="77" y="16"/>
                  <a:pt x="78" y="16"/>
                </a:cubicBezTo>
                <a:cubicBezTo>
                  <a:pt x="78" y="17"/>
                  <a:pt x="79" y="17"/>
                  <a:pt x="79" y="17"/>
                </a:cubicBezTo>
                <a:cubicBezTo>
                  <a:pt x="79" y="18"/>
                  <a:pt x="80" y="18"/>
                  <a:pt x="80" y="19"/>
                </a:cubicBezTo>
                <a:cubicBezTo>
                  <a:pt x="80" y="19"/>
                  <a:pt x="80" y="20"/>
                  <a:pt x="80" y="20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70"/>
                  <a:pt x="80" y="71"/>
                </a:cubicBezTo>
                <a:cubicBezTo>
                  <a:pt x="79" y="71"/>
                  <a:pt x="79" y="72"/>
                  <a:pt x="79" y="72"/>
                </a:cubicBezTo>
                <a:cubicBezTo>
                  <a:pt x="78" y="72"/>
                  <a:pt x="78" y="73"/>
                  <a:pt x="77" y="73"/>
                </a:cubicBezTo>
                <a:cubicBezTo>
                  <a:pt x="77" y="73"/>
                  <a:pt x="76" y="73"/>
                  <a:pt x="76" y="73"/>
                </a:cubicBezTo>
                <a:cubicBezTo>
                  <a:pt x="5" y="73"/>
                  <a:pt x="5" y="73"/>
                  <a:pt x="5" y="73"/>
                </a:cubicBezTo>
                <a:cubicBezTo>
                  <a:pt x="4" y="73"/>
                  <a:pt x="3" y="73"/>
                  <a:pt x="3" y="73"/>
                </a:cubicBezTo>
                <a:cubicBezTo>
                  <a:pt x="2" y="73"/>
                  <a:pt x="2" y="72"/>
                  <a:pt x="2" y="72"/>
                </a:cubicBezTo>
                <a:cubicBezTo>
                  <a:pt x="1" y="72"/>
                  <a:pt x="1" y="71"/>
                  <a:pt x="1" y="71"/>
                </a:cubicBezTo>
                <a:cubicBezTo>
                  <a:pt x="0" y="70"/>
                  <a:pt x="0" y="69"/>
                  <a:pt x="0" y="6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8"/>
                </a:cubicBezTo>
                <a:cubicBezTo>
                  <a:pt x="1" y="18"/>
                  <a:pt x="1" y="17"/>
                  <a:pt x="2" y="17"/>
                </a:cubicBezTo>
                <a:cubicBezTo>
                  <a:pt x="2" y="17"/>
                  <a:pt x="2" y="16"/>
                  <a:pt x="3" y="16"/>
                </a:cubicBezTo>
                <a:cubicBezTo>
                  <a:pt x="3" y="16"/>
                  <a:pt x="4" y="16"/>
                  <a:pt x="5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2"/>
                </a:cubicBezTo>
                <a:cubicBezTo>
                  <a:pt x="7" y="2"/>
                  <a:pt x="6" y="1"/>
                  <a:pt x="7" y="1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0"/>
                  <a:pt x="8" y="0"/>
                </a:cubicBezTo>
                <a:cubicBezTo>
                  <a:pt x="76" y="16"/>
                  <a:pt x="76" y="16"/>
                  <a:pt x="76" y="16"/>
                </a:cubicBezTo>
                <a:lnTo>
                  <a:pt x="77" y="16"/>
                </a:lnTo>
                <a:close/>
                <a:moveTo>
                  <a:pt x="77" y="69"/>
                </a:moveTo>
                <a:cubicBezTo>
                  <a:pt x="77" y="20"/>
                  <a:pt x="77" y="20"/>
                  <a:pt x="77" y="20"/>
                </a:cubicBezTo>
                <a:cubicBezTo>
                  <a:pt x="77" y="20"/>
                  <a:pt x="77" y="19"/>
                  <a:pt x="77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3" y="20"/>
                  <a:pt x="3" y="20"/>
                </a:cubicBezTo>
                <a:cubicBezTo>
                  <a:pt x="3" y="69"/>
                  <a:pt x="3" y="69"/>
                  <a:pt x="3" y="69"/>
                </a:cubicBezTo>
                <a:cubicBezTo>
                  <a:pt x="3" y="69"/>
                  <a:pt x="4" y="69"/>
                  <a:pt x="4" y="70"/>
                </a:cubicBezTo>
                <a:cubicBezTo>
                  <a:pt x="4" y="70"/>
                  <a:pt x="4" y="70"/>
                  <a:pt x="5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7" y="70"/>
                </a:cubicBezTo>
                <a:cubicBezTo>
                  <a:pt x="77" y="69"/>
                  <a:pt x="77" y="69"/>
                  <a:pt x="77" y="69"/>
                </a:cubicBezTo>
                <a:close/>
                <a:moveTo>
                  <a:pt x="11" y="44"/>
                </a:moveTo>
                <a:cubicBezTo>
                  <a:pt x="11" y="44"/>
                  <a:pt x="11" y="45"/>
                  <a:pt x="11" y="45"/>
                </a:cubicBezTo>
                <a:cubicBezTo>
                  <a:pt x="10" y="46"/>
                  <a:pt x="10" y="46"/>
                  <a:pt x="9" y="46"/>
                </a:cubicBezTo>
                <a:cubicBezTo>
                  <a:pt x="8" y="46"/>
                  <a:pt x="8" y="46"/>
                  <a:pt x="7" y="45"/>
                </a:cubicBezTo>
                <a:cubicBezTo>
                  <a:pt x="7" y="45"/>
                  <a:pt x="7" y="44"/>
                  <a:pt x="7" y="44"/>
                </a:cubicBezTo>
                <a:cubicBezTo>
                  <a:pt x="7" y="43"/>
                  <a:pt x="7" y="42"/>
                  <a:pt x="7" y="42"/>
                </a:cubicBezTo>
                <a:cubicBezTo>
                  <a:pt x="8" y="42"/>
                  <a:pt x="8" y="41"/>
                  <a:pt x="9" y="41"/>
                </a:cubicBezTo>
                <a:cubicBezTo>
                  <a:pt x="10" y="41"/>
                  <a:pt x="10" y="42"/>
                  <a:pt x="11" y="42"/>
                </a:cubicBezTo>
                <a:cubicBezTo>
                  <a:pt x="11" y="42"/>
                  <a:pt x="11" y="43"/>
                  <a:pt x="11" y="44"/>
                </a:cubicBezTo>
                <a:close/>
                <a:moveTo>
                  <a:pt x="12" y="32"/>
                </a:moveTo>
                <a:cubicBezTo>
                  <a:pt x="13" y="32"/>
                  <a:pt x="13" y="32"/>
                  <a:pt x="14" y="32"/>
                </a:cubicBezTo>
                <a:cubicBezTo>
                  <a:pt x="14" y="33"/>
                  <a:pt x="15" y="33"/>
                  <a:pt x="15" y="34"/>
                </a:cubicBezTo>
                <a:cubicBezTo>
                  <a:pt x="15" y="35"/>
                  <a:pt x="14" y="35"/>
                  <a:pt x="14" y="36"/>
                </a:cubicBezTo>
                <a:cubicBezTo>
                  <a:pt x="13" y="36"/>
                  <a:pt x="13" y="36"/>
                  <a:pt x="12" y="36"/>
                </a:cubicBezTo>
                <a:cubicBezTo>
                  <a:pt x="11" y="36"/>
                  <a:pt x="11" y="36"/>
                  <a:pt x="10" y="36"/>
                </a:cubicBezTo>
                <a:cubicBezTo>
                  <a:pt x="10" y="35"/>
                  <a:pt x="10" y="35"/>
                  <a:pt x="10" y="34"/>
                </a:cubicBezTo>
                <a:cubicBezTo>
                  <a:pt x="10" y="33"/>
                  <a:pt x="10" y="33"/>
                  <a:pt x="10" y="32"/>
                </a:cubicBezTo>
                <a:cubicBezTo>
                  <a:pt x="11" y="32"/>
                  <a:pt x="11" y="32"/>
                  <a:pt x="12" y="32"/>
                </a:cubicBezTo>
                <a:close/>
                <a:moveTo>
                  <a:pt x="12" y="51"/>
                </a:moveTo>
                <a:cubicBezTo>
                  <a:pt x="13" y="51"/>
                  <a:pt x="13" y="51"/>
                  <a:pt x="14" y="52"/>
                </a:cubicBezTo>
                <a:cubicBezTo>
                  <a:pt x="14" y="52"/>
                  <a:pt x="15" y="53"/>
                  <a:pt x="15" y="53"/>
                </a:cubicBezTo>
                <a:cubicBezTo>
                  <a:pt x="15" y="54"/>
                  <a:pt x="14" y="55"/>
                  <a:pt x="14" y="55"/>
                </a:cubicBezTo>
                <a:cubicBezTo>
                  <a:pt x="13" y="56"/>
                  <a:pt x="13" y="56"/>
                  <a:pt x="12" y="56"/>
                </a:cubicBezTo>
                <a:cubicBezTo>
                  <a:pt x="11" y="56"/>
                  <a:pt x="11" y="56"/>
                  <a:pt x="10" y="55"/>
                </a:cubicBezTo>
                <a:cubicBezTo>
                  <a:pt x="10" y="55"/>
                  <a:pt x="10" y="54"/>
                  <a:pt x="10" y="53"/>
                </a:cubicBezTo>
                <a:cubicBezTo>
                  <a:pt x="10" y="53"/>
                  <a:pt x="10" y="52"/>
                  <a:pt x="10" y="52"/>
                </a:cubicBezTo>
                <a:cubicBezTo>
                  <a:pt x="11" y="51"/>
                  <a:pt x="11" y="51"/>
                  <a:pt x="12" y="51"/>
                </a:cubicBezTo>
                <a:close/>
                <a:moveTo>
                  <a:pt x="18" y="57"/>
                </a:moveTo>
                <a:cubicBezTo>
                  <a:pt x="19" y="57"/>
                  <a:pt x="20" y="58"/>
                  <a:pt x="20" y="58"/>
                </a:cubicBezTo>
                <a:cubicBezTo>
                  <a:pt x="21" y="58"/>
                  <a:pt x="21" y="59"/>
                  <a:pt x="21" y="60"/>
                </a:cubicBezTo>
                <a:cubicBezTo>
                  <a:pt x="21" y="60"/>
                  <a:pt x="21" y="61"/>
                  <a:pt x="20" y="61"/>
                </a:cubicBezTo>
                <a:cubicBezTo>
                  <a:pt x="20" y="62"/>
                  <a:pt x="19" y="62"/>
                  <a:pt x="18" y="62"/>
                </a:cubicBezTo>
                <a:cubicBezTo>
                  <a:pt x="18" y="62"/>
                  <a:pt x="17" y="62"/>
                  <a:pt x="17" y="61"/>
                </a:cubicBezTo>
                <a:cubicBezTo>
                  <a:pt x="16" y="61"/>
                  <a:pt x="16" y="60"/>
                  <a:pt x="16" y="60"/>
                </a:cubicBezTo>
                <a:cubicBezTo>
                  <a:pt x="16" y="59"/>
                  <a:pt x="16" y="58"/>
                  <a:pt x="17" y="58"/>
                </a:cubicBezTo>
                <a:cubicBezTo>
                  <a:pt x="17" y="58"/>
                  <a:pt x="18" y="57"/>
                  <a:pt x="18" y="57"/>
                </a:cubicBezTo>
                <a:close/>
                <a:moveTo>
                  <a:pt x="19" y="30"/>
                </a:moveTo>
                <a:cubicBezTo>
                  <a:pt x="18" y="30"/>
                  <a:pt x="17" y="30"/>
                  <a:pt x="17" y="29"/>
                </a:cubicBezTo>
                <a:cubicBezTo>
                  <a:pt x="16" y="29"/>
                  <a:pt x="16" y="28"/>
                  <a:pt x="16" y="28"/>
                </a:cubicBezTo>
                <a:cubicBezTo>
                  <a:pt x="16" y="27"/>
                  <a:pt x="16" y="26"/>
                  <a:pt x="17" y="26"/>
                </a:cubicBezTo>
                <a:cubicBezTo>
                  <a:pt x="17" y="25"/>
                  <a:pt x="18" y="25"/>
                  <a:pt x="19" y="25"/>
                </a:cubicBezTo>
                <a:cubicBezTo>
                  <a:pt x="19" y="25"/>
                  <a:pt x="20" y="25"/>
                  <a:pt x="20" y="26"/>
                </a:cubicBezTo>
                <a:cubicBezTo>
                  <a:pt x="21" y="26"/>
                  <a:pt x="21" y="27"/>
                  <a:pt x="21" y="28"/>
                </a:cubicBezTo>
                <a:cubicBezTo>
                  <a:pt x="21" y="28"/>
                  <a:pt x="21" y="29"/>
                  <a:pt x="20" y="29"/>
                </a:cubicBezTo>
                <a:cubicBezTo>
                  <a:pt x="20" y="30"/>
                  <a:pt x="19" y="30"/>
                  <a:pt x="19" y="30"/>
                </a:cubicBezTo>
                <a:close/>
                <a:moveTo>
                  <a:pt x="20" y="36"/>
                </a:moveTo>
                <a:cubicBezTo>
                  <a:pt x="21" y="36"/>
                  <a:pt x="21" y="37"/>
                  <a:pt x="22" y="37"/>
                </a:cubicBezTo>
                <a:cubicBezTo>
                  <a:pt x="22" y="38"/>
                  <a:pt x="23" y="38"/>
                  <a:pt x="23" y="39"/>
                </a:cubicBezTo>
                <a:cubicBezTo>
                  <a:pt x="23" y="40"/>
                  <a:pt x="22" y="40"/>
                  <a:pt x="22" y="41"/>
                </a:cubicBezTo>
                <a:cubicBezTo>
                  <a:pt x="21" y="41"/>
                  <a:pt x="21" y="41"/>
                  <a:pt x="20" y="41"/>
                </a:cubicBezTo>
                <a:cubicBezTo>
                  <a:pt x="19" y="41"/>
                  <a:pt x="19" y="41"/>
                  <a:pt x="18" y="41"/>
                </a:cubicBezTo>
                <a:cubicBezTo>
                  <a:pt x="18" y="40"/>
                  <a:pt x="18" y="40"/>
                  <a:pt x="18" y="39"/>
                </a:cubicBezTo>
                <a:cubicBezTo>
                  <a:pt x="18" y="38"/>
                  <a:pt x="18" y="38"/>
                  <a:pt x="18" y="37"/>
                </a:cubicBezTo>
                <a:cubicBezTo>
                  <a:pt x="19" y="37"/>
                  <a:pt x="19" y="36"/>
                  <a:pt x="20" y="36"/>
                </a:cubicBezTo>
                <a:close/>
                <a:moveTo>
                  <a:pt x="20" y="46"/>
                </a:moveTo>
                <a:cubicBezTo>
                  <a:pt x="21" y="46"/>
                  <a:pt x="21" y="46"/>
                  <a:pt x="22" y="47"/>
                </a:cubicBezTo>
                <a:cubicBezTo>
                  <a:pt x="22" y="47"/>
                  <a:pt x="23" y="48"/>
                  <a:pt x="23" y="48"/>
                </a:cubicBezTo>
                <a:cubicBezTo>
                  <a:pt x="23" y="49"/>
                  <a:pt x="22" y="50"/>
                  <a:pt x="22" y="50"/>
                </a:cubicBezTo>
                <a:cubicBezTo>
                  <a:pt x="21" y="51"/>
                  <a:pt x="21" y="51"/>
                  <a:pt x="20" y="51"/>
                </a:cubicBezTo>
                <a:cubicBezTo>
                  <a:pt x="19" y="51"/>
                  <a:pt x="19" y="51"/>
                  <a:pt x="18" y="50"/>
                </a:cubicBezTo>
                <a:cubicBezTo>
                  <a:pt x="18" y="50"/>
                  <a:pt x="18" y="49"/>
                  <a:pt x="18" y="48"/>
                </a:cubicBezTo>
                <a:cubicBezTo>
                  <a:pt x="18" y="48"/>
                  <a:pt x="18" y="47"/>
                  <a:pt x="18" y="47"/>
                </a:cubicBezTo>
                <a:cubicBezTo>
                  <a:pt x="19" y="46"/>
                  <a:pt x="19" y="46"/>
                  <a:pt x="20" y="46"/>
                </a:cubicBezTo>
                <a:close/>
                <a:moveTo>
                  <a:pt x="29" y="22"/>
                </a:moveTo>
                <a:cubicBezTo>
                  <a:pt x="30" y="22"/>
                  <a:pt x="30" y="22"/>
                  <a:pt x="31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1" y="25"/>
                  <a:pt x="31" y="26"/>
                  <a:pt x="31" y="26"/>
                </a:cubicBezTo>
                <a:cubicBezTo>
                  <a:pt x="30" y="27"/>
                  <a:pt x="30" y="27"/>
                  <a:pt x="29" y="27"/>
                </a:cubicBezTo>
                <a:cubicBezTo>
                  <a:pt x="28" y="27"/>
                  <a:pt x="28" y="27"/>
                  <a:pt x="27" y="26"/>
                </a:cubicBezTo>
                <a:cubicBezTo>
                  <a:pt x="27" y="26"/>
                  <a:pt x="26" y="25"/>
                  <a:pt x="26" y="24"/>
                </a:cubicBezTo>
                <a:cubicBezTo>
                  <a:pt x="26" y="24"/>
                  <a:pt x="27" y="23"/>
                  <a:pt x="27" y="23"/>
                </a:cubicBezTo>
                <a:cubicBezTo>
                  <a:pt x="28" y="22"/>
                  <a:pt x="28" y="22"/>
                  <a:pt x="29" y="22"/>
                </a:cubicBezTo>
                <a:close/>
                <a:moveTo>
                  <a:pt x="29" y="32"/>
                </a:moveTo>
                <a:cubicBezTo>
                  <a:pt x="30" y="32"/>
                  <a:pt x="30" y="32"/>
                  <a:pt x="31" y="32"/>
                </a:cubicBezTo>
                <a:cubicBezTo>
                  <a:pt x="31" y="33"/>
                  <a:pt x="31" y="33"/>
                  <a:pt x="31" y="34"/>
                </a:cubicBezTo>
                <a:cubicBezTo>
                  <a:pt x="31" y="35"/>
                  <a:pt x="31" y="35"/>
                  <a:pt x="31" y="36"/>
                </a:cubicBezTo>
                <a:cubicBezTo>
                  <a:pt x="30" y="36"/>
                  <a:pt x="30" y="36"/>
                  <a:pt x="29" y="36"/>
                </a:cubicBezTo>
                <a:cubicBezTo>
                  <a:pt x="28" y="36"/>
                  <a:pt x="28" y="36"/>
                  <a:pt x="27" y="36"/>
                </a:cubicBezTo>
                <a:cubicBezTo>
                  <a:pt x="27" y="35"/>
                  <a:pt x="26" y="35"/>
                  <a:pt x="26" y="34"/>
                </a:cubicBezTo>
                <a:cubicBezTo>
                  <a:pt x="26" y="33"/>
                  <a:pt x="27" y="33"/>
                  <a:pt x="27" y="32"/>
                </a:cubicBezTo>
                <a:cubicBezTo>
                  <a:pt x="28" y="32"/>
                  <a:pt x="28" y="32"/>
                  <a:pt x="29" y="32"/>
                </a:cubicBezTo>
                <a:close/>
                <a:moveTo>
                  <a:pt x="29" y="41"/>
                </a:moveTo>
                <a:cubicBezTo>
                  <a:pt x="30" y="41"/>
                  <a:pt x="30" y="42"/>
                  <a:pt x="31" y="42"/>
                </a:cubicBezTo>
                <a:cubicBezTo>
                  <a:pt x="31" y="42"/>
                  <a:pt x="31" y="43"/>
                  <a:pt x="31" y="44"/>
                </a:cubicBezTo>
                <a:cubicBezTo>
                  <a:pt x="31" y="44"/>
                  <a:pt x="31" y="45"/>
                  <a:pt x="31" y="45"/>
                </a:cubicBezTo>
                <a:cubicBezTo>
                  <a:pt x="30" y="46"/>
                  <a:pt x="30" y="46"/>
                  <a:pt x="29" y="46"/>
                </a:cubicBezTo>
                <a:cubicBezTo>
                  <a:pt x="28" y="46"/>
                  <a:pt x="28" y="46"/>
                  <a:pt x="27" y="45"/>
                </a:cubicBezTo>
                <a:cubicBezTo>
                  <a:pt x="27" y="45"/>
                  <a:pt x="26" y="44"/>
                  <a:pt x="26" y="44"/>
                </a:cubicBezTo>
                <a:cubicBezTo>
                  <a:pt x="26" y="43"/>
                  <a:pt x="27" y="42"/>
                  <a:pt x="27" y="42"/>
                </a:cubicBezTo>
                <a:cubicBezTo>
                  <a:pt x="28" y="42"/>
                  <a:pt x="28" y="41"/>
                  <a:pt x="29" y="41"/>
                </a:cubicBezTo>
                <a:close/>
                <a:moveTo>
                  <a:pt x="29" y="51"/>
                </a:moveTo>
                <a:cubicBezTo>
                  <a:pt x="30" y="51"/>
                  <a:pt x="30" y="51"/>
                  <a:pt x="31" y="52"/>
                </a:cubicBezTo>
                <a:cubicBezTo>
                  <a:pt x="31" y="52"/>
                  <a:pt x="31" y="53"/>
                  <a:pt x="31" y="53"/>
                </a:cubicBezTo>
                <a:cubicBezTo>
                  <a:pt x="31" y="54"/>
                  <a:pt x="31" y="55"/>
                  <a:pt x="31" y="55"/>
                </a:cubicBezTo>
                <a:cubicBezTo>
                  <a:pt x="30" y="56"/>
                  <a:pt x="30" y="56"/>
                  <a:pt x="29" y="56"/>
                </a:cubicBezTo>
                <a:cubicBezTo>
                  <a:pt x="28" y="56"/>
                  <a:pt x="28" y="56"/>
                  <a:pt x="27" y="55"/>
                </a:cubicBezTo>
                <a:cubicBezTo>
                  <a:pt x="27" y="55"/>
                  <a:pt x="26" y="54"/>
                  <a:pt x="26" y="53"/>
                </a:cubicBezTo>
                <a:cubicBezTo>
                  <a:pt x="26" y="53"/>
                  <a:pt x="27" y="52"/>
                  <a:pt x="27" y="52"/>
                </a:cubicBezTo>
                <a:cubicBezTo>
                  <a:pt x="28" y="51"/>
                  <a:pt x="28" y="51"/>
                  <a:pt x="29" y="51"/>
                </a:cubicBezTo>
                <a:close/>
                <a:moveTo>
                  <a:pt x="29" y="60"/>
                </a:moveTo>
                <a:cubicBezTo>
                  <a:pt x="30" y="60"/>
                  <a:pt x="30" y="61"/>
                  <a:pt x="31" y="61"/>
                </a:cubicBezTo>
                <a:cubicBezTo>
                  <a:pt x="31" y="62"/>
                  <a:pt x="31" y="62"/>
                  <a:pt x="31" y="63"/>
                </a:cubicBezTo>
                <a:cubicBezTo>
                  <a:pt x="31" y="64"/>
                  <a:pt x="31" y="64"/>
                  <a:pt x="31" y="65"/>
                </a:cubicBezTo>
                <a:cubicBezTo>
                  <a:pt x="30" y="65"/>
                  <a:pt x="30" y="65"/>
                  <a:pt x="29" y="65"/>
                </a:cubicBezTo>
                <a:cubicBezTo>
                  <a:pt x="28" y="65"/>
                  <a:pt x="28" y="65"/>
                  <a:pt x="27" y="65"/>
                </a:cubicBezTo>
                <a:cubicBezTo>
                  <a:pt x="27" y="64"/>
                  <a:pt x="26" y="64"/>
                  <a:pt x="26" y="63"/>
                </a:cubicBezTo>
                <a:cubicBezTo>
                  <a:pt x="26" y="62"/>
                  <a:pt x="27" y="62"/>
                  <a:pt x="27" y="61"/>
                </a:cubicBezTo>
                <a:cubicBezTo>
                  <a:pt x="28" y="61"/>
                  <a:pt x="28" y="60"/>
                  <a:pt x="29" y="60"/>
                </a:cubicBezTo>
                <a:close/>
                <a:moveTo>
                  <a:pt x="38" y="41"/>
                </a:moveTo>
                <a:cubicBezTo>
                  <a:pt x="37" y="41"/>
                  <a:pt x="37" y="41"/>
                  <a:pt x="36" y="41"/>
                </a:cubicBezTo>
                <a:cubicBezTo>
                  <a:pt x="36" y="40"/>
                  <a:pt x="35" y="40"/>
                  <a:pt x="35" y="39"/>
                </a:cubicBezTo>
                <a:cubicBezTo>
                  <a:pt x="35" y="38"/>
                  <a:pt x="36" y="38"/>
                  <a:pt x="36" y="37"/>
                </a:cubicBezTo>
                <a:cubicBezTo>
                  <a:pt x="37" y="37"/>
                  <a:pt x="37" y="36"/>
                  <a:pt x="38" y="36"/>
                </a:cubicBezTo>
                <a:cubicBezTo>
                  <a:pt x="38" y="36"/>
                  <a:pt x="39" y="37"/>
                  <a:pt x="39" y="37"/>
                </a:cubicBezTo>
                <a:cubicBezTo>
                  <a:pt x="40" y="38"/>
                  <a:pt x="40" y="38"/>
                  <a:pt x="40" y="39"/>
                </a:cubicBezTo>
                <a:cubicBezTo>
                  <a:pt x="40" y="40"/>
                  <a:pt x="40" y="40"/>
                  <a:pt x="39" y="41"/>
                </a:cubicBezTo>
                <a:cubicBezTo>
                  <a:pt x="39" y="41"/>
                  <a:pt x="38" y="41"/>
                  <a:pt x="38" y="41"/>
                </a:cubicBezTo>
                <a:close/>
                <a:moveTo>
                  <a:pt x="40" y="48"/>
                </a:moveTo>
                <a:cubicBezTo>
                  <a:pt x="40" y="49"/>
                  <a:pt x="40" y="50"/>
                  <a:pt x="39" y="50"/>
                </a:cubicBezTo>
                <a:cubicBezTo>
                  <a:pt x="39" y="51"/>
                  <a:pt x="38" y="51"/>
                  <a:pt x="38" y="51"/>
                </a:cubicBezTo>
                <a:cubicBezTo>
                  <a:pt x="37" y="51"/>
                  <a:pt x="37" y="51"/>
                  <a:pt x="36" y="50"/>
                </a:cubicBezTo>
                <a:cubicBezTo>
                  <a:pt x="36" y="50"/>
                  <a:pt x="35" y="49"/>
                  <a:pt x="35" y="48"/>
                </a:cubicBezTo>
                <a:cubicBezTo>
                  <a:pt x="35" y="48"/>
                  <a:pt x="36" y="47"/>
                  <a:pt x="36" y="47"/>
                </a:cubicBezTo>
                <a:cubicBezTo>
                  <a:pt x="37" y="46"/>
                  <a:pt x="37" y="46"/>
                  <a:pt x="38" y="46"/>
                </a:cubicBezTo>
                <a:cubicBezTo>
                  <a:pt x="38" y="46"/>
                  <a:pt x="39" y="46"/>
                  <a:pt x="39" y="47"/>
                </a:cubicBezTo>
                <a:cubicBezTo>
                  <a:pt x="40" y="47"/>
                  <a:pt x="40" y="48"/>
                  <a:pt x="40" y="48"/>
                </a:cubicBezTo>
                <a:close/>
                <a:moveTo>
                  <a:pt x="39" y="25"/>
                </a:moveTo>
                <a:cubicBezTo>
                  <a:pt x="40" y="25"/>
                  <a:pt x="41" y="25"/>
                  <a:pt x="41" y="26"/>
                </a:cubicBezTo>
                <a:cubicBezTo>
                  <a:pt x="41" y="26"/>
                  <a:pt x="42" y="27"/>
                  <a:pt x="42" y="28"/>
                </a:cubicBezTo>
                <a:cubicBezTo>
                  <a:pt x="42" y="28"/>
                  <a:pt x="41" y="29"/>
                  <a:pt x="41" y="29"/>
                </a:cubicBezTo>
                <a:cubicBezTo>
                  <a:pt x="41" y="30"/>
                  <a:pt x="40" y="30"/>
                  <a:pt x="39" y="30"/>
                </a:cubicBezTo>
                <a:cubicBezTo>
                  <a:pt x="39" y="30"/>
                  <a:pt x="38" y="30"/>
                  <a:pt x="38" y="29"/>
                </a:cubicBezTo>
                <a:cubicBezTo>
                  <a:pt x="37" y="29"/>
                  <a:pt x="37" y="28"/>
                  <a:pt x="37" y="28"/>
                </a:cubicBezTo>
                <a:cubicBezTo>
                  <a:pt x="37" y="27"/>
                  <a:pt x="37" y="26"/>
                  <a:pt x="38" y="26"/>
                </a:cubicBezTo>
                <a:cubicBezTo>
                  <a:pt x="38" y="25"/>
                  <a:pt x="39" y="25"/>
                  <a:pt x="39" y="25"/>
                </a:cubicBezTo>
                <a:close/>
                <a:moveTo>
                  <a:pt x="39" y="57"/>
                </a:moveTo>
                <a:cubicBezTo>
                  <a:pt x="40" y="57"/>
                  <a:pt x="41" y="58"/>
                  <a:pt x="41" y="58"/>
                </a:cubicBezTo>
                <a:cubicBezTo>
                  <a:pt x="41" y="58"/>
                  <a:pt x="42" y="59"/>
                  <a:pt x="42" y="60"/>
                </a:cubicBezTo>
                <a:cubicBezTo>
                  <a:pt x="42" y="60"/>
                  <a:pt x="41" y="61"/>
                  <a:pt x="41" y="61"/>
                </a:cubicBezTo>
                <a:cubicBezTo>
                  <a:pt x="41" y="62"/>
                  <a:pt x="40" y="62"/>
                  <a:pt x="39" y="62"/>
                </a:cubicBezTo>
                <a:cubicBezTo>
                  <a:pt x="39" y="62"/>
                  <a:pt x="38" y="62"/>
                  <a:pt x="38" y="61"/>
                </a:cubicBezTo>
                <a:cubicBezTo>
                  <a:pt x="37" y="61"/>
                  <a:pt x="37" y="60"/>
                  <a:pt x="37" y="60"/>
                </a:cubicBezTo>
                <a:cubicBezTo>
                  <a:pt x="37" y="59"/>
                  <a:pt x="37" y="58"/>
                  <a:pt x="38" y="58"/>
                </a:cubicBezTo>
                <a:cubicBezTo>
                  <a:pt x="38" y="58"/>
                  <a:pt x="39" y="57"/>
                  <a:pt x="39" y="57"/>
                </a:cubicBezTo>
                <a:close/>
                <a:moveTo>
                  <a:pt x="46" y="36"/>
                </a:moveTo>
                <a:cubicBezTo>
                  <a:pt x="45" y="36"/>
                  <a:pt x="45" y="36"/>
                  <a:pt x="44" y="36"/>
                </a:cubicBezTo>
                <a:cubicBezTo>
                  <a:pt x="44" y="35"/>
                  <a:pt x="43" y="35"/>
                  <a:pt x="43" y="34"/>
                </a:cubicBezTo>
                <a:cubicBezTo>
                  <a:pt x="43" y="33"/>
                  <a:pt x="44" y="33"/>
                  <a:pt x="44" y="32"/>
                </a:cubicBezTo>
                <a:cubicBezTo>
                  <a:pt x="45" y="32"/>
                  <a:pt x="45" y="32"/>
                  <a:pt x="46" y="32"/>
                </a:cubicBezTo>
                <a:cubicBezTo>
                  <a:pt x="46" y="32"/>
                  <a:pt x="47" y="32"/>
                  <a:pt x="47" y="32"/>
                </a:cubicBezTo>
                <a:cubicBezTo>
                  <a:pt x="48" y="33"/>
                  <a:pt x="48" y="33"/>
                  <a:pt x="48" y="34"/>
                </a:cubicBezTo>
                <a:cubicBezTo>
                  <a:pt x="48" y="35"/>
                  <a:pt x="48" y="35"/>
                  <a:pt x="47" y="36"/>
                </a:cubicBezTo>
                <a:cubicBezTo>
                  <a:pt x="47" y="36"/>
                  <a:pt x="46" y="36"/>
                  <a:pt x="46" y="36"/>
                </a:cubicBezTo>
                <a:close/>
                <a:moveTo>
                  <a:pt x="46" y="51"/>
                </a:moveTo>
                <a:cubicBezTo>
                  <a:pt x="46" y="51"/>
                  <a:pt x="47" y="51"/>
                  <a:pt x="47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8" y="54"/>
                  <a:pt x="48" y="55"/>
                  <a:pt x="47" y="55"/>
                </a:cubicBezTo>
                <a:cubicBezTo>
                  <a:pt x="47" y="56"/>
                  <a:pt x="46" y="56"/>
                  <a:pt x="46" y="56"/>
                </a:cubicBezTo>
                <a:cubicBezTo>
                  <a:pt x="45" y="56"/>
                  <a:pt x="45" y="56"/>
                  <a:pt x="44" y="55"/>
                </a:cubicBezTo>
                <a:cubicBezTo>
                  <a:pt x="44" y="55"/>
                  <a:pt x="43" y="54"/>
                  <a:pt x="43" y="53"/>
                </a:cubicBezTo>
                <a:cubicBezTo>
                  <a:pt x="43" y="53"/>
                  <a:pt x="44" y="52"/>
                  <a:pt x="44" y="52"/>
                </a:cubicBezTo>
                <a:cubicBezTo>
                  <a:pt x="45" y="51"/>
                  <a:pt x="45" y="51"/>
                  <a:pt x="46" y="51"/>
                </a:cubicBezTo>
                <a:close/>
                <a:moveTo>
                  <a:pt x="49" y="41"/>
                </a:moveTo>
                <a:cubicBezTo>
                  <a:pt x="50" y="41"/>
                  <a:pt x="50" y="42"/>
                  <a:pt x="51" y="42"/>
                </a:cubicBezTo>
                <a:cubicBezTo>
                  <a:pt x="51" y="42"/>
                  <a:pt x="51" y="43"/>
                  <a:pt x="51" y="44"/>
                </a:cubicBezTo>
                <a:cubicBezTo>
                  <a:pt x="51" y="44"/>
                  <a:pt x="51" y="45"/>
                  <a:pt x="51" y="45"/>
                </a:cubicBezTo>
                <a:cubicBezTo>
                  <a:pt x="50" y="46"/>
                  <a:pt x="50" y="46"/>
                  <a:pt x="49" y="46"/>
                </a:cubicBezTo>
                <a:cubicBezTo>
                  <a:pt x="48" y="46"/>
                  <a:pt x="48" y="46"/>
                  <a:pt x="47" y="45"/>
                </a:cubicBezTo>
                <a:cubicBezTo>
                  <a:pt x="47" y="45"/>
                  <a:pt x="47" y="44"/>
                  <a:pt x="47" y="44"/>
                </a:cubicBezTo>
                <a:cubicBezTo>
                  <a:pt x="47" y="43"/>
                  <a:pt x="47" y="42"/>
                  <a:pt x="47" y="42"/>
                </a:cubicBezTo>
                <a:cubicBezTo>
                  <a:pt x="48" y="42"/>
                  <a:pt x="48" y="41"/>
                  <a:pt x="49" y="41"/>
                </a:cubicBezTo>
                <a:close/>
                <a:moveTo>
                  <a:pt x="66" y="25"/>
                </a:moveTo>
                <a:cubicBezTo>
                  <a:pt x="66" y="25"/>
                  <a:pt x="67" y="25"/>
                  <a:pt x="68" y="26"/>
                </a:cubicBezTo>
                <a:cubicBezTo>
                  <a:pt x="68" y="26"/>
                  <a:pt x="69" y="26"/>
                  <a:pt x="69" y="27"/>
                </a:cubicBezTo>
                <a:cubicBezTo>
                  <a:pt x="70" y="27"/>
                  <a:pt x="70" y="28"/>
                  <a:pt x="70" y="28"/>
                </a:cubicBezTo>
                <a:cubicBezTo>
                  <a:pt x="70" y="29"/>
                  <a:pt x="71" y="29"/>
                  <a:pt x="71" y="30"/>
                </a:cubicBezTo>
                <a:cubicBezTo>
                  <a:pt x="71" y="31"/>
                  <a:pt x="70" y="31"/>
                  <a:pt x="70" y="32"/>
                </a:cubicBezTo>
                <a:cubicBezTo>
                  <a:pt x="70" y="32"/>
                  <a:pt x="70" y="33"/>
                  <a:pt x="69" y="33"/>
                </a:cubicBezTo>
                <a:cubicBezTo>
                  <a:pt x="69" y="34"/>
                  <a:pt x="68" y="34"/>
                  <a:pt x="68" y="34"/>
                </a:cubicBezTo>
                <a:cubicBezTo>
                  <a:pt x="67" y="35"/>
                  <a:pt x="66" y="35"/>
                  <a:pt x="66" y="35"/>
                </a:cubicBezTo>
                <a:cubicBezTo>
                  <a:pt x="65" y="35"/>
                  <a:pt x="64" y="35"/>
                  <a:pt x="64" y="34"/>
                </a:cubicBezTo>
                <a:cubicBezTo>
                  <a:pt x="63" y="34"/>
                  <a:pt x="63" y="34"/>
                  <a:pt x="62" y="33"/>
                </a:cubicBezTo>
                <a:cubicBezTo>
                  <a:pt x="62" y="33"/>
                  <a:pt x="62" y="32"/>
                  <a:pt x="61" y="32"/>
                </a:cubicBezTo>
                <a:cubicBezTo>
                  <a:pt x="61" y="31"/>
                  <a:pt x="61" y="31"/>
                  <a:pt x="61" y="30"/>
                </a:cubicBezTo>
                <a:cubicBezTo>
                  <a:pt x="61" y="29"/>
                  <a:pt x="61" y="29"/>
                  <a:pt x="61" y="28"/>
                </a:cubicBezTo>
                <a:cubicBezTo>
                  <a:pt x="62" y="28"/>
                  <a:pt x="62" y="27"/>
                  <a:pt x="62" y="27"/>
                </a:cubicBezTo>
                <a:cubicBezTo>
                  <a:pt x="63" y="26"/>
                  <a:pt x="63" y="26"/>
                  <a:pt x="64" y="26"/>
                </a:cubicBezTo>
                <a:cubicBezTo>
                  <a:pt x="64" y="25"/>
                  <a:pt x="65" y="25"/>
                  <a:pt x="66" y="25"/>
                </a:cubicBezTo>
                <a:close/>
                <a:moveTo>
                  <a:pt x="66" y="38"/>
                </a:moveTo>
                <a:cubicBezTo>
                  <a:pt x="66" y="38"/>
                  <a:pt x="67" y="38"/>
                  <a:pt x="68" y="39"/>
                </a:cubicBezTo>
                <a:cubicBezTo>
                  <a:pt x="68" y="39"/>
                  <a:pt x="69" y="39"/>
                  <a:pt x="69" y="39"/>
                </a:cubicBezTo>
                <a:cubicBezTo>
                  <a:pt x="70" y="40"/>
                  <a:pt x="70" y="40"/>
                  <a:pt x="70" y="41"/>
                </a:cubicBezTo>
                <a:cubicBezTo>
                  <a:pt x="70" y="42"/>
                  <a:pt x="71" y="42"/>
                  <a:pt x="71" y="43"/>
                </a:cubicBezTo>
                <a:cubicBezTo>
                  <a:pt x="71" y="43"/>
                  <a:pt x="70" y="44"/>
                  <a:pt x="70" y="45"/>
                </a:cubicBezTo>
                <a:cubicBezTo>
                  <a:pt x="70" y="45"/>
                  <a:pt x="70" y="46"/>
                  <a:pt x="69" y="46"/>
                </a:cubicBezTo>
                <a:cubicBezTo>
                  <a:pt x="69" y="47"/>
                  <a:pt x="68" y="47"/>
                  <a:pt x="68" y="47"/>
                </a:cubicBezTo>
                <a:cubicBezTo>
                  <a:pt x="67" y="48"/>
                  <a:pt x="66" y="48"/>
                  <a:pt x="66" y="48"/>
                </a:cubicBezTo>
                <a:cubicBezTo>
                  <a:pt x="65" y="48"/>
                  <a:pt x="64" y="48"/>
                  <a:pt x="64" y="47"/>
                </a:cubicBezTo>
                <a:cubicBezTo>
                  <a:pt x="63" y="47"/>
                  <a:pt x="63" y="47"/>
                  <a:pt x="62" y="46"/>
                </a:cubicBezTo>
                <a:cubicBezTo>
                  <a:pt x="62" y="46"/>
                  <a:pt x="62" y="45"/>
                  <a:pt x="61" y="45"/>
                </a:cubicBezTo>
                <a:cubicBezTo>
                  <a:pt x="61" y="44"/>
                  <a:pt x="61" y="43"/>
                  <a:pt x="61" y="43"/>
                </a:cubicBezTo>
                <a:cubicBezTo>
                  <a:pt x="61" y="42"/>
                  <a:pt x="61" y="42"/>
                  <a:pt x="61" y="41"/>
                </a:cubicBezTo>
                <a:cubicBezTo>
                  <a:pt x="62" y="40"/>
                  <a:pt x="62" y="40"/>
                  <a:pt x="62" y="39"/>
                </a:cubicBezTo>
                <a:cubicBezTo>
                  <a:pt x="63" y="39"/>
                  <a:pt x="63" y="39"/>
                  <a:pt x="64" y="39"/>
                </a:cubicBezTo>
                <a:cubicBezTo>
                  <a:pt x="64" y="38"/>
                  <a:pt x="65" y="38"/>
                  <a:pt x="66" y="38"/>
                </a:cubicBezTo>
                <a:close/>
                <a:moveTo>
                  <a:pt x="66" y="32"/>
                </a:moveTo>
                <a:cubicBezTo>
                  <a:pt x="66" y="32"/>
                  <a:pt x="67" y="31"/>
                  <a:pt x="67" y="31"/>
                </a:cubicBezTo>
                <a:cubicBezTo>
                  <a:pt x="67" y="31"/>
                  <a:pt x="67" y="30"/>
                  <a:pt x="67" y="30"/>
                </a:cubicBezTo>
                <a:cubicBezTo>
                  <a:pt x="67" y="30"/>
                  <a:pt x="67" y="29"/>
                  <a:pt x="67" y="29"/>
                </a:cubicBezTo>
                <a:cubicBezTo>
                  <a:pt x="67" y="29"/>
                  <a:pt x="66" y="28"/>
                  <a:pt x="66" y="28"/>
                </a:cubicBezTo>
                <a:cubicBezTo>
                  <a:pt x="65" y="28"/>
                  <a:pt x="65" y="29"/>
                  <a:pt x="65" y="29"/>
                </a:cubicBezTo>
                <a:cubicBezTo>
                  <a:pt x="64" y="29"/>
                  <a:pt x="64" y="30"/>
                  <a:pt x="64" y="30"/>
                </a:cubicBezTo>
                <a:cubicBezTo>
                  <a:pt x="64" y="30"/>
                  <a:pt x="64" y="31"/>
                  <a:pt x="65" y="31"/>
                </a:cubicBezTo>
                <a:cubicBezTo>
                  <a:pt x="65" y="31"/>
                  <a:pt x="65" y="32"/>
                  <a:pt x="66" y="32"/>
                </a:cubicBezTo>
                <a:close/>
                <a:moveTo>
                  <a:pt x="66" y="45"/>
                </a:moveTo>
                <a:cubicBezTo>
                  <a:pt x="66" y="45"/>
                  <a:pt x="67" y="44"/>
                  <a:pt x="67" y="44"/>
                </a:cubicBezTo>
                <a:cubicBezTo>
                  <a:pt x="67" y="44"/>
                  <a:pt x="67" y="43"/>
                  <a:pt x="67" y="43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42"/>
                  <a:pt x="66" y="41"/>
                  <a:pt x="66" y="41"/>
                </a:cubicBezTo>
                <a:cubicBezTo>
                  <a:pt x="65" y="41"/>
                  <a:pt x="65" y="42"/>
                  <a:pt x="65" y="42"/>
                </a:cubicBezTo>
                <a:cubicBezTo>
                  <a:pt x="64" y="42"/>
                  <a:pt x="64" y="42"/>
                  <a:pt x="64" y="43"/>
                </a:cubicBezTo>
                <a:cubicBezTo>
                  <a:pt x="64" y="43"/>
                  <a:pt x="64" y="44"/>
                  <a:pt x="65" y="44"/>
                </a:cubicBezTo>
                <a:cubicBezTo>
                  <a:pt x="65" y="44"/>
                  <a:pt x="65" y="45"/>
                  <a:pt x="66" y="4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8602663" y="1710521"/>
            <a:ext cx="360363" cy="230188"/>
          </a:xfrm>
          <a:custGeom>
            <a:avLst/>
            <a:gdLst>
              <a:gd name="T0" fmla="*/ 85 w 96"/>
              <a:gd name="T1" fmla="*/ 27 h 61"/>
              <a:gd name="T2" fmla="*/ 95 w 96"/>
              <a:gd name="T3" fmla="*/ 36 h 61"/>
              <a:gd name="T4" fmla="*/ 95 w 96"/>
              <a:gd name="T5" fmla="*/ 50 h 61"/>
              <a:gd name="T6" fmla="*/ 85 w 96"/>
              <a:gd name="T7" fmla="*/ 59 h 61"/>
              <a:gd name="T8" fmla="*/ 19 w 96"/>
              <a:gd name="T9" fmla="*/ 61 h 61"/>
              <a:gd name="T10" fmla="*/ 6 w 96"/>
              <a:gd name="T11" fmla="*/ 55 h 61"/>
              <a:gd name="T12" fmla="*/ 0 w 96"/>
              <a:gd name="T13" fmla="*/ 42 h 61"/>
              <a:gd name="T14" fmla="*/ 4 w 96"/>
              <a:gd name="T15" fmla="*/ 30 h 61"/>
              <a:gd name="T16" fmla="*/ 13 w 96"/>
              <a:gd name="T17" fmla="*/ 24 h 61"/>
              <a:gd name="T18" fmla="*/ 17 w 96"/>
              <a:gd name="T19" fmla="*/ 16 h 61"/>
              <a:gd name="T20" fmla="*/ 26 w 96"/>
              <a:gd name="T21" fmla="*/ 13 h 61"/>
              <a:gd name="T22" fmla="*/ 31 w 96"/>
              <a:gd name="T23" fmla="*/ 14 h 61"/>
              <a:gd name="T24" fmla="*/ 40 w 96"/>
              <a:gd name="T25" fmla="*/ 4 h 61"/>
              <a:gd name="T26" fmla="*/ 54 w 96"/>
              <a:gd name="T27" fmla="*/ 0 h 61"/>
              <a:gd name="T28" fmla="*/ 71 w 96"/>
              <a:gd name="T29" fmla="*/ 7 h 61"/>
              <a:gd name="T30" fmla="*/ 79 w 96"/>
              <a:gd name="T31" fmla="*/ 25 h 61"/>
              <a:gd name="T32" fmla="*/ 79 w 96"/>
              <a:gd name="T33" fmla="*/ 26 h 61"/>
              <a:gd name="T34" fmla="*/ 84 w 96"/>
              <a:gd name="T35" fmla="*/ 57 h 61"/>
              <a:gd name="T36" fmla="*/ 92 w 96"/>
              <a:gd name="T37" fmla="*/ 49 h 61"/>
              <a:gd name="T38" fmla="*/ 92 w 96"/>
              <a:gd name="T39" fmla="*/ 38 h 61"/>
              <a:gd name="T40" fmla="*/ 84 w 96"/>
              <a:gd name="T41" fmla="*/ 30 h 61"/>
              <a:gd name="T42" fmla="*/ 75 w 96"/>
              <a:gd name="T43" fmla="*/ 29 h 61"/>
              <a:gd name="T44" fmla="*/ 75 w 96"/>
              <a:gd name="T45" fmla="*/ 25 h 61"/>
              <a:gd name="T46" fmla="*/ 75 w 96"/>
              <a:gd name="T47" fmla="*/ 25 h 61"/>
              <a:gd name="T48" fmla="*/ 69 w 96"/>
              <a:gd name="T49" fmla="*/ 10 h 61"/>
              <a:gd name="T50" fmla="*/ 54 w 96"/>
              <a:gd name="T51" fmla="*/ 3 h 61"/>
              <a:gd name="T52" fmla="*/ 42 w 96"/>
              <a:gd name="T53" fmla="*/ 7 h 61"/>
              <a:gd name="T54" fmla="*/ 34 w 96"/>
              <a:gd name="T55" fmla="*/ 16 h 61"/>
              <a:gd name="T56" fmla="*/ 30 w 96"/>
              <a:gd name="T57" fmla="*/ 17 h 61"/>
              <a:gd name="T58" fmla="*/ 26 w 96"/>
              <a:gd name="T59" fmla="*/ 16 h 61"/>
              <a:gd name="T60" fmla="*/ 20 w 96"/>
              <a:gd name="T61" fmla="*/ 18 h 61"/>
              <a:gd name="T62" fmla="*/ 16 w 96"/>
              <a:gd name="T63" fmla="*/ 24 h 61"/>
              <a:gd name="T64" fmla="*/ 14 w 96"/>
              <a:gd name="T65" fmla="*/ 27 h 61"/>
              <a:gd name="T66" fmla="*/ 6 w 96"/>
              <a:gd name="T67" fmla="*/ 32 h 61"/>
              <a:gd name="T68" fmla="*/ 3 w 96"/>
              <a:gd name="T69" fmla="*/ 42 h 61"/>
              <a:gd name="T70" fmla="*/ 8 w 96"/>
              <a:gd name="T71" fmla="*/ 53 h 61"/>
              <a:gd name="T72" fmla="*/ 19 w 96"/>
              <a:gd name="T73" fmla="*/ 58 h 61"/>
              <a:gd name="T74" fmla="*/ 79 w 96"/>
              <a:gd name="T75" fmla="*/ 58 h 61"/>
              <a:gd name="T76" fmla="*/ 52 w 96"/>
              <a:gd name="T77" fmla="*/ 46 h 61"/>
              <a:gd name="T78" fmla="*/ 58 w 96"/>
              <a:gd name="T79" fmla="*/ 40 h 61"/>
              <a:gd name="T80" fmla="*/ 63 w 96"/>
              <a:gd name="T81" fmla="*/ 35 h 61"/>
              <a:gd name="T82" fmla="*/ 58 w 96"/>
              <a:gd name="T83" fmla="*/ 45 h 61"/>
              <a:gd name="T84" fmla="*/ 48 w 96"/>
              <a:gd name="T85" fmla="*/ 50 h 61"/>
              <a:gd name="T86" fmla="*/ 38 w 96"/>
              <a:gd name="T87" fmla="*/ 45 h 61"/>
              <a:gd name="T88" fmla="*/ 34 w 96"/>
              <a:gd name="T89" fmla="*/ 35 h 61"/>
              <a:gd name="T90" fmla="*/ 38 w 96"/>
              <a:gd name="T91" fmla="*/ 25 h 61"/>
              <a:gd name="T92" fmla="*/ 48 w 96"/>
              <a:gd name="T93" fmla="*/ 21 h 61"/>
              <a:gd name="T94" fmla="*/ 60 w 96"/>
              <a:gd name="T95" fmla="*/ 23 h 61"/>
              <a:gd name="T96" fmla="*/ 48 w 96"/>
              <a:gd name="T97" fmla="*/ 24 h 61"/>
              <a:gd name="T98" fmla="*/ 40 w 96"/>
              <a:gd name="T99" fmla="*/ 27 h 61"/>
              <a:gd name="T100" fmla="*/ 37 w 96"/>
              <a:gd name="T101" fmla="*/ 35 h 61"/>
              <a:gd name="T102" fmla="*/ 40 w 96"/>
              <a:gd name="T103" fmla="*/ 43 h 61"/>
              <a:gd name="T104" fmla="*/ 48 w 96"/>
              <a:gd name="T105" fmla="*/ 46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6" h="61">
                <a:moveTo>
                  <a:pt x="79" y="26"/>
                </a:moveTo>
                <a:cubicBezTo>
                  <a:pt x="81" y="26"/>
                  <a:pt x="83" y="26"/>
                  <a:pt x="85" y="27"/>
                </a:cubicBezTo>
                <a:cubicBezTo>
                  <a:pt x="88" y="28"/>
                  <a:pt x="89" y="29"/>
                  <a:pt x="91" y="31"/>
                </a:cubicBezTo>
                <a:cubicBezTo>
                  <a:pt x="93" y="32"/>
                  <a:pt x="94" y="34"/>
                  <a:pt x="95" y="36"/>
                </a:cubicBezTo>
                <a:cubicBezTo>
                  <a:pt x="96" y="39"/>
                  <a:pt x="96" y="41"/>
                  <a:pt x="96" y="43"/>
                </a:cubicBezTo>
                <a:cubicBezTo>
                  <a:pt x="96" y="46"/>
                  <a:pt x="96" y="48"/>
                  <a:pt x="95" y="50"/>
                </a:cubicBezTo>
                <a:cubicBezTo>
                  <a:pt x="94" y="52"/>
                  <a:pt x="93" y="54"/>
                  <a:pt x="91" y="56"/>
                </a:cubicBezTo>
                <a:cubicBezTo>
                  <a:pt x="89" y="57"/>
                  <a:pt x="88" y="59"/>
                  <a:pt x="85" y="59"/>
                </a:cubicBezTo>
                <a:cubicBezTo>
                  <a:pt x="83" y="60"/>
                  <a:pt x="81" y="61"/>
                  <a:pt x="79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7" y="61"/>
                  <a:pt x="14" y="60"/>
                  <a:pt x="12" y="59"/>
                </a:cubicBezTo>
                <a:cubicBezTo>
                  <a:pt x="10" y="58"/>
                  <a:pt x="8" y="57"/>
                  <a:pt x="6" y="55"/>
                </a:cubicBezTo>
                <a:cubicBezTo>
                  <a:pt x="4" y="53"/>
                  <a:pt x="3" y="51"/>
                  <a:pt x="2" y="49"/>
                </a:cubicBezTo>
                <a:cubicBezTo>
                  <a:pt x="1" y="47"/>
                  <a:pt x="0" y="44"/>
                  <a:pt x="0" y="42"/>
                </a:cubicBezTo>
                <a:cubicBezTo>
                  <a:pt x="0" y="40"/>
                  <a:pt x="0" y="38"/>
                  <a:pt x="1" y="36"/>
                </a:cubicBezTo>
                <a:cubicBezTo>
                  <a:pt x="2" y="34"/>
                  <a:pt x="3" y="32"/>
                  <a:pt x="4" y="30"/>
                </a:cubicBezTo>
                <a:cubicBezTo>
                  <a:pt x="5" y="29"/>
                  <a:pt x="6" y="27"/>
                  <a:pt x="8" y="26"/>
                </a:cubicBezTo>
                <a:cubicBezTo>
                  <a:pt x="9" y="25"/>
                  <a:pt x="11" y="24"/>
                  <a:pt x="13" y="24"/>
                </a:cubicBezTo>
                <a:cubicBezTo>
                  <a:pt x="13" y="22"/>
                  <a:pt x="14" y="21"/>
                  <a:pt x="15" y="19"/>
                </a:cubicBezTo>
                <a:cubicBezTo>
                  <a:pt x="15" y="18"/>
                  <a:pt x="16" y="17"/>
                  <a:pt x="17" y="16"/>
                </a:cubicBezTo>
                <a:cubicBezTo>
                  <a:pt x="19" y="15"/>
                  <a:pt x="20" y="14"/>
                  <a:pt x="21" y="14"/>
                </a:cubicBezTo>
                <a:cubicBezTo>
                  <a:pt x="23" y="13"/>
                  <a:pt x="24" y="13"/>
                  <a:pt x="26" y="13"/>
                </a:cubicBezTo>
                <a:cubicBezTo>
                  <a:pt x="27" y="13"/>
                  <a:pt x="28" y="13"/>
                  <a:pt x="29" y="13"/>
                </a:cubicBezTo>
                <a:cubicBezTo>
                  <a:pt x="30" y="13"/>
                  <a:pt x="31" y="14"/>
                  <a:pt x="31" y="14"/>
                </a:cubicBezTo>
                <a:cubicBezTo>
                  <a:pt x="32" y="12"/>
                  <a:pt x="34" y="10"/>
                  <a:pt x="35" y="9"/>
                </a:cubicBezTo>
                <a:cubicBezTo>
                  <a:pt x="37" y="7"/>
                  <a:pt x="39" y="5"/>
                  <a:pt x="40" y="4"/>
                </a:cubicBezTo>
                <a:cubicBezTo>
                  <a:pt x="42" y="3"/>
                  <a:pt x="44" y="2"/>
                  <a:pt x="47" y="1"/>
                </a:cubicBezTo>
                <a:cubicBezTo>
                  <a:pt x="49" y="0"/>
                  <a:pt x="51" y="0"/>
                  <a:pt x="54" y="0"/>
                </a:cubicBezTo>
                <a:cubicBezTo>
                  <a:pt x="57" y="0"/>
                  <a:pt x="61" y="1"/>
                  <a:pt x="64" y="2"/>
                </a:cubicBezTo>
                <a:cubicBezTo>
                  <a:pt x="67" y="3"/>
                  <a:pt x="69" y="5"/>
                  <a:pt x="71" y="7"/>
                </a:cubicBezTo>
                <a:cubicBezTo>
                  <a:pt x="74" y="10"/>
                  <a:pt x="75" y="12"/>
                  <a:pt x="77" y="15"/>
                </a:cubicBezTo>
                <a:cubicBezTo>
                  <a:pt x="78" y="18"/>
                  <a:pt x="79" y="21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6"/>
                </a:cubicBezTo>
                <a:close/>
                <a:moveTo>
                  <a:pt x="79" y="58"/>
                </a:moveTo>
                <a:cubicBezTo>
                  <a:pt x="81" y="58"/>
                  <a:pt x="82" y="57"/>
                  <a:pt x="84" y="57"/>
                </a:cubicBezTo>
                <a:cubicBezTo>
                  <a:pt x="86" y="56"/>
                  <a:pt x="87" y="55"/>
                  <a:pt x="89" y="53"/>
                </a:cubicBezTo>
                <a:cubicBezTo>
                  <a:pt x="90" y="52"/>
                  <a:pt x="91" y="51"/>
                  <a:pt x="92" y="49"/>
                </a:cubicBezTo>
                <a:cubicBezTo>
                  <a:pt x="93" y="47"/>
                  <a:pt x="93" y="45"/>
                  <a:pt x="93" y="43"/>
                </a:cubicBezTo>
                <a:cubicBezTo>
                  <a:pt x="93" y="41"/>
                  <a:pt x="93" y="39"/>
                  <a:pt x="92" y="38"/>
                </a:cubicBezTo>
                <a:cubicBezTo>
                  <a:pt x="91" y="36"/>
                  <a:pt x="90" y="34"/>
                  <a:pt x="89" y="33"/>
                </a:cubicBezTo>
                <a:cubicBezTo>
                  <a:pt x="87" y="32"/>
                  <a:pt x="86" y="31"/>
                  <a:pt x="84" y="30"/>
                </a:cubicBezTo>
                <a:cubicBezTo>
                  <a:pt x="82" y="29"/>
                  <a:pt x="81" y="29"/>
                  <a:pt x="79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2"/>
                  <a:pt x="75" y="19"/>
                  <a:pt x="74" y="17"/>
                </a:cubicBezTo>
                <a:cubicBezTo>
                  <a:pt x="73" y="14"/>
                  <a:pt x="71" y="12"/>
                  <a:pt x="69" y="10"/>
                </a:cubicBezTo>
                <a:cubicBezTo>
                  <a:pt x="67" y="8"/>
                  <a:pt x="65" y="6"/>
                  <a:pt x="62" y="5"/>
                </a:cubicBezTo>
                <a:cubicBezTo>
                  <a:pt x="60" y="4"/>
                  <a:pt x="57" y="3"/>
                  <a:pt x="54" y="3"/>
                </a:cubicBezTo>
                <a:cubicBezTo>
                  <a:pt x="52" y="3"/>
                  <a:pt x="50" y="4"/>
                  <a:pt x="48" y="4"/>
                </a:cubicBezTo>
                <a:cubicBezTo>
                  <a:pt x="46" y="5"/>
                  <a:pt x="44" y="6"/>
                  <a:pt x="42" y="7"/>
                </a:cubicBezTo>
                <a:cubicBezTo>
                  <a:pt x="41" y="8"/>
                  <a:pt x="39" y="9"/>
                  <a:pt x="38" y="11"/>
                </a:cubicBezTo>
                <a:cubicBezTo>
                  <a:pt x="36" y="12"/>
                  <a:pt x="35" y="14"/>
                  <a:pt x="34" y="16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7"/>
                  <a:pt x="29" y="17"/>
                  <a:pt x="28" y="16"/>
                </a:cubicBezTo>
                <a:cubicBezTo>
                  <a:pt x="27" y="16"/>
                  <a:pt x="27" y="16"/>
                  <a:pt x="26" y="16"/>
                </a:cubicBezTo>
                <a:cubicBezTo>
                  <a:pt x="25" y="16"/>
                  <a:pt x="23" y="16"/>
                  <a:pt x="22" y="17"/>
                </a:cubicBezTo>
                <a:cubicBezTo>
                  <a:pt x="21" y="17"/>
                  <a:pt x="20" y="18"/>
                  <a:pt x="20" y="18"/>
                </a:cubicBezTo>
                <a:cubicBezTo>
                  <a:pt x="19" y="19"/>
                  <a:pt x="18" y="20"/>
                  <a:pt x="17" y="21"/>
                </a:cubicBezTo>
                <a:cubicBezTo>
                  <a:pt x="17" y="22"/>
                  <a:pt x="17" y="23"/>
                  <a:pt x="16" y="24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7"/>
                  <a:pt x="14" y="27"/>
                  <a:pt x="14" y="27"/>
                </a:cubicBezTo>
                <a:cubicBezTo>
                  <a:pt x="13" y="27"/>
                  <a:pt x="11" y="28"/>
                  <a:pt x="10" y="29"/>
                </a:cubicBezTo>
                <a:cubicBezTo>
                  <a:pt x="8" y="30"/>
                  <a:pt x="7" y="31"/>
                  <a:pt x="6" y="32"/>
                </a:cubicBezTo>
                <a:cubicBezTo>
                  <a:pt x="5" y="34"/>
                  <a:pt x="5" y="35"/>
                  <a:pt x="4" y="37"/>
                </a:cubicBezTo>
                <a:cubicBezTo>
                  <a:pt x="4" y="38"/>
                  <a:pt x="3" y="40"/>
                  <a:pt x="3" y="42"/>
                </a:cubicBezTo>
                <a:cubicBezTo>
                  <a:pt x="3" y="44"/>
                  <a:pt x="4" y="46"/>
                  <a:pt x="5" y="48"/>
                </a:cubicBezTo>
                <a:cubicBezTo>
                  <a:pt x="6" y="50"/>
                  <a:pt x="7" y="51"/>
                  <a:pt x="8" y="53"/>
                </a:cubicBezTo>
                <a:cubicBezTo>
                  <a:pt x="10" y="54"/>
                  <a:pt x="11" y="55"/>
                  <a:pt x="13" y="56"/>
                </a:cubicBezTo>
                <a:cubicBezTo>
                  <a:pt x="15" y="57"/>
                  <a:pt x="17" y="58"/>
                  <a:pt x="19" y="58"/>
                </a:cubicBezTo>
                <a:cubicBezTo>
                  <a:pt x="78" y="58"/>
                  <a:pt x="78" y="58"/>
                  <a:pt x="78" y="58"/>
                </a:cubicBezTo>
                <a:lnTo>
                  <a:pt x="79" y="58"/>
                </a:lnTo>
                <a:close/>
                <a:moveTo>
                  <a:pt x="48" y="46"/>
                </a:moveTo>
                <a:cubicBezTo>
                  <a:pt x="50" y="46"/>
                  <a:pt x="51" y="46"/>
                  <a:pt x="52" y="46"/>
                </a:cubicBezTo>
                <a:cubicBezTo>
                  <a:pt x="54" y="45"/>
                  <a:pt x="55" y="44"/>
                  <a:pt x="56" y="43"/>
                </a:cubicBezTo>
                <a:cubicBezTo>
                  <a:pt x="57" y="42"/>
                  <a:pt x="58" y="41"/>
                  <a:pt x="58" y="40"/>
                </a:cubicBezTo>
                <a:cubicBezTo>
                  <a:pt x="59" y="38"/>
                  <a:pt x="59" y="37"/>
                  <a:pt x="59" y="35"/>
                </a:cubicBezTo>
                <a:cubicBezTo>
                  <a:pt x="63" y="35"/>
                  <a:pt x="63" y="35"/>
                  <a:pt x="63" y="35"/>
                </a:cubicBezTo>
                <a:cubicBezTo>
                  <a:pt x="63" y="37"/>
                  <a:pt x="62" y="39"/>
                  <a:pt x="61" y="41"/>
                </a:cubicBezTo>
                <a:cubicBezTo>
                  <a:pt x="61" y="43"/>
                  <a:pt x="60" y="44"/>
                  <a:pt x="58" y="45"/>
                </a:cubicBezTo>
                <a:cubicBezTo>
                  <a:pt x="57" y="47"/>
                  <a:pt x="56" y="48"/>
                  <a:pt x="54" y="48"/>
                </a:cubicBezTo>
                <a:cubicBezTo>
                  <a:pt x="52" y="49"/>
                  <a:pt x="50" y="50"/>
                  <a:pt x="48" y="50"/>
                </a:cubicBezTo>
                <a:cubicBezTo>
                  <a:pt x="46" y="50"/>
                  <a:pt x="44" y="49"/>
                  <a:pt x="43" y="48"/>
                </a:cubicBezTo>
                <a:cubicBezTo>
                  <a:pt x="41" y="48"/>
                  <a:pt x="39" y="47"/>
                  <a:pt x="38" y="45"/>
                </a:cubicBezTo>
                <a:cubicBezTo>
                  <a:pt x="37" y="44"/>
                  <a:pt x="36" y="43"/>
                  <a:pt x="35" y="41"/>
                </a:cubicBezTo>
                <a:cubicBezTo>
                  <a:pt x="34" y="39"/>
                  <a:pt x="34" y="37"/>
                  <a:pt x="34" y="35"/>
                </a:cubicBezTo>
                <a:cubicBezTo>
                  <a:pt x="34" y="33"/>
                  <a:pt x="34" y="31"/>
                  <a:pt x="35" y="30"/>
                </a:cubicBezTo>
                <a:cubicBezTo>
                  <a:pt x="36" y="28"/>
                  <a:pt x="37" y="26"/>
                  <a:pt x="38" y="25"/>
                </a:cubicBezTo>
                <a:cubicBezTo>
                  <a:pt x="39" y="24"/>
                  <a:pt x="41" y="23"/>
                  <a:pt x="43" y="22"/>
                </a:cubicBezTo>
                <a:cubicBezTo>
                  <a:pt x="44" y="21"/>
                  <a:pt x="46" y="21"/>
                  <a:pt x="48" y="21"/>
                </a:cubicBezTo>
                <a:cubicBezTo>
                  <a:pt x="48" y="16"/>
                  <a:pt x="48" y="16"/>
                  <a:pt x="48" y="16"/>
                </a:cubicBezTo>
                <a:cubicBezTo>
                  <a:pt x="60" y="23"/>
                  <a:pt x="60" y="23"/>
                  <a:pt x="60" y="23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4"/>
                  <a:pt x="48" y="24"/>
                  <a:pt x="48" y="24"/>
                </a:cubicBezTo>
                <a:cubicBezTo>
                  <a:pt x="47" y="24"/>
                  <a:pt x="45" y="24"/>
                  <a:pt x="44" y="25"/>
                </a:cubicBezTo>
                <a:cubicBezTo>
                  <a:pt x="42" y="26"/>
                  <a:pt x="41" y="26"/>
                  <a:pt x="40" y="27"/>
                </a:cubicBezTo>
                <a:cubicBezTo>
                  <a:pt x="39" y="28"/>
                  <a:pt x="38" y="29"/>
                  <a:pt x="38" y="31"/>
                </a:cubicBezTo>
                <a:cubicBezTo>
                  <a:pt x="37" y="32"/>
                  <a:pt x="37" y="34"/>
                  <a:pt x="37" y="35"/>
                </a:cubicBezTo>
                <a:cubicBezTo>
                  <a:pt x="37" y="37"/>
                  <a:pt x="37" y="38"/>
                  <a:pt x="38" y="40"/>
                </a:cubicBezTo>
                <a:cubicBezTo>
                  <a:pt x="38" y="41"/>
                  <a:pt x="39" y="42"/>
                  <a:pt x="40" y="43"/>
                </a:cubicBezTo>
                <a:cubicBezTo>
                  <a:pt x="41" y="44"/>
                  <a:pt x="42" y="45"/>
                  <a:pt x="44" y="46"/>
                </a:cubicBezTo>
                <a:cubicBezTo>
                  <a:pt x="45" y="46"/>
                  <a:pt x="47" y="46"/>
                  <a:pt x="48" y="46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9172575" y="1677183"/>
            <a:ext cx="300038" cy="296863"/>
          </a:xfrm>
          <a:custGeom>
            <a:avLst/>
            <a:gdLst>
              <a:gd name="T0" fmla="*/ 175 w 189"/>
              <a:gd name="T1" fmla="*/ 83 h 187"/>
              <a:gd name="T2" fmla="*/ 182 w 189"/>
              <a:gd name="T3" fmla="*/ 83 h 187"/>
              <a:gd name="T4" fmla="*/ 182 w 189"/>
              <a:gd name="T5" fmla="*/ 149 h 187"/>
              <a:gd name="T6" fmla="*/ 14 w 189"/>
              <a:gd name="T7" fmla="*/ 149 h 187"/>
              <a:gd name="T8" fmla="*/ 47 w 189"/>
              <a:gd name="T9" fmla="*/ 183 h 187"/>
              <a:gd name="T10" fmla="*/ 40 w 189"/>
              <a:gd name="T11" fmla="*/ 187 h 187"/>
              <a:gd name="T12" fmla="*/ 0 w 189"/>
              <a:gd name="T13" fmla="*/ 147 h 187"/>
              <a:gd name="T14" fmla="*/ 40 w 189"/>
              <a:gd name="T15" fmla="*/ 107 h 187"/>
              <a:gd name="T16" fmla="*/ 47 w 189"/>
              <a:gd name="T17" fmla="*/ 112 h 187"/>
              <a:gd name="T18" fmla="*/ 14 w 189"/>
              <a:gd name="T19" fmla="*/ 142 h 187"/>
              <a:gd name="T20" fmla="*/ 175 w 189"/>
              <a:gd name="T21" fmla="*/ 142 h 187"/>
              <a:gd name="T22" fmla="*/ 175 w 189"/>
              <a:gd name="T23" fmla="*/ 83 h 187"/>
              <a:gd name="T24" fmla="*/ 17 w 189"/>
              <a:gd name="T25" fmla="*/ 104 h 187"/>
              <a:gd name="T26" fmla="*/ 7 w 189"/>
              <a:gd name="T27" fmla="*/ 104 h 187"/>
              <a:gd name="T28" fmla="*/ 7 w 189"/>
              <a:gd name="T29" fmla="*/ 36 h 187"/>
              <a:gd name="T30" fmla="*/ 175 w 189"/>
              <a:gd name="T31" fmla="*/ 36 h 187"/>
              <a:gd name="T32" fmla="*/ 144 w 189"/>
              <a:gd name="T33" fmla="*/ 5 h 187"/>
              <a:gd name="T34" fmla="*/ 149 w 189"/>
              <a:gd name="T35" fmla="*/ 0 h 187"/>
              <a:gd name="T36" fmla="*/ 189 w 189"/>
              <a:gd name="T37" fmla="*/ 40 h 187"/>
              <a:gd name="T38" fmla="*/ 149 w 189"/>
              <a:gd name="T39" fmla="*/ 81 h 187"/>
              <a:gd name="T40" fmla="*/ 144 w 189"/>
              <a:gd name="T41" fmla="*/ 76 h 187"/>
              <a:gd name="T42" fmla="*/ 175 w 189"/>
              <a:gd name="T43" fmla="*/ 45 h 187"/>
              <a:gd name="T44" fmla="*/ 17 w 189"/>
              <a:gd name="T45" fmla="*/ 45 h 187"/>
              <a:gd name="T46" fmla="*/ 17 w 189"/>
              <a:gd name="T47" fmla="*/ 104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9" h="187">
                <a:moveTo>
                  <a:pt x="175" y="83"/>
                </a:moveTo>
                <a:lnTo>
                  <a:pt x="182" y="83"/>
                </a:lnTo>
                <a:lnTo>
                  <a:pt x="182" y="149"/>
                </a:lnTo>
                <a:lnTo>
                  <a:pt x="14" y="149"/>
                </a:lnTo>
                <a:lnTo>
                  <a:pt x="47" y="183"/>
                </a:lnTo>
                <a:lnTo>
                  <a:pt x="40" y="187"/>
                </a:lnTo>
                <a:lnTo>
                  <a:pt x="0" y="147"/>
                </a:lnTo>
                <a:lnTo>
                  <a:pt x="40" y="107"/>
                </a:lnTo>
                <a:lnTo>
                  <a:pt x="47" y="112"/>
                </a:lnTo>
                <a:lnTo>
                  <a:pt x="14" y="142"/>
                </a:lnTo>
                <a:lnTo>
                  <a:pt x="175" y="142"/>
                </a:lnTo>
                <a:lnTo>
                  <a:pt x="175" y="83"/>
                </a:lnTo>
                <a:close/>
                <a:moveTo>
                  <a:pt x="17" y="104"/>
                </a:moveTo>
                <a:lnTo>
                  <a:pt x="7" y="104"/>
                </a:lnTo>
                <a:lnTo>
                  <a:pt x="7" y="36"/>
                </a:lnTo>
                <a:lnTo>
                  <a:pt x="175" y="36"/>
                </a:lnTo>
                <a:lnTo>
                  <a:pt x="144" y="5"/>
                </a:lnTo>
                <a:lnTo>
                  <a:pt x="149" y="0"/>
                </a:lnTo>
                <a:lnTo>
                  <a:pt x="189" y="40"/>
                </a:lnTo>
                <a:lnTo>
                  <a:pt x="149" y="81"/>
                </a:lnTo>
                <a:lnTo>
                  <a:pt x="144" y="76"/>
                </a:lnTo>
                <a:lnTo>
                  <a:pt x="175" y="45"/>
                </a:lnTo>
                <a:lnTo>
                  <a:pt x="17" y="45"/>
                </a:lnTo>
                <a:lnTo>
                  <a:pt x="17" y="10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9750425" y="1681946"/>
            <a:ext cx="228600" cy="288925"/>
          </a:xfrm>
          <a:custGeom>
            <a:avLst/>
            <a:gdLst>
              <a:gd name="T0" fmla="*/ 0 w 144"/>
              <a:gd name="T1" fmla="*/ 0 h 182"/>
              <a:gd name="T2" fmla="*/ 144 w 144"/>
              <a:gd name="T3" fmla="*/ 0 h 182"/>
              <a:gd name="T4" fmla="*/ 144 w 144"/>
              <a:gd name="T5" fmla="*/ 182 h 182"/>
              <a:gd name="T6" fmla="*/ 71 w 144"/>
              <a:gd name="T7" fmla="*/ 127 h 182"/>
              <a:gd name="T8" fmla="*/ 0 w 144"/>
              <a:gd name="T9" fmla="*/ 182 h 182"/>
              <a:gd name="T10" fmla="*/ 0 w 144"/>
              <a:gd name="T11" fmla="*/ 0 h 182"/>
              <a:gd name="T12" fmla="*/ 135 w 144"/>
              <a:gd name="T13" fmla="*/ 168 h 182"/>
              <a:gd name="T14" fmla="*/ 135 w 144"/>
              <a:gd name="T15" fmla="*/ 7 h 182"/>
              <a:gd name="T16" fmla="*/ 7 w 144"/>
              <a:gd name="T17" fmla="*/ 7 h 182"/>
              <a:gd name="T18" fmla="*/ 7 w 144"/>
              <a:gd name="T19" fmla="*/ 168 h 182"/>
              <a:gd name="T20" fmla="*/ 71 w 144"/>
              <a:gd name="T21" fmla="*/ 118 h 182"/>
              <a:gd name="T22" fmla="*/ 135 w 144"/>
              <a:gd name="T23" fmla="*/ 168 h 182"/>
              <a:gd name="T24" fmla="*/ 33 w 144"/>
              <a:gd name="T25" fmla="*/ 45 h 182"/>
              <a:gd name="T26" fmla="*/ 33 w 144"/>
              <a:gd name="T27" fmla="*/ 54 h 182"/>
              <a:gd name="T28" fmla="*/ 109 w 144"/>
              <a:gd name="T29" fmla="*/ 54 h 182"/>
              <a:gd name="T30" fmla="*/ 109 w 144"/>
              <a:gd name="T31" fmla="*/ 45 h 182"/>
              <a:gd name="T32" fmla="*/ 33 w 144"/>
              <a:gd name="T33" fmla="*/ 45 h 182"/>
              <a:gd name="T34" fmla="*/ 33 w 144"/>
              <a:gd name="T35" fmla="*/ 75 h 182"/>
              <a:gd name="T36" fmla="*/ 33 w 144"/>
              <a:gd name="T37" fmla="*/ 82 h 182"/>
              <a:gd name="T38" fmla="*/ 109 w 144"/>
              <a:gd name="T39" fmla="*/ 82 h 182"/>
              <a:gd name="T40" fmla="*/ 109 w 144"/>
              <a:gd name="T41" fmla="*/ 75 h 182"/>
              <a:gd name="T42" fmla="*/ 33 w 144"/>
              <a:gd name="T43" fmla="*/ 75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4" h="182">
                <a:moveTo>
                  <a:pt x="0" y="0"/>
                </a:moveTo>
                <a:lnTo>
                  <a:pt x="144" y="0"/>
                </a:lnTo>
                <a:lnTo>
                  <a:pt x="144" y="182"/>
                </a:lnTo>
                <a:lnTo>
                  <a:pt x="71" y="127"/>
                </a:lnTo>
                <a:lnTo>
                  <a:pt x="0" y="182"/>
                </a:lnTo>
                <a:lnTo>
                  <a:pt x="0" y="0"/>
                </a:lnTo>
                <a:close/>
                <a:moveTo>
                  <a:pt x="135" y="168"/>
                </a:moveTo>
                <a:lnTo>
                  <a:pt x="135" y="7"/>
                </a:lnTo>
                <a:lnTo>
                  <a:pt x="7" y="7"/>
                </a:lnTo>
                <a:lnTo>
                  <a:pt x="7" y="168"/>
                </a:lnTo>
                <a:lnTo>
                  <a:pt x="71" y="118"/>
                </a:lnTo>
                <a:lnTo>
                  <a:pt x="135" y="168"/>
                </a:lnTo>
                <a:close/>
                <a:moveTo>
                  <a:pt x="33" y="45"/>
                </a:moveTo>
                <a:lnTo>
                  <a:pt x="33" y="54"/>
                </a:lnTo>
                <a:lnTo>
                  <a:pt x="109" y="54"/>
                </a:lnTo>
                <a:lnTo>
                  <a:pt x="109" y="45"/>
                </a:lnTo>
                <a:lnTo>
                  <a:pt x="33" y="45"/>
                </a:lnTo>
                <a:close/>
                <a:moveTo>
                  <a:pt x="33" y="75"/>
                </a:moveTo>
                <a:lnTo>
                  <a:pt x="33" y="82"/>
                </a:lnTo>
                <a:lnTo>
                  <a:pt x="109" y="82"/>
                </a:lnTo>
                <a:lnTo>
                  <a:pt x="109" y="75"/>
                </a:lnTo>
                <a:lnTo>
                  <a:pt x="33" y="7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10272713" y="1677183"/>
            <a:ext cx="261938" cy="296863"/>
          </a:xfrm>
          <a:custGeom>
            <a:avLst/>
            <a:gdLst>
              <a:gd name="T0" fmla="*/ 69 w 70"/>
              <a:gd name="T1" fmla="*/ 60 h 79"/>
              <a:gd name="T2" fmla="*/ 57 w 70"/>
              <a:gd name="T3" fmla="*/ 64 h 79"/>
              <a:gd name="T4" fmla="*/ 42 w 70"/>
              <a:gd name="T5" fmla="*/ 75 h 79"/>
              <a:gd name="T6" fmla="*/ 24 w 70"/>
              <a:gd name="T7" fmla="*/ 70 h 79"/>
              <a:gd name="T8" fmla="*/ 11 w 70"/>
              <a:gd name="T9" fmla="*/ 64 h 79"/>
              <a:gd name="T10" fmla="*/ 0 w 70"/>
              <a:gd name="T11" fmla="*/ 56 h 79"/>
              <a:gd name="T12" fmla="*/ 6 w 70"/>
              <a:gd name="T13" fmla="*/ 35 h 79"/>
              <a:gd name="T14" fmla="*/ 2 w 70"/>
              <a:gd name="T15" fmla="*/ 17 h 79"/>
              <a:gd name="T16" fmla="*/ 16 w 70"/>
              <a:gd name="T17" fmla="*/ 15 h 79"/>
              <a:gd name="T18" fmla="*/ 30 w 70"/>
              <a:gd name="T19" fmla="*/ 1 h 79"/>
              <a:gd name="T20" fmla="*/ 48 w 70"/>
              <a:gd name="T21" fmla="*/ 16 h 79"/>
              <a:gd name="T22" fmla="*/ 63 w 70"/>
              <a:gd name="T23" fmla="*/ 15 h 79"/>
              <a:gd name="T24" fmla="*/ 69 w 70"/>
              <a:gd name="T25" fmla="*/ 28 h 79"/>
              <a:gd name="T26" fmla="*/ 4 w 70"/>
              <a:gd name="T27" fmla="*/ 26 h 79"/>
              <a:gd name="T28" fmla="*/ 13 w 70"/>
              <a:gd name="T29" fmla="*/ 36 h 79"/>
              <a:gd name="T30" fmla="*/ 20 w 70"/>
              <a:gd name="T31" fmla="*/ 25 h 79"/>
              <a:gd name="T32" fmla="*/ 13 w 70"/>
              <a:gd name="T33" fmla="*/ 18 h 79"/>
              <a:gd name="T34" fmla="*/ 4 w 70"/>
              <a:gd name="T35" fmla="*/ 20 h 79"/>
              <a:gd name="T36" fmla="*/ 21 w 70"/>
              <a:gd name="T37" fmla="*/ 60 h 79"/>
              <a:gd name="T38" fmla="*/ 17 w 70"/>
              <a:gd name="T39" fmla="*/ 46 h 79"/>
              <a:gd name="T40" fmla="*/ 4 w 70"/>
              <a:gd name="T41" fmla="*/ 52 h 79"/>
              <a:gd name="T42" fmla="*/ 9 w 70"/>
              <a:gd name="T43" fmla="*/ 61 h 79"/>
              <a:gd name="T44" fmla="*/ 19 w 70"/>
              <a:gd name="T45" fmla="*/ 38 h 79"/>
              <a:gd name="T46" fmla="*/ 19 w 70"/>
              <a:gd name="T47" fmla="*/ 43 h 79"/>
              <a:gd name="T48" fmla="*/ 47 w 70"/>
              <a:gd name="T49" fmla="*/ 43 h 79"/>
              <a:gd name="T50" fmla="*/ 47 w 70"/>
              <a:gd name="T51" fmla="*/ 34 h 79"/>
              <a:gd name="T52" fmla="*/ 39 w 70"/>
              <a:gd name="T53" fmla="*/ 27 h 79"/>
              <a:gd name="T54" fmla="*/ 30 w 70"/>
              <a:gd name="T55" fmla="*/ 28 h 79"/>
              <a:gd name="T56" fmla="*/ 22 w 70"/>
              <a:gd name="T57" fmla="*/ 33 h 79"/>
              <a:gd name="T58" fmla="*/ 22 w 70"/>
              <a:gd name="T59" fmla="*/ 41 h 79"/>
              <a:gd name="T60" fmla="*/ 25 w 70"/>
              <a:gd name="T61" fmla="*/ 48 h 79"/>
              <a:gd name="T62" fmla="*/ 34 w 70"/>
              <a:gd name="T63" fmla="*/ 53 h 79"/>
              <a:gd name="T64" fmla="*/ 42 w 70"/>
              <a:gd name="T65" fmla="*/ 50 h 79"/>
              <a:gd name="T66" fmla="*/ 32 w 70"/>
              <a:gd name="T67" fmla="*/ 23 h 79"/>
              <a:gd name="T68" fmla="*/ 23 w 70"/>
              <a:gd name="T69" fmla="*/ 22 h 79"/>
              <a:gd name="T70" fmla="*/ 29 w 70"/>
              <a:gd name="T71" fmla="*/ 54 h 79"/>
              <a:gd name="T72" fmla="*/ 23 w 70"/>
              <a:gd name="T73" fmla="*/ 55 h 79"/>
              <a:gd name="T74" fmla="*/ 30 w 70"/>
              <a:gd name="T75" fmla="*/ 57 h 79"/>
              <a:gd name="T76" fmla="*/ 27 w 70"/>
              <a:gd name="T77" fmla="*/ 11 h 79"/>
              <a:gd name="T78" fmla="*/ 35 w 70"/>
              <a:gd name="T79" fmla="*/ 21 h 79"/>
              <a:gd name="T80" fmla="*/ 42 w 70"/>
              <a:gd name="T81" fmla="*/ 11 h 79"/>
              <a:gd name="T82" fmla="*/ 37 w 70"/>
              <a:gd name="T83" fmla="*/ 75 h 79"/>
              <a:gd name="T84" fmla="*/ 40 w 70"/>
              <a:gd name="T85" fmla="*/ 60 h 79"/>
              <a:gd name="T86" fmla="*/ 27 w 70"/>
              <a:gd name="T87" fmla="*/ 61 h 79"/>
              <a:gd name="T88" fmla="*/ 34 w 70"/>
              <a:gd name="T89" fmla="*/ 76 h 79"/>
              <a:gd name="T90" fmla="*/ 47 w 70"/>
              <a:gd name="T91" fmla="*/ 28 h 79"/>
              <a:gd name="T92" fmla="*/ 44 w 70"/>
              <a:gd name="T93" fmla="*/ 21 h 79"/>
              <a:gd name="T94" fmla="*/ 45 w 70"/>
              <a:gd name="T95" fmla="*/ 52 h 79"/>
              <a:gd name="T96" fmla="*/ 42 w 70"/>
              <a:gd name="T97" fmla="*/ 57 h 79"/>
              <a:gd name="T98" fmla="*/ 46 w 70"/>
              <a:gd name="T99" fmla="*/ 53 h 79"/>
              <a:gd name="T100" fmla="*/ 51 w 70"/>
              <a:gd name="T101" fmla="*/ 19 h 79"/>
              <a:gd name="T102" fmla="*/ 50 w 70"/>
              <a:gd name="T103" fmla="*/ 30 h 79"/>
              <a:gd name="T104" fmla="*/ 63 w 70"/>
              <a:gd name="T105" fmla="*/ 32 h 79"/>
              <a:gd name="T106" fmla="*/ 63 w 70"/>
              <a:gd name="T107" fmla="*/ 18 h 79"/>
              <a:gd name="T108" fmla="*/ 66 w 70"/>
              <a:gd name="T109" fmla="*/ 52 h 79"/>
              <a:gd name="T110" fmla="*/ 52 w 70"/>
              <a:gd name="T111" fmla="*/ 47 h 79"/>
              <a:gd name="T112" fmla="*/ 48 w 70"/>
              <a:gd name="T113" fmla="*/ 59 h 79"/>
              <a:gd name="T114" fmla="*/ 61 w 70"/>
              <a:gd name="T115" fmla="*/ 61 h 79"/>
              <a:gd name="T116" fmla="*/ 50 w 70"/>
              <a:gd name="T117" fmla="*/ 37 h 79"/>
              <a:gd name="T118" fmla="*/ 54 w 70"/>
              <a:gd name="T119" fmla="*/ 42 h 79"/>
              <a:gd name="T120" fmla="*/ 52 w 70"/>
              <a:gd name="T121" fmla="*/ 3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" h="79">
                <a:moveTo>
                  <a:pt x="61" y="39"/>
                </a:moveTo>
                <a:cubicBezTo>
                  <a:pt x="63" y="41"/>
                  <a:pt x="65" y="43"/>
                  <a:pt x="66" y="45"/>
                </a:cubicBezTo>
                <a:cubicBezTo>
                  <a:pt x="67" y="47"/>
                  <a:pt x="68" y="49"/>
                  <a:pt x="69" y="51"/>
                </a:cubicBezTo>
                <a:cubicBezTo>
                  <a:pt x="70" y="53"/>
                  <a:pt x="70" y="55"/>
                  <a:pt x="70" y="56"/>
                </a:cubicBezTo>
                <a:cubicBezTo>
                  <a:pt x="70" y="58"/>
                  <a:pt x="70" y="59"/>
                  <a:pt x="69" y="60"/>
                </a:cubicBezTo>
                <a:cubicBezTo>
                  <a:pt x="69" y="61"/>
                  <a:pt x="69" y="61"/>
                  <a:pt x="68" y="62"/>
                </a:cubicBezTo>
                <a:cubicBezTo>
                  <a:pt x="68" y="62"/>
                  <a:pt x="67" y="63"/>
                  <a:pt x="66" y="63"/>
                </a:cubicBezTo>
                <a:cubicBezTo>
                  <a:pt x="65" y="63"/>
                  <a:pt x="64" y="64"/>
                  <a:pt x="63" y="64"/>
                </a:cubicBezTo>
                <a:cubicBezTo>
                  <a:pt x="62" y="64"/>
                  <a:pt x="61" y="64"/>
                  <a:pt x="59" y="64"/>
                </a:cubicBezTo>
                <a:cubicBezTo>
                  <a:pt x="58" y="64"/>
                  <a:pt x="58" y="64"/>
                  <a:pt x="57" y="64"/>
                </a:cubicBezTo>
                <a:cubicBezTo>
                  <a:pt x="56" y="64"/>
                  <a:pt x="55" y="64"/>
                  <a:pt x="54" y="64"/>
                </a:cubicBezTo>
                <a:cubicBezTo>
                  <a:pt x="53" y="64"/>
                  <a:pt x="52" y="64"/>
                  <a:pt x="51" y="63"/>
                </a:cubicBezTo>
                <a:cubicBezTo>
                  <a:pt x="50" y="63"/>
                  <a:pt x="49" y="63"/>
                  <a:pt x="48" y="63"/>
                </a:cubicBezTo>
                <a:cubicBezTo>
                  <a:pt x="47" y="65"/>
                  <a:pt x="46" y="67"/>
                  <a:pt x="45" y="69"/>
                </a:cubicBezTo>
                <a:cubicBezTo>
                  <a:pt x="44" y="72"/>
                  <a:pt x="43" y="73"/>
                  <a:pt x="42" y="75"/>
                </a:cubicBezTo>
                <a:cubicBezTo>
                  <a:pt x="41" y="76"/>
                  <a:pt x="40" y="77"/>
                  <a:pt x="38" y="78"/>
                </a:cubicBezTo>
                <a:cubicBezTo>
                  <a:pt x="37" y="79"/>
                  <a:pt x="36" y="79"/>
                  <a:pt x="34" y="79"/>
                </a:cubicBezTo>
                <a:cubicBezTo>
                  <a:pt x="33" y="79"/>
                  <a:pt x="32" y="79"/>
                  <a:pt x="30" y="78"/>
                </a:cubicBezTo>
                <a:cubicBezTo>
                  <a:pt x="29" y="78"/>
                  <a:pt x="28" y="76"/>
                  <a:pt x="27" y="75"/>
                </a:cubicBezTo>
                <a:cubicBezTo>
                  <a:pt x="26" y="74"/>
                  <a:pt x="25" y="72"/>
                  <a:pt x="24" y="70"/>
                </a:cubicBezTo>
                <a:cubicBezTo>
                  <a:pt x="23" y="68"/>
                  <a:pt x="22" y="65"/>
                  <a:pt x="21" y="63"/>
                </a:cubicBezTo>
                <a:cubicBezTo>
                  <a:pt x="20" y="63"/>
                  <a:pt x="20" y="63"/>
                  <a:pt x="19" y="64"/>
                </a:cubicBezTo>
                <a:cubicBezTo>
                  <a:pt x="18" y="64"/>
                  <a:pt x="17" y="64"/>
                  <a:pt x="16" y="64"/>
                </a:cubicBezTo>
                <a:cubicBezTo>
                  <a:pt x="15" y="64"/>
                  <a:pt x="14" y="64"/>
                  <a:pt x="13" y="64"/>
                </a:cubicBezTo>
                <a:cubicBezTo>
                  <a:pt x="13" y="64"/>
                  <a:pt x="12" y="64"/>
                  <a:pt x="11" y="64"/>
                </a:cubicBezTo>
                <a:cubicBezTo>
                  <a:pt x="10" y="64"/>
                  <a:pt x="8" y="64"/>
                  <a:pt x="7" y="64"/>
                </a:cubicBezTo>
                <a:cubicBezTo>
                  <a:pt x="6" y="64"/>
                  <a:pt x="5" y="63"/>
                  <a:pt x="4" y="63"/>
                </a:cubicBezTo>
                <a:cubicBezTo>
                  <a:pt x="3" y="63"/>
                  <a:pt x="3" y="62"/>
                  <a:pt x="2" y="62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59"/>
                  <a:pt x="0" y="58"/>
                  <a:pt x="0" y="56"/>
                </a:cubicBezTo>
                <a:cubicBezTo>
                  <a:pt x="0" y="55"/>
                  <a:pt x="0" y="53"/>
                  <a:pt x="1" y="51"/>
                </a:cubicBezTo>
                <a:cubicBezTo>
                  <a:pt x="2" y="49"/>
                  <a:pt x="3" y="47"/>
                  <a:pt x="4" y="45"/>
                </a:cubicBezTo>
                <a:cubicBezTo>
                  <a:pt x="6" y="43"/>
                  <a:pt x="7" y="41"/>
                  <a:pt x="9" y="39"/>
                </a:cubicBezTo>
                <a:cubicBezTo>
                  <a:pt x="9" y="39"/>
                  <a:pt x="8" y="38"/>
                  <a:pt x="7" y="37"/>
                </a:cubicBezTo>
                <a:cubicBezTo>
                  <a:pt x="7" y="36"/>
                  <a:pt x="6" y="36"/>
                  <a:pt x="6" y="35"/>
                </a:cubicBezTo>
                <a:cubicBezTo>
                  <a:pt x="4" y="33"/>
                  <a:pt x="3" y="32"/>
                  <a:pt x="2" y="30"/>
                </a:cubicBezTo>
                <a:cubicBezTo>
                  <a:pt x="1" y="29"/>
                  <a:pt x="1" y="27"/>
                  <a:pt x="0" y="26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0" y="20"/>
                  <a:pt x="1" y="19"/>
                </a:cubicBezTo>
                <a:cubicBezTo>
                  <a:pt x="1" y="18"/>
                  <a:pt x="2" y="18"/>
                  <a:pt x="2" y="17"/>
                </a:cubicBezTo>
                <a:cubicBezTo>
                  <a:pt x="3" y="17"/>
                  <a:pt x="3" y="16"/>
                  <a:pt x="4" y="16"/>
                </a:cubicBezTo>
                <a:cubicBezTo>
                  <a:pt x="5" y="15"/>
                  <a:pt x="6" y="15"/>
                  <a:pt x="7" y="15"/>
                </a:cubicBezTo>
                <a:cubicBezTo>
                  <a:pt x="8" y="15"/>
                  <a:pt x="10" y="15"/>
                  <a:pt x="11" y="15"/>
                </a:cubicBezTo>
                <a:cubicBezTo>
                  <a:pt x="12" y="15"/>
                  <a:pt x="13" y="15"/>
                  <a:pt x="13" y="15"/>
                </a:cubicBezTo>
                <a:cubicBezTo>
                  <a:pt x="14" y="15"/>
                  <a:pt x="15" y="15"/>
                  <a:pt x="16" y="15"/>
                </a:cubicBezTo>
                <a:cubicBezTo>
                  <a:pt x="17" y="15"/>
                  <a:pt x="18" y="15"/>
                  <a:pt x="19" y="15"/>
                </a:cubicBezTo>
                <a:cubicBezTo>
                  <a:pt x="20" y="16"/>
                  <a:pt x="20" y="16"/>
                  <a:pt x="21" y="16"/>
                </a:cubicBezTo>
                <a:cubicBezTo>
                  <a:pt x="22" y="14"/>
                  <a:pt x="23" y="11"/>
                  <a:pt x="24" y="9"/>
                </a:cubicBezTo>
                <a:cubicBezTo>
                  <a:pt x="25" y="7"/>
                  <a:pt x="26" y="5"/>
                  <a:pt x="27" y="4"/>
                </a:cubicBezTo>
                <a:cubicBezTo>
                  <a:pt x="28" y="3"/>
                  <a:pt x="29" y="1"/>
                  <a:pt x="30" y="1"/>
                </a:cubicBezTo>
                <a:cubicBezTo>
                  <a:pt x="32" y="0"/>
                  <a:pt x="33" y="0"/>
                  <a:pt x="34" y="0"/>
                </a:cubicBezTo>
                <a:cubicBezTo>
                  <a:pt x="36" y="0"/>
                  <a:pt x="37" y="0"/>
                  <a:pt x="38" y="1"/>
                </a:cubicBezTo>
                <a:cubicBezTo>
                  <a:pt x="40" y="2"/>
                  <a:pt x="41" y="3"/>
                  <a:pt x="42" y="4"/>
                </a:cubicBezTo>
                <a:cubicBezTo>
                  <a:pt x="43" y="6"/>
                  <a:pt x="44" y="7"/>
                  <a:pt x="45" y="9"/>
                </a:cubicBezTo>
                <a:cubicBezTo>
                  <a:pt x="46" y="12"/>
                  <a:pt x="47" y="14"/>
                  <a:pt x="48" y="16"/>
                </a:cubicBezTo>
                <a:cubicBezTo>
                  <a:pt x="49" y="16"/>
                  <a:pt x="50" y="16"/>
                  <a:pt x="51" y="16"/>
                </a:cubicBezTo>
                <a:cubicBezTo>
                  <a:pt x="52" y="15"/>
                  <a:pt x="53" y="15"/>
                  <a:pt x="54" y="15"/>
                </a:cubicBezTo>
                <a:cubicBezTo>
                  <a:pt x="55" y="15"/>
                  <a:pt x="56" y="15"/>
                  <a:pt x="57" y="15"/>
                </a:cubicBezTo>
                <a:cubicBezTo>
                  <a:pt x="58" y="15"/>
                  <a:pt x="58" y="15"/>
                  <a:pt x="59" y="15"/>
                </a:cubicBezTo>
                <a:cubicBezTo>
                  <a:pt x="61" y="15"/>
                  <a:pt x="62" y="15"/>
                  <a:pt x="63" y="15"/>
                </a:cubicBezTo>
                <a:cubicBezTo>
                  <a:pt x="64" y="15"/>
                  <a:pt x="65" y="15"/>
                  <a:pt x="66" y="16"/>
                </a:cubicBezTo>
                <a:cubicBezTo>
                  <a:pt x="67" y="16"/>
                  <a:pt x="68" y="17"/>
                  <a:pt x="68" y="17"/>
                </a:cubicBezTo>
                <a:cubicBezTo>
                  <a:pt x="69" y="18"/>
                  <a:pt x="69" y="18"/>
                  <a:pt x="69" y="19"/>
                </a:cubicBezTo>
                <a:cubicBezTo>
                  <a:pt x="70" y="20"/>
                  <a:pt x="70" y="21"/>
                  <a:pt x="70" y="23"/>
                </a:cubicBezTo>
                <a:cubicBezTo>
                  <a:pt x="70" y="24"/>
                  <a:pt x="70" y="26"/>
                  <a:pt x="69" y="28"/>
                </a:cubicBezTo>
                <a:cubicBezTo>
                  <a:pt x="68" y="30"/>
                  <a:pt x="67" y="31"/>
                  <a:pt x="66" y="33"/>
                </a:cubicBezTo>
                <a:cubicBezTo>
                  <a:pt x="65" y="35"/>
                  <a:pt x="63" y="37"/>
                  <a:pt x="61" y="39"/>
                </a:cubicBezTo>
                <a:close/>
                <a:moveTo>
                  <a:pt x="4" y="20"/>
                </a:moveTo>
                <a:cubicBezTo>
                  <a:pt x="3" y="21"/>
                  <a:pt x="3" y="22"/>
                  <a:pt x="3" y="23"/>
                </a:cubicBezTo>
                <a:cubicBezTo>
                  <a:pt x="3" y="24"/>
                  <a:pt x="3" y="25"/>
                  <a:pt x="4" y="26"/>
                </a:cubicBezTo>
                <a:cubicBezTo>
                  <a:pt x="4" y="27"/>
                  <a:pt x="5" y="28"/>
                  <a:pt x="5" y="29"/>
                </a:cubicBezTo>
                <a:cubicBezTo>
                  <a:pt x="6" y="30"/>
                  <a:pt x="7" y="32"/>
                  <a:pt x="8" y="33"/>
                </a:cubicBezTo>
                <a:cubicBezTo>
                  <a:pt x="8" y="34"/>
                  <a:pt x="9" y="34"/>
                  <a:pt x="10" y="35"/>
                </a:cubicBezTo>
                <a:cubicBezTo>
                  <a:pt x="10" y="36"/>
                  <a:pt x="11" y="37"/>
                  <a:pt x="12" y="37"/>
                </a:cubicBezTo>
                <a:cubicBezTo>
                  <a:pt x="12" y="37"/>
                  <a:pt x="13" y="36"/>
                  <a:pt x="13" y="36"/>
                </a:cubicBezTo>
                <a:cubicBezTo>
                  <a:pt x="14" y="35"/>
                  <a:pt x="14" y="35"/>
                  <a:pt x="15" y="34"/>
                </a:cubicBezTo>
                <a:cubicBezTo>
                  <a:pt x="16" y="34"/>
                  <a:pt x="16" y="33"/>
                  <a:pt x="17" y="33"/>
                </a:cubicBezTo>
                <a:cubicBezTo>
                  <a:pt x="18" y="32"/>
                  <a:pt x="18" y="32"/>
                  <a:pt x="19" y="31"/>
                </a:cubicBezTo>
                <a:cubicBezTo>
                  <a:pt x="19" y="30"/>
                  <a:pt x="19" y="29"/>
                  <a:pt x="19" y="28"/>
                </a:cubicBezTo>
                <a:cubicBezTo>
                  <a:pt x="19" y="27"/>
                  <a:pt x="19" y="26"/>
                  <a:pt x="20" y="25"/>
                </a:cubicBezTo>
                <a:cubicBezTo>
                  <a:pt x="20" y="24"/>
                  <a:pt x="20" y="23"/>
                  <a:pt x="20" y="22"/>
                </a:cubicBezTo>
                <a:cubicBezTo>
                  <a:pt x="20" y="21"/>
                  <a:pt x="20" y="20"/>
                  <a:pt x="21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7" y="18"/>
                  <a:pt x="16" y="18"/>
                  <a:pt x="16" y="18"/>
                </a:cubicBezTo>
                <a:cubicBezTo>
                  <a:pt x="15" y="18"/>
                  <a:pt x="14" y="18"/>
                  <a:pt x="13" y="18"/>
                </a:cubicBezTo>
                <a:cubicBezTo>
                  <a:pt x="12" y="18"/>
                  <a:pt x="12" y="18"/>
                  <a:pt x="11" y="18"/>
                </a:cubicBezTo>
                <a:cubicBezTo>
                  <a:pt x="10" y="18"/>
                  <a:pt x="10" y="18"/>
                  <a:pt x="9" y="18"/>
                </a:cubicBezTo>
                <a:cubicBezTo>
                  <a:pt x="8" y="18"/>
                  <a:pt x="8" y="18"/>
                  <a:pt x="7" y="18"/>
                </a:cubicBezTo>
                <a:cubicBezTo>
                  <a:pt x="6" y="18"/>
                  <a:pt x="6" y="19"/>
                  <a:pt x="5" y="19"/>
                </a:cubicBezTo>
                <a:cubicBezTo>
                  <a:pt x="4" y="19"/>
                  <a:pt x="4" y="20"/>
                  <a:pt x="4" y="20"/>
                </a:cubicBezTo>
                <a:close/>
                <a:moveTo>
                  <a:pt x="11" y="61"/>
                </a:moveTo>
                <a:cubicBezTo>
                  <a:pt x="12" y="61"/>
                  <a:pt x="12" y="61"/>
                  <a:pt x="13" y="61"/>
                </a:cubicBezTo>
                <a:cubicBezTo>
                  <a:pt x="14" y="61"/>
                  <a:pt x="15" y="61"/>
                  <a:pt x="16" y="61"/>
                </a:cubicBezTo>
                <a:cubicBezTo>
                  <a:pt x="16" y="61"/>
                  <a:pt x="17" y="61"/>
                  <a:pt x="18" y="60"/>
                </a:cubicBezTo>
                <a:cubicBezTo>
                  <a:pt x="19" y="60"/>
                  <a:pt x="20" y="60"/>
                  <a:pt x="21" y="60"/>
                </a:cubicBezTo>
                <a:cubicBezTo>
                  <a:pt x="20" y="59"/>
                  <a:pt x="20" y="58"/>
                  <a:pt x="20" y="57"/>
                </a:cubicBezTo>
                <a:cubicBezTo>
                  <a:pt x="20" y="56"/>
                  <a:pt x="20" y="55"/>
                  <a:pt x="20" y="54"/>
                </a:cubicBezTo>
                <a:cubicBezTo>
                  <a:pt x="19" y="53"/>
                  <a:pt x="19" y="52"/>
                  <a:pt x="19" y="51"/>
                </a:cubicBezTo>
                <a:cubicBezTo>
                  <a:pt x="19" y="50"/>
                  <a:pt x="19" y="49"/>
                  <a:pt x="19" y="48"/>
                </a:cubicBezTo>
                <a:cubicBezTo>
                  <a:pt x="18" y="47"/>
                  <a:pt x="18" y="47"/>
                  <a:pt x="17" y="46"/>
                </a:cubicBezTo>
                <a:cubicBezTo>
                  <a:pt x="16" y="46"/>
                  <a:pt x="16" y="45"/>
                  <a:pt x="15" y="45"/>
                </a:cubicBezTo>
                <a:cubicBezTo>
                  <a:pt x="14" y="44"/>
                  <a:pt x="14" y="44"/>
                  <a:pt x="13" y="43"/>
                </a:cubicBezTo>
                <a:cubicBezTo>
                  <a:pt x="13" y="43"/>
                  <a:pt x="12" y="42"/>
                  <a:pt x="12" y="42"/>
                </a:cubicBezTo>
                <a:cubicBezTo>
                  <a:pt x="10" y="43"/>
                  <a:pt x="8" y="45"/>
                  <a:pt x="7" y="47"/>
                </a:cubicBezTo>
                <a:cubicBezTo>
                  <a:pt x="6" y="49"/>
                  <a:pt x="5" y="50"/>
                  <a:pt x="4" y="52"/>
                </a:cubicBezTo>
                <a:cubicBezTo>
                  <a:pt x="4" y="53"/>
                  <a:pt x="3" y="54"/>
                  <a:pt x="3" y="56"/>
                </a:cubicBezTo>
                <a:cubicBezTo>
                  <a:pt x="3" y="57"/>
                  <a:pt x="3" y="58"/>
                  <a:pt x="4" y="59"/>
                </a:cubicBezTo>
                <a:cubicBezTo>
                  <a:pt x="4" y="59"/>
                  <a:pt x="4" y="60"/>
                  <a:pt x="5" y="60"/>
                </a:cubicBezTo>
                <a:cubicBezTo>
                  <a:pt x="6" y="60"/>
                  <a:pt x="6" y="61"/>
                  <a:pt x="7" y="61"/>
                </a:cubicBezTo>
                <a:cubicBezTo>
                  <a:pt x="8" y="61"/>
                  <a:pt x="8" y="61"/>
                  <a:pt x="9" y="61"/>
                </a:cubicBezTo>
                <a:cubicBezTo>
                  <a:pt x="10" y="61"/>
                  <a:pt x="10" y="61"/>
                  <a:pt x="11" y="61"/>
                </a:cubicBezTo>
                <a:close/>
                <a:moveTo>
                  <a:pt x="19" y="43"/>
                </a:moveTo>
                <a:cubicBezTo>
                  <a:pt x="19" y="43"/>
                  <a:pt x="19" y="42"/>
                  <a:pt x="19" y="41"/>
                </a:cubicBezTo>
                <a:cubicBezTo>
                  <a:pt x="18" y="41"/>
                  <a:pt x="18" y="40"/>
                  <a:pt x="18" y="39"/>
                </a:cubicBezTo>
                <a:cubicBezTo>
                  <a:pt x="18" y="39"/>
                  <a:pt x="18" y="38"/>
                  <a:pt x="19" y="38"/>
                </a:cubicBezTo>
                <a:cubicBezTo>
                  <a:pt x="19" y="37"/>
                  <a:pt x="19" y="36"/>
                  <a:pt x="19" y="36"/>
                </a:cubicBezTo>
                <a:cubicBezTo>
                  <a:pt x="18" y="36"/>
                  <a:pt x="17" y="37"/>
                  <a:pt x="16" y="38"/>
                </a:cubicBezTo>
                <a:cubicBezTo>
                  <a:pt x="15" y="38"/>
                  <a:pt x="15" y="39"/>
                  <a:pt x="14" y="39"/>
                </a:cubicBezTo>
                <a:cubicBezTo>
                  <a:pt x="15" y="40"/>
                  <a:pt x="15" y="41"/>
                  <a:pt x="16" y="41"/>
                </a:cubicBezTo>
                <a:cubicBezTo>
                  <a:pt x="17" y="42"/>
                  <a:pt x="18" y="43"/>
                  <a:pt x="19" y="43"/>
                </a:cubicBezTo>
                <a:close/>
                <a:moveTo>
                  <a:pt x="42" y="50"/>
                </a:moveTo>
                <a:cubicBezTo>
                  <a:pt x="43" y="50"/>
                  <a:pt x="44" y="49"/>
                  <a:pt x="44" y="49"/>
                </a:cubicBezTo>
                <a:cubicBezTo>
                  <a:pt x="45" y="48"/>
                  <a:pt x="46" y="48"/>
                  <a:pt x="47" y="47"/>
                </a:cubicBezTo>
                <a:cubicBezTo>
                  <a:pt x="47" y="46"/>
                  <a:pt x="47" y="46"/>
                  <a:pt x="47" y="45"/>
                </a:cubicBezTo>
                <a:cubicBezTo>
                  <a:pt x="47" y="44"/>
                  <a:pt x="47" y="44"/>
                  <a:pt x="47" y="43"/>
                </a:cubicBezTo>
                <a:cubicBezTo>
                  <a:pt x="47" y="43"/>
                  <a:pt x="47" y="42"/>
                  <a:pt x="47" y="41"/>
                </a:cubicBezTo>
                <a:cubicBezTo>
                  <a:pt x="47" y="41"/>
                  <a:pt x="47" y="40"/>
                  <a:pt x="47" y="39"/>
                </a:cubicBezTo>
                <a:cubicBezTo>
                  <a:pt x="47" y="39"/>
                  <a:pt x="47" y="38"/>
                  <a:pt x="47" y="38"/>
                </a:cubicBezTo>
                <a:cubicBezTo>
                  <a:pt x="47" y="37"/>
                  <a:pt x="47" y="36"/>
                  <a:pt x="47" y="36"/>
                </a:cubicBezTo>
                <a:cubicBezTo>
                  <a:pt x="47" y="35"/>
                  <a:pt x="47" y="34"/>
                  <a:pt x="47" y="34"/>
                </a:cubicBezTo>
                <a:cubicBezTo>
                  <a:pt x="47" y="33"/>
                  <a:pt x="47" y="33"/>
                  <a:pt x="47" y="32"/>
                </a:cubicBezTo>
                <a:cubicBezTo>
                  <a:pt x="46" y="31"/>
                  <a:pt x="45" y="31"/>
                  <a:pt x="44" y="30"/>
                </a:cubicBezTo>
                <a:cubicBezTo>
                  <a:pt x="44" y="30"/>
                  <a:pt x="43" y="29"/>
                  <a:pt x="42" y="29"/>
                </a:cubicBezTo>
                <a:cubicBezTo>
                  <a:pt x="41" y="28"/>
                  <a:pt x="41" y="28"/>
                  <a:pt x="40" y="28"/>
                </a:cubicBezTo>
                <a:cubicBezTo>
                  <a:pt x="40" y="27"/>
                  <a:pt x="39" y="27"/>
                  <a:pt x="39" y="27"/>
                </a:cubicBezTo>
                <a:cubicBezTo>
                  <a:pt x="38" y="26"/>
                  <a:pt x="37" y="26"/>
                  <a:pt x="37" y="26"/>
                </a:cubicBezTo>
                <a:cubicBezTo>
                  <a:pt x="36" y="26"/>
                  <a:pt x="36" y="25"/>
                  <a:pt x="35" y="25"/>
                </a:cubicBezTo>
                <a:cubicBezTo>
                  <a:pt x="35" y="25"/>
                  <a:pt x="34" y="26"/>
                  <a:pt x="34" y="26"/>
                </a:cubicBezTo>
                <a:cubicBezTo>
                  <a:pt x="33" y="26"/>
                  <a:pt x="32" y="26"/>
                  <a:pt x="32" y="27"/>
                </a:cubicBezTo>
                <a:cubicBezTo>
                  <a:pt x="31" y="27"/>
                  <a:pt x="31" y="27"/>
                  <a:pt x="30" y="28"/>
                </a:cubicBezTo>
                <a:cubicBezTo>
                  <a:pt x="30" y="28"/>
                  <a:pt x="29" y="28"/>
                  <a:pt x="29" y="29"/>
                </a:cubicBezTo>
                <a:cubicBezTo>
                  <a:pt x="28" y="29"/>
                  <a:pt x="27" y="29"/>
                  <a:pt x="27" y="30"/>
                </a:cubicBezTo>
                <a:cubicBezTo>
                  <a:pt x="26" y="30"/>
                  <a:pt x="26" y="30"/>
                  <a:pt x="25" y="31"/>
                </a:cubicBezTo>
                <a:cubicBezTo>
                  <a:pt x="25" y="31"/>
                  <a:pt x="24" y="31"/>
                  <a:pt x="24" y="32"/>
                </a:cubicBezTo>
                <a:cubicBezTo>
                  <a:pt x="23" y="32"/>
                  <a:pt x="23" y="33"/>
                  <a:pt x="22" y="33"/>
                </a:cubicBezTo>
                <a:cubicBezTo>
                  <a:pt x="22" y="33"/>
                  <a:pt x="22" y="34"/>
                  <a:pt x="22" y="35"/>
                </a:cubicBezTo>
                <a:cubicBezTo>
                  <a:pt x="22" y="35"/>
                  <a:pt x="22" y="36"/>
                  <a:pt x="22" y="36"/>
                </a:cubicBezTo>
                <a:cubicBezTo>
                  <a:pt x="22" y="37"/>
                  <a:pt x="22" y="37"/>
                  <a:pt x="22" y="38"/>
                </a:cubicBezTo>
                <a:cubicBezTo>
                  <a:pt x="22" y="38"/>
                  <a:pt x="22" y="39"/>
                  <a:pt x="22" y="39"/>
                </a:cubicBezTo>
                <a:cubicBezTo>
                  <a:pt x="22" y="40"/>
                  <a:pt x="22" y="41"/>
                  <a:pt x="22" y="41"/>
                </a:cubicBezTo>
                <a:cubicBezTo>
                  <a:pt x="22" y="42"/>
                  <a:pt x="22" y="42"/>
                  <a:pt x="22" y="43"/>
                </a:cubicBezTo>
                <a:cubicBezTo>
                  <a:pt x="22" y="43"/>
                  <a:pt x="22" y="44"/>
                  <a:pt x="22" y="44"/>
                </a:cubicBezTo>
                <a:cubicBezTo>
                  <a:pt x="22" y="45"/>
                  <a:pt x="22" y="45"/>
                  <a:pt x="22" y="46"/>
                </a:cubicBezTo>
                <a:cubicBezTo>
                  <a:pt x="23" y="46"/>
                  <a:pt x="23" y="47"/>
                  <a:pt x="24" y="47"/>
                </a:cubicBezTo>
                <a:cubicBezTo>
                  <a:pt x="24" y="48"/>
                  <a:pt x="25" y="48"/>
                  <a:pt x="25" y="48"/>
                </a:cubicBezTo>
                <a:cubicBezTo>
                  <a:pt x="26" y="49"/>
                  <a:pt x="26" y="49"/>
                  <a:pt x="27" y="49"/>
                </a:cubicBezTo>
                <a:cubicBezTo>
                  <a:pt x="27" y="50"/>
                  <a:pt x="28" y="50"/>
                  <a:pt x="29" y="50"/>
                </a:cubicBezTo>
                <a:cubicBezTo>
                  <a:pt x="29" y="51"/>
                  <a:pt x="30" y="51"/>
                  <a:pt x="30" y="51"/>
                </a:cubicBezTo>
                <a:cubicBezTo>
                  <a:pt x="31" y="52"/>
                  <a:pt x="31" y="52"/>
                  <a:pt x="32" y="52"/>
                </a:cubicBezTo>
                <a:cubicBezTo>
                  <a:pt x="32" y="53"/>
                  <a:pt x="33" y="53"/>
                  <a:pt x="34" y="53"/>
                </a:cubicBezTo>
                <a:cubicBezTo>
                  <a:pt x="34" y="53"/>
                  <a:pt x="35" y="54"/>
                  <a:pt x="35" y="54"/>
                </a:cubicBezTo>
                <a:cubicBezTo>
                  <a:pt x="36" y="54"/>
                  <a:pt x="36" y="53"/>
                  <a:pt x="37" y="53"/>
                </a:cubicBezTo>
                <a:cubicBezTo>
                  <a:pt x="37" y="53"/>
                  <a:pt x="38" y="53"/>
                  <a:pt x="39" y="52"/>
                </a:cubicBezTo>
                <a:cubicBezTo>
                  <a:pt x="39" y="52"/>
                  <a:pt x="40" y="52"/>
                  <a:pt x="40" y="51"/>
                </a:cubicBezTo>
                <a:cubicBezTo>
                  <a:pt x="41" y="51"/>
                  <a:pt x="41" y="51"/>
                  <a:pt x="42" y="50"/>
                </a:cubicBezTo>
                <a:close/>
                <a:moveTo>
                  <a:pt x="22" y="29"/>
                </a:moveTo>
                <a:cubicBezTo>
                  <a:pt x="23" y="28"/>
                  <a:pt x="24" y="28"/>
                  <a:pt x="25" y="27"/>
                </a:cubicBezTo>
                <a:cubicBezTo>
                  <a:pt x="25" y="27"/>
                  <a:pt x="26" y="26"/>
                  <a:pt x="27" y="26"/>
                </a:cubicBezTo>
                <a:cubicBezTo>
                  <a:pt x="28" y="25"/>
                  <a:pt x="28" y="25"/>
                  <a:pt x="29" y="24"/>
                </a:cubicBezTo>
                <a:cubicBezTo>
                  <a:pt x="30" y="24"/>
                  <a:pt x="31" y="24"/>
                  <a:pt x="32" y="23"/>
                </a:cubicBezTo>
                <a:cubicBezTo>
                  <a:pt x="31" y="23"/>
                  <a:pt x="30" y="23"/>
                  <a:pt x="30" y="22"/>
                </a:cubicBezTo>
                <a:cubicBezTo>
                  <a:pt x="29" y="22"/>
                  <a:pt x="28" y="22"/>
                  <a:pt x="28" y="21"/>
                </a:cubicBezTo>
                <a:cubicBezTo>
                  <a:pt x="27" y="21"/>
                  <a:pt x="26" y="21"/>
                  <a:pt x="26" y="21"/>
                </a:cubicBezTo>
                <a:cubicBezTo>
                  <a:pt x="25" y="20"/>
                  <a:pt x="24" y="20"/>
                  <a:pt x="24" y="20"/>
                </a:cubicBezTo>
                <a:cubicBezTo>
                  <a:pt x="24" y="21"/>
                  <a:pt x="23" y="21"/>
                  <a:pt x="23" y="22"/>
                </a:cubicBezTo>
                <a:cubicBezTo>
                  <a:pt x="23" y="23"/>
                  <a:pt x="23" y="24"/>
                  <a:pt x="23" y="24"/>
                </a:cubicBezTo>
                <a:cubicBezTo>
                  <a:pt x="23" y="25"/>
                  <a:pt x="23" y="26"/>
                  <a:pt x="23" y="27"/>
                </a:cubicBezTo>
                <a:cubicBezTo>
                  <a:pt x="22" y="27"/>
                  <a:pt x="22" y="28"/>
                  <a:pt x="22" y="29"/>
                </a:cubicBezTo>
                <a:close/>
                <a:moveTo>
                  <a:pt x="32" y="56"/>
                </a:moveTo>
                <a:cubicBezTo>
                  <a:pt x="31" y="55"/>
                  <a:pt x="30" y="55"/>
                  <a:pt x="29" y="54"/>
                </a:cubicBezTo>
                <a:cubicBezTo>
                  <a:pt x="28" y="54"/>
                  <a:pt x="28" y="54"/>
                  <a:pt x="27" y="53"/>
                </a:cubicBezTo>
                <a:cubicBezTo>
                  <a:pt x="26" y="53"/>
                  <a:pt x="25" y="52"/>
                  <a:pt x="25" y="52"/>
                </a:cubicBezTo>
                <a:cubicBezTo>
                  <a:pt x="24" y="51"/>
                  <a:pt x="23" y="51"/>
                  <a:pt x="22" y="50"/>
                </a:cubicBezTo>
                <a:cubicBezTo>
                  <a:pt x="22" y="51"/>
                  <a:pt x="22" y="52"/>
                  <a:pt x="23" y="52"/>
                </a:cubicBezTo>
                <a:cubicBezTo>
                  <a:pt x="23" y="53"/>
                  <a:pt x="23" y="54"/>
                  <a:pt x="23" y="55"/>
                </a:cubicBezTo>
                <a:cubicBezTo>
                  <a:pt x="23" y="55"/>
                  <a:pt x="23" y="56"/>
                  <a:pt x="23" y="57"/>
                </a:cubicBezTo>
                <a:cubicBezTo>
                  <a:pt x="23" y="58"/>
                  <a:pt x="24" y="58"/>
                  <a:pt x="24" y="59"/>
                </a:cubicBezTo>
                <a:cubicBezTo>
                  <a:pt x="24" y="59"/>
                  <a:pt x="25" y="58"/>
                  <a:pt x="26" y="58"/>
                </a:cubicBezTo>
                <a:cubicBezTo>
                  <a:pt x="26" y="58"/>
                  <a:pt x="27" y="58"/>
                  <a:pt x="28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30" y="56"/>
                  <a:pt x="31" y="56"/>
                  <a:pt x="32" y="56"/>
                </a:cubicBezTo>
                <a:close/>
                <a:moveTo>
                  <a:pt x="34" y="3"/>
                </a:moveTo>
                <a:cubicBezTo>
                  <a:pt x="34" y="3"/>
                  <a:pt x="33" y="3"/>
                  <a:pt x="32" y="4"/>
                </a:cubicBezTo>
                <a:cubicBezTo>
                  <a:pt x="31" y="4"/>
                  <a:pt x="30" y="5"/>
                  <a:pt x="29" y="6"/>
                </a:cubicBezTo>
                <a:cubicBezTo>
                  <a:pt x="28" y="8"/>
                  <a:pt x="27" y="9"/>
                  <a:pt x="27" y="11"/>
                </a:cubicBezTo>
                <a:cubicBezTo>
                  <a:pt x="26" y="13"/>
                  <a:pt x="25" y="15"/>
                  <a:pt x="24" y="17"/>
                </a:cubicBezTo>
                <a:cubicBezTo>
                  <a:pt x="25" y="17"/>
                  <a:pt x="26" y="18"/>
                  <a:pt x="27" y="18"/>
                </a:cubicBezTo>
                <a:cubicBezTo>
                  <a:pt x="28" y="18"/>
                  <a:pt x="29" y="18"/>
                  <a:pt x="30" y="19"/>
                </a:cubicBezTo>
                <a:cubicBezTo>
                  <a:pt x="31" y="19"/>
                  <a:pt x="31" y="20"/>
                  <a:pt x="32" y="20"/>
                </a:cubicBezTo>
                <a:cubicBezTo>
                  <a:pt x="33" y="21"/>
                  <a:pt x="34" y="21"/>
                  <a:pt x="35" y="21"/>
                </a:cubicBezTo>
                <a:cubicBezTo>
                  <a:pt x="36" y="21"/>
                  <a:pt x="37" y="21"/>
                  <a:pt x="37" y="20"/>
                </a:cubicBezTo>
                <a:cubicBezTo>
                  <a:pt x="38" y="20"/>
                  <a:pt x="39" y="19"/>
                  <a:pt x="40" y="19"/>
                </a:cubicBezTo>
                <a:cubicBezTo>
                  <a:pt x="41" y="19"/>
                  <a:pt x="42" y="19"/>
                  <a:pt x="42" y="18"/>
                </a:cubicBezTo>
                <a:cubicBezTo>
                  <a:pt x="43" y="18"/>
                  <a:pt x="44" y="18"/>
                  <a:pt x="45" y="17"/>
                </a:cubicBezTo>
                <a:cubicBezTo>
                  <a:pt x="44" y="15"/>
                  <a:pt x="43" y="13"/>
                  <a:pt x="42" y="11"/>
                </a:cubicBezTo>
                <a:cubicBezTo>
                  <a:pt x="42" y="9"/>
                  <a:pt x="41" y="8"/>
                  <a:pt x="40" y="7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3"/>
                  <a:pt x="34" y="3"/>
                </a:cubicBezTo>
                <a:close/>
                <a:moveTo>
                  <a:pt x="34" y="76"/>
                </a:moveTo>
                <a:cubicBezTo>
                  <a:pt x="35" y="76"/>
                  <a:pt x="36" y="76"/>
                  <a:pt x="37" y="75"/>
                </a:cubicBezTo>
                <a:cubicBezTo>
                  <a:pt x="38" y="75"/>
                  <a:pt x="39" y="74"/>
                  <a:pt x="40" y="72"/>
                </a:cubicBezTo>
                <a:cubicBezTo>
                  <a:pt x="41" y="71"/>
                  <a:pt x="42" y="70"/>
                  <a:pt x="42" y="68"/>
                </a:cubicBezTo>
                <a:cubicBezTo>
                  <a:pt x="43" y="66"/>
                  <a:pt x="44" y="64"/>
                  <a:pt x="45" y="62"/>
                </a:cubicBezTo>
                <a:cubicBezTo>
                  <a:pt x="44" y="61"/>
                  <a:pt x="43" y="61"/>
                  <a:pt x="42" y="61"/>
                </a:cubicBezTo>
                <a:cubicBezTo>
                  <a:pt x="42" y="60"/>
                  <a:pt x="41" y="60"/>
                  <a:pt x="40" y="60"/>
                </a:cubicBezTo>
                <a:cubicBezTo>
                  <a:pt x="39" y="59"/>
                  <a:pt x="38" y="59"/>
                  <a:pt x="37" y="59"/>
                </a:cubicBezTo>
                <a:cubicBezTo>
                  <a:pt x="37" y="58"/>
                  <a:pt x="36" y="58"/>
                  <a:pt x="35" y="58"/>
                </a:cubicBezTo>
                <a:cubicBezTo>
                  <a:pt x="34" y="58"/>
                  <a:pt x="33" y="58"/>
                  <a:pt x="32" y="59"/>
                </a:cubicBezTo>
                <a:cubicBezTo>
                  <a:pt x="31" y="59"/>
                  <a:pt x="31" y="60"/>
                  <a:pt x="30" y="60"/>
                </a:cubicBezTo>
                <a:cubicBezTo>
                  <a:pt x="29" y="60"/>
                  <a:pt x="28" y="61"/>
                  <a:pt x="27" y="61"/>
                </a:cubicBezTo>
                <a:cubicBezTo>
                  <a:pt x="26" y="61"/>
                  <a:pt x="25" y="62"/>
                  <a:pt x="24" y="62"/>
                </a:cubicBezTo>
                <a:cubicBezTo>
                  <a:pt x="25" y="64"/>
                  <a:pt x="26" y="66"/>
                  <a:pt x="27" y="68"/>
                </a:cubicBezTo>
                <a:cubicBezTo>
                  <a:pt x="27" y="70"/>
                  <a:pt x="28" y="71"/>
                  <a:pt x="29" y="72"/>
                </a:cubicBezTo>
                <a:cubicBezTo>
                  <a:pt x="30" y="74"/>
                  <a:pt x="31" y="75"/>
                  <a:pt x="32" y="75"/>
                </a:cubicBezTo>
                <a:cubicBezTo>
                  <a:pt x="33" y="76"/>
                  <a:pt x="34" y="76"/>
                  <a:pt x="34" y="76"/>
                </a:cubicBezTo>
                <a:close/>
                <a:moveTo>
                  <a:pt x="39" y="23"/>
                </a:moveTo>
                <a:cubicBezTo>
                  <a:pt x="40" y="24"/>
                  <a:pt x="40" y="24"/>
                  <a:pt x="41" y="24"/>
                </a:cubicBezTo>
                <a:cubicBezTo>
                  <a:pt x="42" y="25"/>
                  <a:pt x="43" y="25"/>
                  <a:pt x="43" y="26"/>
                </a:cubicBezTo>
                <a:cubicBezTo>
                  <a:pt x="44" y="26"/>
                  <a:pt x="44" y="27"/>
                  <a:pt x="45" y="27"/>
                </a:cubicBezTo>
                <a:cubicBezTo>
                  <a:pt x="46" y="27"/>
                  <a:pt x="46" y="27"/>
                  <a:pt x="47" y="28"/>
                </a:cubicBezTo>
                <a:cubicBezTo>
                  <a:pt x="46" y="27"/>
                  <a:pt x="46" y="27"/>
                  <a:pt x="46" y="26"/>
                </a:cubicBezTo>
                <a:cubicBezTo>
                  <a:pt x="46" y="25"/>
                  <a:pt x="46" y="25"/>
                  <a:pt x="46" y="24"/>
                </a:cubicBezTo>
                <a:cubicBezTo>
                  <a:pt x="46" y="23"/>
                  <a:pt x="46" y="23"/>
                  <a:pt x="46" y="22"/>
                </a:cubicBezTo>
                <a:cubicBezTo>
                  <a:pt x="46" y="22"/>
                  <a:pt x="45" y="21"/>
                  <a:pt x="45" y="21"/>
                </a:cubicBezTo>
                <a:cubicBezTo>
                  <a:pt x="45" y="21"/>
                  <a:pt x="44" y="21"/>
                  <a:pt x="44" y="21"/>
                </a:cubicBezTo>
                <a:cubicBezTo>
                  <a:pt x="43" y="21"/>
                  <a:pt x="43" y="22"/>
                  <a:pt x="42" y="22"/>
                </a:cubicBezTo>
                <a:cubicBezTo>
                  <a:pt x="42" y="22"/>
                  <a:pt x="41" y="22"/>
                  <a:pt x="40" y="22"/>
                </a:cubicBezTo>
                <a:cubicBezTo>
                  <a:pt x="40" y="23"/>
                  <a:pt x="39" y="23"/>
                  <a:pt x="39" y="23"/>
                </a:cubicBezTo>
                <a:close/>
                <a:moveTo>
                  <a:pt x="47" y="51"/>
                </a:moveTo>
                <a:cubicBezTo>
                  <a:pt x="46" y="51"/>
                  <a:pt x="46" y="52"/>
                  <a:pt x="45" y="52"/>
                </a:cubicBezTo>
                <a:cubicBezTo>
                  <a:pt x="44" y="52"/>
                  <a:pt x="44" y="53"/>
                  <a:pt x="43" y="53"/>
                </a:cubicBezTo>
                <a:cubicBezTo>
                  <a:pt x="43" y="54"/>
                  <a:pt x="42" y="54"/>
                  <a:pt x="41" y="54"/>
                </a:cubicBezTo>
                <a:cubicBezTo>
                  <a:pt x="40" y="55"/>
                  <a:pt x="40" y="55"/>
                  <a:pt x="39" y="56"/>
                </a:cubicBezTo>
                <a:cubicBezTo>
                  <a:pt x="39" y="56"/>
                  <a:pt x="40" y="56"/>
                  <a:pt x="40" y="57"/>
                </a:cubicBezTo>
                <a:cubicBezTo>
                  <a:pt x="41" y="57"/>
                  <a:pt x="42" y="57"/>
                  <a:pt x="42" y="57"/>
                </a:cubicBezTo>
                <a:cubicBezTo>
                  <a:pt x="43" y="57"/>
                  <a:pt x="43" y="58"/>
                  <a:pt x="44" y="58"/>
                </a:cubicBezTo>
                <a:cubicBezTo>
                  <a:pt x="44" y="58"/>
                  <a:pt x="45" y="58"/>
                  <a:pt x="45" y="58"/>
                </a:cubicBezTo>
                <a:cubicBezTo>
                  <a:pt x="45" y="58"/>
                  <a:pt x="46" y="57"/>
                  <a:pt x="46" y="57"/>
                </a:cubicBezTo>
                <a:cubicBezTo>
                  <a:pt x="46" y="56"/>
                  <a:pt x="46" y="55"/>
                  <a:pt x="46" y="55"/>
                </a:cubicBezTo>
                <a:cubicBezTo>
                  <a:pt x="46" y="54"/>
                  <a:pt x="46" y="54"/>
                  <a:pt x="46" y="53"/>
                </a:cubicBezTo>
                <a:cubicBezTo>
                  <a:pt x="46" y="52"/>
                  <a:pt x="46" y="52"/>
                  <a:pt x="47" y="51"/>
                </a:cubicBezTo>
                <a:close/>
                <a:moveTo>
                  <a:pt x="59" y="18"/>
                </a:moveTo>
                <a:cubicBezTo>
                  <a:pt x="58" y="18"/>
                  <a:pt x="58" y="18"/>
                  <a:pt x="57" y="18"/>
                </a:cubicBezTo>
                <a:cubicBezTo>
                  <a:pt x="56" y="18"/>
                  <a:pt x="55" y="18"/>
                  <a:pt x="54" y="18"/>
                </a:cubicBezTo>
                <a:cubicBezTo>
                  <a:pt x="53" y="18"/>
                  <a:pt x="52" y="19"/>
                  <a:pt x="51" y="19"/>
                </a:cubicBezTo>
                <a:cubicBezTo>
                  <a:pt x="50" y="19"/>
                  <a:pt x="49" y="19"/>
                  <a:pt x="48" y="20"/>
                </a:cubicBezTo>
                <a:cubicBezTo>
                  <a:pt x="49" y="20"/>
                  <a:pt x="49" y="21"/>
                  <a:pt x="49" y="22"/>
                </a:cubicBezTo>
                <a:cubicBezTo>
                  <a:pt x="49" y="23"/>
                  <a:pt x="49" y="24"/>
                  <a:pt x="49" y="25"/>
                </a:cubicBezTo>
                <a:cubicBezTo>
                  <a:pt x="49" y="26"/>
                  <a:pt x="50" y="26"/>
                  <a:pt x="50" y="27"/>
                </a:cubicBezTo>
                <a:cubicBezTo>
                  <a:pt x="50" y="28"/>
                  <a:pt x="50" y="29"/>
                  <a:pt x="50" y="30"/>
                </a:cubicBezTo>
                <a:cubicBezTo>
                  <a:pt x="51" y="31"/>
                  <a:pt x="51" y="31"/>
                  <a:pt x="52" y="32"/>
                </a:cubicBezTo>
                <a:cubicBezTo>
                  <a:pt x="53" y="32"/>
                  <a:pt x="54" y="33"/>
                  <a:pt x="54" y="34"/>
                </a:cubicBezTo>
                <a:cubicBezTo>
                  <a:pt x="55" y="34"/>
                  <a:pt x="56" y="35"/>
                  <a:pt x="57" y="35"/>
                </a:cubicBezTo>
                <a:cubicBezTo>
                  <a:pt x="57" y="36"/>
                  <a:pt x="58" y="37"/>
                  <a:pt x="59" y="37"/>
                </a:cubicBezTo>
                <a:cubicBezTo>
                  <a:pt x="60" y="35"/>
                  <a:pt x="62" y="34"/>
                  <a:pt x="63" y="32"/>
                </a:cubicBezTo>
                <a:cubicBezTo>
                  <a:pt x="64" y="30"/>
                  <a:pt x="65" y="29"/>
                  <a:pt x="66" y="27"/>
                </a:cubicBezTo>
                <a:cubicBezTo>
                  <a:pt x="67" y="26"/>
                  <a:pt x="67" y="25"/>
                  <a:pt x="67" y="23"/>
                </a:cubicBezTo>
                <a:cubicBezTo>
                  <a:pt x="67" y="22"/>
                  <a:pt x="67" y="21"/>
                  <a:pt x="67" y="20"/>
                </a:cubicBezTo>
                <a:cubicBezTo>
                  <a:pt x="66" y="20"/>
                  <a:pt x="66" y="19"/>
                  <a:pt x="65" y="19"/>
                </a:cubicBezTo>
                <a:cubicBezTo>
                  <a:pt x="65" y="19"/>
                  <a:pt x="64" y="18"/>
                  <a:pt x="63" y="18"/>
                </a:cubicBezTo>
                <a:cubicBezTo>
                  <a:pt x="63" y="18"/>
                  <a:pt x="62" y="18"/>
                  <a:pt x="61" y="18"/>
                </a:cubicBezTo>
                <a:cubicBezTo>
                  <a:pt x="61" y="18"/>
                  <a:pt x="60" y="18"/>
                  <a:pt x="59" y="18"/>
                </a:cubicBezTo>
                <a:close/>
                <a:moveTo>
                  <a:pt x="67" y="59"/>
                </a:moveTo>
                <a:cubicBezTo>
                  <a:pt x="67" y="58"/>
                  <a:pt x="67" y="57"/>
                  <a:pt x="67" y="56"/>
                </a:cubicBezTo>
                <a:cubicBezTo>
                  <a:pt x="67" y="54"/>
                  <a:pt x="67" y="53"/>
                  <a:pt x="66" y="52"/>
                </a:cubicBezTo>
                <a:cubicBezTo>
                  <a:pt x="65" y="50"/>
                  <a:pt x="64" y="49"/>
                  <a:pt x="63" y="47"/>
                </a:cubicBezTo>
                <a:cubicBezTo>
                  <a:pt x="62" y="45"/>
                  <a:pt x="60" y="43"/>
                  <a:pt x="59" y="42"/>
                </a:cubicBezTo>
                <a:cubicBezTo>
                  <a:pt x="58" y="42"/>
                  <a:pt x="57" y="43"/>
                  <a:pt x="57" y="44"/>
                </a:cubicBezTo>
                <a:cubicBezTo>
                  <a:pt x="56" y="44"/>
                  <a:pt x="55" y="45"/>
                  <a:pt x="54" y="45"/>
                </a:cubicBezTo>
                <a:cubicBezTo>
                  <a:pt x="54" y="46"/>
                  <a:pt x="53" y="47"/>
                  <a:pt x="52" y="47"/>
                </a:cubicBezTo>
                <a:cubicBezTo>
                  <a:pt x="51" y="48"/>
                  <a:pt x="51" y="48"/>
                  <a:pt x="50" y="49"/>
                </a:cubicBezTo>
                <a:cubicBezTo>
                  <a:pt x="50" y="50"/>
                  <a:pt x="50" y="51"/>
                  <a:pt x="50" y="52"/>
                </a:cubicBezTo>
                <a:cubicBezTo>
                  <a:pt x="50" y="53"/>
                  <a:pt x="49" y="53"/>
                  <a:pt x="49" y="54"/>
                </a:cubicBezTo>
                <a:cubicBezTo>
                  <a:pt x="49" y="55"/>
                  <a:pt x="49" y="56"/>
                  <a:pt x="49" y="57"/>
                </a:cubicBezTo>
                <a:cubicBezTo>
                  <a:pt x="49" y="58"/>
                  <a:pt x="49" y="59"/>
                  <a:pt x="48" y="59"/>
                </a:cubicBezTo>
                <a:cubicBezTo>
                  <a:pt x="49" y="60"/>
                  <a:pt x="50" y="60"/>
                  <a:pt x="51" y="60"/>
                </a:cubicBezTo>
                <a:cubicBezTo>
                  <a:pt x="52" y="60"/>
                  <a:pt x="53" y="61"/>
                  <a:pt x="54" y="61"/>
                </a:cubicBezTo>
                <a:cubicBezTo>
                  <a:pt x="55" y="61"/>
                  <a:pt x="56" y="61"/>
                  <a:pt x="57" y="61"/>
                </a:cubicBezTo>
                <a:cubicBezTo>
                  <a:pt x="58" y="61"/>
                  <a:pt x="58" y="61"/>
                  <a:pt x="59" y="61"/>
                </a:cubicBezTo>
                <a:cubicBezTo>
                  <a:pt x="60" y="61"/>
                  <a:pt x="61" y="61"/>
                  <a:pt x="61" y="61"/>
                </a:cubicBezTo>
                <a:cubicBezTo>
                  <a:pt x="62" y="61"/>
                  <a:pt x="63" y="61"/>
                  <a:pt x="63" y="61"/>
                </a:cubicBezTo>
                <a:cubicBezTo>
                  <a:pt x="64" y="61"/>
                  <a:pt x="65" y="60"/>
                  <a:pt x="65" y="60"/>
                </a:cubicBezTo>
                <a:cubicBezTo>
                  <a:pt x="66" y="60"/>
                  <a:pt x="66" y="59"/>
                  <a:pt x="67" y="59"/>
                </a:cubicBezTo>
                <a:close/>
                <a:moveTo>
                  <a:pt x="50" y="34"/>
                </a:moveTo>
                <a:cubicBezTo>
                  <a:pt x="50" y="35"/>
                  <a:pt x="50" y="36"/>
                  <a:pt x="50" y="37"/>
                </a:cubicBezTo>
                <a:cubicBezTo>
                  <a:pt x="50" y="38"/>
                  <a:pt x="50" y="39"/>
                  <a:pt x="50" y="39"/>
                </a:cubicBezTo>
                <a:cubicBezTo>
                  <a:pt x="50" y="40"/>
                  <a:pt x="50" y="41"/>
                  <a:pt x="50" y="42"/>
                </a:cubicBezTo>
                <a:cubicBezTo>
                  <a:pt x="50" y="43"/>
                  <a:pt x="50" y="44"/>
                  <a:pt x="50" y="45"/>
                </a:cubicBezTo>
                <a:cubicBezTo>
                  <a:pt x="51" y="44"/>
                  <a:pt x="51" y="44"/>
                  <a:pt x="52" y="43"/>
                </a:cubicBezTo>
                <a:cubicBezTo>
                  <a:pt x="52" y="43"/>
                  <a:pt x="53" y="42"/>
                  <a:pt x="54" y="42"/>
                </a:cubicBezTo>
                <a:cubicBezTo>
                  <a:pt x="54" y="42"/>
                  <a:pt x="54" y="41"/>
                  <a:pt x="55" y="41"/>
                </a:cubicBezTo>
                <a:cubicBezTo>
                  <a:pt x="55" y="40"/>
                  <a:pt x="56" y="40"/>
                  <a:pt x="56" y="39"/>
                </a:cubicBezTo>
                <a:cubicBezTo>
                  <a:pt x="56" y="39"/>
                  <a:pt x="55" y="39"/>
                  <a:pt x="55" y="38"/>
                </a:cubicBezTo>
                <a:cubicBezTo>
                  <a:pt x="54" y="38"/>
                  <a:pt x="54" y="37"/>
                  <a:pt x="54" y="37"/>
                </a:cubicBezTo>
                <a:cubicBezTo>
                  <a:pt x="53" y="36"/>
                  <a:pt x="52" y="36"/>
                  <a:pt x="52" y="36"/>
                </a:cubicBezTo>
                <a:cubicBezTo>
                  <a:pt x="51" y="35"/>
                  <a:pt x="51" y="35"/>
                  <a:pt x="50" y="3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10801350" y="1685121"/>
            <a:ext cx="285750" cy="282575"/>
          </a:xfrm>
          <a:custGeom>
            <a:avLst/>
            <a:gdLst>
              <a:gd name="T0" fmla="*/ 76 w 76"/>
              <a:gd name="T1" fmla="*/ 71 h 75"/>
              <a:gd name="T2" fmla="*/ 72 w 76"/>
              <a:gd name="T3" fmla="*/ 75 h 75"/>
              <a:gd name="T4" fmla="*/ 50 w 76"/>
              <a:gd name="T5" fmla="*/ 53 h 75"/>
              <a:gd name="T6" fmla="*/ 46 w 76"/>
              <a:gd name="T7" fmla="*/ 56 h 75"/>
              <a:gd name="T8" fmla="*/ 41 w 76"/>
              <a:gd name="T9" fmla="*/ 59 h 75"/>
              <a:gd name="T10" fmla="*/ 36 w 76"/>
              <a:gd name="T11" fmla="*/ 60 h 75"/>
              <a:gd name="T12" fmla="*/ 31 w 76"/>
              <a:gd name="T13" fmla="*/ 61 h 75"/>
              <a:gd name="T14" fmla="*/ 19 w 76"/>
              <a:gd name="T15" fmla="*/ 58 h 75"/>
              <a:gd name="T16" fmla="*/ 9 w 76"/>
              <a:gd name="T17" fmla="*/ 52 h 75"/>
              <a:gd name="T18" fmla="*/ 3 w 76"/>
              <a:gd name="T19" fmla="*/ 42 h 75"/>
              <a:gd name="T20" fmla="*/ 0 w 76"/>
              <a:gd name="T21" fmla="*/ 30 h 75"/>
              <a:gd name="T22" fmla="*/ 3 w 76"/>
              <a:gd name="T23" fmla="*/ 18 h 75"/>
              <a:gd name="T24" fmla="*/ 9 w 76"/>
              <a:gd name="T25" fmla="*/ 9 h 75"/>
              <a:gd name="T26" fmla="*/ 19 w 76"/>
              <a:gd name="T27" fmla="*/ 2 h 75"/>
              <a:gd name="T28" fmla="*/ 31 w 76"/>
              <a:gd name="T29" fmla="*/ 0 h 75"/>
              <a:gd name="T30" fmla="*/ 43 w 76"/>
              <a:gd name="T31" fmla="*/ 2 h 75"/>
              <a:gd name="T32" fmla="*/ 52 w 76"/>
              <a:gd name="T33" fmla="*/ 9 h 75"/>
              <a:gd name="T34" fmla="*/ 59 w 76"/>
              <a:gd name="T35" fmla="*/ 18 h 75"/>
              <a:gd name="T36" fmla="*/ 61 w 76"/>
              <a:gd name="T37" fmla="*/ 30 h 75"/>
              <a:gd name="T38" fmla="*/ 61 w 76"/>
              <a:gd name="T39" fmla="*/ 36 h 75"/>
              <a:gd name="T40" fmla="*/ 59 w 76"/>
              <a:gd name="T41" fmla="*/ 41 h 75"/>
              <a:gd name="T42" fmla="*/ 57 w 76"/>
              <a:gd name="T43" fmla="*/ 45 h 75"/>
              <a:gd name="T44" fmla="*/ 54 w 76"/>
              <a:gd name="T45" fmla="*/ 49 h 75"/>
              <a:gd name="T46" fmla="*/ 76 w 76"/>
              <a:gd name="T47" fmla="*/ 71 h 75"/>
              <a:gd name="T48" fmla="*/ 4 w 76"/>
              <a:gd name="T49" fmla="*/ 30 h 75"/>
              <a:gd name="T50" fmla="*/ 6 w 76"/>
              <a:gd name="T51" fmla="*/ 41 h 75"/>
              <a:gd name="T52" fmla="*/ 12 w 76"/>
              <a:gd name="T53" fmla="*/ 49 h 75"/>
              <a:gd name="T54" fmla="*/ 20 w 76"/>
              <a:gd name="T55" fmla="*/ 55 h 75"/>
              <a:gd name="T56" fmla="*/ 31 w 76"/>
              <a:gd name="T57" fmla="*/ 57 h 75"/>
              <a:gd name="T58" fmla="*/ 41 w 76"/>
              <a:gd name="T59" fmla="*/ 55 h 75"/>
              <a:gd name="T60" fmla="*/ 50 w 76"/>
              <a:gd name="T61" fmla="*/ 49 h 75"/>
              <a:gd name="T62" fmla="*/ 56 w 76"/>
              <a:gd name="T63" fmla="*/ 41 h 75"/>
              <a:gd name="T64" fmla="*/ 58 w 76"/>
              <a:gd name="T65" fmla="*/ 30 h 75"/>
              <a:gd name="T66" fmla="*/ 56 w 76"/>
              <a:gd name="T67" fmla="*/ 20 h 75"/>
              <a:gd name="T68" fmla="*/ 50 w 76"/>
              <a:gd name="T69" fmla="*/ 11 h 75"/>
              <a:gd name="T70" fmla="*/ 41 w 76"/>
              <a:gd name="T71" fmla="*/ 5 h 75"/>
              <a:gd name="T72" fmla="*/ 31 w 76"/>
              <a:gd name="T73" fmla="*/ 3 h 75"/>
              <a:gd name="T74" fmla="*/ 20 w 76"/>
              <a:gd name="T75" fmla="*/ 5 h 75"/>
              <a:gd name="T76" fmla="*/ 12 w 76"/>
              <a:gd name="T77" fmla="*/ 11 h 75"/>
              <a:gd name="T78" fmla="*/ 6 w 76"/>
              <a:gd name="T79" fmla="*/ 20 h 75"/>
              <a:gd name="T80" fmla="*/ 4 w 76"/>
              <a:gd name="T81" fmla="*/ 3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6" h="75">
                <a:moveTo>
                  <a:pt x="76" y="71"/>
                </a:moveTo>
                <a:cubicBezTo>
                  <a:pt x="72" y="75"/>
                  <a:pt x="72" y="75"/>
                  <a:pt x="72" y="75"/>
                </a:cubicBezTo>
                <a:cubicBezTo>
                  <a:pt x="50" y="53"/>
                  <a:pt x="50" y="53"/>
                  <a:pt x="50" y="53"/>
                </a:cubicBezTo>
                <a:cubicBezTo>
                  <a:pt x="49" y="55"/>
                  <a:pt x="48" y="56"/>
                  <a:pt x="46" y="56"/>
                </a:cubicBezTo>
                <a:cubicBezTo>
                  <a:pt x="45" y="57"/>
                  <a:pt x="43" y="58"/>
                  <a:pt x="41" y="59"/>
                </a:cubicBezTo>
                <a:cubicBezTo>
                  <a:pt x="40" y="59"/>
                  <a:pt x="38" y="60"/>
                  <a:pt x="36" y="60"/>
                </a:cubicBezTo>
                <a:cubicBezTo>
                  <a:pt x="34" y="60"/>
                  <a:pt x="33" y="61"/>
                  <a:pt x="31" y="61"/>
                </a:cubicBezTo>
                <a:cubicBezTo>
                  <a:pt x="27" y="61"/>
                  <a:pt x="23" y="60"/>
                  <a:pt x="19" y="58"/>
                </a:cubicBezTo>
                <a:cubicBezTo>
                  <a:pt x="15" y="56"/>
                  <a:pt x="12" y="54"/>
                  <a:pt x="9" y="52"/>
                </a:cubicBezTo>
                <a:cubicBezTo>
                  <a:pt x="7" y="49"/>
                  <a:pt x="4" y="46"/>
                  <a:pt x="3" y="42"/>
                </a:cubicBezTo>
                <a:cubicBezTo>
                  <a:pt x="1" y="38"/>
                  <a:pt x="0" y="34"/>
                  <a:pt x="0" y="30"/>
                </a:cubicBezTo>
                <a:cubicBezTo>
                  <a:pt x="0" y="26"/>
                  <a:pt x="1" y="22"/>
                  <a:pt x="3" y="18"/>
                </a:cubicBezTo>
                <a:cubicBezTo>
                  <a:pt x="4" y="15"/>
                  <a:pt x="7" y="11"/>
                  <a:pt x="9" y="9"/>
                </a:cubicBezTo>
                <a:cubicBezTo>
                  <a:pt x="12" y="6"/>
                  <a:pt x="15" y="4"/>
                  <a:pt x="19" y="2"/>
                </a:cubicBezTo>
                <a:cubicBezTo>
                  <a:pt x="23" y="1"/>
                  <a:pt x="27" y="0"/>
                  <a:pt x="31" y="0"/>
                </a:cubicBezTo>
                <a:cubicBezTo>
                  <a:pt x="35" y="0"/>
                  <a:pt x="39" y="1"/>
                  <a:pt x="43" y="2"/>
                </a:cubicBezTo>
                <a:cubicBezTo>
                  <a:pt x="46" y="4"/>
                  <a:pt x="49" y="6"/>
                  <a:pt x="52" y="9"/>
                </a:cubicBezTo>
                <a:cubicBezTo>
                  <a:pt x="55" y="11"/>
                  <a:pt x="57" y="15"/>
                  <a:pt x="59" y="18"/>
                </a:cubicBezTo>
                <a:cubicBezTo>
                  <a:pt x="60" y="22"/>
                  <a:pt x="61" y="26"/>
                  <a:pt x="61" y="30"/>
                </a:cubicBezTo>
                <a:cubicBezTo>
                  <a:pt x="61" y="32"/>
                  <a:pt x="61" y="34"/>
                  <a:pt x="61" y="36"/>
                </a:cubicBezTo>
                <a:cubicBezTo>
                  <a:pt x="60" y="37"/>
                  <a:pt x="60" y="39"/>
                  <a:pt x="59" y="41"/>
                </a:cubicBezTo>
                <a:cubicBezTo>
                  <a:pt x="59" y="42"/>
                  <a:pt x="58" y="44"/>
                  <a:pt x="57" y="45"/>
                </a:cubicBezTo>
                <a:cubicBezTo>
                  <a:pt x="56" y="47"/>
                  <a:pt x="55" y="48"/>
                  <a:pt x="54" y="49"/>
                </a:cubicBezTo>
                <a:lnTo>
                  <a:pt x="76" y="71"/>
                </a:lnTo>
                <a:close/>
                <a:moveTo>
                  <a:pt x="4" y="30"/>
                </a:moveTo>
                <a:cubicBezTo>
                  <a:pt x="4" y="34"/>
                  <a:pt x="4" y="37"/>
                  <a:pt x="6" y="41"/>
                </a:cubicBezTo>
                <a:cubicBezTo>
                  <a:pt x="7" y="44"/>
                  <a:pt x="9" y="47"/>
                  <a:pt x="12" y="49"/>
                </a:cubicBezTo>
                <a:cubicBezTo>
                  <a:pt x="14" y="52"/>
                  <a:pt x="17" y="54"/>
                  <a:pt x="20" y="55"/>
                </a:cubicBezTo>
                <a:cubicBezTo>
                  <a:pt x="24" y="57"/>
                  <a:pt x="27" y="57"/>
                  <a:pt x="31" y="57"/>
                </a:cubicBezTo>
                <a:cubicBezTo>
                  <a:pt x="35" y="57"/>
                  <a:pt x="38" y="57"/>
                  <a:pt x="41" y="55"/>
                </a:cubicBezTo>
                <a:cubicBezTo>
                  <a:pt x="45" y="54"/>
                  <a:pt x="47" y="52"/>
                  <a:pt x="50" y="49"/>
                </a:cubicBezTo>
                <a:cubicBezTo>
                  <a:pt x="52" y="47"/>
                  <a:pt x="54" y="44"/>
                  <a:pt x="56" y="41"/>
                </a:cubicBezTo>
                <a:cubicBezTo>
                  <a:pt x="57" y="37"/>
                  <a:pt x="58" y="34"/>
                  <a:pt x="58" y="30"/>
                </a:cubicBezTo>
                <a:cubicBezTo>
                  <a:pt x="58" y="26"/>
                  <a:pt x="57" y="23"/>
                  <a:pt x="56" y="20"/>
                </a:cubicBezTo>
                <a:cubicBezTo>
                  <a:pt x="54" y="16"/>
                  <a:pt x="52" y="13"/>
                  <a:pt x="50" y="11"/>
                </a:cubicBezTo>
                <a:cubicBezTo>
                  <a:pt x="47" y="8"/>
                  <a:pt x="45" y="6"/>
                  <a:pt x="41" y="5"/>
                </a:cubicBezTo>
                <a:cubicBezTo>
                  <a:pt x="38" y="4"/>
                  <a:pt x="35" y="3"/>
                  <a:pt x="31" y="3"/>
                </a:cubicBezTo>
                <a:cubicBezTo>
                  <a:pt x="27" y="3"/>
                  <a:pt x="24" y="4"/>
                  <a:pt x="20" y="5"/>
                </a:cubicBezTo>
                <a:cubicBezTo>
                  <a:pt x="17" y="6"/>
                  <a:pt x="14" y="8"/>
                  <a:pt x="12" y="11"/>
                </a:cubicBezTo>
                <a:cubicBezTo>
                  <a:pt x="9" y="13"/>
                  <a:pt x="7" y="16"/>
                  <a:pt x="6" y="20"/>
                </a:cubicBezTo>
                <a:cubicBezTo>
                  <a:pt x="4" y="23"/>
                  <a:pt x="4" y="26"/>
                  <a:pt x="4" y="3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11323638" y="1669246"/>
            <a:ext cx="322263" cy="312738"/>
          </a:xfrm>
          <a:custGeom>
            <a:avLst/>
            <a:gdLst>
              <a:gd name="T0" fmla="*/ 78 w 86"/>
              <a:gd name="T1" fmla="*/ 1 h 83"/>
              <a:gd name="T2" fmla="*/ 85 w 86"/>
              <a:gd name="T3" fmla="*/ 8 h 83"/>
              <a:gd name="T4" fmla="*/ 85 w 86"/>
              <a:gd name="T5" fmla="*/ 18 h 83"/>
              <a:gd name="T6" fmla="*/ 78 w 86"/>
              <a:gd name="T7" fmla="*/ 25 h 83"/>
              <a:gd name="T8" fmla="*/ 70 w 86"/>
              <a:gd name="T9" fmla="*/ 25 h 83"/>
              <a:gd name="T10" fmla="*/ 65 w 86"/>
              <a:gd name="T11" fmla="*/ 22 h 83"/>
              <a:gd name="T12" fmla="*/ 25 w 86"/>
              <a:gd name="T13" fmla="*/ 35 h 83"/>
              <a:gd name="T14" fmla="*/ 26 w 86"/>
              <a:gd name="T15" fmla="*/ 38 h 83"/>
              <a:gd name="T16" fmla="*/ 25 w 86"/>
              <a:gd name="T17" fmla="*/ 41 h 83"/>
              <a:gd name="T18" fmla="*/ 24 w 86"/>
              <a:gd name="T19" fmla="*/ 44 h 83"/>
              <a:gd name="T20" fmla="*/ 50 w 86"/>
              <a:gd name="T21" fmla="*/ 60 h 83"/>
              <a:gd name="T22" fmla="*/ 55 w 86"/>
              <a:gd name="T23" fmla="*/ 58 h 83"/>
              <a:gd name="T24" fmla="*/ 63 w 86"/>
              <a:gd name="T25" fmla="*/ 58 h 83"/>
              <a:gd name="T26" fmla="*/ 69 w 86"/>
              <a:gd name="T27" fmla="*/ 65 h 83"/>
              <a:gd name="T28" fmla="*/ 69 w 86"/>
              <a:gd name="T29" fmla="*/ 75 h 83"/>
              <a:gd name="T30" fmla="*/ 63 w 86"/>
              <a:gd name="T31" fmla="*/ 82 h 83"/>
              <a:gd name="T32" fmla="*/ 53 w 86"/>
              <a:gd name="T33" fmla="*/ 82 h 83"/>
              <a:gd name="T34" fmla="*/ 46 w 86"/>
              <a:gd name="T35" fmla="*/ 75 h 83"/>
              <a:gd name="T36" fmla="*/ 45 w 86"/>
              <a:gd name="T37" fmla="*/ 69 h 83"/>
              <a:gd name="T38" fmla="*/ 46 w 86"/>
              <a:gd name="T39" fmla="*/ 66 h 83"/>
              <a:gd name="T40" fmla="*/ 22 w 86"/>
              <a:gd name="T41" fmla="*/ 47 h 83"/>
              <a:gd name="T42" fmla="*/ 18 w 86"/>
              <a:gd name="T43" fmla="*/ 50 h 83"/>
              <a:gd name="T44" fmla="*/ 13 w 86"/>
              <a:gd name="T45" fmla="*/ 51 h 83"/>
              <a:gd name="T46" fmla="*/ 4 w 86"/>
              <a:gd name="T47" fmla="*/ 47 h 83"/>
              <a:gd name="T48" fmla="*/ 0 w 86"/>
              <a:gd name="T49" fmla="*/ 38 h 83"/>
              <a:gd name="T50" fmla="*/ 4 w 86"/>
              <a:gd name="T51" fmla="*/ 29 h 83"/>
              <a:gd name="T52" fmla="*/ 13 w 86"/>
              <a:gd name="T53" fmla="*/ 26 h 83"/>
              <a:gd name="T54" fmla="*/ 19 w 86"/>
              <a:gd name="T55" fmla="*/ 27 h 83"/>
              <a:gd name="T56" fmla="*/ 24 w 86"/>
              <a:gd name="T57" fmla="*/ 32 h 83"/>
              <a:gd name="T58" fmla="*/ 61 w 86"/>
              <a:gd name="T59" fmla="*/ 14 h 83"/>
              <a:gd name="T60" fmla="*/ 62 w 86"/>
              <a:gd name="T61" fmla="*/ 8 h 83"/>
              <a:gd name="T62" fmla="*/ 69 w 86"/>
              <a:gd name="T63" fmla="*/ 1 h 83"/>
              <a:gd name="T64" fmla="*/ 13 w 86"/>
              <a:gd name="T65" fmla="*/ 48 h 83"/>
              <a:gd name="T66" fmla="*/ 20 w 86"/>
              <a:gd name="T67" fmla="*/ 45 h 83"/>
              <a:gd name="T68" fmla="*/ 22 w 86"/>
              <a:gd name="T69" fmla="*/ 38 h 83"/>
              <a:gd name="T70" fmla="*/ 20 w 86"/>
              <a:gd name="T71" fmla="*/ 32 h 83"/>
              <a:gd name="T72" fmla="*/ 13 w 86"/>
              <a:gd name="T73" fmla="*/ 29 h 83"/>
              <a:gd name="T74" fmla="*/ 6 w 86"/>
              <a:gd name="T75" fmla="*/ 32 h 83"/>
              <a:gd name="T76" fmla="*/ 3 w 86"/>
              <a:gd name="T77" fmla="*/ 38 h 83"/>
              <a:gd name="T78" fmla="*/ 6 w 86"/>
              <a:gd name="T79" fmla="*/ 45 h 83"/>
              <a:gd name="T80" fmla="*/ 13 w 86"/>
              <a:gd name="T81" fmla="*/ 48 h 83"/>
              <a:gd name="T82" fmla="*/ 54 w 86"/>
              <a:gd name="T83" fmla="*/ 61 h 83"/>
              <a:gd name="T84" fmla="*/ 49 w 86"/>
              <a:gd name="T85" fmla="*/ 67 h 83"/>
              <a:gd name="T86" fmla="*/ 49 w 86"/>
              <a:gd name="T87" fmla="*/ 74 h 83"/>
              <a:gd name="T88" fmla="*/ 54 w 86"/>
              <a:gd name="T89" fmla="*/ 79 h 83"/>
              <a:gd name="T90" fmla="*/ 61 w 86"/>
              <a:gd name="T91" fmla="*/ 79 h 83"/>
              <a:gd name="T92" fmla="*/ 66 w 86"/>
              <a:gd name="T93" fmla="*/ 74 h 83"/>
              <a:gd name="T94" fmla="*/ 66 w 86"/>
              <a:gd name="T95" fmla="*/ 67 h 83"/>
              <a:gd name="T96" fmla="*/ 61 w 86"/>
              <a:gd name="T97" fmla="*/ 61 h 83"/>
              <a:gd name="T98" fmla="*/ 74 w 86"/>
              <a:gd name="T99" fmla="*/ 22 h 83"/>
              <a:gd name="T100" fmla="*/ 80 w 86"/>
              <a:gd name="T101" fmla="*/ 20 h 83"/>
              <a:gd name="T102" fmla="*/ 83 w 86"/>
              <a:gd name="T103" fmla="*/ 13 h 83"/>
              <a:gd name="T104" fmla="*/ 80 w 86"/>
              <a:gd name="T105" fmla="*/ 6 h 83"/>
              <a:gd name="T106" fmla="*/ 74 w 86"/>
              <a:gd name="T107" fmla="*/ 3 h 83"/>
              <a:gd name="T108" fmla="*/ 67 w 86"/>
              <a:gd name="T109" fmla="*/ 6 h 83"/>
              <a:gd name="T110" fmla="*/ 64 w 86"/>
              <a:gd name="T111" fmla="*/ 13 h 83"/>
              <a:gd name="T112" fmla="*/ 67 w 86"/>
              <a:gd name="T113" fmla="*/ 20 h 83"/>
              <a:gd name="T114" fmla="*/ 74 w 86"/>
              <a:gd name="T115" fmla="*/ 2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6" h="83">
                <a:moveTo>
                  <a:pt x="74" y="0"/>
                </a:moveTo>
                <a:cubicBezTo>
                  <a:pt x="75" y="0"/>
                  <a:pt x="77" y="0"/>
                  <a:pt x="78" y="1"/>
                </a:cubicBezTo>
                <a:cubicBezTo>
                  <a:pt x="80" y="2"/>
                  <a:pt x="81" y="2"/>
                  <a:pt x="83" y="4"/>
                </a:cubicBezTo>
                <a:cubicBezTo>
                  <a:pt x="84" y="5"/>
                  <a:pt x="85" y="6"/>
                  <a:pt x="85" y="8"/>
                </a:cubicBezTo>
                <a:cubicBezTo>
                  <a:pt x="86" y="9"/>
                  <a:pt x="86" y="11"/>
                  <a:pt x="86" y="13"/>
                </a:cubicBezTo>
                <a:cubicBezTo>
                  <a:pt x="86" y="14"/>
                  <a:pt x="86" y="16"/>
                  <a:pt x="85" y="18"/>
                </a:cubicBezTo>
                <a:cubicBezTo>
                  <a:pt x="85" y="19"/>
                  <a:pt x="84" y="21"/>
                  <a:pt x="83" y="22"/>
                </a:cubicBezTo>
                <a:cubicBezTo>
                  <a:pt x="81" y="23"/>
                  <a:pt x="80" y="24"/>
                  <a:pt x="78" y="25"/>
                </a:cubicBezTo>
                <a:cubicBezTo>
                  <a:pt x="77" y="25"/>
                  <a:pt x="75" y="26"/>
                  <a:pt x="74" y="26"/>
                </a:cubicBezTo>
                <a:cubicBezTo>
                  <a:pt x="72" y="26"/>
                  <a:pt x="71" y="25"/>
                  <a:pt x="70" y="25"/>
                </a:cubicBezTo>
                <a:cubicBezTo>
                  <a:pt x="69" y="25"/>
                  <a:pt x="68" y="24"/>
                  <a:pt x="67" y="24"/>
                </a:cubicBezTo>
                <a:cubicBezTo>
                  <a:pt x="66" y="23"/>
                  <a:pt x="65" y="23"/>
                  <a:pt x="65" y="22"/>
                </a:cubicBezTo>
                <a:cubicBezTo>
                  <a:pt x="64" y="21"/>
                  <a:pt x="63" y="20"/>
                  <a:pt x="62" y="19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6"/>
                  <a:pt x="25" y="37"/>
                </a:cubicBezTo>
                <a:cubicBezTo>
                  <a:pt x="25" y="37"/>
                  <a:pt x="26" y="38"/>
                  <a:pt x="26" y="38"/>
                </a:cubicBezTo>
                <a:cubicBezTo>
                  <a:pt x="26" y="39"/>
                  <a:pt x="25" y="39"/>
                  <a:pt x="25" y="40"/>
                </a:cubicBezTo>
                <a:cubicBezTo>
                  <a:pt x="25" y="40"/>
                  <a:pt x="25" y="41"/>
                  <a:pt x="25" y="41"/>
                </a:cubicBezTo>
                <a:cubicBezTo>
                  <a:pt x="25" y="42"/>
                  <a:pt x="25" y="42"/>
                  <a:pt x="25" y="43"/>
                </a:cubicBezTo>
                <a:cubicBezTo>
                  <a:pt x="24" y="43"/>
                  <a:pt x="24" y="44"/>
                  <a:pt x="24" y="44"/>
                </a:cubicBezTo>
                <a:cubicBezTo>
                  <a:pt x="48" y="62"/>
                  <a:pt x="48" y="62"/>
                  <a:pt x="48" y="62"/>
                </a:cubicBezTo>
                <a:cubicBezTo>
                  <a:pt x="49" y="61"/>
                  <a:pt x="49" y="61"/>
                  <a:pt x="50" y="60"/>
                </a:cubicBezTo>
                <a:cubicBezTo>
                  <a:pt x="51" y="59"/>
                  <a:pt x="51" y="59"/>
                  <a:pt x="52" y="59"/>
                </a:cubicBezTo>
                <a:cubicBezTo>
                  <a:pt x="53" y="58"/>
                  <a:pt x="54" y="58"/>
                  <a:pt x="55" y="58"/>
                </a:cubicBezTo>
                <a:cubicBezTo>
                  <a:pt x="56" y="58"/>
                  <a:pt x="57" y="57"/>
                  <a:pt x="58" y="57"/>
                </a:cubicBezTo>
                <a:cubicBezTo>
                  <a:pt x="59" y="57"/>
                  <a:pt x="61" y="58"/>
                  <a:pt x="63" y="58"/>
                </a:cubicBezTo>
                <a:cubicBezTo>
                  <a:pt x="64" y="59"/>
                  <a:pt x="65" y="60"/>
                  <a:pt x="67" y="61"/>
                </a:cubicBezTo>
                <a:cubicBezTo>
                  <a:pt x="68" y="62"/>
                  <a:pt x="69" y="64"/>
                  <a:pt x="69" y="65"/>
                </a:cubicBezTo>
                <a:cubicBezTo>
                  <a:pt x="70" y="67"/>
                  <a:pt x="70" y="68"/>
                  <a:pt x="70" y="70"/>
                </a:cubicBezTo>
                <a:cubicBezTo>
                  <a:pt x="70" y="72"/>
                  <a:pt x="70" y="74"/>
                  <a:pt x="69" y="75"/>
                </a:cubicBezTo>
                <a:cubicBezTo>
                  <a:pt x="69" y="77"/>
                  <a:pt x="68" y="78"/>
                  <a:pt x="67" y="79"/>
                </a:cubicBezTo>
                <a:cubicBezTo>
                  <a:pt x="65" y="80"/>
                  <a:pt x="64" y="81"/>
                  <a:pt x="63" y="82"/>
                </a:cubicBezTo>
                <a:cubicBezTo>
                  <a:pt x="61" y="83"/>
                  <a:pt x="59" y="83"/>
                  <a:pt x="58" y="83"/>
                </a:cubicBezTo>
                <a:cubicBezTo>
                  <a:pt x="56" y="83"/>
                  <a:pt x="54" y="83"/>
                  <a:pt x="53" y="82"/>
                </a:cubicBezTo>
                <a:cubicBezTo>
                  <a:pt x="51" y="81"/>
                  <a:pt x="50" y="80"/>
                  <a:pt x="49" y="79"/>
                </a:cubicBezTo>
                <a:cubicBezTo>
                  <a:pt x="47" y="78"/>
                  <a:pt x="46" y="77"/>
                  <a:pt x="46" y="75"/>
                </a:cubicBezTo>
                <a:cubicBezTo>
                  <a:pt x="45" y="74"/>
                  <a:pt x="45" y="72"/>
                  <a:pt x="45" y="70"/>
                </a:cubicBezTo>
                <a:cubicBezTo>
                  <a:pt x="45" y="70"/>
                  <a:pt x="45" y="69"/>
                  <a:pt x="45" y="69"/>
                </a:cubicBezTo>
                <a:cubicBezTo>
                  <a:pt x="45" y="68"/>
                  <a:pt x="45" y="68"/>
                  <a:pt x="45" y="67"/>
                </a:cubicBezTo>
                <a:cubicBezTo>
                  <a:pt x="45" y="67"/>
                  <a:pt x="45" y="66"/>
                  <a:pt x="46" y="66"/>
                </a:cubicBezTo>
                <a:cubicBezTo>
                  <a:pt x="46" y="65"/>
                  <a:pt x="46" y="65"/>
                  <a:pt x="46" y="64"/>
                </a:cubicBezTo>
                <a:cubicBezTo>
                  <a:pt x="22" y="47"/>
                  <a:pt x="22" y="47"/>
                  <a:pt x="22" y="47"/>
                </a:cubicBezTo>
                <a:cubicBezTo>
                  <a:pt x="22" y="48"/>
                  <a:pt x="21" y="48"/>
                  <a:pt x="20" y="49"/>
                </a:cubicBezTo>
                <a:cubicBezTo>
                  <a:pt x="19" y="49"/>
                  <a:pt x="19" y="50"/>
                  <a:pt x="18" y="50"/>
                </a:cubicBezTo>
                <a:cubicBezTo>
                  <a:pt x="17" y="50"/>
                  <a:pt x="16" y="51"/>
                  <a:pt x="15" y="51"/>
                </a:cubicBezTo>
                <a:cubicBezTo>
                  <a:pt x="15" y="51"/>
                  <a:pt x="14" y="51"/>
                  <a:pt x="13" y="51"/>
                </a:cubicBezTo>
                <a:cubicBezTo>
                  <a:pt x="11" y="51"/>
                  <a:pt x="9" y="51"/>
                  <a:pt x="8" y="50"/>
                </a:cubicBezTo>
                <a:cubicBezTo>
                  <a:pt x="6" y="49"/>
                  <a:pt x="5" y="48"/>
                  <a:pt x="4" y="47"/>
                </a:cubicBezTo>
                <a:cubicBezTo>
                  <a:pt x="3" y="46"/>
                  <a:pt x="2" y="45"/>
                  <a:pt x="1" y="43"/>
                </a:cubicBezTo>
                <a:cubicBezTo>
                  <a:pt x="0" y="42"/>
                  <a:pt x="0" y="40"/>
                  <a:pt x="0" y="38"/>
                </a:cubicBezTo>
                <a:cubicBezTo>
                  <a:pt x="0" y="37"/>
                  <a:pt x="0" y="35"/>
                  <a:pt x="1" y="33"/>
                </a:cubicBezTo>
                <a:cubicBezTo>
                  <a:pt x="2" y="32"/>
                  <a:pt x="3" y="30"/>
                  <a:pt x="4" y="29"/>
                </a:cubicBezTo>
                <a:cubicBezTo>
                  <a:pt x="5" y="28"/>
                  <a:pt x="6" y="27"/>
                  <a:pt x="8" y="26"/>
                </a:cubicBezTo>
                <a:cubicBezTo>
                  <a:pt x="9" y="26"/>
                  <a:pt x="11" y="26"/>
                  <a:pt x="13" y="26"/>
                </a:cubicBezTo>
                <a:cubicBezTo>
                  <a:pt x="14" y="26"/>
                  <a:pt x="15" y="26"/>
                  <a:pt x="16" y="26"/>
                </a:cubicBezTo>
                <a:cubicBezTo>
                  <a:pt x="17" y="26"/>
                  <a:pt x="18" y="27"/>
                  <a:pt x="19" y="27"/>
                </a:cubicBezTo>
                <a:cubicBezTo>
                  <a:pt x="20" y="28"/>
                  <a:pt x="21" y="29"/>
                  <a:pt x="22" y="29"/>
                </a:cubicBezTo>
                <a:cubicBezTo>
                  <a:pt x="23" y="30"/>
                  <a:pt x="23" y="31"/>
                  <a:pt x="24" y="32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5"/>
                  <a:pt x="61" y="14"/>
                </a:cubicBezTo>
                <a:cubicBezTo>
                  <a:pt x="61" y="14"/>
                  <a:pt x="61" y="13"/>
                  <a:pt x="61" y="13"/>
                </a:cubicBezTo>
                <a:cubicBezTo>
                  <a:pt x="61" y="11"/>
                  <a:pt x="61" y="9"/>
                  <a:pt x="62" y="8"/>
                </a:cubicBezTo>
                <a:cubicBezTo>
                  <a:pt x="62" y="6"/>
                  <a:pt x="63" y="5"/>
                  <a:pt x="65" y="4"/>
                </a:cubicBezTo>
                <a:cubicBezTo>
                  <a:pt x="66" y="2"/>
                  <a:pt x="67" y="2"/>
                  <a:pt x="69" y="1"/>
                </a:cubicBezTo>
                <a:cubicBezTo>
                  <a:pt x="70" y="0"/>
                  <a:pt x="72" y="0"/>
                  <a:pt x="74" y="0"/>
                </a:cubicBezTo>
                <a:close/>
                <a:moveTo>
                  <a:pt x="13" y="48"/>
                </a:moveTo>
                <a:cubicBezTo>
                  <a:pt x="14" y="48"/>
                  <a:pt x="15" y="48"/>
                  <a:pt x="17" y="47"/>
                </a:cubicBezTo>
                <a:cubicBezTo>
                  <a:pt x="18" y="47"/>
                  <a:pt x="19" y="46"/>
                  <a:pt x="20" y="45"/>
                </a:cubicBezTo>
                <a:cubicBezTo>
                  <a:pt x="20" y="44"/>
                  <a:pt x="21" y="43"/>
                  <a:pt x="22" y="42"/>
                </a:cubicBezTo>
                <a:cubicBezTo>
                  <a:pt x="22" y="41"/>
                  <a:pt x="22" y="40"/>
                  <a:pt x="22" y="38"/>
                </a:cubicBezTo>
                <a:cubicBezTo>
                  <a:pt x="22" y="37"/>
                  <a:pt x="22" y="36"/>
                  <a:pt x="22" y="35"/>
                </a:cubicBezTo>
                <a:cubicBezTo>
                  <a:pt x="21" y="33"/>
                  <a:pt x="20" y="32"/>
                  <a:pt x="20" y="32"/>
                </a:cubicBezTo>
                <a:cubicBezTo>
                  <a:pt x="19" y="31"/>
                  <a:pt x="18" y="30"/>
                  <a:pt x="17" y="29"/>
                </a:cubicBezTo>
                <a:cubicBezTo>
                  <a:pt x="15" y="29"/>
                  <a:pt x="14" y="29"/>
                  <a:pt x="13" y="29"/>
                </a:cubicBezTo>
                <a:cubicBezTo>
                  <a:pt x="11" y="29"/>
                  <a:pt x="10" y="29"/>
                  <a:pt x="9" y="29"/>
                </a:cubicBezTo>
                <a:cubicBezTo>
                  <a:pt x="8" y="30"/>
                  <a:pt x="7" y="31"/>
                  <a:pt x="6" y="32"/>
                </a:cubicBezTo>
                <a:cubicBezTo>
                  <a:pt x="5" y="32"/>
                  <a:pt x="4" y="33"/>
                  <a:pt x="4" y="35"/>
                </a:cubicBezTo>
                <a:cubicBezTo>
                  <a:pt x="3" y="36"/>
                  <a:pt x="3" y="37"/>
                  <a:pt x="3" y="38"/>
                </a:cubicBezTo>
                <a:cubicBezTo>
                  <a:pt x="3" y="40"/>
                  <a:pt x="3" y="41"/>
                  <a:pt x="4" y="42"/>
                </a:cubicBezTo>
                <a:cubicBezTo>
                  <a:pt x="4" y="43"/>
                  <a:pt x="5" y="44"/>
                  <a:pt x="6" y="45"/>
                </a:cubicBezTo>
                <a:cubicBezTo>
                  <a:pt x="7" y="46"/>
                  <a:pt x="8" y="47"/>
                  <a:pt x="9" y="47"/>
                </a:cubicBezTo>
                <a:cubicBezTo>
                  <a:pt x="10" y="48"/>
                  <a:pt x="11" y="48"/>
                  <a:pt x="13" y="48"/>
                </a:cubicBezTo>
                <a:close/>
                <a:moveTo>
                  <a:pt x="58" y="61"/>
                </a:moveTo>
                <a:cubicBezTo>
                  <a:pt x="56" y="61"/>
                  <a:pt x="55" y="61"/>
                  <a:pt x="54" y="61"/>
                </a:cubicBezTo>
                <a:cubicBezTo>
                  <a:pt x="53" y="62"/>
                  <a:pt x="52" y="63"/>
                  <a:pt x="51" y="63"/>
                </a:cubicBezTo>
                <a:cubicBezTo>
                  <a:pt x="50" y="64"/>
                  <a:pt x="49" y="65"/>
                  <a:pt x="49" y="67"/>
                </a:cubicBezTo>
                <a:cubicBezTo>
                  <a:pt x="48" y="68"/>
                  <a:pt x="48" y="69"/>
                  <a:pt x="48" y="70"/>
                </a:cubicBezTo>
                <a:cubicBezTo>
                  <a:pt x="48" y="72"/>
                  <a:pt x="48" y="73"/>
                  <a:pt x="49" y="74"/>
                </a:cubicBezTo>
                <a:cubicBezTo>
                  <a:pt x="49" y="75"/>
                  <a:pt x="50" y="76"/>
                  <a:pt x="51" y="77"/>
                </a:cubicBezTo>
                <a:cubicBezTo>
                  <a:pt x="52" y="78"/>
                  <a:pt x="53" y="79"/>
                  <a:pt x="54" y="79"/>
                </a:cubicBezTo>
                <a:cubicBezTo>
                  <a:pt x="55" y="80"/>
                  <a:pt x="56" y="80"/>
                  <a:pt x="58" y="80"/>
                </a:cubicBezTo>
                <a:cubicBezTo>
                  <a:pt x="59" y="80"/>
                  <a:pt x="60" y="80"/>
                  <a:pt x="61" y="79"/>
                </a:cubicBezTo>
                <a:cubicBezTo>
                  <a:pt x="62" y="79"/>
                  <a:pt x="63" y="78"/>
                  <a:pt x="64" y="77"/>
                </a:cubicBezTo>
                <a:cubicBezTo>
                  <a:pt x="65" y="76"/>
                  <a:pt x="66" y="75"/>
                  <a:pt x="66" y="74"/>
                </a:cubicBezTo>
                <a:cubicBezTo>
                  <a:pt x="67" y="73"/>
                  <a:pt x="67" y="72"/>
                  <a:pt x="67" y="70"/>
                </a:cubicBezTo>
                <a:cubicBezTo>
                  <a:pt x="67" y="69"/>
                  <a:pt x="67" y="68"/>
                  <a:pt x="66" y="67"/>
                </a:cubicBezTo>
                <a:cubicBezTo>
                  <a:pt x="66" y="65"/>
                  <a:pt x="65" y="64"/>
                  <a:pt x="64" y="63"/>
                </a:cubicBezTo>
                <a:cubicBezTo>
                  <a:pt x="63" y="63"/>
                  <a:pt x="62" y="62"/>
                  <a:pt x="61" y="61"/>
                </a:cubicBezTo>
                <a:cubicBezTo>
                  <a:pt x="60" y="61"/>
                  <a:pt x="59" y="61"/>
                  <a:pt x="58" y="61"/>
                </a:cubicBezTo>
                <a:close/>
                <a:moveTo>
                  <a:pt x="74" y="22"/>
                </a:moveTo>
                <a:cubicBezTo>
                  <a:pt x="75" y="22"/>
                  <a:pt x="76" y="22"/>
                  <a:pt x="77" y="22"/>
                </a:cubicBezTo>
                <a:cubicBezTo>
                  <a:pt x="78" y="21"/>
                  <a:pt x="79" y="20"/>
                  <a:pt x="80" y="20"/>
                </a:cubicBezTo>
                <a:cubicBezTo>
                  <a:pt x="81" y="19"/>
                  <a:pt x="82" y="18"/>
                  <a:pt x="82" y="16"/>
                </a:cubicBezTo>
                <a:cubicBezTo>
                  <a:pt x="83" y="15"/>
                  <a:pt x="83" y="14"/>
                  <a:pt x="83" y="13"/>
                </a:cubicBezTo>
                <a:cubicBezTo>
                  <a:pt x="83" y="11"/>
                  <a:pt x="83" y="10"/>
                  <a:pt x="82" y="9"/>
                </a:cubicBezTo>
                <a:cubicBezTo>
                  <a:pt x="82" y="8"/>
                  <a:pt x="81" y="7"/>
                  <a:pt x="80" y="6"/>
                </a:cubicBezTo>
                <a:cubicBezTo>
                  <a:pt x="79" y="5"/>
                  <a:pt x="78" y="4"/>
                  <a:pt x="77" y="4"/>
                </a:cubicBezTo>
                <a:cubicBezTo>
                  <a:pt x="76" y="3"/>
                  <a:pt x="75" y="3"/>
                  <a:pt x="74" y="3"/>
                </a:cubicBezTo>
                <a:cubicBezTo>
                  <a:pt x="72" y="3"/>
                  <a:pt x="71" y="3"/>
                  <a:pt x="70" y="4"/>
                </a:cubicBezTo>
                <a:cubicBezTo>
                  <a:pt x="69" y="4"/>
                  <a:pt x="68" y="5"/>
                  <a:pt x="67" y="6"/>
                </a:cubicBezTo>
                <a:cubicBezTo>
                  <a:pt x="66" y="7"/>
                  <a:pt x="65" y="8"/>
                  <a:pt x="65" y="9"/>
                </a:cubicBezTo>
                <a:cubicBezTo>
                  <a:pt x="64" y="10"/>
                  <a:pt x="64" y="11"/>
                  <a:pt x="64" y="13"/>
                </a:cubicBezTo>
                <a:cubicBezTo>
                  <a:pt x="64" y="14"/>
                  <a:pt x="64" y="15"/>
                  <a:pt x="65" y="16"/>
                </a:cubicBezTo>
                <a:cubicBezTo>
                  <a:pt x="65" y="18"/>
                  <a:pt x="66" y="19"/>
                  <a:pt x="67" y="20"/>
                </a:cubicBezTo>
                <a:cubicBezTo>
                  <a:pt x="68" y="20"/>
                  <a:pt x="69" y="21"/>
                  <a:pt x="70" y="22"/>
                </a:cubicBezTo>
                <a:cubicBezTo>
                  <a:pt x="71" y="22"/>
                  <a:pt x="72" y="22"/>
                  <a:pt x="74" y="2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531813" y="2113746"/>
            <a:ext cx="288925" cy="288925"/>
          </a:xfrm>
          <a:custGeom>
            <a:avLst/>
            <a:gdLst>
              <a:gd name="T0" fmla="*/ 0 w 77"/>
              <a:gd name="T1" fmla="*/ 0 h 77"/>
              <a:gd name="T2" fmla="*/ 77 w 77"/>
              <a:gd name="T3" fmla="*/ 0 h 77"/>
              <a:gd name="T4" fmla="*/ 77 w 77"/>
              <a:gd name="T5" fmla="*/ 77 h 77"/>
              <a:gd name="T6" fmla="*/ 0 w 77"/>
              <a:gd name="T7" fmla="*/ 77 h 77"/>
              <a:gd name="T8" fmla="*/ 0 w 77"/>
              <a:gd name="T9" fmla="*/ 0 h 77"/>
              <a:gd name="T10" fmla="*/ 73 w 77"/>
              <a:gd name="T11" fmla="*/ 74 h 77"/>
              <a:gd name="T12" fmla="*/ 73 w 77"/>
              <a:gd name="T13" fmla="*/ 3 h 77"/>
              <a:gd name="T14" fmla="*/ 3 w 77"/>
              <a:gd name="T15" fmla="*/ 3 h 77"/>
              <a:gd name="T16" fmla="*/ 3 w 77"/>
              <a:gd name="T17" fmla="*/ 74 h 77"/>
              <a:gd name="T18" fmla="*/ 73 w 77"/>
              <a:gd name="T19" fmla="*/ 74 h 77"/>
              <a:gd name="T20" fmla="*/ 17 w 77"/>
              <a:gd name="T21" fmla="*/ 31 h 77"/>
              <a:gd name="T22" fmla="*/ 17 w 77"/>
              <a:gd name="T23" fmla="*/ 20 h 77"/>
              <a:gd name="T24" fmla="*/ 14 w 77"/>
              <a:gd name="T25" fmla="*/ 20 h 77"/>
              <a:gd name="T26" fmla="*/ 14 w 77"/>
              <a:gd name="T27" fmla="*/ 16 h 77"/>
              <a:gd name="T28" fmla="*/ 24 w 77"/>
              <a:gd name="T29" fmla="*/ 16 h 77"/>
              <a:gd name="T30" fmla="*/ 24 w 77"/>
              <a:gd name="T31" fmla="*/ 20 h 77"/>
              <a:gd name="T32" fmla="*/ 21 w 77"/>
              <a:gd name="T33" fmla="*/ 20 h 77"/>
              <a:gd name="T34" fmla="*/ 21 w 77"/>
              <a:gd name="T35" fmla="*/ 31 h 77"/>
              <a:gd name="T36" fmla="*/ 22 w 77"/>
              <a:gd name="T37" fmla="*/ 38 h 77"/>
              <a:gd name="T38" fmla="*/ 26 w 77"/>
              <a:gd name="T39" fmla="*/ 43 h 77"/>
              <a:gd name="T40" fmla="*/ 31 w 77"/>
              <a:gd name="T41" fmla="*/ 47 h 77"/>
              <a:gd name="T42" fmla="*/ 38 w 77"/>
              <a:gd name="T43" fmla="*/ 48 h 77"/>
              <a:gd name="T44" fmla="*/ 45 w 77"/>
              <a:gd name="T45" fmla="*/ 47 h 77"/>
              <a:gd name="T46" fmla="*/ 51 w 77"/>
              <a:gd name="T47" fmla="*/ 43 h 77"/>
              <a:gd name="T48" fmla="*/ 54 w 77"/>
              <a:gd name="T49" fmla="*/ 38 h 77"/>
              <a:gd name="T50" fmla="*/ 56 w 77"/>
              <a:gd name="T51" fmla="*/ 31 h 77"/>
              <a:gd name="T52" fmla="*/ 56 w 77"/>
              <a:gd name="T53" fmla="*/ 20 h 77"/>
              <a:gd name="T54" fmla="*/ 53 w 77"/>
              <a:gd name="T55" fmla="*/ 20 h 77"/>
              <a:gd name="T56" fmla="*/ 53 w 77"/>
              <a:gd name="T57" fmla="*/ 16 h 77"/>
              <a:gd name="T58" fmla="*/ 62 w 77"/>
              <a:gd name="T59" fmla="*/ 16 h 77"/>
              <a:gd name="T60" fmla="*/ 62 w 77"/>
              <a:gd name="T61" fmla="*/ 20 h 77"/>
              <a:gd name="T62" fmla="*/ 59 w 77"/>
              <a:gd name="T63" fmla="*/ 20 h 77"/>
              <a:gd name="T64" fmla="*/ 59 w 77"/>
              <a:gd name="T65" fmla="*/ 31 h 77"/>
              <a:gd name="T66" fmla="*/ 57 w 77"/>
              <a:gd name="T67" fmla="*/ 39 h 77"/>
              <a:gd name="T68" fmla="*/ 53 w 77"/>
              <a:gd name="T69" fmla="*/ 45 h 77"/>
              <a:gd name="T70" fmla="*/ 46 w 77"/>
              <a:gd name="T71" fmla="*/ 50 h 77"/>
              <a:gd name="T72" fmla="*/ 38 w 77"/>
              <a:gd name="T73" fmla="*/ 51 h 77"/>
              <a:gd name="T74" fmla="*/ 30 w 77"/>
              <a:gd name="T75" fmla="*/ 50 h 77"/>
              <a:gd name="T76" fmla="*/ 24 w 77"/>
              <a:gd name="T77" fmla="*/ 45 h 77"/>
              <a:gd name="T78" fmla="*/ 19 w 77"/>
              <a:gd name="T79" fmla="*/ 39 h 77"/>
              <a:gd name="T80" fmla="*/ 17 w 77"/>
              <a:gd name="T81" fmla="*/ 3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7" h="77">
                <a:moveTo>
                  <a:pt x="0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77"/>
                  <a:pt x="77" y="77"/>
                  <a:pt x="77" y="77"/>
                </a:cubicBezTo>
                <a:cubicBezTo>
                  <a:pt x="0" y="77"/>
                  <a:pt x="0" y="77"/>
                  <a:pt x="0" y="77"/>
                </a:cubicBezTo>
                <a:lnTo>
                  <a:pt x="0" y="0"/>
                </a:lnTo>
                <a:close/>
                <a:moveTo>
                  <a:pt x="73" y="74"/>
                </a:moveTo>
                <a:cubicBezTo>
                  <a:pt x="73" y="3"/>
                  <a:pt x="73" y="3"/>
                  <a:pt x="7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74"/>
                  <a:pt x="3" y="74"/>
                  <a:pt x="3" y="74"/>
                </a:cubicBezTo>
                <a:lnTo>
                  <a:pt x="73" y="74"/>
                </a:lnTo>
                <a:close/>
                <a:moveTo>
                  <a:pt x="17" y="31"/>
                </a:moveTo>
                <a:cubicBezTo>
                  <a:pt x="17" y="20"/>
                  <a:pt x="17" y="20"/>
                  <a:pt x="17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16"/>
                  <a:pt x="14" y="16"/>
                  <a:pt x="1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3"/>
                  <a:pt x="21" y="35"/>
                  <a:pt x="22" y="38"/>
                </a:cubicBezTo>
                <a:cubicBezTo>
                  <a:pt x="23" y="40"/>
                  <a:pt x="24" y="42"/>
                  <a:pt x="26" y="43"/>
                </a:cubicBezTo>
                <a:cubicBezTo>
                  <a:pt x="27" y="45"/>
                  <a:pt x="29" y="46"/>
                  <a:pt x="31" y="47"/>
                </a:cubicBezTo>
                <a:cubicBezTo>
                  <a:pt x="33" y="48"/>
                  <a:pt x="36" y="48"/>
                  <a:pt x="38" y="48"/>
                </a:cubicBezTo>
                <a:cubicBezTo>
                  <a:pt x="41" y="48"/>
                  <a:pt x="43" y="48"/>
                  <a:pt x="45" y="47"/>
                </a:cubicBezTo>
                <a:cubicBezTo>
                  <a:pt x="47" y="46"/>
                  <a:pt x="49" y="45"/>
                  <a:pt x="51" y="43"/>
                </a:cubicBezTo>
                <a:cubicBezTo>
                  <a:pt x="52" y="42"/>
                  <a:pt x="53" y="40"/>
                  <a:pt x="54" y="38"/>
                </a:cubicBezTo>
                <a:cubicBezTo>
                  <a:pt x="55" y="35"/>
                  <a:pt x="56" y="33"/>
                  <a:pt x="56" y="31"/>
                </a:cubicBezTo>
                <a:cubicBezTo>
                  <a:pt x="56" y="20"/>
                  <a:pt x="56" y="20"/>
                  <a:pt x="56" y="20"/>
                </a:cubicBezTo>
                <a:cubicBezTo>
                  <a:pt x="53" y="20"/>
                  <a:pt x="53" y="20"/>
                  <a:pt x="53" y="20"/>
                </a:cubicBezTo>
                <a:cubicBezTo>
                  <a:pt x="53" y="16"/>
                  <a:pt x="53" y="16"/>
                  <a:pt x="53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2" y="20"/>
                  <a:pt x="62" y="20"/>
                  <a:pt x="62" y="20"/>
                </a:cubicBezTo>
                <a:cubicBezTo>
                  <a:pt x="59" y="20"/>
                  <a:pt x="59" y="20"/>
                  <a:pt x="59" y="20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3"/>
                  <a:pt x="58" y="36"/>
                  <a:pt x="57" y="39"/>
                </a:cubicBezTo>
                <a:cubicBezTo>
                  <a:pt x="56" y="41"/>
                  <a:pt x="55" y="44"/>
                  <a:pt x="53" y="45"/>
                </a:cubicBezTo>
                <a:cubicBezTo>
                  <a:pt x="51" y="47"/>
                  <a:pt x="49" y="49"/>
                  <a:pt x="46" y="50"/>
                </a:cubicBezTo>
                <a:cubicBezTo>
                  <a:pt x="44" y="51"/>
                  <a:pt x="41" y="51"/>
                  <a:pt x="38" y="51"/>
                </a:cubicBezTo>
                <a:cubicBezTo>
                  <a:pt x="35" y="51"/>
                  <a:pt x="33" y="51"/>
                  <a:pt x="30" y="50"/>
                </a:cubicBezTo>
                <a:cubicBezTo>
                  <a:pt x="28" y="49"/>
                  <a:pt x="25" y="47"/>
                  <a:pt x="24" y="45"/>
                </a:cubicBezTo>
                <a:cubicBezTo>
                  <a:pt x="22" y="44"/>
                  <a:pt x="20" y="41"/>
                  <a:pt x="19" y="39"/>
                </a:cubicBezTo>
                <a:cubicBezTo>
                  <a:pt x="18" y="36"/>
                  <a:pt x="17" y="33"/>
                  <a:pt x="17" y="31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054100" y="2135971"/>
            <a:ext cx="322263" cy="244475"/>
          </a:xfrm>
          <a:custGeom>
            <a:avLst/>
            <a:gdLst>
              <a:gd name="T0" fmla="*/ 56 w 86"/>
              <a:gd name="T1" fmla="*/ 1 h 65"/>
              <a:gd name="T2" fmla="*/ 78 w 86"/>
              <a:gd name="T3" fmla="*/ 13 h 65"/>
              <a:gd name="T4" fmla="*/ 84 w 86"/>
              <a:gd name="T5" fmla="*/ 25 h 65"/>
              <a:gd name="T6" fmla="*/ 67 w 86"/>
              <a:gd name="T7" fmla="*/ 9 h 65"/>
              <a:gd name="T8" fmla="*/ 43 w 86"/>
              <a:gd name="T9" fmla="*/ 3 h 65"/>
              <a:gd name="T10" fmla="*/ 20 w 86"/>
              <a:gd name="T11" fmla="*/ 9 h 65"/>
              <a:gd name="T12" fmla="*/ 2 w 86"/>
              <a:gd name="T13" fmla="*/ 25 h 65"/>
              <a:gd name="T14" fmla="*/ 8 w 86"/>
              <a:gd name="T15" fmla="*/ 13 h 65"/>
              <a:gd name="T16" fmla="*/ 30 w 86"/>
              <a:gd name="T17" fmla="*/ 1 h 65"/>
              <a:gd name="T18" fmla="*/ 43 w 86"/>
              <a:gd name="T19" fmla="*/ 13 h 65"/>
              <a:gd name="T20" fmla="*/ 63 w 86"/>
              <a:gd name="T21" fmla="*/ 18 h 65"/>
              <a:gd name="T22" fmla="*/ 77 w 86"/>
              <a:gd name="T23" fmla="*/ 31 h 65"/>
              <a:gd name="T24" fmla="*/ 69 w 86"/>
              <a:gd name="T25" fmla="*/ 26 h 65"/>
              <a:gd name="T26" fmla="*/ 53 w 86"/>
              <a:gd name="T27" fmla="*/ 17 h 65"/>
              <a:gd name="T28" fmla="*/ 33 w 86"/>
              <a:gd name="T29" fmla="*/ 17 h 65"/>
              <a:gd name="T30" fmla="*/ 17 w 86"/>
              <a:gd name="T31" fmla="*/ 27 h 65"/>
              <a:gd name="T32" fmla="*/ 9 w 86"/>
              <a:gd name="T33" fmla="*/ 32 h 65"/>
              <a:gd name="T34" fmla="*/ 23 w 86"/>
              <a:gd name="T35" fmla="*/ 18 h 65"/>
              <a:gd name="T36" fmla="*/ 43 w 86"/>
              <a:gd name="T37" fmla="*/ 13 h 65"/>
              <a:gd name="T38" fmla="*/ 51 w 86"/>
              <a:gd name="T39" fmla="*/ 27 h 65"/>
              <a:gd name="T40" fmla="*/ 63 w 86"/>
              <a:gd name="T41" fmla="*/ 35 h 65"/>
              <a:gd name="T42" fmla="*/ 65 w 86"/>
              <a:gd name="T43" fmla="*/ 43 h 65"/>
              <a:gd name="T44" fmla="*/ 56 w 86"/>
              <a:gd name="T45" fmla="*/ 33 h 65"/>
              <a:gd name="T46" fmla="*/ 43 w 86"/>
              <a:gd name="T47" fmla="*/ 29 h 65"/>
              <a:gd name="T48" fmla="*/ 30 w 86"/>
              <a:gd name="T49" fmla="*/ 33 h 65"/>
              <a:gd name="T50" fmla="*/ 21 w 86"/>
              <a:gd name="T51" fmla="*/ 43 h 65"/>
              <a:gd name="T52" fmla="*/ 23 w 86"/>
              <a:gd name="T53" fmla="*/ 35 h 65"/>
              <a:gd name="T54" fmla="*/ 35 w 86"/>
              <a:gd name="T55" fmla="*/ 27 h 65"/>
              <a:gd name="T56" fmla="*/ 43 w 86"/>
              <a:gd name="T57" fmla="*/ 40 h 65"/>
              <a:gd name="T58" fmla="*/ 52 w 86"/>
              <a:gd name="T59" fmla="*/ 44 h 65"/>
              <a:gd name="T60" fmla="*/ 56 w 86"/>
              <a:gd name="T61" fmla="*/ 53 h 65"/>
              <a:gd name="T62" fmla="*/ 52 w 86"/>
              <a:gd name="T63" fmla="*/ 62 h 65"/>
              <a:gd name="T64" fmla="*/ 43 w 86"/>
              <a:gd name="T65" fmla="*/ 65 h 65"/>
              <a:gd name="T66" fmla="*/ 34 w 86"/>
              <a:gd name="T67" fmla="*/ 62 h 65"/>
              <a:gd name="T68" fmla="*/ 30 w 86"/>
              <a:gd name="T69" fmla="*/ 53 h 65"/>
              <a:gd name="T70" fmla="*/ 34 w 86"/>
              <a:gd name="T71" fmla="*/ 44 h 65"/>
              <a:gd name="T72" fmla="*/ 43 w 86"/>
              <a:gd name="T73" fmla="*/ 40 h 65"/>
              <a:gd name="T74" fmla="*/ 47 w 86"/>
              <a:gd name="T75" fmla="*/ 62 h 65"/>
              <a:gd name="T76" fmla="*/ 52 w 86"/>
              <a:gd name="T77" fmla="*/ 56 h 65"/>
              <a:gd name="T78" fmla="*/ 52 w 86"/>
              <a:gd name="T79" fmla="*/ 49 h 65"/>
              <a:gd name="T80" fmla="*/ 47 w 86"/>
              <a:gd name="T81" fmla="*/ 44 h 65"/>
              <a:gd name="T82" fmla="*/ 39 w 86"/>
              <a:gd name="T83" fmla="*/ 44 h 65"/>
              <a:gd name="T84" fmla="*/ 34 w 86"/>
              <a:gd name="T85" fmla="*/ 49 h 65"/>
              <a:gd name="T86" fmla="*/ 34 w 86"/>
              <a:gd name="T87" fmla="*/ 56 h 65"/>
              <a:gd name="T88" fmla="*/ 39 w 86"/>
              <a:gd name="T89" fmla="*/ 6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65">
                <a:moveTo>
                  <a:pt x="43" y="0"/>
                </a:moveTo>
                <a:cubicBezTo>
                  <a:pt x="48" y="0"/>
                  <a:pt x="52" y="0"/>
                  <a:pt x="56" y="1"/>
                </a:cubicBezTo>
                <a:cubicBezTo>
                  <a:pt x="60" y="3"/>
                  <a:pt x="64" y="4"/>
                  <a:pt x="68" y="6"/>
                </a:cubicBezTo>
                <a:cubicBezTo>
                  <a:pt x="72" y="8"/>
                  <a:pt x="75" y="10"/>
                  <a:pt x="78" y="13"/>
                </a:cubicBezTo>
                <a:cubicBezTo>
                  <a:pt x="81" y="16"/>
                  <a:pt x="84" y="19"/>
                  <a:pt x="86" y="22"/>
                </a:cubicBezTo>
                <a:cubicBezTo>
                  <a:pt x="84" y="25"/>
                  <a:pt x="84" y="25"/>
                  <a:pt x="84" y="25"/>
                </a:cubicBezTo>
                <a:cubicBezTo>
                  <a:pt x="82" y="21"/>
                  <a:pt x="79" y="18"/>
                  <a:pt x="76" y="16"/>
                </a:cubicBezTo>
                <a:cubicBezTo>
                  <a:pt x="73" y="13"/>
                  <a:pt x="70" y="11"/>
                  <a:pt x="67" y="9"/>
                </a:cubicBezTo>
                <a:cubicBezTo>
                  <a:pt x="63" y="7"/>
                  <a:pt x="59" y="6"/>
                  <a:pt x="55" y="5"/>
                </a:cubicBezTo>
                <a:cubicBezTo>
                  <a:pt x="51" y="4"/>
                  <a:pt x="47" y="3"/>
                  <a:pt x="43" y="3"/>
                </a:cubicBezTo>
                <a:cubicBezTo>
                  <a:pt x="39" y="3"/>
                  <a:pt x="35" y="4"/>
                  <a:pt x="31" y="5"/>
                </a:cubicBezTo>
                <a:cubicBezTo>
                  <a:pt x="27" y="6"/>
                  <a:pt x="23" y="7"/>
                  <a:pt x="20" y="9"/>
                </a:cubicBezTo>
                <a:cubicBezTo>
                  <a:pt x="16" y="11"/>
                  <a:pt x="13" y="13"/>
                  <a:pt x="10" y="16"/>
                </a:cubicBezTo>
                <a:cubicBezTo>
                  <a:pt x="7" y="18"/>
                  <a:pt x="5" y="21"/>
                  <a:pt x="2" y="25"/>
                </a:cubicBezTo>
                <a:cubicBezTo>
                  <a:pt x="0" y="22"/>
                  <a:pt x="0" y="22"/>
                  <a:pt x="0" y="22"/>
                </a:cubicBezTo>
                <a:cubicBezTo>
                  <a:pt x="2" y="19"/>
                  <a:pt x="5" y="16"/>
                  <a:pt x="8" y="13"/>
                </a:cubicBezTo>
                <a:cubicBezTo>
                  <a:pt x="11" y="10"/>
                  <a:pt x="15" y="8"/>
                  <a:pt x="19" y="6"/>
                </a:cubicBezTo>
                <a:cubicBezTo>
                  <a:pt x="22" y="4"/>
                  <a:pt x="26" y="3"/>
                  <a:pt x="30" y="1"/>
                </a:cubicBezTo>
                <a:cubicBezTo>
                  <a:pt x="34" y="0"/>
                  <a:pt x="39" y="0"/>
                  <a:pt x="43" y="0"/>
                </a:cubicBezTo>
                <a:close/>
                <a:moveTo>
                  <a:pt x="43" y="13"/>
                </a:moveTo>
                <a:cubicBezTo>
                  <a:pt x="47" y="13"/>
                  <a:pt x="50" y="13"/>
                  <a:pt x="54" y="14"/>
                </a:cubicBezTo>
                <a:cubicBezTo>
                  <a:pt x="57" y="15"/>
                  <a:pt x="60" y="16"/>
                  <a:pt x="63" y="18"/>
                </a:cubicBezTo>
                <a:cubicBezTo>
                  <a:pt x="66" y="19"/>
                  <a:pt x="68" y="21"/>
                  <a:pt x="71" y="24"/>
                </a:cubicBezTo>
                <a:cubicBezTo>
                  <a:pt x="73" y="26"/>
                  <a:pt x="75" y="29"/>
                  <a:pt x="77" y="31"/>
                </a:cubicBezTo>
                <a:cubicBezTo>
                  <a:pt x="75" y="34"/>
                  <a:pt x="75" y="34"/>
                  <a:pt x="75" y="34"/>
                </a:cubicBezTo>
                <a:cubicBezTo>
                  <a:pt x="73" y="31"/>
                  <a:pt x="71" y="29"/>
                  <a:pt x="69" y="26"/>
                </a:cubicBezTo>
                <a:cubicBezTo>
                  <a:pt x="67" y="24"/>
                  <a:pt x="64" y="22"/>
                  <a:pt x="62" y="21"/>
                </a:cubicBezTo>
                <a:cubicBezTo>
                  <a:pt x="59" y="19"/>
                  <a:pt x="56" y="18"/>
                  <a:pt x="53" y="17"/>
                </a:cubicBezTo>
                <a:cubicBezTo>
                  <a:pt x="50" y="16"/>
                  <a:pt x="47" y="16"/>
                  <a:pt x="43" y="16"/>
                </a:cubicBezTo>
                <a:cubicBezTo>
                  <a:pt x="40" y="16"/>
                  <a:pt x="37" y="16"/>
                  <a:pt x="33" y="17"/>
                </a:cubicBezTo>
                <a:cubicBezTo>
                  <a:pt x="30" y="18"/>
                  <a:pt x="28" y="19"/>
                  <a:pt x="25" y="21"/>
                </a:cubicBezTo>
                <a:cubicBezTo>
                  <a:pt x="22" y="22"/>
                  <a:pt x="20" y="24"/>
                  <a:pt x="17" y="27"/>
                </a:cubicBezTo>
                <a:cubicBezTo>
                  <a:pt x="15" y="29"/>
                  <a:pt x="13" y="31"/>
                  <a:pt x="12" y="34"/>
                </a:cubicBezTo>
                <a:cubicBezTo>
                  <a:pt x="9" y="32"/>
                  <a:pt x="9" y="32"/>
                  <a:pt x="9" y="32"/>
                </a:cubicBezTo>
                <a:cubicBezTo>
                  <a:pt x="11" y="29"/>
                  <a:pt x="13" y="26"/>
                  <a:pt x="15" y="24"/>
                </a:cubicBezTo>
                <a:cubicBezTo>
                  <a:pt x="18" y="21"/>
                  <a:pt x="21" y="19"/>
                  <a:pt x="23" y="18"/>
                </a:cubicBezTo>
                <a:cubicBezTo>
                  <a:pt x="26" y="16"/>
                  <a:pt x="29" y="15"/>
                  <a:pt x="33" y="14"/>
                </a:cubicBezTo>
                <a:cubicBezTo>
                  <a:pt x="36" y="13"/>
                  <a:pt x="40" y="13"/>
                  <a:pt x="43" y="13"/>
                </a:cubicBezTo>
                <a:close/>
                <a:moveTo>
                  <a:pt x="43" y="26"/>
                </a:moveTo>
                <a:cubicBezTo>
                  <a:pt x="46" y="26"/>
                  <a:pt x="48" y="26"/>
                  <a:pt x="51" y="27"/>
                </a:cubicBezTo>
                <a:cubicBezTo>
                  <a:pt x="53" y="27"/>
                  <a:pt x="56" y="28"/>
                  <a:pt x="58" y="30"/>
                </a:cubicBezTo>
                <a:cubicBezTo>
                  <a:pt x="60" y="31"/>
                  <a:pt x="62" y="33"/>
                  <a:pt x="63" y="35"/>
                </a:cubicBezTo>
                <a:cubicBezTo>
                  <a:pt x="65" y="37"/>
                  <a:pt x="66" y="39"/>
                  <a:pt x="68" y="41"/>
                </a:cubicBezTo>
                <a:cubicBezTo>
                  <a:pt x="65" y="43"/>
                  <a:pt x="65" y="43"/>
                  <a:pt x="65" y="43"/>
                </a:cubicBezTo>
                <a:cubicBezTo>
                  <a:pt x="64" y="41"/>
                  <a:pt x="63" y="39"/>
                  <a:pt x="62" y="37"/>
                </a:cubicBezTo>
                <a:cubicBezTo>
                  <a:pt x="60" y="36"/>
                  <a:pt x="58" y="34"/>
                  <a:pt x="56" y="33"/>
                </a:cubicBezTo>
                <a:cubicBezTo>
                  <a:pt x="55" y="31"/>
                  <a:pt x="52" y="30"/>
                  <a:pt x="50" y="30"/>
                </a:cubicBezTo>
                <a:cubicBezTo>
                  <a:pt x="48" y="29"/>
                  <a:pt x="46" y="29"/>
                  <a:pt x="43" y="29"/>
                </a:cubicBezTo>
                <a:cubicBezTo>
                  <a:pt x="41" y="29"/>
                  <a:pt x="38" y="29"/>
                  <a:pt x="36" y="30"/>
                </a:cubicBezTo>
                <a:cubicBezTo>
                  <a:pt x="34" y="30"/>
                  <a:pt x="32" y="31"/>
                  <a:pt x="30" y="33"/>
                </a:cubicBezTo>
                <a:cubicBezTo>
                  <a:pt x="28" y="34"/>
                  <a:pt x="26" y="36"/>
                  <a:pt x="25" y="37"/>
                </a:cubicBezTo>
                <a:cubicBezTo>
                  <a:pt x="23" y="39"/>
                  <a:pt x="22" y="41"/>
                  <a:pt x="21" y="43"/>
                </a:cubicBezTo>
                <a:cubicBezTo>
                  <a:pt x="19" y="41"/>
                  <a:pt x="19" y="41"/>
                  <a:pt x="19" y="41"/>
                </a:cubicBezTo>
                <a:cubicBezTo>
                  <a:pt x="20" y="39"/>
                  <a:pt x="21" y="37"/>
                  <a:pt x="23" y="35"/>
                </a:cubicBezTo>
                <a:cubicBezTo>
                  <a:pt x="24" y="33"/>
                  <a:pt x="26" y="31"/>
                  <a:pt x="28" y="30"/>
                </a:cubicBezTo>
                <a:cubicBezTo>
                  <a:pt x="30" y="28"/>
                  <a:pt x="33" y="27"/>
                  <a:pt x="35" y="27"/>
                </a:cubicBezTo>
                <a:cubicBezTo>
                  <a:pt x="38" y="26"/>
                  <a:pt x="40" y="26"/>
                  <a:pt x="43" y="26"/>
                </a:cubicBezTo>
                <a:close/>
                <a:moveTo>
                  <a:pt x="43" y="40"/>
                </a:moveTo>
                <a:cubicBezTo>
                  <a:pt x="45" y="40"/>
                  <a:pt x="47" y="40"/>
                  <a:pt x="48" y="41"/>
                </a:cubicBezTo>
                <a:cubicBezTo>
                  <a:pt x="50" y="42"/>
                  <a:pt x="51" y="42"/>
                  <a:pt x="52" y="44"/>
                </a:cubicBezTo>
                <a:cubicBezTo>
                  <a:pt x="53" y="45"/>
                  <a:pt x="54" y="46"/>
                  <a:pt x="55" y="48"/>
                </a:cubicBezTo>
                <a:cubicBezTo>
                  <a:pt x="56" y="49"/>
                  <a:pt x="56" y="51"/>
                  <a:pt x="56" y="53"/>
                </a:cubicBezTo>
                <a:cubicBezTo>
                  <a:pt x="56" y="54"/>
                  <a:pt x="56" y="56"/>
                  <a:pt x="55" y="58"/>
                </a:cubicBezTo>
                <a:cubicBezTo>
                  <a:pt x="54" y="59"/>
                  <a:pt x="53" y="61"/>
                  <a:pt x="52" y="62"/>
                </a:cubicBezTo>
                <a:cubicBezTo>
                  <a:pt x="51" y="63"/>
                  <a:pt x="50" y="64"/>
                  <a:pt x="48" y="64"/>
                </a:cubicBezTo>
                <a:cubicBezTo>
                  <a:pt x="47" y="65"/>
                  <a:pt x="45" y="65"/>
                  <a:pt x="43" y="65"/>
                </a:cubicBezTo>
                <a:cubicBezTo>
                  <a:pt x="41" y="65"/>
                  <a:pt x="40" y="65"/>
                  <a:pt x="38" y="64"/>
                </a:cubicBezTo>
                <a:cubicBezTo>
                  <a:pt x="37" y="64"/>
                  <a:pt x="35" y="63"/>
                  <a:pt x="34" y="62"/>
                </a:cubicBezTo>
                <a:cubicBezTo>
                  <a:pt x="33" y="61"/>
                  <a:pt x="32" y="59"/>
                  <a:pt x="31" y="58"/>
                </a:cubicBezTo>
                <a:cubicBezTo>
                  <a:pt x="31" y="56"/>
                  <a:pt x="30" y="54"/>
                  <a:pt x="30" y="53"/>
                </a:cubicBezTo>
                <a:cubicBezTo>
                  <a:pt x="30" y="51"/>
                  <a:pt x="31" y="49"/>
                  <a:pt x="31" y="48"/>
                </a:cubicBezTo>
                <a:cubicBezTo>
                  <a:pt x="32" y="46"/>
                  <a:pt x="33" y="45"/>
                  <a:pt x="34" y="44"/>
                </a:cubicBezTo>
                <a:cubicBezTo>
                  <a:pt x="35" y="42"/>
                  <a:pt x="37" y="42"/>
                  <a:pt x="38" y="41"/>
                </a:cubicBezTo>
                <a:cubicBezTo>
                  <a:pt x="40" y="40"/>
                  <a:pt x="41" y="40"/>
                  <a:pt x="43" y="40"/>
                </a:cubicBezTo>
                <a:close/>
                <a:moveTo>
                  <a:pt x="43" y="62"/>
                </a:moveTo>
                <a:cubicBezTo>
                  <a:pt x="44" y="62"/>
                  <a:pt x="46" y="62"/>
                  <a:pt x="47" y="62"/>
                </a:cubicBezTo>
                <a:cubicBezTo>
                  <a:pt x="48" y="61"/>
                  <a:pt x="49" y="60"/>
                  <a:pt x="50" y="59"/>
                </a:cubicBezTo>
                <a:cubicBezTo>
                  <a:pt x="51" y="59"/>
                  <a:pt x="51" y="58"/>
                  <a:pt x="52" y="56"/>
                </a:cubicBezTo>
                <a:cubicBezTo>
                  <a:pt x="52" y="55"/>
                  <a:pt x="53" y="54"/>
                  <a:pt x="53" y="53"/>
                </a:cubicBezTo>
                <a:cubicBezTo>
                  <a:pt x="53" y="51"/>
                  <a:pt x="52" y="50"/>
                  <a:pt x="52" y="49"/>
                </a:cubicBezTo>
                <a:cubicBezTo>
                  <a:pt x="51" y="48"/>
                  <a:pt x="51" y="47"/>
                  <a:pt x="50" y="46"/>
                </a:cubicBezTo>
                <a:cubicBezTo>
                  <a:pt x="49" y="45"/>
                  <a:pt x="48" y="44"/>
                  <a:pt x="47" y="44"/>
                </a:cubicBezTo>
                <a:cubicBezTo>
                  <a:pt x="46" y="43"/>
                  <a:pt x="44" y="43"/>
                  <a:pt x="43" y="43"/>
                </a:cubicBezTo>
                <a:cubicBezTo>
                  <a:pt x="42" y="43"/>
                  <a:pt x="40" y="43"/>
                  <a:pt x="39" y="44"/>
                </a:cubicBezTo>
                <a:cubicBezTo>
                  <a:pt x="38" y="44"/>
                  <a:pt x="37" y="45"/>
                  <a:pt x="36" y="46"/>
                </a:cubicBezTo>
                <a:cubicBezTo>
                  <a:pt x="35" y="47"/>
                  <a:pt x="35" y="48"/>
                  <a:pt x="34" y="49"/>
                </a:cubicBezTo>
                <a:cubicBezTo>
                  <a:pt x="34" y="50"/>
                  <a:pt x="33" y="51"/>
                  <a:pt x="33" y="53"/>
                </a:cubicBezTo>
                <a:cubicBezTo>
                  <a:pt x="33" y="54"/>
                  <a:pt x="34" y="55"/>
                  <a:pt x="34" y="56"/>
                </a:cubicBezTo>
                <a:cubicBezTo>
                  <a:pt x="35" y="58"/>
                  <a:pt x="35" y="59"/>
                  <a:pt x="36" y="59"/>
                </a:cubicBezTo>
                <a:cubicBezTo>
                  <a:pt x="37" y="60"/>
                  <a:pt x="38" y="61"/>
                  <a:pt x="39" y="62"/>
                </a:cubicBezTo>
                <a:cubicBezTo>
                  <a:pt x="40" y="62"/>
                  <a:pt x="42" y="62"/>
                  <a:pt x="43" y="6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1574800" y="2143908"/>
            <a:ext cx="360363" cy="228600"/>
          </a:xfrm>
          <a:custGeom>
            <a:avLst/>
            <a:gdLst>
              <a:gd name="T0" fmla="*/ 0 w 96"/>
              <a:gd name="T1" fmla="*/ 20 h 61"/>
              <a:gd name="T2" fmla="*/ 37 w 96"/>
              <a:gd name="T3" fmla="*/ 20 h 61"/>
              <a:gd name="T4" fmla="*/ 61 w 96"/>
              <a:gd name="T5" fmla="*/ 0 h 61"/>
              <a:gd name="T6" fmla="*/ 61 w 96"/>
              <a:gd name="T7" fmla="*/ 61 h 61"/>
              <a:gd name="T8" fmla="*/ 37 w 96"/>
              <a:gd name="T9" fmla="*/ 42 h 61"/>
              <a:gd name="T10" fmla="*/ 13 w 96"/>
              <a:gd name="T11" fmla="*/ 42 h 61"/>
              <a:gd name="T12" fmla="*/ 13 w 96"/>
              <a:gd name="T13" fmla="*/ 61 h 61"/>
              <a:gd name="T14" fmla="*/ 10 w 96"/>
              <a:gd name="T15" fmla="*/ 61 h 61"/>
              <a:gd name="T16" fmla="*/ 10 w 96"/>
              <a:gd name="T17" fmla="*/ 42 h 61"/>
              <a:gd name="T18" fmla="*/ 0 w 96"/>
              <a:gd name="T19" fmla="*/ 42 h 61"/>
              <a:gd name="T20" fmla="*/ 0 w 96"/>
              <a:gd name="T21" fmla="*/ 20 h 61"/>
              <a:gd name="T22" fmla="*/ 3 w 96"/>
              <a:gd name="T23" fmla="*/ 39 h 61"/>
              <a:gd name="T24" fmla="*/ 16 w 96"/>
              <a:gd name="T25" fmla="*/ 39 h 61"/>
              <a:gd name="T26" fmla="*/ 16 w 96"/>
              <a:gd name="T27" fmla="*/ 23 h 61"/>
              <a:gd name="T28" fmla="*/ 3 w 96"/>
              <a:gd name="T29" fmla="*/ 23 h 61"/>
              <a:gd name="T30" fmla="*/ 3 w 96"/>
              <a:gd name="T31" fmla="*/ 39 h 61"/>
              <a:gd name="T32" fmla="*/ 39 w 96"/>
              <a:gd name="T33" fmla="*/ 22 h 61"/>
              <a:gd name="T34" fmla="*/ 38 w 96"/>
              <a:gd name="T35" fmla="*/ 23 h 61"/>
              <a:gd name="T36" fmla="*/ 19 w 96"/>
              <a:gd name="T37" fmla="*/ 23 h 61"/>
              <a:gd name="T38" fmla="*/ 19 w 96"/>
              <a:gd name="T39" fmla="*/ 39 h 61"/>
              <a:gd name="T40" fmla="*/ 39 w 96"/>
              <a:gd name="T41" fmla="*/ 39 h 61"/>
              <a:gd name="T42" fmla="*/ 58 w 96"/>
              <a:gd name="T43" fmla="*/ 54 h 61"/>
              <a:gd name="T44" fmla="*/ 58 w 96"/>
              <a:gd name="T45" fmla="*/ 7 h 61"/>
              <a:gd name="T46" fmla="*/ 39 w 96"/>
              <a:gd name="T47" fmla="*/ 22 h 61"/>
              <a:gd name="T48" fmla="*/ 73 w 96"/>
              <a:gd name="T49" fmla="*/ 13 h 61"/>
              <a:gd name="T50" fmla="*/ 76 w 96"/>
              <a:gd name="T51" fmla="*/ 17 h 61"/>
              <a:gd name="T52" fmla="*/ 79 w 96"/>
              <a:gd name="T53" fmla="*/ 21 h 61"/>
              <a:gd name="T54" fmla="*/ 81 w 96"/>
              <a:gd name="T55" fmla="*/ 25 h 61"/>
              <a:gd name="T56" fmla="*/ 82 w 96"/>
              <a:gd name="T57" fmla="*/ 30 h 61"/>
              <a:gd name="T58" fmla="*/ 81 w 96"/>
              <a:gd name="T59" fmla="*/ 36 h 61"/>
              <a:gd name="T60" fmla="*/ 79 w 96"/>
              <a:gd name="T61" fmla="*/ 41 h 61"/>
              <a:gd name="T62" fmla="*/ 76 w 96"/>
              <a:gd name="T63" fmla="*/ 45 h 61"/>
              <a:gd name="T64" fmla="*/ 72 w 96"/>
              <a:gd name="T65" fmla="*/ 48 h 61"/>
              <a:gd name="T66" fmla="*/ 70 w 96"/>
              <a:gd name="T67" fmla="*/ 46 h 61"/>
              <a:gd name="T68" fmla="*/ 73 w 96"/>
              <a:gd name="T69" fmla="*/ 43 h 61"/>
              <a:gd name="T70" fmla="*/ 76 w 96"/>
              <a:gd name="T71" fmla="*/ 39 h 61"/>
              <a:gd name="T72" fmla="*/ 78 w 96"/>
              <a:gd name="T73" fmla="*/ 35 h 61"/>
              <a:gd name="T74" fmla="*/ 79 w 96"/>
              <a:gd name="T75" fmla="*/ 30 h 61"/>
              <a:gd name="T76" fmla="*/ 78 w 96"/>
              <a:gd name="T77" fmla="*/ 26 h 61"/>
              <a:gd name="T78" fmla="*/ 76 w 96"/>
              <a:gd name="T79" fmla="*/ 22 h 61"/>
              <a:gd name="T80" fmla="*/ 74 w 96"/>
              <a:gd name="T81" fmla="*/ 18 h 61"/>
              <a:gd name="T82" fmla="*/ 70 w 96"/>
              <a:gd name="T83" fmla="*/ 16 h 61"/>
              <a:gd name="T84" fmla="*/ 73 w 96"/>
              <a:gd name="T85" fmla="*/ 13 h 61"/>
              <a:gd name="T86" fmla="*/ 83 w 96"/>
              <a:gd name="T87" fmla="*/ 3 h 61"/>
              <a:gd name="T88" fmla="*/ 88 w 96"/>
              <a:gd name="T89" fmla="*/ 9 h 61"/>
              <a:gd name="T90" fmla="*/ 93 w 96"/>
              <a:gd name="T91" fmla="*/ 15 h 61"/>
              <a:gd name="T92" fmla="*/ 95 w 96"/>
              <a:gd name="T93" fmla="*/ 22 h 61"/>
              <a:gd name="T94" fmla="*/ 96 w 96"/>
              <a:gd name="T95" fmla="*/ 30 h 61"/>
              <a:gd name="T96" fmla="*/ 95 w 96"/>
              <a:gd name="T97" fmla="*/ 39 h 61"/>
              <a:gd name="T98" fmla="*/ 92 w 96"/>
              <a:gd name="T99" fmla="*/ 46 h 61"/>
              <a:gd name="T100" fmla="*/ 88 w 96"/>
              <a:gd name="T101" fmla="*/ 53 h 61"/>
              <a:gd name="T102" fmla="*/ 82 w 96"/>
              <a:gd name="T103" fmla="*/ 58 h 61"/>
              <a:gd name="T104" fmla="*/ 80 w 96"/>
              <a:gd name="T105" fmla="*/ 56 h 61"/>
              <a:gd name="T106" fmla="*/ 85 w 96"/>
              <a:gd name="T107" fmla="*/ 51 h 61"/>
              <a:gd name="T108" fmla="*/ 89 w 96"/>
              <a:gd name="T109" fmla="*/ 45 h 61"/>
              <a:gd name="T110" fmla="*/ 92 w 96"/>
              <a:gd name="T111" fmla="*/ 38 h 61"/>
              <a:gd name="T112" fmla="*/ 93 w 96"/>
              <a:gd name="T113" fmla="*/ 30 h 61"/>
              <a:gd name="T114" fmla="*/ 92 w 96"/>
              <a:gd name="T115" fmla="*/ 23 h 61"/>
              <a:gd name="T116" fmla="*/ 90 w 96"/>
              <a:gd name="T117" fmla="*/ 16 h 61"/>
              <a:gd name="T118" fmla="*/ 86 w 96"/>
              <a:gd name="T119" fmla="*/ 10 h 61"/>
              <a:gd name="T120" fmla="*/ 81 w 96"/>
              <a:gd name="T121" fmla="*/ 5 h 61"/>
              <a:gd name="T122" fmla="*/ 83 w 96"/>
              <a:gd name="T123" fmla="*/ 3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6" h="61">
                <a:moveTo>
                  <a:pt x="0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61"/>
                  <a:pt x="61" y="61"/>
                  <a:pt x="61" y="61"/>
                </a:cubicBezTo>
                <a:cubicBezTo>
                  <a:pt x="37" y="42"/>
                  <a:pt x="37" y="42"/>
                  <a:pt x="37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61"/>
                  <a:pt x="13" y="61"/>
                  <a:pt x="13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42"/>
                  <a:pt x="10" y="42"/>
                  <a:pt x="10" y="42"/>
                </a:cubicBezTo>
                <a:cubicBezTo>
                  <a:pt x="0" y="42"/>
                  <a:pt x="0" y="42"/>
                  <a:pt x="0" y="42"/>
                </a:cubicBezTo>
                <a:lnTo>
                  <a:pt x="0" y="20"/>
                </a:lnTo>
                <a:close/>
                <a:moveTo>
                  <a:pt x="3" y="39"/>
                </a:moveTo>
                <a:cubicBezTo>
                  <a:pt x="16" y="39"/>
                  <a:pt x="16" y="39"/>
                  <a:pt x="16" y="39"/>
                </a:cubicBezTo>
                <a:cubicBezTo>
                  <a:pt x="16" y="23"/>
                  <a:pt x="16" y="23"/>
                  <a:pt x="16" y="23"/>
                </a:cubicBezTo>
                <a:cubicBezTo>
                  <a:pt x="3" y="23"/>
                  <a:pt x="3" y="23"/>
                  <a:pt x="3" y="23"/>
                </a:cubicBezTo>
                <a:lnTo>
                  <a:pt x="3" y="39"/>
                </a:lnTo>
                <a:close/>
                <a:moveTo>
                  <a:pt x="39" y="22"/>
                </a:moveTo>
                <a:cubicBezTo>
                  <a:pt x="38" y="23"/>
                  <a:pt x="38" y="23"/>
                  <a:pt x="38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39"/>
                  <a:pt x="19" y="39"/>
                  <a:pt x="1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7"/>
                  <a:pt x="58" y="7"/>
                  <a:pt x="58" y="7"/>
                </a:cubicBezTo>
                <a:lnTo>
                  <a:pt x="39" y="22"/>
                </a:lnTo>
                <a:close/>
                <a:moveTo>
                  <a:pt x="73" y="13"/>
                </a:moveTo>
                <a:cubicBezTo>
                  <a:pt x="74" y="14"/>
                  <a:pt x="75" y="15"/>
                  <a:pt x="76" y="17"/>
                </a:cubicBezTo>
                <a:cubicBezTo>
                  <a:pt x="78" y="18"/>
                  <a:pt x="79" y="19"/>
                  <a:pt x="79" y="21"/>
                </a:cubicBezTo>
                <a:cubicBezTo>
                  <a:pt x="80" y="22"/>
                  <a:pt x="81" y="24"/>
                  <a:pt x="81" y="25"/>
                </a:cubicBezTo>
                <a:cubicBezTo>
                  <a:pt x="82" y="27"/>
                  <a:pt x="82" y="29"/>
                  <a:pt x="82" y="30"/>
                </a:cubicBezTo>
                <a:cubicBezTo>
                  <a:pt x="82" y="32"/>
                  <a:pt x="82" y="34"/>
                  <a:pt x="81" y="36"/>
                </a:cubicBezTo>
                <a:cubicBezTo>
                  <a:pt x="81" y="38"/>
                  <a:pt x="80" y="39"/>
                  <a:pt x="79" y="41"/>
                </a:cubicBezTo>
                <a:cubicBezTo>
                  <a:pt x="78" y="42"/>
                  <a:pt x="77" y="44"/>
                  <a:pt x="76" y="45"/>
                </a:cubicBezTo>
                <a:cubicBezTo>
                  <a:pt x="75" y="46"/>
                  <a:pt x="73" y="47"/>
                  <a:pt x="72" y="48"/>
                </a:cubicBezTo>
                <a:cubicBezTo>
                  <a:pt x="70" y="46"/>
                  <a:pt x="70" y="46"/>
                  <a:pt x="70" y="46"/>
                </a:cubicBezTo>
                <a:cubicBezTo>
                  <a:pt x="71" y="45"/>
                  <a:pt x="72" y="44"/>
                  <a:pt x="73" y="43"/>
                </a:cubicBezTo>
                <a:cubicBezTo>
                  <a:pt x="74" y="42"/>
                  <a:pt x="75" y="41"/>
                  <a:pt x="76" y="39"/>
                </a:cubicBezTo>
                <a:cubicBezTo>
                  <a:pt x="77" y="38"/>
                  <a:pt x="78" y="37"/>
                  <a:pt x="78" y="35"/>
                </a:cubicBezTo>
                <a:cubicBezTo>
                  <a:pt x="78" y="34"/>
                  <a:pt x="79" y="32"/>
                  <a:pt x="79" y="30"/>
                </a:cubicBezTo>
                <a:cubicBezTo>
                  <a:pt x="79" y="29"/>
                  <a:pt x="78" y="27"/>
                  <a:pt x="78" y="26"/>
                </a:cubicBezTo>
                <a:cubicBezTo>
                  <a:pt x="78" y="24"/>
                  <a:pt x="77" y="23"/>
                  <a:pt x="76" y="22"/>
                </a:cubicBezTo>
                <a:cubicBezTo>
                  <a:pt x="76" y="21"/>
                  <a:pt x="75" y="19"/>
                  <a:pt x="74" y="18"/>
                </a:cubicBezTo>
                <a:cubicBezTo>
                  <a:pt x="73" y="17"/>
                  <a:pt x="72" y="16"/>
                  <a:pt x="70" y="16"/>
                </a:cubicBezTo>
                <a:lnTo>
                  <a:pt x="73" y="13"/>
                </a:lnTo>
                <a:close/>
                <a:moveTo>
                  <a:pt x="83" y="3"/>
                </a:moveTo>
                <a:cubicBezTo>
                  <a:pt x="85" y="5"/>
                  <a:pt x="87" y="7"/>
                  <a:pt x="88" y="9"/>
                </a:cubicBezTo>
                <a:cubicBezTo>
                  <a:pt x="90" y="11"/>
                  <a:pt x="91" y="13"/>
                  <a:pt x="93" y="15"/>
                </a:cubicBezTo>
                <a:cubicBezTo>
                  <a:pt x="94" y="17"/>
                  <a:pt x="95" y="20"/>
                  <a:pt x="95" y="22"/>
                </a:cubicBezTo>
                <a:cubicBezTo>
                  <a:pt x="96" y="25"/>
                  <a:pt x="96" y="28"/>
                  <a:pt x="96" y="30"/>
                </a:cubicBezTo>
                <a:cubicBezTo>
                  <a:pt x="96" y="33"/>
                  <a:pt x="96" y="36"/>
                  <a:pt x="95" y="39"/>
                </a:cubicBezTo>
                <a:cubicBezTo>
                  <a:pt x="95" y="42"/>
                  <a:pt x="94" y="44"/>
                  <a:pt x="92" y="46"/>
                </a:cubicBezTo>
                <a:cubicBezTo>
                  <a:pt x="91" y="49"/>
                  <a:pt x="90" y="51"/>
                  <a:pt x="88" y="53"/>
                </a:cubicBezTo>
                <a:cubicBezTo>
                  <a:pt x="86" y="55"/>
                  <a:pt x="84" y="57"/>
                  <a:pt x="82" y="58"/>
                </a:cubicBezTo>
                <a:cubicBezTo>
                  <a:pt x="80" y="56"/>
                  <a:pt x="80" y="56"/>
                  <a:pt x="80" y="56"/>
                </a:cubicBezTo>
                <a:cubicBezTo>
                  <a:pt x="82" y="55"/>
                  <a:pt x="84" y="53"/>
                  <a:pt x="85" y="51"/>
                </a:cubicBezTo>
                <a:cubicBezTo>
                  <a:pt x="87" y="49"/>
                  <a:pt x="88" y="47"/>
                  <a:pt x="89" y="45"/>
                </a:cubicBezTo>
                <a:cubicBezTo>
                  <a:pt x="91" y="43"/>
                  <a:pt x="91" y="41"/>
                  <a:pt x="92" y="38"/>
                </a:cubicBezTo>
                <a:cubicBezTo>
                  <a:pt x="93" y="36"/>
                  <a:pt x="93" y="33"/>
                  <a:pt x="93" y="30"/>
                </a:cubicBezTo>
                <a:cubicBezTo>
                  <a:pt x="93" y="28"/>
                  <a:pt x="93" y="26"/>
                  <a:pt x="92" y="23"/>
                </a:cubicBezTo>
                <a:cubicBezTo>
                  <a:pt x="92" y="21"/>
                  <a:pt x="91" y="18"/>
                  <a:pt x="90" y="16"/>
                </a:cubicBezTo>
                <a:cubicBezTo>
                  <a:pt x="89" y="14"/>
                  <a:pt x="87" y="12"/>
                  <a:pt x="86" y="10"/>
                </a:cubicBezTo>
                <a:cubicBezTo>
                  <a:pt x="84" y="9"/>
                  <a:pt x="83" y="7"/>
                  <a:pt x="81" y="5"/>
                </a:cubicBezTo>
                <a:lnTo>
                  <a:pt x="83" y="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2135188" y="2105808"/>
            <a:ext cx="322263" cy="307975"/>
          </a:xfrm>
          <a:custGeom>
            <a:avLst/>
            <a:gdLst>
              <a:gd name="T0" fmla="*/ 125 w 203"/>
              <a:gd name="T1" fmla="*/ 74 h 194"/>
              <a:gd name="T2" fmla="*/ 203 w 203"/>
              <a:gd name="T3" fmla="*/ 74 h 194"/>
              <a:gd name="T4" fmla="*/ 142 w 203"/>
              <a:gd name="T5" fmla="*/ 119 h 194"/>
              <a:gd name="T6" fmla="*/ 165 w 203"/>
              <a:gd name="T7" fmla="*/ 194 h 194"/>
              <a:gd name="T8" fmla="*/ 101 w 203"/>
              <a:gd name="T9" fmla="*/ 147 h 194"/>
              <a:gd name="T10" fmla="*/ 40 w 203"/>
              <a:gd name="T11" fmla="*/ 194 h 194"/>
              <a:gd name="T12" fmla="*/ 64 w 203"/>
              <a:gd name="T13" fmla="*/ 119 h 194"/>
              <a:gd name="T14" fmla="*/ 0 w 203"/>
              <a:gd name="T15" fmla="*/ 74 h 194"/>
              <a:gd name="T16" fmla="*/ 78 w 203"/>
              <a:gd name="T17" fmla="*/ 74 h 194"/>
              <a:gd name="T18" fmla="*/ 101 w 203"/>
              <a:gd name="T19" fmla="*/ 0 h 194"/>
              <a:gd name="T20" fmla="*/ 125 w 203"/>
              <a:gd name="T21" fmla="*/ 74 h 194"/>
              <a:gd name="T22" fmla="*/ 132 w 203"/>
              <a:gd name="T23" fmla="*/ 121 h 194"/>
              <a:gd name="T24" fmla="*/ 132 w 203"/>
              <a:gd name="T25" fmla="*/ 116 h 194"/>
              <a:gd name="T26" fmla="*/ 179 w 203"/>
              <a:gd name="T27" fmla="*/ 81 h 194"/>
              <a:gd name="T28" fmla="*/ 120 w 203"/>
              <a:gd name="T29" fmla="*/ 81 h 194"/>
              <a:gd name="T30" fmla="*/ 101 w 203"/>
              <a:gd name="T31" fmla="*/ 24 h 194"/>
              <a:gd name="T32" fmla="*/ 82 w 203"/>
              <a:gd name="T33" fmla="*/ 81 h 194"/>
              <a:gd name="T34" fmla="*/ 23 w 203"/>
              <a:gd name="T35" fmla="*/ 81 h 194"/>
              <a:gd name="T36" fmla="*/ 68 w 203"/>
              <a:gd name="T37" fmla="*/ 114 h 194"/>
              <a:gd name="T38" fmla="*/ 73 w 203"/>
              <a:gd name="T39" fmla="*/ 116 h 194"/>
              <a:gd name="T40" fmla="*/ 54 w 203"/>
              <a:gd name="T41" fmla="*/ 173 h 194"/>
              <a:gd name="T42" fmla="*/ 101 w 203"/>
              <a:gd name="T43" fmla="*/ 138 h 194"/>
              <a:gd name="T44" fmla="*/ 151 w 203"/>
              <a:gd name="T45" fmla="*/ 173 h 194"/>
              <a:gd name="T46" fmla="*/ 132 w 203"/>
              <a:gd name="T47" fmla="*/ 121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3" h="194">
                <a:moveTo>
                  <a:pt x="125" y="74"/>
                </a:moveTo>
                <a:lnTo>
                  <a:pt x="203" y="74"/>
                </a:lnTo>
                <a:lnTo>
                  <a:pt x="142" y="119"/>
                </a:lnTo>
                <a:lnTo>
                  <a:pt x="165" y="194"/>
                </a:lnTo>
                <a:lnTo>
                  <a:pt x="101" y="147"/>
                </a:lnTo>
                <a:lnTo>
                  <a:pt x="40" y="194"/>
                </a:lnTo>
                <a:lnTo>
                  <a:pt x="64" y="119"/>
                </a:lnTo>
                <a:lnTo>
                  <a:pt x="0" y="74"/>
                </a:lnTo>
                <a:lnTo>
                  <a:pt x="78" y="74"/>
                </a:lnTo>
                <a:lnTo>
                  <a:pt x="101" y="0"/>
                </a:lnTo>
                <a:lnTo>
                  <a:pt x="125" y="74"/>
                </a:lnTo>
                <a:close/>
                <a:moveTo>
                  <a:pt x="132" y="121"/>
                </a:moveTo>
                <a:lnTo>
                  <a:pt x="132" y="116"/>
                </a:lnTo>
                <a:lnTo>
                  <a:pt x="179" y="81"/>
                </a:lnTo>
                <a:lnTo>
                  <a:pt x="120" y="81"/>
                </a:lnTo>
                <a:lnTo>
                  <a:pt x="101" y="24"/>
                </a:lnTo>
                <a:lnTo>
                  <a:pt x="82" y="81"/>
                </a:lnTo>
                <a:lnTo>
                  <a:pt x="23" y="81"/>
                </a:lnTo>
                <a:lnTo>
                  <a:pt x="68" y="114"/>
                </a:lnTo>
                <a:lnTo>
                  <a:pt x="73" y="116"/>
                </a:lnTo>
                <a:lnTo>
                  <a:pt x="54" y="173"/>
                </a:lnTo>
                <a:lnTo>
                  <a:pt x="101" y="138"/>
                </a:lnTo>
                <a:lnTo>
                  <a:pt x="151" y="173"/>
                </a:lnTo>
                <a:lnTo>
                  <a:pt x="132" y="12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2697163" y="2110571"/>
            <a:ext cx="277813" cy="300038"/>
          </a:xfrm>
          <a:custGeom>
            <a:avLst/>
            <a:gdLst>
              <a:gd name="T0" fmla="*/ 64 w 74"/>
              <a:gd name="T1" fmla="*/ 18 h 80"/>
              <a:gd name="T2" fmla="*/ 68 w 74"/>
              <a:gd name="T3" fmla="*/ 23 h 80"/>
              <a:gd name="T4" fmla="*/ 71 w 74"/>
              <a:gd name="T5" fmla="*/ 29 h 80"/>
              <a:gd name="T6" fmla="*/ 73 w 74"/>
              <a:gd name="T7" fmla="*/ 36 h 80"/>
              <a:gd name="T8" fmla="*/ 74 w 74"/>
              <a:gd name="T9" fmla="*/ 43 h 80"/>
              <a:gd name="T10" fmla="*/ 71 w 74"/>
              <a:gd name="T11" fmla="*/ 57 h 80"/>
              <a:gd name="T12" fmla="*/ 63 w 74"/>
              <a:gd name="T13" fmla="*/ 69 h 80"/>
              <a:gd name="T14" fmla="*/ 51 w 74"/>
              <a:gd name="T15" fmla="*/ 77 h 80"/>
              <a:gd name="T16" fmla="*/ 37 w 74"/>
              <a:gd name="T17" fmla="*/ 80 h 80"/>
              <a:gd name="T18" fmla="*/ 23 w 74"/>
              <a:gd name="T19" fmla="*/ 77 h 80"/>
              <a:gd name="T20" fmla="*/ 11 w 74"/>
              <a:gd name="T21" fmla="*/ 69 h 80"/>
              <a:gd name="T22" fmla="*/ 3 w 74"/>
              <a:gd name="T23" fmla="*/ 57 h 80"/>
              <a:gd name="T24" fmla="*/ 0 w 74"/>
              <a:gd name="T25" fmla="*/ 43 h 80"/>
              <a:gd name="T26" fmla="*/ 3 w 74"/>
              <a:gd name="T27" fmla="*/ 29 h 80"/>
              <a:gd name="T28" fmla="*/ 10 w 74"/>
              <a:gd name="T29" fmla="*/ 18 h 80"/>
              <a:gd name="T30" fmla="*/ 21 w 74"/>
              <a:gd name="T31" fmla="*/ 10 h 80"/>
              <a:gd name="T32" fmla="*/ 35 w 74"/>
              <a:gd name="T33" fmla="*/ 6 h 80"/>
              <a:gd name="T34" fmla="*/ 35 w 74"/>
              <a:gd name="T35" fmla="*/ 0 h 80"/>
              <a:gd name="T36" fmla="*/ 40 w 74"/>
              <a:gd name="T37" fmla="*/ 0 h 80"/>
              <a:gd name="T38" fmla="*/ 40 w 74"/>
              <a:gd name="T39" fmla="*/ 6 h 80"/>
              <a:gd name="T40" fmla="*/ 46 w 74"/>
              <a:gd name="T41" fmla="*/ 7 h 80"/>
              <a:gd name="T42" fmla="*/ 52 w 74"/>
              <a:gd name="T43" fmla="*/ 9 h 80"/>
              <a:gd name="T44" fmla="*/ 57 w 74"/>
              <a:gd name="T45" fmla="*/ 12 h 80"/>
              <a:gd name="T46" fmla="*/ 62 w 74"/>
              <a:gd name="T47" fmla="*/ 16 h 80"/>
              <a:gd name="T48" fmla="*/ 65 w 74"/>
              <a:gd name="T49" fmla="*/ 13 h 80"/>
              <a:gd name="T50" fmla="*/ 62 w 74"/>
              <a:gd name="T51" fmla="*/ 10 h 80"/>
              <a:gd name="T52" fmla="*/ 65 w 74"/>
              <a:gd name="T53" fmla="*/ 7 h 80"/>
              <a:gd name="T54" fmla="*/ 73 w 74"/>
              <a:gd name="T55" fmla="*/ 15 h 80"/>
              <a:gd name="T56" fmla="*/ 70 w 74"/>
              <a:gd name="T57" fmla="*/ 18 h 80"/>
              <a:gd name="T58" fmla="*/ 67 w 74"/>
              <a:gd name="T59" fmla="*/ 15 h 80"/>
              <a:gd name="T60" fmla="*/ 64 w 74"/>
              <a:gd name="T61" fmla="*/ 18 h 80"/>
              <a:gd name="T62" fmla="*/ 37 w 74"/>
              <a:gd name="T63" fmla="*/ 76 h 80"/>
              <a:gd name="T64" fmla="*/ 50 w 74"/>
              <a:gd name="T65" fmla="*/ 74 h 80"/>
              <a:gd name="T66" fmla="*/ 61 w 74"/>
              <a:gd name="T67" fmla="*/ 67 h 80"/>
              <a:gd name="T68" fmla="*/ 68 w 74"/>
              <a:gd name="T69" fmla="*/ 56 h 80"/>
              <a:gd name="T70" fmla="*/ 71 w 74"/>
              <a:gd name="T71" fmla="*/ 43 h 80"/>
              <a:gd name="T72" fmla="*/ 68 w 74"/>
              <a:gd name="T73" fmla="*/ 30 h 80"/>
              <a:gd name="T74" fmla="*/ 61 w 74"/>
              <a:gd name="T75" fmla="*/ 19 h 80"/>
              <a:gd name="T76" fmla="*/ 50 w 74"/>
              <a:gd name="T77" fmla="*/ 12 h 80"/>
              <a:gd name="T78" fmla="*/ 37 w 74"/>
              <a:gd name="T79" fmla="*/ 9 h 80"/>
              <a:gd name="T80" fmla="*/ 24 w 74"/>
              <a:gd name="T81" fmla="*/ 12 h 80"/>
              <a:gd name="T82" fmla="*/ 13 w 74"/>
              <a:gd name="T83" fmla="*/ 19 h 80"/>
              <a:gd name="T84" fmla="*/ 6 w 74"/>
              <a:gd name="T85" fmla="*/ 30 h 80"/>
              <a:gd name="T86" fmla="*/ 4 w 74"/>
              <a:gd name="T87" fmla="*/ 43 h 80"/>
              <a:gd name="T88" fmla="*/ 6 w 74"/>
              <a:gd name="T89" fmla="*/ 56 h 80"/>
              <a:gd name="T90" fmla="*/ 13 w 74"/>
              <a:gd name="T91" fmla="*/ 67 h 80"/>
              <a:gd name="T92" fmla="*/ 24 w 74"/>
              <a:gd name="T93" fmla="*/ 74 h 80"/>
              <a:gd name="T94" fmla="*/ 37 w 74"/>
              <a:gd name="T95" fmla="*/ 76 h 80"/>
              <a:gd name="T96" fmla="*/ 39 w 74"/>
              <a:gd name="T97" fmla="*/ 38 h 80"/>
              <a:gd name="T98" fmla="*/ 41 w 74"/>
              <a:gd name="T99" fmla="*/ 40 h 80"/>
              <a:gd name="T100" fmla="*/ 42 w 74"/>
              <a:gd name="T101" fmla="*/ 43 h 80"/>
              <a:gd name="T102" fmla="*/ 41 w 74"/>
              <a:gd name="T103" fmla="*/ 46 h 80"/>
              <a:gd name="T104" fmla="*/ 39 w 74"/>
              <a:gd name="T105" fmla="*/ 47 h 80"/>
              <a:gd name="T106" fmla="*/ 39 w 74"/>
              <a:gd name="T107" fmla="*/ 54 h 80"/>
              <a:gd name="T108" fmla="*/ 35 w 74"/>
              <a:gd name="T109" fmla="*/ 54 h 80"/>
              <a:gd name="T110" fmla="*/ 35 w 74"/>
              <a:gd name="T111" fmla="*/ 47 h 80"/>
              <a:gd name="T112" fmla="*/ 33 w 74"/>
              <a:gd name="T113" fmla="*/ 46 h 80"/>
              <a:gd name="T114" fmla="*/ 32 w 74"/>
              <a:gd name="T115" fmla="*/ 43 h 80"/>
              <a:gd name="T116" fmla="*/ 33 w 74"/>
              <a:gd name="T117" fmla="*/ 40 h 80"/>
              <a:gd name="T118" fmla="*/ 35 w 74"/>
              <a:gd name="T119" fmla="*/ 38 h 80"/>
              <a:gd name="T120" fmla="*/ 35 w 74"/>
              <a:gd name="T121" fmla="*/ 17 h 80"/>
              <a:gd name="T122" fmla="*/ 39 w 74"/>
              <a:gd name="T123" fmla="*/ 17 h 80"/>
              <a:gd name="T124" fmla="*/ 39 w 74"/>
              <a:gd name="T125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4" h="80">
                <a:moveTo>
                  <a:pt x="64" y="18"/>
                </a:moveTo>
                <a:cubicBezTo>
                  <a:pt x="66" y="20"/>
                  <a:pt x="67" y="21"/>
                  <a:pt x="68" y="23"/>
                </a:cubicBezTo>
                <a:cubicBezTo>
                  <a:pt x="70" y="25"/>
                  <a:pt x="71" y="27"/>
                  <a:pt x="71" y="29"/>
                </a:cubicBezTo>
                <a:cubicBezTo>
                  <a:pt x="72" y="31"/>
                  <a:pt x="73" y="34"/>
                  <a:pt x="73" y="36"/>
                </a:cubicBezTo>
                <a:cubicBezTo>
                  <a:pt x="74" y="38"/>
                  <a:pt x="74" y="40"/>
                  <a:pt x="74" y="43"/>
                </a:cubicBezTo>
                <a:cubicBezTo>
                  <a:pt x="74" y="48"/>
                  <a:pt x="73" y="53"/>
                  <a:pt x="71" y="57"/>
                </a:cubicBezTo>
                <a:cubicBezTo>
                  <a:pt x="69" y="62"/>
                  <a:pt x="66" y="66"/>
                  <a:pt x="63" y="69"/>
                </a:cubicBezTo>
                <a:cubicBezTo>
                  <a:pt x="60" y="72"/>
                  <a:pt x="56" y="75"/>
                  <a:pt x="51" y="77"/>
                </a:cubicBezTo>
                <a:cubicBezTo>
                  <a:pt x="47" y="79"/>
                  <a:pt x="42" y="80"/>
                  <a:pt x="37" y="80"/>
                </a:cubicBezTo>
                <a:cubicBezTo>
                  <a:pt x="32" y="80"/>
                  <a:pt x="27" y="79"/>
                  <a:pt x="23" y="77"/>
                </a:cubicBezTo>
                <a:cubicBezTo>
                  <a:pt x="18" y="75"/>
                  <a:pt x="14" y="72"/>
                  <a:pt x="11" y="69"/>
                </a:cubicBezTo>
                <a:cubicBezTo>
                  <a:pt x="8" y="66"/>
                  <a:pt x="5" y="62"/>
                  <a:pt x="3" y="57"/>
                </a:cubicBezTo>
                <a:cubicBezTo>
                  <a:pt x="1" y="53"/>
                  <a:pt x="0" y="48"/>
                  <a:pt x="0" y="43"/>
                </a:cubicBezTo>
                <a:cubicBezTo>
                  <a:pt x="0" y="38"/>
                  <a:pt x="1" y="33"/>
                  <a:pt x="3" y="29"/>
                </a:cubicBezTo>
                <a:cubicBezTo>
                  <a:pt x="5" y="25"/>
                  <a:pt x="7" y="21"/>
                  <a:pt x="10" y="18"/>
                </a:cubicBezTo>
                <a:cubicBezTo>
                  <a:pt x="13" y="14"/>
                  <a:pt x="17" y="12"/>
                  <a:pt x="21" y="10"/>
                </a:cubicBezTo>
                <a:cubicBezTo>
                  <a:pt x="25" y="8"/>
                  <a:pt x="30" y="6"/>
                  <a:pt x="35" y="6"/>
                </a:cubicBezTo>
                <a:cubicBezTo>
                  <a:pt x="35" y="0"/>
                  <a:pt x="35" y="0"/>
                  <a:pt x="35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6"/>
                  <a:pt x="40" y="6"/>
                  <a:pt x="40" y="6"/>
                </a:cubicBezTo>
                <a:cubicBezTo>
                  <a:pt x="42" y="6"/>
                  <a:pt x="44" y="7"/>
                  <a:pt x="46" y="7"/>
                </a:cubicBezTo>
                <a:cubicBezTo>
                  <a:pt x="48" y="8"/>
                  <a:pt x="50" y="8"/>
                  <a:pt x="52" y="9"/>
                </a:cubicBezTo>
                <a:cubicBezTo>
                  <a:pt x="54" y="10"/>
                  <a:pt x="55" y="11"/>
                  <a:pt x="57" y="12"/>
                </a:cubicBezTo>
                <a:cubicBezTo>
                  <a:pt x="59" y="13"/>
                  <a:pt x="61" y="14"/>
                  <a:pt x="62" y="16"/>
                </a:cubicBezTo>
                <a:cubicBezTo>
                  <a:pt x="65" y="13"/>
                  <a:pt x="65" y="13"/>
                  <a:pt x="65" y="13"/>
                </a:cubicBezTo>
                <a:cubicBezTo>
                  <a:pt x="62" y="10"/>
                  <a:pt x="62" y="10"/>
                  <a:pt x="62" y="10"/>
                </a:cubicBezTo>
                <a:cubicBezTo>
                  <a:pt x="65" y="7"/>
                  <a:pt x="65" y="7"/>
                  <a:pt x="65" y="7"/>
                </a:cubicBezTo>
                <a:cubicBezTo>
                  <a:pt x="73" y="15"/>
                  <a:pt x="73" y="15"/>
                  <a:pt x="73" y="15"/>
                </a:cubicBezTo>
                <a:cubicBezTo>
                  <a:pt x="70" y="18"/>
                  <a:pt x="70" y="18"/>
                  <a:pt x="70" y="18"/>
                </a:cubicBezTo>
                <a:cubicBezTo>
                  <a:pt x="67" y="15"/>
                  <a:pt x="67" y="15"/>
                  <a:pt x="67" y="15"/>
                </a:cubicBezTo>
                <a:lnTo>
                  <a:pt x="64" y="18"/>
                </a:lnTo>
                <a:close/>
                <a:moveTo>
                  <a:pt x="37" y="76"/>
                </a:moveTo>
                <a:cubicBezTo>
                  <a:pt x="42" y="76"/>
                  <a:pt x="46" y="76"/>
                  <a:pt x="50" y="74"/>
                </a:cubicBezTo>
                <a:cubicBezTo>
                  <a:pt x="54" y="72"/>
                  <a:pt x="58" y="70"/>
                  <a:pt x="61" y="67"/>
                </a:cubicBezTo>
                <a:cubicBezTo>
                  <a:pt x="64" y="64"/>
                  <a:pt x="66" y="60"/>
                  <a:pt x="68" y="56"/>
                </a:cubicBezTo>
                <a:cubicBezTo>
                  <a:pt x="70" y="52"/>
                  <a:pt x="71" y="47"/>
                  <a:pt x="71" y="43"/>
                </a:cubicBezTo>
                <a:cubicBezTo>
                  <a:pt x="71" y="38"/>
                  <a:pt x="70" y="34"/>
                  <a:pt x="68" y="30"/>
                </a:cubicBezTo>
                <a:cubicBezTo>
                  <a:pt x="66" y="26"/>
                  <a:pt x="64" y="22"/>
                  <a:pt x="61" y="19"/>
                </a:cubicBezTo>
                <a:cubicBezTo>
                  <a:pt x="58" y="16"/>
                  <a:pt x="54" y="14"/>
                  <a:pt x="50" y="12"/>
                </a:cubicBezTo>
                <a:cubicBezTo>
                  <a:pt x="46" y="10"/>
                  <a:pt x="42" y="9"/>
                  <a:pt x="37" y="9"/>
                </a:cubicBezTo>
                <a:cubicBezTo>
                  <a:pt x="33" y="9"/>
                  <a:pt x="28" y="10"/>
                  <a:pt x="24" y="12"/>
                </a:cubicBezTo>
                <a:cubicBezTo>
                  <a:pt x="20" y="14"/>
                  <a:pt x="16" y="16"/>
                  <a:pt x="13" y="19"/>
                </a:cubicBezTo>
                <a:cubicBezTo>
                  <a:pt x="10" y="22"/>
                  <a:pt x="8" y="26"/>
                  <a:pt x="6" y="30"/>
                </a:cubicBezTo>
                <a:cubicBezTo>
                  <a:pt x="4" y="34"/>
                  <a:pt x="4" y="38"/>
                  <a:pt x="4" y="43"/>
                </a:cubicBezTo>
                <a:cubicBezTo>
                  <a:pt x="4" y="47"/>
                  <a:pt x="4" y="52"/>
                  <a:pt x="6" y="56"/>
                </a:cubicBezTo>
                <a:cubicBezTo>
                  <a:pt x="8" y="60"/>
                  <a:pt x="10" y="64"/>
                  <a:pt x="13" y="67"/>
                </a:cubicBezTo>
                <a:cubicBezTo>
                  <a:pt x="16" y="70"/>
                  <a:pt x="20" y="72"/>
                  <a:pt x="24" y="74"/>
                </a:cubicBezTo>
                <a:cubicBezTo>
                  <a:pt x="28" y="76"/>
                  <a:pt x="33" y="76"/>
                  <a:pt x="37" y="76"/>
                </a:cubicBezTo>
                <a:close/>
                <a:moveTo>
                  <a:pt x="39" y="38"/>
                </a:moveTo>
                <a:cubicBezTo>
                  <a:pt x="40" y="39"/>
                  <a:pt x="40" y="39"/>
                  <a:pt x="41" y="40"/>
                </a:cubicBezTo>
                <a:cubicBezTo>
                  <a:pt x="42" y="41"/>
                  <a:pt x="42" y="42"/>
                  <a:pt x="42" y="43"/>
                </a:cubicBezTo>
                <a:cubicBezTo>
                  <a:pt x="42" y="44"/>
                  <a:pt x="42" y="45"/>
                  <a:pt x="41" y="46"/>
                </a:cubicBezTo>
                <a:cubicBezTo>
                  <a:pt x="40" y="46"/>
                  <a:pt x="40" y="47"/>
                  <a:pt x="39" y="47"/>
                </a:cubicBezTo>
                <a:cubicBezTo>
                  <a:pt x="39" y="54"/>
                  <a:pt x="39" y="54"/>
                  <a:pt x="39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4" y="46"/>
                  <a:pt x="33" y="46"/>
                </a:cubicBezTo>
                <a:cubicBezTo>
                  <a:pt x="33" y="45"/>
                  <a:pt x="32" y="44"/>
                  <a:pt x="32" y="43"/>
                </a:cubicBezTo>
                <a:cubicBezTo>
                  <a:pt x="32" y="42"/>
                  <a:pt x="33" y="41"/>
                  <a:pt x="33" y="40"/>
                </a:cubicBezTo>
                <a:cubicBezTo>
                  <a:pt x="34" y="39"/>
                  <a:pt x="35" y="39"/>
                  <a:pt x="35" y="38"/>
                </a:cubicBezTo>
                <a:cubicBezTo>
                  <a:pt x="35" y="17"/>
                  <a:pt x="35" y="17"/>
                  <a:pt x="35" y="17"/>
                </a:cubicBezTo>
                <a:cubicBezTo>
                  <a:pt x="39" y="17"/>
                  <a:pt x="39" y="17"/>
                  <a:pt x="39" y="17"/>
                </a:cubicBezTo>
                <a:lnTo>
                  <a:pt x="39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3205163" y="2121683"/>
            <a:ext cx="347663" cy="277813"/>
          </a:xfrm>
          <a:custGeom>
            <a:avLst/>
            <a:gdLst>
              <a:gd name="T0" fmla="*/ 219 w 219"/>
              <a:gd name="T1" fmla="*/ 52 h 175"/>
              <a:gd name="T2" fmla="*/ 172 w 219"/>
              <a:gd name="T3" fmla="*/ 80 h 175"/>
              <a:gd name="T4" fmla="*/ 172 w 219"/>
              <a:gd name="T5" fmla="*/ 175 h 175"/>
              <a:gd name="T6" fmla="*/ 44 w 219"/>
              <a:gd name="T7" fmla="*/ 175 h 175"/>
              <a:gd name="T8" fmla="*/ 44 w 219"/>
              <a:gd name="T9" fmla="*/ 80 h 175"/>
              <a:gd name="T10" fmla="*/ 21 w 219"/>
              <a:gd name="T11" fmla="*/ 66 h 175"/>
              <a:gd name="T12" fmla="*/ 21 w 219"/>
              <a:gd name="T13" fmla="*/ 144 h 175"/>
              <a:gd name="T14" fmla="*/ 14 w 219"/>
              <a:gd name="T15" fmla="*/ 144 h 175"/>
              <a:gd name="T16" fmla="*/ 14 w 219"/>
              <a:gd name="T17" fmla="*/ 61 h 175"/>
              <a:gd name="T18" fmla="*/ 0 w 219"/>
              <a:gd name="T19" fmla="*/ 52 h 175"/>
              <a:gd name="T20" fmla="*/ 108 w 219"/>
              <a:gd name="T21" fmla="*/ 0 h 175"/>
              <a:gd name="T22" fmla="*/ 219 w 219"/>
              <a:gd name="T23" fmla="*/ 52 h 175"/>
              <a:gd name="T24" fmla="*/ 108 w 219"/>
              <a:gd name="T25" fmla="*/ 7 h 175"/>
              <a:gd name="T26" fmla="*/ 14 w 219"/>
              <a:gd name="T27" fmla="*/ 54 h 175"/>
              <a:gd name="T28" fmla="*/ 108 w 219"/>
              <a:gd name="T29" fmla="*/ 111 h 175"/>
              <a:gd name="T30" fmla="*/ 203 w 219"/>
              <a:gd name="T31" fmla="*/ 54 h 175"/>
              <a:gd name="T32" fmla="*/ 108 w 219"/>
              <a:gd name="T33" fmla="*/ 7 h 175"/>
              <a:gd name="T34" fmla="*/ 165 w 219"/>
              <a:gd name="T35" fmla="*/ 166 h 175"/>
              <a:gd name="T36" fmla="*/ 165 w 219"/>
              <a:gd name="T37" fmla="*/ 85 h 175"/>
              <a:gd name="T38" fmla="*/ 108 w 219"/>
              <a:gd name="T39" fmla="*/ 118 h 175"/>
              <a:gd name="T40" fmla="*/ 52 w 219"/>
              <a:gd name="T41" fmla="*/ 85 h 175"/>
              <a:gd name="T42" fmla="*/ 52 w 219"/>
              <a:gd name="T43" fmla="*/ 166 h 175"/>
              <a:gd name="T44" fmla="*/ 165 w 219"/>
              <a:gd name="T45" fmla="*/ 166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19" h="175">
                <a:moveTo>
                  <a:pt x="219" y="52"/>
                </a:moveTo>
                <a:lnTo>
                  <a:pt x="172" y="80"/>
                </a:lnTo>
                <a:lnTo>
                  <a:pt x="172" y="175"/>
                </a:lnTo>
                <a:lnTo>
                  <a:pt x="44" y="175"/>
                </a:lnTo>
                <a:lnTo>
                  <a:pt x="44" y="80"/>
                </a:lnTo>
                <a:lnTo>
                  <a:pt x="21" y="66"/>
                </a:lnTo>
                <a:lnTo>
                  <a:pt x="21" y="144"/>
                </a:lnTo>
                <a:lnTo>
                  <a:pt x="14" y="144"/>
                </a:lnTo>
                <a:lnTo>
                  <a:pt x="14" y="61"/>
                </a:lnTo>
                <a:lnTo>
                  <a:pt x="0" y="52"/>
                </a:lnTo>
                <a:lnTo>
                  <a:pt x="108" y="0"/>
                </a:lnTo>
                <a:lnTo>
                  <a:pt x="219" y="52"/>
                </a:lnTo>
                <a:close/>
                <a:moveTo>
                  <a:pt x="108" y="7"/>
                </a:moveTo>
                <a:lnTo>
                  <a:pt x="14" y="54"/>
                </a:lnTo>
                <a:lnTo>
                  <a:pt x="108" y="111"/>
                </a:lnTo>
                <a:lnTo>
                  <a:pt x="203" y="54"/>
                </a:lnTo>
                <a:lnTo>
                  <a:pt x="108" y="7"/>
                </a:lnTo>
                <a:close/>
                <a:moveTo>
                  <a:pt x="165" y="166"/>
                </a:moveTo>
                <a:lnTo>
                  <a:pt x="165" y="85"/>
                </a:lnTo>
                <a:lnTo>
                  <a:pt x="108" y="118"/>
                </a:lnTo>
                <a:lnTo>
                  <a:pt x="52" y="85"/>
                </a:lnTo>
                <a:lnTo>
                  <a:pt x="52" y="166"/>
                </a:lnTo>
                <a:lnTo>
                  <a:pt x="165" y="16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3763963" y="2110571"/>
            <a:ext cx="311150" cy="300038"/>
          </a:xfrm>
          <a:custGeom>
            <a:avLst/>
            <a:gdLst>
              <a:gd name="T0" fmla="*/ 81 w 83"/>
              <a:gd name="T1" fmla="*/ 16 h 80"/>
              <a:gd name="T2" fmla="*/ 82 w 83"/>
              <a:gd name="T3" fmla="*/ 16 h 80"/>
              <a:gd name="T4" fmla="*/ 83 w 83"/>
              <a:gd name="T5" fmla="*/ 17 h 80"/>
              <a:gd name="T6" fmla="*/ 83 w 83"/>
              <a:gd name="T7" fmla="*/ 65 h 80"/>
              <a:gd name="T8" fmla="*/ 82 w 83"/>
              <a:gd name="T9" fmla="*/ 66 h 80"/>
              <a:gd name="T10" fmla="*/ 81 w 83"/>
              <a:gd name="T11" fmla="*/ 67 h 80"/>
              <a:gd name="T12" fmla="*/ 63 w 83"/>
              <a:gd name="T13" fmla="*/ 67 h 80"/>
              <a:gd name="T14" fmla="*/ 63 w 83"/>
              <a:gd name="T15" fmla="*/ 80 h 80"/>
              <a:gd name="T16" fmla="*/ 19 w 83"/>
              <a:gd name="T17" fmla="*/ 80 h 80"/>
              <a:gd name="T18" fmla="*/ 19 w 83"/>
              <a:gd name="T19" fmla="*/ 67 h 80"/>
              <a:gd name="T20" fmla="*/ 1 w 83"/>
              <a:gd name="T21" fmla="*/ 67 h 80"/>
              <a:gd name="T22" fmla="*/ 0 w 83"/>
              <a:gd name="T23" fmla="*/ 66 h 80"/>
              <a:gd name="T24" fmla="*/ 0 w 83"/>
              <a:gd name="T25" fmla="*/ 65 h 80"/>
              <a:gd name="T26" fmla="*/ 0 w 83"/>
              <a:gd name="T27" fmla="*/ 17 h 80"/>
              <a:gd name="T28" fmla="*/ 0 w 83"/>
              <a:gd name="T29" fmla="*/ 16 h 80"/>
              <a:gd name="T30" fmla="*/ 1 w 83"/>
              <a:gd name="T31" fmla="*/ 16 h 80"/>
              <a:gd name="T32" fmla="*/ 19 w 83"/>
              <a:gd name="T33" fmla="*/ 16 h 80"/>
              <a:gd name="T34" fmla="*/ 19 w 83"/>
              <a:gd name="T35" fmla="*/ 0 h 80"/>
              <a:gd name="T36" fmla="*/ 63 w 83"/>
              <a:gd name="T37" fmla="*/ 0 h 80"/>
              <a:gd name="T38" fmla="*/ 63 w 83"/>
              <a:gd name="T39" fmla="*/ 16 h 80"/>
              <a:gd name="T40" fmla="*/ 81 w 83"/>
              <a:gd name="T41" fmla="*/ 16 h 80"/>
              <a:gd name="T42" fmla="*/ 80 w 83"/>
              <a:gd name="T43" fmla="*/ 64 h 80"/>
              <a:gd name="T44" fmla="*/ 80 w 83"/>
              <a:gd name="T45" fmla="*/ 19 h 80"/>
              <a:gd name="T46" fmla="*/ 3 w 83"/>
              <a:gd name="T47" fmla="*/ 19 h 80"/>
              <a:gd name="T48" fmla="*/ 3 w 83"/>
              <a:gd name="T49" fmla="*/ 64 h 80"/>
              <a:gd name="T50" fmla="*/ 19 w 83"/>
              <a:gd name="T51" fmla="*/ 64 h 80"/>
              <a:gd name="T52" fmla="*/ 19 w 83"/>
              <a:gd name="T53" fmla="*/ 45 h 80"/>
              <a:gd name="T54" fmla="*/ 63 w 83"/>
              <a:gd name="T55" fmla="*/ 45 h 80"/>
              <a:gd name="T56" fmla="*/ 63 w 83"/>
              <a:gd name="T57" fmla="*/ 64 h 80"/>
              <a:gd name="T58" fmla="*/ 80 w 83"/>
              <a:gd name="T59" fmla="*/ 64 h 80"/>
              <a:gd name="T60" fmla="*/ 16 w 83"/>
              <a:gd name="T61" fmla="*/ 28 h 80"/>
              <a:gd name="T62" fmla="*/ 18 w 83"/>
              <a:gd name="T63" fmla="*/ 29 h 80"/>
              <a:gd name="T64" fmla="*/ 19 w 83"/>
              <a:gd name="T65" fmla="*/ 32 h 80"/>
              <a:gd name="T66" fmla="*/ 18 w 83"/>
              <a:gd name="T67" fmla="*/ 34 h 80"/>
              <a:gd name="T68" fmla="*/ 16 w 83"/>
              <a:gd name="T69" fmla="*/ 35 h 80"/>
              <a:gd name="T70" fmla="*/ 13 w 83"/>
              <a:gd name="T71" fmla="*/ 34 h 80"/>
              <a:gd name="T72" fmla="*/ 12 w 83"/>
              <a:gd name="T73" fmla="*/ 32 h 80"/>
              <a:gd name="T74" fmla="*/ 13 w 83"/>
              <a:gd name="T75" fmla="*/ 29 h 80"/>
              <a:gd name="T76" fmla="*/ 16 w 83"/>
              <a:gd name="T77" fmla="*/ 28 h 80"/>
              <a:gd name="T78" fmla="*/ 22 w 83"/>
              <a:gd name="T79" fmla="*/ 3 h 80"/>
              <a:gd name="T80" fmla="*/ 22 w 83"/>
              <a:gd name="T81" fmla="*/ 16 h 80"/>
              <a:gd name="T82" fmla="*/ 60 w 83"/>
              <a:gd name="T83" fmla="*/ 16 h 80"/>
              <a:gd name="T84" fmla="*/ 60 w 83"/>
              <a:gd name="T85" fmla="*/ 3 h 80"/>
              <a:gd name="T86" fmla="*/ 22 w 83"/>
              <a:gd name="T87" fmla="*/ 3 h 80"/>
              <a:gd name="T88" fmla="*/ 25 w 83"/>
              <a:gd name="T89" fmla="*/ 28 h 80"/>
              <a:gd name="T90" fmla="*/ 27 w 83"/>
              <a:gd name="T91" fmla="*/ 29 h 80"/>
              <a:gd name="T92" fmla="*/ 28 w 83"/>
              <a:gd name="T93" fmla="*/ 32 h 80"/>
              <a:gd name="T94" fmla="*/ 27 w 83"/>
              <a:gd name="T95" fmla="*/ 34 h 80"/>
              <a:gd name="T96" fmla="*/ 25 w 83"/>
              <a:gd name="T97" fmla="*/ 35 h 80"/>
              <a:gd name="T98" fmla="*/ 23 w 83"/>
              <a:gd name="T99" fmla="*/ 34 h 80"/>
              <a:gd name="T100" fmla="*/ 22 w 83"/>
              <a:gd name="T101" fmla="*/ 32 h 80"/>
              <a:gd name="T102" fmla="*/ 23 w 83"/>
              <a:gd name="T103" fmla="*/ 29 h 80"/>
              <a:gd name="T104" fmla="*/ 25 w 83"/>
              <a:gd name="T105" fmla="*/ 28 h 80"/>
              <a:gd name="T106" fmla="*/ 60 w 83"/>
              <a:gd name="T107" fmla="*/ 76 h 80"/>
              <a:gd name="T108" fmla="*/ 60 w 83"/>
              <a:gd name="T109" fmla="*/ 48 h 80"/>
              <a:gd name="T110" fmla="*/ 22 w 83"/>
              <a:gd name="T111" fmla="*/ 48 h 80"/>
              <a:gd name="T112" fmla="*/ 22 w 83"/>
              <a:gd name="T113" fmla="*/ 76 h 80"/>
              <a:gd name="T114" fmla="*/ 60 w 83"/>
              <a:gd name="T115" fmla="*/ 7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3" h="80">
                <a:moveTo>
                  <a:pt x="81" y="16"/>
                </a:moveTo>
                <a:cubicBezTo>
                  <a:pt x="82" y="16"/>
                  <a:pt x="82" y="16"/>
                  <a:pt x="82" y="16"/>
                </a:cubicBezTo>
                <a:cubicBezTo>
                  <a:pt x="83" y="16"/>
                  <a:pt x="83" y="17"/>
                  <a:pt x="83" y="17"/>
                </a:cubicBezTo>
                <a:cubicBezTo>
                  <a:pt x="83" y="65"/>
                  <a:pt x="83" y="65"/>
                  <a:pt x="83" y="65"/>
                </a:cubicBezTo>
                <a:cubicBezTo>
                  <a:pt x="83" y="66"/>
                  <a:pt x="83" y="66"/>
                  <a:pt x="82" y="66"/>
                </a:cubicBezTo>
                <a:cubicBezTo>
                  <a:pt x="82" y="67"/>
                  <a:pt x="82" y="67"/>
                  <a:pt x="81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63" y="80"/>
                  <a:pt x="63" y="80"/>
                  <a:pt x="63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67"/>
                  <a:pt x="19" y="67"/>
                  <a:pt x="19" y="67"/>
                </a:cubicBezTo>
                <a:cubicBezTo>
                  <a:pt x="1" y="67"/>
                  <a:pt x="1" y="67"/>
                  <a:pt x="1" y="67"/>
                </a:cubicBezTo>
                <a:cubicBezTo>
                  <a:pt x="1" y="67"/>
                  <a:pt x="0" y="67"/>
                  <a:pt x="0" y="66"/>
                </a:cubicBezTo>
                <a:cubicBezTo>
                  <a:pt x="0" y="66"/>
                  <a:pt x="0" y="66"/>
                  <a:pt x="0" y="65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0" y="16"/>
                  <a:pt x="1" y="16"/>
                  <a:pt x="1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0"/>
                  <a:pt x="19" y="0"/>
                  <a:pt x="1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3" y="16"/>
                  <a:pt x="63" y="16"/>
                  <a:pt x="63" y="16"/>
                </a:cubicBezTo>
                <a:lnTo>
                  <a:pt x="81" y="16"/>
                </a:lnTo>
                <a:close/>
                <a:moveTo>
                  <a:pt x="80" y="64"/>
                </a:moveTo>
                <a:cubicBezTo>
                  <a:pt x="80" y="19"/>
                  <a:pt x="80" y="19"/>
                  <a:pt x="80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64"/>
                  <a:pt x="3" y="64"/>
                  <a:pt x="3" y="64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45"/>
                  <a:pt x="19" y="45"/>
                  <a:pt x="19" y="45"/>
                </a:cubicBezTo>
                <a:cubicBezTo>
                  <a:pt x="63" y="45"/>
                  <a:pt x="63" y="45"/>
                  <a:pt x="63" y="45"/>
                </a:cubicBezTo>
                <a:cubicBezTo>
                  <a:pt x="63" y="64"/>
                  <a:pt x="63" y="64"/>
                  <a:pt x="63" y="64"/>
                </a:cubicBezTo>
                <a:lnTo>
                  <a:pt x="80" y="64"/>
                </a:lnTo>
                <a:close/>
                <a:moveTo>
                  <a:pt x="16" y="28"/>
                </a:moveTo>
                <a:cubicBezTo>
                  <a:pt x="17" y="28"/>
                  <a:pt x="17" y="29"/>
                  <a:pt x="18" y="29"/>
                </a:cubicBezTo>
                <a:cubicBezTo>
                  <a:pt x="19" y="30"/>
                  <a:pt x="19" y="31"/>
                  <a:pt x="19" y="32"/>
                </a:cubicBezTo>
                <a:cubicBezTo>
                  <a:pt x="19" y="32"/>
                  <a:pt x="19" y="33"/>
                  <a:pt x="18" y="34"/>
                </a:cubicBezTo>
                <a:cubicBezTo>
                  <a:pt x="17" y="34"/>
                  <a:pt x="17" y="35"/>
                  <a:pt x="16" y="35"/>
                </a:cubicBezTo>
                <a:cubicBezTo>
                  <a:pt x="15" y="35"/>
                  <a:pt x="14" y="34"/>
                  <a:pt x="13" y="34"/>
                </a:cubicBezTo>
                <a:cubicBezTo>
                  <a:pt x="13" y="33"/>
                  <a:pt x="12" y="32"/>
                  <a:pt x="12" y="32"/>
                </a:cubicBezTo>
                <a:cubicBezTo>
                  <a:pt x="12" y="31"/>
                  <a:pt x="13" y="30"/>
                  <a:pt x="13" y="29"/>
                </a:cubicBezTo>
                <a:cubicBezTo>
                  <a:pt x="14" y="29"/>
                  <a:pt x="15" y="28"/>
                  <a:pt x="16" y="28"/>
                </a:cubicBezTo>
                <a:close/>
                <a:moveTo>
                  <a:pt x="22" y="3"/>
                </a:moveTo>
                <a:cubicBezTo>
                  <a:pt x="22" y="16"/>
                  <a:pt x="22" y="16"/>
                  <a:pt x="22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3"/>
                  <a:pt x="60" y="3"/>
                  <a:pt x="60" y="3"/>
                </a:cubicBezTo>
                <a:lnTo>
                  <a:pt x="22" y="3"/>
                </a:lnTo>
                <a:close/>
                <a:moveTo>
                  <a:pt x="25" y="28"/>
                </a:moveTo>
                <a:cubicBezTo>
                  <a:pt x="26" y="28"/>
                  <a:pt x="27" y="29"/>
                  <a:pt x="27" y="29"/>
                </a:cubicBezTo>
                <a:cubicBezTo>
                  <a:pt x="28" y="30"/>
                  <a:pt x="28" y="31"/>
                  <a:pt x="28" y="32"/>
                </a:cubicBezTo>
                <a:cubicBezTo>
                  <a:pt x="28" y="32"/>
                  <a:pt x="28" y="33"/>
                  <a:pt x="27" y="34"/>
                </a:cubicBezTo>
                <a:cubicBezTo>
                  <a:pt x="27" y="34"/>
                  <a:pt x="26" y="35"/>
                  <a:pt x="25" y="35"/>
                </a:cubicBezTo>
                <a:cubicBezTo>
                  <a:pt x="24" y="35"/>
                  <a:pt x="24" y="34"/>
                  <a:pt x="23" y="34"/>
                </a:cubicBezTo>
                <a:cubicBezTo>
                  <a:pt x="22" y="33"/>
                  <a:pt x="22" y="32"/>
                  <a:pt x="22" y="32"/>
                </a:cubicBezTo>
                <a:cubicBezTo>
                  <a:pt x="22" y="31"/>
                  <a:pt x="22" y="30"/>
                  <a:pt x="23" y="29"/>
                </a:cubicBezTo>
                <a:cubicBezTo>
                  <a:pt x="24" y="29"/>
                  <a:pt x="24" y="28"/>
                  <a:pt x="25" y="28"/>
                </a:cubicBezTo>
                <a:close/>
                <a:moveTo>
                  <a:pt x="60" y="76"/>
                </a:moveTo>
                <a:cubicBezTo>
                  <a:pt x="60" y="48"/>
                  <a:pt x="60" y="48"/>
                  <a:pt x="60" y="48"/>
                </a:cubicBezTo>
                <a:cubicBezTo>
                  <a:pt x="22" y="48"/>
                  <a:pt x="22" y="48"/>
                  <a:pt x="22" y="48"/>
                </a:cubicBezTo>
                <a:cubicBezTo>
                  <a:pt x="22" y="76"/>
                  <a:pt x="22" y="76"/>
                  <a:pt x="22" y="76"/>
                </a:cubicBezTo>
                <a:lnTo>
                  <a:pt x="60" y="7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4289425" y="2162958"/>
            <a:ext cx="338138" cy="192088"/>
          </a:xfrm>
          <a:custGeom>
            <a:avLst/>
            <a:gdLst>
              <a:gd name="T0" fmla="*/ 0 w 213"/>
              <a:gd name="T1" fmla="*/ 61 h 121"/>
              <a:gd name="T2" fmla="*/ 106 w 213"/>
              <a:gd name="T3" fmla="*/ 0 h 121"/>
              <a:gd name="T4" fmla="*/ 106 w 213"/>
              <a:gd name="T5" fmla="*/ 121 h 121"/>
              <a:gd name="T6" fmla="*/ 0 w 213"/>
              <a:gd name="T7" fmla="*/ 61 h 121"/>
              <a:gd name="T8" fmla="*/ 99 w 213"/>
              <a:gd name="T9" fmla="*/ 109 h 121"/>
              <a:gd name="T10" fmla="*/ 99 w 213"/>
              <a:gd name="T11" fmla="*/ 14 h 121"/>
              <a:gd name="T12" fmla="*/ 16 w 213"/>
              <a:gd name="T13" fmla="*/ 61 h 121"/>
              <a:gd name="T14" fmla="*/ 99 w 213"/>
              <a:gd name="T15" fmla="*/ 109 h 121"/>
              <a:gd name="T16" fmla="*/ 106 w 213"/>
              <a:gd name="T17" fmla="*/ 61 h 121"/>
              <a:gd name="T18" fmla="*/ 213 w 213"/>
              <a:gd name="T19" fmla="*/ 0 h 121"/>
              <a:gd name="T20" fmla="*/ 213 w 213"/>
              <a:gd name="T21" fmla="*/ 121 h 121"/>
              <a:gd name="T22" fmla="*/ 106 w 213"/>
              <a:gd name="T23" fmla="*/ 61 h 121"/>
              <a:gd name="T24" fmla="*/ 206 w 213"/>
              <a:gd name="T25" fmla="*/ 109 h 121"/>
              <a:gd name="T26" fmla="*/ 206 w 213"/>
              <a:gd name="T27" fmla="*/ 14 h 121"/>
              <a:gd name="T28" fmla="*/ 123 w 213"/>
              <a:gd name="T29" fmla="*/ 61 h 121"/>
              <a:gd name="T30" fmla="*/ 206 w 213"/>
              <a:gd name="T31" fmla="*/ 10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13" h="121">
                <a:moveTo>
                  <a:pt x="0" y="61"/>
                </a:moveTo>
                <a:lnTo>
                  <a:pt x="106" y="0"/>
                </a:lnTo>
                <a:lnTo>
                  <a:pt x="106" y="121"/>
                </a:lnTo>
                <a:lnTo>
                  <a:pt x="0" y="61"/>
                </a:lnTo>
                <a:close/>
                <a:moveTo>
                  <a:pt x="99" y="109"/>
                </a:moveTo>
                <a:lnTo>
                  <a:pt x="99" y="14"/>
                </a:lnTo>
                <a:lnTo>
                  <a:pt x="16" y="61"/>
                </a:lnTo>
                <a:lnTo>
                  <a:pt x="99" y="109"/>
                </a:lnTo>
                <a:close/>
                <a:moveTo>
                  <a:pt x="106" y="61"/>
                </a:moveTo>
                <a:lnTo>
                  <a:pt x="213" y="0"/>
                </a:lnTo>
                <a:lnTo>
                  <a:pt x="213" y="121"/>
                </a:lnTo>
                <a:lnTo>
                  <a:pt x="106" y="61"/>
                </a:lnTo>
                <a:close/>
                <a:moveTo>
                  <a:pt x="206" y="109"/>
                </a:moveTo>
                <a:lnTo>
                  <a:pt x="206" y="14"/>
                </a:lnTo>
                <a:lnTo>
                  <a:pt x="123" y="61"/>
                </a:lnTo>
                <a:lnTo>
                  <a:pt x="206" y="109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4856163" y="2110571"/>
            <a:ext cx="288925" cy="300038"/>
          </a:xfrm>
          <a:custGeom>
            <a:avLst/>
            <a:gdLst>
              <a:gd name="T0" fmla="*/ 54 w 77"/>
              <a:gd name="T1" fmla="*/ 6 h 80"/>
              <a:gd name="T2" fmla="*/ 63 w 77"/>
              <a:gd name="T3" fmla="*/ 12 h 80"/>
              <a:gd name="T4" fmla="*/ 70 w 77"/>
              <a:gd name="T5" fmla="*/ 20 h 80"/>
              <a:gd name="T6" fmla="*/ 75 w 77"/>
              <a:gd name="T7" fmla="*/ 30 h 80"/>
              <a:gd name="T8" fmla="*/ 77 w 77"/>
              <a:gd name="T9" fmla="*/ 41 h 80"/>
              <a:gd name="T10" fmla="*/ 74 w 77"/>
              <a:gd name="T11" fmla="*/ 56 h 80"/>
              <a:gd name="T12" fmla="*/ 65 w 77"/>
              <a:gd name="T13" fmla="*/ 68 h 80"/>
              <a:gd name="T14" fmla="*/ 53 w 77"/>
              <a:gd name="T15" fmla="*/ 77 h 80"/>
              <a:gd name="T16" fmla="*/ 38 w 77"/>
              <a:gd name="T17" fmla="*/ 80 h 80"/>
              <a:gd name="T18" fmla="*/ 23 w 77"/>
              <a:gd name="T19" fmla="*/ 77 h 80"/>
              <a:gd name="T20" fmla="*/ 11 w 77"/>
              <a:gd name="T21" fmla="*/ 68 h 80"/>
              <a:gd name="T22" fmla="*/ 3 w 77"/>
              <a:gd name="T23" fmla="*/ 56 h 80"/>
              <a:gd name="T24" fmla="*/ 0 w 77"/>
              <a:gd name="T25" fmla="*/ 41 h 80"/>
              <a:gd name="T26" fmla="*/ 1 w 77"/>
              <a:gd name="T27" fmla="*/ 30 h 80"/>
              <a:gd name="T28" fmla="*/ 6 w 77"/>
              <a:gd name="T29" fmla="*/ 21 h 80"/>
              <a:gd name="T30" fmla="*/ 13 w 77"/>
              <a:gd name="T31" fmla="*/ 12 h 80"/>
              <a:gd name="T32" fmla="*/ 22 w 77"/>
              <a:gd name="T33" fmla="*/ 7 h 80"/>
              <a:gd name="T34" fmla="*/ 22 w 77"/>
              <a:gd name="T35" fmla="*/ 10 h 80"/>
              <a:gd name="T36" fmla="*/ 14 w 77"/>
              <a:gd name="T37" fmla="*/ 16 h 80"/>
              <a:gd name="T38" fmla="*/ 8 w 77"/>
              <a:gd name="T39" fmla="*/ 23 h 80"/>
              <a:gd name="T40" fmla="*/ 4 w 77"/>
              <a:gd name="T41" fmla="*/ 32 h 80"/>
              <a:gd name="T42" fmla="*/ 3 w 77"/>
              <a:gd name="T43" fmla="*/ 41 h 80"/>
              <a:gd name="T44" fmla="*/ 6 w 77"/>
              <a:gd name="T45" fmla="*/ 55 h 80"/>
              <a:gd name="T46" fmla="*/ 13 w 77"/>
              <a:gd name="T47" fmla="*/ 66 h 80"/>
              <a:gd name="T48" fmla="*/ 24 w 77"/>
              <a:gd name="T49" fmla="*/ 74 h 80"/>
              <a:gd name="T50" fmla="*/ 38 w 77"/>
              <a:gd name="T51" fmla="*/ 76 h 80"/>
              <a:gd name="T52" fmla="*/ 52 w 77"/>
              <a:gd name="T53" fmla="*/ 74 h 80"/>
              <a:gd name="T54" fmla="*/ 63 w 77"/>
              <a:gd name="T55" fmla="*/ 66 h 80"/>
              <a:gd name="T56" fmla="*/ 71 w 77"/>
              <a:gd name="T57" fmla="*/ 55 h 80"/>
              <a:gd name="T58" fmla="*/ 73 w 77"/>
              <a:gd name="T59" fmla="*/ 41 h 80"/>
              <a:gd name="T60" fmla="*/ 72 w 77"/>
              <a:gd name="T61" fmla="*/ 31 h 80"/>
              <a:gd name="T62" fmla="*/ 68 w 77"/>
              <a:gd name="T63" fmla="*/ 22 h 80"/>
              <a:gd name="T64" fmla="*/ 62 w 77"/>
              <a:gd name="T65" fmla="*/ 15 h 80"/>
              <a:gd name="T66" fmla="*/ 54 w 77"/>
              <a:gd name="T67" fmla="*/ 10 h 80"/>
              <a:gd name="T68" fmla="*/ 54 w 77"/>
              <a:gd name="T69" fmla="*/ 6 h 80"/>
              <a:gd name="T70" fmla="*/ 36 w 77"/>
              <a:gd name="T71" fmla="*/ 0 h 80"/>
              <a:gd name="T72" fmla="*/ 36 w 77"/>
              <a:gd name="T73" fmla="*/ 38 h 80"/>
              <a:gd name="T74" fmla="*/ 39 w 77"/>
              <a:gd name="T75" fmla="*/ 38 h 80"/>
              <a:gd name="T76" fmla="*/ 39 w 77"/>
              <a:gd name="T77" fmla="*/ 0 h 80"/>
              <a:gd name="T78" fmla="*/ 36 w 77"/>
              <a:gd name="T7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" h="80">
                <a:moveTo>
                  <a:pt x="54" y="6"/>
                </a:moveTo>
                <a:cubicBezTo>
                  <a:pt x="57" y="8"/>
                  <a:pt x="60" y="10"/>
                  <a:pt x="63" y="12"/>
                </a:cubicBezTo>
                <a:cubicBezTo>
                  <a:pt x="66" y="14"/>
                  <a:pt x="68" y="17"/>
                  <a:pt x="70" y="20"/>
                </a:cubicBezTo>
                <a:cubicBezTo>
                  <a:pt x="72" y="23"/>
                  <a:pt x="74" y="26"/>
                  <a:pt x="75" y="30"/>
                </a:cubicBezTo>
                <a:cubicBezTo>
                  <a:pt x="76" y="34"/>
                  <a:pt x="77" y="37"/>
                  <a:pt x="77" y="41"/>
                </a:cubicBezTo>
                <a:cubicBezTo>
                  <a:pt x="77" y="47"/>
                  <a:pt x="76" y="52"/>
                  <a:pt x="74" y="56"/>
                </a:cubicBezTo>
                <a:cubicBezTo>
                  <a:pt x="72" y="61"/>
                  <a:pt x="69" y="65"/>
                  <a:pt x="65" y="68"/>
                </a:cubicBezTo>
                <a:cubicBezTo>
                  <a:pt x="62" y="72"/>
                  <a:pt x="58" y="75"/>
                  <a:pt x="53" y="77"/>
                </a:cubicBezTo>
                <a:cubicBezTo>
                  <a:pt x="48" y="79"/>
                  <a:pt x="43" y="80"/>
                  <a:pt x="38" y="80"/>
                </a:cubicBezTo>
                <a:cubicBezTo>
                  <a:pt x="33" y="80"/>
                  <a:pt x="28" y="79"/>
                  <a:pt x="23" y="77"/>
                </a:cubicBezTo>
                <a:cubicBezTo>
                  <a:pt x="19" y="75"/>
                  <a:pt x="14" y="72"/>
                  <a:pt x="11" y="68"/>
                </a:cubicBezTo>
                <a:cubicBezTo>
                  <a:pt x="7" y="65"/>
                  <a:pt x="5" y="61"/>
                  <a:pt x="3" y="56"/>
                </a:cubicBezTo>
                <a:cubicBezTo>
                  <a:pt x="1" y="52"/>
                  <a:pt x="0" y="47"/>
                  <a:pt x="0" y="41"/>
                </a:cubicBezTo>
                <a:cubicBezTo>
                  <a:pt x="0" y="37"/>
                  <a:pt x="0" y="34"/>
                  <a:pt x="1" y="30"/>
                </a:cubicBezTo>
                <a:cubicBezTo>
                  <a:pt x="2" y="27"/>
                  <a:pt x="4" y="24"/>
                  <a:pt x="6" y="21"/>
                </a:cubicBezTo>
                <a:cubicBezTo>
                  <a:pt x="8" y="18"/>
                  <a:pt x="10" y="15"/>
                  <a:pt x="13" y="12"/>
                </a:cubicBezTo>
                <a:cubicBezTo>
                  <a:pt x="15" y="10"/>
                  <a:pt x="18" y="8"/>
                  <a:pt x="22" y="7"/>
                </a:cubicBezTo>
                <a:cubicBezTo>
                  <a:pt x="22" y="10"/>
                  <a:pt x="22" y="10"/>
                  <a:pt x="22" y="10"/>
                </a:cubicBezTo>
                <a:cubicBezTo>
                  <a:pt x="19" y="12"/>
                  <a:pt x="16" y="14"/>
                  <a:pt x="14" y="16"/>
                </a:cubicBezTo>
                <a:cubicBezTo>
                  <a:pt x="12" y="18"/>
                  <a:pt x="10" y="20"/>
                  <a:pt x="8" y="23"/>
                </a:cubicBezTo>
                <a:cubicBezTo>
                  <a:pt x="7" y="26"/>
                  <a:pt x="5" y="28"/>
                  <a:pt x="4" y="32"/>
                </a:cubicBezTo>
                <a:cubicBezTo>
                  <a:pt x="3" y="35"/>
                  <a:pt x="3" y="38"/>
                  <a:pt x="3" y="41"/>
                </a:cubicBezTo>
                <a:cubicBezTo>
                  <a:pt x="3" y="46"/>
                  <a:pt x="4" y="51"/>
                  <a:pt x="6" y="55"/>
                </a:cubicBezTo>
                <a:cubicBezTo>
                  <a:pt x="8" y="59"/>
                  <a:pt x="10" y="63"/>
                  <a:pt x="13" y="66"/>
                </a:cubicBezTo>
                <a:cubicBezTo>
                  <a:pt x="16" y="69"/>
                  <a:pt x="20" y="72"/>
                  <a:pt x="24" y="74"/>
                </a:cubicBezTo>
                <a:cubicBezTo>
                  <a:pt x="29" y="76"/>
                  <a:pt x="33" y="76"/>
                  <a:pt x="38" y="76"/>
                </a:cubicBezTo>
                <a:cubicBezTo>
                  <a:pt x="43" y="76"/>
                  <a:pt x="48" y="76"/>
                  <a:pt x="52" y="74"/>
                </a:cubicBezTo>
                <a:cubicBezTo>
                  <a:pt x="56" y="72"/>
                  <a:pt x="60" y="69"/>
                  <a:pt x="63" y="66"/>
                </a:cubicBezTo>
                <a:cubicBezTo>
                  <a:pt x="66" y="63"/>
                  <a:pt x="69" y="59"/>
                  <a:pt x="71" y="55"/>
                </a:cubicBezTo>
                <a:cubicBezTo>
                  <a:pt x="72" y="51"/>
                  <a:pt x="73" y="46"/>
                  <a:pt x="73" y="41"/>
                </a:cubicBezTo>
                <a:cubicBezTo>
                  <a:pt x="73" y="38"/>
                  <a:pt x="73" y="35"/>
                  <a:pt x="72" y="31"/>
                </a:cubicBezTo>
                <a:cubicBezTo>
                  <a:pt x="71" y="28"/>
                  <a:pt x="70" y="25"/>
                  <a:pt x="68" y="22"/>
                </a:cubicBezTo>
                <a:cubicBezTo>
                  <a:pt x="66" y="20"/>
                  <a:pt x="64" y="17"/>
                  <a:pt x="62" y="15"/>
                </a:cubicBezTo>
                <a:cubicBezTo>
                  <a:pt x="59" y="13"/>
                  <a:pt x="57" y="11"/>
                  <a:pt x="54" y="10"/>
                </a:cubicBezTo>
                <a:lnTo>
                  <a:pt x="54" y="6"/>
                </a:lnTo>
                <a:close/>
                <a:moveTo>
                  <a:pt x="36" y="0"/>
                </a:moveTo>
                <a:cubicBezTo>
                  <a:pt x="36" y="38"/>
                  <a:pt x="36" y="38"/>
                  <a:pt x="36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0"/>
                  <a:pt x="39" y="0"/>
                  <a:pt x="39" y="0"/>
                </a:cubicBezTo>
                <a:lnTo>
                  <a:pt x="36" y="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395913" y="2128033"/>
            <a:ext cx="288925" cy="260350"/>
          </a:xfrm>
          <a:custGeom>
            <a:avLst/>
            <a:gdLst>
              <a:gd name="T0" fmla="*/ 116 w 182"/>
              <a:gd name="T1" fmla="*/ 19 h 164"/>
              <a:gd name="T2" fmla="*/ 182 w 182"/>
              <a:gd name="T3" fmla="*/ 19 h 164"/>
              <a:gd name="T4" fmla="*/ 182 w 182"/>
              <a:gd name="T5" fmla="*/ 164 h 164"/>
              <a:gd name="T6" fmla="*/ 0 w 182"/>
              <a:gd name="T7" fmla="*/ 164 h 164"/>
              <a:gd name="T8" fmla="*/ 0 w 182"/>
              <a:gd name="T9" fmla="*/ 19 h 164"/>
              <a:gd name="T10" fmla="*/ 64 w 182"/>
              <a:gd name="T11" fmla="*/ 19 h 164"/>
              <a:gd name="T12" fmla="*/ 64 w 182"/>
              <a:gd name="T13" fmla="*/ 0 h 164"/>
              <a:gd name="T14" fmla="*/ 116 w 182"/>
              <a:gd name="T15" fmla="*/ 0 h 164"/>
              <a:gd name="T16" fmla="*/ 116 w 182"/>
              <a:gd name="T17" fmla="*/ 19 h 164"/>
              <a:gd name="T18" fmla="*/ 64 w 182"/>
              <a:gd name="T19" fmla="*/ 26 h 164"/>
              <a:gd name="T20" fmla="*/ 7 w 182"/>
              <a:gd name="T21" fmla="*/ 26 h 164"/>
              <a:gd name="T22" fmla="*/ 7 w 182"/>
              <a:gd name="T23" fmla="*/ 88 h 164"/>
              <a:gd name="T24" fmla="*/ 64 w 182"/>
              <a:gd name="T25" fmla="*/ 88 h 164"/>
              <a:gd name="T26" fmla="*/ 64 w 182"/>
              <a:gd name="T27" fmla="*/ 74 h 164"/>
              <a:gd name="T28" fmla="*/ 116 w 182"/>
              <a:gd name="T29" fmla="*/ 74 h 164"/>
              <a:gd name="T30" fmla="*/ 116 w 182"/>
              <a:gd name="T31" fmla="*/ 88 h 164"/>
              <a:gd name="T32" fmla="*/ 173 w 182"/>
              <a:gd name="T33" fmla="*/ 88 h 164"/>
              <a:gd name="T34" fmla="*/ 173 w 182"/>
              <a:gd name="T35" fmla="*/ 26 h 164"/>
              <a:gd name="T36" fmla="*/ 64 w 182"/>
              <a:gd name="T37" fmla="*/ 26 h 164"/>
              <a:gd name="T38" fmla="*/ 7 w 182"/>
              <a:gd name="T39" fmla="*/ 157 h 164"/>
              <a:gd name="T40" fmla="*/ 173 w 182"/>
              <a:gd name="T41" fmla="*/ 157 h 164"/>
              <a:gd name="T42" fmla="*/ 173 w 182"/>
              <a:gd name="T43" fmla="*/ 95 h 164"/>
              <a:gd name="T44" fmla="*/ 116 w 182"/>
              <a:gd name="T45" fmla="*/ 95 h 164"/>
              <a:gd name="T46" fmla="*/ 116 w 182"/>
              <a:gd name="T47" fmla="*/ 112 h 164"/>
              <a:gd name="T48" fmla="*/ 64 w 182"/>
              <a:gd name="T49" fmla="*/ 112 h 164"/>
              <a:gd name="T50" fmla="*/ 64 w 182"/>
              <a:gd name="T51" fmla="*/ 95 h 164"/>
              <a:gd name="T52" fmla="*/ 7 w 182"/>
              <a:gd name="T53" fmla="*/ 95 h 164"/>
              <a:gd name="T54" fmla="*/ 7 w 182"/>
              <a:gd name="T55" fmla="*/ 157 h 164"/>
              <a:gd name="T56" fmla="*/ 71 w 182"/>
              <a:gd name="T57" fmla="*/ 10 h 164"/>
              <a:gd name="T58" fmla="*/ 71 w 182"/>
              <a:gd name="T59" fmla="*/ 19 h 164"/>
              <a:gd name="T60" fmla="*/ 109 w 182"/>
              <a:gd name="T61" fmla="*/ 19 h 164"/>
              <a:gd name="T62" fmla="*/ 109 w 182"/>
              <a:gd name="T63" fmla="*/ 10 h 164"/>
              <a:gd name="T64" fmla="*/ 71 w 182"/>
              <a:gd name="T65" fmla="*/ 10 h 164"/>
              <a:gd name="T66" fmla="*/ 109 w 182"/>
              <a:gd name="T67" fmla="*/ 81 h 164"/>
              <a:gd name="T68" fmla="*/ 71 w 182"/>
              <a:gd name="T69" fmla="*/ 81 h 164"/>
              <a:gd name="T70" fmla="*/ 71 w 182"/>
              <a:gd name="T71" fmla="*/ 102 h 164"/>
              <a:gd name="T72" fmla="*/ 109 w 182"/>
              <a:gd name="T73" fmla="*/ 102 h 164"/>
              <a:gd name="T74" fmla="*/ 109 w 182"/>
              <a:gd name="T75" fmla="*/ 8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2" h="164">
                <a:moveTo>
                  <a:pt x="116" y="19"/>
                </a:moveTo>
                <a:lnTo>
                  <a:pt x="182" y="19"/>
                </a:lnTo>
                <a:lnTo>
                  <a:pt x="182" y="164"/>
                </a:lnTo>
                <a:lnTo>
                  <a:pt x="0" y="164"/>
                </a:lnTo>
                <a:lnTo>
                  <a:pt x="0" y="19"/>
                </a:lnTo>
                <a:lnTo>
                  <a:pt x="64" y="19"/>
                </a:lnTo>
                <a:lnTo>
                  <a:pt x="64" y="0"/>
                </a:lnTo>
                <a:lnTo>
                  <a:pt x="116" y="0"/>
                </a:lnTo>
                <a:lnTo>
                  <a:pt x="116" y="19"/>
                </a:lnTo>
                <a:close/>
                <a:moveTo>
                  <a:pt x="64" y="26"/>
                </a:moveTo>
                <a:lnTo>
                  <a:pt x="7" y="26"/>
                </a:lnTo>
                <a:lnTo>
                  <a:pt x="7" y="88"/>
                </a:lnTo>
                <a:lnTo>
                  <a:pt x="64" y="88"/>
                </a:lnTo>
                <a:lnTo>
                  <a:pt x="64" y="74"/>
                </a:lnTo>
                <a:lnTo>
                  <a:pt x="116" y="74"/>
                </a:lnTo>
                <a:lnTo>
                  <a:pt x="116" y="88"/>
                </a:lnTo>
                <a:lnTo>
                  <a:pt x="173" y="88"/>
                </a:lnTo>
                <a:lnTo>
                  <a:pt x="173" y="26"/>
                </a:lnTo>
                <a:lnTo>
                  <a:pt x="64" y="26"/>
                </a:lnTo>
                <a:close/>
                <a:moveTo>
                  <a:pt x="7" y="157"/>
                </a:moveTo>
                <a:lnTo>
                  <a:pt x="173" y="157"/>
                </a:lnTo>
                <a:lnTo>
                  <a:pt x="173" y="95"/>
                </a:lnTo>
                <a:lnTo>
                  <a:pt x="116" y="95"/>
                </a:lnTo>
                <a:lnTo>
                  <a:pt x="116" y="112"/>
                </a:lnTo>
                <a:lnTo>
                  <a:pt x="64" y="112"/>
                </a:lnTo>
                <a:lnTo>
                  <a:pt x="64" y="95"/>
                </a:lnTo>
                <a:lnTo>
                  <a:pt x="7" y="95"/>
                </a:lnTo>
                <a:lnTo>
                  <a:pt x="7" y="157"/>
                </a:lnTo>
                <a:close/>
                <a:moveTo>
                  <a:pt x="71" y="10"/>
                </a:moveTo>
                <a:lnTo>
                  <a:pt x="71" y="19"/>
                </a:lnTo>
                <a:lnTo>
                  <a:pt x="109" y="19"/>
                </a:lnTo>
                <a:lnTo>
                  <a:pt x="109" y="10"/>
                </a:lnTo>
                <a:lnTo>
                  <a:pt x="71" y="10"/>
                </a:lnTo>
                <a:close/>
                <a:moveTo>
                  <a:pt x="109" y="81"/>
                </a:moveTo>
                <a:lnTo>
                  <a:pt x="71" y="81"/>
                </a:lnTo>
                <a:lnTo>
                  <a:pt x="71" y="102"/>
                </a:lnTo>
                <a:lnTo>
                  <a:pt x="109" y="102"/>
                </a:lnTo>
                <a:lnTo>
                  <a:pt x="109" y="8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5970588" y="2132796"/>
            <a:ext cx="217488" cy="252413"/>
          </a:xfrm>
          <a:custGeom>
            <a:avLst/>
            <a:gdLst>
              <a:gd name="T0" fmla="*/ 0 w 137"/>
              <a:gd name="T1" fmla="*/ 0 h 159"/>
              <a:gd name="T2" fmla="*/ 137 w 137"/>
              <a:gd name="T3" fmla="*/ 80 h 159"/>
              <a:gd name="T4" fmla="*/ 0 w 137"/>
              <a:gd name="T5" fmla="*/ 159 h 159"/>
              <a:gd name="T6" fmla="*/ 0 w 137"/>
              <a:gd name="T7" fmla="*/ 0 h 159"/>
              <a:gd name="T8" fmla="*/ 10 w 137"/>
              <a:gd name="T9" fmla="*/ 14 h 159"/>
              <a:gd name="T10" fmla="*/ 10 w 137"/>
              <a:gd name="T11" fmla="*/ 147 h 159"/>
              <a:gd name="T12" fmla="*/ 123 w 137"/>
              <a:gd name="T13" fmla="*/ 80 h 159"/>
              <a:gd name="T14" fmla="*/ 10 w 137"/>
              <a:gd name="T15" fmla="*/ 1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159">
                <a:moveTo>
                  <a:pt x="0" y="0"/>
                </a:moveTo>
                <a:lnTo>
                  <a:pt x="137" y="80"/>
                </a:lnTo>
                <a:lnTo>
                  <a:pt x="0" y="159"/>
                </a:lnTo>
                <a:lnTo>
                  <a:pt x="0" y="0"/>
                </a:lnTo>
                <a:close/>
                <a:moveTo>
                  <a:pt x="10" y="14"/>
                </a:moveTo>
                <a:lnTo>
                  <a:pt x="10" y="147"/>
                </a:lnTo>
                <a:lnTo>
                  <a:pt x="123" y="80"/>
                </a:lnTo>
                <a:lnTo>
                  <a:pt x="10" y="1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6459538" y="2094696"/>
            <a:ext cx="325438" cy="327025"/>
          </a:xfrm>
          <a:custGeom>
            <a:avLst/>
            <a:gdLst>
              <a:gd name="T0" fmla="*/ 19 w 87"/>
              <a:gd name="T1" fmla="*/ 68 h 87"/>
              <a:gd name="T2" fmla="*/ 0 w 87"/>
              <a:gd name="T3" fmla="*/ 64 h 87"/>
              <a:gd name="T4" fmla="*/ 3 w 87"/>
              <a:gd name="T5" fmla="*/ 57 h 87"/>
              <a:gd name="T6" fmla="*/ 21 w 87"/>
              <a:gd name="T7" fmla="*/ 56 h 87"/>
              <a:gd name="T8" fmla="*/ 23 w 87"/>
              <a:gd name="T9" fmla="*/ 53 h 87"/>
              <a:gd name="T10" fmla="*/ 25 w 87"/>
              <a:gd name="T11" fmla="*/ 51 h 87"/>
              <a:gd name="T12" fmla="*/ 41 w 87"/>
              <a:gd name="T13" fmla="*/ 35 h 87"/>
              <a:gd name="T14" fmla="*/ 8 w 87"/>
              <a:gd name="T15" fmla="*/ 19 h 87"/>
              <a:gd name="T16" fmla="*/ 16 w 87"/>
              <a:gd name="T17" fmla="*/ 10 h 87"/>
              <a:gd name="T18" fmla="*/ 58 w 87"/>
              <a:gd name="T19" fmla="*/ 18 h 87"/>
              <a:gd name="T20" fmla="*/ 73 w 87"/>
              <a:gd name="T21" fmla="*/ 3 h 87"/>
              <a:gd name="T22" fmla="*/ 74 w 87"/>
              <a:gd name="T23" fmla="*/ 2 h 87"/>
              <a:gd name="T24" fmla="*/ 76 w 87"/>
              <a:gd name="T25" fmla="*/ 1 h 87"/>
              <a:gd name="T26" fmla="*/ 78 w 87"/>
              <a:gd name="T27" fmla="*/ 0 h 87"/>
              <a:gd name="T28" fmla="*/ 81 w 87"/>
              <a:gd name="T29" fmla="*/ 0 h 87"/>
              <a:gd name="T30" fmla="*/ 84 w 87"/>
              <a:gd name="T31" fmla="*/ 1 h 87"/>
              <a:gd name="T32" fmla="*/ 85 w 87"/>
              <a:gd name="T33" fmla="*/ 1 h 87"/>
              <a:gd name="T34" fmla="*/ 86 w 87"/>
              <a:gd name="T35" fmla="*/ 1 h 87"/>
              <a:gd name="T36" fmla="*/ 86 w 87"/>
              <a:gd name="T37" fmla="*/ 2 h 87"/>
              <a:gd name="T38" fmla="*/ 87 w 87"/>
              <a:gd name="T39" fmla="*/ 5 h 87"/>
              <a:gd name="T40" fmla="*/ 86 w 87"/>
              <a:gd name="T41" fmla="*/ 9 h 87"/>
              <a:gd name="T42" fmla="*/ 86 w 87"/>
              <a:gd name="T43" fmla="*/ 12 h 87"/>
              <a:gd name="T44" fmla="*/ 84 w 87"/>
              <a:gd name="T45" fmla="*/ 14 h 87"/>
              <a:gd name="T46" fmla="*/ 69 w 87"/>
              <a:gd name="T47" fmla="*/ 29 h 87"/>
              <a:gd name="T48" fmla="*/ 77 w 87"/>
              <a:gd name="T49" fmla="*/ 71 h 87"/>
              <a:gd name="T50" fmla="*/ 68 w 87"/>
              <a:gd name="T51" fmla="*/ 79 h 87"/>
              <a:gd name="T52" fmla="*/ 52 w 87"/>
              <a:gd name="T53" fmla="*/ 46 h 87"/>
              <a:gd name="T54" fmla="*/ 37 w 87"/>
              <a:gd name="T55" fmla="*/ 61 h 87"/>
              <a:gd name="T56" fmla="*/ 34 w 87"/>
              <a:gd name="T57" fmla="*/ 64 h 87"/>
              <a:gd name="T58" fmla="*/ 31 w 87"/>
              <a:gd name="T59" fmla="*/ 67 h 87"/>
              <a:gd name="T60" fmla="*/ 30 w 87"/>
              <a:gd name="T61" fmla="*/ 83 h 87"/>
              <a:gd name="T62" fmla="*/ 23 w 87"/>
              <a:gd name="T63" fmla="*/ 87 h 87"/>
              <a:gd name="T64" fmla="*/ 19 w 87"/>
              <a:gd name="T65" fmla="*/ 68 h 87"/>
              <a:gd name="T66" fmla="*/ 21 w 87"/>
              <a:gd name="T67" fmla="*/ 66 h 87"/>
              <a:gd name="T68" fmla="*/ 25 w 87"/>
              <a:gd name="T69" fmla="*/ 82 h 87"/>
              <a:gd name="T70" fmla="*/ 27 w 87"/>
              <a:gd name="T71" fmla="*/ 81 h 87"/>
              <a:gd name="T72" fmla="*/ 28 w 87"/>
              <a:gd name="T73" fmla="*/ 65 h 87"/>
              <a:gd name="T74" fmla="*/ 29 w 87"/>
              <a:gd name="T75" fmla="*/ 65 h 87"/>
              <a:gd name="T76" fmla="*/ 35 w 87"/>
              <a:gd name="T77" fmla="*/ 59 h 87"/>
              <a:gd name="T78" fmla="*/ 53 w 87"/>
              <a:gd name="T79" fmla="*/ 41 h 87"/>
              <a:gd name="T80" fmla="*/ 69 w 87"/>
              <a:gd name="T81" fmla="*/ 74 h 87"/>
              <a:gd name="T82" fmla="*/ 73 w 87"/>
              <a:gd name="T83" fmla="*/ 70 h 87"/>
              <a:gd name="T84" fmla="*/ 66 w 87"/>
              <a:gd name="T85" fmla="*/ 28 h 87"/>
              <a:gd name="T86" fmla="*/ 82 w 87"/>
              <a:gd name="T87" fmla="*/ 12 h 87"/>
              <a:gd name="T88" fmla="*/ 83 w 87"/>
              <a:gd name="T89" fmla="*/ 9 h 87"/>
              <a:gd name="T90" fmla="*/ 83 w 87"/>
              <a:gd name="T91" fmla="*/ 4 h 87"/>
              <a:gd name="T92" fmla="*/ 82 w 87"/>
              <a:gd name="T93" fmla="*/ 4 h 87"/>
              <a:gd name="T94" fmla="*/ 81 w 87"/>
              <a:gd name="T95" fmla="*/ 4 h 87"/>
              <a:gd name="T96" fmla="*/ 78 w 87"/>
              <a:gd name="T97" fmla="*/ 4 h 87"/>
              <a:gd name="T98" fmla="*/ 75 w 87"/>
              <a:gd name="T99" fmla="*/ 5 h 87"/>
              <a:gd name="T100" fmla="*/ 59 w 87"/>
              <a:gd name="T101" fmla="*/ 21 h 87"/>
              <a:gd name="T102" fmla="*/ 17 w 87"/>
              <a:gd name="T103" fmla="*/ 14 h 87"/>
              <a:gd name="T104" fmla="*/ 13 w 87"/>
              <a:gd name="T105" fmla="*/ 18 h 87"/>
              <a:gd name="T106" fmla="*/ 46 w 87"/>
              <a:gd name="T107" fmla="*/ 34 h 87"/>
              <a:gd name="T108" fmla="*/ 27 w 87"/>
              <a:gd name="T109" fmla="*/ 53 h 87"/>
              <a:gd name="T110" fmla="*/ 24 w 87"/>
              <a:gd name="T111" fmla="*/ 56 h 87"/>
              <a:gd name="T112" fmla="*/ 23 w 87"/>
              <a:gd name="T113" fmla="*/ 58 h 87"/>
              <a:gd name="T114" fmla="*/ 23 w 87"/>
              <a:gd name="T115" fmla="*/ 59 h 87"/>
              <a:gd name="T116" fmla="*/ 5 w 87"/>
              <a:gd name="T117" fmla="*/ 60 h 87"/>
              <a:gd name="T118" fmla="*/ 4 w 87"/>
              <a:gd name="T119" fmla="*/ 62 h 87"/>
              <a:gd name="T120" fmla="*/ 21 w 87"/>
              <a:gd name="T121" fmla="*/ 6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7" h="87">
                <a:moveTo>
                  <a:pt x="19" y="68"/>
                </a:moveTo>
                <a:cubicBezTo>
                  <a:pt x="0" y="64"/>
                  <a:pt x="0" y="64"/>
                  <a:pt x="0" y="64"/>
                </a:cubicBezTo>
                <a:cubicBezTo>
                  <a:pt x="3" y="57"/>
                  <a:pt x="3" y="57"/>
                  <a:pt x="3" y="57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5"/>
                  <a:pt x="22" y="54"/>
                  <a:pt x="23" y="53"/>
                </a:cubicBezTo>
                <a:cubicBezTo>
                  <a:pt x="24" y="52"/>
                  <a:pt x="24" y="51"/>
                  <a:pt x="25" y="51"/>
                </a:cubicBezTo>
                <a:cubicBezTo>
                  <a:pt x="41" y="35"/>
                  <a:pt x="41" y="35"/>
                  <a:pt x="41" y="35"/>
                </a:cubicBezTo>
                <a:cubicBezTo>
                  <a:pt x="8" y="19"/>
                  <a:pt x="8" y="19"/>
                  <a:pt x="8" y="19"/>
                </a:cubicBezTo>
                <a:cubicBezTo>
                  <a:pt x="16" y="10"/>
                  <a:pt x="16" y="10"/>
                  <a:pt x="16" y="10"/>
                </a:cubicBezTo>
                <a:cubicBezTo>
                  <a:pt x="58" y="18"/>
                  <a:pt x="58" y="18"/>
                  <a:pt x="58" y="18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4" y="2"/>
                  <a:pt x="74" y="2"/>
                </a:cubicBezTo>
                <a:cubicBezTo>
                  <a:pt x="75" y="1"/>
                  <a:pt x="75" y="1"/>
                  <a:pt x="76" y="1"/>
                </a:cubicBezTo>
                <a:cubicBezTo>
                  <a:pt x="77" y="1"/>
                  <a:pt x="77" y="1"/>
                  <a:pt x="78" y="0"/>
                </a:cubicBezTo>
                <a:cubicBezTo>
                  <a:pt x="79" y="0"/>
                  <a:pt x="80" y="0"/>
                  <a:pt x="81" y="0"/>
                </a:cubicBezTo>
                <a:cubicBezTo>
                  <a:pt x="82" y="0"/>
                  <a:pt x="83" y="0"/>
                  <a:pt x="84" y="1"/>
                </a:cubicBezTo>
                <a:cubicBezTo>
                  <a:pt x="84" y="1"/>
                  <a:pt x="85" y="1"/>
                  <a:pt x="85" y="1"/>
                </a:cubicBezTo>
                <a:cubicBezTo>
                  <a:pt x="86" y="1"/>
                  <a:pt x="86" y="1"/>
                  <a:pt x="86" y="1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3"/>
                  <a:pt x="87" y="4"/>
                  <a:pt x="87" y="5"/>
                </a:cubicBezTo>
                <a:cubicBezTo>
                  <a:pt x="87" y="7"/>
                  <a:pt x="87" y="8"/>
                  <a:pt x="86" y="9"/>
                </a:cubicBezTo>
                <a:cubicBezTo>
                  <a:pt x="86" y="10"/>
                  <a:pt x="86" y="11"/>
                  <a:pt x="86" y="12"/>
                </a:cubicBezTo>
                <a:cubicBezTo>
                  <a:pt x="85" y="13"/>
                  <a:pt x="85" y="14"/>
                  <a:pt x="84" y="14"/>
                </a:cubicBezTo>
                <a:cubicBezTo>
                  <a:pt x="69" y="29"/>
                  <a:pt x="69" y="29"/>
                  <a:pt x="69" y="29"/>
                </a:cubicBezTo>
                <a:cubicBezTo>
                  <a:pt x="77" y="71"/>
                  <a:pt x="77" y="71"/>
                  <a:pt x="77" y="71"/>
                </a:cubicBezTo>
                <a:cubicBezTo>
                  <a:pt x="68" y="79"/>
                  <a:pt x="68" y="79"/>
                  <a:pt x="68" y="79"/>
                </a:cubicBezTo>
                <a:cubicBezTo>
                  <a:pt x="52" y="46"/>
                  <a:pt x="52" y="46"/>
                  <a:pt x="52" y="46"/>
                </a:cubicBezTo>
                <a:cubicBezTo>
                  <a:pt x="37" y="61"/>
                  <a:pt x="37" y="61"/>
                  <a:pt x="37" y="61"/>
                </a:cubicBezTo>
                <a:cubicBezTo>
                  <a:pt x="36" y="62"/>
                  <a:pt x="35" y="63"/>
                  <a:pt x="34" y="64"/>
                </a:cubicBezTo>
                <a:cubicBezTo>
                  <a:pt x="33" y="65"/>
                  <a:pt x="32" y="66"/>
                  <a:pt x="31" y="67"/>
                </a:cubicBezTo>
                <a:cubicBezTo>
                  <a:pt x="30" y="83"/>
                  <a:pt x="30" y="83"/>
                  <a:pt x="30" y="83"/>
                </a:cubicBezTo>
                <a:cubicBezTo>
                  <a:pt x="23" y="87"/>
                  <a:pt x="23" y="87"/>
                  <a:pt x="23" y="87"/>
                </a:cubicBezTo>
                <a:lnTo>
                  <a:pt x="19" y="68"/>
                </a:lnTo>
                <a:close/>
                <a:moveTo>
                  <a:pt x="21" y="66"/>
                </a:moveTo>
                <a:cubicBezTo>
                  <a:pt x="25" y="82"/>
                  <a:pt x="25" y="82"/>
                  <a:pt x="25" y="82"/>
                </a:cubicBezTo>
                <a:cubicBezTo>
                  <a:pt x="27" y="81"/>
                  <a:pt x="27" y="81"/>
                  <a:pt x="27" y="81"/>
                </a:cubicBezTo>
                <a:cubicBezTo>
                  <a:pt x="28" y="65"/>
                  <a:pt x="28" y="65"/>
                  <a:pt x="28" y="65"/>
                </a:cubicBezTo>
                <a:cubicBezTo>
                  <a:pt x="29" y="65"/>
                  <a:pt x="29" y="65"/>
                  <a:pt x="29" y="65"/>
                </a:cubicBezTo>
                <a:cubicBezTo>
                  <a:pt x="32" y="62"/>
                  <a:pt x="34" y="60"/>
                  <a:pt x="35" y="59"/>
                </a:cubicBezTo>
                <a:cubicBezTo>
                  <a:pt x="53" y="41"/>
                  <a:pt x="53" y="41"/>
                  <a:pt x="53" y="41"/>
                </a:cubicBezTo>
                <a:cubicBezTo>
                  <a:pt x="69" y="74"/>
                  <a:pt x="69" y="74"/>
                  <a:pt x="69" y="74"/>
                </a:cubicBezTo>
                <a:cubicBezTo>
                  <a:pt x="73" y="70"/>
                  <a:pt x="73" y="70"/>
                  <a:pt x="73" y="70"/>
                </a:cubicBezTo>
                <a:cubicBezTo>
                  <a:pt x="66" y="28"/>
                  <a:pt x="66" y="28"/>
                  <a:pt x="66" y="28"/>
                </a:cubicBezTo>
                <a:cubicBezTo>
                  <a:pt x="82" y="12"/>
                  <a:pt x="82" y="12"/>
                  <a:pt x="82" y="12"/>
                </a:cubicBezTo>
                <a:cubicBezTo>
                  <a:pt x="83" y="11"/>
                  <a:pt x="83" y="10"/>
                  <a:pt x="83" y="9"/>
                </a:cubicBezTo>
                <a:cubicBezTo>
                  <a:pt x="84" y="7"/>
                  <a:pt x="84" y="5"/>
                  <a:pt x="83" y="4"/>
                </a:cubicBezTo>
                <a:cubicBezTo>
                  <a:pt x="83" y="4"/>
                  <a:pt x="82" y="4"/>
                  <a:pt x="82" y="4"/>
                </a:cubicBezTo>
                <a:cubicBezTo>
                  <a:pt x="82" y="4"/>
                  <a:pt x="81" y="4"/>
                  <a:pt x="81" y="4"/>
                </a:cubicBezTo>
                <a:cubicBezTo>
                  <a:pt x="80" y="4"/>
                  <a:pt x="79" y="4"/>
                  <a:pt x="78" y="4"/>
                </a:cubicBezTo>
                <a:cubicBezTo>
                  <a:pt x="77" y="4"/>
                  <a:pt x="76" y="4"/>
                  <a:pt x="75" y="5"/>
                </a:cubicBezTo>
                <a:cubicBezTo>
                  <a:pt x="59" y="21"/>
                  <a:pt x="59" y="21"/>
                  <a:pt x="59" y="21"/>
                </a:cubicBezTo>
                <a:cubicBezTo>
                  <a:pt x="17" y="14"/>
                  <a:pt x="17" y="14"/>
                  <a:pt x="17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46" y="34"/>
                  <a:pt x="46" y="34"/>
                  <a:pt x="46" y="34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4"/>
                  <a:pt x="26" y="55"/>
                  <a:pt x="24" y="56"/>
                </a:cubicBezTo>
                <a:cubicBezTo>
                  <a:pt x="23" y="57"/>
                  <a:pt x="23" y="58"/>
                  <a:pt x="23" y="58"/>
                </a:cubicBezTo>
                <a:cubicBezTo>
                  <a:pt x="23" y="59"/>
                  <a:pt x="23" y="59"/>
                  <a:pt x="23" y="59"/>
                </a:cubicBezTo>
                <a:cubicBezTo>
                  <a:pt x="5" y="60"/>
                  <a:pt x="5" y="60"/>
                  <a:pt x="5" y="60"/>
                </a:cubicBezTo>
                <a:cubicBezTo>
                  <a:pt x="4" y="62"/>
                  <a:pt x="4" y="62"/>
                  <a:pt x="4" y="62"/>
                </a:cubicBezTo>
                <a:lnTo>
                  <a:pt x="21" y="6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6999288" y="2124858"/>
            <a:ext cx="322263" cy="266700"/>
          </a:xfrm>
          <a:custGeom>
            <a:avLst/>
            <a:gdLst>
              <a:gd name="T0" fmla="*/ 177 w 203"/>
              <a:gd name="T1" fmla="*/ 31 h 168"/>
              <a:gd name="T2" fmla="*/ 203 w 203"/>
              <a:gd name="T3" fmla="*/ 31 h 168"/>
              <a:gd name="T4" fmla="*/ 203 w 203"/>
              <a:gd name="T5" fmla="*/ 168 h 168"/>
              <a:gd name="T6" fmla="*/ 26 w 203"/>
              <a:gd name="T7" fmla="*/ 168 h 168"/>
              <a:gd name="T8" fmla="*/ 26 w 203"/>
              <a:gd name="T9" fmla="*/ 137 h 168"/>
              <a:gd name="T10" fmla="*/ 0 w 203"/>
              <a:gd name="T11" fmla="*/ 137 h 168"/>
              <a:gd name="T12" fmla="*/ 0 w 203"/>
              <a:gd name="T13" fmla="*/ 0 h 168"/>
              <a:gd name="T14" fmla="*/ 177 w 203"/>
              <a:gd name="T15" fmla="*/ 0 h 168"/>
              <a:gd name="T16" fmla="*/ 177 w 203"/>
              <a:gd name="T17" fmla="*/ 31 h 168"/>
              <a:gd name="T18" fmla="*/ 7 w 203"/>
              <a:gd name="T19" fmla="*/ 130 h 168"/>
              <a:gd name="T20" fmla="*/ 26 w 203"/>
              <a:gd name="T21" fmla="*/ 130 h 168"/>
              <a:gd name="T22" fmla="*/ 26 w 203"/>
              <a:gd name="T23" fmla="*/ 31 h 168"/>
              <a:gd name="T24" fmla="*/ 170 w 203"/>
              <a:gd name="T25" fmla="*/ 31 h 168"/>
              <a:gd name="T26" fmla="*/ 170 w 203"/>
              <a:gd name="T27" fmla="*/ 10 h 168"/>
              <a:gd name="T28" fmla="*/ 7 w 203"/>
              <a:gd name="T29" fmla="*/ 10 h 168"/>
              <a:gd name="T30" fmla="*/ 7 w 203"/>
              <a:gd name="T31" fmla="*/ 130 h 168"/>
              <a:gd name="T32" fmla="*/ 196 w 203"/>
              <a:gd name="T33" fmla="*/ 161 h 168"/>
              <a:gd name="T34" fmla="*/ 196 w 203"/>
              <a:gd name="T35" fmla="*/ 40 h 168"/>
              <a:gd name="T36" fmla="*/ 33 w 203"/>
              <a:gd name="T37" fmla="*/ 40 h 168"/>
              <a:gd name="T38" fmla="*/ 33 w 203"/>
              <a:gd name="T39" fmla="*/ 161 h 168"/>
              <a:gd name="T40" fmla="*/ 196 w 203"/>
              <a:gd name="T41" fmla="*/ 161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3" h="168">
                <a:moveTo>
                  <a:pt x="177" y="31"/>
                </a:moveTo>
                <a:lnTo>
                  <a:pt x="203" y="31"/>
                </a:lnTo>
                <a:lnTo>
                  <a:pt x="203" y="168"/>
                </a:lnTo>
                <a:lnTo>
                  <a:pt x="26" y="168"/>
                </a:lnTo>
                <a:lnTo>
                  <a:pt x="26" y="137"/>
                </a:lnTo>
                <a:lnTo>
                  <a:pt x="0" y="137"/>
                </a:lnTo>
                <a:lnTo>
                  <a:pt x="0" y="0"/>
                </a:lnTo>
                <a:lnTo>
                  <a:pt x="177" y="0"/>
                </a:lnTo>
                <a:lnTo>
                  <a:pt x="177" y="31"/>
                </a:lnTo>
                <a:close/>
                <a:moveTo>
                  <a:pt x="7" y="130"/>
                </a:moveTo>
                <a:lnTo>
                  <a:pt x="26" y="130"/>
                </a:lnTo>
                <a:lnTo>
                  <a:pt x="26" y="31"/>
                </a:lnTo>
                <a:lnTo>
                  <a:pt x="170" y="31"/>
                </a:lnTo>
                <a:lnTo>
                  <a:pt x="170" y="10"/>
                </a:lnTo>
                <a:lnTo>
                  <a:pt x="7" y="10"/>
                </a:lnTo>
                <a:lnTo>
                  <a:pt x="7" y="130"/>
                </a:lnTo>
                <a:close/>
                <a:moveTo>
                  <a:pt x="196" y="161"/>
                </a:moveTo>
                <a:lnTo>
                  <a:pt x="196" y="40"/>
                </a:lnTo>
                <a:lnTo>
                  <a:pt x="33" y="40"/>
                </a:lnTo>
                <a:lnTo>
                  <a:pt x="33" y="161"/>
                </a:lnTo>
                <a:lnTo>
                  <a:pt x="196" y="16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7607300" y="2097871"/>
            <a:ext cx="192088" cy="323850"/>
          </a:xfrm>
          <a:custGeom>
            <a:avLst/>
            <a:gdLst>
              <a:gd name="T0" fmla="*/ 46 w 51"/>
              <a:gd name="T1" fmla="*/ 0 h 86"/>
              <a:gd name="T2" fmla="*/ 48 w 51"/>
              <a:gd name="T3" fmla="*/ 0 h 86"/>
              <a:gd name="T4" fmla="*/ 50 w 51"/>
              <a:gd name="T5" fmla="*/ 1 h 86"/>
              <a:gd name="T6" fmla="*/ 50 w 51"/>
              <a:gd name="T7" fmla="*/ 2 h 86"/>
              <a:gd name="T8" fmla="*/ 51 w 51"/>
              <a:gd name="T9" fmla="*/ 4 h 86"/>
              <a:gd name="T10" fmla="*/ 51 w 51"/>
              <a:gd name="T11" fmla="*/ 81 h 86"/>
              <a:gd name="T12" fmla="*/ 50 w 51"/>
              <a:gd name="T13" fmla="*/ 83 h 86"/>
              <a:gd name="T14" fmla="*/ 50 w 51"/>
              <a:gd name="T15" fmla="*/ 85 h 86"/>
              <a:gd name="T16" fmla="*/ 48 w 51"/>
              <a:gd name="T17" fmla="*/ 86 h 86"/>
              <a:gd name="T18" fmla="*/ 46 w 51"/>
              <a:gd name="T19" fmla="*/ 86 h 86"/>
              <a:gd name="T20" fmla="*/ 4 w 51"/>
              <a:gd name="T21" fmla="*/ 86 h 86"/>
              <a:gd name="T22" fmla="*/ 2 w 51"/>
              <a:gd name="T23" fmla="*/ 86 h 86"/>
              <a:gd name="T24" fmla="*/ 1 w 51"/>
              <a:gd name="T25" fmla="*/ 85 h 86"/>
              <a:gd name="T26" fmla="*/ 0 w 51"/>
              <a:gd name="T27" fmla="*/ 83 h 86"/>
              <a:gd name="T28" fmla="*/ 0 w 51"/>
              <a:gd name="T29" fmla="*/ 81 h 86"/>
              <a:gd name="T30" fmla="*/ 0 w 51"/>
              <a:gd name="T31" fmla="*/ 4 h 86"/>
              <a:gd name="T32" fmla="*/ 0 w 51"/>
              <a:gd name="T33" fmla="*/ 2 h 86"/>
              <a:gd name="T34" fmla="*/ 1 w 51"/>
              <a:gd name="T35" fmla="*/ 1 h 86"/>
              <a:gd name="T36" fmla="*/ 2 w 51"/>
              <a:gd name="T37" fmla="*/ 0 h 86"/>
              <a:gd name="T38" fmla="*/ 4 w 51"/>
              <a:gd name="T39" fmla="*/ 0 h 86"/>
              <a:gd name="T40" fmla="*/ 46 w 51"/>
              <a:gd name="T41" fmla="*/ 0 h 86"/>
              <a:gd name="T42" fmla="*/ 47 w 51"/>
              <a:gd name="T43" fmla="*/ 9 h 86"/>
              <a:gd name="T44" fmla="*/ 47 w 51"/>
              <a:gd name="T45" fmla="*/ 4 h 86"/>
              <a:gd name="T46" fmla="*/ 47 w 51"/>
              <a:gd name="T47" fmla="*/ 3 h 86"/>
              <a:gd name="T48" fmla="*/ 46 w 51"/>
              <a:gd name="T49" fmla="*/ 3 h 86"/>
              <a:gd name="T50" fmla="*/ 4 w 51"/>
              <a:gd name="T51" fmla="*/ 3 h 86"/>
              <a:gd name="T52" fmla="*/ 3 w 51"/>
              <a:gd name="T53" fmla="*/ 3 h 86"/>
              <a:gd name="T54" fmla="*/ 3 w 51"/>
              <a:gd name="T55" fmla="*/ 4 h 86"/>
              <a:gd name="T56" fmla="*/ 3 w 51"/>
              <a:gd name="T57" fmla="*/ 9 h 86"/>
              <a:gd name="T58" fmla="*/ 47 w 51"/>
              <a:gd name="T59" fmla="*/ 9 h 86"/>
              <a:gd name="T60" fmla="*/ 47 w 51"/>
              <a:gd name="T61" fmla="*/ 63 h 86"/>
              <a:gd name="T62" fmla="*/ 47 w 51"/>
              <a:gd name="T63" fmla="*/ 12 h 86"/>
              <a:gd name="T64" fmla="*/ 3 w 51"/>
              <a:gd name="T65" fmla="*/ 12 h 86"/>
              <a:gd name="T66" fmla="*/ 3 w 51"/>
              <a:gd name="T67" fmla="*/ 63 h 86"/>
              <a:gd name="T68" fmla="*/ 47 w 51"/>
              <a:gd name="T69" fmla="*/ 63 h 86"/>
              <a:gd name="T70" fmla="*/ 47 w 51"/>
              <a:gd name="T71" fmla="*/ 81 h 86"/>
              <a:gd name="T72" fmla="*/ 47 w 51"/>
              <a:gd name="T73" fmla="*/ 67 h 86"/>
              <a:gd name="T74" fmla="*/ 3 w 51"/>
              <a:gd name="T75" fmla="*/ 67 h 86"/>
              <a:gd name="T76" fmla="*/ 3 w 51"/>
              <a:gd name="T77" fmla="*/ 81 h 86"/>
              <a:gd name="T78" fmla="*/ 3 w 51"/>
              <a:gd name="T79" fmla="*/ 82 h 86"/>
              <a:gd name="T80" fmla="*/ 4 w 51"/>
              <a:gd name="T81" fmla="*/ 83 h 86"/>
              <a:gd name="T82" fmla="*/ 46 w 51"/>
              <a:gd name="T83" fmla="*/ 83 h 86"/>
              <a:gd name="T84" fmla="*/ 47 w 51"/>
              <a:gd name="T85" fmla="*/ 82 h 86"/>
              <a:gd name="T86" fmla="*/ 47 w 51"/>
              <a:gd name="T87" fmla="*/ 81 h 86"/>
              <a:gd name="T88" fmla="*/ 20 w 51"/>
              <a:gd name="T89" fmla="*/ 73 h 86"/>
              <a:gd name="T90" fmla="*/ 20 w 51"/>
              <a:gd name="T91" fmla="*/ 76 h 86"/>
              <a:gd name="T92" fmla="*/ 30 w 51"/>
              <a:gd name="T93" fmla="*/ 76 h 86"/>
              <a:gd name="T94" fmla="*/ 30 w 51"/>
              <a:gd name="T95" fmla="*/ 73 h 86"/>
              <a:gd name="T96" fmla="*/ 20 w 51"/>
              <a:gd name="T97" fmla="*/ 7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" h="86">
                <a:moveTo>
                  <a:pt x="46" y="0"/>
                </a:moveTo>
                <a:cubicBezTo>
                  <a:pt x="47" y="0"/>
                  <a:pt x="48" y="0"/>
                  <a:pt x="48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1"/>
                  <a:pt x="50" y="2"/>
                  <a:pt x="50" y="2"/>
                </a:cubicBezTo>
                <a:cubicBezTo>
                  <a:pt x="51" y="3"/>
                  <a:pt x="51" y="3"/>
                  <a:pt x="51" y="4"/>
                </a:cubicBezTo>
                <a:cubicBezTo>
                  <a:pt x="51" y="81"/>
                  <a:pt x="51" y="81"/>
                  <a:pt x="51" y="81"/>
                </a:cubicBezTo>
                <a:cubicBezTo>
                  <a:pt x="51" y="82"/>
                  <a:pt x="51" y="83"/>
                  <a:pt x="50" y="83"/>
                </a:cubicBezTo>
                <a:cubicBezTo>
                  <a:pt x="50" y="84"/>
                  <a:pt x="50" y="84"/>
                  <a:pt x="50" y="85"/>
                </a:cubicBezTo>
                <a:cubicBezTo>
                  <a:pt x="49" y="85"/>
                  <a:pt x="49" y="85"/>
                  <a:pt x="48" y="86"/>
                </a:cubicBezTo>
                <a:cubicBezTo>
                  <a:pt x="48" y="86"/>
                  <a:pt x="47" y="86"/>
                  <a:pt x="46" y="86"/>
                </a:cubicBezTo>
                <a:cubicBezTo>
                  <a:pt x="4" y="86"/>
                  <a:pt x="4" y="86"/>
                  <a:pt x="4" y="86"/>
                </a:cubicBezTo>
                <a:cubicBezTo>
                  <a:pt x="3" y="86"/>
                  <a:pt x="3" y="86"/>
                  <a:pt x="2" y="86"/>
                </a:cubicBezTo>
                <a:cubicBezTo>
                  <a:pt x="2" y="85"/>
                  <a:pt x="1" y="85"/>
                  <a:pt x="1" y="85"/>
                </a:cubicBezTo>
                <a:cubicBezTo>
                  <a:pt x="0" y="84"/>
                  <a:pt x="0" y="84"/>
                  <a:pt x="0" y="83"/>
                </a:cubicBezTo>
                <a:cubicBezTo>
                  <a:pt x="0" y="83"/>
                  <a:pt x="0" y="82"/>
                  <a:pt x="0" y="8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2"/>
                </a:cubicBezTo>
                <a:cubicBezTo>
                  <a:pt x="0" y="2"/>
                  <a:pt x="0" y="1"/>
                  <a:pt x="1" y="1"/>
                </a:cubicBezTo>
                <a:cubicBezTo>
                  <a:pt x="1" y="0"/>
                  <a:pt x="2" y="0"/>
                  <a:pt x="2" y="0"/>
                </a:cubicBezTo>
                <a:cubicBezTo>
                  <a:pt x="3" y="0"/>
                  <a:pt x="3" y="0"/>
                  <a:pt x="4" y="0"/>
                </a:cubicBezTo>
                <a:lnTo>
                  <a:pt x="46" y="0"/>
                </a:lnTo>
                <a:close/>
                <a:moveTo>
                  <a:pt x="47" y="9"/>
                </a:moveTo>
                <a:cubicBezTo>
                  <a:pt x="47" y="4"/>
                  <a:pt x="47" y="4"/>
                  <a:pt x="47" y="4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3"/>
                  <a:pt x="47" y="3"/>
                  <a:pt x="46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3" y="3"/>
                  <a:pt x="3" y="3"/>
                </a:cubicBezTo>
                <a:cubicBezTo>
                  <a:pt x="3" y="3"/>
                  <a:pt x="3" y="3"/>
                  <a:pt x="3" y="4"/>
                </a:cubicBezTo>
                <a:cubicBezTo>
                  <a:pt x="3" y="9"/>
                  <a:pt x="3" y="9"/>
                  <a:pt x="3" y="9"/>
                </a:cubicBezTo>
                <a:lnTo>
                  <a:pt x="47" y="9"/>
                </a:lnTo>
                <a:close/>
                <a:moveTo>
                  <a:pt x="47" y="63"/>
                </a:moveTo>
                <a:cubicBezTo>
                  <a:pt x="47" y="12"/>
                  <a:pt x="47" y="12"/>
                  <a:pt x="47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63"/>
                  <a:pt x="3" y="63"/>
                  <a:pt x="3" y="63"/>
                </a:cubicBezTo>
                <a:lnTo>
                  <a:pt x="47" y="63"/>
                </a:lnTo>
                <a:close/>
                <a:moveTo>
                  <a:pt x="47" y="81"/>
                </a:moveTo>
                <a:cubicBezTo>
                  <a:pt x="47" y="67"/>
                  <a:pt x="47" y="67"/>
                  <a:pt x="47" y="67"/>
                </a:cubicBezTo>
                <a:cubicBezTo>
                  <a:pt x="3" y="67"/>
                  <a:pt x="3" y="67"/>
                  <a:pt x="3" y="67"/>
                </a:cubicBezTo>
                <a:cubicBezTo>
                  <a:pt x="3" y="81"/>
                  <a:pt x="3" y="81"/>
                  <a:pt x="3" y="81"/>
                </a:cubicBezTo>
                <a:cubicBezTo>
                  <a:pt x="3" y="82"/>
                  <a:pt x="3" y="82"/>
                  <a:pt x="3" y="82"/>
                </a:cubicBezTo>
                <a:cubicBezTo>
                  <a:pt x="3" y="83"/>
                  <a:pt x="4" y="83"/>
                  <a:pt x="4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7" y="83"/>
                  <a:pt x="47" y="83"/>
                  <a:pt x="47" y="82"/>
                </a:cubicBezTo>
                <a:cubicBezTo>
                  <a:pt x="47" y="82"/>
                  <a:pt x="47" y="82"/>
                  <a:pt x="47" y="81"/>
                </a:cubicBezTo>
                <a:close/>
                <a:moveTo>
                  <a:pt x="20" y="73"/>
                </a:moveTo>
                <a:cubicBezTo>
                  <a:pt x="20" y="76"/>
                  <a:pt x="20" y="76"/>
                  <a:pt x="20" y="76"/>
                </a:cubicBezTo>
                <a:cubicBezTo>
                  <a:pt x="30" y="76"/>
                  <a:pt x="30" y="76"/>
                  <a:pt x="30" y="76"/>
                </a:cubicBezTo>
                <a:cubicBezTo>
                  <a:pt x="30" y="73"/>
                  <a:pt x="30" y="73"/>
                  <a:pt x="30" y="73"/>
                </a:cubicBezTo>
                <a:lnTo>
                  <a:pt x="20" y="7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8077200" y="2091521"/>
            <a:ext cx="330200" cy="338138"/>
          </a:xfrm>
          <a:custGeom>
            <a:avLst/>
            <a:gdLst>
              <a:gd name="T0" fmla="*/ 28 w 88"/>
              <a:gd name="T1" fmla="*/ 74 h 90"/>
              <a:gd name="T2" fmla="*/ 25 w 88"/>
              <a:gd name="T3" fmla="*/ 74 h 90"/>
              <a:gd name="T4" fmla="*/ 24 w 88"/>
              <a:gd name="T5" fmla="*/ 80 h 90"/>
              <a:gd name="T6" fmla="*/ 17 w 88"/>
              <a:gd name="T7" fmla="*/ 87 h 90"/>
              <a:gd name="T8" fmla="*/ 5 w 88"/>
              <a:gd name="T9" fmla="*/ 89 h 90"/>
              <a:gd name="T10" fmla="*/ 0 w 88"/>
              <a:gd name="T11" fmla="*/ 90 h 90"/>
              <a:gd name="T12" fmla="*/ 5 w 88"/>
              <a:gd name="T13" fmla="*/ 69 h 90"/>
              <a:gd name="T14" fmla="*/ 5 w 88"/>
              <a:gd name="T15" fmla="*/ 69 h 90"/>
              <a:gd name="T16" fmla="*/ 6 w 88"/>
              <a:gd name="T17" fmla="*/ 68 h 90"/>
              <a:gd name="T18" fmla="*/ 6 w 88"/>
              <a:gd name="T19" fmla="*/ 68 h 90"/>
              <a:gd name="T20" fmla="*/ 10 w 88"/>
              <a:gd name="T21" fmla="*/ 65 h 90"/>
              <a:gd name="T22" fmla="*/ 14 w 88"/>
              <a:gd name="T23" fmla="*/ 64 h 90"/>
              <a:gd name="T24" fmla="*/ 19 w 88"/>
              <a:gd name="T25" fmla="*/ 65 h 90"/>
              <a:gd name="T26" fmla="*/ 70 w 88"/>
              <a:gd name="T27" fmla="*/ 7 h 90"/>
              <a:gd name="T28" fmla="*/ 42 w 88"/>
              <a:gd name="T29" fmla="*/ 28 h 90"/>
              <a:gd name="T30" fmla="*/ 41 w 88"/>
              <a:gd name="T31" fmla="*/ 29 h 90"/>
              <a:gd name="T32" fmla="*/ 40 w 88"/>
              <a:gd name="T33" fmla="*/ 28 h 90"/>
              <a:gd name="T34" fmla="*/ 40 w 88"/>
              <a:gd name="T35" fmla="*/ 26 h 90"/>
              <a:gd name="T36" fmla="*/ 67 w 88"/>
              <a:gd name="T37" fmla="*/ 0 h 90"/>
              <a:gd name="T38" fmla="*/ 73 w 88"/>
              <a:gd name="T39" fmla="*/ 4 h 90"/>
              <a:gd name="T40" fmla="*/ 88 w 88"/>
              <a:gd name="T41" fmla="*/ 14 h 90"/>
              <a:gd name="T42" fmla="*/ 22 w 88"/>
              <a:gd name="T43" fmla="*/ 78 h 90"/>
              <a:gd name="T44" fmla="*/ 22 w 88"/>
              <a:gd name="T45" fmla="*/ 72 h 90"/>
              <a:gd name="T46" fmla="*/ 19 w 88"/>
              <a:gd name="T47" fmla="*/ 69 h 90"/>
              <a:gd name="T48" fmla="*/ 16 w 88"/>
              <a:gd name="T49" fmla="*/ 68 h 90"/>
              <a:gd name="T50" fmla="*/ 13 w 88"/>
              <a:gd name="T51" fmla="*/ 68 h 90"/>
              <a:gd name="T52" fmla="*/ 10 w 88"/>
              <a:gd name="T53" fmla="*/ 69 h 90"/>
              <a:gd name="T54" fmla="*/ 8 w 88"/>
              <a:gd name="T55" fmla="*/ 70 h 90"/>
              <a:gd name="T56" fmla="*/ 8 w 88"/>
              <a:gd name="T57" fmla="*/ 70 h 90"/>
              <a:gd name="T58" fmla="*/ 8 w 88"/>
              <a:gd name="T59" fmla="*/ 71 h 90"/>
              <a:gd name="T60" fmla="*/ 7 w 88"/>
              <a:gd name="T61" fmla="*/ 71 h 90"/>
              <a:gd name="T62" fmla="*/ 5 w 88"/>
              <a:gd name="T63" fmla="*/ 77 h 90"/>
              <a:gd name="T64" fmla="*/ 3 w 88"/>
              <a:gd name="T65" fmla="*/ 84 h 90"/>
              <a:gd name="T66" fmla="*/ 13 w 88"/>
              <a:gd name="T67" fmla="*/ 79 h 90"/>
              <a:gd name="T68" fmla="*/ 9 w 88"/>
              <a:gd name="T69" fmla="*/ 86 h 90"/>
              <a:gd name="T70" fmla="*/ 17 w 88"/>
              <a:gd name="T71" fmla="*/ 83 h 90"/>
              <a:gd name="T72" fmla="*/ 54 w 88"/>
              <a:gd name="T73" fmla="*/ 27 h 90"/>
              <a:gd name="T74" fmla="*/ 28 w 88"/>
              <a:gd name="T75" fmla="*/ 70 h 90"/>
              <a:gd name="T76" fmla="*/ 54 w 88"/>
              <a:gd name="T77" fmla="*/ 27 h 90"/>
              <a:gd name="T78" fmla="*/ 76 w 88"/>
              <a:gd name="T79" fmla="*/ 6 h 90"/>
              <a:gd name="T80" fmla="*/ 65 w 88"/>
              <a:gd name="T81" fmla="*/ 33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90">
                <a:moveTo>
                  <a:pt x="88" y="14"/>
                </a:moveTo>
                <a:cubicBezTo>
                  <a:pt x="28" y="74"/>
                  <a:pt x="28" y="74"/>
                  <a:pt x="28" y="74"/>
                </a:cubicBezTo>
                <a:cubicBezTo>
                  <a:pt x="24" y="71"/>
                  <a:pt x="24" y="71"/>
                  <a:pt x="24" y="71"/>
                </a:cubicBezTo>
                <a:cubicBezTo>
                  <a:pt x="25" y="72"/>
                  <a:pt x="25" y="73"/>
                  <a:pt x="25" y="74"/>
                </a:cubicBezTo>
                <a:cubicBezTo>
                  <a:pt x="25" y="75"/>
                  <a:pt x="25" y="76"/>
                  <a:pt x="25" y="77"/>
                </a:cubicBezTo>
                <a:cubicBezTo>
                  <a:pt x="25" y="78"/>
                  <a:pt x="25" y="79"/>
                  <a:pt x="24" y="80"/>
                </a:cubicBezTo>
                <a:cubicBezTo>
                  <a:pt x="24" y="81"/>
                  <a:pt x="23" y="82"/>
                  <a:pt x="22" y="83"/>
                </a:cubicBezTo>
                <a:cubicBezTo>
                  <a:pt x="21" y="85"/>
                  <a:pt x="19" y="86"/>
                  <a:pt x="17" y="87"/>
                </a:cubicBezTo>
                <a:cubicBezTo>
                  <a:pt x="15" y="88"/>
                  <a:pt x="13" y="88"/>
                  <a:pt x="11" y="89"/>
                </a:cubicBezTo>
                <a:cubicBezTo>
                  <a:pt x="9" y="89"/>
                  <a:pt x="7" y="89"/>
                  <a:pt x="5" y="89"/>
                </a:cubicBezTo>
                <a:cubicBezTo>
                  <a:pt x="3" y="90"/>
                  <a:pt x="2" y="90"/>
                  <a:pt x="1" y="90"/>
                </a:cubicBezTo>
                <a:cubicBezTo>
                  <a:pt x="1" y="90"/>
                  <a:pt x="0" y="90"/>
                  <a:pt x="0" y="90"/>
                </a:cubicBezTo>
                <a:cubicBezTo>
                  <a:pt x="1" y="80"/>
                  <a:pt x="2" y="73"/>
                  <a:pt x="5" y="69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69"/>
                  <a:pt x="5" y="69"/>
                  <a:pt x="5" y="68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68"/>
                  <a:pt x="6" y="68"/>
                  <a:pt x="6" y="68"/>
                </a:cubicBezTo>
                <a:cubicBezTo>
                  <a:pt x="7" y="67"/>
                  <a:pt x="7" y="66"/>
                  <a:pt x="8" y="66"/>
                </a:cubicBezTo>
                <a:cubicBezTo>
                  <a:pt x="9" y="66"/>
                  <a:pt x="9" y="65"/>
                  <a:pt x="10" y="65"/>
                </a:cubicBezTo>
                <a:cubicBezTo>
                  <a:pt x="11" y="65"/>
                  <a:pt x="11" y="64"/>
                  <a:pt x="12" y="64"/>
                </a:cubicBezTo>
                <a:cubicBezTo>
                  <a:pt x="13" y="64"/>
                  <a:pt x="13" y="64"/>
                  <a:pt x="14" y="64"/>
                </a:cubicBezTo>
                <a:cubicBezTo>
                  <a:pt x="15" y="64"/>
                  <a:pt x="16" y="64"/>
                  <a:pt x="17" y="64"/>
                </a:cubicBezTo>
                <a:cubicBezTo>
                  <a:pt x="17" y="65"/>
                  <a:pt x="18" y="65"/>
                  <a:pt x="19" y="65"/>
                </a:cubicBezTo>
                <a:cubicBezTo>
                  <a:pt x="15" y="62"/>
                  <a:pt x="15" y="62"/>
                  <a:pt x="15" y="62"/>
                </a:cubicBezTo>
                <a:cubicBezTo>
                  <a:pt x="70" y="7"/>
                  <a:pt x="70" y="7"/>
                  <a:pt x="70" y="7"/>
                </a:cubicBezTo>
                <a:cubicBezTo>
                  <a:pt x="67" y="3"/>
                  <a:pt x="67" y="3"/>
                  <a:pt x="67" y="3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9"/>
                  <a:pt x="42" y="29"/>
                </a:cubicBezTo>
                <a:cubicBezTo>
                  <a:pt x="42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0" y="29"/>
                  <a:pt x="40" y="28"/>
                  <a:pt x="40" y="28"/>
                </a:cubicBezTo>
                <a:cubicBezTo>
                  <a:pt x="40" y="28"/>
                  <a:pt x="40" y="28"/>
                  <a:pt x="40" y="27"/>
                </a:cubicBezTo>
                <a:cubicBezTo>
                  <a:pt x="40" y="27"/>
                  <a:pt x="40" y="26"/>
                  <a:pt x="40" y="26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7" y="0"/>
                  <a:pt x="67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73" y="4"/>
                  <a:pt x="73" y="4"/>
                  <a:pt x="73" y="4"/>
                </a:cubicBezTo>
                <a:cubicBezTo>
                  <a:pt x="76" y="1"/>
                  <a:pt x="76" y="1"/>
                  <a:pt x="76" y="1"/>
                </a:cubicBezTo>
                <a:lnTo>
                  <a:pt x="88" y="14"/>
                </a:lnTo>
                <a:close/>
                <a:moveTo>
                  <a:pt x="20" y="81"/>
                </a:moveTo>
                <a:cubicBezTo>
                  <a:pt x="21" y="80"/>
                  <a:pt x="21" y="79"/>
                  <a:pt x="22" y="78"/>
                </a:cubicBezTo>
                <a:cubicBezTo>
                  <a:pt x="22" y="77"/>
                  <a:pt x="22" y="76"/>
                  <a:pt x="22" y="75"/>
                </a:cubicBezTo>
                <a:cubicBezTo>
                  <a:pt x="22" y="74"/>
                  <a:pt x="22" y="73"/>
                  <a:pt x="22" y="72"/>
                </a:cubicBezTo>
                <a:cubicBezTo>
                  <a:pt x="21" y="71"/>
                  <a:pt x="21" y="71"/>
                  <a:pt x="20" y="70"/>
                </a:cubicBezTo>
                <a:cubicBezTo>
                  <a:pt x="19" y="69"/>
                  <a:pt x="19" y="69"/>
                  <a:pt x="19" y="69"/>
                </a:cubicBezTo>
                <a:cubicBezTo>
                  <a:pt x="18" y="68"/>
                  <a:pt x="18" y="68"/>
                  <a:pt x="17" y="68"/>
                </a:cubicBezTo>
                <a:cubicBezTo>
                  <a:pt x="17" y="68"/>
                  <a:pt x="16" y="68"/>
                  <a:pt x="16" y="68"/>
                </a:cubicBezTo>
                <a:cubicBezTo>
                  <a:pt x="15" y="67"/>
                  <a:pt x="15" y="67"/>
                  <a:pt x="14" y="67"/>
                </a:cubicBezTo>
                <a:cubicBezTo>
                  <a:pt x="14" y="67"/>
                  <a:pt x="13" y="67"/>
                  <a:pt x="13" y="68"/>
                </a:cubicBezTo>
                <a:cubicBezTo>
                  <a:pt x="12" y="68"/>
                  <a:pt x="11" y="68"/>
                  <a:pt x="11" y="68"/>
                </a:cubicBezTo>
                <a:cubicBezTo>
                  <a:pt x="11" y="68"/>
                  <a:pt x="10" y="68"/>
                  <a:pt x="10" y="69"/>
                </a:cubicBezTo>
                <a:cubicBezTo>
                  <a:pt x="9" y="69"/>
                  <a:pt x="9" y="69"/>
                  <a:pt x="9" y="70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0"/>
                  <a:pt x="8" y="70"/>
                  <a:pt x="8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2"/>
                  <a:pt x="6" y="73"/>
                  <a:pt x="6" y="74"/>
                </a:cubicBezTo>
                <a:cubicBezTo>
                  <a:pt x="6" y="75"/>
                  <a:pt x="5" y="76"/>
                  <a:pt x="5" y="77"/>
                </a:cubicBezTo>
                <a:cubicBezTo>
                  <a:pt x="5" y="78"/>
                  <a:pt x="4" y="79"/>
                  <a:pt x="4" y="80"/>
                </a:cubicBezTo>
                <a:cubicBezTo>
                  <a:pt x="4" y="82"/>
                  <a:pt x="4" y="83"/>
                  <a:pt x="3" y="84"/>
                </a:cubicBezTo>
                <a:cubicBezTo>
                  <a:pt x="11" y="77"/>
                  <a:pt x="11" y="77"/>
                  <a:pt x="11" y="77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86"/>
                  <a:pt x="6" y="86"/>
                  <a:pt x="6" y="86"/>
                </a:cubicBezTo>
                <a:cubicBezTo>
                  <a:pt x="7" y="86"/>
                  <a:pt x="8" y="86"/>
                  <a:pt x="9" y="86"/>
                </a:cubicBezTo>
                <a:cubicBezTo>
                  <a:pt x="10" y="86"/>
                  <a:pt x="12" y="85"/>
                  <a:pt x="13" y="85"/>
                </a:cubicBezTo>
                <a:cubicBezTo>
                  <a:pt x="14" y="84"/>
                  <a:pt x="15" y="84"/>
                  <a:pt x="17" y="83"/>
                </a:cubicBezTo>
                <a:cubicBezTo>
                  <a:pt x="18" y="83"/>
                  <a:pt x="19" y="82"/>
                  <a:pt x="20" y="81"/>
                </a:cubicBezTo>
                <a:close/>
                <a:moveTo>
                  <a:pt x="54" y="27"/>
                </a:moveTo>
                <a:cubicBezTo>
                  <a:pt x="20" y="62"/>
                  <a:pt x="20" y="62"/>
                  <a:pt x="20" y="62"/>
                </a:cubicBezTo>
                <a:cubicBezTo>
                  <a:pt x="28" y="70"/>
                  <a:pt x="28" y="70"/>
                  <a:pt x="28" y="70"/>
                </a:cubicBezTo>
                <a:cubicBezTo>
                  <a:pt x="63" y="35"/>
                  <a:pt x="63" y="35"/>
                  <a:pt x="63" y="35"/>
                </a:cubicBezTo>
                <a:lnTo>
                  <a:pt x="54" y="27"/>
                </a:lnTo>
                <a:close/>
                <a:moveTo>
                  <a:pt x="84" y="14"/>
                </a:moveTo>
                <a:cubicBezTo>
                  <a:pt x="76" y="6"/>
                  <a:pt x="76" y="6"/>
                  <a:pt x="76" y="6"/>
                </a:cubicBezTo>
                <a:cubicBezTo>
                  <a:pt x="57" y="25"/>
                  <a:pt x="57" y="25"/>
                  <a:pt x="57" y="25"/>
                </a:cubicBezTo>
                <a:cubicBezTo>
                  <a:pt x="65" y="33"/>
                  <a:pt x="65" y="33"/>
                  <a:pt x="65" y="33"/>
                </a:cubicBezTo>
                <a:lnTo>
                  <a:pt x="84" y="1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8632825" y="2110571"/>
            <a:ext cx="300038" cy="300038"/>
          </a:xfrm>
          <a:custGeom>
            <a:avLst/>
            <a:gdLst>
              <a:gd name="T0" fmla="*/ 68 w 189"/>
              <a:gd name="T1" fmla="*/ 120 h 189"/>
              <a:gd name="T2" fmla="*/ 0 w 189"/>
              <a:gd name="T3" fmla="*/ 90 h 189"/>
              <a:gd name="T4" fmla="*/ 189 w 189"/>
              <a:gd name="T5" fmla="*/ 0 h 189"/>
              <a:gd name="T6" fmla="*/ 104 w 189"/>
              <a:gd name="T7" fmla="*/ 189 h 189"/>
              <a:gd name="T8" fmla="*/ 68 w 189"/>
              <a:gd name="T9" fmla="*/ 120 h 189"/>
              <a:gd name="T10" fmla="*/ 70 w 189"/>
              <a:gd name="T11" fmla="*/ 113 h 189"/>
              <a:gd name="T12" fmla="*/ 163 w 189"/>
              <a:gd name="T13" fmla="*/ 21 h 189"/>
              <a:gd name="T14" fmla="*/ 18 w 189"/>
              <a:gd name="T15" fmla="*/ 90 h 189"/>
              <a:gd name="T16" fmla="*/ 70 w 189"/>
              <a:gd name="T17" fmla="*/ 113 h 189"/>
              <a:gd name="T18" fmla="*/ 104 w 189"/>
              <a:gd name="T19" fmla="*/ 170 h 189"/>
              <a:gd name="T20" fmla="*/ 170 w 189"/>
              <a:gd name="T21" fmla="*/ 23 h 189"/>
              <a:gd name="T22" fmla="*/ 75 w 189"/>
              <a:gd name="T23" fmla="*/ 118 h 189"/>
              <a:gd name="T24" fmla="*/ 104 w 189"/>
              <a:gd name="T25" fmla="*/ 17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9" h="189">
                <a:moveTo>
                  <a:pt x="68" y="120"/>
                </a:moveTo>
                <a:lnTo>
                  <a:pt x="0" y="90"/>
                </a:lnTo>
                <a:lnTo>
                  <a:pt x="189" y="0"/>
                </a:lnTo>
                <a:lnTo>
                  <a:pt x="104" y="189"/>
                </a:lnTo>
                <a:lnTo>
                  <a:pt x="68" y="120"/>
                </a:lnTo>
                <a:close/>
                <a:moveTo>
                  <a:pt x="70" y="113"/>
                </a:moveTo>
                <a:lnTo>
                  <a:pt x="163" y="21"/>
                </a:lnTo>
                <a:lnTo>
                  <a:pt x="18" y="90"/>
                </a:lnTo>
                <a:lnTo>
                  <a:pt x="70" y="113"/>
                </a:lnTo>
                <a:close/>
                <a:moveTo>
                  <a:pt x="104" y="170"/>
                </a:moveTo>
                <a:lnTo>
                  <a:pt x="170" y="23"/>
                </a:lnTo>
                <a:lnTo>
                  <a:pt x="75" y="118"/>
                </a:lnTo>
                <a:lnTo>
                  <a:pt x="104" y="17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9175750" y="2091521"/>
            <a:ext cx="293688" cy="334963"/>
          </a:xfrm>
          <a:custGeom>
            <a:avLst/>
            <a:gdLst>
              <a:gd name="T0" fmla="*/ 78 w 78"/>
              <a:gd name="T1" fmla="*/ 13 h 89"/>
              <a:gd name="T2" fmla="*/ 75 w 78"/>
              <a:gd name="T3" fmla="*/ 16 h 89"/>
              <a:gd name="T4" fmla="*/ 74 w 78"/>
              <a:gd name="T5" fmla="*/ 24 h 89"/>
              <a:gd name="T6" fmla="*/ 70 w 78"/>
              <a:gd name="T7" fmla="*/ 28 h 89"/>
              <a:gd name="T8" fmla="*/ 16 w 78"/>
              <a:gd name="T9" fmla="*/ 29 h 89"/>
              <a:gd name="T10" fmla="*/ 10 w 78"/>
              <a:gd name="T11" fmla="*/ 26 h 89"/>
              <a:gd name="T12" fmla="*/ 8 w 78"/>
              <a:gd name="T13" fmla="*/ 21 h 89"/>
              <a:gd name="T14" fmla="*/ 7 w 78"/>
              <a:gd name="T15" fmla="*/ 16 h 89"/>
              <a:gd name="T16" fmla="*/ 3 w 78"/>
              <a:gd name="T17" fmla="*/ 19 h 89"/>
              <a:gd name="T18" fmla="*/ 4 w 78"/>
              <a:gd name="T19" fmla="*/ 32 h 89"/>
              <a:gd name="T20" fmla="*/ 33 w 78"/>
              <a:gd name="T21" fmla="*/ 33 h 89"/>
              <a:gd name="T22" fmla="*/ 39 w 78"/>
              <a:gd name="T23" fmla="*/ 34 h 89"/>
              <a:gd name="T24" fmla="*/ 43 w 78"/>
              <a:gd name="T25" fmla="*/ 37 h 89"/>
              <a:gd name="T26" fmla="*/ 43 w 78"/>
              <a:gd name="T27" fmla="*/ 51 h 89"/>
              <a:gd name="T28" fmla="*/ 49 w 78"/>
              <a:gd name="T29" fmla="*/ 89 h 89"/>
              <a:gd name="T30" fmla="*/ 34 w 78"/>
              <a:gd name="T31" fmla="*/ 51 h 89"/>
              <a:gd name="T32" fmla="*/ 40 w 78"/>
              <a:gd name="T33" fmla="*/ 40 h 89"/>
              <a:gd name="T34" fmla="*/ 37 w 78"/>
              <a:gd name="T35" fmla="*/ 37 h 89"/>
              <a:gd name="T36" fmla="*/ 4 w 78"/>
              <a:gd name="T37" fmla="*/ 36 h 89"/>
              <a:gd name="T38" fmla="*/ 0 w 78"/>
              <a:gd name="T39" fmla="*/ 33 h 89"/>
              <a:gd name="T40" fmla="*/ 0 w 78"/>
              <a:gd name="T41" fmla="*/ 19 h 89"/>
              <a:gd name="T42" fmla="*/ 2 w 78"/>
              <a:gd name="T43" fmla="*/ 15 h 89"/>
              <a:gd name="T44" fmla="*/ 7 w 78"/>
              <a:gd name="T45" fmla="*/ 13 h 89"/>
              <a:gd name="T46" fmla="*/ 8 w 78"/>
              <a:gd name="T47" fmla="*/ 8 h 89"/>
              <a:gd name="T48" fmla="*/ 10 w 78"/>
              <a:gd name="T49" fmla="*/ 2 h 89"/>
              <a:gd name="T50" fmla="*/ 16 w 78"/>
              <a:gd name="T51" fmla="*/ 0 h 89"/>
              <a:gd name="T52" fmla="*/ 70 w 78"/>
              <a:gd name="T53" fmla="*/ 1 h 89"/>
              <a:gd name="T54" fmla="*/ 74 w 78"/>
              <a:gd name="T55" fmla="*/ 5 h 89"/>
              <a:gd name="T56" fmla="*/ 75 w 78"/>
              <a:gd name="T57" fmla="*/ 13 h 89"/>
              <a:gd name="T58" fmla="*/ 72 w 78"/>
              <a:gd name="T59" fmla="*/ 8 h 89"/>
              <a:gd name="T60" fmla="*/ 71 w 78"/>
              <a:gd name="T61" fmla="*/ 4 h 89"/>
              <a:gd name="T62" fmla="*/ 67 w 78"/>
              <a:gd name="T63" fmla="*/ 3 h 89"/>
              <a:gd name="T64" fmla="*/ 14 w 78"/>
              <a:gd name="T65" fmla="*/ 3 h 89"/>
              <a:gd name="T66" fmla="*/ 12 w 78"/>
              <a:gd name="T67" fmla="*/ 6 h 89"/>
              <a:gd name="T68" fmla="*/ 11 w 78"/>
              <a:gd name="T69" fmla="*/ 21 h 89"/>
              <a:gd name="T70" fmla="*/ 13 w 78"/>
              <a:gd name="T71" fmla="*/ 24 h 89"/>
              <a:gd name="T72" fmla="*/ 16 w 78"/>
              <a:gd name="T73" fmla="*/ 26 h 89"/>
              <a:gd name="T74" fmla="*/ 69 w 78"/>
              <a:gd name="T75" fmla="*/ 25 h 89"/>
              <a:gd name="T76" fmla="*/ 72 w 78"/>
              <a:gd name="T77" fmla="*/ 23 h 89"/>
              <a:gd name="T78" fmla="*/ 46 w 78"/>
              <a:gd name="T79" fmla="*/ 86 h 89"/>
              <a:gd name="T80" fmla="*/ 37 w 78"/>
              <a:gd name="T81" fmla="*/ 54 h 89"/>
              <a:gd name="T82" fmla="*/ 46 w 78"/>
              <a:gd name="T83" fmla="*/ 8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9">
                <a:moveTo>
                  <a:pt x="75" y="13"/>
                </a:moveTo>
                <a:cubicBezTo>
                  <a:pt x="78" y="13"/>
                  <a:pt x="78" y="13"/>
                  <a:pt x="78" y="13"/>
                </a:cubicBezTo>
                <a:cubicBezTo>
                  <a:pt x="78" y="16"/>
                  <a:pt x="78" y="16"/>
                  <a:pt x="78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2"/>
                  <a:pt x="75" y="23"/>
                  <a:pt x="74" y="24"/>
                </a:cubicBezTo>
                <a:cubicBezTo>
                  <a:pt x="74" y="25"/>
                  <a:pt x="74" y="26"/>
                  <a:pt x="73" y="26"/>
                </a:cubicBezTo>
                <a:cubicBezTo>
                  <a:pt x="72" y="27"/>
                  <a:pt x="71" y="28"/>
                  <a:pt x="70" y="28"/>
                </a:cubicBezTo>
                <a:cubicBezTo>
                  <a:pt x="69" y="29"/>
                  <a:pt x="68" y="29"/>
                  <a:pt x="67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5" y="29"/>
                  <a:pt x="14" y="29"/>
                  <a:pt x="13" y="28"/>
                </a:cubicBezTo>
                <a:cubicBezTo>
                  <a:pt x="12" y="28"/>
                  <a:pt x="11" y="27"/>
                  <a:pt x="10" y="26"/>
                </a:cubicBezTo>
                <a:cubicBezTo>
                  <a:pt x="10" y="26"/>
                  <a:pt x="9" y="25"/>
                  <a:pt x="9" y="24"/>
                </a:cubicBezTo>
                <a:cubicBezTo>
                  <a:pt x="8" y="23"/>
                  <a:pt x="8" y="22"/>
                  <a:pt x="8" y="21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6" y="16"/>
                  <a:pt x="5" y="16"/>
                  <a:pt x="4" y="17"/>
                </a:cubicBezTo>
                <a:cubicBezTo>
                  <a:pt x="3" y="18"/>
                  <a:pt x="3" y="18"/>
                  <a:pt x="3" y="1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1"/>
                  <a:pt x="3" y="32"/>
                  <a:pt x="4" y="32"/>
                </a:cubicBezTo>
                <a:cubicBezTo>
                  <a:pt x="5" y="33"/>
                  <a:pt x="6" y="33"/>
                  <a:pt x="7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8" y="33"/>
                  <a:pt x="38" y="34"/>
                  <a:pt x="39" y="34"/>
                </a:cubicBezTo>
                <a:cubicBezTo>
                  <a:pt x="40" y="34"/>
                  <a:pt x="41" y="35"/>
                  <a:pt x="41" y="35"/>
                </a:cubicBezTo>
                <a:cubicBezTo>
                  <a:pt x="42" y="36"/>
                  <a:pt x="42" y="37"/>
                  <a:pt x="43" y="37"/>
                </a:cubicBezTo>
                <a:cubicBezTo>
                  <a:pt x="43" y="38"/>
                  <a:pt x="43" y="39"/>
                  <a:pt x="43" y="40"/>
                </a:cubicBezTo>
                <a:cubicBezTo>
                  <a:pt x="43" y="51"/>
                  <a:pt x="43" y="51"/>
                  <a:pt x="43" y="51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89"/>
                  <a:pt x="49" y="89"/>
                  <a:pt x="49" y="89"/>
                </a:cubicBezTo>
                <a:cubicBezTo>
                  <a:pt x="34" y="89"/>
                  <a:pt x="34" y="89"/>
                  <a:pt x="34" y="89"/>
                </a:cubicBezTo>
                <a:cubicBezTo>
                  <a:pt x="34" y="51"/>
                  <a:pt x="34" y="51"/>
                  <a:pt x="34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39"/>
                  <a:pt x="40" y="38"/>
                  <a:pt x="39" y="38"/>
                </a:cubicBezTo>
                <a:cubicBezTo>
                  <a:pt x="38" y="37"/>
                  <a:pt x="38" y="37"/>
                  <a:pt x="3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6" y="37"/>
                  <a:pt x="5" y="37"/>
                  <a:pt x="4" y="36"/>
                </a:cubicBezTo>
                <a:cubicBezTo>
                  <a:pt x="3" y="36"/>
                  <a:pt x="2" y="35"/>
                  <a:pt x="2" y="35"/>
                </a:cubicBezTo>
                <a:cubicBezTo>
                  <a:pt x="1" y="34"/>
                  <a:pt x="1" y="34"/>
                  <a:pt x="0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0" y="17"/>
                  <a:pt x="0" y="17"/>
                </a:cubicBezTo>
                <a:cubicBezTo>
                  <a:pt x="1" y="16"/>
                  <a:pt x="1" y="15"/>
                  <a:pt x="2" y="15"/>
                </a:cubicBezTo>
                <a:cubicBezTo>
                  <a:pt x="2" y="14"/>
                  <a:pt x="3" y="14"/>
                  <a:pt x="4" y="13"/>
                </a:cubicBezTo>
                <a:cubicBezTo>
                  <a:pt x="5" y="13"/>
                  <a:pt x="6" y="13"/>
                  <a:pt x="7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8"/>
                  <a:pt x="8" y="8"/>
                  <a:pt x="8" y="8"/>
                </a:cubicBezTo>
                <a:cubicBezTo>
                  <a:pt x="8" y="7"/>
                  <a:pt x="8" y="6"/>
                  <a:pt x="9" y="5"/>
                </a:cubicBezTo>
                <a:cubicBezTo>
                  <a:pt x="9" y="4"/>
                  <a:pt x="10" y="3"/>
                  <a:pt x="10" y="2"/>
                </a:cubicBezTo>
                <a:cubicBezTo>
                  <a:pt x="11" y="1"/>
                  <a:pt x="12" y="1"/>
                  <a:pt x="13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0"/>
                  <a:pt x="70" y="1"/>
                </a:cubicBezTo>
                <a:cubicBezTo>
                  <a:pt x="71" y="1"/>
                  <a:pt x="72" y="1"/>
                  <a:pt x="73" y="2"/>
                </a:cubicBezTo>
                <a:cubicBezTo>
                  <a:pt x="74" y="3"/>
                  <a:pt x="74" y="4"/>
                  <a:pt x="74" y="5"/>
                </a:cubicBezTo>
                <a:cubicBezTo>
                  <a:pt x="75" y="6"/>
                  <a:pt x="75" y="7"/>
                  <a:pt x="75" y="8"/>
                </a:cubicBezTo>
                <a:lnTo>
                  <a:pt x="75" y="13"/>
                </a:lnTo>
                <a:close/>
                <a:moveTo>
                  <a:pt x="72" y="21"/>
                </a:moveTo>
                <a:cubicBezTo>
                  <a:pt x="72" y="8"/>
                  <a:pt x="72" y="8"/>
                  <a:pt x="72" y="8"/>
                </a:cubicBezTo>
                <a:cubicBezTo>
                  <a:pt x="72" y="7"/>
                  <a:pt x="72" y="7"/>
                  <a:pt x="72" y="6"/>
                </a:cubicBezTo>
                <a:cubicBezTo>
                  <a:pt x="71" y="5"/>
                  <a:pt x="71" y="5"/>
                  <a:pt x="71" y="4"/>
                </a:cubicBezTo>
                <a:cubicBezTo>
                  <a:pt x="70" y="4"/>
                  <a:pt x="70" y="4"/>
                  <a:pt x="69" y="3"/>
                </a:cubicBezTo>
                <a:cubicBezTo>
                  <a:pt x="68" y="3"/>
                  <a:pt x="68" y="3"/>
                  <a:pt x="6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4" y="3"/>
                  <a:pt x="14" y="3"/>
                </a:cubicBezTo>
                <a:cubicBezTo>
                  <a:pt x="13" y="4"/>
                  <a:pt x="13" y="4"/>
                  <a:pt x="13" y="4"/>
                </a:cubicBezTo>
                <a:cubicBezTo>
                  <a:pt x="12" y="5"/>
                  <a:pt x="12" y="5"/>
                  <a:pt x="12" y="6"/>
                </a:cubicBezTo>
                <a:cubicBezTo>
                  <a:pt x="11" y="7"/>
                  <a:pt x="11" y="7"/>
                  <a:pt x="11" y="8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2"/>
                  <a:pt x="12" y="23"/>
                </a:cubicBezTo>
                <a:cubicBezTo>
                  <a:pt x="12" y="23"/>
                  <a:pt x="12" y="24"/>
                  <a:pt x="13" y="24"/>
                </a:cubicBezTo>
                <a:cubicBezTo>
                  <a:pt x="13" y="25"/>
                  <a:pt x="13" y="25"/>
                  <a:pt x="14" y="25"/>
                </a:cubicBezTo>
                <a:cubicBezTo>
                  <a:pt x="14" y="25"/>
                  <a:pt x="15" y="26"/>
                  <a:pt x="16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8" y="26"/>
                  <a:pt x="68" y="25"/>
                  <a:pt x="69" y="25"/>
                </a:cubicBezTo>
                <a:cubicBezTo>
                  <a:pt x="70" y="25"/>
                  <a:pt x="70" y="25"/>
                  <a:pt x="71" y="24"/>
                </a:cubicBezTo>
                <a:cubicBezTo>
                  <a:pt x="71" y="24"/>
                  <a:pt x="71" y="23"/>
                  <a:pt x="72" y="23"/>
                </a:cubicBezTo>
                <a:cubicBezTo>
                  <a:pt x="72" y="22"/>
                  <a:pt x="72" y="21"/>
                  <a:pt x="72" y="21"/>
                </a:cubicBezTo>
                <a:close/>
                <a:moveTo>
                  <a:pt x="46" y="86"/>
                </a:moveTo>
                <a:cubicBezTo>
                  <a:pt x="46" y="54"/>
                  <a:pt x="46" y="54"/>
                  <a:pt x="46" y="54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86"/>
                  <a:pt x="37" y="86"/>
                  <a:pt x="37" y="86"/>
                </a:cubicBezTo>
                <a:lnTo>
                  <a:pt x="46" y="8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9720263" y="2113746"/>
            <a:ext cx="288925" cy="288925"/>
          </a:xfrm>
          <a:custGeom>
            <a:avLst/>
            <a:gdLst>
              <a:gd name="T0" fmla="*/ 38 w 77"/>
              <a:gd name="T1" fmla="*/ 0 h 77"/>
              <a:gd name="T2" fmla="*/ 77 w 77"/>
              <a:gd name="T3" fmla="*/ 0 h 77"/>
              <a:gd name="T4" fmla="*/ 77 w 77"/>
              <a:gd name="T5" fmla="*/ 77 h 77"/>
              <a:gd name="T6" fmla="*/ 13 w 77"/>
              <a:gd name="T7" fmla="*/ 77 h 77"/>
              <a:gd name="T8" fmla="*/ 6 w 77"/>
              <a:gd name="T9" fmla="*/ 76 h 77"/>
              <a:gd name="T10" fmla="*/ 2 w 77"/>
              <a:gd name="T11" fmla="*/ 73 h 77"/>
              <a:gd name="T12" fmla="*/ 0 w 77"/>
              <a:gd name="T13" fmla="*/ 69 h 77"/>
              <a:gd name="T14" fmla="*/ 0 w 77"/>
              <a:gd name="T15" fmla="*/ 66 h 77"/>
              <a:gd name="T16" fmla="*/ 0 w 77"/>
              <a:gd name="T17" fmla="*/ 13 h 77"/>
              <a:gd name="T18" fmla="*/ 1 w 77"/>
              <a:gd name="T19" fmla="*/ 8 h 77"/>
              <a:gd name="T20" fmla="*/ 3 w 77"/>
              <a:gd name="T21" fmla="*/ 4 h 77"/>
              <a:gd name="T22" fmla="*/ 7 w 77"/>
              <a:gd name="T23" fmla="*/ 1 h 77"/>
              <a:gd name="T24" fmla="*/ 13 w 77"/>
              <a:gd name="T25" fmla="*/ 0 h 77"/>
              <a:gd name="T26" fmla="*/ 38 w 77"/>
              <a:gd name="T27" fmla="*/ 0 h 77"/>
              <a:gd name="T28" fmla="*/ 13 w 77"/>
              <a:gd name="T29" fmla="*/ 3 h 77"/>
              <a:gd name="T30" fmla="*/ 9 w 77"/>
              <a:gd name="T31" fmla="*/ 4 h 77"/>
              <a:gd name="T32" fmla="*/ 6 w 77"/>
              <a:gd name="T33" fmla="*/ 6 h 77"/>
              <a:gd name="T34" fmla="*/ 4 w 77"/>
              <a:gd name="T35" fmla="*/ 9 h 77"/>
              <a:gd name="T36" fmla="*/ 3 w 77"/>
              <a:gd name="T37" fmla="*/ 13 h 77"/>
              <a:gd name="T38" fmla="*/ 3 w 77"/>
              <a:gd name="T39" fmla="*/ 60 h 77"/>
              <a:gd name="T40" fmla="*/ 5 w 77"/>
              <a:gd name="T41" fmla="*/ 58 h 77"/>
              <a:gd name="T42" fmla="*/ 7 w 77"/>
              <a:gd name="T43" fmla="*/ 57 h 77"/>
              <a:gd name="T44" fmla="*/ 10 w 77"/>
              <a:gd name="T45" fmla="*/ 56 h 77"/>
              <a:gd name="T46" fmla="*/ 13 w 77"/>
              <a:gd name="T47" fmla="*/ 56 h 77"/>
              <a:gd name="T48" fmla="*/ 73 w 77"/>
              <a:gd name="T49" fmla="*/ 56 h 77"/>
              <a:gd name="T50" fmla="*/ 73 w 77"/>
              <a:gd name="T51" fmla="*/ 3 h 77"/>
              <a:gd name="T52" fmla="*/ 38 w 77"/>
              <a:gd name="T53" fmla="*/ 3 h 77"/>
              <a:gd name="T54" fmla="*/ 38 w 77"/>
              <a:gd name="T55" fmla="*/ 41 h 77"/>
              <a:gd name="T56" fmla="*/ 27 w 77"/>
              <a:gd name="T57" fmla="*/ 31 h 77"/>
              <a:gd name="T58" fmla="*/ 15 w 77"/>
              <a:gd name="T59" fmla="*/ 41 h 77"/>
              <a:gd name="T60" fmla="*/ 15 w 77"/>
              <a:gd name="T61" fmla="*/ 3 h 77"/>
              <a:gd name="T62" fmla="*/ 13 w 77"/>
              <a:gd name="T63" fmla="*/ 3 h 77"/>
              <a:gd name="T64" fmla="*/ 13 w 77"/>
              <a:gd name="T65" fmla="*/ 74 h 77"/>
              <a:gd name="T66" fmla="*/ 73 w 77"/>
              <a:gd name="T67" fmla="*/ 74 h 77"/>
              <a:gd name="T68" fmla="*/ 73 w 77"/>
              <a:gd name="T69" fmla="*/ 59 h 77"/>
              <a:gd name="T70" fmla="*/ 13 w 77"/>
              <a:gd name="T71" fmla="*/ 59 h 77"/>
              <a:gd name="T72" fmla="*/ 9 w 77"/>
              <a:gd name="T73" fmla="*/ 60 h 77"/>
              <a:gd name="T74" fmla="*/ 6 w 77"/>
              <a:gd name="T75" fmla="*/ 62 h 77"/>
              <a:gd name="T76" fmla="*/ 4 w 77"/>
              <a:gd name="T77" fmla="*/ 64 h 77"/>
              <a:gd name="T78" fmla="*/ 3 w 77"/>
              <a:gd name="T79" fmla="*/ 67 h 77"/>
              <a:gd name="T80" fmla="*/ 4 w 77"/>
              <a:gd name="T81" fmla="*/ 70 h 77"/>
              <a:gd name="T82" fmla="*/ 5 w 77"/>
              <a:gd name="T83" fmla="*/ 72 h 77"/>
              <a:gd name="T84" fmla="*/ 8 w 77"/>
              <a:gd name="T85" fmla="*/ 73 h 77"/>
              <a:gd name="T86" fmla="*/ 13 w 77"/>
              <a:gd name="T87" fmla="*/ 74 h 77"/>
              <a:gd name="T88" fmla="*/ 35 w 77"/>
              <a:gd name="T89" fmla="*/ 3 h 77"/>
              <a:gd name="T90" fmla="*/ 18 w 77"/>
              <a:gd name="T91" fmla="*/ 3 h 77"/>
              <a:gd name="T92" fmla="*/ 18 w 77"/>
              <a:gd name="T93" fmla="*/ 34 h 77"/>
              <a:gd name="T94" fmla="*/ 27 w 77"/>
              <a:gd name="T95" fmla="*/ 27 h 77"/>
              <a:gd name="T96" fmla="*/ 35 w 77"/>
              <a:gd name="T97" fmla="*/ 34 h 77"/>
              <a:gd name="T98" fmla="*/ 35 w 77"/>
              <a:gd name="T99" fmla="*/ 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7" h="77">
                <a:moveTo>
                  <a:pt x="38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77"/>
                  <a:pt x="77" y="77"/>
                  <a:pt x="77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0" y="77"/>
                  <a:pt x="7" y="77"/>
                  <a:pt x="6" y="76"/>
                </a:cubicBezTo>
                <a:cubicBezTo>
                  <a:pt x="4" y="75"/>
                  <a:pt x="3" y="74"/>
                  <a:pt x="2" y="73"/>
                </a:cubicBezTo>
                <a:cubicBezTo>
                  <a:pt x="1" y="71"/>
                  <a:pt x="0" y="70"/>
                  <a:pt x="0" y="69"/>
                </a:cubicBezTo>
                <a:cubicBezTo>
                  <a:pt x="0" y="68"/>
                  <a:pt x="0" y="67"/>
                  <a:pt x="0" y="66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1"/>
                  <a:pt x="0" y="9"/>
                  <a:pt x="1" y="8"/>
                </a:cubicBezTo>
                <a:cubicBezTo>
                  <a:pt x="1" y="6"/>
                  <a:pt x="2" y="5"/>
                  <a:pt x="3" y="4"/>
                </a:cubicBezTo>
                <a:cubicBezTo>
                  <a:pt x="4" y="3"/>
                  <a:pt x="6" y="2"/>
                  <a:pt x="7" y="1"/>
                </a:cubicBezTo>
                <a:cubicBezTo>
                  <a:pt x="9" y="1"/>
                  <a:pt x="11" y="0"/>
                  <a:pt x="13" y="0"/>
                </a:cubicBezTo>
                <a:lnTo>
                  <a:pt x="38" y="0"/>
                </a:lnTo>
                <a:close/>
                <a:moveTo>
                  <a:pt x="13" y="3"/>
                </a:moveTo>
                <a:cubicBezTo>
                  <a:pt x="11" y="3"/>
                  <a:pt x="10" y="4"/>
                  <a:pt x="9" y="4"/>
                </a:cubicBezTo>
                <a:cubicBezTo>
                  <a:pt x="7" y="5"/>
                  <a:pt x="6" y="5"/>
                  <a:pt x="6" y="6"/>
                </a:cubicBezTo>
                <a:cubicBezTo>
                  <a:pt x="5" y="7"/>
                  <a:pt x="4" y="8"/>
                  <a:pt x="4" y="9"/>
                </a:cubicBezTo>
                <a:cubicBezTo>
                  <a:pt x="3" y="10"/>
                  <a:pt x="3" y="12"/>
                  <a:pt x="3" y="13"/>
                </a:cubicBezTo>
                <a:cubicBezTo>
                  <a:pt x="3" y="60"/>
                  <a:pt x="3" y="60"/>
                  <a:pt x="3" y="60"/>
                </a:cubicBezTo>
                <a:cubicBezTo>
                  <a:pt x="4" y="59"/>
                  <a:pt x="4" y="59"/>
                  <a:pt x="5" y="58"/>
                </a:cubicBezTo>
                <a:cubicBezTo>
                  <a:pt x="6" y="58"/>
                  <a:pt x="6" y="57"/>
                  <a:pt x="7" y="57"/>
                </a:cubicBezTo>
                <a:cubicBezTo>
                  <a:pt x="8" y="57"/>
                  <a:pt x="9" y="57"/>
                  <a:pt x="10" y="56"/>
                </a:cubicBezTo>
                <a:cubicBezTo>
                  <a:pt x="11" y="56"/>
                  <a:pt x="12" y="56"/>
                  <a:pt x="13" y="56"/>
                </a:cubicBezTo>
                <a:cubicBezTo>
                  <a:pt x="73" y="56"/>
                  <a:pt x="73" y="56"/>
                  <a:pt x="73" y="56"/>
                </a:cubicBezTo>
                <a:cubicBezTo>
                  <a:pt x="73" y="3"/>
                  <a:pt x="73" y="3"/>
                  <a:pt x="73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41"/>
                  <a:pt x="38" y="41"/>
                  <a:pt x="38" y="41"/>
                </a:cubicBezTo>
                <a:cubicBezTo>
                  <a:pt x="27" y="31"/>
                  <a:pt x="27" y="31"/>
                  <a:pt x="27" y="3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3"/>
                  <a:pt x="15" y="3"/>
                  <a:pt x="15" y="3"/>
                </a:cubicBezTo>
                <a:lnTo>
                  <a:pt x="13" y="3"/>
                </a:lnTo>
                <a:close/>
                <a:moveTo>
                  <a:pt x="13" y="74"/>
                </a:moveTo>
                <a:cubicBezTo>
                  <a:pt x="73" y="74"/>
                  <a:pt x="73" y="74"/>
                  <a:pt x="73" y="74"/>
                </a:cubicBezTo>
                <a:cubicBezTo>
                  <a:pt x="73" y="59"/>
                  <a:pt x="73" y="59"/>
                  <a:pt x="73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1" y="59"/>
                  <a:pt x="10" y="60"/>
                  <a:pt x="9" y="60"/>
                </a:cubicBezTo>
                <a:cubicBezTo>
                  <a:pt x="7" y="60"/>
                  <a:pt x="6" y="61"/>
                  <a:pt x="6" y="62"/>
                </a:cubicBezTo>
                <a:cubicBezTo>
                  <a:pt x="5" y="62"/>
                  <a:pt x="4" y="63"/>
                  <a:pt x="4" y="64"/>
                </a:cubicBezTo>
                <a:cubicBezTo>
                  <a:pt x="3" y="65"/>
                  <a:pt x="3" y="66"/>
                  <a:pt x="3" y="67"/>
                </a:cubicBezTo>
                <a:cubicBezTo>
                  <a:pt x="3" y="68"/>
                  <a:pt x="3" y="69"/>
                  <a:pt x="4" y="70"/>
                </a:cubicBezTo>
                <a:cubicBezTo>
                  <a:pt x="4" y="71"/>
                  <a:pt x="5" y="71"/>
                  <a:pt x="5" y="72"/>
                </a:cubicBezTo>
                <a:cubicBezTo>
                  <a:pt x="6" y="72"/>
                  <a:pt x="7" y="73"/>
                  <a:pt x="8" y="73"/>
                </a:cubicBezTo>
                <a:cubicBezTo>
                  <a:pt x="9" y="74"/>
                  <a:pt x="11" y="74"/>
                  <a:pt x="13" y="74"/>
                </a:cubicBezTo>
                <a:close/>
                <a:moveTo>
                  <a:pt x="35" y="3"/>
                </a:moveTo>
                <a:cubicBezTo>
                  <a:pt x="18" y="3"/>
                  <a:pt x="18" y="3"/>
                  <a:pt x="18" y="3"/>
                </a:cubicBezTo>
                <a:cubicBezTo>
                  <a:pt x="18" y="34"/>
                  <a:pt x="18" y="34"/>
                  <a:pt x="18" y="34"/>
                </a:cubicBezTo>
                <a:cubicBezTo>
                  <a:pt x="27" y="27"/>
                  <a:pt x="27" y="27"/>
                  <a:pt x="27" y="27"/>
                </a:cubicBezTo>
                <a:cubicBezTo>
                  <a:pt x="35" y="34"/>
                  <a:pt x="35" y="34"/>
                  <a:pt x="35" y="34"/>
                </a:cubicBezTo>
                <a:lnTo>
                  <a:pt x="35" y="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10264775" y="2121683"/>
            <a:ext cx="277813" cy="274638"/>
          </a:xfrm>
          <a:custGeom>
            <a:avLst/>
            <a:gdLst>
              <a:gd name="T0" fmla="*/ 72 w 74"/>
              <a:gd name="T1" fmla="*/ 1 h 73"/>
              <a:gd name="T2" fmla="*/ 74 w 74"/>
              <a:gd name="T3" fmla="*/ 3 h 73"/>
              <a:gd name="T4" fmla="*/ 74 w 74"/>
              <a:gd name="T5" fmla="*/ 5 h 73"/>
              <a:gd name="T6" fmla="*/ 74 w 74"/>
              <a:gd name="T7" fmla="*/ 6 h 73"/>
              <a:gd name="T8" fmla="*/ 72 w 74"/>
              <a:gd name="T9" fmla="*/ 8 h 73"/>
              <a:gd name="T10" fmla="*/ 58 w 74"/>
              <a:gd name="T11" fmla="*/ 22 h 73"/>
              <a:gd name="T12" fmla="*/ 61 w 74"/>
              <a:gd name="T13" fmla="*/ 22 h 73"/>
              <a:gd name="T14" fmla="*/ 61 w 74"/>
              <a:gd name="T15" fmla="*/ 73 h 73"/>
              <a:gd name="T16" fmla="*/ 0 w 74"/>
              <a:gd name="T17" fmla="*/ 73 h 73"/>
              <a:gd name="T18" fmla="*/ 0 w 74"/>
              <a:gd name="T19" fmla="*/ 13 h 73"/>
              <a:gd name="T20" fmla="*/ 52 w 74"/>
              <a:gd name="T21" fmla="*/ 13 h 73"/>
              <a:gd name="T22" fmla="*/ 52 w 74"/>
              <a:gd name="T23" fmla="*/ 15 h 73"/>
              <a:gd name="T24" fmla="*/ 66 w 74"/>
              <a:gd name="T25" fmla="*/ 1 h 73"/>
              <a:gd name="T26" fmla="*/ 67 w 74"/>
              <a:gd name="T27" fmla="*/ 0 h 73"/>
              <a:gd name="T28" fmla="*/ 69 w 74"/>
              <a:gd name="T29" fmla="*/ 0 h 73"/>
              <a:gd name="T30" fmla="*/ 71 w 74"/>
              <a:gd name="T31" fmla="*/ 0 h 73"/>
              <a:gd name="T32" fmla="*/ 72 w 74"/>
              <a:gd name="T33" fmla="*/ 1 h 73"/>
              <a:gd name="T34" fmla="*/ 58 w 74"/>
              <a:gd name="T35" fmla="*/ 70 h 73"/>
              <a:gd name="T36" fmla="*/ 58 w 74"/>
              <a:gd name="T37" fmla="*/ 23 h 73"/>
              <a:gd name="T38" fmla="*/ 33 w 74"/>
              <a:gd name="T39" fmla="*/ 48 h 73"/>
              <a:gd name="T40" fmla="*/ 26 w 74"/>
              <a:gd name="T41" fmla="*/ 48 h 73"/>
              <a:gd name="T42" fmla="*/ 26 w 74"/>
              <a:gd name="T43" fmla="*/ 41 h 73"/>
              <a:gd name="T44" fmla="*/ 51 w 74"/>
              <a:gd name="T45" fmla="*/ 16 h 73"/>
              <a:gd name="T46" fmla="*/ 4 w 74"/>
              <a:gd name="T47" fmla="*/ 16 h 73"/>
              <a:gd name="T48" fmla="*/ 4 w 74"/>
              <a:gd name="T49" fmla="*/ 70 h 73"/>
              <a:gd name="T50" fmla="*/ 58 w 74"/>
              <a:gd name="T51" fmla="*/ 70 h 73"/>
              <a:gd name="T52" fmla="*/ 70 w 74"/>
              <a:gd name="T53" fmla="*/ 6 h 73"/>
              <a:gd name="T54" fmla="*/ 71 w 74"/>
              <a:gd name="T55" fmla="*/ 5 h 73"/>
              <a:gd name="T56" fmla="*/ 71 w 74"/>
              <a:gd name="T57" fmla="*/ 5 h 73"/>
              <a:gd name="T58" fmla="*/ 71 w 74"/>
              <a:gd name="T59" fmla="*/ 4 h 73"/>
              <a:gd name="T60" fmla="*/ 70 w 74"/>
              <a:gd name="T61" fmla="*/ 3 h 73"/>
              <a:gd name="T62" fmla="*/ 70 w 74"/>
              <a:gd name="T63" fmla="*/ 3 h 73"/>
              <a:gd name="T64" fmla="*/ 69 w 74"/>
              <a:gd name="T65" fmla="*/ 3 h 73"/>
              <a:gd name="T66" fmla="*/ 69 w 74"/>
              <a:gd name="T67" fmla="*/ 3 h 73"/>
              <a:gd name="T68" fmla="*/ 68 w 74"/>
              <a:gd name="T69" fmla="*/ 3 h 73"/>
              <a:gd name="T70" fmla="*/ 29 w 74"/>
              <a:gd name="T71" fmla="*/ 42 h 73"/>
              <a:gd name="T72" fmla="*/ 29 w 74"/>
              <a:gd name="T73" fmla="*/ 45 h 73"/>
              <a:gd name="T74" fmla="*/ 31 w 74"/>
              <a:gd name="T75" fmla="*/ 45 h 73"/>
              <a:gd name="T76" fmla="*/ 70 w 74"/>
              <a:gd name="T77" fmla="*/ 6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4" h="73">
                <a:moveTo>
                  <a:pt x="72" y="1"/>
                </a:moveTo>
                <a:cubicBezTo>
                  <a:pt x="73" y="2"/>
                  <a:pt x="73" y="2"/>
                  <a:pt x="74" y="3"/>
                </a:cubicBezTo>
                <a:cubicBezTo>
                  <a:pt x="74" y="3"/>
                  <a:pt x="74" y="4"/>
                  <a:pt x="74" y="5"/>
                </a:cubicBezTo>
                <a:cubicBezTo>
                  <a:pt x="74" y="5"/>
                  <a:pt x="74" y="6"/>
                  <a:pt x="74" y="6"/>
                </a:cubicBezTo>
                <a:cubicBezTo>
                  <a:pt x="73" y="7"/>
                  <a:pt x="73" y="8"/>
                  <a:pt x="72" y="8"/>
                </a:cubicBezTo>
                <a:cubicBezTo>
                  <a:pt x="58" y="22"/>
                  <a:pt x="58" y="22"/>
                  <a:pt x="58" y="22"/>
                </a:cubicBezTo>
                <a:cubicBezTo>
                  <a:pt x="61" y="22"/>
                  <a:pt x="61" y="22"/>
                  <a:pt x="61" y="22"/>
                </a:cubicBezTo>
                <a:cubicBezTo>
                  <a:pt x="61" y="73"/>
                  <a:pt x="61" y="73"/>
                  <a:pt x="61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13"/>
                  <a:pt x="0" y="13"/>
                  <a:pt x="0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2" y="15"/>
                  <a:pt x="52" y="15"/>
                  <a:pt x="52" y="15"/>
                </a:cubicBezTo>
                <a:cubicBezTo>
                  <a:pt x="66" y="1"/>
                  <a:pt x="66" y="1"/>
                  <a:pt x="66" y="1"/>
                </a:cubicBezTo>
                <a:cubicBezTo>
                  <a:pt x="66" y="1"/>
                  <a:pt x="67" y="0"/>
                  <a:pt x="67" y="0"/>
                </a:cubicBezTo>
                <a:cubicBezTo>
                  <a:pt x="68" y="0"/>
                  <a:pt x="68" y="0"/>
                  <a:pt x="69" y="0"/>
                </a:cubicBezTo>
                <a:cubicBezTo>
                  <a:pt x="70" y="0"/>
                  <a:pt x="70" y="0"/>
                  <a:pt x="71" y="0"/>
                </a:cubicBezTo>
                <a:cubicBezTo>
                  <a:pt x="72" y="0"/>
                  <a:pt x="72" y="1"/>
                  <a:pt x="72" y="1"/>
                </a:cubicBezTo>
                <a:close/>
                <a:moveTo>
                  <a:pt x="58" y="70"/>
                </a:moveTo>
                <a:cubicBezTo>
                  <a:pt x="58" y="23"/>
                  <a:pt x="58" y="23"/>
                  <a:pt x="58" y="23"/>
                </a:cubicBezTo>
                <a:cubicBezTo>
                  <a:pt x="33" y="48"/>
                  <a:pt x="33" y="48"/>
                  <a:pt x="33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1"/>
                  <a:pt x="26" y="41"/>
                  <a:pt x="26" y="41"/>
                </a:cubicBezTo>
                <a:cubicBezTo>
                  <a:pt x="51" y="16"/>
                  <a:pt x="51" y="16"/>
                  <a:pt x="51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70"/>
                  <a:pt x="4" y="70"/>
                  <a:pt x="4" y="70"/>
                </a:cubicBezTo>
                <a:lnTo>
                  <a:pt x="58" y="70"/>
                </a:lnTo>
                <a:close/>
                <a:moveTo>
                  <a:pt x="70" y="6"/>
                </a:moveTo>
                <a:cubicBezTo>
                  <a:pt x="70" y="6"/>
                  <a:pt x="71" y="5"/>
                  <a:pt x="71" y="5"/>
                </a:cubicBezTo>
                <a:cubicBezTo>
                  <a:pt x="71" y="5"/>
                  <a:pt x="71" y="5"/>
                  <a:pt x="71" y="5"/>
                </a:cubicBezTo>
                <a:cubicBezTo>
                  <a:pt x="71" y="4"/>
                  <a:pt x="71" y="4"/>
                  <a:pt x="71" y="4"/>
                </a:cubicBezTo>
                <a:cubicBezTo>
                  <a:pt x="71" y="4"/>
                  <a:pt x="70" y="4"/>
                  <a:pt x="70" y="3"/>
                </a:cubicBezTo>
                <a:cubicBezTo>
                  <a:pt x="70" y="3"/>
                  <a:pt x="70" y="3"/>
                  <a:pt x="70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3"/>
                  <a:pt x="68" y="3"/>
                  <a:pt x="68" y="3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5"/>
                  <a:pt x="29" y="45"/>
                  <a:pt x="29" y="45"/>
                </a:cubicBezTo>
                <a:cubicBezTo>
                  <a:pt x="31" y="45"/>
                  <a:pt x="31" y="45"/>
                  <a:pt x="31" y="45"/>
                </a:cubicBezTo>
                <a:lnTo>
                  <a:pt x="70" y="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0793413" y="2110571"/>
            <a:ext cx="301625" cy="300038"/>
          </a:xfrm>
          <a:custGeom>
            <a:avLst/>
            <a:gdLst>
              <a:gd name="T0" fmla="*/ 80 w 80"/>
              <a:gd name="T1" fmla="*/ 0 h 80"/>
              <a:gd name="T2" fmla="*/ 79 w 80"/>
              <a:gd name="T3" fmla="*/ 74 h 80"/>
              <a:gd name="T4" fmla="*/ 74 w 80"/>
              <a:gd name="T5" fmla="*/ 79 h 80"/>
              <a:gd name="T6" fmla="*/ 57 w 80"/>
              <a:gd name="T7" fmla="*/ 80 h 80"/>
              <a:gd name="T8" fmla="*/ 20 w 80"/>
              <a:gd name="T9" fmla="*/ 80 h 80"/>
              <a:gd name="T10" fmla="*/ 7 w 80"/>
              <a:gd name="T11" fmla="*/ 79 h 80"/>
              <a:gd name="T12" fmla="*/ 1 w 80"/>
              <a:gd name="T13" fmla="*/ 75 h 80"/>
              <a:gd name="T14" fmla="*/ 0 w 80"/>
              <a:gd name="T15" fmla="*/ 45 h 80"/>
              <a:gd name="T16" fmla="*/ 19 w 80"/>
              <a:gd name="T17" fmla="*/ 0 h 80"/>
              <a:gd name="T18" fmla="*/ 12 w 80"/>
              <a:gd name="T19" fmla="*/ 76 h 80"/>
              <a:gd name="T20" fmla="*/ 17 w 80"/>
              <a:gd name="T21" fmla="*/ 74 h 80"/>
              <a:gd name="T22" fmla="*/ 19 w 80"/>
              <a:gd name="T23" fmla="*/ 69 h 80"/>
              <a:gd name="T24" fmla="*/ 3 w 80"/>
              <a:gd name="T25" fmla="*/ 48 h 80"/>
              <a:gd name="T26" fmla="*/ 6 w 80"/>
              <a:gd name="T27" fmla="*/ 75 h 80"/>
              <a:gd name="T28" fmla="*/ 77 w 80"/>
              <a:gd name="T29" fmla="*/ 70 h 80"/>
              <a:gd name="T30" fmla="*/ 23 w 80"/>
              <a:gd name="T31" fmla="*/ 3 h 80"/>
              <a:gd name="T32" fmla="*/ 22 w 80"/>
              <a:gd name="T33" fmla="*/ 71 h 80"/>
              <a:gd name="T34" fmla="*/ 21 w 80"/>
              <a:gd name="T35" fmla="*/ 75 h 80"/>
              <a:gd name="T36" fmla="*/ 71 w 80"/>
              <a:gd name="T37" fmla="*/ 76 h 80"/>
              <a:gd name="T38" fmla="*/ 75 w 80"/>
              <a:gd name="T39" fmla="*/ 74 h 80"/>
              <a:gd name="T40" fmla="*/ 77 w 80"/>
              <a:gd name="T41" fmla="*/ 70 h 80"/>
              <a:gd name="T42" fmla="*/ 29 w 80"/>
              <a:gd name="T43" fmla="*/ 12 h 80"/>
              <a:gd name="T44" fmla="*/ 71 w 80"/>
              <a:gd name="T45" fmla="*/ 9 h 80"/>
              <a:gd name="T46" fmla="*/ 71 w 80"/>
              <a:gd name="T47" fmla="*/ 21 h 80"/>
              <a:gd name="T48" fmla="*/ 29 w 80"/>
              <a:gd name="T49" fmla="*/ 45 h 80"/>
              <a:gd name="T50" fmla="*/ 71 w 80"/>
              <a:gd name="T51" fmla="*/ 21 h 80"/>
              <a:gd name="T52" fmla="*/ 29 w 80"/>
              <a:gd name="T53" fmla="*/ 56 h 80"/>
              <a:gd name="T54" fmla="*/ 71 w 80"/>
              <a:gd name="T55" fmla="*/ 52 h 80"/>
              <a:gd name="T56" fmla="*/ 29 w 80"/>
              <a:gd name="T57" fmla="*/ 64 h 80"/>
              <a:gd name="T58" fmla="*/ 71 w 80"/>
              <a:gd name="T59" fmla="*/ 67 h 80"/>
              <a:gd name="T60" fmla="*/ 29 w 80"/>
              <a:gd name="T61" fmla="*/ 64 h 80"/>
              <a:gd name="T62" fmla="*/ 67 w 80"/>
              <a:gd name="T63" fmla="*/ 24 h 80"/>
              <a:gd name="T64" fmla="*/ 32 w 80"/>
              <a:gd name="T65" fmla="*/ 4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" h="80">
                <a:moveTo>
                  <a:pt x="19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45"/>
                  <a:pt x="80" y="68"/>
                  <a:pt x="80" y="70"/>
                </a:cubicBezTo>
                <a:cubicBezTo>
                  <a:pt x="80" y="71"/>
                  <a:pt x="80" y="72"/>
                  <a:pt x="79" y="74"/>
                </a:cubicBezTo>
                <a:cubicBezTo>
                  <a:pt x="79" y="75"/>
                  <a:pt x="78" y="76"/>
                  <a:pt x="77" y="77"/>
                </a:cubicBezTo>
                <a:cubicBezTo>
                  <a:pt x="76" y="78"/>
                  <a:pt x="75" y="78"/>
                  <a:pt x="74" y="79"/>
                </a:cubicBezTo>
                <a:cubicBezTo>
                  <a:pt x="73" y="79"/>
                  <a:pt x="72" y="80"/>
                  <a:pt x="71" y="80"/>
                </a:cubicBezTo>
                <a:cubicBezTo>
                  <a:pt x="68" y="80"/>
                  <a:pt x="63" y="80"/>
                  <a:pt x="57" y="80"/>
                </a:cubicBezTo>
                <a:cubicBezTo>
                  <a:pt x="51" y="80"/>
                  <a:pt x="45" y="80"/>
                  <a:pt x="38" y="80"/>
                </a:cubicBezTo>
                <a:cubicBezTo>
                  <a:pt x="31" y="80"/>
                  <a:pt x="25" y="80"/>
                  <a:pt x="20" y="80"/>
                </a:cubicBezTo>
                <a:cubicBezTo>
                  <a:pt x="15" y="80"/>
                  <a:pt x="12" y="80"/>
                  <a:pt x="11" y="80"/>
                </a:cubicBezTo>
                <a:cubicBezTo>
                  <a:pt x="9" y="80"/>
                  <a:pt x="8" y="79"/>
                  <a:pt x="7" y="79"/>
                </a:cubicBezTo>
                <a:cubicBezTo>
                  <a:pt x="6" y="79"/>
                  <a:pt x="5" y="78"/>
                  <a:pt x="4" y="78"/>
                </a:cubicBezTo>
                <a:cubicBezTo>
                  <a:pt x="3" y="77"/>
                  <a:pt x="2" y="76"/>
                  <a:pt x="1" y="75"/>
                </a:cubicBezTo>
                <a:cubicBezTo>
                  <a:pt x="1" y="74"/>
                  <a:pt x="0" y="72"/>
                  <a:pt x="0" y="71"/>
                </a:cubicBezTo>
                <a:cubicBezTo>
                  <a:pt x="0" y="67"/>
                  <a:pt x="0" y="59"/>
                  <a:pt x="0" y="45"/>
                </a:cubicBezTo>
                <a:cubicBezTo>
                  <a:pt x="19" y="45"/>
                  <a:pt x="19" y="45"/>
                  <a:pt x="19" y="45"/>
                </a:cubicBezTo>
                <a:lnTo>
                  <a:pt x="19" y="0"/>
                </a:lnTo>
                <a:close/>
                <a:moveTo>
                  <a:pt x="11" y="76"/>
                </a:move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6"/>
                  <a:pt x="15" y="76"/>
                </a:cubicBezTo>
                <a:cubicBezTo>
                  <a:pt x="16" y="75"/>
                  <a:pt x="17" y="74"/>
                  <a:pt x="17" y="74"/>
                </a:cubicBezTo>
                <a:cubicBezTo>
                  <a:pt x="18" y="73"/>
                  <a:pt x="19" y="72"/>
                  <a:pt x="19" y="71"/>
                </a:cubicBezTo>
                <a:cubicBezTo>
                  <a:pt x="19" y="70"/>
                  <a:pt x="19" y="70"/>
                  <a:pt x="19" y="69"/>
                </a:cubicBezTo>
                <a:cubicBezTo>
                  <a:pt x="19" y="48"/>
                  <a:pt x="19" y="48"/>
                  <a:pt x="19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71"/>
                  <a:pt x="3" y="71"/>
                  <a:pt x="3" y="71"/>
                </a:cubicBezTo>
                <a:cubicBezTo>
                  <a:pt x="3" y="73"/>
                  <a:pt x="4" y="75"/>
                  <a:pt x="6" y="75"/>
                </a:cubicBezTo>
                <a:cubicBezTo>
                  <a:pt x="8" y="76"/>
                  <a:pt x="10" y="76"/>
                  <a:pt x="11" y="76"/>
                </a:cubicBezTo>
                <a:close/>
                <a:moveTo>
                  <a:pt x="77" y="70"/>
                </a:moveTo>
                <a:cubicBezTo>
                  <a:pt x="77" y="3"/>
                  <a:pt x="77" y="3"/>
                  <a:pt x="77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70"/>
                  <a:pt x="22" y="70"/>
                  <a:pt x="22" y="71"/>
                </a:cubicBezTo>
                <a:cubicBezTo>
                  <a:pt x="22" y="71"/>
                  <a:pt x="22" y="72"/>
                  <a:pt x="22" y="73"/>
                </a:cubicBezTo>
                <a:cubicBezTo>
                  <a:pt x="21" y="73"/>
                  <a:pt x="21" y="74"/>
                  <a:pt x="21" y="75"/>
                </a:cubicBezTo>
                <a:cubicBezTo>
                  <a:pt x="20" y="75"/>
                  <a:pt x="20" y="76"/>
                  <a:pt x="19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6"/>
                  <a:pt x="72" y="76"/>
                  <a:pt x="73" y="76"/>
                </a:cubicBezTo>
                <a:cubicBezTo>
                  <a:pt x="74" y="75"/>
                  <a:pt x="74" y="75"/>
                  <a:pt x="75" y="74"/>
                </a:cubicBezTo>
                <a:cubicBezTo>
                  <a:pt x="75" y="74"/>
                  <a:pt x="76" y="73"/>
                  <a:pt x="76" y="72"/>
                </a:cubicBezTo>
                <a:cubicBezTo>
                  <a:pt x="77" y="72"/>
                  <a:pt x="77" y="71"/>
                  <a:pt x="77" y="70"/>
                </a:cubicBezTo>
                <a:close/>
                <a:moveTo>
                  <a:pt x="29" y="9"/>
                </a:moveTo>
                <a:cubicBezTo>
                  <a:pt x="29" y="12"/>
                  <a:pt x="29" y="12"/>
                  <a:pt x="29" y="12"/>
                </a:cubicBezTo>
                <a:cubicBezTo>
                  <a:pt x="71" y="12"/>
                  <a:pt x="71" y="12"/>
                  <a:pt x="71" y="12"/>
                </a:cubicBezTo>
                <a:cubicBezTo>
                  <a:pt x="71" y="9"/>
                  <a:pt x="71" y="9"/>
                  <a:pt x="71" y="9"/>
                </a:cubicBezTo>
                <a:lnTo>
                  <a:pt x="29" y="9"/>
                </a:lnTo>
                <a:close/>
                <a:moveTo>
                  <a:pt x="71" y="21"/>
                </a:moveTo>
                <a:cubicBezTo>
                  <a:pt x="71" y="45"/>
                  <a:pt x="71" y="45"/>
                  <a:pt x="71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21"/>
                  <a:pt x="29" y="21"/>
                  <a:pt x="29" y="21"/>
                </a:cubicBezTo>
                <a:lnTo>
                  <a:pt x="71" y="21"/>
                </a:lnTo>
                <a:close/>
                <a:moveTo>
                  <a:pt x="29" y="52"/>
                </a:moveTo>
                <a:cubicBezTo>
                  <a:pt x="29" y="56"/>
                  <a:pt x="29" y="56"/>
                  <a:pt x="29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2"/>
                  <a:pt x="71" y="52"/>
                  <a:pt x="71" y="52"/>
                </a:cubicBezTo>
                <a:lnTo>
                  <a:pt x="29" y="52"/>
                </a:lnTo>
                <a:close/>
                <a:moveTo>
                  <a:pt x="29" y="64"/>
                </a:moveTo>
                <a:cubicBezTo>
                  <a:pt x="29" y="67"/>
                  <a:pt x="29" y="67"/>
                  <a:pt x="29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4"/>
                  <a:pt x="71" y="64"/>
                  <a:pt x="71" y="64"/>
                </a:cubicBezTo>
                <a:lnTo>
                  <a:pt x="29" y="64"/>
                </a:lnTo>
                <a:close/>
                <a:moveTo>
                  <a:pt x="67" y="41"/>
                </a:moveTo>
                <a:cubicBezTo>
                  <a:pt x="67" y="24"/>
                  <a:pt x="67" y="24"/>
                  <a:pt x="67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41"/>
                  <a:pt x="32" y="41"/>
                  <a:pt x="32" y="41"/>
                </a:cubicBezTo>
                <a:lnTo>
                  <a:pt x="67" y="4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11304588" y="2151846"/>
            <a:ext cx="360363" cy="217488"/>
          </a:xfrm>
          <a:custGeom>
            <a:avLst/>
            <a:gdLst>
              <a:gd name="T0" fmla="*/ 63 w 96"/>
              <a:gd name="T1" fmla="*/ 3 h 58"/>
              <a:gd name="T2" fmla="*/ 87 w 96"/>
              <a:gd name="T3" fmla="*/ 19 h 58"/>
              <a:gd name="T4" fmla="*/ 87 w 96"/>
              <a:gd name="T5" fmla="*/ 38 h 58"/>
              <a:gd name="T6" fmla="*/ 63 w 96"/>
              <a:gd name="T7" fmla="*/ 55 h 58"/>
              <a:gd name="T8" fmla="*/ 34 w 96"/>
              <a:gd name="T9" fmla="*/ 55 h 58"/>
              <a:gd name="T10" fmla="*/ 11 w 96"/>
              <a:gd name="T11" fmla="*/ 40 h 58"/>
              <a:gd name="T12" fmla="*/ 12 w 96"/>
              <a:gd name="T13" fmla="*/ 17 h 58"/>
              <a:gd name="T14" fmla="*/ 36 w 96"/>
              <a:gd name="T15" fmla="*/ 2 h 58"/>
              <a:gd name="T16" fmla="*/ 48 w 96"/>
              <a:gd name="T17" fmla="*/ 54 h 58"/>
              <a:gd name="T18" fmla="*/ 73 w 96"/>
              <a:gd name="T19" fmla="*/ 46 h 58"/>
              <a:gd name="T20" fmla="*/ 92 w 96"/>
              <a:gd name="T21" fmla="*/ 29 h 58"/>
              <a:gd name="T22" fmla="*/ 73 w 96"/>
              <a:gd name="T23" fmla="*/ 11 h 58"/>
              <a:gd name="T24" fmla="*/ 48 w 96"/>
              <a:gd name="T25" fmla="*/ 3 h 58"/>
              <a:gd name="T26" fmla="*/ 26 w 96"/>
              <a:gd name="T27" fmla="*/ 10 h 58"/>
              <a:gd name="T28" fmla="*/ 5 w 96"/>
              <a:gd name="T29" fmla="*/ 29 h 58"/>
              <a:gd name="T30" fmla="*/ 24 w 96"/>
              <a:gd name="T31" fmla="*/ 47 h 58"/>
              <a:gd name="T32" fmla="*/ 48 w 96"/>
              <a:gd name="T33" fmla="*/ 54 h 58"/>
              <a:gd name="T34" fmla="*/ 56 w 96"/>
              <a:gd name="T35" fmla="*/ 11 h 58"/>
              <a:gd name="T36" fmla="*/ 66 w 96"/>
              <a:gd name="T37" fmla="*/ 21 h 58"/>
              <a:gd name="T38" fmla="*/ 66 w 96"/>
              <a:gd name="T39" fmla="*/ 36 h 58"/>
              <a:gd name="T40" fmla="*/ 56 w 96"/>
              <a:gd name="T41" fmla="*/ 46 h 58"/>
              <a:gd name="T42" fmla="*/ 41 w 96"/>
              <a:gd name="T43" fmla="*/ 46 h 58"/>
              <a:gd name="T44" fmla="*/ 31 w 96"/>
              <a:gd name="T45" fmla="*/ 36 h 58"/>
              <a:gd name="T46" fmla="*/ 31 w 96"/>
              <a:gd name="T47" fmla="*/ 21 h 58"/>
              <a:gd name="T48" fmla="*/ 41 w 96"/>
              <a:gd name="T49" fmla="*/ 11 h 58"/>
              <a:gd name="T50" fmla="*/ 48 w 96"/>
              <a:gd name="T51" fmla="*/ 45 h 58"/>
              <a:gd name="T52" fmla="*/ 59 w 96"/>
              <a:gd name="T53" fmla="*/ 40 h 58"/>
              <a:gd name="T54" fmla="*/ 64 w 96"/>
              <a:gd name="T55" fmla="*/ 29 h 58"/>
              <a:gd name="T56" fmla="*/ 59 w 96"/>
              <a:gd name="T57" fmla="*/ 17 h 58"/>
              <a:gd name="T58" fmla="*/ 48 w 96"/>
              <a:gd name="T59" fmla="*/ 13 h 58"/>
              <a:gd name="T60" fmla="*/ 37 w 96"/>
              <a:gd name="T61" fmla="*/ 17 h 58"/>
              <a:gd name="T62" fmla="*/ 32 w 96"/>
              <a:gd name="T63" fmla="*/ 29 h 58"/>
              <a:gd name="T64" fmla="*/ 37 w 96"/>
              <a:gd name="T65" fmla="*/ 40 h 58"/>
              <a:gd name="T66" fmla="*/ 48 w 96"/>
              <a:gd name="T67" fmla="*/ 45 h 58"/>
              <a:gd name="T68" fmla="*/ 52 w 96"/>
              <a:gd name="T69" fmla="*/ 18 h 58"/>
              <a:gd name="T70" fmla="*/ 58 w 96"/>
              <a:gd name="T71" fmla="*/ 24 h 58"/>
              <a:gd name="T72" fmla="*/ 58 w 96"/>
              <a:gd name="T73" fmla="*/ 33 h 58"/>
              <a:gd name="T74" fmla="*/ 52 w 96"/>
              <a:gd name="T75" fmla="*/ 39 h 58"/>
              <a:gd name="T76" fmla="*/ 44 w 96"/>
              <a:gd name="T77" fmla="*/ 39 h 58"/>
              <a:gd name="T78" fmla="*/ 38 w 96"/>
              <a:gd name="T79" fmla="*/ 33 h 58"/>
              <a:gd name="T80" fmla="*/ 38 w 96"/>
              <a:gd name="T81" fmla="*/ 24 h 58"/>
              <a:gd name="T82" fmla="*/ 44 w 96"/>
              <a:gd name="T83" fmla="*/ 18 h 58"/>
              <a:gd name="T84" fmla="*/ 48 w 96"/>
              <a:gd name="T85" fmla="*/ 37 h 58"/>
              <a:gd name="T86" fmla="*/ 54 w 96"/>
              <a:gd name="T87" fmla="*/ 34 h 58"/>
              <a:gd name="T88" fmla="*/ 56 w 96"/>
              <a:gd name="T89" fmla="*/ 29 h 58"/>
              <a:gd name="T90" fmla="*/ 54 w 96"/>
              <a:gd name="T91" fmla="*/ 23 h 58"/>
              <a:gd name="T92" fmla="*/ 48 w 96"/>
              <a:gd name="T93" fmla="*/ 21 h 58"/>
              <a:gd name="T94" fmla="*/ 43 w 96"/>
              <a:gd name="T95" fmla="*/ 23 h 58"/>
              <a:gd name="T96" fmla="*/ 40 w 96"/>
              <a:gd name="T97" fmla="*/ 29 h 58"/>
              <a:gd name="T98" fmla="*/ 43 w 96"/>
              <a:gd name="T99" fmla="*/ 34 h 58"/>
              <a:gd name="T100" fmla="*/ 48 w 96"/>
              <a:gd name="T101" fmla="*/ 3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6" h="58">
                <a:moveTo>
                  <a:pt x="48" y="0"/>
                </a:moveTo>
                <a:cubicBezTo>
                  <a:pt x="53" y="0"/>
                  <a:pt x="58" y="1"/>
                  <a:pt x="63" y="3"/>
                </a:cubicBezTo>
                <a:cubicBezTo>
                  <a:pt x="68" y="4"/>
                  <a:pt x="72" y="7"/>
                  <a:pt x="76" y="10"/>
                </a:cubicBezTo>
                <a:cubicBezTo>
                  <a:pt x="80" y="12"/>
                  <a:pt x="84" y="15"/>
                  <a:pt x="87" y="19"/>
                </a:cubicBezTo>
                <a:cubicBezTo>
                  <a:pt x="90" y="22"/>
                  <a:pt x="93" y="26"/>
                  <a:pt x="96" y="29"/>
                </a:cubicBezTo>
                <a:cubicBezTo>
                  <a:pt x="93" y="32"/>
                  <a:pt x="90" y="35"/>
                  <a:pt x="87" y="38"/>
                </a:cubicBezTo>
                <a:cubicBezTo>
                  <a:pt x="84" y="41"/>
                  <a:pt x="80" y="45"/>
                  <a:pt x="76" y="47"/>
                </a:cubicBezTo>
                <a:cubicBezTo>
                  <a:pt x="72" y="50"/>
                  <a:pt x="68" y="53"/>
                  <a:pt x="63" y="55"/>
                </a:cubicBezTo>
                <a:cubicBezTo>
                  <a:pt x="59" y="57"/>
                  <a:pt x="54" y="58"/>
                  <a:pt x="48" y="58"/>
                </a:cubicBezTo>
                <a:cubicBezTo>
                  <a:pt x="43" y="58"/>
                  <a:pt x="38" y="57"/>
                  <a:pt x="34" y="55"/>
                </a:cubicBezTo>
                <a:cubicBezTo>
                  <a:pt x="29" y="53"/>
                  <a:pt x="25" y="51"/>
                  <a:pt x="22" y="49"/>
                </a:cubicBezTo>
                <a:cubicBezTo>
                  <a:pt x="18" y="46"/>
                  <a:pt x="14" y="43"/>
                  <a:pt x="11" y="40"/>
                </a:cubicBezTo>
                <a:cubicBezTo>
                  <a:pt x="7" y="36"/>
                  <a:pt x="4" y="32"/>
                  <a:pt x="0" y="29"/>
                </a:cubicBezTo>
                <a:cubicBezTo>
                  <a:pt x="4" y="24"/>
                  <a:pt x="8" y="20"/>
                  <a:pt x="12" y="17"/>
                </a:cubicBezTo>
                <a:cubicBezTo>
                  <a:pt x="16" y="13"/>
                  <a:pt x="20" y="10"/>
                  <a:pt x="24" y="8"/>
                </a:cubicBezTo>
                <a:cubicBezTo>
                  <a:pt x="28" y="5"/>
                  <a:pt x="32" y="3"/>
                  <a:pt x="36" y="2"/>
                </a:cubicBezTo>
                <a:cubicBezTo>
                  <a:pt x="40" y="0"/>
                  <a:pt x="44" y="0"/>
                  <a:pt x="48" y="0"/>
                </a:cubicBezTo>
                <a:close/>
                <a:moveTo>
                  <a:pt x="48" y="54"/>
                </a:moveTo>
                <a:cubicBezTo>
                  <a:pt x="53" y="54"/>
                  <a:pt x="57" y="53"/>
                  <a:pt x="61" y="52"/>
                </a:cubicBezTo>
                <a:cubicBezTo>
                  <a:pt x="66" y="50"/>
                  <a:pt x="69" y="48"/>
                  <a:pt x="73" y="46"/>
                </a:cubicBezTo>
                <a:cubicBezTo>
                  <a:pt x="77" y="43"/>
                  <a:pt x="80" y="40"/>
                  <a:pt x="83" y="37"/>
                </a:cubicBezTo>
                <a:cubicBezTo>
                  <a:pt x="86" y="34"/>
                  <a:pt x="89" y="32"/>
                  <a:pt x="92" y="29"/>
                </a:cubicBezTo>
                <a:cubicBezTo>
                  <a:pt x="89" y="26"/>
                  <a:pt x="86" y="23"/>
                  <a:pt x="83" y="20"/>
                </a:cubicBezTo>
                <a:cubicBezTo>
                  <a:pt x="80" y="17"/>
                  <a:pt x="77" y="14"/>
                  <a:pt x="73" y="11"/>
                </a:cubicBezTo>
                <a:cubicBezTo>
                  <a:pt x="69" y="9"/>
                  <a:pt x="65" y="7"/>
                  <a:pt x="61" y="5"/>
                </a:cubicBezTo>
                <a:cubicBezTo>
                  <a:pt x="57" y="4"/>
                  <a:pt x="53" y="3"/>
                  <a:pt x="48" y="3"/>
                </a:cubicBezTo>
                <a:cubicBezTo>
                  <a:pt x="44" y="3"/>
                  <a:pt x="41" y="4"/>
                  <a:pt x="37" y="5"/>
                </a:cubicBezTo>
                <a:cubicBezTo>
                  <a:pt x="33" y="6"/>
                  <a:pt x="30" y="8"/>
                  <a:pt x="26" y="10"/>
                </a:cubicBezTo>
                <a:cubicBezTo>
                  <a:pt x="23" y="12"/>
                  <a:pt x="19" y="15"/>
                  <a:pt x="16" y="18"/>
                </a:cubicBezTo>
                <a:cubicBezTo>
                  <a:pt x="12" y="21"/>
                  <a:pt x="9" y="25"/>
                  <a:pt x="5" y="29"/>
                </a:cubicBezTo>
                <a:cubicBezTo>
                  <a:pt x="8" y="32"/>
                  <a:pt x="11" y="35"/>
                  <a:pt x="14" y="39"/>
                </a:cubicBezTo>
                <a:cubicBezTo>
                  <a:pt x="17" y="42"/>
                  <a:pt x="21" y="44"/>
                  <a:pt x="24" y="47"/>
                </a:cubicBezTo>
                <a:cubicBezTo>
                  <a:pt x="28" y="49"/>
                  <a:pt x="31" y="51"/>
                  <a:pt x="35" y="52"/>
                </a:cubicBezTo>
                <a:cubicBezTo>
                  <a:pt x="39" y="54"/>
                  <a:pt x="43" y="54"/>
                  <a:pt x="48" y="54"/>
                </a:cubicBezTo>
                <a:close/>
                <a:moveTo>
                  <a:pt x="48" y="10"/>
                </a:moveTo>
                <a:cubicBezTo>
                  <a:pt x="51" y="10"/>
                  <a:pt x="53" y="10"/>
                  <a:pt x="56" y="11"/>
                </a:cubicBezTo>
                <a:cubicBezTo>
                  <a:pt x="58" y="12"/>
                  <a:pt x="60" y="13"/>
                  <a:pt x="62" y="15"/>
                </a:cubicBezTo>
                <a:cubicBezTo>
                  <a:pt x="63" y="17"/>
                  <a:pt x="65" y="19"/>
                  <a:pt x="66" y="21"/>
                </a:cubicBezTo>
                <a:cubicBezTo>
                  <a:pt x="67" y="24"/>
                  <a:pt x="67" y="26"/>
                  <a:pt x="67" y="29"/>
                </a:cubicBezTo>
                <a:cubicBezTo>
                  <a:pt x="67" y="31"/>
                  <a:pt x="67" y="34"/>
                  <a:pt x="66" y="36"/>
                </a:cubicBezTo>
                <a:cubicBezTo>
                  <a:pt x="65" y="38"/>
                  <a:pt x="63" y="40"/>
                  <a:pt x="62" y="42"/>
                </a:cubicBezTo>
                <a:cubicBezTo>
                  <a:pt x="60" y="44"/>
                  <a:pt x="58" y="45"/>
                  <a:pt x="56" y="46"/>
                </a:cubicBezTo>
                <a:cubicBezTo>
                  <a:pt x="53" y="47"/>
                  <a:pt x="51" y="48"/>
                  <a:pt x="48" y="48"/>
                </a:cubicBezTo>
                <a:cubicBezTo>
                  <a:pt x="46" y="48"/>
                  <a:pt x="43" y="47"/>
                  <a:pt x="41" y="46"/>
                </a:cubicBezTo>
                <a:cubicBezTo>
                  <a:pt x="38" y="45"/>
                  <a:pt x="36" y="44"/>
                  <a:pt x="35" y="42"/>
                </a:cubicBezTo>
                <a:cubicBezTo>
                  <a:pt x="33" y="40"/>
                  <a:pt x="32" y="38"/>
                  <a:pt x="31" y="36"/>
                </a:cubicBezTo>
                <a:cubicBezTo>
                  <a:pt x="30" y="34"/>
                  <a:pt x="29" y="31"/>
                  <a:pt x="29" y="29"/>
                </a:cubicBezTo>
                <a:cubicBezTo>
                  <a:pt x="29" y="26"/>
                  <a:pt x="30" y="24"/>
                  <a:pt x="31" y="21"/>
                </a:cubicBezTo>
                <a:cubicBezTo>
                  <a:pt x="32" y="19"/>
                  <a:pt x="33" y="17"/>
                  <a:pt x="35" y="15"/>
                </a:cubicBezTo>
                <a:cubicBezTo>
                  <a:pt x="36" y="13"/>
                  <a:pt x="38" y="12"/>
                  <a:pt x="41" y="11"/>
                </a:cubicBezTo>
                <a:cubicBezTo>
                  <a:pt x="43" y="10"/>
                  <a:pt x="46" y="10"/>
                  <a:pt x="48" y="10"/>
                </a:cubicBezTo>
                <a:close/>
                <a:moveTo>
                  <a:pt x="48" y="45"/>
                </a:moveTo>
                <a:cubicBezTo>
                  <a:pt x="50" y="45"/>
                  <a:pt x="52" y="44"/>
                  <a:pt x="54" y="43"/>
                </a:cubicBezTo>
                <a:cubicBezTo>
                  <a:pt x="56" y="43"/>
                  <a:pt x="58" y="41"/>
                  <a:pt x="59" y="40"/>
                </a:cubicBezTo>
                <a:cubicBezTo>
                  <a:pt x="61" y="39"/>
                  <a:pt x="62" y="37"/>
                  <a:pt x="63" y="35"/>
                </a:cubicBezTo>
                <a:cubicBezTo>
                  <a:pt x="64" y="33"/>
                  <a:pt x="64" y="31"/>
                  <a:pt x="64" y="29"/>
                </a:cubicBezTo>
                <a:cubicBezTo>
                  <a:pt x="64" y="26"/>
                  <a:pt x="64" y="24"/>
                  <a:pt x="63" y="22"/>
                </a:cubicBezTo>
                <a:cubicBezTo>
                  <a:pt x="62" y="20"/>
                  <a:pt x="61" y="19"/>
                  <a:pt x="59" y="17"/>
                </a:cubicBezTo>
                <a:cubicBezTo>
                  <a:pt x="58" y="16"/>
                  <a:pt x="56" y="15"/>
                  <a:pt x="54" y="14"/>
                </a:cubicBezTo>
                <a:cubicBezTo>
                  <a:pt x="52" y="13"/>
                  <a:pt x="50" y="13"/>
                  <a:pt x="48" y="13"/>
                </a:cubicBezTo>
                <a:cubicBezTo>
                  <a:pt x="46" y="13"/>
                  <a:pt x="44" y="13"/>
                  <a:pt x="42" y="14"/>
                </a:cubicBezTo>
                <a:cubicBezTo>
                  <a:pt x="40" y="15"/>
                  <a:pt x="38" y="16"/>
                  <a:pt x="37" y="17"/>
                </a:cubicBezTo>
                <a:cubicBezTo>
                  <a:pt x="35" y="19"/>
                  <a:pt x="34" y="20"/>
                  <a:pt x="33" y="22"/>
                </a:cubicBezTo>
                <a:cubicBezTo>
                  <a:pt x="33" y="24"/>
                  <a:pt x="32" y="26"/>
                  <a:pt x="32" y="29"/>
                </a:cubicBezTo>
                <a:cubicBezTo>
                  <a:pt x="32" y="31"/>
                  <a:pt x="33" y="33"/>
                  <a:pt x="33" y="35"/>
                </a:cubicBezTo>
                <a:cubicBezTo>
                  <a:pt x="34" y="37"/>
                  <a:pt x="35" y="39"/>
                  <a:pt x="37" y="40"/>
                </a:cubicBezTo>
                <a:cubicBezTo>
                  <a:pt x="38" y="41"/>
                  <a:pt x="40" y="43"/>
                  <a:pt x="42" y="43"/>
                </a:cubicBezTo>
                <a:cubicBezTo>
                  <a:pt x="44" y="44"/>
                  <a:pt x="46" y="45"/>
                  <a:pt x="48" y="45"/>
                </a:cubicBezTo>
                <a:close/>
                <a:moveTo>
                  <a:pt x="48" y="17"/>
                </a:moveTo>
                <a:cubicBezTo>
                  <a:pt x="50" y="17"/>
                  <a:pt x="51" y="18"/>
                  <a:pt x="52" y="18"/>
                </a:cubicBezTo>
                <a:cubicBezTo>
                  <a:pt x="54" y="19"/>
                  <a:pt x="55" y="20"/>
                  <a:pt x="56" y="21"/>
                </a:cubicBezTo>
                <a:cubicBezTo>
                  <a:pt x="57" y="22"/>
                  <a:pt x="58" y="23"/>
                  <a:pt x="58" y="24"/>
                </a:cubicBezTo>
                <a:cubicBezTo>
                  <a:pt x="59" y="26"/>
                  <a:pt x="59" y="27"/>
                  <a:pt x="59" y="29"/>
                </a:cubicBezTo>
                <a:cubicBezTo>
                  <a:pt x="59" y="30"/>
                  <a:pt x="59" y="32"/>
                  <a:pt x="58" y="33"/>
                </a:cubicBezTo>
                <a:cubicBezTo>
                  <a:pt x="58" y="34"/>
                  <a:pt x="57" y="36"/>
                  <a:pt x="56" y="37"/>
                </a:cubicBezTo>
                <a:cubicBezTo>
                  <a:pt x="55" y="38"/>
                  <a:pt x="54" y="38"/>
                  <a:pt x="52" y="39"/>
                </a:cubicBezTo>
                <a:cubicBezTo>
                  <a:pt x="51" y="40"/>
                  <a:pt x="50" y="40"/>
                  <a:pt x="48" y="40"/>
                </a:cubicBezTo>
                <a:cubicBezTo>
                  <a:pt x="47" y="40"/>
                  <a:pt x="45" y="40"/>
                  <a:pt x="44" y="39"/>
                </a:cubicBezTo>
                <a:cubicBezTo>
                  <a:pt x="42" y="38"/>
                  <a:pt x="41" y="38"/>
                  <a:pt x="40" y="37"/>
                </a:cubicBezTo>
                <a:cubicBezTo>
                  <a:pt x="39" y="36"/>
                  <a:pt x="38" y="34"/>
                  <a:pt x="38" y="33"/>
                </a:cubicBezTo>
                <a:cubicBezTo>
                  <a:pt x="37" y="32"/>
                  <a:pt x="37" y="30"/>
                  <a:pt x="37" y="29"/>
                </a:cubicBezTo>
                <a:cubicBezTo>
                  <a:pt x="37" y="27"/>
                  <a:pt x="37" y="26"/>
                  <a:pt x="38" y="24"/>
                </a:cubicBezTo>
                <a:cubicBezTo>
                  <a:pt x="38" y="23"/>
                  <a:pt x="39" y="22"/>
                  <a:pt x="40" y="21"/>
                </a:cubicBezTo>
                <a:cubicBezTo>
                  <a:pt x="41" y="20"/>
                  <a:pt x="42" y="19"/>
                  <a:pt x="44" y="18"/>
                </a:cubicBezTo>
                <a:cubicBezTo>
                  <a:pt x="45" y="18"/>
                  <a:pt x="47" y="17"/>
                  <a:pt x="48" y="17"/>
                </a:cubicBezTo>
                <a:close/>
                <a:moveTo>
                  <a:pt x="48" y="37"/>
                </a:moveTo>
                <a:cubicBezTo>
                  <a:pt x="49" y="37"/>
                  <a:pt x="50" y="37"/>
                  <a:pt x="51" y="36"/>
                </a:cubicBezTo>
                <a:cubicBezTo>
                  <a:pt x="52" y="36"/>
                  <a:pt x="53" y="35"/>
                  <a:pt x="54" y="34"/>
                </a:cubicBezTo>
                <a:cubicBezTo>
                  <a:pt x="55" y="34"/>
                  <a:pt x="55" y="33"/>
                  <a:pt x="56" y="32"/>
                </a:cubicBezTo>
                <a:cubicBezTo>
                  <a:pt x="56" y="31"/>
                  <a:pt x="56" y="30"/>
                  <a:pt x="56" y="29"/>
                </a:cubicBezTo>
                <a:cubicBezTo>
                  <a:pt x="56" y="28"/>
                  <a:pt x="56" y="27"/>
                  <a:pt x="56" y="26"/>
                </a:cubicBezTo>
                <a:cubicBezTo>
                  <a:pt x="55" y="25"/>
                  <a:pt x="55" y="24"/>
                  <a:pt x="54" y="23"/>
                </a:cubicBezTo>
                <a:cubicBezTo>
                  <a:pt x="53" y="22"/>
                  <a:pt x="52" y="22"/>
                  <a:pt x="51" y="21"/>
                </a:cubicBezTo>
                <a:cubicBezTo>
                  <a:pt x="50" y="21"/>
                  <a:pt x="49" y="21"/>
                  <a:pt x="48" y="21"/>
                </a:cubicBezTo>
                <a:cubicBezTo>
                  <a:pt x="47" y="21"/>
                  <a:pt x="46" y="21"/>
                  <a:pt x="45" y="21"/>
                </a:cubicBezTo>
                <a:cubicBezTo>
                  <a:pt x="44" y="22"/>
                  <a:pt x="43" y="22"/>
                  <a:pt x="43" y="23"/>
                </a:cubicBezTo>
                <a:cubicBezTo>
                  <a:pt x="42" y="24"/>
                  <a:pt x="41" y="25"/>
                  <a:pt x="41" y="26"/>
                </a:cubicBezTo>
                <a:cubicBezTo>
                  <a:pt x="40" y="27"/>
                  <a:pt x="40" y="28"/>
                  <a:pt x="40" y="29"/>
                </a:cubicBezTo>
                <a:cubicBezTo>
                  <a:pt x="40" y="30"/>
                  <a:pt x="40" y="31"/>
                  <a:pt x="41" y="32"/>
                </a:cubicBezTo>
                <a:cubicBezTo>
                  <a:pt x="41" y="33"/>
                  <a:pt x="42" y="34"/>
                  <a:pt x="43" y="34"/>
                </a:cubicBezTo>
                <a:cubicBezTo>
                  <a:pt x="43" y="35"/>
                  <a:pt x="44" y="36"/>
                  <a:pt x="45" y="36"/>
                </a:cubicBezTo>
                <a:cubicBezTo>
                  <a:pt x="46" y="37"/>
                  <a:pt x="47" y="37"/>
                  <a:pt x="48" y="3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493713" y="2613808"/>
            <a:ext cx="360363" cy="158750"/>
          </a:xfrm>
          <a:custGeom>
            <a:avLst/>
            <a:gdLst>
              <a:gd name="T0" fmla="*/ 25 w 96"/>
              <a:gd name="T1" fmla="*/ 38 h 42"/>
              <a:gd name="T2" fmla="*/ 31 w 96"/>
              <a:gd name="T3" fmla="*/ 35 h 42"/>
              <a:gd name="T4" fmla="*/ 36 w 96"/>
              <a:gd name="T5" fmla="*/ 35 h 42"/>
              <a:gd name="T6" fmla="*/ 29 w 96"/>
              <a:gd name="T7" fmla="*/ 40 h 42"/>
              <a:gd name="T8" fmla="*/ 21 w 96"/>
              <a:gd name="T9" fmla="*/ 42 h 42"/>
              <a:gd name="T10" fmla="*/ 6 w 96"/>
              <a:gd name="T11" fmla="*/ 36 h 42"/>
              <a:gd name="T12" fmla="*/ 0 w 96"/>
              <a:gd name="T13" fmla="*/ 21 h 42"/>
              <a:gd name="T14" fmla="*/ 6 w 96"/>
              <a:gd name="T15" fmla="*/ 6 h 42"/>
              <a:gd name="T16" fmla="*/ 21 w 96"/>
              <a:gd name="T17" fmla="*/ 0 h 42"/>
              <a:gd name="T18" fmla="*/ 29 w 96"/>
              <a:gd name="T19" fmla="*/ 2 h 42"/>
              <a:gd name="T20" fmla="*/ 35 w 96"/>
              <a:gd name="T21" fmla="*/ 6 h 42"/>
              <a:gd name="T22" fmla="*/ 42 w 96"/>
              <a:gd name="T23" fmla="*/ 12 h 42"/>
              <a:gd name="T24" fmla="*/ 45 w 96"/>
              <a:gd name="T25" fmla="*/ 6 h 42"/>
              <a:gd name="T26" fmla="*/ 34 w 96"/>
              <a:gd name="T27" fmla="*/ 18 h 42"/>
              <a:gd name="T28" fmla="*/ 40 w 96"/>
              <a:gd name="T29" fmla="*/ 15 h 42"/>
              <a:gd name="T30" fmla="*/ 33 w 96"/>
              <a:gd name="T31" fmla="*/ 8 h 42"/>
              <a:gd name="T32" fmla="*/ 28 w 96"/>
              <a:gd name="T33" fmla="*/ 5 h 42"/>
              <a:gd name="T34" fmla="*/ 21 w 96"/>
              <a:gd name="T35" fmla="*/ 3 h 42"/>
              <a:gd name="T36" fmla="*/ 9 w 96"/>
              <a:gd name="T37" fmla="*/ 9 h 42"/>
              <a:gd name="T38" fmla="*/ 3 w 96"/>
              <a:gd name="T39" fmla="*/ 21 h 42"/>
              <a:gd name="T40" fmla="*/ 9 w 96"/>
              <a:gd name="T41" fmla="*/ 33 h 42"/>
              <a:gd name="T42" fmla="*/ 21 w 96"/>
              <a:gd name="T43" fmla="*/ 39 h 42"/>
              <a:gd name="T44" fmla="*/ 36 w 96"/>
              <a:gd name="T45" fmla="*/ 35 h 42"/>
              <a:gd name="T46" fmla="*/ 61 w 96"/>
              <a:gd name="T47" fmla="*/ 5 h 42"/>
              <a:gd name="T48" fmla="*/ 75 w 96"/>
              <a:gd name="T49" fmla="*/ 0 h 42"/>
              <a:gd name="T50" fmla="*/ 90 w 96"/>
              <a:gd name="T51" fmla="*/ 6 h 42"/>
              <a:gd name="T52" fmla="*/ 96 w 96"/>
              <a:gd name="T53" fmla="*/ 21 h 42"/>
              <a:gd name="T54" fmla="*/ 90 w 96"/>
              <a:gd name="T55" fmla="*/ 36 h 42"/>
              <a:gd name="T56" fmla="*/ 75 w 96"/>
              <a:gd name="T57" fmla="*/ 42 h 42"/>
              <a:gd name="T58" fmla="*/ 67 w 96"/>
              <a:gd name="T59" fmla="*/ 40 h 42"/>
              <a:gd name="T60" fmla="*/ 61 w 96"/>
              <a:gd name="T61" fmla="*/ 36 h 42"/>
              <a:gd name="T62" fmla="*/ 50 w 96"/>
              <a:gd name="T63" fmla="*/ 25 h 42"/>
              <a:gd name="T64" fmla="*/ 63 w 96"/>
              <a:gd name="T65" fmla="*/ 34 h 42"/>
              <a:gd name="T66" fmla="*/ 69 w 96"/>
              <a:gd name="T67" fmla="*/ 37 h 42"/>
              <a:gd name="T68" fmla="*/ 75 w 96"/>
              <a:gd name="T69" fmla="*/ 39 h 42"/>
              <a:gd name="T70" fmla="*/ 88 w 96"/>
              <a:gd name="T71" fmla="*/ 33 h 42"/>
              <a:gd name="T72" fmla="*/ 93 w 96"/>
              <a:gd name="T73" fmla="*/ 21 h 42"/>
              <a:gd name="T74" fmla="*/ 88 w 96"/>
              <a:gd name="T75" fmla="*/ 9 h 42"/>
              <a:gd name="T76" fmla="*/ 75 w 96"/>
              <a:gd name="T77" fmla="*/ 3 h 42"/>
              <a:gd name="T78" fmla="*/ 69 w 96"/>
              <a:gd name="T79" fmla="*/ 4 h 42"/>
              <a:gd name="T80" fmla="*/ 64 w 96"/>
              <a:gd name="T81" fmla="*/ 8 h 42"/>
              <a:gd name="T82" fmla="*/ 65 w 96"/>
              <a:gd name="T83" fmla="*/ 3 h 42"/>
              <a:gd name="T84" fmla="*/ 71 w 96"/>
              <a:gd name="T85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6" h="42">
                <a:moveTo>
                  <a:pt x="21" y="39"/>
                </a:moveTo>
                <a:cubicBezTo>
                  <a:pt x="22" y="39"/>
                  <a:pt x="23" y="38"/>
                  <a:pt x="25" y="38"/>
                </a:cubicBezTo>
                <a:cubicBezTo>
                  <a:pt x="26" y="38"/>
                  <a:pt x="27" y="38"/>
                  <a:pt x="28" y="37"/>
                </a:cubicBezTo>
                <a:cubicBezTo>
                  <a:pt x="29" y="37"/>
                  <a:pt x="30" y="36"/>
                  <a:pt x="31" y="35"/>
                </a:cubicBezTo>
                <a:cubicBezTo>
                  <a:pt x="32" y="35"/>
                  <a:pt x="33" y="34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35" y="36"/>
                  <a:pt x="34" y="37"/>
                  <a:pt x="33" y="38"/>
                </a:cubicBezTo>
                <a:cubicBezTo>
                  <a:pt x="32" y="39"/>
                  <a:pt x="31" y="39"/>
                  <a:pt x="29" y="40"/>
                </a:cubicBezTo>
                <a:cubicBezTo>
                  <a:pt x="28" y="41"/>
                  <a:pt x="27" y="41"/>
                  <a:pt x="25" y="41"/>
                </a:cubicBezTo>
                <a:cubicBezTo>
                  <a:pt x="24" y="42"/>
                  <a:pt x="22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0" y="39"/>
                  <a:pt x="8" y="37"/>
                  <a:pt x="6" y="36"/>
                </a:cubicBezTo>
                <a:cubicBezTo>
                  <a:pt x="4" y="34"/>
                  <a:pt x="3" y="31"/>
                  <a:pt x="2" y="29"/>
                </a:cubicBezTo>
                <a:cubicBezTo>
                  <a:pt x="1" y="26"/>
                  <a:pt x="0" y="24"/>
                  <a:pt x="0" y="21"/>
                </a:cubicBezTo>
                <a:cubicBezTo>
                  <a:pt x="0" y="18"/>
                  <a:pt x="1" y="15"/>
                  <a:pt x="2" y="13"/>
                </a:cubicBezTo>
                <a:cubicBezTo>
                  <a:pt x="3" y="10"/>
                  <a:pt x="4" y="8"/>
                  <a:pt x="6" y="6"/>
                </a:cubicBezTo>
                <a:cubicBezTo>
                  <a:pt x="8" y="4"/>
                  <a:pt x="10" y="3"/>
                  <a:pt x="13" y="2"/>
                </a:cubicBezTo>
                <a:cubicBezTo>
                  <a:pt x="15" y="1"/>
                  <a:pt x="18" y="0"/>
                  <a:pt x="21" y="0"/>
                </a:cubicBezTo>
                <a:cubicBezTo>
                  <a:pt x="22" y="0"/>
                  <a:pt x="24" y="0"/>
                  <a:pt x="25" y="1"/>
                </a:cubicBezTo>
                <a:cubicBezTo>
                  <a:pt x="26" y="1"/>
                  <a:pt x="28" y="1"/>
                  <a:pt x="29" y="2"/>
                </a:cubicBezTo>
                <a:cubicBezTo>
                  <a:pt x="30" y="2"/>
                  <a:pt x="31" y="3"/>
                  <a:pt x="32" y="4"/>
                </a:cubicBezTo>
                <a:cubicBezTo>
                  <a:pt x="34" y="4"/>
                  <a:pt x="35" y="5"/>
                  <a:pt x="35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42" y="12"/>
                  <a:pt x="42" y="12"/>
                  <a:pt x="42" y="12"/>
                </a:cubicBezTo>
                <a:cubicBezTo>
                  <a:pt x="42" y="6"/>
                  <a:pt x="42" y="6"/>
                  <a:pt x="42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18"/>
                  <a:pt x="45" y="18"/>
                  <a:pt x="45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5"/>
                  <a:pt x="34" y="15"/>
                  <a:pt x="34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7"/>
                  <a:pt x="31" y="7"/>
                  <a:pt x="31" y="6"/>
                </a:cubicBezTo>
                <a:cubicBezTo>
                  <a:pt x="30" y="6"/>
                  <a:pt x="29" y="5"/>
                  <a:pt x="28" y="5"/>
                </a:cubicBezTo>
                <a:cubicBezTo>
                  <a:pt x="27" y="4"/>
                  <a:pt x="25" y="4"/>
                  <a:pt x="24" y="4"/>
                </a:cubicBezTo>
                <a:cubicBezTo>
                  <a:pt x="23" y="3"/>
                  <a:pt x="22" y="3"/>
                  <a:pt x="21" y="3"/>
                </a:cubicBezTo>
                <a:cubicBezTo>
                  <a:pt x="19" y="3"/>
                  <a:pt x="16" y="4"/>
                  <a:pt x="14" y="5"/>
                </a:cubicBezTo>
                <a:cubicBezTo>
                  <a:pt x="12" y="6"/>
                  <a:pt x="10" y="7"/>
                  <a:pt x="9" y="9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6"/>
                  <a:pt x="3" y="19"/>
                  <a:pt x="3" y="21"/>
                </a:cubicBezTo>
                <a:cubicBezTo>
                  <a:pt x="3" y="23"/>
                  <a:pt x="4" y="26"/>
                  <a:pt x="5" y="28"/>
                </a:cubicBezTo>
                <a:cubicBezTo>
                  <a:pt x="6" y="30"/>
                  <a:pt x="7" y="32"/>
                  <a:pt x="9" y="33"/>
                </a:cubicBezTo>
                <a:cubicBezTo>
                  <a:pt x="10" y="35"/>
                  <a:pt x="12" y="36"/>
                  <a:pt x="14" y="37"/>
                </a:cubicBezTo>
                <a:cubicBezTo>
                  <a:pt x="16" y="38"/>
                  <a:pt x="19" y="39"/>
                  <a:pt x="21" y="39"/>
                </a:cubicBezTo>
                <a:close/>
                <a:moveTo>
                  <a:pt x="64" y="8"/>
                </a:moveTo>
                <a:cubicBezTo>
                  <a:pt x="36" y="35"/>
                  <a:pt x="36" y="35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61" y="5"/>
                  <a:pt x="61" y="5"/>
                  <a:pt x="61" y="5"/>
                </a:cubicBezTo>
                <a:lnTo>
                  <a:pt x="64" y="8"/>
                </a:lnTo>
                <a:close/>
                <a:moveTo>
                  <a:pt x="75" y="0"/>
                </a:moveTo>
                <a:cubicBezTo>
                  <a:pt x="78" y="0"/>
                  <a:pt x="81" y="1"/>
                  <a:pt x="83" y="2"/>
                </a:cubicBezTo>
                <a:cubicBezTo>
                  <a:pt x="86" y="3"/>
                  <a:pt x="88" y="4"/>
                  <a:pt x="90" y="6"/>
                </a:cubicBezTo>
                <a:cubicBezTo>
                  <a:pt x="92" y="8"/>
                  <a:pt x="93" y="10"/>
                  <a:pt x="94" y="13"/>
                </a:cubicBezTo>
                <a:cubicBezTo>
                  <a:pt x="96" y="15"/>
                  <a:pt x="96" y="18"/>
                  <a:pt x="96" y="21"/>
                </a:cubicBezTo>
                <a:cubicBezTo>
                  <a:pt x="96" y="24"/>
                  <a:pt x="96" y="26"/>
                  <a:pt x="94" y="29"/>
                </a:cubicBezTo>
                <a:cubicBezTo>
                  <a:pt x="93" y="31"/>
                  <a:pt x="92" y="34"/>
                  <a:pt x="90" y="36"/>
                </a:cubicBezTo>
                <a:cubicBezTo>
                  <a:pt x="88" y="37"/>
                  <a:pt x="86" y="39"/>
                  <a:pt x="83" y="40"/>
                </a:cubicBezTo>
                <a:cubicBezTo>
                  <a:pt x="81" y="41"/>
                  <a:pt x="78" y="42"/>
                  <a:pt x="75" y="42"/>
                </a:cubicBezTo>
                <a:cubicBezTo>
                  <a:pt x="74" y="42"/>
                  <a:pt x="73" y="42"/>
                  <a:pt x="71" y="41"/>
                </a:cubicBezTo>
                <a:cubicBezTo>
                  <a:pt x="70" y="41"/>
                  <a:pt x="69" y="41"/>
                  <a:pt x="67" y="40"/>
                </a:cubicBezTo>
                <a:cubicBezTo>
                  <a:pt x="66" y="40"/>
                  <a:pt x="65" y="39"/>
                  <a:pt x="64" y="38"/>
                </a:cubicBezTo>
                <a:cubicBezTo>
                  <a:pt x="63" y="38"/>
                  <a:pt x="62" y="37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50" y="25"/>
                  <a:pt x="50" y="25"/>
                  <a:pt x="50" y="25"/>
                </a:cubicBezTo>
                <a:cubicBezTo>
                  <a:pt x="53" y="23"/>
                  <a:pt x="53" y="23"/>
                  <a:pt x="53" y="23"/>
                </a:cubicBezTo>
                <a:cubicBezTo>
                  <a:pt x="63" y="34"/>
                  <a:pt x="63" y="34"/>
                  <a:pt x="63" y="34"/>
                </a:cubicBezTo>
                <a:cubicBezTo>
                  <a:pt x="64" y="34"/>
                  <a:pt x="65" y="35"/>
                  <a:pt x="66" y="36"/>
                </a:cubicBezTo>
                <a:cubicBezTo>
                  <a:pt x="67" y="36"/>
                  <a:pt x="68" y="37"/>
                  <a:pt x="69" y="37"/>
                </a:cubicBezTo>
                <a:cubicBezTo>
                  <a:pt x="70" y="38"/>
                  <a:pt x="71" y="38"/>
                  <a:pt x="72" y="38"/>
                </a:cubicBezTo>
                <a:cubicBezTo>
                  <a:pt x="73" y="38"/>
                  <a:pt x="74" y="39"/>
                  <a:pt x="75" y="39"/>
                </a:cubicBezTo>
                <a:cubicBezTo>
                  <a:pt x="78" y="39"/>
                  <a:pt x="80" y="38"/>
                  <a:pt x="82" y="37"/>
                </a:cubicBezTo>
                <a:cubicBezTo>
                  <a:pt x="84" y="36"/>
                  <a:pt x="86" y="35"/>
                  <a:pt x="88" y="33"/>
                </a:cubicBezTo>
                <a:cubicBezTo>
                  <a:pt x="89" y="32"/>
                  <a:pt x="91" y="30"/>
                  <a:pt x="92" y="28"/>
                </a:cubicBezTo>
                <a:cubicBezTo>
                  <a:pt x="92" y="26"/>
                  <a:pt x="93" y="23"/>
                  <a:pt x="93" y="21"/>
                </a:cubicBezTo>
                <a:cubicBezTo>
                  <a:pt x="93" y="19"/>
                  <a:pt x="92" y="16"/>
                  <a:pt x="92" y="14"/>
                </a:cubicBezTo>
                <a:cubicBezTo>
                  <a:pt x="91" y="12"/>
                  <a:pt x="89" y="10"/>
                  <a:pt x="88" y="9"/>
                </a:cubicBezTo>
                <a:cubicBezTo>
                  <a:pt x="86" y="7"/>
                  <a:pt x="84" y="6"/>
                  <a:pt x="82" y="5"/>
                </a:cubicBezTo>
                <a:cubicBezTo>
                  <a:pt x="80" y="4"/>
                  <a:pt x="78" y="3"/>
                  <a:pt x="75" y="3"/>
                </a:cubicBezTo>
                <a:cubicBezTo>
                  <a:pt x="74" y="3"/>
                  <a:pt x="73" y="3"/>
                  <a:pt x="72" y="4"/>
                </a:cubicBezTo>
                <a:cubicBezTo>
                  <a:pt x="71" y="4"/>
                  <a:pt x="70" y="4"/>
                  <a:pt x="69" y="4"/>
                </a:cubicBezTo>
                <a:cubicBezTo>
                  <a:pt x="68" y="5"/>
                  <a:pt x="67" y="5"/>
                  <a:pt x="66" y="6"/>
                </a:cubicBezTo>
                <a:cubicBezTo>
                  <a:pt x="65" y="6"/>
                  <a:pt x="65" y="7"/>
                  <a:pt x="64" y="8"/>
                </a:cubicBezTo>
                <a:cubicBezTo>
                  <a:pt x="61" y="5"/>
                  <a:pt x="61" y="5"/>
                  <a:pt x="61" y="5"/>
                </a:cubicBezTo>
                <a:cubicBezTo>
                  <a:pt x="62" y="5"/>
                  <a:pt x="63" y="4"/>
                  <a:pt x="65" y="3"/>
                </a:cubicBezTo>
                <a:cubicBezTo>
                  <a:pt x="66" y="2"/>
                  <a:pt x="67" y="2"/>
                  <a:pt x="68" y="2"/>
                </a:cubicBezTo>
                <a:cubicBezTo>
                  <a:pt x="69" y="1"/>
                  <a:pt x="70" y="1"/>
                  <a:pt x="71" y="0"/>
                </a:cubicBezTo>
                <a:cubicBezTo>
                  <a:pt x="73" y="0"/>
                  <a:pt x="74" y="0"/>
                  <a:pt x="75" y="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6" name="Freeform 48"/>
          <p:cNvSpPr>
            <a:spLocks noEditPoints="1"/>
          </p:cNvSpPr>
          <p:nvPr/>
        </p:nvSpPr>
        <p:spPr bwMode="auto">
          <a:xfrm>
            <a:off x="1084263" y="2542371"/>
            <a:ext cx="261938" cy="301625"/>
          </a:xfrm>
          <a:custGeom>
            <a:avLst/>
            <a:gdLst>
              <a:gd name="T0" fmla="*/ 51 w 70"/>
              <a:gd name="T1" fmla="*/ 0 h 80"/>
              <a:gd name="T2" fmla="*/ 70 w 70"/>
              <a:gd name="T3" fmla="*/ 0 h 80"/>
              <a:gd name="T4" fmla="*/ 70 w 70"/>
              <a:gd name="T5" fmla="*/ 45 h 80"/>
              <a:gd name="T6" fmla="*/ 68 w 70"/>
              <a:gd name="T7" fmla="*/ 58 h 80"/>
              <a:gd name="T8" fmla="*/ 60 w 70"/>
              <a:gd name="T9" fmla="*/ 70 h 80"/>
              <a:gd name="T10" fmla="*/ 49 w 70"/>
              <a:gd name="T11" fmla="*/ 77 h 80"/>
              <a:gd name="T12" fmla="*/ 35 w 70"/>
              <a:gd name="T13" fmla="*/ 80 h 80"/>
              <a:gd name="T14" fmla="*/ 21 w 70"/>
              <a:gd name="T15" fmla="*/ 77 h 80"/>
              <a:gd name="T16" fmla="*/ 10 w 70"/>
              <a:gd name="T17" fmla="*/ 70 h 80"/>
              <a:gd name="T18" fmla="*/ 3 w 70"/>
              <a:gd name="T19" fmla="*/ 58 h 80"/>
              <a:gd name="T20" fmla="*/ 0 w 70"/>
              <a:gd name="T21" fmla="*/ 45 h 80"/>
              <a:gd name="T22" fmla="*/ 0 w 70"/>
              <a:gd name="T23" fmla="*/ 0 h 80"/>
              <a:gd name="T24" fmla="*/ 19 w 70"/>
              <a:gd name="T25" fmla="*/ 0 h 80"/>
              <a:gd name="T26" fmla="*/ 19 w 70"/>
              <a:gd name="T27" fmla="*/ 45 h 80"/>
              <a:gd name="T28" fmla="*/ 20 w 70"/>
              <a:gd name="T29" fmla="*/ 51 h 80"/>
              <a:gd name="T30" fmla="*/ 24 w 70"/>
              <a:gd name="T31" fmla="*/ 56 h 80"/>
              <a:gd name="T32" fmla="*/ 29 w 70"/>
              <a:gd name="T33" fmla="*/ 59 h 80"/>
              <a:gd name="T34" fmla="*/ 35 w 70"/>
              <a:gd name="T35" fmla="*/ 61 h 80"/>
              <a:gd name="T36" fmla="*/ 41 w 70"/>
              <a:gd name="T37" fmla="*/ 59 h 80"/>
              <a:gd name="T38" fmla="*/ 46 w 70"/>
              <a:gd name="T39" fmla="*/ 56 h 80"/>
              <a:gd name="T40" fmla="*/ 50 w 70"/>
              <a:gd name="T41" fmla="*/ 51 h 80"/>
              <a:gd name="T42" fmla="*/ 51 w 70"/>
              <a:gd name="T43" fmla="*/ 45 h 80"/>
              <a:gd name="T44" fmla="*/ 51 w 70"/>
              <a:gd name="T45" fmla="*/ 0 h 80"/>
              <a:gd name="T46" fmla="*/ 16 w 70"/>
              <a:gd name="T47" fmla="*/ 3 h 80"/>
              <a:gd name="T48" fmla="*/ 3 w 70"/>
              <a:gd name="T49" fmla="*/ 3 h 80"/>
              <a:gd name="T50" fmla="*/ 3 w 70"/>
              <a:gd name="T51" fmla="*/ 13 h 80"/>
              <a:gd name="T52" fmla="*/ 16 w 70"/>
              <a:gd name="T53" fmla="*/ 13 h 80"/>
              <a:gd name="T54" fmla="*/ 16 w 70"/>
              <a:gd name="T55" fmla="*/ 3 h 80"/>
              <a:gd name="T56" fmla="*/ 35 w 70"/>
              <a:gd name="T57" fmla="*/ 77 h 80"/>
              <a:gd name="T58" fmla="*/ 48 w 70"/>
              <a:gd name="T59" fmla="*/ 74 h 80"/>
              <a:gd name="T60" fmla="*/ 58 w 70"/>
              <a:gd name="T61" fmla="*/ 67 h 80"/>
              <a:gd name="T62" fmla="*/ 65 w 70"/>
              <a:gd name="T63" fmla="*/ 57 h 80"/>
              <a:gd name="T64" fmla="*/ 67 w 70"/>
              <a:gd name="T65" fmla="*/ 45 h 80"/>
              <a:gd name="T66" fmla="*/ 67 w 70"/>
              <a:gd name="T67" fmla="*/ 16 h 80"/>
              <a:gd name="T68" fmla="*/ 54 w 70"/>
              <a:gd name="T69" fmla="*/ 16 h 80"/>
              <a:gd name="T70" fmla="*/ 54 w 70"/>
              <a:gd name="T71" fmla="*/ 45 h 80"/>
              <a:gd name="T72" fmla="*/ 53 w 70"/>
              <a:gd name="T73" fmla="*/ 52 h 80"/>
              <a:gd name="T74" fmla="*/ 49 w 70"/>
              <a:gd name="T75" fmla="*/ 58 h 80"/>
              <a:gd name="T76" fmla="*/ 43 w 70"/>
              <a:gd name="T77" fmla="*/ 62 h 80"/>
              <a:gd name="T78" fmla="*/ 35 w 70"/>
              <a:gd name="T79" fmla="*/ 64 h 80"/>
              <a:gd name="T80" fmla="*/ 28 w 70"/>
              <a:gd name="T81" fmla="*/ 62 h 80"/>
              <a:gd name="T82" fmla="*/ 22 w 70"/>
              <a:gd name="T83" fmla="*/ 58 h 80"/>
              <a:gd name="T84" fmla="*/ 17 w 70"/>
              <a:gd name="T85" fmla="*/ 52 h 80"/>
              <a:gd name="T86" fmla="*/ 16 w 70"/>
              <a:gd name="T87" fmla="*/ 45 h 80"/>
              <a:gd name="T88" fmla="*/ 16 w 70"/>
              <a:gd name="T89" fmla="*/ 16 h 80"/>
              <a:gd name="T90" fmla="*/ 3 w 70"/>
              <a:gd name="T91" fmla="*/ 16 h 80"/>
              <a:gd name="T92" fmla="*/ 3 w 70"/>
              <a:gd name="T93" fmla="*/ 45 h 80"/>
              <a:gd name="T94" fmla="*/ 6 w 70"/>
              <a:gd name="T95" fmla="*/ 57 h 80"/>
              <a:gd name="T96" fmla="*/ 12 w 70"/>
              <a:gd name="T97" fmla="*/ 67 h 80"/>
              <a:gd name="T98" fmla="*/ 23 w 70"/>
              <a:gd name="T99" fmla="*/ 74 h 80"/>
              <a:gd name="T100" fmla="*/ 35 w 70"/>
              <a:gd name="T101" fmla="*/ 77 h 80"/>
              <a:gd name="T102" fmla="*/ 67 w 70"/>
              <a:gd name="T103" fmla="*/ 3 h 80"/>
              <a:gd name="T104" fmla="*/ 54 w 70"/>
              <a:gd name="T105" fmla="*/ 3 h 80"/>
              <a:gd name="T106" fmla="*/ 54 w 70"/>
              <a:gd name="T107" fmla="*/ 13 h 80"/>
              <a:gd name="T108" fmla="*/ 67 w 70"/>
              <a:gd name="T109" fmla="*/ 13 h 80"/>
              <a:gd name="T110" fmla="*/ 67 w 70"/>
              <a:gd name="T111" fmla="*/ 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0" h="80">
                <a:moveTo>
                  <a:pt x="51" y="0"/>
                </a:moveTo>
                <a:cubicBezTo>
                  <a:pt x="70" y="0"/>
                  <a:pt x="70" y="0"/>
                  <a:pt x="70" y="0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50"/>
                  <a:pt x="69" y="54"/>
                  <a:pt x="68" y="58"/>
                </a:cubicBezTo>
                <a:cubicBezTo>
                  <a:pt x="66" y="63"/>
                  <a:pt x="63" y="66"/>
                  <a:pt x="60" y="70"/>
                </a:cubicBezTo>
                <a:cubicBezTo>
                  <a:pt x="57" y="73"/>
                  <a:pt x="53" y="75"/>
                  <a:pt x="49" y="77"/>
                </a:cubicBezTo>
                <a:cubicBezTo>
                  <a:pt x="45" y="79"/>
                  <a:pt x="40" y="80"/>
                  <a:pt x="35" y="80"/>
                </a:cubicBezTo>
                <a:cubicBezTo>
                  <a:pt x="30" y="80"/>
                  <a:pt x="26" y="79"/>
                  <a:pt x="21" y="77"/>
                </a:cubicBezTo>
                <a:cubicBezTo>
                  <a:pt x="17" y="75"/>
                  <a:pt x="13" y="73"/>
                  <a:pt x="10" y="70"/>
                </a:cubicBezTo>
                <a:cubicBezTo>
                  <a:pt x="7" y="66"/>
                  <a:pt x="5" y="63"/>
                  <a:pt x="3" y="58"/>
                </a:cubicBezTo>
                <a:cubicBezTo>
                  <a:pt x="1" y="54"/>
                  <a:pt x="0" y="50"/>
                  <a:pt x="0" y="45"/>
                </a:cubicBezTo>
                <a:cubicBezTo>
                  <a:pt x="0" y="0"/>
                  <a:pt x="0" y="0"/>
                  <a:pt x="0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47"/>
                  <a:pt x="19" y="49"/>
                  <a:pt x="20" y="51"/>
                </a:cubicBezTo>
                <a:cubicBezTo>
                  <a:pt x="21" y="53"/>
                  <a:pt x="22" y="55"/>
                  <a:pt x="24" y="56"/>
                </a:cubicBezTo>
                <a:cubicBezTo>
                  <a:pt x="25" y="57"/>
                  <a:pt x="27" y="59"/>
                  <a:pt x="29" y="59"/>
                </a:cubicBezTo>
                <a:cubicBezTo>
                  <a:pt x="31" y="60"/>
                  <a:pt x="33" y="61"/>
                  <a:pt x="35" y="61"/>
                </a:cubicBezTo>
                <a:cubicBezTo>
                  <a:pt x="37" y="61"/>
                  <a:pt x="39" y="60"/>
                  <a:pt x="41" y="59"/>
                </a:cubicBezTo>
                <a:cubicBezTo>
                  <a:pt x="43" y="59"/>
                  <a:pt x="45" y="57"/>
                  <a:pt x="46" y="56"/>
                </a:cubicBezTo>
                <a:cubicBezTo>
                  <a:pt x="48" y="55"/>
                  <a:pt x="49" y="53"/>
                  <a:pt x="50" y="51"/>
                </a:cubicBezTo>
                <a:cubicBezTo>
                  <a:pt x="51" y="49"/>
                  <a:pt x="51" y="47"/>
                  <a:pt x="51" y="45"/>
                </a:cubicBezTo>
                <a:lnTo>
                  <a:pt x="51" y="0"/>
                </a:lnTo>
                <a:close/>
                <a:moveTo>
                  <a:pt x="16" y="3"/>
                </a:moveTo>
                <a:cubicBezTo>
                  <a:pt x="3" y="3"/>
                  <a:pt x="3" y="3"/>
                  <a:pt x="3" y="3"/>
                </a:cubicBezTo>
                <a:cubicBezTo>
                  <a:pt x="3" y="13"/>
                  <a:pt x="3" y="13"/>
                  <a:pt x="3" y="13"/>
                </a:cubicBezTo>
                <a:cubicBezTo>
                  <a:pt x="16" y="13"/>
                  <a:pt x="16" y="13"/>
                  <a:pt x="16" y="13"/>
                </a:cubicBezTo>
                <a:lnTo>
                  <a:pt x="16" y="3"/>
                </a:lnTo>
                <a:close/>
                <a:moveTo>
                  <a:pt x="35" y="77"/>
                </a:moveTo>
                <a:cubicBezTo>
                  <a:pt x="40" y="77"/>
                  <a:pt x="44" y="76"/>
                  <a:pt x="48" y="74"/>
                </a:cubicBezTo>
                <a:cubicBezTo>
                  <a:pt x="51" y="72"/>
                  <a:pt x="55" y="70"/>
                  <a:pt x="58" y="67"/>
                </a:cubicBezTo>
                <a:cubicBezTo>
                  <a:pt x="61" y="64"/>
                  <a:pt x="63" y="61"/>
                  <a:pt x="65" y="57"/>
                </a:cubicBezTo>
                <a:cubicBezTo>
                  <a:pt x="66" y="53"/>
                  <a:pt x="67" y="49"/>
                  <a:pt x="67" y="45"/>
                </a:cubicBezTo>
                <a:cubicBezTo>
                  <a:pt x="67" y="16"/>
                  <a:pt x="67" y="16"/>
                  <a:pt x="67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7"/>
                  <a:pt x="54" y="50"/>
                  <a:pt x="53" y="52"/>
                </a:cubicBezTo>
                <a:cubicBezTo>
                  <a:pt x="52" y="54"/>
                  <a:pt x="50" y="57"/>
                  <a:pt x="49" y="58"/>
                </a:cubicBezTo>
                <a:cubicBezTo>
                  <a:pt x="47" y="60"/>
                  <a:pt x="45" y="61"/>
                  <a:pt x="43" y="62"/>
                </a:cubicBezTo>
                <a:cubicBezTo>
                  <a:pt x="40" y="63"/>
                  <a:pt x="38" y="64"/>
                  <a:pt x="35" y="64"/>
                </a:cubicBezTo>
                <a:cubicBezTo>
                  <a:pt x="33" y="64"/>
                  <a:pt x="30" y="63"/>
                  <a:pt x="28" y="62"/>
                </a:cubicBezTo>
                <a:cubicBezTo>
                  <a:pt x="25" y="61"/>
                  <a:pt x="23" y="60"/>
                  <a:pt x="22" y="58"/>
                </a:cubicBezTo>
                <a:cubicBezTo>
                  <a:pt x="20" y="57"/>
                  <a:pt x="18" y="54"/>
                  <a:pt x="17" y="52"/>
                </a:cubicBezTo>
                <a:cubicBezTo>
                  <a:pt x="16" y="50"/>
                  <a:pt x="16" y="47"/>
                  <a:pt x="16" y="45"/>
                </a:cubicBezTo>
                <a:cubicBezTo>
                  <a:pt x="16" y="16"/>
                  <a:pt x="16" y="16"/>
                  <a:pt x="16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9"/>
                  <a:pt x="4" y="53"/>
                  <a:pt x="6" y="57"/>
                </a:cubicBezTo>
                <a:cubicBezTo>
                  <a:pt x="7" y="61"/>
                  <a:pt x="10" y="64"/>
                  <a:pt x="12" y="67"/>
                </a:cubicBezTo>
                <a:cubicBezTo>
                  <a:pt x="15" y="70"/>
                  <a:pt x="19" y="72"/>
                  <a:pt x="23" y="74"/>
                </a:cubicBezTo>
                <a:cubicBezTo>
                  <a:pt x="27" y="76"/>
                  <a:pt x="31" y="77"/>
                  <a:pt x="35" y="77"/>
                </a:cubicBezTo>
                <a:close/>
                <a:moveTo>
                  <a:pt x="67" y="3"/>
                </a:moveTo>
                <a:cubicBezTo>
                  <a:pt x="54" y="3"/>
                  <a:pt x="54" y="3"/>
                  <a:pt x="54" y="3"/>
                </a:cubicBezTo>
                <a:cubicBezTo>
                  <a:pt x="54" y="13"/>
                  <a:pt x="54" y="13"/>
                  <a:pt x="54" y="13"/>
                </a:cubicBezTo>
                <a:cubicBezTo>
                  <a:pt x="67" y="13"/>
                  <a:pt x="67" y="13"/>
                  <a:pt x="67" y="13"/>
                </a:cubicBezTo>
                <a:lnTo>
                  <a:pt x="67" y="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1604963" y="2523321"/>
            <a:ext cx="300038" cy="338138"/>
          </a:xfrm>
          <a:custGeom>
            <a:avLst/>
            <a:gdLst>
              <a:gd name="T0" fmla="*/ 80 w 80"/>
              <a:gd name="T1" fmla="*/ 37 h 90"/>
              <a:gd name="T2" fmla="*/ 80 w 80"/>
              <a:gd name="T3" fmla="*/ 37 h 90"/>
              <a:gd name="T4" fmla="*/ 80 w 80"/>
              <a:gd name="T5" fmla="*/ 90 h 90"/>
              <a:gd name="T6" fmla="*/ 0 w 80"/>
              <a:gd name="T7" fmla="*/ 90 h 90"/>
              <a:gd name="T8" fmla="*/ 0 w 80"/>
              <a:gd name="T9" fmla="*/ 37 h 90"/>
              <a:gd name="T10" fmla="*/ 35 w 80"/>
              <a:gd name="T11" fmla="*/ 2 h 90"/>
              <a:gd name="T12" fmla="*/ 38 w 80"/>
              <a:gd name="T13" fmla="*/ 1 h 90"/>
              <a:gd name="T14" fmla="*/ 40 w 80"/>
              <a:gd name="T15" fmla="*/ 0 h 90"/>
              <a:gd name="T16" fmla="*/ 43 w 80"/>
              <a:gd name="T17" fmla="*/ 1 h 90"/>
              <a:gd name="T18" fmla="*/ 45 w 80"/>
              <a:gd name="T19" fmla="*/ 2 h 90"/>
              <a:gd name="T20" fmla="*/ 80 w 80"/>
              <a:gd name="T21" fmla="*/ 37 h 90"/>
              <a:gd name="T22" fmla="*/ 24 w 80"/>
              <a:gd name="T23" fmla="*/ 63 h 90"/>
              <a:gd name="T24" fmla="*/ 3 w 80"/>
              <a:gd name="T25" fmla="*/ 42 h 90"/>
              <a:gd name="T26" fmla="*/ 3 w 80"/>
              <a:gd name="T27" fmla="*/ 84 h 90"/>
              <a:gd name="T28" fmla="*/ 24 w 80"/>
              <a:gd name="T29" fmla="*/ 64 h 90"/>
              <a:gd name="T30" fmla="*/ 24 w 80"/>
              <a:gd name="T31" fmla="*/ 63 h 90"/>
              <a:gd name="T32" fmla="*/ 5 w 80"/>
              <a:gd name="T33" fmla="*/ 37 h 90"/>
              <a:gd name="T34" fmla="*/ 4 w 80"/>
              <a:gd name="T35" fmla="*/ 38 h 90"/>
              <a:gd name="T36" fmla="*/ 27 w 80"/>
              <a:gd name="T37" fmla="*/ 61 h 90"/>
              <a:gd name="T38" fmla="*/ 35 w 80"/>
              <a:gd name="T39" fmla="*/ 53 h 90"/>
              <a:gd name="T40" fmla="*/ 38 w 80"/>
              <a:gd name="T41" fmla="*/ 51 h 90"/>
              <a:gd name="T42" fmla="*/ 40 w 80"/>
              <a:gd name="T43" fmla="*/ 51 h 90"/>
              <a:gd name="T44" fmla="*/ 43 w 80"/>
              <a:gd name="T45" fmla="*/ 51 h 90"/>
              <a:gd name="T46" fmla="*/ 45 w 80"/>
              <a:gd name="T47" fmla="*/ 53 h 90"/>
              <a:gd name="T48" fmla="*/ 53 w 80"/>
              <a:gd name="T49" fmla="*/ 61 h 90"/>
              <a:gd name="T50" fmla="*/ 77 w 80"/>
              <a:gd name="T51" fmla="*/ 38 h 90"/>
              <a:gd name="T52" fmla="*/ 43 w 80"/>
              <a:gd name="T53" fmla="*/ 4 h 90"/>
              <a:gd name="T54" fmla="*/ 40 w 80"/>
              <a:gd name="T55" fmla="*/ 3 h 90"/>
              <a:gd name="T56" fmla="*/ 38 w 80"/>
              <a:gd name="T57" fmla="*/ 4 h 90"/>
              <a:gd name="T58" fmla="*/ 5 w 80"/>
              <a:gd name="T59" fmla="*/ 37 h 90"/>
              <a:gd name="T60" fmla="*/ 6 w 80"/>
              <a:gd name="T61" fmla="*/ 87 h 90"/>
              <a:gd name="T62" fmla="*/ 74 w 80"/>
              <a:gd name="T63" fmla="*/ 87 h 90"/>
              <a:gd name="T64" fmla="*/ 43 w 80"/>
              <a:gd name="T65" fmla="*/ 55 h 90"/>
              <a:gd name="T66" fmla="*/ 40 w 80"/>
              <a:gd name="T67" fmla="*/ 54 h 90"/>
              <a:gd name="T68" fmla="*/ 38 w 80"/>
              <a:gd name="T69" fmla="*/ 55 h 90"/>
              <a:gd name="T70" fmla="*/ 8 w 80"/>
              <a:gd name="T71" fmla="*/ 85 h 90"/>
              <a:gd name="T72" fmla="*/ 6 w 80"/>
              <a:gd name="T73" fmla="*/ 87 h 90"/>
              <a:gd name="T74" fmla="*/ 77 w 80"/>
              <a:gd name="T75" fmla="*/ 44 h 90"/>
              <a:gd name="T76" fmla="*/ 77 w 80"/>
              <a:gd name="T77" fmla="*/ 42 h 90"/>
              <a:gd name="T78" fmla="*/ 56 w 80"/>
              <a:gd name="T79" fmla="*/ 63 h 90"/>
              <a:gd name="T80" fmla="*/ 77 w 80"/>
              <a:gd name="T81" fmla="*/ 84 h 90"/>
              <a:gd name="T82" fmla="*/ 77 w 80"/>
              <a:gd name="T8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0" h="90">
                <a:moveTo>
                  <a:pt x="80" y="37"/>
                </a:moveTo>
                <a:cubicBezTo>
                  <a:pt x="80" y="37"/>
                  <a:pt x="80" y="37"/>
                  <a:pt x="80" y="37"/>
                </a:cubicBezTo>
                <a:cubicBezTo>
                  <a:pt x="80" y="90"/>
                  <a:pt x="80" y="90"/>
                  <a:pt x="80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37"/>
                  <a:pt x="0" y="37"/>
                  <a:pt x="0" y="37"/>
                </a:cubicBezTo>
                <a:cubicBezTo>
                  <a:pt x="35" y="2"/>
                  <a:pt x="35" y="2"/>
                  <a:pt x="35" y="2"/>
                </a:cubicBezTo>
                <a:cubicBezTo>
                  <a:pt x="36" y="2"/>
                  <a:pt x="37" y="1"/>
                  <a:pt x="38" y="1"/>
                </a:cubicBezTo>
                <a:cubicBezTo>
                  <a:pt x="38" y="0"/>
                  <a:pt x="39" y="0"/>
                  <a:pt x="40" y="0"/>
                </a:cubicBezTo>
                <a:cubicBezTo>
                  <a:pt x="41" y="0"/>
                  <a:pt x="42" y="0"/>
                  <a:pt x="43" y="1"/>
                </a:cubicBezTo>
                <a:cubicBezTo>
                  <a:pt x="44" y="1"/>
                  <a:pt x="44" y="2"/>
                  <a:pt x="45" y="2"/>
                </a:cubicBezTo>
                <a:lnTo>
                  <a:pt x="80" y="37"/>
                </a:lnTo>
                <a:close/>
                <a:moveTo>
                  <a:pt x="24" y="63"/>
                </a:moveTo>
                <a:cubicBezTo>
                  <a:pt x="3" y="42"/>
                  <a:pt x="3" y="42"/>
                  <a:pt x="3" y="42"/>
                </a:cubicBezTo>
                <a:cubicBezTo>
                  <a:pt x="3" y="84"/>
                  <a:pt x="3" y="84"/>
                  <a:pt x="3" y="84"/>
                </a:cubicBezTo>
                <a:cubicBezTo>
                  <a:pt x="24" y="64"/>
                  <a:pt x="24" y="64"/>
                  <a:pt x="24" y="64"/>
                </a:cubicBezTo>
                <a:lnTo>
                  <a:pt x="24" y="63"/>
                </a:lnTo>
                <a:close/>
                <a:moveTo>
                  <a:pt x="5" y="37"/>
                </a:moveTo>
                <a:cubicBezTo>
                  <a:pt x="4" y="38"/>
                  <a:pt x="4" y="38"/>
                  <a:pt x="4" y="38"/>
                </a:cubicBezTo>
                <a:cubicBezTo>
                  <a:pt x="27" y="61"/>
                  <a:pt x="27" y="61"/>
                  <a:pt x="27" y="61"/>
                </a:cubicBezTo>
                <a:cubicBezTo>
                  <a:pt x="35" y="53"/>
                  <a:pt x="35" y="53"/>
                  <a:pt x="35" y="53"/>
                </a:cubicBezTo>
                <a:cubicBezTo>
                  <a:pt x="36" y="52"/>
                  <a:pt x="37" y="51"/>
                  <a:pt x="38" y="51"/>
                </a:cubicBezTo>
                <a:cubicBezTo>
                  <a:pt x="38" y="51"/>
                  <a:pt x="39" y="51"/>
                  <a:pt x="40" y="51"/>
                </a:cubicBezTo>
                <a:cubicBezTo>
                  <a:pt x="41" y="51"/>
                  <a:pt x="42" y="51"/>
                  <a:pt x="43" y="51"/>
                </a:cubicBezTo>
                <a:cubicBezTo>
                  <a:pt x="44" y="51"/>
                  <a:pt x="44" y="52"/>
                  <a:pt x="45" y="53"/>
                </a:cubicBezTo>
                <a:cubicBezTo>
                  <a:pt x="53" y="61"/>
                  <a:pt x="53" y="61"/>
                  <a:pt x="53" y="61"/>
                </a:cubicBezTo>
                <a:cubicBezTo>
                  <a:pt x="77" y="38"/>
                  <a:pt x="77" y="38"/>
                  <a:pt x="77" y="38"/>
                </a:cubicBezTo>
                <a:cubicBezTo>
                  <a:pt x="43" y="4"/>
                  <a:pt x="43" y="4"/>
                  <a:pt x="43" y="4"/>
                </a:cubicBezTo>
                <a:cubicBezTo>
                  <a:pt x="42" y="4"/>
                  <a:pt x="41" y="3"/>
                  <a:pt x="40" y="3"/>
                </a:cubicBezTo>
                <a:cubicBezTo>
                  <a:pt x="39" y="3"/>
                  <a:pt x="38" y="4"/>
                  <a:pt x="38" y="4"/>
                </a:cubicBezTo>
                <a:lnTo>
                  <a:pt x="5" y="37"/>
                </a:lnTo>
                <a:close/>
                <a:moveTo>
                  <a:pt x="6" y="87"/>
                </a:moveTo>
                <a:cubicBezTo>
                  <a:pt x="74" y="87"/>
                  <a:pt x="74" y="87"/>
                  <a:pt x="74" y="87"/>
                </a:cubicBezTo>
                <a:cubicBezTo>
                  <a:pt x="43" y="55"/>
                  <a:pt x="43" y="55"/>
                  <a:pt x="43" y="55"/>
                </a:cubicBezTo>
                <a:cubicBezTo>
                  <a:pt x="42" y="54"/>
                  <a:pt x="41" y="54"/>
                  <a:pt x="40" y="54"/>
                </a:cubicBezTo>
                <a:cubicBezTo>
                  <a:pt x="39" y="54"/>
                  <a:pt x="38" y="54"/>
                  <a:pt x="38" y="55"/>
                </a:cubicBezTo>
                <a:cubicBezTo>
                  <a:pt x="8" y="85"/>
                  <a:pt x="8" y="85"/>
                  <a:pt x="8" y="85"/>
                </a:cubicBezTo>
                <a:lnTo>
                  <a:pt x="6" y="87"/>
                </a:lnTo>
                <a:close/>
                <a:moveTo>
                  <a:pt x="77" y="44"/>
                </a:moveTo>
                <a:cubicBezTo>
                  <a:pt x="77" y="42"/>
                  <a:pt x="77" y="42"/>
                  <a:pt x="77" y="42"/>
                </a:cubicBezTo>
                <a:cubicBezTo>
                  <a:pt x="56" y="63"/>
                  <a:pt x="56" y="63"/>
                  <a:pt x="56" y="63"/>
                </a:cubicBezTo>
                <a:cubicBezTo>
                  <a:pt x="77" y="84"/>
                  <a:pt x="77" y="84"/>
                  <a:pt x="77" y="84"/>
                </a:cubicBezTo>
                <a:lnTo>
                  <a:pt x="77" y="4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176463" y="2512208"/>
            <a:ext cx="239713" cy="360363"/>
          </a:xfrm>
          <a:custGeom>
            <a:avLst/>
            <a:gdLst>
              <a:gd name="T0" fmla="*/ 45 w 64"/>
              <a:gd name="T1" fmla="*/ 2 h 96"/>
              <a:gd name="T2" fmla="*/ 62 w 64"/>
              <a:gd name="T3" fmla="*/ 19 h 96"/>
              <a:gd name="T4" fmla="*/ 64 w 64"/>
              <a:gd name="T5" fmla="*/ 36 h 96"/>
              <a:gd name="T6" fmla="*/ 62 w 64"/>
              <a:gd name="T7" fmla="*/ 44 h 96"/>
              <a:gd name="T8" fmla="*/ 32 w 64"/>
              <a:gd name="T9" fmla="*/ 96 h 96"/>
              <a:gd name="T10" fmla="*/ 3 w 64"/>
              <a:gd name="T11" fmla="*/ 44 h 96"/>
              <a:gd name="T12" fmla="*/ 0 w 64"/>
              <a:gd name="T13" fmla="*/ 36 h 96"/>
              <a:gd name="T14" fmla="*/ 3 w 64"/>
              <a:gd name="T15" fmla="*/ 19 h 96"/>
              <a:gd name="T16" fmla="*/ 20 w 64"/>
              <a:gd name="T17" fmla="*/ 2 h 96"/>
              <a:gd name="T18" fmla="*/ 32 w 64"/>
              <a:gd name="T19" fmla="*/ 3 h 96"/>
              <a:gd name="T20" fmla="*/ 12 w 64"/>
              <a:gd name="T21" fmla="*/ 12 h 96"/>
              <a:gd name="T22" fmla="*/ 3 w 64"/>
              <a:gd name="T23" fmla="*/ 32 h 96"/>
              <a:gd name="T24" fmla="*/ 4 w 64"/>
              <a:gd name="T25" fmla="*/ 39 h 96"/>
              <a:gd name="T26" fmla="*/ 7 w 64"/>
              <a:gd name="T27" fmla="*/ 46 h 96"/>
              <a:gd name="T28" fmla="*/ 57 w 64"/>
              <a:gd name="T29" fmla="*/ 46 h 96"/>
              <a:gd name="T30" fmla="*/ 60 w 64"/>
              <a:gd name="T31" fmla="*/ 39 h 96"/>
              <a:gd name="T32" fmla="*/ 61 w 64"/>
              <a:gd name="T33" fmla="*/ 32 h 96"/>
              <a:gd name="T34" fmla="*/ 53 w 64"/>
              <a:gd name="T35" fmla="*/ 12 h 96"/>
              <a:gd name="T36" fmla="*/ 32 w 64"/>
              <a:gd name="T37" fmla="*/ 3 h 96"/>
              <a:gd name="T38" fmla="*/ 28 w 64"/>
              <a:gd name="T39" fmla="*/ 42 h 96"/>
              <a:gd name="T40" fmla="*/ 22 w 64"/>
              <a:gd name="T41" fmla="*/ 36 h 96"/>
              <a:gd name="T42" fmla="*/ 22 w 64"/>
              <a:gd name="T43" fmla="*/ 28 h 96"/>
              <a:gd name="T44" fmla="*/ 28 w 64"/>
              <a:gd name="T45" fmla="*/ 22 h 96"/>
              <a:gd name="T46" fmla="*/ 36 w 64"/>
              <a:gd name="T47" fmla="*/ 22 h 96"/>
              <a:gd name="T48" fmla="*/ 42 w 64"/>
              <a:gd name="T49" fmla="*/ 28 h 96"/>
              <a:gd name="T50" fmla="*/ 42 w 64"/>
              <a:gd name="T51" fmla="*/ 36 h 96"/>
              <a:gd name="T52" fmla="*/ 36 w 64"/>
              <a:gd name="T53" fmla="*/ 42 h 96"/>
              <a:gd name="T54" fmla="*/ 32 w 64"/>
              <a:gd name="T55" fmla="*/ 40 h 96"/>
              <a:gd name="T56" fmla="*/ 38 w 64"/>
              <a:gd name="T57" fmla="*/ 38 h 96"/>
              <a:gd name="T58" fmla="*/ 40 w 64"/>
              <a:gd name="T59" fmla="*/ 32 h 96"/>
              <a:gd name="T60" fmla="*/ 38 w 64"/>
              <a:gd name="T61" fmla="*/ 26 h 96"/>
              <a:gd name="T62" fmla="*/ 32 w 64"/>
              <a:gd name="T63" fmla="*/ 24 h 96"/>
              <a:gd name="T64" fmla="*/ 27 w 64"/>
              <a:gd name="T65" fmla="*/ 26 h 96"/>
              <a:gd name="T66" fmla="*/ 24 w 64"/>
              <a:gd name="T67" fmla="*/ 32 h 96"/>
              <a:gd name="T68" fmla="*/ 27 w 64"/>
              <a:gd name="T69" fmla="*/ 38 h 96"/>
              <a:gd name="T70" fmla="*/ 32 w 64"/>
              <a:gd name="T71" fmla="*/ 4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" h="96">
                <a:moveTo>
                  <a:pt x="32" y="0"/>
                </a:moveTo>
                <a:cubicBezTo>
                  <a:pt x="37" y="0"/>
                  <a:pt x="41" y="1"/>
                  <a:pt x="45" y="2"/>
                </a:cubicBezTo>
                <a:cubicBezTo>
                  <a:pt x="48" y="4"/>
                  <a:pt x="52" y="6"/>
                  <a:pt x="55" y="9"/>
                </a:cubicBezTo>
                <a:cubicBezTo>
                  <a:pt x="58" y="12"/>
                  <a:pt x="60" y="16"/>
                  <a:pt x="62" y="19"/>
                </a:cubicBezTo>
                <a:cubicBezTo>
                  <a:pt x="63" y="23"/>
                  <a:pt x="64" y="27"/>
                  <a:pt x="64" y="32"/>
                </a:cubicBezTo>
                <a:cubicBezTo>
                  <a:pt x="64" y="33"/>
                  <a:pt x="64" y="35"/>
                  <a:pt x="64" y="36"/>
                </a:cubicBezTo>
                <a:cubicBezTo>
                  <a:pt x="64" y="38"/>
                  <a:pt x="63" y="39"/>
                  <a:pt x="63" y="40"/>
                </a:cubicBezTo>
                <a:cubicBezTo>
                  <a:pt x="63" y="42"/>
                  <a:pt x="62" y="43"/>
                  <a:pt x="62" y="44"/>
                </a:cubicBezTo>
                <a:cubicBezTo>
                  <a:pt x="61" y="46"/>
                  <a:pt x="61" y="47"/>
                  <a:pt x="60" y="48"/>
                </a:cubicBezTo>
                <a:cubicBezTo>
                  <a:pt x="32" y="96"/>
                  <a:pt x="32" y="96"/>
                  <a:pt x="32" y="96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47"/>
                  <a:pt x="3" y="46"/>
                  <a:pt x="3" y="44"/>
                </a:cubicBezTo>
                <a:cubicBezTo>
                  <a:pt x="2" y="43"/>
                  <a:pt x="2" y="42"/>
                  <a:pt x="1" y="40"/>
                </a:cubicBezTo>
                <a:cubicBezTo>
                  <a:pt x="1" y="39"/>
                  <a:pt x="1" y="38"/>
                  <a:pt x="0" y="36"/>
                </a:cubicBezTo>
                <a:cubicBezTo>
                  <a:pt x="0" y="35"/>
                  <a:pt x="0" y="33"/>
                  <a:pt x="0" y="32"/>
                </a:cubicBezTo>
                <a:cubicBezTo>
                  <a:pt x="0" y="27"/>
                  <a:pt x="1" y="23"/>
                  <a:pt x="3" y="19"/>
                </a:cubicBezTo>
                <a:cubicBezTo>
                  <a:pt x="4" y="16"/>
                  <a:pt x="7" y="12"/>
                  <a:pt x="9" y="9"/>
                </a:cubicBezTo>
                <a:cubicBezTo>
                  <a:pt x="12" y="6"/>
                  <a:pt x="16" y="4"/>
                  <a:pt x="20" y="2"/>
                </a:cubicBezTo>
                <a:cubicBezTo>
                  <a:pt x="24" y="1"/>
                  <a:pt x="28" y="0"/>
                  <a:pt x="32" y="0"/>
                </a:cubicBezTo>
                <a:close/>
                <a:moveTo>
                  <a:pt x="32" y="3"/>
                </a:moveTo>
                <a:cubicBezTo>
                  <a:pt x="28" y="3"/>
                  <a:pt x="24" y="4"/>
                  <a:pt x="21" y="5"/>
                </a:cubicBezTo>
                <a:cubicBezTo>
                  <a:pt x="17" y="7"/>
                  <a:pt x="14" y="9"/>
                  <a:pt x="12" y="12"/>
                </a:cubicBezTo>
                <a:cubicBezTo>
                  <a:pt x="9" y="14"/>
                  <a:pt x="7" y="17"/>
                  <a:pt x="6" y="21"/>
                </a:cubicBezTo>
                <a:cubicBezTo>
                  <a:pt x="4" y="24"/>
                  <a:pt x="3" y="28"/>
                  <a:pt x="3" y="32"/>
                </a:cubicBezTo>
                <a:cubicBezTo>
                  <a:pt x="3" y="33"/>
                  <a:pt x="3" y="34"/>
                  <a:pt x="4" y="36"/>
                </a:cubicBezTo>
                <a:cubicBezTo>
                  <a:pt x="4" y="37"/>
                  <a:pt x="4" y="38"/>
                  <a:pt x="4" y="39"/>
                </a:cubicBezTo>
                <a:cubicBezTo>
                  <a:pt x="5" y="41"/>
                  <a:pt x="5" y="42"/>
                  <a:pt x="6" y="43"/>
                </a:cubicBezTo>
                <a:cubicBezTo>
                  <a:pt x="6" y="44"/>
                  <a:pt x="7" y="45"/>
                  <a:pt x="7" y="46"/>
                </a:cubicBezTo>
                <a:cubicBezTo>
                  <a:pt x="32" y="90"/>
                  <a:pt x="32" y="90"/>
                  <a:pt x="32" y="90"/>
                </a:cubicBezTo>
                <a:cubicBezTo>
                  <a:pt x="57" y="46"/>
                  <a:pt x="57" y="46"/>
                  <a:pt x="57" y="46"/>
                </a:cubicBezTo>
                <a:cubicBezTo>
                  <a:pt x="58" y="45"/>
                  <a:pt x="58" y="44"/>
                  <a:pt x="59" y="43"/>
                </a:cubicBezTo>
                <a:cubicBezTo>
                  <a:pt x="59" y="42"/>
                  <a:pt x="60" y="41"/>
                  <a:pt x="60" y="39"/>
                </a:cubicBezTo>
                <a:cubicBezTo>
                  <a:pt x="60" y="38"/>
                  <a:pt x="61" y="37"/>
                  <a:pt x="61" y="36"/>
                </a:cubicBezTo>
                <a:cubicBezTo>
                  <a:pt x="61" y="34"/>
                  <a:pt x="61" y="33"/>
                  <a:pt x="61" y="32"/>
                </a:cubicBezTo>
                <a:cubicBezTo>
                  <a:pt x="61" y="28"/>
                  <a:pt x="60" y="24"/>
                  <a:pt x="59" y="21"/>
                </a:cubicBezTo>
                <a:cubicBezTo>
                  <a:pt x="57" y="17"/>
                  <a:pt x="55" y="14"/>
                  <a:pt x="53" y="12"/>
                </a:cubicBezTo>
                <a:cubicBezTo>
                  <a:pt x="50" y="9"/>
                  <a:pt x="47" y="7"/>
                  <a:pt x="43" y="5"/>
                </a:cubicBezTo>
                <a:cubicBezTo>
                  <a:pt x="40" y="4"/>
                  <a:pt x="36" y="3"/>
                  <a:pt x="32" y="3"/>
                </a:cubicBezTo>
                <a:close/>
                <a:moveTo>
                  <a:pt x="32" y="43"/>
                </a:moveTo>
                <a:cubicBezTo>
                  <a:pt x="31" y="43"/>
                  <a:pt x="29" y="43"/>
                  <a:pt x="28" y="42"/>
                </a:cubicBezTo>
                <a:cubicBezTo>
                  <a:pt x="26" y="42"/>
                  <a:pt x="25" y="41"/>
                  <a:pt x="24" y="40"/>
                </a:cubicBezTo>
                <a:cubicBezTo>
                  <a:pt x="23" y="39"/>
                  <a:pt x="22" y="38"/>
                  <a:pt x="22" y="36"/>
                </a:cubicBezTo>
                <a:cubicBezTo>
                  <a:pt x="21" y="35"/>
                  <a:pt x="21" y="33"/>
                  <a:pt x="21" y="32"/>
                </a:cubicBezTo>
                <a:cubicBezTo>
                  <a:pt x="21" y="30"/>
                  <a:pt x="21" y="29"/>
                  <a:pt x="22" y="28"/>
                </a:cubicBezTo>
                <a:cubicBezTo>
                  <a:pt x="22" y="26"/>
                  <a:pt x="23" y="25"/>
                  <a:pt x="24" y="24"/>
                </a:cubicBezTo>
                <a:cubicBezTo>
                  <a:pt x="25" y="23"/>
                  <a:pt x="26" y="22"/>
                  <a:pt x="28" y="22"/>
                </a:cubicBezTo>
                <a:cubicBezTo>
                  <a:pt x="29" y="21"/>
                  <a:pt x="31" y="21"/>
                  <a:pt x="32" y="21"/>
                </a:cubicBezTo>
                <a:cubicBezTo>
                  <a:pt x="34" y="21"/>
                  <a:pt x="35" y="21"/>
                  <a:pt x="36" y="22"/>
                </a:cubicBezTo>
                <a:cubicBezTo>
                  <a:pt x="38" y="22"/>
                  <a:pt x="39" y="23"/>
                  <a:pt x="40" y="24"/>
                </a:cubicBezTo>
                <a:cubicBezTo>
                  <a:pt x="41" y="25"/>
                  <a:pt x="42" y="26"/>
                  <a:pt x="42" y="28"/>
                </a:cubicBezTo>
                <a:cubicBezTo>
                  <a:pt x="43" y="29"/>
                  <a:pt x="43" y="30"/>
                  <a:pt x="43" y="32"/>
                </a:cubicBezTo>
                <a:cubicBezTo>
                  <a:pt x="43" y="33"/>
                  <a:pt x="43" y="35"/>
                  <a:pt x="42" y="36"/>
                </a:cubicBezTo>
                <a:cubicBezTo>
                  <a:pt x="42" y="38"/>
                  <a:pt x="41" y="39"/>
                  <a:pt x="40" y="40"/>
                </a:cubicBezTo>
                <a:cubicBezTo>
                  <a:pt x="39" y="41"/>
                  <a:pt x="38" y="42"/>
                  <a:pt x="36" y="42"/>
                </a:cubicBezTo>
                <a:cubicBezTo>
                  <a:pt x="35" y="43"/>
                  <a:pt x="34" y="43"/>
                  <a:pt x="32" y="43"/>
                </a:cubicBezTo>
                <a:close/>
                <a:moveTo>
                  <a:pt x="32" y="40"/>
                </a:moveTo>
                <a:cubicBezTo>
                  <a:pt x="33" y="40"/>
                  <a:pt x="34" y="40"/>
                  <a:pt x="35" y="39"/>
                </a:cubicBezTo>
                <a:cubicBezTo>
                  <a:pt x="36" y="39"/>
                  <a:pt x="37" y="38"/>
                  <a:pt x="38" y="38"/>
                </a:cubicBezTo>
                <a:cubicBezTo>
                  <a:pt x="39" y="37"/>
                  <a:pt x="39" y="36"/>
                  <a:pt x="40" y="35"/>
                </a:cubicBezTo>
                <a:cubicBezTo>
                  <a:pt x="40" y="34"/>
                  <a:pt x="40" y="33"/>
                  <a:pt x="40" y="32"/>
                </a:cubicBezTo>
                <a:cubicBezTo>
                  <a:pt x="40" y="31"/>
                  <a:pt x="40" y="30"/>
                  <a:pt x="40" y="29"/>
                </a:cubicBezTo>
                <a:cubicBezTo>
                  <a:pt x="39" y="28"/>
                  <a:pt x="39" y="27"/>
                  <a:pt x="38" y="26"/>
                </a:cubicBezTo>
                <a:cubicBezTo>
                  <a:pt x="37" y="26"/>
                  <a:pt x="36" y="25"/>
                  <a:pt x="35" y="25"/>
                </a:cubicBezTo>
                <a:cubicBezTo>
                  <a:pt x="34" y="24"/>
                  <a:pt x="33" y="24"/>
                  <a:pt x="32" y="24"/>
                </a:cubicBezTo>
                <a:cubicBezTo>
                  <a:pt x="31" y="24"/>
                  <a:pt x="30" y="24"/>
                  <a:pt x="29" y="25"/>
                </a:cubicBezTo>
                <a:cubicBezTo>
                  <a:pt x="28" y="25"/>
                  <a:pt x="27" y="26"/>
                  <a:pt x="27" y="26"/>
                </a:cubicBezTo>
                <a:cubicBezTo>
                  <a:pt x="26" y="27"/>
                  <a:pt x="25" y="28"/>
                  <a:pt x="25" y="29"/>
                </a:cubicBezTo>
                <a:cubicBezTo>
                  <a:pt x="24" y="30"/>
                  <a:pt x="24" y="31"/>
                  <a:pt x="24" y="32"/>
                </a:cubicBezTo>
                <a:cubicBezTo>
                  <a:pt x="24" y="33"/>
                  <a:pt x="24" y="34"/>
                  <a:pt x="25" y="35"/>
                </a:cubicBezTo>
                <a:cubicBezTo>
                  <a:pt x="25" y="36"/>
                  <a:pt x="26" y="37"/>
                  <a:pt x="27" y="38"/>
                </a:cubicBezTo>
                <a:cubicBezTo>
                  <a:pt x="27" y="38"/>
                  <a:pt x="28" y="39"/>
                  <a:pt x="29" y="39"/>
                </a:cubicBezTo>
                <a:cubicBezTo>
                  <a:pt x="30" y="40"/>
                  <a:pt x="31" y="40"/>
                  <a:pt x="32" y="4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2686050" y="2545546"/>
            <a:ext cx="300038" cy="293688"/>
          </a:xfrm>
          <a:custGeom>
            <a:avLst/>
            <a:gdLst>
              <a:gd name="T0" fmla="*/ 144 w 189"/>
              <a:gd name="T1" fmla="*/ 3 h 185"/>
              <a:gd name="T2" fmla="*/ 189 w 189"/>
              <a:gd name="T3" fmla="*/ 26 h 185"/>
              <a:gd name="T4" fmla="*/ 189 w 189"/>
              <a:gd name="T5" fmla="*/ 185 h 185"/>
              <a:gd name="T6" fmla="*/ 140 w 189"/>
              <a:gd name="T7" fmla="*/ 159 h 185"/>
              <a:gd name="T8" fmla="*/ 95 w 189"/>
              <a:gd name="T9" fmla="*/ 183 h 185"/>
              <a:gd name="T10" fmla="*/ 50 w 189"/>
              <a:gd name="T11" fmla="*/ 159 h 185"/>
              <a:gd name="T12" fmla="*/ 0 w 189"/>
              <a:gd name="T13" fmla="*/ 185 h 185"/>
              <a:gd name="T14" fmla="*/ 0 w 189"/>
              <a:gd name="T15" fmla="*/ 26 h 185"/>
              <a:gd name="T16" fmla="*/ 50 w 189"/>
              <a:gd name="T17" fmla="*/ 0 h 185"/>
              <a:gd name="T18" fmla="*/ 95 w 189"/>
              <a:gd name="T19" fmla="*/ 24 h 185"/>
              <a:gd name="T20" fmla="*/ 137 w 189"/>
              <a:gd name="T21" fmla="*/ 3 h 185"/>
              <a:gd name="T22" fmla="*/ 140 w 189"/>
              <a:gd name="T23" fmla="*/ 0 h 185"/>
              <a:gd name="T24" fmla="*/ 144 w 189"/>
              <a:gd name="T25" fmla="*/ 3 h 185"/>
              <a:gd name="T26" fmla="*/ 45 w 189"/>
              <a:gd name="T27" fmla="*/ 154 h 185"/>
              <a:gd name="T28" fmla="*/ 45 w 189"/>
              <a:gd name="T29" fmla="*/ 10 h 185"/>
              <a:gd name="T30" fmla="*/ 7 w 189"/>
              <a:gd name="T31" fmla="*/ 29 h 185"/>
              <a:gd name="T32" fmla="*/ 7 w 189"/>
              <a:gd name="T33" fmla="*/ 171 h 185"/>
              <a:gd name="T34" fmla="*/ 45 w 189"/>
              <a:gd name="T35" fmla="*/ 154 h 185"/>
              <a:gd name="T36" fmla="*/ 90 w 189"/>
              <a:gd name="T37" fmla="*/ 171 h 185"/>
              <a:gd name="T38" fmla="*/ 90 w 189"/>
              <a:gd name="T39" fmla="*/ 29 h 185"/>
              <a:gd name="T40" fmla="*/ 55 w 189"/>
              <a:gd name="T41" fmla="*/ 10 h 185"/>
              <a:gd name="T42" fmla="*/ 55 w 189"/>
              <a:gd name="T43" fmla="*/ 154 h 185"/>
              <a:gd name="T44" fmla="*/ 90 w 189"/>
              <a:gd name="T45" fmla="*/ 171 h 185"/>
              <a:gd name="T46" fmla="*/ 137 w 189"/>
              <a:gd name="T47" fmla="*/ 154 h 185"/>
              <a:gd name="T48" fmla="*/ 137 w 189"/>
              <a:gd name="T49" fmla="*/ 10 h 185"/>
              <a:gd name="T50" fmla="*/ 100 w 189"/>
              <a:gd name="T51" fmla="*/ 29 h 185"/>
              <a:gd name="T52" fmla="*/ 100 w 189"/>
              <a:gd name="T53" fmla="*/ 171 h 185"/>
              <a:gd name="T54" fmla="*/ 137 w 189"/>
              <a:gd name="T55" fmla="*/ 154 h 185"/>
              <a:gd name="T56" fmla="*/ 182 w 189"/>
              <a:gd name="T57" fmla="*/ 171 h 185"/>
              <a:gd name="T58" fmla="*/ 182 w 189"/>
              <a:gd name="T59" fmla="*/ 29 h 185"/>
              <a:gd name="T60" fmla="*/ 144 w 189"/>
              <a:gd name="T61" fmla="*/ 10 h 185"/>
              <a:gd name="T62" fmla="*/ 144 w 189"/>
              <a:gd name="T63" fmla="*/ 154 h 185"/>
              <a:gd name="T64" fmla="*/ 182 w 189"/>
              <a:gd name="T65" fmla="*/ 171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9" h="185">
                <a:moveTo>
                  <a:pt x="144" y="3"/>
                </a:moveTo>
                <a:lnTo>
                  <a:pt x="189" y="26"/>
                </a:lnTo>
                <a:lnTo>
                  <a:pt x="189" y="185"/>
                </a:lnTo>
                <a:lnTo>
                  <a:pt x="140" y="159"/>
                </a:lnTo>
                <a:lnTo>
                  <a:pt x="95" y="183"/>
                </a:lnTo>
                <a:lnTo>
                  <a:pt x="50" y="159"/>
                </a:lnTo>
                <a:lnTo>
                  <a:pt x="0" y="185"/>
                </a:lnTo>
                <a:lnTo>
                  <a:pt x="0" y="26"/>
                </a:lnTo>
                <a:lnTo>
                  <a:pt x="50" y="0"/>
                </a:lnTo>
                <a:lnTo>
                  <a:pt x="95" y="24"/>
                </a:lnTo>
                <a:lnTo>
                  <a:pt x="137" y="3"/>
                </a:lnTo>
                <a:lnTo>
                  <a:pt x="140" y="0"/>
                </a:lnTo>
                <a:lnTo>
                  <a:pt x="144" y="3"/>
                </a:lnTo>
                <a:close/>
                <a:moveTo>
                  <a:pt x="45" y="154"/>
                </a:moveTo>
                <a:lnTo>
                  <a:pt x="45" y="10"/>
                </a:lnTo>
                <a:lnTo>
                  <a:pt x="7" y="29"/>
                </a:lnTo>
                <a:lnTo>
                  <a:pt x="7" y="171"/>
                </a:lnTo>
                <a:lnTo>
                  <a:pt x="45" y="154"/>
                </a:lnTo>
                <a:close/>
                <a:moveTo>
                  <a:pt x="90" y="171"/>
                </a:moveTo>
                <a:lnTo>
                  <a:pt x="90" y="29"/>
                </a:lnTo>
                <a:lnTo>
                  <a:pt x="55" y="10"/>
                </a:lnTo>
                <a:lnTo>
                  <a:pt x="55" y="154"/>
                </a:lnTo>
                <a:lnTo>
                  <a:pt x="90" y="171"/>
                </a:lnTo>
                <a:close/>
                <a:moveTo>
                  <a:pt x="137" y="154"/>
                </a:moveTo>
                <a:lnTo>
                  <a:pt x="137" y="10"/>
                </a:lnTo>
                <a:lnTo>
                  <a:pt x="100" y="29"/>
                </a:lnTo>
                <a:lnTo>
                  <a:pt x="100" y="171"/>
                </a:lnTo>
                <a:lnTo>
                  <a:pt x="137" y="154"/>
                </a:lnTo>
                <a:close/>
                <a:moveTo>
                  <a:pt x="182" y="171"/>
                </a:moveTo>
                <a:lnTo>
                  <a:pt x="182" y="29"/>
                </a:lnTo>
                <a:lnTo>
                  <a:pt x="144" y="10"/>
                </a:lnTo>
                <a:lnTo>
                  <a:pt x="144" y="154"/>
                </a:lnTo>
                <a:lnTo>
                  <a:pt x="182" y="17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3233738" y="2591583"/>
            <a:ext cx="290513" cy="203200"/>
          </a:xfrm>
          <a:custGeom>
            <a:avLst/>
            <a:gdLst>
              <a:gd name="T0" fmla="*/ 0 w 183"/>
              <a:gd name="T1" fmla="*/ 0 h 128"/>
              <a:gd name="T2" fmla="*/ 183 w 183"/>
              <a:gd name="T3" fmla="*/ 0 h 128"/>
              <a:gd name="T4" fmla="*/ 183 w 183"/>
              <a:gd name="T5" fmla="*/ 28 h 128"/>
              <a:gd name="T6" fmla="*/ 0 w 183"/>
              <a:gd name="T7" fmla="*/ 28 h 128"/>
              <a:gd name="T8" fmla="*/ 0 w 183"/>
              <a:gd name="T9" fmla="*/ 0 h 128"/>
              <a:gd name="T10" fmla="*/ 0 w 183"/>
              <a:gd name="T11" fmla="*/ 78 h 128"/>
              <a:gd name="T12" fmla="*/ 0 w 183"/>
              <a:gd name="T13" fmla="*/ 50 h 128"/>
              <a:gd name="T14" fmla="*/ 183 w 183"/>
              <a:gd name="T15" fmla="*/ 50 h 128"/>
              <a:gd name="T16" fmla="*/ 183 w 183"/>
              <a:gd name="T17" fmla="*/ 78 h 128"/>
              <a:gd name="T18" fmla="*/ 0 w 183"/>
              <a:gd name="T19" fmla="*/ 78 h 128"/>
              <a:gd name="T20" fmla="*/ 0 w 183"/>
              <a:gd name="T21" fmla="*/ 128 h 128"/>
              <a:gd name="T22" fmla="*/ 0 w 183"/>
              <a:gd name="T23" fmla="*/ 97 h 128"/>
              <a:gd name="T24" fmla="*/ 183 w 183"/>
              <a:gd name="T25" fmla="*/ 97 h 128"/>
              <a:gd name="T26" fmla="*/ 183 w 183"/>
              <a:gd name="T27" fmla="*/ 128 h 128"/>
              <a:gd name="T28" fmla="*/ 0 w 183"/>
              <a:gd name="T29" fmla="*/ 128 h 128"/>
              <a:gd name="T30" fmla="*/ 173 w 183"/>
              <a:gd name="T31" fmla="*/ 21 h 128"/>
              <a:gd name="T32" fmla="*/ 173 w 183"/>
              <a:gd name="T33" fmla="*/ 7 h 128"/>
              <a:gd name="T34" fmla="*/ 8 w 183"/>
              <a:gd name="T35" fmla="*/ 7 h 128"/>
              <a:gd name="T36" fmla="*/ 8 w 183"/>
              <a:gd name="T37" fmla="*/ 21 h 128"/>
              <a:gd name="T38" fmla="*/ 173 w 183"/>
              <a:gd name="T39" fmla="*/ 21 h 128"/>
              <a:gd name="T40" fmla="*/ 8 w 183"/>
              <a:gd name="T41" fmla="*/ 57 h 128"/>
              <a:gd name="T42" fmla="*/ 8 w 183"/>
              <a:gd name="T43" fmla="*/ 71 h 128"/>
              <a:gd name="T44" fmla="*/ 173 w 183"/>
              <a:gd name="T45" fmla="*/ 71 h 128"/>
              <a:gd name="T46" fmla="*/ 173 w 183"/>
              <a:gd name="T47" fmla="*/ 57 h 128"/>
              <a:gd name="T48" fmla="*/ 8 w 183"/>
              <a:gd name="T49" fmla="*/ 57 h 128"/>
              <a:gd name="T50" fmla="*/ 8 w 183"/>
              <a:gd name="T51" fmla="*/ 106 h 128"/>
              <a:gd name="T52" fmla="*/ 8 w 183"/>
              <a:gd name="T53" fmla="*/ 121 h 128"/>
              <a:gd name="T54" fmla="*/ 173 w 183"/>
              <a:gd name="T55" fmla="*/ 121 h 128"/>
              <a:gd name="T56" fmla="*/ 173 w 183"/>
              <a:gd name="T57" fmla="*/ 106 h 128"/>
              <a:gd name="T58" fmla="*/ 8 w 183"/>
              <a:gd name="T59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3" h="128">
                <a:moveTo>
                  <a:pt x="0" y="0"/>
                </a:moveTo>
                <a:lnTo>
                  <a:pt x="183" y="0"/>
                </a:lnTo>
                <a:lnTo>
                  <a:pt x="183" y="28"/>
                </a:lnTo>
                <a:lnTo>
                  <a:pt x="0" y="28"/>
                </a:lnTo>
                <a:lnTo>
                  <a:pt x="0" y="0"/>
                </a:lnTo>
                <a:close/>
                <a:moveTo>
                  <a:pt x="0" y="78"/>
                </a:moveTo>
                <a:lnTo>
                  <a:pt x="0" y="50"/>
                </a:lnTo>
                <a:lnTo>
                  <a:pt x="183" y="50"/>
                </a:lnTo>
                <a:lnTo>
                  <a:pt x="183" y="78"/>
                </a:lnTo>
                <a:lnTo>
                  <a:pt x="0" y="78"/>
                </a:lnTo>
                <a:close/>
                <a:moveTo>
                  <a:pt x="0" y="128"/>
                </a:moveTo>
                <a:lnTo>
                  <a:pt x="0" y="97"/>
                </a:lnTo>
                <a:lnTo>
                  <a:pt x="183" y="97"/>
                </a:lnTo>
                <a:lnTo>
                  <a:pt x="183" y="128"/>
                </a:lnTo>
                <a:lnTo>
                  <a:pt x="0" y="128"/>
                </a:lnTo>
                <a:close/>
                <a:moveTo>
                  <a:pt x="173" y="21"/>
                </a:moveTo>
                <a:lnTo>
                  <a:pt x="173" y="7"/>
                </a:lnTo>
                <a:lnTo>
                  <a:pt x="8" y="7"/>
                </a:lnTo>
                <a:lnTo>
                  <a:pt x="8" y="21"/>
                </a:lnTo>
                <a:lnTo>
                  <a:pt x="173" y="21"/>
                </a:lnTo>
                <a:close/>
                <a:moveTo>
                  <a:pt x="8" y="57"/>
                </a:moveTo>
                <a:lnTo>
                  <a:pt x="8" y="71"/>
                </a:lnTo>
                <a:lnTo>
                  <a:pt x="173" y="71"/>
                </a:lnTo>
                <a:lnTo>
                  <a:pt x="173" y="57"/>
                </a:lnTo>
                <a:lnTo>
                  <a:pt x="8" y="57"/>
                </a:lnTo>
                <a:close/>
                <a:moveTo>
                  <a:pt x="8" y="106"/>
                </a:moveTo>
                <a:lnTo>
                  <a:pt x="8" y="121"/>
                </a:lnTo>
                <a:lnTo>
                  <a:pt x="173" y="121"/>
                </a:lnTo>
                <a:lnTo>
                  <a:pt x="173" y="106"/>
                </a:ln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3816350" y="2512208"/>
            <a:ext cx="203200" cy="360363"/>
          </a:xfrm>
          <a:custGeom>
            <a:avLst/>
            <a:gdLst>
              <a:gd name="T0" fmla="*/ 54 w 54"/>
              <a:gd name="T1" fmla="*/ 33 h 96"/>
              <a:gd name="T2" fmla="*/ 52 w 54"/>
              <a:gd name="T3" fmla="*/ 60 h 96"/>
              <a:gd name="T4" fmla="*/ 39 w 54"/>
              <a:gd name="T5" fmla="*/ 74 h 96"/>
              <a:gd name="T6" fmla="*/ 29 w 54"/>
              <a:gd name="T7" fmla="*/ 77 h 96"/>
              <a:gd name="T8" fmla="*/ 43 w 54"/>
              <a:gd name="T9" fmla="*/ 93 h 96"/>
              <a:gd name="T10" fmla="*/ 11 w 54"/>
              <a:gd name="T11" fmla="*/ 96 h 96"/>
              <a:gd name="T12" fmla="*/ 26 w 54"/>
              <a:gd name="T13" fmla="*/ 93 h 96"/>
              <a:gd name="T14" fmla="*/ 26 w 54"/>
              <a:gd name="T15" fmla="*/ 77 h 96"/>
              <a:gd name="T16" fmla="*/ 7 w 54"/>
              <a:gd name="T17" fmla="*/ 68 h 96"/>
              <a:gd name="T18" fmla="*/ 0 w 54"/>
              <a:gd name="T19" fmla="*/ 49 h 96"/>
              <a:gd name="T20" fmla="*/ 3 w 54"/>
              <a:gd name="T21" fmla="*/ 33 h 96"/>
              <a:gd name="T22" fmla="*/ 5 w 54"/>
              <a:gd name="T23" fmla="*/ 59 h 96"/>
              <a:gd name="T24" fmla="*/ 18 w 54"/>
              <a:gd name="T25" fmla="*/ 72 h 96"/>
              <a:gd name="T26" fmla="*/ 36 w 54"/>
              <a:gd name="T27" fmla="*/ 72 h 96"/>
              <a:gd name="T28" fmla="*/ 49 w 54"/>
              <a:gd name="T29" fmla="*/ 59 h 96"/>
              <a:gd name="T30" fmla="*/ 51 w 54"/>
              <a:gd name="T31" fmla="*/ 33 h 96"/>
              <a:gd name="T32" fmla="*/ 20 w 54"/>
              <a:gd name="T33" fmla="*/ 66 h 96"/>
              <a:gd name="T34" fmla="*/ 11 w 54"/>
              <a:gd name="T35" fmla="*/ 56 h 96"/>
              <a:gd name="T36" fmla="*/ 10 w 54"/>
              <a:gd name="T37" fmla="*/ 18 h 96"/>
              <a:gd name="T38" fmla="*/ 15 w 54"/>
              <a:gd name="T39" fmla="*/ 5 h 96"/>
              <a:gd name="T40" fmla="*/ 27 w 54"/>
              <a:gd name="T41" fmla="*/ 0 h 96"/>
              <a:gd name="T42" fmla="*/ 40 w 54"/>
              <a:gd name="T43" fmla="*/ 5 h 96"/>
              <a:gd name="T44" fmla="*/ 45 w 54"/>
              <a:gd name="T45" fmla="*/ 18 h 96"/>
              <a:gd name="T46" fmla="*/ 43 w 54"/>
              <a:gd name="T47" fmla="*/ 56 h 96"/>
              <a:gd name="T48" fmla="*/ 34 w 54"/>
              <a:gd name="T49" fmla="*/ 66 h 96"/>
              <a:gd name="T50" fmla="*/ 13 w 54"/>
              <a:gd name="T51" fmla="*/ 18 h 96"/>
              <a:gd name="T52" fmla="*/ 14 w 54"/>
              <a:gd name="T53" fmla="*/ 55 h 96"/>
              <a:gd name="T54" fmla="*/ 22 w 54"/>
              <a:gd name="T55" fmla="*/ 63 h 96"/>
              <a:gd name="T56" fmla="*/ 33 w 54"/>
              <a:gd name="T57" fmla="*/ 63 h 96"/>
              <a:gd name="T58" fmla="*/ 40 w 54"/>
              <a:gd name="T59" fmla="*/ 55 h 96"/>
              <a:gd name="T60" fmla="*/ 42 w 54"/>
              <a:gd name="T61" fmla="*/ 18 h 96"/>
              <a:gd name="T62" fmla="*/ 37 w 54"/>
              <a:gd name="T63" fmla="*/ 7 h 96"/>
              <a:gd name="T64" fmla="*/ 27 w 54"/>
              <a:gd name="T65" fmla="*/ 3 h 96"/>
              <a:gd name="T66" fmla="*/ 17 w 54"/>
              <a:gd name="T67" fmla="*/ 7 h 96"/>
              <a:gd name="T68" fmla="*/ 13 w 54"/>
              <a:gd name="T69" fmla="*/ 1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4" h="96">
                <a:moveTo>
                  <a:pt x="51" y="33"/>
                </a:moveTo>
                <a:cubicBezTo>
                  <a:pt x="54" y="33"/>
                  <a:pt x="54" y="33"/>
                  <a:pt x="54" y="33"/>
                </a:cubicBezTo>
                <a:cubicBezTo>
                  <a:pt x="54" y="49"/>
                  <a:pt x="54" y="49"/>
                  <a:pt x="54" y="49"/>
                </a:cubicBezTo>
                <a:cubicBezTo>
                  <a:pt x="54" y="53"/>
                  <a:pt x="54" y="56"/>
                  <a:pt x="52" y="60"/>
                </a:cubicBezTo>
                <a:cubicBezTo>
                  <a:pt x="51" y="63"/>
                  <a:pt x="49" y="66"/>
                  <a:pt x="47" y="68"/>
                </a:cubicBezTo>
                <a:cubicBezTo>
                  <a:pt x="44" y="71"/>
                  <a:pt x="42" y="73"/>
                  <a:pt x="39" y="74"/>
                </a:cubicBezTo>
                <a:cubicBezTo>
                  <a:pt x="35" y="75"/>
                  <a:pt x="32" y="76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93"/>
                  <a:pt x="29" y="93"/>
                  <a:pt x="29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3" y="96"/>
                  <a:pt x="43" y="96"/>
                  <a:pt x="43" y="96"/>
                </a:cubicBezTo>
                <a:cubicBezTo>
                  <a:pt x="11" y="96"/>
                  <a:pt x="11" y="96"/>
                  <a:pt x="11" y="96"/>
                </a:cubicBezTo>
                <a:cubicBezTo>
                  <a:pt x="11" y="93"/>
                  <a:pt x="11" y="93"/>
                  <a:pt x="11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77"/>
                  <a:pt x="26" y="77"/>
                  <a:pt x="26" y="77"/>
                </a:cubicBezTo>
                <a:cubicBezTo>
                  <a:pt x="26" y="77"/>
                  <a:pt x="26" y="77"/>
                  <a:pt x="26" y="77"/>
                </a:cubicBezTo>
                <a:cubicBezTo>
                  <a:pt x="22" y="76"/>
                  <a:pt x="19" y="75"/>
                  <a:pt x="16" y="74"/>
                </a:cubicBezTo>
                <a:cubicBezTo>
                  <a:pt x="13" y="73"/>
                  <a:pt x="10" y="71"/>
                  <a:pt x="7" y="68"/>
                </a:cubicBezTo>
                <a:cubicBezTo>
                  <a:pt x="5" y="66"/>
                  <a:pt x="3" y="63"/>
                  <a:pt x="2" y="60"/>
                </a:cubicBezTo>
                <a:cubicBezTo>
                  <a:pt x="1" y="56"/>
                  <a:pt x="0" y="53"/>
                  <a:pt x="0" y="49"/>
                </a:cubicBezTo>
                <a:cubicBezTo>
                  <a:pt x="0" y="33"/>
                  <a:pt x="0" y="33"/>
                  <a:pt x="0" y="33"/>
                </a:cubicBezTo>
                <a:cubicBezTo>
                  <a:pt x="3" y="33"/>
                  <a:pt x="3" y="33"/>
                  <a:pt x="3" y="33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53"/>
                  <a:pt x="4" y="56"/>
                  <a:pt x="5" y="59"/>
                </a:cubicBezTo>
                <a:cubicBezTo>
                  <a:pt x="6" y="62"/>
                  <a:pt x="8" y="64"/>
                  <a:pt x="10" y="66"/>
                </a:cubicBezTo>
                <a:cubicBezTo>
                  <a:pt x="12" y="69"/>
                  <a:pt x="15" y="70"/>
                  <a:pt x="18" y="72"/>
                </a:cubicBezTo>
                <a:cubicBezTo>
                  <a:pt x="21" y="73"/>
                  <a:pt x="24" y="73"/>
                  <a:pt x="27" y="73"/>
                </a:cubicBezTo>
                <a:cubicBezTo>
                  <a:pt x="30" y="73"/>
                  <a:pt x="33" y="73"/>
                  <a:pt x="36" y="72"/>
                </a:cubicBezTo>
                <a:cubicBezTo>
                  <a:pt x="39" y="70"/>
                  <a:pt x="42" y="69"/>
                  <a:pt x="44" y="66"/>
                </a:cubicBezTo>
                <a:cubicBezTo>
                  <a:pt x="46" y="64"/>
                  <a:pt x="48" y="62"/>
                  <a:pt x="49" y="59"/>
                </a:cubicBezTo>
                <a:cubicBezTo>
                  <a:pt x="51" y="56"/>
                  <a:pt x="51" y="53"/>
                  <a:pt x="51" y="49"/>
                </a:cubicBezTo>
                <a:lnTo>
                  <a:pt x="51" y="33"/>
                </a:lnTo>
                <a:close/>
                <a:moveTo>
                  <a:pt x="27" y="67"/>
                </a:moveTo>
                <a:cubicBezTo>
                  <a:pt x="25" y="67"/>
                  <a:pt x="23" y="67"/>
                  <a:pt x="20" y="66"/>
                </a:cubicBezTo>
                <a:cubicBezTo>
                  <a:pt x="18" y="65"/>
                  <a:pt x="16" y="63"/>
                  <a:pt x="15" y="62"/>
                </a:cubicBezTo>
                <a:cubicBezTo>
                  <a:pt x="13" y="60"/>
                  <a:pt x="12" y="58"/>
                  <a:pt x="11" y="56"/>
                </a:cubicBezTo>
                <a:cubicBezTo>
                  <a:pt x="10" y="54"/>
                  <a:pt x="10" y="52"/>
                  <a:pt x="10" y="49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5"/>
                  <a:pt x="10" y="13"/>
                  <a:pt x="11" y="11"/>
                </a:cubicBezTo>
                <a:cubicBezTo>
                  <a:pt x="12" y="9"/>
                  <a:pt x="13" y="7"/>
                  <a:pt x="15" y="5"/>
                </a:cubicBezTo>
                <a:cubicBezTo>
                  <a:pt x="16" y="4"/>
                  <a:pt x="18" y="2"/>
                  <a:pt x="20" y="1"/>
                </a:cubicBezTo>
                <a:cubicBezTo>
                  <a:pt x="23" y="1"/>
                  <a:pt x="25" y="0"/>
                  <a:pt x="27" y="0"/>
                </a:cubicBezTo>
                <a:cubicBezTo>
                  <a:pt x="30" y="0"/>
                  <a:pt x="32" y="1"/>
                  <a:pt x="34" y="1"/>
                </a:cubicBezTo>
                <a:cubicBezTo>
                  <a:pt x="36" y="2"/>
                  <a:pt x="38" y="4"/>
                  <a:pt x="40" y="5"/>
                </a:cubicBezTo>
                <a:cubicBezTo>
                  <a:pt x="41" y="7"/>
                  <a:pt x="42" y="9"/>
                  <a:pt x="43" y="11"/>
                </a:cubicBezTo>
                <a:cubicBezTo>
                  <a:pt x="44" y="13"/>
                  <a:pt x="45" y="15"/>
                  <a:pt x="45" y="18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52"/>
                  <a:pt x="44" y="54"/>
                  <a:pt x="43" y="56"/>
                </a:cubicBezTo>
                <a:cubicBezTo>
                  <a:pt x="42" y="58"/>
                  <a:pt x="41" y="60"/>
                  <a:pt x="40" y="62"/>
                </a:cubicBezTo>
                <a:cubicBezTo>
                  <a:pt x="38" y="63"/>
                  <a:pt x="36" y="65"/>
                  <a:pt x="34" y="66"/>
                </a:cubicBezTo>
                <a:cubicBezTo>
                  <a:pt x="32" y="67"/>
                  <a:pt x="30" y="67"/>
                  <a:pt x="27" y="67"/>
                </a:cubicBezTo>
                <a:close/>
                <a:moveTo>
                  <a:pt x="13" y="18"/>
                </a:moveTo>
                <a:cubicBezTo>
                  <a:pt x="13" y="49"/>
                  <a:pt x="13" y="49"/>
                  <a:pt x="13" y="49"/>
                </a:cubicBezTo>
                <a:cubicBezTo>
                  <a:pt x="13" y="51"/>
                  <a:pt x="13" y="53"/>
                  <a:pt x="14" y="55"/>
                </a:cubicBezTo>
                <a:cubicBezTo>
                  <a:pt x="15" y="57"/>
                  <a:pt x="16" y="58"/>
                  <a:pt x="17" y="60"/>
                </a:cubicBezTo>
                <a:cubicBezTo>
                  <a:pt x="18" y="61"/>
                  <a:pt x="20" y="62"/>
                  <a:pt x="22" y="63"/>
                </a:cubicBezTo>
                <a:cubicBezTo>
                  <a:pt x="23" y="63"/>
                  <a:pt x="25" y="64"/>
                  <a:pt x="27" y="64"/>
                </a:cubicBezTo>
                <a:cubicBezTo>
                  <a:pt x="29" y="64"/>
                  <a:pt x="31" y="63"/>
                  <a:pt x="33" y="63"/>
                </a:cubicBezTo>
                <a:cubicBezTo>
                  <a:pt x="35" y="62"/>
                  <a:pt x="36" y="61"/>
                  <a:pt x="37" y="60"/>
                </a:cubicBezTo>
                <a:cubicBezTo>
                  <a:pt x="39" y="58"/>
                  <a:pt x="40" y="57"/>
                  <a:pt x="40" y="55"/>
                </a:cubicBezTo>
                <a:cubicBezTo>
                  <a:pt x="41" y="53"/>
                  <a:pt x="42" y="51"/>
                  <a:pt x="42" y="49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6"/>
                  <a:pt x="41" y="14"/>
                  <a:pt x="40" y="12"/>
                </a:cubicBezTo>
                <a:cubicBezTo>
                  <a:pt x="40" y="10"/>
                  <a:pt x="39" y="9"/>
                  <a:pt x="37" y="7"/>
                </a:cubicBezTo>
                <a:cubicBezTo>
                  <a:pt x="36" y="6"/>
                  <a:pt x="35" y="5"/>
                  <a:pt x="33" y="4"/>
                </a:cubicBezTo>
                <a:cubicBezTo>
                  <a:pt x="31" y="4"/>
                  <a:pt x="29" y="3"/>
                  <a:pt x="27" y="3"/>
                </a:cubicBezTo>
                <a:cubicBezTo>
                  <a:pt x="25" y="3"/>
                  <a:pt x="23" y="4"/>
                  <a:pt x="22" y="4"/>
                </a:cubicBezTo>
                <a:cubicBezTo>
                  <a:pt x="20" y="5"/>
                  <a:pt x="18" y="6"/>
                  <a:pt x="17" y="7"/>
                </a:cubicBezTo>
                <a:cubicBezTo>
                  <a:pt x="16" y="9"/>
                  <a:pt x="15" y="10"/>
                  <a:pt x="14" y="12"/>
                </a:cubicBezTo>
                <a:cubicBezTo>
                  <a:pt x="13" y="14"/>
                  <a:pt x="13" y="16"/>
                  <a:pt x="13" y="18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4303713" y="2553483"/>
            <a:ext cx="312738" cy="277813"/>
          </a:xfrm>
          <a:custGeom>
            <a:avLst/>
            <a:gdLst>
              <a:gd name="T0" fmla="*/ 197 w 197"/>
              <a:gd name="T1" fmla="*/ 138 h 175"/>
              <a:gd name="T2" fmla="*/ 102 w 197"/>
              <a:gd name="T3" fmla="*/ 138 h 175"/>
              <a:gd name="T4" fmla="*/ 102 w 197"/>
              <a:gd name="T5" fmla="*/ 166 h 175"/>
              <a:gd name="T6" fmla="*/ 128 w 197"/>
              <a:gd name="T7" fmla="*/ 166 h 175"/>
              <a:gd name="T8" fmla="*/ 128 w 197"/>
              <a:gd name="T9" fmla="*/ 175 h 175"/>
              <a:gd name="T10" fmla="*/ 67 w 197"/>
              <a:gd name="T11" fmla="*/ 175 h 175"/>
              <a:gd name="T12" fmla="*/ 67 w 197"/>
              <a:gd name="T13" fmla="*/ 166 h 175"/>
              <a:gd name="T14" fmla="*/ 93 w 197"/>
              <a:gd name="T15" fmla="*/ 166 h 175"/>
              <a:gd name="T16" fmla="*/ 93 w 197"/>
              <a:gd name="T17" fmla="*/ 138 h 175"/>
              <a:gd name="T18" fmla="*/ 0 w 197"/>
              <a:gd name="T19" fmla="*/ 138 h 175"/>
              <a:gd name="T20" fmla="*/ 0 w 197"/>
              <a:gd name="T21" fmla="*/ 0 h 175"/>
              <a:gd name="T22" fmla="*/ 197 w 197"/>
              <a:gd name="T23" fmla="*/ 0 h 175"/>
              <a:gd name="T24" fmla="*/ 197 w 197"/>
              <a:gd name="T25" fmla="*/ 138 h 175"/>
              <a:gd name="T26" fmla="*/ 7 w 197"/>
              <a:gd name="T27" fmla="*/ 7 h 175"/>
              <a:gd name="T28" fmla="*/ 7 w 197"/>
              <a:gd name="T29" fmla="*/ 130 h 175"/>
              <a:gd name="T30" fmla="*/ 189 w 197"/>
              <a:gd name="T31" fmla="*/ 130 h 175"/>
              <a:gd name="T32" fmla="*/ 189 w 197"/>
              <a:gd name="T33" fmla="*/ 7 h 175"/>
              <a:gd name="T34" fmla="*/ 7 w 197"/>
              <a:gd name="T35" fmla="*/ 7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7" h="175">
                <a:moveTo>
                  <a:pt x="197" y="138"/>
                </a:moveTo>
                <a:lnTo>
                  <a:pt x="102" y="138"/>
                </a:lnTo>
                <a:lnTo>
                  <a:pt x="102" y="166"/>
                </a:lnTo>
                <a:lnTo>
                  <a:pt x="128" y="166"/>
                </a:lnTo>
                <a:lnTo>
                  <a:pt x="128" y="175"/>
                </a:lnTo>
                <a:lnTo>
                  <a:pt x="67" y="175"/>
                </a:lnTo>
                <a:lnTo>
                  <a:pt x="67" y="166"/>
                </a:lnTo>
                <a:lnTo>
                  <a:pt x="93" y="166"/>
                </a:lnTo>
                <a:lnTo>
                  <a:pt x="93" y="138"/>
                </a:lnTo>
                <a:lnTo>
                  <a:pt x="0" y="138"/>
                </a:lnTo>
                <a:lnTo>
                  <a:pt x="0" y="0"/>
                </a:lnTo>
                <a:lnTo>
                  <a:pt x="197" y="0"/>
                </a:lnTo>
                <a:lnTo>
                  <a:pt x="197" y="138"/>
                </a:lnTo>
                <a:close/>
                <a:moveTo>
                  <a:pt x="7" y="7"/>
                </a:moveTo>
                <a:lnTo>
                  <a:pt x="7" y="130"/>
                </a:lnTo>
                <a:lnTo>
                  <a:pt x="189" y="130"/>
                </a:lnTo>
                <a:lnTo>
                  <a:pt x="189" y="7"/>
                </a:lnTo>
                <a:lnTo>
                  <a:pt x="7" y="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4818063" y="2655083"/>
            <a:ext cx="360363" cy="71438"/>
          </a:xfrm>
          <a:custGeom>
            <a:avLst/>
            <a:gdLst>
              <a:gd name="T0" fmla="*/ 14 w 96"/>
              <a:gd name="T1" fmla="*/ 1 h 19"/>
              <a:gd name="T2" fmla="*/ 19 w 96"/>
              <a:gd name="T3" fmla="*/ 6 h 19"/>
              <a:gd name="T4" fmla="*/ 19 w 96"/>
              <a:gd name="T5" fmla="*/ 14 h 19"/>
              <a:gd name="T6" fmla="*/ 14 w 96"/>
              <a:gd name="T7" fmla="*/ 19 h 19"/>
              <a:gd name="T8" fmla="*/ 6 w 96"/>
              <a:gd name="T9" fmla="*/ 19 h 19"/>
              <a:gd name="T10" fmla="*/ 1 w 96"/>
              <a:gd name="T11" fmla="*/ 14 h 19"/>
              <a:gd name="T12" fmla="*/ 1 w 96"/>
              <a:gd name="T13" fmla="*/ 6 h 19"/>
              <a:gd name="T14" fmla="*/ 6 w 96"/>
              <a:gd name="T15" fmla="*/ 1 h 19"/>
              <a:gd name="T16" fmla="*/ 10 w 96"/>
              <a:gd name="T17" fmla="*/ 16 h 19"/>
              <a:gd name="T18" fmla="*/ 14 w 96"/>
              <a:gd name="T19" fmla="*/ 14 h 19"/>
              <a:gd name="T20" fmla="*/ 16 w 96"/>
              <a:gd name="T21" fmla="*/ 10 h 19"/>
              <a:gd name="T22" fmla="*/ 14 w 96"/>
              <a:gd name="T23" fmla="*/ 5 h 19"/>
              <a:gd name="T24" fmla="*/ 10 w 96"/>
              <a:gd name="T25" fmla="*/ 4 h 19"/>
              <a:gd name="T26" fmla="*/ 5 w 96"/>
              <a:gd name="T27" fmla="*/ 5 h 19"/>
              <a:gd name="T28" fmla="*/ 3 w 96"/>
              <a:gd name="T29" fmla="*/ 10 h 19"/>
              <a:gd name="T30" fmla="*/ 5 w 96"/>
              <a:gd name="T31" fmla="*/ 14 h 19"/>
              <a:gd name="T32" fmla="*/ 10 w 96"/>
              <a:gd name="T33" fmla="*/ 16 h 19"/>
              <a:gd name="T34" fmla="*/ 52 w 96"/>
              <a:gd name="T35" fmla="*/ 1 h 19"/>
              <a:gd name="T36" fmla="*/ 57 w 96"/>
              <a:gd name="T37" fmla="*/ 6 h 19"/>
              <a:gd name="T38" fmla="*/ 57 w 96"/>
              <a:gd name="T39" fmla="*/ 14 h 19"/>
              <a:gd name="T40" fmla="*/ 52 w 96"/>
              <a:gd name="T41" fmla="*/ 19 h 19"/>
              <a:gd name="T42" fmla="*/ 44 w 96"/>
              <a:gd name="T43" fmla="*/ 19 h 19"/>
              <a:gd name="T44" fmla="*/ 39 w 96"/>
              <a:gd name="T45" fmla="*/ 14 h 19"/>
              <a:gd name="T46" fmla="*/ 39 w 96"/>
              <a:gd name="T47" fmla="*/ 6 h 19"/>
              <a:gd name="T48" fmla="*/ 44 w 96"/>
              <a:gd name="T49" fmla="*/ 1 h 19"/>
              <a:gd name="T50" fmla="*/ 48 w 96"/>
              <a:gd name="T51" fmla="*/ 16 h 19"/>
              <a:gd name="T52" fmla="*/ 53 w 96"/>
              <a:gd name="T53" fmla="*/ 14 h 19"/>
              <a:gd name="T54" fmla="*/ 55 w 96"/>
              <a:gd name="T55" fmla="*/ 10 h 19"/>
              <a:gd name="T56" fmla="*/ 53 w 96"/>
              <a:gd name="T57" fmla="*/ 5 h 19"/>
              <a:gd name="T58" fmla="*/ 48 w 96"/>
              <a:gd name="T59" fmla="*/ 4 h 19"/>
              <a:gd name="T60" fmla="*/ 44 w 96"/>
              <a:gd name="T61" fmla="*/ 5 h 19"/>
              <a:gd name="T62" fmla="*/ 42 w 96"/>
              <a:gd name="T63" fmla="*/ 10 h 19"/>
              <a:gd name="T64" fmla="*/ 44 w 96"/>
              <a:gd name="T65" fmla="*/ 14 h 19"/>
              <a:gd name="T66" fmla="*/ 48 w 96"/>
              <a:gd name="T67" fmla="*/ 16 h 19"/>
              <a:gd name="T68" fmla="*/ 90 w 96"/>
              <a:gd name="T69" fmla="*/ 1 h 19"/>
              <a:gd name="T70" fmla="*/ 95 w 96"/>
              <a:gd name="T71" fmla="*/ 6 h 19"/>
              <a:gd name="T72" fmla="*/ 95 w 96"/>
              <a:gd name="T73" fmla="*/ 14 h 19"/>
              <a:gd name="T74" fmla="*/ 90 w 96"/>
              <a:gd name="T75" fmla="*/ 19 h 19"/>
              <a:gd name="T76" fmla="*/ 83 w 96"/>
              <a:gd name="T77" fmla="*/ 19 h 19"/>
              <a:gd name="T78" fmla="*/ 78 w 96"/>
              <a:gd name="T79" fmla="*/ 14 h 19"/>
              <a:gd name="T80" fmla="*/ 78 w 96"/>
              <a:gd name="T81" fmla="*/ 6 h 19"/>
              <a:gd name="T82" fmla="*/ 83 w 96"/>
              <a:gd name="T83" fmla="*/ 1 h 19"/>
              <a:gd name="T84" fmla="*/ 87 w 96"/>
              <a:gd name="T85" fmla="*/ 16 h 19"/>
              <a:gd name="T86" fmla="*/ 91 w 96"/>
              <a:gd name="T87" fmla="*/ 14 h 19"/>
              <a:gd name="T88" fmla="*/ 93 w 96"/>
              <a:gd name="T89" fmla="*/ 10 h 19"/>
              <a:gd name="T90" fmla="*/ 91 w 96"/>
              <a:gd name="T91" fmla="*/ 5 h 19"/>
              <a:gd name="T92" fmla="*/ 87 w 96"/>
              <a:gd name="T93" fmla="*/ 4 h 19"/>
              <a:gd name="T94" fmla="*/ 82 w 96"/>
              <a:gd name="T95" fmla="*/ 5 h 19"/>
              <a:gd name="T96" fmla="*/ 80 w 96"/>
              <a:gd name="T97" fmla="*/ 10 h 19"/>
              <a:gd name="T98" fmla="*/ 82 w 96"/>
              <a:gd name="T99" fmla="*/ 14 h 19"/>
              <a:gd name="T100" fmla="*/ 87 w 96"/>
              <a:gd name="T101" fmla="*/ 1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6" h="19">
                <a:moveTo>
                  <a:pt x="10" y="0"/>
                </a:moveTo>
                <a:cubicBezTo>
                  <a:pt x="11" y="0"/>
                  <a:pt x="12" y="1"/>
                  <a:pt x="14" y="1"/>
                </a:cubicBezTo>
                <a:cubicBezTo>
                  <a:pt x="15" y="2"/>
                  <a:pt x="16" y="2"/>
                  <a:pt x="16" y="3"/>
                </a:cubicBezTo>
                <a:cubicBezTo>
                  <a:pt x="17" y="4"/>
                  <a:pt x="18" y="5"/>
                  <a:pt x="19" y="6"/>
                </a:cubicBezTo>
                <a:cubicBezTo>
                  <a:pt x="19" y="7"/>
                  <a:pt x="19" y="9"/>
                  <a:pt x="19" y="10"/>
                </a:cubicBezTo>
                <a:cubicBezTo>
                  <a:pt x="19" y="11"/>
                  <a:pt x="19" y="13"/>
                  <a:pt x="19" y="14"/>
                </a:cubicBezTo>
                <a:cubicBezTo>
                  <a:pt x="18" y="15"/>
                  <a:pt x="17" y="16"/>
                  <a:pt x="16" y="17"/>
                </a:cubicBezTo>
                <a:cubicBezTo>
                  <a:pt x="16" y="18"/>
                  <a:pt x="15" y="18"/>
                  <a:pt x="14" y="19"/>
                </a:cubicBezTo>
                <a:cubicBezTo>
                  <a:pt x="12" y="19"/>
                  <a:pt x="11" y="19"/>
                  <a:pt x="10" y="19"/>
                </a:cubicBezTo>
                <a:cubicBezTo>
                  <a:pt x="8" y="19"/>
                  <a:pt x="7" y="19"/>
                  <a:pt x="6" y="19"/>
                </a:cubicBezTo>
                <a:cubicBezTo>
                  <a:pt x="5" y="18"/>
                  <a:pt x="4" y="18"/>
                  <a:pt x="3" y="17"/>
                </a:cubicBezTo>
                <a:cubicBezTo>
                  <a:pt x="2" y="16"/>
                  <a:pt x="1" y="15"/>
                  <a:pt x="1" y="14"/>
                </a:cubicBezTo>
                <a:cubicBezTo>
                  <a:pt x="0" y="13"/>
                  <a:pt x="0" y="11"/>
                  <a:pt x="0" y="10"/>
                </a:cubicBezTo>
                <a:cubicBezTo>
                  <a:pt x="0" y="9"/>
                  <a:pt x="0" y="7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2"/>
                  <a:pt x="6" y="1"/>
                </a:cubicBezTo>
                <a:cubicBezTo>
                  <a:pt x="7" y="1"/>
                  <a:pt x="8" y="0"/>
                  <a:pt x="10" y="0"/>
                </a:cubicBezTo>
                <a:close/>
                <a:moveTo>
                  <a:pt x="10" y="16"/>
                </a:moveTo>
                <a:cubicBezTo>
                  <a:pt x="11" y="16"/>
                  <a:pt x="11" y="16"/>
                  <a:pt x="12" y="16"/>
                </a:cubicBezTo>
                <a:cubicBezTo>
                  <a:pt x="13" y="15"/>
                  <a:pt x="14" y="15"/>
                  <a:pt x="14" y="14"/>
                </a:cubicBezTo>
                <a:cubicBezTo>
                  <a:pt x="15" y="14"/>
                  <a:pt x="15" y="13"/>
                  <a:pt x="16" y="12"/>
                </a:cubicBezTo>
                <a:cubicBezTo>
                  <a:pt x="16" y="12"/>
                  <a:pt x="16" y="11"/>
                  <a:pt x="16" y="10"/>
                </a:cubicBezTo>
                <a:cubicBezTo>
                  <a:pt x="16" y="9"/>
                  <a:pt x="16" y="8"/>
                  <a:pt x="16" y="7"/>
                </a:cubicBezTo>
                <a:cubicBezTo>
                  <a:pt x="15" y="7"/>
                  <a:pt x="15" y="6"/>
                  <a:pt x="14" y="5"/>
                </a:cubicBezTo>
                <a:cubicBezTo>
                  <a:pt x="14" y="5"/>
                  <a:pt x="13" y="4"/>
                  <a:pt x="12" y="4"/>
                </a:cubicBezTo>
                <a:cubicBezTo>
                  <a:pt x="11" y="4"/>
                  <a:pt x="11" y="4"/>
                  <a:pt x="10" y="4"/>
                </a:cubicBezTo>
                <a:cubicBezTo>
                  <a:pt x="9" y="4"/>
                  <a:pt x="8" y="4"/>
                  <a:pt x="7" y="4"/>
                </a:cubicBezTo>
                <a:cubicBezTo>
                  <a:pt x="7" y="4"/>
                  <a:pt x="6" y="5"/>
                  <a:pt x="5" y="5"/>
                </a:cubicBezTo>
                <a:cubicBezTo>
                  <a:pt x="5" y="6"/>
                  <a:pt x="4" y="7"/>
                  <a:pt x="4" y="7"/>
                </a:cubicBezTo>
                <a:cubicBezTo>
                  <a:pt x="4" y="8"/>
                  <a:pt x="3" y="9"/>
                  <a:pt x="3" y="10"/>
                </a:cubicBezTo>
                <a:cubicBezTo>
                  <a:pt x="3" y="11"/>
                  <a:pt x="4" y="12"/>
                  <a:pt x="4" y="12"/>
                </a:cubicBezTo>
                <a:cubicBezTo>
                  <a:pt x="4" y="13"/>
                  <a:pt x="5" y="14"/>
                  <a:pt x="5" y="14"/>
                </a:cubicBezTo>
                <a:cubicBezTo>
                  <a:pt x="6" y="15"/>
                  <a:pt x="7" y="15"/>
                  <a:pt x="7" y="16"/>
                </a:cubicBezTo>
                <a:cubicBezTo>
                  <a:pt x="8" y="16"/>
                  <a:pt x="9" y="16"/>
                  <a:pt x="10" y="16"/>
                </a:cubicBezTo>
                <a:close/>
                <a:moveTo>
                  <a:pt x="48" y="0"/>
                </a:moveTo>
                <a:cubicBezTo>
                  <a:pt x="50" y="0"/>
                  <a:pt x="51" y="1"/>
                  <a:pt x="52" y="1"/>
                </a:cubicBezTo>
                <a:cubicBezTo>
                  <a:pt x="53" y="2"/>
                  <a:pt x="54" y="2"/>
                  <a:pt x="55" y="3"/>
                </a:cubicBezTo>
                <a:cubicBezTo>
                  <a:pt x="56" y="4"/>
                  <a:pt x="56" y="5"/>
                  <a:pt x="57" y="6"/>
                </a:cubicBezTo>
                <a:cubicBezTo>
                  <a:pt x="57" y="7"/>
                  <a:pt x="58" y="9"/>
                  <a:pt x="58" y="10"/>
                </a:cubicBezTo>
                <a:cubicBezTo>
                  <a:pt x="58" y="11"/>
                  <a:pt x="57" y="13"/>
                  <a:pt x="57" y="14"/>
                </a:cubicBezTo>
                <a:cubicBezTo>
                  <a:pt x="56" y="15"/>
                  <a:pt x="56" y="16"/>
                  <a:pt x="55" y="17"/>
                </a:cubicBezTo>
                <a:cubicBezTo>
                  <a:pt x="54" y="18"/>
                  <a:pt x="53" y="18"/>
                  <a:pt x="52" y="19"/>
                </a:cubicBezTo>
                <a:cubicBezTo>
                  <a:pt x="51" y="19"/>
                  <a:pt x="50" y="19"/>
                  <a:pt x="48" y="19"/>
                </a:cubicBezTo>
                <a:cubicBezTo>
                  <a:pt x="47" y="19"/>
                  <a:pt x="46" y="19"/>
                  <a:pt x="44" y="19"/>
                </a:cubicBezTo>
                <a:cubicBezTo>
                  <a:pt x="43" y="18"/>
                  <a:pt x="42" y="18"/>
                  <a:pt x="41" y="17"/>
                </a:cubicBezTo>
                <a:cubicBezTo>
                  <a:pt x="41" y="16"/>
                  <a:pt x="40" y="15"/>
                  <a:pt x="39" y="14"/>
                </a:cubicBezTo>
                <a:cubicBezTo>
                  <a:pt x="39" y="13"/>
                  <a:pt x="39" y="11"/>
                  <a:pt x="39" y="10"/>
                </a:cubicBezTo>
                <a:cubicBezTo>
                  <a:pt x="39" y="9"/>
                  <a:pt x="39" y="7"/>
                  <a:pt x="39" y="6"/>
                </a:cubicBezTo>
                <a:cubicBezTo>
                  <a:pt x="40" y="5"/>
                  <a:pt x="41" y="4"/>
                  <a:pt x="41" y="3"/>
                </a:cubicBezTo>
                <a:cubicBezTo>
                  <a:pt x="42" y="2"/>
                  <a:pt x="43" y="2"/>
                  <a:pt x="44" y="1"/>
                </a:cubicBezTo>
                <a:cubicBezTo>
                  <a:pt x="46" y="1"/>
                  <a:pt x="47" y="0"/>
                  <a:pt x="48" y="0"/>
                </a:cubicBezTo>
                <a:close/>
                <a:moveTo>
                  <a:pt x="48" y="16"/>
                </a:moveTo>
                <a:cubicBezTo>
                  <a:pt x="49" y="16"/>
                  <a:pt x="50" y="16"/>
                  <a:pt x="51" y="16"/>
                </a:cubicBezTo>
                <a:cubicBezTo>
                  <a:pt x="51" y="15"/>
                  <a:pt x="52" y="15"/>
                  <a:pt x="53" y="14"/>
                </a:cubicBezTo>
                <a:cubicBezTo>
                  <a:pt x="53" y="14"/>
                  <a:pt x="54" y="13"/>
                  <a:pt x="54" y="12"/>
                </a:cubicBezTo>
                <a:cubicBezTo>
                  <a:pt x="54" y="12"/>
                  <a:pt x="55" y="11"/>
                  <a:pt x="55" y="10"/>
                </a:cubicBezTo>
                <a:cubicBezTo>
                  <a:pt x="55" y="9"/>
                  <a:pt x="54" y="8"/>
                  <a:pt x="54" y="7"/>
                </a:cubicBezTo>
                <a:cubicBezTo>
                  <a:pt x="54" y="7"/>
                  <a:pt x="53" y="6"/>
                  <a:pt x="53" y="5"/>
                </a:cubicBezTo>
                <a:cubicBezTo>
                  <a:pt x="52" y="5"/>
                  <a:pt x="51" y="4"/>
                  <a:pt x="51" y="4"/>
                </a:cubicBezTo>
                <a:cubicBezTo>
                  <a:pt x="50" y="4"/>
                  <a:pt x="49" y="4"/>
                  <a:pt x="48" y="4"/>
                </a:cubicBezTo>
                <a:cubicBezTo>
                  <a:pt x="47" y="4"/>
                  <a:pt x="46" y="4"/>
                  <a:pt x="46" y="4"/>
                </a:cubicBezTo>
                <a:cubicBezTo>
                  <a:pt x="45" y="4"/>
                  <a:pt x="44" y="5"/>
                  <a:pt x="44" y="5"/>
                </a:cubicBezTo>
                <a:cubicBezTo>
                  <a:pt x="43" y="6"/>
                  <a:pt x="43" y="7"/>
                  <a:pt x="42" y="7"/>
                </a:cubicBezTo>
                <a:cubicBezTo>
                  <a:pt x="42" y="8"/>
                  <a:pt x="42" y="9"/>
                  <a:pt x="42" y="10"/>
                </a:cubicBezTo>
                <a:cubicBezTo>
                  <a:pt x="42" y="11"/>
                  <a:pt x="42" y="12"/>
                  <a:pt x="42" y="12"/>
                </a:cubicBezTo>
                <a:cubicBezTo>
                  <a:pt x="43" y="13"/>
                  <a:pt x="43" y="14"/>
                  <a:pt x="44" y="14"/>
                </a:cubicBezTo>
                <a:cubicBezTo>
                  <a:pt x="44" y="15"/>
                  <a:pt x="45" y="15"/>
                  <a:pt x="46" y="16"/>
                </a:cubicBezTo>
                <a:cubicBezTo>
                  <a:pt x="46" y="16"/>
                  <a:pt x="47" y="16"/>
                  <a:pt x="48" y="16"/>
                </a:cubicBezTo>
                <a:close/>
                <a:moveTo>
                  <a:pt x="87" y="0"/>
                </a:moveTo>
                <a:cubicBezTo>
                  <a:pt x="88" y="0"/>
                  <a:pt x="89" y="1"/>
                  <a:pt x="90" y="1"/>
                </a:cubicBezTo>
                <a:cubicBezTo>
                  <a:pt x="91" y="2"/>
                  <a:pt x="92" y="2"/>
                  <a:pt x="93" y="3"/>
                </a:cubicBezTo>
                <a:cubicBezTo>
                  <a:pt x="94" y="4"/>
                  <a:pt x="95" y="5"/>
                  <a:pt x="95" y="6"/>
                </a:cubicBezTo>
                <a:cubicBezTo>
                  <a:pt x="96" y="7"/>
                  <a:pt x="96" y="9"/>
                  <a:pt x="96" y="10"/>
                </a:cubicBezTo>
                <a:cubicBezTo>
                  <a:pt x="96" y="11"/>
                  <a:pt x="96" y="13"/>
                  <a:pt x="95" y="14"/>
                </a:cubicBezTo>
                <a:cubicBezTo>
                  <a:pt x="95" y="15"/>
                  <a:pt x="94" y="16"/>
                  <a:pt x="93" y="17"/>
                </a:cubicBezTo>
                <a:cubicBezTo>
                  <a:pt x="92" y="18"/>
                  <a:pt x="91" y="18"/>
                  <a:pt x="90" y="19"/>
                </a:cubicBezTo>
                <a:cubicBezTo>
                  <a:pt x="89" y="19"/>
                  <a:pt x="88" y="19"/>
                  <a:pt x="87" y="19"/>
                </a:cubicBezTo>
                <a:cubicBezTo>
                  <a:pt x="85" y="19"/>
                  <a:pt x="84" y="19"/>
                  <a:pt x="83" y="19"/>
                </a:cubicBezTo>
                <a:cubicBezTo>
                  <a:pt x="82" y="18"/>
                  <a:pt x="81" y="18"/>
                  <a:pt x="80" y="17"/>
                </a:cubicBezTo>
                <a:cubicBezTo>
                  <a:pt x="79" y="16"/>
                  <a:pt x="78" y="15"/>
                  <a:pt x="78" y="14"/>
                </a:cubicBezTo>
                <a:cubicBezTo>
                  <a:pt x="77" y="13"/>
                  <a:pt x="77" y="11"/>
                  <a:pt x="77" y="10"/>
                </a:cubicBezTo>
                <a:cubicBezTo>
                  <a:pt x="77" y="9"/>
                  <a:pt x="77" y="7"/>
                  <a:pt x="78" y="6"/>
                </a:cubicBezTo>
                <a:cubicBezTo>
                  <a:pt x="78" y="5"/>
                  <a:pt x="79" y="4"/>
                  <a:pt x="80" y="3"/>
                </a:cubicBezTo>
                <a:cubicBezTo>
                  <a:pt x="81" y="2"/>
                  <a:pt x="82" y="2"/>
                  <a:pt x="83" y="1"/>
                </a:cubicBezTo>
                <a:cubicBezTo>
                  <a:pt x="84" y="1"/>
                  <a:pt x="85" y="0"/>
                  <a:pt x="87" y="0"/>
                </a:cubicBezTo>
                <a:close/>
                <a:moveTo>
                  <a:pt x="87" y="16"/>
                </a:moveTo>
                <a:cubicBezTo>
                  <a:pt x="87" y="16"/>
                  <a:pt x="88" y="16"/>
                  <a:pt x="89" y="16"/>
                </a:cubicBezTo>
                <a:cubicBezTo>
                  <a:pt x="90" y="15"/>
                  <a:pt x="90" y="15"/>
                  <a:pt x="91" y="14"/>
                </a:cubicBezTo>
                <a:cubicBezTo>
                  <a:pt x="92" y="14"/>
                  <a:pt x="92" y="13"/>
                  <a:pt x="92" y="12"/>
                </a:cubicBezTo>
                <a:cubicBezTo>
                  <a:pt x="93" y="12"/>
                  <a:pt x="93" y="11"/>
                  <a:pt x="93" y="10"/>
                </a:cubicBezTo>
                <a:cubicBezTo>
                  <a:pt x="93" y="9"/>
                  <a:pt x="93" y="8"/>
                  <a:pt x="92" y="7"/>
                </a:cubicBezTo>
                <a:cubicBezTo>
                  <a:pt x="92" y="7"/>
                  <a:pt x="92" y="6"/>
                  <a:pt x="91" y="5"/>
                </a:cubicBezTo>
                <a:cubicBezTo>
                  <a:pt x="90" y="5"/>
                  <a:pt x="90" y="4"/>
                  <a:pt x="89" y="4"/>
                </a:cubicBezTo>
                <a:cubicBezTo>
                  <a:pt x="88" y="4"/>
                  <a:pt x="87" y="4"/>
                  <a:pt x="87" y="4"/>
                </a:cubicBezTo>
                <a:cubicBezTo>
                  <a:pt x="86" y="4"/>
                  <a:pt x="85" y="4"/>
                  <a:pt x="84" y="4"/>
                </a:cubicBezTo>
                <a:cubicBezTo>
                  <a:pt x="83" y="4"/>
                  <a:pt x="83" y="5"/>
                  <a:pt x="82" y="5"/>
                </a:cubicBezTo>
                <a:cubicBezTo>
                  <a:pt x="81" y="6"/>
                  <a:pt x="81" y="7"/>
                  <a:pt x="81" y="7"/>
                </a:cubicBezTo>
                <a:cubicBezTo>
                  <a:pt x="80" y="8"/>
                  <a:pt x="80" y="9"/>
                  <a:pt x="80" y="10"/>
                </a:cubicBezTo>
                <a:cubicBezTo>
                  <a:pt x="80" y="11"/>
                  <a:pt x="80" y="12"/>
                  <a:pt x="81" y="12"/>
                </a:cubicBezTo>
                <a:cubicBezTo>
                  <a:pt x="81" y="13"/>
                  <a:pt x="81" y="14"/>
                  <a:pt x="82" y="14"/>
                </a:cubicBezTo>
                <a:cubicBezTo>
                  <a:pt x="83" y="15"/>
                  <a:pt x="83" y="15"/>
                  <a:pt x="84" y="16"/>
                </a:cubicBezTo>
                <a:cubicBezTo>
                  <a:pt x="85" y="16"/>
                  <a:pt x="86" y="16"/>
                  <a:pt x="87" y="16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5448300" y="2512208"/>
            <a:ext cx="180975" cy="360363"/>
          </a:xfrm>
          <a:custGeom>
            <a:avLst/>
            <a:gdLst>
              <a:gd name="T0" fmla="*/ 35 w 48"/>
              <a:gd name="T1" fmla="*/ 28 h 96"/>
              <a:gd name="T2" fmla="*/ 46 w 48"/>
              <a:gd name="T3" fmla="*/ 40 h 96"/>
              <a:gd name="T4" fmla="*/ 48 w 48"/>
              <a:gd name="T5" fmla="*/ 73 h 96"/>
              <a:gd name="T6" fmla="*/ 41 w 48"/>
              <a:gd name="T7" fmla="*/ 89 h 96"/>
              <a:gd name="T8" fmla="*/ 24 w 48"/>
              <a:gd name="T9" fmla="*/ 96 h 96"/>
              <a:gd name="T10" fmla="*/ 7 w 48"/>
              <a:gd name="T11" fmla="*/ 89 h 96"/>
              <a:gd name="T12" fmla="*/ 0 w 48"/>
              <a:gd name="T13" fmla="*/ 73 h 96"/>
              <a:gd name="T14" fmla="*/ 2 w 48"/>
              <a:gd name="T15" fmla="*/ 40 h 96"/>
              <a:gd name="T16" fmla="*/ 14 w 48"/>
              <a:gd name="T17" fmla="*/ 28 h 96"/>
              <a:gd name="T18" fmla="*/ 22 w 48"/>
              <a:gd name="T19" fmla="*/ 21 h 96"/>
              <a:gd name="T20" fmla="*/ 25 w 48"/>
              <a:gd name="T21" fmla="*/ 16 h 96"/>
              <a:gd name="T22" fmla="*/ 30 w 48"/>
              <a:gd name="T23" fmla="*/ 13 h 96"/>
              <a:gd name="T24" fmla="*/ 35 w 48"/>
              <a:gd name="T25" fmla="*/ 8 h 96"/>
              <a:gd name="T26" fmla="*/ 39 w 48"/>
              <a:gd name="T27" fmla="*/ 0 h 96"/>
              <a:gd name="T28" fmla="*/ 38 w 48"/>
              <a:gd name="T29" fmla="*/ 10 h 96"/>
              <a:gd name="T30" fmla="*/ 34 w 48"/>
              <a:gd name="T31" fmla="*/ 14 h 96"/>
              <a:gd name="T32" fmla="*/ 28 w 48"/>
              <a:gd name="T33" fmla="*/ 18 h 96"/>
              <a:gd name="T34" fmla="*/ 26 w 48"/>
              <a:gd name="T35" fmla="*/ 26 h 96"/>
              <a:gd name="T36" fmla="*/ 3 w 48"/>
              <a:gd name="T37" fmla="*/ 51 h 96"/>
              <a:gd name="T38" fmla="*/ 22 w 48"/>
              <a:gd name="T39" fmla="*/ 29 h 96"/>
              <a:gd name="T40" fmla="*/ 9 w 48"/>
              <a:gd name="T41" fmla="*/ 35 h 96"/>
              <a:gd name="T42" fmla="*/ 3 w 48"/>
              <a:gd name="T43" fmla="*/ 49 h 96"/>
              <a:gd name="T44" fmla="*/ 32 w 48"/>
              <a:gd name="T45" fmla="*/ 91 h 96"/>
              <a:gd name="T46" fmla="*/ 43 w 48"/>
              <a:gd name="T47" fmla="*/ 80 h 96"/>
              <a:gd name="T48" fmla="*/ 45 w 48"/>
              <a:gd name="T49" fmla="*/ 54 h 96"/>
              <a:gd name="T50" fmla="*/ 3 w 48"/>
              <a:gd name="T51" fmla="*/ 73 h 96"/>
              <a:gd name="T52" fmla="*/ 10 w 48"/>
              <a:gd name="T53" fmla="*/ 87 h 96"/>
              <a:gd name="T54" fmla="*/ 24 w 48"/>
              <a:gd name="T55" fmla="*/ 93 h 96"/>
              <a:gd name="T56" fmla="*/ 43 w 48"/>
              <a:gd name="T57" fmla="*/ 41 h 96"/>
              <a:gd name="T58" fmla="*/ 33 w 48"/>
              <a:gd name="T59" fmla="*/ 31 h 96"/>
              <a:gd name="T60" fmla="*/ 26 w 48"/>
              <a:gd name="T61" fmla="*/ 51 h 96"/>
              <a:gd name="T62" fmla="*/ 45 w 48"/>
              <a:gd name="T63" fmla="*/ 4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" h="96">
                <a:moveTo>
                  <a:pt x="26" y="26"/>
                </a:moveTo>
                <a:cubicBezTo>
                  <a:pt x="29" y="26"/>
                  <a:pt x="32" y="27"/>
                  <a:pt x="35" y="28"/>
                </a:cubicBezTo>
                <a:cubicBezTo>
                  <a:pt x="37" y="29"/>
                  <a:pt x="40" y="31"/>
                  <a:pt x="42" y="33"/>
                </a:cubicBezTo>
                <a:cubicBezTo>
                  <a:pt x="44" y="35"/>
                  <a:pt x="45" y="37"/>
                  <a:pt x="46" y="40"/>
                </a:cubicBezTo>
                <a:cubicBezTo>
                  <a:pt x="48" y="43"/>
                  <a:pt x="48" y="46"/>
                  <a:pt x="48" y="49"/>
                </a:cubicBezTo>
                <a:cubicBezTo>
                  <a:pt x="48" y="73"/>
                  <a:pt x="48" y="73"/>
                  <a:pt x="48" y="73"/>
                </a:cubicBezTo>
                <a:cubicBezTo>
                  <a:pt x="48" y="76"/>
                  <a:pt x="48" y="79"/>
                  <a:pt x="46" y="82"/>
                </a:cubicBezTo>
                <a:cubicBezTo>
                  <a:pt x="45" y="85"/>
                  <a:pt x="43" y="87"/>
                  <a:pt x="41" y="89"/>
                </a:cubicBezTo>
                <a:cubicBezTo>
                  <a:pt x="39" y="91"/>
                  <a:pt x="36" y="93"/>
                  <a:pt x="33" y="94"/>
                </a:cubicBezTo>
                <a:cubicBezTo>
                  <a:pt x="30" y="95"/>
                  <a:pt x="27" y="96"/>
                  <a:pt x="24" y="96"/>
                </a:cubicBezTo>
                <a:cubicBezTo>
                  <a:pt x="21" y="96"/>
                  <a:pt x="18" y="95"/>
                  <a:pt x="15" y="94"/>
                </a:cubicBezTo>
                <a:cubicBezTo>
                  <a:pt x="12" y="93"/>
                  <a:pt x="9" y="91"/>
                  <a:pt x="7" y="89"/>
                </a:cubicBezTo>
                <a:cubicBezTo>
                  <a:pt x="5" y="87"/>
                  <a:pt x="3" y="85"/>
                  <a:pt x="2" y="82"/>
                </a:cubicBezTo>
                <a:cubicBezTo>
                  <a:pt x="1" y="79"/>
                  <a:pt x="0" y="76"/>
                  <a:pt x="0" y="73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6"/>
                  <a:pt x="1" y="43"/>
                  <a:pt x="2" y="40"/>
                </a:cubicBezTo>
                <a:cubicBezTo>
                  <a:pt x="3" y="37"/>
                  <a:pt x="5" y="35"/>
                  <a:pt x="7" y="33"/>
                </a:cubicBezTo>
                <a:cubicBezTo>
                  <a:pt x="9" y="31"/>
                  <a:pt x="11" y="29"/>
                  <a:pt x="14" y="28"/>
                </a:cubicBezTo>
                <a:cubicBezTo>
                  <a:pt x="16" y="27"/>
                  <a:pt x="19" y="26"/>
                  <a:pt x="22" y="26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0"/>
                  <a:pt x="23" y="19"/>
                  <a:pt x="23" y="18"/>
                </a:cubicBezTo>
                <a:cubicBezTo>
                  <a:pt x="24" y="18"/>
                  <a:pt x="24" y="17"/>
                  <a:pt x="25" y="16"/>
                </a:cubicBezTo>
                <a:cubicBezTo>
                  <a:pt x="25" y="16"/>
                  <a:pt x="26" y="15"/>
                  <a:pt x="27" y="15"/>
                </a:cubicBezTo>
                <a:cubicBezTo>
                  <a:pt x="28" y="14"/>
                  <a:pt x="29" y="14"/>
                  <a:pt x="30" y="13"/>
                </a:cubicBezTo>
                <a:cubicBezTo>
                  <a:pt x="31" y="12"/>
                  <a:pt x="32" y="11"/>
                  <a:pt x="33" y="10"/>
                </a:cubicBezTo>
                <a:cubicBezTo>
                  <a:pt x="35" y="10"/>
                  <a:pt x="35" y="9"/>
                  <a:pt x="35" y="8"/>
                </a:cubicBezTo>
                <a:cubicBezTo>
                  <a:pt x="35" y="0"/>
                  <a:pt x="35" y="0"/>
                  <a:pt x="35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8"/>
                  <a:pt x="39" y="8"/>
                  <a:pt x="39" y="8"/>
                </a:cubicBezTo>
                <a:cubicBezTo>
                  <a:pt x="39" y="9"/>
                  <a:pt x="38" y="9"/>
                  <a:pt x="38" y="10"/>
                </a:cubicBezTo>
                <a:cubicBezTo>
                  <a:pt x="37" y="11"/>
                  <a:pt x="37" y="12"/>
                  <a:pt x="36" y="12"/>
                </a:cubicBezTo>
                <a:cubicBezTo>
                  <a:pt x="36" y="13"/>
                  <a:pt x="35" y="13"/>
                  <a:pt x="34" y="14"/>
                </a:cubicBezTo>
                <a:cubicBezTo>
                  <a:pt x="33" y="15"/>
                  <a:pt x="32" y="15"/>
                  <a:pt x="31" y="16"/>
                </a:cubicBezTo>
                <a:cubicBezTo>
                  <a:pt x="30" y="16"/>
                  <a:pt x="29" y="17"/>
                  <a:pt x="28" y="18"/>
                </a:cubicBezTo>
                <a:cubicBezTo>
                  <a:pt x="26" y="19"/>
                  <a:pt x="26" y="20"/>
                  <a:pt x="26" y="21"/>
                </a:cubicBezTo>
                <a:lnTo>
                  <a:pt x="26" y="26"/>
                </a:lnTo>
                <a:close/>
                <a:moveTo>
                  <a:pt x="3" y="49"/>
                </a:moveTo>
                <a:cubicBezTo>
                  <a:pt x="3" y="51"/>
                  <a:pt x="3" y="51"/>
                  <a:pt x="3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29"/>
                  <a:pt x="22" y="29"/>
                  <a:pt x="22" y="29"/>
                </a:cubicBezTo>
                <a:cubicBezTo>
                  <a:pt x="20" y="29"/>
                  <a:pt x="17" y="30"/>
                  <a:pt x="15" y="31"/>
                </a:cubicBezTo>
                <a:cubicBezTo>
                  <a:pt x="13" y="32"/>
                  <a:pt x="11" y="33"/>
                  <a:pt x="9" y="35"/>
                </a:cubicBezTo>
                <a:cubicBezTo>
                  <a:pt x="7" y="37"/>
                  <a:pt x="6" y="39"/>
                  <a:pt x="5" y="41"/>
                </a:cubicBezTo>
                <a:cubicBezTo>
                  <a:pt x="4" y="44"/>
                  <a:pt x="3" y="46"/>
                  <a:pt x="3" y="49"/>
                </a:cubicBezTo>
                <a:close/>
                <a:moveTo>
                  <a:pt x="24" y="93"/>
                </a:moveTo>
                <a:cubicBezTo>
                  <a:pt x="27" y="93"/>
                  <a:pt x="30" y="92"/>
                  <a:pt x="32" y="91"/>
                </a:cubicBezTo>
                <a:cubicBezTo>
                  <a:pt x="35" y="90"/>
                  <a:pt x="37" y="89"/>
                  <a:pt x="39" y="87"/>
                </a:cubicBezTo>
                <a:cubicBezTo>
                  <a:pt x="41" y="85"/>
                  <a:pt x="42" y="83"/>
                  <a:pt x="43" y="80"/>
                </a:cubicBezTo>
                <a:cubicBezTo>
                  <a:pt x="44" y="78"/>
                  <a:pt x="45" y="75"/>
                  <a:pt x="45" y="73"/>
                </a:cubicBezTo>
                <a:cubicBezTo>
                  <a:pt x="45" y="54"/>
                  <a:pt x="45" y="54"/>
                  <a:pt x="45" y="54"/>
                </a:cubicBezTo>
                <a:cubicBezTo>
                  <a:pt x="3" y="54"/>
                  <a:pt x="3" y="54"/>
                  <a:pt x="3" y="54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75"/>
                  <a:pt x="4" y="78"/>
                  <a:pt x="5" y="80"/>
                </a:cubicBezTo>
                <a:cubicBezTo>
                  <a:pt x="6" y="83"/>
                  <a:pt x="8" y="85"/>
                  <a:pt x="10" y="87"/>
                </a:cubicBezTo>
                <a:cubicBezTo>
                  <a:pt x="11" y="89"/>
                  <a:pt x="14" y="90"/>
                  <a:pt x="16" y="91"/>
                </a:cubicBezTo>
                <a:cubicBezTo>
                  <a:pt x="19" y="92"/>
                  <a:pt x="21" y="93"/>
                  <a:pt x="24" y="93"/>
                </a:cubicBezTo>
                <a:close/>
                <a:moveTo>
                  <a:pt x="45" y="49"/>
                </a:moveTo>
                <a:cubicBezTo>
                  <a:pt x="45" y="46"/>
                  <a:pt x="44" y="44"/>
                  <a:pt x="43" y="41"/>
                </a:cubicBezTo>
                <a:cubicBezTo>
                  <a:pt x="42" y="39"/>
                  <a:pt x="41" y="37"/>
                  <a:pt x="39" y="35"/>
                </a:cubicBezTo>
                <a:cubicBezTo>
                  <a:pt x="38" y="33"/>
                  <a:pt x="36" y="32"/>
                  <a:pt x="33" y="31"/>
                </a:cubicBezTo>
                <a:cubicBezTo>
                  <a:pt x="31" y="30"/>
                  <a:pt x="28" y="29"/>
                  <a:pt x="26" y="29"/>
                </a:cubicBezTo>
                <a:cubicBezTo>
                  <a:pt x="26" y="51"/>
                  <a:pt x="26" y="51"/>
                  <a:pt x="26" y="51"/>
                </a:cubicBezTo>
                <a:cubicBezTo>
                  <a:pt x="45" y="51"/>
                  <a:pt x="45" y="51"/>
                  <a:pt x="45" y="51"/>
                </a:cubicBezTo>
                <a:lnTo>
                  <a:pt x="45" y="49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5937250" y="2528083"/>
            <a:ext cx="288925" cy="330200"/>
          </a:xfrm>
          <a:custGeom>
            <a:avLst/>
            <a:gdLst>
              <a:gd name="T0" fmla="*/ 77 w 77"/>
              <a:gd name="T1" fmla="*/ 56 h 88"/>
              <a:gd name="T2" fmla="*/ 77 w 77"/>
              <a:gd name="T3" fmla="*/ 56 h 88"/>
              <a:gd name="T4" fmla="*/ 72 w 77"/>
              <a:gd name="T5" fmla="*/ 66 h 88"/>
              <a:gd name="T6" fmla="*/ 63 w 77"/>
              <a:gd name="T7" fmla="*/ 70 h 88"/>
              <a:gd name="T8" fmla="*/ 53 w 77"/>
              <a:gd name="T9" fmla="*/ 66 h 88"/>
              <a:gd name="T10" fmla="*/ 49 w 77"/>
              <a:gd name="T11" fmla="*/ 56 h 88"/>
              <a:gd name="T12" fmla="*/ 53 w 77"/>
              <a:gd name="T13" fmla="*/ 47 h 88"/>
              <a:gd name="T14" fmla="*/ 63 w 77"/>
              <a:gd name="T15" fmla="*/ 43 h 88"/>
              <a:gd name="T16" fmla="*/ 69 w 77"/>
              <a:gd name="T17" fmla="*/ 44 h 88"/>
              <a:gd name="T18" fmla="*/ 73 w 77"/>
              <a:gd name="T19" fmla="*/ 48 h 88"/>
              <a:gd name="T20" fmla="*/ 27 w 77"/>
              <a:gd name="T21" fmla="*/ 21 h 88"/>
              <a:gd name="T22" fmla="*/ 26 w 77"/>
              <a:gd name="T23" fmla="*/ 79 h 88"/>
              <a:gd name="T24" fmla="*/ 19 w 77"/>
              <a:gd name="T25" fmla="*/ 87 h 88"/>
              <a:gd name="T26" fmla="*/ 8 w 77"/>
              <a:gd name="T27" fmla="*/ 86 h 88"/>
              <a:gd name="T28" fmla="*/ 1 w 77"/>
              <a:gd name="T29" fmla="*/ 79 h 88"/>
              <a:gd name="T30" fmla="*/ 1 w 77"/>
              <a:gd name="T31" fmla="*/ 69 h 88"/>
              <a:gd name="T32" fmla="*/ 8 w 77"/>
              <a:gd name="T33" fmla="*/ 61 h 88"/>
              <a:gd name="T34" fmla="*/ 16 w 77"/>
              <a:gd name="T35" fmla="*/ 61 h 88"/>
              <a:gd name="T36" fmla="*/ 22 w 77"/>
              <a:gd name="T37" fmla="*/ 63 h 88"/>
              <a:gd name="T38" fmla="*/ 24 w 77"/>
              <a:gd name="T39" fmla="*/ 19 h 88"/>
              <a:gd name="T40" fmla="*/ 13 w 77"/>
              <a:gd name="T41" fmla="*/ 84 h 88"/>
              <a:gd name="T42" fmla="*/ 21 w 77"/>
              <a:gd name="T43" fmla="*/ 81 h 88"/>
              <a:gd name="T44" fmla="*/ 24 w 77"/>
              <a:gd name="T45" fmla="*/ 74 h 88"/>
              <a:gd name="T46" fmla="*/ 21 w 77"/>
              <a:gd name="T47" fmla="*/ 67 h 88"/>
              <a:gd name="T48" fmla="*/ 13 w 77"/>
              <a:gd name="T49" fmla="*/ 64 h 88"/>
              <a:gd name="T50" fmla="*/ 6 w 77"/>
              <a:gd name="T51" fmla="*/ 67 h 88"/>
              <a:gd name="T52" fmla="*/ 3 w 77"/>
              <a:gd name="T53" fmla="*/ 74 h 88"/>
              <a:gd name="T54" fmla="*/ 6 w 77"/>
              <a:gd name="T55" fmla="*/ 81 h 88"/>
              <a:gd name="T56" fmla="*/ 13 w 77"/>
              <a:gd name="T57" fmla="*/ 84 h 88"/>
              <a:gd name="T58" fmla="*/ 67 w 77"/>
              <a:gd name="T59" fmla="*/ 66 h 88"/>
              <a:gd name="T60" fmla="*/ 73 w 77"/>
              <a:gd name="T61" fmla="*/ 60 h 88"/>
              <a:gd name="T62" fmla="*/ 73 w 77"/>
              <a:gd name="T63" fmla="*/ 52 h 88"/>
              <a:gd name="T64" fmla="*/ 67 w 77"/>
              <a:gd name="T65" fmla="*/ 47 h 88"/>
              <a:gd name="T66" fmla="*/ 59 w 77"/>
              <a:gd name="T67" fmla="*/ 47 h 88"/>
              <a:gd name="T68" fmla="*/ 53 w 77"/>
              <a:gd name="T69" fmla="*/ 52 h 88"/>
              <a:gd name="T70" fmla="*/ 53 w 77"/>
              <a:gd name="T71" fmla="*/ 60 h 88"/>
              <a:gd name="T72" fmla="*/ 59 w 77"/>
              <a:gd name="T73" fmla="*/ 6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7" h="88">
                <a:moveTo>
                  <a:pt x="77" y="0"/>
                </a:moveTo>
                <a:cubicBezTo>
                  <a:pt x="77" y="56"/>
                  <a:pt x="77" y="56"/>
                  <a:pt x="77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58"/>
                  <a:pt x="76" y="60"/>
                  <a:pt x="75" y="62"/>
                </a:cubicBezTo>
                <a:cubicBezTo>
                  <a:pt x="75" y="63"/>
                  <a:pt x="74" y="65"/>
                  <a:pt x="72" y="66"/>
                </a:cubicBezTo>
                <a:cubicBezTo>
                  <a:pt x="71" y="67"/>
                  <a:pt x="70" y="68"/>
                  <a:pt x="68" y="69"/>
                </a:cubicBezTo>
                <a:cubicBezTo>
                  <a:pt x="67" y="70"/>
                  <a:pt x="65" y="70"/>
                  <a:pt x="63" y="70"/>
                </a:cubicBezTo>
                <a:cubicBezTo>
                  <a:pt x="61" y="70"/>
                  <a:pt x="59" y="70"/>
                  <a:pt x="58" y="69"/>
                </a:cubicBezTo>
                <a:cubicBezTo>
                  <a:pt x="56" y="68"/>
                  <a:pt x="55" y="67"/>
                  <a:pt x="53" y="66"/>
                </a:cubicBezTo>
                <a:cubicBezTo>
                  <a:pt x="52" y="65"/>
                  <a:pt x="51" y="63"/>
                  <a:pt x="50" y="62"/>
                </a:cubicBezTo>
                <a:cubicBezTo>
                  <a:pt x="50" y="60"/>
                  <a:pt x="49" y="58"/>
                  <a:pt x="49" y="56"/>
                </a:cubicBezTo>
                <a:cubicBezTo>
                  <a:pt x="49" y="54"/>
                  <a:pt x="50" y="53"/>
                  <a:pt x="50" y="51"/>
                </a:cubicBezTo>
                <a:cubicBezTo>
                  <a:pt x="51" y="49"/>
                  <a:pt x="52" y="48"/>
                  <a:pt x="53" y="47"/>
                </a:cubicBezTo>
                <a:cubicBezTo>
                  <a:pt x="55" y="45"/>
                  <a:pt x="56" y="44"/>
                  <a:pt x="58" y="44"/>
                </a:cubicBezTo>
                <a:cubicBezTo>
                  <a:pt x="59" y="43"/>
                  <a:pt x="61" y="43"/>
                  <a:pt x="63" y="43"/>
                </a:cubicBezTo>
                <a:cubicBezTo>
                  <a:pt x="64" y="43"/>
                  <a:pt x="65" y="43"/>
                  <a:pt x="66" y="43"/>
                </a:cubicBezTo>
                <a:cubicBezTo>
                  <a:pt x="67" y="43"/>
                  <a:pt x="68" y="44"/>
                  <a:pt x="69" y="44"/>
                </a:cubicBezTo>
                <a:cubicBezTo>
                  <a:pt x="70" y="44"/>
                  <a:pt x="70" y="45"/>
                  <a:pt x="71" y="46"/>
                </a:cubicBezTo>
                <a:cubicBezTo>
                  <a:pt x="72" y="46"/>
                  <a:pt x="73" y="47"/>
                  <a:pt x="73" y="48"/>
                </a:cubicBezTo>
                <a:cubicBezTo>
                  <a:pt x="73" y="5"/>
                  <a:pt x="73" y="5"/>
                  <a:pt x="73" y="5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6"/>
                  <a:pt x="27" y="78"/>
                  <a:pt x="26" y="79"/>
                </a:cubicBezTo>
                <a:cubicBezTo>
                  <a:pt x="25" y="81"/>
                  <a:pt x="24" y="82"/>
                  <a:pt x="23" y="84"/>
                </a:cubicBezTo>
                <a:cubicBezTo>
                  <a:pt x="22" y="85"/>
                  <a:pt x="20" y="86"/>
                  <a:pt x="19" y="87"/>
                </a:cubicBezTo>
                <a:cubicBezTo>
                  <a:pt x="17" y="87"/>
                  <a:pt x="15" y="88"/>
                  <a:pt x="13" y="88"/>
                </a:cubicBezTo>
                <a:cubicBezTo>
                  <a:pt x="12" y="88"/>
                  <a:pt x="10" y="87"/>
                  <a:pt x="8" y="86"/>
                </a:cubicBezTo>
                <a:cubicBezTo>
                  <a:pt x="6" y="86"/>
                  <a:pt x="5" y="85"/>
                  <a:pt x="4" y="83"/>
                </a:cubicBezTo>
                <a:cubicBezTo>
                  <a:pt x="3" y="82"/>
                  <a:pt x="2" y="81"/>
                  <a:pt x="1" y="79"/>
                </a:cubicBezTo>
                <a:cubicBezTo>
                  <a:pt x="0" y="78"/>
                  <a:pt x="0" y="76"/>
                  <a:pt x="0" y="74"/>
                </a:cubicBezTo>
                <a:cubicBezTo>
                  <a:pt x="0" y="72"/>
                  <a:pt x="0" y="70"/>
                  <a:pt x="1" y="69"/>
                </a:cubicBezTo>
                <a:cubicBezTo>
                  <a:pt x="2" y="67"/>
                  <a:pt x="3" y="66"/>
                  <a:pt x="4" y="64"/>
                </a:cubicBezTo>
                <a:cubicBezTo>
                  <a:pt x="5" y="63"/>
                  <a:pt x="6" y="62"/>
                  <a:pt x="8" y="61"/>
                </a:cubicBezTo>
                <a:cubicBezTo>
                  <a:pt x="10" y="61"/>
                  <a:pt x="12" y="60"/>
                  <a:pt x="13" y="60"/>
                </a:cubicBezTo>
                <a:cubicBezTo>
                  <a:pt x="14" y="60"/>
                  <a:pt x="15" y="60"/>
                  <a:pt x="16" y="61"/>
                </a:cubicBezTo>
                <a:cubicBezTo>
                  <a:pt x="17" y="61"/>
                  <a:pt x="18" y="61"/>
                  <a:pt x="19" y="62"/>
                </a:cubicBezTo>
                <a:cubicBezTo>
                  <a:pt x="20" y="62"/>
                  <a:pt x="21" y="63"/>
                  <a:pt x="22" y="63"/>
                </a:cubicBezTo>
                <a:cubicBezTo>
                  <a:pt x="22" y="64"/>
                  <a:pt x="23" y="65"/>
                  <a:pt x="24" y="65"/>
                </a:cubicBezTo>
                <a:cubicBezTo>
                  <a:pt x="24" y="19"/>
                  <a:pt x="24" y="19"/>
                  <a:pt x="24" y="19"/>
                </a:cubicBezTo>
                <a:lnTo>
                  <a:pt x="77" y="0"/>
                </a:lnTo>
                <a:close/>
                <a:moveTo>
                  <a:pt x="13" y="84"/>
                </a:moveTo>
                <a:cubicBezTo>
                  <a:pt x="15" y="84"/>
                  <a:pt x="16" y="84"/>
                  <a:pt x="17" y="84"/>
                </a:cubicBezTo>
                <a:cubicBezTo>
                  <a:pt x="19" y="83"/>
                  <a:pt x="20" y="82"/>
                  <a:pt x="21" y="81"/>
                </a:cubicBezTo>
                <a:cubicBezTo>
                  <a:pt x="22" y="80"/>
                  <a:pt x="22" y="79"/>
                  <a:pt x="23" y="78"/>
                </a:cubicBezTo>
                <a:cubicBezTo>
                  <a:pt x="23" y="77"/>
                  <a:pt x="24" y="75"/>
                  <a:pt x="24" y="74"/>
                </a:cubicBezTo>
                <a:cubicBezTo>
                  <a:pt x="24" y="73"/>
                  <a:pt x="23" y="71"/>
                  <a:pt x="23" y="70"/>
                </a:cubicBezTo>
                <a:cubicBezTo>
                  <a:pt x="22" y="69"/>
                  <a:pt x="22" y="68"/>
                  <a:pt x="21" y="67"/>
                </a:cubicBezTo>
                <a:cubicBezTo>
                  <a:pt x="20" y="66"/>
                  <a:pt x="19" y="65"/>
                  <a:pt x="17" y="64"/>
                </a:cubicBezTo>
                <a:cubicBezTo>
                  <a:pt x="16" y="64"/>
                  <a:pt x="15" y="64"/>
                  <a:pt x="13" y="64"/>
                </a:cubicBezTo>
                <a:cubicBezTo>
                  <a:pt x="12" y="64"/>
                  <a:pt x="11" y="64"/>
                  <a:pt x="9" y="64"/>
                </a:cubicBezTo>
                <a:cubicBezTo>
                  <a:pt x="8" y="65"/>
                  <a:pt x="7" y="66"/>
                  <a:pt x="6" y="67"/>
                </a:cubicBezTo>
                <a:cubicBezTo>
                  <a:pt x="5" y="68"/>
                  <a:pt x="4" y="69"/>
                  <a:pt x="4" y="70"/>
                </a:cubicBezTo>
                <a:cubicBezTo>
                  <a:pt x="3" y="71"/>
                  <a:pt x="3" y="73"/>
                  <a:pt x="3" y="74"/>
                </a:cubicBezTo>
                <a:cubicBezTo>
                  <a:pt x="3" y="75"/>
                  <a:pt x="3" y="77"/>
                  <a:pt x="4" y="78"/>
                </a:cubicBezTo>
                <a:cubicBezTo>
                  <a:pt x="4" y="79"/>
                  <a:pt x="5" y="80"/>
                  <a:pt x="6" y="81"/>
                </a:cubicBezTo>
                <a:cubicBezTo>
                  <a:pt x="7" y="82"/>
                  <a:pt x="8" y="83"/>
                  <a:pt x="9" y="84"/>
                </a:cubicBezTo>
                <a:cubicBezTo>
                  <a:pt x="11" y="84"/>
                  <a:pt x="12" y="84"/>
                  <a:pt x="13" y="84"/>
                </a:cubicBezTo>
                <a:close/>
                <a:moveTo>
                  <a:pt x="63" y="67"/>
                </a:moveTo>
                <a:cubicBezTo>
                  <a:pt x="64" y="67"/>
                  <a:pt x="66" y="66"/>
                  <a:pt x="67" y="66"/>
                </a:cubicBezTo>
                <a:cubicBezTo>
                  <a:pt x="68" y="65"/>
                  <a:pt x="69" y="65"/>
                  <a:pt x="70" y="64"/>
                </a:cubicBezTo>
                <a:cubicBezTo>
                  <a:pt x="71" y="63"/>
                  <a:pt x="72" y="62"/>
                  <a:pt x="73" y="60"/>
                </a:cubicBezTo>
                <a:cubicBezTo>
                  <a:pt x="73" y="59"/>
                  <a:pt x="73" y="58"/>
                  <a:pt x="73" y="56"/>
                </a:cubicBezTo>
                <a:cubicBezTo>
                  <a:pt x="73" y="55"/>
                  <a:pt x="73" y="54"/>
                  <a:pt x="73" y="52"/>
                </a:cubicBezTo>
                <a:cubicBezTo>
                  <a:pt x="72" y="51"/>
                  <a:pt x="71" y="50"/>
                  <a:pt x="70" y="49"/>
                </a:cubicBezTo>
                <a:cubicBezTo>
                  <a:pt x="69" y="48"/>
                  <a:pt x="68" y="47"/>
                  <a:pt x="67" y="47"/>
                </a:cubicBezTo>
                <a:cubicBezTo>
                  <a:pt x="66" y="46"/>
                  <a:pt x="64" y="46"/>
                  <a:pt x="63" y="46"/>
                </a:cubicBezTo>
                <a:cubicBezTo>
                  <a:pt x="62" y="46"/>
                  <a:pt x="60" y="46"/>
                  <a:pt x="59" y="47"/>
                </a:cubicBezTo>
                <a:cubicBezTo>
                  <a:pt x="58" y="47"/>
                  <a:pt x="57" y="48"/>
                  <a:pt x="56" y="49"/>
                </a:cubicBezTo>
                <a:cubicBezTo>
                  <a:pt x="55" y="50"/>
                  <a:pt x="54" y="51"/>
                  <a:pt x="53" y="52"/>
                </a:cubicBezTo>
                <a:cubicBezTo>
                  <a:pt x="53" y="54"/>
                  <a:pt x="53" y="55"/>
                  <a:pt x="53" y="56"/>
                </a:cubicBezTo>
                <a:cubicBezTo>
                  <a:pt x="53" y="58"/>
                  <a:pt x="53" y="59"/>
                  <a:pt x="53" y="60"/>
                </a:cubicBezTo>
                <a:cubicBezTo>
                  <a:pt x="54" y="62"/>
                  <a:pt x="55" y="63"/>
                  <a:pt x="56" y="64"/>
                </a:cubicBezTo>
                <a:cubicBezTo>
                  <a:pt x="57" y="65"/>
                  <a:pt x="58" y="65"/>
                  <a:pt x="59" y="66"/>
                </a:cubicBezTo>
                <a:cubicBezTo>
                  <a:pt x="60" y="66"/>
                  <a:pt x="62" y="67"/>
                  <a:pt x="63" y="6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6470650" y="2542371"/>
            <a:ext cx="300038" cy="301625"/>
          </a:xfrm>
          <a:custGeom>
            <a:avLst/>
            <a:gdLst>
              <a:gd name="T0" fmla="*/ 42 w 80"/>
              <a:gd name="T1" fmla="*/ 18 h 80"/>
              <a:gd name="T2" fmla="*/ 42 w 80"/>
              <a:gd name="T3" fmla="*/ 21 h 80"/>
              <a:gd name="T4" fmla="*/ 0 w 80"/>
              <a:gd name="T5" fmla="*/ 21 h 80"/>
              <a:gd name="T6" fmla="*/ 0 w 80"/>
              <a:gd name="T7" fmla="*/ 18 h 80"/>
              <a:gd name="T8" fmla="*/ 42 w 80"/>
              <a:gd name="T9" fmla="*/ 18 h 80"/>
              <a:gd name="T10" fmla="*/ 42 w 80"/>
              <a:gd name="T11" fmla="*/ 32 h 80"/>
              <a:gd name="T12" fmla="*/ 42 w 80"/>
              <a:gd name="T13" fmla="*/ 35 h 80"/>
              <a:gd name="T14" fmla="*/ 0 w 80"/>
              <a:gd name="T15" fmla="*/ 35 h 80"/>
              <a:gd name="T16" fmla="*/ 0 w 80"/>
              <a:gd name="T17" fmla="*/ 32 h 80"/>
              <a:gd name="T18" fmla="*/ 42 w 80"/>
              <a:gd name="T19" fmla="*/ 32 h 80"/>
              <a:gd name="T20" fmla="*/ 42 w 80"/>
              <a:gd name="T21" fmla="*/ 46 h 80"/>
              <a:gd name="T22" fmla="*/ 42 w 80"/>
              <a:gd name="T23" fmla="*/ 49 h 80"/>
              <a:gd name="T24" fmla="*/ 0 w 80"/>
              <a:gd name="T25" fmla="*/ 49 h 80"/>
              <a:gd name="T26" fmla="*/ 0 w 80"/>
              <a:gd name="T27" fmla="*/ 46 h 80"/>
              <a:gd name="T28" fmla="*/ 42 w 80"/>
              <a:gd name="T29" fmla="*/ 46 h 80"/>
              <a:gd name="T30" fmla="*/ 80 w 80"/>
              <a:gd name="T31" fmla="*/ 22 h 80"/>
              <a:gd name="T32" fmla="*/ 78 w 80"/>
              <a:gd name="T33" fmla="*/ 13 h 80"/>
              <a:gd name="T34" fmla="*/ 72 w 80"/>
              <a:gd name="T35" fmla="*/ 6 h 80"/>
              <a:gd name="T36" fmla="*/ 64 w 80"/>
              <a:gd name="T37" fmla="*/ 2 h 80"/>
              <a:gd name="T38" fmla="*/ 55 w 80"/>
              <a:gd name="T39" fmla="*/ 0 h 80"/>
              <a:gd name="T40" fmla="*/ 55 w 80"/>
              <a:gd name="T41" fmla="*/ 61 h 80"/>
              <a:gd name="T42" fmla="*/ 51 w 80"/>
              <a:gd name="T43" fmla="*/ 61 h 80"/>
              <a:gd name="T44" fmla="*/ 45 w 80"/>
              <a:gd name="T45" fmla="*/ 61 h 80"/>
              <a:gd name="T46" fmla="*/ 39 w 80"/>
              <a:gd name="T47" fmla="*/ 62 h 80"/>
              <a:gd name="T48" fmla="*/ 35 w 80"/>
              <a:gd name="T49" fmla="*/ 64 h 80"/>
              <a:gd name="T50" fmla="*/ 33 w 80"/>
              <a:gd name="T51" fmla="*/ 67 h 80"/>
              <a:gd name="T52" fmla="*/ 32 w 80"/>
              <a:gd name="T53" fmla="*/ 70 h 80"/>
              <a:gd name="T54" fmla="*/ 33 w 80"/>
              <a:gd name="T55" fmla="*/ 73 h 80"/>
              <a:gd name="T56" fmla="*/ 35 w 80"/>
              <a:gd name="T57" fmla="*/ 76 h 80"/>
              <a:gd name="T58" fmla="*/ 39 w 80"/>
              <a:gd name="T59" fmla="*/ 79 h 80"/>
              <a:gd name="T60" fmla="*/ 45 w 80"/>
              <a:gd name="T61" fmla="*/ 80 h 80"/>
              <a:gd name="T62" fmla="*/ 53 w 80"/>
              <a:gd name="T63" fmla="*/ 78 h 80"/>
              <a:gd name="T64" fmla="*/ 57 w 80"/>
              <a:gd name="T65" fmla="*/ 73 h 80"/>
              <a:gd name="T66" fmla="*/ 58 w 80"/>
              <a:gd name="T67" fmla="*/ 67 h 80"/>
              <a:gd name="T68" fmla="*/ 58 w 80"/>
              <a:gd name="T69" fmla="*/ 61 h 80"/>
              <a:gd name="T70" fmla="*/ 58 w 80"/>
              <a:gd name="T71" fmla="*/ 19 h 80"/>
              <a:gd name="T72" fmla="*/ 80 w 80"/>
              <a:gd name="T73" fmla="*/ 22 h 80"/>
              <a:gd name="T74" fmla="*/ 51 w 80"/>
              <a:gd name="T75" fmla="*/ 75 h 80"/>
              <a:gd name="T76" fmla="*/ 49 w 80"/>
              <a:gd name="T77" fmla="*/ 76 h 80"/>
              <a:gd name="T78" fmla="*/ 47 w 80"/>
              <a:gd name="T79" fmla="*/ 77 h 80"/>
              <a:gd name="T80" fmla="*/ 45 w 80"/>
              <a:gd name="T81" fmla="*/ 77 h 80"/>
              <a:gd name="T82" fmla="*/ 37 w 80"/>
              <a:gd name="T83" fmla="*/ 74 h 80"/>
              <a:gd name="T84" fmla="*/ 35 w 80"/>
              <a:gd name="T85" fmla="*/ 70 h 80"/>
              <a:gd name="T86" fmla="*/ 36 w 80"/>
              <a:gd name="T87" fmla="*/ 68 h 80"/>
              <a:gd name="T88" fmla="*/ 38 w 80"/>
              <a:gd name="T89" fmla="*/ 66 h 80"/>
              <a:gd name="T90" fmla="*/ 41 w 80"/>
              <a:gd name="T91" fmla="*/ 64 h 80"/>
              <a:gd name="T92" fmla="*/ 45 w 80"/>
              <a:gd name="T93" fmla="*/ 64 h 80"/>
              <a:gd name="T94" fmla="*/ 55 w 80"/>
              <a:gd name="T95" fmla="*/ 64 h 80"/>
              <a:gd name="T96" fmla="*/ 55 w 80"/>
              <a:gd name="T97" fmla="*/ 66 h 80"/>
              <a:gd name="T98" fmla="*/ 54 w 80"/>
              <a:gd name="T99" fmla="*/ 69 h 80"/>
              <a:gd name="T100" fmla="*/ 54 w 80"/>
              <a:gd name="T101" fmla="*/ 71 h 80"/>
              <a:gd name="T102" fmla="*/ 53 w 80"/>
              <a:gd name="T103" fmla="*/ 73 h 80"/>
              <a:gd name="T104" fmla="*/ 52 w 80"/>
              <a:gd name="T105" fmla="*/ 74 h 80"/>
              <a:gd name="T106" fmla="*/ 51 w 80"/>
              <a:gd name="T107" fmla="*/ 75 h 80"/>
              <a:gd name="T108" fmla="*/ 58 w 80"/>
              <a:gd name="T109" fmla="*/ 16 h 80"/>
              <a:gd name="T110" fmla="*/ 58 w 80"/>
              <a:gd name="T111" fmla="*/ 4 h 80"/>
              <a:gd name="T112" fmla="*/ 65 w 80"/>
              <a:gd name="T113" fmla="*/ 6 h 80"/>
              <a:gd name="T114" fmla="*/ 71 w 80"/>
              <a:gd name="T115" fmla="*/ 9 h 80"/>
              <a:gd name="T116" fmla="*/ 75 w 80"/>
              <a:gd name="T117" fmla="*/ 13 h 80"/>
              <a:gd name="T118" fmla="*/ 77 w 80"/>
              <a:gd name="T119" fmla="*/ 19 h 80"/>
              <a:gd name="T120" fmla="*/ 58 w 80"/>
              <a:gd name="T121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0" h="80">
                <a:moveTo>
                  <a:pt x="42" y="18"/>
                </a:moveTo>
                <a:cubicBezTo>
                  <a:pt x="42" y="21"/>
                  <a:pt x="42" y="21"/>
                  <a:pt x="42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8"/>
                  <a:pt x="0" y="18"/>
                  <a:pt x="0" y="18"/>
                </a:cubicBezTo>
                <a:lnTo>
                  <a:pt x="42" y="18"/>
                </a:lnTo>
                <a:close/>
                <a:moveTo>
                  <a:pt x="42" y="32"/>
                </a:moveTo>
                <a:cubicBezTo>
                  <a:pt x="42" y="35"/>
                  <a:pt x="42" y="35"/>
                  <a:pt x="42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2"/>
                  <a:pt x="0" y="32"/>
                  <a:pt x="0" y="32"/>
                </a:cubicBezTo>
                <a:lnTo>
                  <a:pt x="42" y="32"/>
                </a:lnTo>
                <a:close/>
                <a:moveTo>
                  <a:pt x="42" y="46"/>
                </a:moveTo>
                <a:cubicBezTo>
                  <a:pt x="42" y="49"/>
                  <a:pt x="42" y="49"/>
                  <a:pt x="42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6"/>
                  <a:pt x="0" y="46"/>
                  <a:pt x="0" y="46"/>
                </a:cubicBezTo>
                <a:lnTo>
                  <a:pt x="42" y="46"/>
                </a:lnTo>
                <a:close/>
                <a:moveTo>
                  <a:pt x="80" y="22"/>
                </a:moveTo>
                <a:cubicBezTo>
                  <a:pt x="80" y="18"/>
                  <a:pt x="79" y="15"/>
                  <a:pt x="78" y="13"/>
                </a:cubicBezTo>
                <a:cubicBezTo>
                  <a:pt x="76" y="10"/>
                  <a:pt x="75" y="8"/>
                  <a:pt x="72" y="6"/>
                </a:cubicBezTo>
                <a:cubicBezTo>
                  <a:pt x="70" y="5"/>
                  <a:pt x="67" y="3"/>
                  <a:pt x="64" y="2"/>
                </a:cubicBezTo>
                <a:cubicBezTo>
                  <a:pt x="61" y="2"/>
                  <a:pt x="58" y="1"/>
                  <a:pt x="55" y="0"/>
                </a:cubicBezTo>
                <a:cubicBezTo>
                  <a:pt x="55" y="61"/>
                  <a:pt x="55" y="61"/>
                  <a:pt x="55" y="61"/>
                </a:cubicBezTo>
                <a:cubicBezTo>
                  <a:pt x="54" y="61"/>
                  <a:pt x="52" y="61"/>
                  <a:pt x="51" y="61"/>
                </a:cubicBezTo>
                <a:cubicBezTo>
                  <a:pt x="49" y="61"/>
                  <a:pt x="47" y="61"/>
                  <a:pt x="45" y="61"/>
                </a:cubicBezTo>
                <a:cubicBezTo>
                  <a:pt x="42" y="61"/>
                  <a:pt x="40" y="61"/>
                  <a:pt x="39" y="62"/>
                </a:cubicBezTo>
                <a:cubicBezTo>
                  <a:pt x="37" y="62"/>
                  <a:pt x="36" y="63"/>
                  <a:pt x="35" y="64"/>
                </a:cubicBezTo>
                <a:cubicBezTo>
                  <a:pt x="34" y="65"/>
                  <a:pt x="33" y="66"/>
                  <a:pt x="33" y="67"/>
                </a:cubicBezTo>
                <a:cubicBezTo>
                  <a:pt x="32" y="68"/>
                  <a:pt x="32" y="69"/>
                  <a:pt x="32" y="70"/>
                </a:cubicBezTo>
                <a:cubicBezTo>
                  <a:pt x="32" y="71"/>
                  <a:pt x="32" y="72"/>
                  <a:pt x="33" y="73"/>
                </a:cubicBezTo>
                <a:cubicBezTo>
                  <a:pt x="33" y="74"/>
                  <a:pt x="34" y="75"/>
                  <a:pt x="35" y="76"/>
                </a:cubicBezTo>
                <a:cubicBezTo>
                  <a:pt x="36" y="77"/>
                  <a:pt x="37" y="78"/>
                  <a:pt x="39" y="79"/>
                </a:cubicBezTo>
                <a:cubicBezTo>
                  <a:pt x="40" y="80"/>
                  <a:pt x="43" y="80"/>
                  <a:pt x="45" y="80"/>
                </a:cubicBezTo>
                <a:cubicBezTo>
                  <a:pt x="49" y="80"/>
                  <a:pt x="51" y="79"/>
                  <a:pt x="53" y="78"/>
                </a:cubicBezTo>
                <a:cubicBezTo>
                  <a:pt x="55" y="77"/>
                  <a:pt x="56" y="75"/>
                  <a:pt x="57" y="73"/>
                </a:cubicBezTo>
                <a:cubicBezTo>
                  <a:pt x="57" y="71"/>
                  <a:pt x="58" y="69"/>
                  <a:pt x="58" y="67"/>
                </a:cubicBezTo>
                <a:cubicBezTo>
                  <a:pt x="58" y="65"/>
                  <a:pt x="58" y="63"/>
                  <a:pt x="58" y="61"/>
                </a:cubicBezTo>
                <a:cubicBezTo>
                  <a:pt x="58" y="19"/>
                  <a:pt x="58" y="19"/>
                  <a:pt x="58" y="19"/>
                </a:cubicBezTo>
                <a:lnTo>
                  <a:pt x="80" y="22"/>
                </a:lnTo>
                <a:close/>
                <a:moveTo>
                  <a:pt x="51" y="75"/>
                </a:moveTo>
                <a:cubicBezTo>
                  <a:pt x="50" y="76"/>
                  <a:pt x="50" y="76"/>
                  <a:pt x="49" y="76"/>
                </a:cubicBezTo>
                <a:cubicBezTo>
                  <a:pt x="49" y="76"/>
                  <a:pt x="48" y="76"/>
                  <a:pt x="47" y="77"/>
                </a:cubicBezTo>
                <a:cubicBezTo>
                  <a:pt x="47" y="77"/>
                  <a:pt x="46" y="77"/>
                  <a:pt x="45" y="77"/>
                </a:cubicBezTo>
                <a:cubicBezTo>
                  <a:pt x="40" y="77"/>
                  <a:pt x="38" y="76"/>
                  <a:pt x="37" y="74"/>
                </a:cubicBezTo>
                <a:cubicBezTo>
                  <a:pt x="36" y="72"/>
                  <a:pt x="35" y="71"/>
                  <a:pt x="35" y="70"/>
                </a:cubicBezTo>
                <a:cubicBezTo>
                  <a:pt x="35" y="69"/>
                  <a:pt x="35" y="68"/>
                  <a:pt x="36" y="68"/>
                </a:cubicBezTo>
                <a:cubicBezTo>
                  <a:pt x="36" y="67"/>
                  <a:pt x="37" y="66"/>
                  <a:pt x="38" y="66"/>
                </a:cubicBezTo>
                <a:cubicBezTo>
                  <a:pt x="39" y="65"/>
                  <a:pt x="40" y="65"/>
                  <a:pt x="41" y="64"/>
                </a:cubicBezTo>
                <a:cubicBezTo>
                  <a:pt x="42" y="64"/>
                  <a:pt x="43" y="64"/>
                  <a:pt x="45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7"/>
                  <a:pt x="55" y="68"/>
                  <a:pt x="54" y="69"/>
                </a:cubicBezTo>
                <a:cubicBezTo>
                  <a:pt x="54" y="70"/>
                  <a:pt x="54" y="70"/>
                  <a:pt x="54" y="71"/>
                </a:cubicBezTo>
                <a:cubicBezTo>
                  <a:pt x="54" y="72"/>
                  <a:pt x="54" y="72"/>
                  <a:pt x="53" y="73"/>
                </a:cubicBezTo>
                <a:cubicBezTo>
                  <a:pt x="53" y="74"/>
                  <a:pt x="53" y="74"/>
                  <a:pt x="52" y="74"/>
                </a:cubicBezTo>
                <a:cubicBezTo>
                  <a:pt x="52" y="75"/>
                  <a:pt x="51" y="75"/>
                  <a:pt x="51" y="75"/>
                </a:cubicBezTo>
                <a:close/>
                <a:moveTo>
                  <a:pt x="58" y="16"/>
                </a:moveTo>
                <a:cubicBezTo>
                  <a:pt x="58" y="4"/>
                  <a:pt x="58" y="4"/>
                  <a:pt x="58" y="4"/>
                </a:cubicBezTo>
                <a:cubicBezTo>
                  <a:pt x="60" y="5"/>
                  <a:pt x="63" y="6"/>
                  <a:pt x="65" y="6"/>
                </a:cubicBezTo>
                <a:cubicBezTo>
                  <a:pt x="67" y="7"/>
                  <a:pt x="69" y="8"/>
                  <a:pt x="71" y="9"/>
                </a:cubicBezTo>
                <a:cubicBezTo>
                  <a:pt x="72" y="10"/>
                  <a:pt x="73" y="12"/>
                  <a:pt x="75" y="13"/>
                </a:cubicBezTo>
                <a:cubicBezTo>
                  <a:pt x="76" y="15"/>
                  <a:pt x="76" y="16"/>
                  <a:pt x="77" y="19"/>
                </a:cubicBezTo>
                <a:lnTo>
                  <a:pt x="58" y="1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7040563" y="2534433"/>
            <a:ext cx="239713" cy="315913"/>
          </a:xfrm>
          <a:custGeom>
            <a:avLst/>
            <a:gdLst>
              <a:gd name="T0" fmla="*/ 53 w 64"/>
              <a:gd name="T1" fmla="*/ 40 h 84"/>
              <a:gd name="T2" fmla="*/ 64 w 64"/>
              <a:gd name="T3" fmla="*/ 40 h 84"/>
              <a:gd name="T4" fmla="*/ 64 w 64"/>
              <a:gd name="T5" fmla="*/ 84 h 84"/>
              <a:gd name="T6" fmla="*/ 0 w 64"/>
              <a:gd name="T7" fmla="*/ 84 h 84"/>
              <a:gd name="T8" fmla="*/ 0 w 64"/>
              <a:gd name="T9" fmla="*/ 40 h 84"/>
              <a:gd name="T10" fmla="*/ 11 w 64"/>
              <a:gd name="T11" fmla="*/ 40 h 84"/>
              <a:gd name="T12" fmla="*/ 11 w 64"/>
              <a:gd name="T13" fmla="*/ 21 h 84"/>
              <a:gd name="T14" fmla="*/ 13 w 64"/>
              <a:gd name="T15" fmla="*/ 13 h 84"/>
              <a:gd name="T16" fmla="*/ 18 w 64"/>
              <a:gd name="T17" fmla="*/ 6 h 84"/>
              <a:gd name="T18" fmla="*/ 24 w 64"/>
              <a:gd name="T19" fmla="*/ 2 h 84"/>
              <a:gd name="T20" fmla="*/ 32 w 64"/>
              <a:gd name="T21" fmla="*/ 0 h 84"/>
              <a:gd name="T22" fmla="*/ 40 w 64"/>
              <a:gd name="T23" fmla="*/ 2 h 84"/>
              <a:gd name="T24" fmla="*/ 47 w 64"/>
              <a:gd name="T25" fmla="*/ 6 h 84"/>
              <a:gd name="T26" fmla="*/ 51 w 64"/>
              <a:gd name="T27" fmla="*/ 13 h 84"/>
              <a:gd name="T28" fmla="*/ 53 w 64"/>
              <a:gd name="T29" fmla="*/ 21 h 84"/>
              <a:gd name="T30" fmla="*/ 53 w 64"/>
              <a:gd name="T31" fmla="*/ 40 h 84"/>
              <a:gd name="T32" fmla="*/ 61 w 64"/>
              <a:gd name="T33" fmla="*/ 80 h 84"/>
              <a:gd name="T34" fmla="*/ 61 w 64"/>
              <a:gd name="T35" fmla="*/ 44 h 84"/>
              <a:gd name="T36" fmla="*/ 3 w 64"/>
              <a:gd name="T37" fmla="*/ 44 h 84"/>
              <a:gd name="T38" fmla="*/ 3 w 64"/>
              <a:gd name="T39" fmla="*/ 80 h 84"/>
              <a:gd name="T40" fmla="*/ 61 w 64"/>
              <a:gd name="T41" fmla="*/ 80 h 84"/>
              <a:gd name="T42" fmla="*/ 15 w 64"/>
              <a:gd name="T43" fmla="*/ 21 h 84"/>
              <a:gd name="T44" fmla="*/ 15 w 64"/>
              <a:gd name="T45" fmla="*/ 40 h 84"/>
              <a:gd name="T46" fmla="*/ 50 w 64"/>
              <a:gd name="T47" fmla="*/ 40 h 84"/>
              <a:gd name="T48" fmla="*/ 50 w 64"/>
              <a:gd name="T49" fmla="*/ 21 h 84"/>
              <a:gd name="T50" fmla="*/ 48 w 64"/>
              <a:gd name="T51" fmla="*/ 14 h 84"/>
              <a:gd name="T52" fmla="*/ 45 w 64"/>
              <a:gd name="T53" fmla="*/ 9 h 84"/>
              <a:gd name="T54" fmla="*/ 39 w 64"/>
              <a:gd name="T55" fmla="*/ 5 h 84"/>
              <a:gd name="T56" fmla="*/ 32 w 64"/>
              <a:gd name="T57" fmla="*/ 3 h 84"/>
              <a:gd name="T58" fmla="*/ 25 w 64"/>
              <a:gd name="T59" fmla="*/ 5 h 84"/>
              <a:gd name="T60" fmla="*/ 20 w 64"/>
              <a:gd name="T61" fmla="*/ 9 h 84"/>
              <a:gd name="T62" fmla="*/ 16 w 64"/>
              <a:gd name="T63" fmla="*/ 14 h 84"/>
              <a:gd name="T64" fmla="*/ 15 w 64"/>
              <a:gd name="T65" fmla="*/ 2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" h="84">
                <a:moveTo>
                  <a:pt x="53" y="40"/>
                </a:moveTo>
                <a:cubicBezTo>
                  <a:pt x="64" y="40"/>
                  <a:pt x="64" y="40"/>
                  <a:pt x="64" y="40"/>
                </a:cubicBezTo>
                <a:cubicBezTo>
                  <a:pt x="64" y="84"/>
                  <a:pt x="64" y="84"/>
                  <a:pt x="64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40"/>
                  <a:pt x="0" y="40"/>
                  <a:pt x="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18"/>
                  <a:pt x="12" y="16"/>
                  <a:pt x="13" y="13"/>
                </a:cubicBezTo>
                <a:cubicBezTo>
                  <a:pt x="14" y="11"/>
                  <a:pt x="16" y="8"/>
                  <a:pt x="18" y="6"/>
                </a:cubicBezTo>
                <a:cubicBezTo>
                  <a:pt x="19" y="5"/>
                  <a:pt x="22" y="3"/>
                  <a:pt x="24" y="2"/>
                </a:cubicBezTo>
                <a:cubicBezTo>
                  <a:pt x="27" y="1"/>
                  <a:pt x="29" y="0"/>
                  <a:pt x="32" y="0"/>
                </a:cubicBezTo>
                <a:cubicBezTo>
                  <a:pt x="35" y="0"/>
                  <a:pt x="38" y="1"/>
                  <a:pt x="40" y="2"/>
                </a:cubicBezTo>
                <a:cubicBezTo>
                  <a:pt x="43" y="3"/>
                  <a:pt x="45" y="5"/>
                  <a:pt x="47" y="6"/>
                </a:cubicBezTo>
                <a:cubicBezTo>
                  <a:pt x="49" y="8"/>
                  <a:pt x="50" y="11"/>
                  <a:pt x="51" y="13"/>
                </a:cubicBezTo>
                <a:cubicBezTo>
                  <a:pt x="52" y="16"/>
                  <a:pt x="53" y="18"/>
                  <a:pt x="53" y="21"/>
                </a:cubicBezTo>
                <a:lnTo>
                  <a:pt x="53" y="40"/>
                </a:lnTo>
                <a:close/>
                <a:moveTo>
                  <a:pt x="61" y="80"/>
                </a:moveTo>
                <a:cubicBezTo>
                  <a:pt x="61" y="44"/>
                  <a:pt x="61" y="44"/>
                  <a:pt x="61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" y="80"/>
                  <a:pt x="3" y="80"/>
                  <a:pt x="3" y="80"/>
                </a:cubicBezTo>
                <a:lnTo>
                  <a:pt x="61" y="80"/>
                </a:lnTo>
                <a:close/>
                <a:moveTo>
                  <a:pt x="15" y="21"/>
                </a:moveTo>
                <a:cubicBezTo>
                  <a:pt x="15" y="40"/>
                  <a:pt x="15" y="40"/>
                  <a:pt x="15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19"/>
                  <a:pt x="49" y="16"/>
                  <a:pt x="48" y="14"/>
                </a:cubicBezTo>
                <a:cubicBezTo>
                  <a:pt x="47" y="12"/>
                  <a:pt x="46" y="10"/>
                  <a:pt x="45" y="9"/>
                </a:cubicBezTo>
                <a:cubicBezTo>
                  <a:pt x="43" y="7"/>
                  <a:pt x="41" y="6"/>
                  <a:pt x="39" y="5"/>
                </a:cubicBezTo>
                <a:cubicBezTo>
                  <a:pt x="37" y="4"/>
                  <a:pt x="35" y="3"/>
                  <a:pt x="32" y="3"/>
                </a:cubicBezTo>
                <a:cubicBezTo>
                  <a:pt x="30" y="3"/>
                  <a:pt x="27" y="4"/>
                  <a:pt x="25" y="5"/>
                </a:cubicBezTo>
                <a:cubicBezTo>
                  <a:pt x="23" y="6"/>
                  <a:pt x="21" y="7"/>
                  <a:pt x="20" y="9"/>
                </a:cubicBezTo>
                <a:cubicBezTo>
                  <a:pt x="18" y="10"/>
                  <a:pt x="17" y="12"/>
                  <a:pt x="16" y="14"/>
                </a:cubicBezTo>
                <a:cubicBezTo>
                  <a:pt x="15" y="16"/>
                  <a:pt x="15" y="19"/>
                  <a:pt x="15" y="21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7618413" y="2512208"/>
            <a:ext cx="165100" cy="360363"/>
          </a:xfrm>
          <a:custGeom>
            <a:avLst/>
            <a:gdLst>
              <a:gd name="T0" fmla="*/ 0 w 44"/>
              <a:gd name="T1" fmla="*/ 0 h 96"/>
              <a:gd name="T2" fmla="*/ 44 w 44"/>
              <a:gd name="T3" fmla="*/ 0 h 96"/>
              <a:gd name="T4" fmla="*/ 44 w 44"/>
              <a:gd name="T5" fmla="*/ 9 h 96"/>
              <a:gd name="T6" fmla="*/ 33 w 44"/>
              <a:gd name="T7" fmla="*/ 29 h 96"/>
              <a:gd name="T8" fmla="*/ 33 w 44"/>
              <a:gd name="T9" fmla="*/ 96 h 96"/>
              <a:gd name="T10" fmla="*/ 11 w 44"/>
              <a:gd name="T11" fmla="*/ 96 h 96"/>
              <a:gd name="T12" fmla="*/ 11 w 44"/>
              <a:gd name="T13" fmla="*/ 29 h 96"/>
              <a:gd name="T14" fmla="*/ 0 w 44"/>
              <a:gd name="T15" fmla="*/ 9 h 96"/>
              <a:gd name="T16" fmla="*/ 0 w 44"/>
              <a:gd name="T17" fmla="*/ 0 h 96"/>
              <a:gd name="T18" fmla="*/ 3 w 44"/>
              <a:gd name="T19" fmla="*/ 3 h 96"/>
              <a:gd name="T20" fmla="*/ 3 w 44"/>
              <a:gd name="T21" fmla="*/ 9 h 96"/>
              <a:gd name="T22" fmla="*/ 3 w 44"/>
              <a:gd name="T23" fmla="*/ 9 h 96"/>
              <a:gd name="T24" fmla="*/ 41 w 44"/>
              <a:gd name="T25" fmla="*/ 9 h 96"/>
              <a:gd name="T26" fmla="*/ 41 w 44"/>
              <a:gd name="T27" fmla="*/ 9 h 96"/>
              <a:gd name="T28" fmla="*/ 41 w 44"/>
              <a:gd name="T29" fmla="*/ 3 h 96"/>
              <a:gd name="T30" fmla="*/ 3 w 44"/>
              <a:gd name="T31" fmla="*/ 3 h 96"/>
              <a:gd name="T32" fmla="*/ 31 w 44"/>
              <a:gd name="T33" fmla="*/ 27 h 96"/>
              <a:gd name="T34" fmla="*/ 39 w 44"/>
              <a:gd name="T35" fmla="*/ 13 h 96"/>
              <a:gd name="T36" fmla="*/ 5 w 44"/>
              <a:gd name="T37" fmla="*/ 13 h 96"/>
              <a:gd name="T38" fmla="*/ 14 w 44"/>
              <a:gd name="T39" fmla="*/ 28 h 96"/>
              <a:gd name="T40" fmla="*/ 14 w 44"/>
              <a:gd name="T41" fmla="*/ 83 h 96"/>
              <a:gd name="T42" fmla="*/ 30 w 44"/>
              <a:gd name="T43" fmla="*/ 83 h 96"/>
              <a:gd name="T44" fmla="*/ 30 w 44"/>
              <a:gd name="T45" fmla="*/ 28 h 96"/>
              <a:gd name="T46" fmla="*/ 31 w 44"/>
              <a:gd name="T47" fmla="*/ 27 h 96"/>
              <a:gd name="T48" fmla="*/ 14 w 44"/>
              <a:gd name="T49" fmla="*/ 93 h 96"/>
              <a:gd name="T50" fmla="*/ 30 w 44"/>
              <a:gd name="T51" fmla="*/ 93 h 96"/>
              <a:gd name="T52" fmla="*/ 30 w 44"/>
              <a:gd name="T53" fmla="*/ 86 h 96"/>
              <a:gd name="T54" fmla="*/ 14 w 44"/>
              <a:gd name="T55" fmla="*/ 86 h 96"/>
              <a:gd name="T56" fmla="*/ 14 w 44"/>
              <a:gd name="T57" fmla="*/ 93 h 96"/>
              <a:gd name="T58" fmla="*/ 22 w 44"/>
              <a:gd name="T59" fmla="*/ 45 h 96"/>
              <a:gd name="T60" fmla="*/ 24 w 44"/>
              <a:gd name="T61" fmla="*/ 45 h 96"/>
              <a:gd name="T62" fmla="*/ 26 w 44"/>
              <a:gd name="T63" fmla="*/ 46 h 96"/>
              <a:gd name="T64" fmla="*/ 27 w 44"/>
              <a:gd name="T65" fmla="*/ 48 h 96"/>
              <a:gd name="T66" fmla="*/ 27 w 44"/>
              <a:gd name="T67" fmla="*/ 50 h 96"/>
              <a:gd name="T68" fmla="*/ 27 w 44"/>
              <a:gd name="T69" fmla="*/ 56 h 96"/>
              <a:gd name="T70" fmla="*/ 27 w 44"/>
              <a:gd name="T71" fmla="*/ 58 h 96"/>
              <a:gd name="T72" fmla="*/ 26 w 44"/>
              <a:gd name="T73" fmla="*/ 59 h 96"/>
              <a:gd name="T74" fmla="*/ 24 w 44"/>
              <a:gd name="T75" fmla="*/ 60 h 96"/>
              <a:gd name="T76" fmla="*/ 22 w 44"/>
              <a:gd name="T77" fmla="*/ 61 h 96"/>
              <a:gd name="T78" fmla="*/ 20 w 44"/>
              <a:gd name="T79" fmla="*/ 60 h 96"/>
              <a:gd name="T80" fmla="*/ 19 w 44"/>
              <a:gd name="T81" fmla="*/ 59 h 96"/>
              <a:gd name="T82" fmla="*/ 18 w 44"/>
              <a:gd name="T83" fmla="*/ 58 h 96"/>
              <a:gd name="T84" fmla="*/ 17 w 44"/>
              <a:gd name="T85" fmla="*/ 56 h 96"/>
              <a:gd name="T86" fmla="*/ 17 w 44"/>
              <a:gd name="T87" fmla="*/ 50 h 96"/>
              <a:gd name="T88" fmla="*/ 18 w 44"/>
              <a:gd name="T89" fmla="*/ 48 h 96"/>
              <a:gd name="T90" fmla="*/ 19 w 44"/>
              <a:gd name="T91" fmla="*/ 46 h 96"/>
              <a:gd name="T92" fmla="*/ 20 w 44"/>
              <a:gd name="T93" fmla="*/ 45 h 96"/>
              <a:gd name="T94" fmla="*/ 22 w 44"/>
              <a:gd name="T95" fmla="*/ 45 h 96"/>
              <a:gd name="T96" fmla="*/ 24 w 44"/>
              <a:gd name="T97" fmla="*/ 56 h 96"/>
              <a:gd name="T98" fmla="*/ 24 w 44"/>
              <a:gd name="T99" fmla="*/ 50 h 96"/>
              <a:gd name="T100" fmla="*/ 23 w 44"/>
              <a:gd name="T101" fmla="*/ 48 h 96"/>
              <a:gd name="T102" fmla="*/ 22 w 44"/>
              <a:gd name="T103" fmla="*/ 48 h 96"/>
              <a:gd name="T104" fmla="*/ 21 w 44"/>
              <a:gd name="T105" fmla="*/ 48 h 96"/>
              <a:gd name="T106" fmla="*/ 20 w 44"/>
              <a:gd name="T107" fmla="*/ 50 h 96"/>
              <a:gd name="T108" fmla="*/ 20 w 44"/>
              <a:gd name="T109" fmla="*/ 56 h 96"/>
              <a:gd name="T110" fmla="*/ 21 w 44"/>
              <a:gd name="T111" fmla="*/ 57 h 96"/>
              <a:gd name="T112" fmla="*/ 22 w 44"/>
              <a:gd name="T113" fmla="*/ 57 h 96"/>
              <a:gd name="T114" fmla="*/ 23 w 44"/>
              <a:gd name="T115" fmla="*/ 57 h 96"/>
              <a:gd name="T116" fmla="*/ 24 w 44"/>
              <a:gd name="T117" fmla="*/ 5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" h="96">
                <a:moveTo>
                  <a:pt x="0" y="0"/>
                </a:moveTo>
                <a:cubicBezTo>
                  <a:pt x="44" y="0"/>
                  <a:pt x="44" y="0"/>
                  <a:pt x="44" y="0"/>
                </a:cubicBezTo>
                <a:cubicBezTo>
                  <a:pt x="44" y="9"/>
                  <a:pt x="44" y="9"/>
                  <a:pt x="44" y="9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96"/>
                  <a:pt x="33" y="96"/>
                  <a:pt x="33" y="96"/>
                </a:cubicBezTo>
                <a:cubicBezTo>
                  <a:pt x="11" y="96"/>
                  <a:pt x="11" y="96"/>
                  <a:pt x="11" y="96"/>
                </a:cubicBezTo>
                <a:cubicBezTo>
                  <a:pt x="11" y="29"/>
                  <a:pt x="11" y="29"/>
                  <a:pt x="11" y="29"/>
                </a:cubicBezTo>
                <a:cubicBezTo>
                  <a:pt x="0" y="9"/>
                  <a:pt x="0" y="9"/>
                  <a:pt x="0" y="9"/>
                </a:cubicBezTo>
                <a:lnTo>
                  <a:pt x="0" y="0"/>
                </a:lnTo>
                <a:close/>
                <a:moveTo>
                  <a:pt x="3" y="3"/>
                </a:move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3"/>
                  <a:pt x="41" y="3"/>
                  <a:pt x="41" y="3"/>
                </a:cubicBezTo>
                <a:lnTo>
                  <a:pt x="3" y="3"/>
                </a:lnTo>
                <a:close/>
                <a:moveTo>
                  <a:pt x="31" y="27"/>
                </a:moveTo>
                <a:cubicBezTo>
                  <a:pt x="39" y="13"/>
                  <a:pt x="39" y="13"/>
                  <a:pt x="39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83"/>
                  <a:pt x="14" y="83"/>
                  <a:pt x="14" y="83"/>
                </a:cubicBezTo>
                <a:cubicBezTo>
                  <a:pt x="30" y="83"/>
                  <a:pt x="30" y="83"/>
                  <a:pt x="30" y="83"/>
                </a:cubicBezTo>
                <a:cubicBezTo>
                  <a:pt x="30" y="28"/>
                  <a:pt x="30" y="28"/>
                  <a:pt x="30" y="28"/>
                </a:cubicBezTo>
                <a:lnTo>
                  <a:pt x="31" y="27"/>
                </a:lnTo>
                <a:close/>
                <a:moveTo>
                  <a:pt x="14" y="93"/>
                </a:moveTo>
                <a:cubicBezTo>
                  <a:pt x="30" y="93"/>
                  <a:pt x="30" y="93"/>
                  <a:pt x="30" y="93"/>
                </a:cubicBezTo>
                <a:cubicBezTo>
                  <a:pt x="30" y="86"/>
                  <a:pt x="30" y="86"/>
                  <a:pt x="30" y="86"/>
                </a:cubicBezTo>
                <a:cubicBezTo>
                  <a:pt x="14" y="86"/>
                  <a:pt x="14" y="86"/>
                  <a:pt x="14" y="86"/>
                </a:cubicBezTo>
                <a:lnTo>
                  <a:pt x="14" y="93"/>
                </a:lnTo>
                <a:close/>
                <a:moveTo>
                  <a:pt x="22" y="45"/>
                </a:moveTo>
                <a:cubicBezTo>
                  <a:pt x="23" y="45"/>
                  <a:pt x="23" y="45"/>
                  <a:pt x="24" y="45"/>
                </a:cubicBezTo>
                <a:cubicBezTo>
                  <a:pt x="25" y="45"/>
                  <a:pt x="25" y="46"/>
                  <a:pt x="26" y="46"/>
                </a:cubicBezTo>
                <a:cubicBezTo>
                  <a:pt x="26" y="47"/>
                  <a:pt x="26" y="47"/>
                  <a:pt x="27" y="48"/>
                </a:cubicBezTo>
                <a:cubicBezTo>
                  <a:pt x="27" y="48"/>
                  <a:pt x="27" y="49"/>
                  <a:pt x="27" y="50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7"/>
                  <a:pt x="27" y="57"/>
                  <a:pt x="27" y="58"/>
                </a:cubicBezTo>
                <a:cubicBezTo>
                  <a:pt x="26" y="58"/>
                  <a:pt x="26" y="59"/>
                  <a:pt x="26" y="59"/>
                </a:cubicBezTo>
                <a:cubicBezTo>
                  <a:pt x="25" y="60"/>
                  <a:pt x="25" y="60"/>
                  <a:pt x="24" y="60"/>
                </a:cubicBezTo>
                <a:cubicBezTo>
                  <a:pt x="23" y="61"/>
                  <a:pt x="23" y="61"/>
                  <a:pt x="22" y="61"/>
                </a:cubicBezTo>
                <a:cubicBezTo>
                  <a:pt x="22" y="61"/>
                  <a:pt x="21" y="61"/>
                  <a:pt x="20" y="60"/>
                </a:cubicBezTo>
                <a:cubicBezTo>
                  <a:pt x="20" y="60"/>
                  <a:pt x="19" y="60"/>
                  <a:pt x="19" y="59"/>
                </a:cubicBezTo>
                <a:cubicBezTo>
                  <a:pt x="18" y="59"/>
                  <a:pt x="18" y="58"/>
                  <a:pt x="18" y="58"/>
                </a:cubicBezTo>
                <a:cubicBezTo>
                  <a:pt x="17" y="57"/>
                  <a:pt x="17" y="57"/>
                  <a:pt x="17" y="56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7" y="48"/>
                  <a:pt x="18" y="48"/>
                </a:cubicBezTo>
                <a:cubicBezTo>
                  <a:pt x="18" y="47"/>
                  <a:pt x="18" y="47"/>
                  <a:pt x="19" y="46"/>
                </a:cubicBezTo>
                <a:cubicBezTo>
                  <a:pt x="19" y="46"/>
                  <a:pt x="20" y="45"/>
                  <a:pt x="20" y="45"/>
                </a:cubicBezTo>
                <a:cubicBezTo>
                  <a:pt x="21" y="45"/>
                  <a:pt x="22" y="45"/>
                  <a:pt x="22" y="45"/>
                </a:cubicBezTo>
                <a:close/>
                <a:moveTo>
                  <a:pt x="24" y="56"/>
                </a:moveTo>
                <a:cubicBezTo>
                  <a:pt x="24" y="50"/>
                  <a:pt x="24" y="50"/>
                  <a:pt x="24" y="50"/>
                </a:cubicBezTo>
                <a:cubicBezTo>
                  <a:pt x="24" y="49"/>
                  <a:pt x="24" y="49"/>
                  <a:pt x="23" y="48"/>
                </a:cubicBezTo>
                <a:cubicBezTo>
                  <a:pt x="23" y="48"/>
                  <a:pt x="23" y="48"/>
                  <a:pt x="22" y="48"/>
                </a:cubicBezTo>
                <a:cubicBezTo>
                  <a:pt x="22" y="48"/>
                  <a:pt x="21" y="48"/>
                  <a:pt x="21" y="48"/>
                </a:cubicBezTo>
                <a:cubicBezTo>
                  <a:pt x="21" y="49"/>
                  <a:pt x="20" y="49"/>
                  <a:pt x="20" y="50"/>
                </a:cubicBezTo>
                <a:cubicBezTo>
                  <a:pt x="20" y="56"/>
                  <a:pt x="20" y="56"/>
                  <a:pt x="20" y="56"/>
                </a:cubicBezTo>
                <a:cubicBezTo>
                  <a:pt x="20" y="56"/>
                  <a:pt x="21" y="57"/>
                  <a:pt x="21" y="57"/>
                </a:cubicBezTo>
                <a:cubicBezTo>
                  <a:pt x="21" y="57"/>
                  <a:pt x="22" y="57"/>
                  <a:pt x="22" y="57"/>
                </a:cubicBezTo>
                <a:cubicBezTo>
                  <a:pt x="23" y="57"/>
                  <a:pt x="23" y="57"/>
                  <a:pt x="23" y="57"/>
                </a:cubicBezTo>
                <a:cubicBezTo>
                  <a:pt x="24" y="57"/>
                  <a:pt x="24" y="56"/>
                  <a:pt x="24" y="56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8091488" y="2556658"/>
            <a:ext cx="300038" cy="271463"/>
          </a:xfrm>
          <a:custGeom>
            <a:avLst/>
            <a:gdLst>
              <a:gd name="T0" fmla="*/ 58 w 80"/>
              <a:gd name="T1" fmla="*/ 0 h 72"/>
              <a:gd name="T2" fmla="*/ 66 w 80"/>
              <a:gd name="T3" fmla="*/ 2 h 72"/>
              <a:gd name="T4" fmla="*/ 74 w 80"/>
              <a:gd name="T5" fmla="*/ 7 h 72"/>
              <a:gd name="T6" fmla="*/ 78 w 80"/>
              <a:gd name="T7" fmla="*/ 14 h 72"/>
              <a:gd name="T8" fmla="*/ 80 w 80"/>
              <a:gd name="T9" fmla="*/ 22 h 72"/>
              <a:gd name="T10" fmla="*/ 80 w 80"/>
              <a:gd name="T11" fmla="*/ 27 h 72"/>
              <a:gd name="T12" fmla="*/ 78 w 80"/>
              <a:gd name="T13" fmla="*/ 31 h 72"/>
              <a:gd name="T14" fmla="*/ 76 w 80"/>
              <a:gd name="T15" fmla="*/ 35 h 72"/>
              <a:gd name="T16" fmla="*/ 73 w 80"/>
              <a:gd name="T17" fmla="*/ 38 h 72"/>
              <a:gd name="T18" fmla="*/ 40 w 80"/>
              <a:gd name="T19" fmla="*/ 72 h 72"/>
              <a:gd name="T20" fmla="*/ 6 w 80"/>
              <a:gd name="T21" fmla="*/ 38 h 72"/>
              <a:gd name="T22" fmla="*/ 4 w 80"/>
              <a:gd name="T23" fmla="*/ 34 h 72"/>
              <a:gd name="T24" fmla="*/ 2 w 80"/>
              <a:gd name="T25" fmla="*/ 31 h 72"/>
              <a:gd name="T26" fmla="*/ 1 w 80"/>
              <a:gd name="T27" fmla="*/ 27 h 72"/>
              <a:gd name="T28" fmla="*/ 0 w 80"/>
              <a:gd name="T29" fmla="*/ 22 h 72"/>
              <a:gd name="T30" fmla="*/ 2 w 80"/>
              <a:gd name="T31" fmla="*/ 14 h 72"/>
              <a:gd name="T32" fmla="*/ 7 w 80"/>
              <a:gd name="T33" fmla="*/ 7 h 72"/>
              <a:gd name="T34" fmla="*/ 14 w 80"/>
              <a:gd name="T35" fmla="*/ 2 h 72"/>
              <a:gd name="T36" fmla="*/ 23 w 80"/>
              <a:gd name="T37" fmla="*/ 0 h 72"/>
              <a:gd name="T38" fmla="*/ 28 w 80"/>
              <a:gd name="T39" fmla="*/ 1 h 72"/>
              <a:gd name="T40" fmla="*/ 32 w 80"/>
              <a:gd name="T41" fmla="*/ 2 h 72"/>
              <a:gd name="T42" fmla="*/ 37 w 80"/>
              <a:gd name="T43" fmla="*/ 5 h 72"/>
              <a:gd name="T44" fmla="*/ 40 w 80"/>
              <a:gd name="T45" fmla="*/ 9 h 72"/>
              <a:gd name="T46" fmla="*/ 44 w 80"/>
              <a:gd name="T47" fmla="*/ 5 h 72"/>
              <a:gd name="T48" fmla="*/ 48 w 80"/>
              <a:gd name="T49" fmla="*/ 2 h 72"/>
              <a:gd name="T50" fmla="*/ 53 w 80"/>
              <a:gd name="T51" fmla="*/ 1 h 72"/>
              <a:gd name="T52" fmla="*/ 58 w 80"/>
              <a:gd name="T53" fmla="*/ 0 h 72"/>
              <a:gd name="T54" fmla="*/ 58 w 80"/>
              <a:gd name="T55" fmla="*/ 3 h 72"/>
              <a:gd name="T56" fmla="*/ 52 w 80"/>
              <a:gd name="T57" fmla="*/ 4 h 72"/>
              <a:gd name="T58" fmla="*/ 47 w 80"/>
              <a:gd name="T59" fmla="*/ 6 h 72"/>
              <a:gd name="T60" fmla="*/ 43 w 80"/>
              <a:gd name="T61" fmla="*/ 10 h 72"/>
              <a:gd name="T62" fmla="*/ 40 w 80"/>
              <a:gd name="T63" fmla="*/ 15 h 72"/>
              <a:gd name="T64" fmla="*/ 37 w 80"/>
              <a:gd name="T65" fmla="*/ 10 h 72"/>
              <a:gd name="T66" fmla="*/ 33 w 80"/>
              <a:gd name="T67" fmla="*/ 6 h 72"/>
              <a:gd name="T68" fmla="*/ 28 w 80"/>
              <a:gd name="T69" fmla="*/ 4 h 72"/>
              <a:gd name="T70" fmla="*/ 23 w 80"/>
              <a:gd name="T71" fmla="*/ 3 h 72"/>
              <a:gd name="T72" fmla="*/ 15 w 80"/>
              <a:gd name="T73" fmla="*/ 5 h 72"/>
              <a:gd name="T74" fmla="*/ 9 w 80"/>
              <a:gd name="T75" fmla="*/ 9 h 72"/>
              <a:gd name="T76" fmla="*/ 5 w 80"/>
              <a:gd name="T77" fmla="*/ 15 h 72"/>
              <a:gd name="T78" fmla="*/ 3 w 80"/>
              <a:gd name="T79" fmla="*/ 22 h 72"/>
              <a:gd name="T80" fmla="*/ 4 w 80"/>
              <a:gd name="T81" fmla="*/ 26 h 72"/>
              <a:gd name="T82" fmla="*/ 5 w 80"/>
              <a:gd name="T83" fmla="*/ 30 h 72"/>
              <a:gd name="T84" fmla="*/ 6 w 80"/>
              <a:gd name="T85" fmla="*/ 33 h 72"/>
              <a:gd name="T86" fmla="*/ 9 w 80"/>
              <a:gd name="T87" fmla="*/ 36 h 72"/>
              <a:gd name="T88" fmla="*/ 40 w 80"/>
              <a:gd name="T89" fmla="*/ 67 h 72"/>
              <a:gd name="T90" fmla="*/ 71 w 80"/>
              <a:gd name="T91" fmla="*/ 36 h 72"/>
              <a:gd name="T92" fmla="*/ 74 w 80"/>
              <a:gd name="T93" fmla="*/ 33 h 72"/>
              <a:gd name="T94" fmla="*/ 75 w 80"/>
              <a:gd name="T95" fmla="*/ 30 h 72"/>
              <a:gd name="T96" fmla="*/ 77 w 80"/>
              <a:gd name="T97" fmla="*/ 26 h 72"/>
              <a:gd name="T98" fmla="*/ 77 w 80"/>
              <a:gd name="T99" fmla="*/ 22 h 72"/>
              <a:gd name="T100" fmla="*/ 75 w 80"/>
              <a:gd name="T101" fmla="*/ 15 h 72"/>
              <a:gd name="T102" fmla="*/ 71 w 80"/>
              <a:gd name="T103" fmla="*/ 9 h 72"/>
              <a:gd name="T104" fmla="*/ 65 w 80"/>
              <a:gd name="T105" fmla="*/ 5 h 72"/>
              <a:gd name="T106" fmla="*/ 58 w 80"/>
              <a:gd name="T107" fmla="*/ 3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72">
                <a:moveTo>
                  <a:pt x="58" y="0"/>
                </a:moveTo>
                <a:cubicBezTo>
                  <a:pt x="61" y="0"/>
                  <a:pt x="64" y="1"/>
                  <a:pt x="66" y="2"/>
                </a:cubicBezTo>
                <a:cubicBezTo>
                  <a:pt x="69" y="3"/>
                  <a:pt x="72" y="5"/>
                  <a:pt x="74" y="7"/>
                </a:cubicBezTo>
                <a:cubicBezTo>
                  <a:pt x="76" y="9"/>
                  <a:pt x="77" y="11"/>
                  <a:pt x="78" y="14"/>
                </a:cubicBezTo>
                <a:cubicBezTo>
                  <a:pt x="80" y="16"/>
                  <a:pt x="80" y="19"/>
                  <a:pt x="80" y="22"/>
                </a:cubicBezTo>
                <a:cubicBezTo>
                  <a:pt x="80" y="24"/>
                  <a:pt x="80" y="25"/>
                  <a:pt x="80" y="27"/>
                </a:cubicBezTo>
                <a:cubicBezTo>
                  <a:pt x="79" y="28"/>
                  <a:pt x="79" y="30"/>
                  <a:pt x="78" y="31"/>
                </a:cubicBezTo>
                <a:cubicBezTo>
                  <a:pt x="78" y="32"/>
                  <a:pt x="77" y="34"/>
                  <a:pt x="76" y="35"/>
                </a:cubicBezTo>
                <a:cubicBezTo>
                  <a:pt x="75" y="36"/>
                  <a:pt x="74" y="37"/>
                  <a:pt x="73" y="38"/>
                </a:cubicBezTo>
                <a:cubicBezTo>
                  <a:pt x="40" y="72"/>
                  <a:pt x="40" y="72"/>
                  <a:pt x="40" y="72"/>
                </a:cubicBezTo>
                <a:cubicBezTo>
                  <a:pt x="6" y="38"/>
                  <a:pt x="6" y="38"/>
                  <a:pt x="6" y="38"/>
                </a:cubicBezTo>
                <a:cubicBezTo>
                  <a:pt x="5" y="37"/>
                  <a:pt x="5" y="36"/>
                  <a:pt x="4" y="34"/>
                </a:cubicBezTo>
                <a:cubicBezTo>
                  <a:pt x="3" y="33"/>
                  <a:pt x="2" y="32"/>
                  <a:pt x="2" y="31"/>
                </a:cubicBezTo>
                <a:cubicBezTo>
                  <a:pt x="1" y="29"/>
                  <a:pt x="1" y="28"/>
                  <a:pt x="1" y="27"/>
                </a:cubicBezTo>
                <a:cubicBezTo>
                  <a:pt x="0" y="25"/>
                  <a:pt x="0" y="24"/>
                  <a:pt x="0" y="22"/>
                </a:cubicBezTo>
                <a:cubicBezTo>
                  <a:pt x="0" y="19"/>
                  <a:pt x="1" y="16"/>
                  <a:pt x="2" y="14"/>
                </a:cubicBezTo>
                <a:cubicBezTo>
                  <a:pt x="3" y="11"/>
                  <a:pt x="5" y="9"/>
                  <a:pt x="7" y="7"/>
                </a:cubicBezTo>
                <a:cubicBezTo>
                  <a:pt x="9" y="5"/>
                  <a:pt x="11" y="3"/>
                  <a:pt x="14" y="2"/>
                </a:cubicBezTo>
                <a:cubicBezTo>
                  <a:pt x="16" y="1"/>
                  <a:pt x="19" y="0"/>
                  <a:pt x="23" y="0"/>
                </a:cubicBezTo>
                <a:cubicBezTo>
                  <a:pt x="24" y="0"/>
                  <a:pt x="26" y="0"/>
                  <a:pt x="28" y="1"/>
                </a:cubicBezTo>
                <a:cubicBezTo>
                  <a:pt x="29" y="1"/>
                  <a:pt x="31" y="2"/>
                  <a:pt x="32" y="2"/>
                </a:cubicBezTo>
                <a:cubicBezTo>
                  <a:pt x="34" y="3"/>
                  <a:pt x="35" y="4"/>
                  <a:pt x="37" y="5"/>
                </a:cubicBezTo>
                <a:cubicBezTo>
                  <a:pt x="38" y="6"/>
                  <a:pt x="39" y="7"/>
                  <a:pt x="40" y="9"/>
                </a:cubicBezTo>
                <a:cubicBezTo>
                  <a:pt x="41" y="7"/>
                  <a:pt x="42" y="6"/>
                  <a:pt x="44" y="5"/>
                </a:cubicBezTo>
                <a:cubicBezTo>
                  <a:pt x="45" y="4"/>
                  <a:pt x="46" y="3"/>
                  <a:pt x="48" y="2"/>
                </a:cubicBezTo>
                <a:cubicBezTo>
                  <a:pt x="49" y="2"/>
                  <a:pt x="51" y="1"/>
                  <a:pt x="53" y="1"/>
                </a:cubicBezTo>
                <a:cubicBezTo>
                  <a:pt x="54" y="0"/>
                  <a:pt x="56" y="0"/>
                  <a:pt x="58" y="0"/>
                </a:cubicBezTo>
                <a:close/>
                <a:moveTo>
                  <a:pt x="58" y="3"/>
                </a:moveTo>
                <a:cubicBezTo>
                  <a:pt x="56" y="3"/>
                  <a:pt x="54" y="4"/>
                  <a:pt x="52" y="4"/>
                </a:cubicBezTo>
                <a:cubicBezTo>
                  <a:pt x="50" y="5"/>
                  <a:pt x="49" y="5"/>
                  <a:pt x="47" y="6"/>
                </a:cubicBezTo>
                <a:cubicBezTo>
                  <a:pt x="46" y="8"/>
                  <a:pt x="44" y="9"/>
                  <a:pt x="43" y="10"/>
                </a:cubicBezTo>
                <a:cubicBezTo>
                  <a:pt x="42" y="12"/>
                  <a:pt x="41" y="13"/>
                  <a:pt x="40" y="15"/>
                </a:cubicBezTo>
                <a:cubicBezTo>
                  <a:pt x="39" y="13"/>
                  <a:pt x="38" y="12"/>
                  <a:pt x="37" y="10"/>
                </a:cubicBezTo>
                <a:cubicBezTo>
                  <a:pt x="36" y="9"/>
                  <a:pt x="35" y="8"/>
                  <a:pt x="33" y="6"/>
                </a:cubicBezTo>
                <a:cubicBezTo>
                  <a:pt x="32" y="5"/>
                  <a:pt x="30" y="5"/>
                  <a:pt x="28" y="4"/>
                </a:cubicBezTo>
                <a:cubicBezTo>
                  <a:pt x="26" y="4"/>
                  <a:pt x="25" y="3"/>
                  <a:pt x="23" y="3"/>
                </a:cubicBezTo>
                <a:cubicBezTo>
                  <a:pt x="20" y="3"/>
                  <a:pt x="17" y="4"/>
                  <a:pt x="15" y="5"/>
                </a:cubicBezTo>
                <a:cubicBezTo>
                  <a:pt x="13" y="6"/>
                  <a:pt x="11" y="7"/>
                  <a:pt x="9" y="9"/>
                </a:cubicBezTo>
                <a:cubicBezTo>
                  <a:pt x="7" y="11"/>
                  <a:pt x="6" y="13"/>
                  <a:pt x="5" y="15"/>
                </a:cubicBezTo>
                <a:cubicBezTo>
                  <a:pt x="4" y="17"/>
                  <a:pt x="3" y="20"/>
                  <a:pt x="3" y="22"/>
                </a:cubicBezTo>
                <a:cubicBezTo>
                  <a:pt x="3" y="24"/>
                  <a:pt x="4" y="25"/>
                  <a:pt x="4" y="26"/>
                </a:cubicBezTo>
                <a:cubicBezTo>
                  <a:pt x="4" y="27"/>
                  <a:pt x="4" y="29"/>
                  <a:pt x="5" y="30"/>
                </a:cubicBezTo>
                <a:cubicBezTo>
                  <a:pt x="5" y="31"/>
                  <a:pt x="6" y="32"/>
                  <a:pt x="6" y="33"/>
                </a:cubicBezTo>
                <a:cubicBezTo>
                  <a:pt x="7" y="34"/>
                  <a:pt x="8" y="35"/>
                  <a:pt x="9" y="36"/>
                </a:cubicBezTo>
                <a:cubicBezTo>
                  <a:pt x="40" y="67"/>
                  <a:pt x="40" y="67"/>
                  <a:pt x="40" y="67"/>
                </a:cubicBezTo>
                <a:cubicBezTo>
                  <a:pt x="71" y="36"/>
                  <a:pt x="71" y="36"/>
                  <a:pt x="71" y="36"/>
                </a:cubicBezTo>
                <a:cubicBezTo>
                  <a:pt x="72" y="35"/>
                  <a:pt x="73" y="34"/>
                  <a:pt x="74" y="33"/>
                </a:cubicBezTo>
                <a:cubicBezTo>
                  <a:pt x="74" y="32"/>
                  <a:pt x="75" y="31"/>
                  <a:pt x="75" y="30"/>
                </a:cubicBezTo>
                <a:cubicBezTo>
                  <a:pt x="76" y="29"/>
                  <a:pt x="76" y="28"/>
                  <a:pt x="77" y="26"/>
                </a:cubicBezTo>
                <a:cubicBezTo>
                  <a:pt x="77" y="25"/>
                  <a:pt x="77" y="24"/>
                  <a:pt x="77" y="22"/>
                </a:cubicBezTo>
                <a:cubicBezTo>
                  <a:pt x="77" y="20"/>
                  <a:pt x="76" y="17"/>
                  <a:pt x="75" y="15"/>
                </a:cubicBezTo>
                <a:cubicBezTo>
                  <a:pt x="74" y="13"/>
                  <a:pt x="73" y="11"/>
                  <a:pt x="71" y="9"/>
                </a:cubicBezTo>
                <a:cubicBezTo>
                  <a:pt x="70" y="7"/>
                  <a:pt x="67" y="6"/>
                  <a:pt x="65" y="5"/>
                </a:cubicBezTo>
                <a:cubicBezTo>
                  <a:pt x="63" y="4"/>
                  <a:pt x="60" y="3"/>
                  <a:pt x="58" y="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8661400" y="2515383"/>
            <a:ext cx="241300" cy="350838"/>
          </a:xfrm>
          <a:custGeom>
            <a:avLst/>
            <a:gdLst>
              <a:gd name="T0" fmla="*/ 63 w 64"/>
              <a:gd name="T1" fmla="*/ 40 h 93"/>
              <a:gd name="T2" fmla="*/ 57 w 64"/>
              <a:gd name="T3" fmla="*/ 53 h 93"/>
              <a:gd name="T4" fmla="*/ 49 w 64"/>
              <a:gd name="T5" fmla="*/ 60 h 93"/>
              <a:gd name="T6" fmla="*/ 46 w 64"/>
              <a:gd name="T7" fmla="*/ 66 h 93"/>
              <a:gd name="T8" fmla="*/ 45 w 64"/>
              <a:gd name="T9" fmla="*/ 93 h 93"/>
              <a:gd name="T10" fmla="*/ 19 w 64"/>
              <a:gd name="T11" fmla="*/ 71 h 93"/>
              <a:gd name="T12" fmla="*/ 17 w 64"/>
              <a:gd name="T13" fmla="*/ 63 h 93"/>
              <a:gd name="T14" fmla="*/ 13 w 64"/>
              <a:gd name="T15" fmla="*/ 58 h 93"/>
              <a:gd name="T16" fmla="*/ 13 w 64"/>
              <a:gd name="T17" fmla="*/ 58 h 93"/>
              <a:gd name="T18" fmla="*/ 8 w 64"/>
              <a:gd name="T19" fmla="*/ 53 h 93"/>
              <a:gd name="T20" fmla="*/ 1 w 64"/>
              <a:gd name="T21" fmla="*/ 40 h 93"/>
              <a:gd name="T22" fmla="*/ 3 w 64"/>
              <a:gd name="T23" fmla="*/ 20 h 93"/>
              <a:gd name="T24" fmla="*/ 20 w 64"/>
              <a:gd name="T25" fmla="*/ 3 h 93"/>
              <a:gd name="T26" fmla="*/ 45 w 64"/>
              <a:gd name="T27" fmla="*/ 3 h 93"/>
              <a:gd name="T28" fmla="*/ 62 w 64"/>
              <a:gd name="T29" fmla="*/ 20 h 93"/>
              <a:gd name="T30" fmla="*/ 49 w 64"/>
              <a:gd name="T31" fmla="*/ 56 h 93"/>
              <a:gd name="T32" fmla="*/ 58 w 64"/>
              <a:gd name="T33" fmla="*/ 45 h 93"/>
              <a:gd name="T34" fmla="*/ 61 w 64"/>
              <a:gd name="T35" fmla="*/ 32 h 93"/>
              <a:gd name="T36" fmla="*/ 53 w 64"/>
              <a:gd name="T37" fmla="*/ 12 h 93"/>
              <a:gd name="T38" fmla="*/ 32 w 64"/>
              <a:gd name="T39" fmla="*/ 4 h 93"/>
              <a:gd name="T40" fmla="*/ 12 w 64"/>
              <a:gd name="T41" fmla="*/ 12 h 93"/>
              <a:gd name="T42" fmla="*/ 3 w 64"/>
              <a:gd name="T43" fmla="*/ 32 h 93"/>
              <a:gd name="T44" fmla="*/ 6 w 64"/>
              <a:gd name="T45" fmla="*/ 45 h 93"/>
              <a:gd name="T46" fmla="*/ 15 w 64"/>
              <a:gd name="T47" fmla="*/ 55 h 93"/>
              <a:gd name="T48" fmla="*/ 15 w 64"/>
              <a:gd name="T49" fmla="*/ 56 h 93"/>
              <a:gd name="T50" fmla="*/ 15 w 64"/>
              <a:gd name="T51" fmla="*/ 56 h 93"/>
              <a:gd name="T52" fmla="*/ 20 w 64"/>
              <a:gd name="T53" fmla="*/ 62 h 93"/>
              <a:gd name="T54" fmla="*/ 23 w 64"/>
              <a:gd name="T55" fmla="*/ 71 h 93"/>
              <a:gd name="T56" fmla="*/ 30 w 64"/>
              <a:gd name="T57" fmla="*/ 77 h 93"/>
              <a:gd name="T58" fmla="*/ 29 w 64"/>
              <a:gd name="T59" fmla="*/ 38 h 93"/>
              <a:gd name="T60" fmla="*/ 26 w 64"/>
              <a:gd name="T61" fmla="*/ 35 h 93"/>
              <a:gd name="T62" fmla="*/ 26 w 64"/>
              <a:gd name="T63" fmla="*/ 30 h 93"/>
              <a:gd name="T64" fmla="*/ 30 w 64"/>
              <a:gd name="T65" fmla="*/ 27 h 93"/>
              <a:gd name="T66" fmla="*/ 35 w 64"/>
              <a:gd name="T67" fmla="*/ 27 h 93"/>
              <a:gd name="T68" fmla="*/ 38 w 64"/>
              <a:gd name="T69" fmla="*/ 30 h 93"/>
              <a:gd name="T70" fmla="*/ 38 w 64"/>
              <a:gd name="T71" fmla="*/ 35 h 93"/>
              <a:gd name="T72" fmla="*/ 36 w 64"/>
              <a:gd name="T73" fmla="*/ 38 h 93"/>
              <a:gd name="T74" fmla="*/ 34 w 64"/>
              <a:gd name="T75" fmla="*/ 77 h 93"/>
              <a:gd name="T76" fmla="*/ 42 w 64"/>
              <a:gd name="T77" fmla="*/ 71 h 93"/>
              <a:gd name="T78" fmla="*/ 44 w 64"/>
              <a:gd name="T79" fmla="*/ 61 h 93"/>
              <a:gd name="T80" fmla="*/ 49 w 64"/>
              <a:gd name="T81" fmla="*/ 56 h 93"/>
              <a:gd name="T82" fmla="*/ 42 w 64"/>
              <a:gd name="T83" fmla="*/ 90 h 93"/>
              <a:gd name="T84" fmla="*/ 23 w 64"/>
              <a:gd name="T85" fmla="*/ 80 h 93"/>
              <a:gd name="T86" fmla="*/ 32 w 64"/>
              <a:gd name="T87" fmla="*/ 36 h 93"/>
              <a:gd name="T88" fmla="*/ 35 w 64"/>
              <a:gd name="T89" fmla="*/ 32 h 93"/>
              <a:gd name="T90" fmla="*/ 32 w 64"/>
              <a:gd name="T91" fmla="*/ 29 h 93"/>
              <a:gd name="T92" fmla="*/ 29 w 64"/>
              <a:gd name="T93" fmla="*/ 32 h 93"/>
              <a:gd name="T94" fmla="*/ 32 w 64"/>
              <a:gd name="T95" fmla="*/ 3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4" h="93">
                <a:moveTo>
                  <a:pt x="64" y="32"/>
                </a:moveTo>
                <a:cubicBezTo>
                  <a:pt x="64" y="35"/>
                  <a:pt x="64" y="38"/>
                  <a:pt x="63" y="40"/>
                </a:cubicBezTo>
                <a:cubicBezTo>
                  <a:pt x="63" y="42"/>
                  <a:pt x="62" y="45"/>
                  <a:pt x="61" y="47"/>
                </a:cubicBezTo>
                <a:cubicBezTo>
                  <a:pt x="60" y="49"/>
                  <a:pt x="58" y="51"/>
                  <a:pt x="57" y="53"/>
                </a:cubicBezTo>
                <a:cubicBezTo>
                  <a:pt x="55" y="55"/>
                  <a:pt x="53" y="57"/>
                  <a:pt x="51" y="58"/>
                </a:cubicBezTo>
                <a:cubicBezTo>
                  <a:pt x="51" y="58"/>
                  <a:pt x="50" y="59"/>
                  <a:pt x="49" y="60"/>
                </a:cubicBezTo>
                <a:cubicBezTo>
                  <a:pt x="48" y="61"/>
                  <a:pt x="48" y="62"/>
                  <a:pt x="47" y="63"/>
                </a:cubicBezTo>
                <a:cubicBezTo>
                  <a:pt x="47" y="64"/>
                  <a:pt x="46" y="65"/>
                  <a:pt x="46" y="66"/>
                </a:cubicBezTo>
                <a:cubicBezTo>
                  <a:pt x="45" y="68"/>
                  <a:pt x="45" y="69"/>
                  <a:pt x="45" y="71"/>
                </a:cubicBezTo>
                <a:cubicBezTo>
                  <a:pt x="45" y="93"/>
                  <a:pt x="45" y="93"/>
                  <a:pt x="45" y="93"/>
                </a:cubicBezTo>
                <a:cubicBezTo>
                  <a:pt x="19" y="93"/>
                  <a:pt x="19" y="93"/>
                  <a:pt x="19" y="93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69"/>
                  <a:pt x="19" y="68"/>
                  <a:pt x="19" y="67"/>
                </a:cubicBezTo>
                <a:cubicBezTo>
                  <a:pt x="18" y="65"/>
                  <a:pt x="18" y="64"/>
                  <a:pt x="17" y="63"/>
                </a:cubicBezTo>
                <a:cubicBezTo>
                  <a:pt x="17" y="62"/>
                  <a:pt x="16" y="61"/>
                  <a:pt x="15" y="60"/>
                </a:cubicBezTo>
                <a:cubicBezTo>
                  <a:pt x="15" y="59"/>
                  <a:pt x="14" y="59"/>
                  <a:pt x="13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1" y="56"/>
                  <a:pt x="9" y="55"/>
                  <a:pt x="8" y="53"/>
                </a:cubicBezTo>
                <a:cubicBezTo>
                  <a:pt x="6" y="51"/>
                  <a:pt x="5" y="49"/>
                  <a:pt x="4" y="47"/>
                </a:cubicBezTo>
                <a:cubicBezTo>
                  <a:pt x="3" y="45"/>
                  <a:pt x="2" y="42"/>
                  <a:pt x="1" y="40"/>
                </a:cubicBezTo>
                <a:cubicBezTo>
                  <a:pt x="0" y="38"/>
                  <a:pt x="0" y="35"/>
                  <a:pt x="0" y="32"/>
                </a:cubicBezTo>
                <a:cubicBezTo>
                  <a:pt x="0" y="28"/>
                  <a:pt x="1" y="24"/>
                  <a:pt x="3" y="20"/>
                </a:cubicBezTo>
                <a:cubicBezTo>
                  <a:pt x="4" y="16"/>
                  <a:pt x="7" y="13"/>
                  <a:pt x="9" y="10"/>
                </a:cubicBezTo>
                <a:cubicBezTo>
                  <a:pt x="12" y="7"/>
                  <a:pt x="16" y="5"/>
                  <a:pt x="20" y="3"/>
                </a:cubicBezTo>
                <a:cubicBezTo>
                  <a:pt x="24" y="1"/>
                  <a:pt x="28" y="0"/>
                  <a:pt x="32" y="0"/>
                </a:cubicBezTo>
                <a:cubicBezTo>
                  <a:pt x="37" y="0"/>
                  <a:pt x="41" y="1"/>
                  <a:pt x="45" y="3"/>
                </a:cubicBezTo>
                <a:cubicBezTo>
                  <a:pt x="48" y="5"/>
                  <a:pt x="52" y="7"/>
                  <a:pt x="55" y="10"/>
                </a:cubicBezTo>
                <a:cubicBezTo>
                  <a:pt x="58" y="13"/>
                  <a:pt x="60" y="16"/>
                  <a:pt x="62" y="20"/>
                </a:cubicBezTo>
                <a:cubicBezTo>
                  <a:pt x="63" y="24"/>
                  <a:pt x="64" y="28"/>
                  <a:pt x="64" y="32"/>
                </a:cubicBezTo>
                <a:close/>
                <a:moveTo>
                  <a:pt x="49" y="56"/>
                </a:moveTo>
                <a:cubicBezTo>
                  <a:pt x="51" y="54"/>
                  <a:pt x="53" y="53"/>
                  <a:pt x="54" y="51"/>
                </a:cubicBezTo>
                <a:cubicBezTo>
                  <a:pt x="56" y="49"/>
                  <a:pt x="57" y="47"/>
                  <a:pt x="58" y="45"/>
                </a:cubicBezTo>
                <a:cubicBezTo>
                  <a:pt x="59" y="43"/>
                  <a:pt x="60" y="41"/>
                  <a:pt x="60" y="39"/>
                </a:cubicBezTo>
                <a:cubicBezTo>
                  <a:pt x="61" y="37"/>
                  <a:pt x="61" y="35"/>
                  <a:pt x="61" y="32"/>
                </a:cubicBezTo>
                <a:cubicBezTo>
                  <a:pt x="61" y="28"/>
                  <a:pt x="60" y="25"/>
                  <a:pt x="59" y="21"/>
                </a:cubicBezTo>
                <a:cubicBezTo>
                  <a:pt x="57" y="18"/>
                  <a:pt x="55" y="15"/>
                  <a:pt x="53" y="12"/>
                </a:cubicBezTo>
                <a:cubicBezTo>
                  <a:pt x="50" y="10"/>
                  <a:pt x="47" y="8"/>
                  <a:pt x="43" y="6"/>
                </a:cubicBezTo>
                <a:cubicBezTo>
                  <a:pt x="40" y="5"/>
                  <a:pt x="36" y="4"/>
                  <a:pt x="32" y="4"/>
                </a:cubicBezTo>
                <a:cubicBezTo>
                  <a:pt x="28" y="4"/>
                  <a:pt x="24" y="5"/>
                  <a:pt x="21" y="6"/>
                </a:cubicBezTo>
                <a:cubicBezTo>
                  <a:pt x="17" y="8"/>
                  <a:pt x="14" y="10"/>
                  <a:pt x="12" y="12"/>
                </a:cubicBezTo>
                <a:cubicBezTo>
                  <a:pt x="9" y="15"/>
                  <a:pt x="7" y="18"/>
                  <a:pt x="6" y="21"/>
                </a:cubicBezTo>
                <a:cubicBezTo>
                  <a:pt x="4" y="25"/>
                  <a:pt x="3" y="28"/>
                  <a:pt x="3" y="32"/>
                </a:cubicBezTo>
                <a:cubicBezTo>
                  <a:pt x="3" y="35"/>
                  <a:pt x="4" y="37"/>
                  <a:pt x="4" y="39"/>
                </a:cubicBezTo>
                <a:cubicBezTo>
                  <a:pt x="5" y="41"/>
                  <a:pt x="5" y="43"/>
                  <a:pt x="6" y="45"/>
                </a:cubicBezTo>
                <a:cubicBezTo>
                  <a:pt x="7" y="47"/>
                  <a:pt x="8" y="49"/>
                  <a:pt x="10" y="51"/>
                </a:cubicBezTo>
                <a:cubicBezTo>
                  <a:pt x="11" y="52"/>
                  <a:pt x="13" y="54"/>
                  <a:pt x="15" y="55"/>
                </a:cubicBezTo>
                <a:cubicBezTo>
                  <a:pt x="15" y="55"/>
                  <a:pt x="15" y="55"/>
                  <a:pt x="15" y="56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5" y="56"/>
                  <a:pt x="15" y="56"/>
                </a:cubicBezTo>
                <a:cubicBezTo>
                  <a:pt x="16" y="57"/>
                  <a:pt x="17" y="57"/>
                  <a:pt x="18" y="58"/>
                </a:cubicBezTo>
                <a:cubicBezTo>
                  <a:pt x="19" y="59"/>
                  <a:pt x="20" y="60"/>
                  <a:pt x="20" y="62"/>
                </a:cubicBezTo>
                <a:cubicBezTo>
                  <a:pt x="21" y="63"/>
                  <a:pt x="21" y="64"/>
                  <a:pt x="22" y="66"/>
                </a:cubicBezTo>
                <a:cubicBezTo>
                  <a:pt x="22" y="67"/>
                  <a:pt x="23" y="69"/>
                  <a:pt x="23" y="71"/>
                </a:cubicBezTo>
                <a:cubicBezTo>
                  <a:pt x="23" y="77"/>
                  <a:pt x="23" y="77"/>
                  <a:pt x="23" y="77"/>
                </a:cubicBezTo>
                <a:cubicBezTo>
                  <a:pt x="30" y="77"/>
                  <a:pt x="30" y="77"/>
                  <a:pt x="30" y="77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29" y="38"/>
                  <a:pt x="29" y="38"/>
                </a:cubicBezTo>
                <a:cubicBezTo>
                  <a:pt x="28" y="37"/>
                  <a:pt x="28" y="37"/>
                  <a:pt x="27" y="36"/>
                </a:cubicBezTo>
                <a:cubicBezTo>
                  <a:pt x="27" y="36"/>
                  <a:pt x="26" y="35"/>
                  <a:pt x="26" y="35"/>
                </a:cubicBezTo>
                <a:cubicBezTo>
                  <a:pt x="26" y="34"/>
                  <a:pt x="26" y="33"/>
                  <a:pt x="26" y="32"/>
                </a:cubicBezTo>
                <a:cubicBezTo>
                  <a:pt x="26" y="32"/>
                  <a:pt x="26" y="31"/>
                  <a:pt x="26" y="30"/>
                </a:cubicBezTo>
                <a:cubicBezTo>
                  <a:pt x="27" y="29"/>
                  <a:pt x="27" y="29"/>
                  <a:pt x="28" y="28"/>
                </a:cubicBezTo>
                <a:cubicBezTo>
                  <a:pt x="28" y="27"/>
                  <a:pt x="29" y="27"/>
                  <a:pt x="30" y="27"/>
                </a:cubicBezTo>
                <a:cubicBezTo>
                  <a:pt x="30" y="26"/>
                  <a:pt x="31" y="26"/>
                  <a:pt x="32" y="26"/>
                </a:cubicBezTo>
                <a:cubicBezTo>
                  <a:pt x="33" y="26"/>
                  <a:pt x="34" y="26"/>
                  <a:pt x="35" y="27"/>
                </a:cubicBezTo>
                <a:cubicBezTo>
                  <a:pt x="35" y="27"/>
                  <a:pt x="36" y="27"/>
                  <a:pt x="37" y="28"/>
                </a:cubicBezTo>
                <a:cubicBezTo>
                  <a:pt x="37" y="29"/>
                  <a:pt x="38" y="29"/>
                  <a:pt x="38" y="30"/>
                </a:cubicBezTo>
                <a:cubicBezTo>
                  <a:pt x="38" y="31"/>
                  <a:pt x="39" y="32"/>
                  <a:pt x="39" y="32"/>
                </a:cubicBezTo>
                <a:cubicBezTo>
                  <a:pt x="39" y="33"/>
                  <a:pt x="38" y="34"/>
                  <a:pt x="38" y="35"/>
                </a:cubicBezTo>
                <a:cubicBezTo>
                  <a:pt x="38" y="35"/>
                  <a:pt x="38" y="36"/>
                  <a:pt x="37" y="36"/>
                </a:cubicBezTo>
                <a:cubicBezTo>
                  <a:pt x="37" y="37"/>
                  <a:pt x="36" y="37"/>
                  <a:pt x="36" y="38"/>
                </a:cubicBezTo>
                <a:cubicBezTo>
                  <a:pt x="35" y="38"/>
                  <a:pt x="34" y="39"/>
                  <a:pt x="34" y="39"/>
                </a:cubicBezTo>
                <a:cubicBezTo>
                  <a:pt x="34" y="77"/>
                  <a:pt x="34" y="77"/>
                  <a:pt x="34" y="77"/>
                </a:cubicBezTo>
                <a:cubicBezTo>
                  <a:pt x="42" y="77"/>
                  <a:pt x="42" y="77"/>
                  <a:pt x="42" y="77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69"/>
                  <a:pt x="42" y="67"/>
                  <a:pt x="42" y="66"/>
                </a:cubicBezTo>
                <a:cubicBezTo>
                  <a:pt x="43" y="64"/>
                  <a:pt x="43" y="63"/>
                  <a:pt x="44" y="61"/>
                </a:cubicBezTo>
                <a:cubicBezTo>
                  <a:pt x="45" y="60"/>
                  <a:pt x="46" y="59"/>
                  <a:pt x="47" y="58"/>
                </a:cubicBezTo>
                <a:cubicBezTo>
                  <a:pt x="47" y="57"/>
                  <a:pt x="48" y="56"/>
                  <a:pt x="49" y="56"/>
                </a:cubicBezTo>
                <a:close/>
                <a:moveTo>
                  <a:pt x="23" y="90"/>
                </a:moveTo>
                <a:cubicBezTo>
                  <a:pt x="42" y="90"/>
                  <a:pt x="42" y="90"/>
                  <a:pt x="42" y="90"/>
                </a:cubicBezTo>
                <a:cubicBezTo>
                  <a:pt x="42" y="80"/>
                  <a:pt x="42" y="80"/>
                  <a:pt x="42" y="80"/>
                </a:cubicBezTo>
                <a:cubicBezTo>
                  <a:pt x="23" y="80"/>
                  <a:pt x="23" y="80"/>
                  <a:pt x="23" y="80"/>
                </a:cubicBezTo>
                <a:lnTo>
                  <a:pt x="23" y="90"/>
                </a:lnTo>
                <a:close/>
                <a:moveTo>
                  <a:pt x="32" y="36"/>
                </a:moveTo>
                <a:cubicBezTo>
                  <a:pt x="33" y="36"/>
                  <a:pt x="34" y="35"/>
                  <a:pt x="34" y="35"/>
                </a:cubicBezTo>
                <a:cubicBezTo>
                  <a:pt x="35" y="34"/>
                  <a:pt x="35" y="33"/>
                  <a:pt x="35" y="32"/>
                </a:cubicBezTo>
                <a:cubicBezTo>
                  <a:pt x="35" y="32"/>
                  <a:pt x="35" y="31"/>
                  <a:pt x="34" y="30"/>
                </a:cubicBezTo>
                <a:cubicBezTo>
                  <a:pt x="34" y="30"/>
                  <a:pt x="33" y="29"/>
                  <a:pt x="32" y="29"/>
                </a:cubicBezTo>
                <a:cubicBezTo>
                  <a:pt x="31" y="29"/>
                  <a:pt x="31" y="30"/>
                  <a:pt x="30" y="30"/>
                </a:cubicBezTo>
                <a:cubicBezTo>
                  <a:pt x="29" y="31"/>
                  <a:pt x="29" y="32"/>
                  <a:pt x="29" y="32"/>
                </a:cubicBezTo>
                <a:cubicBezTo>
                  <a:pt x="29" y="33"/>
                  <a:pt x="29" y="34"/>
                  <a:pt x="30" y="35"/>
                </a:cubicBezTo>
                <a:cubicBezTo>
                  <a:pt x="31" y="35"/>
                  <a:pt x="31" y="36"/>
                  <a:pt x="32" y="36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9172575" y="2542371"/>
            <a:ext cx="300038" cy="301625"/>
          </a:xfrm>
          <a:custGeom>
            <a:avLst/>
            <a:gdLst>
              <a:gd name="T0" fmla="*/ 40 w 80"/>
              <a:gd name="T1" fmla="*/ 0 h 80"/>
              <a:gd name="T2" fmla="*/ 56 w 80"/>
              <a:gd name="T3" fmla="*/ 3 h 80"/>
              <a:gd name="T4" fmla="*/ 68 w 80"/>
              <a:gd name="T5" fmla="*/ 12 h 80"/>
              <a:gd name="T6" fmla="*/ 77 w 80"/>
              <a:gd name="T7" fmla="*/ 24 h 80"/>
              <a:gd name="T8" fmla="*/ 80 w 80"/>
              <a:gd name="T9" fmla="*/ 40 h 80"/>
              <a:gd name="T10" fmla="*/ 77 w 80"/>
              <a:gd name="T11" fmla="*/ 55 h 80"/>
              <a:gd name="T12" fmla="*/ 68 w 80"/>
              <a:gd name="T13" fmla="*/ 68 h 80"/>
              <a:gd name="T14" fmla="*/ 56 w 80"/>
              <a:gd name="T15" fmla="*/ 77 h 80"/>
              <a:gd name="T16" fmla="*/ 40 w 80"/>
              <a:gd name="T17" fmla="*/ 80 h 80"/>
              <a:gd name="T18" fmla="*/ 25 w 80"/>
              <a:gd name="T19" fmla="*/ 77 h 80"/>
              <a:gd name="T20" fmla="*/ 12 w 80"/>
              <a:gd name="T21" fmla="*/ 68 h 80"/>
              <a:gd name="T22" fmla="*/ 3 w 80"/>
              <a:gd name="T23" fmla="*/ 55 h 80"/>
              <a:gd name="T24" fmla="*/ 0 w 80"/>
              <a:gd name="T25" fmla="*/ 40 h 80"/>
              <a:gd name="T26" fmla="*/ 3 w 80"/>
              <a:gd name="T27" fmla="*/ 24 h 80"/>
              <a:gd name="T28" fmla="*/ 12 w 80"/>
              <a:gd name="T29" fmla="*/ 12 h 80"/>
              <a:gd name="T30" fmla="*/ 25 w 80"/>
              <a:gd name="T31" fmla="*/ 3 h 80"/>
              <a:gd name="T32" fmla="*/ 40 w 80"/>
              <a:gd name="T33" fmla="*/ 0 h 80"/>
              <a:gd name="T34" fmla="*/ 40 w 80"/>
              <a:gd name="T35" fmla="*/ 77 h 80"/>
              <a:gd name="T36" fmla="*/ 54 w 80"/>
              <a:gd name="T37" fmla="*/ 74 h 80"/>
              <a:gd name="T38" fmla="*/ 66 w 80"/>
              <a:gd name="T39" fmla="*/ 66 h 80"/>
              <a:gd name="T40" fmla="*/ 74 w 80"/>
              <a:gd name="T41" fmla="*/ 54 h 80"/>
              <a:gd name="T42" fmla="*/ 77 w 80"/>
              <a:gd name="T43" fmla="*/ 40 h 80"/>
              <a:gd name="T44" fmla="*/ 74 w 80"/>
              <a:gd name="T45" fmla="*/ 26 h 80"/>
              <a:gd name="T46" fmla="*/ 66 w 80"/>
              <a:gd name="T47" fmla="*/ 14 h 80"/>
              <a:gd name="T48" fmla="*/ 54 w 80"/>
              <a:gd name="T49" fmla="*/ 6 h 80"/>
              <a:gd name="T50" fmla="*/ 40 w 80"/>
              <a:gd name="T51" fmla="*/ 3 h 80"/>
              <a:gd name="T52" fmla="*/ 26 w 80"/>
              <a:gd name="T53" fmla="*/ 6 h 80"/>
              <a:gd name="T54" fmla="*/ 14 w 80"/>
              <a:gd name="T55" fmla="*/ 14 h 80"/>
              <a:gd name="T56" fmla="*/ 6 w 80"/>
              <a:gd name="T57" fmla="*/ 26 h 80"/>
              <a:gd name="T58" fmla="*/ 3 w 80"/>
              <a:gd name="T59" fmla="*/ 40 h 80"/>
              <a:gd name="T60" fmla="*/ 6 w 80"/>
              <a:gd name="T61" fmla="*/ 54 h 80"/>
              <a:gd name="T62" fmla="*/ 14 w 80"/>
              <a:gd name="T63" fmla="*/ 66 h 80"/>
              <a:gd name="T64" fmla="*/ 26 w 80"/>
              <a:gd name="T65" fmla="*/ 74 h 80"/>
              <a:gd name="T66" fmla="*/ 40 w 80"/>
              <a:gd name="T67" fmla="*/ 77 h 80"/>
              <a:gd name="T68" fmla="*/ 20 w 80"/>
              <a:gd name="T69" fmla="*/ 38 h 80"/>
              <a:gd name="T70" fmla="*/ 20 w 80"/>
              <a:gd name="T71" fmla="*/ 42 h 80"/>
              <a:gd name="T72" fmla="*/ 61 w 80"/>
              <a:gd name="T73" fmla="*/ 42 h 80"/>
              <a:gd name="T74" fmla="*/ 61 w 80"/>
              <a:gd name="T75" fmla="*/ 38 h 80"/>
              <a:gd name="T76" fmla="*/ 20 w 80"/>
              <a:gd name="T77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2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0" y="34"/>
                  <a:pt x="80" y="40"/>
                </a:cubicBezTo>
                <a:cubicBezTo>
                  <a:pt x="80" y="45"/>
                  <a:pt x="79" y="51"/>
                  <a:pt x="77" y="55"/>
                </a:cubicBezTo>
                <a:cubicBezTo>
                  <a:pt x="75" y="60"/>
                  <a:pt x="72" y="65"/>
                  <a:pt x="68" y="68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8"/>
                </a:cubicBezTo>
                <a:cubicBezTo>
                  <a:pt x="8" y="65"/>
                  <a:pt x="5" y="60"/>
                  <a:pt x="3" y="55"/>
                </a:cubicBezTo>
                <a:cubicBezTo>
                  <a:pt x="1" y="51"/>
                  <a:pt x="0" y="45"/>
                  <a:pt x="0" y="40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19"/>
                  <a:pt x="8" y="15"/>
                  <a:pt x="12" y="12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40" y="77"/>
                </a:move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3" y="69"/>
                  <a:pt x="66" y="66"/>
                </a:cubicBezTo>
                <a:cubicBezTo>
                  <a:pt x="69" y="63"/>
                  <a:pt x="72" y="59"/>
                  <a:pt x="74" y="54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7"/>
                  <a:pt x="66" y="14"/>
                </a:cubicBezTo>
                <a:cubicBezTo>
                  <a:pt x="63" y="11"/>
                  <a:pt x="59" y="8"/>
                  <a:pt x="54" y="6"/>
                </a:cubicBezTo>
                <a:cubicBezTo>
                  <a:pt x="50" y="4"/>
                  <a:pt x="45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50"/>
                  <a:pt x="6" y="54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69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20" y="38"/>
                </a:moveTo>
                <a:cubicBezTo>
                  <a:pt x="20" y="42"/>
                  <a:pt x="20" y="42"/>
                  <a:pt x="20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38"/>
                  <a:pt x="61" y="38"/>
                  <a:pt x="61" y="38"/>
                </a:cubicBezTo>
                <a:lnTo>
                  <a:pt x="20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9725025" y="2553483"/>
            <a:ext cx="277813" cy="277813"/>
          </a:xfrm>
          <a:custGeom>
            <a:avLst/>
            <a:gdLst>
              <a:gd name="T0" fmla="*/ 20 w 74"/>
              <a:gd name="T1" fmla="*/ 10 h 74"/>
              <a:gd name="T2" fmla="*/ 6 w 74"/>
              <a:gd name="T3" fmla="*/ 19 h 74"/>
              <a:gd name="T4" fmla="*/ 3 w 74"/>
              <a:gd name="T5" fmla="*/ 3 h 74"/>
              <a:gd name="T6" fmla="*/ 17 w 74"/>
              <a:gd name="T7" fmla="*/ 30 h 74"/>
              <a:gd name="T8" fmla="*/ 14 w 74"/>
              <a:gd name="T9" fmla="*/ 46 h 74"/>
              <a:gd name="T10" fmla="*/ 0 w 74"/>
              <a:gd name="T11" fmla="*/ 37 h 74"/>
              <a:gd name="T12" fmla="*/ 10 w 74"/>
              <a:gd name="T13" fmla="*/ 55 h 74"/>
              <a:gd name="T14" fmla="*/ 19 w 74"/>
              <a:gd name="T15" fmla="*/ 68 h 74"/>
              <a:gd name="T16" fmla="*/ 3 w 74"/>
              <a:gd name="T17" fmla="*/ 71 h 74"/>
              <a:gd name="T18" fmla="*/ 6 w 74"/>
              <a:gd name="T19" fmla="*/ 55 h 74"/>
              <a:gd name="T20" fmla="*/ 16 w 74"/>
              <a:gd name="T21" fmla="*/ 12 h 74"/>
              <a:gd name="T22" fmla="*/ 10 w 74"/>
              <a:gd name="T23" fmla="*/ 3 h 74"/>
              <a:gd name="T24" fmla="*/ 4 w 74"/>
              <a:gd name="T25" fmla="*/ 12 h 74"/>
              <a:gd name="T26" fmla="*/ 12 w 74"/>
              <a:gd name="T27" fmla="*/ 43 h 74"/>
              <a:gd name="T28" fmla="*/ 14 w 74"/>
              <a:gd name="T29" fmla="*/ 32 h 74"/>
              <a:gd name="T30" fmla="*/ 4 w 74"/>
              <a:gd name="T31" fmla="*/ 34 h 74"/>
              <a:gd name="T32" fmla="*/ 10 w 74"/>
              <a:gd name="T33" fmla="*/ 43 h 74"/>
              <a:gd name="T34" fmla="*/ 16 w 74"/>
              <a:gd name="T35" fmla="*/ 64 h 74"/>
              <a:gd name="T36" fmla="*/ 8 w 74"/>
              <a:gd name="T37" fmla="*/ 58 h 74"/>
              <a:gd name="T38" fmla="*/ 5 w 74"/>
              <a:gd name="T39" fmla="*/ 69 h 74"/>
              <a:gd name="T40" fmla="*/ 44 w 74"/>
              <a:gd name="T41" fmla="*/ 3 h 74"/>
              <a:gd name="T42" fmla="*/ 41 w 74"/>
              <a:gd name="T43" fmla="*/ 19 h 74"/>
              <a:gd name="T44" fmla="*/ 28 w 74"/>
              <a:gd name="T45" fmla="*/ 10 h 74"/>
              <a:gd name="T46" fmla="*/ 37 w 74"/>
              <a:gd name="T47" fmla="*/ 27 h 74"/>
              <a:gd name="T48" fmla="*/ 46 w 74"/>
              <a:gd name="T49" fmla="*/ 41 h 74"/>
              <a:gd name="T50" fmla="*/ 30 w 74"/>
              <a:gd name="T51" fmla="*/ 44 h 74"/>
              <a:gd name="T52" fmla="*/ 33 w 74"/>
              <a:gd name="T53" fmla="*/ 28 h 74"/>
              <a:gd name="T54" fmla="*/ 46 w 74"/>
              <a:gd name="T55" fmla="*/ 60 h 74"/>
              <a:gd name="T56" fmla="*/ 37 w 74"/>
              <a:gd name="T57" fmla="*/ 74 h 74"/>
              <a:gd name="T58" fmla="*/ 28 w 74"/>
              <a:gd name="T59" fmla="*/ 60 h 74"/>
              <a:gd name="T60" fmla="*/ 40 w 74"/>
              <a:gd name="T61" fmla="*/ 16 h 74"/>
              <a:gd name="T62" fmla="*/ 42 w 74"/>
              <a:gd name="T63" fmla="*/ 5 h 74"/>
              <a:gd name="T64" fmla="*/ 31 w 74"/>
              <a:gd name="T65" fmla="*/ 7 h 74"/>
              <a:gd name="T66" fmla="*/ 37 w 74"/>
              <a:gd name="T67" fmla="*/ 16 h 74"/>
              <a:gd name="T68" fmla="*/ 44 w 74"/>
              <a:gd name="T69" fmla="*/ 37 h 74"/>
              <a:gd name="T70" fmla="*/ 35 w 74"/>
              <a:gd name="T71" fmla="*/ 31 h 74"/>
              <a:gd name="T72" fmla="*/ 33 w 74"/>
              <a:gd name="T73" fmla="*/ 41 h 74"/>
              <a:gd name="T74" fmla="*/ 42 w 74"/>
              <a:gd name="T75" fmla="*/ 69 h 74"/>
              <a:gd name="T76" fmla="*/ 40 w 74"/>
              <a:gd name="T77" fmla="*/ 58 h 74"/>
              <a:gd name="T78" fmla="*/ 31 w 74"/>
              <a:gd name="T79" fmla="*/ 64 h 74"/>
              <a:gd name="T80" fmla="*/ 64 w 74"/>
              <a:gd name="T81" fmla="*/ 19 h 74"/>
              <a:gd name="T82" fmla="*/ 56 w 74"/>
              <a:gd name="T83" fmla="*/ 6 h 74"/>
              <a:gd name="T84" fmla="*/ 71 w 74"/>
              <a:gd name="T85" fmla="*/ 3 h 74"/>
              <a:gd name="T86" fmla="*/ 68 w 74"/>
              <a:gd name="T87" fmla="*/ 19 h 74"/>
              <a:gd name="T88" fmla="*/ 73 w 74"/>
              <a:gd name="T89" fmla="*/ 33 h 74"/>
              <a:gd name="T90" fmla="*/ 64 w 74"/>
              <a:gd name="T91" fmla="*/ 46 h 74"/>
              <a:gd name="T92" fmla="*/ 56 w 74"/>
              <a:gd name="T93" fmla="*/ 33 h 74"/>
              <a:gd name="T94" fmla="*/ 68 w 74"/>
              <a:gd name="T95" fmla="*/ 55 h 74"/>
              <a:gd name="T96" fmla="*/ 71 w 74"/>
              <a:gd name="T97" fmla="*/ 71 h 74"/>
              <a:gd name="T98" fmla="*/ 56 w 74"/>
              <a:gd name="T99" fmla="*/ 68 h 74"/>
              <a:gd name="T100" fmla="*/ 64 w 74"/>
              <a:gd name="T101" fmla="*/ 55 h 74"/>
              <a:gd name="T102" fmla="*/ 58 w 74"/>
              <a:gd name="T103" fmla="*/ 10 h 74"/>
              <a:gd name="T104" fmla="*/ 67 w 74"/>
              <a:gd name="T105" fmla="*/ 16 h 74"/>
              <a:gd name="T106" fmla="*/ 69 w 74"/>
              <a:gd name="T107" fmla="*/ 5 h 74"/>
              <a:gd name="T108" fmla="*/ 69 w 74"/>
              <a:gd name="T109" fmla="*/ 41 h 74"/>
              <a:gd name="T110" fmla="*/ 67 w 74"/>
              <a:gd name="T111" fmla="*/ 31 h 74"/>
              <a:gd name="T112" fmla="*/ 58 w 74"/>
              <a:gd name="T113" fmla="*/ 37 h 74"/>
              <a:gd name="T114" fmla="*/ 64 w 74"/>
              <a:gd name="T115" fmla="*/ 70 h 74"/>
              <a:gd name="T116" fmla="*/ 70 w 74"/>
              <a:gd name="T117" fmla="*/ 62 h 74"/>
              <a:gd name="T118" fmla="*/ 60 w 74"/>
              <a:gd name="T119" fmla="*/ 60 h 74"/>
              <a:gd name="T120" fmla="*/ 62 w 74"/>
              <a:gd name="T121" fmla="*/ 7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4" h="74">
                <a:moveTo>
                  <a:pt x="10" y="0"/>
                </a:moveTo>
                <a:cubicBezTo>
                  <a:pt x="11" y="0"/>
                  <a:pt x="13" y="0"/>
                  <a:pt x="14" y="1"/>
                </a:cubicBezTo>
                <a:cubicBezTo>
                  <a:pt x="15" y="1"/>
                  <a:pt x="16" y="2"/>
                  <a:pt x="17" y="3"/>
                </a:cubicBezTo>
                <a:cubicBezTo>
                  <a:pt x="18" y="4"/>
                  <a:pt x="18" y="5"/>
                  <a:pt x="19" y="6"/>
                </a:cubicBezTo>
                <a:cubicBezTo>
                  <a:pt x="19" y="7"/>
                  <a:pt x="20" y="8"/>
                  <a:pt x="20" y="10"/>
                </a:cubicBezTo>
                <a:cubicBezTo>
                  <a:pt x="20" y="11"/>
                  <a:pt x="19" y="12"/>
                  <a:pt x="19" y="13"/>
                </a:cubicBezTo>
                <a:cubicBezTo>
                  <a:pt x="18" y="15"/>
                  <a:pt x="18" y="16"/>
                  <a:pt x="17" y="16"/>
                </a:cubicBezTo>
                <a:cubicBezTo>
                  <a:pt x="16" y="17"/>
                  <a:pt x="15" y="18"/>
                  <a:pt x="14" y="19"/>
                </a:cubicBezTo>
                <a:cubicBezTo>
                  <a:pt x="13" y="19"/>
                  <a:pt x="11" y="19"/>
                  <a:pt x="10" y="19"/>
                </a:cubicBezTo>
                <a:cubicBezTo>
                  <a:pt x="9" y="19"/>
                  <a:pt x="7" y="19"/>
                  <a:pt x="6" y="19"/>
                </a:cubicBezTo>
                <a:cubicBezTo>
                  <a:pt x="5" y="18"/>
                  <a:pt x="4" y="17"/>
                  <a:pt x="3" y="16"/>
                </a:cubicBezTo>
                <a:cubicBezTo>
                  <a:pt x="2" y="16"/>
                  <a:pt x="2" y="15"/>
                  <a:pt x="1" y="13"/>
                </a:cubicBezTo>
                <a:cubicBezTo>
                  <a:pt x="1" y="12"/>
                  <a:pt x="0" y="11"/>
                  <a:pt x="0" y="10"/>
                </a:cubicBezTo>
                <a:cubicBezTo>
                  <a:pt x="0" y="8"/>
                  <a:pt x="1" y="7"/>
                  <a:pt x="1" y="6"/>
                </a:cubicBezTo>
                <a:cubicBezTo>
                  <a:pt x="2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7" y="0"/>
                  <a:pt x="9" y="0"/>
                  <a:pt x="10" y="0"/>
                </a:cubicBezTo>
                <a:close/>
                <a:moveTo>
                  <a:pt x="10" y="27"/>
                </a:moveTo>
                <a:cubicBezTo>
                  <a:pt x="11" y="27"/>
                  <a:pt x="13" y="27"/>
                  <a:pt x="14" y="28"/>
                </a:cubicBezTo>
                <a:cubicBezTo>
                  <a:pt x="15" y="29"/>
                  <a:pt x="16" y="29"/>
                  <a:pt x="17" y="30"/>
                </a:cubicBezTo>
                <a:cubicBezTo>
                  <a:pt x="18" y="31"/>
                  <a:pt x="18" y="32"/>
                  <a:pt x="19" y="33"/>
                </a:cubicBezTo>
                <a:cubicBezTo>
                  <a:pt x="19" y="34"/>
                  <a:pt x="20" y="36"/>
                  <a:pt x="20" y="37"/>
                </a:cubicBezTo>
                <a:cubicBezTo>
                  <a:pt x="20" y="38"/>
                  <a:pt x="19" y="39"/>
                  <a:pt x="19" y="41"/>
                </a:cubicBezTo>
                <a:cubicBezTo>
                  <a:pt x="18" y="42"/>
                  <a:pt x="18" y="43"/>
                  <a:pt x="17" y="44"/>
                </a:cubicBezTo>
                <a:cubicBezTo>
                  <a:pt x="16" y="45"/>
                  <a:pt x="15" y="45"/>
                  <a:pt x="14" y="46"/>
                </a:cubicBezTo>
                <a:cubicBezTo>
                  <a:pt x="13" y="46"/>
                  <a:pt x="11" y="46"/>
                  <a:pt x="10" y="46"/>
                </a:cubicBezTo>
                <a:cubicBezTo>
                  <a:pt x="9" y="46"/>
                  <a:pt x="7" y="46"/>
                  <a:pt x="6" y="46"/>
                </a:cubicBezTo>
                <a:cubicBezTo>
                  <a:pt x="5" y="45"/>
                  <a:pt x="4" y="45"/>
                  <a:pt x="3" y="44"/>
                </a:cubicBezTo>
                <a:cubicBezTo>
                  <a:pt x="2" y="43"/>
                  <a:pt x="2" y="42"/>
                  <a:pt x="1" y="41"/>
                </a:cubicBezTo>
                <a:cubicBezTo>
                  <a:pt x="1" y="39"/>
                  <a:pt x="0" y="38"/>
                  <a:pt x="0" y="37"/>
                </a:cubicBezTo>
                <a:cubicBezTo>
                  <a:pt x="0" y="36"/>
                  <a:pt x="1" y="34"/>
                  <a:pt x="1" y="33"/>
                </a:cubicBezTo>
                <a:cubicBezTo>
                  <a:pt x="2" y="32"/>
                  <a:pt x="2" y="31"/>
                  <a:pt x="3" y="30"/>
                </a:cubicBezTo>
                <a:cubicBezTo>
                  <a:pt x="4" y="29"/>
                  <a:pt x="5" y="29"/>
                  <a:pt x="6" y="28"/>
                </a:cubicBezTo>
                <a:cubicBezTo>
                  <a:pt x="7" y="27"/>
                  <a:pt x="9" y="27"/>
                  <a:pt x="10" y="27"/>
                </a:cubicBezTo>
                <a:close/>
                <a:moveTo>
                  <a:pt x="10" y="55"/>
                </a:moveTo>
                <a:cubicBezTo>
                  <a:pt x="11" y="55"/>
                  <a:pt x="13" y="55"/>
                  <a:pt x="14" y="55"/>
                </a:cubicBezTo>
                <a:cubicBezTo>
                  <a:pt x="15" y="56"/>
                  <a:pt x="16" y="56"/>
                  <a:pt x="17" y="57"/>
                </a:cubicBezTo>
                <a:cubicBezTo>
                  <a:pt x="18" y="58"/>
                  <a:pt x="18" y="59"/>
                  <a:pt x="19" y="60"/>
                </a:cubicBezTo>
                <a:cubicBezTo>
                  <a:pt x="19" y="61"/>
                  <a:pt x="20" y="63"/>
                  <a:pt x="20" y="64"/>
                </a:cubicBezTo>
                <a:cubicBezTo>
                  <a:pt x="20" y="65"/>
                  <a:pt x="19" y="67"/>
                  <a:pt x="19" y="68"/>
                </a:cubicBezTo>
                <a:cubicBezTo>
                  <a:pt x="18" y="69"/>
                  <a:pt x="18" y="70"/>
                  <a:pt x="17" y="71"/>
                </a:cubicBezTo>
                <a:cubicBezTo>
                  <a:pt x="16" y="72"/>
                  <a:pt x="15" y="72"/>
                  <a:pt x="14" y="73"/>
                </a:cubicBezTo>
                <a:cubicBezTo>
                  <a:pt x="13" y="73"/>
                  <a:pt x="11" y="74"/>
                  <a:pt x="10" y="74"/>
                </a:cubicBezTo>
                <a:cubicBezTo>
                  <a:pt x="9" y="74"/>
                  <a:pt x="7" y="73"/>
                  <a:pt x="6" y="73"/>
                </a:cubicBezTo>
                <a:cubicBezTo>
                  <a:pt x="5" y="72"/>
                  <a:pt x="4" y="72"/>
                  <a:pt x="3" y="71"/>
                </a:cubicBezTo>
                <a:cubicBezTo>
                  <a:pt x="2" y="70"/>
                  <a:pt x="2" y="69"/>
                  <a:pt x="1" y="68"/>
                </a:cubicBezTo>
                <a:cubicBezTo>
                  <a:pt x="1" y="67"/>
                  <a:pt x="0" y="65"/>
                  <a:pt x="0" y="64"/>
                </a:cubicBezTo>
                <a:cubicBezTo>
                  <a:pt x="0" y="63"/>
                  <a:pt x="1" y="61"/>
                  <a:pt x="1" y="60"/>
                </a:cubicBezTo>
                <a:cubicBezTo>
                  <a:pt x="2" y="59"/>
                  <a:pt x="2" y="58"/>
                  <a:pt x="3" y="57"/>
                </a:cubicBezTo>
                <a:cubicBezTo>
                  <a:pt x="4" y="56"/>
                  <a:pt x="5" y="56"/>
                  <a:pt x="6" y="55"/>
                </a:cubicBezTo>
                <a:cubicBezTo>
                  <a:pt x="7" y="55"/>
                  <a:pt x="9" y="55"/>
                  <a:pt x="10" y="55"/>
                </a:cubicBezTo>
                <a:close/>
                <a:moveTo>
                  <a:pt x="10" y="16"/>
                </a:moveTo>
                <a:cubicBezTo>
                  <a:pt x="11" y="16"/>
                  <a:pt x="12" y="16"/>
                  <a:pt x="12" y="16"/>
                </a:cubicBezTo>
                <a:cubicBezTo>
                  <a:pt x="13" y="15"/>
                  <a:pt x="14" y="15"/>
                  <a:pt x="14" y="14"/>
                </a:cubicBezTo>
                <a:cubicBezTo>
                  <a:pt x="15" y="14"/>
                  <a:pt x="16" y="13"/>
                  <a:pt x="16" y="12"/>
                </a:cubicBezTo>
                <a:cubicBezTo>
                  <a:pt x="16" y="11"/>
                  <a:pt x="16" y="11"/>
                  <a:pt x="16" y="10"/>
                </a:cubicBezTo>
                <a:cubicBezTo>
                  <a:pt x="16" y="9"/>
                  <a:pt x="16" y="8"/>
                  <a:pt x="16" y="7"/>
                </a:cubicBezTo>
                <a:cubicBezTo>
                  <a:pt x="16" y="7"/>
                  <a:pt x="15" y="6"/>
                  <a:pt x="14" y="5"/>
                </a:cubicBezTo>
                <a:cubicBezTo>
                  <a:pt x="14" y="5"/>
                  <a:pt x="13" y="4"/>
                  <a:pt x="12" y="4"/>
                </a:cubicBezTo>
                <a:cubicBezTo>
                  <a:pt x="12" y="3"/>
                  <a:pt x="11" y="3"/>
                  <a:pt x="10" y="3"/>
                </a:cubicBezTo>
                <a:cubicBezTo>
                  <a:pt x="9" y="3"/>
                  <a:pt x="8" y="3"/>
                  <a:pt x="8" y="4"/>
                </a:cubicBezTo>
                <a:cubicBezTo>
                  <a:pt x="7" y="4"/>
                  <a:pt x="6" y="5"/>
                  <a:pt x="5" y="5"/>
                </a:cubicBezTo>
                <a:cubicBezTo>
                  <a:pt x="5" y="6"/>
                  <a:pt x="4" y="7"/>
                  <a:pt x="4" y="7"/>
                </a:cubicBezTo>
                <a:cubicBezTo>
                  <a:pt x="4" y="8"/>
                  <a:pt x="4" y="9"/>
                  <a:pt x="4" y="10"/>
                </a:cubicBezTo>
                <a:cubicBezTo>
                  <a:pt x="4" y="11"/>
                  <a:pt x="4" y="11"/>
                  <a:pt x="4" y="12"/>
                </a:cubicBezTo>
                <a:cubicBezTo>
                  <a:pt x="4" y="13"/>
                  <a:pt x="5" y="14"/>
                  <a:pt x="5" y="14"/>
                </a:cubicBezTo>
                <a:cubicBezTo>
                  <a:pt x="6" y="15"/>
                  <a:pt x="7" y="15"/>
                  <a:pt x="8" y="16"/>
                </a:cubicBezTo>
                <a:cubicBezTo>
                  <a:pt x="8" y="16"/>
                  <a:pt x="9" y="16"/>
                  <a:pt x="10" y="16"/>
                </a:cubicBezTo>
                <a:close/>
                <a:moveTo>
                  <a:pt x="10" y="43"/>
                </a:moveTo>
                <a:cubicBezTo>
                  <a:pt x="11" y="43"/>
                  <a:pt x="12" y="43"/>
                  <a:pt x="12" y="43"/>
                </a:cubicBezTo>
                <a:cubicBezTo>
                  <a:pt x="13" y="42"/>
                  <a:pt x="14" y="42"/>
                  <a:pt x="14" y="41"/>
                </a:cubicBezTo>
                <a:cubicBezTo>
                  <a:pt x="15" y="41"/>
                  <a:pt x="16" y="40"/>
                  <a:pt x="16" y="39"/>
                </a:cubicBezTo>
                <a:cubicBezTo>
                  <a:pt x="16" y="39"/>
                  <a:pt x="16" y="38"/>
                  <a:pt x="16" y="37"/>
                </a:cubicBezTo>
                <a:cubicBezTo>
                  <a:pt x="16" y="36"/>
                  <a:pt x="16" y="35"/>
                  <a:pt x="16" y="34"/>
                </a:cubicBezTo>
                <a:cubicBezTo>
                  <a:pt x="16" y="34"/>
                  <a:pt x="15" y="33"/>
                  <a:pt x="14" y="32"/>
                </a:cubicBezTo>
                <a:cubicBezTo>
                  <a:pt x="14" y="32"/>
                  <a:pt x="13" y="31"/>
                  <a:pt x="12" y="31"/>
                </a:cubicBezTo>
                <a:cubicBezTo>
                  <a:pt x="12" y="31"/>
                  <a:pt x="11" y="31"/>
                  <a:pt x="10" y="31"/>
                </a:cubicBezTo>
                <a:cubicBezTo>
                  <a:pt x="9" y="31"/>
                  <a:pt x="8" y="31"/>
                  <a:pt x="8" y="31"/>
                </a:cubicBezTo>
                <a:cubicBezTo>
                  <a:pt x="7" y="31"/>
                  <a:pt x="6" y="32"/>
                  <a:pt x="5" y="32"/>
                </a:cubicBezTo>
                <a:cubicBezTo>
                  <a:pt x="5" y="33"/>
                  <a:pt x="4" y="34"/>
                  <a:pt x="4" y="34"/>
                </a:cubicBezTo>
                <a:cubicBezTo>
                  <a:pt x="4" y="35"/>
                  <a:pt x="4" y="36"/>
                  <a:pt x="4" y="37"/>
                </a:cubicBezTo>
                <a:cubicBezTo>
                  <a:pt x="4" y="38"/>
                  <a:pt x="4" y="39"/>
                  <a:pt x="4" y="39"/>
                </a:cubicBezTo>
                <a:cubicBezTo>
                  <a:pt x="4" y="40"/>
                  <a:pt x="5" y="41"/>
                  <a:pt x="5" y="41"/>
                </a:cubicBezTo>
                <a:cubicBezTo>
                  <a:pt x="6" y="42"/>
                  <a:pt x="7" y="42"/>
                  <a:pt x="8" y="43"/>
                </a:cubicBezTo>
                <a:cubicBezTo>
                  <a:pt x="8" y="43"/>
                  <a:pt x="9" y="43"/>
                  <a:pt x="10" y="43"/>
                </a:cubicBezTo>
                <a:close/>
                <a:moveTo>
                  <a:pt x="10" y="70"/>
                </a:moveTo>
                <a:cubicBezTo>
                  <a:pt x="11" y="70"/>
                  <a:pt x="12" y="70"/>
                  <a:pt x="12" y="70"/>
                </a:cubicBezTo>
                <a:cubicBezTo>
                  <a:pt x="13" y="70"/>
                  <a:pt x="14" y="69"/>
                  <a:pt x="14" y="69"/>
                </a:cubicBezTo>
                <a:cubicBezTo>
                  <a:pt x="15" y="68"/>
                  <a:pt x="16" y="67"/>
                  <a:pt x="16" y="67"/>
                </a:cubicBezTo>
                <a:cubicBezTo>
                  <a:pt x="16" y="66"/>
                  <a:pt x="16" y="65"/>
                  <a:pt x="16" y="64"/>
                </a:cubicBezTo>
                <a:cubicBezTo>
                  <a:pt x="16" y="63"/>
                  <a:pt x="16" y="62"/>
                  <a:pt x="16" y="62"/>
                </a:cubicBezTo>
                <a:cubicBezTo>
                  <a:pt x="16" y="61"/>
                  <a:pt x="15" y="60"/>
                  <a:pt x="14" y="60"/>
                </a:cubicBezTo>
                <a:cubicBezTo>
                  <a:pt x="14" y="59"/>
                  <a:pt x="13" y="58"/>
                  <a:pt x="12" y="58"/>
                </a:cubicBezTo>
                <a:cubicBezTo>
                  <a:pt x="12" y="58"/>
                  <a:pt x="11" y="58"/>
                  <a:pt x="10" y="58"/>
                </a:cubicBezTo>
                <a:cubicBezTo>
                  <a:pt x="9" y="58"/>
                  <a:pt x="8" y="58"/>
                  <a:pt x="8" y="58"/>
                </a:cubicBezTo>
                <a:cubicBezTo>
                  <a:pt x="7" y="58"/>
                  <a:pt x="6" y="59"/>
                  <a:pt x="5" y="60"/>
                </a:cubicBezTo>
                <a:cubicBezTo>
                  <a:pt x="5" y="60"/>
                  <a:pt x="4" y="61"/>
                  <a:pt x="4" y="62"/>
                </a:cubicBezTo>
                <a:cubicBezTo>
                  <a:pt x="4" y="62"/>
                  <a:pt x="4" y="63"/>
                  <a:pt x="4" y="64"/>
                </a:cubicBezTo>
                <a:cubicBezTo>
                  <a:pt x="4" y="65"/>
                  <a:pt x="4" y="66"/>
                  <a:pt x="4" y="67"/>
                </a:cubicBezTo>
                <a:cubicBezTo>
                  <a:pt x="4" y="67"/>
                  <a:pt x="5" y="68"/>
                  <a:pt x="5" y="69"/>
                </a:cubicBezTo>
                <a:cubicBezTo>
                  <a:pt x="6" y="69"/>
                  <a:pt x="7" y="70"/>
                  <a:pt x="8" y="70"/>
                </a:cubicBezTo>
                <a:cubicBezTo>
                  <a:pt x="8" y="70"/>
                  <a:pt x="9" y="70"/>
                  <a:pt x="10" y="70"/>
                </a:cubicBezTo>
                <a:close/>
                <a:moveTo>
                  <a:pt x="37" y="0"/>
                </a:moveTo>
                <a:cubicBezTo>
                  <a:pt x="39" y="0"/>
                  <a:pt x="40" y="0"/>
                  <a:pt x="41" y="1"/>
                </a:cubicBezTo>
                <a:cubicBezTo>
                  <a:pt x="42" y="1"/>
                  <a:pt x="43" y="2"/>
                  <a:pt x="44" y="3"/>
                </a:cubicBezTo>
                <a:cubicBezTo>
                  <a:pt x="45" y="4"/>
                  <a:pt x="45" y="5"/>
                  <a:pt x="46" y="6"/>
                </a:cubicBezTo>
                <a:cubicBezTo>
                  <a:pt x="46" y="7"/>
                  <a:pt x="47" y="8"/>
                  <a:pt x="47" y="10"/>
                </a:cubicBezTo>
                <a:cubicBezTo>
                  <a:pt x="47" y="11"/>
                  <a:pt x="46" y="12"/>
                  <a:pt x="46" y="13"/>
                </a:cubicBezTo>
                <a:cubicBezTo>
                  <a:pt x="45" y="15"/>
                  <a:pt x="45" y="16"/>
                  <a:pt x="44" y="16"/>
                </a:cubicBezTo>
                <a:cubicBezTo>
                  <a:pt x="43" y="17"/>
                  <a:pt x="42" y="18"/>
                  <a:pt x="41" y="19"/>
                </a:cubicBezTo>
                <a:cubicBezTo>
                  <a:pt x="40" y="19"/>
                  <a:pt x="39" y="19"/>
                  <a:pt x="37" y="19"/>
                </a:cubicBezTo>
                <a:cubicBezTo>
                  <a:pt x="36" y="19"/>
                  <a:pt x="35" y="19"/>
                  <a:pt x="33" y="19"/>
                </a:cubicBezTo>
                <a:cubicBezTo>
                  <a:pt x="32" y="18"/>
                  <a:pt x="31" y="17"/>
                  <a:pt x="30" y="16"/>
                </a:cubicBezTo>
                <a:cubicBezTo>
                  <a:pt x="30" y="16"/>
                  <a:pt x="29" y="15"/>
                  <a:pt x="28" y="13"/>
                </a:cubicBezTo>
                <a:cubicBezTo>
                  <a:pt x="28" y="12"/>
                  <a:pt x="28" y="11"/>
                  <a:pt x="28" y="10"/>
                </a:cubicBezTo>
                <a:cubicBezTo>
                  <a:pt x="28" y="8"/>
                  <a:pt x="28" y="7"/>
                  <a:pt x="28" y="6"/>
                </a:cubicBezTo>
                <a:cubicBezTo>
                  <a:pt x="29" y="5"/>
                  <a:pt x="30" y="4"/>
                  <a:pt x="30" y="3"/>
                </a:cubicBezTo>
                <a:cubicBezTo>
                  <a:pt x="31" y="2"/>
                  <a:pt x="32" y="1"/>
                  <a:pt x="33" y="1"/>
                </a:cubicBezTo>
                <a:cubicBezTo>
                  <a:pt x="35" y="0"/>
                  <a:pt x="36" y="0"/>
                  <a:pt x="37" y="0"/>
                </a:cubicBezTo>
                <a:close/>
                <a:moveTo>
                  <a:pt x="37" y="27"/>
                </a:moveTo>
                <a:cubicBezTo>
                  <a:pt x="39" y="27"/>
                  <a:pt x="40" y="27"/>
                  <a:pt x="41" y="28"/>
                </a:cubicBezTo>
                <a:cubicBezTo>
                  <a:pt x="42" y="29"/>
                  <a:pt x="43" y="29"/>
                  <a:pt x="44" y="30"/>
                </a:cubicBezTo>
                <a:cubicBezTo>
                  <a:pt x="45" y="31"/>
                  <a:pt x="45" y="32"/>
                  <a:pt x="46" y="33"/>
                </a:cubicBezTo>
                <a:cubicBezTo>
                  <a:pt x="46" y="34"/>
                  <a:pt x="47" y="36"/>
                  <a:pt x="47" y="37"/>
                </a:cubicBezTo>
                <a:cubicBezTo>
                  <a:pt x="47" y="38"/>
                  <a:pt x="46" y="39"/>
                  <a:pt x="46" y="41"/>
                </a:cubicBezTo>
                <a:cubicBezTo>
                  <a:pt x="45" y="42"/>
                  <a:pt x="45" y="43"/>
                  <a:pt x="44" y="44"/>
                </a:cubicBezTo>
                <a:cubicBezTo>
                  <a:pt x="43" y="45"/>
                  <a:pt x="42" y="45"/>
                  <a:pt x="41" y="46"/>
                </a:cubicBezTo>
                <a:cubicBezTo>
                  <a:pt x="40" y="46"/>
                  <a:pt x="39" y="46"/>
                  <a:pt x="37" y="46"/>
                </a:cubicBezTo>
                <a:cubicBezTo>
                  <a:pt x="36" y="46"/>
                  <a:pt x="35" y="46"/>
                  <a:pt x="33" y="46"/>
                </a:cubicBezTo>
                <a:cubicBezTo>
                  <a:pt x="32" y="45"/>
                  <a:pt x="31" y="45"/>
                  <a:pt x="30" y="44"/>
                </a:cubicBezTo>
                <a:cubicBezTo>
                  <a:pt x="30" y="43"/>
                  <a:pt x="29" y="42"/>
                  <a:pt x="28" y="41"/>
                </a:cubicBezTo>
                <a:cubicBezTo>
                  <a:pt x="28" y="39"/>
                  <a:pt x="28" y="38"/>
                  <a:pt x="28" y="37"/>
                </a:cubicBezTo>
                <a:cubicBezTo>
                  <a:pt x="28" y="36"/>
                  <a:pt x="28" y="34"/>
                  <a:pt x="28" y="33"/>
                </a:cubicBezTo>
                <a:cubicBezTo>
                  <a:pt x="29" y="32"/>
                  <a:pt x="30" y="31"/>
                  <a:pt x="30" y="30"/>
                </a:cubicBezTo>
                <a:cubicBezTo>
                  <a:pt x="31" y="29"/>
                  <a:pt x="32" y="29"/>
                  <a:pt x="33" y="28"/>
                </a:cubicBezTo>
                <a:cubicBezTo>
                  <a:pt x="35" y="27"/>
                  <a:pt x="36" y="27"/>
                  <a:pt x="37" y="27"/>
                </a:cubicBezTo>
                <a:close/>
                <a:moveTo>
                  <a:pt x="37" y="55"/>
                </a:moveTo>
                <a:cubicBezTo>
                  <a:pt x="39" y="55"/>
                  <a:pt x="40" y="55"/>
                  <a:pt x="41" y="55"/>
                </a:cubicBezTo>
                <a:cubicBezTo>
                  <a:pt x="42" y="56"/>
                  <a:pt x="43" y="56"/>
                  <a:pt x="44" y="57"/>
                </a:cubicBezTo>
                <a:cubicBezTo>
                  <a:pt x="45" y="58"/>
                  <a:pt x="45" y="59"/>
                  <a:pt x="46" y="60"/>
                </a:cubicBezTo>
                <a:cubicBezTo>
                  <a:pt x="46" y="61"/>
                  <a:pt x="47" y="63"/>
                  <a:pt x="47" y="64"/>
                </a:cubicBezTo>
                <a:cubicBezTo>
                  <a:pt x="47" y="65"/>
                  <a:pt x="46" y="67"/>
                  <a:pt x="46" y="68"/>
                </a:cubicBezTo>
                <a:cubicBezTo>
                  <a:pt x="45" y="69"/>
                  <a:pt x="45" y="70"/>
                  <a:pt x="44" y="71"/>
                </a:cubicBezTo>
                <a:cubicBezTo>
                  <a:pt x="43" y="72"/>
                  <a:pt x="42" y="72"/>
                  <a:pt x="41" y="73"/>
                </a:cubicBezTo>
                <a:cubicBezTo>
                  <a:pt x="40" y="73"/>
                  <a:pt x="39" y="74"/>
                  <a:pt x="37" y="74"/>
                </a:cubicBezTo>
                <a:cubicBezTo>
                  <a:pt x="36" y="74"/>
                  <a:pt x="35" y="73"/>
                  <a:pt x="33" y="73"/>
                </a:cubicBezTo>
                <a:cubicBezTo>
                  <a:pt x="32" y="72"/>
                  <a:pt x="31" y="72"/>
                  <a:pt x="30" y="71"/>
                </a:cubicBezTo>
                <a:cubicBezTo>
                  <a:pt x="30" y="70"/>
                  <a:pt x="29" y="69"/>
                  <a:pt x="28" y="68"/>
                </a:cubicBezTo>
                <a:cubicBezTo>
                  <a:pt x="28" y="67"/>
                  <a:pt x="28" y="65"/>
                  <a:pt x="28" y="64"/>
                </a:cubicBezTo>
                <a:cubicBezTo>
                  <a:pt x="28" y="63"/>
                  <a:pt x="28" y="61"/>
                  <a:pt x="28" y="60"/>
                </a:cubicBezTo>
                <a:cubicBezTo>
                  <a:pt x="29" y="59"/>
                  <a:pt x="30" y="58"/>
                  <a:pt x="30" y="57"/>
                </a:cubicBezTo>
                <a:cubicBezTo>
                  <a:pt x="31" y="56"/>
                  <a:pt x="32" y="56"/>
                  <a:pt x="33" y="55"/>
                </a:cubicBezTo>
                <a:cubicBezTo>
                  <a:pt x="35" y="55"/>
                  <a:pt x="36" y="55"/>
                  <a:pt x="37" y="55"/>
                </a:cubicBezTo>
                <a:close/>
                <a:moveTo>
                  <a:pt x="37" y="16"/>
                </a:moveTo>
                <a:cubicBezTo>
                  <a:pt x="38" y="16"/>
                  <a:pt x="39" y="16"/>
                  <a:pt x="40" y="16"/>
                </a:cubicBezTo>
                <a:cubicBezTo>
                  <a:pt x="40" y="15"/>
                  <a:pt x="41" y="15"/>
                  <a:pt x="42" y="14"/>
                </a:cubicBezTo>
                <a:cubicBezTo>
                  <a:pt x="42" y="14"/>
                  <a:pt x="43" y="13"/>
                  <a:pt x="43" y="12"/>
                </a:cubicBezTo>
                <a:cubicBezTo>
                  <a:pt x="43" y="11"/>
                  <a:pt x="44" y="11"/>
                  <a:pt x="44" y="10"/>
                </a:cubicBezTo>
                <a:cubicBezTo>
                  <a:pt x="44" y="9"/>
                  <a:pt x="43" y="8"/>
                  <a:pt x="43" y="7"/>
                </a:cubicBezTo>
                <a:cubicBezTo>
                  <a:pt x="43" y="7"/>
                  <a:pt x="42" y="6"/>
                  <a:pt x="42" y="5"/>
                </a:cubicBezTo>
                <a:cubicBezTo>
                  <a:pt x="41" y="5"/>
                  <a:pt x="40" y="4"/>
                  <a:pt x="40" y="4"/>
                </a:cubicBezTo>
                <a:cubicBezTo>
                  <a:pt x="39" y="3"/>
                  <a:pt x="38" y="3"/>
                  <a:pt x="37" y="3"/>
                </a:cubicBezTo>
                <a:cubicBezTo>
                  <a:pt x="36" y="3"/>
                  <a:pt x="35" y="3"/>
                  <a:pt x="35" y="4"/>
                </a:cubicBezTo>
                <a:cubicBezTo>
                  <a:pt x="34" y="4"/>
                  <a:pt x="33" y="5"/>
                  <a:pt x="33" y="5"/>
                </a:cubicBezTo>
                <a:cubicBezTo>
                  <a:pt x="32" y="6"/>
                  <a:pt x="32" y="7"/>
                  <a:pt x="31" y="7"/>
                </a:cubicBezTo>
                <a:cubicBezTo>
                  <a:pt x="31" y="8"/>
                  <a:pt x="31" y="9"/>
                  <a:pt x="31" y="10"/>
                </a:cubicBezTo>
                <a:cubicBezTo>
                  <a:pt x="31" y="11"/>
                  <a:pt x="31" y="11"/>
                  <a:pt x="31" y="12"/>
                </a:cubicBezTo>
                <a:cubicBezTo>
                  <a:pt x="32" y="13"/>
                  <a:pt x="32" y="14"/>
                  <a:pt x="33" y="14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6"/>
                  <a:pt x="36" y="16"/>
                  <a:pt x="37" y="16"/>
                </a:cubicBezTo>
                <a:close/>
                <a:moveTo>
                  <a:pt x="37" y="43"/>
                </a:moveTo>
                <a:cubicBezTo>
                  <a:pt x="38" y="43"/>
                  <a:pt x="39" y="43"/>
                  <a:pt x="40" y="43"/>
                </a:cubicBezTo>
                <a:cubicBezTo>
                  <a:pt x="40" y="42"/>
                  <a:pt x="41" y="42"/>
                  <a:pt x="42" y="41"/>
                </a:cubicBezTo>
                <a:cubicBezTo>
                  <a:pt x="42" y="41"/>
                  <a:pt x="43" y="40"/>
                  <a:pt x="43" y="39"/>
                </a:cubicBezTo>
                <a:cubicBezTo>
                  <a:pt x="43" y="39"/>
                  <a:pt x="44" y="38"/>
                  <a:pt x="44" y="37"/>
                </a:cubicBezTo>
                <a:cubicBezTo>
                  <a:pt x="44" y="36"/>
                  <a:pt x="43" y="35"/>
                  <a:pt x="43" y="34"/>
                </a:cubicBezTo>
                <a:cubicBezTo>
                  <a:pt x="43" y="34"/>
                  <a:pt x="42" y="33"/>
                  <a:pt x="42" y="32"/>
                </a:cubicBezTo>
                <a:cubicBezTo>
                  <a:pt x="41" y="32"/>
                  <a:pt x="40" y="31"/>
                  <a:pt x="40" y="31"/>
                </a:cubicBezTo>
                <a:cubicBezTo>
                  <a:pt x="39" y="31"/>
                  <a:pt x="38" y="31"/>
                  <a:pt x="37" y="31"/>
                </a:cubicBezTo>
                <a:cubicBezTo>
                  <a:pt x="36" y="31"/>
                  <a:pt x="35" y="31"/>
                  <a:pt x="35" y="31"/>
                </a:cubicBezTo>
                <a:cubicBezTo>
                  <a:pt x="34" y="31"/>
                  <a:pt x="33" y="32"/>
                  <a:pt x="33" y="32"/>
                </a:cubicBezTo>
                <a:cubicBezTo>
                  <a:pt x="32" y="33"/>
                  <a:pt x="32" y="34"/>
                  <a:pt x="31" y="34"/>
                </a:cubicBezTo>
                <a:cubicBezTo>
                  <a:pt x="31" y="35"/>
                  <a:pt x="31" y="36"/>
                  <a:pt x="31" y="37"/>
                </a:cubicBezTo>
                <a:cubicBezTo>
                  <a:pt x="31" y="38"/>
                  <a:pt x="31" y="39"/>
                  <a:pt x="31" y="39"/>
                </a:cubicBezTo>
                <a:cubicBezTo>
                  <a:pt x="32" y="40"/>
                  <a:pt x="32" y="41"/>
                  <a:pt x="33" y="41"/>
                </a:cubicBezTo>
                <a:cubicBezTo>
                  <a:pt x="33" y="42"/>
                  <a:pt x="34" y="42"/>
                  <a:pt x="35" y="43"/>
                </a:cubicBezTo>
                <a:cubicBezTo>
                  <a:pt x="35" y="43"/>
                  <a:pt x="36" y="43"/>
                  <a:pt x="37" y="43"/>
                </a:cubicBezTo>
                <a:close/>
                <a:moveTo>
                  <a:pt x="37" y="70"/>
                </a:moveTo>
                <a:cubicBezTo>
                  <a:pt x="38" y="70"/>
                  <a:pt x="39" y="70"/>
                  <a:pt x="40" y="70"/>
                </a:cubicBezTo>
                <a:cubicBezTo>
                  <a:pt x="40" y="70"/>
                  <a:pt x="41" y="69"/>
                  <a:pt x="42" y="69"/>
                </a:cubicBezTo>
                <a:cubicBezTo>
                  <a:pt x="42" y="68"/>
                  <a:pt x="43" y="67"/>
                  <a:pt x="43" y="67"/>
                </a:cubicBezTo>
                <a:cubicBezTo>
                  <a:pt x="43" y="66"/>
                  <a:pt x="44" y="65"/>
                  <a:pt x="44" y="64"/>
                </a:cubicBezTo>
                <a:cubicBezTo>
                  <a:pt x="44" y="63"/>
                  <a:pt x="43" y="62"/>
                  <a:pt x="43" y="62"/>
                </a:cubicBezTo>
                <a:cubicBezTo>
                  <a:pt x="43" y="61"/>
                  <a:pt x="42" y="60"/>
                  <a:pt x="42" y="60"/>
                </a:cubicBezTo>
                <a:cubicBezTo>
                  <a:pt x="41" y="59"/>
                  <a:pt x="40" y="58"/>
                  <a:pt x="40" y="58"/>
                </a:cubicBezTo>
                <a:cubicBezTo>
                  <a:pt x="39" y="58"/>
                  <a:pt x="38" y="58"/>
                  <a:pt x="37" y="58"/>
                </a:cubicBezTo>
                <a:cubicBezTo>
                  <a:pt x="36" y="58"/>
                  <a:pt x="35" y="58"/>
                  <a:pt x="35" y="58"/>
                </a:cubicBezTo>
                <a:cubicBezTo>
                  <a:pt x="34" y="58"/>
                  <a:pt x="33" y="59"/>
                  <a:pt x="33" y="60"/>
                </a:cubicBezTo>
                <a:cubicBezTo>
                  <a:pt x="32" y="60"/>
                  <a:pt x="32" y="61"/>
                  <a:pt x="31" y="62"/>
                </a:cubicBezTo>
                <a:cubicBezTo>
                  <a:pt x="31" y="62"/>
                  <a:pt x="31" y="63"/>
                  <a:pt x="31" y="64"/>
                </a:cubicBezTo>
                <a:cubicBezTo>
                  <a:pt x="31" y="65"/>
                  <a:pt x="31" y="66"/>
                  <a:pt x="31" y="67"/>
                </a:cubicBezTo>
                <a:cubicBezTo>
                  <a:pt x="32" y="67"/>
                  <a:pt x="32" y="68"/>
                  <a:pt x="33" y="69"/>
                </a:cubicBezTo>
                <a:cubicBezTo>
                  <a:pt x="33" y="69"/>
                  <a:pt x="34" y="70"/>
                  <a:pt x="35" y="70"/>
                </a:cubicBezTo>
                <a:cubicBezTo>
                  <a:pt x="35" y="70"/>
                  <a:pt x="36" y="70"/>
                  <a:pt x="37" y="70"/>
                </a:cubicBezTo>
                <a:close/>
                <a:moveTo>
                  <a:pt x="64" y="19"/>
                </a:moveTo>
                <a:cubicBezTo>
                  <a:pt x="63" y="19"/>
                  <a:pt x="62" y="19"/>
                  <a:pt x="61" y="19"/>
                </a:cubicBezTo>
                <a:cubicBezTo>
                  <a:pt x="59" y="18"/>
                  <a:pt x="58" y="17"/>
                  <a:pt x="58" y="16"/>
                </a:cubicBezTo>
                <a:cubicBezTo>
                  <a:pt x="57" y="16"/>
                  <a:pt x="56" y="15"/>
                  <a:pt x="56" y="13"/>
                </a:cubicBezTo>
                <a:cubicBezTo>
                  <a:pt x="55" y="12"/>
                  <a:pt x="55" y="11"/>
                  <a:pt x="55" y="10"/>
                </a:cubicBezTo>
                <a:cubicBezTo>
                  <a:pt x="55" y="8"/>
                  <a:pt x="55" y="7"/>
                  <a:pt x="56" y="6"/>
                </a:cubicBezTo>
                <a:cubicBezTo>
                  <a:pt x="56" y="5"/>
                  <a:pt x="57" y="4"/>
                  <a:pt x="58" y="3"/>
                </a:cubicBezTo>
                <a:cubicBezTo>
                  <a:pt x="58" y="2"/>
                  <a:pt x="59" y="1"/>
                  <a:pt x="61" y="1"/>
                </a:cubicBezTo>
                <a:cubicBezTo>
                  <a:pt x="62" y="0"/>
                  <a:pt x="63" y="0"/>
                  <a:pt x="64" y="0"/>
                </a:cubicBezTo>
                <a:cubicBezTo>
                  <a:pt x="66" y="0"/>
                  <a:pt x="67" y="0"/>
                  <a:pt x="68" y="1"/>
                </a:cubicBezTo>
                <a:cubicBezTo>
                  <a:pt x="69" y="1"/>
                  <a:pt x="70" y="2"/>
                  <a:pt x="71" y="3"/>
                </a:cubicBezTo>
                <a:cubicBezTo>
                  <a:pt x="72" y="4"/>
                  <a:pt x="73" y="5"/>
                  <a:pt x="73" y="6"/>
                </a:cubicBezTo>
                <a:cubicBezTo>
                  <a:pt x="74" y="7"/>
                  <a:pt x="74" y="8"/>
                  <a:pt x="74" y="10"/>
                </a:cubicBezTo>
                <a:cubicBezTo>
                  <a:pt x="74" y="11"/>
                  <a:pt x="74" y="12"/>
                  <a:pt x="73" y="13"/>
                </a:cubicBezTo>
                <a:cubicBezTo>
                  <a:pt x="73" y="15"/>
                  <a:pt x="72" y="16"/>
                  <a:pt x="71" y="16"/>
                </a:cubicBezTo>
                <a:cubicBezTo>
                  <a:pt x="70" y="17"/>
                  <a:pt x="69" y="18"/>
                  <a:pt x="68" y="19"/>
                </a:cubicBezTo>
                <a:cubicBezTo>
                  <a:pt x="67" y="19"/>
                  <a:pt x="66" y="19"/>
                  <a:pt x="64" y="19"/>
                </a:cubicBezTo>
                <a:close/>
                <a:moveTo>
                  <a:pt x="64" y="27"/>
                </a:moveTo>
                <a:cubicBezTo>
                  <a:pt x="66" y="27"/>
                  <a:pt x="67" y="27"/>
                  <a:pt x="68" y="28"/>
                </a:cubicBezTo>
                <a:cubicBezTo>
                  <a:pt x="69" y="29"/>
                  <a:pt x="70" y="29"/>
                  <a:pt x="71" y="30"/>
                </a:cubicBezTo>
                <a:cubicBezTo>
                  <a:pt x="72" y="31"/>
                  <a:pt x="73" y="32"/>
                  <a:pt x="73" y="33"/>
                </a:cubicBezTo>
                <a:cubicBezTo>
                  <a:pt x="74" y="34"/>
                  <a:pt x="74" y="36"/>
                  <a:pt x="74" y="37"/>
                </a:cubicBezTo>
                <a:cubicBezTo>
                  <a:pt x="74" y="38"/>
                  <a:pt x="74" y="39"/>
                  <a:pt x="73" y="41"/>
                </a:cubicBezTo>
                <a:cubicBezTo>
                  <a:pt x="73" y="42"/>
                  <a:pt x="72" y="43"/>
                  <a:pt x="71" y="44"/>
                </a:cubicBezTo>
                <a:cubicBezTo>
                  <a:pt x="70" y="45"/>
                  <a:pt x="69" y="45"/>
                  <a:pt x="68" y="46"/>
                </a:cubicBezTo>
                <a:cubicBezTo>
                  <a:pt x="67" y="46"/>
                  <a:pt x="66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59" y="45"/>
                  <a:pt x="58" y="45"/>
                  <a:pt x="58" y="44"/>
                </a:cubicBezTo>
                <a:cubicBezTo>
                  <a:pt x="57" y="43"/>
                  <a:pt x="56" y="42"/>
                  <a:pt x="56" y="41"/>
                </a:cubicBezTo>
                <a:cubicBezTo>
                  <a:pt x="55" y="39"/>
                  <a:pt x="55" y="38"/>
                  <a:pt x="55" y="37"/>
                </a:cubicBezTo>
                <a:cubicBezTo>
                  <a:pt x="55" y="36"/>
                  <a:pt x="55" y="34"/>
                  <a:pt x="56" y="33"/>
                </a:cubicBezTo>
                <a:cubicBezTo>
                  <a:pt x="56" y="32"/>
                  <a:pt x="57" y="31"/>
                  <a:pt x="58" y="30"/>
                </a:cubicBezTo>
                <a:cubicBezTo>
                  <a:pt x="58" y="29"/>
                  <a:pt x="59" y="29"/>
                  <a:pt x="61" y="28"/>
                </a:cubicBezTo>
                <a:cubicBezTo>
                  <a:pt x="62" y="27"/>
                  <a:pt x="63" y="27"/>
                  <a:pt x="64" y="27"/>
                </a:cubicBezTo>
                <a:close/>
                <a:moveTo>
                  <a:pt x="64" y="55"/>
                </a:moveTo>
                <a:cubicBezTo>
                  <a:pt x="66" y="55"/>
                  <a:pt x="67" y="55"/>
                  <a:pt x="68" y="55"/>
                </a:cubicBezTo>
                <a:cubicBezTo>
                  <a:pt x="69" y="56"/>
                  <a:pt x="70" y="56"/>
                  <a:pt x="71" y="57"/>
                </a:cubicBezTo>
                <a:cubicBezTo>
                  <a:pt x="72" y="58"/>
                  <a:pt x="73" y="59"/>
                  <a:pt x="73" y="60"/>
                </a:cubicBezTo>
                <a:cubicBezTo>
                  <a:pt x="74" y="61"/>
                  <a:pt x="74" y="63"/>
                  <a:pt x="74" y="64"/>
                </a:cubicBezTo>
                <a:cubicBezTo>
                  <a:pt x="74" y="65"/>
                  <a:pt x="74" y="67"/>
                  <a:pt x="73" y="68"/>
                </a:cubicBezTo>
                <a:cubicBezTo>
                  <a:pt x="73" y="69"/>
                  <a:pt x="72" y="70"/>
                  <a:pt x="71" y="71"/>
                </a:cubicBezTo>
                <a:cubicBezTo>
                  <a:pt x="70" y="72"/>
                  <a:pt x="69" y="72"/>
                  <a:pt x="68" y="73"/>
                </a:cubicBezTo>
                <a:cubicBezTo>
                  <a:pt x="67" y="73"/>
                  <a:pt x="66" y="74"/>
                  <a:pt x="64" y="74"/>
                </a:cubicBezTo>
                <a:cubicBezTo>
                  <a:pt x="63" y="74"/>
                  <a:pt x="62" y="73"/>
                  <a:pt x="61" y="73"/>
                </a:cubicBezTo>
                <a:cubicBezTo>
                  <a:pt x="59" y="72"/>
                  <a:pt x="58" y="72"/>
                  <a:pt x="58" y="71"/>
                </a:cubicBezTo>
                <a:cubicBezTo>
                  <a:pt x="57" y="70"/>
                  <a:pt x="56" y="69"/>
                  <a:pt x="56" y="68"/>
                </a:cubicBezTo>
                <a:cubicBezTo>
                  <a:pt x="55" y="67"/>
                  <a:pt x="55" y="65"/>
                  <a:pt x="55" y="64"/>
                </a:cubicBezTo>
                <a:cubicBezTo>
                  <a:pt x="55" y="63"/>
                  <a:pt x="55" y="61"/>
                  <a:pt x="56" y="60"/>
                </a:cubicBezTo>
                <a:cubicBezTo>
                  <a:pt x="56" y="59"/>
                  <a:pt x="57" y="58"/>
                  <a:pt x="58" y="57"/>
                </a:cubicBezTo>
                <a:cubicBezTo>
                  <a:pt x="58" y="56"/>
                  <a:pt x="59" y="56"/>
                  <a:pt x="61" y="55"/>
                </a:cubicBezTo>
                <a:cubicBezTo>
                  <a:pt x="62" y="55"/>
                  <a:pt x="63" y="55"/>
                  <a:pt x="64" y="55"/>
                </a:cubicBezTo>
                <a:close/>
                <a:moveTo>
                  <a:pt x="64" y="3"/>
                </a:moveTo>
                <a:cubicBezTo>
                  <a:pt x="63" y="3"/>
                  <a:pt x="63" y="3"/>
                  <a:pt x="62" y="4"/>
                </a:cubicBezTo>
                <a:cubicBezTo>
                  <a:pt x="61" y="4"/>
                  <a:pt x="60" y="5"/>
                  <a:pt x="60" y="5"/>
                </a:cubicBezTo>
                <a:cubicBezTo>
                  <a:pt x="59" y="6"/>
                  <a:pt x="59" y="7"/>
                  <a:pt x="58" y="7"/>
                </a:cubicBezTo>
                <a:cubicBezTo>
                  <a:pt x="58" y="8"/>
                  <a:pt x="58" y="9"/>
                  <a:pt x="58" y="10"/>
                </a:cubicBezTo>
                <a:cubicBezTo>
                  <a:pt x="58" y="11"/>
                  <a:pt x="58" y="11"/>
                  <a:pt x="58" y="12"/>
                </a:cubicBezTo>
                <a:cubicBezTo>
                  <a:pt x="59" y="13"/>
                  <a:pt x="59" y="14"/>
                  <a:pt x="60" y="14"/>
                </a:cubicBezTo>
                <a:cubicBezTo>
                  <a:pt x="60" y="15"/>
                  <a:pt x="61" y="15"/>
                  <a:pt x="62" y="16"/>
                </a:cubicBezTo>
                <a:cubicBezTo>
                  <a:pt x="63" y="16"/>
                  <a:pt x="63" y="16"/>
                  <a:pt x="64" y="16"/>
                </a:cubicBezTo>
                <a:cubicBezTo>
                  <a:pt x="65" y="16"/>
                  <a:pt x="66" y="16"/>
                  <a:pt x="67" y="16"/>
                </a:cubicBezTo>
                <a:cubicBezTo>
                  <a:pt x="68" y="15"/>
                  <a:pt x="68" y="15"/>
                  <a:pt x="69" y="14"/>
                </a:cubicBezTo>
                <a:cubicBezTo>
                  <a:pt x="69" y="14"/>
                  <a:pt x="70" y="13"/>
                  <a:pt x="70" y="12"/>
                </a:cubicBezTo>
                <a:cubicBezTo>
                  <a:pt x="71" y="11"/>
                  <a:pt x="71" y="11"/>
                  <a:pt x="71" y="10"/>
                </a:cubicBezTo>
                <a:cubicBezTo>
                  <a:pt x="71" y="9"/>
                  <a:pt x="71" y="8"/>
                  <a:pt x="70" y="7"/>
                </a:cubicBezTo>
                <a:cubicBezTo>
                  <a:pt x="70" y="7"/>
                  <a:pt x="69" y="6"/>
                  <a:pt x="69" y="5"/>
                </a:cubicBezTo>
                <a:cubicBezTo>
                  <a:pt x="68" y="5"/>
                  <a:pt x="68" y="4"/>
                  <a:pt x="67" y="4"/>
                </a:cubicBezTo>
                <a:cubicBezTo>
                  <a:pt x="66" y="3"/>
                  <a:pt x="65" y="3"/>
                  <a:pt x="64" y="3"/>
                </a:cubicBezTo>
                <a:close/>
                <a:moveTo>
                  <a:pt x="64" y="43"/>
                </a:moveTo>
                <a:cubicBezTo>
                  <a:pt x="65" y="43"/>
                  <a:pt x="66" y="43"/>
                  <a:pt x="67" y="43"/>
                </a:cubicBezTo>
                <a:cubicBezTo>
                  <a:pt x="68" y="42"/>
                  <a:pt x="68" y="42"/>
                  <a:pt x="69" y="41"/>
                </a:cubicBezTo>
                <a:cubicBezTo>
                  <a:pt x="69" y="41"/>
                  <a:pt x="70" y="40"/>
                  <a:pt x="70" y="39"/>
                </a:cubicBezTo>
                <a:cubicBezTo>
                  <a:pt x="71" y="39"/>
                  <a:pt x="71" y="38"/>
                  <a:pt x="71" y="37"/>
                </a:cubicBezTo>
                <a:cubicBezTo>
                  <a:pt x="71" y="36"/>
                  <a:pt x="71" y="35"/>
                  <a:pt x="70" y="34"/>
                </a:cubicBezTo>
                <a:cubicBezTo>
                  <a:pt x="70" y="34"/>
                  <a:pt x="69" y="33"/>
                  <a:pt x="69" y="32"/>
                </a:cubicBezTo>
                <a:cubicBezTo>
                  <a:pt x="68" y="32"/>
                  <a:pt x="68" y="31"/>
                  <a:pt x="67" y="31"/>
                </a:cubicBezTo>
                <a:cubicBezTo>
                  <a:pt x="66" y="31"/>
                  <a:pt x="65" y="31"/>
                  <a:pt x="64" y="31"/>
                </a:cubicBezTo>
                <a:cubicBezTo>
                  <a:pt x="63" y="31"/>
                  <a:pt x="63" y="31"/>
                  <a:pt x="62" y="31"/>
                </a:cubicBezTo>
                <a:cubicBezTo>
                  <a:pt x="61" y="31"/>
                  <a:pt x="60" y="32"/>
                  <a:pt x="60" y="32"/>
                </a:cubicBezTo>
                <a:cubicBezTo>
                  <a:pt x="59" y="33"/>
                  <a:pt x="59" y="34"/>
                  <a:pt x="58" y="34"/>
                </a:cubicBezTo>
                <a:cubicBezTo>
                  <a:pt x="58" y="35"/>
                  <a:pt x="58" y="36"/>
                  <a:pt x="58" y="37"/>
                </a:cubicBezTo>
                <a:cubicBezTo>
                  <a:pt x="58" y="38"/>
                  <a:pt x="58" y="39"/>
                  <a:pt x="58" y="39"/>
                </a:cubicBezTo>
                <a:cubicBezTo>
                  <a:pt x="59" y="40"/>
                  <a:pt x="59" y="41"/>
                  <a:pt x="60" y="41"/>
                </a:cubicBezTo>
                <a:cubicBezTo>
                  <a:pt x="60" y="42"/>
                  <a:pt x="61" y="42"/>
                  <a:pt x="62" y="43"/>
                </a:cubicBezTo>
                <a:cubicBezTo>
                  <a:pt x="63" y="43"/>
                  <a:pt x="63" y="43"/>
                  <a:pt x="64" y="43"/>
                </a:cubicBezTo>
                <a:close/>
                <a:moveTo>
                  <a:pt x="64" y="70"/>
                </a:moveTo>
                <a:cubicBezTo>
                  <a:pt x="65" y="70"/>
                  <a:pt x="66" y="70"/>
                  <a:pt x="67" y="70"/>
                </a:cubicBezTo>
                <a:cubicBezTo>
                  <a:pt x="68" y="70"/>
                  <a:pt x="68" y="69"/>
                  <a:pt x="69" y="69"/>
                </a:cubicBezTo>
                <a:cubicBezTo>
                  <a:pt x="69" y="68"/>
                  <a:pt x="70" y="67"/>
                  <a:pt x="70" y="67"/>
                </a:cubicBezTo>
                <a:cubicBezTo>
                  <a:pt x="71" y="66"/>
                  <a:pt x="71" y="65"/>
                  <a:pt x="71" y="64"/>
                </a:cubicBezTo>
                <a:cubicBezTo>
                  <a:pt x="71" y="63"/>
                  <a:pt x="71" y="62"/>
                  <a:pt x="70" y="62"/>
                </a:cubicBezTo>
                <a:cubicBezTo>
                  <a:pt x="70" y="61"/>
                  <a:pt x="69" y="60"/>
                  <a:pt x="69" y="60"/>
                </a:cubicBezTo>
                <a:cubicBezTo>
                  <a:pt x="68" y="59"/>
                  <a:pt x="68" y="58"/>
                  <a:pt x="67" y="58"/>
                </a:cubicBezTo>
                <a:cubicBezTo>
                  <a:pt x="66" y="58"/>
                  <a:pt x="65" y="58"/>
                  <a:pt x="64" y="58"/>
                </a:cubicBezTo>
                <a:cubicBezTo>
                  <a:pt x="63" y="58"/>
                  <a:pt x="63" y="58"/>
                  <a:pt x="62" y="58"/>
                </a:cubicBezTo>
                <a:cubicBezTo>
                  <a:pt x="61" y="58"/>
                  <a:pt x="60" y="59"/>
                  <a:pt x="60" y="60"/>
                </a:cubicBezTo>
                <a:cubicBezTo>
                  <a:pt x="59" y="60"/>
                  <a:pt x="59" y="61"/>
                  <a:pt x="58" y="62"/>
                </a:cubicBezTo>
                <a:cubicBezTo>
                  <a:pt x="58" y="62"/>
                  <a:pt x="58" y="63"/>
                  <a:pt x="58" y="64"/>
                </a:cubicBezTo>
                <a:cubicBezTo>
                  <a:pt x="58" y="65"/>
                  <a:pt x="58" y="66"/>
                  <a:pt x="58" y="67"/>
                </a:cubicBezTo>
                <a:cubicBezTo>
                  <a:pt x="59" y="67"/>
                  <a:pt x="59" y="68"/>
                  <a:pt x="60" y="69"/>
                </a:cubicBezTo>
                <a:cubicBezTo>
                  <a:pt x="60" y="69"/>
                  <a:pt x="61" y="70"/>
                  <a:pt x="62" y="70"/>
                </a:cubicBezTo>
                <a:cubicBezTo>
                  <a:pt x="63" y="70"/>
                  <a:pt x="63" y="70"/>
                  <a:pt x="64" y="7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10253663" y="2591583"/>
            <a:ext cx="300038" cy="203200"/>
          </a:xfrm>
          <a:custGeom>
            <a:avLst/>
            <a:gdLst>
              <a:gd name="T0" fmla="*/ 80 w 80"/>
              <a:gd name="T1" fmla="*/ 0 h 54"/>
              <a:gd name="T2" fmla="*/ 80 w 80"/>
              <a:gd name="T3" fmla="*/ 3 h 54"/>
              <a:gd name="T4" fmla="*/ 78 w 80"/>
              <a:gd name="T5" fmla="*/ 3 h 54"/>
              <a:gd name="T6" fmla="*/ 77 w 80"/>
              <a:gd name="T7" fmla="*/ 9 h 54"/>
              <a:gd name="T8" fmla="*/ 77 w 80"/>
              <a:gd name="T9" fmla="*/ 11 h 54"/>
              <a:gd name="T10" fmla="*/ 76 w 80"/>
              <a:gd name="T11" fmla="*/ 13 h 54"/>
              <a:gd name="T12" fmla="*/ 75 w 80"/>
              <a:gd name="T13" fmla="*/ 14 h 54"/>
              <a:gd name="T14" fmla="*/ 73 w 80"/>
              <a:gd name="T15" fmla="*/ 15 h 54"/>
              <a:gd name="T16" fmla="*/ 68 w 80"/>
              <a:gd name="T17" fmla="*/ 48 h 54"/>
              <a:gd name="T18" fmla="*/ 67 w 80"/>
              <a:gd name="T19" fmla="*/ 50 h 54"/>
              <a:gd name="T20" fmla="*/ 66 w 80"/>
              <a:gd name="T21" fmla="*/ 52 h 54"/>
              <a:gd name="T22" fmla="*/ 64 w 80"/>
              <a:gd name="T23" fmla="*/ 54 h 54"/>
              <a:gd name="T24" fmla="*/ 62 w 80"/>
              <a:gd name="T25" fmla="*/ 54 h 54"/>
              <a:gd name="T26" fmla="*/ 19 w 80"/>
              <a:gd name="T27" fmla="*/ 54 h 54"/>
              <a:gd name="T28" fmla="*/ 16 w 80"/>
              <a:gd name="T29" fmla="*/ 54 h 54"/>
              <a:gd name="T30" fmla="*/ 15 w 80"/>
              <a:gd name="T31" fmla="*/ 52 h 54"/>
              <a:gd name="T32" fmla="*/ 13 w 80"/>
              <a:gd name="T33" fmla="*/ 50 h 54"/>
              <a:gd name="T34" fmla="*/ 13 w 80"/>
              <a:gd name="T35" fmla="*/ 48 h 54"/>
              <a:gd name="T36" fmla="*/ 7 w 80"/>
              <a:gd name="T37" fmla="*/ 15 h 54"/>
              <a:gd name="T38" fmla="*/ 6 w 80"/>
              <a:gd name="T39" fmla="*/ 14 h 54"/>
              <a:gd name="T40" fmla="*/ 4 w 80"/>
              <a:gd name="T41" fmla="*/ 13 h 54"/>
              <a:gd name="T42" fmla="*/ 4 w 80"/>
              <a:gd name="T43" fmla="*/ 11 h 54"/>
              <a:gd name="T44" fmla="*/ 3 w 80"/>
              <a:gd name="T45" fmla="*/ 9 h 54"/>
              <a:gd name="T46" fmla="*/ 2 w 80"/>
              <a:gd name="T47" fmla="*/ 3 h 54"/>
              <a:gd name="T48" fmla="*/ 0 w 80"/>
              <a:gd name="T49" fmla="*/ 3 h 54"/>
              <a:gd name="T50" fmla="*/ 0 w 80"/>
              <a:gd name="T51" fmla="*/ 0 h 54"/>
              <a:gd name="T52" fmla="*/ 80 w 80"/>
              <a:gd name="T53" fmla="*/ 0 h 54"/>
              <a:gd name="T54" fmla="*/ 74 w 80"/>
              <a:gd name="T55" fmla="*/ 9 h 54"/>
              <a:gd name="T56" fmla="*/ 75 w 80"/>
              <a:gd name="T57" fmla="*/ 3 h 54"/>
              <a:gd name="T58" fmla="*/ 6 w 80"/>
              <a:gd name="T59" fmla="*/ 3 h 54"/>
              <a:gd name="T60" fmla="*/ 7 w 80"/>
              <a:gd name="T61" fmla="*/ 9 h 54"/>
              <a:gd name="T62" fmla="*/ 7 w 80"/>
              <a:gd name="T63" fmla="*/ 9 h 54"/>
              <a:gd name="T64" fmla="*/ 7 w 80"/>
              <a:gd name="T65" fmla="*/ 9 h 54"/>
              <a:gd name="T66" fmla="*/ 8 w 80"/>
              <a:gd name="T67" fmla="*/ 12 h 54"/>
              <a:gd name="T68" fmla="*/ 10 w 80"/>
              <a:gd name="T69" fmla="*/ 12 h 54"/>
              <a:gd name="T70" fmla="*/ 71 w 80"/>
              <a:gd name="T71" fmla="*/ 12 h 54"/>
              <a:gd name="T72" fmla="*/ 73 w 80"/>
              <a:gd name="T73" fmla="*/ 12 h 54"/>
              <a:gd name="T74" fmla="*/ 74 w 80"/>
              <a:gd name="T75" fmla="*/ 9 h 54"/>
              <a:gd name="T76" fmla="*/ 74 w 80"/>
              <a:gd name="T77" fmla="*/ 9 h 54"/>
              <a:gd name="T78" fmla="*/ 65 w 80"/>
              <a:gd name="T79" fmla="*/ 47 h 54"/>
              <a:gd name="T80" fmla="*/ 70 w 80"/>
              <a:gd name="T81" fmla="*/ 16 h 54"/>
              <a:gd name="T82" fmla="*/ 10 w 80"/>
              <a:gd name="T83" fmla="*/ 16 h 54"/>
              <a:gd name="T84" fmla="*/ 16 w 80"/>
              <a:gd name="T85" fmla="*/ 48 h 54"/>
              <a:gd name="T86" fmla="*/ 17 w 80"/>
              <a:gd name="T87" fmla="*/ 49 h 54"/>
              <a:gd name="T88" fmla="*/ 19 w 80"/>
              <a:gd name="T89" fmla="*/ 51 h 54"/>
              <a:gd name="T90" fmla="*/ 62 w 80"/>
              <a:gd name="T91" fmla="*/ 51 h 54"/>
              <a:gd name="T92" fmla="*/ 64 w 80"/>
              <a:gd name="T93" fmla="*/ 50 h 54"/>
              <a:gd name="T94" fmla="*/ 65 w 80"/>
              <a:gd name="T95" fmla="*/ 47 h 54"/>
              <a:gd name="T96" fmla="*/ 42 w 80"/>
              <a:gd name="T97" fmla="*/ 33 h 54"/>
              <a:gd name="T98" fmla="*/ 52 w 80"/>
              <a:gd name="T99" fmla="*/ 43 h 54"/>
              <a:gd name="T100" fmla="*/ 50 w 80"/>
              <a:gd name="T101" fmla="*/ 45 h 54"/>
              <a:gd name="T102" fmla="*/ 40 w 80"/>
              <a:gd name="T103" fmla="*/ 36 h 54"/>
              <a:gd name="T104" fmla="*/ 31 w 80"/>
              <a:gd name="T105" fmla="*/ 45 h 54"/>
              <a:gd name="T106" fmla="*/ 28 w 80"/>
              <a:gd name="T107" fmla="*/ 43 h 54"/>
              <a:gd name="T108" fmla="*/ 38 w 80"/>
              <a:gd name="T109" fmla="*/ 33 h 54"/>
              <a:gd name="T110" fmla="*/ 28 w 80"/>
              <a:gd name="T111" fmla="*/ 24 h 54"/>
              <a:gd name="T112" fmla="*/ 31 w 80"/>
              <a:gd name="T113" fmla="*/ 21 h 54"/>
              <a:gd name="T114" fmla="*/ 40 w 80"/>
              <a:gd name="T115" fmla="*/ 31 h 54"/>
              <a:gd name="T116" fmla="*/ 50 w 80"/>
              <a:gd name="T117" fmla="*/ 21 h 54"/>
              <a:gd name="T118" fmla="*/ 52 w 80"/>
              <a:gd name="T119" fmla="*/ 24 h 54"/>
              <a:gd name="T120" fmla="*/ 42 w 80"/>
              <a:gd name="T121" fmla="*/ 33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0" h="54">
                <a:moveTo>
                  <a:pt x="80" y="0"/>
                </a:moveTo>
                <a:cubicBezTo>
                  <a:pt x="80" y="3"/>
                  <a:pt x="80" y="3"/>
                  <a:pt x="80" y="3"/>
                </a:cubicBezTo>
                <a:cubicBezTo>
                  <a:pt x="78" y="3"/>
                  <a:pt x="78" y="3"/>
                  <a:pt x="78" y="3"/>
                </a:cubicBezTo>
                <a:cubicBezTo>
                  <a:pt x="77" y="9"/>
                  <a:pt x="77" y="9"/>
                  <a:pt x="77" y="9"/>
                </a:cubicBezTo>
                <a:cubicBezTo>
                  <a:pt x="77" y="10"/>
                  <a:pt x="77" y="11"/>
                  <a:pt x="77" y="11"/>
                </a:cubicBezTo>
                <a:cubicBezTo>
                  <a:pt x="76" y="12"/>
                  <a:pt x="76" y="12"/>
                  <a:pt x="76" y="13"/>
                </a:cubicBezTo>
                <a:cubicBezTo>
                  <a:pt x="76" y="13"/>
                  <a:pt x="75" y="14"/>
                  <a:pt x="75" y="14"/>
                </a:cubicBezTo>
                <a:cubicBezTo>
                  <a:pt x="74" y="15"/>
                  <a:pt x="74" y="15"/>
                  <a:pt x="73" y="15"/>
                </a:cubicBezTo>
                <a:cubicBezTo>
                  <a:pt x="68" y="48"/>
                  <a:pt x="68" y="48"/>
                  <a:pt x="68" y="48"/>
                </a:cubicBezTo>
                <a:cubicBezTo>
                  <a:pt x="67" y="49"/>
                  <a:pt x="67" y="50"/>
                  <a:pt x="67" y="50"/>
                </a:cubicBezTo>
                <a:cubicBezTo>
                  <a:pt x="67" y="51"/>
                  <a:pt x="66" y="52"/>
                  <a:pt x="66" y="52"/>
                </a:cubicBezTo>
                <a:cubicBezTo>
                  <a:pt x="65" y="53"/>
                  <a:pt x="65" y="53"/>
                  <a:pt x="64" y="54"/>
                </a:cubicBezTo>
                <a:cubicBezTo>
                  <a:pt x="63" y="54"/>
                  <a:pt x="62" y="54"/>
                  <a:pt x="62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4"/>
                  <a:pt x="16" y="54"/>
                </a:cubicBezTo>
                <a:cubicBezTo>
                  <a:pt x="16" y="53"/>
                  <a:pt x="15" y="53"/>
                  <a:pt x="15" y="52"/>
                </a:cubicBezTo>
                <a:cubicBezTo>
                  <a:pt x="14" y="52"/>
                  <a:pt x="14" y="51"/>
                  <a:pt x="13" y="50"/>
                </a:cubicBezTo>
                <a:cubicBezTo>
                  <a:pt x="13" y="50"/>
                  <a:pt x="13" y="49"/>
                  <a:pt x="13" y="48"/>
                </a:cubicBezTo>
                <a:cubicBezTo>
                  <a:pt x="7" y="15"/>
                  <a:pt x="7" y="15"/>
                  <a:pt x="7" y="15"/>
                </a:cubicBezTo>
                <a:cubicBezTo>
                  <a:pt x="6" y="15"/>
                  <a:pt x="6" y="15"/>
                  <a:pt x="6" y="14"/>
                </a:cubicBezTo>
                <a:cubicBezTo>
                  <a:pt x="5" y="14"/>
                  <a:pt x="5" y="13"/>
                  <a:pt x="4" y="13"/>
                </a:cubicBezTo>
                <a:cubicBezTo>
                  <a:pt x="4" y="12"/>
                  <a:pt x="4" y="12"/>
                  <a:pt x="4" y="11"/>
                </a:cubicBezTo>
                <a:cubicBezTo>
                  <a:pt x="3" y="11"/>
                  <a:pt x="3" y="10"/>
                  <a:pt x="3" y="9"/>
                </a:cubicBezTo>
                <a:cubicBezTo>
                  <a:pt x="2" y="3"/>
                  <a:pt x="2" y="3"/>
                  <a:pt x="2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0"/>
                  <a:pt x="0" y="0"/>
                  <a:pt x="0" y="0"/>
                </a:cubicBezTo>
                <a:lnTo>
                  <a:pt x="80" y="0"/>
                </a:lnTo>
                <a:close/>
                <a:moveTo>
                  <a:pt x="74" y="9"/>
                </a:moveTo>
                <a:cubicBezTo>
                  <a:pt x="75" y="3"/>
                  <a:pt x="75" y="3"/>
                  <a:pt x="75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10"/>
                  <a:pt x="7" y="11"/>
                  <a:pt x="8" y="12"/>
                </a:cubicBezTo>
                <a:cubicBezTo>
                  <a:pt x="8" y="12"/>
                  <a:pt x="9" y="12"/>
                  <a:pt x="10" y="12"/>
                </a:cubicBezTo>
                <a:cubicBezTo>
                  <a:pt x="71" y="12"/>
                  <a:pt x="71" y="12"/>
                  <a:pt x="71" y="12"/>
                </a:cubicBezTo>
                <a:cubicBezTo>
                  <a:pt x="71" y="12"/>
                  <a:pt x="72" y="12"/>
                  <a:pt x="73" y="12"/>
                </a:cubicBezTo>
                <a:cubicBezTo>
                  <a:pt x="73" y="11"/>
                  <a:pt x="74" y="10"/>
                  <a:pt x="74" y="9"/>
                </a:cubicBezTo>
                <a:cubicBezTo>
                  <a:pt x="74" y="9"/>
                  <a:pt x="74" y="9"/>
                  <a:pt x="74" y="9"/>
                </a:cubicBezTo>
                <a:close/>
                <a:moveTo>
                  <a:pt x="65" y="47"/>
                </a:moveTo>
                <a:cubicBezTo>
                  <a:pt x="70" y="16"/>
                  <a:pt x="70" y="16"/>
                  <a:pt x="7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48"/>
                  <a:pt x="16" y="49"/>
                  <a:pt x="17" y="49"/>
                </a:cubicBezTo>
                <a:cubicBezTo>
                  <a:pt x="17" y="50"/>
                  <a:pt x="18" y="51"/>
                  <a:pt x="19" y="51"/>
                </a:cubicBezTo>
                <a:cubicBezTo>
                  <a:pt x="62" y="51"/>
                  <a:pt x="62" y="51"/>
                  <a:pt x="62" y="51"/>
                </a:cubicBezTo>
                <a:cubicBezTo>
                  <a:pt x="63" y="51"/>
                  <a:pt x="63" y="50"/>
                  <a:pt x="64" y="50"/>
                </a:cubicBezTo>
                <a:cubicBezTo>
                  <a:pt x="64" y="49"/>
                  <a:pt x="64" y="48"/>
                  <a:pt x="65" y="47"/>
                </a:cubicBezTo>
                <a:close/>
                <a:moveTo>
                  <a:pt x="42" y="33"/>
                </a:moveTo>
                <a:cubicBezTo>
                  <a:pt x="52" y="43"/>
                  <a:pt x="52" y="43"/>
                  <a:pt x="52" y="43"/>
                </a:cubicBezTo>
                <a:cubicBezTo>
                  <a:pt x="50" y="45"/>
                  <a:pt x="50" y="45"/>
                  <a:pt x="50" y="45"/>
                </a:cubicBezTo>
                <a:cubicBezTo>
                  <a:pt x="40" y="36"/>
                  <a:pt x="40" y="36"/>
                  <a:pt x="40" y="36"/>
                </a:cubicBezTo>
                <a:cubicBezTo>
                  <a:pt x="31" y="45"/>
                  <a:pt x="31" y="45"/>
                  <a:pt x="31" y="45"/>
                </a:cubicBezTo>
                <a:cubicBezTo>
                  <a:pt x="28" y="43"/>
                  <a:pt x="28" y="43"/>
                  <a:pt x="28" y="43"/>
                </a:cubicBezTo>
                <a:cubicBezTo>
                  <a:pt x="38" y="33"/>
                  <a:pt x="38" y="33"/>
                  <a:pt x="38" y="33"/>
                </a:cubicBezTo>
                <a:cubicBezTo>
                  <a:pt x="28" y="24"/>
                  <a:pt x="28" y="24"/>
                  <a:pt x="28" y="24"/>
                </a:cubicBezTo>
                <a:cubicBezTo>
                  <a:pt x="31" y="21"/>
                  <a:pt x="31" y="21"/>
                  <a:pt x="31" y="21"/>
                </a:cubicBezTo>
                <a:cubicBezTo>
                  <a:pt x="40" y="31"/>
                  <a:pt x="40" y="31"/>
                  <a:pt x="40" y="31"/>
                </a:cubicBezTo>
                <a:cubicBezTo>
                  <a:pt x="50" y="21"/>
                  <a:pt x="50" y="21"/>
                  <a:pt x="50" y="21"/>
                </a:cubicBezTo>
                <a:cubicBezTo>
                  <a:pt x="52" y="24"/>
                  <a:pt x="52" y="24"/>
                  <a:pt x="52" y="24"/>
                </a:cubicBezTo>
                <a:lnTo>
                  <a:pt x="42" y="3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10793413" y="2542371"/>
            <a:ext cx="301625" cy="301625"/>
          </a:xfrm>
          <a:custGeom>
            <a:avLst/>
            <a:gdLst>
              <a:gd name="T0" fmla="*/ 40 w 80"/>
              <a:gd name="T1" fmla="*/ 0 h 80"/>
              <a:gd name="T2" fmla="*/ 56 w 80"/>
              <a:gd name="T3" fmla="*/ 3 h 80"/>
              <a:gd name="T4" fmla="*/ 68 w 80"/>
              <a:gd name="T5" fmla="*/ 12 h 80"/>
              <a:gd name="T6" fmla="*/ 77 w 80"/>
              <a:gd name="T7" fmla="*/ 24 h 80"/>
              <a:gd name="T8" fmla="*/ 80 w 80"/>
              <a:gd name="T9" fmla="*/ 40 h 80"/>
              <a:gd name="T10" fmla="*/ 77 w 80"/>
              <a:gd name="T11" fmla="*/ 55 h 80"/>
              <a:gd name="T12" fmla="*/ 68 w 80"/>
              <a:gd name="T13" fmla="*/ 68 h 80"/>
              <a:gd name="T14" fmla="*/ 56 w 80"/>
              <a:gd name="T15" fmla="*/ 77 h 80"/>
              <a:gd name="T16" fmla="*/ 40 w 80"/>
              <a:gd name="T17" fmla="*/ 80 h 80"/>
              <a:gd name="T18" fmla="*/ 25 w 80"/>
              <a:gd name="T19" fmla="*/ 77 h 80"/>
              <a:gd name="T20" fmla="*/ 12 w 80"/>
              <a:gd name="T21" fmla="*/ 68 h 80"/>
              <a:gd name="T22" fmla="*/ 3 w 80"/>
              <a:gd name="T23" fmla="*/ 55 h 80"/>
              <a:gd name="T24" fmla="*/ 0 w 80"/>
              <a:gd name="T25" fmla="*/ 40 h 80"/>
              <a:gd name="T26" fmla="*/ 3 w 80"/>
              <a:gd name="T27" fmla="*/ 24 h 80"/>
              <a:gd name="T28" fmla="*/ 12 w 80"/>
              <a:gd name="T29" fmla="*/ 12 h 80"/>
              <a:gd name="T30" fmla="*/ 25 w 80"/>
              <a:gd name="T31" fmla="*/ 3 h 80"/>
              <a:gd name="T32" fmla="*/ 40 w 80"/>
              <a:gd name="T33" fmla="*/ 0 h 80"/>
              <a:gd name="T34" fmla="*/ 40 w 80"/>
              <a:gd name="T35" fmla="*/ 77 h 80"/>
              <a:gd name="T36" fmla="*/ 54 w 80"/>
              <a:gd name="T37" fmla="*/ 74 h 80"/>
              <a:gd name="T38" fmla="*/ 66 w 80"/>
              <a:gd name="T39" fmla="*/ 66 h 80"/>
              <a:gd name="T40" fmla="*/ 74 w 80"/>
              <a:gd name="T41" fmla="*/ 54 h 80"/>
              <a:gd name="T42" fmla="*/ 77 w 80"/>
              <a:gd name="T43" fmla="*/ 40 h 80"/>
              <a:gd name="T44" fmla="*/ 74 w 80"/>
              <a:gd name="T45" fmla="*/ 26 h 80"/>
              <a:gd name="T46" fmla="*/ 66 w 80"/>
              <a:gd name="T47" fmla="*/ 14 h 80"/>
              <a:gd name="T48" fmla="*/ 54 w 80"/>
              <a:gd name="T49" fmla="*/ 6 h 80"/>
              <a:gd name="T50" fmla="*/ 40 w 80"/>
              <a:gd name="T51" fmla="*/ 3 h 80"/>
              <a:gd name="T52" fmla="*/ 26 w 80"/>
              <a:gd name="T53" fmla="*/ 6 h 80"/>
              <a:gd name="T54" fmla="*/ 14 w 80"/>
              <a:gd name="T55" fmla="*/ 14 h 80"/>
              <a:gd name="T56" fmla="*/ 6 w 80"/>
              <a:gd name="T57" fmla="*/ 26 h 80"/>
              <a:gd name="T58" fmla="*/ 3 w 80"/>
              <a:gd name="T59" fmla="*/ 40 h 80"/>
              <a:gd name="T60" fmla="*/ 6 w 80"/>
              <a:gd name="T61" fmla="*/ 54 h 80"/>
              <a:gd name="T62" fmla="*/ 14 w 80"/>
              <a:gd name="T63" fmla="*/ 66 h 80"/>
              <a:gd name="T64" fmla="*/ 26 w 80"/>
              <a:gd name="T65" fmla="*/ 74 h 80"/>
              <a:gd name="T66" fmla="*/ 40 w 80"/>
              <a:gd name="T67" fmla="*/ 77 h 80"/>
              <a:gd name="T68" fmla="*/ 44 w 80"/>
              <a:gd name="T69" fmla="*/ 59 h 80"/>
              <a:gd name="T70" fmla="*/ 47 w 80"/>
              <a:gd name="T71" fmla="*/ 59 h 80"/>
              <a:gd name="T72" fmla="*/ 47 w 80"/>
              <a:gd name="T73" fmla="*/ 62 h 80"/>
              <a:gd name="T74" fmla="*/ 34 w 80"/>
              <a:gd name="T75" fmla="*/ 62 h 80"/>
              <a:gd name="T76" fmla="*/ 34 w 80"/>
              <a:gd name="T77" fmla="*/ 59 h 80"/>
              <a:gd name="T78" fmla="*/ 37 w 80"/>
              <a:gd name="T79" fmla="*/ 59 h 80"/>
              <a:gd name="T80" fmla="*/ 37 w 80"/>
              <a:gd name="T81" fmla="*/ 32 h 80"/>
              <a:gd name="T82" fmla="*/ 34 w 80"/>
              <a:gd name="T83" fmla="*/ 32 h 80"/>
              <a:gd name="T84" fmla="*/ 34 w 80"/>
              <a:gd name="T85" fmla="*/ 29 h 80"/>
              <a:gd name="T86" fmla="*/ 44 w 80"/>
              <a:gd name="T87" fmla="*/ 29 h 80"/>
              <a:gd name="T88" fmla="*/ 44 w 80"/>
              <a:gd name="T89" fmla="*/ 32 h 80"/>
              <a:gd name="T90" fmla="*/ 44 w 80"/>
              <a:gd name="T91" fmla="*/ 59 h 80"/>
              <a:gd name="T92" fmla="*/ 40 w 80"/>
              <a:gd name="T93" fmla="*/ 25 h 80"/>
              <a:gd name="T94" fmla="*/ 38 w 80"/>
              <a:gd name="T95" fmla="*/ 25 h 80"/>
              <a:gd name="T96" fmla="*/ 37 w 80"/>
              <a:gd name="T97" fmla="*/ 24 h 80"/>
              <a:gd name="T98" fmla="*/ 36 w 80"/>
              <a:gd name="T99" fmla="*/ 22 h 80"/>
              <a:gd name="T100" fmla="*/ 35 w 80"/>
              <a:gd name="T101" fmla="*/ 21 h 80"/>
              <a:gd name="T102" fmla="*/ 36 w 80"/>
              <a:gd name="T103" fmla="*/ 19 h 80"/>
              <a:gd name="T104" fmla="*/ 37 w 80"/>
              <a:gd name="T105" fmla="*/ 17 h 80"/>
              <a:gd name="T106" fmla="*/ 38 w 80"/>
              <a:gd name="T107" fmla="*/ 16 h 80"/>
              <a:gd name="T108" fmla="*/ 40 w 80"/>
              <a:gd name="T109" fmla="*/ 16 h 80"/>
              <a:gd name="T110" fmla="*/ 42 w 80"/>
              <a:gd name="T111" fmla="*/ 16 h 80"/>
              <a:gd name="T112" fmla="*/ 44 w 80"/>
              <a:gd name="T113" fmla="*/ 17 h 80"/>
              <a:gd name="T114" fmla="*/ 45 w 80"/>
              <a:gd name="T115" fmla="*/ 19 h 80"/>
              <a:gd name="T116" fmla="*/ 45 w 80"/>
              <a:gd name="T117" fmla="*/ 21 h 80"/>
              <a:gd name="T118" fmla="*/ 45 w 80"/>
              <a:gd name="T119" fmla="*/ 22 h 80"/>
              <a:gd name="T120" fmla="*/ 44 w 80"/>
              <a:gd name="T121" fmla="*/ 24 h 80"/>
              <a:gd name="T122" fmla="*/ 42 w 80"/>
              <a:gd name="T123" fmla="*/ 25 h 80"/>
              <a:gd name="T124" fmla="*/ 40 w 80"/>
              <a:gd name="T125" fmla="*/ 2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2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0" y="34"/>
                  <a:pt x="80" y="40"/>
                </a:cubicBezTo>
                <a:cubicBezTo>
                  <a:pt x="80" y="45"/>
                  <a:pt x="79" y="51"/>
                  <a:pt x="77" y="55"/>
                </a:cubicBezTo>
                <a:cubicBezTo>
                  <a:pt x="75" y="60"/>
                  <a:pt x="72" y="65"/>
                  <a:pt x="68" y="68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8"/>
                </a:cubicBezTo>
                <a:cubicBezTo>
                  <a:pt x="8" y="65"/>
                  <a:pt x="5" y="60"/>
                  <a:pt x="3" y="55"/>
                </a:cubicBezTo>
                <a:cubicBezTo>
                  <a:pt x="1" y="51"/>
                  <a:pt x="0" y="45"/>
                  <a:pt x="0" y="40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19"/>
                  <a:pt x="8" y="15"/>
                  <a:pt x="12" y="12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40" y="77"/>
                </a:move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3" y="69"/>
                  <a:pt x="66" y="66"/>
                </a:cubicBezTo>
                <a:cubicBezTo>
                  <a:pt x="69" y="63"/>
                  <a:pt x="72" y="59"/>
                  <a:pt x="74" y="54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7"/>
                  <a:pt x="66" y="14"/>
                </a:cubicBezTo>
                <a:cubicBezTo>
                  <a:pt x="63" y="11"/>
                  <a:pt x="59" y="8"/>
                  <a:pt x="54" y="6"/>
                </a:cubicBezTo>
                <a:cubicBezTo>
                  <a:pt x="50" y="4"/>
                  <a:pt x="45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50"/>
                  <a:pt x="6" y="54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69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44" y="59"/>
                </a:moveTo>
                <a:cubicBezTo>
                  <a:pt x="47" y="59"/>
                  <a:pt x="47" y="59"/>
                  <a:pt x="47" y="59"/>
                </a:cubicBezTo>
                <a:cubicBezTo>
                  <a:pt x="47" y="62"/>
                  <a:pt x="47" y="62"/>
                  <a:pt x="47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34" y="59"/>
                  <a:pt x="34" y="59"/>
                  <a:pt x="34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32"/>
                  <a:pt x="37" y="32"/>
                  <a:pt x="37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29"/>
                  <a:pt x="34" y="29"/>
                  <a:pt x="3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32"/>
                  <a:pt x="44" y="32"/>
                  <a:pt x="44" y="32"/>
                </a:cubicBezTo>
                <a:lnTo>
                  <a:pt x="44" y="59"/>
                </a:lnTo>
                <a:close/>
                <a:moveTo>
                  <a:pt x="40" y="25"/>
                </a:moveTo>
                <a:cubicBezTo>
                  <a:pt x="40" y="25"/>
                  <a:pt x="39" y="25"/>
                  <a:pt x="38" y="25"/>
                </a:cubicBezTo>
                <a:cubicBezTo>
                  <a:pt x="38" y="25"/>
                  <a:pt x="37" y="24"/>
                  <a:pt x="37" y="24"/>
                </a:cubicBezTo>
                <a:cubicBezTo>
                  <a:pt x="36" y="24"/>
                  <a:pt x="36" y="23"/>
                  <a:pt x="36" y="22"/>
                </a:cubicBezTo>
                <a:cubicBezTo>
                  <a:pt x="36" y="22"/>
                  <a:pt x="35" y="21"/>
                  <a:pt x="35" y="21"/>
                </a:cubicBezTo>
                <a:cubicBezTo>
                  <a:pt x="35" y="20"/>
                  <a:pt x="36" y="19"/>
                  <a:pt x="36" y="19"/>
                </a:cubicBezTo>
                <a:cubicBezTo>
                  <a:pt x="36" y="18"/>
                  <a:pt x="36" y="18"/>
                  <a:pt x="37" y="17"/>
                </a:cubicBezTo>
                <a:cubicBezTo>
                  <a:pt x="37" y="17"/>
                  <a:pt x="38" y="16"/>
                  <a:pt x="38" y="16"/>
                </a:cubicBezTo>
                <a:cubicBezTo>
                  <a:pt x="39" y="16"/>
                  <a:pt x="40" y="16"/>
                  <a:pt x="40" y="16"/>
                </a:cubicBezTo>
                <a:cubicBezTo>
                  <a:pt x="41" y="16"/>
                  <a:pt x="42" y="16"/>
                  <a:pt x="42" y="16"/>
                </a:cubicBezTo>
                <a:cubicBezTo>
                  <a:pt x="43" y="16"/>
                  <a:pt x="43" y="17"/>
                  <a:pt x="44" y="17"/>
                </a:cubicBezTo>
                <a:cubicBezTo>
                  <a:pt x="44" y="18"/>
                  <a:pt x="45" y="18"/>
                  <a:pt x="45" y="19"/>
                </a:cubicBezTo>
                <a:cubicBezTo>
                  <a:pt x="45" y="19"/>
                  <a:pt x="45" y="20"/>
                  <a:pt x="45" y="21"/>
                </a:cubicBezTo>
                <a:cubicBezTo>
                  <a:pt x="45" y="21"/>
                  <a:pt x="45" y="22"/>
                  <a:pt x="45" y="22"/>
                </a:cubicBezTo>
                <a:cubicBezTo>
                  <a:pt x="45" y="23"/>
                  <a:pt x="44" y="24"/>
                  <a:pt x="44" y="24"/>
                </a:cubicBezTo>
                <a:cubicBezTo>
                  <a:pt x="43" y="24"/>
                  <a:pt x="43" y="25"/>
                  <a:pt x="42" y="25"/>
                </a:cubicBezTo>
                <a:cubicBezTo>
                  <a:pt x="42" y="25"/>
                  <a:pt x="41" y="25"/>
                  <a:pt x="40" y="2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11334750" y="2542371"/>
            <a:ext cx="300038" cy="301625"/>
          </a:xfrm>
          <a:custGeom>
            <a:avLst/>
            <a:gdLst>
              <a:gd name="T0" fmla="*/ 95 w 189"/>
              <a:gd name="T1" fmla="*/ 0 h 190"/>
              <a:gd name="T2" fmla="*/ 189 w 189"/>
              <a:gd name="T3" fmla="*/ 95 h 190"/>
              <a:gd name="T4" fmla="*/ 184 w 189"/>
              <a:gd name="T5" fmla="*/ 100 h 190"/>
              <a:gd name="T6" fmla="*/ 95 w 189"/>
              <a:gd name="T7" fmla="*/ 9 h 190"/>
              <a:gd name="T8" fmla="*/ 5 w 189"/>
              <a:gd name="T9" fmla="*/ 100 h 190"/>
              <a:gd name="T10" fmla="*/ 0 w 189"/>
              <a:gd name="T11" fmla="*/ 95 h 190"/>
              <a:gd name="T12" fmla="*/ 26 w 189"/>
              <a:gd name="T13" fmla="*/ 69 h 190"/>
              <a:gd name="T14" fmla="*/ 26 w 189"/>
              <a:gd name="T15" fmla="*/ 24 h 190"/>
              <a:gd name="T16" fmla="*/ 57 w 189"/>
              <a:gd name="T17" fmla="*/ 24 h 190"/>
              <a:gd name="T18" fmla="*/ 57 w 189"/>
              <a:gd name="T19" fmla="*/ 38 h 190"/>
              <a:gd name="T20" fmla="*/ 95 w 189"/>
              <a:gd name="T21" fmla="*/ 0 h 190"/>
              <a:gd name="T22" fmla="*/ 26 w 189"/>
              <a:gd name="T23" fmla="*/ 100 h 190"/>
              <a:gd name="T24" fmla="*/ 95 w 189"/>
              <a:gd name="T25" fmla="*/ 31 h 190"/>
              <a:gd name="T26" fmla="*/ 163 w 189"/>
              <a:gd name="T27" fmla="*/ 100 h 190"/>
              <a:gd name="T28" fmla="*/ 163 w 189"/>
              <a:gd name="T29" fmla="*/ 190 h 190"/>
              <a:gd name="T30" fmla="*/ 111 w 189"/>
              <a:gd name="T31" fmla="*/ 190 h 190"/>
              <a:gd name="T32" fmla="*/ 111 w 189"/>
              <a:gd name="T33" fmla="*/ 137 h 190"/>
              <a:gd name="T34" fmla="*/ 80 w 189"/>
              <a:gd name="T35" fmla="*/ 137 h 190"/>
              <a:gd name="T36" fmla="*/ 80 w 189"/>
              <a:gd name="T37" fmla="*/ 190 h 190"/>
              <a:gd name="T38" fmla="*/ 26 w 189"/>
              <a:gd name="T39" fmla="*/ 190 h 190"/>
              <a:gd name="T40" fmla="*/ 26 w 189"/>
              <a:gd name="T41" fmla="*/ 100 h 190"/>
              <a:gd name="T42" fmla="*/ 35 w 189"/>
              <a:gd name="T43" fmla="*/ 31 h 190"/>
              <a:gd name="T44" fmla="*/ 35 w 189"/>
              <a:gd name="T45" fmla="*/ 59 h 190"/>
              <a:gd name="T46" fmla="*/ 50 w 189"/>
              <a:gd name="T47" fmla="*/ 45 h 190"/>
              <a:gd name="T48" fmla="*/ 50 w 189"/>
              <a:gd name="T49" fmla="*/ 31 h 190"/>
              <a:gd name="T50" fmla="*/ 35 w 189"/>
              <a:gd name="T51" fmla="*/ 31 h 190"/>
              <a:gd name="T52" fmla="*/ 156 w 189"/>
              <a:gd name="T53" fmla="*/ 182 h 190"/>
              <a:gd name="T54" fmla="*/ 156 w 189"/>
              <a:gd name="T55" fmla="*/ 102 h 190"/>
              <a:gd name="T56" fmla="*/ 95 w 189"/>
              <a:gd name="T57" fmla="*/ 40 h 190"/>
              <a:gd name="T58" fmla="*/ 35 w 189"/>
              <a:gd name="T59" fmla="*/ 102 h 190"/>
              <a:gd name="T60" fmla="*/ 35 w 189"/>
              <a:gd name="T61" fmla="*/ 182 h 190"/>
              <a:gd name="T62" fmla="*/ 73 w 189"/>
              <a:gd name="T63" fmla="*/ 182 h 190"/>
              <a:gd name="T64" fmla="*/ 73 w 189"/>
              <a:gd name="T65" fmla="*/ 128 h 190"/>
              <a:gd name="T66" fmla="*/ 118 w 189"/>
              <a:gd name="T67" fmla="*/ 128 h 190"/>
              <a:gd name="T68" fmla="*/ 118 w 189"/>
              <a:gd name="T69" fmla="*/ 182 h 190"/>
              <a:gd name="T70" fmla="*/ 156 w 189"/>
              <a:gd name="T71" fmla="*/ 18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9" h="190">
                <a:moveTo>
                  <a:pt x="95" y="0"/>
                </a:moveTo>
                <a:lnTo>
                  <a:pt x="189" y="95"/>
                </a:lnTo>
                <a:lnTo>
                  <a:pt x="184" y="100"/>
                </a:lnTo>
                <a:lnTo>
                  <a:pt x="95" y="9"/>
                </a:lnTo>
                <a:lnTo>
                  <a:pt x="5" y="100"/>
                </a:lnTo>
                <a:lnTo>
                  <a:pt x="0" y="95"/>
                </a:lnTo>
                <a:lnTo>
                  <a:pt x="26" y="69"/>
                </a:lnTo>
                <a:lnTo>
                  <a:pt x="26" y="24"/>
                </a:lnTo>
                <a:lnTo>
                  <a:pt x="57" y="24"/>
                </a:lnTo>
                <a:lnTo>
                  <a:pt x="57" y="38"/>
                </a:lnTo>
                <a:lnTo>
                  <a:pt x="95" y="0"/>
                </a:lnTo>
                <a:close/>
                <a:moveTo>
                  <a:pt x="26" y="100"/>
                </a:moveTo>
                <a:lnTo>
                  <a:pt x="95" y="31"/>
                </a:lnTo>
                <a:lnTo>
                  <a:pt x="163" y="100"/>
                </a:lnTo>
                <a:lnTo>
                  <a:pt x="163" y="190"/>
                </a:lnTo>
                <a:lnTo>
                  <a:pt x="111" y="190"/>
                </a:lnTo>
                <a:lnTo>
                  <a:pt x="111" y="137"/>
                </a:lnTo>
                <a:lnTo>
                  <a:pt x="80" y="137"/>
                </a:lnTo>
                <a:lnTo>
                  <a:pt x="80" y="190"/>
                </a:lnTo>
                <a:lnTo>
                  <a:pt x="26" y="190"/>
                </a:lnTo>
                <a:lnTo>
                  <a:pt x="26" y="100"/>
                </a:lnTo>
                <a:close/>
                <a:moveTo>
                  <a:pt x="35" y="31"/>
                </a:moveTo>
                <a:lnTo>
                  <a:pt x="35" y="59"/>
                </a:lnTo>
                <a:lnTo>
                  <a:pt x="50" y="45"/>
                </a:lnTo>
                <a:lnTo>
                  <a:pt x="50" y="31"/>
                </a:lnTo>
                <a:lnTo>
                  <a:pt x="35" y="31"/>
                </a:lnTo>
                <a:close/>
                <a:moveTo>
                  <a:pt x="156" y="182"/>
                </a:moveTo>
                <a:lnTo>
                  <a:pt x="156" y="102"/>
                </a:lnTo>
                <a:lnTo>
                  <a:pt x="95" y="40"/>
                </a:lnTo>
                <a:lnTo>
                  <a:pt x="35" y="102"/>
                </a:lnTo>
                <a:lnTo>
                  <a:pt x="35" y="182"/>
                </a:lnTo>
                <a:lnTo>
                  <a:pt x="73" y="182"/>
                </a:lnTo>
                <a:lnTo>
                  <a:pt x="73" y="128"/>
                </a:lnTo>
                <a:lnTo>
                  <a:pt x="118" y="128"/>
                </a:lnTo>
                <a:lnTo>
                  <a:pt x="118" y="182"/>
                </a:lnTo>
                <a:lnTo>
                  <a:pt x="156" y="18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531813" y="2982108"/>
            <a:ext cx="288925" cy="290513"/>
          </a:xfrm>
          <a:custGeom>
            <a:avLst/>
            <a:gdLst>
              <a:gd name="T0" fmla="*/ 65 w 77"/>
              <a:gd name="T1" fmla="*/ 11 h 77"/>
              <a:gd name="T2" fmla="*/ 74 w 77"/>
              <a:gd name="T3" fmla="*/ 53 h 77"/>
              <a:gd name="T4" fmla="*/ 38 w 77"/>
              <a:gd name="T5" fmla="*/ 77 h 77"/>
              <a:gd name="T6" fmla="*/ 3 w 77"/>
              <a:gd name="T7" fmla="*/ 53 h 77"/>
              <a:gd name="T8" fmla="*/ 11 w 77"/>
              <a:gd name="T9" fmla="*/ 11 h 77"/>
              <a:gd name="T10" fmla="*/ 7 w 77"/>
              <a:gd name="T11" fmla="*/ 22 h 77"/>
              <a:gd name="T12" fmla="*/ 3 w 77"/>
              <a:gd name="T13" fmla="*/ 34 h 77"/>
              <a:gd name="T14" fmla="*/ 4 w 77"/>
              <a:gd name="T15" fmla="*/ 46 h 77"/>
              <a:gd name="T16" fmla="*/ 19 w 77"/>
              <a:gd name="T17" fmla="*/ 46 h 77"/>
              <a:gd name="T18" fmla="*/ 17 w 77"/>
              <a:gd name="T19" fmla="*/ 40 h 77"/>
              <a:gd name="T20" fmla="*/ 18 w 77"/>
              <a:gd name="T21" fmla="*/ 34 h 77"/>
              <a:gd name="T22" fmla="*/ 7 w 77"/>
              <a:gd name="T23" fmla="*/ 22 h 77"/>
              <a:gd name="T24" fmla="*/ 13 w 77"/>
              <a:gd name="T25" fmla="*/ 63 h 77"/>
              <a:gd name="T26" fmla="*/ 27 w 77"/>
              <a:gd name="T27" fmla="*/ 56 h 77"/>
              <a:gd name="T28" fmla="*/ 22 w 77"/>
              <a:gd name="T29" fmla="*/ 51 h 77"/>
              <a:gd name="T30" fmla="*/ 19 w 77"/>
              <a:gd name="T31" fmla="*/ 8 h 77"/>
              <a:gd name="T32" fmla="*/ 11 w 77"/>
              <a:gd name="T33" fmla="*/ 16 h 77"/>
              <a:gd name="T34" fmla="*/ 22 w 77"/>
              <a:gd name="T35" fmla="*/ 25 h 77"/>
              <a:gd name="T36" fmla="*/ 27 w 77"/>
              <a:gd name="T37" fmla="*/ 20 h 77"/>
              <a:gd name="T38" fmla="*/ 45 w 77"/>
              <a:gd name="T39" fmla="*/ 54 h 77"/>
              <a:gd name="T40" fmla="*/ 56 w 77"/>
              <a:gd name="T41" fmla="*/ 38 h 77"/>
              <a:gd name="T42" fmla="*/ 45 w 77"/>
              <a:gd name="T43" fmla="*/ 22 h 77"/>
              <a:gd name="T44" fmla="*/ 26 w 77"/>
              <a:gd name="T45" fmla="*/ 26 h 77"/>
              <a:gd name="T46" fmla="*/ 22 w 77"/>
              <a:gd name="T47" fmla="*/ 45 h 77"/>
              <a:gd name="T48" fmla="*/ 38 w 77"/>
              <a:gd name="T49" fmla="*/ 56 h 77"/>
              <a:gd name="T50" fmla="*/ 30 w 77"/>
              <a:gd name="T51" fmla="*/ 72 h 77"/>
              <a:gd name="T52" fmla="*/ 42 w 77"/>
              <a:gd name="T53" fmla="*/ 73 h 77"/>
              <a:gd name="T54" fmla="*/ 54 w 77"/>
              <a:gd name="T55" fmla="*/ 69 h 77"/>
              <a:gd name="T56" fmla="*/ 42 w 77"/>
              <a:gd name="T57" fmla="*/ 59 h 77"/>
              <a:gd name="T58" fmla="*/ 36 w 77"/>
              <a:gd name="T59" fmla="*/ 59 h 77"/>
              <a:gd name="T60" fmla="*/ 30 w 77"/>
              <a:gd name="T61" fmla="*/ 57 h 77"/>
              <a:gd name="T62" fmla="*/ 50 w 77"/>
              <a:gd name="T63" fmla="*/ 5 h 77"/>
              <a:gd name="T64" fmla="*/ 38 w 77"/>
              <a:gd name="T65" fmla="*/ 3 h 77"/>
              <a:gd name="T66" fmla="*/ 26 w 77"/>
              <a:gd name="T67" fmla="*/ 5 h 77"/>
              <a:gd name="T68" fmla="*/ 32 w 77"/>
              <a:gd name="T69" fmla="*/ 18 h 77"/>
              <a:gd name="T70" fmla="*/ 38 w 77"/>
              <a:gd name="T71" fmla="*/ 17 h 77"/>
              <a:gd name="T72" fmla="*/ 44 w 77"/>
              <a:gd name="T73" fmla="*/ 18 h 77"/>
              <a:gd name="T74" fmla="*/ 68 w 77"/>
              <a:gd name="T75" fmla="*/ 19 h 77"/>
              <a:gd name="T76" fmla="*/ 60 w 77"/>
              <a:gd name="T77" fmla="*/ 11 h 77"/>
              <a:gd name="T78" fmla="*/ 51 w 77"/>
              <a:gd name="T79" fmla="*/ 22 h 77"/>
              <a:gd name="T80" fmla="*/ 56 w 77"/>
              <a:gd name="T81" fmla="*/ 27 h 77"/>
              <a:gd name="T82" fmla="*/ 60 w 77"/>
              <a:gd name="T83" fmla="*/ 66 h 77"/>
              <a:gd name="T84" fmla="*/ 68 w 77"/>
              <a:gd name="T85" fmla="*/ 57 h 77"/>
              <a:gd name="T86" fmla="*/ 53 w 77"/>
              <a:gd name="T87" fmla="*/ 53 h 77"/>
              <a:gd name="T88" fmla="*/ 57 w 77"/>
              <a:gd name="T89" fmla="*/ 68 h 77"/>
              <a:gd name="T90" fmla="*/ 59 w 77"/>
              <a:gd name="T91" fmla="*/ 34 h 77"/>
              <a:gd name="T92" fmla="*/ 59 w 77"/>
              <a:gd name="T93" fmla="*/ 40 h 77"/>
              <a:gd name="T94" fmla="*/ 57 w 77"/>
              <a:gd name="T95" fmla="*/ 46 h 77"/>
              <a:gd name="T96" fmla="*/ 72 w 77"/>
              <a:gd name="T97" fmla="*/ 46 h 77"/>
              <a:gd name="T98" fmla="*/ 73 w 77"/>
              <a:gd name="T99" fmla="*/ 34 h 77"/>
              <a:gd name="T100" fmla="*/ 69 w 77"/>
              <a:gd name="T101" fmla="*/ 22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7" h="77">
                <a:moveTo>
                  <a:pt x="38" y="0"/>
                </a:moveTo>
                <a:cubicBezTo>
                  <a:pt x="43" y="0"/>
                  <a:pt x="48" y="1"/>
                  <a:pt x="53" y="3"/>
                </a:cubicBezTo>
                <a:cubicBezTo>
                  <a:pt x="58" y="5"/>
                  <a:pt x="62" y="7"/>
                  <a:pt x="65" y="11"/>
                </a:cubicBezTo>
                <a:cubicBezTo>
                  <a:pt x="69" y="14"/>
                  <a:pt x="72" y="18"/>
                  <a:pt x="74" y="23"/>
                </a:cubicBezTo>
                <a:cubicBezTo>
                  <a:pt x="76" y="28"/>
                  <a:pt x="77" y="33"/>
                  <a:pt x="77" y="38"/>
                </a:cubicBezTo>
                <a:cubicBezTo>
                  <a:pt x="77" y="43"/>
                  <a:pt x="76" y="48"/>
                  <a:pt x="74" y="53"/>
                </a:cubicBezTo>
                <a:cubicBezTo>
                  <a:pt x="72" y="58"/>
                  <a:pt x="69" y="62"/>
                  <a:pt x="65" y="65"/>
                </a:cubicBezTo>
                <a:cubicBezTo>
                  <a:pt x="62" y="69"/>
                  <a:pt x="58" y="72"/>
                  <a:pt x="53" y="74"/>
                </a:cubicBezTo>
                <a:cubicBezTo>
                  <a:pt x="48" y="76"/>
                  <a:pt x="43" y="77"/>
                  <a:pt x="38" y="77"/>
                </a:cubicBezTo>
                <a:cubicBezTo>
                  <a:pt x="33" y="77"/>
                  <a:pt x="28" y="76"/>
                  <a:pt x="23" y="74"/>
                </a:cubicBezTo>
                <a:cubicBezTo>
                  <a:pt x="19" y="72"/>
                  <a:pt x="14" y="69"/>
                  <a:pt x="11" y="65"/>
                </a:cubicBezTo>
                <a:cubicBezTo>
                  <a:pt x="7" y="62"/>
                  <a:pt x="5" y="58"/>
                  <a:pt x="3" y="53"/>
                </a:cubicBezTo>
                <a:cubicBezTo>
                  <a:pt x="1" y="48"/>
                  <a:pt x="0" y="43"/>
                  <a:pt x="0" y="38"/>
                </a:cubicBezTo>
                <a:cubicBezTo>
                  <a:pt x="0" y="33"/>
                  <a:pt x="1" y="28"/>
                  <a:pt x="3" y="23"/>
                </a:cubicBezTo>
                <a:cubicBezTo>
                  <a:pt x="5" y="18"/>
                  <a:pt x="7" y="14"/>
                  <a:pt x="11" y="11"/>
                </a:cubicBezTo>
                <a:cubicBezTo>
                  <a:pt x="14" y="7"/>
                  <a:pt x="19" y="5"/>
                  <a:pt x="23" y="3"/>
                </a:cubicBezTo>
                <a:cubicBezTo>
                  <a:pt x="28" y="1"/>
                  <a:pt x="33" y="0"/>
                  <a:pt x="38" y="0"/>
                </a:cubicBezTo>
                <a:close/>
                <a:moveTo>
                  <a:pt x="7" y="22"/>
                </a:moveTo>
                <a:cubicBezTo>
                  <a:pt x="6" y="23"/>
                  <a:pt x="6" y="24"/>
                  <a:pt x="5" y="26"/>
                </a:cubicBezTo>
                <a:cubicBezTo>
                  <a:pt x="5" y="27"/>
                  <a:pt x="4" y="28"/>
                  <a:pt x="4" y="30"/>
                </a:cubicBezTo>
                <a:cubicBezTo>
                  <a:pt x="4" y="31"/>
                  <a:pt x="3" y="32"/>
                  <a:pt x="3" y="34"/>
                </a:cubicBezTo>
                <a:cubicBezTo>
                  <a:pt x="3" y="35"/>
                  <a:pt x="3" y="37"/>
                  <a:pt x="3" y="38"/>
                </a:cubicBezTo>
                <a:cubicBezTo>
                  <a:pt x="3" y="39"/>
                  <a:pt x="3" y="41"/>
                  <a:pt x="3" y="42"/>
                </a:cubicBezTo>
                <a:cubicBezTo>
                  <a:pt x="3" y="44"/>
                  <a:pt x="4" y="45"/>
                  <a:pt x="4" y="46"/>
                </a:cubicBezTo>
                <a:cubicBezTo>
                  <a:pt x="4" y="48"/>
                  <a:pt x="5" y="49"/>
                  <a:pt x="5" y="50"/>
                </a:cubicBezTo>
                <a:cubicBezTo>
                  <a:pt x="6" y="52"/>
                  <a:pt x="6" y="53"/>
                  <a:pt x="7" y="54"/>
                </a:cubicBezTo>
                <a:cubicBezTo>
                  <a:pt x="19" y="46"/>
                  <a:pt x="19" y="46"/>
                  <a:pt x="19" y="46"/>
                </a:cubicBezTo>
                <a:cubicBezTo>
                  <a:pt x="19" y="45"/>
                  <a:pt x="18" y="45"/>
                  <a:pt x="18" y="44"/>
                </a:cubicBezTo>
                <a:cubicBezTo>
                  <a:pt x="18" y="43"/>
                  <a:pt x="18" y="43"/>
                  <a:pt x="18" y="42"/>
                </a:cubicBezTo>
                <a:cubicBezTo>
                  <a:pt x="18" y="41"/>
                  <a:pt x="17" y="41"/>
                  <a:pt x="17" y="40"/>
                </a:cubicBezTo>
                <a:cubicBezTo>
                  <a:pt x="17" y="40"/>
                  <a:pt x="17" y="39"/>
                  <a:pt x="17" y="38"/>
                </a:cubicBezTo>
                <a:cubicBezTo>
                  <a:pt x="17" y="37"/>
                  <a:pt x="17" y="37"/>
                  <a:pt x="17" y="36"/>
                </a:cubicBezTo>
                <a:cubicBezTo>
                  <a:pt x="17" y="35"/>
                  <a:pt x="18" y="35"/>
                  <a:pt x="18" y="34"/>
                </a:cubicBezTo>
                <a:cubicBezTo>
                  <a:pt x="18" y="33"/>
                  <a:pt x="18" y="33"/>
                  <a:pt x="18" y="32"/>
                </a:cubicBezTo>
                <a:cubicBezTo>
                  <a:pt x="19" y="31"/>
                  <a:pt x="19" y="31"/>
                  <a:pt x="19" y="30"/>
                </a:cubicBezTo>
                <a:lnTo>
                  <a:pt x="7" y="22"/>
                </a:lnTo>
                <a:close/>
                <a:moveTo>
                  <a:pt x="8" y="57"/>
                </a:moveTo>
                <a:cubicBezTo>
                  <a:pt x="9" y="58"/>
                  <a:pt x="10" y="59"/>
                  <a:pt x="11" y="60"/>
                </a:cubicBezTo>
                <a:cubicBezTo>
                  <a:pt x="11" y="61"/>
                  <a:pt x="12" y="62"/>
                  <a:pt x="13" y="63"/>
                </a:cubicBezTo>
                <a:cubicBezTo>
                  <a:pt x="14" y="64"/>
                  <a:pt x="15" y="65"/>
                  <a:pt x="16" y="66"/>
                </a:cubicBezTo>
                <a:cubicBezTo>
                  <a:pt x="17" y="66"/>
                  <a:pt x="18" y="67"/>
                  <a:pt x="19" y="68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5"/>
                  <a:pt x="26" y="55"/>
                  <a:pt x="25" y="54"/>
                </a:cubicBezTo>
                <a:cubicBezTo>
                  <a:pt x="25" y="54"/>
                  <a:pt x="24" y="53"/>
                  <a:pt x="23" y="53"/>
                </a:cubicBezTo>
                <a:cubicBezTo>
                  <a:pt x="23" y="52"/>
                  <a:pt x="22" y="51"/>
                  <a:pt x="22" y="51"/>
                </a:cubicBezTo>
                <a:cubicBezTo>
                  <a:pt x="21" y="50"/>
                  <a:pt x="21" y="50"/>
                  <a:pt x="20" y="49"/>
                </a:cubicBezTo>
                <a:lnTo>
                  <a:pt x="8" y="57"/>
                </a:lnTo>
                <a:close/>
                <a:moveTo>
                  <a:pt x="19" y="8"/>
                </a:moveTo>
                <a:cubicBezTo>
                  <a:pt x="18" y="9"/>
                  <a:pt x="17" y="10"/>
                  <a:pt x="16" y="11"/>
                </a:cubicBezTo>
                <a:cubicBezTo>
                  <a:pt x="15" y="11"/>
                  <a:pt x="14" y="12"/>
                  <a:pt x="13" y="13"/>
                </a:cubicBezTo>
                <a:cubicBezTo>
                  <a:pt x="12" y="14"/>
                  <a:pt x="11" y="15"/>
                  <a:pt x="11" y="16"/>
                </a:cubicBezTo>
                <a:cubicBezTo>
                  <a:pt x="10" y="17"/>
                  <a:pt x="9" y="18"/>
                  <a:pt x="9" y="19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6"/>
                  <a:pt x="21" y="26"/>
                  <a:pt x="22" y="25"/>
                </a:cubicBezTo>
                <a:cubicBezTo>
                  <a:pt x="22" y="25"/>
                  <a:pt x="23" y="24"/>
                  <a:pt x="24" y="23"/>
                </a:cubicBezTo>
                <a:cubicBezTo>
                  <a:pt x="24" y="23"/>
                  <a:pt x="25" y="22"/>
                  <a:pt x="25" y="22"/>
                </a:cubicBezTo>
                <a:cubicBezTo>
                  <a:pt x="26" y="21"/>
                  <a:pt x="27" y="21"/>
                  <a:pt x="27" y="20"/>
                </a:cubicBezTo>
                <a:lnTo>
                  <a:pt x="19" y="8"/>
                </a:lnTo>
                <a:close/>
                <a:moveTo>
                  <a:pt x="38" y="56"/>
                </a:moveTo>
                <a:cubicBezTo>
                  <a:pt x="41" y="56"/>
                  <a:pt x="43" y="55"/>
                  <a:pt x="45" y="54"/>
                </a:cubicBezTo>
                <a:cubicBezTo>
                  <a:pt x="47" y="53"/>
                  <a:pt x="49" y="52"/>
                  <a:pt x="51" y="50"/>
                </a:cubicBezTo>
                <a:cubicBezTo>
                  <a:pt x="52" y="49"/>
                  <a:pt x="53" y="47"/>
                  <a:pt x="54" y="45"/>
                </a:cubicBezTo>
                <a:cubicBezTo>
                  <a:pt x="55" y="43"/>
                  <a:pt x="56" y="40"/>
                  <a:pt x="56" y="38"/>
                </a:cubicBezTo>
                <a:cubicBezTo>
                  <a:pt x="56" y="36"/>
                  <a:pt x="55" y="33"/>
                  <a:pt x="54" y="31"/>
                </a:cubicBezTo>
                <a:cubicBezTo>
                  <a:pt x="53" y="29"/>
                  <a:pt x="52" y="27"/>
                  <a:pt x="51" y="26"/>
                </a:cubicBezTo>
                <a:cubicBezTo>
                  <a:pt x="49" y="24"/>
                  <a:pt x="47" y="23"/>
                  <a:pt x="45" y="22"/>
                </a:cubicBezTo>
                <a:cubicBezTo>
                  <a:pt x="43" y="21"/>
                  <a:pt x="41" y="20"/>
                  <a:pt x="38" y="20"/>
                </a:cubicBezTo>
                <a:cubicBezTo>
                  <a:pt x="36" y="20"/>
                  <a:pt x="33" y="21"/>
                  <a:pt x="31" y="22"/>
                </a:cubicBezTo>
                <a:cubicBezTo>
                  <a:pt x="29" y="23"/>
                  <a:pt x="27" y="24"/>
                  <a:pt x="26" y="26"/>
                </a:cubicBezTo>
                <a:cubicBezTo>
                  <a:pt x="24" y="27"/>
                  <a:pt x="23" y="29"/>
                  <a:pt x="22" y="31"/>
                </a:cubicBezTo>
                <a:cubicBezTo>
                  <a:pt x="21" y="33"/>
                  <a:pt x="21" y="36"/>
                  <a:pt x="21" y="38"/>
                </a:cubicBezTo>
                <a:cubicBezTo>
                  <a:pt x="21" y="40"/>
                  <a:pt x="21" y="43"/>
                  <a:pt x="22" y="45"/>
                </a:cubicBezTo>
                <a:cubicBezTo>
                  <a:pt x="23" y="47"/>
                  <a:pt x="24" y="49"/>
                  <a:pt x="26" y="50"/>
                </a:cubicBezTo>
                <a:cubicBezTo>
                  <a:pt x="27" y="52"/>
                  <a:pt x="29" y="53"/>
                  <a:pt x="31" y="54"/>
                </a:cubicBezTo>
                <a:cubicBezTo>
                  <a:pt x="33" y="55"/>
                  <a:pt x="36" y="56"/>
                  <a:pt x="38" y="56"/>
                </a:cubicBezTo>
                <a:close/>
                <a:moveTo>
                  <a:pt x="22" y="69"/>
                </a:moveTo>
                <a:cubicBezTo>
                  <a:pt x="23" y="70"/>
                  <a:pt x="25" y="71"/>
                  <a:pt x="26" y="71"/>
                </a:cubicBezTo>
                <a:cubicBezTo>
                  <a:pt x="27" y="72"/>
                  <a:pt x="28" y="72"/>
                  <a:pt x="30" y="72"/>
                </a:cubicBezTo>
                <a:cubicBezTo>
                  <a:pt x="31" y="73"/>
                  <a:pt x="32" y="73"/>
                  <a:pt x="34" y="73"/>
                </a:cubicBezTo>
                <a:cubicBezTo>
                  <a:pt x="35" y="73"/>
                  <a:pt x="37" y="73"/>
                  <a:pt x="38" y="73"/>
                </a:cubicBezTo>
                <a:cubicBezTo>
                  <a:pt x="40" y="73"/>
                  <a:pt x="41" y="73"/>
                  <a:pt x="42" y="73"/>
                </a:cubicBezTo>
                <a:cubicBezTo>
                  <a:pt x="44" y="73"/>
                  <a:pt x="45" y="73"/>
                  <a:pt x="47" y="72"/>
                </a:cubicBezTo>
                <a:cubicBezTo>
                  <a:pt x="48" y="72"/>
                  <a:pt x="49" y="72"/>
                  <a:pt x="50" y="71"/>
                </a:cubicBezTo>
                <a:cubicBezTo>
                  <a:pt x="52" y="71"/>
                  <a:pt x="53" y="70"/>
                  <a:pt x="54" y="69"/>
                </a:cubicBezTo>
                <a:cubicBezTo>
                  <a:pt x="46" y="57"/>
                  <a:pt x="46" y="57"/>
                  <a:pt x="46" y="57"/>
                </a:cubicBezTo>
                <a:cubicBezTo>
                  <a:pt x="46" y="57"/>
                  <a:pt x="45" y="58"/>
                  <a:pt x="44" y="58"/>
                </a:cubicBezTo>
                <a:cubicBezTo>
                  <a:pt x="44" y="58"/>
                  <a:pt x="43" y="58"/>
                  <a:pt x="42" y="59"/>
                </a:cubicBezTo>
                <a:cubicBezTo>
                  <a:pt x="42" y="59"/>
                  <a:pt x="41" y="59"/>
                  <a:pt x="40" y="59"/>
                </a:cubicBezTo>
                <a:cubicBezTo>
                  <a:pt x="40" y="59"/>
                  <a:pt x="39" y="59"/>
                  <a:pt x="38" y="59"/>
                </a:cubicBezTo>
                <a:cubicBezTo>
                  <a:pt x="37" y="59"/>
                  <a:pt x="37" y="59"/>
                  <a:pt x="36" y="59"/>
                </a:cubicBezTo>
                <a:cubicBezTo>
                  <a:pt x="35" y="59"/>
                  <a:pt x="35" y="59"/>
                  <a:pt x="34" y="59"/>
                </a:cubicBezTo>
                <a:cubicBezTo>
                  <a:pt x="33" y="58"/>
                  <a:pt x="33" y="58"/>
                  <a:pt x="32" y="58"/>
                </a:cubicBezTo>
                <a:cubicBezTo>
                  <a:pt x="31" y="58"/>
                  <a:pt x="31" y="57"/>
                  <a:pt x="30" y="57"/>
                </a:cubicBezTo>
                <a:lnTo>
                  <a:pt x="22" y="69"/>
                </a:lnTo>
                <a:close/>
                <a:moveTo>
                  <a:pt x="54" y="7"/>
                </a:moveTo>
                <a:cubicBezTo>
                  <a:pt x="53" y="6"/>
                  <a:pt x="52" y="6"/>
                  <a:pt x="50" y="5"/>
                </a:cubicBezTo>
                <a:cubicBezTo>
                  <a:pt x="49" y="5"/>
                  <a:pt x="48" y="4"/>
                  <a:pt x="46" y="4"/>
                </a:cubicBezTo>
                <a:cubicBezTo>
                  <a:pt x="45" y="4"/>
                  <a:pt x="44" y="3"/>
                  <a:pt x="42" y="3"/>
                </a:cubicBezTo>
                <a:cubicBezTo>
                  <a:pt x="41" y="3"/>
                  <a:pt x="40" y="3"/>
                  <a:pt x="38" y="3"/>
                </a:cubicBezTo>
                <a:cubicBezTo>
                  <a:pt x="37" y="3"/>
                  <a:pt x="35" y="3"/>
                  <a:pt x="34" y="3"/>
                </a:cubicBezTo>
                <a:cubicBezTo>
                  <a:pt x="32" y="3"/>
                  <a:pt x="31" y="4"/>
                  <a:pt x="30" y="4"/>
                </a:cubicBezTo>
                <a:cubicBezTo>
                  <a:pt x="29" y="4"/>
                  <a:pt x="27" y="5"/>
                  <a:pt x="26" y="5"/>
                </a:cubicBezTo>
                <a:cubicBezTo>
                  <a:pt x="25" y="6"/>
                  <a:pt x="23" y="6"/>
                  <a:pt x="22" y="7"/>
                </a:cubicBezTo>
                <a:cubicBezTo>
                  <a:pt x="30" y="19"/>
                  <a:pt x="30" y="19"/>
                  <a:pt x="30" y="19"/>
                </a:cubicBezTo>
                <a:cubicBezTo>
                  <a:pt x="31" y="19"/>
                  <a:pt x="32" y="18"/>
                  <a:pt x="32" y="18"/>
                </a:cubicBezTo>
                <a:cubicBezTo>
                  <a:pt x="33" y="18"/>
                  <a:pt x="33" y="18"/>
                  <a:pt x="34" y="18"/>
                </a:cubicBezTo>
                <a:cubicBezTo>
                  <a:pt x="35" y="18"/>
                  <a:pt x="35" y="17"/>
                  <a:pt x="36" y="17"/>
                </a:cubicBezTo>
                <a:cubicBezTo>
                  <a:pt x="37" y="17"/>
                  <a:pt x="37" y="17"/>
                  <a:pt x="38" y="17"/>
                </a:cubicBezTo>
                <a:cubicBezTo>
                  <a:pt x="39" y="17"/>
                  <a:pt x="40" y="17"/>
                  <a:pt x="40" y="17"/>
                </a:cubicBezTo>
                <a:cubicBezTo>
                  <a:pt x="41" y="17"/>
                  <a:pt x="42" y="18"/>
                  <a:pt x="42" y="18"/>
                </a:cubicBezTo>
                <a:cubicBezTo>
                  <a:pt x="43" y="18"/>
                  <a:pt x="44" y="18"/>
                  <a:pt x="44" y="18"/>
                </a:cubicBezTo>
                <a:cubicBezTo>
                  <a:pt x="45" y="18"/>
                  <a:pt x="45" y="19"/>
                  <a:pt x="46" y="19"/>
                </a:cubicBezTo>
                <a:lnTo>
                  <a:pt x="54" y="7"/>
                </a:lnTo>
                <a:close/>
                <a:moveTo>
                  <a:pt x="68" y="19"/>
                </a:moveTo>
                <a:cubicBezTo>
                  <a:pt x="67" y="18"/>
                  <a:pt x="66" y="17"/>
                  <a:pt x="66" y="16"/>
                </a:cubicBezTo>
                <a:cubicBezTo>
                  <a:pt x="65" y="15"/>
                  <a:pt x="64" y="14"/>
                  <a:pt x="63" y="13"/>
                </a:cubicBezTo>
                <a:cubicBezTo>
                  <a:pt x="62" y="12"/>
                  <a:pt x="61" y="11"/>
                  <a:pt x="60" y="11"/>
                </a:cubicBezTo>
                <a:cubicBezTo>
                  <a:pt x="59" y="10"/>
                  <a:pt x="58" y="9"/>
                  <a:pt x="57" y="8"/>
                </a:cubicBezTo>
                <a:cubicBezTo>
                  <a:pt x="49" y="20"/>
                  <a:pt x="49" y="20"/>
                  <a:pt x="49" y="20"/>
                </a:cubicBezTo>
                <a:cubicBezTo>
                  <a:pt x="50" y="21"/>
                  <a:pt x="50" y="21"/>
                  <a:pt x="51" y="22"/>
                </a:cubicBezTo>
                <a:cubicBezTo>
                  <a:pt x="52" y="22"/>
                  <a:pt x="52" y="23"/>
                  <a:pt x="53" y="23"/>
                </a:cubicBezTo>
                <a:cubicBezTo>
                  <a:pt x="53" y="24"/>
                  <a:pt x="54" y="25"/>
                  <a:pt x="54" y="25"/>
                </a:cubicBezTo>
                <a:cubicBezTo>
                  <a:pt x="55" y="26"/>
                  <a:pt x="55" y="26"/>
                  <a:pt x="56" y="27"/>
                </a:cubicBezTo>
                <a:lnTo>
                  <a:pt x="68" y="19"/>
                </a:lnTo>
                <a:close/>
                <a:moveTo>
                  <a:pt x="57" y="68"/>
                </a:moveTo>
                <a:cubicBezTo>
                  <a:pt x="58" y="67"/>
                  <a:pt x="59" y="66"/>
                  <a:pt x="60" y="66"/>
                </a:cubicBezTo>
                <a:cubicBezTo>
                  <a:pt x="61" y="65"/>
                  <a:pt x="62" y="64"/>
                  <a:pt x="63" y="63"/>
                </a:cubicBezTo>
                <a:cubicBezTo>
                  <a:pt x="64" y="62"/>
                  <a:pt x="65" y="61"/>
                  <a:pt x="66" y="60"/>
                </a:cubicBezTo>
                <a:cubicBezTo>
                  <a:pt x="66" y="59"/>
                  <a:pt x="67" y="58"/>
                  <a:pt x="68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50"/>
                  <a:pt x="55" y="50"/>
                  <a:pt x="55" y="51"/>
                </a:cubicBezTo>
                <a:cubicBezTo>
                  <a:pt x="54" y="51"/>
                  <a:pt x="53" y="52"/>
                  <a:pt x="53" y="53"/>
                </a:cubicBezTo>
                <a:cubicBezTo>
                  <a:pt x="52" y="53"/>
                  <a:pt x="52" y="54"/>
                  <a:pt x="51" y="54"/>
                </a:cubicBezTo>
                <a:cubicBezTo>
                  <a:pt x="50" y="55"/>
                  <a:pt x="50" y="55"/>
                  <a:pt x="49" y="56"/>
                </a:cubicBezTo>
                <a:lnTo>
                  <a:pt x="57" y="68"/>
                </a:lnTo>
                <a:close/>
                <a:moveTo>
                  <a:pt x="57" y="30"/>
                </a:moveTo>
                <a:cubicBezTo>
                  <a:pt x="58" y="31"/>
                  <a:pt x="58" y="31"/>
                  <a:pt x="58" y="32"/>
                </a:cubicBezTo>
                <a:cubicBezTo>
                  <a:pt x="58" y="33"/>
                  <a:pt x="58" y="33"/>
                  <a:pt x="59" y="34"/>
                </a:cubicBezTo>
                <a:cubicBezTo>
                  <a:pt x="59" y="35"/>
                  <a:pt x="59" y="35"/>
                  <a:pt x="59" y="36"/>
                </a:cubicBezTo>
                <a:cubicBezTo>
                  <a:pt x="59" y="37"/>
                  <a:pt x="59" y="37"/>
                  <a:pt x="59" y="38"/>
                </a:cubicBezTo>
                <a:cubicBezTo>
                  <a:pt x="59" y="39"/>
                  <a:pt x="59" y="40"/>
                  <a:pt x="59" y="40"/>
                </a:cubicBezTo>
                <a:cubicBezTo>
                  <a:pt x="59" y="41"/>
                  <a:pt x="59" y="41"/>
                  <a:pt x="59" y="42"/>
                </a:cubicBezTo>
                <a:cubicBezTo>
                  <a:pt x="58" y="43"/>
                  <a:pt x="58" y="43"/>
                  <a:pt x="58" y="44"/>
                </a:cubicBezTo>
                <a:cubicBezTo>
                  <a:pt x="58" y="45"/>
                  <a:pt x="58" y="45"/>
                  <a:pt x="57" y="46"/>
                </a:cubicBezTo>
                <a:cubicBezTo>
                  <a:pt x="69" y="54"/>
                  <a:pt x="69" y="54"/>
                  <a:pt x="69" y="54"/>
                </a:cubicBezTo>
                <a:cubicBezTo>
                  <a:pt x="70" y="53"/>
                  <a:pt x="71" y="52"/>
                  <a:pt x="71" y="50"/>
                </a:cubicBezTo>
                <a:cubicBezTo>
                  <a:pt x="72" y="49"/>
                  <a:pt x="72" y="48"/>
                  <a:pt x="72" y="46"/>
                </a:cubicBezTo>
                <a:cubicBezTo>
                  <a:pt x="73" y="45"/>
                  <a:pt x="73" y="44"/>
                  <a:pt x="73" y="42"/>
                </a:cubicBezTo>
                <a:cubicBezTo>
                  <a:pt x="73" y="41"/>
                  <a:pt x="73" y="39"/>
                  <a:pt x="73" y="38"/>
                </a:cubicBezTo>
                <a:cubicBezTo>
                  <a:pt x="73" y="37"/>
                  <a:pt x="73" y="35"/>
                  <a:pt x="73" y="34"/>
                </a:cubicBezTo>
                <a:cubicBezTo>
                  <a:pt x="73" y="32"/>
                  <a:pt x="73" y="31"/>
                  <a:pt x="72" y="30"/>
                </a:cubicBezTo>
                <a:cubicBezTo>
                  <a:pt x="72" y="28"/>
                  <a:pt x="72" y="27"/>
                  <a:pt x="71" y="26"/>
                </a:cubicBezTo>
                <a:cubicBezTo>
                  <a:pt x="71" y="24"/>
                  <a:pt x="70" y="23"/>
                  <a:pt x="69" y="22"/>
                </a:cubicBezTo>
                <a:lnTo>
                  <a:pt x="57" y="3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1065213" y="2974171"/>
            <a:ext cx="300038" cy="301625"/>
          </a:xfrm>
          <a:custGeom>
            <a:avLst/>
            <a:gdLst>
              <a:gd name="T0" fmla="*/ 56 w 80"/>
              <a:gd name="T1" fmla="*/ 3 h 80"/>
              <a:gd name="T2" fmla="*/ 77 w 80"/>
              <a:gd name="T3" fmla="*/ 25 h 80"/>
              <a:gd name="T4" fmla="*/ 77 w 80"/>
              <a:gd name="T5" fmla="*/ 56 h 80"/>
              <a:gd name="T6" fmla="*/ 56 w 80"/>
              <a:gd name="T7" fmla="*/ 77 h 80"/>
              <a:gd name="T8" fmla="*/ 25 w 80"/>
              <a:gd name="T9" fmla="*/ 77 h 80"/>
              <a:gd name="T10" fmla="*/ 3 w 80"/>
              <a:gd name="T11" fmla="*/ 56 h 80"/>
              <a:gd name="T12" fmla="*/ 3 w 80"/>
              <a:gd name="T13" fmla="*/ 25 h 80"/>
              <a:gd name="T14" fmla="*/ 25 w 80"/>
              <a:gd name="T15" fmla="*/ 3 h 80"/>
              <a:gd name="T16" fmla="*/ 40 w 80"/>
              <a:gd name="T17" fmla="*/ 77 h 80"/>
              <a:gd name="T18" fmla="*/ 66 w 80"/>
              <a:gd name="T19" fmla="*/ 66 h 80"/>
              <a:gd name="T20" fmla="*/ 77 w 80"/>
              <a:gd name="T21" fmla="*/ 40 h 80"/>
              <a:gd name="T22" fmla="*/ 66 w 80"/>
              <a:gd name="T23" fmla="*/ 14 h 80"/>
              <a:gd name="T24" fmla="*/ 40 w 80"/>
              <a:gd name="T25" fmla="*/ 3 h 80"/>
              <a:gd name="T26" fmla="*/ 14 w 80"/>
              <a:gd name="T27" fmla="*/ 14 h 80"/>
              <a:gd name="T28" fmla="*/ 3 w 80"/>
              <a:gd name="T29" fmla="*/ 40 h 80"/>
              <a:gd name="T30" fmla="*/ 14 w 80"/>
              <a:gd name="T31" fmla="*/ 66 h 80"/>
              <a:gd name="T32" fmla="*/ 40 w 80"/>
              <a:gd name="T33" fmla="*/ 77 h 80"/>
              <a:gd name="T34" fmla="*/ 44 w 80"/>
              <a:gd name="T35" fmla="*/ 20 h 80"/>
              <a:gd name="T36" fmla="*/ 50 w 80"/>
              <a:gd name="T37" fmla="*/ 25 h 80"/>
              <a:gd name="T38" fmla="*/ 51 w 80"/>
              <a:gd name="T39" fmla="*/ 32 h 80"/>
              <a:gd name="T40" fmla="*/ 48 w 80"/>
              <a:gd name="T41" fmla="*/ 37 h 80"/>
              <a:gd name="T42" fmla="*/ 44 w 80"/>
              <a:gd name="T43" fmla="*/ 42 h 80"/>
              <a:gd name="T44" fmla="*/ 42 w 80"/>
              <a:gd name="T45" fmla="*/ 45 h 80"/>
              <a:gd name="T46" fmla="*/ 38 w 80"/>
              <a:gd name="T47" fmla="*/ 48 h 80"/>
              <a:gd name="T48" fmla="*/ 40 w 80"/>
              <a:gd name="T49" fmla="*/ 42 h 80"/>
              <a:gd name="T50" fmla="*/ 44 w 80"/>
              <a:gd name="T51" fmla="*/ 37 h 80"/>
              <a:gd name="T52" fmla="*/ 47 w 80"/>
              <a:gd name="T53" fmla="*/ 34 h 80"/>
              <a:gd name="T54" fmla="*/ 48 w 80"/>
              <a:gd name="T55" fmla="*/ 30 h 80"/>
              <a:gd name="T56" fmla="*/ 45 w 80"/>
              <a:gd name="T57" fmla="*/ 24 h 80"/>
              <a:gd name="T58" fmla="*/ 40 w 80"/>
              <a:gd name="T59" fmla="*/ 22 h 80"/>
              <a:gd name="T60" fmla="*/ 33 w 80"/>
              <a:gd name="T61" fmla="*/ 25 h 80"/>
              <a:gd name="T62" fmla="*/ 31 w 80"/>
              <a:gd name="T63" fmla="*/ 32 h 80"/>
              <a:gd name="T64" fmla="*/ 28 w 80"/>
              <a:gd name="T65" fmla="*/ 27 h 80"/>
              <a:gd name="T66" fmla="*/ 35 w 80"/>
              <a:gd name="T67" fmla="*/ 20 h 80"/>
              <a:gd name="T68" fmla="*/ 40 w 80"/>
              <a:gd name="T69" fmla="*/ 55 h 80"/>
              <a:gd name="T70" fmla="*/ 43 w 80"/>
              <a:gd name="T71" fmla="*/ 58 h 80"/>
              <a:gd name="T72" fmla="*/ 40 w 80"/>
              <a:gd name="T73" fmla="*/ 61 h 80"/>
              <a:gd name="T74" fmla="*/ 37 w 80"/>
              <a:gd name="T75" fmla="*/ 58 h 80"/>
              <a:gd name="T76" fmla="*/ 40 w 80"/>
              <a:gd name="T77" fmla="*/ 5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2"/>
                </a:cubicBezTo>
                <a:cubicBezTo>
                  <a:pt x="72" y="15"/>
                  <a:pt x="75" y="20"/>
                  <a:pt x="77" y="25"/>
                </a:cubicBezTo>
                <a:cubicBezTo>
                  <a:pt x="79" y="29"/>
                  <a:pt x="80" y="35"/>
                  <a:pt x="80" y="40"/>
                </a:cubicBezTo>
                <a:cubicBezTo>
                  <a:pt x="80" y="46"/>
                  <a:pt x="79" y="51"/>
                  <a:pt x="77" y="56"/>
                </a:cubicBezTo>
                <a:cubicBezTo>
                  <a:pt x="75" y="61"/>
                  <a:pt x="72" y="65"/>
                  <a:pt x="68" y="68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8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29"/>
                  <a:pt x="3" y="25"/>
                </a:cubicBezTo>
                <a:cubicBezTo>
                  <a:pt x="5" y="20"/>
                  <a:pt x="8" y="15"/>
                  <a:pt x="12" y="12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40" y="77"/>
                </a:move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3" y="69"/>
                  <a:pt x="66" y="66"/>
                </a:cubicBezTo>
                <a:cubicBezTo>
                  <a:pt x="69" y="63"/>
                  <a:pt x="72" y="59"/>
                  <a:pt x="74" y="54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7"/>
                  <a:pt x="66" y="14"/>
                </a:cubicBezTo>
                <a:cubicBezTo>
                  <a:pt x="63" y="11"/>
                  <a:pt x="59" y="8"/>
                  <a:pt x="54" y="6"/>
                </a:cubicBezTo>
                <a:cubicBezTo>
                  <a:pt x="50" y="4"/>
                  <a:pt x="45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50"/>
                  <a:pt x="6" y="54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69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40" y="19"/>
                </a:moveTo>
                <a:cubicBezTo>
                  <a:pt x="42" y="19"/>
                  <a:pt x="43" y="19"/>
                  <a:pt x="44" y="20"/>
                </a:cubicBezTo>
                <a:cubicBezTo>
                  <a:pt x="46" y="20"/>
                  <a:pt x="47" y="21"/>
                  <a:pt x="48" y="22"/>
                </a:cubicBezTo>
                <a:cubicBezTo>
                  <a:pt x="49" y="23"/>
                  <a:pt x="50" y="24"/>
                  <a:pt x="50" y="25"/>
                </a:cubicBezTo>
                <a:cubicBezTo>
                  <a:pt x="51" y="26"/>
                  <a:pt x="51" y="28"/>
                  <a:pt x="51" y="29"/>
                </a:cubicBezTo>
                <a:cubicBezTo>
                  <a:pt x="51" y="31"/>
                  <a:pt x="51" y="32"/>
                  <a:pt x="51" y="32"/>
                </a:cubicBezTo>
                <a:cubicBezTo>
                  <a:pt x="51" y="33"/>
                  <a:pt x="50" y="34"/>
                  <a:pt x="50" y="35"/>
                </a:cubicBezTo>
                <a:cubicBezTo>
                  <a:pt x="50" y="36"/>
                  <a:pt x="49" y="36"/>
                  <a:pt x="48" y="37"/>
                </a:cubicBezTo>
                <a:cubicBezTo>
                  <a:pt x="48" y="38"/>
                  <a:pt x="47" y="38"/>
                  <a:pt x="47" y="39"/>
                </a:cubicBezTo>
                <a:cubicBezTo>
                  <a:pt x="45" y="40"/>
                  <a:pt x="45" y="41"/>
                  <a:pt x="44" y="42"/>
                </a:cubicBezTo>
                <a:cubicBezTo>
                  <a:pt x="43" y="42"/>
                  <a:pt x="43" y="43"/>
                  <a:pt x="43" y="43"/>
                </a:cubicBezTo>
                <a:cubicBezTo>
                  <a:pt x="43" y="44"/>
                  <a:pt x="42" y="45"/>
                  <a:pt x="42" y="45"/>
                </a:cubicBezTo>
                <a:cubicBezTo>
                  <a:pt x="42" y="46"/>
                  <a:pt x="42" y="47"/>
                  <a:pt x="42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7"/>
                  <a:pt x="39" y="46"/>
                  <a:pt x="39" y="45"/>
                </a:cubicBezTo>
                <a:cubicBezTo>
                  <a:pt x="39" y="44"/>
                  <a:pt x="39" y="43"/>
                  <a:pt x="40" y="42"/>
                </a:cubicBezTo>
                <a:cubicBezTo>
                  <a:pt x="40" y="41"/>
                  <a:pt x="41" y="40"/>
                  <a:pt x="42" y="40"/>
                </a:cubicBezTo>
                <a:cubicBezTo>
                  <a:pt x="42" y="39"/>
                  <a:pt x="43" y="38"/>
                  <a:pt x="44" y="37"/>
                </a:cubicBezTo>
                <a:cubicBezTo>
                  <a:pt x="45" y="36"/>
                  <a:pt x="45" y="36"/>
                  <a:pt x="46" y="35"/>
                </a:cubicBezTo>
                <a:cubicBezTo>
                  <a:pt x="46" y="35"/>
                  <a:pt x="47" y="34"/>
                  <a:pt x="47" y="34"/>
                </a:cubicBezTo>
                <a:cubicBezTo>
                  <a:pt x="47" y="33"/>
                  <a:pt x="47" y="32"/>
                  <a:pt x="48" y="32"/>
                </a:cubicBezTo>
                <a:cubicBezTo>
                  <a:pt x="48" y="31"/>
                  <a:pt x="48" y="30"/>
                  <a:pt x="48" y="30"/>
                </a:cubicBezTo>
                <a:cubicBezTo>
                  <a:pt x="48" y="28"/>
                  <a:pt x="48" y="27"/>
                  <a:pt x="47" y="27"/>
                </a:cubicBezTo>
                <a:cubicBezTo>
                  <a:pt x="47" y="26"/>
                  <a:pt x="46" y="25"/>
                  <a:pt x="45" y="24"/>
                </a:cubicBezTo>
                <a:cubicBezTo>
                  <a:pt x="45" y="24"/>
                  <a:pt x="44" y="23"/>
                  <a:pt x="43" y="23"/>
                </a:cubicBezTo>
                <a:cubicBezTo>
                  <a:pt x="42" y="22"/>
                  <a:pt x="41" y="22"/>
                  <a:pt x="40" y="22"/>
                </a:cubicBezTo>
                <a:cubicBezTo>
                  <a:pt x="38" y="22"/>
                  <a:pt x="37" y="22"/>
                  <a:pt x="36" y="23"/>
                </a:cubicBezTo>
                <a:cubicBezTo>
                  <a:pt x="35" y="23"/>
                  <a:pt x="34" y="24"/>
                  <a:pt x="33" y="25"/>
                </a:cubicBezTo>
                <a:cubicBezTo>
                  <a:pt x="32" y="26"/>
                  <a:pt x="32" y="27"/>
                  <a:pt x="31" y="28"/>
                </a:cubicBezTo>
                <a:cubicBezTo>
                  <a:pt x="31" y="29"/>
                  <a:pt x="31" y="31"/>
                  <a:pt x="31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0"/>
                  <a:pt x="28" y="28"/>
                  <a:pt x="28" y="27"/>
                </a:cubicBezTo>
                <a:cubicBezTo>
                  <a:pt x="29" y="25"/>
                  <a:pt x="30" y="24"/>
                  <a:pt x="31" y="23"/>
                </a:cubicBezTo>
                <a:cubicBezTo>
                  <a:pt x="32" y="22"/>
                  <a:pt x="33" y="21"/>
                  <a:pt x="35" y="20"/>
                </a:cubicBezTo>
                <a:cubicBezTo>
                  <a:pt x="36" y="19"/>
                  <a:pt x="38" y="19"/>
                  <a:pt x="40" y="19"/>
                </a:cubicBezTo>
                <a:close/>
                <a:moveTo>
                  <a:pt x="40" y="55"/>
                </a:moveTo>
                <a:cubicBezTo>
                  <a:pt x="41" y="55"/>
                  <a:pt x="42" y="55"/>
                  <a:pt x="42" y="55"/>
                </a:cubicBezTo>
                <a:cubicBezTo>
                  <a:pt x="43" y="56"/>
                  <a:pt x="43" y="57"/>
                  <a:pt x="43" y="58"/>
                </a:cubicBezTo>
                <a:cubicBezTo>
                  <a:pt x="43" y="59"/>
                  <a:pt x="43" y="59"/>
                  <a:pt x="42" y="60"/>
                </a:cubicBezTo>
                <a:cubicBezTo>
                  <a:pt x="42" y="61"/>
                  <a:pt x="41" y="61"/>
                  <a:pt x="40" y="61"/>
                </a:cubicBezTo>
                <a:cubicBezTo>
                  <a:pt x="39" y="61"/>
                  <a:pt x="39" y="61"/>
                  <a:pt x="38" y="60"/>
                </a:cubicBezTo>
                <a:cubicBezTo>
                  <a:pt x="37" y="59"/>
                  <a:pt x="37" y="59"/>
                  <a:pt x="37" y="58"/>
                </a:cubicBezTo>
                <a:cubicBezTo>
                  <a:pt x="37" y="57"/>
                  <a:pt x="37" y="56"/>
                  <a:pt x="38" y="55"/>
                </a:cubicBezTo>
                <a:cubicBezTo>
                  <a:pt x="39" y="55"/>
                  <a:pt x="39" y="55"/>
                  <a:pt x="40" y="5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1612900" y="2982108"/>
            <a:ext cx="288925" cy="290513"/>
          </a:xfrm>
          <a:custGeom>
            <a:avLst/>
            <a:gdLst>
              <a:gd name="T0" fmla="*/ 0 w 182"/>
              <a:gd name="T1" fmla="*/ 0 h 183"/>
              <a:gd name="T2" fmla="*/ 182 w 182"/>
              <a:gd name="T3" fmla="*/ 0 h 183"/>
              <a:gd name="T4" fmla="*/ 182 w 182"/>
              <a:gd name="T5" fmla="*/ 183 h 183"/>
              <a:gd name="T6" fmla="*/ 0 w 182"/>
              <a:gd name="T7" fmla="*/ 183 h 183"/>
              <a:gd name="T8" fmla="*/ 0 w 182"/>
              <a:gd name="T9" fmla="*/ 0 h 183"/>
              <a:gd name="T10" fmla="*/ 173 w 182"/>
              <a:gd name="T11" fmla="*/ 7 h 183"/>
              <a:gd name="T12" fmla="*/ 7 w 182"/>
              <a:gd name="T13" fmla="*/ 7 h 183"/>
              <a:gd name="T14" fmla="*/ 7 w 182"/>
              <a:gd name="T15" fmla="*/ 149 h 183"/>
              <a:gd name="T16" fmla="*/ 28 w 182"/>
              <a:gd name="T17" fmla="*/ 123 h 183"/>
              <a:gd name="T18" fmla="*/ 52 w 182"/>
              <a:gd name="T19" fmla="*/ 138 h 183"/>
              <a:gd name="T20" fmla="*/ 90 w 182"/>
              <a:gd name="T21" fmla="*/ 85 h 183"/>
              <a:gd name="T22" fmla="*/ 123 w 182"/>
              <a:gd name="T23" fmla="*/ 112 h 183"/>
              <a:gd name="T24" fmla="*/ 173 w 182"/>
              <a:gd name="T25" fmla="*/ 40 h 183"/>
              <a:gd name="T26" fmla="*/ 173 w 182"/>
              <a:gd name="T27" fmla="*/ 7 h 183"/>
              <a:gd name="T28" fmla="*/ 7 w 182"/>
              <a:gd name="T29" fmla="*/ 173 h 183"/>
              <a:gd name="T30" fmla="*/ 173 w 182"/>
              <a:gd name="T31" fmla="*/ 173 h 183"/>
              <a:gd name="T32" fmla="*/ 173 w 182"/>
              <a:gd name="T33" fmla="*/ 52 h 183"/>
              <a:gd name="T34" fmla="*/ 125 w 182"/>
              <a:gd name="T35" fmla="*/ 123 h 183"/>
              <a:gd name="T36" fmla="*/ 92 w 182"/>
              <a:gd name="T37" fmla="*/ 95 h 183"/>
              <a:gd name="T38" fmla="*/ 54 w 182"/>
              <a:gd name="T39" fmla="*/ 147 h 183"/>
              <a:gd name="T40" fmla="*/ 31 w 182"/>
              <a:gd name="T41" fmla="*/ 133 h 183"/>
              <a:gd name="T42" fmla="*/ 7 w 182"/>
              <a:gd name="T43" fmla="*/ 161 h 183"/>
              <a:gd name="T44" fmla="*/ 7 w 182"/>
              <a:gd name="T45" fmla="*/ 173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2" h="183">
                <a:moveTo>
                  <a:pt x="0" y="0"/>
                </a:moveTo>
                <a:lnTo>
                  <a:pt x="182" y="0"/>
                </a:lnTo>
                <a:lnTo>
                  <a:pt x="182" y="183"/>
                </a:lnTo>
                <a:lnTo>
                  <a:pt x="0" y="183"/>
                </a:lnTo>
                <a:lnTo>
                  <a:pt x="0" y="0"/>
                </a:lnTo>
                <a:close/>
                <a:moveTo>
                  <a:pt x="173" y="7"/>
                </a:moveTo>
                <a:lnTo>
                  <a:pt x="7" y="7"/>
                </a:lnTo>
                <a:lnTo>
                  <a:pt x="7" y="149"/>
                </a:lnTo>
                <a:lnTo>
                  <a:pt x="28" y="123"/>
                </a:lnTo>
                <a:lnTo>
                  <a:pt x="52" y="138"/>
                </a:lnTo>
                <a:lnTo>
                  <a:pt x="90" y="85"/>
                </a:lnTo>
                <a:lnTo>
                  <a:pt x="123" y="112"/>
                </a:lnTo>
                <a:lnTo>
                  <a:pt x="173" y="40"/>
                </a:lnTo>
                <a:lnTo>
                  <a:pt x="173" y="7"/>
                </a:lnTo>
                <a:close/>
                <a:moveTo>
                  <a:pt x="7" y="173"/>
                </a:moveTo>
                <a:lnTo>
                  <a:pt x="173" y="173"/>
                </a:lnTo>
                <a:lnTo>
                  <a:pt x="173" y="52"/>
                </a:lnTo>
                <a:lnTo>
                  <a:pt x="125" y="123"/>
                </a:lnTo>
                <a:lnTo>
                  <a:pt x="92" y="95"/>
                </a:lnTo>
                <a:lnTo>
                  <a:pt x="54" y="147"/>
                </a:lnTo>
                <a:lnTo>
                  <a:pt x="31" y="133"/>
                </a:lnTo>
                <a:lnTo>
                  <a:pt x="7" y="161"/>
                </a:lnTo>
                <a:lnTo>
                  <a:pt x="7" y="17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2130425" y="2956708"/>
            <a:ext cx="330200" cy="338138"/>
          </a:xfrm>
          <a:custGeom>
            <a:avLst/>
            <a:gdLst>
              <a:gd name="T0" fmla="*/ 86 w 88"/>
              <a:gd name="T1" fmla="*/ 3 h 90"/>
              <a:gd name="T2" fmla="*/ 88 w 88"/>
              <a:gd name="T3" fmla="*/ 11 h 90"/>
              <a:gd name="T4" fmla="*/ 80 w 88"/>
              <a:gd name="T5" fmla="*/ 16 h 90"/>
              <a:gd name="T6" fmla="*/ 64 w 88"/>
              <a:gd name="T7" fmla="*/ 56 h 90"/>
              <a:gd name="T8" fmla="*/ 67 w 88"/>
              <a:gd name="T9" fmla="*/ 61 h 90"/>
              <a:gd name="T10" fmla="*/ 65 w 88"/>
              <a:gd name="T11" fmla="*/ 68 h 90"/>
              <a:gd name="T12" fmla="*/ 56 w 88"/>
              <a:gd name="T13" fmla="*/ 70 h 90"/>
              <a:gd name="T14" fmla="*/ 51 w 88"/>
              <a:gd name="T15" fmla="*/ 63 h 90"/>
              <a:gd name="T16" fmla="*/ 37 w 88"/>
              <a:gd name="T17" fmla="*/ 46 h 90"/>
              <a:gd name="T18" fmla="*/ 31 w 88"/>
              <a:gd name="T19" fmla="*/ 48 h 90"/>
              <a:gd name="T20" fmla="*/ 15 w 88"/>
              <a:gd name="T21" fmla="*/ 77 h 90"/>
              <a:gd name="T22" fmla="*/ 16 w 88"/>
              <a:gd name="T23" fmla="*/ 82 h 90"/>
              <a:gd name="T24" fmla="*/ 11 w 88"/>
              <a:gd name="T25" fmla="*/ 89 h 90"/>
              <a:gd name="T26" fmla="*/ 3 w 88"/>
              <a:gd name="T27" fmla="*/ 87 h 90"/>
              <a:gd name="T28" fmla="*/ 1 w 88"/>
              <a:gd name="T29" fmla="*/ 79 h 90"/>
              <a:gd name="T30" fmla="*/ 8 w 88"/>
              <a:gd name="T31" fmla="*/ 74 h 90"/>
              <a:gd name="T32" fmla="*/ 27 w 88"/>
              <a:gd name="T33" fmla="*/ 46 h 90"/>
              <a:gd name="T34" fmla="*/ 24 w 88"/>
              <a:gd name="T35" fmla="*/ 42 h 90"/>
              <a:gd name="T36" fmla="*/ 27 w 88"/>
              <a:gd name="T37" fmla="*/ 35 h 90"/>
              <a:gd name="T38" fmla="*/ 35 w 88"/>
              <a:gd name="T39" fmla="*/ 33 h 90"/>
              <a:gd name="T40" fmla="*/ 40 w 88"/>
              <a:gd name="T41" fmla="*/ 40 h 90"/>
              <a:gd name="T42" fmla="*/ 54 w 88"/>
              <a:gd name="T43" fmla="*/ 57 h 90"/>
              <a:gd name="T44" fmla="*/ 60 w 88"/>
              <a:gd name="T45" fmla="*/ 55 h 90"/>
              <a:gd name="T46" fmla="*/ 74 w 88"/>
              <a:gd name="T47" fmla="*/ 14 h 90"/>
              <a:gd name="T48" fmla="*/ 72 w 88"/>
              <a:gd name="T49" fmla="*/ 8 h 90"/>
              <a:gd name="T50" fmla="*/ 77 w 88"/>
              <a:gd name="T51" fmla="*/ 1 h 90"/>
              <a:gd name="T52" fmla="*/ 10 w 88"/>
              <a:gd name="T53" fmla="*/ 86 h 90"/>
              <a:gd name="T54" fmla="*/ 13 w 88"/>
              <a:gd name="T55" fmla="*/ 82 h 90"/>
              <a:gd name="T56" fmla="*/ 10 w 88"/>
              <a:gd name="T57" fmla="*/ 78 h 90"/>
              <a:gd name="T58" fmla="*/ 5 w 88"/>
              <a:gd name="T59" fmla="*/ 78 h 90"/>
              <a:gd name="T60" fmla="*/ 4 w 88"/>
              <a:gd name="T61" fmla="*/ 84 h 90"/>
              <a:gd name="T62" fmla="*/ 8 w 88"/>
              <a:gd name="T63" fmla="*/ 87 h 90"/>
              <a:gd name="T64" fmla="*/ 36 w 88"/>
              <a:gd name="T65" fmla="*/ 44 h 90"/>
              <a:gd name="T66" fmla="*/ 37 w 88"/>
              <a:gd name="T67" fmla="*/ 38 h 90"/>
              <a:gd name="T68" fmla="*/ 32 w 88"/>
              <a:gd name="T69" fmla="*/ 36 h 90"/>
              <a:gd name="T70" fmla="*/ 28 w 88"/>
              <a:gd name="T71" fmla="*/ 38 h 90"/>
              <a:gd name="T72" fmla="*/ 29 w 88"/>
              <a:gd name="T73" fmla="*/ 44 h 90"/>
              <a:gd name="T74" fmla="*/ 59 w 88"/>
              <a:gd name="T75" fmla="*/ 67 h 90"/>
              <a:gd name="T76" fmla="*/ 64 w 88"/>
              <a:gd name="T77" fmla="*/ 64 h 90"/>
              <a:gd name="T78" fmla="*/ 63 w 88"/>
              <a:gd name="T79" fmla="*/ 59 h 90"/>
              <a:gd name="T80" fmla="*/ 57 w 88"/>
              <a:gd name="T81" fmla="*/ 58 h 90"/>
              <a:gd name="T82" fmla="*/ 54 w 88"/>
              <a:gd name="T83" fmla="*/ 63 h 90"/>
              <a:gd name="T84" fmla="*/ 57 w 88"/>
              <a:gd name="T85" fmla="*/ 67 h 90"/>
              <a:gd name="T86" fmla="*/ 82 w 88"/>
              <a:gd name="T87" fmla="*/ 13 h 90"/>
              <a:gd name="T88" fmla="*/ 85 w 88"/>
              <a:gd name="T89" fmla="*/ 8 h 90"/>
              <a:gd name="T90" fmla="*/ 82 w 88"/>
              <a:gd name="T91" fmla="*/ 4 h 90"/>
              <a:gd name="T92" fmla="*/ 77 w 88"/>
              <a:gd name="T93" fmla="*/ 5 h 90"/>
              <a:gd name="T94" fmla="*/ 76 w 88"/>
              <a:gd name="T95" fmla="*/ 10 h 90"/>
              <a:gd name="T96" fmla="*/ 80 w 88"/>
              <a:gd name="T97" fmla="*/ 13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" h="90">
                <a:moveTo>
                  <a:pt x="80" y="0"/>
                </a:moveTo>
                <a:cubicBezTo>
                  <a:pt x="81" y="0"/>
                  <a:pt x="82" y="0"/>
                  <a:pt x="83" y="1"/>
                </a:cubicBezTo>
                <a:cubicBezTo>
                  <a:pt x="84" y="1"/>
                  <a:pt x="85" y="2"/>
                  <a:pt x="86" y="3"/>
                </a:cubicBezTo>
                <a:cubicBezTo>
                  <a:pt x="87" y="3"/>
                  <a:pt x="87" y="4"/>
                  <a:pt x="88" y="5"/>
                </a:cubicBezTo>
                <a:cubicBezTo>
                  <a:pt x="88" y="6"/>
                  <a:pt x="88" y="7"/>
                  <a:pt x="88" y="8"/>
                </a:cubicBezTo>
                <a:cubicBezTo>
                  <a:pt x="88" y="9"/>
                  <a:pt x="88" y="10"/>
                  <a:pt x="88" y="11"/>
                </a:cubicBezTo>
                <a:cubicBezTo>
                  <a:pt x="87" y="12"/>
                  <a:pt x="87" y="13"/>
                  <a:pt x="86" y="14"/>
                </a:cubicBezTo>
                <a:cubicBezTo>
                  <a:pt x="85" y="15"/>
                  <a:pt x="84" y="15"/>
                  <a:pt x="83" y="16"/>
                </a:cubicBezTo>
                <a:cubicBezTo>
                  <a:pt x="82" y="16"/>
                  <a:pt x="81" y="16"/>
                  <a:pt x="80" y="16"/>
                </a:cubicBezTo>
                <a:cubicBezTo>
                  <a:pt x="80" y="16"/>
                  <a:pt x="80" y="16"/>
                  <a:pt x="79" y="16"/>
                </a:cubicBezTo>
                <a:cubicBezTo>
                  <a:pt x="79" y="16"/>
                  <a:pt x="79" y="16"/>
                  <a:pt x="79" y="16"/>
                </a:cubicBezTo>
                <a:cubicBezTo>
                  <a:pt x="64" y="56"/>
                  <a:pt x="64" y="56"/>
                  <a:pt x="64" y="56"/>
                </a:cubicBezTo>
                <a:cubicBezTo>
                  <a:pt x="64" y="56"/>
                  <a:pt x="65" y="57"/>
                  <a:pt x="65" y="57"/>
                </a:cubicBezTo>
                <a:cubicBezTo>
                  <a:pt x="66" y="58"/>
                  <a:pt x="66" y="58"/>
                  <a:pt x="66" y="59"/>
                </a:cubicBezTo>
                <a:cubicBezTo>
                  <a:pt x="67" y="59"/>
                  <a:pt x="67" y="60"/>
                  <a:pt x="67" y="61"/>
                </a:cubicBezTo>
                <a:cubicBezTo>
                  <a:pt x="67" y="61"/>
                  <a:pt x="67" y="62"/>
                  <a:pt x="67" y="63"/>
                </a:cubicBezTo>
                <a:cubicBezTo>
                  <a:pt x="67" y="64"/>
                  <a:pt x="67" y="65"/>
                  <a:pt x="67" y="66"/>
                </a:cubicBezTo>
                <a:cubicBezTo>
                  <a:pt x="66" y="67"/>
                  <a:pt x="66" y="68"/>
                  <a:pt x="65" y="68"/>
                </a:cubicBezTo>
                <a:cubicBezTo>
                  <a:pt x="64" y="69"/>
                  <a:pt x="63" y="70"/>
                  <a:pt x="62" y="70"/>
                </a:cubicBezTo>
                <a:cubicBezTo>
                  <a:pt x="61" y="70"/>
                  <a:pt x="60" y="71"/>
                  <a:pt x="59" y="71"/>
                </a:cubicBezTo>
                <a:cubicBezTo>
                  <a:pt x="58" y="71"/>
                  <a:pt x="57" y="70"/>
                  <a:pt x="56" y="70"/>
                </a:cubicBezTo>
                <a:cubicBezTo>
                  <a:pt x="55" y="70"/>
                  <a:pt x="54" y="69"/>
                  <a:pt x="54" y="68"/>
                </a:cubicBezTo>
                <a:cubicBezTo>
                  <a:pt x="53" y="68"/>
                  <a:pt x="52" y="67"/>
                  <a:pt x="52" y="66"/>
                </a:cubicBezTo>
                <a:cubicBezTo>
                  <a:pt x="51" y="65"/>
                  <a:pt x="51" y="64"/>
                  <a:pt x="51" y="63"/>
                </a:cubicBezTo>
                <a:cubicBezTo>
                  <a:pt x="51" y="62"/>
                  <a:pt x="51" y="61"/>
                  <a:pt x="52" y="61"/>
                </a:cubicBezTo>
                <a:cubicBezTo>
                  <a:pt x="52" y="60"/>
                  <a:pt x="52" y="60"/>
                  <a:pt x="52" y="59"/>
                </a:cubicBezTo>
                <a:cubicBezTo>
                  <a:pt x="37" y="46"/>
                  <a:pt x="37" y="46"/>
                  <a:pt x="37" y="46"/>
                </a:cubicBezTo>
                <a:cubicBezTo>
                  <a:pt x="36" y="47"/>
                  <a:pt x="36" y="47"/>
                  <a:pt x="35" y="48"/>
                </a:cubicBezTo>
                <a:cubicBezTo>
                  <a:pt x="34" y="48"/>
                  <a:pt x="33" y="48"/>
                  <a:pt x="32" y="48"/>
                </a:cubicBezTo>
                <a:cubicBezTo>
                  <a:pt x="32" y="48"/>
                  <a:pt x="31" y="48"/>
                  <a:pt x="31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14" y="76"/>
                  <a:pt x="14" y="76"/>
                  <a:pt x="14" y="76"/>
                </a:cubicBezTo>
                <a:cubicBezTo>
                  <a:pt x="14" y="76"/>
                  <a:pt x="14" y="77"/>
                  <a:pt x="15" y="77"/>
                </a:cubicBezTo>
                <a:cubicBezTo>
                  <a:pt x="15" y="78"/>
                  <a:pt x="15" y="78"/>
                  <a:pt x="15" y="79"/>
                </a:cubicBezTo>
                <a:cubicBezTo>
                  <a:pt x="16" y="79"/>
                  <a:pt x="16" y="80"/>
                  <a:pt x="16" y="80"/>
                </a:cubicBezTo>
                <a:cubicBezTo>
                  <a:pt x="16" y="81"/>
                  <a:pt x="16" y="81"/>
                  <a:pt x="16" y="82"/>
                </a:cubicBezTo>
                <a:cubicBezTo>
                  <a:pt x="16" y="83"/>
                  <a:pt x="16" y="84"/>
                  <a:pt x="16" y="85"/>
                </a:cubicBezTo>
                <a:cubicBezTo>
                  <a:pt x="15" y="86"/>
                  <a:pt x="15" y="87"/>
                  <a:pt x="14" y="87"/>
                </a:cubicBezTo>
                <a:cubicBezTo>
                  <a:pt x="13" y="88"/>
                  <a:pt x="12" y="89"/>
                  <a:pt x="11" y="89"/>
                </a:cubicBezTo>
                <a:cubicBezTo>
                  <a:pt x="10" y="90"/>
                  <a:pt x="9" y="90"/>
                  <a:pt x="8" y="90"/>
                </a:cubicBezTo>
                <a:cubicBezTo>
                  <a:pt x="7" y="90"/>
                  <a:pt x="6" y="90"/>
                  <a:pt x="5" y="89"/>
                </a:cubicBezTo>
                <a:cubicBezTo>
                  <a:pt x="4" y="89"/>
                  <a:pt x="3" y="88"/>
                  <a:pt x="3" y="87"/>
                </a:cubicBezTo>
                <a:cubicBezTo>
                  <a:pt x="2" y="87"/>
                  <a:pt x="1" y="86"/>
                  <a:pt x="1" y="85"/>
                </a:cubicBezTo>
                <a:cubicBezTo>
                  <a:pt x="0" y="84"/>
                  <a:pt x="0" y="83"/>
                  <a:pt x="0" y="82"/>
                </a:cubicBezTo>
                <a:cubicBezTo>
                  <a:pt x="0" y="81"/>
                  <a:pt x="0" y="80"/>
                  <a:pt x="1" y="79"/>
                </a:cubicBezTo>
                <a:cubicBezTo>
                  <a:pt x="1" y="78"/>
                  <a:pt x="2" y="77"/>
                  <a:pt x="3" y="76"/>
                </a:cubicBezTo>
                <a:cubicBezTo>
                  <a:pt x="3" y="75"/>
                  <a:pt x="4" y="75"/>
                  <a:pt x="5" y="75"/>
                </a:cubicBezTo>
                <a:cubicBezTo>
                  <a:pt x="6" y="74"/>
                  <a:pt x="7" y="74"/>
                  <a:pt x="8" y="74"/>
                </a:cubicBezTo>
                <a:cubicBezTo>
                  <a:pt x="9" y="74"/>
                  <a:pt x="9" y="74"/>
                  <a:pt x="10" y="74"/>
                </a:cubicBezTo>
                <a:cubicBezTo>
                  <a:pt x="10" y="74"/>
                  <a:pt x="10" y="74"/>
                  <a:pt x="11" y="74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6"/>
                  <a:pt x="26" y="45"/>
                  <a:pt x="26" y="45"/>
                </a:cubicBezTo>
                <a:cubicBezTo>
                  <a:pt x="25" y="45"/>
                  <a:pt x="25" y="44"/>
                  <a:pt x="25" y="44"/>
                </a:cubicBezTo>
                <a:cubicBezTo>
                  <a:pt x="25" y="43"/>
                  <a:pt x="24" y="43"/>
                  <a:pt x="24" y="42"/>
                </a:cubicBezTo>
                <a:cubicBezTo>
                  <a:pt x="24" y="41"/>
                  <a:pt x="24" y="41"/>
                  <a:pt x="24" y="40"/>
                </a:cubicBezTo>
                <a:cubicBezTo>
                  <a:pt x="24" y="39"/>
                  <a:pt x="24" y="38"/>
                  <a:pt x="25" y="37"/>
                </a:cubicBezTo>
                <a:cubicBezTo>
                  <a:pt x="25" y="36"/>
                  <a:pt x="26" y="35"/>
                  <a:pt x="27" y="35"/>
                </a:cubicBezTo>
                <a:cubicBezTo>
                  <a:pt x="27" y="34"/>
                  <a:pt x="28" y="33"/>
                  <a:pt x="29" y="33"/>
                </a:cubicBezTo>
                <a:cubicBezTo>
                  <a:pt x="30" y="33"/>
                  <a:pt x="31" y="32"/>
                  <a:pt x="32" y="32"/>
                </a:cubicBezTo>
                <a:cubicBezTo>
                  <a:pt x="33" y="32"/>
                  <a:pt x="34" y="33"/>
                  <a:pt x="35" y="33"/>
                </a:cubicBezTo>
                <a:cubicBezTo>
                  <a:pt x="36" y="33"/>
                  <a:pt x="37" y="34"/>
                  <a:pt x="38" y="35"/>
                </a:cubicBezTo>
                <a:cubicBezTo>
                  <a:pt x="39" y="35"/>
                  <a:pt x="39" y="36"/>
                  <a:pt x="40" y="37"/>
                </a:cubicBezTo>
                <a:cubicBezTo>
                  <a:pt x="40" y="38"/>
                  <a:pt x="40" y="39"/>
                  <a:pt x="40" y="40"/>
                </a:cubicBezTo>
                <a:cubicBezTo>
                  <a:pt x="40" y="41"/>
                  <a:pt x="40" y="42"/>
                  <a:pt x="40" y="42"/>
                </a:cubicBezTo>
                <a:cubicBezTo>
                  <a:pt x="40" y="43"/>
                  <a:pt x="39" y="43"/>
                  <a:pt x="39" y="44"/>
                </a:cubicBezTo>
                <a:cubicBezTo>
                  <a:pt x="54" y="57"/>
                  <a:pt x="54" y="57"/>
                  <a:pt x="54" y="57"/>
                </a:cubicBezTo>
                <a:cubicBezTo>
                  <a:pt x="55" y="56"/>
                  <a:pt x="56" y="55"/>
                  <a:pt x="57" y="55"/>
                </a:cubicBezTo>
                <a:cubicBezTo>
                  <a:pt x="57" y="55"/>
                  <a:pt x="58" y="55"/>
                  <a:pt x="59" y="55"/>
                </a:cubicBezTo>
                <a:cubicBezTo>
                  <a:pt x="60" y="55"/>
                  <a:pt x="60" y="55"/>
                  <a:pt x="60" y="55"/>
                </a:cubicBezTo>
                <a:cubicBezTo>
                  <a:pt x="60" y="55"/>
                  <a:pt x="60" y="55"/>
                  <a:pt x="61" y="55"/>
                </a:cubicBezTo>
                <a:cubicBezTo>
                  <a:pt x="76" y="15"/>
                  <a:pt x="76" y="15"/>
                  <a:pt x="76" y="15"/>
                </a:cubicBezTo>
                <a:cubicBezTo>
                  <a:pt x="75" y="15"/>
                  <a:pt x="75" y="14"/>
                  <a:pt x="74" y="14"/>
                </a:cubicBezTo>
                <a:cubicBezTo>
                  <a:pt x="74" y="13"/>
                  <a:pt x="73" y="13"/>
                  <a:pt x="73" y="12"/>
                </a:cubicBezTo>
                <a:cubicBezTo>
                  <a:pt x="73" y="12"/>
                  <a:pt x="73" y="11"/>
                  <a:pt x="72" y="10"/>
                </a:cubicBezTo>
                <a:cubicBezTo>
                  <a:pt x="72" y="10"/>
                  <a:pt x="72" y="9"/>
                  <a:pt x="72" y="8"/>
                </a:cubicBezTo>
                <a:cubicBezTo>
                  <a:pt x="72" y="7"/>
                  <a:pt x="72" y="6"/>
                  <a:pt x="73" y="5"/>
                </a:cubicBezTo>
                <a:cubicBezTo>
                  <a:pt x="73" y="4"/>
                  <a:pt x="74" y="3"/>
                  <a:pt x="75" y="3"/>
                </a:cubicBezTo>
                <a:cubicBezTo>
                  <a:pt x="75" y="2"/>
                  <a:pt x="76" y="1"/>
                  <a:pt x="77" y="1"/>
                </a:cubicBezTo>
                <a:cubicBezTo>
                  <a:pt x="78" y="0"/>
                  <a:pt x="79" y="0"/>
                  <a:pt x="80" y="0"/>
                </a:cubicBezTo>
                <a:close/>
                <a:moveTo>
                  <a:pt x="8" y="87"/>
                </a:moveTo>
                <a:cubicBezTo>
                  <a:pt x="9" y="87"/>
                  <a:pt x="9" y="87"/>
                  <a:pt x="10" y="86"/>
                </a:cubicBezTo>
                <a:cubicBezTo>
                  <a:pt x="11" y="86"/>
                  <a:pt x="11" y="86"/>
                  <a:pt x="12" y="85"/>
                </a:cubicBezTo>
                <a:cubicBezTo>
                  <a:pt x="12" y="85"/>
                  <a:pt x="12" y="84"/>
                  <a:pt x="13" y="84"/>
                </a:cubicBezTo>
                <a:cubicBezTo>
                  <a:pt x="13" y="83"/>
                  <a:pt x="13" y="82"/>
                  <a:pt x="13" y="82"/>
                </a:cubicBezTo>
                <a:cubicBezTo>
                  <a:pt x="13" y="81"/>
                  <a:pt x="13" y="81"/>
                  <a:pt x="13" y="80"/>
                </a:cubicBezTo>
                <a:cubicBezTo>
                  <a:pt x="12" y="79"/>
                  <a:pt x="12" y="79"/>
                  <a:pt x="12" y="78"/>
                </a:cubicBezTo>
                <a:cubicBezTo>
                  <a:pt x="11" y="78"/>
                  <a:pt x="11" y="78"/>
                  <a:pt x="10" y="78"/>
                </a:cubicBezTo>
                <a:cubicBezTo>
                  <a:pt x="9" y="77"/>
                  <a:pt x="9" y="77"/>
                  <a:pt x="8" y="77"/>
                </a:cubicBezTo>
                <a:cubicBezTo>
                  <a:pt x="8" y="77"/>
                  <a:pt x="7" y="77"/>
                  <a:pt x="6" y="78"/>
                </a:cubicBezTo>
                <a:cubicBezTo>
                  <a:pt x="6" y="78"/>
                  <a:pt x="5" y="78"/>
                  <a:pt x="5" y="78"/>
                </a:cubicBezTo>
                <a:cubicBezTo>
                  <a:pt x="4" y="79"/>
                  <a:pt x="4" y="79"/>
                  <a:pt x="4" y="80"/>
                </a:cubicBezTo>
                <a:cubicBezTo>
                  <a:pt x="3" y="81"/>
                  <a:pt x="3" y="81"/>
                  <a:pt x="3" y="82"/>
                </a:cubicBezTo>
                <a:cubicBezTo>
                  <a:pt x="3" y="82"/>
                  <a:pt x="3" y="83"/>
                  <a:pt x="4" y="84"/>
                </a:cubicBezTo>
                <a:cubicBezTo>
                  <a:pt x="4" y="84"/>
                  <a:pt x="4" y="85"/>
                  <a:pt x="5" y="85"/>
                </a:cubicBezTo>
                <a:cubicBezTo>
                  <a:pt x="5" y="86"/>
                  <a:pt x="6" y="86"/>
                  <a:pt x="6" y="86"/>
                </a:cubicBezTo>
                <a:cubicBezTo>
                  <a:pt x="7" y="87"/>
                  <a:pt x="8" y="87"/>
                  <a:pt x="8" y="87"/>
                </a:cubicBezTo>
                <a:close/>
                <a:moveTo>
                  <a:pt x="32" y="45"/>
                </a:moveTo>
                <a:cubicBezTo>
                  <a:pt x="33" y="45"/>
                  <a:pt x="33" y="45"/>
                  <a:pt x="34" y="45"/>
                </a:cubicBezTo>
                <a:cubicBezTo>
                  <a:pt x="35" y="44"/>
                  <a:pt x="35" y="44"/>
                  <a:pt x="36" y="44"/>
                </a:cubicBezTo>
                <a:cubicBezTo>
                  <a:pt x="36" y="43"/>
                  <a:pt x="36" y="43"/>
                  <a:pt x="37" y="42"/>
                </a:cubicBezTo>
                <a:cubicBezTo>
                  <a:pt x="37" y="42"/>
                  <a:pt x="37" y="41"/>
                  <a:pt x="37" y="40"/>
                </a:cubicBezTo>
                <a:cubicBezTo>
                  <a:pt x="37" y="40"/>
                  <a:pt x="37" y="39"/>
                  <a:pt x="37" y="38"/>
                </a:cubicBezTo>
                <a:cubicBezTo>
                  <a:pt x="36" y="38"/>
                  <a:pt x="36" y="37"/>
                  <a:pt x="36" y="37"/>
                </a:cubicBezTo>
                <a:cubicBezTo>
                  <a:pt x="35" y="36"/>
                  <a:pt x="35" y="36"/>
                  <a:pt x="34" y="36"/>
                </a:cubicBezTo>
                <a:cubicBezTo>
                  <a:pt x="33" y="36"/>
                  <a:pt x="33" y="36"/>
                  <a:pt x="32" y="36"/>
                </a:cubicBezTo>
                <a:cubicBezTo>
                  <a:pt x="32" y="36"/>
                  <a:pt x="31" y="36"/>
                  <a:pt x="30" y="36"/>
                </a:cubicBezTo>
                <a:cubicBezTo>
                  <a:pt x="30" y="36"/>
                  <a:pt x="29" y="36"/>
                  <a:pt x="29" y="37"/>
                </a:cubicBezTo>
                <a:cubicBezTo>
                  <a:pt x="28" y="37"/>
                  <a:pt x="28" y="38"/>
                  <a:pt x="28" y="38"/>
                </a:cubicBezTo>
                <a:cubicBezTo>
                  <a:pt x="27" y="39"/>
                  <a:pt x="27" y="40"/>
                  <a:pt x="27" y="40"/>
                </a:cubicBezTo>
                <a:cubicBezTo>
                  <a:pt x="27" y="41"/>
                  <a:pt x="27" y="42"/>
                  <a:pt x="28" y="42"/>
                </a:cubicBezTo>
                <a:cubicBezTo>
                  <a:pt x="28" y="43"/>
                  <a:pt x="28" y="43"/>
                  <a:pt x="29" y="44"/>
                </a:cubicBezTo>
                <a:cubicBezTo>
                  <a:pt x="29" y="44"/>
                  <a:pt x="30" y="44"/>
                  <a:pt x="30" y="45"/>
                </a:cubicBezTo>
                <a:cubicBezTo>
                  <a:pt x="31" y="45"/>
                  <a:pt x="32" y="45"/>
                  <a:pt x="32" y="45"/>
                </a:cubicBezTo>
                <a:close/>
                <a:moveTo>
                  <a:pt x="59" y="67"/>
                </a:moveTo>
                <a:cubicBezTo>
                  <a:pt x="60" y="67"/>
                  <a:pt x="61" y="67"/>
                  <a:pt x="61" y="67"/>
                </a:cubicBezTo>
                <a:cubicBezTo>
                  <a:pt x="62" y="67"/>
                  <a:pt x="62" y="66"/>
                  <a:pt x="63" y="66"/>
                </a:cubicBezTo>
                <a:cubicBezTo>
                  <a:pt x="63" y="66"/>
                  <a:pt x="64" y="65"/>
                  <a:pt x="64" y="64"/>
                </a:cubicBezTo>
                <a:cubicBezTo>
                  <a:pt x="64" y="64"/>
                  <a:pt x="64" y="63"/>
                  <a:pt x="64" y="63"/>
                </a:cubicBezTo>
                <a:cubicBezTo>
                  <a:pt x="64" y="62"/>
                  <a:pt x="64" y="61"/>
                  <a:pt x="64" y="61"/>
                </a:cubicBezTo>
                <a:cubicBezTo>
                  <a:pt x="64" y="60"/>
                  <a:pt x="63" y="60"/>
                  <a:pt x="63" y="59"/>
                </a:cubicBezTo>
                <a:cubicBezTo>
                  <a:pt x="62" y="59"/>
                  <a:pt x="62" y="58"/>
                  <a:pt x="61" y="58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8"/>
                </a:cubicBezTo>
                <a:cubicBezTo>
                  <a:pt x="57" y="58"/>
                  <a:pt x="56" y="59"/>
                  <a:pt x="56" y="59"/>
                </a:cubicBezTo>
                <a:cubicBezTo>
                  <a:pt x="55" y="60"/>
                  <a:pt x="55" y="60"/>
                  <a:pt x="55" y="61"/>
                </a:cubicBezTo>
                <a:cubicBezTo>
                  <a:pt x="55" y="61"/>
                  <a:pt x="54" y="62"/>
                  <a:pt x="54" y="63"/>
                </a:cubicBezTo>
                <a:cubicBezTo>
                  <a:pt x="54" y="63"/>
                  <a:pt x="55" y="64"/>
                  <a:pt x="55" y="64"/>
                </a:cubicBezTo>
                <a:cubicBezTo>
                  <a:pt x="55" y="65"/>
                  <a:pt x="55" y="66"/>
                  <a:pt x="56" y="66"/>
                </a:cubicBezTo>
                <a:cubicBezTo>
                  <a:pt x="56" y="66"/>
                  <a:pt x="57" y="67"/>
                  <a:pt x="57" y="67"/>
                </a:cubicBezTo>
                <a:cubicBezTo>
                  <a:pt x="58" y="67"/>
                  <a:pt x="59" y="67"/>
                  <a:pt x="59" y="67"/>
                </a:cubicBezTo>
                <a:close/>
                <a:moveTo>
                  <a:pt x="80" y="13"/>
                </a:moveTo>
                <a:cubicBezTo>
                  <a:pt x="81" y="13"/>
                  <a:pt x="81" y="13"/>
                  <a:pt x="82" y="13"/>
                </a:cubicBezTo>
                <a:cubicBezTo>
                  <a:pt x="83" y="12"/>
                  <a:pt x="83" y="12"/>
                  <a:pt x="84" y="12"/>
                </a:cubicBezTo>
                <a:cubicBezTo>
                  <a:pt x="84" y="11"/>
                  <a:pt x="84" y="11"/>
                  <a:pt x="85" y="10"/>
                </a:cubicBezTo>
                <a:cubicBezTo>
                  <a:pt x="85" y="10"/>
                  <a:pt x="85" y="9"/>
                  <a:pt x="85" y="8"/>
                </a:cubicBezTo>
                <a:cubicBezTo>
                  <a:pt x="85" y="8"/>
                  <a:pt x="85" y="7"/>
                  <a:pt x="85" y="6"/>
                </a:cubicBezTo>
                <a:cubicBezTo>
                  <a:pt x="84" y="6"/>
                  <a:pt x="84" y="5"/>
                  <a:pt x="84" y="5"/>
                </a:cubicBezTo>
                <a:cubicBezTo>
                  <a:pt x="83" y="4"/>
                  <a:pt x="83" y="4"/>
                  <a:pt x="82" y="4"/>
                </a:cubicBezTo>
                <a:cubicBezTo>
                  <a:pt x="81" y="4"/>
                  <a:pt x="81" y="3"/>
                  <a:pt x="80" y="3"/>
                </a:cubicBezTo>
                <a:cubicBezTo>
                  <a:pt x="80" y="3"/>
                  <a:pt x="79" y="4"/>
                  <a:pt x="78" y="4"/>
                </a:cubicBezTo>
                <a:cubicBezTo>
                  <a:pt x="78" y="4"/>
                  <a:pt x="77" y="4"/>
                  <a:pt x="77" y="5"/>
                </a:cubicBezTo>
                <a:cubicBezTo>
                  <a:pt x="76" y="5"/>
                  <a:pt x="76" y="6"/>
                  <a:pt x="76" y="6"/>
                </a:cubicBezTo>
                <a:cubicBezTo>
                  <a:pt x="75" y="7"/>
                  <a:pt x="75" y="8"/>
                  <a:pt x="75" y="8"/>
                </a:cubicBezTo>
                <a:cubicBezTo>
                  <a:pt x="75" y="9"/>
                  <a:pt x="75" y="10"/>
                  <a:pt x="76" y="10"/>
                </a:cubicBezTo>
                <a:cubicBezTo>
                  <a:pt x="76" y="11"/>
                  <a:pt x="76" y="11"/>
                  <a:pt x="77" y="12"/>
                </a:cubicBezTo>
                <a:cubicBezTo>
                  <a:pt x="77" y="12"/>
                  <a:pt x="78" y="12"/>
                  <a:pt x="78" y="13"/>
                </a:cubicBezTo>
                <a:cubicBezTo>
                  <a:pt x="79" y="13"/>
                  <a:pt x="80" y="13"/>
                  <a:pt x="80" y="1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2686050" y="2974171"/>
            <a:ext cx="300038" cy="301625"/>
          </a:xfrm>
          <a:custGeom>
            <a:avLst/>
            <a:gdLst>
              <a:gd name="T0" fmla="*/ 80 w 80"/>
              <a:gd name="T1" fmla="*/ 40 h 80"/>
              <a:gd name="T2" fmla="*/ 79 w 80"/>
              <a:gd name="T3" fmla="*/ 50 h 80"/>
              <a:gd name="T4" fmla="*/ 76 w 80"/>
              <a:gd name="T5" fmla="*/ 58 h 80"/>
              <a:gd name="T6" fmla="*/ 71 w 80"/>
              <a:gd name="T7" fmla="*/ 66 h 80"/>
              <a:gd name="T8" fmla="*/ 64 w 80"/>
              <a:gd name="T9" fmla="*/ 72 h 80"/>
              <a:gd name="T10" fmla="*/ 64 w 80"/>
              <a:gd name="T11" fmla="*/ 72 h 80"/>
              <a:gd name="T12" fmla="*/ 62 w 80"/>
              <a:gd name="T13" fmla="*/ 73 h 80"/>
              <a:gd name="T14" fmla="*/ 61 w 80"/>
              <a:gd name="T15" fmla="*/ 74 h 80"/>
              <a:gd name="T16" fmla="*/ 56 w 80"/>
              <a:gd name="T17" fmla="*/ 77 h 80"/>
              <a:gd name="T18" fmla="*/ 51 w 80"/>
              <a:gd name="T19" fmla="*/ 79 h 80"/>
              <a:gd name="T20" fmla="*/ 46 w 80"/>
              <a:gd name="T21" fmla="*/ 80 h 80"/>
              <a:gd name="T22" fmla="*/ 40 w 80"/>
              <a:gd name="T23" fmla="*/ 80 h 80"/>
              <a:gd name="T24" fmla="*/ 25 w 80"/>
              <a:gd name="T25" fmla="*/ 77 h 80"/>
              <a:gd name="T26" fmla="*/ 12 w 80"/>
              <a:gd name="T27" fmla="*/ 68 h 80"/>
              <a:gd name="T28" fmla="*/ 3 w 80"/>
              <a:gd name="T29" fmla="*/ 56 h 80"/>
              <a:gd name="T30" fmla="*/ 0 w 80"/>
              <a:gd name="T31" fmla="*/ 40 h 80"/>
              <a:gd name="T32" fmla="*/ 3 w 80"/>
              <a:gd name="T33" fmla="*/ 25 h 80"/>
              <a:gd name="T34" fmla="*/ 11 w 80"/>
              <a:gd name="T35" fmla="*/ 12 h 80"/>
              <a:gd name="T36" fmla="*/ 24 w 80"/>
              <a:gd name="T37" fmla="*/ 4 h 80"/>
              <a:gd name="T38" fmla="*/ 38 w 80"/>
              <a:gd name="T39" fmla="*/ 0 h 80"/>
              <a:gd name="T40" fmla="*/ 42 w 80"/>
              <a:gd name="T41" fmla="*/ 0 h 80"/>
              <a:gd name="T42" fmla="*/ 57 w 80"/>
              <a:gd name="T43" fmla="*/ 4 h 80"/>
              <a:gd name="T44" fmla="*/ 69 w 80"/>
              <a:gd name="T45" fmla="*/ 12 h 80"/>
              <a:gd name="T46" fmla="*/ 77 w 80"/>
              <a:gd name="T47" fmla="*/ 25 h 80"/>
              <a:gd name="T48" fmla="*/ 80 w 80"/>
              <a:gd name="T49" fmla="*/ 40 h 80"/>
              <a:gd name="T50" fmla="*/ 40 w 80"/>
              <a:gd name="T51" fmla="*/ 77 h 80"/>
              <a:gd name="T52" fmla="*/ 45 w 80"/>
              <a:gd name="T53" fmla="*/ 76 h 80"/>
              <a:gd name="T54" fmla="*/ 50 w 80"/>
              <a:gd name="T55" fmla="*/ 75 h 80"/>
              <a:gd name="T56" fmla="*/ 55 w 80"/>
              <a:gd name="T57" fmla="*/ 74 h 80"/>
              <a:gd name="T58" fmla="*/ 59 w 80"/>
              <a:gd name="T59" fmla="*/ 71 h 80"/>
              <a:gd name="T60" fmla="*/ 38 w 80"/>
              <a:gd name="T61" fmla="*/ 41 h 80"/>
              <a:gd name="T62" fmla="*/ 38 w 80"/>
              <a:gd name="T63" fmla="*/ 3 h 80"/>
              <a:gd name="T64" fmla="*/ 25 w 80"/>
              <a:gd name="T65" fmla="*/ 7 h 80"/>
              <a:gd name="T66" fmla="*/ 14 w 80"/>
              <a:gd name="T67" fmla="*/ 15 h 80"/>
              <a:gd name="T68" fmla="*/ 6 w 80"/>
              <a:gd name="T69" fmla="*/ 26 h 80"/>
              <a:gd name="T70" fmla="*/ 3 w 80"/>
              <a:gd name="T71" fmla="*/ 40 h 80"/>
              <a:gd name="T72" fmla="*/ 6 w 80"/>
              <a:gd name="T73" fmla="*/ 54 h 80"/>
              <a:gd name="T74" fmla="*/ 14 w 80"/>
              <a:gd name="T75" fmla="*/ 66 h 80"/>
              <a:gd name="T76" fmla="*/ 26 w 80"/>
              <a:gd name="T77" fmla="*/ 74 h 80"/>
              <a:gd name="T78" fmla="*/ 40 w 80"/>
              <a:gd name="T79" fmla="*/ 77 h 80"/>
              <a:gd name="T80" fmla="*/ 74 w 80"/>
              <a:gd name="T81" fmla="*/ 25 h 80"/>
              <a:gd name="T82" fmla="*/ 68 w 80"/>
              <a:gd name="T83" fmla="*/ 17 h 80"/>
              <a:gd name="T84" fmla="*/ 61 w 80"/>
              <a:gd name="T85" fmla="*/ 10 h 80"/>
              <a:gd name="T86" fmla="*/ 52 w 80"/>
              <a:gd name="T87" fmla="*/ 5 h 80"/>
              <a:gd name="T88" fmla="*/ 42 w 80"/>
              <a:gd name="T89" fmla="*/ 3 h 80"/>
              <a:gd name="T90" fmla="*/ 42 w 80"/>
              <a:gd name="T91" fmla="*/ 38 h 80"/>
              <a:gd name="T92" fmla="*/ 74 w 80"/>
              <a:gd name="T93" fmla="*/ 25 h 80"/>
              <a:gd name="T94" fmla="*/ 62 w 80"/>
              <a:gd name="T95" fmla="*/ 70 h 80"/>
              <a:gd name="T96" fmla="*/ 68 w 80"/>
              <a:gd name="T97" fmla="*/ 64 h 80"/>
              <a:gd name="T98" fmla="*/ 73 w 80"/>
              <a:gd name="T99" fmla="*/ 57 h 80"/>
              <a:gd name="T100" fmla="*/ 76 w 80"/>
              <a:gd name="T101" fmla="*/ 49 h 80"/>
              <a:gd name="T102" fmla="*/ 77 w 80"/>
              <a:gd name="T103" fmla="*/ 40 h 80"/>
              <a:gd name="T104" fmla="*/ 77 w 80"/>
              <a:gd name="T105" fmla="*/ 37 h 80"/>
              <a:gd name="T106" fmla="*/ 76 w 80"/>
              <a:gd name="T107" fmla="*/ 34 h 80"/>
              <a:gd name="T108" fmla="*/ 76 w 80"/>
              <a:gd name="T109" fmla="*/ 31 h 80"/>
              <a:gd name="T110" fmla="*/ 75 w 80"/>
              <a:gd name="T111" fmla="*/ 28 h 80"/>
              <a:gd name="T112" fmla="*/ 43 w 80"/>
              <a:gd name="T113" fmla="*/ 41 h 80"/>
              <a:gd name="T114" fmla="*/ 62 w 80"/>
              <a:gd name="T115" fmla="*/ 7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43"/>
                  <a:pt x="80" y="47"/>
                  <a:pt x="79" y="50"/>
                </a:cubicBezTo>
                <a:cubicBezTo>
                  <a:pt x="78" y="53"/>
                  <a:pt x="77" y="56"/>
                  <a:pt x="76" y="58"/>
                </a:cubicBezTo>
                <a:cubicBezTo>
                  <a:pt x="74" y="61"/>
                  <a:pt x="73" y="64"/>
                  <a:pt x="71" y="66"/>
                </a:cubicBezTo>
                <a:cubicBezTo>
                  <a:pt x="69" y="68"/>
                  <a:pt x="66" y="70"/>
                  <a:pt x="6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2" y="73"/>
                  <a:pt x="62" y="73"/>
                  <a:pt x="62" y="73"/>
                </a:cubicBezTo>
                <a:cubicBezTo>
                  <a:pt x="61" y="74"/>
                  <a:pt x="61" y="74"/>
                  <a:pt x="61" y="74"/>
                </a:cubicBezTo>
                <a:cubicBezTo>
                  <a:pt x="60" y="75"/>
                  <a:pt x="58" y="76"/>
                  <a:pt x="56" y="77"/>
                </a:cubicBezTo>
                <a:cubicBezTo>
                  <a:pt x="55" y="77"/>
                  <a:pt x="53" y="78"/>
                  <a:pt x="51" y="79"/>
                </a:cubicBezTo>
                <a:cubicBezTo>
                  <a:pt x="50" y="79"/>
                  <a:pt x="48" y="79"/>
                  <a:pt x="46" y="80"/>
                </a:cubicBezTo>
                <a:cubicBezTo>
                  <a:pt x="44" y="80"/>
                  <a:pt x="42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8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1" y="12"/>
                </a:cubicBezTo>
                <a:cubicBezTo>
                  <a:pt x="15" y="9"/>
                  <a:pt x="19" y="6"/>
                  <a:pt x="24" y="4"/>
                </a:cubicBezTo>
                <a:cubicBezTo>
                  <a:pt x="28" y="2"/>
                  <a:pt x="33" y="0"/>
                  <a:pt x="3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7" y="0"/>
                  <a:pt x="52" y="2"/>
                  <a:pt x="57" y="4"/>
                </a:cubicBezTo>
                <a:cubicBezTo>
                  <a:pt x="61" y="6"/>
                  <a:pt x="66" y="9"/>
                  <a:pt x="69" y="12"/>
                </a:cubicBezTo>
                <a:cubicBezTo>
                  <a:pt x="72" y="16"/>
                  <a:pt x="75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lose/>
                <a:moveTo>
                  <a:pt x="40" y="77"/>
                </a:moveTo>
                <a:cubicBezTo>
                  <a:pt x="42" y="77"/>
                  <a:pt x="44" y="77"/>
                  <a:pt x="45" y="76"/>
                </a:cubicBezTo>
                <a:cubicBezTo>
                  <a:pt x="47" y="76"/>
                  <a:pt x="49" y="76"/>
                  <a:pt x="50" y="75"/>
                </a:cubicBezTo>
                <a:cubicBezTo>
                  <a:pt x="52" y="75"/>
                  <a:pt x="53" y="74"/>
                  <a:pt x="55" y="74"/>
                </a:cubicBezTo>
                <a:cubicBezTo>
                  <a:pt x="57" y="73"/>
                  <a:pt x="58" y="72"/>
                  <a:pt x="59" y="7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3"/>
                  <a:pt x="38" y="3"/>
                  <a:pt x="38" y="3"/>
                </a:cubicBezTo>
                <a:cubicBezTo>
                  <a:pt x="34" y="4"/>
                  <a:pt x="29" y="5"/>
                  <a:pt x="25" y="7"/>
                </a:cubicBezTo>
                <a:cubicBezTo>
                  <a:pt x="21" y="9"/>
                  <a:pt x="17" y="11"/>
                  <a:pt x="14" y="15"/>
                </a:cubicBezTo>
                <a:cubicBezTo>
                  <a:pt x="10" y="18"/>
                  <a:pt x="8" y="22"/>
                  <a:pt x="6" y="26"/>
                </a:cubicBezTo>
                <a:cubicBezTo>
                  <a:pt x="4" y="31"/>
                  <a:pt x="3" y="35"/>
                  <a:pt x="3" y="40"/>
                </a:cubicBezTo>
                <a:cubicBezTo>
                  <a:pt x="3" y="45"/>
                  <a:pt x="4" y="50"/>
                  <a:pt x="6" y="54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69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74" y="25"/>
                </a:moveTo>
                <a:cubicBezTo>
                  <a:pt x="72" y="22"/>
                  <a:pt x="71" y="19"/>
                  <a:pt x="68" y="17"/>
                </a:cubicBezTo>
                <a:cubicBezTo>
                  <a:pt x="66" y="14"/>
                  <a:pt x="64" y="12"/>
                  <a:pt x="61" y="10"/>
                </a:cubicBezTo>
                <a:cubicBezTo>
                  <a:pt x="58" y="8"/>
                  <a:pt x="55" y="6"/>
                  <a:pt x="52" y="5"/>
                </a:cubicBezTo>
                <a:cubicBezTo>
                  <a:pt x="49" y="4"/>
                  <a:pt x="45" y="3"/>
                  <a:pt x="42" y="3"/>
                </a:cubicBezTo>
                <a:cubicBezTo>
                  <a:pt x="42" y="38"/>
                  <a:pt x="42" y="38"/>
                  <a:pt x="42" y="38"/>
                </a:cubicBezTo>
                <a:lnTo>
                  <a:pt x="74" y="25"/>
                </a:lnTo>
                <a:close/>
                <a:moveTo>
                  <a:pt x="62" y="70"/>
                </a:moveTo>
                <a:cubicBezTo>
                  <a:pt x="64" y="68"/>
                  <a:pt x="66" y="66"/>
                  <a:pt x="68" y="64"/>
                </a:cubicBezTo>
                <a:cubicBezTo>
                  <a:pt x="70" y="62"/>
                  <a:pt x="72" y="59"/>
                  <a:pt x="73" y="57"/>
                </a:cubicBezTo>
                <a:cubicBezTo>
                  <a:pt x="74" y="54"/>
                  <a:pt x="75" y="52"/>
                  <a:pt x="76" y="49"/>
                </a:cubicBezTo>
                <a:cubicBezTo>
                  <a:pt x="77" y="46"/>
                  <a:pt x="77" y="43"/>
                  <a:pt x="77" y="40"/>
                </a:cubicBezTo>
                <a:cubicBezTo>
                  <a:pt x="77" y="39"/>
                  <a:pt x="77" y="38"/>
                  <a:pt x="77" y="37"/>
                </a:cubicBezTo>
                <a:cubicBezTo>
                  <a:pt x="77" y="36"/>
                  <a:pt x="77" y="35"/>
                  <a:pt x="76" y="34"/>
                </a:cubicBezTo>
                <a:cubicBezTo>
                  <a:pt x="76" y="33"/>
                  <a:pt x="76" y="32"/>
                  <a:pt x="76" y="31"/>
                </a:cubicBezTo>
                <a:cubicBezTo>
                  <a:pt x="76" y="30"/>
                  <a:pt x="75" y="29"/>
                  <a:pt x="75" y="28"/>
                </a:cubicBezTo>
                <a:cubicBezTo>
                  <a:pt x="43" y="41"/>
                  <a:pt x="43" y="41"/>
                  <a:pt x="43" y="41"/>
                </a:cubicBezTo>
                <a:lnTo>
                  <a:pt x="62" y="7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3222625" y="2986871"/>
            <a:ext cx="312738" cy="280988"/>
          </a:xfrm>
          <a:custGeom>
            <a:avLst/>
            <a:gdLst>
              <a:gd name="T0" fmla="*/ 43 w 83"/>
              <a:gd name="T1" fmla="*/ 57 h 75"/>
              <a:gd name="T2" fmla="*/ 58 w 83"/>
              <a:gd name="T3" fmla="*/ 72 h 75"/>
              <a:gd name="T4" fmla="*/ 41 w 83"/>
              <a:gd name="T5" fmla="*/ 66 h 75"/>
              <a:gd name="T6" fmla="*/ 24 w 83"/>
              <a:gd name="T7" fmla="*/ 72 h 75"/>
              <a:gd name="T8" fmla="*/ 39 w 83"/>
              <a:gd name="T9" fmla="*/ 57 h 75"/>
              <a:gd name="T10" fmla="*/ 0 w 83"/>
              <a:gd name="T11" fmla="*/ 0 h 75"/>
              <a:gd name="T12" fmla="*/ 83 w 83"/>
              <a:gd name="T13" fmla="*/ 57 h 75"/>
              <a:gd name="T14" fmla="*/ 3 w 83"/>
              <a:gd name="T15" fmla="*/ 54 h 75"/>
              <a:gd name="T16" fmla="*/ 80 w 83"/>
              <a:gd name="T17" fmla="*/ 3 h 75"/>
              <a:gd name="T18" fmla="*/ 46 w 83"/>
              <a:gd name="T19" fmla="*/ 12 h 75"/>
              <a:gd name="T20" fmla="*/ 40 w 83"/>
              <a:gd name="T21" fmla="*/ 43 h 75"/>
              <a:gd name="T22" fmla="*/ 23 w 83"/>
              <a:gd name="T23" fmla="*/ 42 h 75"/>
              <a:gd name="T24" fmla="*/ 9 w 83"/>
              <a:gd name="T25" fmla="*/ 42 h 75"/>
              <a:gd name="T26" fmla="*/ 13 w 83"/>
              <a:gd name="T27" fmla="*/ 14 h 75"/>
              <a:gd name="T28" fmla="*/ 30 w 83"/>
              <a:gd name="T29" fmla="*/ 22 h 75"/>
              <a:gd name="T30" fmla="*/ 46 w 83"/>
              <a:gd name="T31" fmla="*/ 12 h 75"/>
              <a:gd name="T32" fmla="*/ 67 w 83"/>
              <a:gd name="T33" fmla="*/ 20 h 75"/>
              <a:gd name="T34" fmla="*/ 72 w 83"/>
              <a:gd name="T35" fmla="*/ 25 h 75"/>
              <a:gd name="T36" fmla="*/ 72 w 83"/>
              <a:gd name="T37" fmla="*/ 32 h 75"/>
              <a:gd name="T38" fmla="*/ 67 w 83"/>
              <a:gd name="T39" fmla="*/ 37 h 75"/>
              <a:gd name="T40" fmla="*/ 60 w 83"/>
              <a:gd name="T41" fmla="*/ 37 h 75"/>
              <a:gd name="T42" fmla="*/ 55 w 83"/>
              <a:gd name="T43" fmla="*/ 32 h 75"/>
              <a:gd name="T44" fmla="*/ 55 w 83"/>
              <a:gd name="T45" fmla="*/ 25 h 75"/>
              <a:gd name="T46" fmla="*/ 60 w 83"/>
              <a:gd name="T47" fmla="*/ 20 h 75"/>
              <a:gd name="T48" fmla="*/ 63 w 83"/>
              <a:gd name="T49" fmla="*/ 35 h 75"/>
              <a:gd name="T50" fmla="*/ 68 w 83"/>
              <a:gd name="T51" fmla="*/ 33 h 75"/>
              <a:gd name="T52" fmla="*/ 70 w 83"/>
              <a:gd name="T53" fmla="*/ 28 h 75"/>
              <a:gd name="T54" fmla="*/ 68 w 83"/>
              <a:gd name="T55" fmla="*/ 24 h 75"/>
              <a:gd name="T56" fmla="*/ 63 w 83"/>
              <a:gd name="T57" fmla="*/ 22 h 75"/>
              <a:gd name="T58" fmla="*/ 59 w 83"/>
              <a:gd name="T59" fmla="*/ 24 h 75"/>
              <a:gd name="T60" fmla="*/ 57 w 83"/>
              <a:gd name="T61" fmla="*/ 28 h 75"/>
              <a:gd name="T62" fmla="*/ 59 w 83"/>
              <a:gd name="T63" fmla="*/ 33 h 75"/>
              <a:gd name="T64" fmla="*/ 63 w 83"/>
              <a:gd name="T65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3" h="75">
                <a:moveTo>
                  <a:pt x="83" y="57"/>
                </a:moveTo>
                <a:cubicBezTo>
                  <a:pt x="43" y="57"/>
                  <a:pt x="43" y="57"/>
                  <a:pt x="43" y="57"/>
                </a:cubicBezTo>
                <a:cubicBezTo>
                  <a:pt x="43" y="63"/>
                  <a:pt x="43" y="63"/>
                  <a:pt x="43" y="63"/>
                </a:cubicBezTo>
                <a:cubicBezTo>
                  <a:pt x="58" y="72"/>
                  <a:pt x="58" y="72"/>
                  <a:pt x="58" y="72"/>
                </a:cubicBezTo>
                <a:cubicBezTo>
                  <a:pt x="56" y="75"/>
                  <a:pt x="56" y="75"/>
                  <a:pt x="56" y="75"/>
                </a:cubicBezTo>
                <a:cubicBezTo>
                  <a:pt x="41" y="66"/>
                  <a:pt x="41" y="66"/>
                  <a:pt x="41" y="66"/>
                </a:cubicBezTo>
                <a:cubicBezTo>
                  <a:pt x="26" y="75"/>
                  <a:pt x="26" y="75"/>
                  <a:pt x="26" y="75"/>
                </a:cubicBezTo>
                <a:cubicBezTo>
                  <a:pt x="24" y="72"/>
                  <a:pt x="24" y="72"/>
                  <a:pt x="24" y="72"/>
                </a:cubicBezTo>
                <a:cubicBezTo>
                  <a:pt x="39" y="63"/>
                  <a:pt x="39" y="63"/>
                  <a:pt x="39" y="63"/>
                </a:cubicBezTo>
                <a:cubicBezTo>
                  <a:pt x="39" y="57"/>
                  <a:pt x="39" y="57"/>
                  <a:pt x="39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0"/>
                  <a:pt x="0" y="0"/>
                  <a:pt x="0" y="0"/>
                </a:cubicBezTo>
                <a:cubicBezTo>
                  <a:pt x="83" y="0"/>
                  <a:pt x="83" y="0"/>
                  <a:pt x="83" y="0"/>
                </a:cubicBezTo>
                <a:lnTo>
                  <a:pt x="83" y="57"/>
                </a:lnTo>
                <a:close/>
                <a:moveTo>
                  <a:pt x="3" y="3"/>
                </a:moveTo>
                <a:cubicBezTo>
                  <a:pt x="3" y="54"/>
                  <a:pt x="3" y="54"/>
                  <a:pt x="3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3"/>
                  <a:pt x="80" y="3"/>
                  <a:pt x="80" y="3"/>
                </a:cubicBezTo>
                <a:lnTo>
                  <a:pt x="3" y="3"/>
                </a:lnTo>
                <a:close/>
                <a:moveTo>
                  <a:pt x="46" y="12"/>
                </a:moveTo>
                <a:cubicBezTo>
                  <a:pt x="49" y="13"/>
                  <a:pt x="49" y="13"/>
                  <a:pt x="49" y="13"/>
                </a:cubicBezTo>
                <a:cubicBezTo>
                  <a:pt x="40" y="43"/>
                  <a:pt x="40" y="43"/>
                  <a:pt x="40" y="43"/>
                </a:cubicBezTo>
                <a:cubicBezTo>
                  <a:pt x="30" y="28"/>
                  <a:pt x="30" y="28"/>
                  <a:pt x="30" y="28"/>
                </a:cubicBezTo>
                <a:cubicBezTo>
                  <a:pt x="23" y="42"/>
                  <a:pt x="23" y="42"/>
                  <a:pt x="23" y="42"/>
                </a:cubicBezTo>
                <a:cubicBezTo>
                  <a:pt x="14" y="23"/>
                  <a:pt x="14" y="23"/>
                  <a:pt x="14" y="23"/>
                </a:cubicBezTo>
                <a:cubicBezTo>
                  <a:pt x="9" y="42"/>
                  <a:pt x="9" y="42"/>
                  <a:pt x="9" y="42"/>
                </a:cubicBezTo>
                <a:cubicBezTo>
                  <a:pt x="6" y="41"/>
                  <a:pt x="6" y="41"/>
                  <a:pt x="6" y="41"/>
                </a:cubicBezTo>
                <a:cubicBezTo>
                  <a:pt x="13" y="14"/>
                  <a:pt x="13" y="14"/>
                  <a:pt x="13" y="14"/>
                </a:cubicBezTo>
                <a:cubicBezTo>
                  <a:pt x="23" y="34"/>
                  <a:pt x="23" y="34"/>
                  <a:pt x="23" y="34"/>
                </a:cubicBezTo>
                <a:cubicBezTo>
                  <a:pt x="30" y="22"/>
                  <a:pt x="30" y="22"/>
                  <a:pt x="30" y="22"/>
                </a:cubicBezTo>
                <a:cubicBezTo>
                  <a:pt x="39" y="35"/>
                  <a:pt x="39" y="35"/>
                  <a:pt x="39" y="35"/>
                </a:cubicBezTo>
                <a:lnTo>
                  <a:pt x="46" y="12"/>
                </a:lnTo>
                <a:close/>
                <a:moveTo>
                  <a:pt x="63" y="19"/>
                </a:moveTo>
                <a:cubicBezTo>
                  <a:pt x="65" y="19"/>
                  <a:pt x="66" y="19"/>
                  <a:pt x="67" y="20"/>
                </a:cubicBezTo>
                <a:cubicBezTo>
                  <a:pt x="68" y="20"/>
                  <a:pt x="70" y="21"/>
                  <a:pt x="70" y="22"/>
                </a:cubicBezTo>
                <a:cubicBezTo>
                  <a:pt x="71" y="22"/>
                  <a:pt x="72" y="23"/>
                  <a:pt x="72" y="25"/>
                </a:cubicBezTo>
                <a:cubicBezTo>
                  <a:pt x="73" y="26"/>
                  <a:pt x="73" y="27"/>
                  <a:pt x="73" y="28"/>
                </a:cubicBezTo>
                <a:cubicBezTo>
                  <a:pt x="73" y="30"/>
                  <a:pt x="73" y="31"/>
                  <a:pt x="72" y="32"/>
                </a:cubicBezTo>
                <a:cubicBezTo>
                  <a:pt x="72" y="33"/>
                  <a:pt x="71" y="34"/>
                  <a:pt x="70" y="35"/>
                </a:cubicBezTo>
                <a:cubicBezTo>
                  <a:pt x="70" y="36"/>
                  <a:pt x="68" y="37"/>
                  <a:pt x="67" y="37"/>
                </a:cubicBezTo>
                <a:cubicBezTo>
                  <a:pt x="66" y="38"/>
                  <a:pt x="65" y="38"/>
                  <a:pt x="63" y="38"/>
                </a:cubicBezTo>
                <a:cubicBezTo>
                  <a:pt x="62" y="38"/>
                  <a:pt x="61" y="38"/>
                  <a:pt x="60" y="37"/>
                </a:cubicBezTo>
                <a:cubicBezTo>
                  <a:pt x="59" y="37"/>
                  <a:pt x="58" y="36"/>
                  <a:pt x="57" y="35"/>
                </a:cubicBezTo>
                <a:cubicBezTo>
                  <a:pt x="56" y="34"/>
                  <a:pt x="55" y="33"/>
                  <a:pt x="55" y="32"/>
                </a:cubicBezTo>
                <a:cubicBezTo>
                  <a:pt x="54" y="31"/>
                  <a:pt x="54" y="30"/>
                  <a:pt x="54" y="28"/>
                </a:cubicBezTo>
                <a:cubicBezTo>
                  <a:pt x="54" y="27"/>
                  <a:pt x="54" y="26"/>
                  <a:pt x="55" y="25"/>
                </a:cubicBezTo>
                <a:cubicBezTo>
                  <a:pt x="55" y="23"/>
                  <a:pt x="56" y="22"/>
                  <a:pt x="57" y="22"/>
                </a:cubicBezTo>
                <a:cubicBezTo>
                  <a:pt x="58" y="21"/>
                  <a:pt x="59" y="20"/>
                  <a:pt x="60" y="20"/>
                </a:cubicBezTo>
                <a:cubicBezTo>
                  <a:pt x="61" y="19"/>
                  <a:pt x="62" y="19"/>
                  <a:pt x="63" y="19"/>
                </a:cubicBezTo>
                <a:close/>
                <a:moveTo>
                  <a:pt x="63" y="35"/>
                </a:moveTo>
                <a:cubicBezTo>
                  <a:pt x="64" y="35"/>
                  <a:pt x="65" y="35"/>
                  <a:pt x="66" y="34"/>
                </a:cubicBezTo>
                <a:cubicBezTo>
                  <a:pt x="67" y="34"/>
                  <a:pt x="68" y="33"/>
                  <a:pt x="68" y="33"/>
                </a:cubicBezTo>
                <a:cubicBezTo>
                  <a:pt x="69" y="32"/>
                  <a:pt x="69" y="32"/>
                  <a:pt x="69" y="31"/>
                </a:cubicBezTo>
                <a:cubicBezTo>
                  <a:pt x="70" y="30"/>
                  <a:pt x="70" y="29"/>
                  <a:pt x="70" y="28"/>
                </a:cubicBezTo>
                <a:cubicBezTo>
                  <a:pt x="70" y="28"/>
                  <a:pt x="70" y="27"/>
                  <a:pt x="69" y="26"/>
                </a:cubicBezTo>
                <a:cubicBezTo>
                  <a:pt x="69" y="25"/>
                  <a:pt x="69" y="24"/>
                  <a:pt x="68" y="24"/>
                </a:cubicBezTo>
                <a:cubicBezTo>
                  <a:pt x="68" y="23"/>
                  <a:pt x="67" y="23"/>
                  <a:pt x="66" y="23"/>
                </a:cubicBezTo>
                <a:cubicBezTo>
                  <a:pt x="65" y="22"/>
                  <a:pt x="64" y="22"/>
                  <a:pt x="63" y="22"/>
                </a:cubicBezTo>
                <a:cubicBezTo>
                  <a:pt x="63" y="22"/>
                  <a:pt x="62" y="22"/>
                  <a:pt x="61" y="23"/>
                </a:cubicBezTo>
                <a:cubicBezTo>
                  <a:pt x="60" y="23"/>
                  <a:pt x="60" y="23"/>
                  <a:pt x="59" y="24"/>
                </a:cubicBezTo>
                <a:cubicBezTo>
                  <a:pt x="58" y="24"/>
                  <a:pt x="58" y="25"/>
                  <a:pt x="58" y="26"/>
                </a:cubicBezTo>
                <a:cubicBezTo>
                  <a:pt x="57" y="27"/>
                  <a:pt x="57" y="28"/>
                  <a:pt x="57" y="28"/>
                </a:cubicBezTo>
                <a:cubicBezTo>
                  <a:pt x="57" y="29"/>
                  <a:pt x="57" y="30"/>
                  <a:pt x="58" y="31"/>
                </a:cubicBezTo>
                <a:cubicBezTo>
                  <a:pt x="58" y="32"/>
                  <a:pt x="58" y="32"/>
                  <a:pt x="59" y="33"/>
                </a:cubicBezTo>
                <a:cubicBezTo>
                  <a:pt x="60" y="33"/>
                  <a:pt x="60" y="34"/>
                  <a:pt x="61" y="34"/>
                </a:cubicBezTo>
                <a:cubicBezTo>
                  <a:pt x="62" y="35"/>
                  <a:pt x="63" y="35"/>
                  <a:pt x="63" y="3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3797300" y="2951946"/>
            <a:ext cx="239713" cy="290513"/>
          </a:xfrm>
          <a:custGeom>
            <a:avLst/>
            <a:gdLst>
              <a:gd name="T0" fmla="*/ 151 w 151"/>
              <a:gd name="T1" fmla="*/ 38 h 183"/>
              <a:gd name="T2" fmla="*/ 151 w 151"/>
              <a:gd name="T3" fmla="*/ 183 h 183"/>
              <a:gd name="T4" fmla="*/ 0 w 151"/>
              <a:gd name="T5" fmla="*/ 183 h 183"/>
              <a:gd name="T6" fmla="*/ 0 w 151"/>
              <a:gd name="T7" fmla="*/ 38 h 183"/>
              <a:gd name="T8" fmla="*/ 57 w 151"/>
              <a:gd name="T9" fmla="*/ 38 h 183"/>
              <a:gd name="T10" fmla="*/ 57 w 151"/>
              <a:gd name="T11" fmla="*/ 45 h 183"/>
              <a:gd name="T12" fmla="*/ 7 w 151"/>
              <a:gd name="T13" fmla="*/ 45 h 183"/>
              <a:gd name="T14" fmla="*/ 7 w 151"/>
              <a:gd name="T15" fmla="*/ 173 h 183"/>
              <a:gd name="T16" fmla="*/ 144 w 151"/>
              <a:gd name="T17" fmla="*/ 173 h 183"/>
              <a:gd name="T18" fmla="*/ 144 w 151"/>
              <a:gd name="T19" fmla="*/ 45 h 183"/>
              <a:gd name="T20" fmla="*/ 95 w 151"/>
              <a:gd name="T21" fmla="*/ 45 h 183"/>
              <a:gd name="T22" fmla="*/ 95 w 151"/>
              <a:gd name="T23" fmla="*/ 38 h 183"/>
              <a:gd name="T24" fmla="*/ 151 w 151"/>
              <a:gd name="T25" fmla="*/ 38 h 183"/>
              <a:gd name="T26" fmla="*/ 71 w 151"/>
              <a:gd name="T27" fmla="*/ 119 h 183"/>
              <a:gd name="T28" fmla="*/ 71 w 151"/>
              <a:gd name="T29" fmla="*/ 0 h 183"/>
              <a:gd name="T30" fmla="*/ 81 w 151"/>
              <a:gd name="T31" fmla="*/ 0 h 183"/>
              <a:gd name="T32" fmla="*/ 81 w 151"/>
              <a:gd name="T33" fmla="*/ 119 h 183"/>
              <a:gd name="T34" fmla="*/ 109 w 151"/>
              <a:gd name="T35" fmla="*/ 90 h 183"/>
              <a:gd name="T36" fmla="*/ 114 w 151"/>
              <a:gd name="T37" fmla="*/ 95 h 183"/>
              <a:gd name="T38" fmla="*/ 76 w 151"/>
              <a:gd name="T39" fmla="*/ 135 h 183"/>
              <a:gd name="T40" fmla="*/ 38 w 151"/>
              <a:gd name="T41" fmla="*/ 95 h 183"/>
              <a:gd name="T42" fmla="*/ 43 w 151"/>
              <a:gd name="T43" fmla="*/ 90 h 183"/>
              <a:gd name="T44" fmla="*/ 71 w 151"/>
              <a:gd name="T45" fmla="*/ 119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1" h="183">
                <a:moveTo>
                  <a:pt x="151" y="38"/>
                </a:moveTo>
                <a:lnTo>
                  <a:pt x="151" y="183"/>
                </a:lnTo>
                <a:lnTo>
                  <a:pt x="0" y="183"/>
                </a:lnTo>
                <a:lnTo>
                  <a:pt x="0" y="38"/>
                </a:lnTo>
                <a:lnTo>
                  <a:pt x="57" y="38"/>
                </a:lnTo>
                <a:lnTo>
                  <a:pt x="57" y="45"/>
                </a:lnTo>
                <a:lnTo>
                  <a:pt x="7" y="45"/>
                </a:lnTo>
                <a:lnTo>
                  <a:pt x="7" y="173"/>
                </a:lnTo>
                <a:lnTo>
                  <a:pt x="144" y="173"/>
                </a:lnTo>
                <a:lnTo>
                  <a:pt x="144" y="45"/>
                </a:lnTo>
                <a:lnTo>
                  <a:pt x="95" y="45"/>
                </a:lnTo>
                <a:lnTo>
                  <a:pt x="95" y="38"/>
                </a:lnTo>
                <a:lnTo>
                  <a:pt x="151" y="38"/>
                </a:lnTo>
                <a:close/>
                <a:moveTo>
                  <a:pt x="71" y="119"/>
                </a:moveTo>
                <a:lnTo>
                  <a:pt x="71" y="0"/>
                </a:lnTo>
                <a:lnTo>
                  <a:pt x="81" y="0"/>
                </a:lnTo>
                <a:lnTo>
                  <a:pt x="81" y="119"/>
                </a:lnTo>
                <a:lnTo>
                  <a:pt x="109" y="90"/>
                </a:lnTo>
                <a:lnTo>
                  <a:pt x="114" y="95"/>
                </a:lnTo>
                <a:lnTo>
                  <a:pt x="76" y="135"/>
                </a:lnTo>
                <a:lnTo>
                  <a:pt x="38" y="95"/>
                </a:lnTo>
                <a:lnTo>
                  <a:pt x="43" y="90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3" name="Freeform 75"/>
          <p:cNvSpPr>
            <a:spLocks noEditPoints="1"/>
          </p:cNvSpPr>
          <p:nvPr/>
        </p:nvSpPr>
        <p:spPr bwMode="auto">
          <a:xfrm>
            <a:off x="4308475" y="3023383"/>
            <a:ext cx="300038" cy="203200"/>
          </a:xfrm>
          <a:custGeom>
            <a:avLst/>
            <a:gdLst>
              <a:gd name="T0" fmla="*/ 63 w 80"/>
              <a:gd name="T1" fmla="*/ 0 h 54"/>
              <a:gd name="T2" fmla="*/ 80 w 80"/>
              <a:gd name="T3" fmla="*/ 19 h 54"/>
              <a:gd name="T4" fmla="*/ 80 w 80"/>
              <a:gd name="T5" fmla="*/ 54 h 54"/>
              <a:gd name="T6" fmla="*/ 0 w 80"/>
              <a:gd name="T7" fmla="*/ 54 h 54"/>
              <a:gd name="T8" fmla="*/ 0 w 80"/>
              <a:gd name="T9" fmla="*/ 19 h 54"/>
              <a:gd name="T10" fmla="*/ 18 w 80"/>
              <a:gd name="T11" fmla="*/ 0 h 54"/>
              <a:gd name="T12" fmla="*/ 63 w 80"/>
              <a:gd name="T13" fmla="*/ 0 h 54"/>
              <a:gd name="T14" fmla="*/ 77 w 80"/>
              <a:gd name="T15" fmla="*/ 51 h 54"/>
              <a:gd name="T16" fmla="*/ 77 w 80"/>
              <a:gd name="T17" fmla="*/ 22 h 54"/>
              <a:gd name="T18" fmla="*/ 54 w 80"/>
              <a:gd name="T19" fmla="*/ 22 h 54"/>
              <a:gd name="T20" fmla="*/ 52 w 80"/>
              <a:gd name="T21" fmla="*/ 27 h 54"/>
              <a:gd name="T22" fmla="*/ 49 w 80"/>
              <a:gd name="T23" fmla="*/ 30 h 54"/>
              <a:gd name="T24" fmla="*/ 45 w 80"/>
              <a:gd name="T25" fmla="*/ 32 h 54"/>
              <a:gd name="T26" fmla="*/ 40 w 80"/>
              <a:gd name="T27" fmla="*/ 33 h 54"/>
              <a:gd name="T28" fmla="*/ 35 w 80"/>
              <a:gd name="T29" fmla="*/ 32 h 54"/>
              <a:gd name="T30" fmla="*/ 31 w 80"/>
              <a:gd name="T31" fmla="*/ 30 h 54"/>
              <a:gd name="T32" fmla="*/ 28 w 80"/>
              <a:gd name="T33" fmla="*/ 27 h 54"/>
              <a:gd name="T34" fmla="*/ 26 w 80"/>
              <a:gd name="T35" fmla="*/ 22 h 54"/>
              <a:gd name="T36" fmla="*/ 3 w 80"/>
              <a:gd name="T37" fmla="*/ 22 h 54"/>
              <a:gd name="T38" fmla="*/ 3 w 80"/>
              <a:gd name="T39" fmla="*/ 51 h 54"/>
              <a:gd name="T40" fmla="*/ 77 w 80"/>
              <a:gd name="T41" fmla="*/ 51 h 54"/>
              <a:gd name="T42" fmla="*/ 19 w 80"/>
              <a:gd name="T43" fmla="*/ 3 h 54"/>
              <a:gd name="T44" fmla="*/ 5 w 80"/>
              <a:gd name="T45" fmla="*/ 19 h 54"/>
              <a:gd name="T46" fmla="*/ 29 w 80"/>
              <a:gd name="T47" fmla="*/ 19 h 54"/>
              <a:gd name="T48" fmla="*/ 30 w 80"/>
              <a:gd name="T49" fmla="*/ 23 h 54"/>
              <a:gd name="T50" fmla="*/ 32 w 80"/>
              <a:gd name="T51" fmla="*/ 27 h 54"/>
              <a:gd name="T52" fmla="*/ 36 w 80"/>
              <a:gd name="T53" fmla="*/ 29 h 54"/>
              <a:gd name="T54" fmla="*/ 40 w 80"/>
              <a:gd name="T55" fmla="*/ 30 h 54"/>
              <a:gd name="T56" fmla="*/ 44 w 80"/>
              <a:gd name="T57" fmla="*/ 29 h 54"/>
              <a:gd name="T58" fmla="*/ 48 w 80"/>
              <a:gd name="T59" fmla="*/ 27 h 54"/>
              <a:gd name="T60" fmla="*/ 50 w 80"/>
              <a:gd name="T61" fmla="*/ 23 h 54"/>
              <a:gd name="T62" fmla="*/ 51 w 80"/>
              <a:gd name="T63" fmla="*/ 19 h 54"/>
              <a:gd name="T64" fmla="*/ 76 w 80"/>
              <a:gd name="T65" fmla="*/ 19 h 54"/>
              <a:gd name="T66" fmla="*/ 61 w 80"/>
              <a:gd name="T67" fmla="*/ 3 h 54"/>
              <a:gd name="T68" fmla="*/ 19 w 80"/>
              <a:gd name="T69" fmla="*/ 3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0" h="54">
                <a:moveTo>
                  <a:pt x="63" y="0"/>
                </a:moveTo>
                <a:cubicBezTo>
                  <a:pt x="80" y="19"/>
                  <a:pt x="80" y="19"/>
                  <a:pt x="80" y="19"/>
                </a:cubicBezTo>
                <a:cubicBezTo>
                  <a:pt x="80" y="54"/>
                  <a:pt x="80" y="54"/>
                  <a:pt x="8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19"/>
                  <a:pt x="0" y="19"/>
                  <a:pt x="0" y="19"/>
                </a:cubicBezTo>
                <a:cubicBezTo>
                  <a:pt x="18" y="0"/>
                  <a:pt x="18" y="0"/>
                  <a:pt x="18" y="0"/>
                </a:cubicBezTo>
                <a:lnTo>
                  <a:pt x="63" y="0"/>
                </a:lnTo>
                <a:close/>
                <a:moveTo>
                  <a:pt x="77" y="51"/>
                </a:moveTo>
                <a:cubicBezTo>
                  <a:pt x="77" y="22"/>
                  <a:pt x="77" y="22"/>
                  <a:pt x="77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54" y="24"/>
                  <a:pt x="53" y="25"/>
                  <a:pt x="52" y="27"/>
                </a:cubicBezTo>
                <a:cubicBezTo>
                  <a:pt x="51" y="28"/>
                  <a:pt x="50" y="29"/>
                  <a:pt x="49" y="30"/>
                </a:cubicBezTo>
                <a:cubicBezTo>
                  <a:pt x="48" y="31"/>
                  <a:pt x="46" y="32"/>
                  <a:pt x="45" y="32"/>
                </a:cubicBezTo>
                <a:cubicBezTo>
                  <a:pt x="43" y="33"/>
                  <a:pt x="42" y="33"/>
                  <a:pt x="40" y="33"/>
                </a:cubicBezTo>
                <a:cubicBezTo>
                  <a:pt x="39" y="33"/>
                  <a:pt x="37" y="33"/>
                  <a:pt x="35" y="32"/>
                </a:cubicBezTo>
                <a:cubicBezTo>
                  <a:pt x="34" y="32"/>
                  <a:pt x="32" y="31"/>
                  <a:pt x="31" y="30"/>
                </a:cubicBezTo>
                <a:cubicBezTo>
                  <a:pt x="30" y="29"/>
                  <a:pt x="29" y="28"/>
                  <a:pt x="28" y="27"/>
                </a:cubicBezTo>
                <a:cubicBezTo>
                  <a:pt x="27" y="25"/>
                  <a:pt x="26" y="24"/>
                  <a:pt x="26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51"/>
                  <a:pt x="3" y="51"/>
                  <a:pt x="3" y="51"/>
                </a:cubicBezTo>
                <a:lnTo>
                  <a:pt x="77" y="51"/>
                </a:lnTo>
                <a:close/>
                <a:moveTo>
                  <a:pt x="19" y="3"/>
                </a:moveTo>
                <a:cubicBezTo>
                  <a:pt x="5" y="19"/>
                  <a:pt x="5" y="19"/>
                  <a:pt x="5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21"/>
                  <a:pt x="29" y="22"/>
                  <a:pt x="30" y="23"/>
                </a:cubicBezTo>
                <a:cubicBezTo>
                  <a:pt x="30" y="25"/>
                  <a:pt x="31" y="26"/>
                  <a:pt x="32" y="27"/>
                </a:cubicBezTo>
                <a:cubicBezTo>
                  <a:pt x="33" y="28"/>
                  <a:pt x="34" y="28"/>
                  <a:pt x="36" y="29"/>
                </a:cubicBezTo>
                <a:cubicBezTo>
                  <a:pt x="37" y="30"/>
                  <a:pt x="39" y="30"/>
                  <a:pt x="40" y="30"/>
                </a:cubicBezTo>
                <a:cubicBezTo>
                  <a:pt x="42" y="30"/>
                  <a:pt x="43" y="30"/>
                  <a:pt x="44" y="29"/>
                </a:cubicBezTo>
                <a:cubicBezTo>
                  <a:pt x="46" y="28"/>
                  <a:pt x="47" y="28"/>
                  <a:pt x="48" y="27"/>
                </a:cubicBezTo>
                <a:cubicBezTo>
                  <a:pt x="49" y="26"/>
                  <a:pt x="50" y="25"/>
                  <a:pt x="50" y="23"/>
                </a:cubicBezTo>
                <a:cubicBezTo>
                  <a:pt x="51" y="22"/>
                  <a:pt x="51" y="21"/>
                  <a:pt x="51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61" y="3"/>
                  <a:pt x="61" y="3"/>
                  <a:pt x="61" y="3"/>
                </a:cubicBezTo>
                <a:lnTo>
                  <a:pt x="19" y="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4886325" y="2956708"/>
            <a:ext cx="228600" cy="338138"/>
          </a:xfrm>
          <a:custGeom>
            <a:avLst/>
            <a:gdLst>
              <a:gd name="T0" fmla="*/ 57 w 61"/>
              <a:gd name="T1" fmla="*/ 45 h 90"/>
              <a:gd name="T2" fmla="*/ 58 w 61"/>
              <a:gd name="T3" fmla="*/ 48 h 90"/>
              <a:gd name="T4" fmla="*/ 60 w 61"/>
              <a:gd name="T5" fmla="*/ 52 h 90"/>
              <a:gd name="T6" fmla="*/ 60 w 61"/>
              <a:gd name="T7" fmla="*/ 56 h 90"/>
              <a:gd name="T8" fmla="*/ 61 w 61"/>
              <a:gd name="T9" fmla="*/ 60 h 90"/>
              <a:gd name="T10" fmla="*/ 58 w 61"/>
              <a:gd name="T11" fmla="*/ 71 h 90"/>
              <a:gd name="T12" fmla="*/ 52 w 61"/>
              <a:gd name="T13" fmla="*/ 81 h 90"/>
              <a:gd name="T14" fmla="*/ 42 w 61"/>
              <a:gd name="T15" fmla="*/ 87 h 90"/>
              <a:gd name="T16" fmla="*/ 30 w 61"/>
              <a:gd name="T17" fmla="*/ 90 h 90"/>
              <a:gd name="T18" fmla="*/ 18 w 61"/>
              <a:gd name="T19" fmla="*/ 87 h 90"/>
              <a:gd name="T20" fmla="*/ 9 w 61"/>
              <a:gd name="T21" fmla="*/ 81 h 90"/>
              <a:gd name="T22" fmla="*/ 2 w 61"/>
              <a:gd name="T23" fmla="*/ 71 h 90"/>
              <a:gd name="T24" fmla="*/ 0 w 61"/>
              <a:gd name="T25" fmla="*/ 60 h 90"/>
              <a:gd name="T26" fmla="*/ 0 w 61"/>
              <a:gd name="T27" fmla="*/ 55 h 90"/>
              <a:gd name="T28" fmla="*/ 1 w 61"/>
              <a:gd name="T29" fmla="*/ 52 h 90"/>
              <a:gd name="T30" fmla="*/ 2 w 61"/>
              <a:gd name="T31" fmla="*/ 48 h 90"/>
              <a:gd name="T32" fmla="*/ 4 w 61"/>
              <a:gd name="T33" fmla="*/ 45 h 90"/>
              <a:gd name="T34" fmla="*/ 4 w 61"/>
              <a:gd name="T35" fmla="*/ 44 h 90"/>
              <a:gd name="T36" fmla="*/ 26 w 61"/>
              <a:gd name="T37" fmla="*/ 7 h 90"/>
              <a:gd name="T38" fmla="*/ 30 w 61"/>
              <a:gd name="T39" fmla="*/ 0 h 90"/>
              <a:gd name="T40" fmla="*/ 56 w 61"/>
              <a:gd name="T41" fmla="*/ 44 h 90"/>
              <a:gd name="T42" fmla="*/ 56 w 61"/>
              <a:gd name="T43" fmla="*/ 44 h 90"/>
              <a:gd name="T44" fmla="*/ 57 w 61"/>
              <a:gd name="T45" fmla="*/ 45 h 90"/>
              <a:gd name="T46" fmla="*/ 30 w 61"/>
              <a:gd name="T47" fmla="*/ 87 h 90"/>
              <a:gd name="T48" fmla="*/ 41 w 61"/>
              <a:gd name="T49" fmla="*/ 85 h 90"/>
              <a:gd name="T50" fmla="*/ 49 w 61"/>
              <a:gd name="T51" fmla="*/ 79 h 90"/>
              <a:gd name="T52" fmla="*/ 55 w 61"/>
              <a:gd name="T53" fmla="*/ 70 h 90"/>
              <a:gd name="T54" fmla="*/ 57 w 61"/>
              <a:gd name="T55" fmla="*/ 60 h 90"/>
              <a:gd name="T56" fmla="*/ 57 w 61"/>
              <a:gd name="T57" fmla="*/ 56 h 90"/>
              <a:gd name="T58" fmla="*/ 56 w 61"/>
              <a:gd name="T59" fmla="*/ 52 h 90"/>
              <a:gd name="T60" fmla="*/ 55 w 61"/>
              <a:gd name="T61" fmla="*/ 49 h 90"/>
              <a:gd name="T62" fmla="*/ 54 w 61"/>
              <a:gd name="T63" fmla="*/ 46 h 90"/>
              <a:gd name="T64" fmla="*/ 54 w 61"/>
              <a:gd name="T65" fmla="*/ 46 h 90"/>
              <a:gd name="T66" fmla="*/ 30 w 61"/>
              <a:gd name="T67" fmla="*/ 7 h 90"/>
              <a:gd name="T68" fmla="*/ 7 w 61"/>
              <a:gd name="T69" fmla="*/ 46 h 90"/>
              <a:gd name="T70" fmla="*/ 7 w 61"/>
              <a:gd name="T71" fmla="*/ 46 h 90"/>
              <a:gd name="T72" fmla="*/ 5 w 61"/>
              <a:gd name="T73" fmla="*/ 49 h 90"/>
              <a:gd name="T74" fmla="*/ 4 w 61"/>
              <a:gd name="T75" fmla="*/ 52 h 90"/>
              <a:gd name="T76" fmla="*/ 3 w 61"/>
              <a:gd name="T77" fmla="*/ 56 h 90"/>
              <a:gd name="T78" fmla="*/ 3 w 61"/>
              <a:gd name="T79" fmla="*/ 60 h 90"/>
              <a:gd name="T80" fmla="*/ 5 w 61"/>
              <a:gd name="T81" fmla="*/ 70 h 90"/>
              <a:gd name="T82" fmla="*/ 11 w 61"/>
              <a:gd name="T83" fmla="*/ 79 h 90"/>
              <a:gd name="T84" fmla="*/ 20 w 61"/>
              <a:gd name="T85" fmla="*/ 85 h 90"/>
              <a:gd name="T86" fmla="*/ 30 w 61"/>
              <a:gd name="T87" fmla="*/ 8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1" h="90">
                <a:moveTo>
                  <a:pt x="57" y="45"/>
                </a:moveTo>
                <a:cubicBezTo>
                  <a:pt x="57" y="46"/>
                  <a:pt x="58" y="47"/>
                  <a:pt x="58" y="48"/>
                </a:cubicBezTo>
                <a:cubicBezTo>
                  <a:pt x="59" y="49"/>
                  <a:pt x="59" y="51"/>
                  <a:pt x="60" y="52"/>
                </a:cubicBezTo>
                <a:cubicBezTo>
                  <a:pt x="60" y="53"/>
                  <a:pt x="60" y="54"/>
                  <a:pt x="60" y="56"/>
                </a:cubicBezTo>
                <a:cubicBezTo>
                  <a:pt x="60" y="57"/>
                  <a:pt x="61" y="58"/>
                  <a:pt x="61" y="60"/>
                </a:cubicBezTo>
                <a:cubicBezTo>
                  <a:pt x="61" y="64"/>
                  <a:pt x="60" y="68"/>
                  <a:pt x="58" y="71"/>
                </a:cubicBezTo>
                <a:cubicBezTo>
                  <a:pt x="57" y="75"/>
                  <a:pt x="54" y="78"/>
                  <a:pt x="52" y="81"/>
                </a:cubicBezTo>
                <a:cubicBezTo>
                  <a:pt x="49" y="84"/>
                  <a:pt x="46" y="86"/>
                  <a:pt x="42" y="87"/>
                </a:cubicBezTo>
                <a:cubicBezTo>
                  <a:pt x="38" y="89"/>
                  <a:pt x="34" y="90"/>
                  <a:pt x="30" y="90"/>
                </a:cubicBezTo>
                <a:cubicBezTo>
                  <a:pt x="26" y="90"/>
                  <a:pt x="22" y="89"/>
                  <a:pt x="18" y="87"/>
                </a:cubicBezTo>
                <a:cubicBezTo>
                  <a:pt x="15" y="86"/>
                  <a:pt x="11" y="84"/>
                  <a:pt x="9" y="81"/>
                </a:cubicBezTo>
                <a:cubicBezTo>
                  <a:pt x="6" y="78"/>
                  <a:pt x="4" y="75"/>
                  <a:pt x="2" y="71"/>
                </a:cubicBezTo>
                <a:cubicBezTo>
                  <a:pt x="1" y="68"/>
                  <a:pt x="0" y="64"/>
                  <a:pt x="0" y="60"/>
                </a:cubicBezTo>
                <a:cubicBezTo>
                  <a:pt x="0" y="58"/>
                  <a:pt x="0" y="57"/>
                  <a:pt x="0" y="55"/>
                </a:cubicBezTo>
                <a:cubicBezTo>
                  <a:pt x="0" y="54"/>
                  <a:pt x="0" y="53"/>
                  <a:pt x="1" y="52"/>
                </a:cubicBezTo>
                <a:cubicBezTo>
                  <a:pt x="1" y="50"/>
                  <a:pt x="2" y="49"/>
                  <a:pt x="2" y="48"/>
                </a:cubicBezTo>
                <a:cubicBezTo>
                  <a:pt x="3" y="47"/>
                  <a:pt x="3" y="46"/>
                  <a:pt x="4" y="45"/>
                </a:cubicBezTo>
                <a:cubicBezTo>
                  <a:pt x="4" y="44"/>
                  <a:pt x="4" y="44"/>
                  <a:pt x="4" y="44"/>
                </a:cubicBezTo>
                <a:cubicBezTo>
                  <a:pt x="26" y="7"/>
                  <a:pt x="26" y="7"/>
                  <a:pt x="26" y="7"/>
                </a:cubicBezTo>
                <a:cubicBezTo>
                  <a:pt x="30" y="0"/>
                  <a:pt x="30" y="0"/>
                  <a:pt x="30" y="0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6" y="44"/>
                  <a:pt x="56" y="44"/>
                </a:cubicBezTo>
                <a:cubicBezTo>
                  <a:pt x="57" y="44"/>
                  <a:pt x="57" y="45"/>
                  <a:pt x="57" y="45"/>
                </a:cubicBezTo>
                <a:close/>
                <a:moveTo>
                  <a:pt x="30" y="87"/>
                </a:moveTo>
                <a:cubicBezTo>
                  <a:pt x="34" y="87"/>
                  <a:pt x="37" y="86"/>
                  <a:pt x="41" y="85"/>
                </a:cubicBezTo>
                <a:cubicBezTo>
                  <a:pt x="44" y="83"/>
                  <a:pt x="47" y="81"/>
                  <a:pt x="49" y="79"/>
                </a:cubicBezTo>
                <a:cubicBezTo>
                  <a:pt x="52" y="76"/>
                  <a:pt x="54" y="73"/>
                  <a:pt x="55" y="70"/>
                </a:cubicBezTo>
                <a:cubicBezTo>
                  <a:pt x="57" y="67"/>
                  <a:pt x="57" y="63"/>
                  <a:pt x="57" y="60"/>
                </a:cubicBezTo>
                <a:cubicBezTo>
                  <a:pt x="57" y="58"/>
                  <a:pt x="57" y="57"/>
                  <a:pt x="57" y="56"/>
                </a:cubicBezTo>
                <a:cubicBezTo>
                  <a:pt x="57" y="55"/>
                  <a:pt x="57" y="54"/>
                  <a:pt x="56" y="52"/>
                </a:cubicBezTo>
                <a:cubicBezTo>
                  <a:pt x="56" y="51"/>
                  <a:pt x="56" y="50"/>
                  <a:pt x="55" y="49"/>
                </a:cubicBezTo>
                <a:cubicBezTo>
                  <a:pt x="55" y="48"/>
                  <a:pt x="54" y="47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30" y="7"/>
                  <a:pt x="30" y="7"/>
                  <a:pt x="30" y="7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7"/>
                  <a:pt x="6" y="48"/>
                  <a:pt x="5" y="49"/>
                </a:cubicBezTo>
                <a:cubicBezTo>
                  <a:pt x="5" y="50"/>
                  <a:pt x="4" y="51"/>
                  <a:pt x="4" y="52"/>
                </a:cubicBezTo>
                <a:cubicBezTo>
                  <a:pt x="4" y="54"/>
                  <a:pt x="3" y="55"/>
                  <a:pt x="3" y="56"/>
                </a:cubicBezTo>
                <a:cubicBezTo>
                  <a:pt x="3" y="57"/>
                  <a:pt x="3" y="58"/>
                  <a:pt x="3" y="60"/>
                </a:cubicBezTo>
                <a:cubicBezTo>
                  <a:pt x="3" y="63"/>
                  <a:pt x="4" y="67"/>
                  <a:pt x="5" y="70"/>
                </a:cubicBezTo>
                <a:cubicBezTo>
                  <a:pt x="7" y="73"/>
                  <a:pt x="9" y="76"/>
                  <a:pt x="11" y="79"/>
                </a:cubicBezTo>
                <a:cubicBezTo>
                  <a:pt x="13" y="81"/>
                  <a:pt x="16" y="83"/>
                  <a:pt x="20" y="85"/>
                </a:cubicBezTo>
                <a:cubicBezTo>
                  <a:pt x="23" y="86"/>
                  <a:pt x="26" y="87"/>
                  <a:pt x="30" y="8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5400675" y="2982108"/>
            <a:ext cx="277813" cy="290513"/>
          </a:xfrm>
          <a:custGeom>
            <a:avLst/>
            <a:gdLst>
              <a:gd name="T0" fmla="*/ 12 w 74"/>
              <a:gd name="T1" fmla="*/ 62 h 77"/>
              <a:gd name="T2" fmla="*/ 16 w 74"/>
              <a:gd name="T3" fmla="*/ 66 h 77"/>
              <a:gd name="T4" fmla="*/ 16 w 74"/>
              <a:gd name="T5" fmla="*/ 72 h 77"/>
              <a:gd name="T6" fmla="*/ 11 w 74"/>
              <a:gd name="T7" fmla="*/ 76 h 77"/>
              <a:gd name="T8" fmla="*/ 5 w 74"/>
              <a:gd name="T9" fmla="*/ 76 h 77"/>
              <a:gd name="T10" fmla="*/ 1 w 74"/>
              <a:gd name="T11" fmla="*/ 72 h 77"/>
              <a:gd name="T12" fmla="*/ 1 w 74"/>
              <a:gd name="T13" fmla="*/ 66 h 77"/>
              <a:gd name="T14" fmla="*/ 4 w 74"/>
              <a:gd name="T15" fmla="*/ 62 h 77"/>
              <a:gd name="T16" fmla="*/ 7 w 74"/>
              <a:gd name="T17" fmla="*/ 6 h 77"/>
              <a:gd name="T18" fmla="*/ 10 w 74"/>
              <a:gd name="T19" fmla="*/ 61 h 77"/>
              <a:gd name="T20" fmla="*/ 10 w 74"/>
              <a:gd name="T21" fmla="*/ 73 h 77"/>
              <a:gd name="T22" fmla="*/ 13 w 74"/>
              <a:gd name="T23" fmla="*/ 70 h 77"/>
              <a:gd name="T24" fmla="*/ 13 w 74"/>
              <a:gd name="T25" fmla="*/ 67 h 77"/>
              <a:gd name="T26" fmla="*/ 10 w 74"/>
              <a:gd name="T27" fmla="*/ 64 h 77"/>
              <a:gd name="T28" fmla="*/ 6 w 74"/>
              <a:gd name="T29" fmla="*/ 64 h 77"/>
              <a:gd name="T30" fmla="*/ 4 w 74"/>
              <a:gd name="T31" fmla="*/ 67 h 77"/>
              <a:gd name="T32" fmla="*/ 4 w 74"/>
              <a:gd name="T33" fmla="*/ 70 h 77"/>
              <a:gd name="T34" fmla="*/ 6 w 74"/>
              <a:gd name="T35" fmla="*/ 73 h 77"/>
              <a:gd name="T36" fmla="*/ 39 w 74"/>
              <a:gd name="T37" fmla="*/ 30 h 77"/>
              <a:gd name="T38" fmla="*/ 43 w 74"/>
              <a:gd name="T39" fmla="*/ 33 h 77"/>
              <a:gd name="T40" fmla="*/ 45 w 74"/>
              <a:gd name="T41" fmla="*/ 38 h 77"/>
              <a:gd name="T42" fmla="*/ 43 w 74"/>
              <a:gd name="T43" fmla="*/ 43 h 77"/>
              <a:gd name="T44" fmla="*/ 39 w 74"/>
              <a:gd name="T45" fmla="*/ 46 h 77"/>
              <a:gd name="T46" fmla="*/ 35 w 74"/>
              <a:gd name="T47" fmla="*/ 70 h 77"/>
              <a:gd name="T48" fmla="*/ 33 w 74"/>
              <a:gd name="T49" fmla="*/ 45 h 77"/>
              <a:gd name="T50" fmla="*/ 30 w 74"/>
              <a:gd name="T51" fmla="*/ 41 h 77"/>
              <a:gd name="T52" fmla="*/ 30 w 74"/>
              <a:gd name="T53" fmla="*/ 35 h 77"/>
              <a:gd name="T54" fmla="*/ 33 w 74"/>
              <a:gd name="T55" fmla="*/ 31 h 77"/>
              <a:gd name="T56" fmla="*/ 35 w 74"/>
              <a:gd name="T57" fmla="*/ 6 h 77"/>
              <a:gd name="T58" fmla="*/ 39 w 74"/>
              <a:gd name="T59" fmla="*/ 30 h 77"/>
              <a:gd name="T60" fmla="*/ 39 w 74"/>
              <a:gd name="T61" fmla="*/ 43 h 77"/>
              <a:gd name="T62" fmla="*/ 42 w 74"/>
              <a:gd name="T63" fmla="*/ 40 h 77"/>
              <a:gd name="T64" fmla="*/ 42 w 74"/>
              <a:gd name="T65" fmla="*/ 36 h 77"/>
              <a:gd name="T66" fmla="*/ 39 w 74"/>
              <a:gd name="T67" fmla="*/ 34 h 77"/>
              <a:gd name="T68" fmla="*/ 35 w 74"/>
              <a:gd name="T69" fmla="*/ 34 h 77"/>
              <a:gd name="T70" fmla="*/ 33 w 74"/>
              <a:gd name="T71" fmla="*/ 36 h 77"/>
              <a:gd name="T72" fmla="*/ 33 w 74"/>
              <a:gd name="T73" fmla="*/ 40 h 77"/>
              <a:gd name="T74" fmla="*/ 35 w 74"/>
              <a:gd name="T75" fmla="*/ 43 h 77"/>
              <a:gd name="T76" fmla="*/ 74 w 74"/>
              <a:gd name="T77" fmla="*/ 8 h 77"/>
              <a:gd name="T78" fmla="*/ 72 w 74"/>
              <a:gd name="T79" fmla="*/ 13 h 77"/>
              <a:gd name="T80" fmla="*/ 68 w 74"/>
              <a:gd name="T81" fmla="*/ 16 h 77"/>
              <a:gd name="T82" fmla="*/ 64 w 74"/>
              <a:gd name="T83" fmla="*/ 70 h 77"/>
              <a:gd name="T84" fmla="*/ 62 w 74"/>
              <a:gd name="T85" fmla="*/ 15 h 77"/>
              <a:gd name="T86" fmla="*/ 58 w 74"/>
              <a:gd name="T87" fmla="*/ 11 h 77"/>
              <a:gd name="T88" fmla="*/ 59 w 74"/>
              <a:gd name="T89" fmla="*/ 5 h 77"/>
              <a:gd name="T90" fmla="*/ 63 w 74"/>
              <a:gd name="T91" fmla="*/ 0 h 77"/>
              <a:gd name="T92" fmla="*/ 69 w 74"/>
              <a:gd name="T93" fmla="*/ 0 h 77"/>
              <a:gd name="T94" fmla="*/ 73 w 74"/>
              <a:gd name="T95" fmla="*/ 5 h 77"/>
              <a:gd name="T96" fmla="*/ 66 w 74"/>
              <a:gd name="T97" fmla="*/ 13 h 77"/>
              <a:gd name="T98" fmla="*/ 69 w 74"/>
              <a:gd name="T99" fmla="*/ 11 h 77"/>
              <a:gd name="T100" fmla="*/ 71 w 74"/>
              <a:gd name="T101" fmla="*/ 8 h 77"/>
              <a:gd name="T102" fmla="*/ 69 w 74"/>
              <a:gd name="T103" fmla="*/ 4 h 77"/>
              <a:gd name="T104" fmla="*/ 66 w 74"/>
              <a:gd name="T105" fmla="*/ 3 h 77"/>
              <a:gd name="T106" fmla="*/ 62 w 74"/>
              <a:gd name="T107" fmla="*/ 4 h 77"/>
              <a:gd name="T108" fmla="*/ 61 w 74"/>
              <a:gd name="T109" fmla="*/ 8 h 77"/>
              <a:gd name="T110" fmla="*/ 62 w 74"/>
              <a:gd name="T111" fmla="*/ 11 h 77"/>
              <a:gd name="T112" fmla="*/ 66 w 74"/>
              <a:gd name="T113" fmla="*/ 1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4" h="77">
                <a:moveTo>
                  <a:pt x="10" y="61"/>
                </a:moveTo>
                <a:cubicBezTo>
                  <a:pt x="11" y="61"/>
                  <a:pt x="12" y="61"/>
                  <a:pt x="12" y="62"/>
                </a:cubicBezTo>
                <a:cubicBezTo>
                  <a:pt x="13" y="62"/>
                  <a:pt x="14" y="63"/>
                  <a:pt x="14" y="63"/>
                </a:cubicBezTo>
                <a:cubicBezTo>
                  <a:pt x="15" y="64"/>
                  <a:pt x="16" y="65"/>
                  <a:pt x="16" y="66"/>
                </a:cubicBezTo>
                <a:cubicBezTo>
                  <a:pt x="16" y="67"/>
                  <a:pt x="16" y="67"/>
                  <a:pt x="16" y="68"/>
                </a:cubicBezTo>
                <a:cubicBezTo>
                  <a:pt x="16" y="70"/>
                  <a:pt x="16" y="71"/>
                  <a:pt x="16" y="72"/>
                </a:cubicBezTo>
                <a:cubicBezTo>
                  <a:pt x="15" y="72"/>
                  <a:pt x="15" y="73"/>
                  <a:pt x="14" y="74"/>
                </a:cubicBezTo>
                <a:cubicBezTo>
                  <a:pt x="13" y="75"/>
                  <a:pt x="12" y="75"/>
                  <a:pt x="11" y="76"/>
                </a:cubicBezTo>
                <a:cubicBezTo>
                  <a:pt x="10" y="76"/>
                  <a:pt x="9" y="77"/>
                  <a:pt x="8" y="77"/>
                </a:cubicBezTo>
                <a:cubicBezTo>
                  <a:pt x="7" y="77"/>
                  <a:pt x="6" y="76"/>
                  <a:pt x="5" y="76"/>
                </a:cubicBezTo>
                <a:cubicBezTo>
                  <a:pt x="4" y="75"/>
                  <a:pt x="3" y="75"/>
                  <a:pt x="3" y="74"/>
                </a:cubicBezTo>
                <a:cubicBezTo>
                  <a:pt x="2" y="73"/>
                  <a:pt x="1" y="72"/>
                  <a:pt x="1" y="72"/>
                </a:cubicBezTo>
                <a:cubicBezTo>
                  <a:pt x="1" y="71"/>
                  <a:pt x="0" y="70"/>
                  <a:pt x="0" y="68"/>
                </a:cubicBezTo>
                <a:cubicBezTo>
                  <a:pt x="0" y="67"/>
                  <a:pt x="1" y="67"/>
                  <a:pt x="1" y="66"/>
                </a:cubicBezTo>
                <a:cubicBezTo>
                  <a:pt x="1" y="65"/>
                  <a:pt x="2" y="64"/>
                  <a:pt x="2" y="63"/>
                </a:cubicBezTo>
                <a:cubicBezTo>
                  <a:pt x="3" y="63"/>
                  <a:pt x="3" y="62"/>
                  <a:pt x="4" y="62"/>
                </a:cubicBezTo>
                <a:cubicBezTo>
                  <a:pt x="5" y="61"/>
                  <a:pt x="6" y="61"/>
                  <a:pt x="7" y="61"/>
                </a:cubicBezTo>
                <a:cubicBezTo>
                  <a:pt x="7" y="6"/>
                  <a:pt x="7" y="6"/>
                  <a:pt x="7" y="6"/>
                </a:cubicBezTo>
                <a:cubicBezTo>
                  <a:pt x="10" y="6"/>
                  <a:pt x="10" y="6"/>
                  <a:pt x="10" y="6"/>
                </a:cubicBezTo>
                <a:lnTo>
                  <a:pt x="10" y="61"/>
                </a:lnTo>
                <a:close/>
                <a:moveTo>
                  <a:pt x="8" y="73"/>
                </a:moveTo>
                <a:cubicBezTo>
                  <a:pt x="9" y="73"/>
                  <a:pt x="10" y="73"/>
                  <a:pt x="10" y="73"/>
                </a:cubicBezTo>
                <a:cubicBezTo>
                  <a:pt x="11" y="73"/>
                  <a:pt x="11" y="72"/>
                  <a:pt x="12" y="72"/>
                </a:cubicBezTo>
                <a:cubicBezTo>
                  <a:pt x="12" y="71"/>
                  <a:pt x="13" y="71"/>
                  <a:pt x="13" y="70"/>
                </a:cubicBezTo>
                <a:cubicBezTo>
                  <a:pt x="13" y="70"/>
                  <a:pt x="13" y="69"/>
                  <a:pt x="13" y="68"/>
                </a:cubicBezTo>
                <a:cubicBezTo>
                  <a:pt x="13" y="68"/>
                  <a:pt x="13" y="67"/>
                  <a:pt x="13" y="67"/>
                </a:cubicBezTo>
                <a:cubicBezTo>
                  <a:pt x="13" y="66"/>
                  <a:pt x="12" y="65"/>
                  <a:pt x="12" y="65"/>
                </a:cubicBezTo>
                <a:cubicBezTo>
                  <a:pt x="11" y="65"/>
                  <a:pt x="11" y="64"/>
                  <a:pt x="10" y="64"/>
                </a:cubicBezTo>
                <a:cubicBezTo>
                  <a:pt x="10" y="64"/>
                  <a:pt x="9" y="64"/>
                  <a:pt x="8" y="64"/>
                </a:cubicBezTo>
                <a:cubicBezTo>
                  <a:pt x="8" y="64"/>
                  <a:pt x="7" y="64"/>
                  <a:pt x="6" y="64"/>
                </a:cubicBezTo>
                <a:cubicBezTo>
                  <a:pt x="6" y="64"/>
                  <a:pt x="5" y="65"/>
                  <a:pt x="5" y="65"/>
                </a:cubicBezTo>
                <a:cubicBezTo>
                  <a:pt x="5" y="65"/>
                  <a:pt x="4" y="66"/>
                  <a:pt x="4" y="67"/>
                </a:cubicBezTo>
                <a:cubicBezTo>
                  <a:pt x="4" y="67"/>
                  <a:pt x="4" y="68"/>
                  <a:pt x="4" y="68"/>
                </a:cubicBezTo>
                <a:cubicBezTo>
                  <a:pt x="4" y="69"/>
                  <a:pt x="4" y="70"/>
                  <a:pt x="4" y="70"/>
                </a:cubicBezTo>
                <a:cubicBezTo>
                  <a:pt x="4" y="71"/>
                  <a:pt x="5" y="71"/>
                  <a:pt x="5" y="72"/>
                </a:cubicBezTo>
                <a:cubicBezTo>
                  <a:pt x="5" y="72"/>
                  <a:pt x="6" y="73"/>
                  <a:pt x="6" y="73"/>
                </a:cubicBezTo>
                <a:cubicBezTo>
                  <a:pt x="7" y="73"/>
                  <a:pt x="8" y="73"/>
                  <a:pt x="8" y="73"/>
                </a:cubicBezTo>
                <a:close/>
                <a:moveTo>
                  <a:pt x="39" y="30"/>
                </a:moveTo>
                <a:cubicBezTo>
                  <a:pt x="40" y="30"/>
                  <a:pt x="41" y="31"/>
                  <a:pt x="41" y="31"/>
                </a:cubicBezTo>
                <a:cubicBezTo>
                  <a:pt x="42" y="32"/>
                  <a:pt x="43" y="32"/>
                  <a:pt x="43" y="33"/>
                </a:cubicBezTo>
                <a:cubicBezTo>
                  <a:pt x="44" y="34"/>
                  <a:pt x="44" y="34"/>
                  <a:pt x="45" y="35"/>
                </a:cubicBezTo>
                <a:cubicBezTo>
                  <a:pt x="45" y="36"/>
                  <a:pt x="45" y="37"/>
                  <a:pt x="45" y="38"/>
                </a:cubicBezTo>
                <a:cubicBezTo>
                  <a:pt x="45" y="39"/>
                  <a:pt x="45" y="40"/>
                  <a:pt x="45" y="41"/>
                </a:cubicBezTo>
                <a:cubicBezTo>
                  <a:pt x="44" y="42"/>
                  <a:pt x="44" y="43"/>
                  <a:pt x="43" y="43"/>
                </a:cubicBezTo>
                <a:cubicBezTo>
                  <a:pt x="43" y="44"/>
                  <a:pt x="42" y="44"/>
                  <a:pt x="41" y="45"/>
                </a:cubicBezTo>
                <a:cubicBezTo>
                  <a:pt x="41" y="45"/>
                  <a:pt x="40" y="46"/>
                  <a:pt x="39" y="46"/>
                </a:cubicBezTo>
                <a:cubicBezTo>
                  <a:pt x="39" y="70"/>
                  <a:pt x="39" y="70"/>
                  <a:pt x="39" y="70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5"/>
                  <a:pt x="33" y="45"/>
                </a:cubicBezTo>
                <a:cubicBezTo>
                  <a:pt x="32" y="44"/>
                  <a:pt x="32" y="44"/>
                  <a:pt x="31" y="43"/>
                </a:cubicBezTo>
                <a:cubicBezTo>
                  <a:pt x="30" y="43"/>
                  <a:pt x="30" y="42"/>
                  <a:pt x="30" y="41"/>
                </a:cubicBezTo>
                <a:cubicBezTo>
                  <a:pt x="29" y="40"/>
                  <a:pt x="29" y="39"/>
                  <a:pt x="29" y="38"/>
                </a:cubicBezTo>
                <a:cubicBezTo>
                  <a:pt x="29" y="37"/>
                  <a:pt x="29" y="36"/>
                  <a:pt x="30" y="35"/>
                </a:cubicBezTo>
                <a:cubicBezTo>
                  <a:pt x="30" y="34"/>
                  <a:pt x="30" y="34"/>
                  <a:pt x="31" y="33"/>
                </a:cubicBezTo>
                <a:cubicBezTo>
                  <a:pt x="32" y="32"/>
                  <a:pt x="32" y="32"/>
                  <a:pt x="33" y="31"/>
                </a:cubicBezTo>
                <a:cubicBezTo>
                  <a:pt x="34" y="31"/>
                  <a:pt x="35" y="30"/>
                  <a:pt x="35" y="30"/>
                </a:cubicBezTo>
                <a:cubicBezTo>
                  <a:pt x="35" y="6"/>
                  <a:pt x="35" y="6"/>
                  <a:pt x="35" y="6"/>
                </a:cubicBezTo>
                <a:cubicBezTo>
                  <a:pt x="39" y="6"/>
                  <a:pt x="39" y="6"/>
                  <a:pt x="39" y="6"/>
                </a:cubicBezTo>
                <a:lnTo>
                  <a:pt x="39" y="30"/>
                </a:lnTo>
                <a:close/>
                <a:moveTo>
                  <a:pt x="37" y="43"/>
                </a:moveTo>
                <a:cubicBezTo>
                  <a:pt x="38" y="43"/>
                  <a:pt x="38" y="43"/>
                  <a:pt x="39" y="43"/>
                </a:cubicBezTo>
                <a:cubicBezTo>
                  <a:pt x="40" y="42"/>
                  <a:pt x="40" y="42"/>
                  <a:pt x="41" y="41"/>
                </a:cubicBezTo>
                <a:cubicBezTo>
                  <a:pt x="41" y="41"/>
                  <a:pt x="41" y="41"/>
                  <a:pt x="42" y="40"/>
                </a:cubicBezTo>
                <a:cubicBezTo>
                  <a:pt x="42" y="39"/>
                  <a:pt x="42" y="39"/>
                  <a:pt x="42" y="38"/>
                </a:cubicBezTo>
                <a:cubicBezTo>
                  <a:pt x="42" y="37"/>
                  <a:pt x="42" y="37"/>
                  <a:pt x="42" y="36"/>
                </a:cubicBezTo>
                <a:cubicBezTo>
                  <a:pt x="41" y="36"/>
                  <a:pt x="41" y="35"/>
                  <a:pt x="41" y="35"/>
                </a:cubicBezTo>
                <a:cubicBezTo>
                  <a:pt x="40" y="34"/>
                  <a:pt x="40" y="34"/>
                  <a:pt x="39" y="34"/>
                </a:cubicBezTo>
                <a:cubicBezTo>
                  <a:pt x="38" y="33"/>
                  <a:pt x="38" y="33"/>
                  <a:pt x="37" y="33"/>
                </a:cubicBezTo>
                <a:cubicBezTo>
                  <a:pt x="37" y="33"/>
                  <a:pt x="36" y="33"/>
                  <a:pt x="35" y="34"/>
                </a:cubicBezTo>
                <a:cubicBezTo>
                  <a:pt x="35" y="34"/>
                  <a:pt x="34" y="34"/>
                  <a:pt x="34" y="35"/>
                </a:cubicBezTo>
                <a:cubicBezTo>
                  <a:pt x="33" y="35"/>
                  <a:pt x="33" y="36"/>
                  <a:pt x="33" y="36"/>
                </a:cubicBezTo>
                <a:cubicBezTo>
                  <a:pt x="32" y="37"/>
                  <a:pt x="32" y="37"/>
                  <a:pt x="32" y="38"/>
                </a:cubicBezTo>
                <a:cubicBezTo>
                  <a:pt x="32" y="39"/>
                  <a:pt x="32" y="39"/>
                  <a:pt x="33" y="40"/>
                </a:cubicBezTo>
                <a:cubicBezTo>
                  <a:pt x="33" y="41"/>
                  <a:pt x="33" y="41"/>
                  <a:pt x="34" y="41"/>
                </a:cubicBezTo>
                <a:cubicBezTo>
                  <a:pt x="34" y="42"/>
                  <a:pt x="35" y="42"/>
                  <a:pt x="35" y="43"/>
                </a:cubicBezTo>
                <a:cubicBezTo>
                  <a:pt x="36" y="43"/>
                  <a:pt x="37" y="43"/>
                  <a:pt x="37" y="43"/>
                </a:cubicBezTo>
                <a:close/>
                <a:moveTo>
                  <a:pt x="74" y="8"/>
                </a:moveTo>
                <a:cubicBezTo>
                  <a:pt x="74" y="9"/>
                  <a:pt x="74" y="10"/>
                  <a:pt x="73" y="11"/>
                </a:cubicBezTo>
                <a:cubicBezTo>
                  <a:pt x="73" y="11"/>
                  <a:pt x="73" y="12"/>
                  <a:pt x="72" y="13"/>
                </a:cubicBezTo>
                <a:cubicBezTo>
                  <a:pt x="72" y="14"/>
                  <a:pt x="71" y="14"/>
                  <a:pt x="70" y="15"/>
                </a:cubicBezTo>
                <a:cubicBezTo>
                  <a:pt x="69" y="15"/>
                  <a:pt x="68" y="15"/>
                  <a:pt x="68" y="16"/>
                </a:cubicBezTo>
                <a:cubicBezTo>
                  <a:pt x="68" y="70"/>
                  <a:pt x="68" y="70"/>
                  <a:pt x="68" y="70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5"/>
                  <a:pt x="63" y="15"/>
                  <a:pt x="62" y="15"/>
                </a:cubicBezTo>
                <a:cubicBezTo>
                  <a:pt x="61" y="14"/>
                  <a:pt x="60" y="14"/>
                  <a:pt x="60" y="13"/>
                </a:cubicBezTo>
                <a:cubicBezTo>
                  <a:pt x="59" y="12"/>
                  <a:pt x="59" y="11"/>
                  <a:pt x="58" y="11"/>
                </a:cubicBezTo>
                <a:cubicBezTo>
                  <a:pt x="58" y="10"/>
                  <a:pt x="58" y="9"/>
                  <a:pt x="58" y="8"/>
                </a:cubicBezTo>
                <a:cubicBezTo>
                  <a:pt x="58" y="7"/>
                  <a:pt x="58" y="6"/>
                  <a:pt x="59" y="5"/>
                </a:cubicBezTo>
                <a:cubicBezTo>
                  <a:pt x="59" y="4"/>
                  <a:pt x="60" y="3"/>
                  <a:pt x="60" y="2"/>
                </a:cubicBezTo>
                <a:cubicBezTo>
                  <a:pt x="61" y="1"/>
                  <a:pt x="62" y="1"/>
                  <a:pt x="63" y="0"/>
                </a:cubicBezTo>
                <a:cubicBezTo>
                  <a:pt x="64" y="0"/>
                  <a:pt x="65" y="0"/>
                  <a:pt x="66" y="0"/>
                </a:cubicBezTo>
                <a:cubicBezTo>
                  <a:pt x="67" y="0"/>
                  <a:pt x="68" y="0"/>
                  <a:pt x="69" y="0"/>
                </a:cubicBezTo>
                <a:cubicBezTo>
                  <a:pt x="70" y="1"/>
                  <a:pt x="71" y="1"/>
                  <a:pt x="72" y="2"/>
                </a:cubicBezTo>
                <a:cubicBezTo>
                  <a:pt x="72" y="3"/>
                  <a:pt x="73" y="4"/>
                  <a:pt x="73" y="5"/>
                </a:cubicBezTo>
                <a:cubicBezTo>
                  <a:pt x="74" y="6"/>
                  <a:pt x="74" y="7"/>
                  <a:pt x="74" y="8"/>
                </a:cubicBezTo>
                <a:close/>
                <a:moveTo>
                  <a:pt x="66" y="13"/>
                </a:moveTo>
                <a:cubicBezTo>
                  <a:pt x="67" y="13"/>
                  <a:pt x="67" y="12"/>
                  <a:pt x="68" y="12"/>
                </a:cubicBezTo>
                <a:cubicBezTo>
                  <a:pt x="68" y="12"/>
                  <a:pt x="69" y="11"/>
                  <a:pt x="69" y="11"/>
                </a:cubicBezTo>
                <a:cubicBezTo>
                  <a:pt x="70" y="11"/>
                  <a:pt x="70" y="10"/>
                  <a:pt x="70" y="10"/>
                </a:cubicBezTo>
                <a:cubicBezTo>
                  <a:pt x="71" y="9"/>
                  <a:pt x="71" y="8"/>
                  <a:pt x="71" y="8"/>
                </a:cubicBezTo>
                <a:cubicBezTo>
                  <a:pt x="71" y="7"/>
                  <a:pt x="71" y="6"/>
                  <a:pt x="70" y="6"/>
                </a:cubicBezTo>
                <a:cubicBezTo>
                  <a:pt x="70" y="5"/>
                  <a:pt x="70" y="5"/>
                  <a:pt x="69" y="4"/>
                </a:cubicBezTo>
                <a:cubicBezTo>
                  <a:pt x="69" y="4"/>
                  <a:pt x="68" y="3"/>
                  <a:pt x="68" y="3"/>
                </a:cubicBezTo>
                <a:cubicBezTo>
                  <a:pt x="67" y="3"/>
                  <a:pt x="67" y="3"/>
                  <a:pt x="66" y="3"/>
                </a:cubicBezTo>
                <a:cubicBezTo>
                  <a:pt x="65" y="3"/>
                  <a:pt x="65" y="3"/>
                  <a:pt x="64" y="3"/>
                </a:cubicBezTo>
                <a:cubicBezTo>
                  <a:pt x="63" y="3"/>
                  <a:pt x="63" y="4"/>
                  <a:pt x="62" y="4"/>
                </a:cubicBezTo>
                <a:cubicBezTo>
                  <a:pt x="62" y="5"/>
                  <a:pt x="62" y="5"/>
                  <a:pt x="62" y="6"/>
                </a:cubicBezTo>
                <a:cubicBezTo>
                  <a:pt x="61" y="6"/>
                  <a:pt x="61" y="7"/>
                  <a:pt x="61" y="8"/>
                </a:cubicBezTo>
                <a:cubicBezTo>
                  <a:pt x="61" y="8"/>
                  <a:pt x="61" y="9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3" y="11"/>
                  <a:pt x="63" y="12"/>
                  <a:pt x="64" y="12"/>
                </a:cubicBezTo>
                <a:cubicBezTo>
                  <a:pt x="65" y="12"/>
                  <a:pt x="65" y="13"/>
                  <a:pt x="66" y="1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5937250" y="2982108"/>
            <a:ext cx="288925" cy="290513"/>
          </a:xfrm>
          <a:custGeom>
            <a:avLst/>
            <a:gdLst>
              <a:gd name="T0" fmla="*/ 182 w 182"/>
              <a:gd name="T1" fmla="*/ 0 h 183"/>
              <a:gd name="T2" fmla="*/ 182 w 182"/>
              <a:gd name="T3" fmla="*/ 183 h 183"/>
              <a:gd name="T4" fmla="*/ 90 w 182"/>
              <a:gd name="T5" fmla="*/ 183 h 183"/>
              <a:gd name="T6" fmla="*/ 90 w 182"/>
              <a:gd name="T7" fmla="*/ 173 h 183"/>
              <a:gd name="T8" fmla="*/ 172 w 182"/>
              <a:gd name="T9" fmla="*/ 173 h 183"/>
              <a:gd name="T10" fmla="*/ 172 w 182"/>
              <a:gd name="T11" fmla="*/ 7 h 183"/>
              <a:gd name="T12" fmla="*/ 7 w 182"/>
              <a:gd name="T13" fmla="*/ 7 h 183"/>
              <a:gd name="T14" fmla="*/ 7 w 182"/>
              <a:gd name="T15" fmla="*/ 90 h 183"/>
              <a:gd name="T16" fmla="*/ 0 w 182"/>
              <a:gd name="T17" fmla="*/ 90 h 183"/>
              <a:gd name="T18" fmla="*/ 0 w 182"/>
              <a:gd name="T19" fmla="*/ 0 h 183"/>
              <a:gd name="T20" fmla="*/ 182 w 182"/>
              <a:gd name="T21" fmla="*/ 0 h 183"/>
              <a:gd name="T22" fmla="*/ 0 w 182"/>
              <a:gd name="T23" fmla="*/ 183 h 183"/>
              <a:gd name="T24" fmla="*/ 0 w 182"/>
              <a:gd name="T25" fmla="*/ 104 h 183"/>
              <a:gd name="T26" fmla="*/ 76 w 182"/>
              <a:gd name="T27" fmla="*/ 104 h 183"/>
              <a:gd name="T28" fmla="*/ 76 w 182"/>
              <a:gd name="T29" fmla="*/ 183 h 183"/>
              <a:gd name="T30" fmla="*/ 0 w 182"/>
              <a:gd name="T31" fmla="*/ 183 h 183"/>
              <a:gd name="T32" fmla="*/ 7 w 182"/>
              <a:gd name="T33" fmla="*/ 114 h 183"/>
              <a:gd name="T34" fmla="*/ 7 w 182"/>
              <a:gd name="T35" fmla="*/ 173 h 183"/>
              <a:gd name="T36" fmla="*/ 68 w 182"/>
              <a:gd name="T37" fmla="*/ 173 h 183"/>
              <a:gd name="T38" fmla="*/ 68 w 182"/>
              <a:gd name="T39" fmla="*/ 114 h 183"/>
              <a:gd name="T40" fmla="*/ 7 w 182"/>
              <a:gd name="T41" fmla="*/ 114 h 183"/>
              <a:gd name="T42" fmla="*/ 142 w 182"/>
              <a:gd name="T43" fmla="*/ 43 h 183"/>
              <a:gd name="T44" fmla="*/ 87 w 182"/>
              <a:gd name="T45" fmla="*/ 100 h 183"/>
              <a:gd name="T46" fmla="*/ 83 w 182"/>
              <a:gd name="T47" fmla="*/ 93 h 183"/>
              <a:gd name="T48" fmla="*/ 137 w 182"/>
              <a:gd name="T49" fmla="*/ 38 h 183"/>
              <a:gd name="T50" fmla="*/ 90 w 182"/>
              <a:gd name="T51" fmla="*/ 38 h 183"/>
              <a:gd name="T52" fmla="*/ 90 w 182"/>
              <a:gd name="T53" fmla="*/ 31 h 183"/>
              <a:gd name="T54" fmla="*/ 151 w 182"/>
              <a:gd name="T55" fmla="*/ 31 h 183"/>
              <a:gd name="T56" fmla="*/ 151 w 182"/>
              <a:gd name="T57" fmla="*/ 90 h 183"/>
              <a:gd name="T58" fmla="*/ 142 w 182"/>
              <a:gd name="T59" fmla="*/ 90 h 183"/>
              <a:gd name="T60" fmla="*/ 142 w 182"/>
              <a:gd name="T61" fmla="*/ 43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82" h="183">
                <a:moveTo>
                  <a:pt x="182" y="0"/>
                </a:moveTo>
                <a:lnTo>
                  <a:pt x="182" y="183"/>
                </a:lnTo>
                <a:lnTo>
                  <a:pt x="90" y="183"/>
                </a:lnTo>
                <a:lnTo>
                  <a:pt x="90" y="173"/>
                </a:lnTo>
                <a:lnTo>
                  <a:pt x="172" y="173"/>
                </a:lnTo>
                <a:lnTo>
                  <a:pt x="172" y="7"/>
                </a:lnTo>
                <a:lnTo>
                  <a:pt x="7" y="7"/>
                </a:lnTo>
                <a:lnTo>
                  <a:pt x="7" y="90"/>
                </a:lnTo>
                <a:lnTo>
                  <a:pt x="0" y="90"/>
                </a:lnTo>
                <a:lnTo>
                  <a:pt x="0" y="0"/>
                </a:lnTo>
                <a:lnTo>
                  <a:pt x="182" y="0"/>
                </a:lnTo>
                <a:close/>
                <a:moveTo>
                  <a:pt x="0" y="183"/>
                </a:moveTo>
                <a:lnTo>
                  <a:pt x="0" y="104"/>
                </a:lnTo>
                <a:lnTo>
                  <a:pt x="76" y="104"/>
                </a:lnTo>
                <a:lnTo>
                  <a:pt x="76" y="183"/>
                </a:lnTo>
                <a:lnTo>
                  <a:pt x="0" y="183"/>
                </a:lnTo>
                <a:close/>
                <a:moveTo>
                  <a:pt x="7" y="114"/>
                </a:moveTo>
                <a:lnTo>
                  <a:pt x="7" y="173"/>
                </a:lnTo>
                <a:lnTo>
                  <a:pt x="68" y="173"/>
                </a:lnTo>
                <a:lnTo>
                  <a:pt x="68" y="114"/>
                </a:lnTo>
                <a:lnTo>
                  <a:pt x="7" y="114"/>
                </a:lnTo>
                <a:close/>
                <a:moveTo>
                  <a:pt x="142" y="43"/>
                </a:moveTo>
                <a:lnTo>
                  <a:pt x="87" y="100"/>
                </a:lnTo>
                <a:lnTo>
                  <a:pt x="83" y="93"/>
                </a:lnTo>
                <a:lnTo>
                  <a:pt x="137" y="38"/>
                </a:lnTo>
                <a:lnTo>
                  <a:pt x="90" y="38"/>
                </a:lnTo>
                <a:lnTo>
                  <a:pt x="90" y="31"/>
                </a:lnTo>
                <a:lnTo>
                  <a:pt x="151" y="31"/>
                </a:lnTo>
                <a:lnTo>
                  <a:pt x="151" y="90"/>
                </a:lnTo>
                <a:lnTo>
                  <a:pt x="142" y="90"/>
                </a:lnTo>
                <a:lnTo>
                  <a:pt x="142" y="4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6477000" y="2982108"/>
            <a:ext cx="288925" cy="290513"/>
          </a:xfrm>
          <a:custGeom>
            <a:avLst/>
            <a:gdLst>
              <a:gd name="T0" fmla="*/ 12 w 182"/>
              <a:gd name="T1" fmla="*/ 7 h 183"/>
              <a:gd name="T2" fmla="*/ 67 w 182"/>
              <a:gd name="T3" fmla="*/ 62 h 183"/>
              <a:gd name="T4" fmla="*/ 62 w 182"/>
              <a:gd name="T5" fmla="*/ 67 h 183"/>
              <a:gd name="T6" fmla="*/ 7 w 182"/>
              <a:gd name="T7" fmla="*/ 12 h 183"/>
              <a:gd name="T8" fmla="*/ 7 w 182"/>
              <a:gd name="T9" fmla="*/ 57 h 183"/>
              <a:gd name="T10" fmla="*/ 0 w 182"/>
              <a:gd name="T11" fmla="*/ 57 h 183"/>
              <a:gd name="T12" fmla="*/ 0 w 182"/>
              <a:gd name="T13" fmla="*/ 0 h 183"/>
              <a:gd name="T14" fmla="*/ 57 w 182"/>
              <a:gd name="T15" fmla="*/ 0 h 183"/>
              <a:gd name="T16" fmla="*/ 57 w 182"/>
              <a:gd name="T17" fmla="*/ 7 h 183"/>
              <a:gd name="T18" fmla="*/ 12 w 182"/>
              <a:gd name="T19" fmla="*/ 7 h 183"/>
              <a:gd name="T20" fmla="*/ 67 w 182"/>
              <a:gd name="T21" fmla="*/ 119 h 183"/>
              <a:gd name="T22" fmla="*/ 12 w 182"/>
              <a:gd name="T23" fmla="*/ 173 h 183"/>
              <a:gd name="T24" fmla="*/ 57 w 182"/>
              <a:gd name="T25" fmla="*/ 173 h 183"/>
              <a:gd name="T26" fmla="*/ 57 w 182"/>
              <a:gd name="T27" fmla="*/ 183 h 183"/>
              <a:gd name="T28" fmla="*/ 0 w 182"/>
              <a:gd name="T29" fmla="*/ 183 h 183"/>
              <a:gd name="T30" fmla="*/ 0 w 182"/>
              <a:gd name="T31" fmla="*/ 126 h 183"/>
              <a:gd name="T32" fmla="*/ 7 w 182"/>
              <a:gd name="T33" fmla="*/ 126 h 183"/>
              <a:gd name="T34" fmla="*/ 7 w 182"/>
              <a:gd name="T35" fmla="*/ 168 h 183"/>
              <a:gd name="T36" fmla="*/ 62 w 182"/>
              <a:gd name="T37" fmla="*/ 114 h 183"/>
              <a:gd name="T38" fmla="*/ 67 w 182"/>
              <a:gd name="T39" fmla="*/ 119 h 183"/>
              <a:gd name="T40" fmla="*/ 182 w 182"/>
              <a:gd name="T41" fmla="*/ 0 h 183"/>
              <a:gd name="T42" fmla="*/ 182 w 182"/>
              <a:gd name="T43" fmla="*/ 57 h 183"/>
              <a:gd name="T44" fmla="*/ 173 w 182"/>
              <a:gd name="T45" fmla="*/ 57 h 183"/>
              <a:gd name="T46" fmla="*/ 173 w 182"/>
              <a:gd name="T47" fmla="*/ 12 h 183"/>
              <a:gd name="T48" fmla="*/ 121 w 182"/>
              <a:gd name="T49" fmla="*/ 67 h 183"/>
              <a:gd name="T50" fmla="*/ 114 w 182"/>
              <a:gd name="T51" fmla="*/ 62 h 183"/>
              <a:gd name="T52" fmla="*/ 168 w 182"/>
              <a:gd name="T53" fmla="*/ 7 h 183"/>
              <a:gd name="T54" fmla="*/ 126 w 182"/>
              <a:gd name="T55" fmla="*/ 7 h 183"/>
              <a:gd name="T56" fmla="*/ 126 w 182"/>
              <a:gd name="T57" fmla="*/ 0 h 183"/>
              <a:gd name="T58" fmla="*/ 182 w 182"/>
              <a:gd name="T59" fmla="*/ 0 h 183"/>
              <a:gd name="T60" fmla="*/ 173 w 182"/>
              <a:gd name="T61" fmla="*/ 126 h 183"/>
              <a:gd name="T62" fmla="*/ 182 w 182"/>
              <a:gd name="T63" fmla="*/ 126 h 183"/>
              <a:gd name="T64" fmla="*/ 182 w 182"/>
              <a:gd name="T65" fmla="*/ 183 h 183"/>
              <a:gd name="T66" fmla="*/ 126 w 182"/>
              <a:gd name="T67" fmla="*/ 183 h 183"/>
              <a:gd name="T68" fmla="*/ 126 w 182"/>
              <a:gd name="T69" fmla="*/ 173 h 183"/>
              <a:gd name="T70" fmla="*/ 168 w 182"/>
              <a:gd name="T71" fmla="*/ 173 h 183"/>
              <a:gd name="T72" fmla="*/ 114 w 182"/>
              <a:gd name="T73" fmla="*/ 119 h 183"/>
              <a:gd name="T74" fmla="*/ 121 w 182"/>
              <a:gd name="T75" fmla="*/ 114 h 183"/>
              <a:gd name="T76" fmla="*/ 173 w 182"/>
              <a:gd name="T77" fmla="*/ 168 h 183"/>
              <a:gd name="T78" fmla="*/ 173 w 182"/>
              <a:gd name="T79" fmla="*/ 126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2" h="183">
                <a:moveTo>
                  <a:pt x="12" y="7"/>
                </a:moveTo>
                <a:lnTo>
                  <a:pt x="67" y="62"/>
                </a:lnTo>
                <a:lnTo>
                  <a:pt x="62" y="67"/>
                </a:lnTo>
                <a:lnTo>
                  <a:pt x="7" y="12"/>
                </a:lnTo>
                <a:lnTo>
                  <a:pt x="7" y="57"/>
                </a:lnTo>
                <a:lnTo>
                  <a:pt x="0" y="57"/>
                </a:lnTo>
                <a:lnTo>
                  <a:pt x="0" y="0"/>
                </a:lnTo>
                <a:lnTo>
                  <a:pt x="57" y="0"/>
                </a:lnTo>
                <a:lnTo>
                  <a:pt x="57" y="7"/>
                </a:lnTo>
                <a:lnTo>
                  <a:pt x="12" y="7"/>
                </a:lnTo>
                <a:close/>
                <a:moveTo>
                  <a:pt x="67" y="119"/>
                </a:moveTo>
                <a:lnTo>
                  <a:pt x="12" y="173"/>
                </a:lnTo>
                <a:lnTo>
                  <a:pt x="57" y="173"/>
                </a:lnTo>
                <a:lnTo>
                  <a:pt x="57" y="183"/>
                </a:lnTo>
                <a:lnTo>
                  <a:pt x="0" y="183"/>
                </a:lnTo>
                <a:lnTo>
                  <a:pt x="0" y="126"/>
                </a:lnTo>
                <a:lnTo>
                  <a:pt x="7" y="126"/>
                </a:lnTo>
                <a:lnTo>
                  <a:pt x="7" y="168"/>
                </a:lnTo>
                <a:lnTo>
                  <a:pt x="62" y="114"/>
                </a:lnTo>
                <a:lnTo>
                  <a:pt x="67" y="119"/>
                </a:lnTo>
                <a:close/>
                <a:moveTo>
                  <a:pt x="182" y="0"/>
                </a:moveTo>
                <a:lnTo>
                  <a:pt x="182" y="57"/>
                </a:lnTo>
                <a:lnTo>
                  <a:pt x="173" y="57"/>
                </a:lnTo>
                <a:lnTo>
                  <a:pt x="173" y="12"/>
                </a:lnTo>
                <a:lnTo>
                  <a:pt x="121" y="67"/>
                </a:lnTo>
                <a:lnTo>
                  <a:pt x="114" y="62"/>
                </a:lnTo>
                <a:lnTo>
                  <a:pt x="168" y="7"/>
                </a:lnTo>
                <a:lnTo>
                  <a:pt x="126" y="7"/>
                </a:lnTo>
                <a:lnTo>
                  <a:pt x="126" y="0"/>
                </a:lnTo>
                <a:lnTo>
                  <a:pt x="182" y="0"/>
                </a:lnTo>
                <a:close/>
                <a:moveTo>
                  <a:pt x="173" y="126"/>
                </a:moveTo>
                <a:lnTo>
                  <a:pt x="182" y="126"/>
                </a:lnTo>
                <a:lnTo>
                  <a:pt x="182" y="183"/>
                </a:lnTo>
                <a:lnTo>
                  <a:pt x="126" y="183"/>
                </a:lnTo>
                <a:lnTo>
                  <a:pt x="126" y="173"/>
                </a:lnTo>
                <a:lnTo>
                  <a:pt x="168" y="173"/>
                </a:lnTo>
                <a:lnTo>
                  <a:pt x="114" y="119"/>
                </a:lnTo>
                <a:lnTo>
                  <a:pt x="121" y="114"/>
                </a:lnTo>
                <a:lnTo>
                  <a:pt x="173" y="168"/>
                </a:lnTo>
                <a:lnTo>
                  <a:pt x="173" y="12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7054850" y="2982108"/>
            <a:ext cx="211138" cy="290513"/>
          </a:xfrm>
          <a:custGeom>
            <a:avLst/>
            <a:gdLst>
              <a:gd name="T0" fmla="*/ 133 w 133"/>
              <a:gd name="T1" fmla="*/ 64 h 183"/>
              <a:gd name="T2" fmla="*/ 133 w 133"/>
              <a:gd name="T3" fmla="*/ 183 h 183"/>
              <a:gd name="T4" fmla="*/ 0 w 133"/>
              <a:gd name="T5" fmla="*/ 183 h 183"/>
              <a:gd name="T6" fmla="*/ 0 w 133"/>
              <a:gd name="T7" fmla="*/ 0 h 183"/>
              <a:gd name="T8" fmla="*/ 69 w 133"/>
              <a:gd name="T9" fmla="*/ 0 h 183"/>
              <a:gd name="T10" fmla="*/ 133 w 133"/>
              <a:gd name="T11" fmla="*/ 64 h 183"/>
              <a:gd name="T12" fmla="*/ 8 w 133"/>
              <a:gd name="T13" fmla="*/ 173 h 183"/>
              <a:gd name="T14" fmla="*/ 126 w 133"/>
              <a:gd name="T15" fmla="*/ 173 h 183"/>
              <a:gd name="T16" fmla="*/ 126 w 133"/>
              <a:gd name="T17" fmla="*/ 69 h 183"/>
              <a:gd name="T18" fmla="*/ 62 w 133"/>
              <a:gd name="T19" fmla="*/ 69 h 183"/>
              <a:gd name="T20" fmla="*/ 62 w 133"/>
              <a:gd name="T21" fmla="*/ 7 h 183"/>
              <a:gd name="T22" fmla="*/ 8 w 133"/>
              <a:gd name="T23" fmla="*/ 7 h 183"/>
              <a:gd name="T24" fmla="*/ 8 w 133"/>
              <a:gd name="T25" fmla="*/ 173 h 183"/>
              <a:gd name="T26" fmla="*/ 69 w 133"/>
              <a:gd name="T27" fmla="*/ 10 h 183"/>
              <a:gd name="T28" fmla="*/ 69 w 133"/>
              <a:gd name="T29" fmla="*/ 59 h 183"/>
              <a:gd name="T30" fmla="*/ 119 w 133"/>
              <a:gd name="T31" fmla="*/ 59 h 183"/>
              <a:gd name="T32" fmla="*/ 69 w 133"/>
              <a:gd name="T33" fmla="*/ 10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3" h="183">
                <a:moveTo>
                  <a:pt x="133" y="64"/>
                </a:moveTo>
                <a:lnTo>
                  <a:pt x="133" y="183"/>
                </a:lnTo>
                <a:lnTo>
                  <a:pt x="0" y="183"/>
                </a:lnTo>
                <a:lnTo>
                  <a:pt x="0" y="0"/>
                </a:lnTo>
                <a:lnTo>
                  <a:pt x="69" y="0"/>
                </a:lnTo>
                <a:lnTo>
                  <a:pt x="133" y="64"/>
                </a:lnTo>
                <a:close/>
                <a:moveTo>
                  <a:pt x="8" y="173"/>
                </a:moveTo>
                <a:lnTo>
                  <a:pt x="126" y="173"/>
                </a:lnTo>
                <a:lnTo>
                  <a:pt x="126" y="69"/>
                </a:lnTo>
                <a:lnTo>
                  <a:pt x="62" y="69"/>
                </a:lnTo>
                <a:lnTo>
                  <a:pt x="62" y="7"/>
                </a:lnTo>
                <a:lnTo>
                  <a:pt x="8" y="7"/>
                </a:lnTo>
                <a:lnTo>
                  <a:pt x="8" y="173"/>
                </a:lnTo>
                <a:close/>
                <a:moveTo>
                  <a:pt x="69" y="10"/>
                </a:moveTo>
                <a:lnTo>
                  <a:pt x="69" y="59"/>
                </a:lnTo>
                <a:lnTo>
                  <a:pt x="119" y="59"/>
                </a:lnTo>
                <a:lnTo>
                  <a:pt x="69" y="1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7546975" y="2986871"/>
            <a:ext cx="311150" cy="277813"/>
          </a:xfrm>
          <a:custGeom>
            <a:avLst/>
            <a:gdLst>
              <a:gd name="T0" fmla="*/ 76 w 196"/>
              <a:gd name="T1" fmla="*/ 175 h 175"/>
              <a:gd name="T2" fmla="*/ 76 w 196"/>
              <a:gd name="T3" fmla="*/ 101 h 175"/>
              <a:gd name="T4" fmla="*/ 0 w 196"/>
              <a:gd name="T5" fmla="*/ 0 h 175"/>
              <a:gd name="T6" fmla="*/ 196 w 196"/>
              <a:gd name="T7" fmla="*/ 0 h 175"/>
              <a:gd name="T8" fmla="*/ 121 w 196"/>
              <a:gd name="T9" fmla="*/ 101 h 175"/>
              <a:gd name="T10" fmla="*/ 121 w 196"/>
              <a:gd name="T11" fmla="*/ 175 h 175"/>
              <a:gd name="T12" fmla="*/ 76 w 196"/>
              <a:gd name="T13" fmla="*/ 175 h 175"/>
              <a:gd name="T14" fmla="*/ 114 w 196"/>
              <a:gd name="T15" fmla="*/ 168 h 175"/>
              <a:gd name="T16" fmla="*/ 114 w 196"/>
              <a:gd name="T17" fmla="*/ 99 h 175"/>
              <a:gd name="T18" fmla="*/ 180 w 196"/>
              <a:gd name="T19" fmla="*/ 9 h 175"/>
              <a:gd name="T20" fmla="*/ 14 w 196"/>
              <a:gd name="T21" fmla="*/ 9 h 175"/>
              <a:gd name="T22" fmla="*/ 83 w 196"/>
              <a:gd name="T23" fmla="*/ 99 h 175"/>
              <a:gd name="T24" fmla="*/ 83 w 196"/>
              <a:gd name="T25" fmla="*/ 168 h 175"/>
              <a:gd name="T26" fmla="*/ 114 w 196"/>
              <a:gd name="T27" fmla="*/ 168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96" h="175">
                <a:moveTo>
                  <a:pt x="76" y="175"/>
                </a:moveTo>
                <a:lnTo>
                  <a:pt x="76" y="101"/>
                </a:lnTo>
                <a:lnTo>
                  <a:pt x="0" y="0"/>
                </a:lnTo>
                <a:lnTo>
                  <a:pt x="196" y="0"/>
                </a:lnTo>
                <a:lnTo>
                  <a:pt x="121" y="101"/>
                </a:lnTo>
                <a:lnTo>
                  <a:pt x="121" y="175"/>
                </a:lnTo>
                <a:lnTo>
                  <a:pt x="76" y="175"/>
                </a:lnTo>
                <a:close/>
                <a:moveTo>
                  <a:pt x="114" y="168"/>
                </a:moveTo>
                <a:lnTo>
                  <a:pt x="114" y="99"/>
                </a:lnTo>
                <a:lnTo>
                  <a:pt x="180" y="9"/>
                </a:lnTo>
                <a:lnTo>
                  <a:pt x="14" y="9"/>
                </a:lnTo>
                <a:lnTo>
                  <a:pt x="83" y="99"/>
                </a:lnTo>
                <a:lnTo>
                  <a:pt x="83" y="168"/>
                </a:lnTo>
                <a:lnTo>
                  <a:pt x="114" y="16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8132763" y="2993221"/>
            <a:ext cx="217488" cy="263525"/>
          </a:xfrm>
          <a:custGeom>
            <a:avLst/>
            <a:gdLst>
              <a:gd name="T0" fmla="*/ 58 w 58"/>
              <a:gd name="T1" fmla="*/ 39 h 70"/>
              <a:gd name="T2" fmla="*/ 52 w 58"/>
              <a:gd name="T3" fmla="*/ 41 h 70"/>
              <a:gd name="T4" fmla="*/ 37 w 58"/>
              <a:gd name="T5" fmla="*/ 42 h 70"/>
              <a:gd name="T6" fmla="*/ 30 w 58"/>
              <a:gd name="T7" fmla="*/ 41 h 70"/>
              <a:gd name="T8" fmla="*/ 24 w 58"/>
              <a:gd name="T9" fmla="*/ 39 h 70"/>
              <a:gd name="T10" fmla="*/ 17 w 58"/>
              <a:gd name="T11" fmla="*/ 38 h 70"/>
              <a:gd name="T12" fmla="*/ 7 w 58"/>
              <a:gd name="T13" fmla="*/ 39 h 70"/>
              <a:gd name="T14" fmla="*/ 4 w 58"/>
              <a:gd name="T15" fmla="*/ 70 h 70"/>
              <a:gd name="T16" fmla="*/ 0 w 58"/>
              <a:gd name="T17" fmla="*/ 3 h 70"/>
              <a:gd name="T18" fmla="*/ 4 w 58"/>
              <a:gd name="T19" fmla="*/ 1 h 70"/>
              <a:gd name="T20" fmla="*/ 18 w 58"/>
              <a:gd name="T21" fmla="*/ 0 h 70"/>
              <a:gd name="T22" fmla="*/ 24 w 58"/>
              <a:gd name="T23" fmla="*/ 1 h 70"/>
              <a:gd name="T24" fmla="*/ 31 w 58"/>
              <a:gd name="T25" fmla="*/ 2 h 70"/>
              <a:gd name="T26" fmla="*/ 37 w 58"/>
              <a:gd name="T27" fmla="*/ 3 h 70"/>
              <a:gd name="T28" fmla="*/ 56 w 58"/>
              <a:gd name="T29" fmla="*/ 2 h 70"/>
              <a:gd name="T30" fmla="*/ 55 w 58"/>
              <a:gd name="T31" fmla="*/ 37 h 70"/>
              <a:gd name="T32" fmla="*/ 52 w 58"/>
              <a:gd name="T33" fmla="*/ 6 h 70"/>
              <a:gd name="T34" fmla="*/ 45 w 58"/>
              <a:gd name="T35" fmla="*/ 7 h 70"/>
              <a:gd name="T36" fmla="*/ 37 w 58"/>
              <a:gd name="T37" fmla="*/ 7 h 70"/>
              <a:gd name="T38" fmla="*/ 30 w 58"/>
              <a:gd name="T39" fmla="*/ 6 h 70"/>
              <a:gd name="T40" fmla="*/ 24 w 58"/>
              <a:gd name="T41" fmla="*/ 4 h 70"/>
              <a:gd name="T42" fmla="*/ 17 w 58"/>
              <a:gd name="T43" fmla="*/ 3 h 70"/>
              <a:gd name="T44" fmla="*/ 7 w 58"/>
              <a:gd name="T45" fmla="*/ 4 h 70"/>
              <a:gd name="T46" fmla="*/ 4 w 58"/>
              <a:gd name="T47" fmla="*/ 36 h 70"/>
              <a:gd name="T48" fmla="*/ 8 w 58"/>
              <a:gd name="T49" fmla="*/ 35 h 70"/>
              <a:gd name="T50" fmla="*/ 14 w 58"/>
              <a:gd name="T51" fmla="*/ 35 h 70"/>
              <a:gd name="T52" fmla="*/ 21 w 58"/>
              <a:gd name="T53" fmla="*/ 36 h 70"/>
              <a:gd name="T54" fmla="*/ 27 w 58"/>
              <a:gd name="T55" fmla="*/ 37 h 70"/>
              <a:gd name="T56" fmla="*/ 34 w 58"/>
              <a:gd name="T57" fmla="*/ 38 h 70"/>
              <a:gd name="T58" fmla="*/ 41 w 58"/>
              <a:gd name="T59" fmla="*/ 39 h 70"/>
              <a:gd name="T60" fmla="*/ 50 w 58"/>
              <a:gd name="T61" fmla="*/ 38 h 70"/>
              <a:gd name="T62" fmla="*/ 55 w 58"/>
              <a:gd name="T63" fmla="*/ 3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8" h="70">
                <a:moveTo>
                  <a:pt x="58" y="1"/>
                </a:moveTo>
                <a:cubicBezTo>
                  <a:pt x="58" y="39"/>
                  <a:pt x="58" y="39"/>
                  <a:pt x="58" y="39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5" y="40"/>
                  <a:pt x="52" y="41"/>
                </a:cubicBezTo>
                <a:cubicBezTo>
                  <a:pt x="50" y="42"/>
                  <a:pt x="46" y="42"/>
                  <a:pt x="41" y="42"/>
                </a:cubicBezTo>
                <a:cubicBezTo>
                  <a:pt x="40" y="42"/>
                  <a:pt x="38" y="42"/>
                  <a:pt x="37" y="42"/>
                </a:cubicBezTo>
                <a:cubicBezTo>
                  <a:pt x="36" y="42"/>
                  <a:pt x="35" y="42"/>
                  <a:pt x="34" y="41"/>
                </a:cubicBezTo>
                <a:cubicBezTo>
                  <a:pt x="33" y="41"/>
                  <a:pt x="31" y="41"/>
                  <a:pt x="30" y="41"/>
                </a:cubicBezTo>
                <a:cubicBezTo>
                  <a:pt x="29" y="41"/>
                  <a:pt x="28" y="40"/>
                  <a:pt x="27" y="40"/>
                </a:cubicBezTo>
                <a:cubicBezTo>
                  <a:pt x="26" y="40"/>
                  <a:pt x="25" y="40"/>
                  <a:pt x="24" y="39"/>
                </a:cubicBezTo>
                <a:cubicBezTo>
                  <a:pt x="23" y="39"/>
                  <a:pt x="22" y="39"/>
                  <a:pt x="21" y="39"/>
                </a:cubicBezTo>
                <a:cubicBezTo>
                  <a:pt x="19" y="39"/>
                  <a:pt x="18" y="39"/>
                  <a:pt x="17" y="38"/>
                </a:cubicBezTo>
                <a:cubicBezTo>
                  <a:pt x="16" y="38"/>
                  <a:pt x="15" y="38"/>
                  <a:pt x="14" y="38"/>
                </a:cubicBezTo>
                <a:cubicBezTo>
                  <a:pt x="11" y="38"/>
                  <a:pt x="9" y="38"/>
                  <a:pt x="7" y="39"/>
                </a:cubicBezTo>
                <a:cubicBezTo>
                  <a:pt x="5" y="39"/>
                  <a:pt x="4" y="40"/>
                  <a:pt x="4" y="40"/>
                </a:cubicBezTo>
                <a:cubicBezTo>
                  <a:pt x="4" y="70"/>
                  <a:pt x="4" y="70"/>
                  <a:pt x="4" y="70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3"/>
                  <a:pt x="0" y="3"/>
                  <a:pt x="0" y="3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2" y="2"/>
                  <a:pt x="4" y="1"/>
                </a:cubicBezTo>
                <a:cubicBezTo>
                  <a:pt x="6" y="0"/>
                  <a:pt x="9" y="0"/>
                  <a:pt x="14" y="0"/>
                </a:cubicBezTo>
                <a:cubicBezTo>
                  <a:pt x="15" y="0"/>
                  <a:pt x="16" y="0"/>
                  <a:pt x="18" y="0"/>
                </a:cubicBezTo>
                <a:cubicBezTo>
                  <a:pt x="19" y="0"/>
                  <a:pt x="20" y="0"/>
                  <a:pt x="21" y="0"/>
                </a:cubicBezTo>
                <a:cubicBezTo>
                  <a:pt x="22" y="1"/>
                  <a:pt x="23" y="1"/>
                  <a:pt x="24" y="1"/>
                </a:cubicBezTo>
                <a:cubicBezTo>
                  <a:pt x="25" y="1"/>
                  <a:pt x="26" y="1"/>
                  <a:pt x="27" y="2"/>
                </a:cubicBezTo>
                <a:cubicBezTo>
                  <a:pt x="29" y="2"/>
                  <a:pt x="30" y="2"/>
                  <a:pt x="31" y="2"/>
                </a:cubicBezTo>
                <a:cubicBezTo>
                  <a:pt x="32" y="3"/>
                  <a:pt x="33" y="3"/>
                  <a:pt x="34" y="3"/>
                </a:cubicBezTo>
                <a:cubicBezTo>
                  <a:pt x="35" y="3"/>
                  <a:pt x="36" y="3"/>
                  <a:pt x="37" y="3"/>
                </a:cubicBezTo>
                <a:cubicBezTo>
                  <a:pt x="39" y="4"/>
                  <a:pt x="40" y="4"/>
                  <a:pt x="41" y="4"/>
                </a:cubicBezTo>
                <a:cubicBezTo>
                  <a:pt x="45" y="4"/>
                  <a:pt x="50" y="3"/>
                  <a:pt x="56" y="2"/>
                </a:cubicBezTo>
                <a:lnTo>
                  <a:pt x="58" y="1"/>
                </a:lnTo>
                <a:close/>
                <a:moveTo>
                  <a:pt x="55" y="37"/>
                </a:moveTo>
                <a:cubicBezTo>
                  <a:pt x="55" y="5"/>
                  <a:pt x="55" y="5"/>
                  <a:pt x="55" y="5"/>
                </a:cubicBezTo>
                <a:cubicBezTo>
                  <a:pt x="54" y="5"/>
                  <a:pt x="53" y="6"/>
                  <a:pt x="52" y="6"/>
                </a:cubicBezTo>
                <a:cubicBezTo>
                  <a:pt x="52" y="6"/>
                  <a:pt x="50" y="6"/>
                  <a:pt x="49" y="6"/>
                </a:cubicBezTo>
                <a:cubicBezTo>
                  <a:pt x="48" y="6"/>
                  <a:pt x="47" y="7"/>
                  <a:pt x="45" y="7"/>
                </a:cubicBezTo>
                <a:cubicBezTo>
                  <a:pt x="44" y="7"/>
                  <a:pt x="42" y="7"/>
                  <a:pt x="41" y="7"/>
                </a:cubicBezTo>
                <a:cubicBezTo>
                  <a:pt x="40" y="7"/>
                  <a:pt x="38" y="7"/>
                  <a:pt x="37" y="7"/>
                </a:cubicBezTo>
                <a:cubicBezTo>
                  <a:pt x="36" y="6"/>
                  <a:pt x="35" y="6"/>
                  <a:pt x="34" y="6"/>
                </a:cubicBezTo>
                <a:cubicBezTo>
                  <a:pt x="33" y="6"/>
                  <a:pt x="31" y="6"/>
                  <a:pt x="30" y="6"/>
                </a:cubicBezTo>
                <a:cubicBezTo>
                  <a:pt x="29" y="5"/>
                  <a:pt x="28" y="5"/>
                  <a:pt x="27" y="5"/>
                </a:cubicBezTo>
                <a:cubicBezTo>
                  <a:pt x="26" y="5"/>
                  <a:pt x="25" y="4"/>
                  <a:pt x="24" y="4"/>
                </a:cubicBezTo>
                <a:cubicBezTo>
                  <a:pt x="23" y="4"/>
                  <a:pt x="22" y="4"/>
                  <a:pt x="21" y="4"/>
                </a:cubicBezTo>
                <a:cubicBezTo>
                  <a:pt x="19" y="3"/>
                  <a:pt x="18" y="3"/>
                  <a:pt x="17" y="3"/>
                </a:cubicBezTo>
                <a:cubicBezTo>
                  <a:pt x="16" y="3"/>
                  <a:pt x="15" y="3"/>
                  <a:pt x="14" y="3"/>
                </a:cubicBezTo>
                <a:cubicBezTo>
                  <a:pt x="11" y="3"/>
                  <a:pt x="9" y="3"/>
                  <a:pt x="7" y="4"/>
                </a:cubicBezTo>
                <a:cubicBezTo>
                  <a:pt x="5" y="4"/>
                  <a:pt x="4" y="4"/>
                  <a:pt x="4" y="5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6"/>
                  <a:pt x="5" y="36"/>
                  <a:pt x="5" y="36"/>
                </a:cubicBezTo>
                <a:cubicBezTo>
                  <a:pt x="6" y="36"/>
                  <a:pt x="7" y="36"/>
                  <a:pt x="8" y="35"/>
                </a:cubicBezTo>
                <a:cubicBezTo>
                  <a:pt x="8" y="35"/>
                  <a:pt x="9" y="35"/>
                  <a:pt x="10" y="35"/>
                </a:cubicBezTo>
                <a:cubicBezTo>
                  <a:pt x="12" y="35"/>
                  <a:pt x="13" y="35"/>
                  <a:pt x="14" y="35"/>
                </a:cubicBezTo>
                <a:cubicBezTo>
                  <a:pt x="15" y="35"/>
                  <a:pt x="16" y="35"/>
                  <a:pt x="18" y="35"/>
                </a:cubicBezTo>
                <a:cubicBezTo>
                  <a:pt x="19" y="35"/>
                  <a:pt x="20" y="36"/>
                  <a:pt x="21" y="36"/>
                </a:cubicBezTo>
                <a:cubicBezTo>
                  <a:pt x="22" y="36"/>
                  <a:pt x="23" y="36"/>
                  <a:pt x="24" y="36"/>
                </a:cubicBezTo>
                <a:cubicBezTo>
                  <a:pt x="25" y="36"/>
                  <a:pt x="26" y="37"/>
                  <a:pt x="27" y="37"/>
                </a:cubicBezTo>
                <a:cubicBezTo>
                  <a:pt x="29" y="37"/>
                  <a:pt x="30" y="37"/>
                  <a:pt x="31" y="38"/>
                </a:cubicBezTo>
                <a:cubicBezTo>
                  <a:pt x="32" y="38"/>
                  <a:pt x="33" y="38"/>
                  <a:pt x="34" y="38"/>
                </a:cubicBezTo>
                <a:cubicBezTo>
                  <a:pt x="35" y="38"/>
                  <a:pt x="36" y="39"/>
                  <a:pt x="37" y="39"/>
                </a:cubicBezTo>
                <a:cubicBezTo>
                  <a:pt x="39" y="39"/>
                  <a:pt x="40" y="39"/>
                  <a:pt x="41" y="39"/>
                </a:cubicBezTo>
                <a:cubicBezTo>
                  <a:pt x="43" y="39"/>
                  <a:pt x="44" y="39"/>
                  <a:pt x="46" y="39"/>
                </a:cubicBezTo>
                <a:cubicBezTo>
                  <a:pt x="47" y="39"/>
                  <a:pt x="48" y="38"/>
                  <a:pt x="50" y="38"/>
                </a:cubicBezTo>
                <a:cubicBezTo>
                  <a:pt x="51" y="38"/>
                  <a:pt x="52" y="38"/>
                  <a:pt x="53" y="38"/>
                </a:cubicBezTo>
                <a:cubicBezTo>
                  <a:pt x="53" y="37"/>
                  <a:pt x="54" y="37"/>
                  <a:pt x="55" y="3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8639175" y="3001158"/>
            <a:ext cx="288925" cy="247650"/>
          </a:xfrm>
          <a:custGeom>
            <a:avLst/>
            <a:gdLst>
              <a:gd name="T0" fmla="*/ 70 w 77"/>
              <a:gd name="T1" fmla="*/ 8 h 66"/>
              <a:gd name="T2" fmla="*/ 73 w 77"/>
              <a:gd name="T3" fmla="*/ 9 h 66"/>
              <a:gd name="T4" fmla="*/ 75 w 77"/>
              <a:gd name="T5" fmla="*/ 10 h 66"/>
              <a:gd name="T6" fmla="*/ 76 w 77"/>
              <a:gd name="T7" fmla="*/ 12 h 66"/>
              <a:gd name="T8" fmla="*/ 77 w 77"/>
              <a:gd name="T9" fmla="*/ 15 h 66"/>
              <a:gd name="T10" fmla="*/ 77 w 77"/>
              <a:gd name="T11" fmla="*/ 60 h 66"/>
              <a:gd name="T12" fmla="*/ 76 w 77"/>
              <a:gd name="T13" fmla="*/ 62 h 66"/>
              <a:gd name="T14" fmla="*/ 75 w 77"/>
              <a:gd name="T15" fmla="*/ 64 h 66"/>
              <a:gd name="T16" fmla="*/ 73 w 77"/>
              <a:gd name="T17" fmla="*/ 65 h 66"/>
              <a:gd name="T18" fmla="*/ 70 w 77"/>
              <a:gd name="T19" fmla="*/ 66 h 66"/>
              <a:gd name="T20" fmla="*/ 6 w 77"/>
              <a:gd name="T21" fmla="*/ 66 h 66"/>
              <a:gd name="T22" fmla="*/ 4 w 77"/>
              <a:gd name="T23" fmla="*/ 65 h 66"/>
              <a:gd name="T24" fmla="*/ 2 w 77"/>
              <a:gd name="T25" fmla="*/ 64 h 66"/>
              <a:gd name="T26" fmla="*/ 0 w 77"/>
              <a:gd name="T27" fmla="*/ 62 h 66"/>
              <a:gd name="T28" fmla="*/ 0 w 77"/>
              <a:gd name="T29" fmla="*/ 60 h 66"/>
              <a:gd name="T30" fmla="*/ 0 w 77"/>
              <a:gd name="T31" fmla="*/ 7 h 66"/>
              <a:gd name="T32" fmla="*/ 0 w 77"/>
              <a:gd name="T33" fmla="*/ 4 h 66"/>
              <a:gd name="T34" fmla="*/ 2 w 77"/>
              <a:gd name="T35" fmla="*/ 2 h 66"/>
              <a:gd name="T36" fmla="*/ 4 w 77"/>
              <a:gd name="T37" fmla="*/ 1 h 66"/>
              <a:gd name="T38" fmla="*/ 6 w 77"/>
              <a:gd name="T39" fmla="*/ 0 h 66"/>
              <a:gd name="T40" fmla="*/ 22 w 77"/>
              <a:gd name="T41" fmla="*/ 0 h 66"/>
              <a:gd name="T42" fmla="*/ 25 w 77"/>
              <a:gd name="T43" fmla="*/ 1 h 66"/>
              <a:gd name="T44" fmla="*/ 27 w 77"/>
              <a:gd name="T45" fmla="*/ 2 h 66"/>
              <a:gd name="T46" fmla="*/ 28 w 77"/>
              <a:gd name="T47" fmla="*/ 4 h 66"/>
              <a:gd name="T48" fmla="*/ 29 w 77"/>
              <a:gd name="T49" fmla="*/ 7 h 66"/>
              <a:gd name="T50" fmla="*/ 29 w 77"/>
              <a:gd name="T51" fmla="*/ 8 h 66"/>
              <a:gd name="T52" fmla="*/ 70 w 77"/>
              <a:gd name="T53" fmla="*/ 8 h 66"/>
              <a:gd name="T54" fmla="*/ 3 w 77"/>
              <a:gd name="T55" fmla="*/ 7 h 66"/>
              <a:gd name="T56" fmla="*/ 3 w 77"/>
              <a:gd name="T57" fmla="*/ 18 h 66"/>
              <a:gd name="T58" fmla="*/ 73 w 77"/>
              <a:gd name="T59" fmla="*/ 18 h 66"/>
              <a:gd name="T60" fmla="*/ 73 w 77"/>
              <a:gd name="T61" fmla="*/ 15 h 66"/>
              <a:gd name="T62" fmla="*/ 72 w 77"/>
              <a:gd name="T63" fmla="*/ 12 h 66"/>
              <a:gd name="T64" fmla="*/ 70 w 77"/>
              <a:gd name="T65" fmla="*/ 12 h 66"/>
              <a:gd name="T66" fmla="*/ 25 w 77"/>
              <a:gd name="T67" fmla="*/ 12 h 66"/>
              <a:gd name="T68" fmla="*/ 25 w 77"/>
              <a:gd name="T69" fmla="*/ 7 h 66"/>
              <a:gd name="T70" fmla="*/ 24 w 77"/>
              <a:gd name="T71" fmla="*/ 4 h 66"/>
              <a:gd name="T72" fmla="*/ 22 w 77"/>
              <a:gd name="T73" fmla="*/ 3 h 66"/>
              <a:gd name="T74" fmla="*/ 6 w 77"/>
              <a:gd name="T75" fmla="*/ 3 h 66"/>
              <a:gd name="T76" fmla="*/ 4 w 77"/>
              <a:gd name="T77" fmla="*/ 4 h 66"/>
              <a:gd name="T78" fmla="*/ 3 w 77"/>
              <a:gd name="T79" fmla="*/ 7 h 66"/>
              <a:gd name="T80" fmla="*/ 70 w 77"/>
              <a:gd name="T81" fmla="*/ 63 h 66"/>
              <a:gd name="T82" fmla="*/ 72 w 77"/>
              <a:gd name="T83" fmla="*/ 62 h 66"/>
              <a:gd name="T84" fmla="*/ 73 w 77"/>
              <a:gd name="T85" fmla="*/ 60 h 66"/>
              <a:gd name="T86" fmla="*/ 73 w 77"/>
              <a:gd name="T87" fmla="*/ 21 h 66"/>
              <a:gd name="T88" fmla="*/ 3 w 77"/>
              <a:gd name="T89" fmla="*/ 21 h 66"/>
              <a:gd name="T90" fmla="*/ 3 w 77"/>
              <a:gd name="T91" fmla="*/ 60 h 66"/>
              <a:gd name="T92" fmla="*/ 4 w 77"/>
              <a:gd name="T93" fmla="*/ 62 h 66"/>
              <a:gd name="T94" fmla="*/ 6 w 77"/>
              <a:gd name="T95" fmla="*/ 63 h 66"/>
              <a:gd name="T96" fmla="*/ 70 w 77"/>
              <a:gd name="T97" fmla="*/ 6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" h="66">
                <a:moveTo>
                  <a:pt x="70" y="8"/>
                </a:moveTo>
                <a:cubicBezTo>
                  <a:pt x="71" y="8"/>
                  <a:pt x="72" y="8"/>
                  <a:pt x="73" y="9"/>
                </a:cubicBezTo>
                <a:cubicBezTo>
                  <a:pt x="73" y="9"/>
                  <a:pt x="74" y="10"/>
                  <a:pt x="75" y="10"/>
                </a:cubicBezTo>
                <a:cubicBezTo>
                  <a:pt x="75" y="11"/>
                  <a:pt x="76" y="11"/>
                  <a:pt x="76" y="12"/>
                </a:cubicBezTo>
                <a:cubicBezTo>
                  <a:pt x="76" y="13"/>
                  <a:pt x="77" y="14"/>
                  <a:pt x="77" y="15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1"/>
                  <a:pt x="76" y="62"/>
                </a:cubicBezTo>
                <a:cubicBezTo>
                  <a:pt x="76" y="63"/>
                  <a:pt x="75" y="63"/>
                  <a:pt x="75" y="64"/>
                </a:cubicBezTo>
                <a:cubicBezTo>
                  <a:pt x="74" y="65"/>
                  <a:pt x="73" y="65"/>
                  <a:pt x="73" y="65"/>
                </a:cubicBezTo>
                <a:cubicBezTo>
                  <a:pt x="72" y="66"/>
                  <a:pt x="71" y="66"/>
                  <a:pt x="70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5" y="66"/>
                  <a:pt x="4" y="66"/>
                  <a:pt x="4" y="65"/>
                </a:cubicBezTo>
                <a:cubicBezTo>
                  <a:pt x="3" y="65"/>
                  <a:pt x="2" y="65"/>
                  <a:pt x="2" y="64"/>
                </a:cubicBezTo>
                <a:cubicBezTo>
                  <a:pt x="1" y="63"/>
                  <a:pt x="1" y="63"/>
                  <a:pt x="0" y="62"/>
                </a:cubicBezTo>
                <a:cubicBezTo>
                  <a:pt x="0" y="61"/>
                  <a:pt x="0" y="60"/>
                  <a:pt x="0" y="60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5"/>
                  <a:pt x="0" y="4"/>
                </a:cubicBezTo>
                <a:cubicBezTo>
                  <a:pt x="1" y="3"/>
                  <a:pt x="1" y="3"/>
                  <a:pt x="2" y="2"/>
                </a:cubicBezTo>
                <a:cubicBezTo>
                  <a:pt x="2" y="2"/>
                  <a:pt x="3" y="1"/>
                  <a:pt x="4" y="1"/>
                </a:cubicBezTo>
                <a:cubicBezTo>
                  <a:pt x="4" y="0"/>
                  <a:pt x="5" y="0"/>
                  <a:pt x="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0"/>
                  <a:pt x="25" y="1"/>
                </a:cubicBezTo>
                <a:cubicBezTo>
                  <a:pt x="25" y="1"/>
                  <a:pt x="26" y="2"/>
                  <a:pt x="27" y="2"/>
                </a:cubicBezTo>
                <a:cubicBezTo>
                  <a:pt x="27" y="3"/>
                  <a:pt x="28" y="3"/>
                  <a:pt x="28" y="4"/>
                </a:cubicBezTo>
                <a:cubicBezTo>
                  <a:pt x="28" y="5"/>
                  <a:pt x="29" y="6"/>
                  <a:pt x="29" y="7"/>
                </a:cubicBezTo>
                <a:cubicBezTo>
                  <a:pt x="29" y="8"/>
                  <a:pt x="29" y="8"/>
                  <a:pt x="29" y="8"/>
                </a:cubicBezTo>
                <a:lnTo>
                  <a:pt x="70" y="8"/>
                </a:lnTo>
                <a:close/>
                <a:moveTo>
                  <a:pt x="3" y="7"/>
                </a:moveTo>
                <a:cubicBezTo>
                  <a:pt x="3" y="18"/>
                  <a:pt x="3" y="18"/>
                  <a:pt x="3" y="18"/>
                </a:cubicBezTo>
                <a:cubicBezTo>
                  <a:pt x="73" y="18"/>
                  <a:pt x="73" y="18"/>
                  <a:pt x="73" y="18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4"/>
                  <a:pt x="73" y="13"/>
                  <a:pt x="72" y="12"/>
                </a:cubicBezTo>
                <a:cubicBezTo>
                  <a:pt x="72" y="12"/>
                  <a:pt x="71" y="12"/>
                  <a:pt x="70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5" y="5"/>
                  <a:pt x="24" y="4"/>
                </a:cubicBezTo>
                <a:cubicBezTo>
                  <a:pt x="24" y="4"/>
                  <a:pt x="23" y="3"/>
                  <a:pt x="22" y="3"/>
                </a:cubicBezTo>
                <a:cubicBezTo>
                  <a:pt x="6" y="3"/>
                  <a:pt x="6" y="3"/>
                  <a:pt x="6" y="3"/>
                </a:cubicBezTo>
                <a:cubicBezTo>
                  <a:pt x="5" y="3"/>
                  <a:pt x="4" y="4"/>
                  <a:pt x="4" y="4"/>
                </a:cubicBezTo>
                <a:cubicBezTo>
                  <a:pt x="3" y="5"/>
                  <a:pt x="3" y="6"/>
                  <a:pt x="3" y="7"/>
                </a:cubicBezTo>
                <a:close/>
                <a:moveTo>
                  <a:pt x="70" y="63"/>
                </a:moveTo>
                <a:cubicBezTo>
                  <a:pt x="71" y="63"/>
                  <a:pt x="72" y="62"/>
                  <a:pt x="72" y="62"/>
                </a:cubicBezTo>
                <a:cubicBezTo>
                  <a:pt x="73" y="61"/>
                  <a:pt x="73" y="60"/>
                  <a:pt x="73" y="60"/>
                </a:cubicBezTo>
                <a:cubicBezTo>
                  <a:pt x="73" y="21"/>
                  <a:pt x="73" y="21"/>
                  <a:pt x="73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60"/>
                  <a:pt x="3" y="60"/>
                  <a:pt x="3" y="60"/>
                </a:cubicBezTo>
                <a:cubicBezTo>
                  <a:pt x="3" y="60"/>
                  <a:pt x="3" y="61"/>
                  <a:pt x="4" y="62"/>
                </a:cubicBezTo>
                <a:cubicBezTo>
                  <a:pt x="4" y="62"/>
                  <a:pt x="5" y="63"/>
                  <a:pt x="6" y="63"/>
                </a:cubicBezTo>
                <a:lnTo>
                  <a:pt x="70" y="6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9180513" y="2967821"/>
            <a:ext cx="288925" cy="315913"/>
          </a:xfrm>
          <a:custGeom>
            <a:avLst/>
            <a:gdLst>
              <a:gd name="T0" fmla="*/ 77 w 77"/>
              <a:gd name="T1" fmla="*/ 23 h 84"/>
              <a:gd name="T2" fmla="*/ 0 w 77"/>
              <a:gd name="T3" fmla="*/ 84 h 84"/>
              <a:gd name="T4" fmla="*/ 18 w 77"/>
              <a:gd name="T5" fmla="*/ 23 h 84"/>
              <a:gd name="T6" fmla="*/ 15 w 77"/>
              <a:gd name="T7" fmla="*/ 19 h 84"/>
              <a:gd name="T8" fmla="*/ 14 w 77"/>
              <a:gd name="T9" fmla="*/ 13 h 84"/>
              <a:gd name="T10" fmla="*/ 18 w 77"/>
              <a:gd name="T11" fmla="*/ 4 h 84"/>
              <a:gd name="T12" fmla="*/ 27 w 77"/>
              <a:gd name="T13" fmla="*/ 0 h 84"/>
              <a:gd name="T14" fmla="*/ 33 w 77"/>
              <a:gd name="T15" fmla="*/ 2 h 84"/>
              <a:gd name="T16" fmla="*/ 38 w 77"/>
              <a:gd name="T17" fmla="*/ 7 h 84"/>
              <a:gd name="T18" fmla="*/ 43 w 77"/>
              <a:gd name="T19" fmla="*/ 2 h 84"/>
              <a:gd name="T20" fmla="*/ 49 w 77"/>
              <a:gd name="T21" fmla="*/ 0 h 84"/>
              <a:gd name="T22" fmla="*/ 58 w 77"/>
              <a:gd name="T23" fmla="*/ 4 h 84"/>
              <a:gd name="T24" fmla="*/ 62 w 77"/>
              <a:gd name="T25" fmla="*/ 13 h 84"/>
              <a:gd name="T26" fmla="*/ 61 w 77"/>
              <a:gd name="T27" fmla="*/ 19 h 84"/>
              <a:gd name="T28" fmla="*/ 58 w 77"/>
              <a:gd name="T29" fmla="*/ 23 h 84"/>
              <a:gd name="T30" fmla="*/ 3 w 77"/>
              <a:gd name="T31" fmla="*/ 26 h 84"/>
              <a:gd name="T32" fmla="*/ 36 w 77"/>
              <a:gd name="T33" fmla="*/ 52 h 84"/>
              <a:gd name="T34" fmla="*/ 35 w 77"/>
              <a:gd name="T35" fmla="*/ 26 h 84"/>
              <a:gd name="T36" fmla="*/ 24 w 77"/>
              <a:gd name="T37" fmla="*/ 38 h 84"/>
              <a:gd name="T38" fmla="*/ 3 w 77"/>
              <a:gd name="T39" fmla="*/ 55 h 84"/>
              <a:gd name="T40" fmla="*/ 36 w 77"/>
              <a:gd name="T41" fmla="*/ 81 h 84"/>
              <a:gd name="T42" fmla="*/ 3 w 77"/>
              <a:gd name="T43" fmla="*/ 55 h 84"/>
              <a:gd name="T44" fmla="*/ 18 w 77"/>
              <a:gd name="T45" fmla="*/ 17 h 84"/>
              <a:gd name="T46" fmla="*/ 23 w 77"/>
              <a:gd name="T47" fmla="*/ 22 h 84"/>
              <a:gd name="T48" fmla="*/ 31 w 77"/>
              <a:gd name="T49" fmla="*/ 22 h 84"/>
              <a:gd name="T50" fmla="*/ 36 w 77"/>
              <a:gd name="T51" fmla="*/ 17 h 84"/>
              <a:gd name="T52" fmla="*/ 36 w 77"/>
              <a:gd name="T53" fmla="*/ 10 h 84"/>
              <a:gd name="T54" fmla="*/ 31 w 77"/>
              <a:gd name="T55" fmla="*/ 4 h 84"/>
              <a:gd name="T56" fmla="*/ 23 w 77"/>
              <a:gd name="T57" fmla="*/ 4 h 84"/>
              <a:gd name="T58" fmla="*/ 18 w 77"/>
              <a:gd name="T59" fmla="*/ 10 h 84"/>
              <a:gd name="T60" fmla="*/ 38 w 77"/>
              <a:gd name="T61" fmla="*/ 20 h 84"/>
              <a:gd name="T62" fmla="*/ 40 w 77"/>
              <a:gd name="T63" fmla="*/ 23 h 84"/>
              <a:gd name="T64" fmla="*/ 49 w 77"/>
              <a:gd name="T65" fmla="*/ 4 h 84"/>
              <a:gd name="T66" fmla="*/ 43 w 77"/>
              <a:gd name="T67" fmla="*/ 6 h 84"/>
              <a:gd name="T68" fmla="*/ 40 w 77"/>
              <a:gd name="T69" fmla="*/ 13 h 84"/>
              <a:gd name="T70" fmla="*/ 43 w 77"/>
              <a:gd name="T71" fmla="*/ 20 h 84"/>
              <a:gd name="T72" fmla="*/ 49 w 77"/>
              <a:gd name="T73" fmla="*/ 23 h 84"/>
              <a:gd name="T74" fmla="*/ 56 w 77"/>
              <a:gd name="T75" fmla="*/ 20 h 84"/>
              <a:gd name="T76" fmla="*/ 59 w 77"/>
              <a:gd name="T77" fmla="*/ 13 h 84"/>
              <a:gd name="T78" fmla="*/ 56 w 77"/>
              <a:gd name="T79" fmla="*/ 6 h 84"/>
              <a:gd name="T80" fmla="*/ 49 w 77"/>
              <a:gd name="T81" fmla="*/ 4 h 84"/>
              <a:gd name="T82" fmla="*/ 45 w 77"/>
              <a:gd name="T83" fmla="*/ 26 h 84"/>
              <a:gd name="T84" fmla="*/ 50 w 77"/>
              <a:gd name="T85" fmla="*/ 40 h 84"/>
              <a:gd name="T86" fmla="*/ 40 w 77"/>
              <a:gd name="T87" fmla="*/ 26 h 84"/>
              <a:gd name="T88" fmla="*/ 73 w 77"/>
              <a:gd name="T89" fmla="*/ 52 h 84"/>
              <a:gd name="T90" fmla="*/ 40 w 77"/>
              <a:gd name="T91" fmla="*/ 81 h 84"/>
              <a:gd name="T92" fmla="*/ 73 w 77"/>
              <a:gd name="T93" fmla="*/ 55 h 84"/>
              <a:gd name="T94" fmla="*/ 40 w 77"/>
              <a:gd name="T95" fmla="*/ 8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7" h="84">
                <a:moveTo>
                  <a:pt x="58" y="23"/>
                </a:moveTo>
                <a:cubicBezTo>
                  <a:pt x="77" y="23"/>
                  <a:pt x="77" y="23"/>
                  <a:pt x="77" y="23"/>
                </a:cubicBezTo>
                <a:cubicBezTo>
                  <a:pt x="77" y="84"/>
                  <a:pt x="77" y="84"/>
                  <a:pt x="77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23"/>
                  <a:pt x="0" y="23"/>
                  <a:pt x="0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7" y="22"/>
                  <a:pt x="17" y="21"/>
                </a:cubicBezTo>
                <a:cubicBezTo>
                  <a:pt x="16" y="20"/>
                  <a:pt x="16" y="20"/>
                  <a:pt x="15" y="19"/>
                </a:cubicBezTo>
                <a:cubicBezTo>
                  <a:pt x="15" y="18"/>
                  <a:pt x="15" y="17"/>
                  <a:pt x="14" y="16"/>
                </a:cubicBezTo>
                <a:cubicBezTo>
                  <a:pt x="14" y="15"/>
                  <a:pt x="14" y="14"/>
                  <a:pt x="14" y="13"/>
                </a:cubicBezTo>
                <a:cubicBezTo>
                  <a:pt x="14" y="11"/>
                  <a:pt x="14" y="10"/>
                  <a:pt x="15" y="8"/>
                </a:cubicBezTo>
                <a:cubicBezTo>
                  <a:pt x="16" y="7"/>
                  <a:pt x="17" y="5"/>
                  <a:pt x="18" y="4"/>
                </a:cubicBezTo>
                <a:cubicBezTo>
                  <a:pt x="19" y="3"/>
                  <a:pt x="20" y="2"/>
                  <a:pt x="22" y="1"/>
                </a:cubicBezTo>
                <a:cubicBezTo>
                  <a:pt x="23" y="1"/>
                  <a:pt x="25" y="0"/>
                  <a:pt x="27" y="0"/>
                </a:cubicBezTo>
                <a:cubicBezTo>
                  <a:pt x="28" y="0"/>
                  <a:pt x="29" y="1"/>
                  <a:pt x="30" y="1"/>
                </a:cubicBezTo>
                <a:cubicBezTo>
                  <a:pt x="32" y="1"/>
                  <a:pt x="33" y="2"/>
                  <a:pt x="33" y="2"/>
                </a:cubicBezTo>
                <a:cubicBezTo>
                  <a:pt x="34" y="3"/>
                  <a:pt x="35" y="4"/>
                  <a:pt x="36" y="4"/>
                </a:cubicBezTo>
                <a:cubicBezTo>
                  <a:pt x="37" y="5"/>
                  <a:pt x="38" y="6"/>
                  <a:pt x="38" y="7"/>
                </a:cubicBezTo>
                <a:cubicBezTo>
                  <a:pt x="39" y="6"/>
                  <a:pt x="39" y="5"/>
                  <a:pt x="40" y="4"/>
                </a:cubicBezTo>
                <a:cubicBezTo>
                  <a:pt x="41" y="4"/>
                  <a:pt x="42" y="3"/>
                  <a:pt x="43" y="2"/>
                </a:cubicBezTo>
                <a:cubicBezTo>
                  <a:pt x="44" y="2"/>
                  <a:pt x="45" y="1"/>
                  <a:pt x="46" y="1"/>
                </a:cubicBezTo>
                <a:cubicBezTo>
                  <a:pt x="47" y="1"/>
                  <a:pt x="48" y="0"/>
                  <a:pt x="49" y="0"/>
                </a:cubicBezTo>
                <a:cubicBezTo>
                  <a:pt x="51" y="0"/>
                  <a:pt x="53" y="1"/>
                  <a:pt x="54" y="1"/>
                </a:cubicBezTo>
                <a:cubicBezTo>
                  <a:pt x="56" y="2"/>
                  <a:pt x="57" y="3"/>
                  <a:pt x="58" y="4"/>
                </a:cubicBezTo>
                <a:cubicBezTo>
                  <a:pt x="60" y="5"/>
                  <a:pt x="60" y="7"/>
                  <a:pt x="61" y="8"/>
                </a:cubicBezTo>
                <a:cubicBezTo>
                  <a:pt x="62" y="10"/>
                  <a:pt x="62" y="11"/>
                  <a:pt x="62" y="13"/>
                </a:cubicBezTo>
                <a:cubicBezTo>
                  <a:pt x="62" y="14"/>
                  <a:pt x="62" y="15"/>
                  <a:pt x="62" y="16"/>
                </a:cubicBezTo>
                <a:cubicBezTo>
                  <a:pt x="62" y="17"/>
                  <a:pt x="61" y="18"/>
                  <a:pt x="61" y="19"/>
                </a:cubicBezTo>
                <a:cubicBezTo>
                  <a:pt x="61" y="20"/>
                  <a:pt x="60" y="20"/>
                  <a:pt x="60" y="21"/>
                </a:cubicBezTo>
                <a:cubicBezTo>
                  <a:pt x="59" y="22"/>
                  <a:pt x="58" y="22"/>
                  <a:pt x="58" y="23"/>
                </a:cubicBezTo>
                <a:close/>
                <a:moveTo>
                  <a:pt x="31" y="26"/>
                </a:moveTo>
                <a:cubicBezTo>
                  <a:pt x="3" y="26"/>
                  <a:pt x="3" y="26"/>
                  <a:pt x="3" y="26"/>
                </a:cubicBezTo>
                <a:cubicBezTo>
                  <a:pt x="3" y="52"/>
                  <a:pt x="3" y="52"/>
                  <a:pt x="3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26"/>
                  <a:pt x="36" y="26"/>
                  <a:pt x="36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27" y="40"/>
                  <a:pt x="27" y="40"/>
                  <a:pt x="27" y="40"/>
                </a:cubicBezTo>
                <a:cubicBezTo>
                  <a:pt x="24" y="38"/>
                  <a:pt x="24" y="38"/>
                  <a:pt x="24" y="38"/>
                </a:cubicBezTo>
                <a:lnTo>
                  <a:pt x="31" y="26"/>
                </a:lnTo>
                <a:close/>
                <a:moveTo>
                  <a:pt x="3" y="55"/>
                </a:moveTo>
                <a:cubicBezTo>
                  <a:pt x="3" y="81"/>
                  <a:pt x="3" y="81"/>
                  <a:pt x="3" y="81"/>
                </a:cubicBezTo>
                <a:cubicBezTo>
                  <a:pt x="36" y="81"/>
                  <a:pt x="36" y="81"/>
                  <a:pt x="36" y="81"/>
                </a:cubicBezTo>
                <a:cubicBezTo>
                  <a:pt x="36" y="55"/>
                  <a:pt x="36" y="55"/>
                  <a:pt x="36" y="55"/>
                </a:cubicBezTo>
                <a:lnTo>
                  <a:pt x="3" y="55"/>
                </a:lnTo>
                <a:close/>
                <a:moveTo>
                  <a:pt x="17" y="13"/>
                </a:moveTo>
                <a:cubicBezTo>
                  <a:pt x="17" y="15"/>
                  <a:pt x="18" y="16"/>
                  <a:pt x="18" y="17"/>
                </a:cubicBezTo>
                <a:cubicBezTo>
                  <a:pt x="19" y="18"/>
                  <a:pt x="19" y="19"/>
                  <a:pt x="20" y="20"/>
                </a:cubicBezTo>
                <a:cubicBezTo>
                  <a:pt x="21" y="21"/>
                  <a:pt x="22" y="22"/>
                  <a:pt x="23" y="22"/>
                </a:cubicBezTo>
                <a:cubicBezTo>
                  <a:pt x="24" y="23"/>
                  <a:pt x="26" y="23"/>
                  <a:pt x="27" y="23"/>
                </a:cubicBezTo>
                <a:cubicBezTo>
                  <a:pt x="28" y="23"/>
                  <a:pt x="30" y="23"/>
                  <a:pt x="31" y="22"/>
                </a:cubicBezTo>
                <a:cubicBezTo>
                  <a:pt x="32" y="22"/>
                  <a:pt x="33" y="21"/>
                  <a:pt x="34" y="20"/>
                </a:cubicBezTo>
                <a:cubicBezTo>
                  <a:pt x="35" y="19"/>
                  <a:pt x="35" y="18"/>
                  <a:pt x="36" y="17"/>
                </a:cubicBezTo>
                <a:cubicBezTo>
                  <a:pt x="36" y="16"/>
                  <a:pt x="36" y="15"/>
                  <a:pt x="36" y="13"/>
                </a:cubicBezTo>
                <a:cubicBezTo>
                  <a:pt x="36" y="12"/>
                  <a:pt x="36" y="11"/>
                  <a:pt x="36" y="10"/>
                </a:cubicBezTo>
                <a:cubicBezTo>
                  <a:pt x="35" y="8"/>
                  <a:pt x="35" y="7"/>
                  <a:pt x="34" y="6"/>
                </a:cubicBezTo>
                <a:cubicBezTo>
                  <a:pt x="33" y="6"/>
                  <a:pt x="32" y="5"/>
                  <a:pt x="31" y="4"/>
                </a:cubicBezTo>
                <a:cubicBezTo>
                  <a:pt x="30" y="4"/>
                  <a:pt x="28" y="4"/>
                  <a:pt x="27" y="4"/>
                </a:cubicBezTo>
                <a:cubicBezTo>
                  <a:pt x="26" y="4"/>
                  <a:pt x="24" y="4"/>
                  <a:pt x="23" y="4"/>
                </a:cubicBezTo>
                <a:cubicBezTo>
                  <a:pt x="22" y="5"/>
                  <a:pt x="21" y="6"/>
                  <a:pt x="20" y="6"/>
                </a:cubicBezTo>
                <a:cubicBezTo>
                  <a:pt x="19" y="7"/>
                  <a:pt x="19" y="8"/>
                  <a:pt x="18" y="10"/>
                </a:cubicBezTo>
                <a:cubicBezTo>
                  <a:pt x="18" y="11"/>
                  <a:pt x="17" y="12"/>
                  <a:pt x="17" y="13"/>
                </a:cubicBezTo>
                <a:close/>
                <a:moveTo>
                  <a:pt x="38" y="20"/>
                </a:moveTo>
                <a:cubicBezTo>
                  <a:pt x="36" y="23"/>
                  <a:pt x="36" y="23"/>
                  <a:pt x="36" y="23"/>
                </a:cubicBezTo>
                <a:cubicBezTo>
                  <a:pt x="40" y="23"/>
                  <a:pt x="40" y="23"/>
                  <a:pt x="40" y="23"/>
                </a:cubicBezTo>
                <a:lnTo>
                  <a:pt x="38" y="20"/>
                </a:lnTo>
                <a:close/>
                <a:moveTo>
                  <a:pt x="49" y="4"/>
                </a:moveTo>
                <a:cubicBezTo>
                  <a:pt x="48" y="4"/>
                  <a:pt x="47" y="4"/>
                  <a:pt x="46" y="4"/>
                </a:cubicBezTo>
                <a:cubicBezTo>
                  <a:pt x="44" y="5"/>
                  <a:pt x="43" y="6"/>
                  <a:pt x="43" y="6"/>
                </a:cubicBezTo>
                <a:cubicBezTo>
                  <a:pt x="42" y="7"/>
                  <a:pt x="41" y="8"/>
                  <a:pt x="41" y="10"/>
                </a:cubicBezTo>
                <a:cubicBezTo>
                  <a:pt x="40" y="11"/>
                  <a:pt x="40" y="12"/>
                  <a:pt x="40" y="13"/>
                </a:cubicBezTo>
                <a:cubicBezTo>
                  <a:pt x="40" y="15"/>
                  <a:pt x="40" y="16"/>
                  <a:pt x="41" y="17"/>
                </a:cubicBezTo>
                <a:cubicBezTo>
                  <a:pt x="41" y="18"/>
                  <a:pt x="42" y="19"/>
                  <a:pt x="43" y="20"/>
                </a:cubicBezTo>
                <a:cubicBezTo>
                  <a:pt x="43" y="21"/>
                  <a:pt x="44" y="22"/>
                  <a:pt x="46" y="22"/>
                </a:cubicBezTo>
                <a:cubicBezTo>
                  <a:pt x="47" y="23"/>
                  <a:pt x="48" y="23"/>
                  <a:pt x="49" y="23"/>
                </a:cubicBezTo>
                <a:cubicBezTo>
                  <a:pt x="51" y="23"/>
                  <a:pt x="52" y="23"/>
                  <a:pt x="53" y="22"/>
                </a:cubicBezTo>
                <a:cubicBezTo>
                  <a:pt x="54" y="22"/>
                  <a:pt x="55" y="21"/>
                  <a:pt x="56" y="20"/>
                </a:cubicBezTo>
                <a:cubicBezTo>
                  <a:pt x="57" y="19"/>
                  <a:pt x="58" y="18"/>
                  <a:pt x="58" y="17"/>
                </a:cubicBezTo>
                <a:cubicBezTo>
                  <a:pt x="59" y="16"/>
                  <a:pt x="59" y="15"/>
                  <a:pt x="59" y="13"/>
                </a:cubicBezTo>
                <a:cubicBezTo>
                  <a:pt x="59" y="12"/>
                  <a:pt x="59" y="11"/>
                  <a:pt x="58" y="10"/>
                </a:cubicBezTo>
                <a:cubicBezTo>
                  <a:pt x="58" y="8"/>
                  <a:pt x="57" y="7"/>
                  <a:pt x="56" y="6"/>
                </a:cubicBezTo>
                <a:cubicBezTo>
                  <a:pt x="55" y="6"/>
                  <a:pt x="54" y="5"/>
                  <a:pt x="53" y="4"/>
                </a:cubicBezTo>
                <a:cubicBezTo>
                  <a:pt x="52" y="4"/>
                  <a:pt x="51" y="4"/>
                  <a:pt x="49" y="4"/>
                </a:cubicBezTo>
                <a:close/>
                <a:moveTo>
                  <a:pt x="73" y="26"/>
                </a:moveTo>
                <a:cubicBezTo>
                  <a:pt x="45" y="26"/>
                  <a:pt x="45" y="26"/>
                  <a:pt x="45" y="26"/>
                </a:cubicBezTo>
                <a:cubicBezTo>
                  <a:pt x="52" y="38"/>
                  <a:pt x="52" y="38"/>
                  <a:pt x="52" y="38"/>
                </a:cubicBezTo>
                <a:cubicBezTo>
                  <a:pt x="50" y="40"/>
                  <a:pt x="50" y="40"/>
                  <a:pt x="50" y="40"/>
                </a:cubicBezTo>
                <a:cubicBezTo>
                  <a:pt x="42" y="26"/>
                  <a:pt x="42" y="26"/>
                  <a:pt x="42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52"/>
                  <a:pt x="40" y="52"/>
                  <a:pt x="40" y="52"/>
                </a:cubicBezTo>
                <a:cubicBezTo>
                  <a:pt x="73" y="52"/>
                  <a:pt x="73" y="52"/>
                  <a:pt x="73" y="52"/>
                </a:cubicBezTo>
                <a:lnTo>
                  <a:pt x="73" y="26"/>
                </a:lnTo>
                <a:close/>
                <a:moveTo>
                  <a:pt x="40" y="81"/>
                </a:moveTo>
                <a:cubicBezTo>
                  <a:pt x="73" y="81"/>
                  <a:pt x="73" y="81"/>
                  <a:pt x="73" y="81"/>
                </a:cubicBezTo>
                <a:cubicBezTo>
                  <a:pt x="73" y="55"/>
                  <a:pt x="73" y="55"/>
                  <a:pt x="73" y="55"/>
                </a:cubicBezTo>
                <a:cubicBezTo>
                  <a:pt x="40" y="55"/>
                  <a:pt x="40" y="55"/>
                  <a:pt x="40" y="55"/>
                </a:cubicBezTo>
                <a:lnTo>
                  <a:pt x="40" y="8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9683750" y="3050371"/>
            <a:ext cx="360363" cy="150813"/>
          </a:xfrm>
          <a:custGeom>
            <a:avLst/>
            <a:gdLst>
              <a:gd name="T0" fmla="*/ 95 w 96"/>
              <a:gd name="T1" fmla="*/ 18 h 40"/>
              <a:gd name="T2" fmla="*/ 95 w 96"/>
              <a:gd name="T3" fmla="*/ 22 h 40"/>
              <a:gd name="T4" fmla="*/ 93 w 96"/>
              <a:gd name="T5" fmla="*/ 23 h 40"/>
              <a:gd name="T6" fmla="*/ 86 w 96"/>
              <a:gd name="T7" fmla="*/ 35 h 40"/>
              <a:gd name="T8" fmla="*/ 73 w 96"/>
              <a:gd name="T9" fmla="*/ 40 h 40"/>
              <a:gd name="T10" fmla="*/ 59 w 96"/>
              <a:gd name="T11" fmla="*/ 34 h 40"/>
              <a:gd name="T12" fmla="*/ 53 w 96"/>
              <a:gd name="T13" fmla="*/ 20 h 40"/>
              <a:gd name="T14" fmla="*/ 53 w 96"/>
              <a:gd name="T15" fmla="*/ 19 h 40"/>
              <a:gd name="T16" fmla="*/ 43 w 96"/>
              <a:gd name="T17" fmla="*/ 19 h 40"/>
              <a:gd name="T18" fmla="*/ 43 w 96"/>
              <a:gd name="T19" fmla="*/ 20 h 40"/>
              <a:gd name="T20" fmla="*/ 37 w 96"/>
              <a:gd name="T21" fmla="*/ 34 h 40"/>
              <a:gd name="T22" fmla="*/ 23 w 96"/>
              <a:gd name="T23" fmla="*/ 40 h 40"/>
              <a:gd name="T24" fmla="*/ 10 w 96"/>
              <a:gd name="T25" fmla="*/ 35 h 40"/>
              <a:gd name="T26" fmla="*/ 4 w 96"/>
              <a:gd name="T27" fmla="*/ 23 h 40"/>
              <a:gd name="T28" fmla="*/ 1 w 96"/>
              <a:gd name="T29" fmla="*/ 22 h 40"/>
              <a:gd name="T30" fmla="*/ 1 w 96"/>
              <a:gd name="T31" fmla="*/ 18 h 40"/>
              <a:gd name="T32" fmla="*/ 4 w 96"/>
              <a:gd name="T33" fmla="*/ 18 h 40"/>
              <a:gd name="T34" fmla="*/ 10 w 96"/>
              <a:gd name="T35" fmla="*/ 5 h 40"/>
              <a:gd name="T36" fmla="*/ 23 w 96"/>
              <a:gd name="T37" fmla="*/ 0 h 40"/>
              <a:gd name="T38" fmla="*/ 36 w 96"/>
              <a:gd name="T39" fmla="*/ 5 h 40"/>
              <a:gd name="T40" fmla="*/ 43 w 96"/>
              <a:gd name="T41" fmla="*/ 16 h 40"/>
              <a:gd name="T42" fmla="*/ 48 w 96"/>
              <a:gd name="T43" fmla="*/ 13 h 40"/>
              <a:gd name="T44" fmla="*/ 53 w 96"/>
              <a:gd name="T45" fmla="*/ 16 h 40"/>
              <a:gd name="T46" fmla="*/ 60 w 96"/>
              <a:gd name="T47" fmla="*/ 5 h 40"/>
              <a:gd name="T48" fmla="*/ 73 w 96"/>
              <a:gd name="T49" fmla="*/ 0 h 40"/>
              <a:gd name="T50" fmla="*/ 86 w 96"/>
              <a:gd name="T51" fmla="*/ 5 h 40"/>
              <a:gd name="T52" fmla="*/ 93 w 96"/>
              <a:gd name="T53" fmla="*/ 18 h 40"/>
              <a:gd name="T54" fmla="*/ 23 w 96"/>
              <a:gd name="T55" fmla="*/ 37 h 40"/>
              <a:gd name="T56" fmla="*/ 35 w 96"/>
              <a:gd name="T57" fmla="*/ 32 h 40"/>
              <a:gd name="T58" fmla="*/ 40 w 96"/>
              <a:gd name="T59" fmla="*/ 20 h 40"/>
              <a:gd name="T60" fmla="*/ 35 w 96"/>
              <a:gd name="T61" fmla="*/ 8 h 40"/>
              <a:gd name="T62" fmla="*/ 23 w 96"/>
              <a:gd name="T63" fmla="*/ 3 h 40"/>
              <a:gd name="T64" fmla="*/ 11 w 96"/>
              <a:gd name="T65" fmla="*/ 8 h 40"/>
              <a:gd name="T66" fmla="*/ 7 w 96"/>
              <a:gd name="T67" fmla="*/ 20 h 40"/>
              <a:gd name="T68" fmla="*/ 11 w 96"/>
              <a:gd name="T69" fmla="*/ 32 h 40"/>
              <a:gd name="T70" fmla="*/ 23 w 96"/>
              <a:gd name="T71" fmla="*/ 37 h 40"/>
              <a:gd name="T72" fmla="*/ 79 w 96"/>
              <a:gd name="T73" fmla="*/ 36 h 40"/>
              <a:gd name="T74" fmla="*/ 88 w 96"/>
              <a:gd name="T75" fmla="*/ 27 h 40"/>
              <a:gd name="T76" fmla="*/ 88 w 96"/>
              <a:gd name="T77" fmla="*/ 14 h 40"/>
              <a:gd name="T78" fmla="*/ 79 w 96"/>
              <a:gd name="T79" fmla="*/ 5 h 40"/>
              <a:gd name="T80" fmla="*/ 66 w 96"/>
              <a:gd name="T81" fmla="*/ 5 h 40"/>
              <a:gd name="T82" fmla="*/ 58 w 96"/>
              <a:gd name="T83" fmla="*/ 14 h 40"/>
              <a:gd name="T84" fmla="*/ 58 w 96"/>
              <a:gd name="T85" fmla="*/ 27 h 40"/>
              <a:gd name="T86" fmla="*/ 66 w 96"/>
              <a:gd name="T87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40">
                <a:moveTo>
                  <a:pt x="94" y="18"/>
                </a:moveTo>
                <a:cubicBezTo>
                  <a:pt x="94" y="18"/>
                  <a:pt x="95" y="18"/>
                  <a:pt x="95" y="18"/>
                </a:cubicBezTo>
                <a:cubicBezTo>
                  <a:pt x="96" y="19"/>
                  <a:pt x="96" y="19"/>
                  <a:pt x="96" y="20"/>
                </a:cubicBezTo>
                <a:cubicBezTo>
                  <a:pt x="96" y="21"/>
                  <a:pt x="96" y="21"/>
                  <a:pt x="95" y="22"/>
                </a:cubicBezTo>
                <a:cubicBezTo>
                  <a:pt x="95" y="22"/>
                  <a:pt x="94" y="23"/>
                  <a:pt x="94" y="23"/>
                </a:cubicBezTo>
                <a:cubicBezTo>
                  <a:pt x="93" y="23"/>
                  <a:pt x="93" y="23"/>
                  <a:pt x="93" y="23"/>
                </a:cubicBezTo>
                <a:cubicBezTo>
                  <a:pt x="93" y="25"/>
                  <a:pt x="92" y="27"/>
                  <a:pt x="91" y="29"/>
                </a:cubicBezTo>
                <a:cubicBezTo>
                  <a:pt x="89" y="32"/>
                  <a:pt x="88" y="33"/>
                  <a:pt x="86" y="35"/>
                </a:cubicBezTo>
                <a:cubicBezTo>
                  <a:pt x="84" y="37"/>
                  <a:pt x="82" y="38"/>
                  <a:pt x="80" y="39"/>
                </a:cubicBezTo>
                <a:cubicBezTo>
                  <a:pt x="78" y="40"/>
                  <a:pt x="76" y="40"/>
                  <a:pt x="73" y="40"/>
                </a:cubicBezTo>
                <a:cubicBezTo>
                  <a:pt x="70" y="40"/>
                  <a:pt x="68" y="40"/>
                  <a:pt x="65" y="39"/>
                </a:cubicBezTo>
                <a:cubicBezTo>
                  <a:pt x="63" y="37"/>
                  <a:pt x="61" y="36"/>
                  <a:pt x="59" y="34"/>
                </a:cubicBezTo>
                <a:cubicBezTo>
                  <a:pt x="57" y="32"/>
                  <a:pt x="56" y="30"/>
                  <a:pt x="55" y="28"/>
                </a:cubicBezTo>
                <a:cubicBezTo>
                  <a:pt x="54" y="25"/>
                  <a:pt x="53" y="23"/>
                  <a:pt x="53" y="20"/>
                </a:cubicBezTo>
                <a:cubicBezTo>
                  <a:pt x="53" y="20"/>
                  <a:pt x="53" y="20"/>
                  <a:pt x="53" y="20"/>
                </a:cubicBezTo>
                <a:cubicBezTo>
                  <a:pt x="53" y="19"/>
                  <a:pt x="53" y="19"/>
                  <a:pt x="53" y="19"/>
                </a:cubicBezTo>
                <a:cubicBezTo>
                  <a:pt x="48" y="17"/>
                  <a:pt x="48" y="17"/>
                  <a:pt x="48" y="17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20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3"/>
                  <a:pt x="43" y="25"/>
                  <a:pt x="42" y="28"/>
                </a:cubicBezTo>
                <a:cubicBezTo>
                  <a:pt x="41" y="30"/>
                  <a:pt x="39" y="32"/>
                  <a:pt x="37" y="34"/>
                </a:cubicBezTo>
                <a:cubicBezTo>
                  <a:pt x="36" y="36"/>
                  <a:pt x="34" y="37"/>
                  <a:pt x="31" y="39"/>
                </a:cubicBezTo>
                <a:cubicBezTo>
                  <a:pt x="29" y="40"/>
                  <a:pt x="26" y="40"/>
                  <a:pt x="23" y="40"/>
                </a:cubicBezTo>
                <a:cubicBezTo>
                  <a:pt x="21" y="40"/>
                  <a:pt x="18" y="40"/>
                  <a:pt x="16" y="39"/>
                </a:cubicBezTo>
                <a:cubicBezTo>
                  <a:pt x="14" y="38"/>
                  <a:pt x="12" y="37"/>
                  <a:pt x="10" y="35"/>
                </a:cubicBezTo>
                <a:cubicBezTo>
                  <a:pt x="8" y="33"/>
                  <a:pt x="7" y="32"/>
                  <a:pt x="6" y="29"/>
                </a:cubicBezTo>
                <a:cubicBezTo>
                  <a:pt x="4" y="27"/>
                  <a:pt x="4" y="25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1" y="22"/>
                  <a:pt x="1" y="22"/>
                </a:cubicBezTo>
                <a:cubicBezTo>
                  <a:pt x="0" y="21"/>
                  <a:pt x="0" y="21"/>
                  <a:pt x="0" y="20"/>
                </a:cubicBezTo>
                <a:cubicBezTo>
                  <a:pt x="0" y="19"/>
                  <a:pt x="0" y="19"/>
                  <a:pt x="1" y="18"/>
                </a:cubicBezTo>
                <a:cubicBezTo>
                  <a:pt x="1" y="18"/>
                  <a:pt x="2" y="18"/>
                  <a:pt x="3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5"/>
                  <a:pt x="4" y="13"/>
                  <a:pt x="6" y="11"/>
                </a:cubicBezTo>
                <a:cubicBezTo>
                  <a:pt x="7" y="9"/>
                  <a:pt x="8" y="7"/>
                  <a:pt x="10" y="5"/>
                </a:cubicBezTo>
                <a:cubicBezTo>
                  <a:pt x="12" y="4"/>
                  <a:pt x="14" y="2"/>
                  <a:pt x="16" y="1"/>
                </a:cubicBezTo>
                <a:cubicBezTo>
                  <a:pt x="18" y="0"/>
                  <a:pt x="21" y="0"/>
                  <a:pt x="23" y="0"/>
                </a:cubicBezTo>
                <a:cubicBezTo>
                  <a:pt x="26" y="0"/>
                  <a:pt x="28" y="0"/>
                  <a:pt x="30" y="1"/>
                </a:cubicBezTo>
                <a:cubicBezTo>
                  <a:pt x="32" y="2"/>
                  <a:pt x="34" y="3"/>
                  <a:pt x="36" y="5"/>
                </a:cubicBezTo>
                <a:cubicBezTo>
                  <a:pt x="38" y="6"/>
                  <a:pt x="39" y="8"/>
                  <a:pt x="40" y="9"/>
                </a:cubicBezTo>
                <a:cubicBezTo>
                  <a:pt x="42" y="11"/>
                  <a:pt x="42" y="13"/>
                  <a:pt x="43" y="16"/>
                </a:cubicBezTo>
                <a:cubicBezTo>
                  <a:pt x="47" y="13"/>
                  <a:pt x="47" y="13"/>
                  <a:pt x="47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13"/>
                  <a:pt x="49" y="13"/>
                  <a:pt x="49" y="13"/>
                </a:cubicBezTo>
                <a:cubicBezTo>
                  <a:pt x="53" y="16"/>
                  <a:pt x="53" y="16"/>
                  <a:pt x="53" y="16"/>
                </a:cubicBezTo>
                <a:cubicBezTo>
                  <a:pt x="54" y="13"/>
                  <a:pt x="55" y="11"/>
                  <a:pt x="56" y="9"/>
                </a:cubicBezTo>
                <a:cubicBezTo>
                  <a:pt x="57" y="8"/>
                  <a:pt x="59" y="6"/>
                  <a:pt x="60" y="5"/>
                </a:cubicBezTo>
                <a:cubicBezTo>
                  <a:pt x="62" y="3"/>
                  <a:pt x="64" y="2"/>
                  <a:pt x="66" y="1"/>
                </a:cubicBezTo>
                <a:cubicBezTo>
                  <a:pt x="68" y="0"/>
                  <a:pt x="71" y="0"/>
                  <a:pt x="73" y="0"/>
                </a:cubicBezTo>
                <a:cubicBezTo>
                  <a:pt x="76" y="0"/>
                  <a:pt x="78" y="0"/>
                  <a:pt x="80" y="1"/>
                </a:cubicBezTo>
                <a:cubicBezTo>
                  <a:pt x="82" y="2"/>
                  <a:pt x="84" y="4"/>
                  <a:pt x="86" y="5"/>
                </a:cubicBezTo>
                <a:cubicBezTo>
                  <a:pt x="88" y="7"/>
                  <a:pt x="89" y="9"/>
                  <a:pt x="91" y="11"/>
                </a:cubicBezTo>
                <a:cubicBezTo>
                  <a:pt x="92" y="13"/>
                  <a:pt x="93" y="15"/>
                  <a:pt x="93" y="18"/>
                </a:cubicBezTo>
                <a:lnTo>
                  <a:pt x="94" y="18"/>
                </a:lnTo>
                <a:close/>
                <a:moveTo>
                  <a:pt x="23" y="37"/>
                </a:moveTo>
                <a:cubicBezTo>
                  <a:pt x="26" y="37"/>
                  <a:pt x="28" y="36"/>
                  <a:pt x="30" y="36"/>
                </a:cubicBezTo>
                <a:cubicBezTo>
                  <a:pt x="32" y="35"/>
                  <a:pt x="34" y="33"/>
                  <a:pt x="35" y="32"/>
                </a:cubicBezTo>
                <a:cubicBezTo>
                  <a:pt x="37" y="30"/>
                  <a:pt x="38" y="29"/>
                  <a:pt x="39" y="27"/>
                </a:cubicBezTo>
                <a:cubicBezTo>
                  <a:pt x="40" y="25"/>
                  <a:pt x="40" y="22"/>
                  <a:pt x="40" y="20"/>
                </a:cubicBezTo>
                <a:cubicBezTo>
                  <a:pt x="40" y="18"/>
                  <a:pt x="40" y="16"/>
                  <a:pt x="39" y="14"/>
                </a:cubicBezTo>
                <a:cubicBezTo>
                  <a:pt x="38" y="12"/>
                  <a:pt x="37" y="10"/>
                  <a:pt x="35" y="8"/>
                </a:cubicBezTo>
                <a:cubicBezTo>
                  <a:pt x="34" y="7"/>
                  <a:pt x="32" y="6"/>
                  <a:pt x="30" y="5"/>
                </a:cubicBezTo>
                <a:cubicBezTo>
                  <a:pt x="28" y="4"/>
                  <a:pt x="26" y="3"/>
                  <a:pt x="23" y="3"/>
                </a:cubicBezTo>
                <a:cubicBezTo>
                  <a:pt x="21" y="3"/>
                  <a:pt x="19" y="4"/>
                  <a:pt x="17" y="5"/>
                </a:cubicBezTo>
                <a:cubicBezTo>
                  <a:pt x="15" y="6"/>
                  <a:pt x="13" y="7"/>
                  <a:pt x="11" y="8"/>
                </a:cubicBezTo>
                <a:cubicBezTo>
                  <a:pt x="10" y="10"/>
                  <a:pt x="9" y="12"/>
                  <a:pt x="8" y="14"/>
                </a:cubicBezTo>
                <a:cubicBezTo>
                  <a:pt x="7" y="16"/>
                  <a:pt x="7" y="18"/>
                  <a:pt x="7" y="20"/>
                </a:cubicBezTo>
                <a:cubicBezTo>
                  <a:pt x="7" y="22"/>
                  <a:pt x="7" y="25"/>
                  <a:pt x="8" y="27"/>
                </a:cubicBezTo>
                <a:cubicBezTo>
                  <a:pt x="9" y="29"/>
                  <a:pt x="10" y="30"/>
                  <a:pt x="11" y="32"/>
                </a:cubicBezTo>
                <a:cubicBezTo>
                  <a:pt x="13" y="33"/>
                  <a:pt x="15" y="35"/>
                  <a:pt x="17" y="36"/>
                </a:cubicBezTo>
                <a:cubicBezTo>
                  <a:pt x="19" y="36"/>
                  <a:pt x="21" y="37"/>
                  <a:pt x="23" y="37"/>
                </a:cubicBezTo>
                <a:close/>
                <a:moveTo>
                  <a:pt x="73" y="37"/>
                </a:moveTo>
                <a:cubicBezTo>
                  <a:pt x="75" y="37"/>
                  <a:pt x="77" y="36"/>
                  <a:pt x="79" y="36"/>
                </a:cubicBezTo>
                <a:cubicBezTo>
                  <a:pt x="81" y="35"/>
                  <a:pt x="83" y="33"/>
                  <a:pt x="85" y="32"/>
                </a:cubicBezTo>
                <a:cubicBezTo>
                  <a:pt x="86" y="30"/>
                  <a:pt x="88" y="29"/>
                  <a:pt x="88" y="27"/>
                </a:cubicBezTo>
                <a:cubicBezTo>
                  <a:pt x="89" y="25"/>
                  <a:pt x="90" y="22"/>
                  <a:pt x="90" y="20"/>
                </a:cubicBezTo>
                <a:cubicBezTo>
                  <a:pt x="90" y="18"/>
                  <a:pt x="89" y="16"/>
                  <a:pt x="88" y="14"/>
                </a:cubicBezTo>
                <a:cubicBezTo>
                  <a:pt x="88" y="12"/>
                  <a:pt x="86" y="10"/>
                  <a:pt x="85" y="8"/>
                </a:cubicBezTo>
                <a:cubicBezTo>
                  <a:pt x="83" y="7"/>
                  <a:pt x="81" y="6"/>
                  <a:pt x="79" y="5"/>
                </a:cubicBezTo>
                <a:cubicBezTo>
                  <a:pt x="77" y="4"/>
                  <a:pt x="75" y="3"/>
                  <a:pt x="73" y="3"/>
                </a:cubicBezTo>
                <a:cubicBezTo>
                  <a:pt x="71" y="3"/>
                  <a:pt x="68" y="4"/>
                  <a:pt x="66" y="5"/>
                </a:cubicBezTo>
                <a:cubicBezTo>
                  <a:pt x="64" y="6"/>
                  <a:pt x="63" y="7"/>
                  <a:pt x="61" y="8"/>
                </a:cubicBezTo>
                <a:cubicBezTo>
                  <a:pt x="60" y="10"/>
                  <a:pt x="58" y="12"/>
                  <a:pt x="58" y="14"/>
                </a:cubicBezTo>
                <a:cubicBezTo>
                  <a:pt x="57" y="16"/>
                  <a:pt x="56" y="18"/>
                  <a:pt x="56" y="20"/>
                </a:cubicBezTo>
                <a:cubicBezTo>
                  <a:pt x="56" y="22"/>
                  <a:pt x="57" y="25"/>
                  <a:pt x="58" y="27"/>
                </a:cubicBezTo>
                <a:cubicBezTo>
                  <a:pt x="58" y="29"/>
                  <a:pt x="60" y="30"/>
                  <a:pt x="61" y="32"/>
                </a:cubicBezTo>
                <a:cubicBezTo>
                  <a:pt x="63" y="33"/>
                  <a:pt x="64" y="35"/>
                  <a:pt x="66" y="36"/>
                </a:cubicBezTo>
                <a:cubicBezTo>
                  <a:pt x="68" y="36"/>
                  <a:pt x="71" y="37"/>
                  <a:pt x="73" y="3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10294938" y="2945596"/>
            <a:ext cx="217488" cy="360363"/>
          </a:xfrm>
          <a:custGeom>
            <a:avLst/>
            <a:gdLst>
              <a:gd name="T0" fmla="*/ 99 w 137"/>
              <a:gd name="T1" fmla="*/ 0 h 227"/>
              <a:gd name="T2" fmla="*/ 87 w 137"/>
              <a:gd name="T3" fmla="*/ 99 h 227"/>
              <a:gd name="T4" fmla="*/ 137 w 137"/>
              <a:gd name="T5" fmla="*/ 99 h 227"/>
              <a:gd name="T6" fmla="*/ 38 w 137"/>
              <a:gd name="T7" fmla="*/ 227 h 227"/>
              <a:gd name="T8" fmla="*/ 50 w 137"/>
              <a:gd name="T9" fmla="*/ 127 h 227"/>
              <a:gd name="T10" fmla="*/ 0 w 137"/>
              <a:gd name="T11" fmla="*/ 127 h 227"/>
              <a:gd name="T12" fmla="*/ 99 w 137"/>
              <a:gd name="T13" fmla="*/ 0 h 227"/>
              <a:gd name="T14" fmla="*/ 87 w 137"/>
              <a:gd name="T15" fmla="*/ 26 h 227"/>
              <a:gd name="T16" fmla="*/ 17 w 137"/>
              <a:gd name="T17" fmla="*/ 120 h 227"/>
              <a:gd name="T18" fmla="*/ 59 w 137"/>
              <a:gd name="T19" fmla="*/ 120 h 227"/>
              <a:gd name="T20" fmla="*/ 50 w 137"/>
              <a:gd name="T21" fmla="*/ 201 h 227"/>
              <a:gd name="T22" fmla="*/ 121 w 137"/>
              <a:gd name="T23" fmla="*/ 106 h 227"/>
              <a:gd name="T24" fmla="*/ 78 w 137"/>
              <a:gd name="T25" fmla="*/ 106 h 227"/>
              <a:gd name="T26" fmla="*/ 87 w 137"/>
              <a:gd name="T27" fmla="*/ 2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7" h="227">
                <a:moveTo>
                  <a:pt x="99" y="0"/>
                </a:moveTo>
                <a:lnTo>
                  <a:pt x="87" y="99"/>
                </a:lnTo>
                <a:lnTo>
                  <a:pt x="137" y="99"/>
                </a:lnTo>
                <a:lnTo>
                  <a:pt x="38" y="227"/>
                </a:lnTo>
                <a:lnTo>
                  <a:pt x="50" y="127"/>
                </a:lnTo>
                <a:lnTo>
                  <a:pt x="0" y="127"/>
                </a:lnTo>
                <a:lnTo>
                  <a:pt x="99" y="0"/>
                </a:lnTo>
                <a:close/>
                <a:moveTo>
                  <a:pt x="87" y="26"/>
                </a:moveTo>
                <a:lnTo>
                  <a:pt x="17" y="120"/>
                </a:lnTo>
                <a:lnTo>
                  <a:pt x="59" y="120"/>
                </a:lnTo>
                <a:lnTo>
                  <a:pt x="50" y="201"/>
                </a:lnTo>
                <a:lnTo>
                  <a:pt x="121" y="106"/>
                </a:lnTo>
                <a:lnTo>
                  <a:pt x="78" y="106"/>
                </a:lnTo>
                <a:lnTo>
                  <a:pt x="87" y="2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10801350" y="2982108"/>
            <a:ext cx="288925" cy="290513"/>
          </a:xfrm>
          <a:custGeom>
            <a:avLst/>
            <a:gdLst>
              <a:gd name="T0" fmla="*/ 142 w 182"/>
              <a:gd name="T1" fmla="*/ 0 h 183"/>
              <a:gd name="T2" fmla="*/ 182 w 182"/>
              <a:gd name="T3" fmla="*/ 38 h 183"/>
              <a:gd name="T4" fmla="*/ 182 w 182"/>
              <a:gd name="T5" fmla="*/ 183 h 183"/>
              <a:gd name="T6" fmla="*/ 0 w 182"/>
              <a:gd name="T7" fmla="*/ 183 h 183"/>
              <a:gd name="T8" fmla="*/ 0 w 182"/>
              <a:gd name="T9" fmla="*/ 0 h 183"/>
              <a:gd name="T10" fmla="*/ 142 w 182"/>
              <a:gd name="T11" fmla="*/ 0 h 183"/>
              <a:gd name="T12" fmla="*/ 173 w 182"/>
              <a:gd name="T13" fmla="*/ 173 h 183"/>
              <a:gd name="T14" fmla="*/ 173 w 182"/>
              <a:gd name="T15" fmla="*/ 40 h 183"/>
              <a:gd name="T16" fmla="*/ 140 w 182"/>
              <a:gd name="T17" fmla="*/ 7 h 183"/>
              <a:gd name="T18" fmla="*/ 135 w 182"/>
              <a:gd name="T19" fmla="*/ 7 h 183"/>
              <a:gd name="T20" fmla="*/ 135 w 182"/>
              <a:gd name="T21" fmla="*/ 69 h 183"/>
              <a:gd name="T22" fmla="*/ 45 w 182"/>
              <a:gd name="T23" fmla="*/ 69 h 183"/>
              <a:gd name="T24" fmla="*/ 45 w 182"/>
              <a:gd name="T25" fmla="*/ 7 h 183"/>
              <a:gd name="T26" fmla="*/ 7 w 182"/>
              <a:gd name="T27" fmla="*/ 7 h 183"/>
              <a:gd name="T28" fmla="*/ 7 w 182"/>
              <a:gd name="T29" fmla="*/ 173 h 183"/>
              <a:gd name="T30" fmla="*/ 173 w 182"/>
              <a:gd name="T31" fmla="*/ 173 h 183"/>
              <a:gd name="T32" fmla="*/ 128 w 182"/>
              <a:gd name="T33" fmla="*/ 7 h 183"/>
              <a:gd name="T34" fmla="*/ 52 w 182"/>
              <a:gd name="T35" fmla="*/ 7 h 183"/>
              <a:gd name="T36" fmla="*/ 52 w 182"/>
              <a:gd name="T37" fmla="*/ 59 h 183"/>
              <a:gd name="T38" fmla="*/ 128 w 182"/>
              <a:gd name="T39" fmla="*/ 59 h 183"/>
              <a:gd name="T40" fmla="*/ 128 w 182"/>
              <a:gd name="T41" fmla="*/ 7 h 183"/>
              <a:gd name="T42" fmla="*/ 52 w 182"/>
              <a:gd name="T43" fmla="*/ 121 h 183"/>
              <a:gd name="T44" fmla="*/ 52 w 182"/>
              <a:gd name="T45" fmla="*/ 128 h 183"/>
              <a:gd name="T46" fmla="*/ 128 w 182"/>
              <a:gd name="T47" fmla="*/ 128 h 183"/>
              <a:gd name="T48" fmla="*/ 128 w 182"/>
              <a:gd name="T49" fmla="*/ 121 h 183"/>
              <a:gd name="T50" fmla="*/ 52 w 182"/>
              <a:gd name="T51" fmla="*/ 121 h 183"/>
              <a:gd name="T52" fmla="*/ 52 w 182"/>
              <a:gd name="T53" fmla="*/ 142 h 183"/>
              <a:gd name="T54" fmla="*/ 52 w 182"/>
              <a:gd name="T55" fmla="*/ 152 h 183"/>
              <a:gd name="T56" fmla="*/ 128 w 182"/>
              <a:gd name="T57" fmla="*/ 152 h 183"/>
              <a:gd name="T58" fmla="*/ 128 w 182"/>
              <a:gd name="T59" fmla="*/ 142 h 183"/>
              <a:gd name="T60" fmla="*/ 52 w 182"/>
              <a:gd name="T61" fmla="*/ 142 h 183"/>
              <a:gd name="T62" fmla="*/ 107 w 182"/>
              <a:gd name="T63" fmla="*/ 22 h 183"/>
              <a:gd name="T64" fmla="*/ 107 w 182"/>
              <a:gd name="T65" fmla="*/ 45 h 183"/>
              <a:gd name="T66" fmla="*/ 114 w 182"/>
              <a:gd name="T67" fmla="*/ 45 h 183"/>
              <a:gd name="T68" fmla="*/ 114 w 182"/>
              <a:gd name="T69" fmla="*/ 22 h 183"/>
              <a:gd name="T70" fmla="*/ 107 w 182"/>
              <a:gd name="T71" fmla="*/ 22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2" h="183">
                <a:moveTo>
                  <a:pt x="142" y="0"/>
                </a:moveTo>
                <a:lnTo>
                  <a:pt x="182" y="38"/>
                </a:lnTo>
                <a:lnTo>
                  <a:pt x="182" y="183"/>
                </a:lnTo>
                <a:lnTo>
                  <a:pt x="0" y="183"/>
                </a:lnTo>
                <a:lnTo>
                  <a:pt x="0" y="0"/>
                </a:lnTo>
                <a:lnTo>
                  <a:pt x="142" y="0"/>
                </a:lnTo>
                <a:close/>
                <a:moveTo>
                  <a:pt x="173" y="173"/>
                </a:moveTo>
                <a:lnTo>
                  <a:pt x="173" y="40"/>
                </a:lnTo>
                <a:lnTo>
                  <a:pt x="140" y="7"/>
                </a:lnTo>
                <a:lnTo>
                  <a:pt x="135" y="7"/>
                </a:lnTo>
                <a:lnTo>
                  <a:pt x="135" y="69"/>
                </a:lnTo>
                <a:lnTo>
                  <a:pt x="45" y="69"/>
                </a:lnTo>
                <a:lnTo>
                  <a:pt x="45" y="7"/>
                </a:lnTo>
                <a:lnTo>
                  <a:pt x="7" y="7"/>
                </a:lnTo>
                <a:lnTo>
                  <a:pt x="7" y="173"/>
                </a:lnTo>
                <a:lnTo>
                  <a:pt x="173" y="173"/>
                </a:lnTo>
                <a:close/>
                <a:moveTo>
                  <a:pt x="128" y="7"/>
                </a:moveTo>
                <a:lnTo>
                  <a:pt x="52" y="7"/>
                </a:lnTo>
                <a:lnTo>
                  <a:pt x="52" y="59"/>
                </a:lnTo>
                <a:lnTo>
                  <a:pt x="128" y="59"/>
                </a:lnTo>
                <a:lnTo>
                  <a:pt x="128" y="7"/>
                </a:lnTo>
                <a:close/>
                <a:moveTo>
                  <a:pt x="52" y="121"/>
                </a:moveTo>
                <a:lnTo>
                  <a:pt x="52" y="128"/>
                </a:lnTo>
                <a:lnTo>
                  <a:pt x="128" y="128"/>
                </a:lnTo>
                <a:lnTo>
                  <a:pt x="128" y="121"/>
                </a:lnTo>
                <a:lnTo>
                  <a:pt x="52" y="121"/>
                </a:lnTo>
                <a:close/>
                <a:moveTo>
                  <a:pt x="52" y="142"/>
                </a:moveTo>
                <a:lnTo>
                  <a:pt x="52" y="152"/>
                </a:lnTo>
                <a:lnTo>
                  <a:pt x="128" y="152"/>
                </a:lnTo>
                <a:lnTo>
                  <a:pt x="128" y="142"/>
                </a:lnTo>
                <a:lnTo>
                  <a:pt x="52" y="142"/>
                </a:lnTo>
                <a:close/>
                <a:moveTo>
                  <a:pt x="107" y="22"/>
                </a:moveTo>
                <a:lnTo>
                  <a:pt x="107" y="45"/>
                </a:lnTo>
                <a:lnTo>
                  <a:pt x="114" y="45"/>
                </a:lnTo>
                <a:lnTo>
                  <a:pt x="114" y="22"/>
                </a:lnTo>
                <a:lnTo>
                  <a:pt x="107" y="2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11342688" y="2982108"/>
            <a:ext cx="288925" cy="290513"/>
          </a:xfrm>
          <a:custGeom>
            <a:avLst/>
            <a:gdLst>
              <a:gd name="T0" fmla="*/ 77 w 77"/>
              <a:gd name="T1" fmla="*/ 0 h 77"/>
              <a:gd name="T2" fmla="*/ 0 w 77"/>
              <a:gd name="T3" fmla="*/ 77 h 77"/>
              <a:gd name="T4" fmla="*/ 73 w 77"/>
              <a:gd name="T5" fmla="*/ 3 h 77"/>
              <a:gd name="T6" fmla="*/ 3 w 77"/>
              <a:gd name="T7" fmla="*/ 17 h 77"/>
              <a:gd name="T8" fmla="*/ 73 w 77"/>
              <a:gd name="T9" fmla="*/ 3 h 77"/>
              <a:gd name="T10" fmla="*/ 73 w 77"/>
              <a:gd name="T11" fmla="*/ 73 h 77"/>
              <a:gd name="T12" fmla="*/ 3 w 77"/>
              <a:gd name="T13" fmla="*/ 20 h 77"/>
              <a:gd name="T14" fmla="*/ 27 w 77"/>
              <a:gd name="T15" fmla="*/ 32 h 77"/>
              <a:gd name="T16" fmla="*/ 30 w 77"/>
              <a:gd name="T17" fmla="*/ 31 h 77"/>
              <a:gd name="T18" fmla="*/ 27 w 77"/>
              <a:gd name="T19" fmla="*/ 56 h 77"/>
              <a:gd name="T20" fmla="*/ 21 w 77"/>
              <a:gd name="T21" fmla="*/ 39 h 77"/>
              <a:gd name="T22" fmla="*/ 21 w 77"/>
              <a:gd name="T23" fmla="*/ 36 h 77"/>
              <a:gd name="T24" fmla="*/ 25 w 77"/>
              <a:gd name="T25" fmla="*/ 35 h 77"/>
              <a:gd name="T26" fmla="*/ 27 w 77"/>
              <a:gd name="T27" fmla="*/ 32 h 77"/>
              <a:gd name="T28" fmla="*/ 24 w 77"/>
              <a:gd name="T29" fmla="*/ 13 h 77"/>
              <a:gd name="T30" fmla="*/ 29 w 77"/>
              <a:gd name="T31" fmla="*/ 8 h 77"/>
              <a:gd name="T32" fmla="*/ 46 w 77"/>
              <a:gd name="T33" fmla="*/ 39 h 77"/>
              <a:gd name="T34" fmla="*/ 52 w 77"/>
              <a:gd name="T35" fmla="*/ 42 h 77"/>
              <a:gd name="T36" fmla="*/ 55 w 77"/>
              <a:gd name="T37" fmla="*/ 48 h 77"/>
              <a:gd name="T38" fmla="*/ 52 w 77"/>
              <a:gd name="T39" fmla="*/ 54 h 77"/>
              <a:gd name="T40" fmla="*/ 46 w 77"/>
              <a:gd name="T41" fmla="*/ 57 h 77"/>
              <a:gd name="T42" fmla="*/ 40 w 77"/>
              <a:gd name="T43" fmla="*/ 55 h 77"/>
              <a:gd name="T44" fmla="*/ 37 w 77"/>
              <a:gd name="T45" fmla="*/ 49 h 77"/>
              <a:gd name="T46" fmla="*/ 41 w 77"/>
              <a:gd name="T47" fmla="*/ 48 h 77"/>
              <a:gd name="T48" fmla="*/ 41 w 77"/>
              <a:gd name="T49" fmla="*/ 51 h 77"/>
              <a:gd name="T50" fmla="*/ 44 w 77"/>
              <a:gd name="T51" fmla="*/ 54 h 77"/>
              <a:gd name="T52" fmla="*/ 48 w 77"/>
              <a:gd name="T53" fmla="*/ 53 h 77"/>
              <a:gd name="T54" fmla="*/ 51 w 77"/>
              <a:gd name="T55" fmla="*/ 50 h 77"/>
              <a:gd name="T56" fmla="*/ 51 w 77"/>
              <a:gd name="T57" fmla="*/ 46 h 77"/>
              <a:gd name="T58" fmla="*/ 48 w 77"/>
              <a:gd name="T59" fmla="*/ 43 h 77"/>
              <a:gd name="T60" fmla="*/ 43 w 77"/>
              <a:gd name="T61" fmla="*/ 43 h 77"/>
              <a:gd name="T62" fmla="*/ 41 w 77"/>
              <a:gd name="T63" fmla="*/ 45 h 77"/>
              <a:gd name="T64" fmla="*/ 40 w 77"/>
              <a:gd name="T65" fmla="*/ 32 h 77"/>
              <a:gd name="T66" fmla="*/ 54 w 77"/>
              <a:gd name="T67" fmla="*/ 35 h 77"/>
              <a:gd name="T68" fmla="*/ 42 w 77"/>
              <a:gd name="T69" fmla="*/ 41 h 77"/>
              <a:gd name="T70" fmla="*/ 46 w 77"/>
              <a:gd name="T71" fmla="*/ 39 h 77"/>
              <a:gd name="T72" fmla="*/ 48 w 77"/>
              <a:gd name="T73" fmla="*/ 13 h 77"/>
              <a:gd name="T74" fmla="*/ 53 w 77"/>
              <a:gd name="T75" fmla="*/ 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7" h="77">
                <a:moveTo>
                  <a:pt x="0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77"/>
                  <a:pt x="77" y="77"/>
                  <a:pt x="77" y="77"/>
                </a:cubicBezTo>
                <a:cubicBezTo>
                  <a:pt x="0" y="77"/>
                  <a:pt x="0" y="77"/>
                  <a:pt x="0" y="77"/>
                </a:cubicBezTo>
                <a:lnTo>
                  <a:pt x="0" y="0"/>
                </a:lnTo>
                <a:close/>
                <a:moveTo>
                  <a:pt x="73" y="3"/>
                </a:moveTo>
                <a:cubicBezTo>
                  <a:pt x="3" y="3"/>
                  <a:pt x="3" y="3"/>
                  <a:pt x="3" y="3"/>
                </a:cubicBezTo>
                <a:cubicBezTo>
                  <a:pt x="3" y="17"/>
                  <a:pt x="3" y="17"/>
                  <a:pt x="3" y="17"/>
                </a:cubicBezTo>
                <a:cubicBezTo>
                  <a:pt x="73" y="17"/>
                  <a:pt x="73" y="17"/>
                  <a:pt x="73" y="17"/>
                </a:cubicBezTo>
                <a:lnTo>
                  <a:pt x="73" y="3"/>
                </a:lnTo>
                <a:close/>
                <a:moveTo>
                  <a:pt x="3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20"/>
                  <a:pt x="73" y="20"/>
                  <a:pt x="73" y="20"/>
                </a:cubicBezTo>
                <a:cubicBezTo>
                  <a:pt x="3" y="20"/>
                  <a:pt x="3" y="20"/>
                  <a:pt x="3" y="20"/>
                </a:cubicBezTo>
                <a:lnTo>
                  <a:pt x="3" y="73"/>
                </a:lnTo>
                <a:close/>
                <a:moveTo>
                  <a:pt x="27" y="32"/>
                </a:moveTo>
                <a:cubicBezTo>
                  <a:pt x="27" y="31"/>
                  <a:pt x="27" y="31"/>
                  <a:pt x="27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56"/>
                  <a:pt x="30" y="56"/>
                  <a:pt x="30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39"/>
                  <a:pt x="27" y="39"/>
                  <a:pt x="27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6"/>
                  <a:pt x="23" y="36"/>
                </a:cubicBezTo>
                <a:cubicBezTo>
                  <a:pt x="24" y="36"/>
                  <a:pt x="25" y="36"/>
                  <a:pt x="25" y="35"/>
                </a:cubicBezTo>
                <a:cubicBezTo>
                  <a:pt x="26" y="35"/>
                  <a:pt x="26" y="35"/>
                  <a:pt x="26" y="34"/>
                </a:cubicBezTo>
                <a:cubicBezTo>
                  <a:pt x="27" y="34"/>
                  <a:pt x="27" y="33"/>
                  <a:pt x="27" y="32"/>
                </a:cubicBezTo>
                <a:close/>
                <a:moveTo>
                  <a:pt x="24" y="8"/>
                </a:moveTo>
                <a:cubicBezTo>
                  <a:pt x="24" y="13"/>
                  <a:pt x="24" y="13"/>
                  <a:pt x="24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8"/>
                  <a:pt x="29" y="8"/>
                  <a:pt x="29" y="8"/>
                </a:cubicBezTo>
                <a:lnTo>
                  <a:pt x="24" y="8"/>
                </a:lnTo>
                <a:close/>
                <a:moveTo>
                  <a:pt x="46" y="39"/>
                </a:moveTo>
                <a:cubicBezTo>
                  <a:pt x="47" y="39"/>
                  <a:pt x="49" y="40"/>
                  <a:pt x="50" y="40"/>
                </a:cubicBezTo>
                <a:cubicBezTo>
                  <a:pt x="51" y="40"/>
                  <a:pt x="52" y="41"/>
                  <a:pt x="52" y="42"/>
                </a:cubicBezTo>
                <a:cubicBezTo>
                  <a:pt x="53" y="43"/>
                  <a:pt x="54" y="44"/>
                  <a:pt x="54" y="45"/>
                </a:cubicBezTo>
                <a:cubicBezTo>
                  <a:pt x="54" y="46"/>
                  <a:pt x="55" y="47"/>
                  <a:pt x="55" y="48"/>
                </a:cubicBezTo>
                <a:cubicBezTo>
                  <a:pt x="55" y="49"/>
                  <a:pt x="54" y="51"/>
                  <a:pt x="54" y="52"/>
                </a:cubicBezTo>
                <a:cubicBezTo>
                  <a:pt x="54" y="53"/>
                  <a:pt x="53" y="54"/>
                  <a:pt x="52" y="54"/>
                </a:cubicBezTo>
                <a:cubicBezTo>
                  <a:pt x="51" y="55"/>
                  <a:pt x="50" y="56"/>
                  <a:pt x="49" y="56"/>
                </a:cubicBezTo>
                <a:cubicBezTo>
                  <a:pt x="48" y="57"/>
                  <a:pt x="47" y="57"/>
                  <a:pt x="46" y="57"/>
                </a:cubicBezTo>
                <a:cubicBezTo>
                  <a:pt x="45" y="57"/>
                  <a:pt x="43" y="57"/>
                  <a:pt x="42" y="56"/>
                </a:cubicBezTo>
                <a:cubicBezTo>
                  <a:pt x="41" y="56"/>
                  <a:pt x="41" y="56"/>
                  <a:pt x="40" y="55"/>
                </a:cubicBezTo>
                <a:cubicBezTo>
                  <a:pt x="39" y="54"/>
                  <a:pt x="38" y="53"/>
                  <a:pt x="38" y="52"/>
                </a:cubicBezTo>
                <a:cubicBezTo>
                  <a:pt x="38" y="51"/>
                  <a:pt x="37" y="50"/>
                  <a:pt x="37" y="49"/>
                </a:cubicBezTo>
                <a:cubicBezTo>
                  <a:pt x="37" y="48"/>
                  <a:pt x="37" y="48"/>
                  <a:pt x="37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1" y="49"/>
                  <a:pt x="41" y="49"/>
                </a:cubicBezTo>
                <a:cubicBezTo>
                  <a:pt x="41" y="50"/>
                  <a:pt x="41" y="50"/>
                  <a:pt x="41" y="51"/>
                </a:cubicBezTo>
                <a:cubicBezTo>
                  <a:pt x="41" y="52"/>
                  <a:pt x="42" y="52"/>
                  <a:pt x="42" y="53"/>
                </a:cubicBezTo>
                <a:cubicBezTo>
                  <a:pt x="43" y="53"/>
                  <a:pt x="43" y="53"/>
                  <a:pt x="44" y="54"/>
                </a:cubicBezTo>
                <a:cubicBezTo>
                  <a:pt x="45" y="54"/>
                  <a:pt x="45" y="54"/>
                  <a:pt x="46" y="54"/>
                </a:cubicBezTo>
                <a:cubicBezTo>
                  <a:pt x="47" y="54"/>
                  <a:pt x="48" y="54"/>
                  <a:pt x="48" y="53"/>
                </a:cubicBezTo>
                <a:cubicBezTo>
                  <a:pt x="49" y="53"/>
                  <a:pt x="49" y="53"/>
                  <a:pt x="50" y="52"/>
                </a:cubicBezTo>
                <a:cubicBezTo>
                  <a:pt x="50" y="52"/>
                  <a:pt x="51" y="51"/>
                  <a:pt x="51" y="50"/>
                </a:cubicBezTo>
                <a:cubicBezTo>
                  <a:pt x="51" y="49"/>
                  <a:pt x="51" y="49"/>
                  <a:pt x="51" y="48"/>
                </a:cubicBezTo>
                <a:cubicBezTo>
                  <a:pt x="51" y="47"/>
                  <a:pt x="51" y="47"/>
                  <a:pt x="51" y="46"/>
                </a:cubicBezTo>
                <a:cubicBezTo>
                  <a:pt x="51" y="45"/>
                  <a:pt x="50" y="45"/>
                  <a:pt x="50" y="44"/>
                </a:cubicBezTo>
                <a:cubicBezTo>
                  <a:pt x="49" y="44"/>
                  <a:pt x="49" y="43"/>
                  <a:pt x="48" y="43"/>
                </a:cubicBezTo>
                <a:cubicBezTo>
                  <a:pt x="47" y="43"/>
                  <a:pt x="47" y="42"/>
                  <a:pt x="46" y="42"/>
                </a:cubicBezTo>
                <a:cubicBezTo>
                  <a:pt x="45" y="42"/>
                  <a:pt x="44" y="43"/>
                  <a:pt x="43" y="43"/>
                </a:cubicBezTo>
                <a:cubicBezTo>
                  <a:pt x="42" y="43"/>
                  <a:pt x="41" y="44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40" y="32"/>
                  <a:pt x="40" y="32"/>
                  <a:pt x="40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5"/>
                  <a:pt x="54" y="35"/>
                  <a:pt x="54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0"/>
                  <a:pt x="43" y="40"/>
                  <a:pt x="44" y="40"/>
                </a:cubicBezTo>
                <a:cubicBezTo>
                  <a:pt x="45" y="40"/>
                  <a:pt x="45" y="39"/>
                  <a:pt x="46" y="39"/>
                </a:cubicBezTo>
                <a:close/>
                <a:moveTo>
                  <a:pt x="48" y="8"/>
                </a:moveTo>
                <a:cubicBezTo>
                  <a:pt x="48" y="13"/>
                  <a:pt x="48" y="13"/>
                  <a:pt x="48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8"/>
                  <a:pt x="53" y="8"/>
                  <a:pt x="53" y="8"/>
                </a:cubicBezTo>
                <a:lnTo>
                  <a:pt x="48" y="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501650" y="3410733"/>
            <a:ext cx="346075" cy="296863"/>
          </a:xfrm>
          <a:custGeom>
            <a:avLst/>
            <a:gdLst>
              <a:gd name="T0" fmla="*/ 187 w 218"/>
              <a:gd name="T1" fmla="*/ 64 h 187"/>
              <a:gd name="T2" fmla="*/ 187 w 218"/>
              <a:gd name="T3" fmla="*/ 178 h 187"/>
              <a:gd name="T4" fmla="*/ 203 w 218"/>
              <a:gd name="T5" fmla="*/ 178 h 187"/>
              <a:gd name="T6" fmla="*/ 203 w 218"/>
              <a:gd name="T7" fmla="*/ 187 h 187"/>
              <a:gd name="T8" fmla="*/ 14 w 218"/>
              <a:gd name="T9" fmla="*/ 187 h 187"/>
              <a:gd name="T10" fmla="*/ 14 w 218"/>
              <a:gd name="T11" fmla="*/ 178 h 187"/>
              <a:gd name="T12" fmla="*/ 29 w 218"/>
              <a:gd name="T13" fmla="*/ 178 h 187"/>
              <a:gd name="T14" fmla="*/ 29 w 218"/>
              <a:gd name="T15" fmla="*/ 64 h 187"/>
              <a:gd name="T16" fmla="*/ 0 w 218"/>
              <a:gd name="T17" fmla="*/ 64 h 187"/>
              <a:gd name="T18" fmla="*/ 109 w 218"/>
              <a:gd name="T19" fmla="*/ 0 h 187"/>
              <a:gd name="T20" fmla="*/ 218 w 218"/>
              <a:gd name="T21" fmla="*/ 64 h 187"/>
              <a:gd name="T22" fmla="*/ 187 w 218"/>
              <a:gd name="T23" fmla="*/ 64 h 187"/>
              <a:gd name="T24" fmla="*/ 29 w 218"/>
              <a:gd name="T25" fmla="*/ 57 h 187"/>
              <a:gd name="T26" fmla="*/ 189 w 218"/>
              <a:gd name="T27" fmla="*/ 57 h 187"/>
              <a:gd name="T28" fmla="*/ 109 w 218"/>
              <a:gd name="T29" fmla="*/ 10 h 187"/>
              <a:gd name="T30" fmla="*/ 29 w 218"/>
              <a:gd name="T31" fmla="*/ 57 h 187"/>
              <a:gd name="T32" fmla="*/ 36 w 218"/>
              <a:gd name="T33" fmla="*/ 178 h 187"/>
              <a:gd name="T34" fmla="*/ 59 w 218"/>
              <a:gd name="T35" fmla="*/ 178 h 187"/>
              <a:gd name="T36" fmla="*/ 59 w 218"/>
              <a:gd name="T37" fmla="*/ 64 h 187"/>
              <a:gd name="T38" fmla="*/ 36 w 218"/>
              <a:gd name="T39" fmla="*/ 64 h 187"/>
              <a:gd name="T40" fmla="*/ 36 w 218"/>
              <a:gd name="T41" fmla="*/ 178 h 187"/>
              <a:gd name="T42" fmla="*/ 66 w 218"/>
              <a:gd name="T43" fmla="*/ 178 h 187"/>
              <a:gd name="T44" fmla="*/ 90 w 218"/>
              <a:gd name="T45" fmla="*/ 178 h 187"/>
              <a:gd name="T46" fmla="*/ 90 w 218"/>
              <a:gd name="T47" fmla="*/ 64 h 187"/>
              <a:gd name="T48" fmla="*/ 66 w 218"/>
              <a:gd name="T49" fmla="*/ 64 h 187"/>
              <a:gd name="T50" fmla="*/ 66 w 218"/>
              <a:gd name="T51" fmla="*/ 178 h 187"/>
              <a:gd name="T52" fmla="*/ 97 w 218"/>
              <a:gd name="T53" fmla="*/ 178 h 187"/>
              <a:gd name="T54" fmla="*/ 118 w 218"/>
              <a:gd name="T55" fmla="*/ 178 h 187"/>
              <a:gd name="T56" fmla="*/ 118 w 218"/>
              <a:gd name="T57" fmla="*/ 64 h 187"/>
              <a:gd name="T58" fmla="*/ 97 w 218"/>
              <a:gd name="T59" fmla="*/ 64 h 187"/>
              <a:gd name="T60" fmla="*/ 97 w 218"/>
              <a:gd name="T61" fmla="*/ 178 h 187"/>
              <a:gd name="T62" fmla="*/ 125 w 218"/>
              <a:gd name="T63" fmla="*/ 178 h 187"/>
              <a:gd name="T64" fmla="*/ 149 w 218"/>
              <a:gd name="T65" fmla="*/ 178 h 187"/>
              <a:gd name="T66" fmla="*/ 149 w 218"/>
              <a:gd name="T67" fmla="*/ 64 h 187"/>
              <a:gd name="T68" fmla="*/ 125 w 218"/>
              <a:gd name="T69" fmla="*/ 64 h 187"/>
              <a:gd name="T70" fmla="*/ 125 w 218"/>
              <a:gd name="T71" fmla="*/ 178 h 187"/>
              <a:gd name="T72" fmla="*/ 156 w 218"/>
              <a:gd name="T73" fmla="*/ 178 h 187"/>
              <a:gd name="T74" fmla="*/ 180 w 218"/>
              <a:gd name="T75" fmla="*/ 178 h 187"/>
              <a:gd name="T76" fmla="*/ 180 w 218"/>
              <a:gd name="T77" fmla="*/ 64 h 187"/>
              <a:gd name="T78" fmla="*/ 156 w 218"/>
              <a:gd name="T79" fmla="*/ 64 h 187"/>
              <a:gd name="T80" fmla="*/ 156 w 218"/>
              <a:gd name="T81" fmla="*/ 178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18" h="187">
                <a:moveTo>
                  <a:pt x="187" y="64"/>
                </a:moveTo>
                <a:lnTo>
                  <a:pt x="187" y="178"/>
                </a:lnTo>
                <a:lnTo>
                  <a:pt x="203" y="178"/>
                </a:lnTo>
                <a:lnTo>
                  <a:pt x="203" y="187"/>
                </a:lnTo>
                <a:lnTo>
                  <a:pt x="14" y="187"/>
                </a:lnTo>
                <a:lnTo>
                  <a:pt x="14" y="178"/>
                </a:lnTo>
                <a:lnTo>
                  <a:pt x="29" y="178"/>
                </a:lnTo>
                <a:lnTo>
                  <a:pt x="29" y="64"/>
                </a:lnTo>
                <a:lnTo>
                  <a:pt x="0" y="64"/>
                </a:lnTo>
                <a:lnTo>
                  <a:pt x="109" y="0"/>
                </a:lnTo>
                <a:lnTo>
                  <a:pt x="218" y="64"/>
                </a:lnTo>
                <a:lnTo>
                  <a:pt x="187" y="64"/>
                </a:lnTo>
                <a:close/>
                <a:moveTo>
                  <a:pt x="29" y="57"/>
                </a:moveTo>
                <a:lnTo>
                  <a:pt x="189" y="57"/>
                </a:lnTo>
                <a:lnTo>
                  <a:pt x="109" y="10"/>
                </a:lnTo>
                <a:lnTo>
                  <a:pt x="29" y="57"/>
                </a:lnTo>
                <a:close/>
                <a:moveTo>
                  <a:pt x="36" y="178"/>
                </a:moveTo>
                <a:lnTo>
                  <a:pt x="59" y="178"/>
                </a:lnTo>
                <a:lnTo>
                  <a:pt x="59" y="64"/>
                </a:lnTo>
                <a:lnTo>
                  <a:pt x="36" y="64"/>
                </a:lnTo>
                <a:lnTo>
                  <a:pt x="36" y="178"/>
                </a:lnTo>
                <a:close/>
                <a:moveTo>
                  <a:pt x="66" y="178"/>
                </a:moveTo>
                <a:lnTo>
                  <a:pt x="90" y="178"/>
                </a:lnTo>
                <a:lnTo>
                  <a:pt x="90" y="64"/>
                </a:lnTo>
                <a:lnTo>
                  <a:pt x="66" y="64"/>
                </a:lnTo>
                <a:lnTo>
                  <a:pt x="66" y="178"/>
                </a:lnTo>
                <a:close/>
                <a:moveTo>
                  <a:pt x="97" y="178"/>
                </a:moveTo>
                <a:lnTo>
                  <a:pt x="118" y="178"/>
                </a:lnTo>
                <a:lnTo>
                  <a:pt x="118" y="64"/>
                </a:lnTo>
                <a:lnTo>
                  <a:pt x="97" y="64"/>
                </a:lnTo>
                <a:lnTo>
                  <a:pt x="97" y="178"/>
                </a:lnTo>
                <a:close/>
                <a:moveTo>
                  <a:pt x="125" y="178"/>
                </a:moveTo>
                <a:lnTo>
                  <a:pt x="149" y="178"/>
                </a:lnTo>
                <a:lnTo>
                  <a:pt x="149" y="64"/>
                </a:lnTo>
                <a:lnTo>
                  <a:pt x="125" y="64"/>
                </a:lnTo>
                <a:lnTo>
                  <a:pt x="125" y="178"/>
                </a:lnTo>
                <a:close/>
                <a:moveTo>
                  <a:pt x="156" y="178"/>
                </a:moveTo>
                <a:lnTo>
                  <a:pt x="180" y="178"/>
                </a:lnTo>
                <a:lnTo>
                  <a:pt x="180" y="64"/>
                </a:lnTo>
                <a:lnTo>
                  <a:pt x="156" y="64"/>
                </a:lnTo>
                <a:lnTo>
                  <a:pt x="156" y="17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1054100" y="3448833"/>
            <a:ext cx="322263" cy="217488"/>
          </a:xfrm>
          <a:custGeom>
            <a:avLst/>
            <a:gdLst>
              <a:gd name="T0" fmla="*/ 83 w 86"/>
              <a:gd name="T1" fmla="*/ 1 h 58"/>
              <a:gd name="T2" fmla="*/ 86 w 86"/>
              <a:gd name="T3" fmla="*/ 3 h 58"/>
              <a:gd name="T4" fmla="*/ 86 w 86"/>
              <a:gd name="T5" fmla="*/ 53 h 58"/>
              <a:gd name="T6" fmla="*/ 85 w 86"/>
              <a:gd name="T7" fmla="*/ 57 h 58"/>
              <a:gd name="T8" fmla="*/ 82 w 86"/>
              <a:gd name="T9" fmla="*/ 58 h 58"/>
              <a:gd name="T10" fmla="*/ 3 w 86"/>
              <a:gd name="T11" fmla="*/ 58 h 58"/>
              <a:gd name="T12" fmla="*/ 0 w 86"/>
              <a:gd name="T13" fmla="*/ 55 h 58"/>
              <a:gd name="T14" fmla="*/ 0 w 86"/>
              <a:gd name="T15" fmla="*/ 5 h 58"/>
              <a:gd name="T16" fmla="*/ 1 w 86"/>
              <a:gd name="T17" fmla="*/ 2 h 58"/>
              <a:gd name="T18" fmla="*/ 5 w 86"/>
              <a:gd name="T19" fmla="*/ 0 h 58"/>
              <a:gd name="T20" fmla="*/ 3 w 86"/>
              <a:gd name="T21" fmla="*/ 10 h 58"/>
              <a:gd name="T22" fmla="*/ 83 w 86"/>
              <a:gd name="T23" fmla="*/ 5 h 58"/>
              <a:gd name="T24" fmla="*/ 82 w 86"/>
              <a:gd name="T25" fmla="*/ 4 h 58"/>
              <a:gd name="T26" fmla="*/ 4 w 86"/>
              <a:gd name="T27" fmla="*/ 4 h 58"/>
              <a:gd name="T28" fmla="*/ 3 w 86"/>
              <a:gd name="T29" fmla="*/ 10 h 58"/>
              <a:gd name="T30" fmla="*/ 3 w 86"/>
              <a:gd name="T31" fmla="*/ 20 h 58"/>
              <a:gd name="T32" fmla="*/ 83 w 86"/>
              <a:gd name="T33" fmla="*/ 13 h 58"/>
              <a:gd name="T34" fmla="*/ 83 w 86"/>
              <a:gd name="T35" fmla="*/ 53 h 58"/>
              <a:gd name="T36" fmla="*/ 3 w 86"/>
              <a:gd name="T37" fmla="*/ 23 h 58"/>
              <a:gd name="T38" fmla="*/ 4 w 86"/>
              <a:gd name="T39" fmla="*/ 54 h 58"/>
              <a:gd name="T40" fmla="*/ 82 w 86"/>
              <a:gd name="T41" fmla="*/ 55 h 58"/>
              <a:gd name="T42" fmla="*/ 83 w 86"/>
              <a:gd name="T43" fmla="*/ 53 h 58"/>
              <a:gd name="T44" fmla="*/ 10 w 86"/>
              <a:gd name="T45" fmla="*/ 39 h 58"/>
              <a:gd name="T46" fmla="*/ 29 w 86"/>
              <a:gd name="T47" fmla="*/ 36 h 58"/>
              <a:gd name="T48" fmla="*/ 10 w 86"/>
              <a:gd name="T49" fmla="*/ 45 h 58"/>
              <a:gd name="T50" fmla="*/ 41 w 86"/>
              <a:gd name="T51" fmla="*/ 48 h 58"/>
              <a:gd name="T52" fmla="*/ 10 w 86"/>
              <a:gd name="T53" fmla="*/ 45 h 58"/>
              <a:gd name="T54" fmla="*/ 65 w 86"/>
              <a:gd name="T55" fmla="*/ 48 h 58"/>
              <a:gd name="T56" fmla="*/ 64 w 86"/>
              <a:gd name="T57" fmla="*/ 45 h 58"/>
              <a:gd name="T58" fmla="*/ 67 w 86"/>
              <a:gd name="T59" fmla="*/ 42 h 58"/>
              <a:gd name="T60" fmla="*/ 76 w 86"/>
              <a:gd name="T61" fmla="*/ 43 h 58"/>
              <a:gd name="T62" fmla="*/ 77 w 86"/>
              <a:gd name="T63" fmla="*/ 45 h 58"/>
              <a:gd name="T64" fmla="*/ 74 w 86"/>
              <a:gd name="T65" fmla="*/ 4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6" h="58">
                <a:moveTo>
                  <a:pt x="82" y="0"/>
                </a:moveTo>
                <a:cubicBezTo>
                  <a:pt x="82" y="0"/>
                  <a:pt x="83" y="1"/>
                  <a:pt x="83" y="1"/>
                </a:cubicBezTo>
                <a:cubicBezTo>
                  <a:pt x="84" y="1"/>
                  <a:pt x="84" y="1"/>
                  <a:pt x="85" y="2"/>
                </a:cubicBezTo>
                <a:cubicBezTo>
                  <a:pt x="85" y="2"/>
                  <a:pt x="86" y="3"/>
                  <a:pt x="86" y="3"/>
                </a:cubicBezTo>
                <a:cubicBezTo>
                  <a:pt x="86" y="4"/>
                  <a:pt x="86" y="5"/>
                  <a:pt x="86" y="5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4"/>
                  <a:pt x="86" y="55"/>
                  <a:pt x="86" y="55"/>
                </a:cubicBezTo>
                <a:cubicBezTo>
                  <a:pt x="86" y="56"/>
                  <a:pt x="85" y="56"/>
                  <a:pt x="85" y="57"/>
                </a:cubicBezTo>
                <a:cubicBezTo>
                  <a:pt x="84" y="57"/>
                  <a:pt x="84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4" y="58"/>
                  <a:pt x="3" y="58"/>
                  <a:pt x="3" y="58"/>
                </a:cubicBezTo>
                <a:cubicBezTo>
                  <a:pt x="2" y="58"/>
                  <a:pt x="2" y="57"/>
                  <a:pt x="1" y="57"/>
                </a:cubicBezTo>
                <a:cubicBezTo>
                  <a:pt x="1" y="56"/>
                  <a:pt x="1" y="56"/>
                  <a:pt x="0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4"/>
                  <a:pt x="0" y="3"/>
                </a:cubicBezTo>
                <a:cubicBezTo>
                  <a:pt x="1" y="3"/>
                  <a:pt x="1" y="2"/>
                  <a:pt x="1" y="2"/>
                </a:cubicBezTo>
                <a:cubicBezTo>
                  <a:pt x="2" y="1"/>
                  <a:pt x="2" y="1"/>
                  <a:pt x="3" y="1"/>
                </a:cubicBezTo>
                <a:cubicBezTo>
                  <a:pt x="3" y="1"/>
                  <a:pt x="4" y="0"/>
                  <a:pt x="5" y="0"/>
                </a:cubicBezTo>
                <a:lnTo>
                  <a:pt x="82" y="0"/>
                </a:lnTo>
                <a:close/>
                <a:moveTo>
                  <a:pt x="3" y="10"/>
                </a:moveTo>
                <a:cubicBezTo>
                  <a:pt x="83" y="10"/>
                  <a:pt x="83" y="10"/>
                  <a:pt x="83" y="10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5"/>
                  <a:pt x="83" y="5"/>
                  <a:pt x="83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3" y="5"/>
                  <a:pt x="3" y="5"/>
                  <a:pt x="3" y="5"/>
                </a:cubicBezTo>
                <a:lnTo>
                  <a:pt x="3" y="10"/>
                </a:lnTo>
                <a:close/>
                <a:moveTo>
                  <a:pt x="3" y="13"/>
                </a:moveTo>
                <a:cubicBezTo>
                  <a:pt x="3" y="20"/>
                  <a:pt x="3" y="20"/>
                  <a:pt x="3" y="20"/>
                </a:cubicBezTo>
                <a:cubicBezTo>
                  <a:pt x="83" y="20"/>
                  <a:pt x="83" y="20"/>
                  <a:pt x="83" y="20"/>
                </a:cubicBezTo>
                <a:cubicBezTo>
                  <a:pt x="83" y="13"/>
                  <a:pt x="83" y="13"/>
                  <a:pt x="83" y="13"/>
                </a:cubicBezTo>
                <a:lnTo>
                  <a:pt x="3" y="13"/>
                </a:lnTo>
                <a:close/>
                <a:moveTo>
                  <a:pt x="83" y="53"/>
                </a:moveTo>
                <a:cubicBezTo>
                  <a:pt x="83" y="23"/>
                  <a:pt x="83" y="23"/>
                  <a:pt x="8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53"/>
                  <a:pt x="3" y="53"/>
                  <a:pt x="3" y="53"/>
                </a:cubicBezTo>
                <a:cubicBezTo>
                  <a:pt x="3" y="54"/>
                  <a:pt x="3" y="54"/>
                  <a:pt x="4" y="54"/>
                </a:cubicBezTo>
                <a:cubicBezTo>
                  <a:pt x="4" y="55"/>
                  <a:pt x="4" y="55"/>
                  <a:pt x="5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3" y="54"/>
                </a:cubicBezTo>
                <a:cubicBezTo>
                  <a:pt x="83" y="54"/>
                  <a:pt x="83" y="54"/>
                  <a:pt x="83" y="53"/>
                </a:cubicBezTo>
                <a:close/>
                <a:moveTo>
                  <a:pt x="10" y="36"/>
                </a:moveTo>
                <a:cubicBezTo>
                  <a:pt x="10" y="39"/>
                  <a:pt x="10" y="39"/>
                  <a:pt x="10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6"/>
                  <a:pt x="29" y="36"/>
                  <a:pt x="29" y="36"/>
                </a:cubicBezTo>
                <a:lnTo>
                  <a:pt x="10" y="36"/>
                </a:lnTo>
                <a:close/>
                <a:moveTo>
                  <a:pt x="10" y="45"/>
                </a:moveTo>
                <a:cubicBezTo>
                  <a:pt x="10" y="48"/>
                  <a:pt x="10" y="48"/>
                  <a:pt x="10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5"/>
                  <a:pt x="41" y="45"/>
                  <a:pt x="41" y="45"/>
                </a:cubicBezTo>
                <a:lnTo>
                  <a:pt x="10" y="45"/>
                </a:lnTo>
                <a:close/>
                <a:moveTo>
                  <a:pt x="67" y="48"/>
                </a:moveTo>
                <a:cubicBezTo>
                  <a:pt x="66" y="48"/>
                  <a:pt x="66" y="48"/>
                  <a:pt x="65" y="48"/>
                </a:cubicBezTo>
                <a:cubicBezTo>
                  <a:pt x="64" y="47"/>
                  <a:pt x="64" y="46"/>
                  <a:pt x="64" y="45"/>
                </a:cubicBezTo>
                <a:cubicBezTo>
                  <a:pt x="64" y="45"/>
                  <a:pt x="64" y="45"/>
                  <a:pt x="64" y="45"/>
                </a:cubicBezTo>
                <a:cubicBezTo>
                  <a:pt x="64" y="44"/>
                  <a:pt x="64" y="44"/>
                  <a:pt x="65" y="43"/>
                </a:cubicBezTo>
                <a:cubicBezTo>
                  <a:pt x="66" y="42"/>
                  <a:pt x="66" y="42"/>
                  <a:pt x="67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5" y="42"/>
                  <a:pt x="76" y="43"/>
                </a:cubicBezTo>
                <a:cubicBezTo>
                  <a:pt x="76" y="44"/>
                  <a:pt x="77" y="44"/>
                  <a:pt x="77" y="45"/>
                </a:cubicBezTo>
                <a:cubicBezTo>
                  <a:pt x="77" y="45"/>
                  <a:pt x="77" y="45"/>
                  <a:pt x="77" y="45"/>
                </a:cubicBezTo>
                <a:cubicBezTo>
                  <a:pt x="77" y="46"/>
                  <a:pt x="76" y="47"/>
                  <a:pt x="76" y="48"/>
                </a:cubicBezTo>
                <a:cubicBezTo>
                  <a:pt x="75" y="48"/>
                  <a:pt x="74" y="48"/>
                  <a:pt x="74" y="48"/>
                </a:cubicBezTo>
                <a:lnTo>
                  <a:pt x="67" y="4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1624013" y="3399621"/>
            <a:ext cx="266700" cy="315913"/>
          </a:xfrm>
          <a:custGeom>
            <a:avLst/>
            <a:gdLst>
              <a:gd name="T0" fmla="*/ 168 w 168"/>
              <a:gd name="T1" fmla="*/ 38 h 199"/>
              <a:gd name="T2" fmla="*/ 168 w 168"/>
              <a:gd name="T3" fmla="*/ 168 h 199"/>
              <a:gd name="T4" fmla="*/ 121 w 168"/>
              <a:gd name="T5" fmla="*/ 168 h 199"/>
              <a:gd name="T6" fmla="*/ 121 w 168"/>
              <a:gd name="T7" fmla="*/ 199 h 199"/>
              <a:gd name="T8" fmla="*/ 0 w 168"/>
              <a:gd name="T9" fmla="*/ 199 h 199"/>
              <a:gd name="T10" fmla="*/ 0 w 168"/>
              <a:gd name="T11" fmla="*/ 31 h 199"/>
              <a:gd name="T12" fmla="*/ 45 w 168"/>
              <a:gd name="T13" fmla="*/ 31 h 199"/>
              <a:gd name="T14" fmla="*/ 45 w 168"/>
              <a:gd name="T15" fmla="*/ 0 h 199"/>
              <a:gd name="T16" fmla="*/ 128 w 168"/>
              <a:gd name="T17" fmla="*/ 0 h 199"/>
              <a:gd name="T18" fmla="*/ 168 w 168"/>
              <a:gd name="T19" fmla="*/ 38 h 199"/>
              <a:gd name="T20" fmla="*/ 7 w 168"/>
              <a:gd name="T21" fmla="*/ 192 h 199"/>
              <a:gd name="T22" fmla="*/ 114 w 168"/>
              <a:gd name="T23" fmla="*/ 192 h 199"/>
              <a:gd name="T24" fmla="*/ 114 w 168"/>
              <a:gd name="T25" fmla="*/ 78 h 199"/>
              <a:gd name="T26" fmla="*/ 76 w 168"/>
              <a:gd name="T27" fmla="*/ 78 h 199"/>
              <a:gd name="T28" fmla="*/ 76 w 168"/>
              <a:gd name="T29" fmla="*/ 38 h 199"/>
              <a:gd name="T30" fmla="*/ 7 w 168"/>
              <a:gd name="T31" fmla="*/ 38 h 199"/>
              <a:gd name="T32" fmla="*/ 7 w 168"/>
              <a:gd name="T33" fmla="*/ 192 h 199"/>
              <a:gd name="T34" fmla="*/ 121 w 168"/>
              <a:gd name="T35" fmla="*/ 161 h 199"/>
              <a:gd name="T36" fmla="*/ 159 w 168"/>
              <a:gd name="T37" fmla="*/ 161 h 199"/>
              <a:gd name="T38" fmla="*/ 159 w 168"/>
              <a:gd name="T39" fmla="*/ 48 h 199"/>
              <a:gd name="T40" fmla="*/ 121 w 168"/>
              <a:gd name="T41" fmla="*/ 48 h 199"/>
              <a:gd name="T42" fmla="*/ 121 w 168"/>
              <a:gd name="T43" fmla="*/ 7 h 199"/>
              <a:gd name="T44" fmla="*/ 52 w 168"/>
              <a:gd name="T45" fmla="*/ 7 h 199"/>
              <a:gd name="T46" fmla="*/ 52 w 168"/>
              <a:gd name="T47" fmla="*/ 31 h 199"/>
              <a:gd name="T48" fmla="*/ 83 w 168"/>
              <a:gd name="T49" fmla="*/ 31 h 199"/>
              <a:gd name="T50" fmla="*/ 121 w 168"/>
              <a:gd name="T51" fmla="*/ 69 h 199"/>
              <a:gd name="T52" fmla="*/ 121 w 168"/>
              <a:gd name="T53" fmla="*/ 161 h 199"/>
              <a:gd name="T54" fmla="*/ 83 w 168"/>
              <a:gd name="T55" fmla="*/ 43 h 199"/>
              <a:gd name="T56" fmla="*/ 83 w 168"/>
              <a:gd name="T57" fmla="*/ 69 h 199"/>
              <a:gd name="T58" fmla="*/ 111 w 168"/>
              <a:gd name="T59" fmla="*/ 69 h 199"/>
              <a:gd name="T60" fmla="*/ 83 w 168"/>
              <a:gd name="T61" fmla="*/ 43 h 199"/>
              <a:gd name="T62" fmla="*/ 128 w 168"/>
              <a:gd name="T63" fmla="*/ 12 h 199"/>
              <a:gd name="T64" fmla="*/ 128 w 168"/>
              <a:gd name="T65" fmla="*/ 38 h 199"/>
              <a:gd name="T66" fmla="*/ 156 w 168"/>
              <a:gd name="T67" fmla="*/ 38 h 199"/>
              <a:gd name="T68" fmla="*/ 128 w 168"/>
              <a:gd name="T69" fmla="*/ 12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8" h="199">
                <a:moveTo>
                  <a:pt x="168" y="38"/>
                </a:moveTo>
                <a:lnTo>
                  <a:pt x="168" y="168"/>
                </a:lnTo>
                <a:lnTo>
                  <a:pt x="121" y="168"/>
                </a:lnTo>
                <a:lnTo>
                  <a:pt x="121" y="199"/>
                </a:lnTo>
                <a:lnTo>
                  <a:pt x="0" y="199"/>
                </a:lnTo>
                <a:lnTo>
                  <a:pt x="0" y="31"/>
                </a:lnTo>
                <a:lnTo>
                  <a:pt x="45" y="31"/>
                </a:lnTo>
                <a:lnTo>
                  <a:pt x="45" y="0"/>
                </a:lnTo>
                <a:lnTo>
                  <a:pt x="128" y="0"/>
                </a:lnTo>
                <a:lnTo>
                  <a:pt x="168" y="38"/>
                </a:lnTo>
                <a:close/>
                <a:moveTo>
                  <a:pt x="7" y="192"/>
                </a:moveTo>
                <a:lnTo>
                  <a:pt x="114" y="192"/>
                </a:lnTo>
                <a:lnTo>
                  <a:pt x="114" y="78"/>
                </a:lnTo>
                <a:lnTo>
                  <a:pt x="76" y="78"/>
                </a:lnTo>
                <a:lnTo>
                  <a:pt x="76" y="38"/>
                </a:lnTo>
                <a:lnTo>
                  <a:pt x="7" y="38"/>
                </a:lnTo>
                <a:lnTo>
                  <a:pt x="7" y="192"/>
                </a:lnTo>
                <a:close/>
                <a:moveTo>
                  <a:pt x="121" y="161"/>
                </a:moveTo>
                <a:lnTo>
                  <a:pt x="159" y="161"/>
                </a:lnTo>
                <a:lnTo>
                  <a:pt x="159" y="48"/>
                </a:lnTo>
                <a:lnTo>
                  <a:pt x="121" y="48"/>
                </a:lnTo>
                <a:lnTo>
                  <a:pt x="121" y="7"/>
                </a:lnTo>
                <a:lnTo>
                  <a:pt x="52" y="7"/>
                </a:lnTo>
                <a:lnTo>
                  <a:pt x="52" y="31"/>
                </a:lnTo>
                <a:lnTo>
                  <a:pt x="83" y="31"/>
                </a:lnTo>
                <a:lnTo>
                  <a:pt x="121" y="69"/>
                </a:lnTo>
                <a:lnTo>
                  <a:pt x="121" y="161"/>
                </a:lnTo>
                <a:close/>
                <a:moveTo>
                  <a:pt x="83" y="43"/>
                </a:moveTo>
                <a:lnTo>
                  <a:pt x="83" y="69"/>
                </a:lnTo>
                <a:lnTo>
                  <a:pt x="111" y="69"/>
                </a:lnTo>
                <a:lnTo>
                  <a:pt x="83" y="43"/>
                </a:lnTo>
                <a:close/>
                <a:moveTo>
                  <a:pt x="128" y="12"/>
                </a:moveTo>
                <a:lnTo>
                  <a:pt x="128" y="38"/>
                </a:lnTo>
                <a:lnTo>
                  <a:pt x="156" y="38"/>
                </a:lnTo>
                <a:lnTo>
                  <a:pt x="128" y="1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2146300" y="3407558"/>
            <a:ext cx="300038" cy="300038"/>
          </a:xfrm>
          <a:custGeom>
            <a:avLst/>
            <a:gdLst>
              <a:gd name="T0" fmla="*/ 50 w 80"/>
              <a:gd name="T1" fmla="*/ 10 h 80"/>
              <a:gd name="T2" fmla="*/ 57 w 80"/>
              <a:gd name="T3" fmla="*/ 12 h 80"/>
              <a:gd name="T4" fmla="*/ 68 w 80"/>
              <a:gd name="T5" fmla="*/ 24 h 80"/>
              <a:gd name="T6" fmla="*/ 71 w 80"/>
              <a:gd name="T7" fmla="*/ 30 h 80"/>
              <a:gd name="T8" fmla="*/ 80 w 80"/>
              <a:gd name="T9" fmla="*/ 48 h 80"/>
              <a:gd name="T10" fmla="*/ 69 w 80"/>
              <a:gd name="T11" fmla="*/ 52 h 80"/>
              <a:gd name="T12" fmla="*/ 74 w 80"/>
              <a:gd name="T13" fmla="*/ 63 h 80"/>
              <a:gd name="T14" fmla="*/ 54 w 80"/>
              <a:gd name="T15" fmla="*/ 68 h 80"/>
              <a:gd name="T16" fmla="*/ 48 w 80"/>
              <a:gd name="T17" fmla="*/ 71 h 80"/>
              <a:gd name="T18" fmla="*/ 32 w 80"/>
              <a:gd name="T19" fmla="*/ 71 h 80"/>
              <a:gd name="T20" fmla="*/ 26 w 80"/>
              <a:gd name="T21" fmla="*/ 68 h 80"/>
              <a:gd name="T22" fmla="*/ 6 w 80"/>
              <a:gd name="T23" fmla="*/ 63 h 80"/>
              <a:gd name="T24" fmla="*/ 11 w 80"/>
              <a:gd name="T25" fmla="*/ 52 h 80"/>
              <a:gd name="T26" fmla="*/ 0 w 80"/>
              <a:gd name="T27" fmla="*/ 48 h 80"/>
              <a:gd name="T28" fmla="*/ 10 w 80"/>
              <a:gd name="T29" fmla="*/ 30 h 80"/>
              <a:gd name="T30" fmla="*/ 12 w 80"/>
              <a:gd name="T31" fmla="*/ 24 h 80"/>
              <a:gd name="T32" fmla="*/ 24 w 80"/>
              <a:gd name="T33" fmla="*/ 12 h 80"/>
              <a:gd name="T34" fmla="*/ 30 w 80"/>
              <a:gd name="T35" fmla="*/ 10 h 80"/>
              <a:gd name="T36" fmla="*/ 48 w 80"/>
              <a:gd name="T37" fmla="*/ 0 h 80"/>
              <a:gd name="T38" fmla="*/ 35 w 80"/>
              <a:gd name="T39" fmla="*/ 11 h 80"/>
              <a:gd name="T40" fmla="*/ 29 w 80"/>
              <a:gd name="T41" fmla="*/ 13 h 80"/>
              <a:gd name="T42" fmla="*/ 23 w 80"/>
              <a:gd name="T43" fmla="*/ 16 h 80"/>
              <a:gd name="T44" fmla="*/ 16 w 80"/>
              <a:gd name="T45" fmla="*/ 23 h 80"/>
              <a:gd name="T46" fmla="*/ 13 w 80"/>
              <a:gd name="T47" fmla="*/ 29 h 80"/>
              <a:gd name="T48" fmla="*/ 12 w 80"/>
              <a:gd name="T49" fmla="*/ 35 h 80"/>
              <a:gd name="T50" fmla="*/ 12 w 80"/>
              <a:gd name="T51" fmla="*/ 45 h 80"/>
              <a:gd name="T52" fmla="*/ 14 w 80"/>
              <a:gd name="T53" fmla="*/ 51 h 80"/>
              <a:gd name="T54" fmla="*/ 17 w 80"/>
              <a:gd name="T55" fmla="*/ 57 h 80"/>
              <a:gd name="T56" fmla="*/ 24 w 80"/>
              <a:gd name="T57" fmla="*/ 64 h 80"/>
              <a:gd name="T58" fmla="*/ 29 w 80"/>
              <a:gd name="T59" fmla="*/ 66 h 80"/>
              <a:gd name="T60" fmla="*/ 35 w 80"/>
              <a:gd name="T61" fmla="*/ 68 h 80"/>
              <a:gd name="T62" fmla="*/ 45 w 80"/>
              <a:gd name="T63" fmla="*/ 68 h 80"/>
              <a:gd name="T64" fmla="*/ 51 w 80"/>
              <a:gd name="T65" fmla="*/ 66 h 80"/>
              <a:gd name="T66" fmla="*/ 57 w 80"/>
              <a:gd name="T67" fmla="*/ 64 h 80"/>
              <a:gd name="T68" fmla="*/ 63 w 80"/>
              <a:gd name="T69" fmla="*/ 57 h 80"/>
              <a:gd name="T70" fmla="*/ 67 w 80"/>
              <a:gd name="T71" fmla="*/ 51 h 80"/>
              <a:gd name="T72" fmla="*/ 68 w 80"/>
              <a:gd name="T73" fmla="*/ 45 h 80"/>
              <a:gd name="T74" fmla="*/ 69 w 80"/>
              <a:gd name="T75" fmla="*/ 35 h 80"/>
              <a:gd name="T76" fmla="*/ 67 w 80"/>
              <a:gd name="T77" fmla="*/ 29 h 80"/>
              <a:gd name="T78" fmla="*/ 64 w 80"/>
              <a:gd name="T79" fmla="*/ 23 h 80"/>
              <a:gd name="T80" fmla="*/ 57 w 80"/>
              <a:gd name="T81" fmla="*/ 16 h 80"/>
              <a:gd name="T82" fmla="*/ 51 w 80"/>
              <a:gd name="T83" fmla="*/ 13 h 80"/>
              <a:gd name="T84" fmla="*/ 45 w 80"/>
              <a:gd name="T85" fmla="*/ 11 h 80"/>
              <a:gd name="T86" fmla="*/ 35 w 80"/>
              <a:gd name="T87" fmla="*/ 54 h 80"/>
              <a:gd name="T88" fmla="*/ 26 w 80"/>
              <a:gd name="T89" fmla="*/ 40 h 80"/>
              <a:gd name="T90" fmla="*/ 35 w 80"/>
              <a:gd name="T91" fmla="*/ 27 h 80"/>
              <a:gd name="T92" fmla="*/ 50 w 80"/>
              <a:gd name="T93" fmla="*/ 30 h 80"/>
              <a:gd name="T94" fmla="*/ 53 w 80"/>
              <a:gd name="T95" fmla="*/ 46 h 80"/>
              <a:gd name="T96" fmla="*/ 40 w 80"/>
              <a:gd name="T97" fmla="*/ 55 h 80"/>
              <a:gd name="T98" fmla="*/ 48 w 80"/>
              <a:gd name="T99" fmla="*/ 48 h 80"/>
              <a:gd name="T100" fmla="*/ 50 w 80"/>
              <a:gd name="T101" fmla="*/ 36 h 80"/>
              <a:gd name="T102" fmla="*/ 40 w 80"/>
              <a:gd name="T103" fmla="*/ 29 h 80"/>
              <a:gd name="T104" fmla="*/ 30 w 80"/>
              <a:gd name="T105" fmla="*/ 36 h 80"/>
              <a:gd name="T106" fmla="*/ 32 w 80"/>
              <a:gd name="T107" fmla="*/ 4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80">
                <a:moveTo>
                  <a:pt x="48" y="0"/>
                </a:moveTo>
                <a:cubicBezTo>
                  <a:pt x="48" y="9"/>
                  <a:pt x="48" y="9"/>
                  <a:pt x="48" y="9"/>
                </a:cubicBezTo>
                <a:cubicBezTo>
                  <a:pt x="49" y="9"/>
                  <a:pt x="50" y="9"/>
                  <a:pt x="50" y="10"/>
                </a:cubicBezTo>
                <a:cubicBezTo>
                  <a:pt x="51" y="10"/>
                  <a:pt x="52" y="10"/>
                  <a:pt x="53" y="10"/>
                </a:cubicBezTo>
                <a:cubicBezTo>
                  <a:pt x="53" y="11"/>
                  <a:pt x="54" y="11"/>
                  <a:pt x="55" y="11"/>
                </a:cubicBezTo>
                <a:cubicBezTo>
                  <a:pt x="55" y="12"/>
                  <a:pt x="56" y="12"/>
                  <a:pt x="57" y="12"/>
                </a:cubicBezTo>
                <a:cubicBezTo>
                  <a:pt x="63" y="6"/>
                  <a:pt x="63" y="6"/>
                  <a:pt x="63" y="6"/>
                </a:cubicBezTo>
                <a:cubicBezTo>
                  <a:pt x="74" y="18"/>
                  <a:pt x="74" y="18"/>
                  <a:pt x="74" y="18"/>
                </a:cubicBezTo>
                <a:cubicBezTo>
                  <a:pt x="68" y="24"/>
                  <a:pt x="68" y="24"/>
                  <a:pt x="68" y="24"/>
                </a:cubicBezTo>
                <a:cubicBezTo>
                  <a:pt x="68" y="25"/>
                  <a:pt x="69" y="25"/>
                  <a:pt x="69" y="26"/>
                </a:cubicBezTo>
                <a:cubicBezTo>
                  <a:pt x="69" y="26"/>
                  <a:pt x="70" y="27"/>
                  <a:pt x="70" y="28"/>
                </a:cubicBezTo>
                <a:cubicBezTo>
                  <a:pt x="70" y="29"/>
                  <a:pt x="70" y="29"/>
                  <a:pt x="71" y="30"/>
                </a:cubicBezTo>
                <a:cubicBezTo>
                  <a:pt x="71" y="31"/>
                  <a:pt x="71" y="31"/>
                  <a:pt x="71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48"/>
                  <a:pt x="80" y="48"/>
                  <a:pt x="80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9"/>
                  <a:pt x="71" y="50"/>
                  <a:pt x="70" y="50"/>
                </a:cubicBezTo>
                <a:cubicBezTo>
                  <a:pt x="70" y="51"/>
                  <a:pt x="70" y="52"/>
                  <a:pt x="69" y="52"/>
                </a:cubicBezTo>
                <a:cubicBezTo>
                  <a:pt x="69" y="53"/>
                  <a:pt x="69" y="54"/>
                  <a:pt x="69" y="54"/>
                </a:cubicBezTo>
                <a:cubicBezTo>
                  <a:pt x="68" y="55"/>
                  <a:pt x="68" y="56"/>
                  <a:pt x="68" y="56"/>
                </a:cubicBezTo>
                <a:cubicBezTo>
                  <a:pt x="74" y="63"/>
                  <a:pt x="74" y="63"/>
                  <a:pt x="74" y="63"/>
                </a:cubicBezTo>
                <a:cubicBezTo>
                  <a:pt x="63" y="74"/>
                  <a:pt x="63" y="74"/>
                  <a:pt x="63" y="74"/>
                </a:cubicBezTo>
                <a:cubicBezTo>
                  <a:pt x="56" y="67"/>
                  <a:pt x="56" y="67"/>
                  <a:pt x="56" y="67"/>
                </a:cubicBezTo>
                <a:cubicBezTo>
                  <a:pt x="55" y="68"/>
                  <a:pt x="55" y="68"/>
                  <a:pt x="54" y="68"/>
                </a:cubicBezTo>
                <a:cubicBezTo>
                  <a:pt x="54" y="69"/>
                  <a:pt x="53" y="69"/>
                  <a:pt x="52" y="69"/>
                </a:cubicBezTo>
                <a:cubicBezTo>
                  <a:pt x="52" y="70"/>
                  <a:pt x="51" y="70"/>
                  <a:pt x="50" y="70"/>
                </a:cubicBezTo>
                <a:cubicBezTo>
                  <a:pt x="49" y="70"/>
                  <a:pt x="49" y="71"/>
                  <a:pt x="48" y="71"/>
                </a:cubicBezTo>
                <a:cubicBezTo>
                  <a:pt x="48" y="80"/>
                  <a:pt x="48" y="80"/>
                  <a:pt x="48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71"/>
                  <a:pt x="32" y="71"/>
                  <a:pt x="32" y="71"/>
                </a:cubicBezTo>
                <a:cubicBezTo>
                  <a:pt x="31" y="71"/>
                  <a:pt x="31" y="70"/>
                  <a:pt x="30" y="70"/>
                </a:cubicBezTo>
                <a:cubicBezTo>
                  <a:pt x="29" y="70"/>
                  <a:pt x="29" y="70"/>
                  <a:pt x="28" y="69"/>
                </a:cubicBezTo>
                <a:cubicBezTo>
                  <a:pt x="27" y="69"/>
                  <a:pt x="27" y="69"/>
                  <a:pt x="26" y="68"/>
                </a:cubicBezTo>
                <a:cubicBezTo>
                  <a:pt x="25" y="68"/>
                  <a:pt x="25" y="68"/>
                  <a:pt x="24" y="67"/>
                </a:cubicBezTo>
                <a:cubicBezTo>
                  <a:pt x="17" y="74"/>
                  <a:pt x="17" y="74"/>
                  <a:pt x="17" y="74"/>
                </a:cubicBezTo>
                <a:cubicBezTo>
                  <a:pt x="6" y="63"/>
                  <a:pt x="6" y="63"/>
                  <a:pt x="6" y="63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6"/>
                  <a:pt x="12" y="55"/>
                  <a:pt x="12" y="54"/>
                </a:cubicBezTo>
                <a:cubicBezTo>
                  <a:pt x="11" y="54"/>
                  <a:pt x="11" y="53"/>
                  <a:pt x="11" y="52"/>
                </a:cubicBezTo>
                <a:cubicBezTo>
                  <a:pt x="11" y="52"/>
                  <a:pt x="10" y="51"/>
                  <a:pt x="10" y="50"/>
                </a:cubicBezTo>
                <a:cubicBezTo>
                  <a:pt x="10" y="50"/>
                  <a:pt x="10" y="49"/>
                  <a:pt x="9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2"/>
                  <a:pt x="0" y="32"/>
                  <a:pt x="0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1"/>
                  <a:pt x="9" y="31"/>
                  <a:pt x="10" y="30"/>
                </a:cubicBezTo>
                <a:cubicBezTo>
                  <a:pt x="10" y="29"/>
                  <a:pt x="10" y="29"/>
                  <a:pt x="11" y="28"/>
                </a:cubicBezTo>
                <a:cubicBezTo>
                  <a:pt x="11" y="27"/>
                  <a:pt x="11" y="26"/>
                  <a:pt x="11" y="26"/>
                </a:cubicBezTo>
                <a:cubicBezTo>
                  <a:pt x="12" y="25"/>
                  <a:pt x="12" y="25"/>
                  <a:pt x="12" y="24"/>
                </a:cubicBezTo>
                <a:cubicBezTo>
                  <a:pt x="6" y="18"/>
                  <a:pt x="6" y="18"/>
                  <a:pt x="6" y="18"/>
                </a:cubicBezTo>
                <a:cubicBezTo>
                  <a:pt x="17" y="6"/>
                  <a:pt x="17" y="6"/>
                  <a:pt x="17" y="6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5" y="12"/>
                  <a:pt x="26" y="11"/>
                </a:cubicBezTo>
                <a:cubicBezTo>
                  <a:pt x="26" y="11"/>
                  <a:pt x="27" y="11"/>
                  <a:pt x="28" y="10"/>
                </a:cubicBezTo>
                <a:cubicBezTo>
                  <a:pt x="28" y="10"/>
                  <a:pt x="29" y="10"/>
                  <a:pt x="30" y="10"/>
                </a:cubicBezTo>
                <a:cubicBezTo>
                  <a:pt x="31" y="9"/>
                  <a:pt x="31" y="9"/>
                  <a:pt x="32" y="9"/>
                </a:cubicBezTo>
                <a:cubicBezTo>
                  <a:pt x="32" y="0"/>
                  <a:pt x="32" y="0"/>
                  <a:pt x="32" y="0"/>
                </a:cubicBezTo>
                <a:lnTo>
                  <a:pt x="48" y="0"/>
                </a:lnTo>
                <a:close/>
                <a:moveTo>
                  <a:pt x="45" y="4"/>
                </a:moveTo>
                <a:cubicBezTo>
                  <a:pt x="35" y="4"/>
                  <a:pt x="35" y="4"/>
                  <a:pt x="35" y="4"/>
                </a:cubicBezTo>
                <a:cubicBezTo>
                  <a:pt x="35" y="11"/>
                  <a:pt x="35" y="11"/>
                  <a:pt x="35" y="11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2" y="12"/>
                  <a:pt x="31" y="13"/>
                </a:cubicBezTo>
                <a:cubicBezTo>
                  <a:pt x="30" y="13"/>
                  <a:pt x="30" y="13"/>
                  <a:pt x="29" y="13"/>
                </a:cubicBezTo>
                <a:cubicBezTo>
                  <a:pt x="28" y="14"/>
                  <a:pt x="28" y="14"/>
                  <a:pt x="27" y="14"/>
                </a:cubicBezTo>
                <a:cubicBezTo>
                  <a:pt x="26" y="14"/>
                  <a:pt x="26" y="15"/>
                  <a:pt x="25" y="15"/>
                </a:cubicBezTo>
                <a:cubicBezTo>
                  <a:pt x="23" y="16"/>
                  <a:pt x="23" y="16"/>
                  <a:pt x="23" y="16"/>
                </a:cubicBezTo>
                <a:cubicBezTo>
                  <a:pt x="17" y="11"/>
                  <a:pt x="17" y="11"/>
                  <a:pt x="17" y="11"/>
                </a:cubicBezTo>
                <a:cubicBezTo>
                  <a:pt x="11" y="18"/>
                  <a:pt x="11" y="18"/>
                  <a:pt x="11" y="18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6"/>
                  <a:pt x="14" y="27"/>
                  <a:pt x="14" y="27"/>
                </a:cubicBezTo>
                <a:cubicBezTo>
                  <a:pt x="14" y="28"/>
                  <a:pt x="14" y="28"/>
                  <a:pt x="13" y="29"/>
                </a:cubicBezTo>
                <a:cubicBezTo>
                  <a:pt x="13" y="30"/>
                  <a:pt x="13" y="30"/>
                  <a:pt x="13" y="31"/>
                </a:cubicBezTo>
                <a:cubicBezTo>
                  <a:pt x="12" y="32"/>
                  <a:pt x="12" y="32"/>
                  <a:pt x="12" y="33"/>
                </a:cubicBezTo>
                <a:cubicBezTo>
                  <a:pt x="12" y="35"/>
                  <a:pt x="12" y="35"/>
                  <a:pt x="12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45"/>
                  <a:pt x="3" y="45"/>
                  <a:pt x="3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7"/>
                  <a:pt x="12" y="47"/>
                  <a:pt x="12" y="47"/>
                </a:cubicBezTo>
                <a:cubicBezTo>
                  <a:pt x="13" y="48"/>
                  <a:pt x="13" y="49"/>
                  <a:pt x="13" y="49"/>
                </a:cubicBezTo>
                <a:cubicBezTo>
                  <a:pt x="13" y="50"/>
                  <a:pt x="13" y="51"/>
                  <a:pt x="14" y="51"/>
                </a:cubicBezTo>
                <a:cubicBezTo>
                  <a:pt x="14" y="52"/>
                  <a:pt x="14" y="52"/>
                  <a:pt x="15" y="53"/>
                </a:cubicBezTo>
                <a:cubicBezTo>
                  <a:pt x="15" y="53"/>
                  <a:pt x="15" y="54"/>
                  <a:pt x="16" y="55"/>
                </a:cubicBezTo>
                <a:cubicBezTo>
                  <a:pt x="17" y="57"/>
                  <a:pt x="17" y="57"/>
                  <a:pt x="17" y="57"/>
                </a:cubicBezTo>
                <a:cubicBezTo>
                  <a:pt x="11" y="63"/>
                  <a:pt x="11" y="63"/>
                  <a:pt x="11" y="63"/>
                </a:cubicBezTo>
                <a:cubicBezTo>
                  <a:pt x="17" y="70"/>
                  <a:pt x="17" y="70"/>
                  <a:pt x="17" y="70"/>
                </a:cubicBezTo>
                <a:cubicBezTo>
                  <a:pt x="24" y="64"/>
                  <a:pt x="24" y="64"/>
                  <a:pt x="24" y="64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65"/>
                  <a:pt x="27" y="65"/>
                  <a:pt x="27" y="66"/>
                </a:cubicBezTo>
                <a:cubicBezTo>
                  <a:pt x="28" y="66"/>
                  <a:pt x="29" y="66"/>
                  <a:pt x="29" y="66"/>
                </a:cubicBezTo>
                <a:cubicBezTo>
                  <a:pt x="30" y="67"/>
                  <a:pt x="31" y="67"/>
                  <a:pt x="31" y="67"/>
                </a:cubicBezTo>
                <a:cubicBezTo>
                  <a:pt x="32" y="67"/>
                  <a:pt x="32" y="67"/>
                  <a:pt x="33" y="68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77"/>
                  <a:pt x="35" y="77"/>
                  <a:pt x="35" y="77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68"/>
                  <a:pt x="45" y="68"/>
                  <a:pt x="45" y="68"/>
                </a:cubicBezTo>
                <a:cubicBezTo>
                  <a:pt x="47" y="68"/>
                  <a:pt x="47" y="68"/>
                  <a:pt x="47" y="68"/>
                </a:cubicBezTo>
                <a:cubicBezTo>
                  <a:pt x="48" y="67"/>
                  <a:pt x="49" y="67"/>
                  <a:pt x="49" y="67"/>
                </a:cubicBezTo>
                <a:cubicBezTo>
                  <a:pt x="50" y="67"/>
                  <a:pt x="50" y="67"/>
                  <a:pt x="51" y="66"/>
                </a:cubicBezTo>
                <a:cubicBezTo>
                  <a:pt x="52" y="66"/>
                  <a:pt x="52" y="66"/>
                  <a:pt x="53" y="66"/>
                </a:cubicBezTo>
                <a:cubicBezTo>
                  <a:pt x="53" y="65"/>
                  <a:pt x="54" y="65"/>
                  <a:pt x="54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63" y="70"/>
                  <a:pt x="63" y="70"/>
                  <a:pt x="63" y="70"/>
                </a:cubicBezTo>
                <a:cubicBezTo>
                  <a:pt x="70" y="63"/>
                  <a:pt x="70" y="63"/>
                  <a:pt x="70" y="63"/>
                </a:cubicBezTo>
                <a:cubicBezTo>
                  <a:pt x="63" y="57"/>
                  <a:pt x="63" y="57"/>
                  <a:pt x="63" y="57"/>
                </a:cubicBezTo>
                <a:cubicBezTo>
                  <a:pt x="65" y="55"/>
                  <a:pt x="65" y="55"/>
                  <a:pt x="65" y="55"/>
                </a:cubicBezTo>
                <a:cubicBezTo>
                  <a:pt x="65" y="54"/>
                  <a:pt x="65" y="53"/>
                  <a:pt x="66" y="53"/>
                </a:cubicBezTo>
                <a:cubicBezTo>
                  <a:pt x="66" y="52"/>
                  <a:pt x="66" y="52"/>
                  <a:pt x="67" y="51"/>
                </a:cubicBezTo>
                <a:cubicBezTo>
                  <a:pt x="67" y="51"/>
                  <a:pt x="67" y="50"/>
                  <a:pt x="67" y="49"/>
                </a:cubicBezTo>
                <a:cubicBezTo>
                  <a:pt x="67" y="49"/>
                  <a:pt x="68" y="48"/>
                  <a:pt x="68" y="47"/>
                </a:cubicBezTo>
                <a:cubicBezTo>
                  <a:pt x="68" y="45"/>
                  <a:pt x="68" y="45"/>
                  <a:pt x="68" y="45"/>
                </a:cubicBezTo>
                <a:cubicBezTo>
                  <a:pt x="77" y="45"/>
                  <a:pt x="77" y="45"/>
                  <a:pt x="77" y="45"/>
                </a:cubicBezTo>
                <a:cubicBezTo>
                  <a:pt x="77" y="35"/>
                  <a:pt x="77" y="35"/>
                  <a:pt x="77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68" y="33"/>
                  <a:pt x="68" y="33"/>
                  <a:pt x="68" y="33"/>
                </a:cubicBezTo>
                <a:cubicBezTo>
                  <a:pt x="68" y="32"/>
                  <a:pt x="68" y="32"/>
                  <a:pt x="68" y="31"/>
                </a:cubicBezTo>
                <a:cubicBezTo>
                  <a:pt x="67" y="30"/>
                  <a:pt x="67" y="30"/>
                  <a:pt x="67" y="29"/>
                </a:cubicBezTo>
                <a:cubicBezTo>
                  <a:pt x="67" y="28"/>
                  <a:pt x="66" y="28"/>
                  <a:pt x="66" y="27"/>
                </a:cubicBezTo>
                <a:cubicBezTo>
                  <a:pt x="66" y="27"/>
                  <a:pt x="65" y="26"/>
                  <a:pt x="65" y="25"/>
                </a:cubicBezTo>
                <a:cubicBezTo>
                  <a:pt x="64" y="23"/>
                  <a:pt x="64" y="23"/>
                  <a:pt x="64" y="23"/>
                </a:cubicBezTo>
                <a:cubicBezTo>
                  <a:pt x="70" y="18"/>
                  <a:pt x="70" y="18"/>
                  <a:pt x="70" y="18"/>
                </a:cubicBezTo>
                <a:cubicBezTo>
                  <a:pt x="63" y="11"/>
                  <a:pt x="63" y="11"/>
                  <a:pt x="63" y="11"/>
                </a:cubicBezTo>
                <a:cubicBezTo>
                  <a:pt x="57" y="16"/>
                  <a:pt x="57" y="16"/>
                  <a:pt x="57" y="16"/>
                </a:cubicBezTo>
                <a:cubicBezTo>
                  <a:pt x="55" y="15"/>
                  <a:pt x="55" y="15"/>
                  <a:pt x="55" y="15"/>
                </a:cubicBezTo>
                <a:cubicBezTo>
                  <a:pt x="54" y="15"/>
                  <a:pt x="54" y="14"/>
                  <a:pt x="53" y="14"/>
                </a:cubicBezTo>
                <a:cubicBezTo>
                  <a:pt x="53" y="14"/>
                  <a:pt x="52" y="14"/>
                  <a:pt x="51" y="13"/>
                </a:cubicBezTo>
                <a:cubicBezTo>
                  <a:pt x="51" y="13"/>
                  <a:pt x="50" y="13"/>
                  <a:pt x="49" y="13"/>
                </a:cubicBezTo>
                <a:cubicBezTo>
                  <a:pt x="49" y="12"/>
                  <a:pt x="48" y="12"/>
                  <a:pt x="47" y="12"/>
                </a:cubicBezTo>
                <a:cubicBezTo>
                  <a:pt x="45" y="11"/>
                  <a:pt x="45" y="11"/>
                  <a:pt x="45" y="11"/>
                </a:cubicBezTo>
                <a:lnTo>
                  <a:pt x="45" y="4"/>
                </a:lnTo>
                <a:close/>
                <a:moveTo>
                  <a:pt x="40" y="55"/>
                </a:moveTo>
                <a:cubicBezTo>
                  <a:pt x="38" y="55"/>
                  <a:pt x="36" y="54"/>
                  <a:pt x="35" y="54"/>
                </a:cubicBezTo>
                <a:cubicBezTo>
                  <a:pt x="33" y="53"/>
                  <a:pt x="31" y="52"/>
                  <a:pt x="30" y="50"/>
                </a:cubicBezTo>
                <a:cubicBezTo>
                  <a:pt x="29" y="49"/>
                  <a:pt x="28" y="48"/>
                  <a:pt x="27" y="46"/>
                </a:cubicBezTo>
                <a:cubicBezTo>
                  <a:pt x="26" y="44"/>
                  <a:pt x="26" y="42"/>
                  <a:pt x="26" y="40"/>
                </a:cubicBezTo>
                <a:cubicBezTo>
                  <a:pt x="26" y="38"/>
                  <a:pt x="26" y="36"/>
                  <a:pt x="27" y="35"/>
                </a:cubicBezTo>
                <a:cubicBezTo>
                  <a:pt x="28" y="33"/>
                  <a:pt x="29" y="31"/>
                  <a:pt x="30" y="30"/>
                </a:cubicBezTo>
                <a:cubicBezTo>
                  <a:pt x="31" y="29"/>
                  <a:pt x="33" y="28"/>
                  <a:pt x="35" y="27"/>
                </a:cubicBezTo>
                <a:cubicBezTo>
                  <a:pt x="36" y="26"/>
                  <a:pt x="38" y="26"/>
                  <a:pt x="40" y="26"/>
                </a:cubicBezTo>
                <a:cubicBezTo>
                  <a:pt x="42" y="26"/>
                  <a:pt x="44" y="26"/>
                  <a:pt x="46" y="27"/>
                </a:cubicBezTo>
                <a:cubicBezTo>
                  <a:pt x="48" y="28"/>
                  <a:pt x="49" y="29"/>
                  <a:pt x="50" y="30"/>
                </a:cubicBezTo>
                <a:cubicBezTo>
                  <a:pt x="52" y="31"/>
                  <a:pt x="53" y="33"/>
                  <a:pt x="53" y="35"/>
                </a:cubicBezTo>
                <a:cubicBezTo>
                  <a:pt x="54" y="36"/>
                  <a:pt x="55" y="38"/>
                  <a:pt x="55" y="40"/>
                </a:cubicBezTo>
                <a:cubicBezTo>
                  <a:pt x="55" y="42"/>
                  <a:pt x="54" y="44"/>
                  <a:pt x="53" y="46"/>
                </a:cubicBezTo>
                <a:cubicBezTo>
                  <a:pt x="53" y="48"/>
                  <a:pt x="52" y="49"/>
                  <a:pt x="50" y="50"/>
                </a:cubicBezTo>
                <a:cubicBezTo>
                  <a:pt x="49" y="52"/>
                  <a:pt x="48" y="53"/>
                  <a:pt x="46" y="54"/>
                </a:cubicBezTo>
                <a:cubicBezTo>
                  <a:pt x="44" y="54"/>
                  <a:pt x="42" y="55"/>
                  <a:pt x="40" y="55"/>
                </a:cubicBezTo>
                <a:close/>
                <a:moveTo>
                  <a:pt x="40" y="52"/>
                </a:moveTo>
                <a:cubicBezTo>
                  <a:pt x="42" y="52"/>
                  <a:pt x="43" y="51"/>
                  <a:pt x="44" y="51"/>
                </a:cubicBezTo>
                <a:cubicBezTo>
                  <a:pt x="46" y="50"/>
                  <a:pt x="47" y="49"/>
                  <a:pt x="48" y="48"/>
                </a:cubicBezTo>
                <a:cubicBezTo>
                  <a:pt x="49" y="47"/>
                  <a:pt x="50" y="46"/>
                  <a:pt x="50" y="45"/>
                </a:cubicBezTo>
                <a:cubicBezTo>
                  <a:pt x="51" y="43"/>
                  <a:pt x="51" y="42"/>
                  <a:pt x="51" y="40"/>
                </a:cubicBezTo>
                <a:cubicBezTo>
                  <a:pt x="51" y="39"/>
                  <a:pt x="51" y="37"/>
                  <a:pt x="50" y="36"/>
                </a:cubicBezTo>
                <a:cubicBezTo>
                  <a:pt x="50" y="35"/>
                  <a:pt x="49" y="33"/>
                  <a:pt x="48" y="32"/>
                </a:cubicBezTo>
                <a:cubicBezTo>
                  <a:pt x="47" y="31"/>
                  <a:pt x="46" y="31"/>
                  <a:pt x="44" y="30"/>
                </a:cubicBezTo>
                <a:cubicBezTo>
                  <a:pt x="43" y="29"/>
                  <a:pt x="42" y="29"/>
                  <a:pt x="40" y="29"/>
                </a:cubicBezTo>
                <a:cubicBezTo>
                  <a:pt x="39" y="29"/>
                  <a:pt x="37" y="29"/>
                  <a:pt x="36" y="30"/>
                </a:cubicBezTo>
                <a:cubicBezTo>
                  <a:pt x="34" y="31"/>
                  <a:pt x="33" y="31"/>
                  <a:pt x="32" y="32"/>
                </a:cubicBezTo>
                <a:cubicBezTo>
                  <a:pt x="31" y="33"/>
                  <a:pt x="30" y="35"/>
                  <a:pt x="30" y="36"/>
                </a:cubicBezTo>
                <a:cubicBezTo>
                  <a:pt x="29" y="37"/>
                  <a:pt x="29" y="39"/>
                  <a:pt x="29" y="40"/>
                </a:cubicBezTo>
                <a:cubicBezTo>
                  <a:pt x="29" y="42"/>
                  <a:pt x="29" y="43"/>
                  <a:pt x="30" y="45"/>
                </a:cubicBezTo>
                <a:cubicBezTo>
                  <a:pt x="30" y="46"/>
                  <a:pt x="31" y="47"/>
                  <a:pt x="32" y="48"/>
                </a:cubicBezTo>
                <a:cubicBezTo>
                  <a:pt x="33" y="49"/>
                  <a:pt x="34" y="50"/>
                  <a:pt x="36" y="51"/>
                </a:cubicBezTo>
                <a:cubicBezTo>
                  <a:pt x="37" y="51"/>
                  <a:pt x="39" y="52"/>
                  <a:pt x="40" y="5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2693988" y="3388508"/>
            <a:ext cx="288925" cy="338138"/>
          </a:xfrm>
          <a:custGeom>
            <a:avLst/>
            <a:gdLst>
              <a:gd name="T0" fmla="*/ 57 w 77"/>
              <a:gd name="T1" fmla="*/ 18 h 90"/>
              <a:gd name="T2" fmla="*/ 74 w 77"/>
              <a:gd name="T3" fmla="*/ 38 h 90"/>
              <a:gd name="T4" fmla="*/ 74 w 77"/>
              <a:gd name="T5" fmla="*/ 67 h 90"/>
              <a:gd name="T6" fmla="*/ 53 w 77"/>
              <a:gd name="T7" fmla="*/ 87 h 90"/>
              <a:gd name="T8" fmla="*/ 23 w 77"/>
              <a:gd name="T9" fmla="*/ 87 h 90"/>
              <a:gd name="T10" fmla="*/ 3 w 77"/>
              <a:gd name="T11" fmla="*/ 67 h 90"/>
              <a:gd name="T12" fmla="*/ 2 w 77"/>
              <a:gd name="T13" fmla="*/ 38 h 90"/>
              <a:gd name="T14" fmla="*/ 19 w 77"/>
              <a:gd name="T15" fmla="*/ 18 h 90"/>
              <a:gd name="T16" fmla="*/ 31 w 77"/>
              <a:gd name="T17" fmla="*/ 11 h 90"/>
              <a:gd name="T18" fmla="*/ 31 w 77"/>
              <a:gd name="T19" fmla="*/ 5 h 90"/>
              <a:gd name="T20" fmla="*/ 35 w 77"/>
              <a:gd name="T21" fmla="*/ 1 h 90"/>
              <a:gd name="T22" fmla="*/ 41 w 77"/>
              <a:gd name="T23" fmla="*/ 1 h 90"/>
              <a:gd name="T24" fmla="*/ 46 w 77"/>
              <a:gd name="T25" fmla="*/ 5 h 90"/>
              <a:gd name="T26" fmla="*/ 46 w 77"/>
              <a:gd name="T27" fmla="*/ 11 h 90"/>
              <a:gd name="T28" fmla="*/ 38 w 77"/>
              <a:gd name="T29" fmla="*/ 87 h 90"/>
              <a:gd name="T30" fmla="*/ 63 w 77"/>
              <a:gd name="T31" fmla="*/ 77 h 90"/>
              <a:gd name="T32" fmla="*/ 73 w 77"/>
              <a:gd name="T33" fmla="*/ 52 h 90"/>
              <a:gd name="T34" fmla="*/ 63 w 77"/>
              <a:gd name="T35" fmla="*/ 27 h 90"/>
              <a:gd name="T36" fmla="*/ 38 w 77"/>
              <a:gd name="T37" fmla="*/ 16 h 90"/>
              <a:gd name="T38" fmla="*/ 13 w 77"/>
              <a:gd name="T39" fmla="*/ 27 h 90"/>
              <a:gd name="T40" fmla="*/ 3 w 77"/>
              <a:gd name="T41" fmla="*/ 52 h 90"/>
              <a:gd name="T42" fmla="*/ 13 w 77"/>
              <a:gd name="T43" fmla="*/ 77 h 90"/>
              <a:gd name="T44" fmla="*/ 38 w 77"/>
              <a:gd name="T45" fmla="*/ 87 h 90"/>
              <a:gd name="T46" fmla="*/ 31 w 77"/>
              <a:gd name="T47" fmla="*/ 45 h 90"/>
              <a:gd name="T48" fmla="*/ 45 w 77"/>
              <a:gd name="T49" fmla="*/ 59 h 90"/>
              <a:gd name="T50" fmla="*/ 33 w 77"/>
              <a:gd name="T51" fmla="*/ 49 h 90"/>
              <a:gd name="T52" fmla="*/ 41 w 77"/>
              <a:gd name="T53" fmla="*/ 57 h 90"/>
              <a:gd name="T54" fmla="*/ 38 w 77"/>
              <a:gd name="T55" fmla="*/ 4 h 90"/>
              <a:gd name="T56" fmla="*/ 35 w 77"/>
              <a:gd name="T57" fmla="*/ 5 h 90"/>
              <a:gd name="T58" fmla="*/ 33 w 77"/>
              <a:gd name="T59" fmla="*/ 9 h 90"/>
              <a:gd name="T60" fmla="*/ 35 w 77"/>
              <a:gd name="T61" fmla="*/ 12 h 90"/>
              <a:gd name="T62" fmla="*/ 38 w 77"/>
              <a:gd name="T63" fmla="*/ 13 h 90"/>
              <a:gd name="T64" fmla="*/ 42 w 77"/>
              <a:gd name="T65" fmla="*/ 12 h 90"/>
              <a:gd name="T66" fmla="*/ 43 w 77"/>
              <a:gd name="T67" fmla="*/ 9 h 90"/>
              <a:gd name="T68" fmla="*/ 42 w 77"/>
              <a:gd name="T69" fmla="*/ 5 h 90"/>
              <a:gd name="T70" fmla="*/ 38 w 77"/>
              <a:gd name="T71" fmla="*/ 4 h 90"/>
              <a:gd name="T72" fmla="*/ 51 w 77"/>
              <a:gd name="T73" fmla="*/ 39 h 90"/>
              <a:gd name="T74" fmla="*/ 43 w 77"/>
              <a:gd name="T75" fmla="*/ 5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7" h="90">
                <a:moveTo>
                  <a:pt x="44" y="14"/>
                </a:moveTo>
                <a:cubicBezTo>
                  <a:pt x="49" y="15"/>
                  <a:pt x="53" y="16"/>
                  <a:pt x="57" y="18"/>
                </a:cubicBezTo>
                <a:cubicBezTo>
                  <a:pt x="61" y="21"/>
                  <a:pt x="64" y="23"/>
                  <a:pt x="67" y="27"/>
                </a:cubicBezTo>
                <a:cubicBezTo>
                  <a:pt x="70" y="30"/>
                  <a:pt x="72" y="34"/>
                  <a:pt x="74" y="38"/>
                </a:cubicBezTo>
                <a:cubicBezTo>
                  <a:pt x="76" y="42"/>
                  <a:pt x="77" y="47"/>
                  <a:pt x="77" y="52"/>
                </a:cubicBezTo>
                <a:cubicBezTo>
                  <a:pt x="77" y="57"/>
                  <a:pt x="76" y="62"/>
                  <a:pt x="74" y="67"/>
                </a:cubicBezTo>
                <a:cubicBezTo>
                  <a:pt x="72" y="71"/>
                  <a:pt x="69" y="75"/>
                  <a:pt x="65" y="79"/>
                </a:cubicBezTo>
                <a:cubicBezTo>
                  <a:pt x="62" y="82"/>
                  <a:pt x="58" y="85"/>
                  <a:pt x="53" y="87"/>
                </a:cubicBezTo>
                <a:cubicBezTo>
                  <a:pt x="48" y="89"/>
                  <a:pt x="43" y="90"/>
                  <a:pt x="38" y="90"/>
                </a:cubicBezTo>
                <a:cubicBezTo>
                  <a:pt x="33" y="90"/>
                  <a:pt x="28" y="89"/>
                  <a:pt x="23" y="87"/>
                </a:cubicBezTo>
                <a:cubicBezTo>
                  <a:pt x="19" y="85"/>
                  <a:pt x="14" y="82"/>
                  <a:pt x="11" y="79"/>
                </a:cubicBezTo>
                <a:cubicBezTo>
                  <a:pt x="7" y="75"/>
                  <a:pt x="5" y="71"/>
                  <a:pt x="3" y="67"/>
                </a:cubicBezTo>
                <a:cubicBezTo>
                  <a:pt x="1" y="62"/>
                  <a:pt x="0" y="57"/>
                  <a:pt x="0" y="52"/>
                </a:cubicBezTo>
                <a:cubicBezTo>
                  <a:pt x="0" y="47"/>
                  <a:pt x="1" y="42"/>
                  <a:pt x="2" y="38"/>
                </a:cubicBezTo>
                <a:cubicBezTo>
                  <a:pt x="4" y="34"/>
                  <a:pt x="6" y="30"/>
                  <a:pt x="9" y="27"/>
                </a:cubicBezTo>
                <a:cubicBezTo>
                  <a:pt x="12" y="23"/>
                  <a:pt x="15" y="21"/>
                  <a:pt x="19" y="18"/>
                </a:cubicBezTo>
                <a:cubicBezTo>
                  <a:pt x="23" y="16"/>
                  <a:pt x="28" y="15"/>
                  <a:pt x="32" y="14"/>
                </a:cubicBezTo>
                <a:cubicBezTo>
                  <a:pt x="32" y="13"/>
                  <a:pt x="31" y="12"/>
                  <a:pt x="31" y="11"/>
                </a:cubicBezTo>
                <a:cubicBezTo>
                  <a:pt x="30" y="10"/>
                  <a:pt x="30" y="10"/>
                  <a:pt x="30" y="9"/>
                </a:cubicBezTo>
                <a:cubicBezTo>
                  <a:pt x="30" y="7"/>
                  <a:pt x="30" y="6"/>
                  <a:pt x="31" y="5"/>
                </a:cubicBezTo>
                <a:cubicBezTo>
                  <a:pt x="31" y="4"/>
                  <a:pt x="32" y="4"/>
                  <a:pt x="33" y="3"/>
                </a:cubicBezTo>
                <a:cubicBezTo>
                  <a:pt x="33" y="2"/>
                  <a:pt x="34" y="2"/>
                  <a:pt x="35" y="1"/>
                </a:cubicBezTo>
                <a:cubicBezTo>
                  <a:pt x="36" y="1"/>
                  <a:pt x="37" y="0"/>
                  <a:pt x="38" y="0"/>
                </a:cubicBezTo>
                <a:cubicBezTo>
                  <a:pt x="39" y="0"/>
                  <a:pt x="40" y="1"/>
                  <a:pt x="41" y="1"/>
                </a:cubicBezTo>
                <a:cubicBezTo>
                  <a:pt x="42" y="2"/>
                  <a:pt x="43" y="2"/>
                  <a:pt x="44" y="3"/>
                </a:cubicBezTo>
                <a:cubicBezTo>
                  <a:pt x="45" y="4"/>
                  <a:pt x="45" y="4"/>
                  <a:pt x="46" y="5"/>
                </a:cubicBezTo>
                <a:cubicBezTo>
                  <a:pt x="46" y="6"/>
                  <a:pt x="46" y="7"/>
                  <a:pt x="46" y="9"/>
                </a:cubicBezTo>
                <a:cubicBezTo>
                  <a:pt x="46" y="10"/>
                  <a:pt x="46" y="10"/>
                  <a:pt x="46" y="11"/>
                </a:cubicBezTo>
                <a:cubicBezTo>
                  <a:pt x="45" y="12"/>
                  <a:pt x="45" y="13"/>
                  <a:pt x="44" y="14"/>
                </a:cubicBezTo>
                <a:close/>
                <a:moveTo>
                  <a:pt x="38" y="87"/>
                </a:moveTo>
                <a:cubicBezTo>
                  <a:pt x="43" y="87"/>
                  <a:pt x="48" y="86"/>
                  <a:pt x="52" y="84"/>
                </a:cubicBezTo>
                <a:cubicBezTo>
                  <a:pt x="56" y="82"/>
                  <a:pt x="60" y="80"/>
                  <a:pt x="63" y="77"/>
                </a:cubicBezTo>
                <a:cubicBezTo>
                  <a:pt x="66" y="73"/>
                  <a:pt x="69" y="70"/>
                  <a:pt x="71" y="65"/>
                </a:cubicBezTo>
                <a:cubicBezTo>
                  <a:pt x="72" y="61"/>
                  <a:pt x="73" y="57"/>
                  <a:pt x="73" y="52"/>
                </a:cubicBezTo>
                <a:cubicBezTo>
                  <a:pt x="73" y="47"/>
                  <a:pt x="72" y="42"/>
                  <a:pt x="71" y="38"/>
                </a:cubicBezTo>
                <a:cubicBezTo>
                  <a:pt x="69" y="34"/>
                  <a:pt x="66" y="30"/>
                  <a:pt x="63" y="27"/>
                </a:cubicBezTo>
                <a:cubicBezTo>
                  <a:pt x="60" y="24"/>
                  <a:pt x="56" y="21"/>
                  <a:pt x="52" y="19"/>
                </a:cubicBezTo>
                <a:cubicBezTo>
                  <a:pt x="48" y="17"/>
                  <a:pt x="43" y="16"/>
                  <a:pt x="38" y="16"/>
                </a:cubicBezTo>
                <a:cubicBezTo>
                  <a:pt x="33" y="16"/>
                  <a:pt x="29" y="17"/>
                  <a:pt x="24" y="19"/>
                </a:cubicBezTo>
                <a:cubicBezTo>
                  <a:pt x="20" y="21"/>
                  <a:pt x="16" y="24"/>
                  <a:pt x="13" y="27"/>
                </a:cubicBezTo>
                <a:cubicBezTo>
                  <a:pt x="10" y="30"/>
                  <a:pt x="8" y="34"/>
                  <a:pt x="6" y="38"/>
                </a:cubicBezTo>
                <a:cubicBezTo>
                  <a:pt x="4" y="42"/>
                  <a:pt x="3" y="47"/>
                  <a:pt x="3" y="52"/>
                </a:cubicBezTo>
                <a:cubicBezTo>
                  <a:pt x="3" y="57"/>
                  <a:pt x="4" y="61"/>
                  <a:pt x="6" y="65"/>
                </a:cubicBezTo>
                <a:cubicBezTo>
                  <a:pt x="8" y="70"/>
                  <a:pt x="10" y="73"/>
                  <a:pt x="13" y="77"/>
                </a:cubicBezTo>
                <a:cubicBezTo>
                  <a:pt x="16" y="80"/>
                  <a:pt x="20" y="82"/>
                  <a:pt x="24" y="84"/>
                </a:cubicBezTo>
                <a:cubicBezTo>
                  <a:pt x="29" y="86"/>
                  <a:pt x="33" y="87"/>
                  <a:pt x="38" y="87"/>
                </a:cubicBezTo>
                <a:close/>
                <a:moveTo>
                  <a:pt x="19" y="71"/>
                </a:moveTo>
                <a:cubicBezTo>
                  <a:pt x="31" y="45"/>
                  <a:pt x="31" y="45"/>
                  <a:pt x="31" y="45"/>
                </a:cubicBezTo>
                <a:cubicBezTo>
                  <a:pt x="57" y="33"/>
                  <a:pt x="57" y="33"/>
                  <a:pt x="57" y="33"/>
                </a:cubicBezTo>
                <a:cubicBezTo>
                  <a:pt x="45" y="59"/>
                  <a:pt x="45" y="59"/>
                  <a:pt x="45" y="59"/>
                </a:cubicBezTo>
                <a:lnTo>
                  <a:pt x="19" y="71"/>
                </a:lnTo>
                <a:close/>
                <a:moveTo>
                  <a:pt x="33" y="49"/>
                </a:moveTo>
                <a:cubicBezTo>
                  <a:pt x="26" y="64"/>
                  <a:pt x="26" y="64"/>
                  <a:pt x="26" y="64"/>
                </a:cubicBezTo>
                <a:cubicBezTo>
                  <a:pt x="41" y="57"/>
                  <a:pt x="41" y="57"/>
                  <a:pt x="41" y="57"/>
                </a:cubicBezTo>
                <a:lnTo>
                  <a:pt x="33" y="49"/>
                </a:lnTo>
                <a:close/>
                <a:moveTo>
                  <a:pt x="38" y="4"/>
                </a:moveTo>
                <a:cubicBezTo>
                  <a:pt x="38" y="4"/>
                  <a:pt x="37" y="4"/>
                  <a:pt x="36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4" y="6"/>
                  <a:pt x="34" y="6"/>
                  <a:pt x="34" y="7"/>
                </a:cubicBezTo>
                <a:cubicBezTo>
                  <a:pt x="33" y="7"/>
                  <a:pt x="33" y="8"/>
                  <a:pt x="33" y="9"/>
                </a:cubicBezTo>
                <a:cubicBezTo>
                  <a:pt x="33" y="9"/>
                  <a:pt x="33" y="10"/>
                  <a:pt x="34" y="10"/>
                </a:cubicBezTo>
                <a:cubicBezTo>
                  <a:pt x="34" y="11"/>
                  <a:pt x="34" y="11"/>
                  <a:pt x="35" y="12"/>
                </a:cubicBezTo>
                <a:cubicBezTo>
                  <a:pt x="35" y="12"/>
                  <a:pt x="36" y="13"/>
                  <a:pt x="36" y="13"/>
                </a:cubicBezTo>
                <a:cubicBezTo>
                  <a:pt x="37" y="13"/>
                  <a:pt x="38" y="13"/>
                  <a:pt x="38" y="13"/>
                </a:cubicBezTo>
                <a:cubicBezTo>
                  <a:pt x="39" y="13"/>
                  <a:pt x="39" y="13"/>
                  <a:pt x="40" y="13"/>
                </a:cubicBezTo>
                <a:cubicBezTo>
                  <a:pt x="41" y="13"/>
                  <a:pt x="41" y="12"/>
                  <a:pt x="42" y="12"/>
                </a:cubicBezTo>
                <a:cubicBezTo>
                  <a:pt x="42" y="11"/>
                  <a:pt x="42" y="11"/>
                  <a:pt x="43" y="10"/>
                </a:cubicBezTo>
                <a:cubicBezTo>
                  <a:pt x="43" y="10"/>
                  <a:pt x="43" y="9"/>
                  <a:pt x="43" y="9"/>
                </a:cubicBezTo>
                <a:cubicBezTo>
                  <a:pt x="43" y="8"/>
                  <a:pt x="43" y="7"/>
                  <a:pt x="43" y="7"/>
                </a:cubicBezTo>
                <a:cubicBezTo>
                  <a:pt x="42" y="6"/>
                  <a:pt x="42" y="6"/>
                  <a:pt x="42" y="5"/>
                </a:cubicBezTo>
                <a:cubicBezTo>
                  <a:pt x="41" y="5"/>
                  <a:pt x="41" y="4"/>
                  <a:pt x="40" y="4"/>
                </a:cubicBezTo>
                <a:cubicBezTo>
                  <a:pt x="39" y="4"/>
                  <a:pt x="39" y="4"/>
                  <a:pt x="38" y="4"/>
                </a:cubicBezTo>
                <a:close/>
                <a:moveTo>
                  <a:pt x="43" y="55"/>
                </a:moveTo>
                <a:cubicBezTo>
                  <a:pt x="51" y="39"/>
                  <a:pt x="51" y="39"/>
                  <a:pt x="51" y="39"/>
                </a:cubicBezTo>
                <a:cubicBezTo>
                  <a:pt x="35" y="46"/>
                  <a:pt x="35" y="46"/>
                  <a:pt x="35" y="46"/>
                </a:cubicBezTo>
                <a:lnTo>
                  <a:pt x="43" y="5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3233738" y="3432958"/>
            <a:ext cx="290513" cy="252413"/>
          </a:xfrm>
          <a:custGeom>
            <a:avLst/>
            <a:gdLst>
              <a:gd name="T0" fmla="*/ 73 w 77"/>
              <a:gd name="T1" fmla="*/ 0 h 67"/>
              <a:gd name="T2" fmla="*/ 76 w 77"/>
              <a:gd name="T3" fmla="*/ 4 h 67"/>
              <a:gd name="T4" fmla="*/ 77 w 77"/>
              <a:gd name="T5" fmla="*/ 48 h 67"/>
              <a:gd name="T6" fmla="*/ 75 w 77"/>
              <a:gd name="T7" fmla="*/ 52 h 67"/>
              <a:gd name="T8" fmla="*/ 70 w 77"/>
              <a:gd name="T9" fmla="*/ 54 h 67"/>
              <a:gd name="T10" fmla="*/ 64 w 77"/>
              <a:gd name="T11" fmla="*/ 67 h 67"/>
              <a:gd name="T12" fmla="*/ 6 w 77"/>
              <a:gd name="T13" fmla="*/ 54 h 67"/>
              <a:gd name="T14" fmla="*/ 2 w 77"/>
              <a:gd name="T15" fmla="*/ 52 h 67"/>
              <a:gd name="T16" fmla="*/ 0 w 77"/>
              <a:gd name="T17" fmla="*/ 48 h 67"/>
              <a:gd name="T18" fmla="*/ 0 w 77"/>
              <a:gd name="T19" fmla="*/ 4 h 67"/>
              <a:gd name="T20" fmla="*/ 4 w 77"/>
              <a:gd name="T21" fmla="*/ 0 h 67"/>
              <a:gd name="T22" fmla="*/ 70 w 77"/>
              <a:gd name="T23" fmla="*/ 0 h 67"/>
              <a:gd name="T24" fmla="*/ 73 w 77"/>
              <a:gd name="T25" fmla="*/ 6 h 67"/>
              <a:gd name="T26" fmla="*/ 70 w 77"/>
              <a:gd name="T27" fmla="*/ 3 h 67"/>
              <a:gd name="T28" fmla="*/ 4 w 77"/>
              <a:gd name="T29" fmla="*/ 4 h 67"/>
              <a:gd name="T30" fmla="*/ 3 w 77"/>
              <a:gd name="T31" fmla="*/ 48 h 67"/>
              <a:gd name="T32" fmla="*/ 6 w 77"/>
              <a:gd name="T33" fmla="*/ 51 h 67"/>
              <a:gd name="T34" fmla="*/ 60 w 77"/>
              <a:gd name="T35" fmla="*/ 59 h 67"/>
              <a:gd name="T36" fmla="*/ 70 w 77"/>
              <a:gd name="T37" fmla="*/ 51 h 67"/>
              <a:gd name="T38" fmla="*/ 73 w 77"/>
              <a:gd name="T39" fmla="*/ 48 h 67"/>
              <a:gd name="T40" fmla="*/ 28 w 77"/>
              <a:gd name="T41" fmla="*/ 25 h 67"/>
              <a:gd name="T42" fmla="*/ 28 w 77"/>
              <a:gd name="T43" fmla="*/ 29 h 67"/>
              <a:gd name="T44" fmla="*/ 23 w 77"/>
              <a:gd name="T45" fmla="*/ 29 h 67"/>
              <a:gd name="T46" fmla="*/ 23 w 77"/>
              <a:gd name="T47" fmla="*/ 25 h 67"/>
              <a:gd name="T48" fmla="*/ 38 w 77"/>
              <a:gd name="T49" fmla="*/ 24 h 67"/>
              <a:gd name="T50" fmla="*/ 41 w 77"/>
              <a:gd name="T51" fmla="*/ 27 h 67"/>
              <a:gd name="T52" fmla="*/ 38 w 77"/>
              <a:gd name="T53" fmla="*/ 30 h 67"/>
              <a:gd name="T54" fmla="*/ 35 w 77"/>
              <a:gd name="T55" fmla="*/ 27 h 67"/>
              <a:gd name="T56" fmla="*/ 38 w 77"/>
              <a:gd name="T57" fmla="*/ 24 h 67"/>
              <a:gd name="T58" fmla="*/ 53 w 77"/>
              <a:gd name="T59" fmla="*/ 25 h 67"/>
              <a:gd name="T60" fmla="*/ 53 w 77"/>
              <a:gd name="T61" fmla="*/ 29 h 67"/>
              <a:gd name="T62" fmla="*/ 49 w 77"/>
              <a:gd name="T63" fmla="*/ 29 h 67"/>
              <a:gd name="T64" fmla="*/ 49 w 77"/>
              <a:gd name="T65" fmla="*/ 25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7" h="67">
                <a:moveTo>
                  <a:pt x="70" y="0"/>
                </a:moveTo>
                <a:cubicBezTo>
                  <a:pt x="71" y="0"/>
                  <a:pt x="72" y="0"/>
                  <a:pt x="73" y="0"/>
                </a:cubicBezTo>
                <a:cubicBezTo>
                  <a:pt x="73" y="0"/>
                  <a:pt x="74" y="1"/>
                  <a:pt x="75" y="2"/>
                </a:cubicBezTo>
                <a:cubicBezTo>
                  <a:pt x="75" y="2"/>
                  <a:pt x="76" y="3"/>
                  <a:pt x="76" y="4"/>
                </a:cubicBezTo>
                <a:cubicBezTo>
                  <a:pt x="76" y="4"/>
                  <a:pt x="77" y="5"/>
                  <a:pt x="77" y="6"/>
                </a:cubicBezTo>
                <a:cubicBezTo>
                  <a:pt x="77" y="48"/>
                  <a:pt x="77" y="48"/>
                  <a:pt x="77" y="48"/>
                </a:cubicBezTo>
                <a:cubicBezTo>
                  <a:pt x="77" y="49"/>
                  <a:pt x="76" y="49"/>
                  <a:pt x="76" y="50"/>
                </a:cubicBezTo>
                <a:cubicBezTo>
                  <a:pt x="76" y="51"/>
                  <a:pt x="75" y="52"/>
                  <a:pt x="75" y="52"/>
                </a:cubicBezTo>
                <a:cubicBezTo>
                  <a:pt x="74" y="53"/>
                  <a:pt x="73" y="53"/>
                  <a:pt x="73" y="54"/>
                </a:cubicBezTo>
                <a:cubicBezTo>
                  <a:pt x="72" y="54"/>
                  <a:pt x="71" y="54"/>
                  <a:pt x="70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67"/>
                  <a:pt x="64" y="67"/>
                  <a:pt x="64" y="67"/>
                </a:cubicBezTo>
                <a:cubicBezTo>
                  <a:pt x="51" y="54"/>
                  <a:pt x="51" y="54"/>
                  <a:pt x="51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5" y="54"/>
                  <a:pt x="4" y="54"/>
                  <a:pt x="4" y="54"/>
                </a:cubicBezTo>
                <a:cubicBezTo>
                  <a:pt x="3" y="53"/>
                  <a:pt x="2" y="53"/>
                  <a:pt x="2" y="52"/>
                </a:cubicBezTo>
                <a:cubicBezTo>
                  <a:pt x="1" y="52"/>
                  <a:pt x="1" y="51"/>
                  <a:pt x="0" y="50"/>
                </a:cubicBezTo>
                <a:cubicBezTo>
                  <a:pt x="0" y="49"/>
                  <a:pt x="0" y="49"/>
                  <a:pt x="0" y="48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4"/>
                  <a:pt x="0" y="4"/>
                </a:cubicBezTo>
                <a:cubicBezTo>
                  <a:pt x="1" y="3"/>
                  <a:pt x="1" y="2"/>
                  <a:pt x="2" y="2"/>
                </a:cubicBezTo>
                <a:cubicBezTo>
                  <a:pt x="2" y="1"/>
                  <a:pt x="3" y="0"/>
                  <a:pt x="4" y="0"/>
                </a:cubicBezTo>
                <a:cubicBezTo>
                  <a:pt x="4" y="0"/>
                  <a:pt x="5" y="0"/>
                  <a:pt x="6" y="0"/>
                </a:cubicBezTo>
                <a:lnTo>
                  <a:pt x="70" y="0"/>
                </a:lnTo>
                <a:close/>
                <a:moveTo>
                  <a:pt x="73" y="48"/>
                </a:move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4"/>
                  <a:pt x="72" y="4"/>
                </a:cubicBezTo>
                <a:cubicBezTo>
                  <a:pt x="72" y="3"/>
                  <a:pt x="71" y="3"/>
                  <a:pt x="70" y="3"/>
                </a:cubicBezTo>
                <a:cubicBezTo>
                  <a:pt x="6" y="3"/>
                  <a:pt x="6" y="3"/>
                  <a:pt x="6" y="3"/>
                </a:cubicBezTo>
                <a:cubicBezTo>
                  <a:pt x="5" y="3"/>
                  <a:pt x="4" y="3"/>
                  <a:pt x="4" y="4"/>
                </a:cubicBezTo>
                <a:cubicBezTo>
                  <a:pt x="3" y="4"/>
                  <a:pt x="3" y="5"/>
                  <a:pt x="3" y="6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49"/>
                  <a:pt x="3" y="49"/>
                  <a:pt x="4" y="50"/>
                </a:cubicBezTo>
                <a:cubicBezTo>
                  <a:pt x="4" y="51"/>
                  <a:pt x="5" y="51"/>
                  <a:pt x="6" y="51"/>
                </a:cubicBezTo>
                <a:cubicBezTo>
                  <a:pt x="52" y="51"/>
                  <a:pt x="52" y="51"/>
                  <a:pt x="52" y="51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1"/>
                  <a:pt x="60" y="51"/>
                  <a:pt x="60" y="51"/>
                </a:cubicBezTo>
                <a:cubicBezTo>
                  <a:pt x="70" y="51"/>
                  <a:pt x="70" y="51"/>
                  <a:pt x="70" y="51"/>
                </a:cubicBezTo>
                <a:cubicBezTo>
                  <a:pt x="71" y="51"/>
                  <a:pt x="72" y="51"/>
                  <a:pt x="72" y="50"/>
                </a:cubicBezTo>
                <a:cubicBezTo>
                  <a:pt x="73" y="49"/>
                  <a:pt x="73" y="49"/>
                  <a:pt x="73" y="48"/>
                </a:cubicBezTo>
                <a:close/>
                <a:moveTo>
                  <a:pt x="26" y="24"/>
                </a:moveTo>
                <a:cubicBezTo>
                  <a:pt x="26" y="24"/>
                  <a:pt x="27" y="24"/>
                  <a:pt x="28" y="25"/>
                </a:cubicBezTo>
                <a:cubicBezTo>
                  <a:pt x="28" y="25"/>
                  <a:pt x="29" y="26"/>
                  <a:pt x="29" y="27"/>
                </a:cubicBezTo>
                <a:cubicBezTo>
                  <a:pt x="29" y="28"/>
                  <a:pt x="28" y="29"/>
                  <a:pt x="28" y="29"/>
                </a:cubicBezTo>
                <a:cubicBezTo>
                  <a:pt x="27" y="30"/>
                  <a:pt x="26" y="30"/>
                  <a:pt x="26" y="30"/>
                </a:cubicBezTo>
                <a:cubicBezTo>
                  <a:pt x="25" y="30"/>
                  <a:pt x="24" y="30"/>
                  <a:pt x="23" y="29"/>
                </a:cubicBezTo>
                <a:cubicBezTo>
                  <a:pt x="23" y="29"/>
                  <a:pt x="22" y="28"/>
                  <a:pt x="22" y="27"/>
                </a:cubicBezTo>
                <a:cubicBezTo>
                  <a:pt x="22" y="26"/>
                  <a:pt x="23" y="25"/>
                  <a:pt x="23" y="25"/>
                </a:cubicBezTo>
                <a:cubicBezTo>
                  <a:pt x="24" y="24"/>
                  <a:pt x="25" y="24"/>
                  <a:pt x="26" y="24"/>
                </a:cubicBezTo>
                <a:close/>
                <a:moveTo>
                  <a:pt x="38" y="24"/>
                </a:moveTo>
                <a:cubicBezTo>
                  <a:pt x="39" y="24"/>
                  <a:pt x="40" y="24"/>
                  <a:pt x="40" y="25"/>
                </a:cubicBezTo>
                <a:cubicBezTo>
                  <a:pt x="41" y="25"/>
                  <a:pt x="41" y="26"/>
                  <a:pt x="41" y="27"/>
                </a:cubicBezTo>
                <a:cubicBezTo>
                  <a:pt x="41" y="28"/>
                  <a:pt x="41" y="29"/>
                  <a:pt x="40" y="29"/>
                </a:cubicBezTo>
                <a:cubicBezTo>
                  <a:pt x="40" y="30"/>
                  <a:pt x="39" y="30"/>
                  <a:pt x="38" y="30"/>
                </a:cubicBezTo>
                <a:cubicBezTo>
                  <a:pt x="37" y="30"/>
                  <a:pt x="37" y="30"/>
                  <a:pt x="36" y="29"/>
                </a:cubicBezTo>
                <a:cubicBezTo>
                  <a:pt x="35" y="29"/>
                  <a:pt x="35" y="28"/>
                  <a:pt x="35" y="27"/>
                </a:cubicBezTo>
                <a:cubicBezTo>
                  <a:pt x="35" y="26"/>
                  <a:pt x="35" y="25"/>
                  <a:pt x="36" y="25"/>
                </a:cubicBezTo>
                <a:cubicBezTo>
                  <a:pt x="37" y="24"/>
                  <a:pt x="37" y="24"/>
                  <a:pt x="38" y="24"/>
                </a:cubicBezTo>
                <a:close/>
                <a:moveTo>
                  <a:pt x="51" y="24"/>
                </a:moveTo>
                <a:cubicBezTo>
                  <a:pt x="52" y="24"/>
                  <a:pt x="53" y="24"/>
                  <a:pt x="53" y="25"/>
                </a:cubicBezTo>
                <a:cubicBezTo>
                  <a:pt x="54" y="25"/>
                  <a:pt x="54" y="26"/>
                  <a:pt x="54" y="27"/>
                </a:cubicBezTo>
                <a:cubicBezTo>
                  <a:pt x="54" y="28"/>
                  <a:pt x="54" y="29"/>
                  <a:pt x="53" y="29"/>
                </a:cubicBezTo>
                <a:cubicBezTo>
                  <a:pt x="53" y="30"/>
                  <a:pt x="52" y="30"/>
                  <a:pt x="51" y="30"/>
                </a:cubicBezTo>
                <a:cubicBezTo>
                  <a:pt x="50" y="30"/>
                  <a:pt x="49" y="30"/>
                  <a:pt x="49" y="29"/>
                </a:cubicBezTo>
                <a:cubicBezTo>
                  <a:pt x="48" y="29"/>
                  <a:pt x="48" y="28"/>
                  <a:pt x="48" y="27"/>
                </a:cubicBezTo>
                <a:cubicBezTo>
                  <a:pt x="48" y="26"/>
                  <a:pt x="48" y="25"/>
                  <a:pt x="49" y="25"/>
                </a:cubicBezTo>
                <a:cubicBezTo>
                  <a:pt x="49" y="24"/>
                  <a:pt x="50" y="24"/>
                  <a:pt x="51" y="2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3" name="Freeform 95"/>
          <p:cNvSpPr>
            <a:spLocks noEditPoints="1"/>
          </p:cNvSpPr>
          <p:nvPr/>
        </p:nvSpPr>
        <p:spPr bwMode="auto">
          <a:xfrm>
            <a:off x="3778250" y="3396446"/>
            <a:ext cx="277813" cy="323850"/>
          </a:xfrm>
          <a:custGeom>
            <a:avLst/>
            <a:gdLst>
              <a:gd name="T0" fmla="*/ 61 w 74"/>
              <a:gd name="T1" fmla="*/ 55 h 86"/>
              <a:gd name="T2" fmla="*/ 58 w 74"/>
              <a:gd name="T3" fmla="*/ 66 h 86"/>
              <a:gd name="T4" fmla="*/ 52 w 74"/>
              <a:gd name="T5" fmla="*/ 75 h 86"/>
              <a:gd name="T6" fmla="*/ 42 w 74"/>
              <a:gd name="T7" fmla="*/ 81 h 86"/>
              <a:gd name="T8" fmla="*/ 31 w 74"/>
              <a:gd name="T9" fmla="*/ 83 h 86"/>
              <a:gd name="T10" fmla="*/ 19 w 74"/>
              <a:gd name="T11" fmla="*/ 81 h 86"/>
              <a:gd name="T12" fmla="*/ 9 w 74"/>
              <a:gd name="T13" fmla="*/ 74 h 86"/>
              <a:gd name="T14" fmla="*/ 3 w 74"/>
              <a:gd name="T15" fmla="*/ 65 h 86"/>
              <a:gd name="T16" fmla="*/ 0 w 74"/>
              <a:gd name="T17" fmla="*/ 53 h 86"/>
              <a:gd name="T18" fmla="*/ 0 w 74"/>
              <a:gd name="T19" fmla="*/ 29 h 86"/>
              <a:gd name="T20" fmla="*/ 74 w 74"/>
              <a:gd name="T21" fmla="*/ 29 h 86"/>
              <a:gd name="T22" fmla="*/ 74 w 74"/>
              <a:gd name="T23" fmla="*/ 55 h 86"/>
              <a:gd name="T24" fmla="*/ 61 w 74"/>
              <a:gd name="T25" fmla="*/ 55 h 86"/>
              <a:gd name="T26" fmla="*/ 0 w 74"/>
              <a:gd name="T27" fmla="*/ 83 h 86"/>
              <a:gd name="T28" fmla="*/ 61 w 74"/>
              <a:gd name="T29" fmla="*/ 83 h 86"/>
              <a:gd name="T30" fmla="*/ 61 w 74"/>
              <a:gd name="T31" fmla="*/ 86 h 86"/>
              <a:gd name="T32" fmla="*/ 0 w 74"/>
              <a:gd name="T33" fmla="*/ 86 h 86"/>
              <a:gd name="T34" fmla="*/ 0 w 74"/>
              <a:gd name="T35" fmla="*/ 83 h 86"/>
              <a:gd name="T36" fmla="*/ 31 w 74"/>
              <a:gd name="T37" fmla="*/ 80 h 86"/>
              <a:gd name="T38" fmla="*/ 41 w 74"/>
              <a:gd name="T39" fmla="*/ 78 h 86"/>
              <a:gd name="T40" fmla="*/ 50 w 74"/>
              <a:gd name="T41" fmla="*/ 72 h 86"/>
              <a:gd name="T42" fmla="*/ 56 w 74"/>
              <a:gd name="T43" fmla="*/ 63 h 86"/>
              <a:gd name="T44" fmla="*/ 58 w 74"/>
              <a:gd name="T45" fmla="*/ 53 h 86"/>
              <a:gd name="T46" fmla="*/ 58 w 74"/>
              <a:gd name="T47" fmla="*/ 32 h 86"/>
              <a:gd name="T48" fmla="*/ 4 w 74"/>
              <a:gd name="T49" fmla="*/ 32 h 86"/>
              <a:gd name="T50" fmla="*/ 4 w 74"/>
              <a:gd name="T51" fmla="*/ 53 h 86"/>
              <a:gd name="T52" fmla="*/ 6 w 74"/>
              <a:gd name="T53" fmla="*/ 63 h 86"/>
              <a:gd name="T54" fmla="*/ 11 w 74"/>
              <a:gd name="T55" fmla="*/ 72 h 86"/>
              <a:gd name="T56" fmla="*/ 20 w 74"/>
              <a:gd name="T57" fmla="*/ 78 h 86"/>
              <a:gd name="T58" fmla="*/ 31 w 74"/>
              <a:gd name="T59" fmla="*/ 80 h 86"/>
              <a:gd name="T60" fmla="*/ 16 w 74"/>
              <a:gd name="T61" fmla="*/ 5 h 86"/>
              <a:gd name="T62" fmla="*/ 16 w 74"/>
              <a:gd name="T63" fmla="*/ 19 h 86"/>
              <a:gd name="T64" fmla="*/ 20 w 74"/>
              <a:gd name="T65" fmla="*/ 19 h 86"/>
              <a:gd name="T66" fmla="*/ 20 w 74"/>
              <a:gd name="T67" fmla="*/ 5 h 86"/>
              <a:gd name="T68" fmla="*/ 16 w 74"/>
              <a:gd name="T69" fmla="*/ 5 h 86"/>
              <a:gd name="T70" fmla="*/ 29 w 74"/>
              <a:gd name="T71" fmla="*/ 0 h 86"/>
              <a:gd name="T72" fmla="*/ 29 w 74"/>
              <a:gd name="T73" fmla="*/ 19 h 86"/>
              <a:gd name="T74" fmla="*/ 32 w 74"/>
              <a:gd name="T75" fmla="*/ 19 h 86"/>
              <a:gd name="T76" fmla="*/ 32 w 74"/>
              <a:gd name="T77" fmla="*/ 0 h 86"/>
              <a:gd name="T78" fmla="*/ 29 w 74"/>
              <a:gd name="T79" fmla="*/ 0 h 86"/>
              <a:gd name="T80" fmla="*/ 42 w 74"/>
              <a:gd name="T81" fmla="*/ 5 h 86"/>
              <a:gd name="T82" fmla="*/ 42 w 74"/>
              <a:gd name="T83" fmla="*/ 19 h 86"/>
              <a:gd name="T84" fmla="*/ 45 w 74"/>
              <a:gd name="T85" fmla="*/ 19 h 86"/>
              <a:gd name="T86" fmla="*/ 45 w 74"/>
              <a:gd name="T87" fmla="*/ 5 h 86"/>
              <a:gd name="T88" fmla="*/ 42 w 74"/>
              <a:gd name="T89" fmla="*/ 5 h 86"/>
              <a:gd name="T90" fmla="*/ 61 w 74"/>
              <a:gd name="T91" fmla="*/ 32 h 86"/>
              <a:gd name="T92" fmla="*/ 61 w 74"/>
              <a:gd name="T93" fmla="*/ 51 h 86"/>
              <a:gd name="T94" fmla="*/ 71 w 74"/>
              <a:gd name="T95" fmla="*/ 51 h 86"/>
              <a:gd name="T96" fmla="*/ 71 w 74"/>
              <a:gd name="T97" fmla="*/ 32 h 86"/>
              <a:gd name="T98" fmla="*/ 61 w 74"/>
              <a:gd name="T99" fmla="*/ 3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4" h="86">
                <a:moveTo>
                  <a:pt x="61" y="55"/>
                </a:moveTo>
                <a:cubicBezTo>
                  <a:pt x="61" y="59"/>
                  <a:pt x="60" y="62"/>
                  <a:pt x="58" y="66"/>
                </a:cubicBezTo>
                <a:cubicBezTo>
                  <a:pt x="57" y="69"/>
                  <a:pt x="54" y="72"/>
                  <a:pt x="52" y="75"/>
                </a:cubicBezTo>
                <a:cubicBezTo>
                  <a:pt x="49" y="77"/>
                  <a:pt x="46" y="79"/>
                  <a:pt x="42" y="81"/>
                </a:cubicBezTo>
                <a:cubicBezTo>
                  <a:pt x="39" y="82"/>
                  <a:pt x="35" y="83"/>
                  <a:pt x="31" y="83"/>
                </a:cubicBezTo>
                <a:cubicBezTo>
                  <a:pt x="27" y="83"/>
                  <a:pt x="23" y="82"/>
                  <a:pt x="19" y="81"/>
                </a:cubicBezTo>
                <a:cubicBezTo>
                  <a:pt x="15" y="79"/>
                  <a:pt x="12" y="77"/>
                  <a:pt x="9" y="74"/>
                </a:cubicBezTo>
                <a:cubicBezTo>
                  <a:pt x="6" y="72"/>
                  <a:pt x="4" y="68"/>
                  <a:pt x="3" y="65"/>
                </a:cubicBezTo>
                <a:cubicBezTo>
                  <a:pt x="1" y="61"/>
                  <a:pt x="0" y="57"/>
                  <a:pt x="0" y="53"/>
                </a:cubicBezTo>
                <a:cubicBezTo>
                  <a:pt x="0" y="29"/>
                  <a:pt x="0" y="29"/>
                  <a:pt x="0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4" y="55"/>
                  <a:pt x="74" y="55"/>
                  <a:pt x="74" y="55"/>
                </a:cubicBezTo>
                <a:lnTo>
                  <a:pt x="61" y="55"/>
                </a:lnTo>
                <a:close/>
                <a:moveTo>
                  <a:pt x="0" y="83"/>
                </a:moveTo>
                <a:cubicBezTo>
                  <a:pt x="61" y="83"/>
                  <a:pt x="61" y="83"/>
                  <a:pt x="61" y="83"/>
                </a:cubicBezTo>
                <a:cubicBezTo>
                  <a:pt x="61" y="86"/>
                  <a:pt x="61" y="86"/>
                  <a:pt x="61" y="86"/>
                </a:cubicBezTo>
                <a:cubicBezTo>
                  <a:pt x="0" y="86"/>
                  <a:pt x="0" y="86"/>
                  <a:pt x="0" y="86"/>
                </a:cubicBezTo>
                <a:lnTo>
                  <a:pt x="0" y="83"/>
                </a:lnTo>
                <a:close/>
                <a:moveTo>
                  <a:pt x="31" y="80"/>
                </a:moveTo>
                <a:cubicBezTo>
                  <a:pt x="35" y="80"/>
                  <a:pt x="38" y="79"/>
                  <a:pt x="41" y="78"/>
                </a:cubicBezTo>
                <a:cubicBezTo>
                  <a:pt x="45" y="76"/>
                  <a:pt x="48" y="75"/>
                  <a:pt x="50" y="72"/>
                </a:cubicBezTo>
                <a:cubicBezTo>
                  <a:pt x="52" y="70"/>
                  <a:pt x="54" y="67"/>
                  <a:pt x="56" y="63"/>
                </a:cubicBezTo>
                <a:cubicBezTo>
                  <a:pt x="57" y="60"/>
                  <a:pt x="58" y="57"/>
                  <a:pt x="58" y="53"/>
                </a:cubicBezTo>
                <a:cubicBezTo>
                  <a:pt x="58" y="32"/>
                  <a:pt x="58" y="32"/>
                  <a:pt x="58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53"/>
                  <a:pt x="4" y="53"/>
                  <a:pt x="4" y="53"/>
                </a:cubicBezTo>
                <a:cubicBezTo>
                  <a:pt x="4" y="57"/>
                  <a:pt x="4" y="60"/>
                  <a:pt x="6" y="63"/>
                </a:cubicBezTo>
                <a:cubicBezTo>
                  <a:pt x="7" y="67"/>
                  <a:pt x="9" y="70"/>
                  <a:pt x="11" y="72"/>
                </a:cubicBezTo>
                <a:cubicBezTo>
                  <a:pt x="14" y="75"/>
                  <a:pt x="17" y="76"/>
                  <a:pt x="20" y="78"/>
                </a:cubicBezTo>
                <a:cubicBezTo>
                  <a:pt x="23" y="79"/>
                  <a:pt x="27" y="80"/>
                  <a:pt x="31" y="80"/>
                </a:cubicBezTo>
                <a:close/>
                <a:moveTo>
                  <a:pt x="16" y="5"/>
                </a:moveTo>
                <a:cubicBezTo>
                  <a:pt x="16" y="19"/>
                  <a:pt x="16" y="19"/>
                  <a:pt x="16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5"/>
                  <a:pt x="20" y="5"/>
                  <a:pt x="20" y="5"/>
                </a:cubicBezTo>
                <a:lnTo>
                  <a:pt x="16" y="5"/>
                </a:lnTo>
                <a:close/>
                <a:moveTo>
                  <a:pt x="29" y="0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0"/>
                  <a:pt x="32" y="0"/>
                  <a:pt x="32" y="0"/>
                </a:cubicBezTo>
                <a:lnTo>
                  <a:pt x="29" y="0"/>
                </a:lnTo>
                <a:close/>
                <a:moveTo>
                  <a:pt x="42" y="5"/>
                </a:moveTo>
                <a:cubicBezTo>
                  <a:pt x="42" y="19"/>
                  <a:pt x="42" y="19"/>
                  <a:pt x="42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5"/>
                  <a:pt x="45" y="5"/>
                  <a:pt x="45" y="5"/>
                </a:cubicBezTo>
                <a:lnTo>
                  <a:pt x="42" y="5"/>
                </a:lnTo>
                <a:close/>
                <a:moveTo>
                  <a:pt x="61" y="32"/>
                </a:moveTo>
                <a:cubicBezTo>
                  <a:pt x="61" y="51"/>
                  <a:pt x="61" y="51"/>
                  <a:pt x="61" y="51"/>
                </a:cubicBezTo>
                <a:cubicBezTo>
                  <a:pt x="71" y="51"/>
                  <a:pt x="71" y="51"/>
                  <a:pt x="71" y="51"/>
                </a:cubicBezTo>
                <a:cubicBezTo>
                  <a:pt x="71" y="32"/>
                  <a:pt x="71" y="32"/>
                  <a:pt x="71" y="32"/>
                </a:cubicBezTo>
                <a:lnTo>
                  <a:pt x="61" y="3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4" name="Freeform 96"/>
          <p:cNvSpPr>
            <a:spLocks noEditPoints="1"/>
          </p:cNvSpPr>
          <p:nvPr/>
        </p:nvSpPr>
        <p:spPr bwMode="auto">
          <a:xfrm>
            <a:off x="4278313" y="3445658"/>
            <a:ext cx="360363" cy="228600"/>
          </a:xfrm>
          <a:custGeom>
            <a:avLst/>
            <a:gdLst>
              <a:gd name="T0" fmla="*/ 64 w 96"/>
              <a:gd name="T1" fmla="*/ 2 h 61"/>
              <a:gd name="T2" fmla="*/ 77 w 96"/>
              <a:gd name="T3" fmla="*/ 15 h 61"/>
              <a:gd name="T4" fmla="*/ 79 w 96"/>
              <a:gd name="T5" fmla="*/ 25 h 61"/>
              <a:gd name="T6" fmla="*/ 85 w 96"/>
              <a:gd name="T7" fmla="*/ 27 h 61"/>
              <a:gd name="T8" fmla="*/ 95 w 96"/>
              <a:gd name="T9" fmla="*/ 36 h 61"/>
              <a:gd name="T10" fmla="*/ 95 w 96"/>
              <a:gd name="T11" fmla="*/ 50 h 61"/>
              <a:gd name="T12" fmla="*/ 85 w 96"/>
              <a:gd name="T13" fmla="*/ 59 h 61"/>
              <a:gd name="T14" fmla="*/ 19 w 96"/>
              <a:gd name="T15" fmla="*/ 61 h 61"/>
              <a:gd name="T16" fmla="*/ 6 w 96"/>
              <a:gd name="T17" fmla="*/ 55 h 61"/>
              <a:gd name="T18" fmla="*/ 0 w 96"/>
              <a:gd name="T19" fmla="*/ 42 h 61"/>
              <a:gd name="T20" fmla="*/ 4 w 96"/>
              <a:gd name="T21" fmla="*/ 30 h 61"/>
              <a:gd name="T22" fmla="*/ 13 w 96"/>
              <a:gd name="T23" fmla="*/ 23 h 61"/>
              <a:gd name="T24" fmla="*/ 17 w 96"/>
              <a:gd name="T25" fmla="*/ 16 h 61"/>
              <a:gd name="T26" fmla="*/ 26 w 96"/>
              <a:gd name="T27" fmla="*/ 13 h 61"/>
              <a:gd name="T28" fmla="*/ 31 w 96"/>
              <a:gd name="T29" fmla="*/ 14 h 61"/>
              <a:gd name="T30" fmla="*/ 40 w 96"/>
              <a:gd name="T31" fmla="*/ 4 h 61"/>
              <a:gd name="T32" fmla="*/ 54 w 96"/>
              <a:gd name="T33" fmla="*/ 0 h 61"/>
              <a:gd name="T34" fmla="*/ 48 w 96"/>
              <a:gd name="T35" fmla="*/ 4 h 61"/>
              <a:gd name="T36" fmla="*/ 38 w 96"/>
              <a:gd name="T37" fmla="*/ 10 h 61"/>
              <a:gd name="T38" fmla="*/ 33 w 96"/>
              <a:gd name="T39" fmla="*/ 18 h 61"/>
              <a:gd name="T40" fmla="*/ 28 w 96"/>
              <a:gd name="T41" fmla="*/ 16 h 61"/>
              <a:gd name="T42" fmla="*/ 22 w 96"/>
              <a:gd name="T43" fmla="*/ 16 h 61"/>
              <a:gd name="T44" fmla="*/ 17 w 96"/>
              <a:gd name="T45" fmla="*/ 21 h 61"/>
              <a:gd name="T46" fmla="*/ 16 w 96"/>
              <a:gd name="T47" fmla="*/ 26 h 61"/>
              <a:gd name="T48" fmla="*/ 10 w 96"/>
              <a:gd name="T49" fmla="*/ 29 h 61"/>
              <a:gd name="T50" fmla="*/ 4 w 96"/>
              <a:gd name="T51" fmla="*/ 37 h 61"/>
              <a:gd name="T52" fmla="*/ 5 w 96"/>
              <a:gd name="T53" fmla="*/ 48 h 61"/>
              <a:gd name="T54" fmla="*/ 13 w 96"/>
              <a:gd name="T55" fmla="*/ 56 h 61"/>
              <a:gd name="T56" fmla="*/ 78 w 96"/>
              <a:gd name="T57" fmla="*/ 57 h 61"/>
              <a:gd name="T58" fmla="*/ 84 w 96"/>
              <a:gd name="T59" fmla="*/ 56 h 61"/>
              <a:gd name="T60" fmla="*/ 92 w 96"/>
              <a:gd name="T61" fmla="*/ 49 h 61"/>
              <a:gd name="T62" fmla="*/ 92 w 96"/>
              <a:gd name="T63" fmla="*/ 37 h 61"/>
              <a:gd name="T64" fmla="*/ 84 w 96"/>
              <a:gd name="T65" fmla="*/ 30 h 61"/>
              <a:gd name="T66" fmla="*/ 75 w 96"/>
              <a:gd name="T67" fmla="*/ 29 h 61"/>
              <a:gd name="T68" fmla="*/ 75 w 96"/>
              <a:gd name="T69" fmla="*/ 25 h 61"/>
              <a:gd name="T70" fmla="*/ 75 w 96"/>
              <a:gd name="T71" fmla="*/ 25 h 61"/>
              <a:gd name="T72" fmla="*/ 69 w 96"/>
              <a:gd name="T73" fmla="*/ 9 h 61"/>
              <a:gd name="T74" fmla="*/ 54 w 96"/>
              <a:gd name="T75" fmla="*/ 3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61">
                <a:moveTo>
                  <a:pt x="54" y="0"/>
                </a:moveTo>
                <a:cubicBezTo>
                  <a:pt x="57" y="0"/>
                  <a:pt x="61" y="1"/>
                  <a:pt x="64" y="2"/>
                </a:cubicBezTo>
                <a:cubicBezTo>
                  <a:pt x="67" y="3"/>
                  <a:pt x="69" y="5"/>
                  <a:pt x="71" y="7"/>
                </a:cubicBezTo>
                <a:cubicBezTo>
                  <a:pt x="74" y="9"/>
                  <a:pt x="75" y="12"/>
                  <a:pt x="77" y="15"/>
                </a:cubicBezTo>
                <a:cubicBezTo>
                  <a:pt x="78" y="18"/>
                  <a:pt x="79" y="21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81" y="25"/>
                  <a:pt x="83" y="26"/>
                  <a:pt x="85" y="27"/>
                </a:cubicBezTo>
                <a:cubicBezTo>
                  <a:pt x="88" y="28"/>
                  <a:pt x="89" y="29"/>
                  <a:pt x="91" y="31"/>
                </a:cubicBezTo>
                <a:cubicBezTo>
                  <a:pt x="93" y="32"/>
                  <a:pt x="94" y="34"/>
                  <a:pt x="95" y="36"/>
                </a:cubicBezTo>
                <a:cubicBezTo>
                  <a:pt x="96" y="38"/>
                  <a:pt x="96" y="41"/>
                  <a:pt x="96" y="43"/>
                </a:cubicBezTo>
                <a:cubicBezTo>
                  <a:pt x="96" y="45"/>
                  <a:pt x="96" y="48"/>
                  <a:pt x="95" y="50"/>
                </a:cubicBezTo>
                <a:cubicBezTo>
                  <a:pt x="94" y="52"/>
                  <a:pt x="93" y="54"/>
                  <a:pt x="91" y="55"/>
                </a:cubicBezTo>
                <a:cubicBezTo>
                  <a:pt x="89" y="57"/>
                  <a:pt x="88" y="58"/>
                  <a:pt x="85" y="59"/>
                </a:cubicBezTo>
                <a:cubicBezTo>
                  <a:pt x="83" y="60"/>
                  <a:pt x="81" y="61"/>
                  <a:pt x="79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7" y="61"/>
                  <a:pt x="14" y="60"/>
                  <a:pt x="12" y="59"/>
                </a:cubicBezTo>
                <a:cubicBezTo>
                  <a:pt x="10" y="58"/>
                  <a:pt x="8" y="57"/>
                  <a:pt x="6" y="55"/>
                </a:cubicBezTo>
                <a:cubicBezTo>
                  <a:pt x="4" y="53"/>
                  <a:pt x="3" y="51"/>
                  <a:pt x="2" y="49"/>
                </a:cubicBezTo>
                <a:cubicBezTo>
                  <a:pt x="1" y="47"/>
                  <a:pt x="0" y="44"/>
                  <a:pt x="0" y="42"/>
                </a:cubicBezTo>
                <a:cubicBezTo>
                  <a:pt x="0" y="39"/>
                  <a:pt x="0" y="37"/>
                  <a:pt x="1" y="35"/>
                </a:cubicBezTo>
                <a:cubicBezTo>
                  <a:pt x="2" y="33"/>
                  <a:pt x="3" y="32"/>
                  <a:pt x="4" y="30"/>
                </a:cubicBezTo>
                <a:cubicBezTo>
                  <a:pt x="5" y="29"/>
                  <a:pt x="6" y="27"/>
                  <a:pt x="8" y="26"/>
                </a:cubicBezTo>
                <a:cubicBezTo>
                  <a:pt x="9" y="25"/>
                  <a:pt x="11" y="24"/>
                  <a:pt x="13" y="23"/>
                </a:cubicBezTo>
                <a:cubicBezTo>
                  <a:pt x="13" y="22"/>
                  <a:pt x="14" y="20"/>
                  <a:pt x="15" y="19"/>
                </a:cubicBezTo>
                <a:cubicBezTo>
                  <a:pt x="15" y="18"/>
                  <a:pt x="16" y="17"/>
                  <a:pt x="17" y="16"/>
                </a:cubicBezTo>
                <a:cubicBezTo>
                  <a:pt x="19" y="15"/>
                  <a:pt x="20" y="14"/>
                  <a:pt x="21" y="13"/>
                </a:cubicBezTo>
                <a:cubicBezTo>
                  <a:pt x="23" y="13"/>
                  <a:pt x="24" y="13"/>
                  <a:pt x="26" y="13"/>
                </a:cubicBezTo>
                <a:cubicBezTo>
                  <a:pt x="27" y="13"/>
                  <a:pt x="28" y="13"/>
                  <a:pt x="29" y="13"/>
                </a:cubicBezTo>
                <a:cubicBezTo>
                  <a:pt x="30" y="13"/>
                  <a:pt x="31" y="14"/>
                  <a:pt x="31" y="14"/>
                </a:cubicBezTo>
                <a:cubicBezTo>
                  <a:pt x="32" y="12"/>
                  <a:pt x="34" y="10"/>
                  <a:pt x="35" y="8"/>
                </a:cubicBezTo>
                <a:cubicBezTo>
                  <a:pt x="37" y="7"/>
                  <a:pt x="39" y="5"/>
                  <a:pt x="40" y="4"/>
                </a:cubicBezTo>
                <a:cubicBezTo>
                  <a:pt x="42" y="3"/>
                  <a:pt x="44" y="2"/>
                  <a:pt x="47" y="1"/>
                </a:cubicBezTo>
                <a:cubicBezTo>
                  <a:pt x="49" y="0"/>
                  <a:pt x="51" y="0"/>
                  <a:pt x="54" y="0"/>
                </a:cubicBezTo>
                <a:close/>
                <a:moveTo>
                  <a:pt x="54" y="3"/>
                </a:moveTo>
                <a:cubicBezTo>
                  <a:pt x="52" y="3"/>
                  <a:pt x="50" y="3"/>
                  <a:pt x="48" y="4"/>
                </a:cubicBezTo>
                <a:cubicBezTo>
                  <a:pt x="46" y="4"/>
                  <a:pt x="44" y="5"/>
                  <a:pt x="42" y="6"/>
                </a:cubicBezTo>
                <a:cubicBezTo>
                  <a:pt x="41" y="8"/>
                  <a:pt x="39" y="9"/>
                  <a:pt x="38" y="10"/>
                </a:cubicBezTo>
                <a:cubicBezTo>
                  <a:pt x="36" y="12"/>
                  <a:pt x="35" y="14"/>
                  <a:pt x="34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7"/>
                  <a:pt x="29" y="16"/>
                  <a:pt x="28" y="16"/>
                </a:cubicBezTo>
                <a:cubicBezTo>
                  <a:pt x="27" y="16"/>
                  <a:pt x="27" y="16"/>
                  <a:pt x="26" y="16"/>
                </a:cubicBezTo>
                <a:cubicBezTo>
                  <a:pt x="25" y="16"/>
                  <a:pt x="23" y="16"/>
                  <a:pt x="22" y="16"/>
                </a:cubicBezTo>
                <a:cubicBezTo>
                  <a:pt x="21" y="17"/>
                  <a:pt x="20" y="17"/>
                  <a:pt x="20" y="18"/>
                </a:cubicBezTo>
                <a:cubicBezTo>
                  <a:pt x="19" y="19"/>
                  <a:pt x="18" y="20"/>
                  <a:pt x="17" y="21"/>
                </a:cubicBezTo>
                <a:cubicBezTo>
                  <a:pt x="17" y="22"/>
                  <a:pt x="17" y="23"/>
                  <a:pt x="16" y="24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3" y="27"/>
                  <a:pt x="11" y="28"/>
                  <a:pt x="10" y="29"/>
                </a:cubicBezTo>
                <a:cubicBezTo>
                  <a:pt x="8" y="30"/>
                  <a:pt x="7" y="31"/>
                  <a:pt x="6" y="32"/>
                </a:cubicBezTo>
                <a:cubicBezTo>
                  <a:pt x="5" y="34"/>
                  <a:pt x="5" y="35"/>
                  <a:pt x="4" y="37"/>
                </a:cubicBezTo>
                <a:cubicBezTo>
                  <a:pt x="4" y="38"/>
                  <a:pt x="3" y="40"/>
                  <a:pt x="3" y="42"/>
                </a:cubicBezTo>
                <a:cubicBezTo>
                  <a:pt x="3" y="44"/>
                  <a:pt x="4" y="46"/>
                  <a:pt x="5" y="48"/>
                </a:cubicBezTo>
                <a:cubicBezTo>
                  <a:pt x="6" y="50"/>
                  <a:pt x="7" y="51"/>
                  <a:pt x="8" y="53"/>
                </a:cubicBezTo>
                <a:cubicBezTo>
                  <a:pt x="10" y="54"/>
                  <a:pt x="11" y="55"/>
                  <a:pt x="13" y="56"/>
                </a:cubicBezTo>
                <a:cubicBezTo>
                  <a:pt x="15" y="57"/>
                  <a:pt x="17" y="57"/>
                  <a:pt x="19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1" y="57"/>
                  <a:pt x="82" y="57"/>
                  <a:pt x="84" y="56"/>
                </a:cubicBezTo>
                <a:cubicBezTo>
                  <a:pt x="86" y="56"/>
                  <a:pt x="87" y="55"/>
                  <a:pt x="89" y="53"/>
                </a:cubicBezTo>
                <a:cubicBezTo>
                  <a:pt x="90" y="52"/>
                  <a:pt x="91" y="50"/>
                  <a:pt x="92" y="49"/>
                </a:cubicBezTo>
                <a:cubicBezTo>
                  <a:pt x="93" y="47"/>
                  <a:pt x="93" y="45"/>
                  <a:pt x="93" y="43"/>
                </a:cubicBezTo>
                <a:cubicBezTo>
                  <a:pt x="93" y="41"/>
                  <a:pt x="93" y="39"/>
                  <a:pt x="92" y="37"/>
                </a:cubicBezTo>
                <a:cubicBezTo>
                  <a:pt x="91" y="36"/>
                  <a:pt x="90" y="34"/>
                  <a:pt x="89" y="33"/>
                </a:cubicBezTo>
                <a:cubicBezTo>
                  <a:pt x="87" y="32"/>
                  <a:pt x="86" y="31"/>
                  <a:pt x="84" y="30"/>
                </a:cubicBezTo>
                <a:cubicBezTo>
                  <a:pt x="82" y="29"/>
                  <a:pt x="81" y="29"/>
                  <a:pt x="79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2"/>
                  <a:pt x="75" y="19"/>
                  <a:pt x="74" y="16"/>
                </a:cubicBezTo>
                <a:cubicBezTo>
                  <a:pt x="73" y="14"/>
                  <a:pt x="71" y="11"/>
                  <a:pt x="69" y="9"/>
                </a:cubicBezTo>
                <a:cubicBezTo>
                  <a:pt x="67" y="7"/>
                  <a:pt x="65" y="6"/>
                  <a:pt x="62" y="5"/>
                </a:cubicBezTo>
                <a:cubicBezTo>
                  <a:pt x="60" y="4"/>
                  <a:pt x="57" y="3"/>
                  <a:pt x="54" y="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5" name="Freeform 97"/>
          <p:cNvSpPr>
            <a:spLocks noEditPoints="1"/>
          </p:cNvSpPr>
          <p:nvPr/>
        </p:nvSpPr>
        <p:spPr bwMode="auto">
          <a:xfrm>
            <a:off x="4856163" y="3415496"/>
            <a:ext cx="288925" cy="288925"/>
          </a:xfrm>
          <a:custGeom>
            <a:avLst/>
            <a:gdLst>
              <a:gd name="T0" fmla="*/ 38 w 77"/>
              <a:gd name="T1" fmla="*/ 0 h 77"/>
              <a:gd name="T2" fmla="*/ 53 w 77"/>
              <a:gd name="T3" fmla="*/ 3 h 77"/>
              <a:gd name="T4" fmla="*/ 65 w 77"/>
              <a:gd name="T5" fmla="*/ 11 h 77"/>
              <a:gd name="T6" fmla="*/ 74 w 77"/>
              <a:gd name="T7" fmla="*/ 23 h 77"/>
              <a:gd name="T8" fmla="*/ 77 w 77"/>
              <a:gd name="T9" fmla="*/ 38 h 77"/>
              <a:gd name="T10" fmla="*/ 74 w 77"/>
              <a:gd name="T11" fmla="*/ 53 h 77"/>
              <a:gd name="T12" fmla="*/ 65 w 77"/>
              <a:gd name="T13" fmla="*/ 65 h 77"/>
              <a:gd name="T14" fmla="*/ 53 w 77"/>
              <a:gd name="T15" fmla="*/ 74 h 77"/>
              <a:gd name="T16" fmla="*/ 38 w 77"/>
              <a:gd name="T17" fmla="*/ 77 h 77"/>
              <a:gd name="T18" fmla="*/ 23 w 77"/>
              <a:gd name="T19" fmla="*/ 74 h 77"/>
              <a:gd name="T20" fmla="*/ 11 w 77"/>
              <a:gd name="T21" fmla="*/ 65 h 77"/>
              <a:gd name="T22" fmla="*/ 3 w 77"/>
              <a:gd name="T23" fmla="*/ 53 h 77"/>
              <a:gd name="T24" fmla="*/ 0 w 77"/>
              <a:gd name="T25" fmla="*/ 38 h 77"/>
              <a:gd name="T26" fmla="*/ 3 w 77"/>
              <a:gd name="T27" fmla="*/ 23 h 77"/>
              <a:gd name="T28" fmla="*/ 11 w 77"/>
              <a:gd name="T29" fmla="*/ 11 h 77"/>
              <a:gd name="T30" fmla="*/ 23 w 77"/>
              <a:gd name="T31" fmla="*/ 3 h 77"/>
              <a:gd name="T32" fmla="*/ 38 w 77"/>
              <a:gd name="T33" fmla="*/ 0 h 77"/>
              <a:gd name="T34" fmla="*/ 38 w 77"/>
              <a:gd name="T35" fmla="*/ 74 h 77"/>
              <a:gd name="T36" fmla="*/ 52 w 77"/>
              <a:gd name="T37" fmla="*/ 71 h 77"/>
              <a:gd name="T38" fmla="*/ 63 w 77"/>
              <a:gd name="T39" fmla="*/ 63 h 77"/>
              <a:gd name="T40" fmla="*/ 71 w 77"/>
              <a:gd name="T41" fmla="*/ 52 h 77"/>
              <a:gd name="T42" fmla="*/ 73 w 77"/>
              <a:gd name="T43" fmla="*/ 38 h 77"/>
              <a:gd name="T44" fmla="*/ 71 w 77"/>
              <a:gd name="T45" fmla="*/ 25 h 77"/>
              <a:gd name="T46" fmla="*/ 63 w 77"/>
              <a:gd name="T47" fmla="*/ 13 h 77"/>
              <a:gd name="T48" fmla="*/ 52 w 77"/>
              <a:gd name="T49" fmla="*/ 6 h 77"/>
              <a:gd name="T50" fmla="*/ 38 w 77"/>
              <a:gd name="T51" fmla="*/ 3 h 77"/>
              <a:gd name="T52" fmla="*/ 24 w 77"/>
              <a:gd name="T53" fmla="*/ 6 h 77"/>
              <a:gd name="T54" fmla="*/ 13 w 77"/>
              <a:gd name="T55" fmla="*/ 13 h 77"/>
              <a:gd name="T56" fmla="*/ 6 w 77"/>
              <a:gd name="T57" fmla="*/ 25 h 77"/>
              <a:gd name="T58" fmla="*/ 3 w 77"/>
              <a:gd name="T59" fmla="*/ 38 h 77"/>
              <a:gd name="T60" fmla="*/ 6 w 77"/>
              <a:gd name="T61" fmla="*/ 52 h 77"/>
              <a:gd name="T62" fmla="*/ 13 w 77"/>
              <a:gd name="T63" fmla="*/ 63 h 77"/>
              <a:gd name="T64" fmla="*/ 24 w 77"/>
              <a:gd name="T65" fmla="*/ 71 h 77"/>
              <a:gd name="T66" fmla="*/ 38 w 77"/>
              <a:gd name="T67" fmla="*/ 74 h 77"/>
              <a:gd name="T68" fmla="*/ 38 w 77"/>
              <a:gd name="T69" fmla="*/ 13 h 77"/>
              <a:gd name="T70" fmla="*/ 41 w 77"/>
              <a:gd name="T71" fmla="*/ 13 h 77"/>
              <a:gd name="T72" fmla="*/ 41 w 77"/>
              <a:gd name="T73" fmla="*/ 45 h 77"/>
              <a:gd name="T74" fmla="*/ 19 w 77"/>
              <a:gd name="T75" fmla="*/ 45 h 77"/>
              <a:gd name="T76" fmla="*/ 19 w 77"/>
              <a:gd name="T77" fmla="*/ 41 h 77"/>
              <a:gd name="T78" fmla="*/ 38 w 77"/>
              <a:gd name="T79" fmla="*/ 41 h 77"/>
              <a:gd name="T80" fmla="*/ 38 w 77"/>
              <a:gd name="T81" fmla="*/ 1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7" h="77">
                <a:moveTo>
                  <a:pt x="38" y="0"/>
                </a:moveTo>
                <a:cubicBezTo>
                  <a:pt x="43" y="0"/>
                  <a:pt x="48" y="1"/>
                  <a:pt x="53" y="3"/>
                </a:cubicBezTo>
                <a:cubicBezTo>
                  <a:pt x="58" y="5"/>
                  <a:pt x="62" y="8"/>
                  <a:pt x="65" y="11"/>
                </a:cubicBezTo>
                <a:cubicBezTo>
                  <a:pt x="69" y="15"/>
                  <a:pt x="72" y="19"/>
                  <a:pt x="74" y="23"/>
                </a:cubicBezTo>
                <a:cubicBezTo>
                  <a:pt x="76" y="28"/>
                  <a:pt x="77" y="33"/>
                  <a:pt x="77" y="38"/>
                </a:cubicBezTo>
                <a:cubicBezTo>
                  <a:pt x="77" y="44"/>
                  <a:pt x="76" y="48"/>
                  <a:pt x="74" y="53"/>
                </a:cubicBezTo>
                <a:cubicBezTo>
                  <a:pt x="72" y="58"/>
                  <a:pt x="69" y="62"/>
                  <a:pt x="65" y="65"/>
                </a:cubicBezTo>
                <a:cubicBezTo>
                  <a:pt x="62" y="69"/>
                  <a:pt x="58" y="72"/>
                  <a:pt x="53" y="74"/>
                </a:cubicBezTo>
                <a:cubicBezTo>
                  <a:pt x="48" y="76"/>
                  <a:pt x="43" y="77"/>
                  <a:pt x="38" y="77"/>
                </a:cubicBezTo>
                <a:cubicBezTo>
                  <a:pt x="33" y="77"/>
                  <a:pt x="28" y="76"/>
                  <a:pt x="23" y="74"/>
                </a:cubicBezTo>
                <a:cubicBezTo>
                  <a:pt x="19" y="72"/>
                  <a:pt x="14" y="69"/>
                  <a:pt x="11" y="65"/>
                </a:cubicBezTo>
                <a:cubicBezTo>
                  <a:pt x="7" y="62"/>
                  <a:pt x="5" y="58"/>
                  <a:pt x="3" y="53"/>
                </a:cubicBezTo>
                <a:cubicBezTo>
                  <a:pt x="1" y="48"/>
                  <a:pt x="0" y="44"/>
                  <a:pt x="0" y="38"/>
                </a:cubicBezTo>
                <a:cubicBezTo>
                  <a:pt x="0" y="33"/>
                  <a:pt x="1" y="28"/>
                  <a:pt x="3" y="23"/>
                </a:cubicBezTo>
                <a:cubicBezTo>
                  <a:pt x="5" y="19"/>
                  <a:pt x="7" y="15"/>
                  <a:pt x="11" y="11"/>
                </a:cubicBezTo>
                <a:cubicBezTo>
                  <a:pt x="14" y="8"/>
                  <a:pt x="19" y="5"/>
                  <a:pt x="23" y="3"/>
                </a:cubicBezTo>
                <a:cubicBezTo>
                  <a:pt x="28" y="1"/>
                  <a:pt x="33" y="0"/>
                  <a:pt x="38" y="0"/>
                </a:cubicBezTo>
                <a:close/>
                <a:moveTo>
                  <a:pt x="38" y="74"/>
                </a:moveTo>
                <a:cubicBezTo>
                  <a:pt x="43" y="74"/>
                  <a:pt x="48" y="73"/>
                  <a:pt x="52" y="71"/>
                </a:cubicBezTo>
                <a:cubicBezTo>
                  <a:pt x="56" y="69"/>
                  <a:pt x="60" y="66"/>
                  <a:pt x="63" y="63"/>
                </a:cubicBezTo>
                <a:cubicBezTo>
                  <a:pt x="66" y="60"/>
                  <a:pt x="69" y="56"/>
                  <a:pt x="71" y="52"/>
                </a:cubicBezTo>
                <a:cubicBezTo>
                  <a:pt x="72" y="48"/>
                  <a:pt x="73" y="43"/>
                  <a:pt x="73" y="38"/>
                </a:cubicBezTo>
                <a:cubicBezTo>
                  <a:pt x="73" y="33"/>
                  <a:pt x="72" y="29"/>
                  <a:pt x="71" y="25"/>
                </a:cubicBezTo>
                <a:cubicBezTo>
                  <a:pt x="69" y="20"/>
                  <a:pt x="66" y="17"/>
                  <a:pt x="63" y="13"/>
                </a:cubicBezTo>
                <a:cubicBezTo>
                  <a:pt x="60" y="10"/>
                  <a:pt x="56" y="8"/>
                  <a:pt x="52" y="6"/>
                </a:cubicBezTo>
                <a:cubicBezTo>
                  <a:pt x="48" y="4"/>
                  <a:pt x="43" y="3"/>
                  <a:pt x="38" y="3"/>
                </a:cubicBezTo>
                <a:cubicBezTo>
                  <a:pt x="33" y="3"/>
                  <a:pt x="29" y="4"/>
                  <a:pt x="24" y="6"/>
                </a:cubicBezTo>
                <a:cubicBezTo>
                  <a:pt x="20" y="8"/>
                  <a:pt x="16" y="10"/>
                  <a:pt x="13" y="13"/>
                </a:cubicBezTo>
                <a:cubicBezTo>
                  <a:pt x="10" y="17"/>
                  <a:pt x="8" y="20"/>
                  <a:pt x="6" y="25"/>
                </a:cubicBezTo>
                <a:cubicBezTo>
                  <a:pt x="4" y="29"/>
                  <a:pt x="3" y="33"/>
                  <a:pt x="3" y="38"/>
                </a:cubicBezTo>
                <a:cubicBezTo>
                  <a:pt x="3" y="43"/>
                  <a:pt x="4" y="48"/>
                  <a:pt x="6" y="52"/>
                </a:cubicBezTo>
                <a:cubicBezTo>
                  <a:pt x="8" y="56"/>
                  <a:pt x="10" y="60"/>
                  <a:pt x="13" y="63"/>
                </a:cubicBezTo>
                <a:cubicBezTo>
                  <a:pt x="16" y="66"/>
                  <a:pt x="20" y="69"/>
                  <a:pt x="24" y="71"/>
                </a:cubicBezTo>
                <a:cubicBezTo>
                  <a:pt x="29" y="73"/>
                  <a:pt x="33" y="74"/>
                  <a:pt x="38" y="74"/>
                </a:cubicBezTo>
                <a:close/>
                <a:moveTo>
                  <a:pt x="38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1" y="45"/>
                  <a:pt x="41" y="45"/>
                  <a:pt x="41" y="45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41"/>
                  <a:pt x="19" y="41"/>
                  <a:pt x="19" y="41"/>
                </a:cubicBezTo>
                <a:cubicBezTo>
                  <a:pt x="38" y="41"/>
                  <a:pt x="38" y="41"/>
                  <a:pt x="38" y="41"/>
                </a:cubicBezTo>
                <a:lnTo>
                  <a:pt x="38" y="1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5389563" y="3407558"/>
            <a:ext cx="300038" cy="300038"/>
          </a:xfrm>
          <a:custGeom>
            <a:avLst/>
            <a:gdLst>
              <a:gd name="T0" fmla="*/ 40 w 80"/>
              <a:gd name="T1" fmla="*/ 0 h 80"/>
              <a:gd name="T2" fmla="*/ 56 w 80"/>
              <a:gd name="T3" fmla="*/ 3 h 80"/>
              <a:gd name="T4" fmla="*/ 68 w 80"/>
              <a:gd name="T5" fmla="*/ 12 h 80"/>
              <a:gd name="T6" fmla="*/ 77 w 80"/>
              <a:gd name="T7" fmla="*/ 25 h 80"/>
              <a:gd name="T8" fmla="*/ 80 w 80"/>
              <a:gd name="T9" fmla="*/ 40 h 80"/>
              <a:gd name="T10" fmla="*/ 77 w 80"/>
              <a:gd name="T11" fmla="*/ 56 h 80"/>
              <a:gd name="T12" fmla="*/ 68 w 80"/>
              <a:gd name="T13" fmla="*/ 69 h 80"/>
              <a:gd name="T14" fmla="*/ 56 w 80"/>
              <a:gd name="T15" fmla="*/ 77 h 80"/>
              <a:gd name="T16" fmla="*/ 40 w 80"/>
              <a:gd name="T17" fmla="*/ 80 h 80"/>
              <a:gd name="T18" fmla="*/ 25 w 80"/>
              <a:gd name="T19" fmla="*/ 77 h 80"/>
              <a:gd name="T20" fmla="*/ 12 w 80"/>
              <a:gd name="T21" fmla="*/ 69 h 80"/>
              <a:gd name="T22" fmla="*/ 3 w 80"/>
              <a:gd name="T23" fmla="*/ 56 h 80"/>
              <a:gd name="T24" fmla="*/ 0 w 80"/>
              <a:gd name="T25" fmla="*/ 40 h 80"/>
              <a:gd name="T26" fmla="*/ 3 w 80"/>
              <a:gd name="T27" fmla="*/ 25 h 80"/>
              <a:gd name="T28" fmla="*/ 12 w 80"/>
              <a:gd name="T29" fmla="*/ 12 h 80"/>
              <a:gd name="T30" fmla="*/ 25 w 80"/>
              <a:gd name="T31" fmla="*/ 3 h 80"/>
              <a:gd name="T32" fmla="*/ 40 w 80"/>
              <a:gd name="T33" fmla="*/ 0 h 80"/>
              <a:gd name="T34" fmla="*/ 40 w 80"/>
              <a:gd name="T35" fmla="*/ 77 h 80"/>
              <a:gd name="T36" fmla="*/ 54 w 80"/>
              <a:gd name="T37" fmla="*/ 74 h 80"/>
              <a:gd name="T38" fmla="*/ 66 w 80"/>
              <a:gd name="T39" fmla="*/ 66 h 80"/>
              <a:gd name="T40" fmla="*/ 74 w 80"/>
              <a:gd name="T41" fmla="*/ 55 h 80"/>
              <a:gd name="T42" fmla="*/ 77 w 80"/>
              <a:gd name="T43" fmla="*/ 40 h 80"/>
              <a:gd name="T44" fmla="*/ 74 w 80"/>
              <a:gd name="T45" fmla="*/ 26 h 80"/>
              <a:gd name="T46" fmla="*/ 66 w 80"/>
              <a:gd name="T47" fmla="*/ 14 h 80"/>
              <a:gd name="T48" fmla="*/ 54 w 80"/>
              <a:gd name="T49" fmla="*/ 6 h 80"/>
              <a:gd name="T50" fmla="*/ 40 w 80"/>
              <a:gd name="T51" fmla="*/ 4 h 80"/>
              <a:gd name="T52" fmla="*/ 26 w 80"/>
              <a:gd name="T53" fmla="*/ 6 h 80"/>
              <a:gd name="T54" fmla="*/ 14 w 80"/>
              <a:gd name="T55" fmla="*/ 14 h 80"/>
              <a:gd name="T56" fmla="*/ 6 w 80"/>
              <a:gd name="T57" fmla="*/ 26 h 80"/>
              <a:gd name="T58" fmla="*/ 3 w 80"/>
              <a:gd name="T59" fmla="*/ 40 h 80"/>
              <a:gd name="T60" fmla="*/ 6 w 80"/>
              <a:gd name="T61" fmla="*/ 55 h 80"/>
              <a:gd name="T62" fmla="*/ 14 w 80"/>
              <a:gd name="T63" fmla="*/ 66 h 80"/>
              <a:gd name="T64" fmla="*/ 26 w 80"/>
              <a:gd name="T65" fmla="*/ 74 h 80"/>
              <a:gd name="T66" fmla="*/ 40 w 80"/>
              <a:gd name="T67" fmla="*/ 77 h 80"/>
              <a:gd name="T68" fmla="*/ 60 w 80"/>
              <a:gd name="T69" fmla="*/ 26 h 80"/>
              <a:gd name="T70" fmla="*/ 62 w 80"/>
              <a:gd name="T71" fmla="*/ 25 h 80"/>
              <a:gd name="T72" fmla="*/ 64 w 80"/>
              <a:gd name="T73" fmla="*/ 26 h 80"/>
              <a:gd name="T74" fmla="*/ 64 w 80"/>
              <a:gd name="T75" fmla="*/ 28 h 80"/>
              <a:gd name="T76" fmla="*/ 63 w 80"/>
              <a:gd name="T77" fmla="*/ 29 h 80"/>
              <a:gd name="T78" fmla="*/ 36 w 80"/>
              <a:gd name="T79" fmla="*/ 56 h 80"/>
              <a:gd name="T80" fmla="*/ 35 w 80"/>
              <a:gd name="T81" fmla="*/ 56 h 80"/>
              <a:gd name="T82" fmla="*/ 35 w 80"/>
              <a:gd name="T83" fmla="*/ 57 h 80"/>
              <a:gd name="T84" fmla="*/ 33 w 80"/>
              <a:gd name="T85" fmla="*/ 56 h 80"/>
              <a:gd name="T86" fmla="*/ 33 w 80"/>
              <a:gd name="T87" fmla="*/ 56 h 80"/>
              <a:gd name="T88" fmla="*/ 22 w 80"/>
              <a:gd name="T89" fmla="*/ 45 h 80"/>
              <a:gd name="T90" fmla="*/ 21 w 80"/>
              <a:gd name="T91" fmla="*/ 44 h 80"/>
              <a:gd name="T92" fmla="*/ 22 w 80"/>
              <a:gd name="T93" fmla="*/ 42 h 80"/>
              <a:gd name="T94" fmla="*/ 24 w 80"/>
              <a:gd name="T95" fmla="*/ 41 h 80"/>
              <a:gd name="T96" fmla="*/ 26 w 80"/>
              <a:gd name="T97" fmla="*/ 42 h 80"/>
              <a:gd name="T98" fmla="*/ 35 w 80"/>
              <a:gd name="T99" fmla="*/ 51 h 80"/>
              <a:gd name="T100" fmla="*/ 60 w 80"/>
              <a:gd name="T101" fmla="*/ 2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2"/>
                </a:cubicBezTo>
                <a:cubicBezTo>
                  <a:pt x="72" y="16"/>
                  <a:pt x="75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ubicBezTo>
                  <a:pt x="80" y="46"/>
                  <a:pt x="79" y="51"/>
                  <a:pt x="77" y="56"/>
                </a:cubicBezTo>
                <a:cubicBezTo>
                  <a:pt x="75" y="61"/>
                  <a:pt x="72" y="65"/>
                  <a:pt x="68" y="69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9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40" y="77"/>
                </a:move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3" y="70"/>
                  <a:pt x="66" y="66"/>
                </a:cubicBezTo>
                <a:cubicBezTo>
                  <a:pt x="69" y="63"/>
                  <a:pt x="72" y="59"/>
                  <a:pt x="74" y="55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8"/>
                  <a:pt x="66" y="14"/>
                </a:cubicBezTo>
                <a:cubicBezTo>
                  <a:pt x="63" y="11"/>
                  <a:pt x="59" y="8"/>
                  <a:pt x="54" y="6"/>
                </a:cubicBezTo>
                <a:cubicBezTo>
                  <a:pt x="50" y="4"/>
                  <a:pt x="45" y="4"/>
                  <a:pt x="40" y="4"/>
                </a:cubicBezTo>
                <a:cubicBezTo>
                  <a:pt x="35" y="4"/>
                  <a:pt x="30" y="4"/>
                  <a:pt x="26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8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50"/>
                  <a:pt x="6" y="55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70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60" y="26"/>
                </a:moveTo>
                <a:cubicBezTo>
                  <a:pt x="61" y="26"/>
                  <a:pt x="61" y="25"/>
                  <a:pt x="62" y="25"/>
                </a:cubicBezTo>
                <a:cubicBezTo>
                  <a:pt x="62" y="25"/>
                  <a:pt x="63" y="26"/>
                  <a:pt x="64" y="26"/>
                </a:cubicBezTo>
                <a:cubicBezTo>
                  <a:pt x="64" y="27"/>
                  <a:pt x="64" y="27"/>
                  <a:pt x="64" y="28"/>
                </a:cubicBezTo>
                <a:cubicBezTo>
                  <a:pt x="64" y="28"/>
                  <a:pt x="64" y="29"/>
                  <a:pt x="63" y="29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56"/>
                  <a:pt x="36" y="56"/>
                  <a:pt x="35" y="56"/>
                </a:cubicBezTo>
                <a:cubicBezTo>
                  <a:pt x="35" y="57"/>
                  <a:pt x="35" y="57"/>
                  <a:pt x="35" y="57"/>
                </a:cubicBezTo>
                <a:cubicBezTo>
                  <a:pt x="34" y="57"/>
                  <a:pt x="34" y="57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22" y="45"/>
                  <a:pt x="22" y="45"/>
                  <a:pt x="22" y="45"/>
                </a:cubicBezTo>
                <a:cubicBezTo>
                  <a:pt x="22" y="45"/>
                  <a:pt x="21" y="44"/>
                  <a:pt x="21" y="44"/>
                </a:cubicBezTo>
                <a:cubicBezTo>
                  <a:pt x="21" y="43"/>
                  <a:pt x="22" y="42"/>
                  <a:pt x="22" y="42"/>
                </a:cubicBezTo>
                <a:cubicBezTo>
                  <a:pt x="23" y="41"/>
                  <a:pt x="23" y="41"/>
                  <a:pt x="24" y="41"/>
                </a:cubicBezTo>
                <a:cubicBezTo>
                  <a:pt x="24" y="41"/>
                  <a:pt x="25" y="41"/>
                  <a:pt x="26" y="42"/>
                </a:cubicBezTo>
                <a:cubicBezTo>
                  <a:pt x="35" y="51"/>
                  <a:pt x="35" y="51"/>
                  <a:pt x="35" y="51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5929313" y="3407558"/>
            <a:ext cx="300038" cy="300038"/>
          </a:xfrm>
          <a:custGeom>
            <a:avLst/>
            <a:gdLst>
              <a:gd name="T0" fmla="*/ 133 w 189"/>
              <a:gd name="T1" fmla="*/ 57 h 189"/>
              <a:gd name="T2" fmla="*/ 189 w 189"/>
              <a:gd name="T3" fmla="*/ 57 h 189"/>
              <a:gd name="T4" fmla="*/ 189 w 189"/>
              <a:gd name="T5" fmla="*/ 159 h 189"/>
              <a:gd name="T6" fmla="*/ 170 w 189"/>
              <a:gd name="T7" fmla="*/ 159 h 189"/>
              <a:gd name="T8" fmla="*/ 170 w 189"/>
              <a:gd name="T9" fmla="*/ 189 h 189"/>
              <a:gd name="T10" fmla="*/ 166 w 189"/>
              <a:gd name="T11" fmla="*/ 189 h 189"/>
              <a:gd name="T12" fmla="*/ 135 w 189"/>
              <a:gd name="T13" fmla="*/ 159 h 189"/>
              <a:gd name="T14" fmla="*/ 57 w 189"/>
              <a:gd name="T15" fmla="*/ 159 h 189"/>
              <a:gd name="T16" fmla="*/ 57 w 189"/>
              <a:gd name="T17" fmla="*/ 102 h 189"/>
              <a:gd name="T18" fmla="*/ 0 w 189"/>
              <a:gd name="T19" fmla="*/ 102 h 189"/>
              <a:gd name="T20" fmla="*/ 0 w 189"/>
              <a:gd name="T21" fmla="*/ 0 h 189"/>
              <a:gd name="T22" fmla="*/ 133 w 189"/>
              <a:gd name="T23" fmla="*/ 0 h 189"/>
              <a:gd name="T24" fmla="*/ 133 w 189"/>
              <a:gd name="T25" fmla="*/ 57 h 189"/>
              <a:gd name="T26" fmla="*/ 7 w 189"/>
              <a:gd name="T27" fmla="*/ 95 h 189"/>
              <a:gd name="T28" fmla="*/ 57 w 189"/>
              <a:gd name="T29" fmla="*/ 95 h 189"/>
              <a:gd name="T30" fmla="*/ 57 w 189"/>
              <a:gd name="T31" fmla="*/ 57 h 189"/>
              <a:gd name="T32" fmla="*/ 125 w 189"/>
              <a:gd name="T33" fmla="*/ 57 h 189"/>
              <a:gd name="T34" fmla="*/ 125 w 189"/>
              <a:gd name="T35" fmla="*/ 9 h 189"/>
              <a:gd name="T36" fmla="*/ 7 w 189"/>
              <a:gd name="T37" fmla="*/ 9 h 189"/>
              <a:gd name="T38" fmla="*/ 7 w 189"/>
              <a:gd name="T39" fmla="*/ 95 h 189"/>
              <a:gd name="T40" fmla="*/ 182 w 189"/>
              <a:gd name="T41" fmla="*/ 151 h 189"/>
              <a:gd name="T42" fmla="*/ 182 w 189"/>
              <a:gd name="T43" fmla="*/ 66 h 189"/>
              <a:gd name="T44" fmla="*/ 64 w 189"/>
              <a:gd name="T45" fmla="*/ 66 h 189"/>
              <a:gd name="T46" fmla="*/ 64 w 189"/>
              <a:gd name="T47" fmla="*/ 151 h 189"/>
              <a:gd name="T48" fmla="*/ 140 w 189"/>
              <a:gd name="T49" fmla="*/ 151 h 189"/>
              <a:gd name="T50" fmla="*/ 163 w 189"/>
              <a:gd name="T51" fmla="*/ 178 h 189"/>
              <a:gd name="T52" fmla="*/ 163 w 189"/>
              <a:gd name="T53" fmla="*/ 151 h 189"/>
              <a:gd name="T54" fmla="*/ 182 w 189"/>
              <a:gd name="T55" fmla="*/ 151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9" h="189">
                <a:moveTo>
                  <a:pt x="133" y="57"/>
                </a:moveTo>
                <a:lnTo>
                  <a:pt x="189" y="57"/>
                </a:lnTo>
                <a:lnTo>
                  <a:pt x="189" y="159"/>
                </a:lnTo>
                <a:lnTo>
                  <a:pt x="170" y="159"/>
                </a:lnTo>
                <a:lnTo>
                  <a:pt x="170" y="189"/>
                </a:lnTo>
                <a:lnTo>
                  <a:pt x="166" y="189"/>
                </a:lnTo>
                <a:lnTo>
                  <a:pt x="135" y="159"/>
                </a:lnTo>
                <a:lnTo>
                  <a:pt x="57" y="159"/>
                </a:lnTo>
                <a:lnTo>
                  <a:pt x="57" y="102"/>
                </a:lnTo>
                <a:lnTo>
                  <a:pt x="0" y="102"/>
                </a:lnTo>
                <a:lnTo>
                  <a:pt x="0" y="0"/>
                </a:lnTo>
                <a:lnTo>
                  <a:pt x="133" y="0"/>
                </a:lnTo>
                <a:lnTo>
                  <a:pt x="133" y="57"/>
                </a:lnTo>
                <a:close/>
                <a:moveTo>
                  <a:pt x="7" y="95"/>
                </a:moveTo>
                <a:lnTo>
                  <a:pt x="57" y="95"/>
                </a:lnTo>
                <a:lnTo>
                  <a:pt x="57" y="57"/>
                </a:lnTo>
                <a:lnTo>
                  <a:pt x="125" y="57"/>
                </a:lnTo>
                <a:lnTo>
                  <a:pt x="125" y="9"/>
                </a:lnTo>
                <a:lnTo>
                  <a:pt x="7" y="9"/>
                </a:lnTo>
                <a:lnTo>
                  <a:pt x="7" y="95"/>
                </a:lnTo>
                <a:close/>
                <a:moveTo>
                  <a:pt x="182" y="151"/>
                </a:moveTo>
                <a:lnTo>
                  <a:pt x="182" y="66"/>
                </a:lnTo>
                <a:lnTo>
                  <a:pt x="64" y="66"/>
                </a:lnTo>
                <a:lnTo>
                  <a:pt x="64" y="151"/>
                </a:lnTo>
                <a:lnTo>
                  <a:pt x="140" y="151"/>
                </a:lnTo>
                <a:lnTo>
                  <a:pt x="163" y="178"/>
                </a:lnTo>
                <a:lnTo>
                  <a:pt x="163" y="151"/>
                </a:lnTo>
                <a:lnTo>
                  <a:pt x="182" y="15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6454775" y="3404383"/>
            <a:ext cx="330200" cy="311150"/>
          </a:xfrm>
          <a:custGeom>
            <a:avLst/>
            <a:gdLst>
              <a:gd name="T0" fmla="*/ 75 w 88"/>
              <a:gd name="T1" fmla="*/ 60 h 83"/>
              <a:gd name="T2" fmla="*/ 32 w 88"/>
              <a:gd name="T3" fmla="*/ 67 h 83"/>
              <a:gd name="T4" fmla="*/ 69 w 88"/>
              <a:gd name="T5" fmla="*/ 67 h 83"/>
              <a:gd name="T6" fmla="*/ 73 w 88"/>
              <a:gd name="T7" fmla="*/ 72 h 83"/>
              <a:gd name="T8" fmla="*/ 73 w 88"/>
              <a:gd name="T9" fmla="*/ 78 h 83"/>
              <a:gd name="T10" fmla="*/ 69 w 88"/>
              <a:gd name="T11" fmla="*/ 82 h 83"/>
              <a:gd name="T12" fmla="*/ 63 w 88"/>
              <a:gd name="T13" fmla="*/ 82 h 83"/>
              <a:gd name="T14" fmla="*/ 58 w 88"/>
              <a:gd name="T15" fmla="*/ 78 h 83"/>
              <a:gd name="T16" fmla="*/ 58 w 88"/>
              <a:gd name="T17" fmla="*/ 72 h 83"/>
              <a:gd name="T18" fmla="*/ 37 w 88"/>
              <a:gd name="T19" fmla="*/ 70 h 83"/>
              <a:gd name="T20" fmla="*/ 39 w 88"/>
              <a:gd name="T21" fmla="*/ 75 h 83"/>
              <a:gd name="T22" fmla="*/ 36 w 88"/>
              <a:gd name="T23" fmla="*/ 80 h 83"/>
              <a:gd name="T24" fmla="*/ 31 w 88"/>
              <a:gd name="T25" fmla="*/ 83 h 83"/>
              <a:gd name="T26" fmla="*/ 25 w 88"/>
              <a:gd name="T27" fmla="*/ 80 h 83"/>
              <a:gd name="T28" fmla="*/ 23 w 88"/>
              <a:gd name="T29" fmla="*/ 75 h 83"/>
              <a:gd name="T30" fmla="*/ 24 w 88"/>
              <a:gd name="T31" fmla="*/ 70 h 83"/>
              <a:gd name="T32" fmla="*/ 28 w 88"/>
              <a:gd name="T33" fmla="*/ 67 h 83"/>
              <a:gd name="T34" fmla="*/ 0 w 88"/>
              <a:gd name="T35" fmla="*/ 3 h 83"/>
              <a:gd name="T36" fmla="*/ 15 w 88"/>
              <a:gd name="T37" fmla="*/ 0 h 83"/>
              <a:gd name="T38" fmla="*/ 88 w 88"/>
              <a:gd name="T39" fmla="*/ 22 h 83"/>
              <a:gd name="T40" fmla="*/ 73 w 88"/>
              <a:gd name="T41" fmla="*/ 57 h 83"/>
              <a:gd name="T42" fmla="*/ 22 w 88"/>
              <a:gd name="T43" fmla="*/ 25 h 83"/>
              <a:gd name="T44" fmla="*/ 36 w 88"/>
              <a:gd name="T45" fmla="*/ 75 h 83"/>
              <a:gd name="T46" fmla="*/ 34 w 88"/>
              <a:gd name="T47" fmla="*/ 71 h 83"/>
              <a:gd name="T48" fmla="*/ 31 w 88"/>
              <a:gd name="T49" fmla="*/ 70 h 83"/>
              <a:gd name="T50" fmla="*/ 27 w 88"/>
              <a:gd name="T51" fmla="*/ 71 h 83"/>
              <a:gd name="T52" fmla="*/ 26 w 88"/>
              <a:gd name="T53" fmla="*/ 75 h 83"/>
              <a:gd name="T54" fmla="*/ 27 w 88"/>
              <a:gd name="T55" fmla="*/ 78 h 83"/>
              <a:gd name="T56" fmla="*/ 31 w 88"/>
              <a:gd name="T57" fmla="*/ 80 h 83"/>
              <a:gd name="T58" fmla="*/ 34 w 88"/>
              <a:gd name="T59" fmla="*/ 78 h 83"/>
              <a:gd name="T60" fmla="*/ 36 w 88"/>
              <a:gd name="T61" fmla="*/ 75 h 83"/>
              <a:gd name="T62" fmla="*/ 70 w 88"/>
              <a:gd name="T63" fmla="*/ 73 h 83"/>
              <a:gd name="T64" fmla="*/ 68 w 88"/>
              <a:gd name="T65" fmla="*/ 71 h 83"/>
              <a:gd name="T66" fmla="*/ 64 w 88"/>
              <a:gd name="T67" fmla="*/ 71 h 83"/>
              <a:gd name="T68" fmla="*/ 61 w 88"/>
              <a:gd name="T69" fmla="*/ 73 h 83"/>
              <a:gd name="T70" fmla="*/ 61 w 88"/>
              <a:gd name="T71" fmla="*/ 77 h 83"/>
              <a:gd name="T72" fmla="*/ 64 w 88"/>
              <a:gd name="T73" fmla="*/ 79 h 83"/>
              <a:gd name="T74" fmla="*/ 68 w 88"/>
              <a:gd name="T75" fmla="*/ 79 h 83"/>
              <a:gd name="T76" fmla="*/ 70 w 88"/>
              <a:gd name="T77" fmla="*/ 7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8" h="83">
                <a:moveTo>
                  <a:pt x="88" y="22"/>
                </a:moveTo>
                <a:cubicBezTo>
                  <a:pt x="75" y="60"/>
                  <a:pt x="75" y="60"/>
                  <a:pt x="75" y="60"/>
                </a:cubicBezTo>
                <a:cubicBezTo>
                  <a:pt x="30" y="60"/>
                  <a:pt x="30" y="60"/>
                  <a:pt x="30" y="60"/>
                </a:cubicBezTo>
                <a:cubicBezTo>
                  <a:pt x="32" y="67"/>
                  <a:pt x="32" y="67"/>
                  <a:pt x="32" y="67"/>
                </a:cubicBezTo>
                <a:cubicBezTo>
                  <a:pt x="66" y="67"/>
                  <a:pt x="66" y="67"/>
                  <a:pt x="66" y="67"/>
                </a:cubicBezTo>
                <a:cubicBezTo>
                  <a:pt x="67" y="67"/>
                  <a:pt x="68" y="67"/>
                  <a:pt x="69" y="67"/>
                </a:cubicBezTo>
                <a:cubicBezTo>
                  <a:pt x="70" y="68"/>
                  <a:pt x="71" y="68"/>
                  <a:pt x="72" y="69"/>
                </a:cubicBezTo>
                <a:cubicBezTo>
                  <a:pt x="72" y="70"/>
                  <a:pt x="73" y="71"/>
                  <a:pt x="73" y="72"/>
                </a:cubicBezTo>
                <a:cubicBezTo>
                  <a:pt x="74" y="73"/>
                  <a:pt x="74" y="74"/>
                  <a:pt x="74" y="75"/>
                </a:cubicBezTo>
                <a:cubicBezTo>
                  <a:pt x="74" y="76"/>
                  <a:pt x="74" y="77"/>
                  <a:pt x="73" y="78"/>
                </a:cubicBezTo>
                <a:cubicBezTo>
                  <a:pt x="73" y="79"/>
                  <a:pt x="72" y="80"/>
                  <a:pt x="72" y="80"/>
                </a:cubicBezTo>
                <a:cubicBezTo>
                  <a:pt x="71" y="81"/>
                  <a:pt x="70" y="82"/>
                  <a:pt x="69" y="82"/>
                </a:cubicBezTo>
                <a:cubicBezTo>
                  <a:pt x="68" y="83"/>
                  <a:pt x="67" y="83"/>
                  <a:pt x="66" y="83"/>
                </a:cubicBezTo>
                <a:cubicBezTo>
                  <a:pt x="65" y="83"/>
                  <a:pt x="64" y="83"/>
                  <a:pt x="63" y="82"/>
                </a:cubicBezTo>
                <a:cubicBezTo>
                  <a:pt x="62" y="82"/>
                  <a:pt x="61" y="81"/>
                  <a:pt x="60" y="80"/>
                </a:cubicBezTo>
                <a:cubicBezTo>
                  <a:pt x="60" y="80"/>
                  <a:pt x="59" y="79"/>
                  <a:pt x="58" y="78"/>
                </a:cubicBezTo>
                <a:cubicBezTo>
                  <a:pt x="58" y="77"/>
                  <a:pt x="58" y="76"/>
                  <a:pt x="58" y="75"/>
                </a:cubicBezTo>
                <a:cubicBezTo>
                  <a:pt x="58" y="74"/>
                  <a:pt x="58" y="73"/>
                  <a:pt x="58" y="72"/>
                </a:cubicBezTo>
                <a:cubicBezTo>
                  <a:pt x="59" y="71"/>
                  <a:pt x="59" y="71"/>
                  <a:pt x="60" y="70"/>
                </a:cubicBezTo>
                <a:cubicBezTo>
                  <a:pt x="37" y="70"/>
                  <a:pt x="37" y="70"/>
                  <a:pt x="37" y="70"/>
                </a:cubicBezTo>
                <a:cubicBezTo>
                  <a:pt x="38" y="71"/>
                  <a:pt x="38" y="71"/>
                  <a:pt x="38" y="72"/>
                </a:cubicBezTo>
                <a:cubicBezTo>
                  <a:pt x="39" y="73"/>
                  <a:pt x="39" y="74"/>
                  <a:pt x="39" y="75"/>
                </a:cubicBezTo>
                <a:cubicBezTo>
                  <a:pt x="39" y="76"/>
                  <a:pt x="38" y="77"/>
                  <a:pt x="38" y="78"/>
                </a:cubicBezTo>
                <a:cubicBezTo>
                  <a:pt x="38" y="79"/>
                  <a:pt x="37" y="80"/>
                  <a:pt x="36" y="80"/>
                </a:cubicBezTo>
                <a:cubicBezTo>
                  <a:pt x="36" y="81"/>
                  <a:pt x="35" y="82"/>
                  <a:pt x="34" y="82"/>
                </a:cubicBezTo>
                <a:cubicBezTo>
                  <a:pt x="33" y="83"/>
                  <a:pt x="32" y="83"/>
                  <a:pt x="31" y="83"/>
                </a:cubicBezTo>
                <a:cubicBezTo>
                  <a:pt x="30" y="83"/>
                  <a:pt x="28" y="83"/>
                  <a:pt x="28" y="82"/>
                </a:cubicBezTo>
                <a:cubicBezTo>
                  <a:pt x="27" y="82"/>
                  <a:pt x="26" y="81"/>
                  <a:pt x="25" y="80"/>
                </a:cubicBezTo>
                <a:cubicBezTo>
                  <a:pt x="24" y="80"/>
                  <a:pt x="24" y="79"/>
                  <a:pt x="23" y="78"/>
                </a:cubicBezTo>
                <a:cubicBezTo>
                  <a:pt x="23" y="77"/>
                  <a:pt x="23" y="76"/>
                  <a:pt x="23" y="75"/>
                </a:cubicBezTo>
                <a:cubicBezTo>
                  <a:pt x="23" y="74"/>
                  <a:pt x="23" y="73"/>
                  <a:pt x="23" y="72"/>
                </a:cubicBezTo>
                <a:cubicBezTo>
                  <a:pt x="23" y="71"/>
                  <a:pt x="24" y="71"/>
                  <a:pt x="24" y="70"/>
                </a:cubicBezTo>
                <a:cubicBezTo>
                  <a:pt x="25" y="69"/>
                  <a:pt x="25" y="69"/>
                  <a:pt x="26" y="68"/>
                </a:cubicBezTo>
                <a:cubicBezTo>
                  <a:pt x="27" y="68"/>
                  <a:pt x="28" y="67"/>
                  <a:pt x="28" y="67"/>
                </a:cubicBezTo>
                <a:cubicBezTo>
                  <a:pt x="13" y="3"/>
                  <a:pt x="13" y="3"/>
                  <a:pt x="13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0"/>
                  <a:pt x="0" y="0"/>
                  <a:pt x="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21" y="22"/>
                  <a:pt x="21" y="22"/>
                  <a:pt x="21" y="22"/>
                </a:cubicBezTo>
                <a:lnTo>
                  <a:pt x="88" y="22"/>
                </a:lnTo>
                <a:close/>
                <a:moveTo>
                  <a:pt x="29" y="57"/>
                </a:moveTo>
                <a:cubicBezTo>
                  <a:pt x="73" y="57"/>
                  <a:pt x="73" y="57"/>
                  <a:pt x="73" y="57"/>
                </a:cubicBezTo>
                <a:cubicBezTo>
                  <a:pt x="84" y="25"/>
                  <a:pt x="84" y="25"/>
                  <a:pt x="84" y="25"/>
                </a:cubicBezTo>
                <a:cubicBezTo>
                  <a:pt x="22" y="25"/>
                  <a:pt x="22" y="25"/>
                  <a:pt x="22" y="25"/>
                </a:cubicBezTo>
                <a:lnTo>
                  <a:pt x="29" y="57"/>
                </a:lnTo>
                <a:close/>
                <a:moveTo>
                  <a:pt x="36" y="75"/>
                </a:moveTo>
                <a:cubicBezTo>
                  <a:pt x="36" y="74"/>
                  <a:pt x="35" y="74"/>
                  <a:pt x="35" y="73"/>
                </a:cubicBezTo>
                <a:cubicBezTo>
                  <a:pt x="35" y="72"/>
                  <a:pt x="35" y="72"/>
                  <a:pt x="34" y="71"/>
                </a:cubicBezTo>
                <a:cubicBezTo>
                  <a:pt x="34" y="71"/>
                  <a:pt x="33" y="71"/>
                  <a:pt x="33" y="71"/>
                </a:cubicBezTo>
                <a:cubicBezTo>
                  <a:pt x="32" y="70"/>
                  <a:pt x="31" y="70"/>
                  <a:pt x="31" y="70"/>
                </a:cubicBezTo>
                <a:cubicBezTo>
                  <a:pt x="30" y="70"/>
                  <a:pt x="29" y="70"/>
                  <a:pt x="29" y="71"/>
                </a:cubicBezTo>
                <a:cubicBezTo>
                  <a:pt x="28" y="71"/>
                  <a:pt x="28" y="71"/>
                  <a:pt x="27" y="71"/>
                </a:cubicBezTo>
                <a:cubicBezTo>
                  <a:pt x="27" y="72"/>
                  <a:pt x="27" y="72"/>
                  <a:pt x="26" y="73"/>
                </a:cubicBezTo>
                <a:cubicBezTo>
                  <a:pt x="26" y="74"/>
                  <a:pt x="26" y="74"/>
                  <a:pt x="26" y="75"/>
                </a:cubicBezTo>
                <a:cubicBezTo>
                  <a:pt x="26" y="75"/>
                  <a:pt x="26" y="76"/>
                  <a:pt x="26" y="77"/>
                </a:cubicBezTo>
                <a:cubicBezTo>
                  <a:pt x="27" y="77"/>
                  <a:pt x="27" y="78"/>
                  <a:pt x="27" y="78"/>
                </a:cubicBezTo>
                <a:cubicBezTo>
                  <a:pt x="28" y="79"/>
                  <a:pt x="28" y="79"/>
                  <a:pt x="29" y="79"/>
                </a:cubicBezTo>
                <a:cubicBezTo>
                  <a:pt x="29" y="80"/>
                  <a:pt x="30" y="80"/>
                  <a:pt x="31" y="80"/>
                </a:cubicBezTo>
                <a:cubicBezTo>
                  <a:pt x="31" y="80"/>
                  <a:pt x="32" y="80"/>
                  <a:pt x="33" y="79"/>
                </a:cubicBezTo>
                <a:cubicBezTo>
                  <a:pt x="33" y="79"/>
                  <a:pt x="34" y="79"/>
                  <a:pt x="34" y="78"/>
                </a:cubicBezTo>
                <a:cubicBezTo>
                  <a:pt x="35" y="78"/>
                  <a:pt x="35" y="77"/>
                  <a:pt x="35" y="77"/>
                </a:cubicBezTo>
                <a:cubicBezTo>
                  <a:pt x="35" y="76"/>
                  <a:pt x="36" y="75"/>
                  <a:pt x="36" y="75"/>
                </a:cubicBezTo>
                <a:close/>
                <a:moveTo>
                  <a:pt x="71" y="75"/>
                </a:moveTo>
                <a:cubicBezTo>
                  <a:pt x="71" y="74"/>
                  <a:pt x="70" y="74"/>
                  <a:pt x="70" y="73"/>
                </a:cubicBezTo>
                <a:cubicBezTo>
                  <a:pt x="70" y="72"/>
                  <a:pt x="70" y="72"/>
                  <a:pt x="69" y="71"/>
                </a:cubicBezTo>
                <a:cubicBezTo>
                  <a:pt x="69" y="71"/>
                  <a:pt x="68" y="71"/>
                  <a:pt x="68" y="71"/>
                </a:cubicBezTo>
                <a:cubicBezTo>
                  <a:pt x="67" y="70"/>
                  <a:pt x="67" y="70"/>
                  <a:pt x="66" y="70"/>
                </a:cubicBezTo>
                <a:cubicBezTo>
                  <a:pt x="65" y="70"/>
                  <a:pt x="64" y="70"/>
                  <a:pt x="64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2" y="72"/>
                  <a:pt x="62" y="72"/>
                  <a:pt x="61" y="73"/>
                </a:cubicBezTo>
                <a:cubicBezTo>
                  <a:pt x="61" y="74"/>
                  <a:pt x="61" y="74"/>
                  <a:pt x="61" y="75"/>
                </a:cubicBezTo>
                <a:cubicBezTo>
                  <a:pt x="61" y="75"/>
                  <a:pt x="61" y="76"/>
                  <a:pt x="61" y="77"/>
                </a:cubicBezTo>
                <a:cubicBezTo>
                  <a:pt x="62" y="77"/>
                  <a:pt x="62" y="78"/>
                  <a:pt x="63" y="78"/>
                </a:cubicBezTo>
                <a:cubicBezTo>
                  <a:pt x="63" y="79"/>
                  <a:pt x="63" y="79"/>
                  <a:pt x="64" y="79"/>
                </a:cubicBezTo>
                <a:cubicBezTo>
                  <a:pt x="64" y="80"/>
                  <a:pt x="65" y="80"/>
                  <a:pt x="66" y="80"/>
                </a:cubicBezTo>
                <a:cubicBezTo>
                  <a:pt x="67" y="80"/>
                  <a:pt x="67" y="80"/>
                  <a:pt x="68" y="79"/>
                </a:cubicBezTo>
                <a:cubicBezTo>
                  <a:pt x="68" y="79"/>
                  <a:pt x="69" y="79"/>
                  <a:pt x="69" y="78"/>
                </a:cubicBezTo>
                <a:cubicBezTo>
                  <a:pt x="70" y="78"/>
                  <a:pt x="70" y="77"/>
                  <a:pt x="70" y="77"/>
                </a:cubicBezTo>
                <a:cubicBezTo>
                  <a:pt x="70" y="76"/>
                  <a:pt x="71" y="75"/>
                  <a:pt x="71" y="7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7010400" y="3407558"/>
            <a:ext cx="300038" cy="300038"/>
          </a:xfrm>
          <a:custGeom>
            <a:avLst/>
            <a:gdLst>
              <a:gd name="T0" fmla="*/ 26 w 80"/>
              <a:gd name="T1" fmla="*/ 5 h 80"/>
              <a:gd name="T2" fmla="*/ 0 w 80"/>
              <a:gd name="T3" fmla="*/ 26 h 80"/>
              <a:gd name="T4" fmla="*/ 1 w 80"/>
              <a:gd name="T5" fmla="*/ 10 h 80"/>
              <a:gd name="T6" fmla="*/ 10 w 80"/>
              <a:gd name="T7" fmla="*/ 2 h 80"/>
              <a:gd name="T8" fmla="*/ 26 w 80"/>
              <a:gd name="T9" fmla="*/ 0 h 80"/>
              <a:gd name="T10" fmla="*/ 16 w 80"/>
              <a:gd name="T11" fmla="*/ 4 h 80"/>
              <a:gd name="T12" fmla="*/ 7 w 80"/>
              <a:gd name="T13" fmla="*/ 7 h 80"/>
              <a:gd name="T14" fmla="*/ 3 w 80"/>
              <a:gd name="T15" fmla="*/ 16 h 80"/>
              <a:gd name="T16" fmla="*/ 23 w 80"/>
              <a:gd name="T17" fmla="*/ 4 h 80"/>
              <a:gd name="T18" fmla="*/ 54 w 80"/>
              <a:gd name="T19" fmla="*/ 13 h 80"/>
              <a:gd name="T20" fmla="*/ 73 w 80"/>
              <a:gd name="T21" fmla="*/ 31 h 80"/>
              <a:gd name="T22" fmla="*/ 75 w 80"/>
              <a:gd name="T23" fmla="*/ 52 h 80"/>
              <a:gd name="T24" fmla="*/ 70 w 80"/>
              <a:gd name="T25" fmla="*/ 63 h 80"/>
              <a:gd name="T26" fmla="*/ 75 w 80"/>
              <a:gd name="T27" fmla="*/ 78 h 80"/>
              <a:gd name="T28" fmla="*/ 65 w 80"/>
              <a:gd name="T29" fmla="*/ 70 h 80"/>
              <a:gd name="T30" fmla="*/ 53 w 80"/>
              <a:gd name="T31" fmla="*/ 78 h 80"/>
              <a:gd name="T32" fmla="*/ 40 w 80"/>
              <a:gd name="T33" fmla="*/ 80 h 80"/>
              <a:gd name="T34" fmla="*/ 27 w 80"/>
              <a:gd name="T35" fmla="*/ 78 h 80"/>
              <a:gd name="T36" fmla="*/ 16 w 80"/>
              <a:gd name="T37" fmla="*/ 70 h 80"/>
              <a:gd name="T38" fmla="*/ 5 w 80"/>
              <a:gd name="T39" fmla="*/ 78 h 80"/>
              <a:gd name="T40" fmla="*/ 10 w 80"/>
              <a:gd name="T41" fmla="*/ 63 h 80"/>
              <a:gd name="T42" fmla="*/ 6 w 80"/>
              <a:gd name="T43" fmla="*/ 52 h 80"/>
              <a:gd name="T44" fmla="*/ 8 w 80"/>
              <a:gd name="T45" fmla="*/ 31 h 80"/>
              <a:gd name="T46" fmla="*/ 26 w 80"/>
              <a:gd name="T47" fmla="*/ 13 h 80"/>
              <a:gd name="T48" fmla="*/ 40 w 80"/>
              <a:gd name="T49" fmla="*/ 77 h 80"/>
              <a:gd name="T50" fmla="*/ 63 w 80"/>
              <a:gd name="T51" fmla="*/ 68 h 80"/>
              <a:gd name="T52" fmla="*/ 72 w 80"/>
              <a:gd name="T53" fmla="*/ 45 h 80"/>
              <a:gd name="T54" fmla="*/ 63 w 80"/>
              <a:gd name="T55" fmla="*/ 22 h 80"/>
              <a:gd name="T56" fmla="*/ 40 w 80"/>
              <a:gd name="T57" fmla="*/ 13 h 80"/>
              <a:gd name="T58" fmla="*/ 17 w 80"/>
              <a:gd name="T59" fmla="*/ 22 h 80"/>
              <a:gd name="T60" fmla="*/ 8 w 80"/>
              <a:gd name="T61" fmla="*/ 45 h 80"/>
              <a:gd name="T62" fmla="*/ 17 w 80"/>
              <a:gd name="T63" fmla="*/ 68 h 80"/>
              <a:gd name="T64" fmla="*/ 40 w 80"/>
              <a:gd name="T65" fmla="*/ 77 h 80"/>
              <a:gd name="T66" fmla="*/ 42 w 80"/>
              <a:gd name="T67" fmla="*/ 19 h 80"/>
              <a:gd name="T68" fmla="*/ 21 w 80"/>
              <a:gd name="T69" fmla="*/ 48 h 80"/>
              <a:gd name="T70" fmla="*/ 38 w 80"/>
              <a:gd name="T71" fmla="*/ 45 h 80"/>
              <a:gd name="T72" fmla="*/ 64 w 80"/>
              <a:gd name="T73" fmla="*/ 0 h 80"/>
              <a:gd name="T74" fmla="*/ 75 w 80"/>
              <a:gd name="T75" fmla="*/ 5 h 80"/>
              <a:gd name="T76" fmla="*/ 80 w 80"/>
              <a:gd name="T77" fmla="*/ 16 h 80"/>
              <a:gd name="T78" fmla="*/ 76 w 80"/>
              <a:gd name="T79" fmla="*/ 26 h 80"/>
              <a:gd name="T80" fmla="*/ 55 w 80"/>
              <a:gd name="T81" fmla="*/ 0 h 80"/>
              <a:gd name="T82" fmla="*/ 77 w 80"/>
              <a:gd name="T83" fmla="*/ 23 h 80"/>
              <a:gd name="T84" fmla="*/ 76 w 80"/>
              <a:gd name="T85" fmla="*/ 11 h 80"/>
              <a:gd name="T86" fmla="*/ 69 w 80"/>
              <a:gd name="T87" fmla="*/ 5 h 80"/>
              <a:gd name="T88" fmla="*/ 58 w 80"/>
              <a:gd name="T89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80">
                <a:moveTo>
                  <a:pt x="26" y="0"/>
                </a:moveTo>
                <a:cubicBezTo>
                  <a:pt x="26" y="5"/>
                  <a:pt x="26" y="5"/>
                  <a:pt x="26" y="5"/>
                </a:cubicBezTo>
                <a:cubicBezTo>
                  <a:pt x="5" y="26"/>
                  <a:pt x="5" y="26"/>
                  <a:pt x="5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2"/>
                  <a:pt x="1" y="10"/>
                </a:cubicBezTo>
                <a:cubicBezTo>
                  <a:pt x="2" y="8"/>
                  <a:pt x="3" y="6"/>
                  <a:pt x="5" y="5"/>
                </a:cubicBezTo>
                <a:cubicBezTo>
                  <a:pt x="6" y="4"/>
                  <a:pt x="8" y="2"/>
                  <a:pt x="10" y="2"/>
                </a:cubicBezTo>
                <a:cubicBezTo>
                  <a:pt x="12" y="1"/>
                  <a:pt x="14" y="0"/>
                  <a:pt x="16" y="0"/>
                </a:cubicBezTo>
                <a:lnTo>
                  <a:pt x="26" y="0"/>
                </a:lnTo>
                <a:close/>
                <a:moveTo>
                  <a:pt x="23" y="4"/>
                </a:moveTo>
                <a:cubicBezTo>
                  <a:pt x="16" y="4"/>
                  <a:pt x="16" y="4"/>
                  <a:pt x="16" y="4"/>
                </a:cubicBezTo>
                <a:cubicBezTo>
                  <a:pt x="14" y="4"/>
                  <a:pt x="13" y="4"/>
                  <a:pt x="11" y="5"/>
                </a:cubicBezTo>
                <a:cubicBezTo>
                  <a:pt x="10" y="5"/>
                  <a:pt x="8" y="6"/>
                  <a:pt x="7" y="7"/>
                </a:cubicBezTo>
                <a:cubicBezTo>
                  <a:pt x="6" y="8"/>
                  <a:pt x="5" y="10"/>
                  <a:pt x="4" y="11"/>
                </a:cubicBezTo>
                <a:cubicBezTo>
                  <a:pt x="4" y="13"/>
                  <a:pt x="3" y="15"/>
                  <a:pt x="3" y="16"/>
                </a:cubicBezTo>
                <a:cubicBezTo>
                  <a:pt x="3" y="23"/>
                  <a:pt x="3" y="23"/>
                  <a:pt x="3" y="23"/>
                </a:cubicBezTo>
                <a:lnTo>
                  <a:pt x="23" y="4"/>
                </a:lnTo>
                <a:close/>
                <a:moveTo>
                  <a:pt x="40" y="10"/>
                </a:moveTo>
                <a:cubicBezTo>
                  <a:pt x="45" y="10"/>
                  <a:pt x="50" y="11"/>
                  <a:pt x="54" y="13"/>
                </a:cubicBezTo>
                <a:cubicBezTo>
                  <a:pt x="58" y="14"/>
                  <a:pt x="62" y="17"/>
                  <a:pt x="65" y="20"/>
                </a:cubicBezTo>
                <a:cubicBezTo>
                  <a:pt x="68" y="23"/>
                  <a:pt x="71" y="27"/>
                  <a:pt x="73" y="31"/>
                </a:cubicBezTo>
                <a:cubicBezTo>
                  <a:pt x="74" y="36"/>
                  <a:pt x="75" y="40"/>
                  <a:pt x="75" y="45"/>
                </a:cubicBezTo>
                <a:cubicBezTo>
                  <a:pt x="75" y="47"/>
                  <a:pt x="75" y="49"/>
                  <a:pt x="75" y="52"/>
                </a:cubicBezTo>
                <a:cubicBezTo>
                  <a:pt x="74" y="54"/>
                  <a:pt x="74" y="56"/>
                  <a:pt x="73" y="58"/>
                </a:cubicBezTo>
                <a:cubicBezTo>
                  <a:pt x="72" y="60"/>
                  <a:pt x="71" y="61"/>
                  <a:pt x="70" y="63"/>
                </a:cubicBezTo>
                <a:cubicBezTo>
                  <a:pt x="69" y="65"/>
                  <a:pt x="68" y="67"/>
                  <a:pt x="67" y="68"/>
                </a:cubicBezTo>
                <a:cubicBezTo>
                  <a:pt x="75" y="78"/>
                  <a:pt x="75" y="78"/>
                  <a:pt x="75" y="78"/>
                </a:cubicBezTo>
                <a:cubicBezTo>
                  <a:pt x="72" y="80"/>
                  <a:pt x="72" y="80"/>
                  <a:pt x="72" y="80"/>
                </a:cubicBezTo>
                <a:cubicBezTo>
                  <a:pt x="65" y="70"/>
                  <a:pt x="65" y="70"/>
                  <a:pt x="65" y="70"/>
                </a:cubicBezTo>
                <a:cubicBezTo>
                  <a:pt x="63" y="72"/>
                  <a:pt x="61" y="73"/>
                  <a:pt x="59" y="74"/>
                </a:cubicBezTo>
                <a:cubicBezTo>
                  <a:pt x="58" y="76"/>
                  <a:pt x="56" y="77"/>
                  <a:pt x="53" y="78"/>
                </a:cubicBezTo>
                <a:cubicBezTo>
                  <a:pt x="51" y="78"/>
                  <a:pt x="49" y="79"/>
                  <a:pt x="47" y="80"/>
                </a:cubicBezTo>
                <a:cubicBezTo>
                  <a:pt x="45" y="80"/>
                  <a:pt x="43" y="80"/>
                  <a:pt x="40" y="80"/>
                </a:cubicBezTo>
                <a:cubicBezTo>
                  <a:pt x="38" y="80"/>
                  <a:pt x="35" y="80"/>
                  <a:pt x="33" y="80"/>
                </a:cubicBezTo>
                <a:cubicBezTo>
                  <a:pt x="31" y="79"/>
                  <a:pt x="29" y="78"/>
                  <a:pt x="27" y="78"/>
                </a:cubicBezTo>
                <a:cubicBezTo>
                  <a:pt x="25" y="77"/>
                  <a:pt x="23" y="76"/>
                  <a:pt x="21" y="74"/>
                </a:cubicBezTo>
                <a:cubicBezTo>
                  <a:pt x="19" y="73"/>
                  <a:pt x="17" y="72"/>
                  <a:pt x="16" y="70"/>
                </a:cubicBezTo>
                <a:cubicBezTo>
                  <a:pt x="8" y="80"/>
                  <a:pt x="8" y="80"/>
                  <a:pt x="8" y="80"/>
                </a:cubicBezTo>
                <a:cubicBezTo>
                  <a:pt x="5" y="78"/>
                  <a:pt x="5" y="78"/>
                  <a:pt x="5" y="78"/>
                </a:cubicBezTo>
                <a:cubicBezTo>
                  <a:pt x="14" y="68"/>
                  <a:pt x="14" y="68"/>
                  <a:pt x="14" y="68"/>
                </a:cubicBezTo>
                <a:cubicBezTo>
                  <a:pt x="12" y="67"/>
                  <a:pt x="11" y="65"/>
                  <a:pt x="10" y="63"/>
                </a:cubicBezTo>
                <a:cubicBezTo>
                  <a:pt x="9" y="61"/>
                  <a:pt x="8" y="60"/>
                  <a:pt x="7" y="58"/>
                </a:cubicBezTo>
                <a:cubicBezTo>
                  <a:pt x="7" y="56"/>
                  <a:pt x="6" y="54"/>
                  <a:pt x="6" y="52"/>
                </a:cubicBezTo>
                <a:cubicBezTo>
                  <a:pt x="5" y="49"/>
                  <a:pt x="5" y="47"/>
                  <a:pt x="5" y="45"/>
                </a:cubicBezTo>
                <a:cubicBezTo>
                  <a:pt x="5" y="40"/>
                  <a:pt x="6" y="36"/>
                  <a:pt x="8" y="31"/>
                </a:cubicBezTo>
                <a:cubicBezTo>
                  <a:pt x="10" y="27"/>
                  <a:pt x="12" y="23"/>
                  <a:pt x="15" y="20"/>
                </a:cubicBezTo>
                <a:cubicBezTo>
                  <a:pt x="18" y="17"/>
                  <a:pt x="22" y="14"/>
                  <a:pt x="26" y="13"/>
                </a:cubicBezTo>
                <a:cubicBezTo>
                  <a:pt x="31" y="11"/>
                  <a:pt x="35" y="10"/>
                  <a:pt x="40" y="10"/>
                </a:cubicBezTo>
                <a:close/>
                <a:moveTo>
                  <a:pt x="40" y="77"/>
                </a:moveTo>
                <a:cubicBezTo>
                  <a:pt x="45" y="77"/>
                  <a:pt x="49" y="76"/>
                  <a:pt x="53" y="74"/>
                </a:cubicBezTo>
                <a:cubicBezTo>
                  <a:pt x="56" y="73"/>
                  <a:pt x="60" y="71"/>
                  <a:pt x="63" y="68"/>
                </a:cubicBezTo>
                <a:cubicBezTo>
                  <a:pt x="66" y="65"/>
                  <a:pt x="68" y="61"/>
                  <a:pt x="70" y="58"/>
                </a:cubicBezTo>
                <a:cubicBezTo>
                  <a:pt x="71" y="54"/>
                  <a:pt x="72" y="50"/>
                  <a:pt x="72" y="45"/>
                </a:cubicBezTo>
                <a:cubicBezTo>
                  <a:pt x="72" y="41"/>
                  <a:pt x="71" y="36"/>
                  <a:pt x="70" y="33"/>
                </a:cubicBezTo>
                <a:cubicBezTo>
                  <a:pt x="68" y="29"/>
                  <a:pt x="66" y="25"/>
                  <a:pt x="63" y="22"/>
                </a:cubicBezTo>
                <a:cubicBezTo>
                  <a:pt x="60" y="20"/>
                  <a:pt x="56" y="17"/>
                  <a:pt x="53" y="16"/>
                </a:cubicBezTo>
                <a:cubicBezTo>
                  <a:pt x="49" y="14"/>
                  <a:pt x="45" y="13"/>
                  <a:pt x="40" y="13"/>
                </a:cubicBezTo>
                <a:cubicBezTo>
                  <a:pt x="36" y="13"/>
                  <a:pt x="32" y="14"/>
                  <a:pt x="28" y="16"/>
                </a:cubicBezTo>
                <a:cubicBezTo>
                  <a:pt x="24" y="17"/>
                  <a:pt x="20" y="20"/>
                  <a:pt x="17" y="22"/>
                </a:cubicBezTo>
                <a:cubicBezTo>
                  <a:pt x="15" y="25"/>
                  <a:pt x="12" y="29"/>
                  <a:pt x="11" y="33"/>
                </a:cubicBezTo>
                <a:cubicBezTo>
                  <a:pt x="9" y="36"/>
                  <a:pt x="8" y="41"/>
                  <a:pt x="8" y="45"/>
                </a:cubicBezTo>
                <a:cubicBezTo>
                  <a:pt x="8" y="50"/>
                  <a:pt x="9" y="54"/>
                  <a:pt x="11" y="58"/>
                </a:cubicBezTo>
                <a:cubicBezTo>
                  <a:pt x="12" y="61"/>
                  <a:pt x="15" y="65"/>
                  <a:pt x="17" y="68"/>
                </a:cubicBezTo>
                <a:cubicBezTo>
                  <a:pt x="20" y="71"/>
                  <a:pt x="24" y="73"/>
                  <a:pt x="28" y="74"/>
                </a:cubicBezTo>
                <a:cubicBezTo>
                  <a:pt x="32" y="76"/>
                  <a:pt x="36" y="77"/>
                  <a:pt x="40" y="77"/>
                </a:cubicBezTo>
                <a:close/>
                <a:moveTo>
                  <a:pt x="38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2" y="48"/>
                  <a:pt x="42" y="48"/>
                  <a:pt x="42" y="48"/>
                </a:cubicBezTo>
                <a:cubicBezTo>
                  <a:pt x="21" y="48"/>
                  <a:pt x="21" y="48"/>
                  <a:pt x="21" y="48"/>
                </a:cubicBezTo>
                <a:cubicBezTo>
                  <a:pt x="21" y="45"/>
                  <a:pt x="21" y="45"/>
                  <a:pt x="21" y="45"/>
                </a:cubicBezTo>
                <a:cubicBezTo>
                  <a:pt x="38" y="45"/>
                  <a:pt x="38" y="45"/>
                  <a:pt x="38" y="45"/>
                </a:cubicBezTo>
                <a:lnTo>
                  <a:pt x="38" y="19"/>
                </a:lnTo>
                <a:close/>
                <a:moveTo>
                  <a:pt x="64" y="0"/>
                </a:moveTo>
                <a:cubicBezTo>
                  <a:pt x="66" y="0"/>
                  <a:pt x="68" y="1"/>
                  <a:pt x="70" y="2"/>
                </a:cubicBezTo>
                <a:cubicBezTo>
                  <a:pt x="72" y="2"/>
                  <a:pt x="74" y="4"/>
                  <a:pt x="75" y="5"/>
                </a:cubicBezTo>
                <a:cubicBezTo>
                  <a:pt x="77" y="6"/>
                  <a:pt x="78" y="8"/>
                  <a:pt x="79" y="10"/>
                </a:cubicBezTo>
                <a:cubicBezTo>
                  <a:pt x="80" y="12"/>
                  <a:pt x="80" y="14"/>
                  <a:pt x="80" y="16"/>
                </a:cubicBezTo>
                <a:cubicBezTo>
                  <a:pt x="80" y="26"/>
                  <a:pt x="80" y="26"/>
                  <a:pt x="80" y="26"/>
                </a:cubicBezTo>
                <a:cubicBezTo>
                  <a:pt x="76" y="26"/>
                  <a:pt x="76" y="26"/>
                  <a:pt x="76" y="26"/>
                </a:cubicBezTo>
                <a:cubicBezTo>
                  <a:pt x="55" y="5"/>
                  <a:pt x="55" y="5"/>
                  <a:pt x="55" y="5"/>
                </a:cubicBezTo>
                <a:cubicBezTo>
                  <a:pt x="55" y="0"/>
                  <a:pt x="55" y="0"/>
                  <a:pt x="55" y="0"/>
                </a:cubicBezTo>
                <a:lnTo>
                  <a:pt x="64" y="0"/>
                </a:lnTo>
                <a:close/>
                <a:moveTo>
                  <a:pt x="77" y="23"/>
                </a:moveTo>
                <a:cubicBezTo>
                  <a:pt x="77" y="16"/>
                  <a:pt x="77" y="16"/>
                  <a:pt x="77" y="16"/>
                </a:cubicBezTo>
                <a:cubicBezTo>
                  <a:pt x="77" y="15"/>
                  <a:pt x="77" y="13"/>
                  <a:pt x="76" y="11"/>
                </a:cubicBezTo>
                <a:cubicBezTo>
                  <a:pt x="75" y="10"/>
                  <a:pt x="74" y="8"/>
                  <a:pt x="73" y="7"/>
                </a:cubicBezTo>
                <a:cubicBezTo>
                  <a:pt x="72" y="6"/>
                  <a:pt x="71" y="5"/>
                  <a:pt x="69" y="5"/>
                </a:cubicBezTo>
                <a:cubicBezTo>
                  <a:pt x="68" y="4"/>
                  <a:pt x="66" y="4"/>
                  <a:pt x="64" y="4"/>
                </a:cubicBezTo>
                <a:cubicBezTo>
                  <a:pt x="58" y="4"/>
                  <a:pt x="58" y="4"/>
                  <a:pt x="58" y="4"/>
                </a:cubicBezTo>
                <a:lnTo>
                  <a:pt x="77" y="2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0" name="Freeform 102"/>
          <p:cNvSpPr>
            <a:spLocks noEditPoints="1"/>
          </p:cNvSpPr>
          <p:nvPr/>
        </p:nvSpPr>
        <p:spPr bwMode="auto">
          <a:xfrm>
            <a:off x="7539038" y="3415496"/>
            <a:ext cx="323850" cy="288925"/>
          </a:xfrm>
          <a:custGeom>
            <a:avLst/>
            <a:gdLst>
              <a:gd name="T0" fmla="*/ 0 w 204"/>
              <a:gd name="T1" fmla="*/ 30 h 182"/>
              <a:gd name="T2" fmla="*/ 204 w 204"/>
              <a:gd name="T3" fmla="*/ 30 h 182"/>
              <a:gd name="T4" fmla="*/ 204 w 204"/>
              <a:gd name="T5" fmla="*/ 182 h 182"/>
              <a:gd name="T6" fmla="*/ 0 w 204"/>
              <a:gd name="T7" fmla="*/ 182 h 182"/>
              <a:gd name="T8" fmla="*/ 0 w 204"/>
              <a:gd name="T9" fmla="*/ 30 h 182"/>
              <a:gd name="T10" fmla="*/ 197 w 204"/>
              <a:gd name="T11" fmla="*/ 175 h 182"/>
              <a:gd name="T12" fmla="*/ 197 w 204"/>
              <a:gd name="T13" fmla="*/ 38 h 182"/>
              <a:gd name="T14" fmla="*/ 8 w 204"/>
              <a:gd name="T15" fmla="*/ 38 h 182"/>
              <a:gd name="T16" fmla="*/ 8 w 204"/>
              <a:gd name="T17" fmla="*/ 175 h 182"/>
              <a:gd name="T18" fmla="*/ 197 w 204"/>
              <a:gd name="T19" fmla="*/ 175 h 182"/>
              <a:gd name="T20" fmla="*/ 15 w 204"/>
              <a:gd name="T21" fmla="*/ 14 h 182"/>
              <a:gd name="T22" fmla="*/ 15 w 204"/>
              <a:gd name="T23" fmla="*/ 21 h 182"/>
              <a:gd name="T24" fmla="*/ 190 w 204"/>
              <a:gd name="T25" fmla="*/ 21 h 182"/>
              <a:gd name="T26" fmla="*/ 190 w 204"/>
              <a:gd name="T27" fmla="*/ 14 h 182"/>
              <a:gd name="T28" fmla="*/ 15 w 204"/>
              <a:gd name="T29" fmla="*/ 14 h 182"/>
              <a:gd name="T30" fmla="*/ 31 w 204"/>
              <a:gd name="T31" fmla="*/ 0 h 182"/>
              <a:gd name="T32" fmla="*/ 31 w 204"/>
              <a:gd name="T33" fmla="*/ 7 h 182"/>
              <a:gd name="T34" fmla="*/ 175 w 204"/>
              <a:gd name="T35" fmla="*/ 7 h 182"/>
              <a:gd name="T36" fmla="*/ 175 w 204"/>
              <a:gd name="T37" fmla="*/ 0 h 182"/>
              <a:gd name="T38" fmla="*/ 31 w 204"/>
              <a:gd name="T39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04" h="182">
                <a:moveTo>
                  <a:pt x="0" y="30"/>
                </a:moveTo>
                <a:lnTo>
                  <a:pt x="204" y="30"/>
                </a:lnTo>
                <a:lnTo>
                  <a:pt x="204" y="182"/>
                </a:lnTo>
                <a:lnTo>
                  <a:pt x="0" y="182"/>
                </a:lnTo>
                <a:lnTo>
                  <a:pt x="0" y="30"/>
                </a:lnTo>
                <a:close/>
                <a:moveTo>
                  <a:pt x="197" y="175"/>
                </a:moveTo>
                <a:lnTo>
                  <a:pt x="197" y="38"/>
                </a:lnTo>
                <a:lnTo>
                  <a:pt x="8" y="38"/>
                </a:lnTo>
                <a:lnTo>
                  <a:pt x="8" y="175"/>
                </a:lnTo>
                <a:lnTo>
                  <a:pt x="197" y="175"/>
                </a:lnTo>
                <a:close/>
                <a:moveTo>
                  <a:pt x="15" y="14"/>
                </a:moveTo>
                <a:lnTo>
                  <a:pt x="15" y="21"/>
                </a:lnTo>
                <a:lnTo>
                  <a:pt x="190" y="21"/>
                </a:lnTo>
                <a:lnTo>
                  <a:pt x="190" y="14"/>
                </a:lnTo>
                <a:lnTo>
                  <a:pt x="15" y="14"/>
                </a:lnTo>
                <a:close/>
                <a:moveTo>
                  <a:pt x="31" y="0"/>
                </a:moveTo>
                <a:lnTo>
                  <a:pt x="31" y="7"/>
                </a:lnTo>
                <a:lnTo>
                  <a:pt x="175" y="7"/>
                </a:lnTo>
                <a:lnTo>
                  <a:pt x="175" y="0"/>
                </a:lnTo>
                <a:lnTo>
                  <a:pt x="31" y="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1" name="Freeform 103"/>
          <p:cNvSpPr>
            <a:spLocks noEditPoints="1"/>
          </p:cNvSpPr>
          <p:nvPr/>
        </p:nvSpPr>
        <p:spPr bwMode="auto">
          <a:xfrm>
            <a:off x="8080375" y="3418671"/>
            <a:ext cx="322263" cy="282575"/>
          </a:xfrm>
          <a:custGeom>
            <a:avLst/>
            <a:gdLst>
              <a:gd name="T0" fmla="*/ 43 w 86"/>
              <a:gd name="T1" fmla="*/ 0 h 75"/>
              <a:gd name="T2" fmla="*/ 86 w 86"/>
              <a:gd name="T3" fmla="*/ 75 h 75"/>
              <a:gd name="T4" fmla="*/ 0 w 86"/>
              <a:gd name="T5" fmla="*/ 75 h 75"/>
              <a:gd name="T6" fmla="*/ 43 w 86"/>
              <a:gd name="T7" fmla="*/ 0 h 75"/>
              <a:gd name="T8" fmla="*/ 43 w 86"/>
              <a:gd name="T9" fmla="*/ 6 h 75"/>
              <a:gd name="T10" fmla="*/ 5 w 86"/>
              <a:gd name="T11" fmla="*/ 72 h 75"/>
              <a:gd name="T12" fmla="*/ 81 w 86"/>
              <a:gd name="T13" fmla="*/ 72 h 75"/>
              <a:gd name="T14" fmla="*/ 43 w 86"/>
              <a:gd name="T15" fmla="*/ 6 h 75"/>
              <a:gd name="T16" fmla="*/ 43 w 86"/>
              <a:gd name="T17" fmla="*/ 57 h 75"/>
              <a:gd name="T18" fmla="*/ 45 w 86"/>
              <a:gd name="T19" fmla="*/ 58 h 75"/>
              <a:gd name="T20" fmla="*/ 46 w 86"/>
              <a:gd name="T21" fmla="*/ 60 h 75"/>
              <a:gd name="T22" fmla="*/ 45 w 86"/>
              <a:gd name="T23" fmla="*/ 61 h 75"/>
              <a:gd name="T24" fmla="*/ 43 w 86"/>
              <a:gd name="T25" fmla="*/ 62 h 75"/>
              <a:gd name="T26" fmla="*/ 41 w 86"/>
              <a:gd name="T27" fmla="*/ 61 h 75"/>
              <a:gd name="T28" fmla="*/ 41 w 86"/>
              <a:gd name="T29" fmla="*/ 60 h 75"/>
              <a:gd name="T30" fmla="*/ 41 w 86"/>
              <a:gd name="T31" fmla="*/ 58 h 75"/>
              <a:gd name="T32" fmla="*/ 43 w 86"/>
              <a:gd name="T33" fmla="*/ 57 h 75"/>
              <a:gd name="T34" fmla="*/ 41 w 86"/>
              <a:gd name="T35" fmla="*/ 30 h 75"/>
              <a:gd name="T36" fmla="*/ 41 w 86"/>
              <a:gd name="T37" fmla="*/ 52 h 75"/>
              <a:gd name="T38" fmla="*/ 45 w 86"/>
              <a:gd name="T39" fmla="*/ 52 h 75"/>
              <a:gd name="T40" fmla="*/ 45 w 86"/>
              <a:gd name="T41" fmla="*/ 30 h 75"/>
              <a:gd name="T42" fmla="*/ 41 w 86"/>
              <a:gd name="T43" fmla="*/ 3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75">
                <a:moveTo>
                  <a:pt x="43" y="0"/>
                </a:moveTo>
                <a:cubicBezTo>
                  <a:pt x="86" y="75"/>
                  <a:pt x="86" y="75"/>
                  <a:pt x="86" y="75"/>
                </a:cubicBezTo>
                <a:cubicBezTo>
                  <a:pt x="0" y="75"/>
                  <a:pt x="0" y="75"/>
                  <a:pt x="0" y="75"/>
                </a:cubicBezTo>
                <a:lnTo>
                  <a:pt x="43" y="0"/>
                </a:lnTo>
                <a:close/>
                <a:moveTo>
                  <a:pt x="43" y="6"/>
                </a:moveTo>
                <a:cubicBezTo>
                  <a:pt x="5" y="72"/>
                  <a:pt x="5" y="72"/>
                  <a:pt x="5" y="72"/>
                </a:cubicBezTo>
                <a:cubicBezTo>
                  <a:pt x="81" y="72"/>
                  <a:pt x="81" y="72"/>
                  <a:pt x="81" y="72"/>
                </a:cubicBezTo>
                <a:lnTo>
                  <a:pt x="43" y="6"/>
                </a:lnTo>
                <a:close/>
                <a:moveTo>
                  <a:pt x="43" y="57"/>
                </a:moveTo>
                <a:cubicBezTo>
                  <a:pt x="44" y="57"/>
                  <a:pt x="44" y="58"/>
                  <a:pt x="45" y="58"/>
                </a:cubicBezTo>
                <a:cubicBezTo>
                  <a:pt x="45" y="58"/>
                  <a:pt x="46" y="59"/>
                  <a:pt x="46" y="60"/>
                </a:cubicBezTo>
                <a:cubicBezTo>
                  <a:pt x="46" y="60"/>
                  <a:pt x="45" y="61"/>
                  <a:pt x="45" y="61"/>
                </a:cubicBezTo>
                <a:cubicBezTo>
                  <a:pt x="44" y="62"/>
                  <a:pt x="44" y="62"/>
                  <a:pt x="43" y="62"/>
                </a:cubicBezTo>
                <a:cubicBezTo>
                  <a:pt x="43" y="62"/>
                  <a:pt x="42" y="62"/>
                  <a:pt x="41" y="61"/>
                </a:cubicBezTo>
                <a:cubicBezTo>
                  <a:pt x="41" y="61"/>
                  <a:pt x="41" y="60"/>
                  <a:pt x="41" y="60"/>
                </a:cubicBezTo>
                <a:cubicBezTo>
                  <a:pt x="41" y="59"/>
                  <a:pt x="41" y="58"/>
                  <a:pt x="41" y="58"/>
                </a:cubicBezTo>
                <a:cubicBezTo>
                  <a:pt x="42" y="58"/>
                  <a:pt x="43" y="57"/>
                  <a:pt x="43" y="57"/>
                </a:cubicBezTo>
                <a:close/>
                <a:moveTo>
                  <a:pt x="41" y="30"/>
                </a:moveTo>
                <a:cubicBezTo>
                  <a:pt x="41" y="52"/>
                  <a:pt x="41" y="52"/>
                  <a:pt x="41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5" y="30"/>
                  <a:pt x="45" y="30"/>
                  <a:pt x="45" y="30"/>
                </a:cubicBezTo>
                <a:lnTo>
                  <a:pt x="41" y="3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8632825" y="3445658"/>
            <a:ext cx="300038" cy="228600"/>
          </a:xfrm>
          <a:custGeom>
            <a:avLst/>
            <a:gdLst>
              <a:gd name="T0" fmla="*/ 38 w 80"/>
              <a:gd name="T1" fmla="*/ 0 h 61"/>
              <a:gd name="T2" fmla="*/ 38 w 80"/>
              <a:gd name="T3" fmla="*/ 16 h 61"/>
              <a:gd name="T4" fmla="*/ 62 w 80"/>
              <a:gd name="T5" fmla="*/ 21 h 61"/>
              <a:gd name="T6" fmla="*/ 74 w 80"/>
              <a:gd name="T7" fmla="*/ 33 h 61"/>
              <a:gd name="T8" fmla="*/ 79 w 80"/>
              <a:gd name="T9" fmla="*/ 48 h 61"/>
              <a:gd name="T10" fmla="*/ 80 w 80"/>
              <a:gd name="T11" fmla="*/ 61 h 61"/>
              <a:gd name="T12" fmla="*/ 71 w 80"/>
              <a:gd name="T13" fmla="*/ 48 h 61"/>
              <a:gd name="T14" fmla="*/ 61 w 80"/>
              <a:gd name="T15" fmla="*/ 41 h 61"/>
              <a:gd name="T16" fmla="*/ 50 w 80"/>
              <a:gd name="T17" fmla="*/ 39 h 61"/>
              <a:gd name="T18" fmla="*/ 38 w 80"/>
              <a:gd name="T19" fmla="*/ 38 h 61"/>
              <a:gd name="T20" fmla="*/ 38 w 80"/>
              <a:gd name="T21" fmla="*/ 54 h 61"/>
              <a:gd name="T22" fmla="*/ 0 w 80"/>
              <a:gd name="T23" fmla="*/ 27 h 61"/>
              <a:gd name="T24" fmla="*/ 38 w 80"/>
              <a:gd name="T25" fmla="*/ 0 h 61"/>
              <a:gd name="T26" fmla="*/ 35 w 80"/>
              <a:gd name="T27" fmla="*/ 6 h 61"/>
              <a:gd name="T28" fmla="*/ 6 w 80"/>
              <a:gd name="T29" fmla="*/ 27 h 61"/>
              <a:gd name="T30" fmla="*/ 35 w 80"/>
              <a:gd name="T31" fmla="*/ 48 h 61"/>
              <a:gd name="T32" fmla="*/ 35 w 80"/>
              <a:gd name="T33" fmla="*/ 35 h 61"/>
              <a:gd name="T34" fmla="*/ 38 w 80"/>
              <a:gd name="T35" fmla="*/ 35 h 61"/>
              <a:gd name="T36" fmla="*/ 48 w 80"/>
              <a:gd name="T37" fmla="*/ 35 h 61"/>
              <a:gd name="T38" fmla="*/ 57 w 80"/>
              <a:gd name="T39" fmla="*/ 37 h 61"/>
              <a:gd name="T40" fmla="*/ 67 w 80"/>
              <a:gd name="T41" fmla="*/ 41 h 61"/>
              <a:gd name="T42" fmla="*/ 76 w 80"/>
              <a:gd name="T43" fmla="*/ 49 h 61"/>
              <a:gd name="T44" fmla="*/ 72 w 80"/>
              <a:gd name="T45" fmla="*/ 36 h 61"/>
              <a:gd name="T46" fmla="*/ 64 w 80"/>
              <a:gd name="T47" fmla="*/ 27 h 61"/>
              <a:gd name="T48" fmla="*/ 53 w 80"/>
              <a:gd name="T49" fmla="*/ 21 h 61"/>
              <a:gd name="T50" fmla="*/ 38 w 80"/>
              <a:gd name="T51" fmla="*/ 19 h 61"/>
              <a:gd name="T52" fmla="*/ 35 w 80"/>
              <a:gd name="T53" fmla="*/ 19 h 61"/>
              <a:gd name="T54" fmla="*/ 35 w 80"/>
              <a:gd name="T55" fmla="*/ 6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0" h="61">
                <a:moveTo>
                  <a:pt x="38" y="0"/>
                </a:moveTo>
                <a:cubicBezTo>
                  <a:pt x="38" y="16"/>
                  <a:pt x="38" y="16"/>
                  <a:pt x="38" y="16"/>
                </a:cubicBezTo>
                <a:cubicBezTo>
                  <a:pt x="48" y="16"/>
                  <a:pt x="56" y="18"/>
                  <a:pt x="62" y="21"/>
                </a:cubicBezTo>
                <a:cubicBezTo>
                  <a:pt x="67" y="25"/>
                  <a:pt x="71" y="29"/>
                  <a:pt x="74" y="33"/>
                </a:cubicBezTo>
                <a:cubicBezTo>
                  <a:pt x="77" y="38"/>
                  <a:pt x="79" y="43"/>
                  <a:pt x="79" y="48"/>
                </a:cubicBezTo>
                <a:cubicBezTo>
                  <a:pt x="80" y="53"/>
                  <a:pt x="80" y="57"/>
                  <a:pt x="80" y="61"/>
                </a:cubicBezTo>
                <a:cubicBezTo>
                  <a:pt x="77" y="55"/>
                  <a:pt x="74" y="51"/>
                  <a:pt x="71" y="48"/>
                </a:cubicBezTo>
                <a:cubicBezTo>
                  <a:pt x="67" y="45"/>
                  <a:pt x="64" y="43"/>
                  <a:pt x="61" y="41"/>
                </a:cubicBezTo>
                <a:cubicBezTo>
                  <a:pt x="57" y="40"/>
                  <a:pt x="53" y="39"/>
                  <a:pt x="50" y="39"/>
                </a:cubicBezTo>
                <a:cubicBezTo>
                  <a:pt x="46" y="38"/>
                  <a:pt x="42" y="38"/>
                  <a:pt x="38" y="38"/>
                </a:cubicBezTo>
                <a:cubicBezTo>
                  <a:pt x="38" y="54"/>
                  <a:pt x="38" y="54"/>
                  <a:pt x="38" y="54"/>
                </a:cubicBezTo>
                <a:cubicBezTo>
                  <a:pt x="0" y="27"/>
                  <a:pt x="0" y="27"/>
                  <a:pt x="0" y="27"/>
                </a:cubicBezTo>
                <a:lnTo>
                  <a:pt x="38" y="0"/>
                </a:lnTo>
                <a:close/>
                <a:moveTo>
                  <a:pt x="35" y="6"/>
                </a:moveTo>
                <a:cubicBezTo>
                  <a:pt x="6" y="27"/>
                  <a:pt x="6" y="27"/>
                  <a:pt x="6" y="27"/>
                </a:cubicBezTo>
                <a:cubicBezTo>
                  <a:pt x="35" y="48"/>
                  <a:pt x="35" y="48"/>
                  <a:pt x="35" y="48"/>
                </a:cubicBezTo>
                <a:cubicBezTo>
                  <a:pt x="35" y="35"/>
                  <a:pt x="35" y="35"/>
                  <a:pt x="35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41" y="35"/>
                  <a:pt x="44" y="35"/>
                  <a:pt x="48" y="35"/>
                </a:cubicBezTo>
                <a:cubicBezTo>
                  <a:pt x="51" y="35"/>
                  <a:pt x="54" y="36"/>
                  <a:pt x="57" y="37"/>
                </a:cubicBezTo>
                <a:cubicBezTo>
                  <a:pt x="60" y="38"/>
                  <a:pt x="64" y="39"/>
                  <a:pt x="67" y="41"/>
                </a:cubicBezTo>
                <a:cubicBezTo>
                  <a:pt x="70" y="43"/>
                  <a:pt x="73" y="46"/>
                  <a:pt x="76" y="49"/>
                </a:cubicBezTo>
                <a:cubicBezTo>
                  <a:pt x="75" y="44"/>
                  <a:pt x="74" y="40"/>
                  <a:pt x="72" y="36"/>
                </a:cubicBezTo>
                <a:cubicBezTo>
                  <a:pt x="70" y="32"/>
                  <a:pt x="67" y="29"/>
                  <a:pt x="64" y="27"/>
                </a:cubicBezTo>
                <a:cubicBezTo>
                  <a:pt x="61" y="24"/>
                  <a:pt x="57" y="23"/>
                  <a:pt x="53" y="21"/>
                </a:cubicBezTo>
                <a:cubicBezTo>
                  <a:pt x="49" y="20"/>
                  <a:pt x="44" y="19"/>
                  <a:pt x="38" y="19"/>
                </a:cubicBezTo>
                <a:cubicBezTo>
                  <a:pt x="35" y="19"/>
                  <a:pt x="35" y="19"/>
                  <a:pt x="35" y="19"/>
                </a:cubicBezTo>
                <a:lnTo>
                  <a:pt x="35" y="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9172575" y="3407558"/>
            <a:ext cx="300038" cy="300038"/>
          </a:xfrm>
          <a:custGeom>
            <a:avLst/>
            <a:gdLst>
              <a:gd name="T0" fmla="*/ 56 w 80"/>
              <a:gd name="T1" fmla="*/ 3 h 80"/>
              <a:gd name="T2" fmla="*/ 77 w 80"/>
              <a:gd name="T3" fmla="*/ 25 h 80"/>
              <a:gd name="T4" fmla="*/ 77 w 80"/>
              <a:gd name="T5" fmla="*/ 56 h 80"/>
              <a:gd name="T6" fmla="*/ 56 w 80"/>
              <a:gd name="T7" fmla="*/ 77 h 80"/>
              <a:gd name="T8" fmla="*/ 25 w 80"/>
              <a:gd name="T9" fmla="*/ 77 h 80"/>
              <a:gd name="T10" fmla="*/ 3 w 80"/>
              <a:gd name="T11" fmla="*/ 56 h 80"/>
              <a:gd name="T12" fmla="*/ 3 w 80"/>
              <a:gd name="T13" fmla="*/ 25 h 80"/>
              <a:gd name="T14" fmla="*/ 25 w 80"/>
              <a:gd name="T15" fmla="*/ 3 h 80"/>
              <a:gd name="T16" fmla="*/ 22 w 80"/>
              <a:gd name="T17" fmla="*/ 8 h 80"/>
              <a:gd name="T18" fmla="*/ 9 w 80"/>
              <a:gd name="T19" fmla="*/ 21 h 80"/>
              <a:gd name="T20" fmla="*/ 3 w 80"/>
              <a:gd name="T21" fmla="*/ 39 h 80"/>
              <a:gd name="T22" fmla="*/ 31 w 80"/>
              <a:gd name="T23" fmla="*/ 31 h 80"/>
              <a:gd name="T24" fmla="*/ 26 w 80"/>
              <a:gd name="T25" fmla="*/ 15 h 80"/>
              <a:gd name="T26" fmla="*/ 3 w 80"/>
              <a:gd name="T27" fmla="*/ 42 h 80"/>
              <a:gd name="T28" fmla="*/ 9 w 80"/>
              <a:gd name="T29" fmla="*/ 60 h 80"/>
              <a:gd name="T30" fmla="*/ 22 w 80"/>
              <a:gd name="T31" fmla="*/ 72 h 80"/>
              <a:gd name="T32" fmla="*/ 29 w 80"/>
              <a:gd name="T33" fmla="*/ 58 h 80"/>
              <a:gd name="T34" fmla="*/ 32 w 80"/>
              <a:gd name="T35" fmla="*/ 42 h 80"/>
              <a:gd name="T36" fmla="*/ 40 w 80"/>
              <a:gd name="T37" fmla="*/ 4 h 80"/>
              <a:gd name="T38" fmla="*/ 32 w 80"/>
              <a:gd name="T39" fmla="*/ 4 h 80"/>
              <a:gd name="T40" fmla="*/ 25 w 80"/>
              <a:gd name="T41" fmla="*/ 7 h 80"/>
              <a:gd name="T42" fmla="*/ 32 w 80"/>
              <a:gd name="T43" fmla="*/ 22 h 80"/>
              <a:gd name="T44" fmla="*/ 35 w 80"/>
              <a:gd name="T45" fmla="*/ 39 h 80"/>
              <a:gd name="T46" fmla="*/ 46 w 80"/>
              <a:gd name="T47" fmla="*/ 30 h 80"/>
              <a:gd name="T48" fmla="*/ 51 w 80"/>
              <a:gd name="T49" fmla="*/ 14 h 80"/>
              <a:gd name="T50" fmla="*/ 52 w 80"/>
              <a:gd name="T51" fmla="*/ 5 h 80"/>
              <a:gd name="T52" fmla="*/ 44 w 80"/>
              <a:gd name="T53" fmla="*/ 4 h 80"/>
              <a:gd name="T54" fmla="*/ 40 w 80"/>
              <a:gd name="T55" fmla="*/ 77 h 80"/>
              <a:gd name="T56" fmla="*/ 48 w 80"/>
              <a:gd name="T57" fmla="*/ 76 h 80"/>
              <a:gd name="T58" fmla="*/ 55 w 80"/>
              <a:gd name="T59" fmla="*/ 74 h 80"/>
              <a:gd name="T60" fmla="*/ 48 w 80"/>
              <a:gd name="T61" fmla="*/ 59 h 80"/>
              <a:gd name="T62" fmla="*/ 45 w 80"/>
              <a:gd name="T63" fmla="*/ 42 h 80"/>
              <a:gd name="T64" fmla="*/ 35 w 80"/>
              <a:gd name="T65" fmla="*/ 50 h 80"/>
              <a:gd name="T66" fmla="*/ 29 w 80"/>
              <a:gd name="T67" fmla="*/ 66 h 80"/>
              <a:gd name="T68" fmla="*/ 29 w 80"/>
              <a:gd name="T69" fmla="*/ 75 h 80"/>
              <a:gd name="T70" fmla="*/ 36 w 80"/>
              <a:gd name="T71" fmla="*/ 77 h 80"/>
              <a:gd name="T72" fmla="*/ 77 w 80"/>
              <a:gd name="T73" fmla="*/ 39 h 80"/>
              <a:gd name="T74" fmla="*/ 71 w 80"/>
              <a:gd name="T75" fmla="*/ 21 h 80"/>
              <a:gd name="T76" fmla="*/ 58 w 80"/>
              <a:gd name="T77" fmla="*/ 8 h 80"/>
              <a:gd name="T78" fmla="*/ 51 w 80"/>
              <a:gd name="T79" fmla="*/ 23 h 80"/>
              <a:gd name="T80" fmla="*/ 48 w 80"/>
              <a:gd name="T81" fmla="*/ 39 h 80"/>
              <a:gd name="T82" fmla="*/ 58 w 80"/>
              <a:gd name="T83" fmla="*/ 72 h 80"/>
              <a:gd name="T84" fmla="*/ 71 w 80"/>
              <a:gd name="T85" fmla="*/ 60 h 80"/>
              <a:gd name="T86" fmla="*/ 77 w 80"/>
              <a:gd name="T87" fmla="*/ 42 h 80"/>
              <a:gd name="T88" fmla="*/ 49 w 80"/>
              <a:gd name="T89" fmla="*/ 50 h 80"/>
              <a:gd name="T90" fmla="*/ 54 w 80"/>
              <a:gd name="T91" fmla="*/ 6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8" y="12"/>
                </a:cubicBezTo>
                <a:cubicBezTo>
                  <a:pt x="72" y="16"/>
                  <a:pt x="75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ubicBezTo>
                  <a:pt x="80" y="46"/>
                  <a:pt x="79" y="51"/>
                  <a:pt x="77" y="56"/>
                </a:cubicBezTo>
                <a:cubicBezTo>
                  <a:pt x="75" y="61"/>
                  <a:pt x="72" y="65"/>
                  <a:pt x="68" y="69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29" y="79"/>
                  <a:pt x="25" y="77"/>
                </a:cubicBezTo>
                <a:cubicBezTo>
                  <a:pt x="20" y="75"/>
                  <a:pt x="15" y="72"/>
                  <a:pt x="12" y="69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8"/>
                  <a:pt x="20" y="5"/>
                  <a:pt x="25" y="3"/>
                </a:cubicBezTo>
                <a:cubicBezTo>
                  <a:pt x="29" y="1"/>
                  <a:pt x="35" y="0"/>
                  <a:pt x="40" y="0"/>
                </a:cubicBezTo>
                <a:close/>
                <a:moveTo>
                  <a:pt x="22" y="8"/>
                </a:moveTo>
                <a:cubicBezTo>
                  <a:pt x="19" y="10"/>
                  <a:pt x="17" y="12"/>
                  <a:pt x="15" y="14"/>
                </a:cubicBezTo>
                <a:cubicBezTo>
                  <a:pt x="13" y="16"/>
                  <a:pt x="11" y="18"/>
                  <a:pt x="9" y="21"/>
                </a:cubicBezTo>
                <a:cubicBezTo>
                  <a:pt x="7" y="23"/>
                  <a:pt x="6" y="26"/>
                  <a:pt x="5" y="29"/>
                </a:cubicBezTo>
                <a:cubicBezTo>
                  <a:pt x="4" y="32"/>
                  <a:pt x="4" y="35"/>
                  <a:pt x="3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6"/>
                  <a:pt x="32" y="33"/>
                  <a:pt x="31" y="31"/>
                </a:cubicBezTo>
                <a:cubicBezTo>
                  <a:pt x="31" y="28"/>
                  <a:pt x="30" y="25"/>
                  <a:pt x="29" y="23"/>
                </a:cubicBezTo>
                <a:cubicBezTo>
                  <a:pt x="29" y="20"/>
                  <a:pt x="28" y="18"/>
                  <a:pt x="26" y="15"/>
                </a:cubicBezTo>
                <a:cubicBezTo>
                  <a:pt x="25" y="13"/>
                  <a:pt x="24" y="10"/>
                  <a:pt x="22" y="8"/>
                </a:cubicBezTo>
                <a:close/>
                <a:moveTo>
                  <a:pt x="3" y="42"/>
                </a:moveTo>
                <a:cubicBezTo>
                  <a:pt x="4" y="45"/>
                  <a:pt x="4" y="48"/>
                  <a:pt x="5" y="51"/>
                </a:cubicBezTo>
                <a:cubicBezTo>
                  <a:pt x="6" y="54"/>
                  <a:pt x="7" y="57"/>
                  <a:pt x="9" y="60"/>
                </a:cubicBezTo>
                <a:cubicBezTo>
                  <a:pt x="11" y="62"/>
                  <a:pt x="13" y="65"/>
                  <a:pt x="15" y="67"/>
                </a:cubicBezTo>
                <a:cubicBezTo>
                  <a:pt x="17" y="69"/>
                  <a:pt x="19" y="71"/>
                  <a:pt x="22" y="72"/>
                </a:cubicBezTo>
                <a:cubicBezTo>
                  <a:pt x="24" y="70"/>
                  <a:pt x="25" y="68"/>
                  <a:pt x="26" y="65"/>
                </a:cubicBezTo>
                <a:cubicBezTo>
                  <a:pt x="28" y="63"/>
                  <a:pt x="29" y="60"/>
                  <a:pt x="29" y="58"/>
                </a:cubicBezTo>
                <a:cubicBezTo>
                  <a:pt x="30" y="55"/>
                  <a:pt x="31" y="53"/>
                  <a:pt x="31" y="50"/>
                </a:cubicBezTo>
                <a:cubicBezTo>
                  <a:pt x="32" y="47"/>
                  <a:pt x="32" y="45"/>
                  <a:pt x="32" y="42"/>
                </a:cubicBezTo>
                <a:lnTo>
                  <a:pt x="3" y="42"/>
                </a:lnTo>
                <a:close/>
                <a:moveTo>
                  <a:pt x="40" y="4"/>
                </a:moveTo>
                <a:cubicBezTo>
                  <a:pt x="39" y="4"/>
                  <a:pt x="37" y="4"/>
                  <a:pt x="36" y="4"/>
                </a:cubicBezTo>
                <a:cubicBezTo>
                  <a:pt x="35" y="4"/>
                  <a:pt x="34" y="4"/>
                  <a:pt x="32" y="4"/>
                </a:cubicBezTo>
                <a:cubicBezTo>
                  <a:pt x="31" y="5"/>
                  <a:pt x="30" y="5"/>
                  <a:pt x="29" y="5"/>
                </a:cubicBezTo>
                <a:cubicBezTo>
                  <a:pt x="27" y="6"/>
                  <a:pt x="26" y="6"/>
                  <a:pt x="25" y="7"/>
                </a:cubicBezTo>
                <a:cubicBezTo>
                  <a:pt x="27" y="9"/>
                  <a:pt x="28" y="12"/>
                  <a:pt x="29" y="14"/>
                </a:cubicBezTo>
                <a:cubicBezTo>
                  <a:pt x="31" y="17"/>
                  <a:pt x="32" y="19"/>
                  <a:pt x="32" y="22"/>
                </a:cubicBezTo>
                <a:cubicBezTo>
                  <a:pt x="33" y="25"/>
                  <a:pt x="34" y="27"/>
                  <a:pt x="35" y="30"/>
                </a:cubicBezTo>
                <a:cubicBezTo>
                  <a:pt x="35" y="33"/>
                  <a:pt x="35" y="36"/>
                  <a:pt x="35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36"/>
                  <a:pt x="45" y="33"/>
                  <a:pt x="46" y="30"/>
                </a:cubicBezTo>
                <a:cubicBezTo>
                  <a:pt x="46" y="27"/>
                  <a:pt x="47" y="25"/>
                  <a:pt x="48" y="22"/>
                </a:cubicBezTo>
                <a:cubicBezTo>
                  <a:pt x="49" y="19"/>
                  <a:pt x="50" y="17"/>
                  <a:pt x="51" y="14"/>
                </a:cubicBezTo>
                <a:cubicBezTo>
                  <a:pt x="52" y="12"/>
                  <a:pt x="54" y="9"/>
                  <a:pt x="55" y="7"/>
                </a:cubicBezTo>
                <a:cubicBezTo>
                  <a:pt x="54" y="6"/>
                  <a:pt x="53" y="6"/>
                  <a:pt x="52" y="5"/>
                </a:cubicBezTo>
                <a:cubicBezTo>
                  <a:pt x="51" y="5"/>
                  <a:pt x="49" y="5"/>
                  <a:pt x="48" y="4"/>
                </a:cubicBezTo>
                <a:cubicBezTo>
                  <a:pt x="47" y="4"/>
                  <a:pt x="45" y="4"/>
                  <a:pt x="44" y="4"/>
                </a:cubicBezTo>
                <a:cubicBezTo>
                  <a:pt x="43" y="4"/>
                  <a:pt x="42" y="4"/>
                  <a:pt x="40" y="4"/>
                </a:cubicBezTo>
                <a:close/>
                <a:moveTo>
                  <a:pt x="40" y="77"/>
                </a:moveTo>
                <a:cubicBezTo>
                  <a:pt x="42" y="77"/>
                  <a:pt x="43" y="77"/>
                  <a:pt x="44" y="77"/>
                </a:cubicBezTo>
                <a:cubicBezTo>
                  <a:pt x="45" y="77"/>
                  <a:pt x="47" y="77"/>
                  <a:pt x="48" y="76"/>
                </a:cubicBezTo>
                <a:cubicBezTo>
                  <a:pt x="49" y="76"/>
                  <a:pt x="51" y="76"/>
                  <a:pt x="52" y="75"/>
                </a:cubicBezTo>
                <a:cubicBezTo>
                  <a:pt x="53" y="75"/>
                  <a:pt x="54" y="74"/>
                  <a:pt x="55" y="74"/>
                </a:cubicBezTo>
                <a:cubicBezTo>
                  <a:pt x="54" y="71"/>
                  <a:pt x="52" y="69"/>
                  <a:pt x="51" y="66"/>
                </a:cubicBezTo>
                <a:cubicBezTo>
                  <a:pt x="50" y="64"/>
                  <a:pt x="49" y="61"/>
                  <a:pt x="48" y="59"/>
                </a:cubicBezTo>
                <a:cubicBezTo>
                  <a:pt x="47" y="56"/>
                  <a:pt x="46" y="53"/>
                  <a:pt x="46" y="50"/>
                </a:cubicBezTo>
                <a:cubicBezTo>
                  <a:pt x="45" y="48"/>
                  <a:pt x="45" y="45"/>
                  <a:pt x="4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5"/>
                  <a:pt x="35" y="48"/>
                  <a:pt x="35" y="50"/>
                </a:cubicBezTo>
                <a:cubicBezTo>
                  <a:pt x="34" y="53"/>
                  <a:pt x="33" y="56"/>
                  <a:pt x="32" y="59"/>
                </a:cubicBezTo>
                <a:cubicBezTo>
                  <a:pt x="32" y="61"/>
                  <a:pt x="31" y="64"/>
                  <a:pt x="29" y="66"/>
                </a:cubicBezTo>
                <a:cubicBezTo>
                  <a:pt x="28" y="69"/>
                  <a:pt x="27" y="71"/>
                  <a:pt x="25" y="74"/>
                </a:cubicBezTo>
                <a:cubicBezTo>
                  <a:pt x="26" y="74"/>
                  <a:pt x="27" y="75"/>
                  <a:pt x="29" y="75"/>
                </a:cubicBezTo>
                <a:cubicBezTo>
                  <a:pt x="30" y="76"/>
                  <a:pt x="31" y="76"/>
                  <a:pt x="32" y="76"/>
                </a:cubicBezTo>
                <a:cubicBezTo>
                  <a:pt x="34" y="77"/>
                  <a:pt x="35" y="77"/>
                  <a:pt x="36" y="77"/>
                </a:cubicBezTo>
                <a:cubicBezTo>
                  <a:pt x="37" y="77"/>
                  <a:pt x="39" y="77"/>
                  <a:pt x="40" y="77"/>
                </a:cubicBezTo>
                <a:close/>
                <a:moveTo>
                  <a:pt x="77" y="39"/>
                </a:moveTo>
                <a:cubicBezTo>
                  <a:pt x="77" y="35"/>
                  <a:pt x="76" y="32"/>
                  <a:pt x="75" y="29"/>
                </a:cubicBezTo>
                <a:cubicBezTo>
                  <a:pt x="74" y="26"/>
                  <a:pt x="73" y="23"/>
                  <a:pt x="71" y="21"/>
                </a:cubicBezTo>
                <a:cubicBezTo>
                  <a:pt x="70" y="18"/>
                  <a:pt x="68" y="16"/>
                  <a:pt x="66" y="14"/>
                </a:cubicBezTo>
                <a:cubicBezTo>
                  <a:pt x="63" y="12"/>
                  <a:pt x="61" y="10"/>
                  <a:pt x="58" y="8"/>
                </a:cubicBezTo>
                <a:cubicBezTo>
                  <a:pt x="57" y="10"/>
                  <a:pt x="55" y="13"/>
                  <a:pt x="54" y="15"/>
                </a:cubicBezTo>
                <a:cubicBezTo>
                  <a:pt x="53" y="18"/>
                  <a:pt x="52" y="20"/>
                  <a:pt x="51" y="23"/>
                </a:cubicBezTo>
                <a:cubicBezTo>
                  <a:pt x="50" y="25"/>
                  <a:pt x="49" y="28"/>
                  <a:pt x="49" y="31"/>
                </a:cubicBezTo>
                <a:cubicBezTo>
                  <a:pt x="49" y="33"/>
                  <a:pt x="48" y="36"/>
                  <a:pt x="48" y="39"/>
                </a:cubicBezTo>
                <a:lnTo>
                  <a:pt x="77" y="39"/>
                </a:lnTo>
                <a:close/>
                <a:moveTo>
                  <a:pt x="58" y="72"/>
                </a:moveTo>
                <a:cubicBezTo>
                  <a:pt x="61" y="71"/>
                  <a:pt x="63" y="69"/>
                  <a:pt x="66" y="67"/>
                </a:cubicBezTo>
                <a:cubicBezTo>
                  <a:pt x="68" y="65"/>
                  <a:pt x="70" y="62"/>
                  <a:pt x="71" y="60"/>
                </a:cubicBezTo>
                <a:cubicBezTo>
                  <a:pt x="73" y="57"/>
                  <a:pt x="74" y="54"/>
                  <a:pt x="75" y="51"/>
                </a:cubicBezTo>
                <a:cubicBezTo>
                  <a:pt x="76" y="48"/>
                  <a:pt x="77" y="45"/>
                  <a:pt x="77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5"/>
                  <a:pt x="48" y="47"/>
                  <a:pt x="49" y="50"/>
                </a:cubicBezTo>
                <a:cubicBezTo>
                  <a:pt x="49" y="53"/>
                  <a:pt x="50" y="55"/>
                  <a:pt x="51" y="58"/>
                </a:cubicBezTo>
                <a:cubicBezTo>
                  <a:pt x="52" y="60"/>
                  <a:pt x="53" y="63"/>
                  <a:pt x="54" y="65"/>
                </a:cubicBezTo>
                <a:cubicBezTo>
                  <a:pt x="55" y="68"/>
                  <a:pt x="57" y="70"/>
                  <a:pt x="58" y="7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9683750" y="3478996"/>
            <a:ext cx="360363" cy="157163"/>
          </a:xfrm>
          <a:custGeom>
            <a:avLst/>
            <a:gdLst>
              <a:gd name="T0" fmla="*/ 0 w 96"/>
              <a:gd name="T1" fmla="*/ 5 h 42"/>
              <a:gd name="T2" fmla="*/ 1 w 96"/>
              <a:gd name="T3" fmla="*/ 3 h 42"/>
              <a:gd name="T4" fmla="*/ 2 w 96"/>
              <a:gd name="T5" fmla="*/ 2 h 42"/>
              <a:gd name="T6" fmla="*/ 3 w 96"/>
              <a:gd name="T7" fmla="*/ 1 h 42"/>
              <a:gd name="T8" fmla="*/ 5 w 96"/>
              <a:gd name="T9" fmla="*/ 0 h 42"/>
              <a:gd name="T10" fmla="*/ 45 w 96"/>
              <a:gd name="T11" fmla="*/ 0 h 42"/>
              <a:gd name="T12" fmla="*/ 45 w 96"/>
              <a:gd name="T13" fmla="*/ 42 h 42"/>
              <a:gd name="T14" fmla="*/ 5 w 96"/>
              <a:gd name="T15" fmla="*/ 42 h 42"/>
              <a:gd name="T16" fmla="*/ 3 w 96"/>
              <a:gd name="T17" fmla="*/ 42 h 42"/>
              <a:gd name="T18" fmla="*/ 2 w 96"/>
              <a:gd name="T19" fmla="*/ 41 h 42"/>
              <a:gd name="T20" fmla="*/ 1 w 96"/>
              <a:gd name="T21" fmla="*/ 39 h 42"/>
              <a:gd name="T22" fmla="*/ 0 w 96"/>
              <a:gd name="T23" fmla="*/ 37 h 42"/>
              <a:gd name="T24" fmla="*/ 0 w 96"/>
              <a:gd name="T25" fmla="*/ 5 h 42"/>
              <a:gd name="T26" fmla="*/ 42 w 96"/>
              <a:gd name="T27" fmla="*/ 39 h 42"/>
              <a:gd name="T28" fmla="*/ 42 w 96"/>
              <a:gd name="T29" fmla="*/ 4 h 42"/>
              <a:gd name="T30" fmla="*/ 5 w 96"/>
              <a:gd name="T31" fmla="*/ 4 h 42"/>
              <a:gd name="T32" fmla="*/ 4 w 96"/>
              <a:gd name="T33" fmla="*/ 4 h 42"/>
              <a:gd name="T34" fmla="*/ 3 w 96"/>
              <a:gd name="T35" fmla="*/ 5 h 42"/>
              <a:gd name="T36" fmla="*/ 3 w 96"/>
              <a:gd name="T37" fmla="*/ 37 h 42"/>
              <a:gd name="T38" fmla="*/ 4 w 96"/>
              <a:gd name="T39" fmla="*/ 38 h 42"/>
              <a:gd name="T40" fmla="*/ 5 w 96"/>
              <a:gd name="T41" fmla="*/ 39 h 42"/>
              <a:gd name="T42" fmla="*/ 42 w 96"/>
              <a:gd name="T43" fmla="*/ 39 h 42"/>
              <a:gd name="T44" fmla="*/ 96 w 96"/>
              <a:gd name="T45" fmla="*/ 21 h 42"/>
              <a:gd name="T46" fmla="*/ 95 w 96"/>
              <a:gd name="T47" fmla="*/ 25 h 42"/>
              <a:gd name="T48" fmla="*/ 93 w 96"/>
              <a:gd name="T49" fmla="*/ 28 h 42"/>
              <a:gd name="T50" fmla="*/ 90 w 96"/>
              <a:gd name="T51" fmla="*/ 30 h 42"/>
              <a:gd name="T52" fmla="*/ 87 w 96"/>
              <a:gd name="T53" fmla="*/ 31 h 42"/>
              <a:gd name="T54" fmla="*/ 87 w 96"/>
              <a:gd name="T55" fmla="*/ 37 h 42"/>
              <a:gd name="T56" fmla="*/ 86 w 96"/>
              <a:gd name="T57" fmla="*/ 39 h 42"/>
              <a:gd name="T58" fmla="*/ 85 w 96"/>
              <a:gd name="T59" fmla="*/ 41 h 42"/>
              <a:gd name="T60" fmla="*/ 84 w 96"/>
              <a:gd name="T61" fmla="*/ 42 h 42"/>
              <a:gd name="T62" fmla="*/ 82 w 96"/>
              <a:gd name="T63" fmla="*/ 42 h 42"/>
              <a:gd name="T64" fmla="*/ 48 w 96"/>
              <a:gd name="T65" fmla="*/ 42 h 42"/>
              <a:gd name="T66" fmla="*/ 48 w 96"/>
              <a:gd name="T67" fmla="*/ 39 h 42"/>
              <a:gd name="T68" fmla="*/ 82 w 96"/>
              <a:gd name="T69" fmla="*/ 39 h 42"/>
              <a:gd name="T70" fmla="*/ 83 w 96"/>
              <a:gd name="T71" fmla="*/ 38 h 42"/>
              <a:gd name="T72" fmla="*/ 83 w 96"/>
              <a:gd name="T73" fmla="*/ 37 h 42"/>
              <a:gd name="T74" fmla="*/ 83 w 96"/>
              <a:gd name="T75" fmla="*/ 5 h 42"/>
              <a:gd name="T76" fmla="*/ 83 w 96"/>
              <a:gd name="T77" fmla="*/ 4 h 42"/>
              <a:gd name="T78" fmla="*/ 82 w 96"/>
              <a:gd name="T79" fmla="*/ 4 h 42"/>
              <a:gd name="T80" fmla="*/ 48 w 96"/>
              <a:gd name="T81" fmla="*/ 4 h 42"/>
              <a:gd name="T82" fmla="*/ 48 w 96"/>
              <a:gd name="T83" fmla="*/ 0 h 42"/>
              <a:gd name="T84" fmla="*/ 82 w 96"/>
              <a:gd name="T85" fmla="*/ 0 h 42"/>
              <a:gd name="T86" fmla="*/ 84 w 96"/>
              <a:gd name="T87" fmla="*/ 1 h 42"/>
              <a:gd name="T88" fmla="*/ 85 w 96"/>
              <a:gd name="T89" fmla="*/ 2 h 42"/>
              <a:gd name="T90" fmla="*/ 86 w 96"/>
              <a:gd name="T91" fmla="*/ 3 h 42"/>
              <a:gd name="T92" fmla="*/ 87 w 96"/>
              <a:gd name="T93" fmla="*/ 5 h 42"/>
              <a:gd name="T94" fmla="*/ 87 w 96"/>
              <a:gd name="T95" fmla="*/ 12 h 42"/>
              <a:gd name="T96" fmla="*/ 90 w 96"/>
              <a:gd name="T97" fmla="*/ 12 h 42"/>
              <a:gd name="T98" fmla="*/ 93 w 96"/>
              <a:gd name="T99" fmla="*/ 15 h 42"/>
              <a:gd name="T100" fmla="*/ 95 w 96"/>
              <a:gd name="T101" fmla="*/ 18 h 42"/>
              <a:gd name="T102" fmla="*/ 96 w 96"/>
              <a:gd name="T103" fmla="*/ 21 h 42"/>
              <a:gd name="T104" fmla="*/ 87 w 96"/>
              <a:gd name="T105" fmla="*/ 28 h 42"/>
              <a:gd name="T106" fmla="*/ 89 w 96"/>
              <a:gd name="T107" fmla="*/ 27 h 42"/>
              <a:gd name="T108" fmla="*/ 91 w 96"/>
              <a:gd name="T109" fmla="*/ 26 h 42"/>
              <a:gd name="T110" fmla="*/ 92 w 96"/>
              <a:gd name="T111" fmla="*/ 24 h 42"/>
              <a:gd name="T112" fmla="*/ 93 w 96"/>
              <a:gd name="T113" fmla="*/ 21 h 42"/>
              <a:gd name="T114" fmla="*/ 92 w 96"/>
              <a:gd name="T115" fmla="*/ 19 h 42"/>
              <a:gd name="T116" fmla="*/ 91 w 96"/>
              <a:gd name="T117" fmla="*/ 17 h 42"/>
              <a:gd name="T118" fmla="*/ 89 w 96"/>
              <a:gd name="T119" fmla="*/ 15 h 42"/>
              <a:gd name="T120" fmla="*/ 87 w 96"/>
              <a:gd name="T121" fmla="*/ 15 h 42"/>
              <a:gd name="T122" fmla="*/ 87 w 96"/>
              <a:gd name="T123" fmla="*/ 2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6" h="42">
                <a:moveTo>
                  <a:pt x="0" y="5"/>
                </a:moveTo>
                <a:cubicBezTo>
                  <a:pt x="0" y="5"/>
                  <a:pt x="0" y="4"/>
                  <a:pt x="1" y="3"/>
                </a:cubicBezTo>
                <a:cubicBezTo>
                  <a:pt x="1" y="3"/>
                  <a:pt x="1" y="2"/>
                  <a:pt x="2" y="2"/>
                </a:cubicBezTo>
                <a:cubicBezTo>
                  <a:pt x="2" y="1"/>
                  <a:pt x="2" y="1"/>
                  <a:pt x="3" y="1"/>
                </a:cubicBezTo>
                <a:cubicBezTo>
                  <a:pt x="4" y="1"/>
                  <a:pt x="4" y="0"/>
                  <a:pt x="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42"/>
                  <a:pt x="45" y="42"/>
                  <a:pt x="4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4" y="42"/>
                  <a:pt x="4" y="42"/>
                  <a:pt x="3" y="42"/>
                </a:cubicBezTo>
                <a:cubicBezTo>
                  <a:pt x="2" y="41"/>
                  <a:pt x="2" y="41"/>
                  <a:pt x="2" y="41"/>
                </a:cubicBezTo>
                <a:cubicBezTo>
                  <a:pt x="1" y="40"/>
                  <a:pt x="1" y="40"/>
                  <a:pt x="1" y="39"/>
                </a:cubicBezTo>
                <a:cubicBezTo>
                  <a:pt x="0" y="39"/>
                  <a:pt x="0" y="38"/>
                  <a:pt x="0" y="37"/>
                </a:cubicBezTo>
                <a:lnTo>
                  <a:pt x="0" y="5"/>
                </a:lnTo>
                <a:close/>
                <a:moveTo>
                  <a:pt x="42" y="39"/>
                </a:moveTo>
                <a:cubicBezTo>
                  <a:pt x="42" y="4"/>
                  <a:pt x="42" y="4"/>
                  <a:pt x="42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3" y="4"/>
                  <a:pt x="3" y="5"/>
                  <a:pt x="3" y="5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8"/>
                  <a:pt x="3" y="38"/>
                  <a:pt x="4" y="38"/>
                </a:cubicBezTo>
                <a:cubicBezTo>
                  <a:pt x="4" y="39"/>
                  <a:pt x="5" y="39"/>
                  <a:pt x="5" y="39"/>
                </a:cubicBezTo>
                <a:lnTo>
                  <a:pt x="42" y="39"/>
                </a:lnTo>
                <a:close/>
                <a:moveTo>
                  <a:pt x="96" y="21"/>
                </a:moveTo>
                <a:cubicBezTo>
                  <a:pt x="96" y="23"/>
                  <a:pt x="96" y="24"/>
                  <a:pt x="95" y="25"/>
                </a:cubicBezTo>
                <a:cubicBezTo>
                  <a:pt x="95" y="26"/>
                  <a:pt x="94" y="27"/>
                  <a:pt x="93" y="28"/>
                </a:cubicBezTo>
                <a:cubicBezTo>
                  <a:pt x="92" y="29"/>
                  <a:pt x="91" y="30"/>
                  <a:pt x="90" y="30"/>
                </a:cubicBezTo>
                <a:cubicBezTo>
                  <a:pt x="89" y="31"/>
                  <a:pt x="88" y="31"/>
                  <a:pt x="87" y="31"/>
                </a:cubicBezTo>
                <a:cubicBezTo>
                  <a:pt x="87" y="37"/>
                  <a:pt x="87" y="37"/>
                  <a:pt x="87" y="37"/>
                </a:cubicBezTo>
                <a:cubicBezTo>
                  <a:pt x="87" y="38"/>
                  <a:pt x="86" y="39"/>
                  <a:pt x="86" y="39"/>
                </a:cubicBezTo>
                <a:cubicBezTo>
                  <a:pt x="86" y="40"/>
                  <a:pt x="86" y="40"/>
                  <a:pt x="85" y="41"/>
                </a:cubicBezTo>
                <a:cubicBezTo>
                  <a:pt x="85" y="41"/>
                  <a:pt x="84" y="41"/>
                  <a:pt x="84" y="42"/>
                </a:cubicBezTo>
                <a:cubicBezTo>
                  <a:pt x="83" y="42"/>
                  <a:pt x="83" y="42"/>
                  <a:pt x="82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9"/>
                  <a:pt x="48" y="39"/>
                  <a:pt x="48" y="39"/>
                </a:cubicBezTo>
                <a:cubicBezTo>
                  <a:pt x="82" y="39"/>
                  <a:pt x="82" y="39"/>
                  <a:pt x="82" y="39"/>
                </a:cubicBezTo>
                <a:cubicBezTo>
                  <a:pt x="82" y="39"/>
                  <a:pt x="83" y="39"/>
                  <a:pt x="83" y="38"/>
                </a:cubicBezTo>
                <a:cubicBezTo>
                  <a:pt x="83" y="38"/>
                  <a:pt x="83" y="38"/>
                  <a:pt x="83" y="37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5"/>
                  <a:pt x="83" y="4"/>
                  <a:pt x="83" y="4"/>
                </a:cubicBezTo>
                <a:cubicBezTo>
                  <a:pt x="83" y="4"/>
                  <a:pt x="82" y="4"/>
                  <a:pt x="82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48" y="0"/>
                  <a:pt x="48" y="0"/>
                  <a:pt x="48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3" y="0"/>
                  <a:pt x="83" y="1"/>
                  <a:pt x="84" y="1"/>
                </a:cubicBezTo>
                <a:cubicBezTo>
                  <a:pt x="84" y="1"/>
                  <a:pt x="85" y="1"/>
                  <a:pt x="85" y="2"/>
                </a:cubicBezTo>
                <a:cubicBezTo>
                  <a:pt x="86" y="2"/>
                  <a:pt x="86" y="3"/>
                  <a:pt x="86" y="3"/>
                </a:cubicBezTo>
                <a:cubicBezTo>
                  <a:pt x="86" y="4"/>
                  <a:pt x="87" y="5"/>
                  <a:pt x="87" y="5"/>
                </a:cubicBezTo>
                <a:cubicBezTo>
                  <a:pt x="87" y="12"/>
                  <a:pt x="87" y="12"/>
                  <a:pt x="87" y="12"/>
                </a:cubicBezTo>
                <a:cubicBezTo>
                  <a:pt x="88" y="12"/>
                  <a:pt x="89" y="12"/>
                  <a:pt x="90" y="12"/>
                </a:cubicBezTo>
                <a:cubicBezTo>
                  <a:pt x="91" y="13"/>
                  <a:pt x="92" y="14"/>
                  <a:pt x="93" y="15"/>
                </a:cubicBezTo>
                <a:cubicBezTo>
                  <a:pt x="94" y="15"/>
                  <a:pt x="95" y="16"/>
                  <a:pt x="95" y="18"/>
                </a:cubicBezTo>
                <a:cubicBezTo>
                  <a:pt x="96" y="19"/>
                  <a:pt x="96" y="20"/>
                  <a:pt x="96" y="21"/>
                </a:cubicBezTo>
                <a:close/>
                <a:moveTo>
                  <a:pt x="87" y="28"/>
                </a:moveTo>
                <a:cubicBezTo>
                  <a:pt x="87" y="28"/>
                  <a:pt x="88" y="27"/>
                  <a:pt x="89" y="27"/>
                </a:cubicBezTo>
                <a:cubicBezTo>
                  <a:pt x="90" y="27"/>
                  <a:pt x="90" y="26"/>
                  <a:pt x="91" y="26"/>
                </a:cubicBezTo>
                <a:cubicBezTo>
                  <a:pt x="92" y="25"/>
                  <a:pt x="92" y="24"/>
                  <a:pt x="92" y="24"/>
                </a:cubicBezTo>
                <a:cubicBezTo>
                  <a:pt x="93" y="23"/>
                  <a:pt x="93" y="22"/>
                  <a:pt x="93" y="21"/>
                </a:cubicBezTo>
                <a:cubicBezTo>
                  <a:pt x="93" y="20"/>
                  <a:pt x="93" y="20"/>
                  <a:pt x="92" y="19"/>
                </a:cubicBezTo>
                <a:cubicBezTo>
                  <a:pt x="92" y="18"/>
                  <a:pt x="92" y="17"/>
                  <a:pt x="91" y="17"/>
                </a:cubicBezTo>
                <a:cubicBezTo>
                  <a:pt x="90" y="16"/>
                  <a:pt x="90" y="16"/>
                  <a:pt x="89" y="15"/>
                </a:cubicBezTo>
                <a:cubicBezTo>
                  <a:pt x="88" y="15"/>
                  <a:pt x="87" y="15"/>
                  <a:pt x="87" y="15"/>
                </a:cubicBezTo>
                <a:lnTo>
                  <a:pt x="87" y="2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10261600" y="3404383"/>
            <a:ext cx="288925" cy="311150"/>
          </a:xfrm>
          <a:custGeom>
            <a:avLst/>
            <a:gdLst>
              <a:gd name="T0" fmla="*/ 65 w 77"/>
              <a:gd name="T1" fmla="*/ 57 h 83"/>
              <a:gd name="T2" fmla="*/ 77 w 77"/>
              <a:gd name="T3" fmla="*/ 66 h 83"/>
              <a:gd name="T4" fmla="*/ 77 w 77"/>
              <a:gd name="T5" fmla="*/ 72 h 83"/>
              <a:gd name="T6" fmla="*/ 0 w 77"/>
              <a:gd name="T7" fmla="*/ 72 h 83"/>
              <a:gd name="T8" fmla="*/ 0 w 77"/>
              <a:gd name="T9" fmla="*/ 66 h 83"/>
              <a:gd name="T10" fmla="*/ 11 w 77"/>
              <a:gd name="T11" fmla="*/ 57 h 83"/>
              <a:gd name="T12" fmla="*/ 11 w 77"/>
              <a:gd name="T13" fmla="*/ 32 h 83"/>
              <a:gd name="T14" fmla="*/ 13 w 77"/>
              <a:gd name="T15" fmla="*/ 22 h 83"/>
              <a:gd name="T16" fmla="*/ 17 w 77"/>
              <a:gd name="T17" fmla="*/ 14 h 83"/>
              <a:gd name="T18" fmla="*/ 24 w 77"/>
              <a:gd name="T19" fmla="*/ 8 h 83"/>
              <a:gd name="T20" fmla="*/ 33 w 77"/>
              <a:gd name="T21" fmla="*/ 5 h 83"/>
              <a:gd name="T22" fmla="*/ 33 w 77"/>
              <a:gd name="T23" fmla="*/ 3 h 83"/>
              <a:gd name="T24" fmla="*/ 34 w 77"/>
              <a:gd name="T25" fmla="*/ 1 h 83"/>
              <a:gd name="T26" fmla="*/ 36 w 77"/>
              <a:gd name="T27" fmla="*/ 0 h 83"/>
              <a:gd name="T28" fmla="*/ 40 w 77"/>
              <a:gd name="T29" fmla="*/ 0 h 83"/>
              <a:gd name="T30" fmla="*/ 42 w 77"/>
              <a:gd name="T31" fmla="*/ 1 h 83"/>
              <a:gd name="T32" fmla="*/ 43 w 77"/>
              <a:gd name="T33" fmla="*/ 3 h 83"/>
              <a:gd name="T34" fmla="*/ 43 w 77"/>
              <a:gd name="T35" fmla="*/ 5 h 83"/>
              <a:gd name="T36" fmla="*/ 52 w 77"/>
              <a:gd name="T37" fmla="*/ 8 h 83"/>
              <a:gd name="T38" fmla="*/ 59 w 77"/>
              <a:gd name="T39" fmla="*/ 14 h 83"/>
              <a:gd name="T40" fmla="*/ 64 w 77"/>
              <a:gd name="T41" fmla="*/ 22 h 83"/>
              <a:gd name="T42" fmla="*/ 65 w 77"/>
              <a:gd name="T43" fmla="*/ 32 h 83"/>
              <a:gd name="T44" fmla="*/ 65 w 77"/>
              <a:gd name="T45" fmla="*/ 57 h 83"/>
              <a:gd name="T46" fmla="*/ 73 w 77"/>
              <a:gd name="T47" fmla="*/ 68 h 83"/>
              <a:gd name="T48" fmla="*/ 73 w 77"/>
              <a:gd name="T49" fmla="*/ 68 h 83"/>
              <a:gd name="T50" fmla="*/ 62 w 77"/>
              <a:gd name="T51" fmla="*/ 59 h 83"/>
              <a:gd name="T52" fmla="*/ 62 w 77"/>
              <a:gd name="T53" fmla="*/ 32 h 83"/>
              <a:gd name="T54" fmla="*/ 60 w 77"/>
              <a:gd name="T55" fmla="*/ 22 h 83"/>
              <a:gd name="T56" fmla="*/ 55 w 77"/>
              <a:gd name="T57" fmla="*/ 15 h 83"/>
              <a:gd name="T58" fmla="*/ 48 w 77"/>
              <a:gd name="T59" fmla="*/ 10 h 83"/>
              <a:gd name="T60" fmla="*/ 38 w 77"/>
              <a:gd name="T61" fmla="*/ 8 h 83"/>
              <a:gd name="T62" fmla="*/ 29 w 77"/>
              <a:gd name="T63" fmla="*/ 10 h 83"/>
              <a:gd name="T64" fmla="*/ 21 w 77"/>
              <a:gd name="T65" fmla="*/ 15 h 83"/>
              <a:gd name="T66" fmla="*/ 16 w 77"/>
              <a:gd name="T67" fmla="*/ 22 h 83"/>
              <a:gd name="T68" fmla="*/ 14 w 77"/>
              <a:gd name="T69" fmla="*/ 32 h 83"/>
              <a:gd name="T70" fmla="*/ 14 w 77"/>
              <a:gd name="T71" fmla="*/ 59 h 83"/>
              <a:gd name="T72" fmla="*/ 3 w 77"/>
              <a:gd name="T73" fmla="*/ 68 h 83"/>
              <a:gd name="T74" fmla="*/ 3 w 77"/>
              <a:gd name="T75" fmla="*/ 68 h 83"/>
              <a:gd name="T76" fmla="*/ 73 w 77"/>
              <a:gd name="T77" fmla="*/ 68 h 83"/>
              <a:gd name="T78" fmla="*/ 38 w 77"/>
              <a:gd name="T79" fmla="*/ 83 h 83"/>
              <a:gd name="T80" fmla="*/ 35 w 77"/>
              <a:gd name="T81" fmla="*/ 82 h 83"/>
              <a:gd name="T82" fmla="*/ 33 w 77"/>
              <a:gd name="T83" fmla="*/ 80 h 83"/>
              <a:gd name="T84" fmla="*/ 31 w 77"/>
              <a:gd name="T85" fmla="*/ 78 h 83"/>
              <a:gd name="T86" fmla="*/ 30 w 77"/>
              <a:gd name="T87" fmla="*/ 75 h 83"/>
              <a:gd name="T88" fmla="*/ 46 w 77"/>
              <a:gd name="T89" fmla="*/ 75 h 83"/>
              <a:gd name="T90" fmla="*/ 46 w 77"/>
              <a:gd name="T91" fmla="*/ 78 h 83"/>
              <a:gd name="T92" fmla="*/ 44 w 77"/>
              <a:gd name="T93" fmla="*/ 80 h 83"/>
              <a:gd name="T94" fmla="*/ 41 w 77"/>
              <a:gd name="T95" fmla="*/ 82 h 83"/>
              <a:gd name="T96" fmla="*/ 38 w 77"/>
              <a:gd name="T9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" h="83">
                <a:moveTo>
                  <a:pt x="65" y="57"/>
                </a:moveTo>
                <a:cubicBezTo>
                  <a:pt x="77" y="66"/>
                  <a:pt x="77" y="66"/>
                  <a:pt x="77" y="66"/>
                </a:cubicBezTo>
                <a:cubicBezTo>
                  <a:pt x="77" y="72"/>
                  <a:pt x="77" y="72"/>
                  <a:pt x="77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6"/>
                  <a:pt x="0" y="66"/>
                  <a:pt x="0" y="66"/>
                </a:cubicBezTo>
                <a:cubicBezTo>
                  <a:pt x="11" y="57"/>
                  <a:pt x="11" y="57"/>
                  <a:pt x="11" y="57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28"/>
                  <a:pt x="12" y="25"/>
                  <a:pt x="13" y="22"/>
                </a:cubicBezTo>
                <a:cubicBezTo>
                  <a:pt x="14" y="19"/>
                  <a:pt x="15" y="16"/>
                  <a:pt x="17" y="14"/>
                </a:cubicBezTo>
                <a:cubicBezTo>
                  <a:pt x="19" y="12"/>
                  <a:pt x="22" y="10"/>
                  <a:pt x="24" y="8"/>
                </a:cubicBezTo>
                <a:cubicBezTo>
                  <a:pt x="27" y="7"/>
                  <a:pt x="30" y="6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2"/>
                  <a:pt x="34" y="1"/>
                  <a:pt x="34" y="1"/>
                </a:cubicBezTo>
                <a:cubicBezTo>
                  <a:pt x="35" y="0"/>
                  <a:pt x="36" y="0"/>
                  <a:pt x="3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1" y="0"/>
                  <a:pt x="42" y="1"/>
                </a:cubicBezTo>
                <a:cubicBezTo>
                  <a:pt x="43" y="1"/>
                  <a:pt x="43" y="2"/>
                  <a:pt x="43" y="3"/>
                </a:cubicBezTo>
                <a:cubicBezTo>
                  <a:pt x="43" y="5"/>
                  <a:pt x="43" y="5"/>
                  <a:pt x="43" y="5"/>
                </a:cubicBezTo>
                <a:cubicBezTo>
                  <a:pt x="46" y="6"/>
                  <a:pt x="49" y="7"/>
                  <a:pt x="52" y="8"/>
                </a:cubicBezTo>
                <a:cubicBezTo>
                  <a:pt x="55" y="10"/>
                  <a:pt x="57" y="12"/>
                  <a:pt x="59" y="14"/>
                </a:cubicBezTo>
                <a:cubicBezTo>
                  <a:pt x="61" y="16"/>
                  <a:pt x="63" y="19"/>
                  <a:pt x="64" y="22"/>
                </a:cubicBezTo>
                <a:cubicBezTo>
                  <a:pt x="65" y="25"/>
                  <a:pt x="65" y="28"/>
                  <a:pt x="65" y="32"/>
                </a:cubicBezTo>
                <a:lnTo>
                  <a:pt x="65" y="57"/>
                </a:lnTo>
                <a:close/>
                <a:moveTo>
                  <a:pt x="73" y="68"/>
                </a:moveTo>
                <a:cubicBezTo>
                  <a:pt x="73" y="68"/>
                  <a:pt x="73" y="68"/>
                  <a:pt x="73" y="68"/>
                </a:cubicBezTo>
                <a:cubicBezTo>
                  <a:pt x="62" y="59"/>
                  <a:pt x="62" y="59"/>
                  <a:pt x="62" y="59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28"/>
                  <a:pt x="62" y="25"/>
                  <a:pt x="60" y="22"/>
                </a:cubicBezTo>
                <a:cubicBezTo>
                  <a:pt x="59" y="19"/>
                  <a:pt x="57" y="17"/>
                  <a:pt x="55" y="15"/>
                </a:cubicBezTo>
                <a:cubicBezTo>
                  <a:pt x="53" y="13"/>
                  <a:pt x="50" y="11"/>
                  <a:pt x="48" y="10"/>
                </a:cubicBezTo>
                <a:cubicBezTo>
                  <a:pt x="45" y="8"/>
                  <a:pt x="42" y="8"/>
                  <a:pt x="38" y="8"/>
                </a:cubicBezTo>
                <a:cubicBezTo>
                  <a:pt x="35" y="8"/>
                  <a:pt x="32" y="8"/>
                  <a:pt x="29" y="10"/>
                </a:cubicBezTo>
                <a:cubicBezTo>
                  <a:pt x="26" y="11"/>
                  <a:pt x="23" y="13"/>
                  <a:pt x="21" y="15"/>
                </a:cubicBezTo>
                <a:cubicBezTo>
                  <a:pt x="19" y="17"/>
                  <a:pt x="17" y="19"/>
                  <a:pt x="16" y="22"/>
                </a:cubicBezTo>
                <a:cubicBezTo>
                  <a:pt x="15" y="25"/>
                  <a:pt x="14" y="28"/>
                  <a:pt x="14" y="32"/>
                </a:cubicBezTo>
                <a:cubicBezTo>
                  <a:pt x="14" y="59"/>
                  <a:pt x="14" y="59"/>
                  <a:pt x="14" y="59"/>
                </a:cubicBezTo>
                <a:cubicBezTo>
                  <a:pt x="3" y="68"/>
                  <a:pt x="3" y="68"/>
                  <a:pt x="3" y="68"/>
                </a:cubicBezTo>
                <a:cubicBezTo>
                  <a:pt x="3" y="68"/>
                  <a:pt x="3" y="68"/>
                  <a:pt x="3" y="68"/>
                </a:cubicBezTo>
                <a:lnTo>
                  <a:pt x="73" y="68"/>
                </a:lnTo>
                <a:close/>
                <a:moveTo>
                  <a:pt x="38" y="83"/>
                </a:moveTo>
                <a:cubicBezTo>
                  <a:pt x="37" y="83"/>
                  <a:pt x="36" y="83"/>
                  <a:pt x="35" y="82"/>
                </a:cubicBezTo>
                <a:cubicBezTo>
                  <a:pt x="34" y="82"/>
                  <a:pt x="33" y="81"/>
                  <a:pt x="33" y="80"/>
                </a:cubicBezTo>
                <a:cubicBezTo>
                  <a:pt x="32" y="80"/>
                  <a:pt x="31" y="79"/>
                  <a:pt x="31" y="78"/>
                </a:cubicBezTo>
                <a:cubicBezTo>
                  <a:pt x="30" y="77"/>
                  <a:pt x="30" y="76"/>
                  <a:pt x="30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6"/>
                  <a:pt x="46" y="77"/>
                  <a:pt x="46" y="78"/>
                </a:cubicBezTo>
                <a:cubicBezTo>
                  <a:pt x="45" y="79"/>
                  <a:pt x="45" y="80"/>
                  <a:pt x="44" y="80"/>
                </a:cubicBezTo>
                <a:cubicBezTo>
                  <a:pt x="43" y="81"/>
                  <a:pt x="42" y="82"/>
                  <a:pt x="41" y="82"/>
                </a:cubicBezTo>
                <a:cubicBezTo>
                  <a:pt x="40" y="83"/>
                  <a:pt x="39" y="83"/>
                  <a:pt x="38" y="8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10764838" y="3459946"/>
            <a:ext cx="360363" cy="200025"/>
          </a:xfrm>
          <a:custGeom>
            <a:avLst/>
            <a:gdLst>
              <a:gd name="T0" fmla="*/ 85 w 96"/>
              <a:gd name="T1" fmla="*/ 19 h 53"/>
              <a:gd name="T2" fmla="*/ 95 w 96"/>
              <a:gd name="T3" fmla="*/ 28 h 53"/>
              <a:gd name="T4" fmla="*/ 95 w 96"/>
              <a:gd name="T5" fmla="*/ 42 h 53"/>
              <a:gd name="T6" fmla="*/ 85 w 96"/>
              <a:gd name="T7" fmla="*/ 51 h 53"/>
              <a:gd name="T8" fmla="*/ 72 w 96"/>
              <a:gd name="T9" fmla="*/ 51 h 53"/>
              <a:gd name="T10" fmla="*/ 62 w 96"/>
              <a:gd name="T11" fmla="*/ 42 h 53"/>
              <a:gd name="T12" fmla="*/ 62 w 96"/>
              <a:gd name="T13" fmla="*/ 30 h 53"/>
              <a:gd name="T14" fmla="*/ 66 w 96"/>
              <a:gd name="T15" fmla="*/ 23 h 53"/>
              <a:gd name="T16" fmla="*/ 64 w 96"/>
              <a:gd name="T17" fmla="*/ 10 h 53"/>
              <a:gd name="T18" fmla="*/ 49 w 96"/>
              <a:gd name="T19" fmla="*/ 36 h 53"/>
              <a:gd name="T20" fmla="*/ 35 w 96"/>
              <a:gd name="T21" fmla="*/ 37 h 53"/>
              <a:gd name="T22" fmla="*/ 30 w 96"/>
              <a:gd name="T23" fmla="*/ 48 h 53"/>
              <a:gd name="T24" fmla="*/ 18 w 96"/>
              <a:gd name="T25" fmla="*/ 53 h 53"/>
              <a:gd name="T26" fmla="*/ 5 w 96"/>
              <a:gd name="T27" fmla="*/ 47 h 53"/>
              <a:gd name="T28" fmla="*/ 0 w 96"/>
              <a:gd name="T29" fmla="*/ 35 h 53"/>
              <a:gd name="T30" fmla="*/ 5 w 96"/>
              <a:gd name="T31" fmla="*/ 23 h 53"/>
              <a:gd name="T32" fmla="*/ 18 w 96"/>
              <a:gd name="T33" fmla="*/ 17 h 53"/>
              <a:gd name="T34" fmla="*/ 21 w 96"/>
              <a:gd name="T35" fmla="*/ 18 h 53"/>
              <a:gd name="T36" fmla="*/ 25 w 96"/>
              <a:gd name="T37" fmla="*/ 19 h 53"/>
              <a:gd name="T38" fmla="*/ 31 w 96"/>
              <a:gd name="T39" fmla="*/ 7 h 53"/>
              <a:gd name="T40" fmla="*/ 39 w 96"/>
              <a:gd name="T41" fmla="*/ 0 h 53"/>
              <a:gd name="T42" fmla="*/ 33 w 96"/>
              <a:gd name="T43" fmla="*/ 3 h 53"/>
              <a:gd name="T44" fmla="*/ 62 w 96"/>
              <a:gd name="T45" fmla="*/ 6 h 53"/>
              <a:gd name="T46" fmla="*/ 70 w 96"/>
              <a:gd name="T47" fmla="*/ 0 h 53"/>
              <a:gd name="T48" fmla="*/ 64 w 96"/>
              <a:gd name="T49" fmla="*/ 3 h 53"/>
              <a:gd name="T50" fmla="*/ 74 w 96"/>
              <a:gd name="T51" fmla="*/ 18 h 53"/>
              <a:gd name="T52" fmla="*/ 77 w 96"/>
              <a:gd name="T53" fmla="*/ 18 h 53"/>
              <a:gd name="T54" fmla="*/ 18 w 96"/>
              <a:gd name="T55" fmla="*/ 50 h 53"/>
              <a:gd name="T56" fmla="*/ 27 w 96"/>
              <a:gd name="T57" fmla="*/ 46 h 53"/>
              <a:gd name="T58" fmla="*/ 32 w 96"/>
              <a:gd name="T59" fmla="*/ 37 h 53"/>
              <a:gd name="T60" fmla="*/ 16 w 96"/>
              <a:gd name="T61" fmla="*/ 36 h 53"/>
              <a:gd name="T62" fmla="*/ 16 w 96"/>
              <a:gd name="T63" fmla="*/ 35 h 53"/>
              <a:gd name="T64" fmla="*/ 23 w 96"/>
              <a:gd name="T65" fmla="*/ 22 h 53"/>
              <a:gd name="T66" fmla="*/ 18 w 96"/>
              <a:gd name="T67" fmla="*/ 21 h 53"/>
              <a:gd name="T68" fmla="*/ 8 w 96"/>
              <a:gd name="T69" fmla="*/ 25 h 53"/>
              <a:gd name="T70" fmla="*/ 3 w 96"/>
              <a:gd name="T71" fmla="*/ 35 h 53"/>
              <a:gd name="T72" fmla="*/ 8 w 96"/>
              <a:gd name="T73" fmla="*/ 45 h 53"/>
              <a:gd name="T74" fmla="*/ 18 w 96"/>
              <a:gd name="T75" fmla="*/ 50 h 53"/>
              <a:gd name="T76" fmla="*/ 31 w 96"/>
              <a:gd name="T77" fmla="*/ 30 h 53"/>
              <a:gd name="T78" fmla="*/ 28 w 96"/>
              <a:gd name="T79" fmla="*/ 25 h 53"/>
              <a:gd name="T80" fmla="*/ 20 w 96"/>
              <a:gd name="T81" fmla="*/ 33 h 53"/>
              <a:gd name="T82" fmla="*/ 33 w 96"/>
              <a:gd name="T83" fmla="*/ 10 h 53"/>
              <a:gd name="T84" fmla="*/ 30 w 96"/>
              <a:gd name="T85" fmla="*/ 23 h 53"/>
              <a:gd name="T86" fmla="*/ 34 w 96"/>
              <a:gd name="T87" fmla="*/ 29 h 53"/>
              <a:gd name="T88" fmla="*/ 45 w 96"/>
              <a:gd name="T89" fmla="*/ 33 h 53"/>
              <a:gd name="T90" fmla="*/ 48 w 96"/>
              <a:gd name="T91" fmla="*/ 32 h 53"/>
              <a:gd name="T92" fmla="*/ 36 w 96"/>
              <a:gd name="T93" fmla="*/ 9 h 53"/>
              <a:gd name="T94" fmla="*/ 79 w 96"/>
              <a:gd name="T95" fmla="*/ 50 h 53"/>
              <a:gd name="T96" fmla="*/ 89 w 96"/>
              <a:gd name="T97" fmla="*/ 45 h 53"/>
              <a:gd name="T98" fmla="*/ 93 w 96"/>
              <a:gd name="T99" fmla="*/ 35 h 53"/>
              <a:gd name="T100" fmla="*/ 89 w 96"/>
              <a:gd name="T101" fmla="*/ 25 h 53"/>
              <a:gd name="T102" fmla="*/ 79 w 96"/>
              <a:gd name="T103" fmla="*/ 21 h 53"/>
              <a:gd name="T104" fmla="*/ 74 w 96"/>
              <a:gd name="T105" fmla="*/ 22 h 53"/>
              <a:gd name="T106" fmla="*/ 78 w 96"/>
              <a:gd name="T107" fmla="*/ 36 h 53"/>
              <a:gd name="T108" fmla="*/ 68 w 96"/>
              <a:gd name="T109" fmla="*/ 25 h 53"/>
              <a:gd name="T110" fmla="*/ 65 w 96"/>
              <a:gd name="T111" fmla="*/ 31 h 53"/>
              <a:gd name="T112" fmla="*/ 65 w 96"/>
              <a:gd name="T113" fmla="*/ 41 h 53"/>
              <a:gd name="T114" fmla="*/ 73 w 96"/>
              <a:gd name="T115" fmla="*/ 4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53">
                <a:moveTo>
                  <a:pt x="79" y="17"/>
                </a:moveTo>
                <a:cubicBezTo>
                  <a:pt x="81" y="17"/>
                  <a:pt x="83" y="18"/>
                  <a:pt x="85" y="19"/>
                </a:cubicBezTo>
                <a:cubicBezTo>
                  <a:pt x="88" y="20"/>
                  <a:pt x="89" y="21"/>
                  <a:pt x="91" y="23"/>
                </a:cubicBezTo>
                <a:cubicBezTo>
                  <a:pt x="93" y="24"/>
                  <a:pt x="94" y="26"/>
                  <a:pt x="95" y="28"/>
                </a:cubicBezTo>
                <a:cubicBezTo>
                  <a:pt x="96" y="30"/>
                  <a:pt x="96" y="33"/>
                  <a:pt x="96" y="35"/>
                </a:cubicBezTo>
                <a:cubicBezTo>
                  <a:pt x="96" y="37"/>
                  <a:pt x="96" y="40"/>
                  <a:pt x="95" y="42"/>
                </a:cubicBezTo>
                <a:cubicBezTo>
                  <a:pt x="94" y="44"/>
                  <a:pt x="93" y="46"/>
                  <a:pt x="91" y="47"/>
                </a:cubicBezTo>
                <a:cubicBezTo>
                  <a:pt x="89" y="49"/>
                  <a:pt x="88" y="50"/>
                  <a:pt x="85" y="51"/>
                </a:cubicBezTo>
                <a:cubicBezTo>
                  <a:pt x="83" y="52"/>
                  <a:pt x="81" y="53"/>
                  <a:pt x="79" y="53"/>
                </a:cubicBezTo>
                <a:cubicBezTo>
                  <a:pt x="76" y="53"/>
                  <a:pt x="74" y="52"/>
                  <a:pt x="72" y="51"/>
                </a:cubicBezTo>
                <a:cubicBezTo>
                  <a:pt x="69" y="50"/>
                  <a:pt x="68" y="49"/>
                  <a:pt x="66" y="47"/>
                </a:cubicBezTo>
                <a:cubicBezTo>
                  <a:pt x="65" y="46"/>
                  <a:pt x="63" y="44"/>
                  <a:pt x="62" y="42"/>
                </a:cubicBezTo>
                <a:cubicBezTo>
                  <a:pt x="61" y="40"/>
                  <a:pt x="61" y="37"/>
                  <a:pt x="61" y="35"/>
                </a:cubicBezTo>
                <a:cubicBezTo>
                  <a:pt x="61" y="33"/>
                  <a:pt x="61" y="32"/>
                  <a:pt x="62" y="30"/>
                </a:cubicBezTo>
                <a:cubicBezTo>
                  <a:pt x="62" y="29"/>
                  <a:pt x="63" y="28"/>
                  <a:pt x="63" y="26"/>
                </a:cubicBezTo>
                <a:cubicBezTo>
                  <a:pt x="64" y="25"/>
                  <a:pt x="65" y="24"/>
                  <a:pt x="66" y="23"/>
                </a:cubicBezTo>
                <a:cubicBezTo>
                  <a:pt x="67" y="22"/>
                  <a:pt x="68" y="21"/>
                  <a:pt x="69" y="20"/>
                </a:cubicBezTo>
                <a:cubicBezTo>
                  <a:pt x="64" y="10"/>
                  <a:pt x="64" y="10"/>
                  <a:pt x="64" y="10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6"/>
                  <a:pt x="49" y="36"/>
                  <a:pt x="49" y="36"/>
                </a:cubicBezTo>
                <a:cubicBezTo>
                  <a:pt x="49" y="37"/>
                  <a:pt x="49" y="37"/>
                  <a:pt x="48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9"/>
                  <a:pt x="35" y="41"/>
                  <a:pt x="34" y="43"/>
                </a:cubicBezTo>
                <a:cubicBezTo>
                  <a:pt x="33" y="45"/>
                  <a:pt x="31" y="47"/>
                  <a:pt x="30" y="48"/>
                </a:cubicBezTo>
                <a:cubicBezTo>
                  <a:pt x="28" y="50"/>
                  <a:pt x="26" y="51"/>
                  <a:pt x="24" y="51"/>
                </a:cubicBezTo>
                <a:cubicBezTo>
                  <a:pt x="22" y="52"/>
                  <a:pt x="20" y="53"/>
                  <a:pt x="18" y="53"/>
                </a:cubicBezTo>
                <a:cubicBezTo>
                  <a:pt x="15" y="53"/>
                  <a:pt x="13" y="52"/>
                  <a:pt x="11" y="51"/>
                </a:cubicBezTo>
                <a:cubicBezTo>
                  <a:pt x="9" y="50"/>
                  <a:pt x="7" y="49"/>
                  <a:pt x="5" y="47"/>
                </a:cubicBezTo>
                <a:cubicBezTo>
                  <a:pt x="4" y="46"/>
                  <a:pt x="2" y="44"/>
                  <a:pt x="2" y="42"/>
                </a:cubicBezTo>
                <a:cubicBezTo>
                  <a:pt x="1" y="40"/>
                  <a:pt x="0" y="37"/>
                  <a:pt x="0" y="35"/>
                </a:cubicBezTo>
                <a:cubicBezTo>
                  <a:pt x="0" y="33"/>
                  <a:pt x="1" y="30"/>
                  <a:pt x="2" y="28"/>
                </a:cubicBezTo>
                <a:cubicBezTo>
                  <a:pt x="2" y="26"/>
                  <a:pt x="4" y="24"/>
                  <a:pt x="5" y="23"/>
                </a:cubicBezTo>
                <a:cubicBezTo>
                  <a:pt x="7" y="21"/>
                  <a:pt x="9" y="20"/>
                  <a:pt x="11" y="19"/>
                </a:cubicBezTo>
                <a:cubicBezTo>
                  <a:pt x="13" y="18"/>
                  <a:pt x="15" y="17"/>
                  <a:pt x="18" y="17"/>
                </a:cubicBezTo>
                <a:cubicBezTo>
                  <a:pt x="18" y="17"/>
                  <a:pt x="19" y="17"/>
                  <a:pt x="20" y="18"/>
                </a:cubicBezTo>
                <a:cubicBezTo>
                  <a:pt x="20" y="18"/>
                  <a:pt x="21" y="18"/>
                  <a:pt x="21" y="18"/>
                </a:cubicBezTo>
                <a:cubicBezTo>
                  <a:pt x="22" y="18"/>
                  <a:pt x="23" y="18"/>
                  <a:pt x="23" y="18"/>
                </a:cubicBezTo>
                <a:cubicBezTo>
                  <a:pt x="24" y="18"/>
                  <a:pt x="24" y="19"/>
                  <a:pt x="25" y="19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8" y="0"/>
                  <a:pt x="28" y="0"/>
                  <a:pt x="2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3"/>
                  <a:pt x="39" y="3"/>
                  <a:pt x="39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5" y="6"/>
                  <a:pt x="35" y="6"/>
                  <a:pt x="35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59" y="0"/>
                  <a:pt x="59" y="0"/>
                  <a:pt x="5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3"/>
                  <a:pt x="70" y="3"/>
                  <a:pt x="70" y="3"/>
                </a:cubicBezTo>
                <a:cubicBezTo>
                  <a:pt x="64" y="3"/>
                  <a:pt x="64" y="3"/>
                  <a:pt x="64" y="3"/>
                </a:cubicBezTo>
                <a:cubicBezTo>
                  <a:pt x="72" y="19"/>
                  <a:pt x="72" y="19"/>
                  <a:pt x="72" y="19"/>
                </a:cubicBezTo>
                <a:cubicBezTo>
                  <a:pt x="73" y="18"/>
                  <a:pt x="73" y="18"/>
                  <a:pt x="74" y="18"/>
                </a:cubicBezTo>
                <a:cubicBezTo>
                  <a:pt x="74" y="18"/>
                  <a:pt x="75" y="18"/>
                  <a:pt x="75" y="18"/>
                </a:cubicBezTo>
                <a:cubicBezTo>
                  <a:pt x="76" y="18"/>
                  <a:pt x="76" y="18"/>
                  <a:pt x="77" y="18"/>
                </a:cubicBezTo>
                <a:cubicBezTo>
                  <a:pt x="77" y="17"/>
                  <a:pt x="78" y="17"/>
                  <a:pt x="79" y="17"/>
                </a:cubicBezTo>
                <a:close/>
                <a:moveTo>
                  <a:pt x="18" y="50"/>
                </a:moveTo>
                <a:cubicBezTo>
                  <a:pt x="20" y="50"/>
                  <a:pt x="21" y="49"/>
                  <a:pt x="23" y="48"/>
                </a:cubicBezTo>
                <a:cubicBezTo>
                  <a:pt x="25" y="48"/>
                  <a:pt x="26" y="47"/>
                  <a:pt x="27" y="46"/>
                </a:cubicBezTo>
                <a:cubicBezTo>
                  <a:pt x="29" y="45"/>
                  <a:pt x="30" y="43"/>
                  <a:pt x="31" y="42"/>
                </a:cubicBezTo>
                <a:cubicBezTo>
                  <a:pt x="31" y="40"/>
                  <a:pt x="32" y="38"/>
                  <a:pt x="32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5"/>
                  <a:pt x="16" y="35"/>
                </a:cubicBezTo>
                <a:cubicBezTo>
                  <a:pt x="16" y="35"/>
                  <a:pt x="16" y="35"/>
                  <a:pt x="16" y="34"/>
                </a:cubicBezTo>
                <a:cubicBezTo>
                  <a:pt x="23" y="22"/>
                  <a:pt x="23" y="22"/>
                  <a:pt x="23" y="22"/>
                </a:cubicBezTo>
                <a:cubicBezTo>
                  <a:pt x="22" y="21"/>
                  <a:pt x="21" y="21"/>
                  <a:pt x="20" y="21"/>
                </a:cubicBezTo>
                <a:cubicBezTo>
                  <a:pt x="20" y="21"/>
                  <a:pt x="19" y="21"/>
                  <a:pt x="18" y="21"/>
                </a:cubicBezTo>
                <a:cubicBezTo>
                  <a:pt x="16" y="21"/>
                  <a:pt x="14" y="21"/>
                  <a:pt x="12" y="22"/>
                </a:cubicBezTo>
                <a:cubicBezTo>
                  <a:pt x="10" y="23"/>
                  <a:pt x="9" y="24"/>
                  <a:pt x="8" y="25"/>
                </a:cubicBezTo>
                <a:cubicBezTo>
                  <a:pt x="6" y="26"/>
                  <a:pt x="5" y="28"/>
                  <a:pt x="4" y="29"/>
                </a:cubicBezTo>
                <a:cubicBezTo>
                  <a:pt x="4" y="31"/>
                  <a:pt x="3" y="33"/>
                  <a:pt x="3" y="35"/>
                </a:cubicBezTo>
                <a:cubicBezTo>
                  <a:pt x="3" y="37"/>
                  <a:pt x="4" y="39"/>
                  <a:pt x="4" y="41"/>
                </a:cubicBezTo>
                <a:cubicBezTo>
                  <a:pt x="5" y="42"/>
                  <a:pt x="6" y="44"/>
                  <a:pt x="8" y="45"/>
                </a:cubicBezTo>
                <a:cubicBezTo>
                  <a:pt x="9" y="47"/>
                  <a:pt x="10" y="48"/>
                  <a:pt x="12" y="48"/>
                </a:cubicBezTo>
                <a:cubicBezTo>
                  <a:pt x="14" y="49"/>
                  <a:pt x="16" y="50"/>
                  <a:pt x="18" y="50"/>
                </a:cubicBezTo>
                <a:close/>
                <a:moveTo>
                  <a:pt x="32" y="33"/>
                </a:moveTo>
                <a:cubicBezTo>
                  <a:pt x="32" y="32"/>
                  <a:pt x="32" y="31"/>
                  <a:pt x="31" y="30"/>
                </a:cubicBezTo>
                <a:cubicBezTo>
                  <a:pt x="31" y="29"/>
                  <a:pt x="31" y="28"/>
                  <a:pt x="30" y="28"/>
                </a:cubicBezTo>
                <a:cubicBezTo>
                  <a:pt x="30" y="27"/>
                  <a:pt x="29" y="26"/>
                  <a:pt x="28" y="25"/>
                </a:cubicBezTo>
                <a:cubicBezTo>
                  <a:pt x="27" y="24"/>
                  <a:pt x="27" y="24"/>
                  <a:pt x="26" y="23"/>
                </a:cubicBezTo>
                <a:cubicBezTo>
                  <a:pt x="20" y="33"/>
                  <a:pt x="20" y="33"/>
                  <a:pt x="20" y="33"/>
                </a:cubicBezTo>
                <a:lnTo>
                  <a:pt x="32" y="33"/>
                </a:lnTo>
                <a:close/>
                <a:moveTo>
                  <a:pt x="33" y="10"/>
                </a:moveTo>
                <a:cubicBezTo>
                  <a:pt x="28" y="20"/>
                  <a:pt x="28" y="20"/>
                  <a:pt x="28" y="20"/>
                </a:cubicBezTo>
                <a:cubicBezTo>
                  <a:pt x="29" y="21"/>
                  <a:pt x="29" y="22"/>
                  <a:pt x="30" y="23"/>
                </a:cubicBezTo>
                <a:cubicBezTo>
                  <a:pt x="31" y="24"/>
                  <a:pt x="32" y="25"/>
                  <a:pt x="33" y="26"/>
                </a:cubicBezTo>
                <a:cubicBezTo>
                  <a:pt x="34" y="27"/>
                  <a:pt x="34" y="28"/>
                  <a:pt x="34" y="29"/>
                </a:cubicBezTo>
                <a:cubicBezTo>
                  <a:pt x="35" y="31"/>
                  <a:pt x="35" y="32"/>
                  <a:pt x="35" y="33"/>
                </a:cubicBezTo>
                <a:cubicBezTo>
                  <a:pt x="45" y="33"/>
                  <a:pt x="45" y="33"/>
                  <a:pt x="45" y="33"/>
                </a:cubicBezTo>
                <a:lnTo>
                  <a:pt x="33" y="10"/>
                </a:lnTo>
                <a:close/>
                <a:moveTo>
                  <a:pt x="48" y="32"/>
                </a:moveTo>
                <a:cubicBezTo>
                  <a:pt x="61" y="9"/>
                  <a:pt x="61" y="9"/>
                  <a:pt x="61" y="9"/>
                </a:cubicBezTo>
                <a:cubicBezTo>
                  <a:pt x="36" y="9"/>
                  <a:pt x="36" y="9"/>
                  <a:pt x="36" y="9"/>
                </a:cubicBezTo>
                <a:lnTo>
                  <a:pt x="48" y="32"/>
                </a:lnTo>
                <a:close/>
                <a:moveTo>
                  <a:pt x="79" y="50"/>
                </a:moveTo>
                <a:cubicBezTo>
                  <a:pt x="81" y="50"/>
                  <a:pt x="82" y="49"/>
                  <a:pt x="84" y="48"/>
                </a:cubicBezTo>
                <a:cubicBezTo>
                  <a:pt x="86" y="48"/>
                  <a:pt x="87" y="47"/>
                  <a:pt x="89" y="45"/>
                </a:cubicBezTo>
                <a:cubicBezTo>
                  <a:pt x="90" y="44"/>
                  <a:pt x="91" y="42"/>
                  <a:pt x="92" y="41"/>
                </a:cubicBezTo>
                <a:cubicBezTo>
                  <a:pt x="93" y="39"/>
                  <a:pt x="93" y="37"/>
                  <a:pt x="93" y="35"/>
                </a:cubicBezTo>
                <a:cubicBezTo>
                  <a:pt x="93" y="33"/>
                  <a:pt x="93" y="31"/>
                  <a:pt x="92" y="29"/>
                </a:cubicBezTo>
                <a:cubicBezTo>
                  <a:pt x="91" y="28"/>
                  <a:pt x="90" y="26"/>
                  <a:pt x="89" y="25"/>
                </a:cubicBezTo>
                <a:cubicBezTo>
                  <a:pt x="87" y="24"/>
                  <a:pt x="86" y="23"/>
                  <a:pt x="84" y="22"/>
                </a:cubicBezTo>
                <a:cubicBezTo>
                  <a:pt x="82" y="21"/>
                  <a:pt x="81" y="21"/>
                  <a:pt x="79" y="21"/>
                </a:cubicBezTo>
                <a:cubicBezTo>
                  <a:pt x="78" y="21"/>
                  <a:pt x="77" y="21"/>
                  <a:pt x="76" y="21"/>
                </a:cubicBezTo>
                <a:cubicBezTo>
                  <a:pt x="75" y="21"/>
                  <a:pt x="74" y="21"/>
                  <a:pt x="74" y="22"/>
                </a:cubicBezTo>
                <a:cubicBezTo>
                  <a:pt x="80" y="35"/>
                  <a:pt x="80" y="35"/>
                  <a:pt x="80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1" y="23"/>
                  <a:pt x="71" y="23"/>
                  <a:pt x="71" y="23"/>
                </a:cubicBezTo>
                <a:cubicBezTo>
                  <a:pt x="70" y="24"/>
                  <a:pt x="69" y="24"/>
                  <a:pt x="68" y="25"/>
                </a:cubicBezTo>
                <a:cubicBezTo>
                  <a:pt x="67" y="26"/>
                  <a:pt x="67" y="27"/>
                  <a:pt x="66" y="28"/>
                </a:cubicBezTo>
                <a:cubicBezTo>
                  <a:pt x="65" y="29"/>
                  <a:pt x="65" y="30"/>
                  <a:pt x="65" y="31"/>
                </a:cubicBezTo>
                <a:cubicBezTo>
                  <a:pt x="64" y="33"/>
                  <a:pt x="64" y="34"/>
                  <a:pt x="64" y="35"/>
                </a:cubicBezTo>
                <a:cubicBezTo>
                  <a:pt x="64" y="37"/>
                  <a:pt x="64" y="39"/>
                  <a:pt x="65" y="41"/>
                </a:cubicBezTo>
                <a:cubicBezTo>
                  <a:pt x="66" y="42"/>
                  <a:pt x="67" y="44"/>
                  <a:pt x="68" y="45"/>
                </a:cubicBezTo>
                <a:cubicBezTo>
                  <a:pt x="70" y="47"/>
                  <a:pt x="71" y="48"/>
                  <a:pt x="73" y="48"/>
                </a:cubicBezTo>
                <a:cubicBezTo>
                  <a:pt x="75" y="49"/>
                  <a:pt x="77" y="50"/>
                  <a:pt x="79" y="5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11334750" y="3421846"/>
            <a:ext cx="300038" cy="274638"/>
          </a:xfrm>
          <a:custGeom>
            <a:avLst/>
            <a:gdLst>
              <a:gd name="T0" fmla="*/ 74 w 80"/>
              <a:gd name="T1" fmla="*/ 0 h 73"/>
              <a:gd name="T2" fmla="*/ 76 w 80"/>
              <a:gd name="T3" fmla="*/ 0 h 73"/>
              <a:gd name="T4" fmla="*/ 78 w 80"/>
              <a:gd name="T5" fmla="*/ 1 h 73"/>
              <a:gd name="T6" fmla="*/ 80 w 80"/>
              <a:gd name="T7" fmla="*/ 3 h 73"/>
              <a:gd name="T8" fmla="*/ 80 w 80"/>
              <a:gd name="T9" fmla="*/ 6 h 73"/>
              <a:gd name="T10" fmla="*/ 80 w 80"/>
              <a:gd name="T11" fmla="*/ 60 h 73"/>
              <a:gd name="T12" fmla="*/ 80 w 80"/>
              <a:gd name="T13" fmla="*/ 63 h 73"/>
              <a:gd name="T14" fmla="*/ 78 w 80"/>
              <a:gd name="T15" fmla="*/ 65 h 73"/>
              <a:gd name="T16" fmla="*/ 76 w 80"/>
              <a:gd name="T17" fmla="*/ 66 h 73"/>
              <a:gd name="T18" fmla="*/ 74 w 80"/>
              <a:gd name="T19" fmla="*/ 67 h 73"/>
              <a:gd name="T20" fmla="*/ 45 w 80"/>
              <a:gd name="T21" fmla="*/ 67 h 73"/>
              <a:gd name="T22" fmla="*/ 45 w 80"/>
              <a:gd name="T23" fmla="*/ 67 h 73"/>
              <a:gd name="T24" fmla="*/ 43 w 80"/>
              <a:gd name="T25" fmla="*/ 68 h 73"/>
              <a:gd name="T26" fmla="*/ 42 w 80"/>
              <a:gd name="T27" fmla="*/ 70 h 73"/>
              <a:gd name="T28" fmla="*/ 42 w 80"/>
              <a:gd name="T29" fmla="*/ 71 h 73"/>
              <a:gd name="T30" fmla="*/ 42 w 80"/>
              <a:gd name="T31" fmla="*/ 73 h 73"/>
              <a:gd name="T32" fmla="*/ 38 w 80"/>
              <a:gd name="T33" fmla="*/ 73 h 73"/>
              <a:gd name="T34" fmla="*/ 38 w 80"/>
              <a:gd name="T35" fmla="*/ 70 h 73"/>
              <a:gd name="T36" fmla="*/ 38 w 80"/>
              <a:gd name="T37" fmla="*/ 68 h 73"/>
              <a:gd name="T38" fmla="*/ 35 w 80"/>
              <a:gd name="T39" fmla="*/ 67 h 73"/>
              <a:gd name="T40" fmla="*/ 35 w 80"/>
              <a:gd name="T41" fmla="*/ 67 h 73"/>
              <a:gd name="T42" fmla="*/ 7 w 80"/>
              <a:gd name="T43" fmla="*/ 67 h 73"/>
              <a:gd name="T44" fmla="*/ 4 w 80"/>
              <a:gd name="T45" fmla="*/ 66 h 73"/>
              <a:gd name="T46" fmla="*/ 2 w 80"/>
              <a:gd name="T47" fmla="*/ 65 h 73"/>
              <a:gd name="T48" fmla="*/ 1 w 80"/>
              <a:gd name="T49" fmla="*/ 63 h 73"/>
              <a:gd name="T50" fmla="*/ 0 w 80"/>
              <a:gd name="T51" fmla="*/ 60 h 73"/>
              <a:gd name="T52" fmla="*/ 0 w 80"/>
              <a:gd name="T53" fmla="*/ 6 h 73"/>
              <a:gd name="T54" fmla="*/ 1 w 80"/>
              <a:gd name="T55" fmla="*/ 3 h 73"/>
              <a:gd name="T56" fmla="*/ 2 w 80"/>
              <a:gd name="T57" fmla="*/ 1 h 73"/>
              <a:gd name="T58" fmla="*/ 4 w 80"/>
              <a:gd name="T59" fmla="*/ 0 h 73"/>
              <a:gd name="T60" fmla="*/ 7 w 80"/>
              <a:gd name="T61" fmla="*/ 0 h 73"/>
              <a:gd name="T62" fmla="*/ 35 w 80"/>
              <a:gd name="T63" fmla="*/ 0 h 73"/>
              <a:gd name="T64" fmla="*/ 38 w 80"/>
              <a:gd name="T65" fmla="*/ 0 h 73"/>
              <a:gd name="T66" fmla="*/ 40 w 80"/>
              <a:gd name="T67" fmla="*/ 2 h 73"/>
              <a:gd name="T68" fmla="*/ 42 w 80"/>
              <a:gd name="T69" fmla="*/ 0 h 73"/>
              <a:gd name="T70" fmla="*/ 45 w 80"/>
              <a:gd name="T71" fmla="*/ 0 h 73"/>
              <a:gd name="T72" fmla="*/ 74 w 80"/>
              <a:gd name="T73" fmla="*/ 0 h 73"/>
              <a:gd name="T74" fmla="*/ 3 w 80"/>
              <a:gd name="T75" fmla="*/ 60 h 73"/>
              <a:gd name="T76" fmla="*/ 4 w 80"/>
              <a:gd name="T77" fmla="*/ 63 h 73"/>
              <a:gd name="T78" fmla="*/ 7 w 80"/>
              <a:gd name="T79" fmla="*/ 63 h 73"/>
              <a:gd name="T80" fmla="*/ 35 w 80"/>
              <a:gd name="T81" fmla="*/ 63 h 73"/>
              <a:gd name="T82" fmla="*/ 38 w 80"/>
              <a:gd name="T83" fmla="*/ 63 h 73"/>
              <a:gd name="T84" fmla="*/ 38 w 80"/>
              <a:gd name="T85" fmla="*/ 60 h 73"/>
              <a:gd name="T86" fmla="*/ 38 w 80"/>
              <a:gd name="T87" fmla="*/ 6 h 73"/>
              <a:gd name="T88" fmla="*/ 38 w 80"/>
              <a:gd name="T89" fmla="*/ 4 h 73"/>
              <a:gd name="T90" fmla="*/ 35 w 80"/>
              <a:gd name="T91" fmla="*/ 3 h 73"/>
              <a:gd name="T92" fmla="*/ 7 w 80"/>
              <a:gd name="T93" fmla="*/ 3 h 73"/>
              <a:gd name="T94" fmla="*/ 4 w 80"/>
              <a:gd name="T95" fmla="*/ 4 h 73"/>
              <a:gd name="T96" fmla="*/ 3 w 80"/>
              <a:gd name="T97" fmla="*/ 6 h 73"/>
              <a:gd name="T98" fmla="*/ 3 w 80"/>
              <a:gd name="T99" fmla="*/ 60 h 73"/>
              <a:gd name="T100" fmla="*/ 77 w 80"/>
              <a:gd name="T101" fmla="*/ 60 h 73"/>
              <a:gd name="T102" fmla="*/ 77 w 80"/>
              <a:gd name="T103" fmla="*/ 6 h 73"/>
              <a:gd name="T104" fmla="*/ 76 w 80"/>
              <a:gd name="T105" fmla="*/ 4 h 73"/>
              <a:gd name="T106" fmla="*/ 74 w 80"/>
              <a:gd name="T107" fmla="*/ 3 h 73"/>
              <a:gd name="T108" fmla="*/ 45 w 80"/>
              <a:gd name="T109" fmla="*/ 3 h 73"/>
              <a:gd name="T110" fmla="*/ 43 w 80"/>
              <a:gd name="T111" fmla="*/ 4 h 73"/>
              <a:gd name="T112" fmla="*/ 42 w 80"/>
              <a:gd name="T113" fmla="*/ 6 h 73"/>
              <a:gd name="T114" fmla="*/ 42 w 80"/>
              <a:gd name="T115" fmla="*/ 60 h 73"/>
              <a:gd name="T116" fmla="*/ 43 w 80"/>
              <a:gd name="T117" fmla="*/ 63 h 73"/>
              <a:gd name="T118" fmla="*/ 45 w 80"/>
              <a:gd name="T119" fmla="*/ 63 h 73"/>
              <a:gd name="T120" fmla="*/ 74 w 80"/>
              <a:gd name="T121" fmla="*/ 63 h 73"/>
              <a:gd name="T122" fmla="*/ 76 w 80"/>
              <a:gd name="T123" fmla="*/ 63 h 73"/>
              <a:gd name="T124" fmla="*/ 77 w 80"/>
              <a:gd name="T125" fmla="*/ 6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" h="73">
                <a:moveTo>
                  <a:pt x="74" y="0"/>
                </a:moveTo>
                <a:cubicBezTo>
                  <a:pt x="75" y="0"/>
                  <a:pt x="75" y="0"/>
                  <a:pt x="76" y="0"/>
                </a:cubicBezTo>
                <a:cubicBezTo>
                  <a:pt x="77" y="0"/>
                  <a:pt x="78" y="1"/>
                  <a:pt x="78" y="1"/>
                </a:cubicBezTo>
                <a:cubicBezTo>
                  <a:pt x="79" y="2"/>
                  <a:pt x="79" y="3"/>
                  <a:pt x="80" y="3"/>
                </a:cubicBezTo>
                <a:cubicBezTo>
                  <a:pt x="80" y="4"/>
                  <a:pt x="80" y="5"/>
                  <a:pt x="80" y="6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61"/>
                  <a:pt x="80" y="62"/>
                  <a:pt x="80" y="63"/>
                </a:cubicBezTo>
                <a:cubicBezTo>
                  <a:pt x="79" y="64"/>
                  <a:pt x="79" y="64"/>
                  <a:pt x="78" y="65"/>
                </a:cubicBezTo>
                <a:cubicBezTo>
                  <a:pt x="78" y="65"/>
                  <a:pt x="77" y="66"/>
                  <a:pt x="76" y="66"/>
                </a:cubicBezTo>
                <a:cubicBezTo>
                  <a:pt x="75" y="66"/>
                  <a:pt x="75" y="67"/>
                  <a:pt x="74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4" y="67"/>
                  <a:pt x="43" y="67"/>
                  <a:pt x="43" y="68"/>
                </a:cubicBezTo>
                <a:cubicBezTo>
                  <a:pt x="42" y="68"/>
                  <a:pt x="42" y="69"/>
                  <a:pt x="42" y="70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3"/>
                  <a:pt x="42" y="73"/>
                  <a:pt x="42" y="73"/>
                </a:cubicBezTo>
                <a:cubicBezTo>
                  <a:pt x="38" y="73"/>
                  <a:pt x="38" y="73"/>
                  <a:pt x="38" y="73"/>
                </a:cubicBezTo>
                <a:cubicBezTo>
                  <a:pt x="38" y="70"/>
                  <a:pt x="38" y="70"/>
                  <a:pt x="38" y="70"/>
                </a:cubicBezTo>
                <a:cubicBezTo>
                  <a:pt x="38" y="69"/>
                  <a:pt x="38" y="68"/>
                  <a:pt x="38" y="68"/>
                </a:cubicBezTo>
                <a:cubicBezTo>
                  <a:pt x="37" y="67"/>
                  <a:pt x="36" y="67"/>
                  <a:pt x="35" y="67"/>
                </a:cubicBezTo>
                <a:cubicBezTo>
                  <a:pt x="35" y="67"/>
                  <a:pt x="35" y="67"/>
                  <a:pt x="35" y="67"/>
                </a:cubicBezTo>
                <a:cubicBezTo>
                  <a:pt x="7" y="67"/>
                  <a:pt x="7" y="67"/>
                  <a:pt x="7" y="67"/>
                </a:cubicBezTo>
                <a:cubicBezTo>
                  <a:pt x="6" y="67"/>
                  <a:pt x="5" y="66"/>
                  <a:pt x="4" y="66"/>
                </a:cubicBezTo>
                <a:cubicBezTo>
                  <a:pt x="3" y="66"/>
                  <a:pt x="3" y="65"/>
                  <a:pt x="2" y="65"/>
                </a:cubicBezTo>
                <a:cubicBezTo>
                  <a:pt x="1" y="64"/>
                  <a:pt x="1" y="64"/>
                  <a:pt x="1" y="63"/>
                </a:cubicBezTo>
                <a:cubicBezTo>
                  <a:pt x="0" y="62"/>
                  <a:pt x="0" y="61"/>
                  <a:pt x="0" y="6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4"/>
                  <a:pt x="1" y="3"/>
                </a:cubicBezTo>
                <a:cubicBezTo>
                  <a:pt x="1" y="3"/>
                  <a:pt x="1" y="2"/>
                  <a:pt x="2" y="1"/>
                </a:cubicBezTo>
                <a:cubicBezTo>
                  <a:pt x="3" y="1"/>
                  <a:pt x="3" y="0"/>
                  <a:pt x="4" y="0"/>
                </a:cubicBezTo>
                <a:cubicBezTo>
                  <a:pt x="5" y="0"/>
                  <a:pt x="6" y="0"/>
                  <a:pt x="7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0"/>
                  <a:pt x="38" y="0"/>
                </a:cubicBezTo>
                <a:cubicBezTo>
                  <a:pt x="39" y="0"/>
                  <a:pt x="40" y="1"/>
                  <a:pt x="40" y="2"/>
                </a:cubicBezTo>
                <a:cubicBezTo>
                  <a:pt x="41" y="1"/>
                  <a:pt x="41" y="0"/>
                  <a:pt x="42" y="0"/>
                </a:cubicBezTo>
                <a:cubicBezTo>
                  <a:pt x="43" y="0"/>
                  <a:pt x="44" y="0"/>
                  <a:pt x="45" y="0"/>
                </a:cubicBezTo>
                <a:lnTo>
                  <a:pt x="74" y="0"/>
                </a:lnTo>
                <a:close/>
                <a:moveTo>
                  <a:pt x="3" y="60"/>
                </a:moveTo>
                <a:cubicBezTo>
                  <a:pt x="3" y="61"/>
                  <a:pt x="4" y="62"/>
                  <a:pt x="4" y="63"/>
                </a:cubicBezTo>
                <a:cubicBezTo>
                  <a:pt x="5" y="63"/>
                  <a:pt x="6" y="63"/>
                  <a:pt x="7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6" y="63"/>
                  <a:pt x="37" y="63"/>
                  <a:pt x="38" y="63"/>
                </a:cubicBezTo>
                <a:cubicBezTo>
                  <a:pt x="38" y="62"/>
                  <a:pt x="38" y="61"/>
                  <a:pt x="38" y="60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5"/>
                  <a:pt x="38" y="4"/>
                  <a:pt x="38" y="4"/>
                </a:cubicBezTo>
                <a:cubicBezTo>
                  <a:pt x="37" y="3"/>
                  <a:pt x="36" y="3"/>
                  <a:pt x="35" y="3"/>
                </a:cubicBezTo>
                <a:cubicBezTo>
                  <a:pt x="7" y="3"/>
                  <a:pt x="7" y="3"/>
                  <a:pt x="7" y="3"/>
                </a:cubicBezTo>
                <a:cubicBezTo>
                  <a:pt x="6" y="3"/>
                  <a:pt x="5" y="3"/>
                  <a:pt x="4" y="4"/>
                </a:cubicBezTo>
                <a:cubicBezTo>
                  <a:pt x="4" y="4"/>
                  <a:pt x="3" y="5"/>
                  <a:pt x="3" y="6"/>
                </a:cubicBezTo>
                <a:lnTo>
                  <a:pt x="3" y="60"/>
                </a:lnTo>
                <a:close/>
                <a:moveTo>
                  <a:pt x="77" y="60"/>
                </a:moveTo>
                <a:cubicBezTo>
                  <a:pt x="77" y="6"/>
                  <a:pt x="77" y="6"/>
                  <a:pt x="77" y="6"/>
                </a:cubicBezTo>
                <a:cubicBezTo>
                  <a:pt x="77" y="5"/>
                  <a:pt x="77" y="4"/>
                  <a:pt x="76" y="4"/>
                </a:cubicBezTo>
                <a:cubicBezTo>
                  <a:pt x="75" y="3"/>
                  <a:pt x="75" y="3"/>
                  <a:pt x="74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4" y="3"/>
                  <a:pt x="43" y="3"/>
                  <a:pt x="43" y="4"/>
                </a:cubicBezTo>
                <a:cubicBezTo>
                  <a:pt x="42" y="4"/>
                  <a:pt x="42" y="5"/>
                  <a:pt x="42" y="6"/>
                </a:cubicBezTo>
                <a:cubicBezTo>
                  <a:pt x="42" y="60"/>
                  <a:pt x="42" y="60"/>
                  <a:pt x="42" y="60"/>
                </a:cubicBezTo>
                <a:cubicBezTo>
                  <a:pt x="42" y="61"/>
                  <a:pt x="42" y="62"/>
                  <a:pt x="43" y="63"/>
                </a:cubicBezTo>
                <a:cubicBezTo>
                  <a:pt x="43" y="63"/>
                  <a:pt x="44" y="63"/>
                  <a:pt x="4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5" y="63"/>
                  <a:pt x="75" y="63"/>
                  <a:pt x="76" y="63"/>
                </a:cubicBezTo>
                <a:cubicBezTo>
                  <a:pt x="77" y="62"/>
                  <a:pt x="77" y="61"/>
                  <a:pt x="77" y="6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482600" y="3855233"/>
            <a:ext cx="288925" cy="269875"/>
          </a:xfrm>
          <a:custGeom>
            <a:avLst/>
            <a:gdLst>
              <a:gd name="T0" fmla="*/ 77 w 77"/>
              <a:gd name="T1" fmla="*/ 0 h 72"/>
              <a:gd name="T2" fmla="*/ 77 w 77"/>
              <a:gd name="T3" fmla="*/ 21 h 72"/>
              <a:gd name="T4" fmla="*/ 74 w 77"/>
              <a:gd name="T5" fmla="*/ 21 h 72"/>
              <a:gd name="T6" fmla="*/ 74 w 77"/>
              <a:gd name="T7" fmla="*/ 72 h 72"/>
              <a:gd name="T8" fmla="*/ 4 w 77"/>
              <a:gd name="T9" fmla="*/ 72 h 72"/>
              <a:gd name="T10" fmla="*/ 4 w 77"/>
              <a:gd name="T11" fmla="*/ 21 h 72"/>
              <a:gd name="T12" fmla="*/ 0 w 77"/>
              <a:gd name="T13" fmla="*/ 21 h 72"/>
              <a:gd name="T14" fmla="*/ 0 w 77"/>
              <a:gd name="T15" fmla="*/ 0 h 72"/>
              <a:gd name="T16" fmla="*/ 77 w 77"/>
              <a:gd name="T17" fmla="*/ 0 h 72"/>
              <a:gd name="T18" fmla="*/ 74 w 77"/>
              <a:gd name="T19" fmla="*/ 18 h 72"/>
              <a:gd name="T20" fmla="*/ 74 w 77"/>
              <a:gd name="T21" fmla="*/ 4 h 72"/>
              <a:gd name="T22" fmla="*/ 4 w 77"/>
              <a:gd name="T23" fmla="*/ 4 h 72"/>
              <a:gd name="T24" fmla="*/ 4 w 77"/>
              <a:gd name="T25" fmla="*/ 18 h 72"/>
              <a:gd name="T26" fmla="*/ 74 w 77"/>
              <a:gd name="T27" fmla="*/ 18 h 72"/>
              <a:gd name="T28" fmla="*/ 71 w 77"/>
              <a:gd name="T29" fmla="*/ 69 h 72"/>
              <a:gd name="T30" fmla="*/ 71 w 77"/>
              <a:gd name="T31" fmla="*/ 21 h 72"/>
              <a:gd name="T32" fmla="*/ 7 w 77"/>
              <a:gd name="T33" fmla="*/ 21 h 72"/>
              <a:gd name="T34" fmla="*/ 7 w 77"/>
              <a:gd name="T35" fmla="*/ 69 h 72"/>
              <a:gd name="T36" fmla="*/ 71 w 77"/>
              <a:gd name="T37" fmla="*/ 69 h 72"/>
              <a:gd name="T38" fmla="*/ 27 w 77"/>
              <a:gd name="T39" fmla="*/ 42 h 72"/>
              <a:gd name="T40" fmla="*/ 25 w 77"/>
              <a:gd name="T41" fmla="*/ 42 h 72"/>
              <a:gd name="T42" fmla="*/ 23 w 77"/>
              <a:gd name="T43" fmla="*/ 40 h 72"/>
              <a:gd name="T44" fmla="*/ 22 w 77"/>
              <a:gd name="T45" fmla="*/ 39 h 72"/>
              <a:gd name="T46" fmla="*/ 21 w 77"/>
              <a:gd name="T47" fmla="*/ 36 h 72"/>
              <a:gd name="T48" fmla="*/ 21 w 77"/>
              <a:gd name="T49" fmla="*/ 35 h 72"/>
              <a:gd name="T50" fmla="*/ 22 w 77"/>
              <a:gd name="T51" fmla="*/ 33 h 72"/>
              <a:gd name="T52" fmla="*/ 23 w 77"/>
              <a:gd name="T53" fmla="*/ 31 h 72"/>
              <a:gd name="T54" fmla="*/ 25 w 77"/>
              <a:gd name="T55" fmla="*/ 30 h 72"/>
              <a:gd name="T56" fmla="*/ 27 w 77"/>
              <a:gd name="T57" fmla="*/ 29 h 72"/>
              <a:gd name="T58" fmla="*/ 50 w 77"/>
              <a:gd name="T59" fmla="*/ 29 h 72"/>
              <a:gd name="T60" fmla="*/ 53 w 77"/>
              <a:gd name="T61" fmla="*/ 30 h 72"/>
              <a:gd name="T62" fmla="*/ 55 w 77"/>
              <a:gd name="T63" fmla="*/ 31 h 72"/>
              <a:gd name="T64" fmla="*/ 56 w 77"/>
              <a:gd name="T65" fmla="*/ 33 h 72"/>
              <a:gd name="T66" fmla="*/ 56 w 77"/>
              <a:gd name="T67" fmla="*/ 35 h 72"/>
              <a:gd name="T68" fmla="*/ 56 w 77"/>
              <a:gd name="T69" fmla="*/ 36 h 72"/>
              <a:gd name="T70" fmla="*/ 56 w 77"/>
              <a:gd name="T71" fmla="*/ 39 h 72"/>
              <a:gd name="T72" fmla="*/ 55 w 77"/>
              <a:gd name="T73" fmla="*/ 40 h 72"/>
              <a:gd name="T74" fmla="*/ 53 w 77"/>
              <a:gd name="T75" fmla="*/ 42 h 72"/>
              <a:gd name="T76" fmla="*/ 50 w 77"/>
              <a:gd name="T77" fmla="*/ 42 h 72"/>
              <a:gd name="T78" fmla="*/ 27 w 77"/>
              <a:gd name="T79" fmla="*/ 42 h 72"/>
              <a:gd name="T80" fmla="*/ 24 w 77"/>
              <a:gd name="T81" fmla="*/ 35 h 72"/>
              <a:gd name="T82" fmla="*/ 24 w 77"/>
              <a:gd name="T83" fmla="*/ 36 h 72"/>
              <a:gd name="T84" fmla="*/ 25 w 77"/>
              <a:gd name="T85" fmla="*/ 38 h 72"/>
              <a:gd name="T86" fmla="*/ 27 w 77"/>
              <a:gd name="T87" fmla="*/ 39 h 72"/>
              <a:gd name="T88" fmla="*/ 50 w 77"/>
              <a:gd name="T89" fmla="*/ 39 h 72"/>
              <a:gd name="T90" fmla="*/ 52 w 77"/>
              <a:gd name="T91" fmla="*/ 38 h 72"/>
              <a:gd name="T92" fmla="*/ 53 w 77"/>
              <a:gd name="T93" fmla="*/ 36 h 72"/>
              <a:gd name="T94" fmla="*/ 53 w 77"/>
              <a:gd name="T95" fmla="*/ 35 h 72"/>
              <a:gd name="T96" fmla="*/ 52 w 77"/>
              <a:gd name="T97" fmla="*/ 33 h 72"/>
              <a:gd name="T98" fmla="*/ 50 w 77"/>
              <a:gd name="T99" fmla="*/ 33 h 72"/>
              <a:gd name="T100" fmla="*/ 27 w 77"/>
              <a:gd name="T101" fmla="*/ 33 h 72"/>
              <a:gd name="T102" fmla="*/ 25 w 77"/>
              <a:gd name="T103" fmla="*/ 33 h 72"/>
              <a:gd name="T104" fmla="*/ 24 w 77"/>
              <a:gd name="T105" fmla="*/ 3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7" h="72">
                <a:moveTo>
                  <a:pt x="77" y="0"/>
                </a:moveTo>
                <a:cubicBezTo>
                  <a:pt x="77" y="21"/>
                  <a:pt x="77" y="21"/>
                  <a:pt x="77" y="21"/>
                </a:cubicBezTo>
                <a:cubicBezTo>
                  <a:pt x="74" y="21"/>
                  <a:pt x="74" y="21"/>
                  <a:pt x="74" y="21"/>
                </a:cubicBezTo>
                <a:cubicBezTo>
                  <a:pt x="74" y="72"/>
                  <a:pt x="74" y="72"/>
                  <a:pt x="7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21"/>
                  <a:pt x="4" y="21"/>
                  <a:pt x="4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0"/>
                  <a:pt x="0" y="0"/>
                  <a:pt x="0" y="0"/>
                </a:cubicBezTo>
                <a:lnTo>
                  <a:pt x="77" y="0"/>
                </a:lnTo>
                <a:close/>
                <a:moveTo>
                  <a:pt x="74" y="18"/>
                </a:moveTo>
                <a:cubicBezTo>
                  <a:pt x="74" y="4"/>
                  <a:pt x="74" y="4"/>
                  <a:pt x="7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8"/>
                  <a:pt x="4" y="18"/>
                  <a:pt x="4" y="18"/>
                </a:cubicBezTo>
                <a:lnTo>
                  <a:pt x="74" y="18"/>
                </a:lnTo>
                <a:close/>
                <a:moveTo>
                  <a:pt x="71" y="69"/>
                </a:moveTo>
                <a:cubicBezTo>
                  <a:pt x="71" y="21"/>
                  <a:pt x="71" y="21"/>
                  <a:pt x="71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69"/>
                  <a:pt x="7" y="69"/>
                  <a:pt x="7" y="69"/>
                </a:cubicBezTo>
                <a:lnTo>
                  <a:pt x="71" y="69"/>
                </a:lnTo>
                <a:close/>
                <a:moveTo>
                  <a:pt x="27" y="42"/>
                </a:moveTo>
                <a:cubicBezTo>
                  <a:pt x="26" y="42"/>
                  <a:pt x="26" y="42"/>
                  <a:pt x="25" y="42"/>
                </a:cubicBezTo>
                <a:cubicBezTo>
                  <a:pt x="24" y="41"/>
                  <a:pt x="24" y="41"/>
                  <a:pt x="23" y="40"/>
                </a:cubicBezTo>
                <a:cubicBezTo>
                  <a:pt x="22" y="40"/>
                  <a:pt x="22" y="39"/>
                  <a:pt x="22" y="39"/>
                </a:cubicBezTo>
                <a:cubicBezTo>
                  <a:pt x="21" y="38"/>
                  <a:pt x="21" y="37"/>
                  <a:pt x="21" y="36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4"/>
                  <a:pt x="21" y="34"/>
                  <a:pt x="22" y="33"/>
                </a:cubicBezTo>
                <a:cubicBezTo>
                  <a:pt x="22" y="32"/>
                  <a:pt x="22" y="32"/>
                  <a:pt x="23" y="31"/>
                </a:cubicBezTo>
                <a:cubicBezTo>
                  <a:pt x="24" y="31"/>
                  <a:pt x="24" y="30"/>
                  <a:pt x="25" y="30"/>
                </a:cubicBezTo>
                <a:cubicBezTo>
                  <a:pt x="26" y="30"/>
                  <a:pt x="26" y="29"/>
                  <a:pt x="27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1" y="29"/>
                  <a:pt x="52" y="30"/>
                  <a:pt x="53" y="30"/>
                </a:cubicBezTo>
                <a:cubicBezTo>
                  <a:pt x="54" y="30"/>
                  <a:pt x="54" y="31"/>
                  <a:pt x="55" y="31"/>
                </a:cubicBezTo>
                <a:cubicBezTo>
                  <a:pt x="55" y="32"/>
                  <a:pt x="56" y="32"/>
                  <a:pt x="56" y="33"/>
                </a:cubicBezTo>
                <a:cubicBezTo>
                  <a:pt x="56" y="34"/>
                  <a:pt x="56" y="34"/>
                  <a:pt x="56" y="35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37"/>
                  <a:pt x="56" y="38"/>
                  <a:pt x="56" y="39"/>
                </a:cubicBezTo>
                <a:cubicBezTo>
                  <a:pt x="56" y="39"/>
                  <a:pt x="55" y="40"/>
                  <a:pt x="55" y="40"/>
                </a:cubicBezTo>
                <a:cubicBezTo>
                  <a:pt x="54" y="41"/>
                  <a:pt x="54" y="41"/>
                  <a:pt x="53" y="42"/>
                </a:cubicBezTo>
                <a:cubicBezTo>
                  <a:pt x="52" y="42"/>
                  <a:pt x="51" y="42"/>
                  <a:pt x="50" y="42"/>
                </a:cubicBezTo>
                <a:lnTo>
                  <a:pt x="27" y="42"/>
                </a:lnTo>
                <a:close/>
                <a:moveTo>
                  <a:pt x="24" y="35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37"/>
                  <a:pt x="25" y="38"/>
                  <a:pt x="25" y="38"/>
                </a:cubicBezTo>
                <a:cubicBezTo>
                  <a:pt x="26" y="39"/>
                  <a:pt x="26" y="39"/>
                  <a:pt x="27" y="39"/>
                </a:cubicBezTo>
                <a:cubicBezTo>
                  <a:pt x="50" y="39"/>
                  <a:pt x="50" y="39"/>
                  <a:pt x="50" y="39"/>
                </a:cubicBezTo>
                <a:cubicBezTo>
                  <a:pt x="51" y="39"/>
                  <a:pt x="52" y="39"/>
                  <a:pt x="52" y="38"/>
                </a:cubicBezTo>
                <a:cubicBezTo>
                  <a:pt x="53" y="38"/>
                  <a:pt x="53" y="37"/>
                  <a:pt x="53" y="36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4"/>
                  <a:pt x="53" y="34"/>
                  <a:pt x="52" y="33"/>
                </a:cubicBezTo>
                <a:cubicBezTo>
                  <a:pt x="52" y="33"/>
                  <a:pt x="51" y="33"/>
                  <a:pt x="50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6" y="33"/>
                  <a:pt x="26" y="33"/>
                  <a:pt x="25" y="33"/>
                </a:cubicBezTo>
                <a:cubicBezTo>
                  <a:pt x="25" y="34"/>
                  <a:pt x="24" y="34"/>
                  <a:pt x="24" y="3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1019175" y="3844121"/>
            <a:ext cx="301625" cy="296863"/>
          </a:xfrm>
          <a:custGeom>
            <a:avLst/>
            <a:gdLst>
              <a:gd name="T0" fmla="*/ 0 w 190"/>
              <a:gd name="T1" fmla="*/ 0 h 187"/>
              <a:gd name="T2" fmla="*/ 190 w 190"/>
              <a:gd name="T3" fmla="*/ 0 h 187"/>
              <a:gd name="T4" fmla="*/ 190 w 190"/>
              <a:gd name="T5" fmla="*/ 187 h 187"/>
              <a:gd name="T6" fmla="*/ 0 w 190"/>
              <a:gd name="T7" fmla="*/ 187 h 187"/>
              <a:gd name="T8" fmla="*/ 0 w 190"/>
              <a:gd name="T9" fmla="*/ 0 h 187"/>
              <a:gd name="T10" fmla="*/ 183 w 190"/>
              <a:gd name="T11" fmla="*/ 7 h 187"/>
              <a:gd name="T12" fmla="*/ 8 w 190"/>
              <a:gd name="T13" fmla="*/ 7 h 187"/>
              <a:gd name="T14" fmla="*/ 8 w 190"/>
              <a:gd name="T15" fmla="*/ 35 h 187"/>
              <a:gd name="T16" fmla="*/ 183 w 190"/>
              <a:gd name="T17" fmla="*/ 35 h 187"/>
              <a:gd name="T18" fmla="*/ 183 w 190"/>
              <a:gd name="T19" fmla="*/ 7 h 187"/>
              <a:gd name="T20" fmla="*/ 8 w 190"/>
              <a:gd name="T21" fmla="*/ 180 h 187"/>
              <a:gd name="T22" fmla="*/ 183 w 190"/>
              <a:gd name="T23" fmla="*/ 180 h 187"/>
              <a:gd name="T24" fmla="*/ 183 w 190"/>
              <a:gd name="T25" fmla="*/ 45 h 187"/>
              <a:gd name="T26" fmla="*/ 8 w 190"/>
              <a:gd name="T27" fmla="*/ 45 h 187"/>
              <a:gd name="T28" fmla="*/ 8 w 190"/>
              <a:gd name="T29" fmla="*/ 180 h 187"/>
              <a:gd name="T30" fmla="*/ 19 w 190"/>
              <a:gd name="T31" fmla="*/ 16 h 187"/>
              <a:gd name="T32" fmla="*/ 19 w 190"/>
              <a:gd name="T33" fmla="*/ 26 h 187"/>
              <a:gd name="T34" fmla="*/ 26 w 190"/>
              <a:gd name="T35" fmla="*/ 26 h 187"/>
              <a:gd name="T36" fmla="*/ 26 w 190"/>
              <a:gd name="T37" fmla="*/ 16 h 187"/>
              <a:gd name="T38" fmla="*/ 19 w 190"/>
              <a:gd name="T39" fmla="*/ 16 h 187"/>
              <a:gd name="T40" fmla="*/ 34 w 190"/>
              <a:gd name="T41" fmla="*/ 16 h 187"/>
              <a:gd name="T42" fmla="*/ 34 w 190"/>
              <a:gd name="T43" fmla="*/ 26 h 187"/>
              <a:gd name="T44" fmla="*/ 43 w 190"/>
              <a:gd name="T45" fmla="*/ 26 h 187"/>
              <a:gd name="T46" fmla="*/ 43 w 190"/>
              <a:gd name="T47" fmla="*/ 16 h 187"/>
              <a:gd name="T48" fmla="*/ 34 w 190"/>
              <a:gd name="T49" fmla="*/ 16 h 187"/>
              <a:gd name="T50" fmla="*/ 50 w 190"/>
              <a:gd name="T51" fmla="*/ 16 h 187"/>
              <a:gd name="T52" fmla="*/ 50 w 190"/>
              <a:gd name="T53" fmla="*/ 26 h 187"/>
              <a:gd name="T54" fmla="*/ 166 w 190"/>
              <a:gd name="T55" fmla="*/ 26 h 187"/>
              <a:gd name="T56" fmla="*/ 166 w 190"/>
              <a:gd name="T57" fmla="*/ 16 h 187"/>
              <a:gd name="T58" fmla="*/ 50 w 190"/>
              <a:gd name="T59" fmla="*/ 1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90" h="187">
                <a:moveTo>
                  <a:pt x="0" y="0"/>
                </a:moveTo>
                <a:lnTo>
                  <a:pt x="190" y="0"/>
                </a:lnTo>
                <a:lnTo>
                  <a:pt x="190" y="187"/>
                </a:lnTo>
                <a:lnTo>
                  <a:pt x="0" y="187"/>
                </a:lnTo>
                <a:lnTo>
                  <a:pt x="0" y="0"/>
                </a:lnTo>
                <a:close/>
                <a:moveTo>
                  <a:pt x="183" y="7"/>
                </a:moveTo>
                <a:lnTo>
                  <a:pt x="8" y="7"/>
                </a:lnTo>
                <a:lnTo>
                  <a:pt x="8" y="35"/>
                </a:lnTo>
                <a:lnTo>
                  <a:pt x="183" y="35"/>
                </a:lnTo>
                <a:lnTo>
                  <a:pt x="183" y="7"/>
                </a:lnTo>
                <a:close/>
                <a:moveTo>
                  <a:pt x="8" y="180"/>
                </a:moveTo>
                <a:lnTo>
                  <a:pt x="183" y="180"/>
                </a:lnTo>
                <a:lnTo>
                  <a:pt x="183" y="45"/>
                </a:lnTo>
                <a:lnTo>
                  <a:pt x="8" y="45"/>
                </a:lnTo>
                <a:lnTo>
                  <a:pt x="8" y="180"/>
                </a:lnTo>
                <a:close/>
                <a:moveTo>
                  <a:pt x="19" y="16"/>
                </a:moveTo>
                <a:lnTo>
                  <a:pt x="19" y="26"/>
                </a:lnTo>
                <a:lnTo>
                  <a:pt x="26" y="26"/>
                </a:lnTo>
                <a:lnTo>
                  <a:pt x="26" y="16"/>
                </a:lnTo>
                <a:lnTo>
                  <a:pt x="19" y="16"/>
                </a:lnTo>
                <a:close/>
                <a:moveTo>
                  <a:pt x="34" y="16"/>
                </a:moveTo>
                <a:lnTo>
                  <a:pt x="34" y="26"/>
                </a:lnTo>
                <a:lnTo>
                  <a:pt x="43" y="26"/>
                </a:lnTo>
                <a:lnTo>
                  <a:pt x="43" y="16"/>
                </a:lnTo>
                <a:lnTo>
                  <a:pt x="34" y="16"/>
                </a:lnTo>
                <a:close/>
                <a:moveTo>
                  <a:pt x="50" y="16"/>
                </a:moveTo>
                <a:lnTo>
                  <a:pt x="50" y="26"/>
                </a:lnTo>
                <a:lnTo>
                  <a:pt x="166" y="26"/>
                </a:lnTo>
                <a:lnTo>
                  <a:pt x="166" y="16"/>
                </a:lnTo>
                <a:lnTo>
                  <a:pt x="50" y="1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1549400" y="3820308"/>
            <a:ext cx="322263" cy="342900"/>
          </a:xfrm>
          <a:custGeom>
            <a:avLst/>
            <a:gdLst>
              <a:gd name="T0" fmla="*/ 198 w 203"/>
              <a:gd name="T1" fmla="*/ 36 h 216"/>
              <a:gd name="T2" fmla="*/ 203 w 203"/>
              <a:gd name="T3" fmla="*/ 38 h 216"/>
              <a:gd name="T4" fmla="*/ 203 w 203"/>
              <a:gd name="T5" fmla="*/ 178 h 216"/>
              <a:gd name="T6" fmla="*/ 101 w 203"/>
              <a:gd name="T7" fmla="*/ 216 h 216"/>
              <a:gd name="T8" fmla="*/ 0 w 203"/>
              <a:gd name="T9" fmla="*/ 178 h 216"/>
              <a:gd name="T10" fmla="*/ 0 w 203"/>
              <a:gd name="T11" fmla="*/ 38 h 216"/>
              <a:gd name="T12" fmla="*/ 101 w 203"/>
              <a:gd name="T13" fmla="*/ 0 h 216"/>
              <a:gd name="T14" fmla="*/ 198 w 203"/>
              <a:gd name="T15" fmla="*/ 36 h 216"/>
              <a:gd name="T16" fmla="*/ 97 w 203"/>
              <a:gd name="T17" fmla="*/ 207 h 216"/>
              <a:gd name="T18" fmla="*/ 97 w 203"/>
              <a:gd name="T19" fmla="*/ 79 h 216"/>
              <a:gd name="T20" fmla="*/ 7 w 203"/>
              <a:gd name="T21" fmla="*/ 48 h 216"/>
              <a:gd name="T22" fmla="*/ 7 w 203"/>
              <a:gd name="T23" fmla="*/ 173 h 216"/>
              <a:gd name="T24" fmla="*/ 97 w 203"/>
              <a:gd name="T25" fmla="*/ 207 h 216"/>
              <a:gd name="T26" fmla="*/ 101 w 203"/>
              <a:gd name="T27" fmla="*/ 74 h 216"/>
              <a:gd name="T28" fmla="*/ 189 w 203"/>
              <a:gd name="T29" fmla="*/ 41 h 216"/>
              <a:gd name="T30" fmla="*/ 101 w 203"/>
              <a:gd name="T31" fmla="*/ 10 h 216"/>
              <a:gd name="T32" fmla="*/ 14 w 203"/>
              <a:gd name="T33" fmla="*/ 41 h 216"/>
              <a:gd name="T34" fmla="*/ 101 w 203"/>
              <a:gd name="T35" fmla="*/ 74 h 216"/>
              <a:gd name="T36" fmla="*/ 196 w 203"/>
              <a:gd name="T37" fmla="*/ 173 h 216"/>
              <a:gd name="T38" fmla="*/ 196 w 203"/>
              <a:gd name="T39" fmla="*/ 48 h 216"/>
              <a:gd name="T40" fmla="*/ 106 w 203"/>
              <a:gd name="T41" fmla="*/ 79 h 216"/>
              <a:gd name="T42" fmla="*/ 106 w 203"/>
              <a:gd name="T43" fmla="*/ 207 h 216"/>
              <a:gd name="T44" fmla="*/ 196 w 203"/>
              <a:gd name="T45" fmla="*/ 173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3" h="216">
                <a:moveTo>
                  <a:pt x="198" y="36"/>
                </a:moveTo>
                <a:lnTo>
                  <a:pt x="203" y="38"/>
                </a:lnTo>
                <a:lnTo>
                  <a:pt x="203" y="178"/>
                </a:lnTo>
                <a:lnTo>
                  <a:pt x="101" y="216"/>
                </a:lnTo>
                <a:lnTo>
                  <a:pt x="0" y="178"/>
                </a:lnTo>
                <a:lnTo>
                  <a:pt x="0" y="38"/>
                </a:lnTo>
                <a:lnTo>
                  <a:pt x="101" y="0"/>
                </a:lnTo>
                <a:lnTo>
                  <a:pt x="198" y="36"/>
                </a:lnTo>
                <a:close/>
                <a:moveTo>
                  <a:pt x="97" y="207"/>
                </a:moveTo>
                <a:lnTo>
                  <a:pt x="97" y="79"/>
                </a:lnTo>
                <a:lnTo>
                  <a:pt x="7" y="48"/>
                </a:lnTo>
                <a:lnTo>
                  <a:pt x="7" y="173"/>
                </a:lnTo>
                <a:lnTo>
                  <a:pt x="97" y="207"/>
                </a:lnTo>
                <a:close/>
                <a:moveTo>
                  <a:pt x="101" y="74"/>
                </a:moveTo>
                <a:lnTo>
                  <a:pt x="189" y="41"/>
                </a:lnTo>
                <a:lnTo>
                  <a:pt x="101" y="10"/>
                </a:lnTo>
                <a:lnTo>
                  <a:pt x="14" y="41"/>
                </a:lnTo>
                <a:lnTo>
                  <a:pt x="101" y="74"/>
                </a:lnTo>
                <a:close/>
                <a:moveTo>
                  <a:pt x="196" y="173"/>
                </a:moveTo>
                <a:lnTo>
                  <a:pt x="196" y="48"/>
                </a:lnTo>
                <a:lnTo>
                  <a:pt x="106" y="79"/>
                </a:lnTo>
                <a:lnTo>
                  <a:pt x="106" y="207"/>
                </a:lnTo>
                <a:lnTo>
                  <a:pt x="196" y="17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2141538" y="3847296"/>
            <a:ext cx="219075" cy="288925"/>
          </a:xfrm>
          <a:custGeom>
            <a:avLst/>
            <a:gdLst>
              <a:gd name="T0" fmla="*/ 54 w 58"/>
              <a:gd name="T1" fmla="*/ 1 h 77"/>
              <a:gd name="T2" fmla="*/ 57 w 58"/>
              <a:gd name="T3" fmla="*/ 4 h 77"/>
              <a:gd name="T4" fmla="*/ 58 w 58"/>
              <a:gd name="T5" fmla="*/ 71 h 77"/>
              <a:gd name="T6" fmla="*/ 56 w 58"/>
              <a:gd name="T7" fmla="*/ 75 h 77"/>
              <a:gd name="T8" fmla="*/ 51 w 58"/>
              <a:gd name="T9" fmla="*/ 77 h 77"/>
              <a:gd name="T10" fmla="*/ 4 w 58"/>
              <a:gd name="T11" fmla="*/ 76 h 77"/>
              <a:gd name="T12" fmla="*/ 1 w 58"/>
              <a:gd name="T13" fmla="*/ 73 h 77"/>
              <a:gd name="T14" fmla="*/ 0 w 58"/>
              <a:gd name="T15" fmla="*/ 6 h 77"/>
              <a:gd name="T16" fmla="*/ 2 w 58"/>
              <a:gd name="T17" fmla="*/ 2 h 77"/>
              <a:gd name="T18" fmla="*/ 7 w 58"/>
              <a:gd name="T19" fmla="*/ 0 h 77"/>
              <a:gd name="T20" fmla="*/ 54 w 58"/>
              <a:gd name="T21" fmla="*/ 71 h 77"/>
              <a:gd name="T22" fmla="*/ 53 w 58"/>
              <a:gd name="T23" fmla="*/ 4 h 77"/>
              <a:gd name="T24" fmla="*/ 7 w 58"/>
              <a:gd name="T25" fmla="*/ 3 h 77"/>
              <a:gd name="T26" fmla="*/ 3 w 58"/>
              <a:gd name="T27" fmla="*/ 6 h 77"/>
              <a:gd name="T28" fmla="*/ 4 w 58"/>
              <a:gd name="T29" fmla="*/ 73 h 77"/>
              <a:gd name="T30" fmla="*/ 51 w 58"/>
              <a:gd name="T31" fmla="*/ 74 h 77"/>
              <a:gd name="T32" fmla="*/ 54 w 58"/>
              <a:gd name="T33" fmla="*/ 71 h 77"/>
              <a:gd name="T34" fmla="*/ 7 w 58"/>
              <a:gd name="T35" fmla="*/ 8 h 77"/>
              <a:gd name="T36" fmla="*/ 51 w 58"/>
              <a:gd name="T37" fmla="*/ 21 h 77"/>
              <a:gd name="T38" fmla="*/ 16 w 58"/>
              <a:gd name="T39" fmla="*/ 35 h 77"/>
              <a:gd name="T40" fmla="*/ 19 w 58"/>
              <a:gd name="T41" fmla="*/ 38 h 77"/>
              <a:gd name="T42" fmla="*/ 7 w 58"/>
              <a:gd name="T43" fmla="*/ 26 h 77"/>
              <a:gd name="T44" fmla="*/ 10 w 58"/>
              <a:gd name="T45" fmla="*/ 35 h 77"/>
              <a:gd name="T46" fmla="*/ 16 w 58"/>
              <a:gd name="T47" fmla="*/ 51 h 77"/>
              <a:gd name="T48" fmla="*/ 19 w 58"/>
              <a:gd name="T49" fmla="*/ 54 h 77"/>
              <a:gd name="T50" fmla="*/ 7 w 58"/>
              <a:gd name="T51" fmla="*/ 42 h 77"/>
              <a:gd name="T52" fmla="*/ 10 w 58"/>
              <a:gd name="T53" fmla="*/ 51 h 77"/>
              <a:gd name="T54" fmla="*/ 16 w 58"/>
              <a:gd name="T55" fmla="*/ 67 h 77"/>
              <a:gd name="T56" fmla="*/ 19 w 58"/>
              <a:gd name="T57" fmla="*/ 71 h 77"/>
              <a:gd name="T58" fmla="*/ 7 w 58"/>
              <a:gd name="T59" fmla="*/ 58 h 77"/>
              <a:gd name="T60" fmla="*/ 10 w 58"/>
              <a:gd name="T61" fmla="*/ 67 h 77"/>
              <a:gd name="T62" fmla="*/ 10 w 58"/>
              <a:gd name="T63" fmla="*/ 11 h 77"/>
              <a:gd name="T64" fmla="*/ 48 w 58"/>
              <a:gd name="T65" fmla="*/ 18 h 77"/>
              <a:gd name="T66" fmla="*/ 10 w 58"/>
              <a:gd name="T67" fmla="*/ 11 h 77"/>
              <a:gd name="T68" fmla="*/ 35 w 58"/>
              <a:gd name="T69" fmla="*/ 35 h 77"/>
              <a:gd name="T70" fmla="*/ 22 w 58"/>
              <a:gd name="T71" fmla="*/ 38 h 77"/>
              <a:gd name="T72" fmla="*/ 26 w 58"/>
              <a:gd name="T73" fmla="*/ 26 h 77"/>
              <a:gd name="T74" fmla="*/ 32 w 58"/>
              <a:gd name="T75" fmla="*/ 35 h 77"/>
              <a:gd name="T76" fmla="*/ 35 w 58"/>
              <a:gd name="T77" fmla="*/ 51 h 77"/>
              <a:gd name="T78" fmla="*/ 22 w 58"/>
              <a:gd name="T79" fmla="*/ 54 h 77"/>
              <a:gd name="T80" fmla="*/ 26 w 58"/>
              <a:gd name="T81" fmla="*/ 42 h 77"/>
              <a:gd name="T82" fmla="*/ 32 w 58"/>
              <a:gd name="T83" fmla="*/ 51 h 77"/>
              <a:gd name="T84" fmla="*/ 35 w 58"/>
              <a:gd name="T85" fmla="*/ 67 h 77"/>
              <a:gd name="T86" fmla="*/ 22 w 58"/>
              <a:gd name="T87" fmla="*/ 71 h 77"/>
              <a:gd name="T88" fmla="*/ 26 w 58"/>
              <a:gd name="T89" fmla="*/ 58 h 77"/>
              <a:gd name="T90" fmla="*/ 32 w 58"/>
              <a:gd name="T91" fmla="*/ 67 h 77"/>
              <a:gd name="T92" fmla="*/ 51 w 58"/>
              <a:gd name="T93" fmla="*/ 35 h 77"/>
              <a:gd name="T94" fmla="*/ 38 w 58"/>
              <a:gd name="T95" fmla="*/ 38 h 77"/>
              <a:gd name="T96" fmla="*/ 42 w 58"/>
              <a:gd name="T97" fmla="*/ 26 h 77"/>
              <a:gd name="T98" fmla="*/ 48 w 58"/>
              <a:gd name="T99" fmla="*/ 35 h 77"/>
              <a:gd name="T100" fmla="*/ 51 w 58"/>
              <a:gd name="T101" fmla="*/ 67 h 77"/>
              <a:gd name="T102" fmla="*/ 38 w 58"/>
              <a:gd name="T103" fmla="*/ 71 h 77"/>
              <a:gd name="T104" fmla="*/ 42 w 58"/>
              <a:gd name="T105" fmla="*/ 42 h 77"/>
              <a:gd name="T106" fmla="*/ 48 w 58"/>
              <a:gd name="T107" fmla="*/ 6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8" h="77">
                <a:moveTo>
                  <a:pt x="51" y="0"/>
                </a:moveTo>
                <a:cubicBezTo>
                  <a:pt x="52" y="0"/>
                  <a:pt x="53" y="0"/>
                  <a:pt x="54" y="1"/>
                </a:cubicBezTo>
                <a:cubicBezTo>
                  <a:pt x="55" y="1"/>
                  <a:pt x="55" y="1"/>
                  <a:pt x="56" y="2"/>
                </a:cubicBezTo>
                <a:cubicBezTo>
                  <a:pt x="56" y="3"/>
                  <a:pt x="57" y="3"/>
                  <a:pt x="57" y="4"/>
                </a:cubicBezTo>
                <a:cubicBezTo>
                  <a:pt x="58" y="5"/>
                  <a:pt x="58" y="6"/>
                  <a:pt x="58" y="6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1"/>
                  <a:pt x="58" y="72"/>
                  <a:pt x="57" y="73"/>
                </a:cubicBezTo>
                <a:cubicBezTo>
                  <a:pt x="57" y="74"/>
                  <a:pt x="56" y="74"/>
                  <a:pt x="56" y="75"/>
                </a:cubicBezTo>
                <a:cubicBezTo>
                  <a:pt x="55" y="76"/>
                  <a:pt x="55" y="76"/>
                  <a:pt x="54" y="76"/>
                </a:cubicBezTo>
                <a:cubicBezTo>
                  <a:pt x="53" y="77"/>
                  <a:pt x="52" y="77"/>
                  <a:pt x="51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6" y="77"/>
                  <a:pt x="5" y="77"/>
                  <a:pt x="4" y="76"/>
                </a:cubicBezTo>
                <a:cubicBezTo>
                  <a:pt x="3" y="76"/>
                  <a:pt x="2" y="76"/>
                  <a:pt x="2" y="75"/>
                </a:cubicBezTo>
                <a:cubicBezTo>
                  <a:pt x="1" y="74"/>
                  <a:pt x="1" y="74"/>
                  <a:pt x="1" y="73"/>
                </a:cubicBezTo>
                <a:cubicBezTo>
                  <a:pt x="0" y="72"/>
                  <a:pt x="0" y="71"/>
                  <a:pt x="0" y="7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5"/>
                  <a:pt x="1" y="4"/>
                </a:cubicBezTo>
                <a:cubicBezTo>
                  <a:pt x="1" y="3"/>
                  <a:pt x="1" y="3"/>
                  <a:pt x="2" y="2"/>
                </a:cubicBezTo>
                <a:cubicBezTo>
                  <a:pt x="2" y="1"/>
                  <a:pt x="3" y="1"/>
                  <a:pt x="4" y="1"/>
                </a:cubicBezTo>
                <a:cubicBezTo>
                  <a:pt x="5" y="0"/>
                  <a:pt x="6" y="0"/>
                  <a:pt x="7" y="0"/>
                </a:cubicBezTo>
                <a:lnTo>
                  <a:pt x="51" y="0"/>
                </a:lnTo>
                <a:close/>
                <a:moveTo>
                  <a:pt x="54" y="71"/>
                </a:moveTo>
                <a:cubicBezTo>
                  <a:pt x="54" y="6"/>
                  <a:pt x="54" y="6"/>
                  <a:pt x="54" y="6"/>
                </a:cubicBezTo>
                <a:cubicBezTo>
                  <a:pt x="54" y="6"/>
                  <a:pt x="54" y="5"/>
                  <a:pt x="53" y="4"/>
                </a:cubicBezTo>
                <a:cubicBezTo>
                  <a:pt x="53" y="4"/>
                  <a:pt x="52" y="3"/>
                  <a:pt x="51" y="3"/>
                </a:cubicBezTo>
                <a:cubicBezTo>
                  <a:pt x="7" y="3"/>
                  <a:pt x="7" y="3"/>
                  <a:pt x="7" y="3"/>
                </a:cubicBezTo>
                <a:cubicBezTo>
                  <a:pt x="6" y="3"/>
                  <a:pt x="5" y="4"/>
                  <a:pt x="4" y="4"/>
                </a:cubicBezTo>
                <a:cubicBezTo>
                  <a:pt x="4" y="5"/>
                  <a:pt x="3" y="6"/>
                  <a:pt x="3" y="6"/>
                </a:cubicBezTo>
                <a:cubicBezTo>
                  <a:pt x="3" y="71"/>
                  <a:pt x="3" y="71"/>
                  <a:pt x="3" y="71"/>
                </a:cubicBezTo>
                <a:cubicBezTo>
                  <a:pt x="3" y="71"/>
                  <a:pt x="4" y="72"/>
                  <a:pt x="4" y="73"/>
                </a:cubicBezTo>
                <a:cubicBezTo>
                  <a:pt x="5" y="73"/>
                  <a:pt x="6" y="74"/>
                  <a:pt x="7" y="74"/>
                </a:cubicBez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3" y="73"/>
                  <a:pt x="53" y="73"/>
                </a:cubicBezTo>
                <a:cubicBezTo>
                  <a:pt x="54" y="72"/>
                  <a:pt x="54" y="71"/>
                  <a:pt x="54" y="71"/>
                </a:cubicBezTo>
                <a:close/>
                <a:moveTo>
                  <a:pt x="7" y="21"/>
                </a:moveTo>
                <a:cubicBezTo>
                  <a:pt x="7" y="8"/>
                  <a:pt x="7" y="8"/>
                  <a:pt x="7" y="8"/>
                </a:cubicBezTo>
                <a:cubicBezTo>
                  <a:pt x="51" y="8"/>
                  <a:pt x="51" y="8"/>
                  <a:pt x="51" y="8"/>
                </a:cubicBezTo>
                <a:cubicBezTo>
                  <a:pt x="51" y="21"/>
                  <a:pt x="51" y="21"/>
                  <a:pt x="51" y="21"/>
                </a:cubicBezTo>
                <a:lnTo>
                  <a:pt x="7" y="21"/>
                </a:lnTo>
                <a:close/>
                <a:moveTo>
                  <a:pt x="16" y="35"/>
                </a:moveTo>
                <a:cubicBezTo>
                  <a:pt x="19" y="35"/>
                  <a:pt x="19" y="35"/>
                  <a:pt x="19" y="35"/>
                </a:cubicBezTo>
                <a:cubicBezTo>
                  <a:pt x="19" y="38"/>
                  <a:pt x="19" y="38"/>
                  <a:pt x="19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26"/>
                  <a:pt x="7" y="26"/>
                  <a:pt x="7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35"/>
                  <a:pt x="10" y="35"/>
                  <a:pt x="10" y="35"/>
                </a:cubicBezTo>
                <a:lnTo>
                  <a:pt x="16" y="35"/>
                </a:lnTo>
                <a:close/>
                <a:moveTo>
                  <a:pt x="16" y="51"/>
                </a:moveTo>
                <a:cubicBezTo>
                  <a:pt x="19" y="51"/>
                  <a:pt x="19" y="51"/>
                  <a:pt x="19" y="51"/>
                </a:cubicBezTo>
                <a:cubicBezTo>
                  <a:pt x="19" y="54"/>
                  <a:pt x="19" y="54"/>
                  <a:pt x="19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42"/>
                  <a:pt x="7" y="42"/>
                  <a:pt x="7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51"/>
                  <a:pt x="10" y="51"/>
                  <a:pt x="10" y="51"/>
                </a:cubicBezTo>
                <a:lnTo>
                  <a:pt x="16" y="51"/>
                </a:lnTo>
                <a:close/>
                <a:moveTo>
                  <a:pt x="16" y="67"/>
                </a:moveTo>
                <a:cubicBezTo>
                  <a:pt x="19" y="67"/>
                  <a:pt x="19" y="67"/>
                  <a:pt x="19" y="67"/>
                </a:cubicBezTo>
                <a:cubicBezTo>
                  <a:pt x="19" y="71"/>
                  <a:pt x="19" y="71"/>
                  <a:pt x="19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58"/>
                  <a:pt x="7" y="58"/>
                  <a:pt x="7" y="58"/>
                </a:cubicBezTo>
                <a:cubicBezTo>
                  <a:pt x="10" y="58"/>
                  <a:pt x="10" y="58"/>
                  <a:pt x="10" y="58"/>
                </a:cubicBezTo>
                <a:cubicBezTo>
                  <a:pt x="10" y="67"/>
                  <a:pt x="10" y="67"/>
                  <a:pt x="10" y="67"/>
                </a:cubicBezTo>
                <a:lnTo>
                  <a:pt x="16" y="67"/>
                </a:lnTo>
                <a:close/>
                <a:moveTo>
                  <a:pt x="10" y="11"/>
                </a:moveTo>
                <a:cubicBezTo>
                  <a:pt x="10" y="18"/>
                  <a:pt x="10" y="18"/>
                  <a:pt x="10" y="18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11"/>
                  <a:pt x="48" y="11"/>
                  <a:pt x="48" y="11"/>
                </a:cubicBezTo>
                <a:lnTo>
                  <a:pt x="10" y="11"/>
                </a:lnTo>
                <a:close/>
                <a:moveTo>
                  <a:pt x="32" y="35"/>
                </a:moveTo>
                <a:cubicBezTo>
                  <a:pt x="35" y="35"/>
                  <a:pt x="35" y="35"/>
                  <a:pt x="35" y="35"/>
                </a:cubicBezTo>
                <a:cubicBezTo>
                  <a:pt x="35" y="38"/>
                  <a:pt x="35" y="38"/>
                  <a:pt x="35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26"/>
                  <a:pt x="22" y="26"/>
                  <a:pt x="2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35"/>
                  <a:pt x="26" y="35"/>
                  <a:pt x="26" y="35"/>
                </a:cubicBezTo>
                <a:lnTo>
                  <a:pt x="32" y="35"/>
                </a:lnTo>
                <a:close/>
                <a:moveTo>
                  <a:pt x="32" y="51"/>
                </a:moveTo>
                <a:cubicBezTo>
                  <a:pt x="35" y="51"/>
                  <a:pt x="35" y="51"/>
                  <a:pt x="35" y="51"/>
                </a:cubicBezTo>
                <a:cubicBezTo>
                  <a:pt x="35" y="54"/>
                  <a:pt x="35" y="54"/>
                  <a:pt x="35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42"/>
                  <a:pt x="22" y="42"/>
                  <a:pt x="22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51"/>
                  <a:pt x="26" y="51"/>
                  <a:pt x="26" y="51"/>
                </a:cubicBezTo>
                <a:lnTo>
                  <a:pt x="32" y="51"/>
                </a:lnTo>
                <a:close/>
                <a:moveTo>
                  <a:pt x="32" y="67"/>
                </a:moveTo>
                <a:cubicBezTo>
                  <a:pt x="35" y="67"/>
                  <a:pt x="35" y="67"/>
                  <a:pt x="35" y="67"/>
                </a:cubicBezTo>
                <a:cubicBezTo>
                  <a:pt x="35" y="71"/>
                  <a:pt x="35" y="71"/>
                  <a:pt x="35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58"/>
                  <a:pt x="22" y="58"/>
                  <a:pt x="22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67"/>
                  <a:pt x="26" y="67"/>
                  <a:pt x="26" y="67"/>
                </a:cubicBezTo>
                <a:lnTo>
                  <a:pt x="32" y="67"/>
                </a:lnTo>
                <a:close/>
                <a:moveTo>
                  <a:pt x="48" y="35"/>
                </a:moveTo>
                <a:cubicBezTo>
                  <a:pt x="51" y="35"/>
                  <a:pt x="51" y="35"/>
                  <a:pt x="51" y="35"/>
                </a:cubicBezTo>
                <a:cubicBezTo>
                  <a:pt x="51" y="38"/>
                  <a:pt x="51" y="38"/>
                  <a:pt x="51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26"/>
                  <a:pt x="38" y="26"/>
                  <a:pt x="38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35"/>
                  <a:pt x="42" y="35"/>
                  <a:pt x="42" y="35"/>
                </a:cubicBezTo>
                <a:lnTo>
                  <a:pt x="48" y="35"/>
                </a:lnTo>
                <a:close/>
                <a:moveTo>
                  <a:pt x="48" y="67"/>
                </a:moveTo>
                <a:cubicBezTo>
                  <a:pt x="51" y="67"/>
                  <a:pt x="51" y="67"/>
                  <a:pt x="51" y="67"/>
                </a:cubicBezTo>
                <a:cubicBezTo>
                  <a:pt x="51" y="71"/>
                  <a:pt x="51" y="71"/>
                  <a:pt x="51" y="71"/>
                </a:cubicBezTo>
                <a:cubicBezTo>
                  <a:pt x="38" y="71"/>
                  <a:pt x="38" y="71"/>
                  <a:pt x="38" y="71"/>
                </a:cubicBezTo>
                <a:cubicBezTo>
                  <a:pt x="38" y="42"/>
                  <a:pt x="38" y="42"/>
                  <a:pt x="38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2" y="67"/>
                  <a:pt x="42" y="67"/>
                  <a:pt x="42" y="67"/>
                </a:cubicBezTo>
                <a:lnTo>
                  <a:pt x="48" y="6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2644775" y="3828246"/>
            <a:ext cx="293688" cy="327025"/>
          </a:xfrm>
          <a:custGeom>
            <a:avLst/>
            <a:gdLst>
              <a:gd name="T0" fmla="*/ 44 w 78"/>
              <a:gd name="T1" fmla="*/ 79 h 87"/>
              <a:gd name="T2" fmla="*/ 21 w 78"/>
              <a:gd name="T3" fmla="*/ 57 h 87"/>
              <a:gd name="T4" fmla="*/ 6 w 78"/>
              <a:gd name="T5" fmla="*/ 33 h 87"/>
              <a:gd name="T6" fmla="*/ 0 w 78"/>
              <a:gd name="T7" fmla="*/ 16 h 87"/>
              <a:gd name="T8" fmla="*/ 3 w 78"/>
              <a:gd name="T9" fmla="*/ 8 h 87"/>
              <a:gd name="T10" fmla="*/ 8 w 78"/>
              <a:gd name="T11" fmla="*/ 4 h 87"/>
              <a:gd name="T12" fmla="*/ 14 w 78"/>
              <a:gd name="T13" fmla="*/ 1 h 87"/>
              <a:gd name="T14" fmla="*/ 21 w 78"/>
              <a:gd name="T15" fmla="*/ 1 h 87"/>
              <a:gd name="T16" fmla="*/ 27 w 78"/>
              <a:gd name="T17" fmla="*/ 11 h 87"/>
              <a:gd name="T18" fmla="*/ 30 w 78"/>
              <a:gd name="T19" fmla="*/ 20 h 87"/>
              <a:gd name="T20" fmla="*/ 29 w 78"/>
              <a:gd name="T21" fmla="*/ 24 h 87"/>
              <a:gd name="T22" fmla="*/ 27 w 78"/>
              <a:gd name="T23" fmla="*/ 26 h 87"/>
              <a:gd name="T24" fmla="*/ 23 w 78"/>
              <a:gd name="T25" fmla="*/ 31 h 87"/>
              <a:gd name="T26" fmla="*/ 24 w 78"/>
              <a:gd name="T27" fmla="*/ 34 h 87"/>
              <a:gd name="T28" fmla="*/ 35 w 78"/>
              <a:gd name="T29" fmla="*/ 48 h 87"/>
              <a:gd name="T30" fmla="*/ 45 w 78"/>
              <a:gd name="T31" fmla="*/ 59 h 87"/>
              <a:gd name="T32" fmla="*/ 48 w 78"/>
              <a:gd name="T33" fmla="*/ 60 h 87"/>
              <a:gd name="T34" fmla="*/ 51 w 78"/>
              <a:gd name="T35" fmla="*/ 60 h 87"/>
              <a:gd name="T36" fmla="*/ 53 w 78"/>
              <a:gd name="T37" fmla="*/ 57 h 87"/>
              <a:gd name="T38" fmla="*/ 57 w 78"/>
              <a:gd name="T39" fmla="*/ 56 h 87"/>
              <a:gd name="T40" fmla="*/ 62 w 78"/>
              <a:gd name="T41" fmla="*/ 58 h 87"/>
              <a:gd name="T42" fmla="*/ 75 w 78"/>
              <a:gd name="T43" fmla="*/ 67 h 87"/>
              <a:gd name="T44" fmla="*/ 76 w 78"/>
              <a:gd name="T45" fmla="*/ 74 h 87"/>
              <a:gd name="T46" fmla="*/ 70 w 78"/>
              <a:gd name="T47" fmla="*/ 82 h 87"/>
              <a:gd name="T48" fmla="*/ 61 w 78"/>
              <a:gd name="T49" fmla="*/ 87 h 87"/>
              <a:gd name="T50" fmla="*/ 15 w 78"/>
              <a:gd name="T51" fmla="*/ 4 h 87"/>
              <a:gd name="T52" fmla="*/ 10 w 78"/>
              <a:gd name="T53" fmla="*/ 6 h 87"/>
              <a:gd name="T54" fmla="*/ 6 w 78"/>
              <a:gd name="T55" fmla="*/ 10 h 87"/>
              <a:gd name="T56" fmla="*/ 4 w 78"/>
              <a:gd name="T57" fmla="*/ 16 h 87"/>
              <a:gd name="T58" fmla="*/ 9 w 78"/>
              <a:gd name="T59" fmla="*/ 32 h 87"/>
              <a:gd name="T60" fmla="*/ 24 w 78"/>
              <a:gd name="T61" fmla="*/ 55 h 87"/>
              <a:gd name="T62" fmla="*/ 46 w 78"/>
              <a:gd name="T63" fmla="*/ 77 h 87"/>
              <a:gd name="T64" fmla="*/ 61 w 78"/>
              <a:gd name="T65" fmla="*/ 83 h 87"/>
              <a:gd name="T66" fmla="*/ 68 w 78"/>
              <a:gd name="T67" fmla="*/ 80 h 87"/>
              <a:gd name="T68" fmla="*/ 74 w 78"/>
              <a:gd name="T69" fmla="*/ 73 h 87"/>
              <a:gd name="T70" fmla="*/ 73 w 78"/>
              <a:gd name="T71" fmla="*/ 69 h 87"/>
              <a:gd name="T72" fmla="*/ 60 w 78"/>
              <a:gd name="T73" fmla="*/ 60 h 87"/>
              <a:gd name="T74" fmla="*/ 57 w 78"/>
              <a:gd name="T75" fmla="*/ 59 h 87"/>
              <a:gd name="T76" fmla="*/ 55 w 78"/>
              <a:gd name="T77" fmla="*/ 60 h 87"/>
              <a:gd name="T78" fmla="*/ 53 w 78"/>
              <a:gd name="T79" fmla="*/ 62 h 87"/>
              <a:gd name="T80" fmla="*/ 48 w 78"/>
              <a:gd name="T81" fmla="*/ 64 h 87"/>
              <a:gd name="T82" fmla="*/ 42 w 78"/>
              <a:gd name="T83" fmla="*/ 61 h 87"/>
              <a:gd name="T84" fmla="*/ 32 w 78"/>
              <a:gd name="T85" fmla="*/ 50 h 87"/>
              <a:gd name="T86" fmla="*/ 22 w 78"/>
              <a:gd name="T87" fmla="*/ 36 h 87"/>
              <a:gd name="T88" fmla="*/ 20 w 78"/>
              <a:gd name="T89" fmla="*/ 30 h 87"/>
              <a:gd name="T90" fmla="*/ 22 w 78"/>
              <a:gd name="T91" fmla="*/ 26 h 87"/>
              <a:gd name="T92" fmla="*/ 26 w 78"/>
              <a:gd name="T93" fmla="*/ 23 h 87"/>
              <a:gd name="T94" fmla="*/ 27 w 78"/>
              <a:gd name="T95" fmla="*/ 21 h 87"/>
              <a:gd name="T96" fmla="*/ 24 w 78"/>
              <a:gd name="T97" fmla="*/ 12 h 87"/>
              <a:gd name="T98" fmla="*/ 19 w 78"/>
              <a:gd name="T99" fmla="*/ 4 h 87"/>
              <a:gd name="T100" fmla="*/ 15 w 78"/>
              <a:gd name="T101" fmla="*/ 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8" h="87">
                <a:moveTo>
                  <a:pt x="54" y="85"/>
                </a:moveTo>
                <a:cubicBezTo>
                  <a:pt x="51" y="84"/>
                  <a:pt x="48" y="82"/>
                  <a:pt x="44" y="79"/>
                </a:cubicBezTo>
                <a:cubicBezTo>
                  <a:pt x="40" y="77"/>
                  <a:pt x="37" y="74"/>
                  <a:pt x="33" y="70"/>
                </a:cubicBezTo>
                <a:cubicBezTo>
                  <a:pt x="29" y="67"/>
                  <a:pt x="25" y="62"/>
                  <a:pt x="21" y="57"/>
                </a:cubicBezTo>
                <a:cubicBezTo>
                  <a:pt x="18" y="53"/>
                  <a:pt x="15" y="48"/>
                  <a:pt x="12" y="44"/>
                </a:cubicBezTo>
                <a:cubicBezTo>
                  <a:pt x="9" y="40"/>
                  <a:pt x="7" y="36"/>
                  <a:pt x="6" y="33"/>
                </a:cubicBezTo>
                <a:cubicBezTo>
                  <a:pt x="4" y="30"/>
                  <a:pt x="3" y="26"/>
                  <a:pt x="2" y="24"/>
                </a:cubicBezTo>
                <a:cubicBezTo>
                  <a:pt x="1" y="21"/>
                  <a:pt x="0" y="18"/>
                  <a:pt x="0" y="16"/>
                </a:cubicBezTo>
                <a:cubicBezTo>
                  <a:pt x="0" y="14"/>
                  <a:pt x="1" y="13"/>
                  <a:pt x="1" y="11"/>
                </a:cubicBezTo>
                <a:cubicBezTo>
                  <a:pt x="2" y="10"/>
                  <a:pt x="2" y="9"/>
                  <a:pt x="3" y="8"/>
                </a:cubicBezTo>
                <a:cubicBezTo>
                  <a:pt x="4" y="7"/>
                  <a:pt x="5" y="6"/>
                  <a:pt x="6" y="5"/>
                </a:cubicBezTo>
                <a:cubicBezTo>
                  <a:pt x="7" y="5"/>
                  <a:pt x="7" y="4"/>
                  <a:pt x="8" y="4"/>
                </a:cubicBezTo>
                <a:cubicBezTo>
                  <a:pt x="9" y="3"/>
                  <a:pt x="9" y="3"/>
                  <a:pt x="9" y="3"/>
                </a:cubicBezTo>
                <a:cubicBezTo>
                  <a:pt x="10" y="2"/>
                  <a:pt x="12" y="1"/>
                  <a:pt x="14" y="1"/>
                </a:cubicBezTo>
                <a:cubicBezTo>
                  <a:pt x="16" y="1"/>
                  <a:pt x="17" y="0"/>
                  <a:pt x="18" y="0"/>
                </a:cubicBezTo>
                <a:cubicBezTo>
                  <a:pt x="20" y="0"/>
                  <a:pt x="21" y="1"/>
                  <a:pt x="21" y="1"/>
                </a:cubicBezTo>
                <a:cubicBezTo>
                  <a:pt x="22" y="2"/>
                  <a:pt x="23" y="3"/>
                  <a:pt x="23" y="4"/>
                </a:cubicBezTo>
                <a:cubicBezTo>
                  <a:pt x="23" y="4"/>
                  <a:pt x="25" y="7"/>
                  <a:pt x="27" y="11"/>
                </a:cubicBezTo>
                <a:cubicBezTo>
                  <a:pt x="29" y="15"/>
                  <a:pt x="30" y="18"/>
                  <a:pt x="30" y="18"/>
                </a:cubicBezTo>
                <a:cubicBezTo>
                  <a:pt x="30" y="19"/>
                  <a:pt x="30" y="19"/>
                  <a:pt x="30" y="20"/>
                </a:cubicBezTo>
                <a:cubicBezTo>
                  <a:pt x="30" y="21"/>
                  <a:pt x="30" y="21"/>
                  <a:pt x="30" y="22"/>
                </a:cubicBezTo>
                <a:cubicBezTo>
                  <a:pt x="30" y="23"/>
                  <a:pt x="30" y="24"/>
                  <a:pt x="29" y="24"/>
                </a:cubicBezTo>
                <a:cubicBezTo>
                  <a:pt x="29" y="25"/>
                  <a:pt x="28" y="25"/>
                  <a:pt x="28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6" y="27"/>
                  <a:pt x="25" y="28"/>
                </a:cubicBezTo>
                <a:cubicBezTo>
                  <a:pt x="24" y="29"/>
                  <a:pt x="23" y="30"/>
                  <a:pt x="23" y="31"/>
                </a:cubicBezTo>
                <a:cubicBezTo>
                  <a:pt x="23" y="31"/>
                  <a:pt x="23" y="32"/>
                  <a:pt x="23" y="32"/>
                </a:cubicBezTo>
                <a:cubicBezTo>
                  <a:pt x="24" y="33"/>
                  <a:pt x="24" y="33"/>
                  <a:pt x="24" y="34"/>
                </a:cubicBezTo>
                <a:cubicBezTo>
                  <a:pt x="25" y="35"/>
                  <a:pt x="27" y="37"/>
                  <a:pt x="29" y="40"/>
                </a:cubicBezTo>
                <a:cubicBezTo>
                  <a:pt x="31" y="43"/>
                  <a:pt x="33" y="45"/>
                  <a:pt x="35" y="48"/>
                </a:cubicBezTo>
                <a:cubicBezTo>
                  <a:pt x="37" y="50"/>
                  <a:pt x="39" y="53"/>
                  <a:pt x="41" y="55"/>
                </a:cubicBezTo>
                <a:cubicBezTo>
                  <a:pt x="43" y="57"/>
                  <a:pt x="44" y="58"/>
                  <a:pt x="45" y="59"/>
                </a:cubicBezTo>
                <a:cubicBezTo>
                  <a:pt x="45" y="59"/>
                  <a:pt x="46" y="60"/>
                  <a:pt x="46" y="60"/>
                </a:cubicBezTo>
                <a:cubicBezTo>
                  <a:pt x="47" y="60"/>
                  <a:pt x="47" y="60"/>
                  <a:pt x="48" y="60"/>
                </a:cubicBezTo>
                <a:cubicBezTo>
                  <a:pt x="48" y="60"/>
                  <a:pt x="49" y="60"/>
                  <a:pt x="49" y="60"/>
                </a:cubicBezTo>
                <a:cubicBezTo>
                  <a:pt x="50" y="60"/>
                  <a:pt x="50" y="60"/>
                  <a:pt x="51" y="60"/>
                </a:cubicBezTo>
                <a:cubicBezTo>
                  <a:pt x="52" y="59"/>
                  <a:pt x="52" y="58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4" y="57"/>
                  <a:pt x="54" y="56"/>
                </a:cubicBezTo>
                <a:cubicBezTo>
                  <a:pt x="55" y="56"/>
                  <a:pt x="56" y="56"/>
                  <a:pt x="57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60" y="57"/>
                  <a:pt x="61" y="57"/>
                  <a:pt x="62" y="58"/>
                </a:cubicBezTo>
                <a:cubicBezTo>
                  <a:pt x="64" y="59"/>
                  <a:pt x="68" y="62"/>
                  <a:pt x="75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6" y="67"/>
                  <a:pt x="77" y="68"/>
                  <a:pt x="77" y="70"/>
                </a:cubicBezTo>
                <a:cubicBezTo>
                  <a:pt x="78" y="71"/>
                  <a:pt x="77" y="73"/>
                  <a:pt x="76" y="74"/>
                </a:cubicBezTo>
                <a:cubicBezTo>
                  <a:pt x="76" y="75"/>
                  <a:pt x="75" y="77"/>
                  <a:pt x="74" y="78"/>
                </a:cubicBezTo>
                <a:cubicBezTo>
                  <a:pt x="73" y="80"/>
                  <a:pt x="72" y="81"/>
                  <a:pt x="70" y="82"/>
                </a:cubicBezTo>
                <a:cubicBezTo>
                  <a:pt x="69" y="83"/>
                  <a:pt x="68" y="84"/>
                  <a:pt x="66" y="85"/>
                </a:cubicBezTo>
                <a:cubicBezTo>
                  <a:pt x="64" y="86"/>
                  <a:pt x="63" y="87"/>
                  <a:pt x="61" y="87"/>
                </a:cubicBezTo>
                <a:cubicBezTo>
                  <a:pt x="59" y="87"/>
                  <a:pt x="57" y="86"/>
                  <a:pt x="54" y="85"/>
                </a:cubicBezTo>
                <a:close/>
                <a:moveTo>
                  <a:pt x="15" y="4"/>
                </a:moveTo>
                <a:cubicBezTo>
                  <a:pt x="13" y="4"/>
                  <a:pt x="12" y="5"/>
                  <a:pt x="11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7"/>
                  <a:pt x="9" y="7"/>
                  <a:pt x="8" y="8"/>
                </a:cubicBezTo>
                <a:cubicBezTo>
                  <a:pt x="7" y="8"/>
                  <a:pt x="6" y="9"/>
                  <a:pt x="6" y="10"/>
                </a:cubicBezTo>
                <a:cubicBezTo>
                  <a:pt x="5" y="10"/>
                  <a:pt x="5" y="11"/>
                  <a:pt x="4" y="12"/>
                </a:cubicBezTo>
                <a:cubicBezTo>
                  <a:pt x="4" y="13"/>
                  <a:pt x="4" y="15"/>
                  <a:pt x="4" y="16"/>
                </a:cubicBezTo>
                <a:cubicBezTo>
                  <a:pt x="4" y="18"/>
                  <a:pt x="4" y="20"/>
                  <a:pt x="5" y="23"/>
                </a:cubicBezTo>
                <a:cubicBezTo>
                  <a:pt x="6" y="26"/>
                  <a:pt x="7" y="29"/>
                  <a:pt x="9" y="32"/>
                </a:cubicBezTo>
                <a:cubicBezTo>
                  <a:pt x="10" y="35"/>
                  <a:pt x="12" y="39"/>
                  <a:pt x="15" y="43"/>
                </a:cubicBezTo>
                <a:cubicBezTo>
                  <a:pt x="17" y="47"/>
                  <a:pt x="20" y="51"/>
                  <a:pt x="24" y="55"/>
                </a:cubicBezTo>
                <a:cubicBezTo>
                  <a:pt x="27" y="60"/>
                  <a:pt x="31" y="65"/>
                  <a:pt x="35" y="68"/>
                </a:cubicBezTo>
                <a:cubicBezTo>
                  <a:pt x="39" y="72"/>
                  <a:pt x="42" y="75"/>
                  <a:pt x="46" y="77"/>
                </a:cubicBezTo>
                <a:cubicBezTo>
                  <a:pt x="49" y="79"/>
                  <a:pt x="52" y="81"/>
                  <a:pt x="55" y="82"/>
                </a:cubicBezTo>
                <a:cubicBezTo>
                  <a:pt x="58" y="83"/>
                  <a:pt x="60" y="83"/>
                  <a:pt x="61" y="83"/>
                </a:cubicBezTo>
                <a:cubicBezTo>
                  <a:pt x="62" y="83"/>
                  <a:pt x="64" y="83"/>
                  <a:pt x="65" y="82"/>
                </a:cubicBezTo>
                <a:cubicBezTo>
                  <a:pt x="66" y="82"/>
                  <a:pt x="67" y="81"/>
                  <a:pt x="68" y="80"/>
                </a:cubicBezTo>
                <a:cubicBezTo>
                  <a:pt x="70" y="79"/>
                  <a:pt x="71" y="77"/>
                  <a:pt x="71" y="76"/>
                </a:cubicBezTo>
                <a:cubicBezTo>
                  <a:pt x="72" y="75"/>
                  <a:pt x="73" y="74"/>
                  <a:pt x="74" y="73"/>
                </a:cubicBezTo>
                <a:cubicBezTo>
                  <a:pt x="74" y="72"/>
                  <a:pt x="74" y="71"/>
                  <a:pt x="74" y="70"/>
                </a:cubicBezTo>
                <a:cubicBezTo>
                  <a:pt x="74" y="70"/>
                  <a:pt x="73" y="69"/>
                  <a:pt x="73" y="69"/>
                </a:cubicBezTo>
                <a:cubicBezTo>
                  <a:pt x="73" y="69"/>
                  <a:pt x="71" y="68"/>
                  <a:pt x="68" y="65"/>
                </a:cubicBezTo>
                <a:cubicBezTo>
                  <a:pt x="64" y="63"/>
                  <a:pt x="62" y="61"/>
                  <a:pt x="60" y="60"/>
                </a:cubicBezTo>
                <a:cubicBezTo>
                  <a:pt x="60" y="60"/>
                  <a:pt x="59" y="60"/>
                  <a:pt x="59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5" y="59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4" y="61"/>
                  <a:pt x="53" y="61"/>
                  <a:pt x="53" y="62"/>
                </a:cubicBezTo>
                <a:cubicBezTo>
                  <a:pt x="52" y="63"/>
                  <a:pt x="51" y="63"/>
                  <a:pt x="50" y="63"/>
                </a:cubicBezTo>
                <a:cubicBezTo>
                  <a:pt x="49" y="64"/>
                  <a:pt x="49" y="64"/>
                  <a:pt x="48" y="64"/>
                </a:cubicBezTo>
                <a:cubicBezTo>
                  <a:pt x="47" y="64"/>
                  <a:pt x="46" y="63"/>
                  <a:pt x="45" y="63"/>
                </a:cubicBezTo>
                <a:cubicBezTo>
                  <a:pt x="44" y="63"/>
                  <a:pt x="43" y="62"/>
                  <a:pt x="42" y="61"/>
                </a:cubicBezTo>
                <a:cubicBezTo>
                  <a:pt x="42" y="61"/>
                  <a:pt x="41" y="59"/>
                  <a:pt x="39" y="57"/>
                </a:cubicBezTo>
                <a:cubicBezTo>
                  <a:pt x="37" y="55"/>
                  <a:pt x="35" y="52"/>
                  <a:pt x="32" y="50"/>
                </a:cubicBezTo>
                <a:cubicBezTo>
                  <a:pt x="30" y="47"/>
                  <a:pt x="28" y="44"/>
                  <a:pt x="26" y="42"/>
                </a:cubicBezTo>
                <a:cubicBezTo>
                  <a:pt x="24" y="39"/>
                  <a:pt x="23" y="37"/>
                  <a:pt x="22" y="36"/>
                </a:cubicBezTo>
                <a:cubicBezTo>
                  <a:pt x="21" y="35"/>
                  <a:pt x="21" y="34"/>
                  <a:pt x="20" y="33"/>
                </a:cubicBezTo>
                <a:cubicBezTo>
                  <a:pt x="20" y="32"/>
                  <a:pt x="20" y="31"/>
                  <a:pt x="20" y="30"/>
                </a:cubicBezTo>
                <a:cubicBezTo>
                  <a:pt x="20" y="29"/>
                  <a:pt x="21" y="29"/>
                  <a:pt x="21" y="28"/>
                </a:cubicBezTo>
                <a:cubicBezTo>
                  <a:pt x="21" y="27"/>
                  <a:pt x="22" y="27"/>
                  <a:pt x="22" y="26"/>
                </a:cubicBezTo>
                <a:cubicBezTo>
                  <a:pt x="23" y="25"/>
                  <a:pt x="23" y="25"/>
                  <a:pt x="24" y="25"/>
                </a:cubicBezTo>
                <a:cubicBezTo>
                  <a:pt x="25" y="24"/>
                  <a:pt x="25" y="24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7" y="23"/>
                  <a:pt x="27" y="22"/>
                  <a:pt x="27" y="21"/>
                </a:cubicBezTo>
                <a:cubicBezTo>
                  <a:pt x="27" y="20"/>
                  <a:pt x="27" y="20"/>
                  <a:pt x="27" y="19"/>
                </a:cubicBezTo>
                <a:cubicBezTo>
                  <a:pt x="27" y="19"/>
                  <a:pt x="26" y="16"/>
                  <a:pt x="24" y="12"/>
                </a:cubicBezTo>
                <a:cubicBezTo>
                  <a:pt x="22" y="8"/>
                  <a:pt x="21" y="6"/>
                  <a:pt x="20" y="5"/>
                </a:cubicBezTo>
                <a:cubicBezTo>
                  <a:pt x="20" y="5"/>
                  <a:pt x="20" y="4"/>
                  <a:pt x="19" y="4"/>
                </a:cubicBezTo>
                <a:cubicBezTo>
                  <a:pt x="19" y="4"/>
                  <a:pt x="19" y="4"/>
                  <a:pt x="18" y="4"/>
                </a:cubicBezTo>
                <a:cubicBezTo>
                  <a:pt x="17" y="4"/>
                  <a:pt x="16" y="4"/>
                  <a:pt x="15" y="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3181350" y="3877458"/>
            <a:ext cx="301625" cy="230188"/>
          </a:xfrm>
          <a:custGeom>
            <a:avLst/>
            <a:gdLst>
              <a:gd name="T0" fmla="*/ 76 w 80"/>
              <a:gd name="T1" fmla="*/ 10 h 61"/>
              <a:gd name="T2" fmla="*/ 79 w 80"/>
              <a:gd name="T3" fmla="*/ 14 h 61"/>
              <a:gd name="T4" fmla="*/ 80 w 80"/>
              <a:gd name="T5" fmla="*/ 54 h 61"/>
              <a:gd name="T6" fmla="*/ 78 w 80"/>
              <a:gd name="T7" fmla="*/ 59 h 61"/>
              <a:gd name="T8" fmla="*/ 73 w 80"/>
              <a:gd name="T9" fmla="*/ 61 h 61"/>
              <a:gd name="T10" fmla="*/ 4 w 80"/>
              <a:gd name="T11" fmla="*/ 60 h 61"/>
              <a:gd name="T12" fmla="*/ 0 w 80"/>
              <a:gd name="T13" fmla="*/ 57 h 61"/>
              <a:gd name="T14" fmla="*/ 0 w 80"/>
              <a:gd name="T15" fmla="*/ 16 h 61"/>
              <a:gd name="T16" fmla="*/ 2 w 80"/>
              <a:gd name="T17" fmla="*/ 12 h 61"/>
              <a:gd name="T18" fmla="*/ 6 w 80"/>
              <a:gd name="T19" fmla="*/ 10 h 61"/>
              <a:gd name="T20" fmla="*/ 27 w 80"/>
              <a:gd name="T21" fmla="*/ 2 h 61"/>
              <a:gd name="T22" fmla="*/ 32 w 80"/>
              <a:gd name="T23" fmla="*/ 0 h 61"/>
              <a:gd name="T24" fmla="*/ 50 w 80"/>
              <a:gd name="T25" fmla="*/ 1 h 61"/>
              <a:gd name="T26" fmla="*/ 53 w 80"/>
              <a:gd name="T27" fmla="*/ 2 h 61"/>
              <a:gd name="T28" fmla="*/ 73 w 80"/>
              <a:gd name="T29" fmla="*/ 10 h 61"/>
              <a:gd name="T30" fmla="*/ 77 w 80"/>
              <a:gd name="T31" fmla="*/ 16 h 61"/>
              <a:gd name="T32" fmla="*/ 73 w 80"/>
              <a:gd name="T33" fmla="*/ 13 h 61"/>
              <a:gd name="T34" fmla="*/ 50 w 80"/>
              <a:gd name="T35" fmla="*/ 4 h 61"/>
              <a:gd name="T36" fmla="*/ 48 w 80"/>
              <a:gd name="T37" fmla="*/ 3 h 61"/>
              <a:gd name="T38" fmla="*/ 31 w 80"/>
              <a:gd name="T39" fmla="*/ 4 h 61"/>
              <a:gd name="T40" fmla="*/ 26 w 80"/>
              <a:gd name="T41" fmla="*/ 8 h 61"/>
              <a:gd name="T42" fmla="*/ 21 w 80"/>
              <a:gd name="T43" fmla="*/ 13 h 61"/>
              <a:gd name="T44" fmla="*/ 4 w 80"/>
              <a:gd name="T45" fmla="*/ 14 h 61"/>
              <a:gd name="T46" fmla="*/ 3 w 80"/>
              <a:gd name="T47" fmla="*/ 54 h 61"/>
              <a:gd name="T48" fmla="*/ 6 w 80"/>
              <a:gd name="T49" fmla="*/ 58 h 61"/>
              <a:gd name="T50" fmla="*/ 76 w 80"/>
              <a:gd name="T51" fmla="*/ 57 h 61"/>
              <a:gd name="T52" fmla="*/ 40 w 80"/>
              <a:gd name="T53" fmla="*/ 13 h 61"/>
              <a:gd name="T54" fmla="*/ 54 w 80"/>
              <a:gd name="T55" fmla="*/ 19 h 61"/>
              <a:gd name="T56" fmla="*/ 61 w 80"/>
              <a:gd name="T57" fmla="*/ 34 h 61"/>
              <a:gd name="T58" fmla="*/ 54 w 80"/>
              <a:gd name="T59" fmla="*/ 48 h 61"/>
              <a:gd name="T60" fmla="*/ 40 w 80"/>
              <a:gd name="T61" fmla="*/ 54 h 61"/>
              <a:gd name="T62" fmla="*/ 25 w 80"/>
              <a:gd name="T63" fmla="*/ 48 h 61"/>
              <a:gd name="T64" fmla="*/ 19 w 80"/>
              <a:gd name="T65" fmla="*/ 34 h 61"/>
              <a:gd name="T66" fmla="*/ 25 w 80"/>
              <a:gd name="T67" fmla="*/ 19 h 61"/>
              <a:gd name="T68" fmla="*/ 40 w 80"/>
              <a:gd name="T69" fmla="*/ 13 h 61"/>
              <a:gd name="T70" fmla="*/ 47 w 80"/>
              <a:gd name="T71" fmla="*/ 50 h 61"/>
              <a:gd name="T72" fmla="*/ 56 w 80"/>
              <a:gd name="T73" fmla="*/ 41 h 61"/>
              <a:gd name="T74" fmla="*/ 56 w 80"/>
              <a:gd name="T75" fmla="*/ 27 h 61"/>
              <a:gd name="T76" fmla="*/ 47 w 80"/>
              <a:gd name="T77" fmla="*/ 17 h 61"/>
              <a:gd name="T78" fmla="*/ 33 w 80"/>
              <a:gd name="T79" fmla="*/ 17 h 61"/>
              <a:gd name="T80" fmla="*/ 24 w 80"/>
              <a:gd name="T81" fmla="*/ 27 h 61"/>
              <a:gd name="T82" fmla="*/ 24 w 80"/>
              <a:gd name="T83" fmla="*/ 41 h 61"/>
              <a:gd name="T84" fmla="*/ 33 w 80"/>
              <a:gd name="T85" fmla="*/ 50 h 61"/>
              <a:gd name="T86" fmla="*/ 40 w 80"/>
              <a:gd name="T87" fmla="*/ 19 h 61"/>
              <a:gd name="T88" fmla="*/ 50 w 80"/>
              <a:gd name="T89" fmla="*/ 24 h 61"/>
              <a:gd name="T90" fmla="*/ 54 w 80"/>
              <a:gd name="T91" fmla="*/ 34 h 61"/>
              <a:gd name="T92" fmla="*/ 50 w 80"/>
              <a:gd name="T93" fmla="*/ 44 h 61"/>
              <a:gd name="T94" fmla="*/ 40 w 80"/>
              <a:gd name="T95" fmla="*/ 48 h 61"/>
              <a:gd name="T96" fmla="*/ 30 w 80"/>
              <a:gd name="T97" fmla="*/ 44 h 61"/>
              <a:gd name="T98" fmla="*/ 25 w 80"/>
              <a:gd name="T99" fmla="*/ 34 h 61"/>
              <a:gd name="T100" fmla="*/ 30 w 80"/>
              <a:gd name="T101" fmla="*/ 24 h 61"/>
              <a:gd name="T102" fmla="*/ 40 w 80"/>
              <a:gd name="T103" fmla="*/ 19 h 61"/>
              <a:gd name="T104" fmla="*/ 44 w 80"/>
              <a:gd name="T105" fmla="*/ 44 h 61"/>
              <a:gd name="T106" fmla="*/ 50 w 80"/>
              <a:gd name="T107" fmla="*/ 38 h 61"/>
              <a:gd name="T108" fmla="*/ 50 w 80"/>
              <a:gd name="T109" fmla="*/ 29 h 61"/>
              <a:gd name="T110" fmla="*/ 44 w 80"/>
              <a:gd name="T111" fmla="*/ 23 h 61"/>
              <a:gd name="T112" fmla="*/ 36 w 80"/>
              <a:gd name="T113" fmla="*/ 23 h 61"/>
              <a:gd name="T114" fmla="*/ 30 w 80"/>
              <a:gd name="T115" fmla="*/ 29 h 61"/>
              <a:gd name="T116" fmla="*/ 30 w 80"/>
              <a:gd name="T117" fmla="*/ 38 h 61"/>
              <a:gd name="T118" fmla="*/ 36 w 80"/>
              <a:gd name="T119" fmla="*/ 4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0" h="61">
                <a:moveTo>
                  <a:pt x="73" y="10"/>
                </a:moveTo>
                <a:cubicBezTo>
                  <a:pt x="74" y="10"/>
                  <a:pt x="75" y="10"/>
                  <a:pt x="76" y="10"/>
                </a:cubicBezTo>
                <a:cubicBezTo>
                  <a:pt x="77" y="10"/>
                  <a:pt x="77" y="11"/>
                  <a:pt x="78" y="12"/>
                </a:cubicBezTo>
                <a:cubicBezTo>
                  <a:pt x="79" y="12"/>
                  <a:pt x="79" y="13"/>
                  <a:pt x="79" y="14"/>
                </a:cubicBezTo>
                <a:cubicBezTo>
                  <a:pt x="80" y="14"/>
                  <a:pt x="80" y="15"/>
                  <a:pt x="80" y="16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55"/>
                  <a:pt x="80" y="56"/>
                  <a:pt x="79" y="57"/>
                </a:cubicBezTo>
                <a:cubicBezTo>
                  <a:pt x="79" y="58"/>
                  <a:pt x="79" y="58"/>
                  <a:pt x="78" y="59"/>
                </a:cubicBezTo>
                <a:cubicBezTo>
                  <a:pt x="77" y="60"/>
                  <a:pt x="77" y="60"/>
                  <a:pt x="76" y="60"/>
                </a:cubicBezTo>
                <a:cubicBezTo>
                  <a:pt x="75" y="61"/>
                  <a:pt x="74" y="61"/>
                  <a:pt x="73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5" y="61"/>
                  <a:pt x="5" y="61"/>
                  <a:pt x="4" y="60"/>
                </a:cubicBezTo>
                <a:cubicBezTo>
                  <a:pt x="3" y="60"/>
                  <a:pt x="2" y="60"/>
                  <a:pt x="2" y="59"/>
                </a:cubicBezTo>
                <a:cubicBezTo>
                  <a:pt x="1" y="58"/>
                  <a:pt x="1" y="58"/>
                  <a:pt x="0" y="57"/>
                </a:cubicBezTo>
                <a:cubicBezTo>
                  <a:pt x="0" y="56"/>
                  <a:pt x="0" y="55"/>
                  <a:pt x="0" y="54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0" y="14"/>
                  <a:pt x="0" y="14"/>
                </a:cubicBezTo>
                <a:cubicBezTo>
                  <a:pt x="1" y="13"/>
                  <a:pt x="1" y="12"/>
                  <a:pt x="2" y="12"/>
                </a:cubicBezTo>
                <a:cubicBezTo>
                  <a:pt x="2" y="11"/>
                  <a:pt x="3" y="10"/>
                  <a:pt x="4" y="10"/>
                </a:cubicBezTo>
                <a:cubicBezTo>
                  <a:pt x="5" y="10"/>
                  <a:pt x="5" y="10"/>
                  <a:pt x="6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7" y="2"/>
                  <a:pt x="27" y="2"/>
                  <a:pt x="27" y="2"/>
                </a:cubicBezTo>
                <a:cubicBezTo>
                  <a:pt x="28" y="2"/>
                  <a:pt x="29" y="1"/>
                  <a:pt x="29" y="1"/>
                </a:cubicBezTo>
                <a:cubicBezTo>
                  <a:pt x="30" y="0"/>
                  <a:pt x="31" y="0"/>
                  <a:pt x="3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0"/>
                  <a:pt x="50" y="1"/>
                </a:cubicBezTo>
                <a:cubicBezTo>
                  <a:pt x="51" y="1"/>
                  <a:pt x="52" y="1"/>
                  <a:pt x="52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60" y="10"/>
                  <a:pt x="60" y="10"/>
                  <a:pt x="60" y="10"/>
                </a:cubicBezTo>
                <a:lnTo>
                  <a:pt x="73" y="10"/>
                </a:lnTo>
                <a:close/>
                <a:moveTo>
                  <a:pt x="77" y="54"/>
                </a:moveTo>
                <a:cubicBezTo>
                  <a:pt x="77" y="16"/>
                  <a:pt x="77" y="16"/>
                  <a:pt x="77" y="16"/>
                </a:cubicBezTo>
                <a:cubicBezTo>
                  <a:pt x="77" y="15"/>
                  <a:pt x="76" y="14"/>
                  <a:pt x="76" y="14"/>
                </a:cubicBezTo>
                <a:cubicBezTo>
                  <a:pt x="75" y="13"/>
                  <a:pt x="74" y="13"/>
                  <a:pt x="73" y="13"/>
                </a:cubicBezTo>
                <a:cubicBezTo>
                  <a:pt x="59" y="13"/>
                  <a:pt x="59" y="13"/>
                  <a:pt x="59" y="13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0" y="4"/>
                  <a:pt x="49" y="4"/>
                </a:cubicBezTo>
                <a:cubicBezTo>
                  <a:pt x="49" y="3"/>
                  <a:pt x="48" y="3"/>
                  <a:pt x="48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1" y="3"/>
                  <a:pt x="31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1" y="13"/>
                  <a:pt x="21" y="13"/>
                  <a:pt x="21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5" y="13"/>
                  <a:pt x="5" y="13"/>
                  <a:pt x="4" y="14"/>
                </a:cubicBezTo>
                <a:cubicBezTo>
                  <a:pt x="3" y="14"/>
                  <a:pt x="3" y="15"/>
                  <a:pt x="3" y="16"/>
                </a:cubicBezTo>
                <a:cubicBezTo>
                  <a:pt x="3" y="54"/>
                  <a:pt x="3" y="54"/>
                  <a:pt x="3" y="54"/>
                </a:cubicBezTo>
                <a:cubicBezTo>
                  <a:pt x="3" y="55"/>
                  <a:pt x="3" y="56"/>
                  <a:pt x="4" y="57"/>
                </a:cubicBezTo>
                <a:cubicBezTo>
                  <a:pt x="5" y="57"/>
                  <a:pt x="5" y="58"/>
                  <a:pt x="6" y="58"/>
                </a:cubicBezTo>
                <a:cubicBezTo>
                  <a:pt x="73" y="58"/>
                  <a:pt x="73" y="58"/>
                  <a:pt x="73" y="58"/>
                </a:cubicBezTo>
                <a:cubicBezTo>
                  <a:pt x="74" y="58"/>
                  <a:pt x="75" y="57"/>
                  <a:pt x="76" y="57"/>
                </a:cubicBezTo>
                <a:cubicBezTo>
                  <a:pt x="76" y="56"/>
                  <a:pt x="77" y="55"/>
                  <a:pt x="77" y="54"/>
                </a:cubicBezTo>
                <a:close/>
                <a:moveTo>
                  <a:pt x="40" y="13"/>
                </a:moveTo>
                <a:cubicBezTo>
                  <a:pt x="43" y="13"/>
                  <a:pt x="45" y="13"/>
                  <a:pt x="48" y="15"/>
                </a:cubicBezTo>
                <a:cubicBezTo>
                  <a:pt x="50" y="16"/>
                  <a:pt x="53" y="17"/>
                  <a:pt x="54" y="19"/>
                </a:cubicBezTo>
                <a:cubicBezTo>
                  <a:pt x="56" y="21"/>
                  <a:pt x="58" y="23"/>
                  <a:pt x="59" y="26"/>
                </a:cubicBezTo>
                <a:cubicBezTo>
                  <a:pt x="60" y="28"/>
                  <a:pt x="61" y="31"/>
                  <a:pt x="61" y="34"/>
                </a:cubicBezTo>
                <a:cubicBezTo>
                  <a:pt x="61" y="37"/>
                  <a:pt x="60" y="39"/>
                  <a:pt x="59" y="42"/>
                </a:cubicBezTo>
                <a:cubicBezTo>
                  <a:pt x="58" y="44"/>
                  <a:pt x="56" y="46"/>
                  <a:pt x="54" y="48"/>
                </a:cubicBezTo>
                <a:cubicBezTo>
                  <a:pt x="53" y="50"/>
                  <a:pt x="50" y="52"/>
                  <a:pt x="48" y="53"/>
                </a:cubicBezTo>
                <a:cubicBezTo>
                  <a:pt x="45" y="54"/>
                  <a:pt x="43" y="54"/>
                  <a:pt x="40" y="54"/>
                </a:cubicBezTo>
                <a:cubicBezTo>
                  <a:pt x="37" y="54"/>
                  <a:pt x="34" y="54"/>
                  <a:pt x="32" y="53"/>
                </a:cubicBezTo>
                <a:cubicBezTo>
                  <a:pt x="29" y="52"/>
                  <a:pt x="27" y="50"/>
                  <a:pt x="25" y="48"/>
                </a:cubicBezTo>
                <a:cubicBezTo>
                  <a:pt x="23" y="46"/>
                  <a:pt x="22" y="44"/>
                  <a:pt x="21" y="42"/>
                </a:cubicBezTo>
                <a:cubicBezTo>
                  <a:pt x="20" y="39"/>
                  <a:pt x="19" y="37"/>
                  <a:pt x="19" y="34"/>
                </a:cubicBezTo>
                <a:cubicBezTo>
                  <a:pt x="19" y="31"/>
                  <a:pt x="20" y="28"/>
                  <a:pt x="21" y="26"/>
                </a:cubicBezTo>
                <a:cubicBezTo>
                  <a:pt x="22" y="23"/>
                  <a:pt x="23" y="21"/>
                  <a:pt x="25" y="19"/>
                </a:cubicBezTo>
                <a:cubicBezTo>
                  <a:pt x="27" y="17"/>
                  <a:pt x="29" y="16"/>
                  <a:pt x="32" y="15"/>
                </a:cubicBezTo>
                <a:cubicBezTo>
                  <a:pt x="34" y="13"/>
                  <a:pt x="37" y="13"/>
                  <a:pt x="40" y="13"/>
                </a:cubicBezTo>
                <a:close/>
                <a:moveTo>
                  <a:pt x="40" y="51"/>
                </a:moveTo>
                <a:cubicBezTo>
                  <a:pt x="42" y="51"/>
                  <a:pt x="45" y="51"/>
                  <a:pt x="47" y="50"/>
                </a:cubicBezTo>
                <a:cubicBezTo>
                  <a:pt x="49" y="49"/>
                  <a:pt x="51" y="48"/>
                  <a:pt x="52" y="46"/>
                </a:cubicBezTo>
                <a:cubicBezTo>
                  <a:pt x="54" y="45"/>
                  <a:pt x="55" y="43"/>
                  <a:pt x="56" y="41"/>
                </a:cubicBezTo>
                <a:cubicBezTo>
                  <a:pt x="57" y="38"/>
                  <a:pt x="57" y="36"/>
                  <a:pt x="57" y="34"/>
                </a:cubicBezTo>
                <a:cubicBezTo>
                  <a:pt x="57" y="31"/>
                  <a:pt x="57" y="29"/>
                  <a:pt x="56" y="27"/>
                </a:cubicBezTo>
                <a:cubicBezTo>
                  <a:pt x="55" y="25"/>
                  <a:pt x="54" y="23"/>
                  <a:pt x="52" y="21"/>
                </a:cubicBezTo>
                <a:cubicBezTo>
                  <a:pt x="51" y="20"/>
                  <a:pt x="49" y="18"/>
                  <a:pt x="47" y="17"/>
                </a:cubicBezTo>
                <a:cubicBezTo>
                  <a:pt x="45" y="17"/>
                  <a:pt x="42" y="16"/>
                  <a:pt x="40" y="16"/>
                </a:cubicBezTo>
                <a:cubicBezTo>
                  <a:pt x="37" y="16"/>
                  <a:pt x="35" y="17"/>
                  <a:pt x="33" y="17"/>
                </a:cubicBezTo>
                <a:cubicBezTo>
                  <a:pt x="31" y="18"/>
                  <a:pt x="29" y="20"/>
                  <a:pt x="27" y="21"/>
                </a:cubicBezTo>
                <a:cubicBezTo>
                  <a:pt x="26" y="23"/>
                  <a:pt x="25" y="25"/>
                  <a:pt x="24" y="27"/>
                </a:cubicBezTo>
                <a:cubicBezTo>
                  <a:pt x="23" y="29"/>
                  <a:pt x="22" y="31"/>
                  <a:pt x="22" y="34"/>
                </a:cubicBezTo>
                <a:cubicBezTo>
                  <a:pt x="22" y="36"/>
                  <a:pt x="23" y="38"/>
                  <a:pt x="24" y="41"/>
                </a:cubicBezTo>
                <a:cubicBezTo>
                  <a:pt x="25" y="43"/>
                  <a:pt x="26" y="45"/>
                  <a:pt x="27" y="46"/>
                </a:cubicBezTo>
                <a:cubicBezTo>
                  <a:pt x="29" y="48"/>
                  <a:pt x="31" y="49"/>
                  <a:pt x="33" y="50"/>
                </a:cubicBezTo>
                <a:cubicBezTo>
                  <a:pt x="35" y="51"/>
                  <a:pt x="37" y="51"/>
                  <a:pt x="40" y="51"/>
                </a:cubicBezTo>
                <a:close/>
                <a:moveTo>
                  <a:pt x="40" y="19"/>
                </a:moveTo>
                <a:cubicBezTo>
                  <a:pt x="42" y="19"/>
                  <a:pt x="44" y="20"/>
                  <a:pt x="45" y="20"/>
                </a:cubicBezTo>
                <a:cubicBezTo>
                  <a:pt x="47" y="21"/>
                  <a:pt x="49" y="22"/>
                  <a:pt x="50" y="24"/>
                </a:cubicBezTo>
                <a:cubicBezTo>
                  <a:pt x="51" y="25"/>
                  <a:pt x="52" y="26"/>
                  <a:pt x="53" y="28"/>
                </a:cubicBezTo>
                <a:cubicBezTo>
                  <a:pt x="54" y="30"/>
                  <a:pt x="54" y="32"/>
                  <a:pt x="54" y="34"/>
                </a:cubicBezTo>
                <a:cubicBezTo>
                  <a:pt x="54" y="36"/>
                  <a:pt x="54" y="38"/>
                  <a:pt x="53" y="39"/>
                </a:cubicBezTo>
                <a:cubicBezTo>
                  <a:pt x="52" y="41"/>
                  <a:pt x="51" y="43"/>
                  <a:pt x="50" y="44"/>
                </a:cubicBezTo>
                <a:cubicBezTo>
                  <a:pt x="49" y="45"/>
                  <a:pt x="47" y="46"/>
                  <a:pt x="45" y="47"/>
                </a:cubicBezTo>
                <a:cubicBezTo>
                  <a:pt x="44" y="48"/>
                  <a:pt x="42" y="48"/>
                  <a:pt x="40" y="48"/>
                </a:cubicBezTo>
                <a:cubicBezTo>
                  <a:pt x="38" y="48"/>
                  <a:pt x="36" y="48"/>
                  <a:pt x="34" y="47"/>
                </a:cubicBezTo>
                <a:cubicBezTo>
                  <a:pt x="32" y="46"/>
                  <a:pt x="31" y="45"/>
                  <a:pt x="30" y="44"/>
                </a:cubicBezTo>
                <a:cubicBezTo>
                  <a:pt x="28" y="43"/>
                  <a:pt x="27" y="41"/>
                  <a:pt x="27" y="39"/>
                </a:cubicBezTo>
                <a:cubicBezTo>
                  <a:pt x="26" y="38"/>
                  <a:pt x="25" y="36"/>
                  <a:pt x="25" y="34"/>
                </a:cubicBezTo>
                <a:cubicBezTo>
                  <a:pt x="25" y="32"/>
                  <a:pt x="26" y="30"/>
                  <a:pt x="27" y="28"/>
                </a:cubicBezTo>
                <a:cubicBezTo>
                  <a:pt x="27" y="26"/>
                  <a:pt x="28" y="25"/>
                  <a:pt x="30" y="24"/>
                </a:cubicBezTo>
                <a:cubicBezTo>
                  <a:pt x="31" y="22"/>
                  <a:pt x="32" y="21"/>
                  <a:pt x="34" y="20"/>
                </a:cubicBezTo>
                <a:cubicBezTo>
                  <a:pt x="36" y="20"/>
                  <a:pt x="38" y="19"/>
                  <a:pt x="40" y="19"/>
                </a:cubicBezTo>
                <a:close/>
                <a:moveTo>
                  <a:pt x="40" y="45"/>
                </a:moveTo>
                <a:cubicBezTo>
                  <a:pt x="41" y="45"/>
                  <a:pt x="43" y="45"/>
                  <a:pt x="44" y="44"/>
                </a:cubicBezTo>
                <a:cubicBezTo>
                  <a:pt x="46" y="43"/>
                  <a:pt x="47" y="43"/>
                  <a:pt x="48" y="42"/>
                </a:cubicBezTo>
                <a:cubicBezTo>
                  <a:pt x="49" y="41"/>
                  <a:pt x="50" y="39"/>
                  <a:pt x="50" y="38"/>
                </a:cubicBezTo>
                <a:cubicBezTo>
                  <a:pt x="51" y="37"/>
                  <a:pt x="51" y="35"/>
                  <a:pt x="51" y="34"/>
                </a:cubicBezTo>
                <a:cubicBezTo>
                  <a:pt x="51" y="32"/>
                  <a:pt x="51" y="31"/>
                  <a:pt x="50" y="29"/>
                </a:cubicBezTo>
                <a:cubicBezTo>
                  <a:pt x="50" y="28"/>
                  <a:pt x="49" y="27"/>
                  <a:pt x="48" y="26"/>
                </a:cubicBezTo>
                <a:cubicBezTo>
                  <a:pt x="47" y="25"/>
                  <a:pt x="46" y="24"/>
                  <a:pt x="44" y="23"/>
                </a:cubicBezTo>
                <a:cubicBezTo>
                  <a:pt x="43" y="23"/>
                  <a:pt x="41" y="22"/>
                  <a:pt x="40" y="22"/>
                </a:cubicBezTo>
                <a:cubicBezTo>
                  <a:pt x="38" y="22"/>
                  <a:pt x="37" y="23"/>
                  <a:pt x="36" y="23"/>
                </a:cubicBezTo>
                <a:cubicBezTo>
                  <a:pt x="34" y="24"/>
                  <a:pt x="33" y="25"/>
                  <a:pt x="32" y="26"/>
                </a:cubicBezTo>
                <a:cubicBezTo>
                  <a:pt x="31" y="27"/>
                  <a:pt x="30" y="28"/>
                  <a:pt x="30" y="29"/>
                </a:cubicBezTo>
                <a:cubicBezTo>
                  <a:pt x="29" y="31"/>
                  <a:pt x="29" y="32"/>
                  <a:pt x="29" y="34"/>
                </a:cubicBezTo>
                <a:cubicBezTo>
                  <a:pt x="29" y="35"/>
                  <a:pt x="29" y="37"/>
                  <a:pt x="30" y="38"/>
                </a:cubicBezTo>
                <a:cubicBezTo>
                  <a:pt x="30" y="39"/>
                  <a:pt x="31" y="41"/>
                  <a:pt x="32" y="42"/>
                </a:cubicBezTo>
                <a:cubicBezTo>
                  <a:pt x="33" y="43"/>
                  <a:pt x="34" y="43"/>
                  <a:pt x="36" y="44"/>
                </a:cubicBezTo>
                <a:cubicBezTo>
                  <a:pt x="37" y="45"/>
                  <a:pt x="38" y="45"/>
                  <a:pt x="40" y="4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3725863" y="3866346"/>
            <a:ext cx="288925" cy="252413"/>
          </a:xfrm>
          <a:custGeom>
            <a:avLst/>
            <a:gdLst>
              <a:gd name="T0" fmla="*/ 182 w 182"/>
              <a:gd name="T1" fmla="*/ 0 h 159"/>
              <a:gd name="T2" fmla="*/ 182 w 182"/>
              <a:gd name="T3" fmla="*/ 114 h 159"/>
              <a:gd name="T4" fmla="*/ 121 w 182"/>
              <a:gd name="T5" fmla="*/ 114 h 159"/>
              <a:gd name="T6" fmla="*/ 161 w 182"/>
              <a:gd name="T7" fmla="*/ 159 h 159"/>
              <a:gd name="T8" fmla="*/ 24 w 182"/>
              <a:gd name="T9" fmla="*/ 159 h 159"/>
              <a:gd name="T10" fmla="*/ 62 w 182"/>
              <a:gd name="T11" fmla="*/ 114 h 159"/>
              <a:gd name="T12" fmla="*/ 0 w 182"/>
              <a:gd name="T13" fmla="*/ 114 h 159"/>
              <a:gd name="T14" fmla="*/ 0 w 182"/>
              <a:gd name="T15" fmla="*/ 0 h 159"/>
              <a:gd name="T16" fmla="*/ 182 w 182"/>
              <a:gd name="T17" fmla="*/ 0 h 159"/>
              <a:gd name="T18" fmla="*/ 175 w 182"/>
              <a:gd name="T19" fmla="*/ 106 h 159"/>
              <a:gd name="T20" fmla="*/ 175 w 182"/>
              <a:gd name="T21" fmla="*/ 7 h 159"/>
              <a:gd name="T22" fmla="*/ 10 w 182"/>
              <a:gd name="T23" fmla="*/ 7 h 159"/>
              <a:gd name="T24" fmla="*/ 10 w 182"/>
              <a:gd name="T25" fmla="*/ 106 h 159"/>
              <a:gd name="T26" fmla="*/ 69 w 182"/>
              <a:gd name="T27" fmla="*/ 106 h 159"/>
              <a:gd name="T28" fmla="*/ 92 w 182"/>
              <a:gd name="T29" fmla="*/ 78 h 159"/>
              <a:gd name="T30" fmla="*/ 114 w 182"/>
              <a:gd name="T31" fmla="*/ 106 h 159"/>
              <a:gd name="T32" fmla="*/ 175 w 182"/>
              <a:gd name="T33" fmla="*/ 106 h 159"/>
              <a:gd name="T34" fmla="*/ 40 w 182"/>
              <a:gd name="T35" fmla="*/ 152 h 159"/>
              <a:gd name="T36" fmla="*/ 144 w 182"/>
              <a:gd name="T37" fmla="*/ 152 h 159"/>
              <a:gd name="T38" fmla="*/ 92 w 182"/>
              <a:gd name="T39" fmla="*/ 90 h 159"/>
              <a:gd name="T40" fmla="*/ 40 w 182"/>
              <a:gd name="T41" fmla="*/ 15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2" h="159">
                <a:moveTo>
                  <a:pt x="182" y="0"/>
                </a:moveTo>
                <a:lnTo>
                  <a:pt x="182" y="114"/>
                </a:lnTo>
                <a:lnTo>
                  <a:pt x="121" y="114"/>
                </a:lnTo>
                <a:lnTo>
                  <a:pt x="161" y="159"/>
                </a:lnTo>
                <a:lnTo>
                  <a:pt x="24" y="159"/>
                </a:lnTo>
                <a:lnTo>
                  <a:pt x="62" y="114"/>
                </a:lnTo>
                <a:lnTo>
                  <a:pt x="0" y="114"/>
                </a:lnTo>
                <a:lnTo>
                  <a:pt x="0" y="0"/>
                </a:lnTo>
                <a:lnTo>
                  <a:pt x="182" y="0"/>
                </a:lnTo>
                <a:close/>
                <a:moveTo>
                  <a:pt x="175" y="106"/>
                </a:moveTo>
                <a:lnTo>
                  <a:pt x="175" y="7"/>
                </a:lnTo>
                <a:lnTo>
                  <a:pt x="10" y="7"/>
                </a:lnTo>
                <a:lnTo>
                  <a:pt x="10" y="106"/>
                </a:lnTo>
                <a:lnTo>
                  <a:pt x="69" y="106"/>
                </a:lnTo>
                <a:lnTo>
                  <a:pt x="92" y="78"/>
                </a:lnTo>
                <a:lnTo>
                  <a:pt x="114" y="106"/>
                </a:lnTo>
                <a:lnTo>
                  <a:pt x="175" y="106"/>
                </a:lnTo>
                <a:close/>
                <a:moveTo>
                  <a:pt x="40" y="152"/>
                </a:moveTo>
                <a:lnTo>
                  <a:pt x="144" y="152"/>
                </a:lnTo>
                <a:lnTo>
                  <a:pt x="92" y="90"/>
                </a:lnTo>
                <a:lnTo>
                  <a:pt x="40" y="15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5" name="Freeform 117"/>
          <p:cNvSpPr>
            <a:spLocks/>
          </p:cNvSpPr>
          <p:nvPr/>
        </p:nvSpPr>
        <p:spPr bwMode="auto">
          <a:xfrm>
            <a:off x="4344988" y="3921908"/>
            <a:ext cx="134938" cy="136525"/>
          </a:xfrm>
          <a:custGeom>
            <a:avLst/>
            <a:gdLst>
              <a:gd name="T0" fmla="*/ 43 w 85"/>
              <a:gd name="T1" fmla="*/ 38 h 86"/>
              <a:gd name="T2" fmla="*/ 81 w 85"/>
              <a:gd name="T3" fmla="*/ 0 h 86"/>
              <a:gd name="T4" fmla="*/ 85 w 85"/>
              <a:gd name="T5" fmla="*/ 8 h 86"/>
              <a:gd name="T6" fmla="*/ 48 w 85"/>
              <a:gd name="T7" fmla="*/ 43 h 86"/>
              <a:gd name="T8" fmla="*/ 85 w 85"/>
              <a:gd name="T9" fmla="*/ 81 h 86"/>
              <a:gd name="T10" fmla="*/ 81 w 85"/>
              <a:gd name="T11" fmla="*/ 86 h 86"/>
              <a:gd name="T12" fmla="*/ 43 w 85"/>
              <a:gd name="T13" fmla="*/ 50 h 86"/>
              <a:gd name="T14" fmla="*/ 5 w 85"/>
              <a:gd name="T15" fmla="*/ 86 h 86"/>
              <a:gd name="T16" fmla="*/ 0 w 85"/>
              <a:gd name="T17" fmla="*/ 81 h 86"/>
              <a:gd name="T18" fmla="*/ 38 w 85"/>
              <a:gd name="T19" fmla="*/ 43 h 86"/>
              <a:gd name="T20" fmla="*/ 0 w 85"/>
              <a:gd name="T21" fmla="*/ 8 h 86"/>
              <a:gd name="T22" fmla="*/ 5 w 85"/>
              <a:gd name="T23" fmla="*/ 0 h 86"/>
              <a:gd name="T24" fmla="*/ 43 w 85"/>
              <a:gd name="T25" fmla="*/ 3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" h="86">
                <a:moveTo>
                  <a:pt x="43" y="38"/>
                </a:moveTo>
                <a:lnTo>
                  <a:pt x="81" y="0"/>
                </a:lnTo>
                <a:lnTo>
                  <a:pt x="85" y="8"/>
                </a:lnTo>
                <a:lnTo>
                  <a:pt x="48" y="43"/>
                </a:lnTo>
                <a:lnTo>
                  <a:pt x="85" y="81"/>
                </a:lnTo>
                <a:lnTo>
                  <a:pt x="81" y="86"/>
                </a:lnTo>
                <a:lnTo>
                  <a:pt x="43" y="50"/>
                </a:lnTo>
                <a:lnTo>
                  <a:pt x="5" y="86"/>
                </a:lnTo>
                <a:lnTo>
                  <a:pt x="0" y="81"/>
                </a:lnTo>
                <a:lnTo>
                  <a:pt x="38" y="43"/>
                </a:lnTo>
                <a:lnTo>
                  <a:pt x="0" y="8"/>
                </a:lnTo>
                <a:lnTo>
                  <a:pt x="5" y="0"/>
                </a:lnTo>
                <a:lnTo>
                  <a:pt x="43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4803775" y="3844121"/>
            <a:ext cx="300038" cy="296863"/>
          </a:xfrm>
          <a:custGeom>
            <a:avLst/>
            <a:gdLst>
              <a:gd name="T0" fmla="*/ 12 w 80"/>
              <a:gd name="T1" fmla="*/ 11 h 79"/>
              <a:gd name="T2" fmla="*/ 25 w 80"/>
              <a:gd name="T3" fmla="*/ 2 h 79"/>
              <a:gd name="T4" fmla="*/ 40 w 80"/>
              <a:gd name="T5" fmla="*/ 0 h 79"/>
              <a:gd name="T6" fmla="*/ 55 w 80"/>
              <a:gd name="T7" fmla="*/ 2 h 79"/>
              <a:gd name="T8" fmla="*/ 68 w 80"/>
              <a:gd name="T9" fmla="*/ 11 h 79"/>
              <a:gd name="T10" fmla="*/ 77 w 80"/>
              <a:gd name="T11" fmla="*/ 24 h 79"/>
              <a:gd name="T12" fmla="*/ 80 w 80"/>
              <a:gd name="T13" fmla="*/ 39 h 79"/>
              <a:gd name="T14" fmla="*/ 77 w 80"/>
              <a:gd name="T15" fmla="*/ 55 h 79"/>
              <a:gd name="T16" fmla="*/ 68 w 80"/>
              <a:gd name="T17" fmla="*/ 68 h 79"/>
              <a:gd name="T18" fmla="*/ 55 w 80"/>
              <a:gd name="T19" fmla="*/ 77 h 79"/>
              <a:gd name="T20" fmla="*/ 40 w 80"/>
              <a:gd name="T21" fmla="*/ 79 h 79"/>
              <a:gd name="T22" fmla="*/ 25 w 80"/>
              <a:gd name="T23" fmla="*/ 77 h 79"/>
              <a:gd name="T24" fmla="*/ 12 w 80"/>
              <a:gd name="T25" fmla="*/ 68 h 79"/>
              <a:gd name="T26" fmla="*/ 3 w 80"/>
              <a:gd name="T27" fmla="*/ 55 h 79"/>
              <a:gd name="T28" fmla="*/ 0 w 80"/>
              <a:gd name="T29" fmla="*/ 39 h 79"/>
              <a:gd name="T30" fmla="*/ 3 w 80"/>
              <a:gd name="T31" fmla="*/ 24 h 79"/>
              <a:gd name="T32" fmla="*/ 12 w 80"/>
              <a:gd name="T33" fmla="*/ 11 h 79"/>
              <a:gd name="T34" fmla="*/ 66 w 80"/>
              <a:gd name="T35" fmla="*/ 66 h 79"/>
              <a:gd name="T36" fmla="*/ 74 w 80"/>
              <a:gd name="T37" fmla="*/ 53 h 79"/>
              <a:gd name="T38" fmla="*/ 77 w 80"/>
              <a:gd name="T39" fmla="*/ 39 h 79"/>
              <a:gd name="T40" fmla="*/ 74 w 80"/>
              <a:gd name="T41" fmla="*/ 26 h 79"/>
              <a:gd name="T42" fmla="*/ 66 w 80"/>
              <a:gd name="T43" fmla="*/ 13 h 79"/>
              <a:gd name="T44" fmla="*/ 54 w 80"/>
              <a:gd name="T45" fmla="*/ 5 h 79"/>
              <a:gd name="T46" fmla="*/ 40 w 80"/>
              <a:gd name="T47" fmla="*/ 3 h 79"/>
              <a:gd name="T48" fmla="*/ 26 w 80"/>
              <a:gd name="T49" fmla="*/ 5 h 79"/>
              <a:gd name="T50" fmla="*/ 14 w 80"/>
              <a:gd name="T51" fmla="*/ 13 h 79"/>
              <a:gd name="T52" fmla="*/ 6 w 80"/>
              <a:gd name="T53" fmla="*/ 26 h 79"/>
              <a:gd name="T54" fmla="*/ 3 w 80"/>
              <a:gd name="T55" fmla="*/ 39 h 79"/>
              <a:gd name="T56" fmla="*/ 6 w 80"/>
              <a:gd name="T57" fmla="*/ 53 h 79"/>
              <a:gd name="T58" fmla="*/ 14 w 80"/>
              <a:gd name="T59" fmla="*/ 66 h 79"/>
              <a:gd name="T60" fmla="*/ 26 w 80"/>
              <a:gd name="T61" fmla="*/ 74 h 79"/>
              <a:gd name="T62" fmla="*/ 40 w 80"/>
              <a:gd name="T63" fmla="*/ 76 h 79"/>
              <a:gd name="T64" fmla="*/ 54 w 80"/>
              <a:gd name="T65" fmla="*/ 74 h 79"/>
              <a:gd name="T66" fmla="*/ 66 w 80"/>
              <a:gd name="T67" fmla="*/ 66 h 79"/>
              <a:gd name="T68" fmla="*/ 40 w 80"/>
              <a:gd name="T69" fmla="*/ 37 h 79"/>
              <a:gd name="T70" fmla="*/ 56 w 80"/>
              <a:gd name="T71" fmla="*/ 21 h 79"/>
              <a:gd name="T72" fmla="*/ 58 w 80"/>
              <a:gd name="T73" fmla="*/ 24 h 79"/>
              <a:gd name="T74" fmla="*/ 42 w 80"/>
              <a:gd name="T75" fmla="*/ 39 h 79"/>
              <a:gd name="T76" fmla="*/ 58 w 80"/>
              <a:gd name="T77" fmla="*/ 55 h 79"/>
              <a:gd name="T78" fmla="*/ 56 w 80"/>
              <a:gd name="T79" fmla="*/ 57 h 79"/>
              <a:gd name="T80" fmla="*/ 40 w 80"/>
              <a:gd name="T81" fmla="*/ 42 h 79"/>
              <a:gd name="T82" fmla="*/ 24 w 80"/>
              <a:gd name="T83" fmla="*/ 57 h 79"/>
              <a:gd name="T84" fmla="*/ 22 w 80"/>
              <a:gd name="T85" fmla="*/ 55 h 79"/>
              <a:gd name="T86" fmla="*/ 38 w 80"/>
              <a:gd name="T87" fmla="*/ 39 h 79"/>
              <a:gd name="T88" fmla="*/ 22 w 80"/>
              <a:gd name="T89" fmla="*/ 24 h 79"/>
              <a:gd name="T90" fmla="*/ 24 w 80"/>
              <a:gd name="T91" fmla="*/ 21 h 79"/>
              <a:gd name="T92" fmla="*/ 40 w 80"/>
              <a:gd name="T93" fmla="*/ 3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0" h="79">
                <a:moveTo>
                  <a:pt x="12" y="11"/>
                </a:moveTo>
                <a:cubicBezTo>
                  <a:pt x="15" y="7"/>
                  <a:pt x="20" y="4"/>
                  <a:pt x="25" y="2"/>
                </a:cubicBezTo>
                <a:cubicBezTo>
                  <a:pt x="30" y="1"/>
                  <a:pt x="35" y="0"/>
                  <a:pt x="40" y="0"/>
                </a:cubicBezTo>
                <a:cubicBezTo>
                  <a:pt x="45" y="0"/>
                  <a:pt x="50" y="1"/>
                  <a:pt x="55" y="2"/>
                </a:cubicBezTo>
                <a:cubicBezTo>
                  <a:pt x="60" y="4"/>
                  <a:pt x="64" y="7"/>
                  <a:pt x="68" y="11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0" y="34"/>
                  <a:pt x="80" y="39"/>
                </a:cubicBezTo>
                <a:cubicBezTo>
                  <a:pt x="80" y="45"/>
                  <a:pt x="79" y="50"/>
                  <a:pt x="77" y="55"/>
                </a:cubicBezTo>
                <a:cubicBezTo>
                  <a:pt x="75" y="60"/>
                  <a:pt x="72" y="64"/>
                  <a:pt x="68" y="68"/>
                </a:cubicBezTo>
                <a:cubicBezTo>
                  <a:pt x="64" y="72"/>
                  <a:pt x="60" y="75"/>
                  <a:pt x="55" y="77"/>
                </a:cubicBezTo>
                <a:cubicBezTo>
                  <a:pt x="50" y="78"/>
                  <a:pt x="45" y="79"/>
                  <a:pt x="40" y="79"/>
                </a:cubicBezTo>
                <a:cubicBezTo>
                  <a:pt x="35" y="79"/>
                  <a:pt x="30" y="78"/>
                  <a:pt x="25" y="77"/>
                </a:cubicBezTo>
                <a:cubicBezTo>
                  <a:pt x="20" y="75"/>
                  <a:pt x="15" y="72"/>
                  <a:pt x="12" y="68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39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19"/>
                  <a:pt x="8" y="15"/>
                  <a:pt x="12" y="11"/>
                </a:cubicBezTo>
                <a:close/>
                <a:moveTo>
                  <a:pt x="66" y="66"/>
                </a:moveTo>
                <a:cubicBezTo>
                  <a:pt x="69" y="62"/>
                  <a:pt x="72" y="58"/>
                  <a:pt x="74" y="53"/>
                </a:cubicBezTo>
                <a:cubicBezTo>
                  <a:pt x="76" y="49"/>
                  <a:pt x="77" y="44"/>
                  <a:pt x="77" y="39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7"/>
                  <a:pt x="66" y="13"/>
                </a:cubicBezTo>
                <a:cubicBezTo>
                  <a:pt x="62" y="10"/>
                  <a:pt x="58" y="7"/>
                  <a:pt x="54" y="5"/>
                </a:cubicBezTo>
                <a:cubicBezTo>
                  <a:pt x="49" y="4"/>
                  <a:pt x="45" y="3"/>
                  <a:pt x="40" y="3"/>
                </a:cubicBezTo>
                <a:cubicBezTo>
                  <a:pt x="35" y="3"/>
                  <a:pt x="30" y="4"/>
                  <a:pt x="26" y="5"/>
                </a:cubicBezTo>
                <a:cubicBezTo>
                  <a:pt x="21" y="7"/>
                  <a:pt x="17" y="10"/>
                  <a:pt x="14" y="13"/>
                </a:cubicBezTo>
                <a:cubicBezTo>
                  <a:pt x="10" y="17"/>
                  <a:pt x="8" y="21"/>
                  <a:pt x="6" y="26"/>
                </a:cubicBezTo>
                <a:cubicBezTo>
                  <a:pt x="4" y="30"/>
                  <a:pt x="3" y="35"/>
                  <a:pt x="3" y="39"/>
                </a:cubicBezTo>
                <a:cubicBezTo>
                  <a:pt x="3" y="44"/>
                  <a:pt x="4" y="49"/>
                  <a:pt x="6" y="53"/>
                </a:cubicBezTo>
                <a:cubicBezTo>
                  <a:pt x="8" y="58"/>
                  <a:pt x="10" y="62"/>
                  <a:pt x="14" y="66"/>
                </a:cubicBezTo>
                <a:cubicBezTo>
                  <a:pt x="17" y="69"/>
                  <a:pt x="21" y="72"/>
                  <a:pt x="26" y="74"/>
                </a:cubicBezTo>
                <a:cubicBezTo>
                  <a:pt x="30" y="75"/>
                  <a:pt x="35" y="76"/>
                  <a:pt x="40" y="76"/>
                </a:cubicBezTo>
                <a:cubicBezTo>
                  <a:pt x="45" y="76"/>
                  <a:pt x="49" y="75"/>
                  <a:pt x="54" y="74"/>
                </a:cubicBezTo>
                <a:cubicBezTo>
                  <a:pt x="58" y="72"/>
                  <a:pt x="62" y="69"/>
                  <a:pt x="66" y="66"/>
                </a:cubicBezTo>
                <a:close/>
                <a:moveTo>
                  <a:pt x="40" y="37"/>
                </a:moveTo>
                <a:cubicBezTo>
                  <a:pt x="56" y="21"/>
                  <a:pt x="56" y="21"/>
                  <a:pt x="56" y="21"/>
                </a:cubicBezTo>
                <a:cubicBezTo>
                  <a:pt x="58" y="24"/>
                  <a:pt x="58" y="24"/>
                  <a:pt x="58" y="24"/>
                </a:cubicBezTo>
                <a:cubicBezTo>
                  <a:pt x="42" y="39"/>
                  <a:pt x="42" y="39"/>
                  <a:pt x="42" y="39"/>
                </a:cubicBezTo>
                <a:cubicBezTo>
                  <a:pt x="58" y="55"/>
                  <a:pt x="58" y="55"/>
                  <a:pt x="58" y="55"/>
                </a:cubicBezTo>
                <a:cubicBezTo>
                  <a:pt x="56" y="57"/>
                  <a:pt x="56" y="57"/>
                  <a:pt x="56" y="57"/>
                </a:cubicBezTo>
                <a:cubicBezTo>
                  <a:pt x="40" y="42"/>
                  <a:pt x="40" y="42"/>
                  <a:pt x="40" y="42"/>
                </a:cubicBezTo>
                <a:cubicBezTo>
                  <a:pt x="24" y="57"/>
                  <a:pt x="24" y="57"/>
                  <a:pt x="24" y="57"/>
                </a:cubicBezTo>
                <a:cubicBezTo>
                  <a:pt x="22" y="55"/>
                  <a:pt x="22" y="55"/>
                  <a:pt x="22" y="55"/>
                </a:cubicBezTo>
                <a:cubicBezTo>
                  <a:pt x="38" y="39"/>
                  <a:pt x="38" y="39"/>
                  <a:pt x="38" y="39"/>
                </a:cubicBezTo>
                <a:cubicBezTo>
                  <a:pt x="22" y="24"/>
                  <a:pt x="22" y="24"/>
                  <a:pt x="22" y="24"/>
                </a:cubicBezTo>
                <a:cubicBezTo>
                  <a:pt x="24" y="21"/>
                  <a:pt x="24" y="21"/>
                  <a:pt x="24" y="21"/>
                </a:cubicBezTo>
                <a:lnTo>
                  <a:pt x="40" y="3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7" name="Freeform 119"/>
          <p:cNvSpPr>
            <a:spLocks/>
          </p:cNvSpPr>
          <p:nvPr/>
        </p:nvSpPr>
        <p:spPr bwMode="auto">
          <a:xfrm>
            <a:off x="5426075" y="3948896"/>
            <a:ext cx="134938" cy="74613"/>
          </a:xfrm>
          <a:custGeom>
            <a:avLst/>
            <a:gdLst>
              <a:gd name="T0" fmla="*/ 64 w 85"/>
              <a:gd name="T1" fmla="*/ 21 h 47"/>
              <a:gd name="T2" fmla="*/ 85 w 85"/>
              <a:gd name="T3" fmla="*/ 43 h 47"/>
              <a:gd name="T4" fmla="*/ 81 w 85"/>
              <a:gd name="T5" fmla="*/ 47 h 47"/>
              <a:gd name="T6" fmla="*/ 43 w 85"/>
              <a:gd name="T7" fmla="*/ 9 h 47"/>
              <a:gd name="T8" fmla="*/ 5 w 85"/>
              <a:gd name="T9" fmla="*/ 47 h 47"/>
              <a:gd name="T10" fmla="*/ 0 w 85"/>
              <a:gd name="T11" fmla="*/ 43 h 47"/>
              <a:gd name="T12" fmla="*/ 43 w 85"/>
              <a:gd name="T13" fmla="*/ 0 h 47"/>
              <a:gd name="T14" fmla="*/ 48 w 85"/>
              <a:gd name="T15" fmla="*/ 5 h 47"/>
              <a:gd name="T16" fmla="*/ 64 w 85"/>
              <a:gd name="T17" fmla="*/ 21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" h="47">
                <a:moveTo>
                  <a:pt x="64" y="21"/>
                </a:moveTo>
                <a:lnTo>
                  <a:pt x="85" y="43"/>
                </a:lnTo>
                <a:lnTo>
                  <a:pt x="81" y="47"/>
                </a:lnTo>
                <a:lnTo>
                  <a:pt x="43" y="9"/>
                </a:lnTo>
                <a:lnTo>
                  <a:pt x="5" y="47"/>
                </a:lnTo>
                <a:lnTo>
                  <a:pt x="0" y="43"/>
                </a:lnTo>
                <a:lnTo>
                  <a:pt x="43" y="0"/>
                </a:lnTo>
                <a:lnTo>
                  <a:pt x="48" y="5"/>
                </a:lnTo>
                <a:lnTo>
                  <a:pt x="64" y="2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5884863" y="3839358"/>
            <a:ext cx="300038" cy="301625"/>
          </a:xfrm>
          <a:custGeom>
            <a:avLst/>
            <a:gdLst>
              <a:gd name="T0" fmla="*/ 40 w 80"/>
              <a:gd name="T1" fmla="*/ 80 h 80"/>
              <a:gd name="T2" fmla="*/ 24 w 80"/>
              <a:gd name="T3" fmla="*/ 77 h 80"/>
              <a:gd name="T4" fmla="*/ 12 w 80"/>
              <a:gd name="T5" fmla="*/ 69 h 80"/>
              <a:gd name="T6" fmla="*/ 3 w 80"/>
              <a:gd name="T7" fmla="*/ 56 h 80"/>
              <a:gd name="T8" fmla="*/ 0 w 80"/>
              <a:gd name="T9" fmla="*/ 40 h 80"/>
              <a:gd name="T10" fmla="*/ 3 w 80"/>
              <a:gd name="T11" fmla="*/ 25 h 80"/>
              <a:gd name="T12" fmla="*/ 12 w 80"/>
              <a:gd name="T13" fmla="*/ 12 h 80"/>
              <a:gd name="T14" fmla="*/ 24 w 80"/>
              <a:gd name="T15" fmla="*/ 4 h 80"/>
              <a:gd name="T16" fmla="*/ 40 w 80"/>
              <a:gd name="T17" fmla="*/ 0 h 80"/>
              <a:gd name="T18" fmla="*/ 55 w 80"/>
              <a:gd name="T19" fmla="*/ 4 h 80"/>
              <a:gd name="T20" fmla="*/ 68 w 80"/>
              <a:gd name="T21" fmla="*/ 12 h 80"/>
              <a:gd name="T22" fmla="*/ 77 w 80"/>
              <a:gd name="T23" fmla="*/ 25 h 80"/>
              <a:gd name="T24" fmla="*/ 80 w 80"/>
              <a:gd name="T25" fmla="*/ 40 h 80"/>
              <a:gd name="T26" fmla="*/ 77 w 80"/>
              <a:gd name="T27" fmla="*/ 56 h 80"/>
              <a:gd name="T28" fmla="*/ 68 w 80"/>
              <a:gd name="T29" fmla="*/ 69 h 80"/>
              <a:gd name="T30" fmla="*/ 55 w 80"/>
              <a:gd name="T31" fmla="*/ 77 h 80"/>
              <a:gd name="T32" fmla="*/ 40 w 80"/>
              <a:gd name="T33" fmla="*/ 80 h 80"/>
              <a:gd name="T34" fmla="*/ 40 w 80"/>
              <a:gd name="T35" fmla="*/ 4 h 80"/>
              <a:gd name="T36" fmla="*/ 26 w 80"/>
              <a:gd name="T37" fmla="*/ 7 h 80"/>
              <a:gd name="T38" fmla="*/ 14 w 80"/>
              <a:gd name="T39" fmla="*/ 14 h 80"/>
              <a:gd name="T40" fmla="*/ 6 w 80"/>
              <a:gd name="T41" fmla="*/ 26 h 80"/>
              <a:gd name="T42" fmla="*/ 3 w 80"/>
              <a:gd name="T43" fmla="*/ 40 h 80"/>
              <a:gd name="T44" fmla="*/ 6 w 80"/>
              <a:gd name="T45" fmla="*/ 55 h 80"/>
              <a:gd name="T46" fmla="*/ 14 w 80"/>
              <a:gd name="T47" fmla="*/ 67 h 80"/>
              <a:gd name="T48" fmla="*/ 26 w 80"/>
              <a:gd name="T49" fmla="*/ 74 h 80"/>
              <a:gd name="T50" fmla="*/ 40 w 80"/>
              <a:gd name="T51" fmla="*/ 77 h 80"/>
              <a:gd name="T52" fmla="*/ 54 w 80"/>
              <a:gd name="T53" fmla="*/ 74 h 80"/>
              <a:gd name="T54" fmla="*/ 66 w 80"/>
              <a:gd name="T55" fmla="*/ 67 h 80"/>
              <a:gd name="T56" fmla="*/ 74 w 80"/>
              <a:gd name="T57" fmla="*/ 55 h 80"/>
              <a:gd name="T58" fmla="*/ 77 w 80"/>
              <a:gd name="T59" fmla="*/ 40 h 80"/>
              <a:gd name="T60" fmla="*/ 74 w 80"/>
              <a:gd name="T61" fmla="*/ 26 h 80"/>
              <a:gd name="T62" fmla="*/ 66 w 80"/>
              <a:gd name="T63" fmla="*/ 14 h 80"/>
              <a:gd name="T64" fmla="*/ 54 w 80"/>
              <a:gd name="T65" fmla="*/ 7 h 80"/>
              <a:gd name="T66" fmla="*/ 40 w 80"/>
              <a:gd name="T67" fmla="*/ 4 h 80"/>
              <a:gd name="T68" fmla="*/ 49 w 80"/>
              <a:gd name="T69" fmla="*/ 38 h 80"/>
              <a:gd name="T70" fmla="*/ 58 w 80"/>
              <a:gd name="T71" fmla="*/ 47 h 80"/>
              <a:gd name="T72" fmla="*/ 56 w 80"/>
              <a:gd name="T73" fmla="*/ 49 h 80"/>
              <a:gd name="T74" fmla="*/ 40 w 80"/>
              <a:gd name="T75" fmla="*/ 33 h 80"/>
              <a:gd name="T76" fmla="*/ 24 w 80"/>
              <a:gd name="T77" fmla="*/ 49 h 80"/>
              <a:gd name="T78" fmla="*/ 22 w 80"/>
              <a:gd name="T79" fmla="*/ 47 h 80"/>
              <a:gd name="T80" fmla="*/ 40 w 80"/>
              <a:gd name="T81" fmla="*/ 29 h 80"/>
              <a:gd name="T82" fmla="*/ 42 w 80"/>
              <a:gd name="T83" fmla="*/ 31 h 80"/>
              <a:gd name="T84" fmla="*/ 49 w 80"/>
              <a:gd name="T85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0" h="80">
                <a:moveTo>
                  <a:pt x="40" y="80"/>
                </a:moveTo>
                <a:cubicBezTo>
                  <a:pt x="34" y="80"/>
                  <a:pt x="29" y="79"/>
                  <a:pt x="24" y="77"/>
                </a:cubicBezTo>
                <a:cubicBezTo>
                  <a:pt x="19" y="75"/>
                  <a:pt x="15" y="72"/>
                  <a:pt x="12" y="69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9"/>
                  <a:pt x="19" y="6"/>
                  <a:pt x="24" y="4"/>
                </a:cubicBezTo>
                <a:cubicBezTo>
                  <a:pt x="29" y="1"/>
                  <a:pt x="34" y="0"/>
                  <a:pt x="40" y="0"/>
                </a:cubicBezTo>
                <a:cubicBezTo>
                  <a:pt x="45" y="0"/>
                  <a:pt x="51" y="1"/>
                  <a:pt x="55" y="4"/>
                </a:cubicBezTo>
                <a:cubicBezTo>
                  <a:pt x="60" y="6"/>
                  <a:pt x="64" y="9"/>
                  <a:pt x="68" y="12"/>
                </a:cubicBezTo>
                <a:cubicBezTo>
                  <a:pt x="72" y="16"/>
                  <a:pt x="74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ubicBezTo>
                  <a:pt x="80" y="46"/>
                  <a:pt x="79" y="51"/>
                  <a:pt x="77" y="56"/>
                </a:cubicBezTo>
                <a:cubicBezTo>
                  <a:pt x="74" y="61"/>
                  <a:pt x="72" y="65"/>
                  <a:pt x="68" y="69"/>
                </a:cubicBezTo>
                <a:cubicBezTo>
                  <a:pt x="64" y="72"/>
                  <a:pt x="60" y="75"/>
                  <a:pt x="55" y="77"/>
                </a:cubicBezTo>
                <a:cubicBezTo>
                  <a:pt x="51" y="79"/>
                  <a:pt x="45" y="80"/>
                  <a:pt x="40" y="80"/>
                </a:cubicBezTo>
                <a:close/>
                <a:moveTo>
                  <a:pt x="40" y="4"/>
                </a:moveTo>
                <a:cubicBezTo>
                  <a:pt x="35" y="4"/>
                  <a:pt x="30" y="5"/>
                  <a:pt x="26" y="7"/>
                </a:cubicBezTo>
                <a:cubicBezTo>
                  <a:pt x="21" y="8"/>
                  <a:pt x="17" y="11"/>
                  <a:pt x="14" y="14"/>
                </a:cubicBezTo>
                <a:cubicBezTo>
                  <a:pt x="10" y="18"/>
                  <a:pt x="8" y="22"/>
                  <a:pt x="6" y="26"/>
                </a:cubicBezTo>
                <a:cubicBezTo>
                  <a:pt x="4" y="31"/>
                  <a:pt x="3" y="35"/>
                  <a:pt x="3" y="40"/>
                </a:cubicBezTo>
                <a:cubicBezTo>
                  <a:pt x="3" y="45"/>
                  <a:pt x="4" y="50"/>
                  <a:pt x="6" y="55"/>
                </a:cubicBezTo>
                <a:cubicBezTo>
                  <a:pt x="8" y="59"/>
                  <a:pt x="10" y="63"/>
                  <a:pt x="14" y="67"/>
                </a:cubicBezTo>
                <a:cubicBezTo>
                  <a:pt x="17" y="70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2" y="70"/>
                  <a:pt x="66" y="67"/>
                </a:cubicBezTo>
                <a:cubicBezTo>
                  <a:pt x="69" y="63"/>
                  <a:pt x="72" y="59"/>
                  <a:pt x="74" y="55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1"/>
                  <a:pt x="74" y="26"/>
                </a:cubicBezTo>
                <a:cubicBezTo>
                  <a:pt x="72" y="22"/>
                  <a:pt x="69" y="18"/>
                  <a:pt x="66" y="14"/>
                </a:cubicBezTo>
                <a:cubicBezTo>
                  <a:pt x="62" y="11"/>
                  <a:pt x="59" y="8"/>
                  <a:pt x="54" y="7"/>
                </a:cubicBezTo>
                <a:cubicBezTo>
                  <a:pt x="50" y="5"/>
                  <a:pt x="45" y="4"/>
                  <a:pt x="40" y="4"/>
                </a:cubicBezTo>
                <a:close/>
                <a:moveTo>
                  <a:pt x="49" y="38"/>
                </a:moveTo>
                <a:cubicBezTo>
                  <a:pt x="58" y="47"/>
                  <a:pt x="58" y="47"/>
                  <a:pt x="58" y="47"/>
                </a:cubicBezTo>
                <a:cubicBezTo>
                  <a:pt x="56" y="49"/>
                  <a:pt x="56" y="49"/>
                  <a:pt x="56" y="49"/>
                </a:cubicBezTo>
                <a:cubicBezTo>
                  <a:pt x="40" y="33"/>
                  <a:pt x="40" y="33"/>
                  <a:pt x="40" y="33"/>
                </a:cubicBezTo>
                <a:cubicBezTo>
                  <a:pt x="24" y="49"/>
                  <a:pt x="24" y="49"/>
                  <a:pt x="24" y="49"/>
                </a:cubicBezTo>
                <a:cubicBezTo>
                  <a:pt x="22" y="47"/>
                  <a:pt x="22" y="47"/>
                  <a:pt x="22" y="47"/>
                </a:cubicBezTo>
                <a:cubicBezTo>
                  <a:pt x="40" y="29"/>
                  <a:pt x="40" y="29"/>
                  <a:pt x="40" y="29"/>
                </a:cubicBezTo>
                <a:cubicBezTo>
                  <a:pt x="42" y="31"/>
                  <a:pt x="42" y="31"/>
                  <a:pt x="42" y="31"/>
                </a:cubicBezTo>
                <a:lnTo>
                  <a:pt x="49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19" name="Freeform 121"/>
          <p:cNvSpPr>
            <a:spLocks/>
          </p:cNvSpPr>
          <p:nvPr/>
        </p:nvSpPr>
        <p:spPr bwMode="auto">
          <a:xfrm>
            <a:off x="6542088" y="3921908"/>
            <a:ext cx="77788" cy="136525"/>
          </a:xfrm>
          <a:custGeom>
            <a:avLst/>
            <a:gdLst>
              <a:gd name="T0" fmla="*/ 28 w 49"/>
              <a:gd name="T1" fmla="*/ 64 h 86"/>
              <a:gd name="T2" fmla="*/ 4 w 49"/>
              <a:gd name="T3" fmla="*/ 86 h 86"/>
              <a:gd name="T4" fmla="*/ 0 w 49"/>
              <a:gd name="T5" fmla="*/ 81 h 86"/>
              <a:gd name="T6" fmla="*/ 37 w 49"/>
              <a:gd name="T7" fmla="*/ 43 h 86"/>
              <a:gd name="T8" fmla="*/ 0 w 49"/>
              <a:gd name="T9" fmla="*/ 8 h 86"/>
              <a:gd name="T10" fmla="*/ 4 w 49"/>
              <a:gd name="T11" fmla="*/ 0 h 86"/>
              <a:gd name="T12" fmla="*/ 49 w 49"/>
              <a:gd name="T13" fmla="*/ 43 h 86"/>
              <a:gd name="T14" fmla="*/ 42 w 49"/>
              <a:gd name="T15" fmla="*/ 50 h 86"/>
              <a:gd name="T16" fmla="*/ 28 w 49"/>
              <a:gd name="T17" fmla="*/ 6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" h="86">
                <a:moveTo>
                  <a:pt x="28" y="64"/>
                </a:moveTo>
                <a:lnTo>
                  <a:pt x="4" y="86"/>
                </a:lnTo>
                <a:lnTo>
                  <a:pt x="0" y="81"/>
                </a:lnTo>
                <a:lnTo>
                  <a:pt x="37" y="43"/>
                </a:lnTo>
                <a:lnTo>
                  <a:pt x="0" y="8"/>
                </a:lnTo>
                <a:lnTo>
                  <a:pt x="4" y="0"/>
                </a:lnTo>
                <a:lnTo>
                  <a:pt x="49" y="43"/>
                </a:lnTo>
                <a:lnTo>
                  <a:pt x="42" y="50"/>
                </a:lnTo>
                <a:lnTo>
                  <a:pt x="28" y="6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0" name="Freeform 122"/>
          <p:cNvSpPr>
            <a:spLocks/>
          </p:cNvSpPr>
          <p:nvPr/>
        </p:nvSpPr>
        <p:spPr bwMode="auto">
          <a:xfrm>
            <a:off x="7070725" y="3921908"/>
            <a:ext cx="74613" cy="136525"/>
          </a:xfrm>
          <a:custGeom>
            <a:avLst/>
            <a:gdLst>
              <a:gd name="T0" fmla="*/ 21 w 47"/>
              <a:gd name="T1" fmla="*/ 22 h 86"/>
              <a:gd name="T2" fmla="*/ 42 w 47"/>
              <a:gd name="T3" fmla="*/ 0 h 86"/>
              <a:gd name="T4" fmla="*/ 47 w 47"/>
              <a:gd name="T5" fmla="*/ 8 h 86"/>
              <a:gd name="T6" fmla="*/ 12 w 47"/>
              <a:gd name="T7" fmla="*/ 43 h 86"/>
              <a:gd name="T8" fmla="*/ 47 w 47"/>
              <a:gd name="T9" fmla="*/ 81 h 86"/>
              <a:gd name="T10" fmla="*/ 42 w 47"/>
              <a:gd name="T11" fmla="*/ 86 h 86"/>
              <a:gd name="T12" fmla="*/ 0 w 47"/>
              <a:gd name="T13" fmla="*/ 43 h 86"/>
              <a:gd name="T14" fmla="*/ 5 w 47"/>
              <a:gd name="T15" fmla="*/ 38 h 86"/>
              <a:gd name="T16" fmla="*/ 21 w 47"/>
              <a:gd name="T17" fmla="*/ 2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7" h="86">
                <a:moveTo>
                  <a:pt x="21" y="22"/>
                </a:moveTo>
                <a:lnTo>
                  <a:pt x="42" y="0"/>
                </a:lnTo>
                <a:lnTo>
                  <a:pt x="47" y="8"/>
                </a:lnTo>
                <a:lnTo>
                  <a:pt x="12" y="43"/>
                </a:lnTo>
                <a:lnTo>
                  <a:pt x="47" y="81"/>
                </a:lnTo>
                <a:lnTo>
                  <a:pt x="42" y="86"/>
                </a:lnTo>
                <a:lnTo>
                  <a:pt x="0" y="43"/>
                </a:lnTo>
                <a:lnTo>
                  <a:pt x="5" y="38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1" name="Freeform 123"/>
          <p:cNvSpPr>
            <a:spLocks noEditPoints="1"/>
          </p:cNvSpPr>
          <p:nvPr/>
        </p:nvSpPr>
        <p:spPr bwMode="auto">
          <a:xfrm>
            <a:off x="7505700" y="3839358"/>
            <a:ext cx="300038" cy="301625"/>
          </a:xfrm>
          <a:custGeom>
            <a:avLst/>
            <a:gdLst>
              <a:gd name="T0" fmla="*/ 80 w 80"/>
              <a:gd name="T1" fmla="*/ 40 h 80"/>
              <a:gd name="T2" fmla="*/ 77 w 80"/>
              <a:gd name="T3" fmla="*/ 56 h 80"/>
              <a:gd name="T4" fmla="*/ 68 w 80"/>
              <a:gd name="T5" fmla="*/ 69 h 80"/>
              <a:gd name="T6" fmla="*/ 55 w 80"/>
              <a:gd name="T7" fmla="*/ 77 h 80"/>
              <a:gd name="T8" fmla="*/ 40 w 80"/>
              <a:gd name="T9" fmla="*/ 80 h 80"/>
              <a:gd name="T10" fmla="*/ 24 w 80"/>
              <a:gd name="T11" fmla="*/ 77 h 80"/>
              <a:gd name="T12" fmla="*/ 12 w 80"/>
              <a:gd name="T13" fmla="*/ 69 h 80"/>
              <a:gd name="T14" fmla="*/ 3 w 80"/>
              <a:gd name="T15" fmla="*/ 56 h 80"/>
              <a:gd name="T16" fmla="*/ 0 w 80"/>
              <a:gd name="T17" fmla="*/ 40 h 80"/>
              <a:gd name="T18" fmla="*/ 3 w 80"/>
              <a:gd name="T19" fmla="*/ 25 h 80"/>
              <a:gd name="T20" fmla="*/ 12 w 80"/>
              <a:gd name="T21" fmla="*/ 12 h 80"/>
              <a:gd name="T22" fmla="*/ 24 w 80"/>
              <a:gd name="T23" fmla="*/ 4 h 80"/>
              <a:gd name="T24" fmla="*/ 40 w 80"/>
              <a:gd name="T25" fmla="*/ 0 h 80"/>
              <a:gd name="T26" fmla="*/ 55 w 80"/>
              <a:gd name="T27" fmla="*/ 4 h 80"/>
              <a:gd name="T28" fmla="*/ 68 w 80"/>
              <a:gd name="T29" fmla="*/ 12 h 80"/>
              <a:gd name="T30" fmla="*/ 77 w 80"/>
              <a:gd name="T31" fmla="*/ 25 h 80"/>
              <a:gd name="T32" fmla="*/ 80 w 80"/>
              <a:gd name="T33" fmla="*/ 40 h 80"/>
              <a:gd name="T34" fmla="*/ 3 w 80"/>
              <a:gd name="T35" fmla="*/ 40 h 80"/>
              <a:gd name="T36" fmla="*/ 6 w 80"/>
              <a:gd name="T37" fmla="*/ 55 h 80"/>
              <a:gd name="T38" fmla="*/ 14 w 80"/>
              <a:gd name="T39" fmla="*/ 67 h 80"/>
              <a:gd name="T40" fmla="*/ 26 w 80"/>
              <a:gd name="T41" fmla="*/ 74 h 80"/>
              <a:gd name="T42" fmla="*/ 40 w 80"/>
              <a:gd name="T43" fmla="*/ 77 h 80"/>
              <a:gd name="T44" fmla="*/ 54 w 80"/>
              <a:gd name="T45" fmla="*/ 74 h 80"/>
              <a:gd name="T46" fmla="*/ 66 w 80"/>
              <a:gd name="T47" fmla="*/ 67 h 80"/>
              <a:gd name="T48" fmla="*/ 74 w 80"/>
              <a:gd name="T49" fmla="*/ 55 h 80"/>
              <a:gd name="T50" fmla="*/ 77 w 80"/>
              <a:gd name="T51" fmla="*/ 40 h 80"/>
              <a:gd name="T52" fmla="*/ 74 w 80"/>
              <a:gd name="T53" fmla="*/ 26 h 80"/>
              <a:gd name="T54" fmla="*/ 66 w 80"/>
              <a:gd name="T55" fmla="*/ 14 h 80"/>
              <a:gd name="T56" fmla="*/ 54 w 80"/>
              <a:gd name="T57" fmla="*/ 7 h 80"/>
              <a:gd name="T58" fmla="*/ 40 w 80"/>
              <a:gd name="T59" fmla="*/ 4 h 80"/>
              <a:gd name="T60" fmla="*/ 26 w 80"/>
              <a:gd name="T61" fmla="*/ 7 h 80"/>
              <a:gd name="T62" fmla="*/ 14 w 80"/>
              <a:gd name="T63" fmla="*/ 14 h 80"/>
              <a:gd name="T64" fmla="*/ 6 w 80"/>
              <a:gd name="T65" fmla="*/ 26 h 80"/>
              <a:gd name="T66" fmla="*/ 3 w 80"/>
              <a:gd name="T67" fmla="*/ 40 h 80"/>
              <a:gd name="T68" fmla="*/ 37 w 80"/>
              <a:gd name="T69" fmla="*/ 31 h 80"/>
              <a:gd name="T70" fmla="*/ 46 w 80"/>
              <a:gd name="T71" fmla="*/ 22 h 80"/>
              <a:gd name="T72" fmla="*/ 48 w 80"/>
              <a:gd name="T73" fmla="*/ 25 h 80"/>
              <a:gd name="T74" fmla="*/ 33 w 80"/>
              <a:gd name="T75" fmla="*/ 40 h 80"/>
              <a:gd name="T76" fmla="*/ 48 w 80"/>
              <a:gd name="T77" fmla="*/ 56 h 80"/>
              <a:gd name="T78" fmla="*/ 46 w 80"/>
              <a:gd name="T79" fmla="*/ 58 h 80"/>
              <a:gd name="T80" fmla="*/ 28 w 80"/>
              <a:gd name="T81" fmla="*/ 40 h 80"/>
              <a:gd name="T82" fmla="*/ 30 w 80"/>
              <a:gd name="T83" fmla="*/ 38 h 80"/>
              <a:gd name="T84" fmla="*/ 37 w 80"/>
              <a:gd name="T85" fmla="*/ 3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46"/>
                  <a:pt x="79" y="51"/>
                  <a:pt x="77" y="56"/>
                </a:cubicBezTo>
                <a:cubicBezTo>
                  <a:pt x="74" y="61"/>
                  <a:pt x="72" y="65"/>
                  <a:pt x="68" y="69"/>
                </a:cubicBezTo>
                <a:cubicBezTo>
                  <a:pt x="65" y="72"/>
                  <a:pt x="60" y="75"/>
                  <a:pt x="55" y="77"/>
                </a:cubicBezTo>
                <a:cubicBezTo>
                  <a:pt x="51" y="79"/>
                  <a:pt x="45" y="80"/>
                  <a:pt x="40" y="80"/>
                </a:cubicBezTo>
                <a:cubicBezTo>
                  <a:pt x="34" y="80"/>
                  <a:pt x="29" y="79"/>
                  <a:pt x="24" y="77"/>
                </a:cubicBezTo>
                <a:cubicBezTo>
                  <a:pt x="19" y="75"/>
                  <a:pt x="15" y="72"/>
                  <a:pt x="12" y="69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9"/>
                  <a:pt x="19" y="6"/>
                  <a:pt x="24" y="4"/>
                </a:cubicBezTo>
                <a:cubicBezTo>
                  <a:pt x="29" y="1"/>
                  <a:pt x="34" y="0"/>
                  <a:pt x="40" y="0"/>
                </a:cubicBezTo>
                <a:cubicBezTo>
                  <a:pt x="45" y="0"/>
                  <a:pt x="51" y="1"/>
                  <a:pt x="55" y="4"/>
                </a:cubicBezTo>
                <a:cubicBezTo>
                  <a:pt x="60" y="6"/>
                  <a:pt x="64" y="9"/>
                  <a:pt x="68" y="12"/>
                </a:cubicBezTo>
                <a:cubicBezTo>
                  <a:pt x="72" y="16"/>
                  <a:pt x="74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lose/>
                <a:moveTo>
                  <a:pt x="3" y="40"/>
                </a:moveTo>
                <a:cubicBezTo>
                  <a:pt x="3" y="45"/>
                  <a:pt x="4" y="50"/>
                  <a:pt x="6" y="55"/>
                </a:cubicBezTo>
                <a:cubicBezTo>
                  <a:pt x="8" y="59"/>
                  <a:pt x="10" y="63"/>
                  <a:pt x="14" y="67"/>
                </a:cubicBezTo>
                <a:cubicBezTo>
                  <a:pt x="17" y="70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2" y="70"/>
                  <a:pt x="66" y="67"/>
                </a:cubicBezTo>
                <a:cubicBezTo>
                  <a:pt x="69" y="63"/>
                  <a:pt x="72" y="59"/>
                  <a:pt x="74" y="55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1"/>
                  <a:pt x="74" y="26"/>
                </a:cubicBezTo>
                <a:cubicBezTo>
                  <a:pt x="72" y="22"/>
                  <a:pt x="69" y="18"/>
                  <a:pt x="66" y="14"/>
                </a:cubicBezTo>
                <a:cubicBezTo>
                  <a:pt x="62" y="11"/>
                  <a:pt x="59" y="8"/>
                  <a:pt x="54" y="7"/>
                </a:cubicBezTo>
                <a:cubicBezTo>
                  <a:pt x="50" y="5"/>
                  <a:pt x="45" y="4"/>
                  <a:pt x="40" y="4"/>
                </a:cubicBezTo>
                <a:cubicBezTo>
                  <a:pt x="35" y="4"/>
                  <a:pt x="30" y="5"/>
                  <a:pt x="26" y="7"/>
                </a:cubicBezTo>
                <a:cubicBezTo>
                  <a:pt x="21" y="8"/>
                  <a:pt x="17" y="11"/>
                  <a:pt x="14" y="14"/>
                </a:cubicBezTo>
                <a:cubicBezTo>
                  <a:pt x="10" y="18"/>
                  <a:pt x="8" y="22"/>
                  <a:pt x="6" y="26"/>
                </a:cubicBezTo>
                <a:cubicBezTo>
                  <a:pt x="4" y="31"/>
                  <a:pt x="3" y="35"/>
                  <a:pt x="3" y="40"/>
                </a:cubicBezTo>
                <a:close/>
                <a:moveTo>
                  <a:pt x="37" y="31"/>
                </a:moveTo>
                <a:cubicBezTo>
                  <a:pt x="46" y="22"/>
                  <a:pt x="46" y="22"/>
                  <a:pt x="46" y="22"/>
                </a:cubicBezTo>
                <a:cubicBezTo>
                  <a:pt x="48" y="25"/>
                  <a:pt x="48" y="25"/>
                  <a:pt x="48" y="25"/>
                </a:cubicBezTo>
                <a:cubicBezTo>
                  <a:pt x="33" y="40"/>
                  <a:pt x="33" y="40"/>
                  <a:pt x="33" y="40"/>
                </a:cubicBezTo>
                <a:cubicBezTo>
                  <a:pt x="48" y="56"/>
                  <a:pt x="48" y="56"/>
                  <a:pt x="48" y="56"/>
                </a:cubicBezTo>
                <a:cubicBezTo>
                  <a:pt x="46" y="58"/>
                  <a:pt x="46" y="58"/>
                  <a:pt x="46" y="58"/>
                </a:cubicBezTo>
                <a:cubicBezTo>
                  <a:pt x="28" y="40"/>
                  <a:pt x="28" y="40"/>
                  <a:pt x="28" y="40"/>
                </a:cubicBezTo>
                <a:cubicBezTo>
                  <a:pt x="30" y="38"/>
                  <a:pt x="30" y="38"/>
                  <a:pt x="30" y="38"/>
                </a:cubicBezTo>
                <a:lnTo>
                  <a:pt x="37" y="3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2" name="Freeform 124"/>
          <p:cNvSpPr>
            <a:spLocks noEditPoints="1"/>
          </p:cNvSpPr>
          <p:nvPr/>
        </p:nvSpPr>
        <p:spPr bwMode="auto">
          <a:xfrm>
            <a:off x="8047038" y="3839358"/>
            <a:ext cx="300038" cy="301625"/>
          </a:xfrm>
          <a:custGeom>
            <a:avLst/>
            <a:gdLst>
              <a:gd name="T0" fmla="*/ 40 w 80"/>
              <a:gd name="T1" fmla="*/ 0 h 80"/>
              <a:gd name="T2" fmla="*/ 55 w 80"/>
              <a:gd name="T3" fmla="*/ 4 h 80"/>
              <a:gd name="T4" fmla="*/ 68 w 80"/>
              <a:gd name="T5" fmla="*/ 12 h 80"/>
              <a:gd name="T6" fmla="*/ 77 w 80"/>
              <a:gd name="T7" fmla="*/ 25 h 80"/>
              <a:gd name="T8" fmla="*/ 80 w 80"/>
              <a:gd name="T9" fmla="*/ 40 h 80"/>
              <a:gd name="T10" fmla="*/ 77 w 80"/>
              <a:gd name="T11" fmla="*/ 56 h 80"/>
              <a:gd name="T12" fmla="*/ 68 w 80"/>
              <a:gd name="T13" fmla="*/ 69 h 80"/>
              <a:gd name="T14" fmla="*/ 55 w 80"/>
              <a:gd name="T15" fmla="*/ 77 h 80"/>
              <a:gd name="T16" fmla="*/ 40 w 80"/>
              <a:gd name="T17" fmla="*/ 80 h 80"/>
              <a:gd name="T18" fmla="*/ 24 w 80"/>
              <a:gd name="T19" fmla="*/ 77 h 80"/>
              <a:gd name="T20" fmla="*/ 12 w 80"/>
              <a:gd name="T21" fmla="*/ 69 h 80"/>
              <a:gd name="T22" fmla="*/ 3 w 80"/>
              <a:gd name="T23" fmla="*/ 56 h 80"/>
              <a:gd name="T24" fmla="*/ 0 w 80"/>
              <a:gd name="T25" fmla="*/ 40 h 80"/>
              <a:gd name="T26" fmla="*/ 3 w 80"/>
              <a:gd name="T27" fmla="*/ 25 h 80"/>
              <a:gd name="T28" fmla="*/ 12 w 80"/>
              <a:gd name="T29" fmla="*/ 12 h 80"/>
              <a:gd name="T30" fmla="*/ 24 w 80"/>
              <a:gd name="T31" fmla="*/ 4 h 80"/>
              <a:gd name="T32" fmla="*/ 40 w 80"/>
              <a:gd name="T33" fmla="*/ 0 h 80"/>
              <a:gd name="T34" fmla="*/ 40 w 80"/>
              <a:gd name="T35" fmla="*/ 77 h 80"/>
              <a:gd name="T36" fmla="*/ 54 w 80"/>
              <a:gd name="T37" fmla="*/ 74 h 80"/>
              <a:gd name="T38" fmla="*/ 66 w 80"/>
              <a:gd name="T39" fmla="*/ 67 h 80"/>
              <a:gd name="T40" fmla="*/ 74 w 80"/>
              <a:gd name="T41" fmla="*/ 55 h 80"/>
              <a:gd name="T42" fmla="*/ 77 w 80"/>
              <a:gd name="T43" fmla="*/ 40 h 80"/>
              <a:gd name="T44" fmla="*/ 74 w 80"/>
              <a:gd name="T45" fmla="*/ 26 h 80"/>
              <a:gd name="T46" fmla="*/ 66 w 80"/>
              <a:gd name="T47" fmla="*/ 14 h 80"/>
              <a:gd name="T48" fmla="*/ 54 w 80"/>
              <a:gd name="T49" fmla="*/ 7 h 80"/>
              <a:gd name="T50" fmla="*/ 40 w 80"/>
              <a:gd name="T51" fmla="*/ 4 h 80"/>
              <a:gd name="T52" fmla="*/ 26 w 80"/>
              <a:gd name="T53" fmla="*/ 7 h 80"/>
              <a:gd name="T54" fmla="*/ 14 w 80"/>
              <a:gd name="T55" fmla="*/ 14 h 80"/>
              <a:gd name="T56" fmla="*/ 6 w 80"/>
              <a:gd name="T57" fmla="*/ 26 h 80"/>
              <a:gd name="T58" fmla="*/ 3 w 80"/>
              <a:gd name="T59" fmla="*/ 40 h 80"/>
              <a:gd name="T60" fmla="*/ 6 w 80"/>
              <a:gd name="T61" fmla="*/ 55 h 80"/>
              <a:gd name="T62" fmla="*/ 14 w 80"/>
              <a:gd name="T63" fmla="*/ 67 h 80"/>
              <a:gd name="T64" fmla="*/ 26 w 80"/>
              <a:gd name="T65" fmla="*/ 74 h 80"/>
              <a:gd name="T66" fmla="*/ 40 w 80"/>
              <a:gd name="T67" fmla="*/ 77 h 80"/>
              <a:gd name="T68" fmla="*/ 31 w 80"/>
              <a:gd name="T69" fmla="*/ 43 h 80"/>
              <a:gd name="T70" fmla="*/ 22 w 80"/>
              <a:gd name="T71" fmla="*/ 34 h 80"/>
              <a:gd name="T72" fmla="*/ 24 w 80"/>
              <a:gd name="T73" fmla="*/ 32 h 80"/>
              <a:gd name="T74" fmla="*/ 40 w 80"/>
              <a:gd name="T75" fmla="*/ 48 h 80"/>
              <a:gd name="T76" fmla="*/ 56 w 80"/>
              <a:gd name="T77" fmla="*/ 32 h 80"/>
              <a:gd name="T78" fmla="*/ 58 w 80"/>
              <a:gd name="T79" fmla="*/ 34 h 80"/>
              <a:gd name="T80" fmla="*/ 40 w 80"/>
              <a:gd name="T81" fmla="*/ 52 h 80"/>
              <a:gd name="T82" fmla="*/ 37 w 80"/>
              <a:gd name="T83" fmla="*/ 50 h 80"/>
              <a:gd name="T84" fmla="*/ 31 w 80"/>
              <a:gd name="T85" fmla="*/ 4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45" y="0"/>
                  <a:pt x="51" y="1"/>
                  <a:pt x="55" y="4"/>
                </a:cubicBezTo>
                <a:cubicBezTo>
                  <a:pt x="60" y="6"/>
                  <a:pt x="64" y="9"/>
                  <a:pt x="68" y="12"/>
                </a:cubicBezTo>
                <a:cubicBezTo>
                  <a:pt x="72" y="16"/>
                  <a:pt x="74" y="20"/>
                  <a:pt x="77" y="25"/>
                </a:cubicBezTo>
                <a:cubicBezTo>
                  <a:pt x="79" y="30"/>
                  <a:pt x="80" y="35"/>
                  <a:pt x="80" y="40"/>
                </a:cubicBezTo>
                <a:cubicBezTo>
                  <a:pt x="80" y="46"/>
                  <a:pt x="79" y="51"/>
                  <a:pt x="77" y="56"/>
                </a:cubicBezTo>
                <a:cubicBezTo>
                  <a:pt x="74" y="61"/>
                  <a:pt x="72" y="65"/>
                  <a:pt x="68" y="69"/>
                </a:cubicBezTo>
                <a:cubicBezTo>
                  <a:pt x="64" y="72"/>
                  <a:pt x="60" y="75"/>
                  <a:pt x="55" y="77"/>
                </a:cubicBezTo>
                <a:cubicBezTo>
                  <a:pt x="51" y="79"/>
                  <a:pt x="45" y="80"/>
                  <a:pt x="40" y="80"/>
                </a:cubicBezTo>
                <a:cubicBezTo>
                  <a:pt x="34" y="80"/>
                  <a:pt x="29" y="79"/>
                  <a:pt x="24" y="77"/>
                </a:cubicBezTo>
                <a:cubicBezTo>
                  <a:pt x="19" y="75"/>
                  <a:pt x="15" y="72"/>
                  <a:pt x="12" y="69"/>
                </a:cubicBezTo>
                <a:cubicBezTo>
                  <a:pt x="8" y="65"/>
                  <a:pt x="5" y="61"/>
                  <a:pt x="3" y="56"/>
                </a:cubicBezTo>
                <a:cubicBezTo>
                  <a:pt x="1" y="51"/>
                  <a:pt x="0" y="46"/>
                  <a:pt x="0" y="40"/>
                </a:cubicBezTo>
                <a:cubicBezTo>
                  <a:pt x="0" y="35"/>
                  <a:pt x="1" y="30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9"/>
                  <a:pt x="19" y="6"/>
                  <a:pt x="24" y="4"/>
                </a:cubicBezTo>
                <a:cubicBezTo>
                  <a:pt x="29" y="1"/>
                  <a:pt x="34" y="0"/>
                  <a:pt x="40" y="0"/>
                </a:cubicBezTo>
                <a:close/>
                <a:moveTo>
                  <a:pt x="40" y="77"/>
                </a:moveTo>
                <a:cubicBezTo>
                  <a:pt x="45" y="77"/>
                  <a:pt x="50" y="76"/>
                  <a:pt x="54" y="74"/>
                </a:cubicBezTo>
                <a:cubicBezTo>
                  <a:pt x="59" y="72"/>
                  <a:pt x="62" y="70"/>
                  <a:pt x="66" y="67"/>
                </a:cubicBezTo>
                <a:cubicBezTo>
                  <a:pt x="69" y="63"/>
                  <a:pt x="72" y="59"/>
                  <a:pt x="74" y="55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1"/>
                  <a:pt x="74" y="26"/>
                </a:cubicBezTo>
                <a:cubicBezTo>
                  <a:pt x="72" y="22"/>
                  <a:pt x="69" y="18"/>
                  <a:pt x="66" y="14"/>
                </a:cubicBezTo>
                <a:cubicBezTo>
                  <a:pt x="62" y="11"/>
                  <a:pt x="59" y="8"/>
                  <a:pt x="54" y="7"/>
                </a:cubicBezTo>
                <a:cubicBezTo>
                  <a:pt x="50" y="5"/>
                  <a:pt x="45" y="4"/>
                  <a:pt x="40" y="4"/>
                </a:cubicBezTo>
                <a:cubicBezTo>
                  <a:pt x="35" y="4"/>
                  <a:pt x="30" y="5"/>
                  <a:pt x="26" y="7"/>
                </a:cubicBezTo>
                <a:cubicBezTo>
                  <a:pt x="21" y="8"/>
                  <a:pt x="17" y="11"/>
                  <a:pt x="14" y="14"/>
                </a:cubicBezTo>
                <a:cubicBezTo>
                  <a:pt x="10" y="18"/>
                  <a:pt x="8" y="22"/>
                  <a:pt x="6" y="26"/>
                </a:cubicBezTo>
                <a:cubicBezTo>
                  <a:pt x="4" y="31"/>
                  <a:pt x="3" y="35"/>
                  <a:pt x="3" y="40"/>
                </a:cubicBezTo>
                <a:cubicBezTo>
                  <a:pt x="3" y="45"/>
                  <a:pt x="4" y="50"/>
                  <a:pt x="6" y="55"/>
                </a:cubicBezTo>
                <a:cubicBezTo>
                  <a:pt x="8" y="59"/>
                  <a:pt x="10" y="63"/>
                  <a:pt x="14" y="67"/>
                </a:cubicBezTo>
                <a:cubicBezTo>
                  <a:pt x="17" y="70"/>
                  <a:pt x="21" y="72"/>
                  <a:pt x="26" y="74"/>
                </a:cubicBezTo>
                <a:cubicBezTo>
                  <a:pt x="30" y="76"/>
                  <a:pt x="35" y="77"/>
                  <a:pt x="40" y="77"/>
                </a:cubicBezTo>
                <a:close/>
                <a:moveTo>
                  <a:pt x="31" y="43"/>
                </a:moveTo>
                <a:cubicBezTo>
                  <a:pt x="22" y="34"/>
                  <a:pt x="22" y="34"/>
                  <a:pt x="22" y="34"/>
                </a:cubicBezTo>
                <a:cubicBezTo>
                  <a:pt x="24" y="32"/>
                  <a:pt x="24" y="32"/>
                  <a:pt x="24" y="32"/>
                </a:cubicBezTo>
                <a:cubicBezTo>
                  <a:pt x="40" y="48"/>
                  <a:pt x="40" y="48"/>
                  <a:pt x="40" y="48"/>
                </a:cubicBezTo>
                <a:cubicBezTo>
                  <a:pt x="56" y="32"/>
                  <a:pt x="56" y="32"/>
                  <a:pt x="56" y="32"/>
                </a:cubicBezTo>
                <a:cubicBezTo>
                  <a:pt x="58" y="34"/>
                  <a:pt x="58" y="34"/>
                  <a:pt x="58" y="34"/>
                </a:cubicBezTo>
                <a:cubicBezTo>
                  <a:pt x="40" y="52"/>
                  <a:pt x="40" y="52"/>
                  <a:pt x="40" y="52"/>
                </a:cubicBezTo>
                <a:cubicBezTo>
                  <a:pt x="37" y="50"/>
                  <a:pt x="37" y="50"/>
                  <a:pt x="37" y="50"/>
                </a:cubicBezTo>
                <a:lnTo>
                  <a:pt x="31" y="4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8556625" y="3825071"/>
            <a:ext cx="360363" cy="285750"/>
          </a:xfrm>
          <a:custGeom>
            <a:avLst/>
            <a:gdLst>
              <a:gd name="T0" fmla="*/ 85 w 96"/>
              <a:gd name="T1" fmla="*/ 27 h 76"/>
              <a:gd name="T2" fmla="*/ 95 w 96"/>
              <a:gd name="T3" fmla="*/ 36 h 76"/>
              <a:gd name="T4" fmla="*/ 95 w 96"/>
              <a:gd name="T5" fmla="*/ 50 h 76"/>
              <a:gd name="T6" fmla="*/ 85 w 96"/>
              <a:gd name="T7" fmla="*/ 59 h 76"/>
              <a:gd name="T8" fmla="*/ 56 w 96"/>
              <a:gd name="T9" fmla="*/ 60 h 76"/>
              <a:gd name="T10" fmla="*/ 78 w 96"/>
              <a:gd name="T11" fmla="*/ 57 h 76"/>
              <a:gd name="T12" fmla="*/ 89 w 96"/>
              <a:gd name="T13" fmla="*/ 53 h 76"/>
              <a:gd name="T14" fmla="*/ 93 w 96"/>
              <a:gd name="T15" fmla="*/ 43 h 76"/>
              <a:gd name="T16" fmla="*/ 89 w 96"/>
              <a:gd name="T17" fmla="*/ 33 h 76"/>
              <a:gd name="T18" fmla="*/ 78 w 96"/>
              <a:gd name="T19" fmla="*/ 28 h 76"/>
              <a:gd name="T20" fmla="*/ 75 w 96"/>
              <a:gd name="T21" fmla="*/ 25 h 76"/>
              <a:gd name="T22" fmla="*/ 75 w 96"/>
              <a:gd name="T23" fmla="*/ 25 h 76"/>
              <a:gd name="T24" fmla="*/ 74 w 96"/>
              <a:gd name="T25" fmla="*/ 16 h 76"/>
              <a:gd name="T26" fmla="*/ 62 w 96"/>
              <a:gd name="T27" fmla="*/ 5 h 76"/>
              <a:gd name="T28" fmla="*/ 48 w 96"/>
              <a:gd name="T29" fmla="*/ 4 h 76"/>
              <a:gd name="T30" fmla="*/ 38 w 96"/>
              <a:gd name="T31" fmla="*/ 10 h 76"/>
              <a:gd name="T32" fmla="*/ 33 w 96"/>
              <a:gd name="T33" fmla="*/ 18 h 76"/>
              <a:gd name="T34" fmla="*/ 28 w 96"/>
              <a:gd name="T35" fmla="*/ 16 h 76"/>
              <a:gd name="T36" fmla="*/ 22 w 96"/>
              <a:gd name="T37" fmla="*/ 16 h 76"/>
              <a:gd name="T38" fmla="*/ 17 w 96"/>
              <a:gd name="T39" fmla="*/ 20 h 76"/>
              <a:gd name="T40" fmla="*/ 16 w 96"/>
              <a:gd name="T41" fmla="*/ 25 h 76"/>
              <a:gd name="T42" fmla="*/ 10 w 96"/>
              <a:gd name="T43" fmla="*/ 28 h 76"/>
              <a:gd name="T44" fmla="*/ 4 w 96"/>
              <a:gd name="T45" fmla="*/ 36 h 76"/>
              <a:gd name="T46" fmla="*/ 4 w 96"/>
              <a:gd name="T47" fmla="*/ 47 h 76"/>
              <a:gd name="T48" fmla="*/ 13 w 96"/>
              <a:gd name="T49" fmla="*/ 56 h 76"/>
              <a:gd name="T50" fmla="*/ 40 w 96"/>
              <a:gd name="T51" fmla="*/ 57 h 76"/>
              <a:gd name="T52" fmla="*/ 19 w 96"/>
              <a:gd name="T53" fmla="*/ 60 h 76"/>
              <a:gd name="T54" fmla="*/ 6 w 96"/>
              <a:gd name="T55" fmla="*/ 55 h 76"/>
              <a:gd name="T56" fmla="*/ 0 w 96"/>
              <a:gd name="T57" fmla="*/ 41 h 76"/>
              <a:gd name="T58" fmla="*/ 4 w 96"/>
              <a:gd name="T59" fmla="*/ 30 h 76"/>
              <a:gd name="T60" fmla="*/ 13 w 96"/>
              <a:gd name="T61" fmla="*/ 23 h 76"/>
              <a:gd name="T62" fmla="*/ 17 w 96"/>
              <a:gd name="T63" fmla="*/ 15 h 76"/>
              <a:gd name="T64" fmla="*/ 26 w 96"/>
              <a:gd name="T65" fmla="*/ 12 h 76"/>
              <a:gd name="T66" fmla="*/ 31 w 96"/>
              <a:gd name="T67" fmla="*/ 14 h 76"/>
              <a:gd name="T68" fmla="*/ 40 w 96"/>
              <a:gd name="T69" fmla="*/ 4 h 76"/>
              <a:gd name="T70" fmla="*/ 54 w 96"/>
              <a:gd name="T71" fmla="*/ 0 h 76"/>
              <a:gd name="T72" fmla="*/ 71 w 96"/>
              <a:gd name="T73" fmla="*/ 7 h 76"/>
              <a:gd name="T74" fmla="*/ 78 w 96"/>
              <a:gd name="T75" fmla="*/ 24 h 76"/>
              <a:gd name="T76" fmla="*/ 78 w 96"/>
              <a:gd name="T77" fmla="*/ 25 h 76"/>
              <a:gd name="T78" fmla="*/ 46 w 96"/>
              <a:gd name="T79" fmla="*/ 35 h 76"/>
              <a:gd name="T80" fmla="*/ 50 w 96"/>
              <a:gd name="T81" fmla="*/ 76 h 76"/>
              <a:gd name="T82" fmla="*/ 60 w 96"/>
              <a:gd name="T83" fmla="*/ 45 h 76"/>
              <a:gd name="T84" fmla="*/ 48 w 96"/>
              <a:gd name="T85" fmla="*/ 28 h 76"/>
              <a:gd name="T86" fmla="*/ 36 w 96"/>
              <a:gd name="T87" fmla="*/ 4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76">
                <a:moveTo>
                  <a:pt x="78" y="25"/>
                </a:moveTo>
                <a:cubicBezTo>
                  <a:pt x="81" y="25"/>
                  <a:pt x="83" y="26"/>
                  <a:pt x="85" y="27"/>
                </a:cubicBezTo>
                <a:cubicBezTo>
                  <a:pt x="87" y="28"/>
                  <a:pt x="89" y="29"/>
                  <a:pt x="91" y="30"/>
                </a:cubicBezTo>
                <a:cubicBezTo>
                  <a:pt x="92" y="32"/>
                  <a:pt x="94" y="34"/>
                  <a:pt x="95" y="36"/>
                </a:cubicBezTo>
                <a:cubicBezTo>
                  <a:pt x="96" y="38"/>
                  <a:pt x="96" y="40"/>
                  <a:pt x="96" y="43"/>
                </a:cubicBezTo>
                <a:cubicBezTo>
                  <a:pt x="96" y="45"/>
                  <a:pt x="96" y="47"/>
                  <a:pt x="95" y="50"/>
                </a:cubicBezTo>
                <a:cubicBezTo>
                  <a:pt x="94" y="52"/>
                  <a:pt x="92" y="54"/>
                  <a:pt x="91" y="55"/>
                </a:cubicBezTo>
                <a:cubicBezTo>
                  <a:pt x="89" y="57"/>
                  <a:pt x="87" y="58"/>
                  <a:pt x="85" y="59"/>
                </a:cubicBezTo>
                <a:cubicBezTo>
                  <a:pt x="83" y="60"/>
                  <a:pt x="81" y="60"/>
                  <a:pt x="78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56" y="57"/>
                  <a:pt x="56" y="57"/>
                  <a:pt x="56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80" y="57"/>
                  <a:pt x="82" y="57"/>
                  <a:pt x="84" y="56"/>
                </a:cubicBezTo>
                <a:cubicBezTo>
                  <a:pt x="86" y="55"/>
                  <a:pt x="87" y="54"/>
                  <a:pt x="89" y="53"/>
                </a:cubicBezTo>
                <a:cubicBezTo>
                  <a:pt x="90" y="52"/>
                  <a:pt x="91" y="50"/>
                  <a:pt x="92" y="48"/>
                </a:cubicBezTo>
                <a:cubicBezTo>
                  <a:pt x="92" y="47"/>
                  <a:pt x="93" y="45"/>
                  <a:pt x="93" y="43"/>
                </a:cubicBezTo>
                <a:cubicBezTo>
                  <a:pt x="93" y="41"/>
                  <a:pt x="92" y="39"/>
                  <a:pt x="92" y="37"/>
                </a:cubicBezTo>
                <a:cubicBezTo>
                  <a:pt x="91" y="35"/>
                  <a:pt x="90" y="34"/>
                  <a:pt x="89" y="33"/>
                </a:cubicBezTo>
                <a:cubicBezTo>
                  <a:pt x="87" y="31"/>
                  <a:pt x="86" y="30"/>
                  <a:pt x="84" y="29"/>
                </a:cubicBezTo>
                <a:cubicBezTo>
                  <a:pt x="82" y="29"/>
                  <a:pt x="80" y="28"/>
                  <a:pt x="78" y="28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1"/>
                  <a:pt x="75" y="19"/>
                  <a:pt x="74" y="16"/>
                </a:cubicBezTo>
                <a:cubicBezTo>
                  <a:pt x="72" y="13"/>
                  <a:pt x="71" y="11"/>
                  <a:pt x="69" y="9"/>
                </a:cubicBezTo>
                <a:cubicBezTo>
                  <a:pt x="67" y="7"/>
                  <a:pt x="65" y="6"/>
                  <a:pt x="62" y="5"/>
                </a:cubicBezTo>
                <a:cubicBezTo>
                  <a:pt x="59" y="3"/>
                  <a:pt x="57" y="3"/>
                  <a:pt x="54" y="3"/>
                </a:cubicBezTo>
                <a:cubicBezTo>
                  <a:pt x="52" y="3"/>
                  <a:pt x="50" y="3"/>
                  <a:pt x="48" y="4"/>
                </a:cubicBezTo>
                <a:cubicBezTo>
                  <a:pt x="46" y="4"/>
                  <a:pt x="44" y="5"/>
                  <a:pt x="42" y="6"/>
                </a:cubicBezTo>
                <a:cubicBezTo>
                  <a:pt x="40" y="7"/>
                  <a:pt x="39" y="8"/>
                  <a:pt x="38" y="10"/>
                </a:cubicBezTo>
                <a:cubicBezTo>
                  <a:pt x="36" y="11"/>
                  <a:pt x="35" y="13"/>
                  <a:pt x="34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6"/>
                  <a:pt x="29" y="16"/>
                  <a:pt x="28" y="16"/>
                </a:cubicBezTo>
                <a:cubicBezTo>
                  <a:pt x="27" y="16"/>
                  <a:pt x="26" y="16"/>
                  <a:pt x="26" y="16"/>
                </a:cubicBezTo>
                <a:cubicBezTo>
                  <a:pt x="24" y="16"/>
                  <a:pt x="23" y="16"/>
                  <a:pt x="22" y="16"/>
                </a:cubicBezTo>
                <a:cubicBezTo>
                  <a:pt x="21" y="17"/>
                  <a:pt x="20" y="17"/>
                  <a:pt x="19" y="18"/>
                </a:cubicBezTo>
                <a:cubicBezTo>
                  <a:pt x="19" y="18"/>
                  <a:pt x="18" y="19"/>
                  <a:pt x="17" y="20"/>
                </a:cubicBezTo>
                <a:cubicBezTo>
                  <a:pt x="17" y="21"/>
                  <a:pt x="16" y="22"/>
                  <a:pt x="16" y="23"/>
                </a:cubicBezTo>
                <a:cubicBezTo>
                  <a:pt x="16" y="25"/>
                  <a:pt x="16" y="25"/>
                  <a:pt x="16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2" y="27"/>
                  <a:pt x="11" y="27"/>
                  <a:pt x="10" y="28"/>
                </a:cubicBezTo>
                <a:cubicBezTo>
                  <a:pt x="8" y="29"/>
                  <a:pt x="7" y="31"/>
                  <a:pt x="6" y="32"/>
                </a:cubicBezTo>
                <a:cubicBezTo>
                  <a:pt x="5" y="33"/>
                  <a:pt x="4" y="35"/>
                  <a:pt x="4" y="36"/>
                </a:cubicBezTo>
                <a:cubicBezTo>
                  <a:pt x="3" y="38"/>
                  <a:pt x="3" y="39"/>
                  <a:pt x="3" y="41"/>
                </a:cubicBezTo>
                <a:cubicBezTo>
                  <a:pt x="3" y="43"/>
                  <a:pt x="4" y="45"/>
                  <a:pt x="4" y="47"/>
                </a:cubicBezTo>
                <a:cubicBezTo>
                  <a:pt x="5" y="49"/>
                  <a:pt x="6" y="51"/>
                  <a:pt x="8" y="53"/>
                </a:cubicBezTo>
                <a:cubicBezTo>
                  <a:pt x="9" y="54"/>
                  <a:pt x="11" y="55"/>
                  <a:pt x="13" y="56"/>
                </a:cubicBezTo>
                <a:cubicBezTo>
                  <a:pt x="15" y="57"/>
                  <a:pt x="17" y="57"/>
                  <a:pt x="19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60"/>
                  <a:pt x="40" y="60"/>
                  <a:pt x="40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7" y="60"/>
                  <a:pt x="14" y="60"/>
                  <a:pt x="12" y="59"/>
                </a:cubicBezTo>
                <a:cubicBezTo>
                  <a:pt x="9" y="58"/>
                  <a:pt x="7" y="57"/>
                  <a:pt x="6" y="55"/>
                </a:cubicBezTo>
                <a:cubicBezTo>
                  <a:pt x="4" y="53"/>
                  <a:pt x="3" y="51"/>
                  <a:pt x="2" y="49"/>
                </a:cubicBezTo>
                <a:cubicBezTo>
                  <a:pt x="1" y="46"/>
                  <a:pt x="0" y="44"/>
                  <a:pt x="0" y="41"/>
                </a:cubicBezTo>
                <a:cubicBezTo>
                  <a:pt x="0" y="39"/>
                  <a:pt x="0" y="37"/>
                  <a:pt x="1" y="35"/>
                </a:cubicBezTo>
                <a:cubicBezTo>
                  <a:pt x="2" y="33"/>
                  <a:pt x="2" y="31"/>
                  <a:pt x="4" y="30"/>
                </a:cubicBezTo>
                <a:cubicBezTo>
                  <a:pt x="5" y="28"/>
                  <a:pt x="6" y="27"/>
                  <a:pt x="8" y="26"/>
                </a:cubicBezTo>
                <a:cubicBezTo>
                  <a:pt x="9" y="25"/>
                  <a:pt x="11" y="24"/>
                  <a:pt x="13" y="23"/>
                </a:cubicBezTo>
                <a:cubicBezTo>
                  <a:pt x="13" y="22"/>
                  <a:pt x="14" y="20"/>
                  <a:pt x="14" y="19"/>
                </a:cubicBezTo>
                <a:cubicBezTo>
                  <a:pt x="15" y="18"/>
                  <a:pt x="16" y="16"/>
                  <a:pt x="17" y="15"/>
                </a:cubicBezTo>
                <a:cubicBezTo>
                  <a:pt x="18" y="14"/>
                  <a:pt x="20" y="14"/>
                  <a:pt x="21" y="13"/>
                </a:cubicBezTo>
                <a:cubicBezTo>
                  <a:pt x="23" y="13"/>
                  <a:pt x="24" y="12"/>
                  <a:pt x="26" y="12"/>
                </a:cubicBezTo>
                <a:cubicBezTo>
                  <a:pt x="27" y="12"/>
                  <a:pt x="28" y="13"/>
                  <a:pt x="29" y="13"/>
                </a:cubicBezTo>
                <a:cubicBezTo>
                  <a:pt x="30" y="13"/>
                  <a:pt x="30" y="13"/>
                  <a:pt x="31" y="14"/>
                </a:cubicBezTo>
                <a:cubicBezTo>
                  <a:pt x="32" y="12"/>
                  <a:pt x="34" y="10"/>
                  <a:pt x="35" y="8"/>
                </a:cubicBezTo>
                <a:cubicBezTo>
                  <a:pt x="37" y="6"/>
                  <a:pt x="38" y="5"/>
                  <a:pt x="40" y="4"/>
                </a:cubicBezTo>
                <a:cubicBezTo>
                  <a:pt x="42" y="2"/>
                  <a:pt x="44" y="1"/>
                  <a:pt x="47" y="1"/>
                </a:cubicBezTo>
                <a:cubicBezTo>
                  <a:pt x="49" y="0"/>
                  <a:pt x="51" y="0"/>
                  <a:pt x="54" y="0"/>
                </a:cubicBezTo>
                <a:cubicBezTo>
                  <a:pt x="57" y="0"/>
                  <a:pt x="60" y="0"/>
                  <a:pt x="63" y="2"/>
                </a:cubicBezTo>
                <a:cubicBezTo>
                  <a:pt x="66" y="3"/>
                  <a:pt x="69" y="5"/>
                  <a:pt x="71" y="7"/>
                </a:cubicBezTo>
                <a:cubicBezTo>
                  <a:pt x="74" y="9"/>
                  <a:pt x="75" y="12"/>
                  <a:pt x="77" y="15"/>
                </a:cubicBezTo>
                <a:cubicBezTo>
                  <a:pt x="78" y="18"/>
                  <a:pt x="78" y="21"/>
                  <a:pt x="78" y="24"/>
                </a:cubicBezTo>
                <a:cubicBezTo>
                  <a:pt x="78" y="25"/>
                  <a:pt x="78" y="25"/>
                  <a:pt x="78" y="25"/>
                </a:cubicBezTo>
                <a:cubicBezTo>
                  <a:pt x="78" y="25"/>
                  <a:pt x="78" y="25"/>
                  <a:pt x="78" y="25"/>
                </a:cubicBezTo>
                <a:close/>
                <a:moveTo>
                  <a:pt x="36" y="45"/>
                </a:moveTo>
                <a:cubicBezTo>
                  <a:pt x="46" y="35"/>
                  <a:pt x="46" y="35"/>
                  <a:pt x="46" y="35"/>
                </a:cubicBezTo>
                <a:cubicBezTo>
                  <a:pt x="46" y="76"/>
                  <a:pt x="46" y="76"/>
                  <a:pt x="46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35"/>
                  <a:pt x="50" y="35"/>
                  <a:pt x="50" y="35"/>
                </a:cubicBezTo>
                <a:cubicBezTo>
                  <a:pt x="60" y="45"/>
                  <a:pt x="60" y="45"/>
                  <a:pt x="60" y="45"/>
                </a:cubicBezTo>
                <a:cubicBezTo>
                  <a:pt x="62" y="43"/>
                  <a:pt x="62" y="43"/>
                  <a:pt x="62" y="43"/>
                </a:cubicBezTo>
                <a:cubicBezTo>
                  <a:pt x="48" y="28"/>
                  <a:pt x="48" y="28"/>
                  <a:pt x="48" y="28"/>
                </a:cubicBezTo>
                <a:cubicBezTo>
                  <a:pt x="34" y="43"/>
                  <a:pt x="34" y="43"/>
                  <a:pt x="34" y="43"/>
                </a:cubicBezTo>
                <a:cubicBezTo>
                  <a:pt x="36" y="45"/>
                  <a:pt x="36" y="45"/>
                  <a:pt x="36" y="4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4" name="Freeform 126"/>
          <p:cNvSpPr>
            <a:spLocks noEditPoints="1"/>
          </p:cNvSpPr>
          <p:nvPr/>
        </p:nvSpPr>
        <p:spPr bwMode="auto">
          <a:xfrm>
            <a:off x="9097963" y="3825071"/>
            <a:ext cx="360363" cy="334963"/>
          </a:xfrm>
          <a:custGeom>
            <a:avLst/>
            <a:gdLst>
              <a:gd name="T0" fmla="*/ 85 w 96"/>
              <a:gd name="T1" fmla="*/ 27 h 89"/>
              <a:gd name="T2" fmla="*/ 95 w 96"/>
              <a:gd name="T3" fmla="*/ 36 h 89"/>
              <a:gd name="T4" fmla="*/ 95 w 96"/>
              <a:gd name="T5" fmla="*/ 50 h 89"/>
              <a:gd name="T6" fmla="*/ 85 w 96"/>
              <a:gd name="T7" fmla="*/ 59 h 89"/>
              <a:gd name="T8" fmla="*/ 56 w 96"/>
              <a:gd name="T9" fmla="*/ 60 h 89"/>
              <a:gd name="T10" fmla="*/ 78 w 96"/>
              <a:gd name="T11" fmla="*/ 57 h 89"/>
              <a:gd name="T12" fmla="*/ 89 w 96"/>
              <a:gd name="T13" fmla="*/ 53 h 89"/>
              <a:gd name="T14" fmla="*/ 93 w 96"/>
              <a:gd name="T15" fmla="*/ 43 h 89"/>
              <a:gd name="T16" fmla="*/ 89 w 96"/>
              <a:gd name="T17" fmla="*/ 33 h 89"/>
              <a:gd name="T18" fmla="*/ 78 w 96"/>
              <a:gd name="T19" fmla="*/ 28 h 89"/>
              <a:gd name="T20" fmla="*/ 75 w 96"/>
              <a:gd name="T21" fmla="*/ 25 h 89"/>
              <a:gd name="T22" fmla="*/ 75 w 96"/>
              <a:gd name="T23" fmla="*/ 25 h 89"/>
              <a:gd name="T24" fmla="*/ 74 w 96"/>
              <a:gd name="T25" fmla="*/ 16 h 89"/>
              <a:gd name="T26" fmla="*/ 62 w 96"/>
              <a:gd name="T27" fmla="*/ 5 h 89"/>
              <a:gd name="T28" fmla="*/ 48 w 96"/>
              <a:gd name="T29" fmla="*/ 4 h 89"/>
              <a:gd name="T30" fmla="*/ 38 w 96"/>
              <a:gd name="T31" fmla="*/ 10 h 89"/>
              <a:gd name="T32" fmla="*/ 33 w 96"/>
              <a:gd name="T33" fmla="*/ 18 h 89"/>
              <a:gd name="T34" fmla="*/ 28 w 96"/>
              <a:gd name="T35" fmla="*/ 16 h 89"/>
              <a:gd name="T36" fmla="*/ 22 w 96"/>
              <a:gd name="T37" fmla="*/ 16 h 89"/>
              <a:gd name="T38" fmla="*/ 17 w 96"/>
              <a:gd name="T39" fmla="*/ 20 h 89"/>
              <a:gd name="T40" fmla="*/ 16 w 96"/>
              <a:gd name="T41" fmla="*/ 25 h 89"/>
              <a:gd name="T42" fmla="*/ 10 w 96"/>
              <a:gd name="T43" fmla="*/ 28 h 89"/>
              <a:gd name="T44" fmla="*/ 4 w 96"/>
              <a:gd name="T45" fmla="*/ 36 h 89"/>
              <a:gd name="T46" fmla="*/ 4 w 96"/>
              <a:gd name="T47" fmla="*/ 47 h 89"/>
              <a:gd name="T48" fmla="*/ 13 w 96"/>
              <a:gd name="T49" fmla="*/ 56 h 89"/>
              <a:gd name="T50" fmla="*/ 40 w 96"/>
              <a:gd name="T51" fmla="*/ 57 h 89"/>
              <a:gd name="T52" fmla="*/ 19 w 96"/>
              <a:gd name="T53" fmla="*/ 60 h 89"/>
              <a:gd name="T54" fmla="*/ 6 w 96"/>
              <a:gd name="T55" fmla="*/ 55 h 89"/>
              <a:gd name="T56" fmla="*/ 0 w 96"/>
              <a:gd name="T57" fmla="*/ 41 h 89"/>
              <a:gd name="T58" fmla="*/ 4 w 96"/>
              <a:gd name="T59" fmla="*/ 30 h 89"/>
              <a:gd name="T60" fmla="*/ 13 w 96"/>
              <a:gd name="T61" fmla="*/ 23 h 89"/>
              <a:gd name="T62" fmla="*/ 17 w 96"/>
              <a:gd name="T63" fmla="*/ 15 h 89"/>
              <a:gd name="T64" fmla="*/ 26 w 96"/>
              <a:gd name="T65" fmla="*/ 12 h 89"/>
              <a:gd name="T66" fmla="*/ 31 w 96"/>
              <a:gd name="T67" fmla="*/ 14 h 89"/>
              <a:gd name="T68" fmla="*/ 40 w 96"/>
              <a:gd name="T69" fmla="*/ 4 h 89"/>
              <a:gd name="T70" fmla="*/ 54 w 96"/>
              <a:gd name="T71" fmla="*/ 0 h 89"/>
              <a:gd name="T72" fmla="*/ 71 w 96"/>
              <a:gd name="T73" fmla="*/ 7 h 89"/>
              <a:gd name="T74" fmla="*/ 78 w 96"/>
              <a:gd name="T75" fmla="*/ 24 h 89"/>
              <a:gd name="T76" fmla="*/ 78 w 96"/>
              <a:gd name="T77" fmla="*/ 25 h 89"/>
              <a:gd name="T78" fmla="*/ 50 w 96"/>
              <a:gd name="T79" fmla="*/ 83 h 89"/>
              <a:gd name="T80" fmla="*/ 46 w 96"/>
              <a:gd name="T81" fmla="*/ 41 h 89"/>
              <a:gd name="T82" fmla="*/ 36 w 96"/>
              <a:gd name="T83" fmla="*/ 73 h 89"/>
              <a:gd name="T84" fmla="*/ 48 w 96"/>
              <a:gd name="T85" fmla="*/ 89 h 89"/>
              <a:gd name="T86" fmla="*/ 60 w 96"/>
              <a:gd name="T87" fmla="*/ 7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89">
                <a:moveTo>
                  <a:pt x="78" y="25"/>
                </a:moveTo>
                <a:cubicBezTo>
                  <a:pt x="81" y="25"/>
                  <a:pt x="83" y="26"/>
                  <a:pt x="85" y="27"/>
                </a:cubicBezTo>
                <a:cubicBezTo>
                  <a:pt x="87" y="28"/>
                  <a:pt x="89" y="29"/>
                  <a:pt x="91" y="30"/>
                </a:cubicBezTo>
                <a:cubicBezTo>
                  <a:pt x="92" y="32"/>
                  <a:pt x="94" y="34"/>
                  <a:pt x="95" y="36"/>
                </a:cubicBezTo>
                <a:cubicBezTo>
                  <a:pt x="95" y="38"/>
                  <a:pt x="96" y="40"/>
                  <a:pt x="96" y="43"/>
                </a:cubicBezTo>
                <a:cubicBezTo>
                  <a:pt x="96" y="45"/>
                  <a:pt x="95" y="47"/>
                  <a:pt x="95" y="50"/>
                </a:cubicBezTo>
                <a:cubicBezTo>
                  <a:pt x="94" y="52"/>
                  <a:pt x="92" y="54"/>
                  <a:pt x="91" y="55"/>
                </a:cubicBezTo>
                <a:cubicBezTo>
                  <a:pt x="89" y="57"/>
                  <a:pt x="87" y="58"/>
                  <a:pt x="85" y="59"/>
                </a:cubicBezTo>
                <a:cubicBezTo>
                  <a:pt x="83" y="60"/>
                  <a:pt x="81" y="60"/>
                  <a:pt x="78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56" y="57"/>
                  <a:pt x="56" y="57"/>
                  <a:pt x="56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80" y="57"/>
                  <a:pt x="82" y="57"/>
                  <a:pt x="84" y="56"/>
                </a:cubicBezTo>
                <a:cubicBezTo>
                  <a:pt x="86" y="55"/>
                  <a:pt x="87" y="54"/>
                  <a:pt x="89" y="53"/>
                </a:cubicBezTo>
                <a:cubicBezTo>
                  <a:pt x="90" y="52"/>
                  <a:pt x="91" y="50"/>
                  <a:pt x="92" y="48"/>
                </a:cubicBezTo>
                <a:cubicBezTo>
                  <a:pt x="92" y="47"/>
                  <a:pt x="93" y="45"/>
                  <a:pt x="93" y="43"/>
                </a:cubicBezTo>
                <a:cubicBezTo>
                  <a:pt x="93" y="41"/>
                  <a:pt x="92" y="39"/>
                  <a:pt x="92" y="37"/>
                </a:cubicBezTo>
                <a:cubicBezTo>
                  <a:pt x="91" y="35"/>
                  <a:pt x="90" y="34"/>
                  <a:pt x="89" y="33"/>
                </a:cubicBezTo>
                <a:cubicBezTo>
                  <a:pt x="87" y="31"/>
                  <a:pt x="86" y="30"/>
                  <a:pt x="84" y="29"/>
                </a:cubicBezTo>
                <a:cubicBezTo>
                  <a:pt x="82" y="29"/>
                  <a:pt x="80" y="28"/>
                  <a:pt x="78" y="28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1"/>
                  <a:pt x="75" y="19"/>
                  <a:pt x="74" y="16"/>
                </a:cubicBezTo>
                <a:cubicBezTo>
                  <a:pt x="72" y="13"/>
                  <a:pt x="71" y="11"/>
                  <a:pt x="69" y="9"/>
                </a:cubicBezTo>
                <a:cubicBezTo>
                  <a:pt x="67" y="7"/>
                  <a:pt x="65" y="6"/>
                  <a:pt x="62" y="5"/>
                </a:cubicBezTo>
                <a:cubicBezTo>
                  <a:pt x="59" y="3"/>
                  <a:pt x="57" y="3"/>
                  <a:pt x="54" y="3"/>
                </a:cubicBezTo>
                <a:cubicBezTo>
                  <a:pt x="52" y="3"/>
                  <a:pt x="50" y="3"/>
                  <a:pt x="48" y="4"/>
                </a:cubicBezTo>
                <a:cubicBezTo>
                  <a:pt x="46" y="4"/>
                  <a:pt x="44" y="5"/>
                  <a:pt x="42" y="6"/>
                </a:cubicBezTo>
                <a:cubicBezTo>
                  <a:pt x="40" y="7"/>
                  <a:pt x="39" y="8"/>
                  <a:pt x="38" y="10"/>
                </a:cubicBezTo>
                <a:cubicBezTo>
                  <a:pt x="36" y="11"/>
                  <a:pt x="35" y="13"/>
                  <a:pt x="34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6"/>
                  <a:pt x="29" y="16"/>
                  <a:pt x="28" y="16"/>
                </a:cubicBezTo>
                <a:cubicBezTo>
                  <a:pt x="27" y="16"/>
                  <a:pt x="26" y="16"/>
                  <a:pt x="26" y="16"/>
                </a:cubicBezTo>
                <a:cubicBezTo>
                  <a:pt x="24" y="16"/>
                  <a:pt x="23" y="16"/>
                  <a:pt x="22" y="16"/>
                </a:cubicBezTo>
                <a:cubicBezTo>
                  <a:pt x="21" y="17"/>
                  <a:pt x="20" y="17"/>
                  <a:pt x="19" y="18"/>
                </a:cubicBezTo>
                <a:cubicBezTo>
                  <a:pt x="18" y="18"/>
                  <a:pt x="18" y="19"/>
                  <a:pt x="17" y="20"/>
                </a:cubicBezTo>
                <a:cubicBezTo>
                  <a:pt x="17" y="21"/>
                  <a:pt x="16" y="22"/>
                  <a:pt x="16" y="23"/>
                </a:cubicBezTo>
                <a:cubicBezTo>
                  <a:pt x="16" y="25"/>
                  <a:pt x="16" y="25"/>
                  <a:pt x="16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2" y="27"/>
                  <a:pt x="11" y="27"/>
                  <a:pt x="10" y="28"/>
                </a:cubicBezTo>
                <a:cubicBezTo>
                  <a:pt x="8" y="29"/>
                  <a:pt x="7" y="31"/>
                  <a:pt x="6" y="32"/>
                </a:cubicBezTo>
                <a:cubicBezTo>
                  <a:pt x="5" y="33"/>
                  <a:pt x="4" y="35"/>
                  <a:pt x="4" y="36"/>
                </a:cubicBezTo>
                <a:cubicBezTo>
                  <a:pt x="3" y="38"/>
                  <a:pt x="3" y="39"/>
                  <a:pt x="3" y="41"/>
                </a:cubicBezTo>
                <a:cubicBezTo>
                  <a:pt x="3" y="43"/>
                  <a:pt x="4" y="45"/>
                  <a:pt x="4" y="47"/>
                </a:cubicBezTo>
                <a:cubicBezTo>
                  <a:pt x="5" y="49"/>
                  <a:pt x="6" y="51"/>
                  <a:pt x="8" y="53"/>
                </a:cubicBezTo>
                <a:cubicBezTo>
                  <a:pt x="9" y="54"/>
                  <a:pt x="11" y="55"/>
                  <a:pt x="13" y="56"/>
                </a:cubicBezTo>
                <a:cubicBezTo>
                  <a:pt x="15" y="57"/>
                  <a:pt x="17" y="57"/>
                  <a:pt x="19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60"/>
                  <a:pt x="40" y="60"/>
                  <a:pt x="40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7" y="60"/>
                  <a:pt x="14" y="60"/>
                  <a:pt x="12" y="59"/>
                </a:cubicBezTo>
                <a:cubicBezTo>
                  <a:pt x="9" y="58"/>
                  <a:pt x="7" y="57"/>
                  <a:pt x="6" y="55"/>
                </a:cubicBezTo>
                <a:cubicBezTo>
                  <a:pt x="4" y="53"/>
                  <a:pt x="3" y="51"/>
                  <a:pt x="2" y="49"/>
                </a:cubicBezTo>
                <a:cubicBezTo>
                  <a:pt x="1" y="46"/>
                  <a:pt x="0" y="44"/>
                  <a:pt x="0" y="41"/>
                </a:cubicBezTo>
                <a:cubicBezTo>
                  <a:pt x="0" y="39"/>
                  <a:pt x="0" y="37"/>
                  <a:pt x="1" y="35"/>
                </a:cubicBezTo>
                <a:cubicBezTo>
                  <a:pt x="2" y="33"/>
                  <a:pt x="2" y="31"/>
                  <a:pt x="4" y="30"/>
                </a:cubicBezTo>
                <a:cubicBezTo>
                  <a:pt x="5" y="28"/>
                  <a:pt x="6" y="27"/>
                  <a:pt x="8" y="26"/>
                </a:cubicBezTo>
                <a:cubicBezTo>
                  <a:pt x="9" y="25"/>
                  <a:pt x="11" y="24"/>
                  <a:pt x="13" y="23"/>
                </a:cubicBezTo>
                <a:cubicBezTo>
                  <a:pt x="13" y="22"/>
                  <a:pt x="14" y="20"/>
                  <a:pt x="14" y="19"/>
                </a:cubicBezTo>
                <a:cubicBezTo>
                  <a:pt x="15" y="18"/>
                  <a:pt x="16" y="16"/>
                  <a:pt x="17" y="15"/>
                </a:cubicBezTo>
                <a:cubicBezTo>
                  <a:pt x="18" y="14"/>
                  <a:pt x="20" y="14"/>
                  <a:pt x="21" y="13"/>
                </a:cubicBezTo>
                <a:cubicBezTo>
                  <a:pt x="22" y="13"/>
                  <a:pt x="24" y="12"/>
                  <a:pt x="26" y="12"/>
                </a:cubicBezTo>
                <a:cubicBezTo>
                  <a:pt x="27" y="12"/>
                  <a:pt x="28" y="13"/>
                  <a:pt x="29" y="13"/>
                </a:cubicBezTo>
                <a:cubicBezTo>
                  <a:pt x="30" y="13"/>
                  <a:pt x="30" y="13"/>
                  <a:pt x="31" y="14"/>
                </a:cubicBezTo>
                <a:cubicBezTo>
                  <a:pt x="32" y="12"/>
                  <a:pt x="34" y="10"/>
                  <a:pt x="35" y="8"/>
                </a:cubicBezTo>
                <a:cubicBezTo>
                  <a:pt x="37" y="6"/>
                  <a:pt x="38" y="5"/>
                  <a:pt x="40" y="4"/>
                </a:cubicBezTo>
                <a:cubicBezTo>
                  <a:pt x="42" y="2"/>
                  <a:pt x="44" y="1"/>
                  <a:pt x="47" y="1"/>
                </a:cubicBezTo>
                <a:cubicBezTo>
                  <a:pt x="49" y="0"/>
                  <a:pt x="51" y="0"/>
                  <a:pt x="54" y="0"/>
                </a:cubicBezTo>
                <a:cubicBezTo>
                  <a:pt x="57" y="0"/>
                  <a:pt x="60" y="0"/>
                  <a:pt x="63" y="2"/>
                </a:cubicBezTo>
                <a:cubicBezTo>
                  <a:pt x="66" y="3"/>
                  <a:pt x="69" y="5"/>
                  <a:pt x="71" y="7"/>
                </a:cubicBezTo>
                <a:cubicBezTo>
                  <a:pt x="73" y="9"/>
                  <a:pt x="75" y="12"/>
                  <a:pt x="76" y="15"/>
                </a:cubicBezTo>
                <a:cubicBezTo>
                  <a:pt x="78" y="18"/>
                  <a:pt x="78" y="21"/>
                  <a:pt x="78" y="24"/>
                </a:cubicBezTo>
                <a:cubicBezTo>
                  <a:pt x="78" y="25"/>
                  <a:pt x="78" y="25"/>
                  <a:pt x="78" y="25"/>
                </a:cubicBezTo>
                <a:cubicBezTo>
                  <a:pt x="78" y="25"/>
                  <a:pt x="78" y="25"/>
                  <a:pt x="78" y="25"/>
                </a:cubicBezTo>
                <a:close/>
                <a:moveTo>
                  <a:pt x="60" y="73"/>
                </a:moveTo>
                <a:cubicBezTo>
                  <a:pt x="50" y="83"/>
                  <a:pt x="50" y="83"/>
                  <a:pt x="50" y="83"/>
                </a:cubicBezTo>
                <a:cubicBezTo>
                  <a:pt x="50" y="41"/>
                  <a:pt x="50" y="41"/>
                  <a:pt x="50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83"/>
                  <a:pt x="46" y="83"/>
                  <a:pt x="46" y="83"/>
                </a:cubicBezTo>
                <a:cubicBezTo>
                  <a:pt x="36" y="73"/>
                  <a:pt x="36" y="73"/>
                  <a:pt x="36" y="73"/>
                </a:cubicBezTo>
                <a:cubicBezTo>
                  <a:pt x="34" y="75"/>
                  <a:pt x="34" y="75"/>
                  <a:pt x="34" y="75"/>
                </a:cubicBezTo>
                <a:cubicBezTo>
                  <a:pt x="48" y="89"/>
                  <a:pt x="48" y="89"/>
                  <a:pt x="48" y="89"/>
                </a:cubicBezTo>
                <a:cubicBezTo>
                  <a:pt x="62" y="75"/>
                  <a:pt x="62" y="75"/>
                  <a:pt x="62" y="75"/>
                </a:cubicBezTo>
                <a:lnTo>
                  <a:pt x="60" y="7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5" name="Freeform 127"/>
          <p:cNvSpPr>
            <a:spLocks noEditPoints="1"/>
          </p:cNvSpPr>
          <p:nvPr/>
        </p:nvSpPr>
        <p:spPr bwMode="auto">
          <a:xfrm>
            <a:off x="9637713" y="3880633"/>
            <a:ext cx="330200" cy="222250"/>
          </a:xfrm>
          <a:custGeom>
            <a:avLst/>
            <a:gdLst>
              <a:gd name="T0" fmla="*/ 75 w 88"/>
              <a:gd name="T1" fmla="*/ 56 h 59"/>
              <a:gd name="T2" fmla="*/ 0 w 88"/>
              <a:gd name="T3" fmla="*/ 59 h 59"/>
              <a:gd name="T4" fmla="*/ 3 w 88"/>
              <a:gd name="T5" fmla="*/ 12 h 59"/>
              <a:gd name="T6" fmla="*/ 65 w 88"/>
              <a:gd name="T7" fmla="*/ 56 h 59"/>
              <a:gd name="T8" fmla="*/ 79 w 88"/>
              <a:gd name="T9" fmla="*/ 50 h 59"/>
              <a:gd name="T10" fmla="*/ 82 w 88"/>
              <a:gd name="T11" fmla="*/ 53 h 59"/>
              <a:gd name="T12" fmla="*/ 6 w 88"/>
              <a:gd name="T13" fmla="*/ 6 h 59"/>
              <a:gd name="T14" fmla="*/ 9 w 88"/>
              <a:gd name="T15" fmla="*/ 50 h 59"/>
              <a:gd name="T16" fmla="*/ 79 w 88"/>
              <a:gd name="T17" fmla="*/ 50 h 59"/>
              <a:gd name="T18" fmla="*/ 88 w 88"/>
              <a:gd name="T19" fmla="*/ 0 h 59"/>
              <a:gd name="T20" fmla="*/ 12 w 88"/>
              <a:gd name="T21" fmla="*/ 47 h 59"/>
              <a:gd name="T22" fmla="*/ 85 w 88"/>
              <a:gd name="T23" fmla="*/ 10 h 59"/>
              <a:gd name="T24" fmla="*/ 16 w 88"/>
              <a:gd name="T25" fmla="*/ 3 h 59"/>
              <a:gd name="T26" fmla="*/ 85 w 88"/>
              <a:gd name="T27" fmla="*/ 44 h 59"/>
              <a:gd name="T28" fmla="*/ 20 w 88"/>
              <a:gd name="T29" fmla="*/ 6 h 59"/>
              <a:gd name="T30" fmla="*/ 30 w 88"/>
              <a:gd name="T31" fmla="*/ 9 h 59"/>
              <a:gd name="T32" fmla="*/ 20 w 88"/>
              <a:gd name="T33" fmla="*/ 6 h 59"/>
              <a:gd name="T34" fmla="*/ 20 w 88"/>
              <a:gd name="T35" fmla="*/ 41 h 59"/>
              <a:gd name="T36" fmla="*/ 30 w 88"/>
              <a:gd name="T37" fmla="*/ 37 h 59"/>
              <a:gd name="T38" fmla="*/ 50 w 88"/>
              <a:gd name="T39" fmla="*/ 14 h 59"/>
              <a:gd name="T40" fmla="*/ 57 w 88"/>
              <a:gd name="T41" fmla="*/ 17 h 59"/>
              <a:gd name="T42" fmla="*/ 60 w 88"/>
              <a:gd name="T43" fmla="*/ 23 h 59"/>
              <a:gd name="T44" fmla="*/ 57 w 88"/>
              <a:gd name="T45" fmla="*/ 30 h 59"/>
              <a:gd name="T46" fmla="*/ 50 w 88"/>
              <a:gd name="T47" fmla="*/ 33 h 59"/>
              <a:gd name="T48" fmla="*/ 44 w 88"/>
              <a:gd name="T49" fmla="*/ 30 h 59"/>
              <a:gd name="T50" fmla="*/ 41 w 88"/>
              <a:gd name="T51" fmla="*/ 23 h 59"/>
              <a:gd name="T52" fmla="*/ 44 w 88"/>
              <a:gd name="T53" fmla="*/ 17 h 59"/>
              <a:gd name="T54" fmla="*/ 50 w 88"/>
              <a:gd name="T55" fmla="*/ 14 h 59"/>
              <a:gd name="T56" fmla="*/ 53 w 88"/>
              <a:gd name="T57" fmla="*/ 29 h 59"/>
              <a:gd name="T58" fmla="*/ 56 w 88"/>
              <a:gd name="T59" fmla="*/ 26 h 59"/>
              <a:gd name="T60" fmla="*/ 56 w 88"/>
              <a:gd name="T61" fmla="*/ 21 h 59"/>
              <a:gd name="T62" fmla="*/ 53 w 88"/>
              <a:gd name="T63" fmla="*/ 17 h 59"/>
              <a:gd name="T64" fmla="*/ 48 w 88"/>
              <a:gd name="T65" fmla="*/ 17 h 59"/>
              <a:gd name="T66" fmla="*/ 44 w 88"/>
              <a:gd name="T67" fmla="*/ 21 h 59"/>
              <a:gd name="T68" fmla="*/ 44 w 88"/>
              <a:gd name="T69" fmla="*/ 26 h 59"/>
              <a:gd name="T70" fmla="*/ 48 w 88"/>
              <a:gd name="T71" fmla="*/ 29 h 59"/>
              <a:gd name="T72" fmla="*/ 71 w 88"/>
              <a:gd name="T73" fmla="*/ 6 h 59"/>
              <a:gd name="T74" fmla="*/ 80 w 88"/>
              <a:gd name="T75" fmla="*/ 9 h 59"/>
              <a:gd name="T76" fmla="*/ 71 w 88"/>
              <a:gd name="T77" fmla="*/ 6 h 59"/>
              <a:gd name="T78" fmla="*/ 71 w 88"/>
              <a:gd name="T79" fmla="*/ 41 h 59"/>
              <a:gd name="T80" fmla="*/ 80 w 88"/>
              <a:gd name="T81" fmla="*/ 37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59">
                <a:moveTo>
                  <a:pt x="72" y="56"/>
                </a:moveTo>
                <a:cubicBezTo>
                  <a:pt x="75" y="56"/>
                  <a:pt x="75" y="56"/>
                  <a:pt x="75" y="56"/>
                </a:cubicBezTo>
                <a:cubicBezTo>
                  <a:pt x="75" y="59"/>
                  <a:pt x="75" y="59"/>
                  <a:pt x="75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2"/>
                  <a:pt x="0" y="12"/>
                  <a:pt x="0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56"/>
                  <a:pt x="3" y="56"/>
                  <a:pt x="3" y="56"/>
                </a:cubicBezTo>
                <a:cubicBezTo>
                  <a:pt x="65" y="56"/>
                  <a:pt x="65" y="56"/>
                  <a:pt x="65" y="56"/>
                </a:cubicBezTo>
                <a:lnTo>
                  <a:pt x="72" y="56"/>
                </a:lnTo>
                <a:close/>
                <a:moveTo>
                  <a:pt x="79" y="50"/>
                </a:moveTo>
                <a:cubicBezTo>
                  <a:pt x="82" y="50"/>
                  <a:pt x="82" y="50"/>
                  <a:pt x="82" y="50"/>
                </a:cubicBezTo>
                <a:cubicBezTo>
                  <a:pt x="82" y="53"/>
                  <a:pt x="82" y="53"/>
                  <a:pt x="82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6" y="6"/>
                  <a:pt x="6" y="6"/>
                  <a:pt x="6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0"/>
                  <a:pt x="9" y="50"/>
                  <a:pt x="9" y="50"/>
                </a:cubicBezTo>
                <a:cubicBezTo>
                  <a:pt x="71" y="50"/>
                  <a:pt x="71" y="50"/>
                  <a:pt x="71" y="50"/>
                </a:cubicBezTo>
                <a:lnTo>
                  <a:pt x="79" y="50"/>
                </a:lnTo>
                <a:close/>
                <a:moveTo>
                  <a:pt x="12" y="0"/>
                </a:moveTo>
                <a:cubicBezTo>
                  <a:pt x="88" y="0"/>
                  <a:pt x="88" y="0"/>
                  <a:pt x="88" y="0"/>
                </a:cubicBezTo>
                <a:cubicBezTo>
                  <a:pt x="88" y="47"/>
                  <a:pt x="88" y="47"/>
                  <a:pt x="88" y="47"/>
                </a:cubicBezTo>
                <a:cubicBezTo>
                  <a:pt x="12" y="47"/>
                  <a:pt x="12" y="47"/>
                  <a:pt x="12" y="47"/>
                </a:cubicBezTo>
                <a:lnTo>
                  <a:pt x="12" y="0"/>
                </a:lnTo>
                <a:close/>
                <a:moveTo>
                  <a:pt x="85" y="10"/>
                </a:moveTo>
                <a:cubicBezTo>
                  <a:pt x="85" y="3"/>
                  <a:pt x="85" y="3"/>
                  <a:pt x="85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4"/>
                  <a:pt x="16" y="44"/>
                  <a:pt x="16" y="44"/>
                </a:cubicBezTo>
                <a:cubicBezTo>
                  <a:pt x="85" y="44"/>
                  <a:pt x="85" y="44"/>
                  <a:pt x="85" y="44"/>
                </a:cubicBezTo>
                <a:lnTo>
                  <a:pt x="85" y="10"/>
                </a:lnTo>
                <a:close/>
                <a:moveTo>
                  <a:pt x="20" y="6"/>
                </a:moveTo>
                <a:cubicBezTo>
                  <a:pt x="20" y="9"/>
                  <a:pt x="20" y="9"/>
                  <a:pt x="2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6"/>
                  <a:pt x="30" y="6"/>
                  <a:pt x="30" y="6"/>
                </a:cubicBezTo>
                <a:lnTo>
                  <a:pt x="20" y="6"/>
                </a:lnTo>
                <a:close/>
                <a:moveTo>
                  <a:pt x="20" y="37"/>
                </a:moveTo>
                <a:cubicBezTo>
                  <a:pt x="20" y="41"/>
                  <a:pt x="20" y="41"/>
                  <a:pt x="20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30" y="37"/>
                  <a:pt x="30" y="37"/>
                  <a:pt x="30" y="37"/>
                </a:cubicBezTo>
                <a:lnTo>
                  <a:pt x="20" y="37"/>
                </a:lnTo>
                <a:close/>
                <a:moveTo>
                  <a:pt x="50" y="14"/>
                </a:moveTo>
                <a:cubicBezTo>
                  <a:pt x="52" y="14"/>
                  <a:pt x="53" y="14"/>
                  <a:pt x="54" y="14"/>
                </a:cubicBezTo>
                <a:cubicBezTo>
                  <a:pt x="55" y="15"/>
                  <a:pt x="56" y="16"/>
                  <a:pt x="57" y="17"/>
                </a:cubicBezTo>
                <a:cubicBezTo>
                  <a:pt x="58" y="17"/>
                  <a:pt x="58" y="18"/>
                  <a:pt x="59" y="20"/>
                </a:cubicBezTo>
                <a:cubicBezTo>
                  <a:pt x="59" y="21"/>
                  <a:pt x="60" y="22"/>
                  <a:pt x="60" y="23"/>
                </a:cubicBezTo>
                <a:cubicBezTo>
                  <a:pt x="60" y="24"/>
                  <a:pt x="59" y="26"/>
                  <a:pt x="59" y="27"/>
                </a:cubicBezTo>
                <a:cubicBezTo>
                  <a:pt x="58" y="28"/>
                  <a:pt x="58" y="29"/>
                  <a:pt x="57" y="30"/>
                </a:cubicBezTo>
                <a:cubicBezTo>
                  <a:pt x="56" y="31"/>
                  <a:pt x="55" y="31"/>
                  <a:pt x="54" y="32"/>
                </a:cubicBezTo>
                <a:cubicBezTo>
                  <a:pt x="53" y="32"/>
                  <a:pt x="52" y="33"/>
                  <a:pt x="50" y="33"/>
                </a:cubicBezTo>
                <a:cubicBezTo>
                  <a:pt x="49" y="33"/>
                  <a:pt x="48" y="32"/>
                  <a:pt x="47" y="32"/>
                </a:cubicBezTo>
                <a:cubicBezTo>
                  <a:pt x="45" y="31"/>
                  <a:pt x="44" y="31"/>
                  <a:pt x="44" y="30"/>
                </a:cubicBezTo>
                <a:cubicBezTo>
                  <a:pt x="43" y="29"/>
                  <a:pt x="42" y="28"/>
                  <a:pt x="41" y="27"/>
                </a:cubicBezTo>
                <a:cubicBezTo>
                  <a:pt x="41" y="26"/>
                  <a:pt x="41" y="24"/>
                  <a:pt x="41" y="23"/>
                </a:cubicBezTo>
                <a:cubicBezTo>
                  <a:pt x="41" y="22"/>
                  <a:pt x="41" y="21"/>
                  <a:pt x="41" y="20"/>
                </a:cubicBezTo>
                <a:cubicBezTo>
                  <a:pt x="42" y="18"/>
                  <a:pt x="43" y="17"/>
                  <a:pt x="44" y="17"/>
                </a:cubicBezTo>
                <a:cubicBezTo>
                  <a:pt x="44" y="16"/>
                  <a:pt x="45" y="15"/>
                  <a:pt x="47" y="14"/>
                </a:cubicBezTo>
                <a:cubicBezTo>
                  <a:pt x="48" y="14"/>
                  <a:pt x="49" y="14"/>
                  <a:pt x="50" y="14"/>
                </a:cubicBezTo>
                <a:close/>
                <a:moveTo>
                  <a:pt x="50" y="29"/>
                </a:moveTo>
                <a:cubicBezTo>
                  <a:pt x="51" y="29"/>
                  <a:pt x="52" y="29"/>
                  <a:pt x="53" y="29"/>
                </a:cubicBezTo>
                <a:cubicBezTo>
                  <a:pt x="53" y="29"/>
                  <a:pt x="54" y="28"/>
                  <a:pt x="55" y="28"/>
                </a:cubicBezTo>
                <a:cubicBezTo>
                  <a:pt x="55" y="27"/>
                  <a:pt x="56" y="26"/>
                  <a:pt x="56" y="26"/>
                </a:cubicBezTo>
                <a:cubicBezTo>
                  <a:pt x="56" y="25"/>
                  <a:pt x="56" y="24"/>
                  <a:pt x="56" y="23"/>
                </a:cubicBezTo>
                <a:cubicBezTo>
                  <a:pt x="56" y="22"/>
                  <a:pt x="56" y="21"/>
                  <a:pt x="56" y="21"/>
                </a:cubicBezTo>
                <a:cubicBezTo>
                  <a:pt x="56" y="20"/>
                  <a:pt x="55" y="19"/>
                  <a:pt x="55" y="19"/>
                </a:cubicBezTo>
                <a:cubicBezTo>
                  <a:pt x="54" y="18"/>
                  <a:pt x="53" y="18"/>
                  <a:pt x="53" y="17"/>
                </a:cubicBezTo>
                <a:cubicBezTo>
                  <a:pt x="52" y="17"/>
                  <a:pt x="51" y="17"/>
                  <a:pt x="50" y="17"/>
                </a:cubicBezTo>
                <a:cubicBezTo>
                  <a:pt x="49" y="17"/>
                  <a:pt x="49" y="17"/>
                  <a:pt x="48" y="17"/>
                </a:cubicBezTo>
                <a:cubicBezTo>
                  <a:pt x="47" y="18"/>
                  <a:pt x="46" y="18"/>
                  <a:pt x="46" y="19"/>
                </a:cubicBezTo>
                <a:cubicBezTo>
                  <a:pt x="45" y="19"/>
                  <a:pt x="45" y="20"/>
                  <a:pt x="44" y="21"/>
                </a:cubicBezTo>
                <a:cubicBezTo>
                  <a:pt x="44" y="21"/>
                  <a:pt x="44" y="22"/>
                  <a:pt x="44" y="23"/>
                </a:cubicBezTo>
                <a:cubicBezTo>
                  <a:pt x="44" y="24"/>
                  <a:pt x="44" y="25"/>
                  <a:pt x="44" y="26"/>
                </a:cubicBezTo>
                <a:cubicBezTo>
                  <a:pt x="45" y="26"/>
                  <a:pt x="45" y="27"/>
                  <a:pt x="46" y="28"/>
                </a:cubicBezTo>
                <a:cubicBezTo>
                  <a:pt x="46" y="28"/>
                  <a:pt x="47" y="29"/>
                  <a:pt x="48" y="29"/>
                </a:cubicBezTo>
                <a:cubicBezTo>
                  <a:pt x="49" y="29"/>
                  <a:pt x="49" y="29"/>
                  <a:pt x="50" y="29"/>
                </a:cubicBezTo>
                <a:close/>
                <a:moveTo>
                  <a:pt x="71" y="6"/>
                </a:moveTo>
                <a:cubicBezTo>
                  <a:pt x="71" y="9"/>
                  <a:pt x="71" y="9"/>
                  <a:pt x="71" y="9"/>
                </a:cubicBezTo>
                <a:cubicBezTo>
                  <a:pt x="80" y="9"/>
                  <a:pt x="80" y="9"/>
                  <a:pt x="80" y="9"/>
                </a:cubicBezTo>
                <a:cubicBezTo>
                  <a:pt x="80" y="6"/>
                  <a:pt x="80" y="6"/>
                  <a:pt x="80" y="6"/>
                </a:cubicBezTo>
                <a:lnTo>
                  <a:pt x="71" y="6"/>
                </a:lnTo>
                <a:close/>
                <a:moveTo>
                  <a:pt x="71" y="37"/>
                </a:moveTo>
                <a:cubicBezTo>
                  <a:pt x="71" y="41"/>
                  <a:pt x="71" y="41"/>
                  <a:pt x="71" y="41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37"/>
                  <a:pt x="80" y="37"/>
                  <a:pt x="80" y="37"/>
                </a:cubicBezTo>
                <a:lnTo>
                  <a:pt x="71" y="3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10148888" y="3813958"/>
            <a:ext cx="179388" cy="357188"/>
          </a:xfrm>
          <a:custGeom>
            <a:avLst/>
            <a:gdLst>
              <a:gd name="T0" fmla="*/ 52 w 113"/>
              <a:gd name="T1" fmla="*/ 123 h 225"/>
              <a:gd name="T2" fmla="*/ 7 w 113"/>
              <a:gd name="T3" fmla="*/ 168 h 225"/>
              <a:gd name="T4" fmla="*/ 2 w 113"/>
              <a:gd name="T5" fmla="*/ 161 h 225"/>
              <a:gd name="T6" fmla="*/ 49 w 113"/>
              <a:gd name="T7" fmla="*/ 113 h 225"/>
              <a:gd name="T8" fmla="*/ 0 w 113"/>
              <a:gd name="T9" fmla="*/ 64 h 225"/>
              <a:gd name="T10" fmla="*/ 4 w 113"/>
              <a:gd name="T11" fmla="*/ 59 h 225"/>
              <a:gd name="T12" fmla="*/ 52 w 113"/>
              <a:gd name="T13" fmla="*/ 106 h 225"/>
              <a:gd name="T14" fmla="*/ 52 w 113"/>
              <a:gd name="T15" fmla="*/ 0 h 225"/>
              <a:gd name="T16" fmla="*/ 113 w 113"/>
              <a:gd name="T17" fmla="*/ 61 h 225"/>
              <a:gd name="T18" fmla="*/ 61 w 113"/>
              <a:gd name="T19" fmla="*/ 113 h 225"/>
              <a:gd name="T20" fmla="*/ 113 w 113"/>
              <a:gd name="T21" fmla="*/ 166 h 225"/>
              <a:gd name="T22" fmla="*/ 52 w 113"/>
              <a:gd name="T23" fmla="*/ 225 h 225"/>
              <a:gd name="T24" fmla="*/ 52 w 113"/>
              <a:gd name="T25" fmla="*/ 123 h 225"/>
              <a:gd name="T26" fmla="*/ 59 w 113"/>
              <a:gd name="T27" fmla="*/ 104 h 225"/>
              <a:gd name="T28" fmla="*/ 104 w 113"/>
              <a:gd name="T29" fmla="*/ 61 h 225"/>
              <a:gd name="T30" fmla="*/ 59 w 113"/>
              <a:gd name="T31" fmla="*/ 16 h 225"/>
              <a:gd name="T32" fmla="*/ 59 w 113"/>
              <a:gd name="T33" fmla="*/ 104 h 225"/>
              <a:gd name="T34" fmla="*/ 59 w 113"/>
              <a:gd name="T35" fmla="*/ 208 h 225"/>
              <a:gd name="T36" fmla="*/ 101 w 113"/>
              <a:gd name="T37" fmla="*/ 166 h 225"/>
              <a:gd name="T38" fmla="*/ 59 w 113"/>
              <a:gd name="T39" fmla="*/ 125 h 225"/>
              <a:gd name="T40" fmla="*/ 59 w 113"/>
              <a:gd name="T41" fmla="*/ 20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3" h="225">
                <a:moveTo>
                  <a:pt x="52" y="123"/>
                </a:moveTo>
                <a:lnTo>
                  <a:pt x="7" y="168"/>
                </a:lnTo>
                <a:lnTo>
                  <a:pt x="2" y="161"/>
                </a:lnTo>
                <a:lnTo>
                  <a:pt x="49" y="113"/>
                </a:lnTo>
                <a:lnTo>
                  <a:pt x="0" y="64"/>
                </a:lnTo>
                <a:lnTo>
                  <a:pt x="4" y="59"/>
                </a:lnTo>
                <a:lnTo>
                  <a:pt x="52" y="106"/>
                </a:lnTo>
                <a:lnTo>
                  <a:pt x="52" y="0"/>
                </a:lnTo>
                <a:lnTo>
                  <a:pt x="113" y="61"/>
                </a:lnTo>
                <a:lnTo>
                  <a:pt x="61" y="113"/>
                </a:lnTo>
                <a:lnTo>
                  <a:pt x="113" y="166"/>
                </a:lnTo>
                <a:lnTo>
                  <a:pt x="52" y="225"/>
                </a:lnTo>
                <a:lnTo>
                  <a:pt x="52" y="123"/>
                </a:lnTo>
                <a:close/>
                <a:moveTo>
                  <a:pt x="59" y="104"/>
                </a:moveTo>
                <a:lnTo>
                  <a:pt x="104" y="61"/>
                </a:lnTo>
                <a:lnTo>
                  <a:pt x="59" y="16"/>
                </a:lnTo>
                <a:lnTo>
                  <a:pt x="59" y="104"/>
                </a:lnTo>
                <a:close/>
                <a:moveTo>
                  <a:pt x="59" y="208"/>
                </a:moveTo>
                <a:lnTo>
                  <a:pt x="101" y="166"/>
                </a:lnTo>
                <a:lnTo>
                  <a:pt x="59" y="125"/>
                </a:lnTo>
                <a:lnTo>
                  <a:pt x="59" y="20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10509250" y="3833008"/>
            <a:ext cx="250825" cy="319088"/>
          </a:xfrm>
          <a:custGeom>
            <a:avLst/>
            <a:gdLst>
              <a:gd name="T0" fmla="*/ 83 w 158"/>
              <a:gd name="T1" fmla="*/ 66 h 201"/>
              <a:gd name="T2" fmla="*/ 83 w 158"/>
              <a:gd name="T3" fmla="*/ 73 h 201"/>
              <a:gd name="T4" fmla="*/ 149 w 158"/>
              <a:gd name="T5" fmla="*/ 73 h 201"/>
              <a:gd name="T6" fmla="*/ 149 w 158"/>
              <a:gd name="T7" fmla="*/ 127 h 201"/>
              <a:gd name="T8" fmla="*/ 83 w 158"/>
              <a:gd name="T9" fmla="*/ 127 h 201"/>
              <a:gd name="T10" fmla="*/ 83 w 158"/>
              <a:gd name="T11" fmla="*/ 201 h 201"/>
              <a:gd name="T12" fmla="*/ 75 w 158"/>
              <a:gd name="T13" fmla="*/ 201 h 201"/>
              <a:gd name="T14" fmla="*/ 75 w 158"/>
              <a:gd name="T15" fmla="*/ 127 h 201"/>
              <a:gd name="T16" fmla="*/ 23 w 158"/>
              <a:gd name="T17" fmla="*/ 127 h 201"/>
              <a:gd name="T18" fmla="*/ 0 w 158"/>
              <a:gd name="T19" fmla="*/ 99 h 201"/>
              <a:gd name="T20" fmla="*/ 23 w 158"/>
              <a:gd name="T21" fmla="*/ 73 h 201"/>
              <a:gd name="T22" fmla="*/ 75 w 158"/>
              <a:gd name="T23" fmla="*/ 73 h 201"/>
              <a:gd name="T24" fmla="*/ 75 w 158"/>
              <a:gd name="T25" fmla="*/ 66 h 201"/>
              <a:gd name="T26" fmla="*/ 9 w 158"/>
              <a:gd name="T27" fmla="*/ 66 h 201"/>
              <a:gd name="T28" fmla="*/ 9 w 158"/>
              <a:gd name="T29" fmla="*/ 14 h 201"/>
              <a:gd name="T30" fmla="*/ 75 w 158"/>
              <a:gd name="T31" fmla="*/ 14 h 201"/>
              <a:gd name="T32" fmla="*/ 75 w 158"/>
              <a:gd name="T33" fmla="*/ 0 h 201"/>
              <a:gd name="T34" fmla="*/ 83 w 158"/>
              <a:gd name="T35" fmla="*/ 0 h 201"/>
              <a:gd name="T36" fmla="*/ 83 w 158"/>
              <a:gd name="T37" fmla="*/ 14 h 201"/>
              <a:gd name="T38" fmla="*/ 135 w 158"/>
              <a:gd name="T39" fmla="*/ 14 h 201"/>
              <a:gd name="T40" fmla="*/ 158 w 158"/>
              <a:gd name="T41" fmla="*/ 40 h 201"/>
              <a:gd name="T42" fmla="*/ 135 w 158"/>
              <a:gd name="T43" fmla="*/ 66 h 201"/>
              <a:gd name="T44" fmla="*/ 83 w 158"/>
              <a:gd name="T45" fmla="*/ 66 h 201"/>
              <a:gd name="T46" fmla="*/ 142 w 158"/>
              <a:gd name="T47" fmla="*/ 82 h 201"/>
              <a:gd name="T48" fmla="*/ 26 w 158"/>
              <a:gd name="T49" fmla="*/ 82 h 201"/>
              <a:gd name="T50" fmla="*/ 9 w 158"/>
              <a:gd name="T51" fmla="*/ 99 h 201"/>
              <a:gd name="T52" fmla="*/ 26 w 158"/>
              <a:gd name="T53" fmla="*/ 118 h 201"/>
              <a:gd name="T54" fmla="*/ 142 w 158"/>
              <a:gd name="T55" fmla="*/ 118 h 201"/>
              <a:gd name="T56" fmla="*/ 142 w 158"/>
              <a:gd name="T57" fmla="*/ 82 h 201"/>
              <a:gd name="T58" fmla="*/ 16 w 158"/>
              <a:gd name="T59" fmla="*/ 59 h 201"/>
              <a:gd name="T60" fmla="*/ 130 w 158"/>
              <a:gd name="T61" fmla="*/ 59 h 201"/>
              <a:gd name="T62" fmla="*/ 146 w 158"/>
              <a:gd name="T63" fmla="*/ 40 h 201"/>
              <a:gd name="T64" fmla="*/ 130 w 158"/>
              <a:gd name="T65" fmla="*/ 21 h 201"/>
              <a:gd name="T66" fmla="*/ 16 w 158"/>
              <a:gd name="T67" fmla="*/ 21 h 201"/>
              <a:gd name="T68" fmla="*/ 16 w 158"/>
              <a:gd name="T69" fmla="*/ 59 h 201"/>
              <a:gd name="T70" fmla="*/ 23 w 158"/>
              <a:gd name="T71" fmla="*/ 30 h 201"/>
              <a:gd name="T72" fmla="*/ 23 w 158"/>
              <a:gd name="T73" fmla="*/ 37 h 201"/>
              <a:gd name="T74" fmla="*/ 59 w 158"/>
              <a:gd name="T75" fmla="*/ 37 h 201"/>
              <a:gd name="T76" fmla="*/ 59 w 158"/>
              <a:gd name="T77" fmla="*/ 30 h 201"/>
              <a:gd name="T78" fmla="*/ 23 w 158"/>
              <a:gd name="T79" fmla="*/ 30 h 201"/>
              <a:gd name="T80" fmla="*/ 97 w 158"/>
              <a:gd name="T81" fmla="*/ 90 h 201"/>
              <a:gd name="T82" fmla="*/ 97 w 158"/>
              <a:gd name="T83" fmla="*/ 97 h 201"/>
              <a:gd name="T84" fmla="*/ 135 w 158"/>
              <a:gd name="T85" fmla="*/ 97 h 201"/>
              <a:gd name="T86" fmla="*/ 135 w 158"/>
              <a:gd name="T87" fmla="*/ 90 h 201"/>
              <a:gd name="T88" fmla="*/ 97 w 158"/>
              <a:gd name="T89" fmla="*/ 90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8" h="201">
                <a:moveTo>
                  <a:pt x="83" y="66"/>
                </a:moveTo>
                <a:lnTo>
                  <a:pt x="83" y="73"/>
                </a:lnTo>
                <a:lnTo>
                  <a:pt x="149" y="73"/>
                </a:lnTo>
                <a:lnTo>
                  <a:pt x="149" y="127"/>
                </a:lnTo>
                <a:lnTo>
                  <a:pt x="83" y="127"/>
                </a:lnTo>
                <a:lnTo>
                  <a:pt x="83" y="201"/>
                </a:lnTo>
                <a:lnTo>
                  <a:pt x="75" y="201"/>
                </a:lnTo>
                <a:lnTo>
                  <a:pt x="75" y="127"/>
                </a:lnTo>
                <a:lnTo>
                  <a:pt x="23" y="127"/>
                </a:lnTo>
                <a:lnTo>
                  <a:pt x="0" y="99"/>
                </a:lnTo>
                <a:lnTo>
                  <a:pt x="23" y="73"/>
                </a:lnTo>
                <a:lnTo>
                  <a:pt x="75" y="73"/>
                </a:lnTo>
                <a:lnTo>
                  <a:pt x="75" y="66"/>
                </a:lnTo>
                <a:lnTo>
                  <a:pt x="9" y="66"/>
                </a:lnTo>
                <a:lnTo>
                  <a:pt x="9" y="14"/>
                </a:lnTo>
                <a:lnTo>
                  <a:pt x="75" y="14"/>
                </a:lnTo>
                <a:lnTo>
                  <a:pt x="75" y="0"/>
                </a:lnTo>
                <a:lnTo>
                  <a:pt x="83" y="0"/>
                </a:lnTo>
                <a:lnTo>
                  <a:pt x="83" y="14"/>
                </a:lnTo>
                <a:lnTo>
                  <a:pt x="135" y="14"/>
                </a:lnTo>
                <a:lnTo>
                  <a:pt x="158" y="40"/>
                </a:lnTo>
                <a:lnTo>
                  <a:pt x="135" y="66"/>
                </a:lnTo>
                <a:lnTo>
                  <a:pt x="83" y="66"/>
                </a:lnTo>
                <a:close/>
                <a:moveTo>
                  <a:pt x="142" y="82"/>
                </a:moveTo>
                <a:lnTo>
                  <a:pt x="26" y="82"/>
                </a:lnTo>
                <a:lnTo>
                  <a:pt x="9" y="99"/>
                </a:lnTo>
                <a:lnTo>
                  <a:pt x="26" y="118"/>
                </a:lnTo>
                <a:lnTo>
                  <a:pt x="142" y="118"/>
                </a:lnTo>
                <a:lnTo>
                  <a:pt x="142" y="82"/>
                </a:lnTo>
                <a:close/>
                <a:moveTo>
                  <a:pt x="16" y="59"/>
                </a:moveTo>
                <a:lnTo>
                  <a:pt x="130" y="59"/>
                </a:lnTo>
                <a:lnTo>
                  <a:pt x="146" y="40"/>
                </a:lnTo>
                <a:lnTo>
                  <a:pt x="130" y="21"/>
                </a:lnTo>
                <a:lnTo>
                  <a:pt x="16" y="21"/>
                </a:lnTo>
                <a:lnTo>
                  <a:pt x="16" y="59"/>
                </a:lnTo>
                <a:close/>
                <a:moveTo>
                  <a:pt x="23" y="30"/>
                </a:moveTo>
                <a:lnTo>
                  <a:pt x="23" y="37"/>
                </a:lnTo>
                <a:lnTo>
                  <a:pt x="59" y="37"/>
                </a:lnTo>
                <a:lnTo>
                  <a:pt x="59" y="30"/>
                </a:lnTo>
                <a:lnTo>
                  <a:pt x="23" y="30"/>
                </a:lnTo>
                <a:close/>
                <a:moveTo>
                  <a:pt x="97" y="90"/>
                </a:moveTo>
                <a:lnTo>
                  <a:pt x="97" y="97"/>
                </a:lnTo>
                <a:lnTo>
                  <a:pt x="135" y="97"/>
                </a:lnTo>
                <a:lnTo>
                  <a:pt x="135" y="90"/>
                </a:lnTo>
                <a:lnTo>
                  <a:pt x="97" y="9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10941050" y="3850471"/>
            <a:ext cx="280988" cy="282575"/>
          </a:xfrm>
          <a:custGeom>
            <a:avLst/>
            <a:gdLst>
              <a:gd name="T0" fmla="*/ 144 w 177"/>
              <a:gd name="T1" fmla="*/ 105 h 178"/>
              <a:gd name="T2" fmla="*/ 177 w 177"/>
              <a:gd name="T3" fmla="*/ 105 h 178"/>
              <a:gd name="T4" fmla="*/ 177 w 177"/>
              <a:gd name="T5" fmla="*/ 178 h 178"/>
              <a:gd name="T6" fmla="*/ 104 w 177"/>
              <a:gd name="T7" fmla="*/ 178 h 178"/>
              <a:gd name="T8" fmla="*/ 104 w 177"/>
              <a:gd name="T9" fmla="*/ 105 h 178"/>
              <a:gd name="T10" fmla="*/ 137 w 177"/>
              <a:gd name="T11" fmla="*/ 105 h 178"/>
              <a:gd name="T12" fmla="*/ 137 w 177"/>
              <a:gd name="T13" fmla="*/ 93 h 178"/>
              <a:gd name="T14" fmla="*/ 40 w 177"/>
              <a:gd name="T15" fmla="*/ 93 h 178"/>
              <a:gd name="T16" fmla="*/ 40 w 177"/>
              <a:gd name="T17" fmla="*/ 105 h 178"/>
              <a:gd name="T18" fmla="*/ 73 w 177"/>
              <a:gd name="T19" fmla="*/ 105 h 178"/>
              <a:gd name="T20" fmla="*/ 73 w 177"/>
              <a:gd name="T21" fmla="*/ 178 h 178"/>
              <a:gd name="T22" fmla="*/ 0 w 177"/>
              <a:gd name="T23" fmla="*/ 178 h 178"/>
              <a:gd name="T24" fmla="*/ 0 w 177"/>
              <a:gd name="T25" fmla="*/ 105 h 178"/>
              <a:gd name="T26" fmla="*/ 33 w 177"/>
              <a:gd name="T27" fmla="*/ 105 h 178"/>
              <a:gd name="T28" fmla="*/ 33 w 177"/>
              <a:gd name="T29" fmla="*/ 86 h 178"/>
              <a:gd name="T30" fmla="*/ 85 w 177"/>
              <a:gd name="T31" fmla="*/ 86 h 178"/>
              <a:gd name="T32" fmla="*/ 85 w 177"/>
              <a:gd name="T33" fmla="*/ 74 h 178"/>
              <a:gd name="T34" fmla="*/ 49 w 177"/>
              <a:gd name="T35" fmla="*/ 74 h 178"/>
              <a:gd name="T36" fmla="*/ 49 w 177"/>
              <a:gd name="T37" fmla="*/ 0 h 178"/>
              <a:gd name="T38" fmla="*/ 125 w 177"/>
              <a:gd name="T39" fmla="*/ 0 h 178"/>
              <a:gd name="T40" fmla="*/ 125 w 177"/>
              <a:gd name="T41" fmla="*/ 74 h 178"/>
              <a:gd name="T42" fmla="*/ 92 w 177"/>
              <a:gd name="T43" fmla="*/ 74 h 178"/>
              <a:gd name="T44" fmla="*/ 92 w 177"/>
              <a:gd name="T45" fmla="*/ 86 h 178"/>
              <a:gd name="T46" fmla="*/ 144 w 177"/>
              <a:gd name="T47" fmla="*/ 86 h 178"/>
              <a:gd name="T48" fmla="*/ 144 w 177"/>
              <a:gd name="T49" fmla="*/ 105 h 178"/>
              <a:gd name="T50" fmla="*/ 66 w 177"/>
              <a:gd name="T51" fmla="*/ 171 h 178"/>
              <a:gd name="T52" fmla="*/ 66 w 177"/>
              <a:gd name="T53" fmla="*/ 112 h 178"/>
              <a:gd name="T54" fmla="*/ 7 w 177"/>
              <a:gd name="T55" fmla="*/ 112 h 178"/>
              <a:gd name="T56" fmla="*/ 7 w 177"/>
              <a:gd name="T57" fmla="*/ 171 h 178"/>
              <a:gd name="T58" fmla="*/ 66 w 177"/>
              <a:gd name="T59" fmla="*/ 171 h 178"/>
              <a:gd name="T60" fmla="*/ 59 w 177"/>
              <a:gd name="T61" fmla="*/ 8 h 178"/>
              <a:gd name="T62" fmla="*/ 59 w 177"/>
              <a:gd name="T63" fmla="*/ 67 h 178"/>
              <a:gd name="T64" fmla="*/ 118 w 177"/>
              <a:gd name="T65" fmla="*/ 67 h 178"/>
              <a:gd name="T66" fmla="*/ 118 w 177"/>
              <a:gd name="T67" fmla="*/ 8 h 178"/>
              <a:gd name="T68" fmla="*/ 59 w 177"/>
              <a:gd name="T69" fmla="*/ 8 h 178"/>
              <a:gd name="T70" fmla="*/ 170 w 177"/>
              <a:gd name="T71" fmla="*/ 171 h 178"/>
              <a:gd name="T72" fmla="*/ 170 w 177"/>
              <a:gd name="T73" fmla="*/ 112 h 178"/>
              <a:gd name="T74" fmla="*/ 111 w 177"/>
              <a:gd name="T75" fmla="*/ 112 h 178"/>
              <a:gd name="T76" fmla="*/ 111 w 177"/>
              <a:gd name="T77" fmla="*/ 171 h 178"/>
              <a:gd name="T78" fmla="*/ 170 w 177"/>
              <a:gd name="T79" fmla="*/ 171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7" h="178">
                <a:moveTo>
                  <a:pt x="144" y="105"/>
                </a:moveTo>
                <a:lnTo>
                  <a:pt x="177" y="105"/>
                </a:lnTo>
                <a:lnTo>
                  <a:pt x="177" y="178"/>
                </a:lnTo>
                <a:lnTo>
                  <a:pt x="104" y="178"/>
                </a:lnTo>
                <a:lnTo>
                  <a:pt x="104" y="105"/>
                </a:lnTo>
                <a:lnTo>
                  <a:pt x="137" y="105"/>
                </a:lnTo>
                <a:lnTo>
                  <a:pt x="137" y="93"/>
                </a:lnTo>
                <a:lnTo>
                  <a:pt x="40" y="93"/>
                </a:lnTo>
                <a:lnTo>
                  <a:pt x="40" y="105"/>
                </a:lnTo>
                <a:lnTo>
                  <a:pt x="73" y="105"/>
                </a:lnTo>
                <a:lnTo>
                  <a:pt x="73" y="178"/>
                </a:lnTo>
                <a:lnTo>
                  <a:pt x="0" y="178"/>
                </a:lnTo>
                <a:lnTo>
                  <a:pt x="0" y="105"/>
                </a:lnTo>
                <a:lnTo>
                  <a:pt x="33" y="105"/>
                </a:lnTo>
                <a:lnTo>
                  <a:pt x="33" y="86"/>
                </a:lnTo>
                <a:lnTo>
                  <a:pt x="85" y="86"/>
                </a:lnTo>
                <a:lnTo>
                  <a:pt x="85" y="74"/>
                </a:lnTo>
                <a:lnTo>
                  <a:pt x="49" y="74"/>
                </a:lnTo>
                <a:lnTo>
                  <a:pt x="49" y="0"/>
                </a:lnTo>
                <a:lnTo>
                  <a:pt x="125" y="0"/>
                </a:lnTo>
                <a:lnTo>
                  <a:pt x="125" y="74"/>
                </a:lnTo>
                <a:lnTo>
                  <a:pt x="92" y="74"/>
                </a:lnTo>
                <a:lnTo>
                  <a:pt x="92" y="86"/>
                </a:lnTo>
                <a:lnTo>
                  <a:pt x="144" y="86"/>
                </a:lnTo>
                <a:lnTo>
                  <a:pt x="144" y="105"/>
                </a:lnTo>
                <a:close/>
                <a:moveTo>
                  <a:pt x="66" y="171"/>
                </a:moveTo>
                <a:lnTo>
                  <a:pt x="66" y="112"/>
                </a:lnTo>
                <a:lnTo>
                  <a:pt x="7" y="112"/>
                </a:lnTo>
                <a:lnTo>
                  <a:pt x="7" y="171"/>
                </a:lnTo>
                <a:lnTo>
                  <a:pt x="66" y="171"/>
                </a:lnTo>
                <a:close/>
                <a:moveTo>
                  <a:pt x="59" y="8"/>
                </a:moveTo>
                <a:lnTo>
                  <a:pt x="59" y="67"/>
                </a:lnTo>
                <a:lnTo>
                  <a:pt x="118" y="67"/>
                </a:lnTo>
                <a:lnTo>
                  <a:pt x="118" y="8"/>
                </a:lnTo>
                <a:lnTo>
                  <a:pt x="59" y="8"/>
                </a:lnTo>
                <a:close/>
                <a:moveTo>
                  <a:pt x="170" y="171"/>
                </a:moveTo>
                <a:lnTo>
                  <a:pt x="170" y="112"/>
                </a:lnTo>
                <a:lnTo>
                  <a:pt x="111" y="112"/>
                </a:lnTo>
                <a:lnTo>
                  <a:pt x="111" y="171"/>
                </a:lnTo>
                <a:lnTo>
                  <a:pt x="170" y="17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29" name="Freeform 131"/>
          <p:cNvSpPr>
            <a:spLocks/>
          </p:cNvSpPr>
          <p:nvPr/>
        </p:nvSpPr>
        <p:spPr bwMode="auto">
          <a:xfrm>
            <a:off x="11401425" y="3855233"/>
            <a:ext cx="307975" cy="274638"/>
          </a:xfrm>
          <a:custGeom>
            <a:avLst/>
            <a:gdLst>
              <a:gd name="T0" fmla="*/ 13 w 82"/>
              <a:gd name="T1" fmla="*/ 2 h 73"/>
              <a:gd name="T2" fmla="*/ 21 w 82"/>
              <a:gd name="T3" fmla="*/ 0 h 73"/>
              <a:gd name="T4" fmla="*/ 29 w 82"/>
              <a:gd name="T5" fmla="*/ 2 h 73"/>
              <a:gd name="T6" fmla="*/ 36 w 82"/>
              <a:gd name="T7" fmla="*/ 6 h 73"/>
              <a:gd name="T8" fmla="*/ 81 w 82"/>
              <a:gd name="T9" fmla="*/ 53 h 73"/>
              <a:gd name="T10" fmla="*/ 81 w 82"/>
              <a:gd name="T11" fmla="*/ 64 h 73"/>
              <a:gd name="T12" fmla="*/ 76 w 82"/>
              <a:gd name="T13" fmla="*/ 70 h 73"/>
              <a:gd name="T14" fmla="*/ 71 w 82"/>
              <a:gd name="T15" fmla="*/ 73 h 73"/>
              <a:gd name="T16" fmla="*/ 65 w 82"/>
              <a:gd name="T17" fmla="*/ 73 h 73"/>
              <a:gd name="T18" fmla="*/ 60 w 82"/>
              <a:gd name="T19" fmla="*/ 70 h 73"/>
              <a:gd name="T20" fmla="*/ 39 w 82"/>
              <a:gd name="T21" fmla="*/ 50 h 73"/>
              <a:gd name="T22" fmla="*/ 16 w 82"/>
              <a:gd name="T23" fmla="*/ 27 h 73"/>
              <a:gd name="T24" fmla="*/ 15 w 82"/>
              <a:gd name="T25" fmla="*/ 24 h 73"/>
              <a:gd name="T26" fmla="*/ 15 w 82"/>
              <a:gd name="T27" fmla="*/ 21 h 73"/>
              <a:gd name="T28" fmla="*/ 16 w 82"/>
              <a:gd name="T29" fmla="*/ 18 h 73"/>
              <a:gd name="T30" fmla="*/ 18 w 82"/>
              <a:gd name="T31" fmla="*/ 16 h 73"/>
              <a:gd name="T32" fmla="*/ 21 w 82"/>
              <a:gd name="T33" fmla="*/ 14 h 73"/>
              <a:gd name="T34" fmla="*/ 24 w 82"/>
              <a:gd name="T35" fmla="*/ 14 h 73"/>
              <a:gd name="T36" fmla="*/ 27 w 82"/>
              <a:gd name="T37" fmla="*/ 16 h 73"/>
              <a:gd name="T38" fmla="*/ 64 w 82"/>
              <a:gd name="T39" fmla="*/ 52 h 73"/>
              <a:gd name="T40" fmla="*/ 26 w 82"/>
              <a:gd name="T41" fmla="*/ 19 h 73"/>
              <a:gd name="T42" fmla="*/ 22 w 82"/>
              <a:gd name="T43" fmla="*/ 17 h 73"/>
              <a:gd name="T44" fmla="*/ 19 w 82"/>
              <a:gd name="T45" fmla="*/ 19 h 73"/>
              <a:gd name="T46" fmla="*/ 18 w 82"/>
              <a:gd name="T47" fmla="*/ 22 h 73"/>
              <a:gd name="T48" fmla="*/ 19 w 82"/>
              <a:gd name="T49" fmla="*/ 26 h 73"/>
              <a:gd name="T50" fmla="*/ 62 w 82"/>
              <a:gd name="T51" fmla="*/ 68 h 73"/>
              <a:gd name="T52" fmla="*/ 66 w 82"/>
              <a:gd name="T53" fmla="*/ 69 h 73"/>
              <a:gd name="T54" fmla="*/ 70 w 82"/>
              <a:gd name="T55" fmla="*/ 69 h 73"/>
              <a:gd name="T56" fmla="*/ 74 w 82"/>
              <a:gd name="T57" fmla="*/ 68 h 73"/>
              <a:gd name="T58" fmla="*/ 78 w 82"/>
              <a:gd name="T59" fmla="*/ 63 h 73"/>
              <a:gd name="T60" fmla="*/ 78 w 82"/>
              <a:gd name="T61" fmla="*/ 54 h 73"/>
              <a:gd name="T62" fmla="*/ 34 w 82"/>
              <a:gd name="T63" fmla="*/ 8 h 73"/>
              <a:gd name="T64" fmla="*/ 28 w 82"/>
              <a:gd name="T65" fmla="*/ 5 h 73"/>
              <a:gd name="T66" fmla="*/ 21 w 82"/>
              <a:gd name="T67" fmla="*/ 3 h 73"/>
              <a:gd name="T68" fmla="*/ 14 w 82"/>
              <a:gd name="T69" fmla="*/ 5 h 73"/>
              <a:gd name="T70" fmla="*/ 9 w 82"/>
              <a:gd name="T71" fmla="*/ 8 h 73"/>
              <a:gd name="T72" fmla="*/ 5 w 82"/>
              <a:gd name="T73" fmla="*/ 14 h 73"/>
              <a:gd name="T74" fmla="*/ 3 w 82"/>
              <a:gd name="T75" fmla="*/ 21 h 73"/>
              <a:gd name="T76" fmla="*/ 5 w 82"/>
              <a:gd name="T77" fmla="*/ 28 h 73"/>
              <a:gd name="T78" fmla="*/ 9 w 82"/>
              <a:gd name="T79" fmla="*/ 33 h 73"/>
              <a:gd name="T80" fmla="*/ 43 w 82"/>
              <a:gd name="T81" fmla="*/ 72 h 73"/>
              <a:gd name="T82" fmla="*/ 4 w 82"/>
              <a:gd name="T83" fmla="*/ 32 h 73"/>
              <a:gd name="T84" fmla="*/ 1 w 82"/>
              <a:gd name="T85" fmla="*/ 25 h 73"/>
              <a:gd name="T86" fmla="*/ 1 w 82"/>
              <a:gd name="T87" fmla="*/ 17 h 73"/>
              <a:gd name="T88" fmla="*/ 4 w 82"/>
              <a:gd name="T89" fmla="*/ 9 h 73"/>
              <a:gd name="T90" fmla="*/ 10 w 82"/>
              <a:gd name="T91" fmla="*/ 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73">
                <a:moveTo>
                  <a:pt x="10" y="4"/>
                </a:moveTo>
                <a:cubicBezTo>
                  <a:pt x="11" y="3"/>
                  <a:pt x="12" y="2"/>
                  <a:pt x="13" y="2"/>
                </a:cubicBezTo>
                <a:cubicBezTo>
                  <a:pt x="14" y="1"/>
                  <a:pt x="16" y="1"/>
                  <a:pt x="17" y="0"/>
                </a:cubicBezTo>
                <a:cubicBezTo>
                  <a:pt x="18" y="0"/>
                  <a:pt x="20" y="0"/>
                  <a:pt x="21" y="0"/>
                </a:cubicBezTo>
                <a:cubicBezTo>
                  <a:pt x="22" y="0"/>
                  <a:pt x="24" y="0"/>
                  <a:pt x="25" y="0"/>
                </a:cubicBezTo>
                <a:cubicBezTo>
                  <a:pt x="27" y="1"/>
                  <a:pt x="28" y="1"/>
                  <a:pt x="29" y="2"/>
                </a:cubicBezTo>
                <a:cubicBezTo>
                  <a:pt x="30" y="2"/>
                  <a:pt x="31" y="3"/>
                  <a:pt x="33" y="4"/>
                </a:cubicBezTo>
                <a:cubicBezTo>
                  <a:pt x="34" y="4"/>
                  <a:pt x="35" y="5"/>
                  <a:pt x="36" y="6"/>
                </a:cubicBezTo>
                <a:cubicBezTo>
                  <a:pt x="78" y="48"/>
                  <a:pt x="78" y="48"/>
                  <a:pt x="78" y="48"/>
                </a:cubicBezTo>
                <a:cubicBezTo>
                  <a:pt x="79" y="50"/>
                  <a:pt x="80" y="51"/>
                  <a:pt x="81" y="53"/>
                </a:cubicBezTo>
                <a:cubicBezTo>
                  <a:pt x="82" y="55"/>
                  <a:pt x="82" y="57"/>
                  <a:pt x="82" y="58"/>
                </a:cubicBezTo>
                <a:cubicBezTo>
                  <a:pt x="82" y="60"/>
                  <a:pt x="82" y="62"/>
                  <a:pt x="81" y="64"/>
                </a:cubicBezTo>
                <a:cubicBezTo>
                  <a:pt x="80" y="66"/>
                  <a:pt x="79" y="67"/>
                  <a:pt x="78" y="69"/>
                </a:cubicBezTo>
                <a:cubicBezTo>
                  <a:pt x="77" y="69"/>
                  <a:pt x="77" y="70"/>
                  <a:pt x="76" y="70"/>
                </a:cubicBezTo>
                <a:cubicBezTo>
                  <a:pt x="75" y="71"/>
                  <a:pt x="74" y="71"/>
                  <a:pt x="73" y="72"/>
                </a:cubicBezTo>
                <a:cubicBezTo>
                  <a:pt x="72" y="72"/>
                  <a:pt x="71" y="72"/>
                  <a:pt x="71" y="73"/>
                </a:cubicBezTo>
                <a:cubicBezTo>
                  <a:pt x="70" y="73"/>
                  <a:pt x="69" y="73"/>
                  <a:pt x="68" y="73"/>
                </a:cubicBezTo>
                <a:cubicBezTo>
                  <a:pt x="67" y="73"/>
                  <a:pt x="66" y="73"/>
                  <a:pt x="65" y="73"/>
                </a:cubicBezTo>
                <a:cubicBezTo>
                  <a:pt x="64" y="72"/>
                  <a:pt x="63" y="72"/>
                  <a:pt x="62" y="72"/>
                </a:cubicBezTo>
                <a:cubicBezTo>
                  <a:pt x="61" y="71"/>
                  <a:pt x="60" y="71"/>
                  <a:pt x="60" y="70"/>
                </a:cubicBezTo>
                <a:cubicBezTo>
                  <a:pt x="59" y="70"/>
                  <a:pt x="58" y="69"/>
                  <a:pt x="57" y="69"/>
                </a:cubicBezTo>
                <a:cubicBezTo>
                  <a:pt x="39" y="50"/>
                  <a:pt x="39" y="50"/>
                  <a:pt x="39" y="50"/>
                </a:cubicBezTo>
                <a:cubicBezTo>
                  <a:pt x="17" y="28"/>
                  <a:pt x="17" y="28"/>
                  <a:pt x="17" y="28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6"/>
                  <a:pt x="15" y="26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14" y="23"/>
                  <a:pt x="14" y="23"/>
                  <a:pt x="14" y="22"/>
                </a:cubicBezTo>
                <a:cubicBezTo>
                  <a:pt x="14" y="22"/>
                  <a:pt x="14" y="21"/>
                  <a:pt x="15" y="21"/>
                </a:cubicBezTo>
                <a:cubicBezTo>
                  <a:pt x="15" y="20"/>
                  <a:pt x="15" y="20"/>
                  <a:pt x="15" y="19"/>
                </a:cubicBezTo>
                <a:cubicBezTo>
                  <a:pt x="15" y="19"/>
                  <a:pt x="15" y="18"/>
                  <a:pt x="16" y="18"/>
                </a:cubicBezTo>
                <a:cubicBezTo>
                  <a:pt x="16" y="17"/>
                  <a:pt x="16" y="17"/>
                  <a:pt x="17" y="17"/>
                </a:cubicBezTo>
                <a:cubicBezTo>
                  <a:pt x="17" y="16"/>
                  <a:pt x="18" y="16"/>
                  <a:pt x="18" y="16"/>
                </a:cubicBezTo>
                <a:cubicBezTo>
                  <a:pt x="18" y="15"/>
                  <a:pt x="19" y="15"/>
                  <a:pt x="19" y="15"/>
                </a:cubicBezTo>
                <a:cubicBezTo>
                  <a:pt x="20" y="15"/>
                  <a:pt x="20" y="14"/>
                  <a:pt x="21" y="14"/>
                </a:cubicBezTo>
                <a:cubicBezTo>
                  <a:pt x="21" y="14"/>
                  <a:pt x="22" y="14"/>
                  <a:pt x="22" y="14"/>
                </a:cubicBezTo>
                <a:cubicBezTo>
                  <a:pt x="23" y="14"/>
                  <a:pt x="23" y="14"/>
                  <a:pt x="24" y="14"/>
                </a:cubicBezTo>
                <a:cubicBezTo>
                  <a:pt x="24" y="14"/>
                  <a:pt x="25" y="15"/>
                  <a:pt x="25" y="15"/>
                </a:cubicBezTo>
                <a:cubicBezTo>
                  <a:pt x="26" y="15"/>
                  <a:pt x="26" y="15"/>
                  <a:pt x="27" y="16"/>
                </a:cubicBezTo>
                <a:cubicBezTo>
                  <a:pt x="27" y="16"/>
                  <a:pt x="28" y="16"/>
                  <a:pt x="28" y="17"/>
                </a:cubicBezTo>
                <a:cubicBezTo>
                  <a:pt x="64" y="52"/>
                  <a:pt x="64" y="52"/>
                  <a:pt x="64" y="52"/>
                </a:cubicBezTo>
                <a:cubicBezTo>
                  <a:pt x="61" y="54"/>
                  <a:pt x="61" y="54"/>
                  <a:pt x="61" y="54"/>
                </a:cubicBezTo>
                <a:cubicBezTo>
                  <a:pt x="26" y="19"/>
                  <a:pt x="26" y="19"/>
                  <a:pt x="26" y="19"/>
                </a:cubicBezTo>
                <a:cubicBezTo>
                  <a:pt x="25" y="18"/>
                  <a:pt x="25" y="18"/>
                  <a:pt x="24" y="18"/>
                </a:cubicBezTo>
                <a:cubicBezTo>
                  <a:pt x="24" y="17"/>
                  <a:pt x="23" y="17"/>
                  <a:pt x="22" y="17"/>
                </a:cubicBezTo>
                <a:cubicBezTo>
                  <a:pt x="22" y="17"/>
                  <a:pt x="21" y="17"/>
                  <a:pt x="21" y="18"/>
                </a:cubicBezTo>
                <a:cubicBezTo>
                  <a:pt x="20" y="18"/>
                  <a:pt x="19" y="18"/>
                  <a:pt x="19" y="19"/>
                </a:cubicBezTo>
                <a:cubicBezTo>
                  <a:pt x="19" y="19"/>
                  <a:pt x="18" y="20"/>
                  <a:pt x="18" y="20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3"/>
                  <a:pt x="18" y="23"/>
                  <a:pt x="18" y="24"/>
                </a:cubicBezTo>
                <a:cubicBezTo>
                  <a:pt x="18" y="25"/>
                  <a:pt x="19" y="25"/>
                  <a:pt x="19" y="2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7"/>
                  <a:pt x="61" y="67"/>
                  <a:pt x="62" y="68"/>
                </a:cubicBezTo>
                <a:cubicBezTo>
                  <a:pt x="62" y="68"/>
                  <a:pt x="63" y="69"/>
                  <a:pt x="63" y="69"/>
                </a:cubicBezTo>
                <a:cubicBezTo>
                  <a:pt x="64" y="69"/>
                  <a:pt x="65" y="69"/>
                  <a:pt x="66" y="69"/>
                </a:cubicBezTo>
                <a:cubicBezTo>
                  <a:pt x="66" y="70"/>
                  <a:pt x="67" y="70"/>
                  <a:pt x="68" y="70"/>
                </a:cubicBezTo>
                <a:cubicBezTo>
                  <a:pt x="69" y="70"/>
                  <a:pt x="69" y="70"/>
                  <a:pt x="70" y="69"/>
                </a:cubicBezTo>
                <a:cubicBezTo>
                  <a:pt x="71" y="69"/>
                  <a:pt x="71" y="69"/>
                  <a:pt x="72" y="69"/>
                </a:cubicBezTo>
                <a:cubicBezTo>
                  <a:pt x="73" y="69"/>
                  <a:pt x="73" y="68"/>
                  <a:pt x="74" y="68"/>
                </a:cubicBezTo>
                <a:cubicBezTo>
                  <a:pt x="75" y="67"/>
                  <a:pt x="75" y="67"/>
                  <a:pt x="76" y="66"/>
                </a:cubicBezTo>
                <a:cubicBezTo>
                  <a:pt x="77" y="65"/>
                  <a:pt x="78" y="64"/>
                  <a:pt x="78" y="63"/>
                </a:cubicBezTo>
                <a:cubicBezTo>
                  <a:pt x="79" y="61"/>
                  <a:pt x="79" y="60"/>
                  <a:pt x="79" y="58"/>
                </a:cubicBezTo>
                <a:cubicBezTo>
                  <a:pt x="79" y="57"/>
                  <a:pt x="79" y="56"/>
                  <a:pt x="78" y="54"/>
                </a:cubicBezTo>
                <a:cubicBezTo>
                  <a:pt x="78" y="53"/>
                  <a:pt x="77" y="52"/>
                  <a:pt x="76" y="51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7"/>
                  <a:pt x="31" y="6"/>
                </a:cubicBezTo>
                <a:cubicBezTo>
                  <a:pt x="30" y="6"/>
                  <a:pt x="29" y="5"/>
                  <a:pt x="28" y="5"/>
                </a:cubicBezTo>
                <a:cubicBezTo>
                  <a:pt x="27" y="4"/>
                  <a:pt x="26" y="4"/>
                  <a:pt x="25" y="4"/>
                </a:cubicBezTo>
                <a:cubicBezTo>
                  <a:pt x="23" y="3"/>
                  <a:pt x="22" y="3"/>
                  <a:pt x="21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6" y="4"/>
                  <a:pt x="15" y="4"/>
                  <a:pt x="14" y="5"/>
                </a:cubicBezTo>
                <a:cubicBezTo>
                  <a:pt x="13" y="5"/>
                  <a:pt x="12" y="6"/>
                  <a:pt x="11" y="6"/>
                </a:cubicBezTo>
                <a:cubicBezTo>
                  <a:pt x="10" y="7"/>
                  <a:pt x="9" y="8"/>
                  <a:pt x="9" y="8"/>
                </a:cubicBezTo>
                <a:cubicBezTo>
                  <a:pt x="8" y="9"/>
                  <a:pt x="7" y="10"/>
                  <a:pt x="6" y="11"/>
                </a:cubicBezTo>
                <a:cubicBezTo>
                  <a:pt x="6" y="12"/>
                  <a:pt x="5" y="13"/>
                  <a:pt x="5" y="14"/>
                </a:cubicBezTo>
                <a:cubicBezTo>
                  <a:pt x="4" y="15"/>
                  <a:pt x="4" y="16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3" y="22"/>
                  <a:pt x="4" y="23"/>
                  <a:pt x="4" y="24"/>
                </a:cubicBezTo>
                <a:cubicBezTo>
                  <a:pt x="4" y="25"/>
                  <a:pt x="4" y="27"/>
                  <a:pt x="5" y="28"/>
                </a:cubicBezTo>
                <a:cubicBezTo>
                  <a:pt x="5" y="29"/>
                  <a:pt x="6" y="30"/>
                  <a:pt x="6" y="31"/>
                </a:cubicBezTo>
                <a:cubicBezTo>
                  <a:pt x="7" y="32"/>
                  <a:pt x="8" y="33"/>
                  <a:pt x="9" y="33"/>
                </a:cubicBezTo>
                <a:cubicBezTo>
                  <a:pt x="45" y="70"/>
                  <a:pt x="45" y="70"/>
                  <a:pt x="45" y="70"/>
                </a:cubicBezTo>
                <a:cubicBezTo>
                  <a:pt x="43" y="72"/>
                  <a:pt x="43" y="72"/>
                  <a:pt x="43" y="72"/>
                </a:cubicBezTo>
                <a:cubicBezTo>
                  <a:pt x="6" y="36"/>
                  <a:pt x="6" y="36"/>
                  <a:pt x="6" y="36"/>
                </a:cubicBezTo>
                <a:cubicBezTo>
                  <a:pt x="5" y="35"/>
                  <a:pt x="5" y="33"/>
                  <a:pt x="4" y="32"/>
                </a:cubicBezTo>
                <a:cubicBezTo>
                  <a:pt x="3" y="31"/>
                  <a:pt x="2" y="30"/>
                  <a:pt x="2" y="29"/>
                </a:cubicBezTo>
                <a:cubicBezTo>
                  <a:pt x="1" y="28"/>
                  <a:pt x="1" y="26"/>
                  <a:pt x="1" y="25"/>
                </a:cubicBezTo>
                <a:cubicBezTo>
                  <a:pt x="0" y="24"/>
                  <a:pt x="0" y="22"/>
                  <a:pt x="0" y="21"/>
                </a:cubicBezTo>
                <a:cubicBezTo>
                  <a:pt x="0" y="20"/>
                  <a:pt x="0" y="18"/>
                  <a:pt x="1" y="17"/>
                </a:cubicBezTo>
                <a:cubicBezTo>
                  <a:pt x="1" y="15"/>
                  <a:pt x="1" y="14"/>
                  <a:pt x="2" y="13"/>
                </a:cubicBezTo>
                <a:cubicBezTo>
                  <a:pt x="2" y="12"/>
                  <a:pt x="3" y="10"/>
                  <a:pt x="4" y="9"/>
                </a:cubicBezTo>
                <a:cubicBezTo>
                  <a:pt x="5" y="8"/>
                  <a:pt x="5" y="7"/>
                  <a:pt x="6" y="6"/>
                </a:cubicBezTo>
                <a:cubicBezTo>
                  <a:pt x="7" y="5"/>
                  <a:pt x="8" y="4"/>
                  <a:pt x="10" y="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674688" y="4272746"/>
            <a:ext cx="307975" cy="307975"/>
          </a:xfrm>
          <a:custGeom>
            <a:avLst/>
            <a:gdLst>
              <a:gd name="T0" fmla="*/ 24 w 82"/>
              <a:gd name="T1" fmla="*/ 0 h 82"/>
              <a:gd name="T2" fmla="*/ 26 w 82"/>
              <a:gd name="T3" fmla="*/ 4 h 82"/>
              <a:gd name="T4" fmla="*/ 27 w 82"/>
              <a:gd name="T5" fmla="*/ 10 h 82"/>
              <a:gd name="T6" fmla="*/ 36 w 82"/>
              <a:gd name="T7" fmla="*/ 19 h 82"/>
              <a:gd name="T8" fmla="*/ 48 w 82"/>
              <a:gd name="T9" fmla="*/ 30 h 82"/>
              <a:gd name="T10" fmla="*/ 58 w 82"/>
              <a:gd name="T11" fmla="*/ 30 h 82"/>
              <a:gd name="T12" fmla="*/ 71 w 82"/>
              <a:gd name="T13" fmla="*/ 30 h 82"/>
              <a:gd name="T14" fmla="*/ 80 w 82"/>
              <a:gd name="T15" fmla="*/ 32 h 82"/>
              <a:gd name="T16" fmla="*/ 82 w 82"/>
              <a:gd name="T17" fmla="*/ 80 h 82"/>
              <a:gd name="T18" fmla="*/ 55 w 82"/>
              <a:gd name="T19" fmla="*/ 57 h 82"/>
              <a:gd name="T20" fmla="*/ 31 w 82"/>
              <a:gd name="T21" fmla="*/ 77 h 82"/>
              <a:gd name="T22" fmla="*/ 30 w 82"/>
              <a:gd name="T23" fmla="*/ 64 h 82"/>
              <a:gd name="T24" fmla="*/ 33 w 82"/>
              <a:gd name="T25" fmla="*/ 51 h 82"/>
              <a:gd name="T26" fmla="*/ 26 w 82"/>
              <a:gd name="T27" fmla="*/ 43 h 82"/>
              <a:gd name="T28" fmla="*/ 12 w 82"/>
              <a:gd name="T29" fmla="*/ 26 h 82"/>
              <a:gd name="T30" fmla="*/ 9 w 82"/>
              <a:gd name="T31" fmla="*/ 26 h 82"/>
              <a:gd name="T32" fmla="*/ 1 w 82"/>
              <a:gd name="T33" fmla="*/ 25 h 82"/>
              <a:gd name="T34" fmla="*/ 5 w 82"/>
              <a:gd name="T35" fmla="*/ 23 h 82"/>
              <a:gd name="T36" fmla="*/ 9 w 82"/>
              <a:gd name="T37" fmla="*/ 23 h 82"/>
              <a:gd name="T38" fmla="*/ 12 w 82"/>
              <a:gd name="T39" fmla="*/ 23 h 82"/>
              <a:gd name="T40" fmla="*/ 14 w 82"/>
              <a:gd name="T41" fmla="*/ 24 h 82"/>
              <a:gd name="T42" fmla="*/ 31 w 82"/>
              <a:gd name="T43" fmla="*/ 44 h 82"/>
              <a:gd name="T44" fmla="*/ 36 w 82"/>
              <a:gd name="T45" fmla="*/ 50 h 82"/>
              <a:gd name="T46" fmla="*/ 36 w 82"/>
              <a:gd name="T47" fmla="*/ 52 h 82"/>
              <a:gd name="T48" fmla="*/ 33 w 82"/>
              <a:gd name="T49" fmla="*/ 63 h 82"/>
              <a:gd name="T50" fmla="*/ 34 w 82"/>
              <a:gd name="T51" fmla="*/ 74 h 82"/>
              <a:gd name="T52" fmla="*/ 69 w 82"/>
              <a:gd name="T53" fmla="*/ 33 h 82"/>
              <a:gd name="T54" fmla="*/ 57 w 82"/>
              <a:gd name="T55" fmla="*/ 34 h 82"/>
              <a:gd name="T56" fmla="*/ 52 w 82"/>
              <a:gd name="T57" fmla="*/ 36 h 82"/>
              <a:gd name="T58" fmla="*/ 45 w 82"/>
              <a:gd name="T59" fmla="*/ 32 h 82"/>
              <a:gd name="T60" fmla="*/ 23 w 82"/>
              <a:gd name="T61" fmla="*/ 13 h 82"/>
              <a:gd name="T62" fmla="*/ 23 w 82"/>
              <a:gd name="T63" fmla="*/ 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2" h="82">
                <a:moveTo>
                  <a:pt x="0" y="24"/>
                </a:moveTo>
                <a:cubicBezTo>
                  <a:pt x="24" y="0"/>
                  <a:pt x="24" y="0"/>
                  <a:pt x="24" y="0"/>
                </a:cubicBezTo>
                <a:cubicBezTo>
                  <a:pt x="25" y="1"/>
                  <a:pt x="25" y="1"/>
                  <a:pt x="25" y="1"/>
                </a:cubicBezTo>
                <a:cubicBezTo>
                  <a:pt x="26" y="2"/>
                  <a:pt x="26" y="3"/>
                  <a:pt x="26" y="4"/>
                </a:cubicBezTo>
                <a:cubicBezTo>
                  <a:pt x="27" y="5"/>
                  <a:pt x="27" y="6"/>
                  <a:pt x="27" y="7"/>
                </a:cubicBezTo>
                <a:cubicBezTo>
                  <a:pt x="27" y="8"/>
                  <a:pt x="27" y="9"/>
                  <a:pt x="27" y="10"/>
                </a:cubicBezTo>
                <a:cubicBezTo>
                  <a:pt x="27" y="10"/>
                  <a:pt x="27" y="11"/>
                  <a:pt x="27" y="11"/>
                </a:cubicBezTo>
                <a:cubicBezTo>
                  <a:pt x="30" y="14"/>
                  <a:pt x="33" y="17"/>
                  <a:pt x="36" y="19"/>
                </a:cubicBezTo>
                <a:cubicBezTo>
                  <a:pt x="39" y="22"/>
                  <a:pt x="41" y="24"/>
                  <a:pt x="43" y="25"/>
                </a:cubicBezTo>
                <a:cubicBezTo>
                  <a:pt x="45" y="27"/>
                  <a:pt x="47" y="29"/>
                  <a:pt x="48" y="30"/>
                </a:cubicBezTo>
                <a:cubicBezTo>
                  <a:pt x="50" y="31"/>
                  <a:pt x="51" y="32"/>
                  <a:pt x="52" y="33"/>
                </a:cubicBezTo>
                <a:cubicBezTo>
                  <a:pt x="54" y="32"/>
                  <a:pt x="56" y="31"/>
                  <a:pt x="58" y="30"/>
                </a:cubicBezTo>
                <a:cubicBezTo>
                  <a:pt x="60" y="30"/>
                  <a:pt x="62" y="30"/>
                  <a:pt x="64" y="29"/>
                </a:cubicBezTo>
                <a:cubicBezTo>
                  <a:pt x="67" y="29"/>
                  <a:pt x="69" y="29"/>
                  <a:pt x="71" y="30"/>
                </a:cubicBezTo>
                <a:cubicBezTo>
                  <a:pt x="73" y="30"/>
                  <a:pt x="75" y="30"/>
                  <a:pt x="78" y="31"/>
                </a:cubicBezTo>
                <a:cubicBezTo>
                  <a:pt x="80" y="32"/>
                  <a:pt x="80" y="32"/>
                  <a:pt x="80" y="32"/>
                </a:cubicBezTo>
                <a:cubicBezTo>
                  <a:pt x="57" y="55"/>
                  <a:pt x="57" y="55"/>
                  <a:pt x="57" y="55"/>
                </a:cubicBezTo>
                <a:cubicBezTo>
                  <a:pt x="82" y="80"/>
                  <a:pt x="82" y="80"/>
                  <a:pt x="82" y="80"/>
                </a:cubicBezTo>
                <a:cubicBezTo>
                  <a:pt x="80" y="82"/>
                  <a:pt x="80" y="82"/>
                  <a:pt x="80" y="82"/>
                </a:cubicBezTo>
                <a:cubicBezTo>
                  <a:pt x="55" y="57"/>
                  <a:pt x="55" y="57"/>
                  <a:pt x="55" y="57"/>
                </a:cubicBezTo>
                <a:cubicBezTo>
                  <a:pt x="32" y="80"/>
                  <a:pt x="32" y="80"/>
                  <a:pt x="32" y="80"/>
                </a:cubicBezTo>
                <a:cubicBezTo>
                  <a:pt x="31" y="77"/>
                  <a:pt x="31" y="77"/>
                  <a:pt x="31" y="77"/>
                </a:cubicBezTo>
                <a:cubicBezTo>
                  <a:pt x="31" y="75"/>
                  <a:pt x="30" y="73"/>
                  <a:pt x="30" y="71"/>
                </a:cubicBezTo>
                <a:cubicBezTo>
                  <a:pt x="30" y="69"/>
                  <a:pt x="30" y="66"/>
                  <a:pt x="30" y="64"/>
                </a:cubicBezTo>
                <a:cubicBezTo>
                  <a:pt x="30" y="62"/>
                  <a:pt x="30" y="60"/>
                  <a:pt x="31" y="58"/>
                </a:cubicBezTo>
                <a:cubicBezTo>
                  <a:pt x="31" y="55"/>
                  <a:pt x="32" y="53"/>
                  <a:pt x="33" y="51"/>
                </a:cubicBezTo>
                <a:cubicBezTo>
                  <a:pt x="32" y="51"/>
                  <a:pt x="32" y="50"/>
                  <a:pt x="30" y="48"/>
                </a:cubicBezTo>
                <a:cubicBezTo>
                  <a:pt x="29" y="47"/>
                  <a:pt x="28" y="45"/>
                  <a:pt x="26" y="43"/>
                </a:cubicBezTo>
                <a:cubicBezTo>
                  <a:pt x="24" y="41"/>
                  <a:pt x="22" y="38"/>
                  <a:pt x="20" y="35"/>
                </a:cubicBezTo>
                <a:cubicBezTo>
                  <a:pt x="17" y="33"/>
                  <a:pt x="15" y="30"/>
                  <a:pt x="12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0" y="26"/>
                  <a:pt x="10" y="26"/>
                  <a:pt x="9" y="26"/>
                </a:cubicBezTo>
                <a:cubicBezTo>
                  <a:pt x="7" y="26"/>
                  <a:pt x="5" y="26"/>
                  <a:pt x="4" y="26"/>
                </a:cubicBezTo>
                <a:cubicBezTo>
                  <a:pt x="2" y="25"/>
                  <a:pt x="2" y="25"/>
                  <a:pt x="1" y="25"/>
                </a:cubicBezTo>
                <a:lnTo>
                  <a:pt x="0" y="24"/>
                </a:lnTo>
                <a:close/>
                <a:moveTo>
                  <a:pt x="5" y="23"/>
                </a:moveTo>
                <a:cubicBezTo>
                  <a:pt x="6" y="23"/>
                  <a:pt x="6" y="23"/>
                  <a:pt x="7" y="23"/>
                </a:cubicBezTo>
                <a:cubicBezTo>
                  <a:pt x="8" y="23"/>
                  <a:pt x="8" y="23"/>
                  <a:pt x="9" y="23"/>
                </a:cubicBezTo>
                <a:cubicBezTo>
                  <a:pt x="10" y="23"/>
                  <a:pt x="10" y="23"/>
                  <a:pt x="11" y="23"/>
                </a:cubicBezTo>
                <a:cubicBezTo>
                  <a:pt x="11" y="23"/>
                  <a:pt x="12" y="23"/>
                  <a:pt x="12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4"/>
                  <a:pt x="14" y="24"/>
                  <a:pt x="14" y="24"/>
                </a:cubicBezTo>
                <a:cubicBezTo>
                  <a:pt x="18" y="29"/>
                  <a:pt x="21" y="33"/>
                  <a:pt x="24" y="36"/>
                </a:cubicBezTo>
                <a:cubicBezTo>
                  <a:pt x="27" y="39"/>
                  <a:pt x="29" y="42"/>
                  <a:pt x="31" y="44"/>
                </a:cubicBezTo>
                <a:cubicBezTo>
                  <a:pt x="33" y="46"/>
                  <a:pt x="34" y="47"/>
                  <a:pt x="35" y="48"/>
                </a:cubicBezTo>
                <a:cubicBezTo>
                  <a:pt x="35" y="49"/>
                  <a:pt x="36" y="50"/>
                  <a:pt x="36" y="50"/>
                </a:cubicBezTo>
                <a:cubicBezTo>
                  <a:pt x="37" y="51"/>
                  <a:pt x="37" y="51"/>
                  <a:pt x="37" y="5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3"/>
                  <a:pt x="35" y="55"/>
                  <a:pt x="34" y="57"/>
                </a:cubicBezTo>
                <a:cubicBezTo>
                  <a:pt x="34" y="59"/>
                  <a:pt x="33" y="61"/>
                  <a:pt x="33" y="63"/>
                </a:cubicBezTo>
                <a:cubicBezTo>
                  <a:pt x="33" y="64"/>
                  <a:pt x="33" y="66"/>
                  <a:pt x="33" y="68"/>
                </a:cubicBezTo>
                <a:cubicBezTo>
                  <a:pt x="33" y="70"/>
                  <a:pt x="33" y="72"/>
                  <a:pt x="34" y="74"/>
                </a:cubicBezTo>
                <a:cubicBezTo>
                  <a:pt x="74" y="33"/>
                  <a:pt x="74" y="33"/>
                  <a:pt x="74" y="33"/>
                </a:cubicBezTo>
                <a:cubicBezTo>
                  <a:pt x="72" y="33"/>
                  <a:pt x="70" y="33"/>
                  <a:pt x="69" y="33"/>
                </a:cubicBezTo>
                <a:cubicBezTo>
                  <a:pt x="67" y="32"/>
                  <a:pt x="65" y="33"/>
                  <a:pt x="63" y="33"/>
                </a:cubicBezTo>
                <a:cubicBezTo>
                  <a:pt x="61" y="33"/>
                  <a:pt x="59" y="33"/>
                  <a:pt x="57" y="34"/>
                </a:cubicBezTo>
                <a:cubicBezTo>
                  <a:pt x="56" y="34"/>
                  <a:pt x="54" y="35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0" y="36"/>
                  <a:pt x="49" y="34"/>
                  <a:pt x="45" y="32"/>
                </a:cubicBezTo>
                <a:cubicBezTo>
                  <a:pt x="42" y="29"/>
                  <a:pt x="35" y="23"/>
                  <a:pt x="24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9"/>
                  <a:pt x="24" y="6"/>
                  <a:pt x="23" y="5"/>
                </a:cubicBezTo>
                <a:lnTo>
                  <a:pt x="5" y="2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1162050" y="4272746"/>
            <a:ext cx="304800" cy="304800"/>
          </a:xfrm>
          <a:custGeom>
            <a:avLst/>
            <a:gdLst>
              <a:gd name="T0" fmla="*/ 62 w 81"/>
              <a:gd name="T1" fmla="*/ 44 h 81"/>
              <a:gd name="T2" fmla="*/ 75 w 81"/>
              <a:gd name="T3" fmla="*/ 44 h 81"/>
              <a:gd name="T4" fmla="*/ 79 w 81"/>
              <a:gd name="T5" fmla="*/ 50 h 81"/>
              <a:gd name="T6" fmla="*/ 69 w 81"/>
              <a:gd name="T7" fmla="*/ 46 h 81"/>
              <a:gd name="T8" fmla="*/ 59 w 81"/>
              <a:gd name="T9" fmla="*/ 50 h 81"/>
              <a:gd name="T10" fmla="*/ 27 w 81"/>
              <a:gd name="T11" fmla="*/ 80 h 81"/>
              <a:gd name="T12" fmla="*/ 13 w 81"/>
              <a:gd name="T13" fmla="*/ 80 h 81"/>
              <a:gd name="T14" fmla="*/ 2 w 81"/>
              <a:gd name="T15" fmla="*/ 69 h 81"/>
              <a:gd name="T16" fmla="*/ 2 w 81"/>
              <a:gd name="T17" fmla="*/ 55 h 81"/>
              <a:gd name="T18" fmla="*/ 2 w 81"/>
              <a:gd name="T19" fmla="*/ 45 h 81"/>
              <a:gd name="T20" fmla="*/ 6 w 81"/>
              <a:gd name="T21" fmla="*/ 34 h 81"/>
              <a:gd name="T22" fmla="*/ 8 w 81"/>
              <a:gd name="T23" fmla="*/ 23 h 81"/>
              <a:gd name="T24" fmla="*/ 20 w 81"/>
              <a:gd name="T25" fmla="*/ 9 h 81"/>
              <a:gd name="T26" fmla="*/ 20 w 81"/>
              <a:gd name="T27" fmla="*/ 5 h 81"/>
              <a:gd name="T28" fmla="*/ 42 w 81"/>
              <a:gd name="T29" fmla="*/ 0 h 81"/>
              <a:gd name="T30" fmla="*/ 31 w 81"/>
              <a:gd name="T31" fmla="*/ 16 h 81"/>
              <a:gd name="T32" fmla="*/ 53 w 81"/>
              <a:gd name="T33" fmla="*/ 11 h 81"/>
              <a:gd name="T34" fmla="*/ 42 w 81"/>
              <a:gd name="T35" fmla="*/ 27 h 81"/>
              <a:gd name="T36" fmla="*/ 49 w 81"/>
              <a:gd name="T37" fmla="*/ 38 h 81"/>
              <a:gd name="T38" fmla="*/ 38 w 81"/>
              <a:gd name="T39" fmla="*/ 45 h 81"/>
              <a:gd name="T40" fmla="*/ 27 w 81"/>
              <a:gd name="T41" fmla="*/ 50 h 81"/>
              <a:gd name="T42" fmla="*/ 16 w 81"/>
              <a:gd name="T43" fmla="*/ 48 h 81"/>
              <a:gd name="T44" fmla="*/ 8 w 81"/>
              <a:gd name="T45" fmla="*/ 50 h 81"/>
              <a:gd name="T46" fmla="*/ 3 w 81"/>
              <a:gd name="T47" fmla="*/ 62 h 81"/>
              <a:gd name="T48" fmla="*/ 8 w 81"/>
              <a:gd name="T49" fmla="*/ 73 h 81"/>
              <a:gd name="T50" fmla="*/ 20 w 81"/>
              <a:gd name="T51" fmla="*/ 78 h 81"/>
              <a:gd name="T52" fmla="*/ 32 w 81"/>
              <a:gd name="T53" fmla="*/ 73 h 81"/>
              <a:gd name="T54" fmla="*/ 57 w 81"/>
              <a:gd name="T55" fmla="*/ 48 h 81"/>
              <a:gd name="T56" fmla="*/ 7 w 81"/>
              <a:gd name="T57" fmla="*/ 45 h 81"/>
              <a:gd name="T58" fmla="*/ 13 w 81"/>
              <a:gd name="T59" fmla="*/ 47 h 81"/>
              <a:gd name="T60" fmla="*/ 11 w 81"/>
              <a:gd name="T61" fmla="*/ 45 h 81"/>
              <a:gd name="T62" fmla="*/ 9 w 81"/>
              <a:gd name="T63" fmla="*/ 42 h 81"/>
              <a:gd name="T64" fmla="*/ 10 w 81"/>
              <a:gd name="T65" fmla="*/ 25 h 81"/>
              <a:gd name="T66" fmla="*/ 10 w 81"/>
              <a:gd name="T67" fmla="*/ 37 h 81"/>
              <a:gd name="T68" fmla="*/ 18 w 81"/>
              <a:gd name="T69" fmla="*/ 46 h 81"/>
              <a:gd name="T70" fmla="*/ 30 w 81"/>
              <a:gd name="T71" fmla="*/ 46 h 81"/>
              <a:gd name="T72" fmla="*/ 44 w 81"/>
              <a:gd name="T73" fmla="*/ 34 h 81"/>
              <a:gd name="T74" fmla="*/ 13 w 81"/>
              <a:gd name="T75" fmla="*/ 2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" h="81">
                <a:moveTo>
                  <a:pt x="57" y="48"/>
                </a:moveTo>
                <a:cubicBezTo>
                  <a:pt x="58" y="46"/>
                  <a:pt x="60" y="45"/>
                  <a:pt x="62" y="44"/>
                </a:cubicBezTo>
                <a:cubicBezTo>
                  <a:pt x="64" y="43"/>
                  <a:pt x="67" y="43"/>
                  <a:pt x="69" y="43"/>
                </a:cubicBezTo>
                <a:cubicBezTo>
                  <a:pt x="71" y="43"/>
                  <a:pt x="73" y="43"/>
                  <a:pt x="75" y="44"/>
                </a:cubicBezTo>
                <a:cubicBezTo>
                  <a:pt x="77" y="45"/>
                  <a:pt x="79" y="46"/>
                  <a:pt x="81" y="48"/>
                </a:cubicBezTo>
                <a:cubicBezTo>
                  <a:pt x="79" y="50"/>
                  <a:pt x="79" y="50"/>
                  <a:pt x="79" y="50"/>
                </a:cubicBezTo>
                <a:cubicBezTo>
                  <a:pt x="77" y="49"/>
                  <a:pt x="76" y="48"/>
                  <a:pt x="74" y="47"/>
                </a:cubicBezTo>
                <a:cubicBezTo>
                  <a:pt x="72" y="46"/>
                  <a:pt x="71" y="46"/>
                  <a:pt x="69" y="46"/>
                </a:cubicBezTo>
                <a:cubicBezTo>
                  <a:pt x="67" y="46"/>
                  <a:pt x="65" y="46"/>
                  <a:pt x="64" y="47"/>
                </a:cubicBezTo>
                <a:cubicBezTo>
                  <a:pt x="62" y="48"/>
                  <a:pt x="60" y="49"/>
                  <a:pt x="59" y="50"/>
                </a:cubicBezTo>
                <a:cubicBezTo>
                  <a:pt x="34" y="75"/>
                  <a:pt x="34" y="75"/>
                  <a:pt x="34" y="75"/>
                </a:cubicBezTo>
                <a:cubicBezTo>
                  <a:pt x="32" y="77"/>
                  <a:pt x="30" y="79"/>
                  <a:pt x="27" y="80"/>
                </a:cubicBezTo>
                <a:cubicBezTo>
                  <a:pt x="25" y="81"/>
                  <a:pt x="22" y="81"/>
                  <a:pt x="20" y="81"/>
                </a:cubicBezTo>
                <a:cubicBezTo>
                  <a:pt x="17" y="81"/>
                  <a:pt x="15" y="81"/>
                  <a:pt x="13" y="80"/>
                </a:cubicBezTo>
                <a:cubicBezTo>
                  <a:pt x="10" y="79"/>
                  <a:pt x="8" y="77"/>
                  <a:pt x="6" y="75"/>
                </a:cubicBezTo>
                <a:cubicBezTo>
                  <a:pt x="4" y="73"/>
                  <a:pt x="3" y="71"/>
                  <a:pt x="2" y="69"/>
                </a:cubicBezTo>
                <a:cubicBezTo>
                  <a:pt x="1" y="67"/>
                  <a:pt x="0" y="64"/>
                  <a:pt x="0" y="62"/>
                </a:cubicBezTo>
                <a:cubicBezTo>
                  <a:pt x="0" y="59"/>
                  <a:pt x="1" y="57"/>
                  <a:pt x="2" y="55"/>
                </a:cubicBezTo>
                <a:cubicBezTo>
                  <a:pt x="2" y="52"/>
                  <a:pt x="4" y="50"/>
                  <a:pt x="6" y="48"/>
                </a:cubicBezTo>
                <a:cubicBezTo>
                  <a:pt x="2" y="45"/>
                  <a:pt x="2" y="45"/>
                  <a:pt x="2" y="45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38"/>
                  <a:pt x="6" y="36"/>
                  <a:pt x="6" y="34"/>
                </a:cubicBezTo>
                <a:cubicBezTo>
                  <a:pt x="5" y="32"/>
                  <a:pt x="5" y="30"/>
                  <a:pt x="6" y="28"/>
                </a:cubicBezTo>
                <a:cubicBezTo>
                  <a:pt x="6" y="26"/>
                  <a:pt x="7" y="25"/>
                  <a:pt x="8" y="23"/>
                </a:cubicBezTo>
                <a:cubicBezTo>
                  <a:pt x="8" y="21"/>
                  <a:pt x="10" y="19"/>
                  <a:pt x="11" y="18"/>
                </a:cubicBezTo>
                <a:cubicBezTo>
                  <a:pt x="20" y="9"/>
                  <a:pt x="20" y="9"/>
                  <a:pt x="20" y="9"/>
                </a:cubicBezTo>
                <a:cubicBezTo>
                  <a:pt x="18" y="7"/>
                  <a:pt x="18" y="7"/>
                  <a:pt x="18" y="7"/>
                </a:cubicBezTo>
                <a:cubicBezTo>
                  <a:pt x="20" y="5"/>
                  <a:pt x="20" y="5"/>
                  <a:pt x="20" y="5"/>
                </a:cubicBezTo>
                <a:cubicBezTo>
                  <a:pt x="29" y="14"/>
                  <a:pt x="29" y="14"/>
                  <a:pt x="29" y="14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2"/>
                  <a:pt x="44" y="2"/>
                  <a:pt x="44" y="2"/>
                </a:cubicBezTo>
                <a:cubicBezTo>
                  <a:pt x="31" y="16"/>
                  <a:pt x="31" y="16"/>
                  <a:pt x="31" y="16"/>
                </a:cubicBezTo>
                <a:cubicBezTo>
                  <a:pt x="40" y="25"/>
                  <a:pt x="40" y="25"/>
                  <a:pt x="40" y="25"/>
                </a:cubicBezTo>
                <a:cubicBezTo>
                  <a:pt x="53" y="11"/>
                  <a:pt x="53" y="11"/>
                  <a:pt x="53" y="11"/>
                </a:cubicBezTo>
                <a:cubicBezTo>
                  <a:pt x="56" y="14"/>
                  <a:pt x="56" y="14"/>
                  <a:pt x="56" y="14"/>
                </a:cubicBezTo>
                <a:cubicBezTo>
                  <a:pt x="42" y="27"/>
                  <a:pt x="42" y="27"/>
                  <a:pt x="42" y="27"/>
                </a:cubicBezTo>
                <a:cubicBezTo>
                  <a:pt x="51" y="36"/>
                  <a:pt x="51" y="36"/>
                  <a:pt x="51" y="36"/>
                </a:cubicBezTo>
                <a:cubicBezTo>
                  <a:pt x="49" y="38"/>
                  <a:pt x="49" y="38"/>
                  <a:pt x="49" y="38"/>
                </a:cubicBezTo>
                <a:cubicBezTo>
                  <a:pt x="47" y="36"/>
                  <a:pt x="47" y="36"/>
                  <a:pt x="47" y="36"/>
                </a:cubicBezTo>
                <a:cubicBezTo>
                  <a:pt x="38" y="45"/>
                  <a:pt x="38" y="45"/>
                  <a:pt x="38" y="45"/>
                </a:cubicBezTo>
                <a:cubicBezTo>
                  <a:pt x="36" y="46"/>
                  <a:pt x="35" y="47"/>
                  <a:pt x="33" y="48"/>
                </a:cubicBezTo>
                <a:cubicBezTo>
                  <a:pt x="31" y="49"/>
                  <a:pt x="29" y="50"/>
                  <a:pt x="27" y="50"/>
                </a:cubicBezTo>
                <a:cubicBezTo>
                  <a:pt x="26" y="50"/>
                  <a:pt x="24" y="50"/>
                  <a:pt x="22" y="50"/>
                </a:cubicBezTo>
                <a:cubicBezTo>
                  <a:pt x="20" y="50"/>
                  <a:pt x="18" y="49"/>
                  <a:pt x="16" y="48"/>
                </a:cubicBezTo>
                <a:cubicBezTo>
                  <a:pt x="11" y="54"/>
                  <a:pt x="11" y="54"/>
                  <a:pt x="11" y="54"/>
                </a:cubicBezTo>
                <a:cubicBezTo>
                  <a:pt x="8" y="50"/>
                  <a:pt x="8" y="50"/>
                  <a:pt x="8" y="50"/>
                </a:cubicBezTo>
                <a:cubicBezTo>
                  <a:pt x="6" y="52"/>
                  <a:pt x="5" y="54"/>
                  <a:pt x="4" y="56"/>
                </a:cubicBezTo>
                <a:cubicBezTo>
                  <a:pt x="4" y="58"/>
                  <a:pt x="3" y="60"/>
                  <a:pt x="3" y="62"/>
                </a:cubicBezTo>
                <a:cubicBezTo>
                  <a:pt x="3" y="64"/>
                  <a:pt x="4" y="66"/>
                  <a:pt x="5" y="68"/>
                </a:cubicBezTo>
                <a:cubicBezTo>
                  <a:pt x="5" y="70"/>
                  <a:pt x="7" y="72"/>
                  <a:pt x="8" y="73"/>
                </a:cubicBezTo>
                <a:cubicBezTo>
                  <a:pt x="10" y="75"/>
                  <a:pt x="12" y="76"/>
                  <a:pt x="14" y="77"/>
                </a:cubicBezTo>
                <a:cubicBezTo>
                  <a:pt x="16" y="78"/>
                  <a:pt x="18" y="78"/>
                  <a:pt x="20" y="78"/>
                </a:cubicBezTo>
                <a:cubicBezTo>
                  <a:pt x="22" y="78"/>
                  <a:pt x="24" y="78"/>
                  <a:pt x="26" y="77"/>
                </a:cubicBezTo>
                <a:cubicBezTo>
                  <a:pt x="28" y="76"/>
                  <a:pt x="30" y="75"/>
                  <a:pt x="32" y="73"/>
                </a:cubicBezTo>
                <a:cubicBezTo>
                  <a:pt x="32" y="73"/>
                  <a:pt x="32" y="73"/>
                  <a:pt x="32" y="73"/>
                </a:cubicBezTo>
                <a:lnTo>
                  <a:pt x="57" y="48"/>
                </a:lnTo>
                <a:close/>
                <a:moveTo>
                  <a:pt x="9" y="42"/>
                </a:moveTo>
                <a:cubicBezTo>
                  <a:pt x="7" y="45"/>
                  <a:pt x="7" y="45"/>
                  <a:pt x="7" y="45"/>
                </a:cubicBezTo>
                <a:cubicBezTo>
                  <a:pt x="11" y="49"/>
                  <a:pt x="11" y="49"/>
                  <a:pt x="11" y="49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6"/>
                  <a:pt x="13" y="46"/>
                  <a:pt x="12" y="46"/>
                </a:cubicBezTo>
                <a:cubicBezTo>
                  <a:pt x="12" y="46"/>
                  <a:pt x="11" y="45"/>
                  <a:pt x="11" y="45"/>
                </a:cubicBezTo>
                <a:cubicBezTo>
                  <a:pt x="11" y="44"/>
                  <a:pt x="10" y="44"/>
                  <a:pt x="10" y="44"/>
                </a:cubicBezTo>
                <a:cubicBezTo>
                  <a:pt x="10" y="43"/>
                  <a:pt x="9" y="43"/>
                  <a:pt x="9" y="42"/>
                </a:cubicBezTo>
                <a:close/>
                <a:moveTo>
                  <a:pt x="13" y="20"/>
                </a:moveTo>
                <a:cubicBezTo>
                  <a:pt x="12" y="22"/>
                  <a:pt x="11" y="23"/>
                  <a:pt x="10" y="25"/>
                </a:cubicBezTo>
                <a:cubicBezTo>
                  <a:pt x="9" y="27"/>
                  <a:pt x="9" y="29"/>
                  <a:pt x="9" y="31"/>
                </a:cubicBezTo>
                <a:cubicBezTo>
                  <a:pt x="9" y="33"/>
                  <a:pt x="9" y="35"/>
                  <a:pt x="10" y="37"/>
                </a:cubicBezTo>
                <a:cubicBezTo>
                  <a:pt x="11" y="39"/>
                  <a:pt x="12" y="41"/>
                  <a:pt x="13" y="43"/>
                </a:cubicBezTo>
                <a:cubicBezTo>
                  <a:pt x="15" y="44"/>
                  <a:pt x="16" y="45"/>
                  <a:pt x="18" y="46"/>
                </a:cubicBezTo>
                <a:cubicBezTo>
                  <a:pt x="20" y="47"/>
                  <a:pt x="22" y="47"/>
                  <a:pt x="24" y="47"/>
                </a:cubicBezTo>
                <a:cubicBezTo>
                  <a:pt x="26" y="47"/>
                  <a:pt x="28" y="47"/>
                  <a:pt x="30" y="46"/>
                </a:cubicBezTo>
                <a:cubicBezTo>
                  <a:pt x="32" y="45"/>
                  <a:pt x="34" y="44"/>
                  <a:pt x="36" y="43"/>
                </a:cubicBezTo>
                <a:cubicBezTo>
                  <a:pt x="44" y="34"/>
                  <a:pt x="44" y="34"/>
                  <a:pt x="44" y="34"/>
                </a:cubicBezTo>
                <a:cubicBezTo>
                  <a:pt x="22" y="11"/>
                  <a:pt x="22" y="11"/>
                  <a:pt x="22" y="11"/>
                </a:cubicBezTo>
                <a:lnTo>
                  <a:pt x="13" y="2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2" name="Freeform 134"/>
          <p:cNvSpPr>
            <a:spLocks noEditPoints="1"/>
          </p:cNvSpPr>
          <p:nvPr/>
        </p:nvSpPr>
        <p:spPr bwMode="auto">
          <a:xfrm>
            <a:off x="1646238" y="4275921"/>
            <a:ext cx="296863" cy="296863"/>
          </a:xfrm>
          <a:custGeom>
            <a:avLst/>
            <a:gdLst>
              <a:gd name="T0" fmla="*/ 39 w 79"/>
              <a:gd name="T1" fmla="*/ 79 h 79"/>
              <a:gd name="T2" fmla="*/ 24 w 79"/>
              <a:gd name="T3" fmla="*/ 76 h 79"/>
              <a:gd name="T4" fmla="*/ 12 w 79"/>
              <a:gd name="T5" fmla="*/ 67 h 79"/>
              <a:gd name="T6" fmla="*/ 3 w 79"/>
              <a:gd name="T7" fmla="*/ 55 h 79"/>
              <a:gd name="T8" fmla="*/ 0 w 79"/>
              <a:gd name="T9" fmla="*/ 40 h 79"/>
              <a:gd name="T10" fmla="*/ 3 w 79"/>
              <a:gd name="T11" fmla="*/ 24 h 79"/>
              <a:gd name="T12" fmla="*/ 12 w 79"/>
              <a:gd name="T13" fmla="*/ 12 h 79"/>
              <a:gd name="T14" fmla="*/ 24 w 79"/>
              <a:gd name="T15" fmla="*/ 3 h 79"/>
              <a:gd name="T16" fmla="*/ 39 w 79"/>
              <a:gd name="T17" fmla="*/ 0 h 79"/>
              <a:gd name="T18" fmla="*/ 55 w 79"/>
              <a:gd name="T19" fmla="*/ 3 h 79"/>
              <a:gd name="T20" fmla="*/ 67 w 79"/>
              <a:gd name="T21" fmla="*/ 12 h 79"/>
              <a:gd name="T22" fmla="*/ 76 w 79"/>
              <a:gd name="T23" fmla="*/ 24 h 79"/>
              <a:gd name="T24" fmla="*/ 79 w 79"/>
              <a:gd name="T25" fmla="*/ 40 h 79"/>
              <a:gd name="T26" fmla="*/ 76 w 79"/>
              <a:gd name="T27" fmla="*/ 55 h 79"/>
              <a:gd name="T28" fmla="*/ 67 w 79"/>
              <a:gd name="T29" fmla="*/ 67 h 79"/>
              <a:gd name="T30" fmla="*/ 55 w 79"/>
              <a:gd name="T31" fmla="*/ 76 h 79"/>
              <a:gd name="T32" fmla="*/ 39 w 79"/>
              <a:gd name="T33" fmla="*/ 79 h 79"/>
              <a:gd name="T34" fmla="*/ 39 w 79"/>
              <a:gd name="T35" fmla="*/ 3 h 79"/>
              <a:gd name="T36" fmla="*/ 25 w 79"/>
              <a:gd name="T37" fmla="*/ 6 h 79"/>
              <a:gd name="T38" fmla="*/ 14 w 79"/>
              <a:gd name="T39" fmla="*/ 14 h 79"/>
              <a:gd name="T40" fmla="*/ 6 w 79"/>
              <a:gd name="T41" fmla="*/ 26 h 79"/>
              <a:gd name="T42" fmla="*/ 3 w 79"/>
              <a:gd name="T43" fmla="*/ 40 h 79"/>
              <a:gd name="T44" fmla="*/ 6 w 79"/>
              <a:gd name="T45" fmla="*/ 54 h 79"/>
              <a:gd name="T46" fmla="*/ 14 w 79"/>
              <a:gd name="T47" fmla="*/ 65 h 79"/>
              <a:gd name="T48" fmla="*/ 25 w 79"/>
              <a:gd name="T49" fmla="*/ 73 h 79"/>
              <a:gd name="T50" fmla="*/ 39 w 79"/>
              <a:gd name="T51" fmla="*/ 76 h 79"/>
              <a:gd name="T52" fmla="*/ 54 w 79"/>
              <a:gd name="T53" fmla="*/ 73 h 79"/>
              <a:gd name="T54" fmla="*/ 65 w 79"/>
              <a:gd name="T55" fmla="*/ 65 h 79"/>
              <a:gd name="T56" fmla="*/ 73 w 79"/>
              <a:gd name="T57" fmla="*/ 54 h 79"/>
              <a:gd name="T58" fmla="*/ 76 w 79"/>
              <a:gd name="T59" fmla="*/ 40 h 79"/>
              <a:gd name="T60" fmla="*/ 73 w 79"/>
              <a:gd name="T61" fmla="*/ 26 h 79"/>
              <a:gd name="T62" fmla="*/ 65 w 79"/>
              <a:gd name="T63" fmla="*/ 14 h 79"/>
              <a:gd name="T64" fmla="*/ 54 w 79"/>
              <a:gd name="T65" fmla="*/ 6 h 79"/>
              <a:gd name="T66" fmla="*/ 39 w 79"/>
              <a:gd name="T67" fmla="*/ 3 h 79"/>
              <a:gd name="T68" fmla="*/ 57 w 79"/>
              <a:gd name="T69" fmla="*/ 41 h 79"/>
              <a:gd name="T70" fmla="*/ 19 w 79"/>
              <a:gd name="T71" fmla="*/ 41 h 79"/>
              <a:gd name="T72" fmla="*/ 19 w 79"/>
              <a:gd name="T73" fmla="*/ 38 h 79"/>
              <a:gd name="T74" fmla="*/ 57 w 79"/>
              <a:gd name="T75" fmla="*/ 38 h 79"/>
              <a:gd name="T76" fmla="*/ 42 w 79"/>
              <a:gd name="T77" fmla="*/ 23 h 79"/>
              <a:gd name="T78" fmla="*/ 44 w 79"/>
              <a:gd name="T79" fmla="*/ 21 h 79"/>
              <a:gd name="T80" fmla="*/ 63 w 79"/>
              <a:gd name="T81" fmla="*/ 40 h 79"/>
              <a:gd name="T82" fmla="*/ 44 w 79"/>
              <a:gd name="T83" fmla="*/ 59 h 79"/>
              <a:gd name="T84" fmla="*/ 42 w 79"/>
              <a:gd name="T85" fmla="*/ 57 h 79"/>
              <a:gd name="T86" fmla="*/ 57 w 79"/>
              <a:gd name="T87" fmla="*/ 4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39" y="79"/>
                </a:moveTo>
                <a:cubicBezTo>
                  <a:pt x="34" y="79"/>
                  <a:pt x="29" y="78"/>
                  <a:pt x="24" y="76"/>
                </a:cubicBezTo>
                <a:cubicBezTo>
                  <a:pt x="19" y="74"/>
                  <a:pt x="15" y="71"/>
                  <a:pt x="12" y="67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40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20"/>
                  <a:pt x="8" y="15"/>
                  <a:pt x="12" y="12"/>
                </a:cubicBezTo>
                <a:cubicBezTo>
                  <a:pt x="15" y="8"/>
                  <a:pt x="19" y="5"/>
                  <a:pt x="24" y="3"/>
                </a:cubicBezTo>
                <a:cubicBezTo>
                  <a:pt x="29" y="1"/>
                  <a:pt x="34" y="0"/>
                  <a:pt x="39" y="0"/>
                </a:cubicBezTo>
                <a:cubicBezTo>
                  <a:pt x="45" y="0"/>
                  <a:pt x="50" y="1"/>
                  <a:pt x="55" y="3"/>
                </a:cubicBezTo>
                <a:cubicBezTo>
                  <a:pt x="60" y="5"/>
                  <a:pt x="64" y="8"/>
                  <a:pt x="67" y="12"/>
                </a:cubicBezTo>
                <a:cubicBezTo>
                  <a:pt x="71" y="15"/>
                  <a:pt x="74" y="20"/>
                  <a:pt x="76" y="24"/>
                </a:cubicBezTo>
                <a:cubicBezTo>
                  <a:pt x="78" y="29"/>
                  <a:pt x="79" y="34"/>
                  <a:pt x="79" y="40"/>
                </a:cubicBezTo>
                <a:cubicBezTo>
                  <a:pt x="79" y="45"/>
                  <a:pt x="78" y="50"/>
                  <a:pt x="76" y="55"/>
                </a:cubicBezTo>
                <a:cubicBezTo>
                  <a:pt x="74" y="60"/>
                  <a:pt x="71" y="64"/>
                  <a:pt x="67" y="67"/>
                </a:cubicBezTo>
                <a:cubicBezTo>
                  <a:pt x="64" y="71"/>
                  <a:pt x="60" y="74"/>
                  <a:pt x="55" y="76"/>
                </a:cubicBezTo>
                <a:cubicBezTo>
                  <a:pt x="50" y="78"/>
                  <a:pt x="45" y="79"/>
                  <a:pt x="39" y="79"/>
                </a:cubicBezTo>
                <a:close/>
                <a:moveTo>
                  <a:pt x="39" y="3"/>
                </a:moveTo>
                <a:cubicBezTo>
                  <a:pt x="34" y="3"/>
                  <a:pt x="30" y="4"/>
                  <a:pt x="25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1" y="62"/>
                  <a:pt x="14" y="65"/>
                </a:cubicBezTo>
                <a:cubicBezTo>
                  <a:pt x="17" y="69"/>
                  <a:pt x="21" y="71"/>
                  <a:pt x="25" y="73"/>
                </a:cubicBezTo>
                <a:cubicBezTo>
                  <a:pt x="30" y="75"/>
                  <a:pt x="34" y="76"/>
                  <a:pt x="39" y="76"/>
                </a:cubicBezTo>
                <a:cubicBezTo>
                  <a:pt x="44" y="76"/>
                  <a:pt x="49" y="75"/>
                  <a:pt x="54" y="73"/>
                </a:cubicBezTo>
                <a:cubicBezTo>
                  <a:pt x="58" y="71"/>
                  <a:pt x="62" y="69"/>
                  <a:pt x="65" y="65"/>
                </a:cubicBezTo>
                <a:cubicBezTo>
                  <a:pt x="68" y="62"/>
                  <a:pt x="71" y="58"/>
                  <a:pt x="73" y="54"/>
                </a:cubicBezTo>
                <a:cubicBezTo>
                  <a:pt x="75" y="49"/>
                  <a:pt x="76" y="45"/>
                  <a:pt x="76" y="40"/>
                </a:cubicBezTo>
                <a:cubicBezTo>
                  <a:pt x="76" y="35"/>
                  <a:pt x="75" y="30"/>
                  <a:pt x="73" y="26"/>
                </a:cubicBezTo>
                <a:cubicBezTo>
                  <a:pt x="71" y="21"/>
                  <a:pt x="68" y="17"/>
                  <a:pt x="65" y="14"/>
                </a:cubicBezTo>
                <a:cubicBezTo>
                  <a:pt x="62" y="11"/>
                  <a:pt x="58" y="8"/>
                  <a:pt x="54" y="6"/>
                </a:cubicBezTo>
                <a:cubicBezTo>
                  <a:pt x="49" y="4"/>
                  <a:pt x="44" y="3"/>
                  <a:pt x="39" y="3"/>
                </a:cubicBezTo>
                <a:close/>
                <a:moveTo>
                  <a:pt x="57" y="41"/>
                </a:moveTo>
                <a:cubicBezTo>
                  <a:pt x="19" y="41"/>
                  <a:pt x="19" y="41"/>
                  <a:pt x="19" y="41"/>
                </a:cubicBezTo>
                <a:cubicBezTo>
                  <a:pt x="19" y="38"/>
                  <a:pt x="19" y="38"/>
                  <a:pt x="19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42" y="23"/>
                  <a:pt x="42" y="23"/>
                  <a:pt x="42" y="23"/>
                </a:cubicBezTo>
                <a:cubicBezTo>
                  <a:pt x="44" y="21"/>
                  <a:pt x="44" y="21"/>
                  <a:pt x="44" y="21"/>
                </a:cubicBezTo>
                <a:cubicBezTo>
                  <a:pt x="63" y="40"/>
                  <a:pt x="63" y="40"/>
                  <a:pt x="63" y="40"/>
                </a:cubicBezTo>
                <a:cubicBezTo>
                  <a:pt x="44" y="59"/>
                  <a:pt x="44" y="59"/>
                  <a:pt x="44" y="59"/>
                </a:cubicBezTo>
                <a:cubicBezTo>
                  <a:pt x="42" y="57"/>
                  <a:pt x="42" y="57"/>
                  <a:pt x="42" y="57"/>
                </a:cubicBezTo>
                <a:lnTo>
                  <a:pt x="57" y="4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2124075" y="4287033"/>
            <a:ext cx="295275" cy="274638"/>
          </a:xfrm>
          <a:custGeom>
            <a:avLst/>
            <a:gdLst>
              <a:gd name="T0" fmla="*/ 79 w 79"/>
              <a:gd name="T1" fmla="*/ 0 h 73"/>
              <a:gd name="T2" fmla="*/ 0 w 79"/>
              <a:gd name="T3" fmla="*/ 73 h 73"/>
              <a:gd name="T4" fmla="*/ 75 w 79"/>
              <a:gd name="T5" fmla="*/ 70 h 73"/>
              <a:gd name="T6" fmla="*/ 3 w 79"/>
              <a:gd name="T7" fmla="*/ 4 h 73"/>
              <a:gd name="T8" fmla="*/ 75 w 79"/>
              <a:gd name="T9" fmla="*/ 70 h 73"/>
              <a:gd name="T10" fmla="*/ 6 w 79"/>
              <a:gd name="T11" fmla="*/ 32 h 73"/>
              <a:gd name="T12" fmla="*/ 9 w 79"/>
              <a:gd name="T13" fmla="*/ 19 h 73"/>
              <a:gd name="T14" fmla="*/ 9 w 79"/>
              <a:gd name="T15" fmla="*/ 32 h 73"/>
              <a:gd name="T16" fmla="*/ 6 w 79"/>
              <a:gd name="T17" fmla="*/ 54 h 73"/>
              <a:gd name="T18" fmla="*/ 9 w 79"/>
              <a:gd name="T19" fmla="*/ 42 h 73"/>
              <a:gd name="T20" fmla="*/ 9 w 79"/>
              <a:gd name="T21" fmla="*/ 54 h 73"/>
              <a:gd name="T22" fmla="*/ 66 w 79"/>
              <a:gd name="T23" fmla="*/ 10 h 73"/>
              <a:gd name="T24" fmla="*/ 12 w 79"/>
              <a:gd name="T25" fmla="*/ 63 h 73"/>
              <a:gd name="T26" fmla="*/ 63 w 79"/>
              <a:gd name="T27" fmla="*/ 60 h 73"/>
              <a:gd name="T28" fmla="*/ 16 w 79"/>
              <a:gd name="T29" fmla="*/ 13 h 73"/>
              <a:gd name="T30" fmla="*/ 63 w 79"/>
              <a:gd name="T31" fmla="*/ 60 h 73"/>
              <a:gd name="T32" fmla="*/ 45 w 79"/>
              <a:gd name="T33" fmla="*/ 24 h 73"/>
              <a:gd name="T34" fmla="*/ 52 w 79"/>
              <a:gd name="T35" fmla="*/ 31 h 73"/>
              <a:gd name="T36" fmla="*/ 52 w 79"/>
              <a:gd name="T37" fmla="*/ 42 h 73"/>
              <a:gd name="T38" fmla="*/ 45 w 79"/>
              <a:gd name="T39" fmla="*/ 50 h 73"/>
              <a:gd name="T40" fmla="*/ 34 w 79"/>
              <a:gd name="T41" fmla="*/ 50 h 73"/>
              <a:gd name="T42" fmla="*/ 27 w 79"/>
              <a:gd name="T43" fmla="*/ 43 h 73"/>
              <a:gd name="T44" fmla="*/ 22 w 79"/>
              <a:gd name="T45" fmla="*/ 38 h 73"/>
              <a:gd name="T46" fmla="*/ 25 w 79"/>
              <a:gd name="T47" fmla="*/ 35 h 73"/>
              <a:gd name="T48" fmla="*/ 30 w 79"/>
              <a:gd name="T49" fmla="*/ 26 h 73"/>
              <a:gd name="T50" fmla="*/ 39 w 79"/>
              <a:gd name="T51" fmla="*/ 22 h 73"/>
              <a:gd name="T52" fmla="*/ 43 w 79"/>
              <a:gd name="T53" fmla="*/ 47 h 73"/>
              <a:gd name="T54" fmla="*/ 49 w 79"/>
              <a:gd name="T55" fmla="*/ 41 h 73"/>
              <a:gd name="T56" fmla="*/ 49 w 79"/>
              <a:gd name="T57" fmla="*/ 32 h 73"/>
              <a:gd name="T58" fmla="*/ 43 w 79"/>
              <a:gd name="T59" fmla="*/ 27 h 73"/>
              <a:gd name="T60" fmla="*/ 35 w 79"/>
              <a:gd name="T61" fmla="*/ 26 h 73"/>
              <a:gd name="T62" fmla="*/ 29 w 79"/>
              <a:gd name="T63" fmla="*/ 31 h 73"/>
              <a:gd name="T64" fmla="*/ 39 w 79"/>
              <a:gd name="T65" fmla="*/ 35 h 73"/>
              <a:gd name="T66" fmla="*/ 28 w 79"/>
              <a:gd name="T67" fmla="*/ 38 h 73"/>
              <a:gd name="T68" fmla="*/ 32 w 79"/>
              <a:gd name="T69" fmla="*/ 45 h 73"/>
              <a:gd name="T70" fmla="*/ 39 w 79"/>
              <a:gd name="T71" fmla="*/ 4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" h="73">
                <a:moveTo>
                  <a:pt x="0" y="0"/>
                </a:moveTo>
                <a:cubicBezTo>
                  <a:pt x="79" y="0"/>
                  <a:pt x="79" y="0"/>
                  <a:pt x="79" y="0"/>
                </a:cubicBezTo>
                <a:cubicBezTo>
                  <a:pt x="79" y="73"/>
                  <a:pt x="79" y="73"/>
                  <a:pt x="79" y="73"/>
                </a:cubicBezTo>
                <a:cubicBezTo>
                  <a:pt x="0" y="73"/>
                  <a:pt x="0" y="73"/>
                  <a:pt x="0" y="73"/>
                </a:cubicBezTo>
                <a:lnTo>
                  <a:pt x="0" y="0"/>
                </a:lnTo>
                <a:close/>
                <a:moveTo>
                  <a:pt x="75" y="70"/>
                </a:moveTo>
                <a:cubicBezTo>
                  <a:pt x="75" y="4"/>
                  <a:pt x="75" y="4"/>
                  <a:pt x="75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70"/>
                  <a:pt x="3" y="70"/>
                  <a:pt x="3" y="70"/>
                </a:cubicBezTo>
                <a:lnTo>
                  <a:pt x="75" y="70"/>
                </a:lnTo>
                <a:close/>
                <a:moveTo>
                  <a:pt x="9" y="32"/>
                </a:moveTo>
                <a:cubicBezTo>
                  <a:pt x="6" y="32"/>
                  <a:pt x="6" y="32"/>
                  <a:pt x="6" y="32"/>
                </a:cubicBezTo>
                <a:cubicBezTo>
                  <a:pt x="6" y="19"/>
                  <a:pt x="6" y="19"/>
                  <a:pt x="6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29"/>
                  <a:pt x="9" y="29"/>
                  <a:pt x="9" y="29"/>
                </a:cubicBezTo>
                <a:lnTo>
                  <a:pt x="9" y="32"/>
                </a:lnTo>
                <a:close/>
                <a:moveTo>
                  <a:pt x="9" y="54"/>
                </a:moveTo>
                <a:cubicBezTo>
                  <a:pt x="6" y="54"/>
                  <a:pt x="6" y="54"/>
                  <a:pt x="6" y="54"/>
                </a:cubicBezTo>
                <a:cubicBezTo>
                  <a:pt x="6" y="42"/>
                  <a:pt x="6" y="42"/>
                  <a:pt x="6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51"/>
                  <a:pt x="9" y="51"/>
                  <a:pt x="9" y="51"/>
                </a:cubicBezTo>
                <a:lnTo>
                  <a:pt x="9" y="54"/>
                </a:lnTo>
                <a:close/>
                <a:moveTo>
                  <a:pt x="12" y="10"/>
                </a:moveTo>
                <a:cubicBezTo>
                  <a:pt x="66" y="10"/>
                  <a:pt x="66" y="10"/>
                  <a:pt x="66" y="10"/>
                </a:cubicBezTo>
                <a:cubicBezTo>
                  <a:pt x="66" y="63"/>
                  <a:pt x="66" y="63"/>
                  <a:pt x="66" y="63"/>
                </a:cubicBezTo>
                <a:cubicBezTo>
                  <a:pt x="12" y="63"/>
                  <a:pt x="12" y="63"/>
                  <a:pt x="12" y="63"/>
                </a:cubicBezTo>
                <a:lnTo>
                  <a:pt x="12" y="10"/>
                </a:lnTo>
                <a:close/>
                <a:moveTo>
                  <a:pt x="63" y="60"/>
                </a:moveTo>
                <a:cubicBezTo>
                  <a:pt x="63" y="13"/>
                  <a:pt x="63" y="13"/>
                  <a:pt x="63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60"/>
                  <a:pt x="16" y="60"/>
                  <a:pt x="16" y="60"/>
                </a:cubicBezTo>
                <a:lnTo>
                  <a:pt x="63" y="60"/>
                </a:lnTo>
                <a:close/>
                <a:moveTo>
                  <a:pt x="39" y="22"/>
                </a:moveTo>
                <a:cubicBezTo>
                  <a:pt x="41" y="22"/>
                  <a:pt x="43" y="23"/>
                  <a:pt x="45" y="24"/>
                </a:cubicBezTo>
                <a:cubicBezTo>
                  <a:pt x="46" y="24"/>
                  <a:pt x="48" y="25"/>
                  <a:pt x="49" y="27"/>
                </a:cubicBezTo>
                <a:cubicBezTo>
                  <a:pt x="50" y="28"/>
                  <a:pt x="51" y="29"/>
                  <a:pt x="52" y="31"/>
                </a:cubicBezTo>
                <a:cubicBezTo>
                  <a:pt x="53" y="33"/>
                  <a:pt x="53" y="35"/>
                  <a:pt x="53" y="37"/>
                </a:cubicBezTo>
                <a:cubicBezTo>
                  <a:pt x="53" y="39"/>
                  <a:pt x="53" y="41"/>
                  <a:pt x="52" y="42"/>
                </a:cubicBezTo>
                <a:cubicBezTo>
                  <a:pt x="51" y="44"/>
                  <a:pt x="50" y="45"/>
                  <a:pt x="49" y="47"/>
                </a:cubicBezTo>
                <a:cubicBezTo>
                  <a:pt x="48" y="48"/>
                  <a:pt x="46" y="49"/>
                  <a:pt x="45" y="50"/>
                </a:cubicBezTo>
                <a:cubicBezTo>
                  <a:pt x="43" y="51"/>
                  <a:pt x="41" y="51"/>
                  <a:pt x="39" y="51"/>
                </a:cubicBezTo>
                <a:cubicBezTo>
                  <a:pt x="37" y="51"/>
                  <a:pt x="36" y="51"/>
                  <a:pt x="34" y="50"/>
                </a:cubicBezTo>
                <a:cubicBezTo>
                  <a:pt x="32" y="49"/>
                  <a:pt x="31" y="48"/>
                  <a:pt x="30" y="47"/>
                </a:cubicBezTo>
                <a:cubicBezTo>
                  <a:pt x="28" y="46"/>
                  <a:pt x="27" y="45"/>
                  <a:pt x="27" y="43"/>
                </a:cubicBezTo>
                <a:cubicBezTo>
                  <a:pt x="26" y="42"/>
                  <a:pt x="25" y="40"/>
                  <a:pt x="25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3"/>
                  <a:pt x="26" y="32"/>
                  <a:pt x="27" y="30"/>
                </a:cubicBezTo>
                <a:cubicBezTo>
                  <a:pt x="27" y="29"/>
                  <a:pt x="28" y="27"/>
                  <a:pt x="30" y="26"/>
                </a:cubicBezTo>
                <a:cubicBezTo>
                  <a:pt x="31" y="25"/>
                  <a:pt x="32" y="24"/>
                  <a:pt x="34" y="23"/>
                </a:cubicBezTo>
                <a:cubicBezTo>
                  <a:pt x="36" y="23"/>
                  <a:pt x="37" y="22"/>
                  <a:pt x="39" y="22"/>
                </a:cubicBezTo>
                <a:close/>
                <a:moveTo>
                  <a:pt x="39" y="48"/>
                </a:moveTo>
                <a:cubicBezTo>
                  <a:pt x="41" y="48"/>
                  <a:pt x="42" y="47"/>
                  <a:pt x="43" y="47"/>
                </a:cubicBezTo>
                <a:cubicBezTo>
                  <a:pt x="45" y="46"/>
                  <a:pt x="46" y="45"/>
                  <a:pt x="47" y="45"/>
                </a:cubicBezTo>
                <a:cubicBezTo>
                  <a:pt x="48" y="44"/>
                  <a:pt x="49" y="42"/>
                  <a:pt x="49" y="41"/>
                </a:cubicBezTo>
                <a:cubicBezTo>
                  <a:pt x="50" y="40"/>
                  <a:pt x="50" y="38"/>
                  <a:pt x="50" y="37"/>
                </a:cubicBezTo>
                <a:cubicBezTo>
                  <a:pt x="50" y="35"/>
                  <a:pt x="50" y="34"/>
                  <a:pt x="49" y="32"/>
                </a:cubicBezTo>
                <a:cubicBezTo>
                  <a:pt x="49" y="31"/>
                  <a:pt x="48" y="30"/>
                  <a:pt x="47" y="29"/>
                </a:cubicBezTo>
                <a:cubicBezTo>
                  <a:pt x="46" y="28"/>
                  <a:pt x="45" y="27"/>
                  <a:pt x="43" y="27"/>
                </a:cubicBezTo>
                <a:cubicBezTo>
                  <a:pt x="42" y="26"/>
                  <a:pt x="41" y="26"/>
                  <a:pt x="39" y="26"/>
                </a:cubicBezTo>
                <a:cubicBezTo>
                  <a:pt x="38" y="26"/>
                  <a:pt x="37" y="26"/>
                  <a:pt x="35" y="26"/>
                </a:cubicBezTo>
                <a:cubicBezTo>
                  <a:pt x="34" y="27"/>
                  <a:pt x="33" y="28"/>
                  <a:pt x="32" y="28"/>
                </a:cubicBezTo>
                <a:cubicBezTo>
                  <a:pt x="31" y="29"/>
                  <a:pt x="30" y="30"/>
                  <a:pt x="29" y="31"/>
                </a:cubicBezTo>
                <a:cubicBezTo>
                  <a:pt x="29" y="33"/>
                  <a:pt x="28" y="34"/>
                  <a:pt x="28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8"/>
                  <a:pt x="39" y="38"/>
                  <a:pt x="39" y="38"/>
                </a:cubicBezTo>
                <a:cubicBezTo>
                  <a:pt x="28" y="38"/>
                  <a:pt x="28" y="38"/>
                  <a:pt x="28" y="38"/>
                </a:cubicBezTo>
                <a:cubicBezTo>
                  <a:pt x="28" y="40"/>
                  <a:pt x="29" y="41"/>
                  <a:pt x="29" y="42"/>
                </a:cubicBezTo>
                <a:cubicBezTo>
                  <a:pt x="30" y="43"/>
                  <a:pt x="31" y="44"/>
                  <a:pt x="32" y="45"/>
                </a:cubicBezTo>
                <a:cubicBezTo>
                  <a:pt x="33" y="46"/>
                  <a:pt x="34" y="46"/>
                  <a:pt x="35" y="47"/>
                </a:cubicBezTo>
                <a:cubicBezTo>
                  <a:pt x="37" y="47"/>
                  <a:pt x="38" y="48"/>
                  <a:pt x="39" y="48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4" name="Freeform 136"/>
          <p:cNvSpPr>
            <a:spLocks noEditPoints="1"/>
          </p:cNvSpPr>
          <p:nvPr/>
        </p:nvSpPr>
        <p:spPr bwMode="auto">
          <a:xfrm>
            <a:off x="2597150" y="4317196"/>
            <a:ext cx="330200" cy="214313"/>
          </a:xfrm>
          <a:custGeom>
            <a:avLst/>
            <a:gdLst>
              <a:gd name="T0" fmla="*/ 57 w 88"/>
              <a:gd name="T1" fmla="*/ 54 h 57"/>
              <a:gd name="T2" fmla="*/ 48 w 88"/>
              <a:gd name="T3" fmla="*/ 54 h 57"/>
              <a:gd name="T4" fmla="*/ 41 w 88"/>
              <a:gd name="T5" fmla="*/ 44 h 57"/>
              <a:gd name="T6" fmla="*/ 44 w 88"/>
              <a:gd name="T7" fmla="*/ 54 h 57"/>
              <a:gd name="T8" fmla="*/ 45 w 88"/>
              <a:gd name="T9" fmla="*/ 56 h 57"/>
              <a:gd name="T10" fmla="*/ 35 w 88"/>
              <a:gd name="T11" fmla="*/ 57 h 57"/>
              <a:gd name="T12" fmla="*/ 39 w 88"/>
              <a:gd name="T13" fmla="*/ 50 h 57"/>
              <a:gd name="T14" fmla="*/ 37 w 88"/>
              <a:gd name="T15" fmla="*/ 35 h 57"/>
              <a:gd name="T16" fmla="*/ 21 w 88"/>
              <a:gd name="T17" fmla="*/ 38 h 57"/>
              <a:gd name="T18" fmla="*/ 11 w 88"/>
              <a:gd name="T19" fmla="*/ 44 h 57"/>
              <a:gd name="T20" fmla="*/ 1 w 88"/>
              <a:gd name="T21" fmla="*/ 36 h 57"/>
              <a:gd name="T22" fmla="*/ 5 w 88"/>
              <a:gd name="T23" fmla="*/ 25 h 57"/>
              <a:gd name="T24" fmla="*/ 17 w 88"/>
              <a:gd name="T25" fmla="*/ 23 h 57"/>
              <a:gd name="T26" fmla="*/ 22 w 88"/>
              <a:gd name="T27" fmla="*/ 29 h 57"/>
              <a:gd name="T28" fmla="*/ 28 w 88"/>
              <a:gd name="T29" fmla="*/ 21 h 57"/>
              <a:gd name="T30" fmla="*/ 21 w 88"/>
              <a:gd name="T31" fmla="*/ 22 h 57"/>
              <a:gd name="T32" fmla="*/ 13 w 88"/>
              <a:gd name="T33" fmla="*/ 14 h 57"/>
              <a:gd name="T34" fmla="*/ 17 w 88"/>
              <a:gd name="T35" fmla="*/ 2 h 57"/>
              <a:gd name="T36" fmla="*/ 29 w 88"/>
              <a:gd name="T37" fmla="*/ 1 h 57"/>
              <a:gd name="T38" fmla="*/ 34 w 88"/>
              <a:gd name="T39" fmla="*/ 12 h 57"/>
              <a:gd name="T40" fmla="*/ 30 w 88"/>
              <a:gd name="T41" fmla="*/ 19 h 57"/>
              <a:gd name="T42" fmla="*/ 86 w 88"/>
              <a:gd name="T43" fmla="*/ 33 h 57"/>
              <a:gd name="T44" fmla="*/ 19 w 88"/>
              <a:gd name="T45" fmla="*/ 37 h 57"/>
              <a:gd name="T46" fmla="*/ 18 w 88"/>
              <a:gd name="T47" fmla="*/ 28 h 57"/>
              <a:gd name="T48" fmla="*/ 9 w 88"/>
              <a:gd name="T49" fmla="*/ 26 h 57"/>
              <a:gd name="T50" fmla="*/ 4 w 88"/>
              <a:gd name="T51" fmla="*/ 32 h 57"/>
              <a:gd name="T52" fmla="*/ 8 w 88"/>
              <a:gd name="T53" fmla="*/ 40 h 57"/>
              <a:gd name="T54" fmla="*/ 17 w 88"/>
              <a:gd name="T55" fmla="*/ 39 h 57"/>
              <a:gd name="T56" fmla="*/ 10 w 88"/>
              <a:gd name="T57" fmla="*/ 57 h 57"/>
              <a:gd name="T58" fmla="*/ 10 w 88"/>
              <a:gd name="T59" fmla="*/ 54 h 57"/>
              <a:gd name="T60" fmla="*/ 26 w 88"/>
              <a:gd name="T61" fmla="*/ 19 h 57"/>
              <a:gd name="T62" fmla="*/ 31 w 88"/>
              <a:gd name="T63" fmla="*/ 12 h 57"/>
              <a:gd name="T64" fmla="*/ 27 w 88"/>
              <a:gd name="T65" fmla="*/ 4 h 57"/>
              <a:gd name="T66" fmla="*/ 18 w 88"/>
              <a:gd name="T67" fmla="*/ 5 h 57"/>
              <a:gd name="T68" fmla="*/ 16 w 88"/>
              <a:gd name="T69" fmla="*/ 13 h 57"/>
              <a:gd name="T70" fmla="*/ 23 w 88"/>
              <a:gd name="T71" fmla="*/ 54 h 57"/>
              <a:gd name="T72" fmla="*/ 32 w 88"/>
              <a:gd name="T73" fmla="*/ 54 h 57"/>
              <a:gd name="T74" fmla="*/ 71 w 88"/>
              <a:gd name="T75" fmla="*/ 28 h 57"/>
              <a:gd name="T76" fmla="*/ 44 w 88"/>
              <a:gd name="T77" fmla="*/ 32 h 57"/>
              <a:gd name="T78" fmla="*/ 77 w 88"/>
              <a:gd name="T79" fmla="*/ 31 h 57"/>
              <a:gd name="T80" fmla="*/ 70 w 88"/>
              <a:gd name="T81" fmla="*/ 57 h 57"/>
              <a:gd name="T82" fmla="*/ 73 w 88"/>
              <a:gd name="T83" fmla="*/ 54 h 57"/>
              <a:gd name="T84" fmla="*/ 82 w 88"/>
              <a:gd name="T85" fmla="*/ 5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57">
                <a:moveTo>
                  <a:pt x="41" y="35"/>
                </a:moveTo>
                <a:cubicBezTo>
                  <a:pt x="54" y="54"/>
                  <a:pt x="54" y="54"/>
                  <a:pt x="54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7"/>
                  <a:pt x="57" y="57"/>
                  <a:pt x="57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4"/>
                  <a:pt x="48" y="54"/>
                  <a:pt x="48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40" y="39"/>
                  <a:pt x="40" y="39"/>
                  <a:pt x="40" y="39"/>
                </a:cubicBezTo>
                <a:cubicBezTo>
                  <a:pt x="40" y="41"/>
                  <a:pt x="40" y="42"/>
                  <a:pt x="41" y="44"/>
                </a:cubicBezTo>
                <a:cubicBezTo>
                  <a:pt x="41" y="45"/>
                  <a:pt x="41" y="46"/>
                  <a:pt x="41" y="48"/>
                </a:cubicBezTo>
                <a:cubicBezTo>
                  <a:pt x="42" y="49"/>
                  <a:pt x="42" y="50"/>
                  <a:pt x="43" y="51"/>
                </a:cubicBezTo>
                <a:cubicBezTo>
                  <a:pt x="43" y="52"/>
                  <a:pt x="43" y="53"/>
                  <a:pt x="44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7"/>
                  <a:pt x="45" y="57"/>
                  <a:pt x="4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4"/>
                  <a:pt x="35" y="54"/>
                  <a:pt x="35" y="54"/>
                </a:cubicBezTo>
                <a:cubicBezTo>
                  <a:pt x="41" y="54"/>
                  <a:pt x="41" y="54"/>
                  <a:pt x="41" y="54"/>
                </a:cubicBezTo>
                <a:cubicBezTo>
                  <a:pt x="40" y="53"/>
                  <a:pt x="40" y="52"/>
                  <a:pt x="39" y="50"/>
                </a:cubicBezTo>
                <a:cubicBezTo>
                  <a:pt x="39" y="49"/>
                  <a:pt x="38" y="47"/>
                  <a:pt x="38" y="46"/>
                </a:cubicBezTo>
                <a:cubicBezTo>
                  <a:pt x="38" y="44"/>
                  <a:pt x="37" y="42"/>
                  <a:pt x="37" y="41"/>
                </a:cubicBezTo>
                <a:cubicBezTo>
                  <a:pt x="37" y="39"/>
                  <a:pt x="37" y="37"/>
                  <a:pt x="37" y="35"/>
                </a:cubicBezTo>
                <a:cubicBezTo>
                  <a:pt x="23" y="35"/>
                  <a:pt x="23" y="35"/>
                  <a:pt x="23" y="35"/>
                </a:cubicBezTo>
                <a:cubicBezTo>
                  <a:pt x="22" y="36"/>
                  <a:pt x="22" y="36"/>
                  <a:pt x="22" y="37"/>
                </a:cubicBezTo>
                <a:cubicBezTo>
                  <a:pt x="22" y="37"/>
                  <a:pt x="22" y="38"/>
                  <a:pt x="21" y="38"/>
                </a:cubicBezTo>
                <a:cubicBezTo>
                  <a:pt x="21" y="40"/>
                  <a:pt x="20" y="41"/>
                  <a:pt x="19" y="42"/>
                </a:cubicBezTo>
                <a:cubicBezTo>
                  <a:pt x="17" y="43"/>
                  <a:pt x="16" y="43"/>
                  <a:pt x="15" y="44"/>
                </a:cubicBezTo>
                <a:cubicBezTo>
                  <a:pt x="13" y="44"/>
                  <a:pt x="12" y="44"/>
                  <a:pt x="11" y="44"/>
                </a:cubicBezTo>
                <a:cubicBezTo>
                  <a:pt x="9" y="44"/>
                  <a:pt x="8" y="44"/>
                  <a:pt x="6" y="43"/>
                </a:cubicBezTo>
                <a:cubicBezTo>
                  <a:pt x="5" y="42"/>
                  <a:pt x="4" y="41"/>
                  <a:pt x="3" y="40"/>
                </a:cubicBezTo>
                <a:cubicBezTo>
                  <a:pt x="2" y="39"/>
                  <a:pt x="2" y="38"/>
                  <a:pt x="1" y="36"/>
                </a:cubicBezTo>
                <a:cubicBezTo>
                  <a:pt x="1" y="35"/>
                  <a:pt x="0" y="34"/>
                  <a:pt x="1" y="32"/>
                </a:cubicBezTo>
                <a:cubicBezTo>
                  <a:pt x="1" y="31"/>
                  <a:pt x="1" y="29"/>
                  <a:pt x="2" y="28"/>
                </a:cubicBezTo>
                <a:cubicBezTo>
                  <a:pt x="3" y="27"/>
                  <a:pt x="4" y="26"/>
                  <a:pt x="5" y="25"/>
                </a:cubicBezTo>
                <a:cubicBezTo>
                  <a:pt x="6" y="24"/>
                  <a:pt x="7" y="23"/>
                  <a:pt x="8" y="23"/>
                </a:cubicBezTo>
                <a:cubicBezTo>
                  <a:pt x="10" y="22"/>
                  <a:pt x="11" y="22"/>
                  <a:pt x="13" y="22"/>
                </a:cubicBezTo>
                <a:cubicBezTo>
                  <a:pt x="14" y="22"/>
                  <a:pt x="15" y="23"/>
                  <a:pt x="17" y="23"/>
                </a:cubicBezTo>
                <a:cubicBezTo>
                  <a:pt x="18" y="24"/>
                  <a:pt x="18" y="24"/>
                  <a:pt x="19" y="25"/>
                </a:cubicBezTo>
                <a:cubicBezTo>
                  <a:pt x="20" y="26"/>
                  <a:pt x="20" y="26"/>
                  <a:pt x="21" y="27"/>
                </a:cubicBezTo>
                <a:cubicBezTo>
                  <a:pt x="21" y="28"/>
                  <a:pt x="22" y="29"/>
                  <a:pt x="22" y="29"/>
                </a:cubicBezTo>
                <a:cubicBezTo>
                  <a:pt x="22" y="30"/>
                  <a:pt x="22" y="31"/>
                  <a:pt x="23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6" y="22"/>
                  <a:pt x="25" y="22"/>
                </a:cubicBezTo>
                <a:cubicBezTo>
                  <a:pt x="25" y="22"/>
                  <a:pt x="24" y="22"/>
                  <a:pt x="23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0" y="21"/>
                  <a:pt x="19" y="21"/>
                  <a:pt x="18" y="21"/>
                </a:cubicBezTo>
                <a:cubicBezTo>
                  <a:pt x="17" y="20"/>
                  <a:pt x="16" y="19"/>
                  <a:pt x="15" y="18"/>
                </a:cubicBezTo>
                <a:cubicBezTo>
                  <a:pt x="14" y="17"/>
                  <a:pt x="13" y="15"/>
                  <a:pt x="13" y="14"/>
                </a:cubicBezTo>
                <a:cubicBezTo>
                  <a:pt x="12" y="13"/>
                  <a:pt x="12" y="11"/>
                  <a:pt x="12" y="10"/>
                </a:cubicBezTo>
                <a:cubicBezTo>
                  <a:pt x="13" y="9"/>
                  <a:pt x="13" y="7"/>
                  <a:pt x="14" y="6"/>
                </a:cubicBezTo>
                <a:cubicBezTo>
                  <a:pt x="14" y="4"/>
                  <a:pt x="15" y="3"/>
                  <a:pt x="17" y="2"/>
                </a:cubicBezTo>
                <a:cubicBezTo>
                  <a:pt x="18" y="2"/>
                  <a:pt x="19" y="1"/>
                  <a:pt x="20" y="0"/>
                </a:cubicBezTo>
                <a:cubicBezTo>
                  <a:pt x="22" y="0"/>
                  <a:pt x="23" y="0"/>
                  <a:pt x="24" y="0"/>
                </a:cubicBezTo>
                <a:cubicBezTo>
                  <a:pt x="26" y="0"/>
                  <a:pt x="27" y="1"/>
                  <a:pt x="29" y="1"/>
                </a:cubicBezTo>
                <a:cubicBezTo>
                  <a:pt x="30" y="2"/>
                  <a:pt x="31" y="3"/>
                  <a:pt x="32" y="4"/>
                </a:cubicBezTo>
                <a:cubicBezTo>
                  <a:pt x="33" y="5"/>
                  <a:pt x="34" y="6"/>
                  <a:pt x="34" y="8"/>
                </a:cubicBezTo>
                <a:cubicBezTo>
                  <a:pt x="34" y="9"/>
                  <a:pt x="34" y="10"/>
                  <a:pt x="34" y="12"/>
                </a:cubicBezTo>
                <a:cubicBezTo>
                  <a:pt x="34" y="13"/>
                  <a:pt x="34" y="15"/>
                  <a:pt x="33" y="16"/>
                </a:cubicBezTo>
                <a:cubicBezTo>
                  <a:pt x="33" y="17"/>
                  <a:pt x="32" y="17"/>
                  <a:pt x="32" y="18"/>
                </a:cubicBezTo>
                <a:cubicBezTo>
                  <a:pt x="32" y="18"/>
                  <a:pt x="31" y="19"/>
                  <a:pt x="30" y="19"/>
                </a:cubicBezTo>
                <a:cubicBezTo>
                  <a:pt x="39" y="32"/>
                  <a:pt x="39" y="32"/>
                  <a:pt x="39" y="32"/>
                </a:cubicBezTo>
                <a:cubicBezTo>
                  <a:pt x="52" y="22"/>
                  <a:pt x="63" y="20"/>
                  <a:pt x="72" y="25"/>
                </a:cubicBezTo>
                <a:cubicBezTo>
                  <a:pt x="81" y="30"/>
                  <a:pt x="85" y="33"/>
                  <a:pt x="86" y="33"/>
                </a:cubicBezTo>
                <a:cubicBezTo>
                  <a:pt x="88" y="35"/>
                  <a:pt x="88" y="35"/>
                  <a:pt x="88" y="35"/>
                </a:cubicBezTo>
                <a:lnTo>
                  <a:pt x="41" y="35"/>
                </a:lnTo>
                <a:close/>
                <a:moveTo>
                  <a:pt x="19" y="37"/>
                </a:moveTo>
                <a:cubicBezTo>
                  <a:pt x="19" y="36"/>
                  <a:pt x="19" y="35"/>
                  <a:pt x="19" y="34"/>
                </a:cubicBezTo>
                <a:cubicBezTo>
                  <a:pt x="19" y="33"/>
                  <a:pt x="19" y="32"/>
                  <a:pt x="19" y="31"/>
                </a:cubicBezTo>
                <a:cubicBezTo>
                  <a:pt x="19" y="30"/>
                  <a:pt x="18" y="29"/>
                  <a:pt x="18" y="28"/>
                </a:cubicBezTo>
                <a:cubicBezTo>
                  <a:pt x="17" y="27"/>
                  <a:pt x="16" y="27"/>
                  <a:pt x="15" y="26"/>
                </a:cubicBezTo>
                <a:cubicBezTo>
                  <a:pt x="14" y="26"/>
                  <a:pt x="13" y="25"/>
                  <a:pt x="12" y="25"/>
                </a:cubicBezTo>
                <a:cubicBezTo>
                  <a:pt x="11" y="25"/>
                  <a:pt x="10" y="25"/>
                  <a:pt x="9" y="26"/>
                </a:cubicBezTo>
                <a:cubicBezTo>
                  <a:pt x="8" y="26"/>
                  <a:pt x="7" y="26"/>
                  <a:pt x="7" y="27"/>
                </a:cubicBezTo>
                <a:cubicBezTo>
                  <a:pt x="6" y="28"/>
                  <a:pt x="5" y="29"/>
                  <a:pt x="5" y="29"/>
                </a:cubicBezTo>
                <a:cubicBezTo>
                  <a:pt x="4" y="30"/>
                  <a:pt x="4" y="31"/>
                  <a:pt x="4" y="32"/>
                </a:cubicBezTo>
                <a:cubicBezTo>
                  <a:pt x="4" y="33"/>
                  <a:pt x="4" y="34"/>
                  <a:pt x="4" y="35"/>
                </a:cubicBezTo>
                <a:cubicBezTo>
                  <a:pt x="4" y="36"/>
                  <a:pt x="5" y="37"/>
                  <a:pt x="5" y="38"/>
                </a:cubicBezTo>
                <a:cubicBezTo>
                  <a:pt x="6" y="39"/>
                  <a:pt x="7" y="40"/>
                  <a:pt x="8" y="40"/>
                </a:cubicBezTo>
                <a:cubicBezTo>
                  <a:pt x="9" y="41"/>
                  <a:pt x="10" y="41"/>
                  <a:pt x="11" y="41"/>
                </a:cubicBezTo>
                <a:cubicBezTo>
                  <a:pt x="12" y="41"/>
                  <a:pt x="13" y="41"/>
                  <a:pt x="14" y="41"/>
                </a:cubicBezTo>
                <a:cubicBezTo>
                  <a:pt x="15" y="40"/>
                  <a:pt x="16" y="40"/>
                  <a:pt x="17" y="39"/>
                </a:cubicBezTo>
                <a:cubicBezTo>
                  <a:pt x="17" y="39"/>
                  <a:pt x="18" y="38"/>
                  <a:pt x="19" y="37"/>
                </a:cubicBezTo>
                <a:close/>
                <a:moveTo>
                  <a:pt x="10" y="54"/>
                </a:moveTo>
                <a:cubicBezTo>
                  <a:pt x="10" y="57"/>
                  <a:pt x="10" y="57"/>
                  <a:pt x="10" y="57"/>
                </a:cubicBezTo>
                <a:cubicBezTo>
                  <a:pt x="20" y="57"/>
                  <a:pt x="20" y="57"/>
                  <a:pt x="20" y="57"/>
                </a:cubicBezTo>
                <a:cubicBezTo>
                  <a:pt x="20" y="54"/>
                  <a:pt x="20" y="54"/>
                  <a:pt x="20" y="54"/>
                </a:cubicBezTo>
                <a:lnTo>
                  <a:pt x="10" y="54"/>
                </a:lnTo>
                <a:close/>
                <a:moveTo>
                  <a:pt x="20" y="18"/>
                </a:moveTo>
                <a:cubicBezTo>
                  <a:pt x="21" y="18"/>
                  <a:pt x="22" y="19"/>
                  <a:pt x="23" y="19"/>
                </a:cubicBezTo>
                <a:cubicBezTo>
                  <a:pt x="24" y="19"/>
                  <a:pt x="25" y="19"/>
                  <a:pt x="26" y="19"/>
                </a:cubicBezTo>
                <a:cubicBezTo>
                  <a:pt x="27" y="18"/>
                  <a:pt x="28" y="18"/>
                  <a:pt x="28" y="17"/>
                </a:cubicBezTo>
                <a:cubicBezTo>
                  <a:pt x="29" y="16"/>
                  <a:pt x="30" y="16"/>
                  <a:pt x="30" y="15"/>
                </a:cubicBezTo>
                <a:cubicBezTo>
                  <a:pt x="31" y="14"/>
                  <a:pt x="31" y="13"/>
                  <a:pt x="31" y="12"/>
                </a:cubicBezTo>
                <a:cubicBezTo>
                  <a:pt x="31" y="11"/>
                  <a:pt x="31" y="10"/>
                  <a:pt x="31" y="9"/>
                </a:cubicBezTo>
                <a:cubicBezTo>
                  <a:pt x="31" y="8"/>
                  <a:pt x="30" y="7"/>
                  <a:pt x="30" y="6"/>
                </a:cubicBezTo>
                <a:cubicBezTo>
                  <a:pt x="29" y="5"/>
                  <a:pt x="28" y="5"/>
                  <a:pt x="27" y="4"/>
                </a:cubicBezTo>
                <a:cubicBezTo>
                  <a:pt x="26" y="3"/>
                  <a:pt x="25" y="3"/>
                  <a:pt x="24" y="3"/>
                </a:cubicBezTo>
                <a:cubicBezTo>
                  <a:pt x="23" y="3"/>
                  <a:pt x="22" y="3"/>
                  <a:pt x="21" y="3"/>
                </a:cubicBezTo>
                <a:cubicBezTo>
                  <a:pt x="20" y="4"/>
                  <a:pt x="19" y="4"/>
                  <a:pt x="18" y="5"/>
                </a:cubicBezTo>
                <a:cubicBezTo>
                  <a:pt x="18" y="5"/>
                  <a:pt x="17" y="6"/>
                  <a:pt x="17" y="7"/>
                </a:cubicBezTo>
                <a:cubicBezTo>
                  <a:pt x="16" y="8"/>
                  <a:pt x="16" y="9"/>
                  <a:pt x="16" y="10"/>
                </a:cubicBezTo>
                <a:cubicBezTo>
                  <a:pt x="15" y="11"/>
                  <a:pt x="16" y="12"/>
                  <a:pt x="16" y="13"/>
                </a:cubicBezTo>
                <a:cubicBezTo>
                  <a:pt x="16" y="14"/>
                  <a:pt x="17" y="15"/>
                  <a:pt x="17" y="16"/>
                </a:cubicBezTo>
                <a:cubicBezTo>
                  <a:pt x="18" y="17"/>
                  <a:pt x="19" y="17"/>
                  <a:pt x="20" y="18"/>
                </a:cubicBezTo>
                <a:close/>
                <a:moveTo>
                  <a:pt x="23" y="54"/>
                </a:moveTo>
                <a:cubicBezTo>
                  <a:pt x="23" y="57"/>
                  <a:pt x="23" y="57"/>
                  <a:pt x="23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54"/>
                  <a:pt x="32" y="54"/>
                  <a:pt x="32" y="54"/>
                </a:cubicBezTo>
                <a:lnTo>
                  <a:pt x="23" y="54"/>
                </a:lnTo>
                <a:close/>
                <a:moveTo>
                  <a:pt x="77" y="31"/>
                </a:moveTo>
                <a:cubicBezTo>
                  <a:pt x="75" y="30"/>
                  <a:pt x="73" y="29"/>
                  <a:pt x="71" y="28"/>
                </a:cubicBezTo>
                <a:cubicBezTo>
                  <a:pt x="69" y="27"/>
                  <a:pt x="66" y="27"/>
                  <a:pt x="63" y="27"/>
                </a:cubicBezTo>
                <a:cubicBezTo>
                  <a:pt x="61" y="27"/>
                  <a:pt x="58" y="27"/>
                  <a:pt x="54" y="28"/>
                </a:cubicBezTo>
                <a:cubicBezTo>
                  <a:pt x="51" y="28"/>
                  <a:pt x="48" y="30"/>
                  <a:pt x="44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9" y="32"/>
                  <a:pt x="79" y="32"/>
                  <a:pt x="78" y="31"/>
                </a:cubicBezTo>
                <a:cubicBezTo>
                  <a:pt x="78" y="31"/>
                  <a:pt x="77" y="31"/>
                  <a:pt x="77" y="31"/>
                </a:cubicBezTo>
                <a:close/>
                <a:moveTo>
                  <a:pt x="60" y="54"/>
                </a:moveTo>
                <a:cubicBezTo>
                  <a:pt x="60" y="57"/>
                  <a:pt x="60" y="57"/>
                  <a:pt x="60" y="57"/>
                </a:cubicBezTo>
                <a:cubicBezTo>
                  <a:pt x="70" y="57"/>
                  <a:pt x="70" y="57"/>
                  <a:pt x="70" y="57"/>
                </a:cubicBezTo>
                <a:cubicBezTo>
                  <a:pt x="70" y="54"/>
                  <a:pt x="70" y="54"/>
                  <a:pt x="70" y="54"/>
                </a:cubicBezTo>
                <a:lnTo>
                  <a:pt x="60" y="54"/>
                </a:lnTo>
                <a:close/>
                <a:moveTo>
                  <a:pt x="73" y="54"/>
                </a:moveTo>
                <a:cubicBezTo>
                  <a:pt x="73" y="57"/>
                  <a:pt x="73" y="57"/>
                  <a:pt x="7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4"/>
                  <a:pt x="82" y="54"/>
                  <a:pt x="82" y="54"/>
                </a:cubicBezTo>
                <a:lnTo>
                  <a:pt x="73" y="5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5" name="Freeform 137"/>
          <p:cNvSpPr>
            <a:spLocks noEditPoints="1"/>
          </p:cNvSpPr>
          <p:nvPr/>
        </p:nvSpPr>
        <p:spPr bwMode="auto">
          <a:xfrm>
            <a:off x="3106738" y="4317196"/>
            <a:ext cx="357188" cy="214313"/>
          </a:xfrm>
          <a:custGeom>
            <a:avLst/>
            <a:gdLst>
              <a:gd name="T0" fmla="*/ 57 w 95"/>
              <a:gd name="T1" fmla="*/ 29 h 57"/>
              <a:gd name="T2" fmla="*/ 55 w 95"/>
              <a:gd name="T3" fmla="*/ 40 h 57"/>
              <a:gd name="T4" fmla="*/ 49 w 95"/>
              <a:gd name="T5" fmla="*/ 49 h 57"/>
              <a:gd name="T6" fmla="*/ 39 w 95"/>
              <a:gd name="T7" fmla="*/ 55 h 57"/>
              <a:gd name="T8" fmla="*/ 28 w 95"/>
              <a:gd name="T9" fmla="*/ 57 h 57"/>
              <a:gd name="T10" fmla="*/ 17 w 95"/>
              <a:gd name="T11" fmla="*/ 55 h 57"/>
              <a:gd name="T12" fmla="*/ 8 w 95"/>
              <a:gd name="T13" fmla="*/ 49 h 57"/>
              <a:gd name="T14" fmla="*/ 2 w 95"/>
              <a:gd name="T15" fmla="*/ 40 h 57"/>
              <a:gd name="T16" fmla="*/ 0 w 95"/>
              <a:gd name="T17" fmla="*/ 29 h 57"/>
              <a:gd name="T18" fmla="*/ 2 w 95"/>
              <a:gd name="T19" fmla="*/ 18 h 57"/>
              <a:gd name="T20" fmla="*/ 8 w 95"/>
              <a:gd name="T21" fmla="*/ 9 h 57"/>
              <a:gd name="T22" fmla="*/ 17 w 95"/>
              <a:gd name="T23" fmla="*/ 3 h 57"/>
              <a:gd name="T24" fmla="*/ 28 w 95"/>
              <a:gd name="T25" fmla="*/ 0 h 57"/>
              <a:gd name="T26" fmla="*/ 39 w 95"/>
              <a:gd name="T27" fmla="*/ 3 h 57"/>
              <a:gd name="T28" fmla="*/ 49 w 95"/>
              <a:gd name="T29" fmla="*/ 9 h 57"/>
              <a:gd name="T30" fmla="*/ 55 w 95"/>
              <a:gd name="T31" fmla="*/ 18 h 57"/>
              <a:gd name="T32" fmla="*/ 57 w 95"/>
              <a:gd name="T33" fmla="*/ 29 h 57"/>
              <a:gd name="T34" fmla="*/ 28 w 95"/>
              <a:gd name="T35" fmla="*/ 54 h 57"/>
              <a:gd name="T36" fmla="*/ 38 w 95"/>
              <a:gd name="T37" fmla="*/ 52 h 57"/>
              <a:gd name="T38" fmla="*/ 46 w 95"/>
              <a:gd name="T39" fmla="*/ 46 h 57"/>
              <a:gd name="T40" fmla="*/ 52 w 95"/>
              <a:gd name="T41" fmla="*/ 39 h 57"/>
              <a:gd name="T42" fmla="*/ 54 w 95"/>
              <a:gd name="T43" fmla="*/ 29 h 57"/>
              <a:gd name="T44" fmla="*/ 52 w 95"/>
              <a:gd name="T45" fmla="*/ 19 h 57"/>
              <a:gd name="T46" fmla="*/ 46 w 95"/>
              <a:gd name="T47" fmla="*/ 11 h 57"/>
              <a:gd name="T48" fmla="*/ 38 w 95"/>
              <a:gd name="T49" fmla="*/ 6 h 57"/>
              <a:gd name="T50" fmla="*/ 28 w 95"/>
              <a:gd name="T51" fmla="*/ 4 h 57"/>
              <a:gd name="T52" fmla="*/ 19 w 95"/>
              <a:gd name="T53" fmla="*/ 6 h 57"/>
              <a:gd name="T54" fmla="*/ 11 w 95"/>
              <a:gd name="T55" fmla="*/ 11 h 57"/>
              <a:gd name="T56" fmla="*/ 5 w 95"/>
              <a:gd name="T57" fmla="*/ 19 h 57"/>
              <a:gd name="T58" fmla="*/ 3 w 95"/>
              <a:gd name="T59" fmla="*/ 29 h 57"/>
              <a:gd name="T60" fmla="*/ 5 w 95"/>
              <a:gd name="T61" fmla="*/ 39 h 57"/>
              <a:gd name="T62" fmla="*/ 11 w 95"/>
              <a:gd name="T63" fmla="*/ 46 h 57"/>
              <a:gd name="T64" fmla="*/ 19 w 95"/>
              <a:gd name="T65" fmla="*/ 52 h 57"/>
              <a:gd name="T66" fmla="*/ 28 w 95"/>
              <a:gd name="T67" fmla="*/ 54 h 57"/>
              <a:gd name="T68" fmla="*/ 66 w 95"/>
              <a:gd name="T69" fmla="*/ 0 h 57"/>
              <a:gd name="T70" fmla="*/ 77 w 95"/>
              <a:gd name="T71" fmla="*/ 3 h 57"/>
              <a:gd name="T72" fmla="*/ 86 w 95"/>
              <a:gd name="T73" fmla="*/ 9 h 57"/>
              <a:gd name="T74" fmla="*/ 92 w 95"/>
              <a:gd name="T75" fmla="*/ 18 h 57"/>
              <a:gd name="T76" fmla="*/ 95 w 95"/>
              <a:gd name="T77" fmla="*/ 29 h 57"/>
              <a:gd name="T78" fmla="*/ 92 w 95"/>
              <a:gd name="T79" fmla="*/ 40 h 57"/>
              <a:gd name="T80" fmla="*/ 86 w 95"/>
              <a:gd name="T81" fmla="*/ 49 h 57"/>
              <a:gd name="T82" fmla="*/ 77 w 95"/>
              <a:gd name="T83" fmla="*/ 55 h 57"/>
              <a:gd name="T84" fmla="*/ 66 w 95"/>
              <a:gd name="T85" fmla="*/ 57 h 57"/>
              <a:gd name="T86" fmla="*/ 42 w 95"/>
              <a:gd name="T87" fmla="*/ 57 h 57"/>
              <a:gd name="T88" fmla="*/ 43 w 95"/>
              <a:gd name="T89" fmla="*/ 56 h 57"/>
              <a:gd name="T90" fmla="*/ 45 w 95"/>
              <a:gd name="T91" fmla="*/ 55 h 57"/>
              <a:gd name="T92" fmla="*/ 46 w 95"/>
              <a:gd name="T93" fmla="*/ 55 h 57"/>
              <a:gd name="T94" fmla="*/ 47 w 95"/>
              <a:gd name="T95" fmla="*/ 54 h 57"/>
              <a:gd name="T96" fmla="*/ 66 w 95"/>
              <a:gd name="T97" fmla="*/ 54 h 57"/>
              <a:gd name="T98" fmla="*/ 76 w 95"/>
              <a:gd name="T99" fmla="*/ 52 h 57"/>
              <a:gd name="T100" fmla="*/ 84 w 95"/>
              <a:gd name="T101" fmla="*/ 46 h 57"/>
              <a:gd name="T102" fmla="*/ 89 w 95"/>
              <a:gd name="T103" fmla="*/ 39 h 57"/>
              <a:gd name="T104" fmla="*/ 91 w 95"/>
              <a:gd name="T105" fmla="*/ 29 h 57"/>
              <a:gd name="T106" fmla="*/ 89 w 95"/>
              <a:gd name="T107" fmla="*/ 19 h 57"/>
              <a:gd name="T108" fmla="*/ 84 w 95"/>
              <a:gd name="T109" fmla="*/ 11 h 57"/>
              <a:gd name="T110" fmla="*/ 76 w 95"/>
              <a:gd name="T111" fmla="*/ 6 h 57"/>
              <a:gd name="T112" fmla="*/ 66 w 95"/>
              <a:gd name="T113" fmla="*/ 4 h 57"/>
              <a:gd name="T114" fmla="*/ 47 w 95"/>
              <a:gd name="T115" fmla="*/ 4 h 57"/>
              <a:gd name="T116" fmla="*/ 46 w 95"/>
              <a:gd name="T117" fmla="*/ 3 h 57"/>
              <a:gd name="T118" fmla="*/ 45 w 95"/>
              <a:gd name="T119" fmla="*/ 2 h 57"/>
              <a:gd name="T120" fmla="*/ 43 w 95"/>
              <a:gd name="T121" fmla="*/ 1 h 57"/>
              <a:gd name="T122" fmla="*/ 42 w 95"/>
              <a:gd name="T123" fmla="*/ 0 h 57"/>
              <a:gd name="T124" fmla="*/ 66 w 95"/>
              <a:gd name="T12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57">
                <a:moveTo>
                  <a:pt x="57" y="29"/>
                </a:moveTo>
                <a:cubicBezTo>
                  <a:pt x="57" y="33"/>
                  <a:pt x="56" y="36"/>
                  <a:pt x="55" y="40"/>
                </a:cubicBezTo>
                <a:cubicBezTo>
                  <a:pt x="53" y="43"/>
                  <a:pt x="51" y="46"/>
                  <a:pt x="49" y="49"/>
                </a:cubicBezTo>
                <a:cubicBezTo>
                  <a:pt x="46" y="51"/>
                  <a:pt x="43" y="53"/>
                  <a:pt x="39" y="55"/>
                </a:cubicBezTo>
                <a:cubicBezTo>
                  <a:pt x="36" y="56"/>
                  <a:pt x="32" y="57"/>
                  <a:pt x="28" y="57"/>
                </a:cubicBezTo>
                <a:cubicBezTo>
                  <a:pt x="25" y="57"/>
                  <a:pt x="21" y="56"/>
                  <a:pt x="17" y="55"/>
                </a:cubicBezTo>
                <a:cubicBezTo>
                  <a:pt x="14" y="53"/>
                  <a:pt x="11" y="51"/>
                  <a:pt x="8" y="49"/>
                </a:cubicBezTo>
                <a:cubicBezTo>
                  <a:pt x="6" y="46"/>
                  <a:pt x="4" y="43"/>
                  <a:pt x="2" y="40"/>
                </a:cubicBezTo>
                <a:cubicBezTo>
                  <a:pt x="1" y="36"/>
                  <a:pt x="0" y="33"/>
                  <a:pt x="0" y="29"/>
                </a:cubicBezTo>
                <a:cubicBezTo>
                  <a:pt x="0" y="25"/>
                  <a:pt x="1" y="21"/>
                  <a:pt x="2" y="18"/>
                </a:cubicBezTo>
                <a:cubicBezTo>
                  <a:pt x="4" y="14"/>
                  <a:pt x="6" y="11"/>
                  <a:pt x="8" y="9"/>
                </a:cubicBezTo>
                <a:cubicBezTo>
                  <a:pt x="11" y="6"/>
                  <a:pt x="14" y="4"/>
                  <a:pt x="17" y="3"/>
                </a:cubicBezTo>
                <a:cubicBezTo>
                  <a:pt x="21" y="1"/>
                  <a:pt x="25" y="0"/>
                  <a:pt x="28" y="0"/>
                </a:cubicBezTo>
                <a:cubicBezTo>
                  <a:pt x="32" y="0"/>
                  <a:pt x="36" y="1"/>
                  <a:pt x="39" y="3"/>
                </a:cubicBezTo>
                <a:cubicBezTo>
                  <a:pt x="43" y="4"/>
                  <a:pt x="46" y="6"/>
                  <a:pt x="49" y="9"/>
                </a:cubicBezTo>
                <a:cubicBezTo>
                  <a:pt x="51" y="11"/>
                  <a:pt x="53" y="14"/>
                  <a:pt x="55" y="18"/>
                </a:cubicBezTo>
                <a:cubicBezTo>
                  <a:pt x="56" y="21"/>
                  <a:pt x="57" y="25"/>
                  <a:pt x="57" y="29"/>
                </a:cubicBezTo>
                <a:close/>
                <a:moveTo>
                  <a:pt x="28" y="54"/>
                </a:moveTo>
                <a:cubicBezTo>
                  <a:pt x="32" y="54"/>
                  <a:pt x="35" y="53"/>
                  <a:pt x="38" y="52"/>
                </a:cubicBezTo>
                <a:cubicBezTo>
                  <a:pt x="41" y="51"/>
                  <a:pt x="44" y="49"/>
                  <a:pt x="46" y="46"/>
                </a:cubicBezTo>
                <a:cubicBezTo>
                  <a:pt x="49" y="44"/>
                  <a:pt x="50" y="42"/>
                  <a:pt x="52" y="39"/>
                </a:cubicBezTo>
                <a:cubicBezTo>
                  <a:pt x="53" y="35"/>
                  <a:pt x="54" y="32"/>
                  <a:pt x="54" y="29"/>
                </a:cubicBezTo>
                <a:cubicBezTo>
                  <a:pt x="54" y="25"/>
                  <a:pt x="53" y="22"/>
                  <a:pt x="52" y="19"/>
                </a:cubicBezTo>
                <a:cubicBezTo>
                  <a:pt x="50" y="16"/>
                  <a:pt x="49" y="13"/>
                  <a:pt x="46" y="11"/>
                </a:cubicBezTo>
                <a:cubicBezTo>
                  <a:pt x="44" y="9"/>
                  <a:pt x="41" y="7"/>
                  <a:pt x="38" y="6"/>
                </a:cubicBezTo>
                <a:cubicBezTo>
                  <a:pt x="35" y="4"/>
                  <a:pt x="32" y="4"/>
                  <a:pt x="28" y="4"/>
                </a:cubicBezTo>
                <a:cubicBezTo>
                  <a:pt x="25" y="4"/>
                  <a:pt x="22" y="4"/>
                  <a:pt x="19" y="6"/>
                </a:cubicBezTo>
                <a:cubicBezTo>
                  <a:pt x="16" y="7"/>
                  <a:pt x="13" y="9"/>
                  <a:pt x="11" y="11"/>
                </a:cubicBezTo>
                <a:cubicBezTo>
                  <a:pt x="8" y="13"/>
                  <a:pt x="7" y="16"/>
                  <a:pt x="5" y="19"/>
                </a:cubicBezTo>
                <a:cubicBezTo>
                  <a:pt x="4" y="22"/>
                  <a:pt x="3" y="25"/>
                  <a:pt x="3" y="29"/>
                </a:cubicBezTo>
                <a:cubicBezTo>
                  <a:pt x="3" y="32"/>
                  <a:pt x="4" y="35"/>
                  <a:pt x="5" y="39"/>
                </a:cubicBezTo>
                <a:cubicBezTo>
                  <a:pt x="7" y="42"/>
                  <a:pt x="8" y="44"/>
                  <a:pt x="11" y="46"/>
                </a:cubicBezTo>
                <a:cubicBezTo>
                  <a:pt x="13" y="49"/>
                  <a:pt x="16" y="51"/>
                  <a:pt x="19" y="52"/>
                </a:cubicBezTo>
                <a:cubicBezTo>
                  <a:pt x="22" y="53"/>
                  <a:pt x="25" y="54"/>
                  <a:pt x="28" y="54"/>
                </a:cubicBezTo>
                <a:close/>
                <a:moveTo>
                  <a:pt x="66" y="0"/>
                </a:moveTo>
                <a:cubicBezTo>
                  <a:pt x="70" y="0"/>
                  <a:pt x="74" y="1"/>
                  <a:pt x="77" y="3"/>
                </a:cubicBezTo>
                <a:cubicBezTo>
                  <a:pt x="81" y="4"/>
                  <a:pt x="84" y="6"/>
                  <a:pt x="86" y="9"/>
                </a:cubicBezTo>
                <a:cubicBezTo>
                  <a:pt x="89" y="11"/>
                  <a:pt x="91" y="14"/>
                  <a:pt x="92" y="18"/>
                </a:cubicBezTo>
                <a:cubicBezTo>
                  <a:pt x="94" y="21"/>
                  <a:pt x="95" y="25"/>
                  <a:pt x="95" y="29"/>
                </a:cubicBezTo>
                <a:cubicBezTo>
                  <a:pt x="95" y="33"/>
                  <a:pt x="94" y="36"/>
                  <a:pt x="92" y="40"/>
                </a:cubicBezTo>
                <a:cubicBezTo>
                  <a:pt x="91" y="43"/>
                  <a:pt x="89" y="46"/>
                  <a:pt x="86" y="49"/>
                </a:cubicBezTo>
                <a:cubicBezTo>
                  <a:pt x="84" y="51"/>
                  <a:pt x="81" y="53"/>
                  <a:pt x="77" y="55"/>
                </a:cubicBezTo>
                <a:cubicBezTo>
                  <a:pt x="74" y="56"/>
                  <a:pt x="70" y="57"/>
                  <a:pt x="66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3" y="57"/>
                  <a:pt x="43" y="56"/>
                  <a:pt x="43" y="56"/>
                </a:cubicBezTo>
                <a:cubicBezTo>
                  <a:pt x="44" y="56"/>
                  <a:pt x="44" y="56"/>
                  <a:pt x="45" y="55"/>
                </a:cubicBezTo>
                <a:cubicBezTo>
                  <a:pt x="45" y="55"/>
                  <a:pt x="46" y="55"/>
                  <a:pt x="46" y="55"/>
                </a:cubicBezTo>
                <a:cubicBezTo>
                  <a:pt x="46" y="54"/>
                  <a:pt x="47" y="54"/>
                  <a:pt x="47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70" y="54"/>
                  <a:pt x="73" y="53"/>
                  <a:pt x="76" y="52"/>
                </a:cubicBezTo>
                <a:cubicBezTo>
                  <a:pt x="79" y="51"/>
                  <a:pt x="82" y="49"/>
                  <a:pt x="84" y="46"/>
                </a:cubicBezTo>
                <a:cubicBezTo>
                  <a:pt x="86" y="44"/>
                  <a:pt x="88" y="42"/>
                  <a:pt x="89" y="39"/>
                </a:cubicBezTo>
                <a:cubicBezTo>
                  <a:pt x="91" y="35"/>
                  <a:pt x="91" y="32"/>
                  <a:pt x="91" y="29"/>
                </a:cubicBezTo>
                <a:cubicBezTo>
                  <a:pt x="91" y="25"/>
                  <a:pt x="91" y="22"/>
                  <a:pt x="89" y="19"/>
                </a:cubicBezTo>
                <a:cubicBezTo>
                  <a:pt x="88" y="16"/>
                  <a:pt x="86" y="13"/>
                  <a:pt x="84" y="11"/>
                </a:cubicBezTo>
                <a:cubicBezTo>
                  <a:pt x="82" y="9"/>
                  <a:pt x="79" y="7"/>
                  <a:pt x="76" y="6"/>
                </a:cubicBezTo>
                <a:cubicBezTo>
                  <a:pt x="73" y="4"/>
                  <a:pt x="70" y="4"/>
                  <a:pt x="66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3"/>
                  <a:pt x="46" y="3"/>
                  <a:pt x="46" y="3"/>
                </a:cubicBezTo>
                <a:cubicBezTo>
                  <a:pt x="46" y="2"/>
                  <a:pt x="45" y="2"/>
                  <a:pt x="45" y="2"/>
                </a:cubicBezTo>
                <a:cubicBezTo>
                  <a:pt x="44" y="2"/>
                  <a:pt x="44" y="1"/>
                  <a:pt x="43" y="1"/>
                </a:cubicBezTo>
                <a:cubicBezTo>
                  <a:pt x="43" y="1"/>
                  <a:pt x="43" y="1"/>
                  <a:pt x="42" y="0"/>
                </a:cubicBezTo>
                <a:lnTo>
                  <a:pt x="66" y="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6" name="Freeform 138"/>
          <p:cNvSpPr>
            <a:spLocks noEditPoints="1"/>
          </p:cNvSpPr>
          <p:nvPr/>
        </p:nvSpPr>
        <p:spPr bwMode="auto">
          <a:xfrm>
            <a:off x="3643313" y="4275921"/>
            <a:ext cx="293688" cy="296863"/>
          </a:xfrm>
          <a:custGeom>
            <a:avLst/>
            <a:gdLst>
              <a:gd name="T0" fmla="*/ 78 w 78"/>
              <a:gd name="T1" fmla="*/ 40 h 79"/>
              <a:gd name="T2" fmla="*/ 75 w 78"/>
              <a:gd name="T3" fmla="*/ 55 h 79"/>
              <a:gd name="T4" fmla="*/ 67 w 78"/>
              <a:gd name="T5" fmla="*/ 67 h 79"/>
              <a:gd name="T6" fmla="*/ 54 w 78"/>
              <a:gd name="T7" fmla="*/ 76 h 79"/>
              <a:gd name="T8" fmla="*/ 39 w 78"/>
              <a:gd name="T9" fmla="*/ 79 h 79"/>
              <a:gd name="T10" fmla="*/ 24 w 78"/>
              <a:gd name="T11" fmla="*/ 76 h 79"/>
              <a:gd name="T12" fmla="*/ 11 w 78"/>
              <a:gd name="T13" fmla="*/ 67 h 79"/>
              <a:gd name="T14" fmla="*/ 3 w 78"/>
              <a:gd name="T15" fmla="*/ 55 h 79"/>
              <a:gd name="T16" fmla="*/ 0 w 78"/>
              <a:gd name="T17" fmla="*/ 40 h 79"/>
              <a:gd name="T18" fmla="*/ 3 w 78"/>
              <a:gd name="T19" fmla="*/ 24 h 79"/>
              <a:gd name="T20" fmla="*/ 11 w 78"/>
              <a:gd name="T21" fmla="*/ 12 h 79"/>
              <a:gd name="T22" fmla="*/ 24 w 78"/>
              <a:gd name="T23" fmla="*/ 3 h 79"/>
              <a:gd name="T24" fmla="*/ 39 w 78"/>
              <a:gd name="T25" fmla="*/ 0 h 79"/>
              <a:gd name="T26" fmla="*/ 54 w 78"/>
              <a:gd name="T27" fmla="*/ 3 h 79"/>
              <a:gd name="T28" fmla="*/ 67 w 78"/>
              <a:gd name="T29" fmla="*/ 12 h 79"/>
              <a:gd name="T30" fmla="*/ 75 w 78"/>
              <a:gd name="T31" fmla="*/ 24 h 79"/>
              <a:gd name="T32" fmla="*/ 78 w 78"/>
              <a:gd name="T33" fmla="*/ 40 h 79"/>
              <a:gd name="T34" fmla="*/ 3 w 78"/>
              <a:gd name="T35" fmla="*/ 40 h 79"/>
              <a:gd name="T36" fmla="*/ 6 w 78"/>
              <a:gd name="T37" fmla="*/ 54 h 79"/>
              <a:gd name="T38" fmla="*/ 13 w 78"/>
              <a:gd name="T39" fmla="*/ 65 h 79"/>
              <a:gd name="T40" fmla="*/ 25 w 78"/>
              <a:gd name="T41" fmla="*/ 73 h 79"/>
              <a:gd name="T42" fmla="*/ 39 w 78"/>
              <a:gd name="T43" fmla="*/ 76 h 79"/>
              <a:gd name="T44" fmla="*/ 53 w 78"/>
              <a:gd name="T45" fmla="*/ 73 h 79"/>
              <a:gd name="T46" fmla="*/ 65 w 78"/>
              <a:gd name="T47" fmla="*/ 65 h 79"/>
              <a:gd name="T48" fmla="*/ 72 w 78"/>
              <a:gd name="T49" fmla="*/ 54 h 79"/>
              <a:gd name="T50" fmla="*/ 75 w 78"/>
              <a:gd name="T51" fmla="*/ 40 h 79"/>
              <a:gd name="T52" fmla="*/ 72 w 78"/>
              <a:gd name="T53" fmla="*/ 26 h 79"/>
              <a:gd name="T54" fmla="*/ 65 w 78"/>
              <a:gd name="T55" fmla="*/ 14 h 79"/>
              <a:gd name="T56" fmla="*/ 53 w 78"/>
              <a:gd name="T57" fmla="*/ 6 h 79"/>
              <a:gd name="T58" fmla="*/ 39 w 78"/>
              <a:gd name="T59" fmla="*/ 3 h 79"/>
              <a:gd name="T60" fmla="*/ 25 w 78"/>
              <a:gd name="T61" fmla="*/ 6 h 79"/>
              <a:gd name="T62" fmla="*/ 13 w 78"/>
              <a:gd name="T63" fmla="*/ 14 h 79"/>
              <a:gd name="T64" fmla="*/ 6 w 78"/>
              <a:gd name="T65" fmla="*/ 26 h 79"/>
              <a:gd name="T66" fmla="*/ 3 w 78"/>
              <a:gd name="T67" fmla="*/ 40 h 79"/>
              <a:gd name="T68" fmla="*/ 41 w 78"/>
              <a:gd name="T69" fmla="*/ 22 h 79"/>
              <a:gd name="T70" fmla="*/ 41 w 78"/>
              <a:gd name="T71" fmla="*/ 60 h 79"/>
              <a:gd name="T72" fmla="*/ 37 w 78"/>
              <a:gd name="T73" fmla="*/ 60 h 79"/>
              <a:gd name="T74" fmla="*/ 37 w 78"/>
              <a:gd name="T75" fmla="*/ 22 h 79"/>
              <a:gd name="T76" fmla="*/ 22 w 78"/>
              <a:gd name="T77" fmla="*/ 37 h 79"/>
              <a:gd name="T78" fmla="*/ 20 w 78"/>
              <a:gd name="T79" fmla="*/ 35 h 79"/>
              <a:gd name="T80" fmla="*/ 39 w 78"/>
              <a:gd name="T81" fmla="*/ 16 h 79"/>
              <a:gd name="T82" fmla="*/ 58 w 78"/>
              <a:gd name="T83" fmla="*/ 35 h 79"/>
              <a:gd name="T84" fmla="*/ 56 w 78"/>
              <a:gd name="T85" fmla="*/ 37 h 79"/>
              <a:gd name="T86" fmla="*/ 41 w 78"/>
              <a:gd name="T87" fmla="*/ 2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9">
                <a:moveTo>
                  <a:pt x="78" y="40"/>
                </a:moveTo>
                <a:cubicBezTo>
                  <a:pt x="78" y="45"/>
                  <a:pt x="77" y="50"/>
                  <a:pt x="75" y="55"/>
                </a:cubicBezTo>
                <a:cubicBezTo>
                  <a:pt x="73" y="60"/>
                  <a:pt x="70" y="64"/>
                  <a:pt x="67" y="67"/>
                </a:cubicBezTo>
                <a:cubicBezTo>
                  <a:pt x="63" y="71"/>
                  <a:pt x="59" y="74"/>
                  <a:pt x="54" y="76"/>
                </a:cubicBezTo>
                <a:cubicBezTo>
                  <a:pt x="49" y="78"/>
                  <a:pt x="44" y="79"/>
                  <a:pt x="39" y="79"/>
                </a:cubicBezTo>
                <a:cubicBezTo>
                  <a:pt x="34" y="79"/>
                  <a:pt x="28" y="78"/>
                  <a:pt x="24" y="76"/>
                </a:cubicBezTo>
                <a:cubicBezTo>
                  <a:pt x="19" y="74"/>
                  <a:pt x="15" y="71"/>
                  <a:pt x="11" y="67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40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20"/>
                  <a:pt x="8" y="15"/>
                  <a:pt x="11" y="12"/>
                </a:cubicBezTo>
                <a:cubicBezTo>
                  <a:pt x="15" y="8"/>
                  <a:pt x="19" y="5"/>
                  <a:pt x="24" y="3"/>
                </a:cubicBezTo>
                <a:cubicBezTo>
                  <a:pt x="28" y="1"/>
                  <a:pt x="34" y="0"/>
                  <a:pt x="39" y="0"/>
                </a:cubicBezTo>
                <a:cubicBezTo>
                  <a:pt x="44" y="0"/>
                  <a:pt x="49" y="1"/>
                  <a:pt x="54" y="3"/>
                </a:cubicBezTo>
                <a:cubicBezTo>
                  <a:pt x="59" y="5"/>
                  <a:pt x="63" y="8"/>
                  <a:pt x="67" y="12"/>
                </a:cubicBezTo>
                <a:cubicBezTo>
                  <a:pt x="70" y="15"/>
                  <a:pt x="73" y="20"/>
                  <a:pt x="75" y="24"/>
                </a:cubicBezTo>
                <a:cubicBezTo>
                  <a:pt x="77" y="29"/>
                  <a:pt x="78" y="34"/>
                  <a:pt x="78" y="40"/>
                </a:cubicBezTo>
                <a:close/>
                <a:moveTo>
                  <a:pt x="3" y="40"/>
                </a:move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0" y="62"/>
                  <a:pt x="13" y="65"/>
                </a:cubicBezTo>
                <a:cubicBezTo>
                  <a:pt x="17" y="69"/>
                  <a:pt x="21" y="71"/>
                  <a:pt x="25" y="73"/>
                </a:cubicBezTo>
                <a:cubicBezTo>
                  <a:pt x="29" y="75"/>
                  <a:pt x="34" y="76"/>
                  <a:pt x="39" y="76"/>
                </a:cubicBezTo>
                <a:cubicBezTo>
                  <a:pt x="44" y="76"/>
                  <a:pt x="49" y="75"/>
                  <a:pt x="53" y="73"/>
                </a:cubicBezTo>
                <a:cubicBezTo>
                  <a:pt x="57" y="71"/>
                  <a:pt x="61" y="69"/>
                  <a:pt x="65" y="65"/>
                </a:cubicBezTo>
                <a:cubicBezTo>
                  <a:pt x="68" y="62"/>
                  <a:pt x="70" y="58"/>
                  <a:pt x="72" y="54"/>
                </a:cubicBezTo>
                <a:cubicBezTo>
                  <a:pt x="74" y="49"/>
                  <a:pt x="75" y="45"/>
                  <a:pt x="75" y="40"/>
                </a:cubicBezTo>
                <a:cubicBezTo>
                  <a:pt x="75" y="35"/>
                  <a:pt x="74" y="30"/>
                  <a:pt x="72" y="26"/>
                </a:cubicBezTo>
                <a:cubicBezTo>
                  <a:pt x="70" y="21"/>
                  <a:pt x="68" y="17"/>
                  <a:pt x="65" y="14"/>
                </a:cubicBezTo>
                <a:cubicBezTo>
                  <a:pt x="61" y="11"/>
                  <a:pt x="57" y="8"/>
                  <a:pt x="53" y="6"/>
                </a:cubicBezTo>
                <a:cubicBezTo>
                  <a:pt x="49" y="4"/>
                  <a:pt x="44" y="3"/>
                  <a:pt x="39" y="3"/>
                </a:cubicBezTo>
                <a:cubicBezTo>
                  <a:pt x="34" y="3"/>
                  <a:pt x="29" y="4"/>
                  <a:pt x="25" y="6"/>
                </a:cubicBezTo>
                <a:cubicBezTo>
                  <a:pt x="21" y="8"/>
                  <a:pt x="17" y="11"/>
                  <a:pt x="13" y="14"/>
                </a:cubicBezTo>
                <a:cubicBezTo>
                  <a:pt x="10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lose/>
                <a:moveTo>
                  <a:pt x="41" y="22"/>
                </a:moveTo>
                <a:cubicBezTo>
                  <a:pt x="41" y="60"/>
                  <a:pt x="41" y="60"/>
                  <a:pt x="41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22"/>
                  <a:pt x="37" y="22"/>
                  <a:pt x="37" y="22"/>
                </a:cubicBezTo>
                <a:cubicBezTo>
                  <a:pt x="22" y="37"/>
                  <a:pt x="22" y="37"/>
                  <a:pt x="22" y="37"/>
                </a:cubicBezTo>
                <a:cubicBezTo>
                  <a:pt x="20" y="35"/>
                  <a:pt x="20" y="35"/>
                  <a:pt x="20" y="35"/>
                </a:cubicBezTo>
                <a:cubicBezTo>
                  <a:pt x="39" y="16"/>
                  <a:pt x="39" y="16"/>
                  <a:pt x="39" y="16"/>
                </a:cubicBezTo>
                <a:cubicBezTo>
                  <a:pt x="58" y="35"/>
                  <a:pt x="58" y="35"/>
                  <a:pt x="58" y="35"/>
                </a:cubicBezTo>
                <a:cubicBezTo>
                  <a:pt x="56" y="37"/>
                  <a:pt x="56" y="37"/>
                  <a:pt x="56" y="37"/>
                </a:cubicBezTo>
                <a:lnTo>
                  <a:pt x="41" y="2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7" name="Freeform 139"/>
          <p:cNvSpPr>
            <a:spLocks noEditPoints="1"/>
          </p:cNvSpPr>
          <p:nvPr/>
        </p:nvSpPr>
        <p:spPr bwMode="auto">
          <a:xfrm>
            <a:off x="4116388" y="4283858"/>
            <a:ext cx="285750" cy="282575"/>
          </a:xfrm>
          <a:custGeom>
            <a:avLst/>
            <a:gdLst>
              <a:gd name="T0" fmla="*/ 53 w 76"/>
              <a:gd name="T1" fmla="*/ 3 h 75"/>
              <a:gd name="T2" fmla="*/ 73 w 76"/>
              <a:gd name="T3" fmla="*/ 23 h 75"/>
              <a:gd name="T4" fmla="*/ 73 w 76"/>
              <a:gd name="T5" fmla="*/ 52 h 75"/>
              <a:gd name="T6" fmla="*/ 53 w 76"/>
              <a:gd name="T7" fmla="*/ 72 h 75"/>
              <a:gd name="T8" fmla="*/ 23 w 76"/>
              <a:gd name="T9" fmla="*/ 72 h 75"/>
              <a:gd name="T10" fmla="*/ 3 w 76"/>
              <a:gd name="T11" fmla="*/ 52 h 75"/>
              <a:gd name="T12" fmla="*/ 3 w 76"/>
              <a:gd name="T13" fmla="*/ 23 h 75"/>
              <a:gd name="T14" fmla="*/ 23 w 76"/>
              <a:gd name="T15" fmla="*/ 3 h 75"/>
              <a:gd name="T16" fmla="*/ 62 w 76"/>
              <a:gd name="T17" fmla="*/ 63 h 75"/>
              <a:gd name="T18" fmla="*/ 70 w 76"/>
              <a:gd name="T19" fmla="*/ 52 h 75"/>
              <a:gd name="T20" fmla="*/ 73 w 76"/>
              <a:gd name="T21" fmla="*/ 38 h 75"/>
              <a:gd name="T22" fmla="*/ 63 w 76"/>
              <a:gd name="T23" fmla="*/ 13 h 75"/>
              <a:gd name="T24" fmla="*/ 38 w 76"/>
              <a:gd name="T25" fmla="*/ 3 h 75"/>
              <a:gd name="T26" fmla="*/ 14 w 76"/>
              <a:gd name="T27" fmla="*/ 13 h 75"/>
              <a:gd name="T28" fmla="*/ 4 w 76"/>
              <a:gd name="T29" fmla="*/ 38 h 75"/>
              <a:gd name="T30" fmla="*/ 7 w 76"/>
              <a:gd name="T31" fmla="*/ 52 h 75"/>
              <a:gd name="T32" fmla="*/ 15 w 76"/>
              <a:gd name="T33" fmla="*/ 63 h 75"/>
              <a:gd name="T34" fmla="*/ 30 w 76"/>
              <a:gd name="T35" fmla="*/ 57 h 75"/>
              <a:gd name="T36" fmla="*/ 23 w 76"/>
              <a:gd name="T37" fmla="*/ 53 h 75"/>
              <a:gd name="T38" fmla="*/ 20 w 76"/>
              <a:gd name="T39" fmla="*/ 53 h 75"/>
              <a:gd name="T40" fmla="*/ 16 w 76"/>
              <a:gd name="T41" fmla="*/ 50 h 75"/>
              <a:gd name="T42" fmla="*/ 20 w 76"/>
              <a:gd name="T43" fmla="*/ 39 h 75"/>
              <a:gd name="T44" fmla="*/ 22 w 76"/>
              <a:gd name="T45" fmla="*/ 27 h 75"/>
              <a:gd name="T46" fmla="*/ 24 w 76"/>
              <a:gd name="T47" fmla="*/ 21 h 75"/>
              <a:gd name="T48" fmla="*/ 32 w 76"/>
              <a:gd name="T49" fmla="*/ 13 h 75"/>
              <a:gd name="T50" fmla="*/ 44 w 76"/>
              <a:gd name="T51" fmla="*/ 13 h 75"/>
              <a:gd name="T52" fmla="*/ 52 w 76"/>
              <a:gd name="T53" fmla="*/ 21 h 75"/>
              <a:gd name="T54" fmla="*/ 54 w 76"/>
              <a:gd name="T55" fmla="*/ 33 h 75"/>
              <a:gd name="T56" fmla="*/ 58 w 76"/>
              <a:gd name="T57" fmla="*/ 45 h 75"/>
              <a:gd name="T58" fmla="*/ 58 w 76"/>
              <a:gd name="T59" fmla="*/ 52 h 75"/>
              <a:gd name="T60" fmla="*/ 55 w 76"/>
              <a:gd name="T61" fmla="*/ 53 h 75"/>
              <a:gd name="T62" fmla="*/ 46 w 76"/>
              <a:gd name="T63" fmla="*/ 54 h 75"/>
              <a:gd name="T64" fmla="*/ 51 w 76"/>
              <a:gd name="T65" fmla="*/ 60 h 75"/>
              <a:gd name="T66" fmla="*/ 17 w 76"/>
              <a:gd name="T67" fmla="*/ 65 h 75"/>
              <a:gd name="T68" fmla="*/ 27 w 76"/>
              <a:gd name="T69" fmla="*/ 70 h 75"/>
              <a:gd name="T70" fmla="*/ 38 w 76"/>
              <a:gd name="T71" fmla="*/ 72 h 75"/>
              <a:gd name="T72" fmla="*/ 49 w 76"/>
              <a:gd name="T73" fmla="*/ 70 h 75"/>
              <a:gd name="T74" fmla="*/ 59 w 76"/>
              <a:gd name="T75" fmla="*/ 66 h 75"/>
              <a:gd name="T76" fmla="*/ 55 w 76"/>
              <a:gd name="T77" fmla="*/ 64 h 75"/>
              <a:gd name="T78" fmla="*/ 52 w 76"/>
              <a:gd name="T79" fmla="*/ 63 h 75"/>
              <a:gd name="T80" fmla="*/ 44 w 76"/>
              <a:gd name="T81" fmla="*/ 60 h 75"/>
              <a:gd name="T82" fmla="*/ 43 w 76"/>
              <a:gd name="T83" fmla="*/ 57 h 75"/>
              <a:gd name="T84" fmla="*/ 45 w 76"/>
              <a:gd name="T85" fmla="*/ 51 h 75"/>
              <a:gd name="T86" fmla="*/ 53 w 76"/>
              <a:gd name="T87" fmla="*/ 50 h 75"/>
              <a:gd name="T88" fmla="*/ 56 w 76"/>
              <a:gd name="T89" fmla="*/ 49 h 75"/>
              <a:gd name="T90" fmla="*/ 53 w 76"/>
              <a:gd name="T91" fmla="*/ 41 h 75"/>
              <a:gd name="T92" fmla="*/ 51 w 76"/>
              <a:gd name="T93" fmla="*/ 31 h 75"/>
              <a:gd name="T94" fmla="*/ 50 w 76"/>
              <a:gd name="T95" fmla="*/ 23 h 75"/>
              <a:gd name="T96" fmla="*/ 43 w 76"/>
              <a:gd name="T97" fmla="*/ 16 h 75"/>
              <a:gd name="T98" fmla="*/ 33 w 76"/>
              <a:gd name="T99" fmla="*/ 16 h 75"/>
              <a:gd name="T100" fmla="*/ 27 w 76"/>
              <a:gd name="T101" fmla="*/ 23 h 75"/>
              <a:gd name="T102" fmla="*/ 25 w 76"/>
              <a:gd name="T103" fmla="*/ 31 h 75"/>
              <a:gd name="T104" fmla="*/ 24 w 76"/>
              <a:gd name="T105" fmla="*/ 36 h 75"/>
              <a:gd name="T106" fmla="*/ 22 w 76"/>
              <a:gd name="T107" fmla="*/ 45 h 75"/>
              <a:gd name="T108" fmla="*/ 21 w 76"/>
              <a:gd name="T109" fmla="*/ 50 h 75"/>
              <a:gd name="T110" fmla="*/ 28 w 76"/>
              <a:gd name="T111" fmla="*/ 50 h 75"/>
              <a:gd name="T112" fmla="*/ 33 w 76"/>
              <a:gd name="T113" fmla="*/ 51 h 75"/>
              <a:gd name="T114" fmla="*/ 33 w 76"/>
              <a:gd name="T115" fmla="*/ 59 h 75"/>
              <a:gd name="T116" fmla="*/ 29 w 76"/>
              <a:gd name="T117" fmla="*/ 61 h 75"/>
              <a:gd name="T118" fmla="*/ 23 w 76"/>
              <a:gd name="T119" fmla="*/ 63 h 75"/>
              <a:gd name="T120" fmla="*/ 19 w 76"/>
              <a:gd name="T121" fmla="*/ 6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" h="75">
                <a:moveTo>
                  <a:pt x="38" y="0"/>
                </a:moveTo>
                <a:cubicBezTo>
                  <a:pt x="43" y="0"/>
                  <a:pt x="48" y="1"/>
                  <a:pt x="53" y="3"/>
                </a:cubicBezTo>
                <a:cubicBezTo>
                  <a:pt x="57" y="5"/>
                  <a:pt x="61" y="8"/>
                  <a:pt x="65" y="11"/>
                </a:cubicBezTo>
                <a:cubicBezTo>
                  <a:pt x="68" y="14"/>
                  <a:pt x="71" y="18"/>
                  <a:pt x="73" y="23"/>
                </a:cubicBezTo>
                <a:cubicBezTo>
                  <a:pt x="75" y="28"/>
                  <a:pt x="76" y="32"/>
                  <a:pt x="76" y="38"/>
                </a:cubicBezTo>
                <a:cubicBezTo>
                  <a:pt x="76" y="43"/>
                  <a:pt x="75" y="48"/>
                  <a:pt x="73" y="52"/>
                </a:cubicBezTo>
                <a:cubicBezTo>
                  <a:pt x="71" y="57"/>
                  <a:pt x="68" y="61"/>
                  <a:pt x="65" y="64"/>
                </a:cubicBezTo>
                <a:cubicBezTo>
                  <a:pt x="61" y="68"/>
                  <a:pt x="57" y="71"/>
                  <a:pt x="53" y="72"/>
                </a:cubicBezTo>
                <a:cubicBezTo>
                  <a:pt x="48" y="74"/>
                  <a:pt x="43" y="75"/>
                  <a:pt x="38" y="75"/>
                </a:cubicBezTo>
                <a:cubicBezTo>
                  <a:pt x="33" y="75"/>
                  <a:pt x="28" y="74"/>
                  <a:pt x="23" y="72"/>
                </a:cubicBezTo>
                <a:cubicBezTo>
                  <a:pt x="19" y="71"/>
                  <a:pt x="15" y="68"/>
                  <a:pt x="11" y="64"/>
                </a:cubicBezTo>
                <a:cubicBezTo>
                  <a:pt x="8" y="61"/>
                  <a:pt x="5" y="57"/>
                  <a:pt x="3" y="52"/>
                </a:cubicBezTo>
                <a:cubicBezTo>
                  <a:pt x="1" y="48"/>
                  <a:pt x="0" y="43"/>
                  <a:pt x="0" y="38"/>
                </a:cubicBezTo>
                <a:cubicBezTo>
                  <a:pt x="0" y="32"/>
                  <a:pt x="1" y="28"/>
                  <a:pt x="3" y="23"/>
                </a:cubicBezTo>
                <a:cubicBezTo>
                  <a:pt x="5" y="18"/>
                  <a:pt x="8" y="14"/>
                  <a:pt x="11" y="11"/>
                </a:cubicBezTo>
                <a:cubicBezTo>
                  <a:pt x="15" y="8"/>
                  <a:pt x="19" y="5"/>
                  <a:pt x="23" y="3"/>
                </a:cubicBezTo>
                <a:cubicBezTo>
                  <a:pt x="28" y="1"/>
                  <a:pt x="33" y="0"/>
                  <a:pt x="38" y="0"/>
                </a:cubicBezTo>
                <a:close/>
                <a:moveTo>
                  <a:pt x="62" y="63"/>
                </a:moveTo>
                <a:cubicBezTo>
                  <a:pt x="63" y="62"/>
                  <a:pt x="65" y="60"/>
                  <a:pt x="66" y="58"/>
                </a:cubicBezTo>
                <a:cubicBezTo>
                  <a:pt x="68" y="56"/>
                  <a:pt x="69" y="54"/>
                  <a:pt x="70" y="52"/>
                </a:cubicBezTo>
                <a:cubicBezTo>
                  <a:pt x="71" y="50"/>
                  <a:pt x="72" y="47"/>
                  <a:pt x="72" y="45"/>
                </a:cubicBezTo>
                <a:cubicBezTo>
                  <a:pt x="73" y="43"/>
                  <a:pt x="73" y="40"/>
                  <a:pt x="73" y="38"/>
                </a:cubicBezTo>
                <a:cubicBezTo>
                  <a:pt x="73" y="33"/>
                  <a:pt x="72" y="28"/>
                  <a:pt x="70" y="24"/>
                </a:cubicBezTo>
                <a:cubicBezTo>
                  <a:pt x="68" y="20"/>
                  <a:pt x="66" y="16"/>
                  <a:pt x="63" y="13"/>
                </a:cubicBezTo>
                <a:cubicBezTo>
                  <a:pt x="60" y="10"/>
                  <a:pt x="56" y="8"/>
                  <a:pt x="52" y="6"/>
                </a:cubicBezTo>
                <a:cubicBezTo>
                  <a:pt x="47" y="4"/>
                  <a:pt x="43" y="3"/>
                  <a:pt x="38" y="3"/>
                </a:cubicBezTo>
                <a:cubicBezTo>
                  <a:pt x="33" y="3"/>
                  <a:pt x="29" y="4"/>
                  <a:pt x="25" y="6"/>
                </a:cubicBezTo>
                <a:cubicBezTo>
                  <a:pt x="20" y="8"/>
                  <a:pt x="17" y="10"/>
                  <a:pt x="14" y="13"/>
                </a:cubicBezTo>
                <a:cubicBezTo>
                  <a:pt x="11" y="16"/>
                  <a:pt x="8" y="20"/>
                  <a:pt x="6" y="24"/>
                </a:cubicBezTo>
                <a:cubicBezTo>
                  <a:pt x="4" y="28"/>
                  <a:pt x="4" y="33"/>
                  <a:pt x="4" y="38"/>
                </a:cubicBezTo>
                <a:cubicBezTo>
                  <a:pt x="4" y="40"/>
                  <a:pt x="4" y="43"/>
                  <a:pt x="4" y="45"/>
                </a:cubicBezTo>
                <a:cubicBezTo>
                  <a:pt x="5" y="47"/>
                  <a:pt x="6" y="50"/>
                  <a:pt x="7" y="52"/>
                </a:cubicBezTo>
                <a:cubicBezTo>
                  <a:pt x="7" y="54"/>
                  <a:pt x="9" y="56"/>
                  <a:pt x="10" y="58"/>
                </a:cubicBezTo>
                <a:cubicBezTo>
                  <a:pt x="11" y="60"/>
                  <a:pt x="13" y="61"/>
                  <a:pt x="15" y="63"/>
                </a:cubicBezTo>
                <a:cubicBezTo>
                  <a:pt x="18" y="62"/>
                  <a:pt x="21" y="61"/>
                  <a:pt x="25" y="60"/>
                </a:cubicBezTo>
                <a:cubicBezTo>
                  <a:pt x="28" y="58"/>
                  <a:pt x="30" y="58"/>
                  <a:pt x="30" y="57"/>
                </a:cubicBezTo>
                <a:cubicBezTo>
                  <a:pt x="30" y="57"/>
                  <a:pt x="30" y="56"/>
                  <a:pt x="30" y="54"/>
                </a:cubicBezTo>
                <a:cubicBezTo>
                  <a:pt x="27" y="53"/>
                  <a:pt x="25" y="53"/>
                  <a:pt x="23" y="53"/>
                </a:cubicBezTo>
                <a:cubicBezTo>
                  <a:pt x="23" y="53"/>
                  <a:pt x="22" y="53"/>
                  <a:pt x="21" y="53"/>
                </a:cubicBezTo>
                <a:cubicBezTo>
                  <a:pt x="21" y="53"/>
                  <a:pt x="20" y="53"/>
                  <a:pt x="20" y="53"/>
                </a:cubicBezTo>
                <a:cubicBezTo>
                  <a:pt x="19" y="53"/>
                  <a:pt x="18" y="52"/>
                  <a:pt x="18" y="52"/>
                </a:cubicBezTo>
                <a:cubicBezTo>
                  <a:pt x="17" y="51"/>
                  <a:pt x="17" y="51"/>
                  <a:pt x="16" y="50"/>
                </a:cubicBezTo>
                <a:cubicBezTo>
                  <a:pt x="17" y="49"/>
                  <a:pt x="18" y="47"/>
                  <a:pt x="18" y="45"/>
                </a:cubicBezTo>
                <a:cubicBezTo>
                  <a:pt x="19" y="43"/>
                  <a:pt x="20" y="41"/>
                  <a:pt x="20" y="39"/>
                </a:cubicBezTo>
                <a:cubicBezTo>
                  <a:pt x="21" y="37"/>
                  <a:pt x="21" y="35"/>
                  <a:pt x="22" y="33"/>
                </a:cubicBezTo>
                <a:cubicBezTo>
                  <a:pt x="22" y="30"/>
                  <a:pt x="22" y="29"/>
                  <a:pt x="22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5"/>
                  <a:pt x="23" y="23"/>
                  <a:pt x="24" y="21"/>
                </a:cubicBezTo>
                <a:cubicBezTo>
                  <a:pt x="25" y="20"/>
                  <a:pt x="26" y="18"/>
                  <a:pt x="27" y="17"/>
                </a:cubicBezTo>
                <a:cubicBezTo>
                  <a:pt x="29" y="15"/>
                  <a:pt x="30" y="14"/>
                  <a:pt x="32" y="13"/>
                </a:cubicBezTo>
                <a:cubicBezTo>
                  <a:pt x="34" y="13"/>
                  <a:pt x="36" y="12"/>
                  <a:pt x="38" y="12"/>
                </a:cubicBezTo>
                <a:cubicBezTo>
                  <a:pt x="40" y="12"/>
                  <a:pt x="42" y="13"/>
                  <a:pt x="44" y="13"/>
                </a:cubicBezTo>
                <a:cubicBezTo>
                  <a:pt x="46" y="14"/>
                  <a:pt x="48" y="15"/>
                  <a:pt x="49" y="17"/>
                </a:cubicBezTo>
                <a:cubicBezTo>
                  <a:pt x="50" y="18"/>
                  <a:pt x="51" y="20"/>
                  <a:pt x="52" y="21"/>
                </a:cubicBezTo>
                <a:cubicBezTo>
                  <a:pt x="53" y="23"/>
                  <a:pt x="54" y="25"/>
                  <a:pt x="54" y="27"/>
                </a:cubicBezTo>
                <a:cubicBezTo>
                  <a:pt x="54" y="29"/>
                  <a:pt x="54" y="30"/>
                  <a:pt x="54" y="33"/>
                </a:cubicBezTo>
                <a:cubicBezTo>
                  <a:pt x="55" y="35"/>
                  <a:pt x="55" y="37"/>
                  <a:pt x="56" y="39"/>
                </a:cubicBezTo>
                <a:cubicBezTo>
                  <a:pt x="57" y="41"/>
                  <a:pt x="57" y="43"/>
                  <a:pt x="58" y="45"/>
                </a:cubicBezTo>
                <a:cubicBezTo>
                  <a:pt x="59" y="47"/>
                  <a:pt x="59" y="49"/>
                  <a:pt x="60" y="50"/>
                </a:cubicBezTo>
                <a:cubicBezTo>
                  <a:pt x="60" y="51"/>
                  <a:pt x="59" y="51"/>
                  <a:pt x="58" y="52"/>
                </a:cubicBezTo>
                <a:cubicBezTo>
                  <a:pt x="58" y="52"/>
                  <a:pt x="57" y="53"/>
                  <a:pt x="57" y="53"/>
                </a:cubicBezTo>
                <a:cubicBezTo>
                  <a:pt x="56" y="53"/>
                  <a:pt x="56" y="53"/>
                  <a:pt x="55" y="53"/>
                </a:cubicBezTo>
                <a:cubicBezTo>
                  <a:pt x="54" y="53"/>
                  <a:pt x="54" y="53"/>
                  <a:pt x="53" y="53"/>
                </a:cubicBezTo>
                <a:cubicBezTo>
                  <a:pt x="52" y="53"/>
                  <a:pt x="49" y="54"/>
                  <a:pt x="46" y="54"/>
                </a:cubicBezTo>
                <a:cubicBezTo>
                  <a:pt x="46" y="56"/>
                  <a:pt x="46" y="57"/>
                  <a:pt x="46" y="57"/>
                </a:cubicBezTo>
                <a:cubicBezTo>
                  <a:pt x="46" y="58"/>
                  <a:pt x="48" y="58"/>
                  <a:pt x="51" y="60"/>
                </a:cubicBezTo>
                <a:cubicBezTo>
                  <a:pt x="55" y="61"/>
                  <a:pt x="58" y="62"/>
                  <a:pt x="62" y="63"/>
                </a:cubicBezTo>
                <a:close/>
                <a:moveTo>
                  <a:pt x="17" y="65"/>
                </a:moveTo>
                <a:cubicBezTo>
                  <a:pt x="19" y="67"/>
                  <a:pt x="20" y="68"/>
                  <a:pt x="22" y="68"/>
                </a:cubicBezTo>
                <a:cubicBezTo>
                  <a:pt x="24" y="69"/>
                  <a:pt x="25" y="70"/>
                  <a:pt x="27" y="70"/>
                </a:cubicBezTo>
                <a:cubicBezTo>
                  <a:pt x="29" y="71"/>
                  <a:pt x="31" y="72"/>
                  <a:pt x="32" y="72"/>
                </a:cubicBezTo>
                <a:cubicBezTo>
                  <a:pt x="34" y="72"/>
                  <a:pt x="36" y="72"/>
                  <a:pt x="38" y="72"/>
                </a:cubicBezTo>
                <a:cubicBezTo>
                  <a:pt x="40" y="72"/>
                  <a:pt x="42" y="72"/>
                  <a:pt x="44" y="72"/>
                </a:cubicBezTo>
                <a:cubicBezTo>
                  <a:pt x="46" y="72"/>
                  <a:pt x="47" y="71"/>
                  <a:pt x="49" y="70"/>
                </a:cubicBezTo>
                <a:cubicBezTo>
                  <a:pt x="51" y="70"/>
                  <a:pt x="53" y="69"/>
                  <a:pt x="54" y="68"/>
                </a:cubicBezTo>
                <a:cubicBezTo>
                  <a:pt x="56" y="68"/>
                  <a:pt x="57" y="67"/>
                  <a:pt x="59" y="66"/>
                </a:cubicBezTo>
                <a:cubicBezTo>
                  <a:pt x="58" y="65"/>
                  <a:pt x="57" y="65"/>
                  <a:pt x="57" y="65"/>
                </a:cubicBezTo>
                <a:cubicBezTo>
                  <a:pt x="56" y="65"/>
                  <a:pt x="56" y="65"/>
                  <a:pt x="55" y="64"/>
                </a:cubicBezTo>
                <a:cubicBezTo>
                  <a:pt x="55" y="64"/>
                  <a:pt x="54" y="64"/>
                  <a:pt x="54" y="64"/>
                </a:cubicBezTo>
                <a:cubicBezTo>
                  <a:pt x="53" y="63"/>
                  <a:pt x="53" y="63"/>
                  <a:pt x="52" y="63"/>
                </a:cubicBezTo>
                <a:cubicBezTo>
                  <a:pt x="50" y="62"/>
                  <a:pt x="49" y="62"/>
                  <a:pt x="47" y="61"/>
                </a:cubicBezTo>
                <a:cubicBezTo>
                  <a:pt x="46" y="61"/>
                  <a:pt x="45" y="61"/>
                  <a:pt x="44" y="60"/>
                </a:cubicBezTo>
                <a:cubicBezTo>
                  <a:pt x="44" y="60"/>
                  <a:pt x="43" y="59"/>
                  <a:pt x="43" y="59"/>
                </a:cubicBezTo>
                <a:cubicBezTo>
                  <a:pt x="43" y="59"/>
                  <a:pt x="43" y="58"/>
                  <a:pt x="43" y="57"/>
                </a:cubicBezTo>
                <a:cubicBezTo>
                  <a:pt x="43" y="52"/>
                  <a:pt x="43" y="52"/>
                  <a:pt x="43" y="52"/>
                </a:cubicBezTo>
                <a:cubicBezTo>
                  <a:pt x="45" y="51"/>
                  <a:pt x="45" y="51"/>
                  <a:pt x="45" y="51"/>
                </a:cubicBezTo>
                <a:cubicBezTo>
                  <a:pt x="46" y="51"/>
                  <a:pt x="46" y="51"/>
                  <a:pt x="48" y="51"/>
                </a:cubicBezTo>
                <a:cubicBezTo>
                  <a:pt x="50" y="50"/>
                  <a:pt x="52" y="50"/>
                  <a:pt x="53" y="50"/>
                </a:cubicBezTo>
                <a:cubicBezTo>
                  <a:pt x="54" y="50"/>
                  <a:pt x="54" y="50"/>
                  <a:pt x="55" y="50"/>
                </a:cubicBezTo>
                <a:cubicBezTo>
                  <a:pt x="55" y="50"/>
                  <a:pt x="56" y="50"/>
                  <a:pt x="56" y="49"/>
                </a:cubicBezTo>
                <a:cubicBezTo>
                  <a:pt x="56" y="48"/>
                  <a:pt x="55" y="47"/>
                  <a:pt x="55" y="45"/>
                </a:cubicBezTo>
                <a:cubicBezTo>
                  <a:pt x="54" y="44"/>
                  <a:pt x="54" y="42"/>
                  <a:pt x="53" y="41"/>
                </a:cubicBezTo>
                <a:cubicBezTo>
                  <a:pt x="53" y="39"/>
                  <a:pt x="52" y="38"/>
                  <a:pt x="52" y="36"/>
                </a:cubicBezTo>
                <a:cubicBezTo>
                  <a:pt x="52" y="35"/>
                  <a:pt x="51" y="33"/>
                  <a:pt x="51" y="31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26"/>
                  <a:pt x="50" y="24"/>
                  <a:pt x="50" y="23"/>
                </a:cubicBezTo>
                <a:cubicBezTo>
                  <a:pt x="49" y="21"/>
                  <a:pt x="48" y="20"/>
                  <a:pt x="47" y="19"/>
                </a:cubicBezTo>
                <a:cubicBezTo>
                  <a:pt x="46" y="18"/>
                  <a:pt x="44" y="17"/>
                  <a:pt x="43" y="16"/>
                </a:cubicBezTo>
                <a:cubicBezTo>
                  <a:pt x="41" y="16"/>
                  <a:pt x="40" y="16"/>
                  <a:pt x="38" y="16"/>
                </a:cubicBezTo>
                <a:cubicBezTo>
                  <a:pt x="36" y="16"/>
                  <a:pt x="35" y="16"/>
                  <a:pt x="33" y="16"/>
                </a:cubicBezTo>
                <a:cubicBezTo>
                  <a:pt x="32" y="17"/>
                  <a:pt x="31" y="18"/>
                  <a:pt x="29" y="19"/>
                </a:cubicBezTo>
                <a:cubicBezTo>
                  <a:pt x="28" y="20"/>
                  <a:pt x="27" y="21"/>
                  <a:pt x="27" y="23"/>
                </a:cubicBezTo>
                <a:cubicBezTo>
                  <a:pt x="26" y="24"/>
                  <a:pt x="26" y="26"/>
                  <a:pt x="26" y="27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3"/>
                  <a:pt x="25" y="35"/>
                  <a:pt x="24" y="36"/>
                </a:cubicBezTo>
                <a:cubicBezTo>
                  <a:pt x="24" y="38"/>
                  <a:pt x="24" y="39"/>
                  <a:pt x="23" y="41"/>
                </a:cubicBezTo>
                <a:cubicBezTo>
                  <a:pt x="23" y="42"/>
                  <a:pt x="22" y="44"/>
                  <a:pt x="22" y="45"/>
                </a:cubicBezTo>
                <a:cubicBezTo>
                  <a:pt x="21" y="47"/>
                  <a:pt x="21" y="48"/>
                  <a:pt x="20" y="49"/>
                </a:cubicBezTo>
                <a:cubicBezTo>
                  <a:pt x="20" y="50"/>
                  <a:pt x="21" y="50"/>
                  <a:pt x="21" y="50"/>
                </a:cubicBezTo>
                <a:cubicBezTo>
                  <a:pt x="22" y="50"/>
                  <a:pt x="22" y="50"/>
                  <a:pt x="23" y="50"/>
                </a:cubicBezTo>
                <a:cubicBezTo>
                  <a:pt x="25" y="50"/>
                  <a:pt x="26" y="50"/>
                  <a:pt x="28" y="50"/>
                </a:cubicBezTo>
                <a:cubicBezTo>
                  <a:pt x="30" y="51"/>
                  <a:pt x="31" y="51"/>
                  <a:pt x="31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8"/>
                  <a:pt x="33" y="59"/>
                  <a:pt x="33" y="59"/>
                </a:cubicBezTo>
                <a:cubicBezTo>
                  <a:pt x="33" y="59"/>
                  <a:pt x="33" y="60"/>
                  <a:pt x="32" y="60"/>
                </a:cubicBezTo>
                <a:cubicBezTo>
                  <a:pt x="31" y="61"/>
                  <a:pt x="30" y="61"/>
                  <a:pt x="29" y="61"/>
                </a:cubicBezTo>
                <a:cubicBezTo>
                  <a:pt x="28" y="62"/>
                  <a:pt x="26" y="62"/>
                  <a:pt x="25" y="63"/>
                </a:cubicBezTo>
                <a:cubicBezTo>
                  <a:pt x="24" y="63"/>
                  <a:pt x="23" y="63"/>
                  <a:pt x="23" y="63"/>
                </a:cubicBezTo>
                <a:cubicBezTo>
                  <a:pt x="22" y="64"/>
                  <a:pt x="22" y="64"/>
                  <a:pt x="21" y="64"/>
                </a:cubicBezTo>
                <a:cubicBezTo>
                  <a:pt x="20" y="64"/>
                  <a:pt x="20" y="65"/>
                  <a:pt x="19" y="65"/>
                </a:cubicBezTo>
                <a:cubicBezTo>
                  <a:pt x="19" y="65"/>
                  <a:pt x="18" y="65"/>
                  <a:pt x="17" y="6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8" name="Freeform 140"/>
          <p:cNvSpPr>
            <a:spLocks noEditPoints="1"/>
          </p:cNvSpPr>
          <p:nvPr/>
        </p:nvSpPr>
        <p:spPr bwMode="auto">
          <a:xfrm>
            <a:off x="4581525" y="4302908"/>
            <a:ext cx="319088" cy="247650"/>
          </a:xfrm>
          <a:custGeom>
            <a:avLst/>
            <a:gdLst>
              <a:gd name="T0" fmla="*/ 6 w 85"/>
              <a:gd name="T1" fmla="*/ 46 h 66"/>
              <a:gd name="T2" fmla="*/ 17 w 85"/>
              <a:gd name="T3" fmla="*/ 42 h 66"/>
              <a:gd name="T4" fmla="*/ 15 w 85"/>
              <a:gd name="T5" fmla="*/ 35 h 66"/>
              <a:gd name="T6" fmla="*/ 12 w 85"/>
              <a:gd name="T7" fmla="*/ 25 h 66"/>
              <a:gd name="T8" fmla="*/ 12 w 85"/>
              <a:gd name="T9" fmla="*/ 18 h 66"/>
              <a:gd name="T10" fmla="*/ 17 w 85"/>
              <a:gd name="T11" fmla="*/ 8 h 66"/>
              <a:gd name="T12" fmla="*/ 29 w 85"/>
              <a:gd name="T13" fmla="*/ 7 h 66"/>
              <a:gd name="T14" fmla="*/ 36 w 85"/>
              <a:gd name="T15" fmla="*/ 14 h 66"/>
              <a:gd name="T16" fmla="*/ 36 w 85"/>
              <a:gd name="T17" fmla="*/ 23 h 66"/>
              <a:gd name="T18" fmla="*/ 34 w 85"/>
              <a:gd name="T19" fmla="*/ 32 h 66"/>
              <a:gd name="T20" fmla="*/ 32 w 85"/>
              <a:gd name="T21" fmla="*/ 41 h 66"/>
              <a:gd name="T22" fmla="*/ 37 w 85"/>
              <a:gd name="T23" fmla="*/ 44 h 66"/>
              <a:gd name="T24" fmla="*/ 46 w 85"/>
              <a:gd name="T25" fmla="*/ 44 h 66"/>
              <a:gd name="T26" fmla="*/ 45 w 85"/>
              <a:gd name="T27" fmla="*/ 38 h 66"/>
              <a:gd name="T28" fmla="*/ 41 w 85"/>
              <a:gd name="T29" fmla="*/ 26 h 66"/>
              <a:gd name="T30" fmla="*/ 41 w 85"/>
              <a:gd name="T31" fmla="*/ 18 h 66"/>
              <a:gd name="T32" fmla="*/ 44 w 85"/>
              <a:gd name="T33" fmla="*/ 3 h 66"/>
              <a:gd name="T34" fmla="*/ 57 w 85"/>
              <a:gd name="T35" fmla="*/ 0 h 66"/>
              <a:gd name="T36" fmla="*/ 67 w 85"/>
              <a:gd name="T37" fmla="*/ 5 h 66"/>
              <a:gd name="T38" fmla="*/ 70 w 85"/>
              <a:gd name="T39" fmla="*/ 21 h 66"/>
              <a:gd name="T40" fmla="*/ 68 w 85"/>
              <a:gd name="T41" fmla="*/ 30 h 66"/>
              <a:gd name="T42" fmla="*/ 65 w 85"/>
              <a:gd name="T43" fmla="*/ 40 h 66"/>
              <a:gd name="T44" fmla="*/ 70 w 85"/>
              <a:gd name="T45" fmla="*/ 46 h 66"/>
              <a:gd name="T46" fmla="*/ 84 w 85"/>
              <a:gd name="T47" fmla="*/ 52 h 66"/>
              <a:gd name="T48" fmla="*/ 84 w 85"/>
              <a:gd name="T49" fmla="*/ 65 h 66"/>
              <a:gd name="T50" fmla="*/ 55 w 85"/>
              <a:gd name="T51" fmla="*/ 66 h 66"/>
              <a:gd name="T52" fmla="*/ 28 w 85"/>
              <a:gd name="T53" fmla="*/ 66 h 66"/>
              <a:gd name="T54" fmla="*/ 25 w 85"/>
              <a:gd name="T55" fmla="*/ 59 h 66"/>
              <a:gd name="T56" fmla="*/ 10 w 85"/>
              <a:gd name="T57" fmla="*/ 59 h 66"/>
              <a:gd name="T58" fmla="*/ 0 w 85"/>
              <a:gd name="T59" fmla="*/ 54 h 66"/>
              <a:gd name="T60" fmla="*/ 25 w 85"/>
              <a:gd name="T61" fmla="*/ 56 h 66"/>
              <a:gd name="T62" fmla="*/ 29 w 85"/>
              <a:gd name="T63" fmla="*/ 50 h 66"/>
              <a:gd name="T64" fmla="*/ 31 w 85"/>
              <a:gd name="T65" fmla="*/ 45 h 66"/>
              <a:gd name="T66" fmla="*/ 30 w 85"/>
              <a:gd name="T67" fmla="*/ 36 h 66"/>
              <a:gd name="T68" fmla="*/ 31 w 85"/>
              <a:gd name="T69" fmla="*/ 30 h 66"/>
              <a:gd name="T70" fmla="*/ 33 w 85"/>
              <a:gd name="T71" fmla="*/ 25 h 66"/>
              <a:gd name="T72" fmla="*/ 33 w 85"/>
              <a:gd name="T73" fmla="*/ 17 h 66"/>
              <a:gd name="T74" fmla="*/ 25 w 85"/>
              <a:gd name="T75" fmla="*/ 9 h 66"/>
              <a:gd name="T76" fmla="*/ 18 w 85"/>
              <a:gd name="T77" fmla="*/ 11 h 66"/>
              <a:gd name="T78" fmla="*/ 16 w 85"/>
              <a:gd name="T79" fmla="*/ 21 h 66"/>
              <a:gd name="T80" fmla="*/ 16 w 85"/>
              <a:gd name="T81" fmla="*/ 25 h 66"/>
              <a:gd name="T82" fmla="*/ 16 w 85"/>
              <a:gd name="T83" fmla="*/ 27 h 66"/>
              <a:gd name="T84" fmla="*/ 18 w 85"/>
              <a:gd name="T85" fmla="*/ 32 h 66"/>
              <a:gd name="T86" fmla="*/ 20 w 85"/>
              <a:gd name="T87" fmla="*/ 41 h 66"/>
              <a:gd name="T88" fmla="*/ 10 w 85"/>
              <a:gd name="T89" fmla="*/ 47 h 66"/>
              <a:gd name="T90" fmla="*/ 3 w 85"/>
              <a:gd name="T91" fmla="*/ 51 h 66"/>
              <a:gd name="T92" fmla="*/ 82 w 85"/>
              <a:gd name="T93" fmla="*/ 55 h 66"/>
              <a:gd name="T94" fmla="*/ 73 w 85"/>
              <a:gd name="T95" fmla="*/ 50 h 66"/>
              <a:gd name="T96" fmla="*/ 62 w 85"/>
              <a:gd name="T97" fmla="*/ 42 h 66"/>
              <a:gd name="T98" fmla="*/ 64 w 85"/>
              <a:gd name="T99" fmla="*/ 32 h 66"/>
              <a:gd name="T100" fmla="*/ 67 w 85"/>
              <a:gd name="T101" fmla="*/ 26 h 66"/>
              <a:gd name="T102" fmla="*/ 66 w 85"/>
              <a:gd name="T103" fmla="*/ 22 h 66"/>
              <a:gd name="T104" fmla="*/ 67 w 85"/>
              <a:gd name="T105" fmla="*/ 11 h 66"/>
              <a:gd name="T106" fmla="*/ 60 w 85"/>
              <a:gd name="T107" fmla="*/ 3 h 66"/>
              <a:gd name="T108" fmla="*/ 49 w 85"/>
              <a:gd name="T109" fmla="*/ 4 h 66"/>
              <a:gd name="T110" fmla="*/ 43 w 85"/>
              <a:gd name="T111" fmla="*/ 13 h 66"/>
              <a:gd name="T112" fmla="*/ 44 w 85"/>
              <a:gd name="T113" fmla="*/ 22 h 66"/>
              <a:gd name="T114" fmla="*/ 45 w 85"/>
              <a:gd name="T115" fmla="*/ 29 h 66"/>
              <a:gd name="T116" fmla="*/ 47 w 85"/>
              <a:gd name="T117" fmla="*/ 35 h 66"/>
              <a:gd name="T118" fmla="*/ 49 w 85"/>
              <a:gd name="T119" fmla="*/ 45 h 66"/>
              <a:gd name="T120" fmla="*/ 33 w 85"/>
              <a:gd name="T121" fmla="*/ 5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5" h="66">
                <a:moveTo>
                  <a:pt x="0" y="51"/>
                </a:moveTo>
                <a:cubicBezTo>
                  <a:pt x="0" y="50"/>
                  <a:pt x="0" y="49"/>
                  <a:pt x="1" y="48"/>
                </a:cubicBezTo>
                <a:cubicBezTo>
                  <a:pt x="1" y="48"/>
                  <a:pt x="2" y="47"/>
                  <a:pt x="3" y="47"/>
                </a:cubicBezTo>
                <a:cubicBezTo>
                  <a:pt x="4" y="46"/>
                  <a:pt x="4" y="46"/>
                  <a:pt x="6" y="46"/>
                </a:cubicBezTo>
                <a:cubicBezTo>
                  <a:pt x="7" y="45"/>
                  <a:pt x="8" y="45"/>
                  <a:pt x="9" y="44"/>
                </a:cubicBezTo>
                <a:cubicBezTo>
                  <a:pt x="10" y="44"/>
                  <a:pt x="12" y="44"/>
                  <a:pt x="13" y="43"/>
                </a:cubicBezTo>
                <a:cubicBezTo>
                  <a:pt x="14" y="43"/>
                  <a:pt x="15" y="42"/>
                  <a:pt x="16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0"/>
                  <a:pt x="17" y="39"/>
                  <a:pt x="16" y="39"/>
                </a:cubicBezTo>
                <a:cubicBezTo>
                  <a:pt x="16" y="38"/>
                  <a:pt x="16" y="38"/>
                  <a:pt x="16" y="37"/>
                </a:cubicBezTo>
                <a:cubicBezTo>
                  <a:pt x="15" y="37"/>
                  <a:pt x="15" y="36"/>
                  <a:pt x="15" y="35"/>
                </a:cubicBezTo>
                <a:cubicBezTo>
                  <a:pt x="15" y="34"/>
                  <a:pt x="15" y="33"/>
                  <a:pt x="14" y="32"/>
                </a:cubicBezTo>
                <a:cubicBezTo>
                  <a:pt x="14" y="32"/>
                  <a:pt x="14" y="32"/>
                  <a:pt x="13" y="31"/>
                </a:cubicBezTo>
                <a:cubicBezTo>
                  <a:pt x="13" y="30"/>
                  <a:pt x="13" y="29"/>
                  <a:pt x="12" y="28"/>
                </a:cubicBezTo>
                <a:cubicBezTo>
                  <a:pt x="12" y="26"/>
                  <a:pt x="12" y="26"/>
                  <a:pt x="12" y="25"/>
                </a:cubicBezTo>
                <a:cubicBezTo>
                  <a:pt x="12" y="25"/>
                  <a:pt x="12" y="24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2"/>
                  <a:pt x="13" y="21"/>
                </a:cubicBezTo>
                <a:cubicBezTo>
                  <a:pt x="12" y="20"/>
                  <a:pt x="12" y="19"/>
                  <a:pt x="12" y="18"/>
                </a:cubicBezTo>
                <a:cubicBezTo>
                  <a:pt x="12" y="17"/>
                  <a:pt x="12" y="16"/>
                  <a:pt x="12" y="14"/>
                </a:cubicBezTo>
                <a:cubicBezTo>
                  <a:pt x="13" y="13"/>
                  <a:pt x="13" y="11"/>
                  <a:pt x="14" y="10"/>
                </a:cubicBezTo>
                <a:cubicBezTo>
                  <a:pt x="15" y="10"/>
                  <a:pt x="15" y="9"/>
                  <a:pt x="16" y="9"/>
                </a:cubicBezTo>
                <a:cubicBezTo>
                  <a:pt x="16" y="8"/>
                  <a:pt x="17" y="8"/>
                  <a:pt x="17" y="8"/>
                </a:cubicBezTo>
                <a:cubicBezTo>
                  <a:pt x="18" y="7"/>
                  <a:pt x="19" y="7"/>
                  <a:pt x="20" y="7"/>
                </a:cubicBezTo>
                <a:cubicBezTo>
                  <a:pt x="21" y="6"/>
                  <a:pt x="22" y="6"/>
                  <a:pt x="23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7" y="6"/>
                  <a:pt x="28" y="6"/>
                  <a:pt x="29" y="7"/>
                </a:cubicBezTo>
                <a:cubicBezTo>
                  <a:pt x="29" y="7"/>
                  <a:pt x="30" y="7"/>
                  <a:pt x="31" y="8"/>
                </a:cubicBezTo>
                <a:cubicBezTo>
                  <a:pt x="32" y="8"/>
                  <a:pt x="32" y="8"/>
                  <a:pt x="33" y="9"/>
                </a:cubicBezTo>
                <a:cubicBezTo>
                  <a:pt x="33" y="9"/>
                  <a:pt x="34" y="10"/>
                  <a:pt x="34" y="10"/>
                </a:cubicBezTo>
                <a:cubicBezTo>
                  <a:pt x="35" y="11"/>
                  <a:pt x="36" y="13"/>
                  <a:pt x="36" y="14"/>
                </a:cubicBezTo>
                <a:cubicBezTo>
                  <a:pt x="36" y="16"/>
                  <a:pt x="36" y="17"/>
                  <a:pt x="36" y="18"/>
                </a:cubicBezTo>
                <a:cubicBezTo>
                  <a:pt x="36" y="19"/>
                  <a:pt x="36" y="20"/>
                  <a:pt x="36" y="21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4"/>
                  <a:pt x="36" y="25"/>
                  <a:pt x="36" y="25"/>
                </a:cubicBezTo>
                <a:cubicBezTo>
                  <a:pt x="36" y="26"/>
                  <a:pt x="36" y="26"/>
                  <a:pt x="36" y="28"/>
                </a:cubicBezTo>
                <a:cubicBezTo>
                  <a:pt x="36" y="29"/>
                  <a:pt x="35" y="30"/>
                  <a:pt x="35" y="31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4"/>
                  <a:pt x="33" y="35"/>
                </a:cubicBezTo>
                <a:cubicBezTo>
                  <a:pt x="33" y="36"/>
                  <a:pt x="33" y="37"/>
                  <a:pt x="33" y="37"/>
                </a:cubicBezTo>
                <a:cubicBezTo>
                  <a:pt x="32" y="38"/>
                  <a:pt x="32" y="38"/>
                  <a:pt x="32" y="39"/>
                </a:cubicBezTo>
                <a:cubicBezTo>
                  <a:pt x="32" y="39"/>
                  <a:pt x="32" y="40"/>
                  <a:pt x="32" y="41"/>
                </a:cubicBezTo>
                <a:cubicBezTo>
                  <a:pt x="32" y="41"/>
                  <a:pt x="32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3" y="42"/>
                  <a:pt x="34" y="43"/>
                  <a:pt x="35" y="43"/>
                </a:cubicBezTo>
                <a:cubicBezTo>
                  <a:pt x="35" y="43"/>
                  <a:pt x="36" y="43"/>
                  <a:pt x="37" y="44"/>
                </a:cubicBezTo>
                <a:cubicBezTo>
                  <a:pt x="38" y="44"/>
                  <a:pt x="39" y="44"/>
                  <a:pt x="40" y="45"/>
                </a:cubicBezTo>
                <a:cubicBezTo>
                  <a:pt x="40" y="45"/>
                  <a:pt x="41" y="45"/>
                  <a:pt x="42" y="45"/>
                </a:cubicBezTo>
                <a:cubicBezTo>
                  <a:pt x="43" y="45"/>
                  <a:pt x="43" y="45"/>
                  <a:pt x="44" y="45"/>
                </a:cubicBezTo>
                <a:cubicBezTo>
                  <a:pt x="44" y="45"/>
                  <a:pt x="45" y="44"/>
                  <a:pt x="46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4"/>
                  <a:pt x="46" y="43"/>
                  <a:pt x="46" y="42"/>
                </a:cubicBezTo>
                <a:cubicBezTo>
                  <a:pt x="46" y="42"/>
                  <a:pt x="46" y="41"/>
                  <a:pt x="46" y="40"/>
                </a:cubicBezTo>
                <a:cubicBezTo>
                  <a:pt x="45" y="39"/>
                  <a:pt x="45" y="39"/>
                  <a:pt x="45" y="38"/>
                </a:cubicBezTo>
                <a:cubicBezTo>
                  <a:pt x="44" y="37"/>
                  <a:pt x="44" y="36"/>
                  <a:pt x="44" y="35"/>
                </a:cubicBezTo>
                <a:cubicBezTo>
                  <a:pt x="43" y="34"/>
                  <a:pt x="43" y="33"/>
                  <a:pt x="43" y="32"/>
                </a:cubicBezTo>
                <a:cubicBezTo>
                  <a:pt x="43" y="32"/>
                  <a:pt x="42" y="31"/>
                  <a:pt x="42" y="30"/>
                </a:cubicBezTo>
                <a:cubicBezTo>
                  <a:pt x="41" y="29"/>
                  <a:pt x="41" y="28"/>
                  <a:pt x="41" y="26"/>
                </a:cubicBezTo>
                <a:cubicBezTo>
                  <a:pt x="40" y="25"/>
                  <a:pt x="40" y="24"/>
                  <a:pt x="40" y="23"/>
                </a:cubicBezTo>
                <a:cubicBezTo>
                  <a:pt x="40" y="23"/>
                  <a:pt x="41" y="22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21"/>
                  <a:pt x="41" y="20"/>
                  <a:pt x="41" y="18"/>
                </a:cubicBezTo>
                <a:cubicBezTo>
                  <a:pt x="41" y="17"/>
                  <a:pt x="41" y="15"/>
                  <a:pt x="40" y="14"/>
                </a:cubicBezTo>
                <a:cubicBezTo>
                  <a:pt x="40" y="13"/>
                  <a:pt x="40" y="12"/>
                  <a:pt x="40" y="10"/>
                </a:cubicBezTo>
                <a:cubicBezTo>
                  <a:pt x="41" y="8"/>
                  <a:pt x="42" y="6"/>
                  <a:pt x="43" y="5"/>
                </a:cubicBezTo>
                <a:cubicBezTo>
                  <a:pt x="43" y="4"/>
                  <a:pt x="44" y="4"/>
                  <a:pt x="44" y="3"/>
                </a:cubicBezTo>
                <a:cubicBezTo>
                  <a:pt x="45" y="2"/>
                  <a:pt x="46" y="2"/>
                  <a:pt x="47" y="2"/>
                </a:cubicBezTo>
                <a:cubicBezTo>
                  <a:pt x="48" y="1"/>
                  <a:pt x="49" y="1"/>
                  <a:pt x="50" y="0"/>
                </a:cubicBezTo>
                <a:cubicBezTo>
                  <a:pt x="51" y="0"/>
                  <a:pt x="52" y="0"/>
                  <a:pt x="5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8" y="0"/>
                  <a:pt x="59" y="0"/>
                  <a:pt x="61" y="0"/>
                </a:cubicBezTo>
                <a:cubicBezTo>
                  <a:pt x="62" y="1"/>
                  <a:pt x="63" y="1"/>
                  <a:pt x="64" y="2"/>
                </a:cubicBezTo>
                <a:cubicBezTo>
                  <a:pt x="64" y="2"/>
                  <a:pt x="65" y="2"/>
                  <a:pt x="66" y="3"/>
                </a:cubicBezTo>
                <a:cubicBezTo>
                  <a:pt x="66" y="4"/>
                  <a:pt x="67" y="4"/>
                  <a:pt x="67" y="5"/>
                </a:cubicBezTo>
                <a:cubicBezTo>
                  <a:pt x="69" y="6"/>
                  <a:pt x="69" y="8"/>
                  <a:pt x="70" y="10"/>
                </a:cubicBezTo>
                <a:cubicBezTo>
                  <a:pt x="70" y="12"/>
                  <a:pt x="70" y="13"/>
                  <a:pt x="70" y="14"/>
                </a:cubicBezTo>
                <a:cubicBezTo>
                  <a:pt x="70" y="15"/>
                  <a:pt x="70" y="17"/>
                  <a:pt x="70" y="18"/>
                </a:cubicBezTo>
                <a:cubicBezTo>
                  <a:pt x="69" y="20"/>
                  <a:pt x="69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2"/>
                  <a:pt x="70" y="23"/>
                  <a:pt x="70" y="23"/>
                </a:cubicBezTo>
                <a:cubicBezTo>
                  <a:pt x="70" y="24"/>
                  <a:pt x="70" y="25"/>
                  <a:pt x="70" y="26"/>
                </a:cubicBezTo>
                <a:cubicBezTo>
                  <a:pt x="69" y="28"/>
                  <a:pt x="69" y="29"/>
                  <a:pt x="68" y="30"/>
                </a:cubicBezTo>
                <a:cubicBezTo>
                  <a:pt x="68" y="31"/>
                  <a:pt x="68" y="32"/>
                  <a:pt x="67" y="32"/>
                </a:cubicBezTo>
                <a:cubicBezTo>
                  <a:pt x="67" y="33"/>
                  <a:pt x="67" y="34"/>
                  <a:pt x="66" y="35"/>
                </a:cubicBezTo>
                <a:cubicBezTo>
                  <a:pt x="66" y="36"/>
                  <a:pt x="66" y="37"/>
                  <a:pt x="65" y="38"/>
                </a:cubicBezTo>
                <a:cubicBezTo>
                  <a:pt x="65" y="39"/>
                  <a:pt x="65" y="39"/>
                  <a:pt x="65" y="40"/>
                </a:cubicBezTo>
                <a:cubicBezTo>
                  <a:pt x="65" y="41"/>
                  <a:pt x="65" y="41"/>
                  <a:pt x="65" y="42"/>
                </a:cubicBezTo>
                <a:cubicBezTo>
                  <a:pt x="65" y="43"/>
                  <a:pt x="65" y="44"/>
                  <a:pt x="65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7" y="45"/>
                  <a:pt x="68" y="45"/>
                  <a:pt x="70" y="46"/>
                </a:cubicBezTo>
                <a:cubicBezTo>
                  <a:pt x="71" y="46"/>
                  <a:pt x="73" y="47"/>
                  <a:pt x="74" y="47"/>
                </a:cubicBezTo>
                <a:cubicBezTo>
                  <a:pt x="76" y="48"/>
                  <a:pt x="77" y="48"/>
                  <a:pt x="79" y="49"/>
                </a:cubicBezTo>
                <a:cubicBezTo>
                  <a:pt x="80" y="49"/>
                  <a:pt x="81" y="50"/>
                  <a:pt x="82" y="50"/>
                </a:cubicBezTo>
                <a:cubicBezTo>
                  <a:pt x="83" y="51"/>
                  <a:pt x="84" y="51"/>
                  <a:pt x="84" y="52"/>
                </a:cubicBezTo>
                <a:cubicBezTo>
                  <a:pt x="85" y="53"/>
                  <a:pt x="85" y="54"/>
                  <a:pt x="85" y="55"/>
                </a:cubicBezTo>
                <a:cubicBezTo>
                  <a:pt x="85" y="56"/>
                  <a:pt x="85" y="57"/>
                  <a:pt x="85" y="59"/>
                </a:cubicBezTo>
                <a:cubicBezTo>
                  <a:pt x="85" y="61"/>
                  <a:pt x="85" y="62"/>
                  <a:pt x="85" y="63"/>
                </a:cubicBezTo>
                <a:cubicBezTo>
                  <a:pt x="85" y="63"/>
                  <a:pt x="85" y="64"/>
                  <a:pt x="84" y="65"/>
                </a:cubicBezTo>
                <a:cubicBezTo>
                  <a:pt x="84" y="65"/>
                  <a:pt x="83" y="66"/>
                  <a:pt x="82" y="66"/>
                </a:cubicBezTo>
                <a:cubicBezTo>
                  <a:pt x="81" y="66"/>
                  <a:pt x="78" y="66"/>
                  <a:pt x="72" y="66"/>
                </a:cubicBezTo>
                <a:cubicBezTo>
                  <a:pt x="67" y="66"/>
                  <a:pt x="62" y="66"/>
                  <a:pt x="59" y="66"/>
                </a:cubicBezTo>
                <a:cubicBezTo>
                  <a:pt x="58" y="66"/>
                  <a:pt x="57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4" y="66"/>
                  <a:pt x="52" y="66"/>
                  <a:pt x="51" y="66"/>
                </a:cubicBezTo>
                <a:cubicBezTo>
                  <a:pt x="48" y="66"/>
                  <a:pt x="44" y="66"/>
                  <a:pt x="38" y="66"/>
                </a:cubicBezTo>
                <a:cubicBezTo>
                  <a:pt x="32" y="66"/>
                  <a:pt x="29" y="66"/>
                  <a:pt x="28" y="66"/>
                </a:cubicBezTo>
                <a:cubicBezTo>
                  <a:pt x="27" y="66"/>
                  <a:pt x="26" y="65"/>
                  <a:pt x="26" y="65"/>
                </a:cubicBezTo>
                <a:cubicBezTo>
                  <a:pt x="25" y="64"/>
                  <a:pt x="25" y="63"/>
                  <a:pt x="25" y="63"/>
                </a:cubicBezTo>
                <a:cubicBezTo>
                  <a:pt x="25" y="62"/>
                  <a:pt x="25" y="62"/>
                  <a:pt x="25" y="61"/>
                </a:cubicBezTo>
                <a:cubicBezTo>
                  <a:pt x="25" y="61"/>
                  <a:pt x="25" y="60"/>
                  <a:pt x="25" y="59"/>
                </a:cubicBezTo>
                <a:cubicBezTo>
                  <a:pt x="25" y="59"/>
                  <a:pt x="25" y="59"/>
                  <a:pt x="24" y="59"/>
                </a:cubicBezTo>
                <a:cubicBezTo>
                  <a:pt x="24" y="59"/>
                  <a:pt x="24" y="59"/>
                  <a:pt x="24" y="59"/>
                </a:cubicBezTo>
                <a:cubicBezTo>
                  <a:pt x="23" y="59"/>
                  <a:pt x="22" y="59"/>
                  <a:pt x="21" y="59"/>
                </a:cubicBezTo>
                <a:cubicBezTo>
                  <a:pt x="18" y="59"/>
                  <a:pt x="15" y="59"/>
                  <a:pt x="10" y="59"/>
                </a:cubicBezTo>
                <a:cubicBezTo>
                  <a:pt x="6" y="59"/>
                  <a:pt x="3" y="59"/>
                  <a:pt x="2" y="59"/>
                </a:cubicBezTo>
                <a:cubicBezTo>
                  <a:pt x="1" y="59"/>
                  <a:pt x="1" y="59"/>
                  <a:pt x="0" y="59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57"/>
                  <a:pt x="0" y="56"/>
                  <a:pt x="0" y="54"/>
                </a:cubicBezTo>
                <a:cubicBezTo>
                  <a:pt x="0" y="52"/>
                  <a:pt x="0" y="51"/>
                  <a:pt x="0" y="51"/>
                </a:cubicBezTo>
                <a:close/>
                <a:moveTo>
                  <a:pt x="3" y="51"/>
                </a:moveTo>
                <a:cubicBezTo>
                  <a:pt x="3" y="56"/>
                  <a:pt x="3" y="56"/>
                  <a:pt x="3" y="56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4"/>
                  <a:pt x="25" y="53"/>
                  <a:pt x="26" y="52"/>
                </a:cubicBezTo>
                <a:cubicBezTo>
                  <a:pt x="27" y="51"/>
                  <a:pt x="28" y="51"/>
                  <a:pt x="29" y="50"/>
                </a:cubicBezTo>
                <a:cubicBezTo>
                  <a:pt x="30" y="50"/>
                  <a:pt x="31" y="49"/>
                  <a:pt x="32" y="49"/>
                </a:cubicBezTo>
                <a:cubicBezTo>
                  <a:pt x="34" y="48"/>
                  <a:pt x="35" y="48"/>
                  <a:pt x="37" y="47"/>
                </a:cubicBezTo>
                <a:cubicBezTo>
                  <a:pt x="36" y="47"/>
                  <a:pt x="35" y="46"/>
                  <a:pt x="34" y="46"/>
                </a:cubicBezTo>
                <a:cubicBezTo>
                  <a:pt x="33" y="46"/>
                  <a:pt x="32" y="45"/>
                  <a:pt x="31" y="45"/>
                </a:cubicBezTo>
                <a:cubicBezTo>
                  <a:pt x="30" y="45"/>
                  <a:pt x="29" y="44"/>
                  <a:pt x="29" y="43"/>
                </a:cubicBezTo>
                <a:cubicBezTo>
                  <a:pt x="29" y="42"/>
                  <a:pt x="29" y="41"/>
                  <a:pt x="29" y="41"/>
                </a:cubicBezTo>
                <a:cubicBezTo>
                  <a:pt x="29" y="40"/>
                  <a:pt x="29" y="39"/>
                  <a:pt x="29" y="38"/>
                </a:cubicBezTo>
                <a:cubicBezTo>
                  <a:pt x="29" y="37"/>
                  <a:pt x="29" y="36"/>
                  <a:pt x="30" y="36"/>
                </a:cubicBezTo>
                <a:cubicBezTo>
                  <a:pt x="30" y="35"/>
                  <a:pt x="30" y="35"/>
                  <a:pt x="30" y="34"/>
                </a:cubicBezTo>
                <a:cubicBezTo>
                  <a:pt x="31" y="33"/>
                  <a:pt x="31" y="33"/>
                  <a:pt x="31" y="32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1" y="30"/>
                </a:cubicBezTo>
                <a:cubicBezTo>
                  <a:pt x="32" y="30"/>
                  <a:pt x="32" y="30"/>
                  <a:pt x="32" y="29"/>
                </a:cubicBezTo>
                <a:cubicBezTo>
                  <a:pt x="32" y="29"/>
                  <a:pt x="33" y="28"/>
                  <a:pt x="33" y="27"/>
                </a:cubicBezTo>
                <a:cubicBezTo>
                  <a:pt x="33" y="26"/>
                  <a:pt x="33" y="26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2" y="23"/>
                  <a:pt x="32" y="22"/>
                  <a:pt x="33" y="21"/>
                </a:cubicBezTo>
                <a:cubicBezTo>
                  <a:pt x="33" y="19"/>
                  <a:pt x="33" y="18"/>
                  <a:pt x="33" y="17"/>
                </a:cubicBezTo>
                <a:cubicBezTo>
                  <a:pt x="33" y="17"/>
                  <a:pt x="33" y="16"/>
                  <a:pt x="33" y="15"/>
                </a:cubicBezTo>
                <a:cubicBezTo>
                  <a:pt x="33" y="14"/>
                  <a:pt x="32" y="13"/>
                  <a:pt x="31" y="12"/>
                </a:cubicBezTo>
                <a:cubicBezTo>
                  <a:pt x="31" y="11"/>
                  <a:pt x="30" y="11"/>
                  <a:pt x="29" y="10"/>
                </a:cubicBezTo>
                <a:cubicBezTo>
                  <a:pt x="28" y="10"/>
                  <a:pt x="27" y="9"/>
                  <a:pt x="25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2" y="9"/>
                  <a:pt x="21" y="9"/>
                </a:cubicBezTo>
                <a:cubicBezTo>
                  <a:pt x="20" y="10"/>
                  <a:pt x="20" y="10"/>
                  <a:pt x="19" y="10"/>
                </a:cubicBezTo>
                <a:cubicBezTo>
                  <a:pt x="19" y="10"/>
                  <a:pt x="18" y="11"/>
                  <a:pt x="18" y="11"/>
                </a:cubicBezTo>
                <a:cubicBezTo>
                  <a:pt x="17" y="11"/>
                  <a:pt x="17" y="12"/>
                  <a:pt x="17" y="12"/>
                </a:cubicBezTo>
                <a:cubicBezTo>
                  <a:pt x="16" y="13"/>
                  <a:pt x="16" y="14"/>
                  <a:pt x="15" y="15"/>
                </a:cubicBezTo>
                <a:cubicBezTo>
                  <a:pt x="15" y="16"/>
                  <a:pt x="15" y="17"/>
                  <a:pt x="15" y="17"/>
                </a:cubicBezTo>
                <a:cubicBezTo>
                  <a:pt x="15" y="18"/>
                  <a:pt x="16" y="19"/>
                  <a:pt x="16" y="21"/>
                </a:cubicBezTo>
                <a:cubicBezTo>
                  <a:pt x="16" y="22"/>
                  <a:pt x="16" y="23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6"/>
                  <a:pt x="15" y="26"/>
                  <a:pt x="16" y="27"/>
                </a:cubicBezTo>
                <a:cubicBezTo>
                  <a:pt x="16" y="28"/>
                  <a:pt x="16" y="29"/>
                  <a:pt x="16" y="29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5"/>
                  <a:pt x="18" y="35"/>
                  <a:pt x="19" y="36"/>
                </a:cubicBezTo>
                <a:cubicBezTo>
                  <a:pt x="19" y="36"/>
                  <a:pt x="19" y="37"/>
                  <a:pt x="19" y="38"/>
                </a:cubicBezTo>
                <a:cubicBezTo>
                  <a:pt x="20" y="39"/>
                  <a:pt x="20" y="40"/>
                  <a:pt x="20" y="41"/>
                </a:cubicBezTo>
                <a:cubicBezTo>
                  <a:pt x="20" y="41"/>
                  <a:pt x="20" y="42"/>
                  <a:pt x="20" y="43"/>
                </a:cubicBezTo>
                <a:cubicBezTo>
                  <a:pt x="19" y="44"/>
                  <a:pt x="19" y="45"/>
                  <a:pt x="17" y="45"/>
                </a:cubicBezTo>
                <a:cubicBezTo>
                  <a:pt x="16" y="45"/>
                  <a:pt x="15" y="46"/>
                  <a:pt x="14" y="46"/>
                </a:cubicBezTo>
                <a:cubicBezTo>
                  <a:pt x="13" y="47"/>
                  <a:pt x="12" y="47"/>
                  <a:pt x="10" y="47"/>
                </a:cubicBezTo>
                <a:cubicBezTo>
                  <a:pt x="9" y="48"/>
                  <a:pt x="8" y="48"/>
                  <a:pt x="7" y="49"/>
                </a:cubicBezTo>
                <a:cubicBezTo>
                  <a:pt x="6" y="49"/>
                  <a:pt x="5" y="49"/>
                  <a:pt x="4" y="50"/>
                </a:cubicBezTo>
                <a:cubicBezTo>
                  <a:pt x="4" y="50"/>
                  <a:pt x="3" y="50"/>
                  <a:pt x="3" y="50"/>
                </a:cubicBezTo>
                <a:cubicBezTo>
                  <a:pt x="3" y="50"/>
                  <a:pt x="3" y="51"/>
                  <a:pt x="3" y="51"/>
                </a:cubicBezTo>
                <a:close/>
                <a:moveTo>
                  <a:pt x="28" y="55"/>
                </a:moveTo>
                <a:cubicBezTo>
                  <a:pt x="28" y="63"/>
                  <a:pt x="28" y="63"/>
                  <a:pt x="28" y="63"/>
                </a:cubicBezTo>
                <a:cubicBezTo>
                  <a:pt x="82" y="63"/>
                  <a:pt x="82" y="63"/>
                  <a:pt x="82" y="63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4"/>
                  <a:pt x="82" y="54"/>
                  <a:pt x="82" y="54"/>
                </a:cubicBezTo>
                <a:cubicBezTo>
                  <a:pt x="81" y="54"/>
                  <a:pt x="81" y="53"/>
                  <a:pt x="81" y="53"/>
                </a:cubicBezTo>
                <a:cubicBezTo>
                  <a:pt x="80" y="53"/>
                  <a:pt x="79" y="52"/>
                  <a:pt x="77" y="52"/>
                </a:cubicBezTo>
                <a:cubicBezTo>
                  <a:pt x="76" y="51"/>
                  <a:pt x="75" y="51"/>
                  <a:pt x="73" y="50"/>
                </a:cubicBezTo>
                <a:cubicBezTo>
                  <a:pt x="72" y="50"/>
                  <a:pt x="70" y="49"/>
                  <a:pt x="69" y="49"/>
                </a:cubicBezTo>
                <a:cubicBezTo>
                  <a:pt x="67" y="48"/>
                  <a:pt x="66" y="48"/>
                  <a:pt x="64" y="47"/>
                </a:cubicBezTo>
                <a:cubicBezTo>
                  <a:pt x="63" y="47"/>
                  <a:pt x="62" y="46"/>
                  <a:pt x="62" y="45"/>
                </a:cubicBezTo>
                <a:cubicBezTo>
                  <a:pt x="62" y="44"/>
                  <a:pt x="62" y="43"/>
                  <a:pt x="62" y="42"/>
                </a:cubicBezTo>
                <a:cubicBezTo>
                  <a:pt x="62" y="41"/>
                  <a:pt x="62" y="40"/>
                  <a:pt x="62" y="39"/>
                </a:cubicBezTo>
                <a:cubicBezTo>
                  <a:pt x="62" y="38"/>
                  <a:pt x="62" y="38"/>
                  <a:pt x="63" y="37"/>
                </a:cubicBezTo>
                <a:cubicBezTo>
                  <a:pt x="63" y="36"/>
                  <a:pt x="63" y="35"/>
                  <a:pt x="63" y="35"/>
                </a:cubicBezTo>
                <a:cubicBezTo>
                  <a:pt x="64" y="34"/>
                  <a:pt x="64" y="33"/>
                  <a:pt x="64" y="32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0"/>
                  <a:pt x="65" y="30"/>
                  <a:pt x="66" y="29"/>
                </a:cubicBezTo>
                <a:cubicBezTo>
                  <a:pt x="66" y="28"/>
                  <a:pt x="66" y="27"/>
                  <a:pt x="67" y="26"/>
                </a:cubicBezTo>
                <a:cubicBezTo>
                  <a:pt x="67" y="25"/>
                  <a:pt x="67" y="24"/>
                  <a:pt x="67" y="23"/>
                </a:cubicBezTo>
                <a:cubicBezTo>
                  <a:pt x="67" y="23"/>
                  <a:pt x="67" y="23"/>
                  <a:pt x="67" y="23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22"/>
                  <a:pt x="66" y="22"/>
                  <a:pt x="66" y="22"/>
                </a:cubicBezTo>
                <a:cubicBezTo>
                  <a:pt x="66" y="22"/>
                  <a:pt x="66" y="22"/>
                  <a:pt x="66" y="22"/>
                </a:cubicBezTo>
                <a:cubicBezTo>
                  <a:pt x="66" y="21"/>
                  <a:pt x="66" y="20"/>
                  <a:pt x="66" y="18"/>
                </a:cubicBezTo>
                <a:cubicBezTo>
                  <a:pt x="66" y="16"/>
                  <a:pt x="67" y="15"/>
                  <a:pt x="67" y="13"/>
                </a:cubicBezTo>
                <a:cubicBezTo>
                  <a:pt x="67" y="13"/>
                  <a:pt x="67" y="12"/>
                  <a:pt x="67" y="11"/>
                </a:cubicBezTo>
                <a:cubicBezTo>
                  <a:pt x="66" y="9"/>
                  <a:pt x="66" y="8"/>
                  <a:pt x="65" y="7"/>
                </a:cubicBezTo>
                <a:cubicBezTo>
                  <a:pt x="64" y="6"/>
                  <a:pt x="64" y="6"/>
                  <a:pt x="64" y="5"/>
                </a:cubicBezTo>
                <a:cubicBezTo>
                  <a:pt x="63" y="5"/>
                  <a:pt x="63" y="5"/>
                  <a:pt x="62" y="4"/>
                </a:cubicBezTo>
                <a:cubicBezTo>
                  <a:pt x="61" y="4"/>
                  <a:pt x="60" y="3"/>
                  <a:pt x="60" y="3"/>
                </a:cubicBezTo>
                <a:cubicBezTo>
                  <a:pt x="59" y="3"/>
                  <a:pt x="58" y="3"/>
                  <a:pt x="57" y="3"/>
                </a:cubicBezTo>
                <a:cubicBezTo>
                  <a:pt x="54" y="3"/>
                  <a:pt x="54" y="3"/>
                  <a:pt x="54" y="3"/>
                </a:cubicBezTo>
                <a:cubicBezTo>
                  <a:pt x="53" y="3"/>
                  <a:pt x="52" y="3"/>
                  <a:pt x="51" y="3"/>
                </a:cubicBezTo>
                <a:cubicBezTo>
                  <a:pt x="50" y="3"/>
                  <a:pt x="50" y="4"/>
                  <a:pt x="49" y="4"/>
                </a:cubicBezTo>
                <a:cubicBezTo>
                  <a:pt x="48" y="4"/>
                  <a:pt x="47" y="5"/>
                  <a:pt x="47" y="5"/>
                </a:cubicBezTo>
                <a:cubicBezTo>
                  <a:pt x="46" y="5"/>
                  <a:pt x="46" y="6"/>
                  <a:pt x="45" y="7"/>
                </a:cubicBezTo>
                <a:cubicBezTo>
                  <a:pt x="44" y="8"/>
                  <a:pt x="44" y="9"/>
                  <a:pt x="43" y="11"/>
                </a:cubicBezTo>
                <a:cubicBezTo>
                  <a:pt x="43" y="12"/>
                  <a:pt x="43" y="13"/>
                  <a:pt x="43" y="13"/>
                </a:cubicBezTo>
                <a:cubicBezTo>
                  <a:pt x="44" y="15"/>
                  <a:pt x="44" y="16"/>
                  <a:pt x="44" y="18"/>
                </a:cubicBezTo>
                <a:cubicBezTo>
                  <a:pt x="44" y="20"/>
                  <a:pt x="44" y="21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3" y="23"/>
                  <a:pt x="43" y="23"/>
                </a:cubicBezTo>
                <a:cubicBezTo>
                  <a:pt x="43" y="24"/>
                  <a:pt x="43" y="25"/>
                  <a:pt x="44" y="26"/>
                </a:cubicBezTo>
                <a:cubicBezTo>
                  <a:pt x="44" y="27"/>
                  <a:pt x="44" y="28"/>
                  <a:pt x="45" y="29"/>
                </a:cubicBezTo>
                <a:cubicBezTo>
                  <a:pt x="45" y="30"/>
                  <a:pt x="45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ubicBezTo>
                  <a:pt x="46" y="33"/>
                  <a:pt x="47" y="34"/>
                  <a:pt x="47" y="35"/>
                </a:cubicBezTo>
                <a:cubicBezTo>
                  <a:pt x="47" y="35"/>
                  <a:pt x="47" y="36"/>
                  <a:pt x="48" y="37"/>
                </a:cubicBezTo>
                <a:cubicBezTo>
                  <a:pt x="48" y="38"/>
                  <a:pt x="48" y="38"/>
                  <a:pt x="49" y="39"/>
                </a:cubicBezTo>
                <a:cubicBezTo>
                  <a:pt x="49" y="40"/>
                  <a:pt x="49" y="41"/>
                  <a:pt x="49" y="42"/>
                </a:cubicBezTo>
                <a:cubicBezTo>
                  <a:pt x="49" y="43"/>
                  <a:pt x="49" y="44"/>
                  <a:pt x="49" y="45"/>
                </a:cubicBezTo>
                <a:cubicBezTo>
                  <a:pt x="48" y="46"/>
                  <a:pt x="48" y="47"/>
                  <a:pt x="46" y="47"/>
                </a:cubicBezTo>
                <a:cubicBezTo>
                  <a:pt x="45" y="48"/>
                  <a:pt x="44" y="48"/>
                  <a:pt x="42" y="49"/>
                </a:cubicBezTo>
                <a:cubicBezTo>
                  <a:pt x="41" y="49"/>
                  <a:pt x="39" y="50"/>
                  <a:pt x="38" y="50"/>
                </a:cubicBezTo>
                <a:cubicBezTo>
                  <a:pt x="36" y="51"/>
                  <a:pt x="35" y="51"/>
                  <a:pt x="33" y="52"/>
                </a:cubicBezTo>
                <a:cubicBezTo>
                  <a:pt x="32" y="52"/>
                  <a:pt x="31" y="53"/>
                  <a:pt x="30" y="53"/>
                </a:cubicBezTo>
                <a:cubicBezTo>
                  <a:pt x="29" y="53"/>
                  <a:pt x="29" y="54"/>
                  <a:pt x="29" y="54"/>
                </a:cubicBezTo>
                <a:cubicBezTo>
                  <a:pt x="28" y="54"/>
                  <a:pt x="28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39" name="Freeform 141"/>
          <p:cNvSpPr>
            <a:spLocks noEditPoints="1"/>
          </p:cNvSpPr>
          <p:nvPr/>
        </p:nvSpPr>
        <p:spPr bwMode="auto">
          <a:xfrm>
            <a:off x="5081588" y="4283858"/>
            <a:ext cx="319088" cy="282575"/>
          </a:xfrm>
          <a:custGeom>
            <a:avLst/>
            <a:gdLst>
              <a:gd name="T0" fmla="*/ 41 w 85"/>
              <a:gd name="T1" fmla="*/ 24 h 75"/>
              <a:gd name="T2" fmla="*/ 41 w 85"/>
              <a:gd name="T3" fmla="*/ 70 h 75"/>
              <a:gd name="T4" fmla="*/ 0 w 85"/>
              <a:gd name="T5" fmla="*/ 52 h 75"/>
              <a:gd name="T6" fmla="*/ 0 w 85"/>
              <a:gd name="T7" fmla="*/ 24 h 75"/>
              <a:gd name="T8" fmla="*/ 41 w 85"/>
              <a:gd name="T9" fmla="*/ 5 h 75"/>
              <a:gd name="T10" fmla="*/ 38 w 85"/>
              <a:gd name="T11" fmla="*/ 27 h 75"/>
              <a:gd name="T12" fmla="*/ 38 w 85"/>
              <a:gd name="T13" fmla="*/ 12 h 75"/>
              <a:gd name="T14" fmla="*/ 3 w 85"/>
              <a:gd name="T15" fmla="*/ 27 h 75"/>
              <a:gd name="T16" fmla="*/ 19 w 85"/>
              <a:gd name="T17" fmla="*/ 49 h 75"/>
              <a:gd name="T18" fmla="*/ 38 w 85"/>
              <a:gd name="T19" fmla="*/ 49 h 75"/>
              <a:gd name="T20" fmla="*/ 51 w 85"/>
              <a:gd name="T21" fmla="*/ 20 h 75"/>
              <a:gd name="T22" fmla="*/ 55 w 85"/>
              <a:gd name="T23" fmla="*/ 28 h 75"/>
              <a:gd name="T24" fmla="*/ 57 w 85"/>
              <a:gd name="T25" fmla="*/ 38 h 75"/>
              <a:gd name="T26" fmla="*/ 55 w 85"/>
              <a:gd name="T27" fmla="*/ 47 h 75"/>
              <a:gd name="T28" fmla="*/ 51 w 85"/>
              <a:gd name="T29" fmla="*/ 55 h 75"/>
              <a:gd name="T30" fmla="*/ 50 w 85"/>
              <a:gd name="T31" fmla="*/ 50 h 75"/>
              <a:gd name="T32" fmla="*/ 53 w 85"/>
              <a:gd name="T33" fmla="*/ 42 h 75"/>
              <a:gd name="T34" fmla="*/ 53 w 85"/>
              <a:gd name="T35" fmla="*/ 33 h 75"/>
              <a:gd name="T36" fmla="*/ 50 w 85"/>
              <a:gd name="T37" fmla="*/ 25 h 75"/>
              <a:gd name="T38" fmla="*/ 61 w 85"/>
              <a:gd name="T39" fmla="*/ 10 h 75"/>
              <a:gd name="T40" fmla="*/ 68 w 85"/>
              <a:gd name="T41" fmla="*/ 23 h 75"/>
              <a:gd name="T42" fmla="*/ 71 w 85"/>
              <a:gd name="T43" fmla="*/ 38 h 75"/>
              <a:gd name="T44" fmla="*/ 68 w 85"/>
              <a:gd name="T45" fmla="*/ 52 h 75"/>
              <a:gd name="T46" fmla="*/ 61 w 85"/>
              <a:gd name="T47" fmla="*/ 65 h 75"/>
              <a:gd name="T48" fmla="*/ 63 w 85"/>
              <a:gd name="T49" fmla="*/ 57 h 75"/>
              <a:gd name="T50" fmla="*/ 67 w 85"/>
              <a:gd name="T51" fmla="*/ 45 h 75"/>
              <a:gd name="T52" fmla="*/ 67 w 85"/>
              <a:gd name="T53" fmla="*/ 31 h 75"/>
              <a:gd name="T54" fmla="*/ 62 w 85"/>
              <a:gd name="T55" fmla="*/ 18 h 75"/>
              <a:gd name="T56" fmla="*/ 61 w 85"/>
              <a:gd name="T57" fmla="*/ 10 h 75"/>
              <a:gd name="T58" fmla="*/ 77 w 85"/>
              <a:gd name="T59" fmla="*/ 9 h 75"/>
              <a:gd name="T60" fmla="*/ 84 w 85"/>
              <a:gd name="T61" fmla="*/ 28 h 75"/>
              <a:gd name="T62" fmla="*/ 84 w 85"/>
              <a:gd name="T63" fmla="*/ 48 h 75"/>
              <a:gd name="T64" fmla="*/ 77 w 85"/>
              <a:gd name="T65" fmla="*/ 67 h 75"/>
              <a:gd name="T66" fmla="*/ 69 w 85"/>
              <a:gd name="T67" fmla="*/ 73 h 75"/>
              <a:gd name="T68" fmla="*/ 78 w 85"/>
              <a:gd name="T69" fmla="*/ 57 h 75"/>
              <a:gd name="T70" fmla="*/ 82 w 85"/>
              <a:gd name="T71" fmla="*/ 38 h 75"/>
              <a:gd name="T72" fmla="*/ 78 w 85"/>
              <a:gd name="T73" fmla="*/ 19 h 75"/>
              <a:gd name="T74" fmla="*/ 68 w 85"/>
              <a:gd name="T75" fmla="*/ 2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5" h="75">
                <a:moveTo>
                  <a:pt x="41" y="5"/>
                </a:moveTo>
                <a:cubicBezTo>
                  <a:pt x="41" y="24"/>
                  <a:pt x="41" y="24"/>
                  <a:pt x="41" y="24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70"/>
                  <a:pt x="41" y="70"/>
                  <a:pt x="41" y="70"/>
                </a:cubicBezTo>
                <a:cubicBezTo>
                  <a:pt x="18" y="52"/>
                  <a:pt x="18" y="52"/>
                  <a:pt x="18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24"/>
                  <a:pt x="0" y="24"/>
                  <a:pt x="0" y="24"/>
                </a:cubicBezTo>
                <a:cubicBezTo>
                  <a:pt x="18" y="24"/>
                  <a:pt x="18" y="24"/>
                  <a:pt x="18" y="24"/>
                </a:cubicBezTo>
                <a:lnTo>
                  <a:pt x="41" y="5"/>
                </a:lnTo>
                <a:close/>
                <a:moveTo>
                  <a:pt x="38" y="49"/>
                </a:moveTo>
                <a:cubicBezTo>
                  <a:pt x="38" y="27"/>
                  <a:pt x="38" y="27"/>
                  <a:pt x="38" y="27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12"/>
                  <a:pt x="38" y="12"/>
                  <a:pt x="38" y="12"/>
                </a:cubicBezTo>
                <a:cubicBezTo>
                  <a:pt x="19" y="27"/>
                  <a:pt x="19" y="27"/>
                  <a:pt x="19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49"/>
                  <a:pt x="3" y="49"/>
                  <a:pt x="3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38" y="64"/>
                  <a:pt x="38" y="64"/>
                  <a:pt x="38" y="64"/>
                </a:cubicBezTo>
                <a:lnTo>
                  <a:pt x="38" y="49"/>
                </a:lnTo>
                <a:close/>
                <a:moveTo>
                  <a:pt x="48" y="22"/>
                </a:moveTo>
                <a:cubicBezTo>
                  <a:pt x="51" y="20"/>
                  <a:pt x="51" y="20"/>
                  <a:pt x="51" y="20"/>
                </a:cubicBezTo>
                <a:cubicBezTo>
                  <a:pt x="52" y="21"/>
                  <a:pt x="52" y="23"/>
                  <a:pt x="53" y="24"/>
                </a:cubicBezTo>
                <a:cubicBezTo>
                  <a:pt x="54" y="25"/>
                  <a:pt x="55" y="27"/>
                  <a:pt x="55" y="28"/>
                </a:cubicBezTo>
                <a:cubicBezTo>
                  <a:pt x="56" y="30"/>
                  <a:pt x="56" y="31"/>
                  <a:pt x="56" y="33"/>
                </a:cubicBezTo>
                <a:cubicBezTo>
                  <a:pt x="56" y="34"/>
                  <a:pt x="57" y="36"/>
                  <a:pt x="57" y="38"/>
                </a:cubicBezTo>
                <a:cubicBezTo>
                  <a:pt x="57" y="39"/>
                  <a:pt x="56" y="41"/>
                  <a:pt x="56" y="42"/>
                </a:cubicBezTo>
                <a:cubicBezTo>
                  <a:pt x="56" y="44"/>
                  <a:pt x="56" y="46"/>
                  <a:pt x="55" y="47"/>
                </a:cubicBezTo>
                <a:cubicBezTo>
                  <a:pt x="55" y="49"/>
                  <a:pt x="54" y="50"/>
                  <a:pt x="53" y="51"/>
                </a:cubicBezTo>
                <a:cubicBezTo>
                  <a:pt x="52" y="53"/>
                  <a:pt x="52" y="54"/>
                  <a:pt x="51" y="55"/>
                </a:cubicBezTo>
                <a:cubicBezTo>
                  <a:pt x="48" y="54"/>
                  <a:pt x="48" y="54"/>
                  <a:pt x="48" y="54"/>
                </a:cubicBezTo>
                <a:cubicBezTo>
                  <a:pt x="49" y="52"/>
                  <a:pt x="50" y="51"/>
                  <a:pt x="50" y="50"/>
                </a:cubicBezTo>
                <a:cubicBezTo>
                  <a:pt x="51" y="49"/>
                  <a:pt x="52" y="47"/>
                  <a:pt x="52" y="46"/>
                </a:cubicBezTo>
                <a:cubicBezTo>
                  <a:pt x="53" y="45"/>
                  <a:pt x="53" y="43"/>
                  <a:pt x="53" y="42"/>
                </a:cubicBezTo>
                <a:cubicBezTo>
                  <a:pt x="53" y="40"/>
                  <a:pt x="53" y="39"/>
                  <a:pt x="53" y="38"/>
                </a:cubicBezTo>
                <a:cubicBezTo>
                  <a:pt x="53" y="36"/>
                  <a:pt x="53" y="35"/>
                  <a:pt x="53" y="33"/>
                </a:cubicBezTo>
                <a:cubicBezTo>
                  <a:pt x="53" y="32"/>
                  <a:pt x="53" y="31"/>
                  <a:pt x="52" y="29"/>
                </a:cubicBezTo>
                <a:cubicBezTo>
                  <a:pt x="52" y="28"/>
                  <a:pt x="51" y="27"/>
                  <a:pt x="50" y="25"/>
                </a:cubicBezTo>
                <a:cubicBezTo>
                  <a:pt x="50" y="24"/>
                  <a:pt x="49" y="23"/>
                  <a:pt x="48" y="22"/>
                </a:cubicBezTo>
                <a:close/>
                <a:moveTo>
                  <a:pt x="61" y="10"/>
                </a:moveTo>
                <a:cubicBezTo>
                  <a:pt x="62" y="12"/>
                  <a:pt x="64" y="14"/>
                  <a:pt x="65" y="17"/>
                </a:cubicBezTo>
                <a:cubicBezTo>
                  <a:pt x="66" y="19"/>
                  <a:pt x="67" y="21"/>
                  <a:pt x="68" y="23"/>
                </a:cubicBezTo>
                <a:cubicBezTo>
                  <a:pt x="69" y="26"/>
                  <a:pt x="70" y="28"/>
                  <a:pt x="70" y="31"/>
                </a:cubicBezTo>
                <a:cubicBezTo>
                  <a:pt x="71" y="33"/>
                  <a:pt x="71" y="36"/>
                  <a:pt x="71" y="38"/>
                </a:cubicBezTo>
                <a:cubicBezTo>
                  <a:pt x="71" y="41"/>
                  <a:pt x="71" y="43"/>
                  <a:pt x="70" y="45"/>
                </a:cubicBezTo>
                <a:cubicBezTo>
                  <a:pt x="70" y="48"/>
                  <a:pt x="69" y="50"/>
                  <a:pt x="68" y="52"/>
                </a:cubicBezTo>
                <a:cubicBezTo>
                  <a:pt x="68" y="55"/>
                  <a:pt x="67" y="57"/>
                  <a:pt x="65" y="59"/>
                </a:cubicBezTo>
                <a:cubicBezTo>
                  <a:pt x="64" y="61"/>
                  <a:pt x="63" y="63"/>
                  <a:pt x="61" y="65"/>
                </a:cubicBezTo>
                <a:cubicBezTo>
                  <a:pt x="59" y="63"/>
                  <a:pt x="59" y="63"/>
                  <a:pt x="59" y="63"/>
                </a:cubicBezTo>
                <a:cubicBezTo>
                  <a:pt x="60" y="61"/>
                  <a:pt x="62" y="59"/>
                  <a:pt x="63" y="57"/>
                </a:cubicBezTo>
                <a:cubicBezTo>
                  <a:pt x="64" y="55"/>
                  <a:pt x="65" y="53"/>
                  <a:pt x="65" y="51"/>
                </a:cubicBezTo>
                <a:cubicBezTo>
                  <a:pt x="66" y="49"/>
                  <a:pt x="67" y="47"/>
                  <a:pt x="67" y="45"/>
                </a:cubicBezTo>
                <a:cubicBezTo>
                  <a:pt x="67" y="43"/>
                  <a:pt x="68" y="40"/>
                  <a:pt x="68" y="38"/>
                </a:cubicBezTo>
                <a:cubicBezTo>
                  <a:pt x="68" y="36"/>
                  <a:pt x="67" y="33"/>
                  <a:pt x="67" y="31"/>
                </a:cubicBezTo>
                <a:cubicBezTo>
                  <a:pt x="67" y="29"/>
                  <a:pt x="66" y="27"/>
                  <a:pt x="65" y="24"/>
                </a:cubicBezTo>
                <a:cubicBezTo>
                  <a:pt x="64" y="22"/>
                  <a:pt x="63" y="20"/>
                  <a:pt x="62" y="18"/>
                </a:cubicBezTo>
                <a:cubicBezTo>
                  <a:pt x="61" y="16"/>
                  <a:pt x="60" y="14"/>
                  <a:pt x="58" y="13"/>
                </a:cubicBezTo>
                <a:lnTo>
                  <a:pt x="61" y="10"/>
                </a:lnTo>
                <a:close/>
                <a:moveTo>
                  <a:pt x="71" y="0"/>
                </a:moveTo>
                <a:cubicBezTo>
                  <a:pt x="73" y="3"/>
                  <a:pt x="75" y="6"/>
                  <a:pt x="77" y="9"/>
                </a:cubicBezTo>
                <a:cubicBezTo>
                  <a:pt x="79" y="11"/>
                  <a:pt x="80" y="15"/>
                  <a:pt x="81" y="18"/>
                </a:cubicBezTo>
                <a:cubicBezTo>
                  <a:pt x="82" y="21"/>
                  <a:pt x="83" y="24"/>
                  <a:pt x="84" y="28"/>
                </a:cubicBezTo>
                <a:cubicBezTo>
                  <a:pt x="85" y="31"/>
                  <a:pt x="85" y="35"/>
                  <a:pt x="85" y="38"/>
                </a:cubicBezTo>
                <a:cubicBezTo>
                  <a:pt x="85" y="41"/>
                  <a:pt x="85" y="45"/>
                  <a:pt x="84" y="48"/>
                </a:cubicBezTo>
                <a:cubicBezTo>
                  <a:pt x="83" y="51"/>
                  <a:pt x="83" y="55"/>
                  <a:pt x="81" y="58"/>
                </a:cubicBezTo>
                <a:cubicBezTo>
                  <a:pt x="80" y="61"/>
                  <a:pt x="79" y="64"/>
                  <a:pt x="77" y="67"/>
                </a:cubicBezTo>
                <a:cubicBezTo>
                  <a:pt x="75" y="70"/>
                  <a:pt x="73" y="73"/>
                  <a:pt x="71" y="75"/>
                </a:cubicBezTo>
                <a:cubicBezTo>
                  <a:pt x="69" y="73"/>
                  <a:pt x="69" y="73"/>
                  <a:pt x="69" y="73"/>
                </a:cubicBezTo>
                <a:cubicBezTo>
                  <a:pt x="71" y="71"/>
                  <a:pt x="73" y="68"/>
                  <a:pt x="74" y="65"/>
                </a:cubicBezTo>
                <a:cubicBezTo>
                  <a:pt x="76" y="63"/>
                  <a:pt x="77" y="60"/>
                  <a:pt x="78" y="57"/>
                </a:cubicBezTo>
                <a:cubicBezTo>
                  <a:pt x="79" y="54"/>
                  <a:pt x="80" y="51"/>
                  <a:pt x="81" y="48"/>
                </a:cubicBezTo>
                <a:cubicBezTo>
                  <a:pt x="81" y="44"/>
                  <a:pt x="82" y="41"/>
                  <a:pt x="82" y="38"/>
                </a:cubicBezTo>
                <a:cubicBezTo>
                  <a:pt x="82" y="35"/>
                  <a:pt x="81" y="31"/>
                  <a:pt x="81" y="28"/>
                </a:cubicBezTo>
                <a:cubicBezTo>
                  <a:pt x="80" y="25"/>
                  <a:pt x="79" y="22"/>
                  <a:pt x="78" y="19"/>
                </a:cubicBezTo>
                <a:cubicBezTo>
                  <a:pt x="77" y="16"/>
                  <a:pt x="76" y="13"/>
                  <a:pt x="74" y="10"/>
                </a:cubicBezTo>
                <a:cubicBezTo>
                  <a:pt x="72" y="7"/>
                  <a:pt x="70" y="5"/>
                  <a:pt x="68" y="2"/>
                </a:cubicBezTo>
                <a:lnTo>
                  <a:pt x="71" y="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0" name="Freeform 142"/>
          <p:cNvSpPr>
            <a:spLocks noEditPoints="1"/>
          </p:cNvSpPr>
          <p:nvPr/>
        </p:nvSpPr>
        <p:spPr bwMode="auto">
          <a:xfrm>
            <a:off x="5580063" y="4267983"/>
            <a:ext cx="307975" cy="312738"/>
          </a:xfrm>
          <a:custGeom>
            <a:avLst/>
            <a:gdLst>
              <a:gd name="T0" fmla="*/ 65 w 82"/>
              <a:gd name="T1" fmla="*/ 41 h 83"/>
              <a:gd name="T2" fmla="*/ 65 w 82"/>
              <a:gd name="T3" fmla="*/ 43 h 83"/>
              <a:gd name="T4" fmla="*/ 57 w 82"/>
              <a:gd name="T5" fmla="*/ 62 h 83"/>
              <a:gd name="T6" fmla="*/ 38 w 82"/>
              <a:gd name="T7" fmla="*/ 70 h 83"/>
              <a:gd name="T8" fmla="*/ 35 w 82"/>
              <a:gd name="T9" fmla="*/ 70 h 83"/>
              <a:gd name="T10" fmla="*/ 5 w 82"/>
              <a:gd name="T11" fmla="*/ 79 h 83"/>
              <a:gd name="T12" fmla="*/ 12 w 82"/>
              <a:gd name="T13" fmla="*/ 49 h 83"/>
              <a:gd name="T14" fmla="*/ 11 w 82"/>
              <a:gd name="T15" fmla="*/ 43 h 83"/>
              <a:gd name="T16" fmla="*/ 19 w 82"/>
              <a:gd name="T17" fmla="*/ 25 h 83"/>
              <a:gd name="T18" fmla="*/ 38 w 82"/>
              <a:gd name="T19" fmla="*/ 17 h 83"/>
              <a:gd name="T20" fmla="*/ 43 w 82"/>
              <a:gd name="T21" fmla="*/ 17 h 83"/>
              <a:gd name="T22" fmla="*/ 82 w 82"/>
              <a:gd name="T23" fmla="*/ 23 h 83"/>
              <a:gd name="T24" fmla="*/ 31 w 82"/>
              <a:gd name="T25" fmla="*/ 69 h 83"/>
              <a:gd name="T26" fmla="*/ 20 w 82"/>
              <a:gd name="T27" fmla="*/ 63 h 83"/>
              <a:gd name="T28" fmla="*/ 13 w 82"/>
              <a:gd name="T29" fmla="*/ 52 h 83"/>
              <a:gd name="T30" fmla="*/ 7 w 82"/>
              <a:gd name="T31" fmla="*/ 76 h 83"/>
              <a:gd name="T32" fmla="*/ 38 w 82"/>
              <a:gd name="T33" fmla="*/ 67 h 83"/>
              <a:gd name="T34" fmla="*/ 55 w 82"/>
              <a:gd name="T35" fmla="*/ 60 h 83"/>
              <a:gd name="T36" fmla="*/ 62 w 82"/>
              <a:gd name="T37" fmla="*/ 43 h 83"/>
              <a:gd name="T38" fmla="*/ 55 w 82"/>
              <a:gd name="T39" fmla="*/ 27 h 83"/>
              <a:gd name="T40" fmla="*/ 38 w 82"/>
              <a:gd name="T41" fmla="*/ 20 h 83"/>
              <a:gd name="T42" fmla="*/ 21 w 82"/>
              <a:gd name="T43" fmla="*/ 27 h 83"/>
              <a:gd name="T44" fmla="*/ 14 w 82"/>
              <a:gd name="T45" fmla="*/ 43 h 83"/>
              <a:gd name="T46" fmla="*/ 21 w 82"/>
              <a:gd name="T47" fmla="*/ 60 h 83"/>
              <a:gd name="T48" fmla="*/ 38 w 82"/>
              <a:gd name="T49" fmla="*/ 67 h 83"/>
              <a:gd name="T50" fmla="*/ 48 w 82"/>
              <a:gd name="T51" fmla="*/ 52 h 83"/>
              <a:gd name="T52" fmla="*/ 36 w 82"/>
              <a:gd name="T53" fmla="*/ 44 h 83"/>
              <a:gd name="T54" fmla="*/ 39 w 82"/>
              <a:gd name="T55" fmla="*/ 26 h 83"/>
              <a:gd name="T56" fmla="*/ 60 w 82"/>
              <a:gd name="T57" fmla="*/ 5 h 83"/>
              <a:gd name="T58" fmla="*/ 53 w 82"/>
              <a:gd name="T59" fmla="*/ 21 h 83"/>
              <a:gd name="T60" fmla="*/ 61 w 82"/>
              <a:gd name="T61" fmla="*/ 31 h 83"/>
              <a:gd name="T62" fmla="*/ 78 w 82"/>
              <a:gd name="T63" fmla="*/ 2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2" h="83">
                <a:moveTo>
                  <a:pt x="82" y="23"/>
                </a:moveTo>
                <a:cubicBezTo>
                  <a:pt x="65" y="41"/>
                  <a:pt x="65" y="41"/>
                  <a:pt x="65" y="41"/>
                </a:cubicBezTo>
                <a:cubicBezTo>
                  <a:pt x="65" y="41"/>
                  <a:pt x="65" y="42"/>
                  <a:pt x="65" y="42"/>
                </a:cubicBezTo>
                <a:cubicBezTo>
                  <a:pt x="65" y="43"/>
                  <a:pt x="65" y="43"/>
                  <a:pt x="65" y="43"/>
                </a:cubicBezTo>
                <a:cubicBezTo>
                  <a:pt x="65" y="47"/>
                  <a:pt x="64" y="51"/>
                  <a:pt x="62" y="54"/>
                </a:cubicBezTo>
                <a:cubicBezTo>
                  <a:pt x="61" y="57"/>
                  <a:pt x="59" y="60"/>
                  <a:pt x="57" y="62"/>
                </a:cubicBezTo>
                <a:cubicBezTo>
                  <a:pt x="54" y="65"/>
                  <a:pt x="51" y="67"/>
                  <a:pt x="48" y="68"/>
                </a:cubicBezTo>
                <a:cubicBezTo>
                  <a:pt x="45" y="69"/>
                  <a:pt x="42" y="70"/>
                  <a:pt x="38" y="70"/>
                </a:cubicBezTo>
                <a:cubicBezTo>
                  <a:pt x="37" y="70"/>
                  <a:pt x="37" y="70"/>
                  <a:pt x="36" y="70"/>
                </a:cubicBezTo>
                <a:cubicBezTo>
                  <a:pt x="36" y="70"/>
                  <a:pt x="36" y="70"/>
                  <a:pt x="35" y="70"/>
                </a:cubicBezTo>
                <a:cubicBezTo>
                  <a:pt x="22" y="83"/>
                  <a:pt x="22" y="83"/>
                  <a:pt x="22" y="83"/>
                </a:cubicBezTo>
                <a:cubicBezTo>
                  <a:pt x="5" y="79"/>
                  <a:pt x="5" y="79"/>
                  <a:pt x="5" y="79"/>
                </a:cubicBezTo>
                <a:cubicBezTo>
                  <a:pt x="0" y="61"/>
                  <a:pt x="0" y="61"/>
                  <a:pt x="0" y="61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48"/>
                  <a:pt x="11" y="47"/>
                  <a:pt x="11" y="46"/>
                </a:cubicBezTo>
                <a:cubicBezTo>
                  <a:pt x="11" y="45"/>
                  <a:pt x="11" y="44"/>
                  <a:pt x="11" y="43"/>
                </a:cubicBezTo>
                <a:cubicBezTo>
                  <a:pt x="11" y="40"/>
                  <a:pt x="12" y="36"/>
                  <a:pt x="13" y="33"/>
                </a:cubicBezTo>
                <a:cubicBezTo>
                  <a:pt x="15" y="30"/>
                  <a:pt x="17" y="27"/>
                  <a:pt x="19" y="25"/>
                </a:cubicBezTo>
                <a:cubicBezTo>
                  <a:pt x="21" y="22"/>
                  <a:pt x="24" y="20"/>
                  <a:pt x="27" y="19"/>
                </a:cubicBezTo>
                <a:cubicBezTo>
                  <a:pt x="31" y="17"/>
                  <a:pt x="34" y="17"/>
                  <a:pt x="38" y="17"/>
                </a:cubicBezTo>
                <a:cubicBezTo>
                  <a:pt x="39" y="17"/>
                  <a:pt x="40" y="17"/>
                  <a:pt x="41" y="17"/>
                </a:cubicBezTo>
                <a:cubicBezTo>
                  <a:pt x="42" y="17"/>
                  <a:pt x="42" y="17"/>
                  <a:pt x="43" y="17"/>
                </a:cubicBezTo>
                <a:cubicBezTo>
                  <a:pt x="60" y="0"/>
                  <a:pt x="60" y="0"/>
                  <a:pt x="60" y="0"/>
                </a:cubicBezTo>
                <a:lnTo>
                  <a:pt x="82" y="23"/>
                </a:lnTo>
                <a:close/>
                <a:moveTo>
                  <a:pt x="21" y="79"/>
                </a:moveTo>
                <a:cubicBezTo>
                  <a:pt x="31" y="69"/>
                  <a:pt x="31" y="69"/>
                  <a:pt x="31" y="69"/>
                </a:cubicBezTo>
                <a:cubicBezTo>
                  <a:pt x="29" y="69"/>
                  <a:pt x="27" y="68"/>
                  <a:pt x="25" y="67"/>
                </a:cubicBezTo>
                <a:cubicBezTo>
                  <a:pt x="23" y="66"/>
                  <a:pt x="22" y="65"/>
                  <a:pt x="20" y="63"/>
                </a:cubicBezTo>
                <a:cubicBezTo>
                  <a:pt x="18" y="62"/>
                  <a:pt x="17" y="60"/>
                  <a:pt x="16" y="58"/>
                </a:cubicBezTo>
                <a:cubicBezTo>
                  <a:pt x="14" y="56"/>
                  <a:pt x="13" y="54"/>
                  <a:pt x="13" y="52"/>
                </a:cubicBezTo>
                <a:cubicBezTo>
                  <a:pt x="4" y="62"/>
                  <a:pt x="4" y="62"/>
                  <a:pt x="4" y="62"/>
                </a:cubicBezTo>
                <a:cubicBezTo>
                  <a:pt x="7" y="76"/>
                  <a:pt x="7" y="76"/>
                  <a:pt x="7" y="76"/>
                </a:cubicBezTo>
                <a:lnTo>
                  <a:pt x="21" y="79"/>
                </a:lnTo>
                <a:close/>
                <a:moveTo>
                  <a:pt x="38" y="67"/>
                </a:moveTo>
                <a:cubicBezTo>
                  <a:pt x="41" y="67"/>
                  <a:pt x="44" y="66"/>
                  <a:pt x="47" y="65"/>
                </a:cubicBezTo>
                <a:cubicBezTo>
                  <a:pt x="50" y="64"/>
                  <a:pt x="52" y="62"/>
                  <a:pt x="55" y="60"/>
                </a:cubicBezTo>
                <a:cubicBezTo>
                  <a:pt x="57" y="58"/>
                  <a:pt x="58" y="55"/>
                  <a:pt x="60" y="53"/>
                </a:cubicBezTo>
                <a:cubicBezTo>
                  <a:pt x="61" y="50"/>
                  <a:pt x="62" y="47"/>
                  <a:pt x="62" y="43"/>
                </a:cubicBezTo>
                <a:cubicBezTo>
                  <a:pt x="62" y="40"/>
                  <a:pt x="61" y="37"/>
                  <a:pt x="60" y="34"/>
                </a:cubicBezTo>
                <a:cubicBezTo>
                  <a:pt x="58" y="31"/>
                  <a:pt x="57" y="29"/>
                  <a:pt x="55" y="27"/>
                </a:cubicBezTo>
                <a:cubicBezTo>
                  <a:pt x="52" y="25"/>
                  <a:pt x="50" y="23"/>
                  <a:pt x="47" y="22"/>
                </a:cubicBezTo>
                <a:cubicBezTo>
                  <a:pt x="44" y="21"/>
                  <a:pt x="41" y="20"/>
                  <a:pt x="38" y="20"/>
                </a:cubicBezTo>
                <a:cubicBezTo>
                  <a:pt x="35" y="20"/>
                  <a:pt x="32" y="21"/>
                  <a:pt x="29" y="22"/>
                </a:cubicBezTo>
                <a:cubicBezTo>
                  <a:pt x="26" y="23"/>
                  <a:pt x="23" y="25"/>
                  <a:pt x="21" y="27"/>
                </a:cubicBezTo>
                <a:cubicBezTo>
                  <a:pt x="19" y="29"/>
                  <a:pt x="17" y="31"/>
                  <a:pt x="16" y="34"/>
                </a:cubicBezTo>
                <a:cubicBezTo>
                  <a:pt x="15" y="37"/>
                  <a:pt x="14" y="40"/>
                  <a:pt x="14" y="43"/>
                </a:cubicBezTo>
                <a:cubicBezTo>
                  <a:pt x="14" y="47"/>
                  <a:pt x="15" y="50"/>
                  <a:pt x="16" y="53"/>
                </a:cubicBezTo>
                <a:cubicBezTo>
                  <a:pt x="17" y="55"/>
                  <a:pt x="19" y="58"/>
                  <a:pt x="21" y="60"/>
                </a:cubicBezTo>
                <a:cubicBezTo>
                  <a:pt x="23" y="62"/>
                  <a:pt x="26" y="64"/>
                  <a:pt x="29" y="65"/>
                </a:cubicBezTo>
                <a:cubicBezTo>
                  <a:pt x="32" y="66"/>
                  <a:pt x="35" y="67"/>
                  <a:pt x="38" y="67"/>
                </a:cubicBezTo>
                <a:close/>
                <a:moveTo>
                  <a:pt x="39" y="43"/>
                </a:moveTo>
                <a:cubicBezTo>
                  <a:pt x="48" y="52"/>
                  <a:pt x="48" y="52"/>
                  <a:pt x="48" y="52"/>
                </a:cubicBezTo>
                <a:cubicBezTo>
                  <a:pt x="46" y="54"/>
                  <a:pt x="46" y="54"/>
                  <a:pt x="46" y="54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26"/>
                  <a:pt x="36" y="26"/>
                  <a:pt x="36" y="26"/>
                </a:cubicBezTo>
                <a:cubicBezTo>
                  <a:pt x="39" y="26"/>
                  <a:pt x="39" y="26"/>
                  <a:pt x="39" y="26"/>
                </a:cubicBezTo>
                <a:lnTo>
                  <a:pt x="39" y="43"/>
                </a:lnTo>
                <a:close/>
                <a:moveTo>
                  <a:pt x="60" y="5"/>
                </a:moveTo>
                <a:cubicBezTo>
                  <a:pt x="47" y="18"/>
                  <a:pt x="47" y="18"/>
                  <a:pt x="47" y="18"/>
                </a:cubicBezTo>
                <a:cubicBezTo>
                  <a:pt x="49" y="19"/>
                  <a:pt x="51" y="20"/>
                  <a:pt x="53" y="21"/>
                </a:cubicBezTo>
                <a:cubicBezTo>
                  <a:pt x="54" y="22"/>
                  <a:pt x="56" y="24"/>
                  <a:pt x="58" y="25"/>
                </a:cubicBezTo>
                <a:cubicBezTo>
                  <a:pt x="59" y="27"/>
                  <a:pt x="60" y="29"/>
                  <a:pt x="61" y="31"/>
                </a:cubicBezTo>
                <a:cubicBezTo>
                  <a:pt x="62" y="33"/>
                  <a:pt x="63" y="35"/>
                  <a:pt x="64" y="37"/>
                </a:cubicBezTo>
                <a:cubicBezTo>
                  <a:pt x="78" y="23"/>
                  <a:pt x="78" y="23"/>
                  <a:pt x="78" y="23"/>
                </a:cubicBezTo>
                <a:lnTo>
                  <a:pt x="60" y="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1" name="Freeform 143"/>
          <p:cNvSpPr>
            <a:spLocks noEditPoints="1"/>
          </p:cNvSpPr>
          <p:nvPr/>
        </p:nvSpPr>
        <p:spPr bwMode="auto">
          <a:xfrm>
            <a:off x="6069013" y="4275921"/>
            <a:ext cx="307975" cy="296863"/>
          </a:xfrm>
          <a:custGeom>
            <a:avLst/>
            <a:gdLst>
              <a:gd name="T0" fmla="*/ 82 w 82"/>
              <a:gd name="T1" fmla="*/ 79 h 79"/>
              <a:gd name="T2" fmla="*/ 35 w 82"/>
              <a:gd name="T3" fmla="*/ 10 h 79"/>
              <a:gd name="T4" fmla="*/ 48 w 82"/>
              <a:gd name="T5" fmla="*/ 10 h 79"/>
              <a:gd name="T6" fmla="*/ 35 w 82"/>
              <a:gd name="T7" fmla="*/ 19 h 79"/>
              <a:gd name="T8" fmla="*/ 4 w 82"/>
              <a:gd name="T9" fmla="*/ 76 h 79"/>
              <a:gd name="T10" fmla="*/ 4 w 82"/>
              <a:gd name="T11" fmla="*/ 22 h 79"/>
              <a:gd name="T12" fmla="*/ 49 w 82"/>
              <a:gd name="T13" fmla="*/ 63 h 79"/>
              <a:gd name="T14" fmla="*/ 49 w 82"/>
              <a:gd name="T15" fmla="*/ 66 h 79"/>
              <a:gd name="T16" fmla="*/ 46 w 82"/>
              <a:gd name="T17" fmla="*/ 65 h 79"/>
              <a:gd name="T18" fmla="*/ 38 w 82"/>
              <a:gd name="T19" fmla="*/ 62 h 79"/>
              <a:gd name="T20" fmla="*/ 32 w 82"/>
              <a:gd name="T21" fmla="*/ 57 h 79"/>
              <a:gd name="T22" fmla="*/ 34 w 82"/>
              <a:gd name="T23" fmla="*/ 51 h 79"/>
              <a:gd name="T24" fmla="*/ 35 w 82"/>
              <a:gd name="T25" fmla="*/ 48 h 79"/>
              <a:gd name="T26" fmla="*/ 36 w 82"/>
              <a:gd name="T27" fmla="*/ 44 h 79"/>
              <a:gd name="T28" fmla="*/ 36 w 82"/>
              <a:gd name="T29" fmla="*/ 41 h 79"/>
              <a:gd name="T30" fmla="*/ 35 w 82"/>
              <a:gd name="T31" fmla="*/ 34 h 79"/>
              <a:gd name="T32" fmla="*/ 28 w 82"/>
              <a:gd name="T33" fmla="*/ 32 h 79"/>
              <a:gd name="T34" fmla="*/ 23 w 82"/>
              <a:gd name="T35" fmla="*/ 36 h 79"/>
              <a:gd name="T36" fmla="*/ 23 w 82"/>
              <a:gd name="T37" fmla="*/ 43 h 79"/>
              <a:gd name="T38" fmla="*/ 23 w 82"/>
              <a:gd name="T39" fmla="*/ 46 h 79"/>
              <a:gd name="T40" fmla="*/ 25 w 82"/>
              <a:gd name="T41" fmla="*/ 50 h 79"/>
              <a:gd name="T42" fmla="*/ 26 w 82"/>
              <a:gd name="T43" fmla="*/ 55 h 79"/>
              <a:gd name="T44" fmla="*/ 24 w 82"/>
              <a:gd name="T45" fmla="*/ 61 h 79"/>
              <a:gd name="T46" fmla="*/ 15 w 82"/>
              <a:gd name="T47" fmla="*/ 64 h 79"/>
              <a:gd name="T48" fmla="*/ 13 w 82"/>
              <a:gd name="T49" fmla="*/ 66 h 79"/>
              <a:gd name="T50" fmla="*/ 10 w 82"/>
              <a:gd name="T51" fmla="*/ 65 h 79"/>
              <a:gd name="T52" fmla="*/ 14 w 82"/>
              <a:gd name="T53" fmla="*/ 61 h 79"/>
              <a:gd name="T54" fmla="*/ 23 w 82"/>
              <a:gd name="T55" fmla="*/ 58 h 79"/>
              <a:gd name="T56" fmla="*/ 23 w 82"/>
              <a:gd name="T57" fmla="*/ 55 h 79"/>
              <a:gd name="T58" fmla="*/ 22 w 82"/>
              <a:gd name="T59" fmla="*/ 50 h 79"/>
              <a:gd name="T60" fmla="*/ 20 w 82"/>
              <a:gd name="T61" fmla="*/ 44 h 79"/>
              <a:gd name="T62" fmla="*/ 20 w 82"/>
              <a:gd name="T63" fmla="*/ 41 h 79"/>
              <a:gd name="T64" fmla="*/ 21 w 82"/>
              <a:gd name="T65" fmla="*/ 32 h 79"/>
              <a:gd name="T66" fmla="*/ 30 w 82"/>
              <a:gd name="T67" fmla="*/ 29 h 79"/>
              <a:gd name="T68" fmla="*/ 39 w 82"/>
              <a:gd name="T69" fmla="*/ 35 h 79"/>
              <a:gd name="T70" fmla="*/ 39 w 82"/>
              <a:gd name="T71" fmla="*/ 43 h 79"/>
              <a:gd name="T72" fmla="*/ 39 w 82"/>
              <a:gd name="T73" fmla="*/ 46 h 79"/>
              <a:gd name="T74" fmla="*/ 37 w 82"/>
              <a:gd name="T75" fmla="*/ 52 h 79"/>
              <a:gd name="T76" fmla="*/ 35 w 82"/>
              <a:gd name="T77" fmla="*/ 57 h 79"/>
              <a:gd name="T78" fmla="*/ 39 w 82"/>
              <a:gd name="T79" fmla="*/ 59 h 79"/>
              <a:gd name="T80" fmla="*/ 47 w 82"/>
              <a:gd name="T81" fmla="*/ 62 h 79"/>
              <a:gd name="T82" fmla="*/ 44 w 82"/>
              <a:gd name="T83" fmla="*/ 19 h 79"/>
              <a:gd name="T84" fmla="*/ 79 w 82"/>
              <a:gd name="T85" fmla="*/ 13 h 79"/>
              <a:gd name="T86" fmla="*/ 79 w 82"/>
              <a:gd name="T87" fmla="*/ 19 h 79"/>
              <a:gd name="T88" fmla="*/ 51 w 82"/>
              <a:gd name="T89" fmla="*/ 32 h 79"/>
              <a:gd name="T90" fmla="*/ 51 w 82"/>
              <a:gd name="T91" fmla="*/ 29 h 79"/>
              <a:gd name="T92" fmla="*/ 66 w 82"/>
              <a:gd name="T93" fmla="*/ 41 h 79"/>
              <a:gd name="T94" fmla="*/ 51 w 82"/>
              <a:gd name="T95" fmla="*/ 48 h 79"/>
              <a:gd name="T96" fmla="*/ 73 w 82"/>
              <a:gd name="T97" fmla="*/ 4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79">
                <a:moveTo>
                  <a:pt x="48" y="10"/>
                </a:moveTo>
                <a:cubicBezTo>
                  <a:pt x="82" y="10"/>
                  <a:pt x="82" y="10"/>
                  <a:pt x="82" y="10"/>
                </a:cubicBezTo>
                <a:cubicBezTo>
                  <a:pt x="82" y="79"/>
                  <a:pt x="82" y="79"/>
                  <a:pt x="82" y="79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10"/>
                  <a:pt x="0" y="10"/>
                  <a:pt x="0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0"/>
                  <a:pt x="35" y="0"/>
                  <a:pt x="35" y="0"/>
                </a:cubicBezTo>
                <a:cubicBezTo>
                  <a:pt x="48" y="0"/>
                  <a:pt x="48" y="0"/>
                  <a:pt x="48" y="0"/>
                </a:cubicBezTo>
                <a:lnTo>
                  <a:pt x="48" y="10"/>
                </a:lnTo>
                <a:close/>
                <a:moveTo>
                  <a:pt x="4" y="13"/>
                </a:moveTo>
                <a:cubicBezTo>
                  <a:pt x="4" y="19"/>
                  <a:pt x="4" y="19"/>
                  <a:pt x="4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3"/>
                  <a:pt x="35" y="13"/>
                  <a:pt x="35" y="13"/>
                </a:cubicBezTo>
                <a:lnTo>
                  <a:pt x="4" y="13"/>
                </a:lnTo>
                <a:close/>
                <a:moveTo>
                  <a:pt x="4" y="76"/>
                </a:moveTo>
                <a:cubicBezTo>
                  <a:pt x="79" y="76"/>
                  <a:pt x="79" y="76"/>
                  <a:pt x="79" y="76"/>
                </a:cubicBezTo>
                <a:cubicBezTo>
                  <a:pt x="79" y="22"/>
                  <a:pt x="79" y="22"/>
                  <a:pt x="79" y="22"/>
                </a:cubicBezTo>
                <a:cubicBezTo>
                  <a:pt x="4" y="22"/>
                  <a:pt x="4" y="22"/>
                  <a:pt x="4" y="22"/>
                </a:cubicBezTo>
                <a:lnTo>
                  <a:pt x="4" y="76"/>
                </a:lnTo>
                <a:close/>
                <a:moveTo>
                  <a:pt x="47" y="62"/>
                </a:moveTo>
                <a:cubicBezTo>
                  <a:pt x="48" y="62"/>
                  <a:pt x="48" y="63"/>
                  <a:pt x="49" y="63"/>
                </a:cubicBezTo>
                <a:cubicBezTo>
                  <a:pt x="49" y="64"/>
                  <a:pt x="49" y="64"/>
                  <a:pt x="49" y="65"/>
                </a:cubicBezTo>
                <a:cubicBezTo>
                  <a:pt x="49" y="65"/>
                  <a:pt x="49" y="65"/>
                  <a:pt x="49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46" y="66"/>
                  <a:pt x="46" y="66"/>
                  <a:pt x="46" y="66"/>
                </a:cubicBezTo>
                <a:cubicBezTo>
                  <a:pt x="46" y="65"/>
                  <a:pt x="46" y="65"/>
                  <a:pt x="46" y="65"/>
                </a:cubicBezTo>
                <a:cubicBezTo>
                  <a:pt x="46" y="65"/>
                  <a:pt x="46" y="65"/>
                  <a:pt x="46" y="65"/>
                </a:cubicBezTo>
                <a:cubicBezTo>
                  <a:pt x="45" y="65"/>
                  <a:pt x="44" y="64"/>
                  <a:pt x="43" y="64"/>
                </a:cubicBezTo>
                <a:cubicBezTo>
                  <a:pt x="42" y="64"/>
                  <a:pt x="41" y="63"/>
                  <a:pt x="40" y="63"/>
                </a:cubicBezTo>
                <a:cubicBezTo>
                  <a:pt x="39" y="63"/>
                  <a:pt x="38" y="62"/>
                  <a:pt x="38" y="62"/>
                </a:cubicBezTo>
                <a:cubicBezTo>
                  <a:pt x="37" y="62"/>
                  <a:pt x="36" y="61"/>
                  <a:pt x="35" y="61"/>
                </a:cubicBezTo>
                <a:cubicBezTo>
                  <a:pt x="34" y="61"/>
                  <a:pt x="33" y="60"/>
                  <a:pt x="33" y="59"/>
                </a:cubicBezTo>
                <a:cubicBezTo>
                  <a:pt x="32" y="58"/>
                  <a:pt x="32" y="57"/>
                  <a:pt x="32" y="57"/>
                </a:cubicBezTo>
                <a:cubicBezTo>
                  <a:pt x="32" y="56"/>
                  <a:pt x="32" y="55"/>
                  <a:pt x="33" y="55"/>
                </a:cubicBezTo>
                <a:cubicBezTo>
                  <a:pt x="33" y="54"/>
                  <a:pt x="33" y="53"/>
                  <a:pt x="33" y="53"/>
                </a:cubicBezTo>
                <a:cubicBezTo>
                  <a:pt x="34" y="52"/>
                  <a:pt x="34" y="52"/>
                  <a:pt x="34" y="51"/>
                </a:cubicBezTo>
                <a:cubicBezTo>
                  <a:pt x="34" y="51"/>
                  <a:pt x="34" y="50"/>
                  <a:pt x="34" y="50"/>
                </a:cubicBezTo>
                <a:cubicBezTo>
                  <a:pt x="34" y="49"/>
                  <a:pt x="34" y="49"/>
                  <a:pt x="34" y="49"/>
                </a:cubicBezTo>
                <a:cubicBezTo>
                  <a:pt x="35" y="48"/>
                  <a:pt x="35" y="48"/>
                  <a:pt x="35" y="48"/>
                </a:cubicBezTo>
                <a:cubicBezTo>
                  <a:pt x="35" y="47"/>
                  <a:pt x="36" y="47"/>
                  <a:pt x="36" y="46"/>
                </a:cubicBezTo>
                <a:cubicBezTo>
                  <a:pt x="36" y="45"/>
                  <a:pt x="36" y="45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2"/>
                  <a:pt x="36" y="41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7"/>
                  <a:pt x="36" y="37"/>
                  <a:pt x="36" y="36"/>
                </a:cubicBezTo>
                <a:cubicBezTo>
                  <a:pt x="36" y="35"/>
                  <a:pt x="36" y="35"/>
                  <a:pt x="35" y="34"/>
                </a:cubicBezTo>
                <a:cubicBezTo>
                  <a:pt x="35" y="33"/>
                  <a:pt x="34" y="33"/>
                  <a:pt x="33" y="32"/>
                </a:cubicBezTo>
                <a:cubicBezTo>
                  <a:pt x="32" y="32"/>
                  <a:pt x="31" y="32"/>
                  <a:pt x="30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7" y="32"/>
                  <a:pt x="27" y="32"/>
                  <a:pt x="26" y="32"/>
                </a:cubicBezTo>
                <a:cubicBezTo>
                  <a:pt x="25" y="33"/>
                  <a:pt x="24" y="33"/>
                  <a:pt x="24" y="34"/>
                </a:cubicBezTo>
                <a:cubicBezTo>
                  <a:pt x="23" y="35"/>
                  <a:pt x="23" y="35"/>
                  <a:pt x="23" y="36"/>
                </a:cubicBezTo>
                <a:cubicBezTo>
                  <a:pt x="23" y="37"/>
                  <a:pt x="23" y="37"/>
                  <a:pt x="23" y="38"/>
                </a:cubicBezTo>
                <a:cubicBezTo>
                  <a:pt x="23" y="38"/>
                  <a:pt x="23" y="39"/>
                  <a:pt x="23" y="41"/>
                </a:cubicBezTo>
                <a:cubicBezTo>
                  <a:pt x="23" y="42"/>
                  <a:pt x="23" y="43"/>
                  <a:pt x="23" y="43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5"/>
                  <a:pt x="23" y="45"/>
                  <a:pt x="23" y="46"/>
                </a:cubicBezTo>
                <a:cubicBezTo>
                  <a:pt x="23" y="47"/>
                  <a:pt x="23" y="47"/>
                  <a:pt x="24" y="48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1"/>
                  <a:pt x="25" y="51"/>
                </a:cubicBezTo>
                <a:cubicBezTo>
                  <a:pt x="25" y="52"/>
                  <a:pt x="25" y="52"/>
                  <a:pt x="25" y="53"/>
                </a:cubicBezTo>
                <a:cubicBezTo>
                  <a:pt x="26" y="53"/>
                  <a:pt x="26" y="54"/>
                  <a:pt x="26" y="55"/>
                </a:cubicBezTo>
                <a:cubicBezTo>
                  <a:pt x="26" y="55"/>
                  <a:pt x="26" y="56"/>
                  <a:pt x="26" y="57"/>
                </a:cubicBezTo>
                <a:cubicBezTo>
                  <a:pt x="26" y="57"/>
                  <a:pt x="26" y="58"/>
                  <a:pt x="26" y="59"/>
                </a:cubicBezTo>
                <a:cubicBezTo>
                  <a:pt x="26" y="60"/>
                  <a:pt x="25" y="61"/>
                  <a:pt x="24" y="61"/>
                </a:cubicBezTo>
                <a:cubicBezTo>
                  <a:pt x="23" y="61"/>
                  <a:pt x="22" y="62"/>
                  <a:pt x="21" y="62"/>
                </a:cubicBezTo>
                <a:cubicBezTo>
                  <a:pt x="20" y="62"/>
                  <a:pt x="19" y="63"/>
                  <a:pt x="18" y="63"/>
                </a:cubicBezTo>
                <a:cubicBezTo>
                  <a:pt x="17" y="63"/>
                  <a:pt x="16" y="64"/>
                  <a:pt x="15" y="64"/>
                </a:cubicBezTo>
                <a:cubicBezTo>
                  <a:pt x="14" y="64"/>
                  <a:pt x="14" y="65"/>
                  <a:pt x="13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6"/>
                  <a:pt x="13" y="66"/>
                  <a:pt x="13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0" y="65"/>
                  <a:pt x="10" y="65"/>
                  <a:pt x="10" y="65"/>
                </a:cubicBezTo>
                <a:cubicBezTo>
                  <a:pt x="10" y="64"/>
                  <a:pt x="10" y="64"/>
                  <a:pt x="10" y="63"/>
                </a:cubicBezTo>
                <a:cubicBezTo>
                  <a:pt x="10" y="63"/>
                  <a:pt x="11" y="62"/>
                  <a:pt x="12" y="62"/>
                </a:cubicBezTo>
                <a:cubicBezTo>
                  <a:pt x="12" y="62"/>
                  <a:pt x="13" y="61"/>
                  <a:pt x="14" y="61"/>
                </a:cubicBezTo>
                <a:cubicBezTo>
                  <a:pt x="15" y="61"/>
                  <a:pt x="16" y="60"/>
                  <a:pt x="17" y="60"/>
                </a:cubicBezTo>
                <a:cubicBezTo>
                  <a:pt x="18" y="60"/>
                  <a:pt x="19" y="59"/>
                  <a:pt x="20" y="59"/>
                </a:cubicBezTo>
                <a:cubicBezTo>
                  <a:pt x="21" y="59"/>
                  <a:pt x="22" y="58"/>
                  <a:pt x="23" y="58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58"/>
                  <a:pt x="23" y="57"/>
                  <a:pt x="23" y="57"/>
                </a:cubicBezTo>
                <a:cubicBezTo>
                  <a:pt x="23" y="56"/>
                  <a:pt x="23" y="56"/>
                  <a:pt x="23" y="55"/>
                </a:cubicBezTo>
                <a:cubicBezTo>
                  <a:pt x="23" y="55"/>
                  <a:pt x="23" y="54"/>
                  <a:pt x="23" y="54"/>
                </a:cubicBezTo>
                <a:cubicBezTo>
                  <a:pt x="22" y="54"/>
                  <a:pt x="22" y="53"/>
                  <a:pt x="22" y="52"/>
                </a:cubicBezTo>
                <a:cubicBezTo>
                  <a:pt x="22" y="52"/>
                  <a:pt x="22" y="51"/>
                  <a:pt x="22" y="50"/>
                </a:cubicBezTo>
                <a:cubicBezTo>
                  <a:pt x="21" y="50"/>
                  <a:pt x="21" y="49"/>
                  <a:pt x="21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5"/>
                  <a:pt x="19" y="45"/>
                  <a:pt x="20" y="44"/>
                </a:cubicBezTo>
                <a:cubicBezTo>
                  <a:pt x="20" y="44"/>
                  <a:pt x="20" y="43"/>
                  <a:pt x="20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1"/>
                </a:cubicBezTo>
                <a:cubicBezTo>
                  <a:pt x="20" y="40"/>
                  <a:pt x="20" y="39"/>
                  <a:pt x="20" y="38"/>
                </a:cubicBezTo>
                <a:cubicBezTo>
                  <a:pt x="20" y="38"/>
                  <a:pt x="20" y="37"/>
                  <a:pt x="20" y="35"/>
                </a:cubicBezTo>
                <a:cubicBezTo>
                  <a:pt x="20" y="34"/>
                  <a:pt x="20" y="33"/>
                  <a:pt x="21" y="32"/>
                </a:cubicBezTo>
                <a:cubicBezTo>
                  <a:pt x="22" y="31"/>
                  <a:pt x="23" y="31"/>
                  <a:pt x="24" y="30"/>
                </a:cubicBezTo>
                <a:cubicBezTo>
                  <a:pt x="25" y="29"/>
                  <a:pt x="26" y="29"/>
                  <a:pt x="28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2" y="29"/>
                  <a:pt x="34" y="29"/>
                  <a:pt x="35" y="30"/>
                </a:cubicBezTo>
                <a:cubicBezTo>
                  <a:pt x="36" y="31"/>
                  <a:pt x="37" y="31"/>
                  <a:pt x="37" y="32"/>
                </a:cubicBezTo>
                <a:cubicBezTo>
                  <a:pt x="38" y="33"/>
                  <a:pt x="39" y="34"/>
                  <a:pt x="39" y="35"/>
                </a:cubicBezTo>
                <a:cubicBezTo>
                  <a:pt x="39" y="37"/>
                  <a:pt x="39" y="38"/>
                  <a:pt x="39" y="38"/>
                </a:cubicBezTo>
                <a:cubicBezTo>
                  <a:pt x="39" y="39"/>
                  <a:pt x="39" y="40"/>
                  <a:pt x="39" y="41"/>
                </a:cubicBezTo>
                <a:cubicBezTo>
                  <a:pt x="39" y="42"/>
                  <a:pt x="39" y="43"/>
                  <a:pt x="39" y="43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3"/>
                  <a:pt x="39" y="44"/>
                  <a:pt x="39" y="44"/>
                </a:cubicBezTo>
                <a:cubicBezTo>
                  <a:pt x="39" y="45"/>
                  <a:pt x="39" y="45"/>
                  <a:pt x="39" y="46"/>
                </a:cubicBezTo>
                <a:cubicBezTo>
                  <a:pt x="39" y="47"/>
                  <a:pt x="38" y="48"/>
                  <a:pt x="38" y="49"/>
                </a:cubicBezTo>
                <a:cubicBezTo>
                  <a:pt x="38" y="49"/>
                  <a:pt x="38" y="50"/>
                  <a:pt x="37" y="50"/>
                </a:cubicBezTo>
                <a:cubicBezTo>
                  <a:pt x="37" y="51"/>
                  <a:pt x="37" y="52"/>
                  <a:pt x="37" y="52"/>
                </a:cubicBezTo>
                <a:cubicBezTo>
                  <a:pt x="37" y="53"/>
                  <a:pt x="36" y="54"/>
                  <a:pt x="36" y="54"/>
                </a:cubicBezTo>
                <a:cubicBezTo>
                  <a:pt x="36" y="54"/>
                  <a:pt x="36" y="55"/>
                  <a:pt x="36" y="55"/>
                </a:cubicBezTo>
                <a:cubicBezTo>
                  <a:pt x="35" y="56"/>
                  <a:pt x="35" y="56"/>
                  <a:pt x="35" y="57"/>
                </a:cubicBezTo>
                <a:cubicBezTo>
                  <a:pt x="35" y="57"/>
                  <a:pt x="35" y="58"/>
                  <a:pt x="35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7" y="58"/>
                  <a:pt x="38" y="59"/>
                  <a:pt x="39" y="59"/>
                </a:cubicBezTo>
                <a:cubicBezTo>
                  <a:pt x="40" y="59"/>
                  <a:pt x="41" y="60"/>
                  <a:pt x="42" y="60"/>
                </a:cubicBezTo>
                <a:cubicBezTo>
                  <a:pt x="43" y="60"/>
                  <a:pt x="44" y="61"/>
                  <a:pt x="44" y="61"/>
                </a:cubicBezTo>
                <a:cubicBezTo>
                  <a:pt x="45" y="61"/>
                  <a:pt x="46" y="62"/>
                  <a:pt x="47" y="62"/>
                </a:cubicBezTo>
                <a:close/>
                <a:moveTo>
                  <a:pt x="38" y="3"/>
                </a:moveTo>
                <a:cubicBezTo>
                  <a:pt x="38" y="19"/>
                  <a:pt x="38" y="19"/>
                  <a:pt x="38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3"/>
                  <a:pt x="44" y="3"/>
                  <a:pt x="44" y="3"/>
                </a:cubicBezTo>
                <a:lnTo>
                  <a:pt x="38" y="3"/>
                </a:lnTo>
                <a:close/>
                <a:moveTo>
                  <a:pt x="79" y="13"/>
                </a:moveTo>
                <a:cubicBezTo>
                  <a:pt x="48" y="13"/>
                  <a:pt x="48" y="13"/>
                  <a:pt x="48" y="13"/>
                </a:cubicBezTo>
                <a:cubicBezTo>
                  <a:pt x="48" y="19"/>
                  <a:pt x="48" y="19"/>
                  <a:pt x="48" y="19"/>
                </a:cubicBezTo>
                <a:cubicBezTo>
                  <a:pt x="79" y="19"/>
                  <a:pt x="79" y="19"/>
                  <a:pt x="79" y="19"/>
                </a:cubicBezTo>
                <a:lnTo>
                  <a:pt x="79" y="13"/>
                </a:lnTo>
                <a:close/>
                <a:moveTo>
                  <a:pt x="51" y="29"/>
                </a:moveTo>
                <a:cubicBezTo>
                  <a:pt x="51" y="32"/>
                  <a:pt x="51" y="32"/>
                  <a:pt x="51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29"/>
                  <a:pt x="73" y="29"/>
                  <a:pt x="73" y="29"/>
                </a:cubicBezTo>
                <a:lnTo>
                  <a:pt x="51" y="29"/>
                </a:lnTo>
                <a:close/>
                <a:moveTo>
                  <a:pt x="51" y="38"/>
                </a:moveTo>
                <a:cubicBezTo>
                  <a:pt x="51" y="41"/>
                  <a:pt x="51" y="41"/>
                  <a:pt x="51" y="41"/>
                </a:cubicBezTo>
                <a:cubicBezTo>
                  <a:pt x="66" y="41"/>
                  <a:pt x="66" y="41"/>
                  <a:pt x="66" y="41"/>
                </a:cubicBezTo>
                <a:cubicBezTo>
                  <a:pt x="66" y="38"/>
                  <a:pt x="66" y="38"/>
                  <a:pt x="66" y="38"/>
                </a:cubicBezTo>
                <a:lnTo>
                  <a:pt x="51" y="38"/>
                </a:lnTo>
                <a:close/>
                <a:moveTo>
                  <a:pt x="51" y="48"/>
                </a:moveTo>
                <a:cubicBezTo>
                  <a:pt x="51" y="51"/>
                  <a:pt x="51" y="51"/>
                  <a:pt x="51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48"/>
                  <a:pt x="73" y="48"/>
                  <a:pt x="73" y="48"/>
                </a:cubicBezTo>
                <a:lnTo>
                  <a:pt x="51" y="4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2" name="Freeform 144"/>
          <p:cNvSpPr>
            <a:spLocks noEditPoints="1"/>
          </p:cNvSpPr>
          <p:nvPr/>
        </p:nvSpPr>
        <p:spPr bwMode="auto">
          <a:xfrm>
            <a:off x="6556375" y="4261633"/>
            <a:ext cx="214313" cy="330200"/>
          </a:xfrm>
          <a:custGeom>
            <a:avLst/>
            <a:gdLst>
              <a:gd name="T0" fmla="*/ 48 w 57"/>
              <a:gd name="T1" fmla="*/ 38 h 88"/>
              <a:gd name="T2" fmla="*/ 56 w 57"/>
              <a:gd name="T3" fmla="*/ 51 h 88"/>
              <a:gd name="T4" fmla="*/ 55 w 57"/>
              <a:gd name="T5" fmla="*/ 70 h 88"/>
              <a:gd name="T6" fmla="*/ 40 w 57"/>
              <a:gd name="T7" fmla="*/ 85 h 88"/>
              <a:gd name="T8" fmla="*/ 18 w 57"/>
              <a:gd name="T9" fmla="*/ 85 h 88"/>
              <a:gd name="T10" fmla="*/ 3 w 57"/>
              <a:gd name="T11" fmla="*/ 70 h 88"/>
              <a:gd name="T12" fmla="*/ 1 w 57"/>
              <a:gd name="T13" fmla="*/ 51 h 88"/>
              <a:gd name="T14" fmla="*/ 10 w 57"/>
              <a:gd name="T15" fmla="*/ 38 h 88"/>
              <a:gd name="T16" fmla="*/ 14 w 57"/>
              <a:gd name="T17" fmla="*/ 29 h 88"/>
              <a:gd name="T18" fmla="*/ 9 w 57"/>
              <a:gd name="T19" fmla="*/ 16 h 88"/>
              <a:gd name="T20" fmla="*/ 8 w 57"/>
              <a:gd name="T21" fmla="*/ 0 h 88"/>
              <a:gd name="T22" fmla="*/ 49 w 57"/>
              <a:gd name="T23" fmla="*/ 12 h 88"/>
              <a:gd name="T24" fmla="*/ 46 w 57"/>
              <a:gd name="T25" fmla="*/ 22 h 88"/>
              <a:gd name="T26" fmla="*/ 41 w 57"/>
              <a:gd name="T27" fmla="*/ 34 h 88"/>
              <a:gd name="T28" fmla="*/ 38 w 57"/>
              <a:gd name="T29" fmla="*/ 83 h 88"/>
              <a:gd name="T30" fmla="*/ 52 w 57"/>
              <a:gd name="T31" fmla="*/ 69 h 88"/>
              <a:gd name="T32" fmla="*/ 52 w 57"/>
              <a:gd name="T33" fmla="*/ 50 h 88"/>
              <a:gd name="T34" fmla="*/ 38 w 57"/>
              <a:gd name="T35" fmla="*/ 36 h 88"/>
              <a:gd name="T36" fmla="*/ 19 w 57"/>
              <a:gd name="T37" fmla="*/ 36 h 88"/>
              <a:gd name="T38" fmla="*/ 5 w 57"/>
              <a:gd name="T39" fmla="*/ 50 h 88"/>
              <a:gd name="T40" fmla="*/ 5 w 57"/>
              <a:gd name="T41" fmla="*/ 69 h 88"/>
              <a:gd name="T42" fmla="*/ 19 w 57"/>
              <a:gd name="T43" fmla="*/ 83 h 88"/>
              <a:gd name="T44" fmla="*/ 29 w 57"/>
              <a:gd name="T45" fmla="*/ 40 h 88"/>
              <a:gd name="T46" fmla="*/ 42 w 57"/>
              <a:gd name="T47" fmla="*/ 46 h 88"/>
              <a:gd name="T48" fmla="*/ 48 w 57"/>
              <a:gd name="T49" fmla="*/ 59 h 88"/>
              <a:gd name="T50" fmla="*/ 42 w 57"/>
              <a:gd name="T51" fmla="*/ 73 h 88"/>
              <a:gd name="T52" fmla="*/ 29 w 57"/>
              <a:gd name="T53" fmla="*/ 78 h 88"/>
              <a:gd name="T54" fmla="*/ 15 w 57"/>
              <a:gd name="T55" fmla="*/ 73 h 88"/>
              <a:gd name="T56" fmla="*/ 10 w 57"/>
              <a:gd name="T57" fmla="*/ 59 h 88"/>
              <a:gd name="T58" fmla="*/ 15 w 57"/>
              <a:gd name="T59" fmla="*/ 46 h 88"/>
              <a:gd name="T60" fmla="*/ 29 w 57"/>
              <a:gd name="T61" fmla="*/ 40 h 88"/>
              <a:gd name="T62" fmla="*/ 14 w 57"/>
              <a:gd name="T63" fmla="*/ 20 h 88"/>
              <a:gd name="T64" fmla="*/ 21 w 57"/>
              <a:gd name="T65" fmla="*/ 32 h 88"/>
              <a:gd name="T66" fmla="*/ 26 w 57"/>
              <a:gd name="T67" fmla="*/ 31 h 88"/>
              <a:gd name="T68" fmla="*/ 31 w 57"/>
              <a:gd name="T69" fmla="*/ 31 h 88"/>
              <a:gd name="T70" fmla="*/ 36 w 57"/>
              <a:gd name="T71" fmla="*/ 32 h 88"/>
              <a:gd name="T72" fmla="*/ 43 w 57"/>
              <a:gd name="T73" fmla="*/ 19 h 88"/>
              <a:gd name="T74" fmla="*/ 46 w 57"/>
              <a:gd name="T75" fmla="*/ 3 h 88"/>
              <a:gd name="T76" fmla="*/ 30 w 57"/>
              <a:gd name="T77" fmla="*/ 24 h 88"/>
              <a:gd name="T78" fmla="*/ 27 w 57"/>
              <a:gd name="T79" fmla="*/ 3 h 88"/>
              <a:gd name="T80" fmla="*/ 11 w 57"/>
              <a:gd name="T81" fmla="*/ 12 h 88"/>
              <a:gd name="T82" fmla="*/ 35 w 57"/>
              <a:gd name="T83" fmla="*/ 74 h 88"/>
              <a:gd name="T84" fmla="*/ 43 w 57"/>
              <a:gd name="T85" fmla="*/ 66 h 88"/>
              <a:gd name="T86" fmla="*/ 43 w 57"/>
              <a:gd name="T87" fmla="*/ 53 h 88"/>
              <a:gd name="T88" fmla="*/ 35 w 57"/>
              <a:gd name="T89" fmla="*/ 45 h 88"/>
              <a:gd name="T90" fmla="*/ 22 w 57"/>
              <a:gd name="T91" fmla="*/ 45 h 88"/>
              <a:gd name="T92" fmla="*/ 14 w 57"/>
              <a:gd name="T93" fmla="*/ 53 h 88"/>
              <a:gd name="T94" fmla="*/ 14 w 57"/>
              <a:gd name="T95" fmla="*/ 66 h 88"/>
              <a:gd name="T96" fmla="*/ 22 w 57"/>
              <a:gd name="T97" fmla="*/ 7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7" h="88">
                <a:moveTo>
                  <a:pt x="41" y="34"/>
                </a:moveTo>
                <a:cubicBezTo>
                  <a:pt x="43" y="35"/>
                  <a:pt x="46" y="37"/>
                  <a:pt x="48" y="38"/>
                </a:cubicBezTo>
                <a:cubicBezTo>
                  <a:pt x="50" y="40"/>
                  <a:pt x="51" y="42"/>
                  <a:pt x="53" y="44"/>
                </a:cubicBezTo>
                <a:cubicBezTo>
                  <a:pt x="54" y="46"/>
                  <a:pt x="55" y="49"/>
                  <a:pt x="56" y="51"/>
                </a:cubicBezTo>
                <a:cubicBezTo>
                  <a:pt x="57" y="54"/>
                  <a:pt x="57" y="57"/>
                  <a:pt x="57" y="59"/>
                </a:cubicBezTo>
                <a:cubicBezTo>
                  <a:pt x="57" y="63"/>
                  <a:pt x="56" y="67"/>
                  <a:pt x="55" y="70"/>
                </a:cubicBezTo>
                <a:cubicBezTo>
                  <a:pt x="53" y="74"/>
                  <a:pt x="51" y="77"/>
                  <a:pt x="49" y="79"/>
                </a:cubicBezTo>
                <a:cubicBezTo>
                  <a:pt x="46" y="82"/>
                  <a:pt x="43" y="84"/>
                  <a:pt x="40" y="85"/>
                </a:cubicBezTo>
                <a:cubicBezTo>
                  <a:pt x="36" y="87"/>
                  <a:pt x="32" y="88"/>
                  <a:pt x="29" y="88"/>
                </a:cubicBezTo>
                <a:cubicBezTo>
                  <a:pt x="25" y="88"/>
                  <a:pt x="21" y="87"/>
                  <a:pt x="18" y="85"/>
                </a:cubicBezTo>
                <a:cubicBezTo>
                  <a:pt x="14" y="84"/>
                  <a:pt x="11" y="82"/>
                  <a:pt x="9" y="79"/>
                </a:cubicBezTo>
                <a:cubicBezTo>
                  <a:pt x="6" y="77"/>
                  <a:pt x="4" y="74"/>
                  <a:pt x="3" y="70"/>
                </a:cubicBezTo>
                <a:cubicBezTo>
                  <a:pt x="1" y="67"/>
                  <a:pt x="0" y="63"/>
                  <a:pt x="0" y="59"/>
                </a:cubicBezTo>
                <a:cubicBezTo>
                  <a:pt x="0" y="57"/>
                  <a:pt x="1" y="54"/>
                  <a:pt x="1" y="51"/>
                </a:cubicBezTo>
                <a:cubicBezTo>
                  <a:pt x="2" y="49"/>
                  <a:pt x="3" y="46"/>
                  <a:pt x="5" y="44"/>
                </a:cubicBezTo>
                <a:cubicBezTo>
                  <a:pt x="6" y="42"/>
                  <a:pt x="8" y="40"/>
                  <a:pt x="10" y="38"/>
                </a:cubicBezTo>
                <a:cubicBezTo>
                  <a:pt x="11" y="37"/>
                  <a:pt x="14" y="35"/>
                  <a:pt x="16" y="34"/>
                </a:cubicBezTo>
                <a:cubicBezTo>
                  <a:pt x="16" y="33"/>
                  <a:pt x="15" y="31"/>
                  <a:pt x="14" y="29"/>
                </a:cubicBezTo>
                <a:cubicBezTo>
                  <a:pt x="13" y="27"/>
                  <a:pt x="12" y="25"/>
                  <a:pt x="11" y="22"/>
                </a:cubicBezTo>
                <a:cubicBezTo>
                  <a:pt x="10" y="20"/>
                  <a:pt x="10" y="18"/>
                  <a:pt x="9" y="16"/>
                </a:cubicBezTo>
                <a:cubicBezTo>
                  <a:pt x="8" y="14"/>
                  <a:pt x="8" y="13"/>
                  <a:pt x="8" y="12"/>
                </a:cubicBezTo>
                <a:cubicBezTo>
                  <a:pt x="8" y="0"/>
                  <a:pt x="8" y="0"/>
                  <a:pt x="8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3"/>
                  <a:pt x="49" y="14"/>
                  <a:pt x="48" y="16"/>
                </a:cubicBezTo>
                <a:cubicBezTo>
                  <a:pt x="47" y="18"/>
                  <a:pt x="47" y="20"/>
                  <a:pt x="46" y="22"/>
                </a:cubicBezTo>
                <a:cubicBezTo>
                  <a:pt x="45" y="25"/>
                  <a:pt x="44" y="27"/>
                  <a:pt x="43" y="29"/>
                </a:cubicBezTo>
                <a:cubicBezTo>
                  <a:pt x="42" y="31"/>
                  <a:pt x="42" y="33"/>
                  <a:pt x="41" y="34"/>
                </a:cubicBezTo>
                <a:close/>
                <a:moveTo>
                  <a:pt x="29" y="85"/>
                </a:moveTo>
                <a:cubicBezTo>
                  <a:pt x="32" y="85"/>
                  <a:pt x="35" y="84"/>
                  <a:pt x="38" y="83"/>
                </a:cubicBezTo>
                <a:cubicBezTo>
                  <a:pt x="41" y="81"/>
                  <a:pt x="44" y="79"/>
                  <a:pt x="46" y="77"/>
                </a:cubicBezTo>
                <a:cubicBezTo>
                  <a:pt x="49" y="75"/>
                  <a:pt x="50" y="72"/>
                  <a:pt x="52" y="69"/>
                </a:cubicBezTo>
                <a:cubicBezTo>
                  <a:pt x="53" y="66"/>
                  <a:pt x="54" y="63"/>
                  <a:pt x="54" y="59"/>
                </a:cubicBezTo>
                <a:cubicBezTo>
                  <a:pt x="54" y="56"/>
                  <a:pt x="53" y="53"/>
                  <a:pt x="52" y="50"/>
                </a:cubicBezTo>
                <a:cubicBezTo>
                  <a:pt x="50" y="47"/>
                  <a:pt x="49" y="44"/>
                  <a:pt x="46" y="42"/>
                </a:cubicBezTo>
                <a:cubicBezTo>
                  <a:pt x="44" y="39"/>
                  <a:pt x="41" y="38"/>
                  <a:pt x="38" y="36"/>
                </a:cubicBezTo>
                <a:cubicBezTo>
                  <a:pt x="35" y="35"/>
                  <a:pt x="32" y="34"/>
                  <a:pt x="29" y="34"/>
                </a:cubicBezTo>
                <a:cubicBezTo>
                  <a:pt x="25" y="34"/>
                  <a:pt x="22" y="35"/>
                  <a:pt x="19" y="36"/>
                </a:cubicBezTo>
                <a:cubicBezTo>
                  <a:pt x="16" y="38"/>
                  <a:pt x="13" y="39"/>
                  <a:pt x="11" y="42"/>
                </a:cubicBezTo>
                <a:cubicBezTo>
                  <a:pt x="9" y="44"/>
                  <a:pt x="7" y="47"/>
                  <a:pt x="5" y="50"/>
                </a:cubicBezTo>
                <a:cubicBezTo>
                  <a:pt x="4" y="53"/>
                  <a:pt x="3" y="56"/>
                  <a:pt x="3" y="59"/>
                </a:cubicBezTo>
                <a:cubicBezTo>
                  <a:pt x="3" y="63"/>
                  <a:pt x="4" y="66"/>
                  <a:pt x="5" y="69"/>
                </a:cubicBezTo>
                <a:cubicBezTo>
                  <a:pt x="7" y="72"/>
                  <a:pt x="9" y="75"/>
                  <a:pt x="11" y="77"/>
                </a:cubicBezTo>
                <a:cubicBezTo>
                  <a:pt x="13" y="79"/>
                  <a:pt x="16" y="81"/>
                  <a:pt x="19" y="83"/>
                </a:cubicBezTo>
                <a:cubicBezTo>
                  <a:pt x="22" y="84"/>
                  <a:pt x="25" y="85"/>
                  <a:pt x="29" y="85"/>
                </a:cubicBezTo>
                <a:close/>
                <a:moveTo>
                  <a:pt x="29" y="40"/>
                </a:moveTo>
                <a:cubicBezTo>
                  <a:pt x="31" y="40"/>
                  <a:pt x="34" y="41"/>
                  <a:pt x="36" y="42"/>
                </a:cubicBezTo>
                <a:cubicBezTo>
                  <a:pt x="38" y="43"/>
                  <a:pt x="40" y="44"/>
                  <a:pt x="42" y="46"/>
                </a:cubicBezTo>
                <a:cubicBezTo>
                  <a:pt x="44" y="48"/>
                  <a:pt x="45" y="50"/>
                  <a:pt x="46" y="52"/>
                </a:cubicBezTo>
                <a:cubicBezTo>
                  <a:pt x="47" y="54"/>
                  <a:pt x="48" y="57"/>
                  <a:pt x="48" y="59"/>
                </a:cubicBezTo>
                <a:cubicBezTo>
                  <a:pt x="48" y="62"/>
                  <a:pt x="47" y="64"/>
                  <a:pt x="46" y="67"/>
                </a:cubicBezTo>
                <a:cubicBezTo>
                  <a:pt x="45" y="69"/>
                  <a:pt x="44" y="71"/>
                  <a:pt x="42" y="73"/>
                </a:cubicBezTo>
                <a:cubicBezTo>
                  <a:pt x="40" y="74"/>
                  <a:pt x="38" y="76"/>
                  <a:pt x="36" y="77"/>
                </a:cubicBezTo>
                <a:cubicBezTo>
                  <a:pt x="34" y="78"/>
                  <a:pt x="31" y="78"/>
                  <a:pt x="29" y="78"/>
                </a:cubicBezTo>
                <a:cubicBezTo>
                  <a:pt x="26" y="78"/>
                  <a:pt x="24" y="78"/>
                  <a:pt x="21" y="77"/>
                </a:cubicBezTo>
                <a:cubicBezTo>
                  <a:pt x="19" y="76"/>
                  <a:pt x="17" y="74"/>
                  <a:pt x="15" y="73"/>
                </a:cubicBezTo>
                <a:cubicBezTo>
                  <a:pt x="14" y="71"/>
                  <a:pt x="12" y="69"/>
                  <a:pt x="11" y="67"/>
                </a:cubicBezTo>
                <a:cubicBezTo>
                  <a:pt x="10" y="64"/>
                  <a:pt x="10" y="62"/>
                  <a:pt x="10" y="59"/>
                </a:cubicBezTo>
                <a:cubicBezTo>
                  <a:pt x="10" y="57"/>
                  <a:pt x="10" y="54"/>
                  <a:pt x="11" y="52"/>
                </a:cubicBezTo>
                <a:cubicBezTo>
                  <a:pt x="12" y="50"/>
                  <a:pt x="14" y="48"/>
                  <a:pt x="15" y="46"/>
                </a:cubicBezTo>
                <a:cubicBezTo>
                  <a:pt x="17" y="44"/>
                  <a:pt x="19" y="43"/>
                  <a:pt x="21" y="42"/>
                </a:cubicBezTo>
                <a:cubicBezTo>
                  <a:pt x="24" y="41"/>
                  <a:pt x="26" y="40"/>
                  <a:pt x="29" y="40"/>
                </a:cubicBezTo>
                <a:close/>
                <a:moveTo>
                  <a:pt x="11" y="12"/>
                </a:moveTo>
                <a:cubicBezTo>
                  <a:pt x="11" y="13"/>
                  <a:pt x="12" y="15"/>
                  <a:pt x="14" y="20"/>
                </a:cubicBezTo>
                <a:cubicBezTo>
                  <a:pt x="16" y="25"/>
                  <a:pt x="17" y="29"/>
                  <a:pt x="19" y="33"/>
                </a:cubicBezTo>
                <a:cubicBezTo>
                  <a:pt x="20" y="33"/>
                  <a:pt x="20" y="32"/>
                  <a:pt x="21" y="32"/>
                </a:cubicBezTo>
                <a:cubicBezTo>
                  <a:pt x="22" y="32"/>
                  <a:pt x="23" y="32"/>
                  <a:pt x="24" y="31"/>
                </a:cubicBezTo>
                <a:cubicBezTo>
                  <a:pt x="24" y="31"/>
                  <a:pt x="25" y="31"/>
                  <a:pt x="26" y="31"/>
                </a:cubicBezTo>
                <a:cubicBezTo>
                  <a:pt x="27" y="31"/>
                  <a:pt x="28" y="31"/>
                  <a:pt x="29" y="31"/>
                </a:cubicBezTo>
                <a:cubicBezTo>
                  <a:pt x="29" y="31"/>
                  <a:pt x="30" y="31"/>
                  <a:pt x="31" y="31"/>
                </a:cubicBezTo>
                <a:cubicBezTo>
                  <a:pt x="32" y="31"/>
                  <a:pt x="33" y="31"/>
                  <a:pt x="33" y="31"/>
                </a:cubicBezTo>
                <a:cubicBezTo>
                  <a:pt x="34" y="32"/>
                  <a:pt x="35" y="32"/>
                  <a:pt x="36" y="32"/>
                </a:cubicBezTo>
                <a:cubicBezTo>
                  <a:pt x="37" y="32"/>
                  <a:pt x="37" y="33"/>
                  <a:pt x="38" y="33"/>
                </a:cubicBezTo>
                <a:cubicBezTo>
                  <a:pt x="40" y="28"/>
                  <a:pt x="42" y="24"/>
                  <a:pt x="43" y="19"/>
                </a:cubicBezTo>
                <a:cubicBezTo>
                  <a:pt x="45" y="15"/>
                  <a:pt x="46" y="13"/>
                  <a:pt x="46" y="12"/>
                </a:cubicBezTo>
                <a:cubicBezTo>
                  <a:pt x="46" y="3"/>
                  <a:pt x="46" y="3"/>
                  <a:pt x="46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24"/>
                  <a:pt x="30" y="24"/>
                  <a:pt x="30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3"/>
                  <a:pt x="27" y="3"/>
                  <a:pt x="27" y="3"/>
                </a:cubicBezTo>
                <a:cubicBezTo>
                  <a:pt x="11" y="3"/>
                  <a:pt x="11" y="3"/>
                  <a:pt x="11" y="3"/>
                </a:cubicBezTo>
                <a:lnTo>
                  <a:pt x="11" y="12"/>
                </a:lnTo>
                <a:close/>
                <a:moveTo>
                  <a:pt x="29" y="75"/>
                </a:moveTo>
                <a:cubicBezTo>
                  <a:pt x="31" y="75"/>
                  <a:pt x="33" y="75"/>
                  <a:pt x="35" y="74"/>
                </a:cubicBezTo>
                <a:cubicBezTo>
                  <a:pt x="37" y="73"/>
                  <a:pt x="38" y="72"/>
                  <a:pt x="40" y="70"/>
                </a:cubicBezTo>
                <a:cubicBezTo>
                  <a:pt x="41" y="69"/>
                  <a:pt x="42" y="67"/>
                  <a:pt x="43" y="66"/>
                </a:cubicBezTo>
                <a:cubicBezTo>
                  <a:pt x="44" y="64"/>
                  <a:pt x="44" y="62"/>
                  <a:pt x="44" y="59"/>
                </a:cubicBezTo>
                <a:cubicBezTo>
                  <a:pt x="44" y="57"/>
                  <a:pt x="44" y="55"/>
                  <a:pt x="43" y="53"/>
                </a:cubicBezTo>
                <a:cubicBezTo>
                  <a:pt x="42" y="51"/>
                  <a:pt x="41" y="50"/>
                  <a:pt x="40" y="48"/>
                </a:cubicBezTo>
                <a:cubicBezTo>
                  <a:pt x="38" y="47"/>
                  <a:pt x="37" y="46"/>
                  <a:pt x="35" y="45"/>
                </a:cubicBezTo>
                <a:cubicBezTo>
                  <a:pt x="33" y="44"/>
                  <a:pt x="31" y="44"/>
                  <a:pt x="29" y="44"/>
                </a:cubicBezTo>
                <a:cubicBezTo>
                  <a:pt x="26" y="44"/>
                  <a:pt x="24" y="44"/>
                  <a:pt x="22" y="45"/>
                </a:cubicBezTo>
                <a:cubicBezTo>
                  <a:pt x="21" y="46"/>
                  <a:pt x="19" y="47"/>
                  <a:pt x="18" y="48"/>
                </a:cubicBezTo>
                <a:cubicBezTo>
                  <a:pt x="16" y="50"/>
                  <a:pt x="15" y="51"/>
                  <a:pt x="14" y="53"/>
                </a:cubicBezTo>
                <a:cubicBezTo>
                  <a:pt x="13" y="55"/>
                  <a:pt x="13" y="57"/>
                  <a:pt x="13" y="59"/>
                </a:cubicBezTo>
                <a:cubicBezTo>
                  <a:pt x="13" y="62"/>
                  <a:pt x="13" y="64"/>
                  <a:pt x="14" y="66"/>
                </a:cubicBezTo>
                <a:cubicBezTo>
                  <a:pt x="15" y="67"/>
                  <a:pt x="16" y="69"/>
                  <a:pt x="18" y="70"/>
                </a:cubicBezTo>
                <a:cubicBezTo>
                  <a:pt x="19" y="72"/>
                  <a:pt x="21" y="73"/>
                  <a:pt x="22" y="74"/>
                </a:cubicBezTo>
                <a:cubicBezTo>
                  <a:pt x="24" y="75"/>
                  <a:pt x="26" y="75"/>
                  <a:pt x="29" y="75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3" name="Freeform 145"/>
          <p:cNvSpPr>
            <a:spLocks noEditPoints="1"/>
          </p:cNvSpPr>
          <p:nvPr/>
        </p:nvSpPr>
        <p:spPr bwMode="auto">
          <a:xfrm>
            <a:off x="6950075" y="4275921"/>
            <a:ext cx="307975" cy="296863"/>
          </a:xfrm>
          <a:custGeom>
            <a:avLst/>
            <a:gdLst>
              <a:gd name="T0" fmla="*/ 80 w 82"/>
              <a:gd name="T1" fmla="*/ 43 h 79"/>
              <a:gd name="T2" fmla="*/ 77 w 82"/>
              <a:gd name="T3" fmla="*/ 47 h 79"/>
              <a:gd name="T4" fmla="*/ 76 w 82"/>
              <a:gd name="T5" fmla="*/ 54 h 79"/>
              <a:gd name="T6" fmla="*/ 74 w 82"/>
              <a:gd name="T7" fmla="*/ 59 h 79"/>
              <a:gd name="T8" fmla="*/ 73 w 82"/>
              <a:gd name="T9" fmla="*/ 65 h 79"/>
              <a:gd name="T10" fmla="*/ 70 w 82"/>
              <a:gd name="T11" fmla="*/ 70 h 79"/>
              <a:gd name="T12" fmla="*/ 69 w 82"/>
              <a:gd name="T13" fmla="*/ 77 h 79"/>
              <a:gd name="T14" fmla="*/ 39 w 82"/>
              <a:gd name="T15" fmla="*/ 79 h 79"/>
              <a:gd name="T16" fmla="*/ 28 w 82"/>
              <a:gd name="T17" fmla="*/ 76 h 79"/>
              <a:gd name="T18" fmla="*/ 17 w 82"/>
              <a:gd name="T19" fmla="*/ 72 h 79"/>
              <a:gd name="T20" fmla="*/ 1 w 82"/>
              <a:gd name="T21" fmla="*/ 35 h 79"/>
              <a:gd name="T22" fmla="*/ 22 w 82"/>
              <a:gd name="T23" fmla="*/ 33 h 79"/>
              <a:gd name="T24" fmla="*/ 38 w 82"/>
              <a:gd name="T25" fmla="*/ 14 h 79"/>
              <a:gd name="T26" fmla="*/ 41 w 82"/>
              <a:gd name="T27" fmla="*/ 2 h 79"/>
              <a:gd name="T28" fmla="*/ 48 w 82"/>
              <a:gd name="T29" fmla="*/ 1 h 79"/>
              <a:gd name="T30" fmla="*/ 54 w 82"/>
              <a:gd name="T31" fmla="*/ 12 h 79"/>
              <a:gd name="T32" fmla="*/ 50 w 82"/>
              <a:gd name="T33" fmla="*/ 28 h 79"/>
              <a:gd name="T34" fmla="*/ 77 w 82"/>
              <a:gd name="T35" fmla="*/ 32 h 79"/>
              <a:gd name="T36" fmla="*/ 82 w 82"/>
              <a:gd name="T37" fmla="*/ 39 h 79"/>
              <a:gd name="T38" fmla="*/ 77 w 82"/>
              <a:gd name="T39" fmla="*/ 41 h 79"/>
              <a:gd name="T40" fmla="*/ 78 w 82"/>
              <a:gd name="T41" fmla="*/ 36 h 79"/>
              <a:gd name="T42" fmla="*/ 63 w 82"/>
              <a:gd name="T43" fmla="*/ 35 h 79"/>
              <a:gd name="T44" fmla="*/ 50 w 82"/>
              <a:gd name="T45" fmla="*/ 12 h 79"/>
              <a:gd name="T46" fmla="*/ 43 w 82"/>
              <a:gd name="T47" fmla="*/ 4 h 79"/>
              <a:gd name="T48" fmla="*/ 41 w 82"/>
              <a:gd name="T49" fmla="*/ 15 h 79"/>
              <a:gd name="T50" fmla="*/ 28 w 82"/>
              <a:gd name="T51" fmla="*/ 33 h 79"/>
              <a:gd name="T52" fmla="*/ 16 w 82"/>
              <a:gd name="T53" fmla="*/ 38 h 79"/>
              <a:gd name="T54" fmla="*/ 6 w 82"/>
              <a:gd name="T55" fmla="*/ 38 h 79"/>
              <a:gd name="T56" fmla="*/ 17 w 82"/>
              <a:gd name="T57" fmla="*/ 68 h 79"/>
              <a:gd name="T58" fmla="*/ 29 w 82"/>
              <a:gd name="T59" fmla="*/ 73 h 79"/>
              <a:gd name="T60" fmla="*/ 39 w 82"/>
              <a:gd name="T61" fmla="*/ 76 h 79"/>
              <a:gd name="T62" fmla="*/ 65 w 82"/>
              <a:gd name="T63" fmla="*/ 75 h 79"/>
              <a:gd name="T64" fmla="*/ 67 w 82"/>
              <a:gd name="T65" fmla="*/ 72 h 79"/>
              <a:gd name="T66" fmla="*/ 65 w 82"/>
              <a:gd name="T67" fmla="*/ 68 h 79"/>
              <a:gd name="T68" fmla="*/ 63 w 82"/>
              <a:gd name="T69" fmla="*/ 65 h 79"/>
              <a:gd name="T70" fmla="*/ 70 w 82"/>
              <a:gd name="T71" fmla="*/ 64 h 79"/>
              <a:gd name="T72" fmla="*/ 71 w 82"/>
              <a:gd name="T73" fmla="*/ 59 h 79"/>
              <a:gd name="T74" fmla="*/ 67 w 82"/>
              <a:gd name="T75" fmla="*/ 57 h 79"/>
              <a:gd name="T76" fmla="*/ 71 w 82"/>
              <a:gd name="T77" fmla="*/ 54 h 79"/>
              <a:gd name="T78" fmla="*/ 74 w 82"/>
              <a:gd name="T79" fmla="*/ 51 h 79"/>
              <a:gd name="T80" fmla="*/ 73 w 82"/>
              <a:gd name="T81" fmla="*/ 47 h 79"/>
              <a:gd name="T82" fmla="*/ 69 w 82"/>
              <a:gd name="T83" fmla="*/ 4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79">
                <a:moveTo>
                  <a:pt x="82" y="39"/>
                </a:moveTo>
                <a:cubicBezTo>
                  <a:pt x="82" y="39"/>
                  <a:pt x="82" y="40"/>
                  <a:pt x="81" y="41"/>
                </a:cubicBezTo>
                <a:cubicBezTo>
                  <a:pt x="81" y="42"/>
                  <a:pt x="81" y="42"/>
                  <a:pt x="80" y="43"/>
                </a:cubicBezTo>
                <a:cubicBezTo>
                  <a:pt x="80" y="44"/>
                  <a:pt x="79" y="44"/>
                  <a:pt x="78" y="45"/>
                </a:cubicBezTo>
                <a:cubicBezTo>
                  <a:pt x="78" y="45"/>
                  <a:pt x="77" y="45"/>
                  <a:pt x="76" y="45"/>
                </a:cubicBezTo>
                <a:cubicBezTo>
                  <a:pt x="77" y="46"/>
                  <a:pt x="77" y="47"/>
                  <a:pt x="77" y="47"/>
                </a:cubicBezTo>
                <a:cubicBezTo>
                  <a:pt x="78" y="48"/>
                  <a:pt x="78" y="49"/>
                  <a:pt x="78" y="50"/>
                </a:cubicBezTo>
                <a:cubicBezTo>
                  <a:pt x="78" y="51"/>
                  <a:pt x="78" y="51"/>
                  <a:pt x="77" y="52"/>
                </a:cubicBezTo>
                <a:cubicBezTo>
                  <a:pt x="77" y="53"/>
                  <a:pt x="77" y="53"/>
                  <a:pt x="76" y="54"/>
                </a:cubicBezTo>
                <a:cubicBezTo>
                  <a:pt x="76" y="55"/>
                  <a:pt x="75" y="55"/>
                  <a:pt x="75" y="56"/>
                </a:cubicBezTo>
                <a:cubicBezTo>
                  <a:pt x="74" y="56"/>
                  <a:pt x="73" y="56"/>
                  <a:pt x="73" y="57"/>
                </a:cubicBezTo>
                <a:cubicBezTo>
                  <a:pt x="73" y="57"/>
                  <a:pt x="74" y="58"/>
                  <a:pt x="74" y="59"/>
                </a:cubicBezTo>
                <a:cubicBezTo>
                  <a:pt x="74" y="59"/>
                  <a:pt x="74" y="60"/>
                  <a:pt x="74" y="61"/>
                </a:cubicBezTo>
                <a:cubicBezTo>
                  <a:pt x="74" y="62"/>
                  <a:pt x="74" y="63"/>
                  <a:pt x="74" y="63"/>
                </a:cubicBezTo>
                <a:cubicBezTo>
                  <a:pt x="74" y="64"/>
                  <a:pt x="73" y="65"/>
                  <a:pt x="73" y="65"/>
                </a:cubicBezTo>
                <a:cubicBezTo>
                  <a:pt x="72" y="66"/>
                  <a:pt x="72" y="66"/>
                  <a:pt x="71" y="67"/>
                </a:cubicBezTo>
                <a:cubicBezTo>
                  <a:pt x="71" y="67"/>
                  <a:pt x="70" y="67"/>
                  <a:pt x="69" y="68"/>
                </a:cubicBezTo>
                <a:cubicBezTo>
                  <a:pt x="70" y="68"/>
                  <a:pt x="70" y="69"/>
                  <a:pt x="70" y="70"/>
                </a:cubicBezTo>
                <a:cubicBezTo>
                  <a:pt x="70" y="70"/>
                  <a:pt x="71" y="71"/>
                  <a:pt x="71" y="72"/>
                </a:cubicBezTo>
                <a:cubicBezTo>
                  <a:pt x="71" y="73"/>
                  <a:pt x="70" y="74"/>
                  <a:pt x="70" y="75"/>
                </a:cubicBezTo>
                <a:cubicBezTo>
                  <a:pt x="70" y="75"/>
                  <a:pt x="69" y="76"/>
                  <a:pt x="69" y="77"/>
                </a:cubicBezTo>
                <a:cubicBezTo>
                  <a:pt x="68" y="77"/>
                  <a:pt x="67" y="78"/>
                  <a:pt x="66" y="78"/>
                </a:cubicBezTo>
                <a:cubicBezTo>
                  <a:pt x="65" y="79"/>
                  <a:pt x="64" y="79"/>
                  <a:pt x="63" y="79"/>
                </a:cubicBezTo>
                <a:cubicBezTo>
                  <a:pt x="39" y="79"/>
                  <a:pt x="39" y="79"/>
                  <a:pt x="39" y="79"/>
                </a:cubicBezTo>
                <a:cubicBezTo>
                  <a:pt x="38" y="79"/>
                  <a:pt x="37" y="79"/>
                  <a:pt x="36" y="78"/>
                </a:cubicBezTo>
                <a:cubicBezTo>
                  <a:pt x="34" y="78"/>
                  <a:pt x="33" y="78"/>
                  <a:pt x="32" y="77"/>
                </a:cubicBezTo>
                <a:cubicBezTo>
                  <a:pt x="31" y="77"/>
                  <a:pt x="29" y="77"/>
                  <a:pt x="28" y="76"/>
                </a:cubicBezTo>
                <a:cubicBezTo>
                  <a:pt x="27" y="75"/>
                  <a:pt x="26" y="75"/>
                  <a:pt x="24" y="74"/>
                </a:cubicBezTo>
                <a:cubicBezTo>
                  <a:pt x="23" y="74"/>
                  <a:pt x="21" y="73"/>
                  <a:pt x="20" y="72"/>
                </a:cubicBezTo>
                <a:cubicBezTo>
                  <a:pt x="19" y="72"/>
                  <a:pt x="18" y="72"/>
                  <a:pt x="17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35"/>
                  <a:pt x="0" y="35"/>
                  <a:pt x="0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9" y="35"/>
                  <a:pt x="13" y="35"/>
                  <a:pt x="16" y="35"/>
                </a:cubicBezTo>
                <a:cubicBezTo>
                  <a:pt x="17" y="35"/>
                  <a:pt x="18" y="35"/>
                  <a:pt x="19" y="34"/>
                </a:cubicBezTo>
                <a:cubicBezTo>
                  <a:pt x="20" y="34"/>
                  <a:pt x="21" y="34"/>
                  <a:pt x="22" y="33"/>
                </a:cubicBezTo>
                <a:cubicBezTo>
                  <a:pt x="23" y="32"/>
                  <a:pt x="24" y="31"/>
                  <a:pt x="26" y="30"/>
                </a:cubicBezTo>
                <a:cubicBezTo>
                  <a:pt x="27" y="29"/>
                  <a:pt x="29" y="28"/>
                  <a:pt x="31" y="26"/>
                </a:cubicBezTo>
                <a:cubicBezTo>
                  <a:pt x="35" y="23"/>
                  <a:pt x="37" y="19"/>
                  <a:pt x="38" y="14"/>
                </a:cubicBezTo>
                <a:cubicBezTo>
                  <a:pt x="39" y="9"/>
                  <a:pt x="39" y="6"/>
                  <a:pt x="39" y="6"/>
                </a:cubicBezTo>
                <a:cubicBezTo>
                  <a:pt x="39" y="5"/>
                  <a:pt x="39" y="4"/>
                  <a:pt x="39" y="3"/>
                </a:cubicBezTo>
                <a:cubicBezTo>
                  <a:pt x="40" y="3"/>
                  <a:pt x="40" y="2"/>
                  <a:pt x="41" y="2"/>
                </a:cubicBezTo>
                <a:cubicBezTo>
                  <a:pt x="42" y="1"/>
                  <a:pt x="42" y="1"/>
                  <a:pt x="43" y="1"/>
                </a:cubicBezTo>
                <a:cubicBezTo>
                  <a:pt x="44" y="1"/>
                  <a:pt x="44" y="0"/>
                  <a:pt x="45" y="0"/>
                </a:cubicBezTo>
                <a:cubicBezTo>
                  <a:pt x="46" y="0"/>
                  <a:pt x="47" y="1"/>
                  <a:pt x="48" y="1"/>
                </a:cubicBezTo>
                <a:cubicBezTo>
                  <a:pt x="49" y="1"/>
                  <a:pt x="50" y="2"/>
                  <a:pt x="51" y="3"/>
                </a:cubicBezTo>
                <a:cubicBezTo>
                  <a:pt x="52" y="3"/>
                  <a:pt x="52" y="5"/>
                  <a:pt x="53" y="6"/>
                </a:cubicBezTo>
                <a:cubicBezTo>
                  <a:pt x="53" y="7"/>
                  <a:pt x="54" y="9"/>
                  <a:pt x="54" y="12"/>
                </a:cubicBezTo>
                <a:cubicBezTo>
                  <a:pt x="54" y="14"/>
                  <a:pt x="53" y="16"/>
                  <a:pt x="53" y="18"/>
                </a:cubicBezTo>
                <a:cubicBezTo>
                  <a:pt x="53" y="20"/>
                  <a:pt x="52" y="22"/>
                  <a:pt x="52" y="23"/>
                </a:cubicBezTo>
                <a:cubicBezTo>
                  <a:pt x="51" y="25"/>
                  <a:pt x="51" y="27"/>
                  <a:pt x="50" y="28"/>
                </a:cubicBezTo>
                <a:cubicBezTo>
                  <a:pt x="50" y="30"/>
                  <a:pt x="49" y="31"/>
                  <a:pt x="49" y="32"/>
                </a:cubicBezTo>
                <a:cubicBezTo>
                  <a:pt x="75" y="32"/>
                  <a:pt x="75" y="32"/>
                  <a:pt x="75" y="32"/>
                </a:cubicBezTo>
                <a:cubicBezTo>
                  <a:pt x="76" y="32"/>
                  <a:pt x="77" y="32"/>
                  <a:pt x="77" y="32"/>
                </a:cubicBezTo>
                <a:cubicBezTo>
                  <a:pt x="78" y="33"/>
                  <a:pt x="79" y="33"/>
                  <a:pt x="80" y="34"/>
                </a:cubicBezTo>
                <a:cubicBezTo>
                  <a:pt x="80" y="34"/>
                  <a:pt x="81" y="35"/>
                  <a:pt x="81" y="36"/>
                </a:cubicBezTo>
                <a:cubicBezTo>
                  <a:pt x="81" y="37"/>
                  <a:pt x="82" y="38"/>
                  <a:pt x="82" y="39"/>
                </a:cubicBezTo>
                <a:close/>
                <a:moveTo>
                  <a:pt x="75" y="42"/>
                </a:moveTo>
                <a:cubicBezTo>
                  <a:pt x="75" y="42"/>
                  <a:pt x="76" y="42"/>
                  <a:pt x="76" y="42"/>
                </a:cubicBezTo>
                <a:cubicBezTo>
                  <a:pt x="77" y="42"/>
                  <a:pt x="77" y="42"/>
                  <a:pt x="77" y="41"/>
                </a:cubicBezTo>
                <a:cubicBezTo>
                  <a:pt x="78" y="41"/>
                  <a:pt x="78" y="41"/>
                  <a:pt x="78" y="40"/>
                </a:cubicBezTo>
                <a:cubicBezTo>
                  <a:pt x="79" y="40"/>
                  <a:pt x="79" y="39"/>
                  <a:pt x="79" y="39"/>
                </a:cubicBezTo>
                <a:cubicBezTo>
                  <a:pt x="79" y="38"/>
                  <a:pt x="78" y="37"/>
                  <a:pt x="78" y="36"/>
                </a:cubicBezTo>
                <a:cubicBezTo>
                  <a:pt x="77" y="35"/>
                  <a:pt x="76" y="35"/>
                  <a:pt x="75" y="35"/>
                </a:cubicBezTo>
                <a:cubicBezTo>
                  <a:pt x="63" y="35"/>
                  <a:pt x="63" y="35"/>
                  <a:pt x="63" y="35"/>
                </a:cubicBezTo>
                <a:cubicBezTo>
                  <a:pt x="63" y="35"/>
                  <a:pt x="63" y="35"/>
                  <a:pt x="63" y="35"/>
                </a:cubicBezTo>
                <a:cubicBezTo>
                  <a:pt x="44" y="35"/>
                  <a:pt x="44" y="35"/>
                  <a:pt x="44" y="35"/>
                </a:cubicBezTo>
                <a:cubicBezTo>
                  <a:pt x="45" y="33"/>
                  <a:pt x="45" y="33"/>
                  <a:pt x="45" y="33"/>
                </a:cubicBezTo>
                <a:cubicBezTo>
                  <a:pt x="49" y="24"/>
                  <a:pt x="50" y="17"/>
                  <a:pt x="50" y="12"/>
                </a:cubicBezTo>
                <a:cubicBezTo>
                  <a:pt x="50" y="8"/>
                  <a:pt x="50" y="5"/>
                  <a:pt x="48" y="5"/>
                </a:cubicBezTo>
                <a:cubicBezTo>
                  <a:pt x="47" y="4"/>
                  <a:pt x="46" y="3"/>
                  <a:pt x="45" y="3"/>
                </a:cubicBezTo>
                <a:cubicBezTo>
                  <a:pt x="45" y="3"/>
                  <a:pt x="44" y="4"/>
                  <a:pt x="43" y="4"/>
                </a:cubicBezTo>
                <a:cubicBezTo>
                  <a:pt x="42" y="4"/>
                  <a:pt x="42" y="5"/>
                  <a:pt x="42" y="6"/>
                </a:cubicBezTo>
                <a:cubicBezTo>
                  <a:pt x="42" y="6"/>
                  <a:pt x="42" y="8"/>
                  <a:pt x="42" y="9"/>
                </a:cubicBezTo>
                <a:cubicBezTo>
                  <a:pt x="42" y="11"/>
                  <a:pt x="41" y="13"/>
                  <a:pt x="41" y="15"/>
                </a:cubicBezTo>
                <a:cubicBezTo>
                  <a:pt x="40" y="18"/>
                  <a:pt x="39" y="20"/>
                  <a:pt x="38" y="22"/>
                </a:cubicBezTo>
                <a:cubicBezTo>
                  <a:pt x="37" y="25"/>
                  <a:pt x="35" y="27"/>
                  <a:pt x="33" y="28"/>
                </a:cubicBezTo>
                <a:cubicBezTo>
                  <a:pt x="31" y="30"/>
                  <a:pt x="29" y="32"/>
                  <a:pt x="28" y="33"/>
                </a:cubicBezTo>
                <a:cubicBezTo>
                  <a:pt x="26" y="34"/>
                  <a:pt x="25" y="35"/>
                  <a:pt x="24" y="36"/>
                </a:cubicBezTo>
                <a:cubicBezTo>
                  <a:pt x="22" y="36"/>
                  <a:pt x="21" y="37"/>
                  <a:pt x="20" y="37"/>
                </a:cubicBezTo>
                <a:cubicBezTo>
                  <a:pt x="19" y="38"/>
                  <a:pt x="17" y="38"/>
                  <a:pt x="16" y="38"/>
                </a:cubicBezTo>
                <a:cubicBezTo>
                  <a:pt x="15" y="38"/>
                  <a:pt x="14" y="38"/>
                  <a:pt x="13" y="38"/>
                </a:cubicBezTo>
                <a:cubicBezTo>
                  <a:pt x="12" y="38"/>
                  <a:pt x="10" y="38"/>
                  <a:pt x="9" y="38"/>
                </a:cubicBezTo>
                <a:cubicBezTo>
                  <a:pt x="8" y="38"/>
                  <a:pt x="7" y="38"/>
                  <a:pt x="6" y="38"/>
                </a:cubicBezTo>
                <a:cubicBezTo>
                  <a:pt x="5" y="38"/>
                  <a:pt x="4" y="38"/>
                  <a:pt x="3" y="38"/>
                </a:cubicBezTo>
                <a:cubicBezTo>
                  <a:pt x="3" y="68"/>
                  <a:pt x="3" y="68"/>
                  <a:pt x="3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8" y="68"/>
                  <a:pt x="19" y="69"/>
                  <a:pt x="20" y="69"/>
                </a:cubicBezTo>
                <a:cubicBezTo>
                  <a:pt x="22" y="70"/>
                  <a:pt x="24" y="70"/>
                  <a:pt x="26" y="71"/>
                </a:cubicBezTo>
                <a:cubicBezTo>
                  <a:pt x="27" y="72"/>
                  <a:pt x="28" y="72"/>
                  <a:pt x="29" y="73"/>
                </a:cubicBezTo>
                <a:cubicBezTo>
                  <a:pt x="30" y="74"/>
                  <a:pt x="31" y="74"/>
                  <a:pt x="33" y="74"/>
                </a:cubicBezTo>
                <a:cubicBezTo>
                  <a:pt x="34" y="75"/>
                  <a:pt x="35" y="75"/>
                  <a:pt x="36" y="75"/>
                </a:cubicBezTo>
                <a:cubicBezTo>
                  <a:pt x="37" y="76"/>
                  <a:pt x="38" y="76"/>
                  <a:pt x="39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4" y="76"/>
                  <a:pt x="64" y="76"/>
                  <a:pt x="65" y="75"/>
                </a:cubicBezTo>
                <a:cubicBezTo>
                  <a:pt x="65" y="75"/>
                  <a:pt x="66" y="75"/>
                  <a:pt x="66" y="75"/>
                </a:cubicBezTo>
                <a:cubicBezTo>
                  <a:pt x="67" y="74"/>
                  <a:pt x="67" y="74"/>
                  <a:pt x="67" y="73"/>
                </a:cubicBezTo>
                <a:cubicBezTo>
                  <a:pt x="67" y="73"/>
                  <a:pt x="67" y="72"/>
                  <a:pt x="67" y="72"/>
                </a:cubicBezTo>
                <a:cubicBezTo>
                  <a:pt x="67" y="71"/>
                  <a:pt x="67" y="71"/>
                  <a:pt x="67" y="70"/>
                </a:cubicBezTo>
                <a:cubicBezTo>
                  <a:pt x="67" y="70"/>
                  <a:pt x="67" y="69"/>
                  <a:pt x="66" y="69"/>
                </a:cubicBezTo>
                <a:cubicBezTo>
                  <a:pt x="66" y="69"/>
                  <a:pt x="65" y="68"/>
                  <a:pt x="65" y="68"/>
                </a:cubicBezTo>
                <a:cubicBezTo>
                  <a:pt x="64" y="68"/>
                  <a:pt x="64" y="68"/>
                  <a:pt x="63" y="68"/>
                </a:cubicBezTo>
                <a:cubicBezTo>
                  <a:pt x="63" y="68"/>
                  <a:pt x="63" y="68"/>
                  <a:pt x="63" y="68"/>
                </a:cubicBezTo>
                <a:cubicBezTo>
                  <a:pt x="63" y="65"/>
                  <a:pt x="63" y="65"/>
                  <a:pt x="63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8" y="65"/>
                  <a:pt x="68" y="65"/>
                  <a:pt x="69" y="65"/>
                </a:cubicBezTo>
                <a:cubicBezTo>
                  <a:pt x="69" y="64"/>
                  <a:pt x="70" y="64"/>
                  <a:pt x="70" y="64"/>
                </a:cubicBezTo>
                <a:cubicBezTo>
                  <a:pt x="70" y="63"/>
                  <a:pt x="71" y="63"/>
                  <a:pt x="71" y="62"/>
                </a:cubicBezTo>
                <a:cubicBezTo>
                  <a:pt x="71" y="62"/>
                  <a:pt x="71" y="61"/>
                  <a:pt x="71" y="61"/>
                </a:cubicBezTo>
                <a:cubicBezTo>
                  <a:pt x="71" y="60"/>
                  <a:pt x="71" y="60"/>
                  <a:pt x="71" y="59"/>
                </a:cubicBezTo>
                <a:cubicBezTo>
                  <a:pt x="71" y="59"/>
                  <a:pt x="70" y="58"/>
                  <a:pt x="70" y="58"/>
                </a:cubicBezTo>
                <a:cubicBezTo>
                  <a:pt x="70" y="58"/>
                  <a:pt x="69" y="58"/>
                  <a:pt x="69" y="57"/>
                </a:cubicBezTo>
                <a:cubicBezTo>
                  <a:pt x="68" y="57"/>
                  <a:pt x="68" y="57"/>
                  <a:pt x="67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54"/>
                  <a:pt x="66" y="54"/>
                  <a:pt x="66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2" y="54"/>
                  <a:pt x="72" y="53"/>
                </a:cubicBezTo>
                <a:cubicBezTo>
                  <a:pt x="73" y="53"/>
                  <a:pt x="73" y="53"/>
                  <a:pt x="73" y="53"/>
                </a:cubicBezTo>
                <a:cubicBezTo>
                  <a:pt x="74" y="52"/>
                  <a:pt x="74" y="52"/>
                  <a:pt x="74" y="51"/>
                </a:cubicBezTo>
                <a:cubicBezTo>
                  <a:pt x="75" y="51"/>
                  <a:pt x="75" y="50"/>
                  <a:pt x="75" y="50"/>
                </a:cubicBezTo>
                <a:cubicBezTo>
                  <a:pt x="75" y="49"/>
                  <a:pt x="75" y="49"/>
                  <a:pt x="74" y="48"/>
                </a:cubicBezTo>
                <a:cubicBezTo>
                  <a:pt x="74" y="48"/>
                  <a:pt x="74" y="47"/>
                  <a:pt x="73" y="47"/>
                </a:cubicBezTo>
                <a:cubicBezTo>
                  <a:pt x="73" y="47"/>
                  <a:pt x="73" y="46"/>
                  <a:pt x="72" y="46"/>
                </a:cubicBezTo>
                <a:cubicBezTo>
                  <a:pt x="72" y="46"/>
                  <a:pt x="71" y="46"/>
                  <a:pt x="71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2"/>
                  <a:pt x="69" y="42"/>
                  <a:pt x="69" y="42"/>
                </a:cubicBezTo>
                <a:lnTo>
                  <a:pt x="75" y="4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4" name="Freeform 146"/>
          <p:cNvSpPr>
            <a:spLocks noEditPoints="1"/>
          </p:cNvSpPr>
          <p:nvPr/>
        </p:nvSpPr>
        <p:spPr bwMode="auto">
          <a:xfrm>
            <a:off x="7439025" y="4275921"/>
            <a:ext cx="295275" cy="296863"/>
          </a:xfrm>
          <a:custGeom>
            <a:avLst/>
            <a:gdLst>
              <a:gd name="T0" fmla="*/ 39 w 79"/>
              <a:gd name="T1" fmla="*/ 0 h 79"/>
              <a:gd name="T2" fmla="*/ 54 w 79"/>
              <a:gd name="T3" fmla="*/ 3 h 79"/>
              <a:gd name="T4" fmla="*/ 67 w 79"/>
              <a:gd name="T5" fmla="*/ 12 h 79"/>
              <a:gd name="T6" fmla="*/ 75 w 79"/>
              <a:gd name="T7" fmla="*/ 24 h 79"/>
              <a:gd name="T8" fmla="*/ 79 w 79"/>
              <a:gd name="T9" fmla="*/ 40 h 79"/>
              <a:gd name="T10" fmla="*/ 75 w 79"/>
              <a:gd name="T11" fmla="*/ 55 h 79"/>
              <a:gd name="T12" fmla="*/ 67 w 79"/>
              <a:gd name="T13" fmla="*/ 67 h 79"/>
              <a:gd name="T14" fmla="*/ 54 w 79"/>
              <a:gd name="T15" fmla="*/ 76 h 79"/>
              <a:gd name="T16" fmla="*/ 39 w 79"/>
              <a:gd name="T17" fmla="*/ 79 h 79"/>
              <a:gd name="T18" fmla="*/ 24 w 79"/>
              <a:gd name="T19" fmla="*/ 76 h 79"/>
              <a:gd name="T20" fmla="*/ 11 w 79"/>
              <a:gd name="T21" fmla="*/ 67 h 79"/>
              <a:gd name="T22" fmla="*/ 3 w 79"/>
              <a:gd name="T23" fmla="*/ 55 h 79"/>
              <a:gd name="T24" fmla="*/ 0 w 79"/>
              <a:gd name="T25" fmla="*/ 40 h 79"/>
              <a:gd name="T26" fmla="*/ 3 w 79"/>
              <a:gd name="T27" fmla="*/ 24 h 79"/>
              <a:gd name="T28" fmla="*/ 11 w 79"/>
              <a:gd name="T29" fmla="*/ 12 h 79"/>
              <a:gd name="T30" fmla="*/ 24 w 79"/>
              <a:gd name="T31" fmla="*/ 3 h 79"/>
              <a:gd name="T32" fmla="*/ 39 w 79"/>
              <a:gd name="T33" fmla="*/ 0 h 79"/>
              <a:gd name="T34" fmla="*/ 39 w 79"/>
              <a:gd name="T35" fmla="*/ 76 h 79"/>
              <a:gd name="T36" fmla="*/ 53 w 79"/>
              <a:gd name="T37" fmla="*/ 73 h 79"/>
              <a:gd name="T38" fmla="*/ 65 w 79"/>
              <a:gd name="T39" fmla="*/ 65 h 79"/>
              <a:gd name="T40" fmla="*/ 72 w 79"/>
              <a:gd name="T41" fmla="*/ 54 h 79"/>
              <a:gd name="T42" fmla="*/ 75 w 79"/>
              <a:gd name="T43" fmla="*/ 40 h 79"/>
              <a:gd name="T44" fmla="*/ 72 w 79"/>
              <a:gd name="T45" fmla="*/ 26 h 79"/>
              <a:gd name="T46" fmla="*/ 65 w 79"/>
              <a:gd name="T47" fmla="*/ 14 h 79"/>
              <a:gd name="T48" fmla="*/ 53 w 79"/>
              <a:gd name="T49" fmla="*/ 6 h 79"/>
              <a:gd name="T50" fmla="*/ 39 w 79"/>
              <a:gd name="T51" fmla="*/ 3 h 79"/>
              <a:gd name="T52" fmla="*/ 25 w 79"/>
              <a:gd name="T53" fmla="*/ 6 h 79"/>
              <a:gd name="T54" fmla="*/ 14 w 79"/>
              <a:gd name="T55" fmla="*/ 14 h 79"/>
              <a:gd name="T56" fmla="*/ 6 w 79"/>
              <a:gd name="T57" fmla="*/ 26 h 79"/>
              <a:gd name="T58" fmla="*/ 3 w 79"/>
              <a:gd name="T59" fmla="*/ 40 h 79"/>
              <a:gd name="T60" fmla="*/ 6 w 79"/>
              <a:gd name="T61" fmla="*/ 54 h 79"/>
              <a:gd name="T62" fmla="*/ 14 w 79"/>
              <a:gd name="T63" fmla="*/ 65 h 79"/>
              <a:gd name="T64" fmla="*/ 25 w 79"/>
              <a:gd name="T65" fmla="*/ 73 h 79"/>
              <a:gd name="T66" fmla="*/ 39 w 79"/>
              <a:gd name="T67" fmla="*/ 76 h 79"/>
              <a:gd name="T68" fmla="*/ 21 w 79"/>
              <a:gd name="T69" fmla="*/ 38 h 79"/>
              <a:gd name="T70" fmla="*/ 60 w 79"/>
              <a:gd name="T71" fmla="*/ 38 h 79"/>
              <a:gd name="T72" fmla="*/ 60 w 79"/>
              <a:gd name="T73" fmla="*/ 41 h 79"/>
              <a:gd name="T74" fmla="*/ 21 w 79"/>
              <a:gd name="T75" fmla="*/ 41 h 79"/>
              <a:gd name="T76" fmla="*/ 37 w 79"/>
              <a:gd name="T77" fmla="*/ 57 h 79"/>
              <a:gd name="T78" fmla="*/ 35 w 79"/>
              <a:gd name="T79" fmla="*/ 59 h 79"/>
              <a:gd name="T80" fmla="*/ 15 w 79"/>
              <a:gd name="T81" fmla="*/ 40 h 79"/>
              <a:gd name="T82" fmla="*/ 35 w 79"/>
              <a:gd name="T83" fmla="*/ 21 h 79"/>
              <a:gd name="T84" fmla="*/ 37 w 79"/>
              <a:gd name="T85" fmla="*/ 23 h 79"/>
              <a:gd name="T86" fmla="*/ 21 w 79"/>
              <a:gd name="T87" fmla="*/ 3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39" y="0"/>
                </a:moveTo>
                <a:cubicBezTo>
                  <a:pt x="45" y="0"/>
                  <a:pt x="50" y="1"/>
                  <a:pt x="54" y="3"/>
                </a:cubicBezTo>
                <a:cubicBezTo>
                  <a:pt x="59" y="5"/>
                  <a:pt x="63" y="8"/>
                  <a:pt x="67" y="12"/>
                </a:cubicBezTo>
                <a:cubicBezTo>
                  <a:pt x="71" y="15"/>
                  <a:pt x="73" y="20"/>
                  <a:pt x="75" y="24"/>
                </a:cubicBezTo>
                <a:cubicBezTo>
                  <a:pt x="78" y="29"/>
                  <a:pt x="79" y="34"/>
                  <a:pt x="79" y="40"/>
                </a:cubicBezTo>
                <a:cubicBezTo>
                  <a:pt x="79" y="45"/>
                  <a:pt x="78" y="50"/>
                  <a:pt x="75" y="55"/>
                </a:cubicBezTo>
                <a:cubicBezTo>
                  <a:pt x="73" y="60"/>
                  <a:pt x="71" y="64"/>
                  <a:pt x="67" y="67"/>
                </a:cubicBezTo>
                <a:cubicBezTo>
                  <a:pt x="63" y="71"/>
                  <a:pt x="59" y="74"/>
                  <a:pt x="54" y="76"/>
                </a:cubicBezTo>
                <a:cubicBezTo>
                  <a:pt x="50" y="78"/>
                  <a:pt x="45" y="79"/>
                  <a:pt x="39" y="79"/>
                </a:cubicBezTo>
                <a:cubicBezTo>
                  <a:pt x="34" y="79"/>
                  <a:pt x="29" y="78"/>
                  <a:pt x="24" y="76"/>
                </a:cubicBezTo>
                <a:cubicBezTo>
                  <a:pt x="19" y="74"/>
                  <a:pt x="15" y="71"/>
                  <a:pt x="11" y="67"/>
                </a:cubicBezTo>
                <a:cubicBezTo>
                  <a:pt x="8" y="64"/>
                  <a:pt x="5" y="60"/>
                  <a:pt x="3" y="55"/>
                </a:cubicBezTo>
                <a:cubicBezTo>
                  <a:pt x="1" y="50"/>
                  <a:pt x="0" y="45"/>
                  <a:pt x="0" y="40"/>
                </a:cubicBezTo>
                <a:cubicBezTo>
                  <a:pt x="0" y="34"/>
                  <a:pt x="1" y="29"/>
                  <a:pt x="3" y="24"/>
                </a:cubicBezTo>
                <a:cubicBezTo>
                  <a:pt x="5" y="20"/>
                  <a:pt x="8" y="15"/>
                  <a:pt x="11" y="12"/>
                </a:cubicBezTo>
                <a:cubicBezTo>
                  <a:pt x="15" y="8"/>
                  <a:pt x="19" y="5"/>
                  <a:pt x="24" y="3"/>
                </a:cubicBezTo>
                <a:cubicBezTo>
                  <a:pt x="29" y="1"/>
                  <a:pt x="34" y="0"/>
                  <a:pt x="39" y="0"/>
                </a:cubicBezTo>
                <a:close/>
                <a:moveTo>
                  <a:pt x="39" y="76"/>
                </a:moveTo>
                <a:cubicBezTo>
                  <a:pt x="44" y="76"/>
                  <a:pt x="49" y="75"/>
                  <a:pt x="53" y="73"/>
                </a:cubicBezTo>
                <a:cubicBezTo>
                  <a:pt x="58" y="71"/>
                  <a:pt x="61" y="69"/>
                  <a:pt x="65" y="65"/>
                </a:cubicBezTo>
                <a:cubicBezTo>
                  <a:pt x="68" y="62"/>
                  <a:pt x="71" y="58"/>
                  <a:pt x="72" y="54"/>
                </a:cubicBezTo>
                <a:cubicBezTo>
                  <a:pt x="74" y="49"/>
                  <a:pt x="75" y="45"/>
                  <a:pt x="75" y="40"/>
                </a:cubicBezTo>
                <a:cubicBezTo>
                  <a:pt x="75" y="35"/>
                  <a:pt x="74" y="30"/>
                  <a:pt x="72" y="26"/>
                </a:cubicBezTo>
                <a:cubicBezTo>
                  <a:pt x="71" y="21"/>
                  <a:pt x="68" y="17"/>
                  <a:pt x="65" y="14"/>
                </a:cubicBezTo>
                <a:cubicBezTo>
                  <a:pt x="61" y="11"/>
                  <a:pt x="58" y="8"/>
                  <a:pt x="53" y="6"/>
                </a:cubicBezTo>
                <a:cubicBezTo>
                  <a:pt x="49" y="4"/>
                  <a:pt x="44" y="3"/>
                  <a:pt x="39" y="3"/>
                </a:cubicBezTo>
                <a:cubicBezTo>
                  <a:pt x="34" y="3"/>
                  <a:pt x="30" y="4"/>
                  <a:pt x="25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0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5"/>
                  <a:pt x="4" y="49"/>
                  <a:pt x="6" y="54"/>
                </a:cubicBezTo>
                <a:cubicBezTo>
                  <a:pt x="8" y="58"/>
                  <a:pt x="10" y="62"/>
                  <a:pt x="14" y="65"/>
                </a:cubicBezTo>
                <a:cubicBezTo>
                  <a:pt x="17" y="69"/>
                  <a:pt x="21" y="71"/>
                  <a:pt x="25" y="73"/>
                </a:cubicBezTo>
                <a:cubicBezTo>
                  <a:pt x="30" y="75"/>
                  <a:pt x="34" y="76"/>
                  <a:pt x="39" y="76"/>
                </a:cubicBezTo>
                <a:close/>
                <a:moveTo>
                  <a:pt x="21" y="38"/>
                </a:moveTo>
                <a:cubicBezTo>
                  <a:pt x="60" y="38"/>
                  <a:pt x="60" y="38"/>
                  <a:pt x="60" y="38"/>
                </a:cubicBezTo>
                <a:cubicBezTo>
                  <a:pt x="60" y="41"/>
                  <a:pt x="60" y="41"/>
                  <a:pt x="6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37" y="57"/>
                  <a:pt x="37" y="57"/>
                  <a:pt x="37" y="57"/>
                </a:cubicBezTo>
                <a:cubicBezTo>
                  <a:pt x="35" y="59"/>
                  <a:pt x="35" y="59"/>
                  <a:pt x="35" y="59"/>
                </a:cubicBezTo>
                <a:cubicBezTo>
                  <a:pt x="15" y="40"/>
                  <a:pt x="15" y="40"/>
                  <a:pt x="15" y="40"/>
                </a:cubicBezTo>
                <a:cubicBezTo>
                  <a:pt x="35" y="21"/>
                  <a:pt x="35" y="21"/>
                  <a:pt x="35" y="21"/>
                </a:cubicBezTo>
                <a:cubicBezTo>
                  <a:pt x="37" y="23"/>
                  <a:pt x="37" y="23"/>
                  <a:pt x="37" y="23"/>
                </a:cubicBezTo>
                <a:lnTo>
                  <a:pt x="21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5" name="Freeform 147"/>
          <p:cNvSpPr>
            <a:spLocks noEditPoints="1"/>
          </p:cNvSpPr>
          <p:nvPr/>
        </p:nvSpPr>
        <p:spPr bwMode="auto">
          <a:xfrm>
            <a:off x="7915275" y="4264808"/>
            <a:ext cx="165100" cy="319088"/>
          </a:xfrm>
          <a:custGeom>
            <a:avLst/>
            <a:gdLst>
              <a:gd name="T0" fmla="*/ 44 w 44"/>
              <a:gd name="T1" fmla="*/ 22 h 85"/>
              <a:gd name="T2" fmla="*/ 43 w 44"/>
              <a:gd name="T3" fmla="*/ 29 h 85"/>
              <a:gd name="T4" fmla="*/ 40 w 44"/>
              <a:gd name="T5" fmla="*/ 35 h 85"/>
              <a:gd name="T6" fmla="*/ 35 w 44"/>
              <a:gd name="T7" fmla="*/ 39 h 85"/>
              <a:gd name="T8" fmla="*/ 30 w 44"/>
              <a:gd name="T9" fmla="*/ 43 h 85"/>
              <a:gd name="T10" fmla="*/ 37 w 44"/>
              <a:gd name="T11" fmla="*/ 51 h 85"/>
              <a:gd name="T12" fmla="*/ 29 w 44"/>
              <a:gd name="T13" fmla="*/ 58 h 85"/>
              <a:gd name="T14" fmla="*/ 29 w 44"/>
              <a:gd name="T15" fmla="*/ 65 h 85"/>
              <a:gd name="T16" fmla="*/ 34 w 44"/>
              <a:gd name="T17" fmla="*/ 69 h 85"/>
              <a:gd name="T18" fmla="*/ 29 w 44"/>
              <a:gd name="T19" fmla="*/ 74 h 85"/>
              <a:gd name="T20" fmla="*/ 29 w 44"/>
              <a:gd name="T21" fmla="*/ 85 h 85"/>
              <a:gd name="T22" fmla="*/ 14 w 44"/>
              <a:gd name="T23" fmla="*/ 85 h 85"/>
              <a:gd name="T24" fmla="*/ 14 w 44"/>
              <a:gd name="T25" fmla="*/ 43 h 85"/>
              <a:gd name="T26" fmla="*/ 8 w 44"/>
              <a:gd name="T27" fmla="*/ 39 h 85"/>
              <a:gd name="T28" fmla="*/ 4 w 44"/>
              <a:gd name="T29" fmla="*/ 35 h 85"/>
              <a:gd name="T30" fmla="*/ 1 w 44"/>
              <a:gd name="T31" fmla="*/ 29 h 85"/>
              <a:gd name="T32" fmla="*/ 0 w 44"/>
              <a:gd name="T33" fmla="*/ 22 h 85"/>
              <a:gd name="T34" fmla="*/ 1 w 44"/>
              <a:gd name="T35" fmla="*/ 14 h 85"/>
              <a:gd name="T36" fmla="*/ 6 w 44"/>
              <a:gd name="T37" fmla="*/ 7 h 85"/>
              <a:gd name="T38" fmla="*/ 13 w 44"/>
              <a:gd name="T39" fmla="*/ 2 h 85"/>
              <a:gd name="T40" fmla="*/ 22 w 44"/>
              <a:gd name="T41" fmla="*/ 0 h 85"/>
              <a:gd name="T42" fmla="*/ 30 w 44"/>
              <a:gd name="T43" fmla="*/ 2 h 85"/>
              <a:gd name="T44" fmla="*/ 37 w 44"/>
              <a:gd name="T45" fmla="*/ 7 h 85"/>
              <a:gd name="T46" fmla="*/ 42 w 44"/>
              <a:gd name="T47" fmla="*/ 14 h 85"/>
              <a:gd name="T48" fmla="*/ 44 w 44"/>
              <a:gd name="T49" fmla="*/ 22 h 85"/>
              <a:gd name="T50" fmla="*/ 28 w 44"/>
              <a:gd name="T51" fmla="*/ 40 h 85"/>
              <a:gd name="T52" fmla="*/ 33 w 44"/>
              <a:gd name="T53" fmla="*/ 37 h 85"/>
              <a:gd name="T54" fmla="*/ 37 w 44"/>
              <a:gd name="T55" fmla="*/ 33 h 85"/>
              <a:gd name="T56" fmla="*/ 40 w 44"/>
              <a:gd name="T57" fmla="*/ 28 h 85"/>
              <a:gd name="T58" fmla="*/ 40 w 44"/>
              <a:gd name="T59" fmla="*/ 22 h 85"/>
              <a:gd name="T60" fmla="*/ 39 w 44"/>
              <a:gd name="T61" fmla="*/ 15 h 85"/>
              <a:gd name="T62" fmla="*/ 35 w 44"/>
              <a:gd name="T63" fmla="*/ 9 h 85"/>
              <a:gd name="T64" fmla="*/ 29 w 44"/>
              <a:gd name="T65" fmla="*/ 5 h 85"/>
              <a:gd name="T66" fmla="*/ 22 w 44"/>
              <a:gd name="T67" fmla="*/ 3 h 85"/>
              <a:gd name="T68" fmla="*/ 14 w 44"/>
              <a:gd name="T69" fmla="*/ 5 h 85"/>
              <a:gd name="T70" fmla="*/ 8 w 44"/>
              <a:gd name="T71" fmla="*/ 9 h 85"/>
              <a:gd name="T72" fmla="*/ 4 w 44"/>
              <a:gd name="T73" fmla="*/ 15 h 85"/>
              <a:gd name="T74" fmla="*/ 3 w 44"/>
              <a:gd name="T75" fmla="*/ 22 h 85"/>
              <a:gd name="T76" fmla="*/ 4 w 44"/>
              <a:gd name="T77" fmla="*/ 28 h 85"/>
              <a:gd name="T78" fmla="*/ 6 w 44"/>
              <a:gd name="T79" fmla="*/ 33 h 85"/>
              <a:gd name="T80" fmla="*/ 10 w 44"/>
              <a:gd name="T81" fmla="*/ 37 h 85"/>
              <a:gd name="T82" fmla="*/ 15 w 44"/>
              <a:gd name="T83" fmla="*/ 40 h 85"/>
              <a:gd name="T84" fmla="*/ 17 w 44"/>
              <a:gd name="T85" fmla="*/ 41 h 85"/>
              <a:gd name="T86" fmla="*/ 17 w 44"/>
              <a:gd name="T87" fmla="*/ 82 h 85"/>
              <a:gd name="T88" fmla="*/ 26 w 44"/>
              <a:gd name="T89" fmla="*/ 82 h 85"/>
              <a:gd name="T90" fmla="*/ 26 w 44"/>
              <a:gd name="T91" fmla="*/ 73 h 85"/>
              <a:gd name="T92" fmla="*/ 30 w 44"/>
              <a:gd name="T93" fmla="*/ 69 h 85"/>
              <a:gd name="T94" fmla="*/ 26 w 44"/>
              <a:gd name="T95" fmla="*/ 66 h 85"/>
              <a:gd name="T96" fmla="*/ 26 w 44"/>
              <a:gd name="T97" fmla="*/ 57 h 85"/>
              <a:gd name="T98" fmla="*/ 33 w 44"/>
              <a:gd name="T99" fmla="*/ 51 h 85"/>
              <a:gd name="T100" fmla="*/ 26 w 44"/>
              <a:gd name="T101" fmla="*/ 44 h 85"/>
              <a:gd name="T102" fmla="*/ 26 w 44"/>
              <a:gd name="T103" fmla="*/ 41 h 85"/>
              <a:gd name="T104" fmla="*/ 28 w 44"/>
              <a:gd name="T105" fmla="*/ 40 h 85"/>
              <a:gd name="T106" fmla="*/ 20 w 44"/>
              <a:gd name="T107" fmla="*/ 13 h 85"/>
              <a:gd name="T108" fmla="*/ 20 w 44"/>
              <a:gd name="T109" fmla="*/ 25 h 85"/>
              <a:gd name="T110" fmla="*/ 23 w 44"/>
              <a:gd name="T111" fmla="*/ 25 h 85"/>
              <a:gd name="T112" fmla="*/ 23 w 44"/>
              <a:gd name="T113" fmla="*/ 13 h 85"/>
              <a:gd name="T114" fmla="*/ 20 w 44"/>
              <a:gd name="T115" fmla="*/ 1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" h="85">
                <a:moveTo>
                  <a:pt x="44" y="22"/>
                </a:moveTo>
                <a:cubicBezTo>
                  <a:pt x="44" y="25"/>
                  <a:pt x="43" y="27"/>
                  <a:pt x="43" y="29"/>
                </a:cubicBezTo>
                <a:cubicBezTo>
                  <a:pt x="42" y="31"/>
                  <a:pt x="41" y="33"/>
                  <a:pt x="40" y="35"/>
                </a:cubicBezTo>
                <a:cubicBezTo>
                  <a:pt x="38" y="37"/>
                  <a:pt x="37" y="38"/>
                  <a:pt x="35" y="39"/>
                </a:cubicBezTo>
                <a:cubicBezTo>
                  <a:pt x="33" y="41"/>
                  <a:pt x="32" y="42"/>
                  <a:pt x="30" y="43"/>
                </a:cubicBezTo>
                <a:cubicBezTo>
                  <a:pt x="37" y="51"/>
                  <a:pt x="37" y="51"/>
                  <a:pt x="37" y="51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65"/>
                  <a:pt x="29" y="65"/>
                  <a:pt x="29" y="65"/>
                </a:cubicBezTo>
                <a:cubicBezTo>
                  <a:pt x="34" y="69"/>
                  <a:pt x="34" y="69"/>
                  <a:pt x="34" y="69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85"/>
                  <a:pt x="29" y="85"/>
                  <a:pt x="29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4" y="43"/>
                  <a:pt x="14" y="43"/>
                  <a:pt x="14" y="43"/>
                </a:cubicBezTo>
                <a:cubicBezTo>
                  <a:pt x="12" y="42"/>
                  <a:pt x="10" y="41"/>
                  <a:pt x="8" y="39"/>
                </a:cubicBezTo>
                <a:cubicBezTo>
                  <a:pt x="6" y="38"/>
                  <a:pt x="5" y="37"/>
                  <a:pt x="4" y="35"/>
                </a:cubicBezTo>
                <a:cubicBezTo>
                  <a:pt x="2" y="33"/>
                  <a:pt x="1" y="31"/>
                  <a:pt x="1" y="29"/>
                </a:cubicBezTo>
                <a:cubicBezTo>
                  <a:pt x="0" y="27"/>
                  <a:pt x="0" y="25"/>
                  <a:pt x="0" y="22"/>
                </a:cubicBezTo>
                <a:cubicBezTo>
                  <a:pt x="0" y="19"/>
                  <a:pt x="0" y="16"/>
                  <a:pt x="1" y="14"/>
                </a:cubicBezTo>
                <a:cubicBezTo>
                  <a:pt x="2" y="11"/>
                  <a:pt x="4" y="9"/>
                  <a:pt x="6" y="7"/>
                </a:cubicBezTo>
                <a:cubicBezTo>
                  <a:pt x="8" y="5"/>
                  <a:pt x="10" y="3"/>
                  <a:pt x="13" y="2"/>
                </a:cubicBezTo>
                <a:cubicBezTo>
                  <a:pt x="16" y="1"/>
                  <a:pt x="19" y="0"/>
                  <a:pt x="22" y="0"/>
                </a:cubicBezTo>
                <a:cubicBezTo>
                  <a:pt x="25" y="0"/>
                  <a:pt x="28" y="1"/>
                  <a:pt x="30" y="2"/>
                </a:cubicBezTo>
                <a:cubicBezTo>
                  <a:pt x="33" y="3"/>
                  <a:pt x="35" y="5"/>
                  <a:pt x="37" y="7"/>
                </a:cubicBezTo>
                <a:cubicBezTo>
                  <a:pt x="39" y="9"/>
                  <a:pt x="41" y="11"/>
                  <a:pt x="42" y="14"/>
                </a:cubicBezTo>
                <a:cubicBezTo>
                  <a:pt x="43" y="16"/>
                  <a:pt x="44" y="19"/>
                  <a:pt x="44" y="22"/>
                </a:cubicBezTo>
                <a:close/>
                <a:moveTo>
                  <a:pt x="28" y="40"/>
                </a:moveTo>
                <a:cubicBezTo>
                  <a:pt x="30" y="39"/>
                  <a:pt x="32" y="38"/>
                  <a:pt x="33" y="37"/>
                </a:cubicBezTo>
                <a:cubicBezTo>
                  <a:pt x="35" y="36"/>
                  <a:pt x="36" y="34"/>
                  <a:pt x="37" y="33"/>
                </a:cubicBezTo>
                <a:cubicBezTo>
                  <a:pt x="38" y="31"/>
                  <a:pt x="39" y="30"/>
                  <a:pt x="40" y="28"/>
                </a:cubicBezTo>
                <a:cubicBezTo>
                  <a:pt x="40" y="26"/>
                  <a:pt x="40" y="24"/>
                  <a:pt x="40" y="22"/>
                </a:cubicBezTo>
                <a:cubicBezTo>
                  <a:pt x="40" y="20"/>
                  <a:pt x="40" y="17"/>
                  <a:pt x="39" y="15"/>
                </a:cubicBezTo>
                <a:cubicBezTo>
                  <a:pt x="38" y="13"/>
                  <a:pt x="37" y="11"/>
                  <a:pt x="35" y="9"/>
                </a:cubicBezTo>
                <a:cubicBezTo>
                  <a:pt x="33" y="7"/>
                  <a:pt x="31" y="6"/>
                  <a:pt x="29" y="5"/>
                </a:cubicBezTo>
                <a:cubicBezTo>
                  <a:pt x="27" y="4"/>
                  <a:pt x="24" y="3"/>
                  <a:pt x="22" y="3"/>
                </a:cubicBezTo>
                <a:cubicBezTo>
                  <a:pt x="19" y="3"/>
                  <a:pt x="17" y="4"/>
                  <a:pt x="14" y="5"/>
                </a:cubicBezTo>
                <a:cubicBezTo>
                  <a:pt x="12" y="6"/>
                  <a:pt x="10" y="7"/>
                  <a:pt x="8" y="9"/>
                </a:cubicBezTo>
                <a:cubicBezTo>
                  <a:pt x="7" y="11"/>
                  <a:pt x="5" y="13"/>
                  <a:pt x="4" y="15"/>
                </a:cubicBezTo>
                <a:cubicBezTo>
                  <a:pt x="3" y="17"/>
                  <a:pt x="3" y="20"/>
                  <a:pt x="3" y="22"/>
                </a:cubicBezTo>
                <a:cubicBezTo>
                  <a:pt x="3" y="24"/>
                  <a:pt x="3" y="26"/>
                  <a:pt x="4" y="28"/>
                </a:cubicBezTo>
                <a:cubicBezTo>
                  <a:pt x="4" y="30"/>
                  <a:pt x="5" y="31"/>
                  <a:pt x="6" y="33"/>
                </a:cubicBezTo>
                <a:cubicBezTo>
                  <a:pt x="7" y="34"/>
                  <a:pt x="8" y="36"/>
                  <a:pt x="10" y="37"/>
                </a:cubicBezTo>
                <a:cubicBezTo>
                  <a:pt x="11" y="38"/>
                  <a:pt x="13" y="39"/>
                  <a:pt x="15" y="40"/>
                </a:cubicBezTo>
                <a:cubicBezTo>
                  <a:pt x="17" y="41"/>
                  <a:pt x="17" y="41"/>
                  <a:pt x="17" y="41"/>
                </a:cubicBezTo>
                <a:cubicBezTo>
                  <a:pt x="17" y="82"/>
                  <a:pt x="17" y="82"/>
                  <a:pt x="17" y="82"/>
                </a:cubicBezTo>
                <a:cubicBezTo>
                  <a:pt x="26" y="82"/>
                  <a:pt x="26" y="82"/>
                  <a:pt x="26" y="82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69"/>
                  <a:pt x="30" y="69"/>
                  <a:pt x="30" y="69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57"/>
                  <a:pt x="26" y="57"/>
                  <a:pt x="26" y="57"/>
                </a:cubicBezTo>
                <a:cubicBezTo>
                  <a:pt x="33" y="51"/>
                  <a:pt x="33" y="51"/>
                  <a:pt x="33" y="51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1"/>
                  <a:pt x="26" y="41"/>
                  <a:pt x="26" y="41"/>
                </a:cubicBezTo>
                <a:lnTo>
                  <a:pt x="28" y="40"/>
                </a:lnTo>
                <a:close/>
                <a:moveTo>
                  <a:pt x="20" y="13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13"/>
                  <a:pt x="23" y="13"/>
                  <a:pt x="23" y="13"/>
                </a:cubicBezTo>
                <a:lnTo>
                  <a:pt x="20" y="1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6" name="Freeform 148"/>
          <p:cNvSpPr>
            <a:spLocks noEditPoints="1"/>
          </p:cNvSpPr>
          <p:nvPr/>
        </p:nvSpPr>
        <p:spPr bwMode="auto">
          <a:xfrm>
            <a:off x="8259763" y="4267983"/>
            <a:ext cx="331788" cy="312738"/>
          </a:xfrm>
          <a:custGeom>
            <a:avLst/>
            <a:gdLst>
              <a:gd name="T0" fmla="*/ 79 w 88"/>
              <a:gd name="T1" fmla="*/ 41 h 83"/>
              <a:gd name="T2" fmla="*/ 83 w 88"/>
              <a:gd name="T3" fmla="*/ 81 h 83"/>
              <a:gd name="T4" fmla="*/ 70 w 88"/>
              <a:gd name="T5" fmla="*/ 81 h 83"/>
              <a:gd name="T6" fmla="*/ 58 w 88"/>
              <a:gd name="T7" fmla="*/ 70 h 83"/>
              <a:gd name="T8" fmla="*/ 48 w 88"/>
              <a:gd name="T9" fmla="*/ 66 h 83"/>
              <a:gd name="T10" fmla="*/ 44 w 88"/>
              <a:gd name="T11" fmla="*/ 66 h 83"/>
              <a:gd name="T12" fmla="*/ 36 w 88"/>
              <a:gd name="T13" fmla="*/ 67 h 83"/>
              <a:gd name="T14" fmla="*/ 26 w 88"/>
              <a:gd name="T15" fmla="*/ 74 h 83"/>
              <a:gd name="T16" fmla="*/ 13 w 88"/>
              <a:gd name="T17" fmla="*/ 82 h 83"/>
              <a:gd name="T18" fmla="*/ 0 w 88"/>
              <a:gd name="T19" fmla="*/ 70 h 83"/>
              <a:gd name="T20" fmla="*/ 16 w 88"/>
              <a:gd name="T21" fmla="*/ 34 h 83"/>
              <a:gd name="T22" fmla="*/ 32 w 88"/>
              <a:gd name="T23" fmla="*/ 35 h 83"/>
              <a:gd name="T24" fmla="*/ 42 w 88"/>
              <a:gd name="T25" fmla="*/ 35 h 83"/>
              <a:gd name="T26" fmla="*/ 47 w 88"/>
              <a:gd name="T27" fmla="*/ 22 h 83"/>
              <a:gd name="T28" fmla="*/ 63 w 88"/>
              <a:gd name="T29" fmla="*/ 16 h 83"/>
              <a:gd name="T30" fmla="*/ 77 w 88"/>
              <a:gd name="T31" fmla="*/ 7 h 83"/>
              <a:gd name="T32" fmla="*/ 79 w 88"/>
              <a:gd name="T33" fmla="*/ 8 h 83"/>
              <a:gd name="T34" fmla="*/ 63 w 88"/>
              <a:gd name="T35" fmla="*/ 19 h 83"/>
              <a:gd name="T36" fmla="*/ 49 w 88"/>
              <a:gd name="T37" fmla="*/ 24 h 83"/>
              <a:gd name="T38" fmla="*/ 45 w 88"/>
              <a:gd name="T39" fmla="*/ 38 h 83"/>
              <a:gd name="T40" fmla="*/ 60 w 88"/>
              <a:gd name="T41" fmla="*/ 33 h 83"/>
              <a:gd name="T42" fmla="*/ 82 w 88"/>
              <a:gd name="T43" fmla="*/ 78 h 83"/>
              <a:gd name="T44" fmla="*/ 76 w 88"/>
              <a:gd name="T45" fmla="*/ 43 h 83"/>
              <a:gd name="T46" fmla="*/ 63 w 88"/>
              <a:gd name="T47" fmla="*/ 35 h 83"/>
              <a:gd name="T48" fmla="*/ 57 w 88"/>
              <a:gd name="T49" fmla="*/ 38 h 83"/>
              <a:gd name="T50" fmla="*/ 47 w 88"/>
              <a:gd name="T51" fmla="*/ 41 h 83"/>
              <a:gd name="T52" fmla="*/ 37 w 88"/>
              <a:gd name="T53" fmla="*/ 40 h 83"/>
              <a:gd name="T54" fmla="*/ 28 w 88"/>
              <a:gd name="T55" fmla="*/ 37 h 83"/>
              <a:gd name="T56" fmla="*/ 23 w 88"/>
              <a:gd name="T57" fmla="*/ 35 h 83"/>
              <a:gd name="T58" fmla="*/ 5 w 88"/>
              <a:gd name="T59" fmla="*/ 54 h 83"/>
              <a:gd name="T60" fmla="*/ 9 w 88"/>
              <a:gd name="T61" fmla="*/ 80 h 83"/>
              <a:gd name="T62" fmla="*/ 20 w 88"/>
              <a:gd name="T63" fmla="*/ 76 h 83"/>
              <a:gd name="T64" fmla="*/ 31 w 88"/>
              <a:gd name="T65" fmla="*/ 65 h 83"/>
              <a:gd name="T66" fmla="*/ 48 w 88"/>
              <a:gd name="T67" fmla="*/ 63 h 83"/>
              <a:gd name="T68" fmla="*/ 60 w 88"/>
              <a:gd name="T69" fmla="*/ 68 h 83"/>
              <a:gd name="T70" fmla="*/ 71 w 88"/>
              <a:gd name="T71" fmla="*/ 78 h 83"/>
              <a:gd name="T72" fmla="*/ 25 w 88"/>
              <a:gd name="T73" fmla="*/ 51 h 83"/>
              <a:gd name="T74" fmla="*/ 25 w 88"/>
              <a:gd name="T75" fmla="*/ 54 h 83"/>
              <a:gd name="T76" fmla="*/ 22 w 88"/>
              <a:gd name="T77" fmla="*/ 54 h 83"/>
              <a:gd name="T78" fmla="*/ 22 w 88"/>
              <a:gd name="T79" fmla="*/ 51 h 83"/>
              <a:gd name="T80" fmla="*/ 25 w 88"/>
              <a:gd name="T81" fmla="*/ 51 h 83"/>
              <a:gd name="T82" fmla="*/ 61 w 88"/>
              <a:gd name="T83" fmla="*/ 49 h 83"/>
              <a:gd name="T84" fmla="*/ 62 w 88"/>
              <a:gd name="T85" fmla="*/ 54 h 83"/>
              <a:gd name="T86" fmla="*/ 58 w 88"/>
              <a:gd name="T87" fmla="*/ 57 h 83"/>
              <a:gd name="T88" fmla="*/ 53 w 88"/>
              <a:gd name="T89" fmla="*/ 54 h 83"/>
              <a:gd name="T90" fmla="*/ 55 w 88"/>
              <a:gd name="T91" fmla="*/ 49 h 83"/>
              <a:gd name="T92" fmla="*/ 58 w 88"/>
              <a:gd name="T93" fmla="*/ 54 h 83"/>
              <a:gd name="T94" fmla="*/ 59 w 88"/>
              <a:gd name="T95" fmla="*/ 51 h 83"/>
              <a:gd name="T96" fmla="*/ 56 w 88"/>
              <a:gd name="T97" fmla="*/ 52 h 83"/>
              <a:gd name="T98" fmla="*/ 71 w 88"/>
              <a:gd name="T99" fmla="*/ 51 h 83"/>
              <a:gd name="T100" fmla="*/ 75 w 88"/>
              <a:gd name="T101" fmla="*/ 54 h 83"/>
              <a:gd name="T102" fmla="*/ 74 w 88"/>
              <a:gd name="T103" fmla="*/ 59 h 83"/>
              <a:gd name="T104" fmla="*/ 69 w 88"/>
              <a:gd name="T105" fmla="*/ 60 h 83"/>
              <a:gd name="T106" fmla="*/ 66 w 88"/>
              <a:gd name="T107" fmla="*/ 55 h 83"/>
              <a:gd name="T108" fmla="*/ 69 w 88"/>
              <a:gd name="T109" fmla="*/ 51 h 83"/>
              <a:gd name="T110" fmla="*/ 72 w 88"/>
              <a:gd name="T111" fmla="*/ 57 h 83"/>
              <a:gd name="T112" fmla="*/ 71 w 88"/>
              <a:gd name="T113" fmla="*/ 54 h 83"/>
              <a:gd name="T114" fmla="*/ 69 w 88"/>
              <a:gd name="T115" fmla="*/ 5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8" h="83">
                <a:moveTo>
                  <a:pt x="65" y="32"/>
                </a:moveTo>
                <a:cubicBezTo>
                  <a:pt x="67" y="32"/>
                  <a:pt x="69" y="33"/>
                  <a:pt x="71" y="34"/>
                </a:cubicBezTo>
                <a:cubicBezTo>
                  <a:pt x="74" y="36"/>
                  <a:pt x="76" y="38"/>
                  <a:pt x="79" y="41"/>
                </a:cubicBezTo>
                <a:cubicBezTo>
                  <a:pt x="81" y="45"/>
                  <a:pt x="83" y="49"/>
                  <a:pt x="85" y="53"/>
                </a:cubicBezTo>
                <a:cubicBezTo>
                  <a:pt x="87" y="58"/>
                  <a:pt x="88" y="64"/>
                  <a:pt x="88" y="70"/>
                </a:cubicBezTo>
                <a:cubicBezTo>
                  <a:pt x="88" y="76"/>
                  <a:pt x="86" y="80"/>
                  <a:pt x="83" y="81"/>
                </a:cubicBezTo>
                <a:cubicBezTo>
                  <a:pt x="80" y="82"/>
                  <a:pt x="79" y="83"/>
                  <a:pt x="78" y="83"/>
                </a:cubicBezTo>
                <a:cubicBezTo>
                  <a:pt x="77" y="83"/>
                  <a:pt x="75" y="83"/>
                  <a:pt x="74" y="82"/>
                </a:cubicBezTo>
                <a:cubicBezTo>
                  <a:pt x="73" y="82"/>
                  <a:pt x="71" y="82"/>
                  <a:pt x="70" y="81"/>
                </a:cubicBezTo>
                <a:cubicBezTo>
                  <a:pt x="69" y="80"/>
                  <a:pt x="67" y="79"/>
                  <a:pt x="66" y="78"/>
                </a:cubicBezTo>
                <a:cubicBezTo>
                  <a:pt x="64" y="77"/>
                  <a:pt x="63" y="76"/>
                  <a:pt x="62" y="74"/>
                </a:cubicBezTo>
                <a:cubicBezTo>
                  <a:pt x="60" y="73"/>
                  <a:pt x="59" y="71"/>
                  <a:pt x="58" y="70"/>
                </a:cubicBezTo>
                <a:cubicBezTo>
                  <a:pt x="56" y="69"/>
                  <a:pt x="55" y="69"/>
                  <a:pt x="54" y="68"/>
                </a:cubicBezTo>
                <a:cubicBezTo>
                  <a:pt x="53" y="67"/>
                  <a:pt x="52" y="67"/>
                  <a:pt x="51" y="67"/>
                </a:cubicBezTo>
                <a:cubicBezTo>
                  <a:pt x="51" y="67"/>
                  <a:pt x="50" y="66"/>
                  <a:pt x="48" y="66"/>
                </a:cubicBezTo>
                <a:cubicBezTo>
                  <a:pt x="48" y="66"/>
                  <a:pt x="47" y="66"/>
                  <a:pt x="46" y="66"/>
                </a:cubicBezTo>
                <a:cubicBezTo>
                  <a:pt x="45" y="66"/>
                  <a:pt x="44" y="66"/>
                  <a:pt x="44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66"/>
                  <a:pt x="43" y="66"/>
                  <a:pt x="42" y="66"/>
                </a:cubicBezTo>
                <a:cubicBezTo>
                  <a:pt x="41" y="66"/>
                  <a:pt x="40" y="66"/>
                  <a:pt x="39" y="66"/>
                </a:cubicBezTo>
                <a:cubicBezTo>
                  <a:pt x="38" y="66"/>
                  <a:pt x="37" y="67"/>
                  <a:pt x="36" y="67"/>
                </a:cubicBezTo>
                <a:cubicBezTo>
                  <a:pt x="35" y="67"/>
                  <a:pt x="34" y="67"/>
                  <a:pt x="33" y="68"/>
                </a:cubicBezTo>
                <a:cubicBezTo>
                  <a:pt x="32" y="69"/>
                  <a:pt x="31" y="69"/>
                  <a:pt x="30" y="70"/>
                </a:cubicBezTo>
                <a:cubicBezTo>
                  <a:pt x="29" y="71"/>
                  <a:pt x="27" y="73"/>
                  <a:pt x="26" y="74"/>
                </a:cubicBezTo>
                <a:cubicBezTo>
                  <a:pt x="24" y="76"/>
                  <a:pt x="23" y="77"/>
                  <a:pt x="21" y="78"/>
                </a:cubicBezTo>
                <a:cubicBezTo>
                  <a:pt x="20" y="79"/>
                  <a:pt x="19" y="80"/>
                  <a:pt x="17" y="81"/>
                </a:cubicBezTo>
                <a:cubicBezTo>
                  <a:pt x="16" y="82"/>
                  <a:pt x="15" y="82"/>
                  <a:pt x="13" y="82"/>
                </a:cubicBezTo>
                <a:cubicBezTo>
                  <a:pt x="12" y="83"/>
                  <a:pt x="11" y="83"/>
                  <a:pt x="9" y="83"/>
                </a:cubicBezTo>
                <a:cubicBezTo>
                  <a:pt x="9" y="83"/>
                  <a:pt x="7" y="82"/>
                  <a:pt x="4" y="81"/>
                </a:cubicBezTo>
                <a:cubicBezTo>
                  <a:pt x="1" y="80"/>
                  <a:pt x="0" y="76"/>
                  <a:pt x="0" y="70"/>
                </a:cubicBezTo>
                <a:cubicBezTo>
                  <a:pt x="0" y="64"/>
                  <a:pt x="1" y="58"/>
                  <a:pt x="2" y="53"/>
                </a:cubicBezTo>
                <a:cubicBezTo>
                  <a:pt x="4" y="49"/>
                  <a:pt x="6" y="45"/>
                  <a:pt x="9" y="41"/>
                </a:cubicBezTo>
                <a:cubicBezTo>
                  <a:pt x="11" y="38"/>
                  <a:pt x="14" y="36"/>
                  <a:pt x="16" y="34"/>
                </a:cubicBezTo>
                <a:cubicBezTo>
                  <a:pt x="19" y="33"/>
                  <a:pt x="21" y="32"/>
                  <a:pt x="23" y="32"/>
                </a:cubicBezTo>
                <a:cubicBezTo>
                  <a:pt x="24" y="32"/>
                  <a:pt x="26" y="32"/>
                  <a:pt x="27" y="33"/>
                </a:cubicBezTo>
                <a:cubicBezTo>
                  <a:pt x="29" y="33"/>
                  <a:pt x="30" y="34"/>
                  <a:pt x="32" y="35"/>
                </a:cubicBezTo>
                <a:cubicBezTo>
                  <a:pt x="33" y="35"/>
                  <a:pt x="35" y="36"/>
                  <a:pt x="37" y="37"/>
                </a:cubicBezTo>
                <a:cubicBezTo>
                  <a:pt x="39" y="37"/>
                  <a:pt x="40" y="38"/>
                  <a:pt x="42" y="38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2"/>
                  <a:pt x="43" y="30"/>
                  <a:pt x="44" y="28"/>
                </a:cubicBezTo>
                <a:cubicBezTo>
                  <a:pt x="44" y="26"/>
                  <a:pt x="46" y="24"/>
                  <a:pt x="47" y="22"/>
                </a:cubicBezTo>
                <a:cubicBezTo>
                  <a:pt x="49" y="20"/>
                  <a:pt x="51" y="19"/>
                  <a:pt x="53" y="18"/>
                </a:cubicBezTo>
                <a:cubicBezTo>
                  <a:pt x="55" y="17"/>
                  <a:pt x="58" y="16"/>
                  <a:pt x="61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64" y="16"/>
                  <a:pt x="66" y="16"/>
                  <a:pt x="68" y="15"/>
                </a:cubicBezTo>
                <a:cubicBezTo>
                  <a:pt x="70" y="14"/>
                  <a:pt x="71" y="13"/>
                  <a:pt x="73" y="12"/>
                </a:cubicBezTo>
                <a:cubicBezTo>
                  <a:pt x="74" y="11"/>
                  <a:pt x="76" y="9"/>
                  <a:pt x="77" y="7"/>
                </a:cubicBezTo>
                <a:cubicBezTo>
                  <a:pt x="78" y="5"/>
                  <a:pt x="78" y="3"/>
                  <a:pt x="78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1" y="3"/>
                  <a:pt x="81" y="6"/>
                  <a:pt x="79" y="8"/>
                </a:cubicBezTo>
                <a:cubicBezTo>
                  <a:pt x="78" y="11"/>
                  <a:pt x="77" y="13"/>
                  <a:pt x="75" y="14"/>
                </a:cubicBezTo>
                <a:cubicBezTo>
                  <a:pt x="73" y="16"/>
                  <a:pt x="71" y="17"/>
                  <a:pt x="69" y="18"/>
                </a:cubicBezTo>
                <a:cubicBezTo>
                  <a:pt x="67" y="19"/>
                  <a:pt x="65" y="19"/>
                  <a:pt x="63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58" y="19"/>
                  <a:pt x="56" y="20"/>
                  <a:pt x="54" y="21"/>
                </a:cubicBezTo>
                <a:cubicBezTo>
                  <a:pt x="52" y="22"/>
                  <a:pt x="51" y="23"/>
                  <a:pt x="49" y="24"/>
                </a:cubicBezTo>
                <a:cubicBezTo>
                  <a:pt x="48" y="26"/>
                  <a:pt x="47" y="27"/>
                  <a:pt x="46" y="29"/>
                </a:cubicBezTo>
                <a:cubicBezTo>
                  <a:pt x="46" y="31"/>
                  <a:pt x="45" y="33"/>
                  <a:pt x="45" y="35"/>
                </a:cubicBezTo>
                <a:cubicBezTo>
                  <a:pt x="45" y="38"/>
                  <a:pt x="45" y="38"/>
                  <a:pt x="45" y="38"/>
                </a:cubicBezTo>
                <a:cubicBezTo>
                  <a:pt x="47" y="38"/>
                  <a:pt x="49" y="37"/>
                  <a:pt x="51" y="37"/>
                </a:cubicBezTo>
                <a:cubicBezTo>
                  <a:pt x="52" y="36"/>
                  <a:pt x="54" y="35"/>
                  <a:pt x="56" y="35"/>
                </a:cubicBezTo>
                <a:cubicBezTo>
                  <a:pt x="57" y="34"/>
                  <a:pt x="59" y="33"/>
                  <a:pt x="60" y="33"/>
                </a:cubicBezTo>
                <a:cubicBezTo>
                  <a:pt x="62" y="32"/>
                  <a:pt x="63" y="32"/>
                  <a:pt x="65" y="32"/>
                </a:cubicBezTo>
                <a:close/>
                <a:moveTo>
                  <a:pt x="78" y="80"/>
                </a:moveTo>
                <a:cubicBezTo>
                  <a:pt x="79" y="80"/>
                  <a:pt x="80" y="79"/>
                  <a:pt x="82" y="78"/>
                </a:cubicBezTo>
                <a:cubicBezTo>
                  <a:pt x="84" y="77"/>
                  <a:pt x="85" y="74"/>
                  <a:pt x="85" y="70"/>
                </a:cubicBezTo>
                <a:cubicBezTo>
                  <a:pt x="85" y="64"/>
                  <a:pt x="84" y="59"/>
                  <a:pt x="82" y="54"/>
                </a:cubicBezTo>
                <a:cubicBezTo>
                  <a:pt x="80" y="50"/>
                  <a:pt x="78" y="46"/>
                  <a:pt x="76" y="43"/>
                </a:cubicBezTo>
                <a:cubicBezTo>
                  <a:pt x="74" y="40"/>
                  <a:pt x="72" y="38"/>
                  <a:pt x="70" y="37"/>
                </a:cubicBezTo>
                <a:cubicBezTo>
                  <a:pt x="67" y="36"/>
                  <a:pt x="66" y="35"/>
                  <a:pt x="65" y="35"/>
                </a:cubicBezTo>
                <a:cubicBezTo>
                  <a:pt x="64" y="35"/>
                  <a:pt x="64" y="35"/>
                  <a:pt x="63" y="35"/>
                </a:cubicBezTo>
                <a:cubicBezTo>
                  <a:pt x="62" y="35"/>
                  <a:pt x="62" y="36"/>
                  <a:pt x="61" y="36"/>
                </a:cubicBezTo>
                <a:cubicBezTo>
                  <a:pt x="60" y="36"/>
                  <a:pt x="60" y="36"/>
                  <a:pt x="59" y="37"/>
                </a:cubicBezTo>
                <a:cubicBezTo>
                  <a:pt x="58" y="37"/>
                  <a:pt x="58" y="37"/>
                  <a:pt x="57" y="38"/>
                </a:cubicBezTo>
                <a:cubicBezTo>
                  <a:pt x="56" y="38"/>
                  <a:pt x="55" y="39"/>
                  <a:pt x="54" y="39"/>
                </a:cubicBezTo>
                <a:cubicBezTo>
                  <a:pt x="53" y="39"/>
                  <a:pt x="52" y="40"/>
                  <a:pt x="51" y="40"/>
                </a:cubicBezTo>
                <a:cubicBezTo>
                  <a:pt x="50" y="40"/>
                  <a:pt x="48" y="41"/>
                  <a:pt x="47" y="41"/>
                </a:cubicBezTo>
                <a:cubicBezTo>
                  <a:pt x="46" y="41"/>
                  <a:pt x="45" y="41"/>
                  <a:pt x="44" y="41"/>
                </a:cubicBezTo>
                <a:cubicBezTo>
                  <a:pt x="42" y="41"/>
                  <a:pt x="41" y="41"/>
                  <a:pt x="40" y="41"/>
                </a:cubicBezTo>
                <a:cubicBezTo>
                  <a:pt x="39" y="41"/>
                  <a:pt x="38" y="40"/>
                  <a:pt x="37" y="40"/>
                </a:cubicBezTo>
                <a:cubicBezTo>
                  <a:pt x="36" y="40"/>
                  <a:pt x="35" y="39"/>
                  <a:pt x="34" y="39"/>
                </a:cubicBezTo>
                <a:cubicBezTo>
                  <a:pt x="33" y="39"/>
                  <a:pt x="32" y="38"/>
                  <a:pt x="31" y="38"/>
                </a:cubicBezTo>
                <a:cubicBezTo>
                  <a:pt x="30" y="37"/>
                  <a:pt x="29" y="37"/>
                  <a:pt x="28" y="37"/>
                </a:cubicBezTo>
                <a:cubicBezTo>
                  <a:pt x="28" y="36"/>
                  <a:pt x="27" y="36"/>
                  <a:pt x="26" y="36"/>
                </a:cubicBezTo>
                <a:cubicBezTo>
                  <a:pt x="26" y="36"/>
                  <a:pt x="25" y="35"/>
                  <a:pt x="24" y="35"/>
                </a:cubicBezTo>
                <a:cubicBezTo>
                  <a:pt x="24" y="35"/>
                  <a:pt x="23" y="35"/>
                  <a:pt x="23" y="35"/>
                </a:cubicBezTo>
                <a:cubicBezTo>
                  <a:pt x="22" y="35"/>
                  <a:pt x="20" y="36"/>
                  <a:pt x="18" y="37"/>
                </a:cubicBezTo>
                <a:cubicBezTo>
                  <a:pt x="16" y="38"/>
                  <a:pt x="13" y="40"/>
                  <a:pt x="11" y="43"/>
                </a:cubicBezTo>
                <a:cubicBezTo>
                  <a:pt x="9" y="46"/>
                  <a:pt x="7" y="50"/>
                  <a:pt x="5" y="54"/>
                </a:cubicBezTo>
                <a:cubicBezTo>
                  <a:pt x="4" y="59"/>
                  <a:pt x="3" y="64"/>
                  <a:pt x="3" y="70"/>
                </a:cubicBezTo>
                <a:cubicBezTo>
                  <a:pt x="3" y="74"/>
                  <a:pt x="4" y="77"/>
                  <a:pt x="6" y="78"/>
                </a:cubicBezTo>
                <a:cubicBezTo>
                  <a:pt x="7" y="79"/>
                  <a:pt x="9" y="80"/>
                  <a:pt x="9" y="80"/>
                </a:cubicBezTo>
                <a:cubicBezTo>
                  <a:pt x="11" y="80"/>
                  <a:pt x="12" y="80"/>
                  <a:pt x="13" y="79"/>
                </a:cubicBezTo>
                <a:cubicBezTo>
                  <a:pt x="14" y="79"/>
                  <a:pt x="15" y="79"/>
                  <a:pt x="16" y="78"/>
                </a:cubicBezTo>
                <a:cubicBezTo>
                  <a:pt x="17" y="77"/>
                  <a:pt x="18" y="77"/>
                  <a:pt x="20" y="76"/>
                </a:cubicBezTo>
                <a:cubicBezTo>
                  <a:pt x="21" y="75"/>
                  <a:pt x="22" y="73"/>
                  <a:pt x="24" y="72"/>
                </a:cubicBezTo>
                <a:cubicBezTo>
                  <a:pt x="25" y="71"/>
                  <a:pt x="27" y="69"/>
                  <a:pt x="28" y="68"/>
                </a:cubicBezTo>
                <a:cubicBezTo>
                  <a:pt x="29" y="67"/>
                  <a:pt x="30" y="66"/>
                  <a:pt x="31" y="65"/>
                </a:cubicBezTo>
                <a:cubicBezTo>
                  <a:pt x="32" y="65"/>
                  <a:pt x="34" y="64"/>
                  <a:pt x="35" y="64"/>
                </a:cubicBezTo>
                <a:cubicBezTo>
                  <a:pt x="36" y="63"/>
                  <a:pt x="38" y="63"/>
                  <a:pt x="39" y="63"/>
                </a:cubicBezTo>
                <a:cubicBezTo>
                  <a:pt x="48" y="63"/>
                  <a:pt x="48" y="63"/>
                  <a:pt x="48" y="63"/>
                </a:cubicBezTo>
                <a:cubicBezTo>
                  <a:pt x="50" y="63"/>
                  <a:pt x="51" y="63"/>
                  <a:pt x="53" y="64"/>
                </a:cubicBezTo>
                <a:cubicBezTo>
                  <a:pt x="54" y="64"/>
                  <a:pt x="55" y="65"/>
                  <a:pt x="56" y="65"/>
                </a:cubicBezTo>
                <a:cubicBezTo>
                  <a:pt x="57" y="66"/>
                  <a:pt x="58" y="67"/>
                  <a:pt x="60" y="68"/>
                </a:cubicBezTo>
                <a:cubicBezTo>
                  <a:pt x="61" y="69"/>
                  <a:pt x="62" y="71"/>
                  <a:pt x="64" y="72"/>
                </a:cubicBezTo>
                <a:cubicBezTo>
                  <a:pt x="65" y="73"/>
                  <a:pt x="66" y="75"/>
                  <a:pt x="68" y="76"/>
                </a:cubicBezTo>
                <a:cubicBezTo>
                  <a:pt x="69" y="77"/>
                  <a:pt x="70" y="77"/>
                  <a:pt x="71" y="78"/>
                </a:cubicBezTo>
                <a:cubicBezTo>
                  <a:pt x="72" y="79"/>
                  <a:pt x="74" y="79"/>
                  <a:pt x="75" y="79"/>
                </a:cubicBezTo>
                <a:cubicBezTo>
                  <a:pt x="76" y="80"/>
                  <a:pt x="77" y="80"/>
                  <a:pt x="78" y="80"/>
                </a:cubicBezTo>
                <a:close/>
                <a:moveTo>
                  <a:pt x="25" y="51"/>
                </a:moveTo>
                <a:cubicBezTo>
                  <a:pt x="31" y="51"/>
                  <a:pt x="31" y="51"/>
                  <a:pt x="31" y="51"/>
                </a:cubicBezTo>
                <a:cubicBezTo>
                  <a:pt x="31" y="54"/>
                  <a:pt x="31" y="54"/>
                  <a:pt x="31" y="54"/>
                </a:cubicBezTo>
                <a:cubicBezTo>
                  <a:pt x="25" y="54"/>
                  <a:pt x="25" y="54"/>
                  <a:pt x="25" y="54"/>
                </a:cubicBezTo>
                <a:cubicBezTo>
                  <a:pt x="25" y="60"/>
                  <a:pt x="25" y="60"/>
                  <a:pt x="25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4"/>
                  <a:pt x="22" y="54"/>
                  <a:pt x="22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1"/>
                  <a:pt x="15" y="51"/>
                  <a:pt x="15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44"/>
                  <a:pt x="22" y="44"/>
                  <a:pt x="22" y="44"/>
                </a:cubicBezTo>
                <a:cubicBezTo>
                  <a:pt x="25" y="44"/>
                  <a:pt x="25" y="44"/>
                  <a:pt x="25" y="44"/>
                </a:cubicBezTo>
                <a:lnTo>
                  <a:pt x="25" y="51"/>
                </a:lnTo>
                <a:close/>
                <a:moveTo>
                  <a:pt x="58" y="47"/>
                </a:moveTo>
                <a:cubicBezTo>
                  <a:pt x="59" y="47"/>
                  <a:pt x="59" y="48"/>
                  <a:pt x="60" y="48"/>
                </a:cubicBezTo>
                <a:cubicBezTo>
                  <a:pt x="60" y="48"/>
                  <a:pt x="61" y="48"/>
                  <a:pt x="61" y="49"/>
                </a:cubicBezTo>
                <a:cubicBezTo>
                  <a:pt x="62" y="49"/>
                  <a:pt x="62" y="50"/>
                  <a:pt x="62" y="50"/>
                </a:cubicBezTo>
                <a:cubicBezTo>
                  <a:pt x="63" y="51"/>
                  <a:pt x="63" y="52"/>
                  <a:pt x="63" y="52"/>
                </a:cubicBezTo>
                <a:cubicBezTo>
                  <a:pt x="63" y="53"/>
                  <a:pt x="63" y="54"/>
                  <a:pt x="62" y="54"/>
                </a:cubicBezTo>
                <a:cubicBezTo>
                  <a:pt x="62" y="55"/>
                  <a:pt x="62" y="55"/>
                  <a:pt x="61" y="56"/>
                </a:cubicBezTo>
                <a:cubicBezTo>
                  <a:pt x="61" y="56"/>
                  <a:pt x="60" y="56"/>
                  <a:pt x="60" y="57"/>
                </a:cubicBezTo>
                <a:cubicBezTo>
                  <a:pt x="59" y="57"/>
                  <a:pt x="59" y="57"/>
                  <a:pt x="58" y="57"/>
                </a:cubicBezTo>
                <a:cubicBezTo>
                  <a:pt x="57" y="57"/>
                  <a:pt x="57" y="57"/>
                  <a:pt x="56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5"/>
                  <a:pt x="54" y="55"/>
                  <a:pt x="53" y="54"/>
                </a:cubicBezTo>
                <a:cubicBezTo>
                  <a:pt x="53" y="54"/>
                  <a:pt x="53" y="53"/>
                  <a:pt x="53" y="52"/>
                </a:cubicBezTo>
                <a:cubicBezTo>
                  <a:pt x="53" y="52"/>
                  <a:pt x="53" y="51"/>
                  <a:pt x="53" y="50"/>
                </a:cubicBezTo>
                <a:cubicBezTo>
                  <a:pt x="54" y="50"/>
                  <a:pt x="54" y="49"/>
                  <a:pt x="55" y="49"/>
                </a:cubicBezTo>
                <a:cubicBezTo>
                  <a:pt x="55" y="48"/>
                  <a:pt x="55" y="48"/>
                  <a:pt x="56" y="48"/>
                </a:cubicBezTo>
                <a:cubicBezTo>
                  <a:pt x="57" y="48"/>
                  <a:pt x="57" y="47"/>
                  <a:pt x="58" y="47"/>
                </a:cubicBezTo>
                <a:close/>
                <a:moveTo>
                  <a:pt x="58" y="54"/>
                </a:moveTo>
                <a:cubicBezTo>
                  <a:pt x="58" y="54"/>
                  <a:pt x="59" y="54"/>
                  <a:pt x="59" y="53"/>
                </a:cubicBezTo>
                <a:cubicBezTo>
                  <a:pt x="59" y="53"/>
                  <a:pt x="59" y="53"/>
                  <a:pt x="59" y="52"/>
                </a:cubicBezTo>
                <a:cubicBezTo>
                  <a:pt x="59" y="52"/>
                  <a:pt x="59" y="51"/>
                  <a:pt x="59" y="51"/>
                </a:cubicBezTo>
                <a:cubicBezTo>
                  <a:pt x="59" y="51"/>
                  <a:pt x="58" y="51"/>
                  <a:pt x="58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6" y="51"/>
                  <a:pt x="56" y="52"/>
                  <a:pt x="56" y="52"/>
                </a:cubicBezTo>
                <a:cubicBezTo>
                  <a:pt x="56" y="53"/>
                  <a:pt x="56" y="53"/>
                  <a:pt x="57" y="53"/>
                </a:cubicBezTo>
                <a:cubicBezTo>
                  <a:pt x="57" y="54"/>
                  <a:pt x="57" y="54"/>
                  <a:pt x="58" y="54"/>
                </a:cubicBezTo>
                <a:close/>
                <a:moveTo>
                  <a:pt x="71" y="51"/>
                </a:moveTo>
                <a:cubicBezTo>
                  <a:pt x="71" y="51"/>
                  <a:pt x="72" y="51"/>
                  <a:pt x="72" y="51"/>
                </a:cubicBezTo>
                <a:cubicBezTo>
                  <a:pt x="73" y="51"/>
                  <a:pt x="73" y="52"/>
                  <a:pt x="74" y="52"/>
                </a:cubicBezTo>
                <a:cubicBezTo>
                  <a:pt x="74" y="53"/>
                  <a:pt x="75" y="53"/>
                  <a:pt x="75" y="54"/>
                </a:cubicBezTo>
                <a:cubicBezTo>
                  <a:pt x="75" y="54"/>
                  <a:pt x="75" y="55"/>
                  <a:pt x="75" y="55"/>
                </a:cubicBezTo>
                <a:cubicBezTo>
                  <a:pt x="75" y="56"/>
                  <a:pt x="75" y="57"/>
                  <a:pt x="75" y="57"/>
                </a:cubicBezTo>
                <a:cubicBezTo>
                  <a:pt x="75" y="58"/>
                  <a:pt x="74" y="58"/>
                  <a:pt x="74" y="59"/>
                </a:cubicBezTo>
                <a:cubicBezTo>
                  <a:pt x="73" y="59"/>
                  <a:pt x="73" y="60"/>
                  <a:pt x="72" y="60"/>
                </a:cubicBezTo>
                <a:cubicBezTo>
                  <a:pt x="72" y="60"/>
                  <a:pt x="71" y="60"/>
                  <a:pt x="71" y="60"/>
                </a:cubicBezTo>
                <a:cubicBezTo>
                  <a:pt x="70" y="60"/>
                  <a:pt x="69" y="60"/>
                  <a:pt x="69" y="60"/>
                </a:cubicBezTo>
                <a:cubicBezTo>
                  <a:pt x="68" y="60"/>
                  <a:pt x="68" y="59"/>
                  <a:pt x="67" y="59"/>
                </a:cubicBezTo>
                <a:cubicBezTo>
                  <a:pt x="67" y="58"/>
                  <a:pt x="66" y="58"/>
                  <a:pt x="66" y="57"/>
                </a:cubicBezTo>
                <a:cubicBezTo>
                  <a:pt x="66" y="57"/>
                  <a:pt x="66" y="56"/>
                  <a:pt x="66" y="55"/>
                </a:cubicBezTo>
                <a:cubicBezTo>
                  <a:pt x="66" y="55"/>
                  <a:pt x="66" y="54"/>
                  <a:pt x="66" y="54"/>
                </a:cubicBezTo>
                <a:cubicBezTo>
                  <a:pt x="66" y="53"/>
                  <a:pt x="67" y="53"/>
                  <a:pt x="67" y="52"/>
                </a:cubicBezTo>
                <a:cubicBezTo>
                  <a:pt x="68" y="52"/>
                  <a:pt x="68" y="51"/>
                  <a:pt x="69" y="51"/>
                </a:cubicBezTo>
                <a:cubicBezTo>
                  <a:pt x="69" y="51"/>
                  <a:pt x="70" y="51"/>
                  <a:pt x="71" y="51"/>
                </a:cubicBezTo>
                <a:close/>
                <a:moveTo>
                  <a:pt x="71" y="57"/>
                </a:moveTo>
                <a:cubicBezTo>
                  <a:pt x="71" y="57"/>
                  <a:pt x="71" y="57"/>
                  <a:pt x="72" y="57"/>
                </a:cubicBezTo>
                <a:cubicBezTo>
                  <a:pt x="72" y="56"/>
                  <a:pt x="72" y="56"/>
                  <a:pt x="72" y="55"/>
                </a:cubicBezTo>
                <a:cubicBezTo>
                  <a:pt x="72" y="55"/>
                  <a:pt x="72" y="55"/>
                  <a:pt x="72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0" y="54"/>
                  <a:pt x="70" y="54"/>
                  <a:pt x="69" y="54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56"/>
                  <a:pt x="69" y="56"/>
                  <a:pt x="69" y="57"/>
                </a:cubicBezTo>
                <a:cubicBezTo>
                  <a:pt x="70" y="57"/>
                  <a:pt x="70" y="57"/>
                  <a:pt x="71" y="5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7" name="Freeform 149"/>
          <p:cNvSpPr>
            <a:spLocks noEditPoints="1"/>
          </p:cNvSpPr>
          <p:nvPr/>
        </p:nvSpPr>
        <p:spPr bwMode="auto">
          <a:xfrm>
            <a:off x="8770938" y="4302908"/>
            <a:ext cx="296863" cy="247650"/>
          </a:xfrm>
          <a:custGeom>
            <a:avLst/>
            <a:gdLst>
              <a:gd name="T0" fmla="*/ 0 w 187"/>
              <a:gd name="T1" fmla="*/ 0 h 156"/>
              <a:gd name="T2" fmla="*/ 187 w 187"/>
              <a:gd name="T3" fmla="*/ 0 h 156"/>
              <a:gd name="T4" fmla="*/ 187 w 187"/>
              <a:gd name="T5" fmla="*/ 156 h 156"/>
              <a:gd name="T6" fmla="*/ 0 w 187"/>
              <a:gd name="T7" fmla="*/ 156 h 156"/>
              <a:gd name="T8" fmla="*/ 0 w 187"/>
              <a:gd name="T9" fmla="*/ 0 h 156"/>
              <a:gd name="T10" fmla="*/ 28 w 187"/>
              <a:gd name="T11" fmla="*/ 35 h 156"/>
              <a:gd name="T12" fmla="*/ 28 w 187"/>
              <a:gd name="T13" fmla="*/ 7 h 156"/>
              <a:gd name="T14" fmla="*/ 7 w 187"/>
              <a:gd name="T15" fmla="*/ 7 h 156"/>
              <a:gd name="T16" fmla="*/ 7 w 187"/>
              <a:gd name="T17" fmla="*/ 35 h 156"/>
              <a:gd name="T18" fmla="*/ 28 w 187"/>
              <a:gd name="T19" fmla="*/ 35 h 156"/>
              <a:gd name="T20" fmla="*/ 28 w 187"/>
              <a:gd name="T21" fmla="*/ 73 h 156"/>
              <a:gd name="T22" fmla="*/ 28 w 187"/>
              <a:gd name="T23" fmla="*/ 42 h 156"/>
              <a:gd name="T24" fmla="*/ 7 w 187"/>
              <a:gd name="T25" fmla="*/ 42 h 156"/>
              <a:gd name="T26" fmla="*/ 7 w 187"/>
              <a:gd name="T27" fmla="*/ 73 h 156"/>
              <a:gd name="T28" fmla="*/ 28 w 187"/>
              <a:gd name="T29" fmla="*/ 73 h 156"/>
              <a:gd name="T30" fmla="*/ 28 w 187"/>
              <a:gd name="T31" fmla="*/ 111 h 156"/>
              <a:gd name="T32" fmla="*/ 28 w 187"/>
              <a:gd name="T33" fmla="*/ 80 h 156"/>
              <a:gd name="T34" fmla="*/ 7 w 187"/>
              <a:gd name="T35" fmla="*/ 80 h 156"/>
              <a:gd name="T36" fmla="*/ 7 w 187"/>
              <a:gd name="T37" fmla="*/ 111 h 156"/>
              <a:gd name="T38" fmla="*/ 28 w 187"/>
              <a:gd name="T39" fmla="*/ 111 h 156"/>
              <a:gd name="T40" fmla="*/ 28 w 187"/>
              <a:gd name="T41" fmla="*/ 147 h 156"/>
              <a:gd name="T42" fmla="*/ 28 w 187"/>
              <a:gd name="T43" fmla="*/ 118 h 156"/>
              <a:gd name="T44" fmla="*/ 7 w 187"/>
              <a:gd name="T45" fmla="*/ 118 h 156"/>
              <a:gd name="T46" fmla="*/ 7 w 187"/>
              <a:gd name="T47" fmla="*/ 147 h 156"/>
              <a:gd name="T48" fmla="*/ 28 w 187"/>
              <a:gd name="T49" fmla="*/ 147 h 156"/>
              <a:gd name="T50" fmla="*/ 149 w 187"/>
              <a:gd name="T51" fmla="*/ 49 h 156"/>
              <a:gd name="T52" fmla="*/ 149 w 187"/>
              <a:gd name="T53" fmla="*/ 7 h 156"/>
              <a:gd name="T54" fmla="*/ 38 w 187"/>
              <a:gd name="T55" fmla="*/ 7 h 156"/>
              <a:gd name="T56" fmla="*/ 38 w 187"/>
              <a:gd name="T57" fmla="*/ 147 h 156"/>
              <a:gd name="T58" fmla="*/ 149 w 187"/>
              <a:gd name="T59" fmla="*/ 147 h 156"/>
              <a:gd name="T60" fmla="*/ 149 w 187"/>
              <a:gd name="T61" fmla="*/ 49 h 156"/>
              <a:gd name="T62" fmla="*/ 73 w 187"/>
              <a:gd name="T63" fmla="*/ 47 h 156"/>
              <a:gd name="T64" fmla="*/ 125 w 187"/>
              <a:gd name="T65" fmla="*/ 78 h 156"/>
              <a:gd name="T66" fmla="*/ 73 w 187"/>
              <a:gd name="T67" fmla="*/ 106 h 156"/>
              <a:gd name="T68" fmla="*/ 73 w 187"/>
              <a:gd name="T69" fmla="*/ 47 h 156"/>
              <a:gd name="T70" fmla="*/ 80 w 187"/>
              <a:gd name="T71" fmla="*/ 59 h 156"/>
              <a:gd name="T72" fmla="*/ 80 w 187"/>
              <a:gd name="T73" fmla="*/ 94 h 156"/>
              <a:gd name="T74" fmla="*/ 111 w 187"/>
              <a:gd name="T75" fmla="*/ 78 h 156"/>
              <a:gd name="T76" fmla="*/ 80 w 187"/>
              <a:gd name="T77" fmla="*/ 59 h 156"/>
              <a:gd name="T78" fmla="*/ 177 w 187"/>
              <a:gd name="T79" fmla="*/ 35 h 156"/>
              <a:gd name="T80" fmla="*/ 177 w 187"/>
              <a:gd name="T81" fmla="*/ 7 h 156"/>
              <a:gd name="T82" fmla="*/ 156 w 187"/>
              <a:gd name="T83" fmla="*/ 7 h 156"/>
              <a:gd name="T84" fmla="*/ 156 w 187"/>
              <a:gd name="T85" fmla="*/ 35 h 156"/>
              <a:gd name="T86" fmla="*/ 177 w 187"/>
              <a:gd name="T87" fmla="*/ 35 h 156"/>
              <a:gd name="T88" fmla="*/ 177 w 187"/>
              <a:gd name="T89" fmla="*/ 73 h 156"/>
              <a:gd name="T90" fmla="*/ 177 w 187"/>
              <a:gd name="T91" fmla="*/ 42 h 156"/>
              <a:gd name="T92" fmla="*/ 156 w 187"/>
              <a:gd name="T93" fmla="*/ 42 h 156"/>
              <a:gd name="T94" fmla="*/ 156 w 187"/>
              <a:gd name="T95" fmla="*/ 73 h 156"/>
              <a:gd name="T96" fmla="*/ 177 w 187"/>
              <a:gd name="T97" fmla="*/ 73 h 156"/>
              <a:gd name="T98" fmla="*/ 177 w 187"/>
              <a:gd name="T99" fmla="*/ 111 h 156"/>
              <a:gd name="T100" fmla="*/ 177 w 187"/>
              <a:gd name="T101" fmla="*/ 80 h 156"/>
              <a:gd name="T102" fmla="*/ 156 w 187"/>
              <a:gd name="T103" fmla="*/ 80 h 156"/>
              <a:gd name="T104" fmla="*/ 156 w 187"/>
              <a:gd name="T105" fmla="*/ 111 h 156"/>
              <a:gd name="T106" fmla="*/ 177 w 187"/>
              <a:gd name="T107" fmla="*/ 111 h 156"/>
              <a:gd name="T108" fmla="*/ 177 w 187"/>
              <a:gd name="T109" fmla="*/ 147 h 156"/>
              <a:gd name="T110" fmla="*/ 177 w 187"/>
              <a:gd name="T111" fmla="*/ 118 h 156"/>
              <a:gd name="T112" fmla="*/ 156 w 187"/>
              <a:gd name="T113" fmla="*/ 118 h 156"/>
              <a:gd name="T114" fmla="*/ 156 w 187"/>
              <a:gd name="T115" fmla="*/ 147 h 156"/>
              <a:gd name="T116" fmla="*/ 177 w 187"/>
              <a:gd name="T117" fmla="*/ 14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7" h="156">
                <a:moveTo>
                  <a:pt x="0" y="0"/>
                </a:moveTo>
                <a:lnTo>
                  <a:pt x="187" y="0"/>
                </a:lnTo>
                <a:lnTo>
                  <a:pt x="187" y="156"/>
                </a:lnTo>
                <a:lnTo>
                  <a:pt x="0" y="156"/>
                </a:lnTo>
                <a:lnTo>
                  <a:pt x="0" y="0"/>
                </a:lnTo>
                <a:close/>
                <a:moveTo>
                  <a:pt x="28" y="35"/>
                </a:moveTo>
                <a:lnTo>
                  <a:pt x="28" y="7"/>
                </a:lnTo>
                <a:lnTo>
                  <a:pt x="7" y="7"/>
                </a:lnTo>
                <a:lnTo>
                  <a:pt x="7" y="35"/>
                </a:lnTo>
                <a:lnTo>
                  <a:pt x="28" y="35"/>
                </a:lnTo>
                <a:close/>
                <a:moveTo>
                  <a:pt x="28" y="73"/>
                </a:moveTo>
                <a:lnTo>
                  <a:pt x="28" y="42"/>
                </a:lnTo>
                <a:lnTo>
                  <a:pt x="7" y="42"/>
                </a:lnTo>
                <a:lnTo>
                  <a:pt x="7" y="73"/>
                </a:lnTo>
                <a:lnTo>
                  <a:pt x="28" y="73"/>
                </a:lnTo>
                <a:close/>
                <a:moveTo>
                  <a:pt x="28" y="111"/>
                </a:moveTo>
                <a:lnTo>
                  <a:pt x="28" y="80"/>
                </a:lnTo>
                <a:lnTo>
                  <a:pt x="7" y="80"/>
                </a:lnTo>
                <a:lnTo>
                  <a:pt x="7" y="111"/>
                </a:lnTo>
                <a:lnTo>
                  <a:pt x="28" y="111"/>
                </a:lnTo>
                <a:close/>
                <a:moveTo>
                  <a:pt x="28" y="147"/>
                </a:moveTo>
                <a:lnTo>
                  <a:pt x="28" y="118"/>
                </a:lnTo>
                <a:lnTo>
                  <a:pt x="7" y="118"/>
                </a:lnTo>
                <a:lnTo>
                  <a:pt x="7" y="147"/>
                </a:lnTo>
                <a:lnTo>
                  <a:pt x="28" y="147"/>
                </a:lnTo>
                <a:close/>
                <a:moveTo>
                  <a:pt x="149" y="49"/>
                </a:moveTo>
                <a:lnTo>
                  <a:pt x="149" y="7"/>
                </a:lnTo>
                <a:lnTo>
                  <a:pt x="38" y="7"/>
                </a:lnTo>
                <a:lnTo>
                  <a:pt x="38" y="147"/>
                </a:lnTo>
                <a:lnTo>
                  <a:pt x="149" y="147"/>
                </a:lnTo>
                <a:lnTo>
                  <a:pt x="149" y="49"/>
                </a:lnTo>
                <a:close/>
                <a:moveTo>
                  <a:pt x="73" y="47"/>
                </a:moveTo>
                <a:lnTo>
                  <a:pt x="125" y="78"/>
                </a:lnTo>
                <a:lnTo>
                  <a:pt x="73" y="106"/>
                </a:lnTo>
                <a:lnTo>
                  <a:pt x="73" y="47"/>
                </a:lnTo>
                <a:close/>
                <a:moveTo>
                  <a:pt x="80" y="59"/>
                </a:moveTo>
                <a:lnTo>
                  <a:pt x="80" y="94"/>
                </a:lnTo>
                <a:lnTo>
                  <a:pt x="111" y="78"/>
                </a:lnTo>
                <a:lnTo>
                  <a:pt x="80" y="59"/>
                </a:lnTo>
                <a:close/>
                <a:moveTo>
                  <a:pt x="177" y="35"/>
                </a:moveTo>
                <a:lnTo>
                  <a:pt x="177" y="7"/>
                </a:lnTo>
                <a:lnTo>
                  <a:pt x="156" y="7"/>
                </a:lnTo>
                <a:lnTo>
                  <a:pt x="156" y="35"/>
                </a:lnTo>
                <a:lnTo>
                  <a:pt x="177" y="35"/>
                </a:lnTo>
                <a:close/>
                <a:moveTo>
                  <a:pt x="177" y="73"/>
                </a:moveTo>
                <a:lnTo>
                  <a:pt x="177" y="42"/>
                </a:lnTo>
                <a:lnTo>
                  <a:pt x="156" y="42"/>
                </a:lnTo>
                <a:lnTo>
                  <a:pt x="156" y="73"/>
                </a:lnTo>
                <a:lnTo>
                  <a:pt x="177" y="73"/>
                </a:lnTo>
                <a:close/>
                <a:moveTo>
                  <a:pt x="177" y="111"/>
                </a:moveTo>
                <a:lnTo>
                  <a:pt x="177" y="80"/>
                </a:lnTo>
                <a:lnTo>
                  <a:pt x="156" y="80"/>
                </a:lnTo>
                <a:lnTo>
                  <a:pt x="156" y="111"/>
                </a:lnTo>
                <a:lnTo>
                  <a:pt x="177" y="111"/>
                </a:lnTo>
                <a:close/>
                <a:moveTo>
                  <a:pt x="177" y="147"/>
                </a:moveTo>
                <a:lnTo>
                  <a:pt x="177" y="118"/>
                </a:lnTo>
                <a:lnTo>
                  <a:pt x="156" y="118"/>
                </a:lnTo>
                <a:lnTo>
                  <a:pt x="156" y="147"/>
                </a:lnTo>
                <a:lnTo>
                  <a:pt x="177" y="14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8" name="Freeform 150"/>
          <p:cNvSpPr>
            <a:spLocks noEditPoints="1"/>
          </p:cNvSpPr>
          <p:nvPr/>
        </p:nvSpPr>
        <p:spPr bwMode="auto">
          <a:xfrm>
            <a:off x="9247188" y="4275921"/>
            <a:ext cx="293688" cy="296863"/>
          </a:xfrm>
          <a:custGeom>
            <a:avLst/>
            <a:gdLst>
              <a:gd name="T0" fmla="*/ 73 w 78"/>
              <a:gd name="T1" fmla="*/ 59 h 79"/>
              <a:gd name="T2" fmla="*/ 24 w 78"/>
              <a:gd name="T3" fmla="*/ 76 h 79"/>
              <a:gd name="T4" fmla="*/ 0 w 78"/>
              <a:gd name="T5" fmla="*/ 36 h 79"/>
              <a:gd name="T6" fmla="*/ 3 w 78"/>
              <a:gd name="T7" fmla="*/ 25 h 79"/>
              <a:gd name="T8" fmla="*/ 4 w 78"/>
              <a:gd name="T9" fmla="*/ 21 h 79"/>
              <a:gd name="T10" fmla="*/ 28 w 78"/>
              <a:gd name="T11" fmla="*/ 2 h 79"/>
              <a:gd name="T12" fmla="*/ 75 w 78"/>
              <a:gd name="T13" fmla="*/ 24 h 79"/>
              <a:gd name="T14" fmla="*/ 51 w 78"/>
              <a:gd name="T15" fmla="*/ 74 h 79"/>
              <a:gd name="T16" fmla="*/ 44 w 78"/>
              <a:gd name="T17" fmla="*/ 53 h 79"/>
              <a:gd name="T18" fmla="*/ 29 w 78"/>
              <a:gd name="T19" fmla="*/ 50 h 79"/>
              <a:gd name="T20" fmla="*/ 25 w 78"/>
              <a:gd name="T21" fmla="*/ 39 h 79"/>
              <a:gd name="T22" fmla="*/ 28 w 78"/>
              <a:gd name="T23" fmla="*/ 31 h 79"/>
              <a:gd name="T24" fmla="*/ 7 w 78"/>
              <a:gd name="T25" fmla="*/ 23 h 79"/>
              <a:gd name="T26" fmla="*/ 3 w 78"/>
              <a:gd name="T27" fmla="*/ 33 h 79"/>
              <a:gd name="T28" fmla="*/ 3 w 78"/>
              <a:gd name="T29" fmla="*/ 38 h 79"/>
              <a:gd name="T30" fmla="*/ 3 w 78"/>
              <a:gd name="T31" fmla="*/ 42 h 79"/>
              <a:gd name="T32" fmla="*/ 39 w 78"/>
              <a:gd name="T33" fmla="*/ 76 h 79"/>
              <a:gd name="T34" fmla="*/ 42 w 78"/>
              <a:gd name="T35" fmla="*/ 76 h 79"/>
              <a:gd name="T36" fmla="*/ 45 w 78"/>
              <a:gd name="T37" fmla="*/ 75 h 79"/>
              <a:gd name="T38" fmla="*/ 47 w 78"/>
              <a:gd name="T39" fmla="*/ 75 h 79"/>
              <a:gd name="T40" fmla="*/ 49 w 78"/>
              <a:gd name="T41" fmla="*/ 74 h 79"/>
              <a:gd name="T42" fmla="*/ 75 w 78"/>
              <a:gd name="T43" fmla="*/ 42 h 79"/>
              <a:gd name="T44" fmla="*/ 75 w 78"/>
              <a:gd name="T45" fmla="*/ 34 h 79"/>
              <a:gd name="T46" fmla="*/ 39 w 78"/>
              <a:gd name="T47" fmla="*/ 3 h 79"/>
              <a:gd name="T48" fmla="*/ 37 w 78"/>
              <a:gd name="T49" fmla="*/ 4 h 79"/>
              <a:gd name="T50" fmla="*/ 35 w 78"/>
              <a:gd name="T51" fmla="*/ 4 h 79"/>
              <a:gd name="T52" fmla="*/ 32 w 78"/>
              <a:gd name="T53" fmla="*/ 4 h 79"/>
              <a:gd name="T54" fmla="*/ 27 w 78"/>
              <a:gd name="T55" fmla="*/ 6 h 79"/>
              <a:gd name="T56" fmla="*/ 17 w 78"/>
              <a:gd name="T57" fmla="*/ 11 h 79"/>
              <a:gd name="T58" fmla="*/ 33 w 78"/>
              <a:gd name="T59" fmla="*/ 27 h 79"/>
              <a:gd name="T60" fmla="*/ 39 w 78"/>
              <a:gd name="T61" fmla="*/ 26 h 79"/>
              <a:gd name="T62" fmla="*/ 52 w 78"/>
              <a:gd name="T63" fmla="*/ 34 h 79"/>
              <a:gd name="T64" fmla="*/ 71 w 78"/>
              <a:gd name="T65" fmla="*/ 57 h 79"/>
              <a:gd name="T66" fmla="*/ 72 w 78"/>
              <a:gd name="T67" fmla="*/ 54 h 79"/>
              <a:gd name="T68" fmla="*/ 73 w 78"/>
              <a:gd name="T69" fmla="*/ 51 h 79"/>
              <a:gd name="T70" fmla="*/ 74 w 78"/>
              <a:gd name="T71" fmla="*/ 49 h 79"/>
              <a:gd name="T72" fmla="*/ 75 w 78"/>
              <a:gd name="T73" fmla="*/ 46 h 79"/>
              <a:gd name="T74" fmla="*/ 75 w 78"/>
              <a:gd name="T75" fmla="*/ 44 h 79"/>
              <a:gd name="T76" fmla="*/ 75 w 78"/>
              <a:gd name="T77" fmla="*/ 42 h 79"/>
              <a:gd name="T78" fmla="*/ 43 w 78"/>
              <a:gd name="T79" fmla="*/ 30 h 79"/>
              <a:gd name="T80" fmla="*/ 29 w 78"/>
              <a:gd name="T81" fmla="*/ 35 h 79"/>
              <a:gd name="T82" fmla="*/ 35 w 78"/>
              <a:gd name="T83" fmla="*/ 50 h 79"/>
              <a:gd name="T84" fmla="*/ 49 w 78"/>
              <a:gd name="T85" fmla="*/ 44 h 79"/>
              <a:gd name="T86" fmla="*/ 33 w 78"/>
              <a:gd name="T87" fmla="*/ 45 h 79"/>
              <a:gd name="T88" fmla="*/ 33 w 78"/>
              <a:gd name="T89" fmla="*/ 34 h 79"/>
              <a:gd name="T90" fmla="*/ 44 w 78"/>
              <a:gd name="T91" fmla="*/ 34 h 79"/>
              <a:gd name="T92" fmla="*/ 44 w 78"/>
              <a:gd name="T93" fmla="*/ 45 h 79"/>
              <a:gd name="T94" fmla="*/ 37 w 78"/>
              <a:gd name="T95" fmla="*/ 35 h 79"/>
              <a:gd name="T96" fmla="*/ 35 w 78"/>
              <a:gd name="T97" fmla="*/ 41 h 79"/>
              <a:gd name="T98" fmla="*/ 41 w 78"/>
              <a:gd name="T99" fmla="*/ 44 h 79"/>
              <a:gd name="T100" fmla="*/ 43 w 78"/>
              <a:gd name="T101" fmla="*/ 38 h 79"/>
              <a:gd name="T102" fmla="*/ 66 w 78"/>
              <a:gd name="T103" fmla="*/ 63 h 79"/>
              <a:gd name="T104" fmla="*/ 50 w 78"/>
              <a:gd name="T105" fmla="*/ 48 h 79"/>
              <a:gd name="T106" fmla="*/ 59 w 78"/>
              <a:gd name="T107" fmla="*/ 70 h 79"/>
              <a:gd name="T108" fmla="*/ 62 w 78"/>
              <a:gd name="T109" fmla="*/ 68 h 79"/>
              <a:gd name="T110" fmla="*/ 63 w 78"/>
              <a:gd name="T111" fmla="*/ 67 h 79"/>
              <a:gd name="T112" fmla="*/ 65 w 78"/>
              <a:gd name="T113" fmla="*/ 6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8" h="79">
                <a:moveTo>
                  <a:pt x="78" y="45"/>
                </a:moveTo>
                <a:cubicBezTo>
                  <a:pt x="78" y="45"/>
                  <a:pt x="78" y="45"/>
                  <a:pt x="78" y="45"/>
                </a:cubicBezTo>
                <a:cubicBezTo>
                  <a:pt x="78" y="46"/>
                  <a:pt x="78" y="46"/>
                  <a:pt x="78" y="46"/>
                </a:cubicBezTo>
                <a:cubicBezTo>
                  <a:pt x="77" y="51"/>
                  <a:pt x="75" y="55"/>
                  <a:pt x="73" y="59"/>
                </a:cubicBezTo>
                <a:cubicBezTo>
                  <a:pt x="71" y="63"/>
                  <a:pt x="68" y="67"/>
                  <a:pt x="64" y="69"/>
                </a:cubicBezTo>
                <a:cubicBezTo>
                  <a:pt x="61" y="72"/>
                  <a:pt x="57" y="75"/>
                  <a:pt x="53" y="77"/>
                </a:cubicBezTo>
                <a:cubicBezTo>
                  <a:pt x="48" y="78"/>
                  <a:pt x="44" y="79"/>
                  <a:pt x="39" y="79"/>
                </a:cubicBezTo>
                <a:cubicBezTo>
                  <a:pt x="33" y="79"/>
                  <a:pt x="28" y="78"/>
                  <a:pt x="24" y="76"/>
                </a:cubicBezTo>
                <a:cubicBezTo>
                  <a:pt x="19" y="74"/>
                  <a:pt x="15" y="71"/>
                  <a:pt x="11" y="67"/>
                </a:cubicBezTo>
                <a:cubicBezTo>
                  <a:pt x="7" y="64"/>
                  <a:pt x="5" y="60"/>
                  <a:pt x="3" y="55"/>
                </a:cubicBezTo>
                <a:cubicBezTo>
                  <a:pt x="1" y="50"/>
                  <a:pt x="0" y="45"/>
                  <a:pt x="0" y="40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4"/>
                  <a:pt x="0" y="33"/>
                  <a:pt x="0" y="32"/>
                </a:cubicBezTo>
                <a:cubicBezTo>
                  <a:pt x="1" y="31"/>
                  <a:pt x="1" y="30"/>
                  <a:pt x="1" y="28"/>
                </a:cubicBezTo>
                <a:cubicBezTo>
                  <a:pt x="2" y="27"/>
                  <a:pt x="2" y="26"/>
                  <a:pt x="3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3" y="24"/>
                  <a:pt x="3" y="24"/>
                </a:cubicBezTo>
                <a:cubicBezTo>
                  <a:pt x="3" y="24"/>
                  <a:pt x="3" y="23"/>
                  <a:pt x="3" y="23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6" y="18"/>
                  <a:pt x="8" y="15"/>
                  <a:pt x="10" y="12"/>
                </a:cubicBezTo>
                <a:cubicBezTo>
                  <a:pt x="13" y="10"/>
                  <a:pt x="15" y="8"/>
                  <a:pt x="18" y="6"/>
                </a:cubicBezTo>
                <a:cubicBezTo>
                  <a:pt x="21" y="4"/>
                  <a:pt x="25" y="3"/>
                  <a:pt x="28" y="2"/>
                </a:cubicBezTo>
                <a:cubicBezTo>
                  <a:pt x="32" y="1"/>
                  <a:pt x="35" y="0"/>
                  <a:pt x="39" y="0"/>
                </a:cubicBezTo>
                <a:cubicBezTo>
                  <a:pt x="44" y="0"/>
                  <a:pt x="49" y="1"/>
                  <a:pt x="54" y="3"/>
                </a:cubicBezTo>
                <a:cubicBezTo>
                  <a:pt x="59" y="5"/>
                  <a:pt x="63" y="8"/>
                  <a:pt x="67" y="12"/>
                </a:cubicBezTo>
                <a:cubicBezTo>
                  <a:pt x="70" y="15"/>
                  <a:pt x="73" y="20"/>
                  <a:pt x="75" y="24"/>
                </a:cubicBezTo>
                <a:cubicBezTo>
                  <a:pt x="77" y="29"/>
                  <a:pt x="78" y="34"/>
                  <a:pt x="78" y="40"/>
                </a:cubicBezTo>
                <a:cubicBezTo>
                  <a:pt x="78" y="41"/>
                  <a:pt x="78" y="41"/>
                  <a:pt x="78" y="42"/>
                </a:cubicBezTo>
                <a:cubicBezTo>
                  <a:pt x="78" y="43"/>
                  <a:pt x="78" y="44"/>
                  <a:pt x="78" y="45"/>
                </a:cubicBezTo>
                <a:close/>
                <a:moveTo>
                  <a:pt x="51" y="74"/>
                </a:move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2" y="73"/>
                  <a:pt x="53" y="73"/>
                </a:cubicBezTo>
                <a:cubicBezTo>
                  <a:pt x="53" y="73"/>
                  <a:pt x="54" y="73"/>
                  <a:pt x="55" y="72"/>
                </a:cubicBezTo>
                <a:cubicBezTo>
                  <a:pt x="44" y="53"/>
                  <a:pt x="44" y="53"/>
                  <a:pt x="44" y="53"/>
                </a:cubicBezTo>
                <a:cubicBezTo>
                  <a:pt x="43" y="53"/>
                  <a:pt x="43" y="53"/>
                  <a:pt x="42" y="54"/>
                </a:cubicBezTo>
                <a:cubicBezTo>
                  <a:pt x="41" y="54"/>
                  <a:pt x="40" y="54"/>
                  <a:pt x="39" y="54"/>
                </a:cubicBezTo>
                <a:cubicBezTo>
                  <a:pt x="37" y="54"/>
                  <a:pt x="35" y="54"/>
                  <a:pt x="33" y="53"/>
                </a:cubicBezTo>
                <a:cubicBezTo>
                  <a:pt x="32" y="52"/>
                  <a:pt x="30" y="51"/>
                  <a:pt x="29" y="50"/>
                </a:cubicBezTo>
                <a:cubicBezTo>
                  <a:pt x="28" y="48"/>
                  <a:pt x="27" y="47"/>
                  <a:pt x="26" y="45"/>
                </a:cubicBezTo>
                <a:cubicBezTo>
                  <a:pt x="25" y="44"/>
                  <a:pt x="25" y="42"/>
                  <a:pt x="25" y="40"/>
                </a:cubicBezTo>
                <a:cubicBezTo>
                  <a:pt x="25" y="40"/>
                  <a:pt x="25" y="39"/>
                  <a:pt x="25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8"/>
                  <a:pt x="25" y="37"/>
                  <a:pt x="25" y="36"/>
                </a:cubicBezTo>
                <a:cubicBezTo>
                  <a:pt x="25" y="36"/>
                  <a:pt x="26" y="35"/>
                  <a:pt x="26" y="34"/>
                </a:cubicBezTo>
                <a:cubicBezTo>
                  <a:pt x="26" y="34"/>
                  <a:pt x="26" y="33"/>
                  <a:pt x="27" y="33"/>
                </a:cubicBezTo>
                <a:cubicBezTo>
                  <a:pt x="27" y="32"/>
                  <a:pt x="27" y="31"/>
                  <a:pt x="28" y="31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6"/>
                  <a:pt x="11" y="17"/>
                  <a:pt x="10" y="18"/>
                </a:cubicBezTo>
                <a:cubicBezTo>
                  <a:pt x="10" y="18"/>
                  <a:pt x="9" y="19"/>
                  <a:pt x="8" y="20"/>
                </a:cubicBezTo>
                <a:cubicBezTo>
                  <a:pt x="8" y="21"/>
                  <a:pt x="7" y="22"/>
                  <a:pt x="7" y="23"/>
                </a:cubicBezTo>
                <a:cubicBezTo>
                  <a:pt x="6" y="24"/>
                  <a:pt x="6" y="25"/>
                  <a:pt x="5" y="26"/>
                </a:cubicBezTo>
                <a:cubicBezTo>
                  <a:pt x="5" y="27"/>
                  <a:pt x="5" y="28"/>
                  <a:pt x="4" y="28"/>
                </a:cubicBezTo>
                <a:cubicBezTo>
                  <a:pt x="4" y="29"/>
                  <a:pt x="4" y="30"/>
                  <a:pt x="4" y="31"/>
                </a:cubicBezTo>
                <a:cubicBezTo>
                  <a:pt x="4" y="32"/>
                  <a:pt x="3" y="33"/>
                  <a:pt x="3" y="33"/>
                </a:cubicBezTo>
                <a:cubicBezTo>
                  <a:pt x="3" y="34"/>
                  <a:pt x="3" y="35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3" y="38"/>
                  <a:pt x="3" y="38"/>
                </a:cubicBezTo>
                <a:cubicBezTo>
                  <a:pt x="3" y="38"/>
                  <a:pt x="3" y="39"/>
                  <a:pt x="3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3" y="40"/>
                  <a:pt x="3" y="40"/>
                  <a:pt x="3" y="41"/>
                </a:cubicBezTo>
                <a:cubicBezTo>
                  <a:pt x="3" y="41"/>
                  <a:pt x="3" y="41"/>
                  <a:pt x="3" y="42"/>
                </a:cubicBezTo>
                <a:cubicBezTo>
                  <a:pt x="3" y="46"/>
                  <a:pt x="4" y="51"/>
                  <a:pt x="6" y="55"/>
                </a:cubicBezTo>
                <a:cubicBezTo>
                  <a:pt x="8" y="59"/>
                  <a:pt x="11" y="63"/>
                  <a:pt x="14" y="66"/>
                </a:cubicBezTo>
                <a:cubicBezTo>
                  <a:pt x="17" y="69"/>
                  <a:pt x="21" y="71"/>
                  <a:pt x="25" y="73"/>
                </a:cubicBezTo>
                <a:cubicBezTo>
                  <a:pt x="29" y="75"/>
                  <a:pt x="34" y="76"/>
                  <a:pt x="39" y="76"/>
                </a:cubicBezTo>
                <a:cubicBezTo>
                  <a:pt x="39" y="76"/>
                  <a:pt x="40" y="76"/>
                  <a:pt x="40" y="76"/>
                </a:cubicBezTo>
                <a:cubicBezTo>
                  <a:pt x="40" y="76"/>
                  <a:pt x="41" y="76"/>
                  <a:pt x="41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3" y="76"/>
                  <a:pt x="43" y="76"/>
                </a:cubicBezTo>
                <a:cubicBezTo>
                  <a:pt x="43" y="76"/>
                  <a:pt x="43" y="76"/>
                  <a:pt x="43" y="75"/>
                </a:cubicBezTo>
                <a:cubicBezTo>
                  <a:pt x="44" y="75"/>
                  <a:pt x="44" y="75"/>
                  <a:pt x="44" y="75"/>
                </a:cubicBezTo>
                <a:cubicBezTo>
                  <a:pt x="44" y="75"/>
                  <a:pt x="45" y="75"/>
                  <a:pt x="45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7" y="75"/>
                  <a:pt x="47" y="75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5"/>
                  <a:pt x="47" y="75"/>
                  <a:pt x="47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5"/>
                  <a:pt x="49" y="75"/>
                </a:cubicBezTo>
                <a:cubicBezTo>
                  <a:pt x="49" y="75"/>
                  <a:pt x="49" y="75"/>
                  <a:pt x="49" y="74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4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lose/>
                <a:moveTo>
                  <a:pt x="75" y="42"/>
                </a:moveTo>
                <a:cubicBezTo>
                  <a:pt x="75" y="41"/>
                  <a:pt x="75" y="41"/>
                  <a:pt x="75" y="41"/>
                </a:cubicBezTo>
                <a:cubicBezTo>
                  <a:pt x="75" y="40"/>
                  <a:pt x="75" y="40"/>
                  <a:pt x="75" y="40"/>
                </a:cubicBezTo>
                <a:cubicBezTo>
                  <a:pt x="75" y="39"/>
                  <a:pt x="75" y="38"/>
                  <a:pt x="75" y="37"/>
                </a:cubicBezTo>
                <a:cubicBezTo>
                  <a:pt x="75" y="36"/>
                  <a:pt x="75" y="35"/>
                  <a:pt x="75" y="34"/>
                </a:cubicBezTo>
                <a:cubicBezTo>
                  <a:pt x="74" y="30"/>
                  <a:pt x="73" y="26"/>
                  <a:pt x="70" y="22"/>
                </a:cubicBezTo>
                <a:cubicBezTo>
                  <a:pt x="68" y="18"/>
                  <a:pt x="66" y="15"/>
                  <a:pt x="63" y="12"/>
                </a:cubicBezTo>
                <a:cubicBezTo>
                  <a:pt x="59" y="10"/>
                  <a:pt x="56" y="7"/>
                  <a:pt x="52" y="6"/>
                </a:cubicBezTo>
                <a:cubicBezTo>
                  <a:pt x="48" y="4"/>
                  <a:pt x="43" y="3"/>
                  <a:pt x="39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3"/>
                  <a:pt x="37" y="3"/>
                  <a:pt x="37" y="3"/>
                </a:cubicBezTo>
                <a:cubicBezTo>
                  <a:pt x="37" y="3"/>
                  <a:pt x="37" y="4"/>
                  <a:pt x="37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1" y="4"/>
                  <a:pt x="31" y="4"/>
                  <a:pt x="30" y="5"/>
                </a:cubicBezTo>
                <a:cubicBezTo>
                  <a:pt x="30" y="5"/>
                  <a:pt x="29" y="5"/>
                  <a:pt x="28" y="5"/>
                </a:cubicBezTo>
                <a:cubicBezTo>
                  <a:pt x="28" y="5"/>
                  <a:pt x="27" y="5"/>
                  <a:pt x="27" y="6"/>
                </a:cubicBezTo>
                <a:cubicBezTo>
                  <a:pt x="26" y="6"/>
                  <a:pt x="26" y="6"/>
                  <a:pt x="25" y="6"/>
                </a:cubicBezTo>
                <a:cubicBezTo>
                  <a:pt x="24" y="7"/>
                  <a:pt x="23" y="7"/>
                  <a:pt x="22" y="8"/>
                </a:cubicBezTo>
                <a:cubicBezTo>
                  <a:pt x="21" y="8"/>
                  <a:pt x="20" y="8"/>
                  <a:pt x="19" y="9"/>
                </a:cubicBezTo>
                <a:cubicBezTo>
                  <a:pt x="19" y="10"/>
                  <a:pt x="18" y="10"/>
                  <a:pt x="17" y="11"/>
                </a:cubicBezTo>
                <a:cubicBezTo>
                  <a:pt x="16" y="12"/>
                  <a:pt x="15" y="12"/>
                  <a:pt x="14" y="13"/>
                </a:cubicBezTo>
                <a:cubicBezTo>
                  <a:pt x="30" y="29"/>
                  <a:pt x="30" y="29"/>
                  <a:pt x="30" y="29"/>
                </a:cubicBezTo>
                <a:cubicBezTo>
                  <a:pt x="31" y="28"/>
                  <a:pt x="31" y="28"/>
                  <a:pt x="32" y="28"/>
                </a:cubicBezTo>
                <a:cubicBezTo>
                  <a:pt x="32" y="27"/>
                  <a:pt x="33" y="27"/>
                  <a:pt x="33" y="27"/>
                </a:cubicBezTo>
                <a:cubicBezTo>
                  <a:pt x="34" y="26"/>
                  <a:pt x="35" y="26"/>
                  <a:pt x="35" y="26"/>
                </a:cubicBezTo>
                <a:cubicBezTo>
                  <a:pt x="36" y="26"/>
                  <a:pt x="36" y="26"/>
                  <a:pt x="37" y="26"/>
                </a:cubicBezTo>
                <a:cubicBezTo>
                  <a:pt x="37" y="26"/>
                  <a:pt x="38" y="26"/>
                  <a:pt x="38" y="26"/>
                </a:cubicBezTo>
                <a:cubicBezTo>
                  <a:pt x="38" y="26"/>
                  <a:pt x="38" y="26"/>
                  <a:pt x="39" y="26"/>
                </a:cubicBezTo>
                <a:cubicBezTo>
                  <a:pt x="39" y="25"/>
                  <a:pt x="39" y="25"/>
                  <a:pt x="39" y="25"/>
                </a:cubicBezTo>
                <a:cubicBezTo>
                  <a:pt x="41" y="25"/>
                  <a:pt x="43" y="26"/>
                  <a:pt x="44" y="27"/>
                </a:cubicBezTo>
                <a:cubicBezTo>
                  <a:pt x="46" y="27"/>
                  <a:pt x="48" y="28"/>
                  <a:pt x="49" y="30"/>
                </a:cubicBezTo>
                <a:cubicBezTo>
                  <a:pt x="50" y="31"/>
                  <a:pt x="51" y="32"/>
                  <a:pt x="52" y="34"/>
                </a:cubicBezTo>
                <a:cubicBezTo>
                  <a:pt x="53" y="36"/>
                  <a:pt x="53" y="38"/>
                  <a:pt x="53" y="40"/>
                </a:cubicBezTo>
                <a:cubicBezTo>
                  <a:pt x="53" y="41"/>
                  <a:pt x="53" y="42"/>
                  <a:pt x="53" y="43"/>
                </a:cubicBezTo>
                <a:cubicBezTo>
                  <a:pt x="53" y="44"/>
                  <a:pt x="52" y="45"/>
                  <a:pt x="52" y="46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1" y="56"/>
                  <a:pt x="71" y="56"/>
                </a:cubicBezTo>
                <a:cubicBezTo>
                  <a:pt x="71" y="56"/>
                  <a:pt x="71" y="55"/>
                  <a:pt x="72" y="55"/>
                </a:cubicBezTo>
                <a:cubicBezTo>
                  <a:pt x="72" y="55"/>
                  <a:pt x="72" y="55"/>
                  <a:pt x="72" y="55"/>
                </a:cubicBezTo>
                <a:cubicBezTo>
                  <a:pt x="72" y="55"/>
                  <a:pt x="72" y="54"/>
                  <a:pt x="72" y="54"/>
                </a:cubicBezTo>
                <a:cubicBezTo>
                  <a:pt x="72" y="54"/>
                  <a:pt x="72" y="53"/>
                  <a:pt x="72" y="53"/>
                </a:cubicBezTo>
                <a:cubicBezTo>
                  <a:pt x="73" y="53"/>
                  <a:pt x="73" y="53"/>
                  <a:pt x="73" y="53"/>
                </a:cubicBezTo>
                <a:cubicBezTo>
                  <a:pt x="73" y="53"/>
                  <a:pt x="73" y="52"/>
                  <a:pt x="73" y="52"/>
                </a:cubicBezTo>
                <a:cubicBezTo>
                  <a:pt x="73" y="52"/>
                  <a:pt x="73" y="52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0"/>
                  <a:pt x="73" y="50"/>
                  <a:pt x="74" y="50"/>
                </a:cubicBezTo>
                <a:cubicBezTo>
                  <a:pt x="74" y="49"/>
                  <a:pt x="74" y="49"/>
                  <a:pt x="74" y="49"/>
                </a:cubicBezTo>
                <a:cubicBezTo>
                  <a:pt x="74" y="49"/>
                  <a:pt x="74" y="49"/>
                  <a:pt x="74" y="49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47"/>
                  <a:pt x="74" y="47"/>
                  <a:pt x="74" y="47"/>
                </a:cubicBezTo>
                <a:cubicBezTo>
                  <a:pt x="74" y="47"/>
                  <a:pt x="74" y="46"/>
                  <a:pt x="75" y="46"/>
                </a:cubicBezTo>
                <a:cubicBezTo>
                  <a:pt x="75" y="46"/>
                  <a:pt x="75" y="46"/>
                  <a:pt x="75" y="45"/>
                </a:cubicBezTo>
                <a:cubicBezTo>
                  <a:pt x="75" y="45"/>
                  <a:pt x="75" y="45"/>
                  <a:pt x="75" y="45"/>
                </a:cubicBezTo>
                <a:cubicBezTo>
                  <a:pt x="75" y="45"/>
                  <a:pt x="75" y="44"/>
                  <a:pt x="75" y="44"/>
                </a:cubicBezTo>
                <a:cubicBezTo>
                  <a:pt x="75" y="44"/>
                  <a:pt x="75" y="44"/>
                  <a:pt x="75" y="44"/>
                </a:cubicBezTo>
                <a:cubicBezTo>
                  <a:pt x="75" y="44"/>
                  <a:pt x="75" y="43"/>
                  <a:pt x="75" y="43"/>
                </a:cubicBezTo>
                <a:cubicBezTo>
                  <a:pt x="75" y="43"/>
                  <a:pt x="75" y="43"/>
                  <a:pt x="75" y="42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5" y="42"/>
                  <a:pt x="75" y="42"/>
                </a:cubicBezTo>
                <a:close/>
                <a:moveTo>
                  <a:pt x="50" y="40"/>
                </a:moveTo>
                <a:cubicBezTo>
                  <a:pt x="50" y="38"/>
                  <a:pt x="50" y="37"/>
                  <a:pt x="49" y="35"/>
                </a:cubicBezTo>
                <a:cubicBezTo>
                  <a:pt x="48" y="34"/>
                  <a:pt x="48" y="33"/>
                  <a:pt x="47" y="32"/>
                </a:cubicBezTo>
                <a:cubicBezTo>
                  <a:pt x="46" y="31"/>
                  <a:pt x="44" y="30"/>
                  <a:pt x="43" y="30"/>
                </a:cubicBezTo>
                <a:cubicBezTo>
                  <a:pt x="42" y="29"/>
                  <a:pt x="40" y="29"/>
                  <a:pt x="39" y="29"/>
                </a:cubicBezTo>
                <a:cubicBezTo>
                  <a:pt x="37" y="29"/>
                  <a:pt x="36" y="29"/>
                  <a:pt x="35" y="30"/>
                </a:cubicBezTo>
                <a:cubicBezTo>
                  <a:pt x="33" y="30"/>
                  <a:pt x="32" y="31"/>
                  <a:pt x="31" y="32"/>
                </a:cubicBezTo>
                <a:cubicBezTo>
                  <a:pt x="30" y="33"/>
                  <a:pt x="29" y="34"/>
                  <a:pt x="29" y="35"/>
                </a:cubicBezTo>
                <a:cubicBezTo>
                  <a:pt x="28" y="37"/>
                  <a:pt x="28" y="38"/>
                  <a:pt x="28" y="40"/>
                </a:cubicBezTo>
                <a:cubicBezTo>
                  <a:pt x="28" y="41"/>
                  <a:pt x="28" y="43"/>
                  <a:pt x="29" y="44"/>
                </a:cubicBezTo>
                <a:cubicBezTo>
                  <a:pt x="29" y="45"/>
                  <a:pt x="30" y="47"/>
                  <a:pt x="31" y="48"/>
                </a:cubicBezTo>
                <a:cubicBezTo>
                  <a:pt x="32" y="49"/>
                  <a:pt x="33" y="49"/>
                  <a:pt x="35" y="50"/>
                </a:cubicBezTo>
                <a:cubicBezTo>
                  <a:pt x="36" y="50"/>
                  <a:pt x="37" y="51"/>
                  <a:pt x="39" y="51"/>
                </a:cubicBezTo>
                <a:cubicBezTo>
                  <a:pt x="40" y="51"/>
                  <a:pt x="42" y="50"/>
                  <a:pt x="43" y="50"/>
                </a:cubicBezTo>
                <a:cubicBezTo>
                  <a:pt x="44" y="49"/>
                  <a:pt x="46" y="48"/>
                  <a:pt x="47" y="48"/>
                </a:cubicBezTo>
                <a:cubicBezTo>
                  <a:pt x="48" y="47"/>
                  <a:pt x="48" y="45"/>
                  <a:pt x="49" y="44"/>
                </a:cubicBezTo>
                <a:cubicBezTo>
                  <a:pt x="50" y="43"/>
                  <a:pt x="50" y="41"/>
                  <a:pt x="50" y="40"/>
                </a:cubicBezTo>
                <a:close/>
                <a:moveTo>
                  <a:pt x="39" y="48"/>
                </a:moveTo>
                <a:cubicBezTo>
                  <a:pt x="38" y="48"/>
                  <a:pt x="37" y="47"/>
                  <a:pt x="36" y="47"/>
                </a:cubicBezTo>
                <a:cubicBezTo>
                  <a:pt x="35" y="46"/>
                  <a:pt x="34" y="46"/>
                  <a:pt x="33" y="45"/>
                </a:cubicBezTo>
                <a:cubicBezTo>
                  <a:pt x="33" y="45"/>
                  <a:pt x="32" y="44"/>
                  <a:pt x="32" y="43"/>
                </a:cubicBezTo>
                <a:cubicBezTo>
                  <a:pt x="31" y="42"/>
                  <a:pt x="31" y="41"/>
                  <a:pt x="31" y="40"/>
                </a:cubicBezTo>
                <a:cubicBezTo>
                  <a:pt x="31" y="39"/>
                  <a:pt x="31" y="38"/>
                  <a:pt x="32" y="37"/>
                </a:cubicBezTo>
                <a:cubicBezTo>
                  <a:pt x="32" y="36"/>
                  <a:pt x="33" y="35"/>
                  <a:pt x="33" y="34"/>
                </a:cubicBezTo>
                <a:cubicBezTo>
                  <a:pt x="34" y="33"/>
                  <a:pt x="35" y="33"/>
                  <a:pt x="36" y="32"/>
                </a:cubicBezTo>
                <a:cubicBezTo>
                  <a:pt x="37" y="32"/>
                  <a:pt x="38" y="32"/>
                  <a:pt x="39" y="32"/>
                </a:cubicBezTo>
                <a:cubicBezTo>
                  <a:pt x="40" y="32"/>
                  <a:pt x="41" y="32"/>
                  <a:pt x="42" y="32"/>
                </a:cubicBezTo>
                <a:cubicBezTo>
                  <a:pt x="43" y="33"/>
                  <a:pt x="44" y="33"/>
                  <a:pt x="44" y="34"/>
                </a:cubicBezTo>
                <a:cubicBezTo>
                  <a:pt x="45" y="35"/>
                  <a:pt x="46" y="36"/>
                  <a:pt x="46" y="37"/>
                </a:cubicBezTo>
                <a:cubicBezTo>
                  <a:pt x="47" y="38"/>
                  <a:pt x="47" y="39"/>
                  <a:pt x="47" y="40"/>
                </a:cubicBezTo>
                <a:cubicBezTo>
                  <a:pt x="47" y="41"/>
                  <a:pt x="47" y="42"/>
                  <a:pt x="46" y="43"/>
                </a:cubicBezTo>
                <a:cubicBezTo>
                  <a:pt x="46" y="44"/>
                  <a:pt x="45" y="45"/>
                  <a:pt x="44" y="45"/>
                </a:cubicBezTo>
                <a:cubicBezTo>
                  <a:pt x="44" y="46"/>
                  <a:pt x="43" y="46"/>
                  <a:pt x="42" y="47"/>
                </a:cubicBezTo>
                <a:cubicBezTo>
                  <a:pt x="41" y="47"/>
                  <a:pt x="40" y="48"/>
                  <a:pt x="39" y="48"/>
                </a:cubicBezTo>
                <a:close/>
                <a:moveTo>
                  <a:pt x="39" y="35"/>
                </a:moveTo>
                <a:cubicBezTo>
                  <a:pt x="38" y="35"/>
                  <a:pt x="38" y="35"/>
                  <a:pt x="37" y="35"/>
                </a:cubicBezTo>
                <a:cubicBezTo>
                  <a:pt x="36" y="36"/>
                  <a:pt x="36" y="36"/>
                  <a:pt x="36" y="36"/>
                </a:cubicBezTo>
                <a:cubicBezTo>
                  <a:pt x="35" y="37"/>
                  <a:pt x="35" y="37"/>
                  <a:pt x="35" y="38"/>
                </a:cubicBezTo>
                <a:cubicBezTo>
                  <a:pt x="34" y="38"/>
                  <a:pt x="34" y="39"/>
                  <a:pt x="34" y="40"/>
                </a:cubicBezTo>
                <a:cubicBezTo>
                  <a:pt x="34" y="40"/>
                  <a:pt x="34" y="41"/>
                  <a:pt x="35" y="41"/>
                </a:cubicBezTo>
                <a:cubicBezTo>
                  <a:pt x="35" y="42"/>
                  <a:pt x="35" y="43"/>
                  <a:pt x="36" y="43"/>
                </a:cubicBezTo>
                <a:cubicBezTo>
                  <a:pt x="36" y="43"/>
                  <a:pt x="36" y="44"/>
                  <a:pt x="37" y="44"/>
                </a:cubicBezTo>
                <a:cubicBezTo>
                  <a:pt x="38" y="44"/>
                  <a:pt x="38" y="44"/>
                  <a:pt x="39" y="44"/>
                </a:cubicBezTo>
                <a:cubicBezTo>
                  <a:pt x="40" y="44"/>
                  <a:pt x="40" y="44"/>
                  <a:pt x="41" y="44"/>
                </a:cubicBezTo>
                <a:cubicBezTo>
                  <a:pt x="41" y="44"/>
                  <a:pt x="42" y="43"/>
                  <a:pt x="42" y="43"/>
                </a:cubicBezTo>
                <a:cubicBezTo>
                  <a:pt x="43" y="43"/>
                  <a:pt x="43" y="42"/>
                  <a:pt x="43" y="41"/>
                </a:cubicBezTo>
                <a:cubicBezTo>
                  <a:pt x="43" y="41"/>
                  <a:pt x="44" y="40"/>
                  <a:pt x="44" y="40"/>
                </a:cubicBezTo>
                <a:cubicBezTo>
                  <a:pt x="44" y="39"/>
                  <a:pt x="43" y="38"/>
                  <a:pt x="43" y="38"/>
                </a:cubicBezTo>
                <a:cubicBezTo>
                  <a:pt x="43" y="37"/>
                  <a:pt x="43" y="37"/>
                  <a:pt x="42" y="36"/>
                </a:cubicBezTo>
                <a:cubicBezTo>
                  <a:pt x="42" y="36"/>
                  <a:pt x="41" y="36"/>
                  <a:pt x="41" y="35"/>
                </a:cubicBezTo>
                <a:cubicBezTo>
                  <a:pt x="40" y="35"/>
                  <a:pt x="40" y="35"/>
                  <a:pt x="39" y="35"/>
                </a:cubicBezTo>
                <a:close/>
                <a:moveTo>
                  <a:pt x="66" y="63"/>
                </a:moveTo>
                <a:cubicBezTo>
                  <a:pt x="67" y="63"/>
                  <a:pt x="67" y="63"/>
                  <a:pt x="67" y="63"/>
                </a:cubicBezTo>
                <a:cubicBezTo>
                  <a:pt x="67" y="62"/>
                  <a:pt x="67" y="62"/>
                  <a:pt x="68" y="61"/>
                </a:cubicBezTo>
                <a:cubicBezTo>
                  <a:pt x="68" y="61"/>
                  <a:pt x="69" y="60"/>
                  <a:pt x="69" y="60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49"/>
                  <a:pt x="49" y="50"/>
                </a:cubicBezTo>
                <a:cubicBezTo>
                  <a:pt x="48" y="50"/>
                  <a:pt x="48" y="51"/>
                  <a:pt x="47" y="51"/>
                </a:cubicBezTo>
                <a:cubicBezTo>
                  <a:pt x="57" y="71"/>
                  <a:pt x="57" y="71"/>
                  <a:pt x="57" y="71"/>
                </a:cubicBezTo>
                <a:cubicBezTo>
                  <a:pt x="58" y="70"/>
                  <a:pt x="58" y="70"/>
                  <a:pt x="59" y="70"/>
                </a:cubicBezTo>
                <a:cubicBezTo>
                  <a:pt x="60" y="69"/>
                  <a:pt x="60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1" y="68"/>
                  <a:pt x="62" y="68"/>
                </a:cubicBezTo>
                <a:cubicBezTo>
                  <a:pt x="62" y="68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3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63" y="66"/>
                  <a:pt x="64" y="66"/>
                  <a:pt x="64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64" y="65"/>
                  <a:pt x="64" y="65"/>
                  <a:pt x="64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6" y="64"/>
                  <a:pt x="66" y="64"/>
                </a:cubicBezTo>
                <a:cubicBezTo>
                  <a:pt x="66" y="63"/>
                  <a:pt x="66" y="63"/>
                  <a:pt x="66" y="6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49" name="Freeform 151"/>
          <p:cNvSpPr>
            <a:spLocks noEditPoints="1"/>
          </p:cNvSpPr>
          <p:nvPr/>
        </p:nvSpPr>
        <p:spPr bwMode="auto">
          <a:xfrm>
            <a:off x="9720263" y="4302908"/>
            <a:ext cx="293688" cy="247650"/>
          </a:xfrm>
          <a:custGeom>
            <a:avLst/>
            <a:gdLst>
              <a:gd name="T0" fmla="*/ 60 w 78"/>
              <a:gd name="T1" fmla="*/ 55 h 66"/>
              <a:gd name="T2" fmla="*/ 59 w 78"/>
              <a:gd name="T3" fmla="*/ 65 h 66"/>
              <a:gd name="T4" fmla="*/ 34 w 78"/>
              <a:gd name="T5" fmla="*/ 66 h 66"/>
              <a:gd name="T6" fmla="*/ 27 w 78"/>
              <a:gd name="T7" fmla="*/ 66 h 66"/>
              <a:gd name="T8" fmla="*/ 1 w 78"/>
              <a:gd name="T9" fmla="*/ 65 h 66"/>
              <a:gd name="T10" fmla="*/ 0 w 78"/>
              <a:gd name="T11" fmla="*/ 55 h 66"/>
              <a:gd name="T12" fmla="*/ 6 w 78"/>
              <a:gd name="T13" fmla="*/ 49 h 66"/>
              <a:gd name="T14" fmla="*/ 20 w 78"/>
              <a:gd name="T15" fmla="*/ 44 h 66"/>
              <a:gd name="T16" fmla="*/ 20 w 78"/>
              <a:gd name="T17" fmla="*/ 40 h 66"/>
              <a:gd name="T18" fmla="*/ 18 w 78"/>
              <a:gd name="T19" fmla="*/ 32 h 66"/>
              <a:gd name="T20" fmla="*/ 15 w 78"/>
              <a:gd name="T21" fmla="*/ 23 h 66"/>
              <a:gd name="T22" fmla="*/ 16 w 78"/>
              <a:gd name="T23" fmla="*/ 21 h 66"/>
              <a:gd name="T24" fmla="*/ 15 w 78"/>
              <a:gd name="T25" fmla="*/ 10 h 66"/>
              <a:gd name="T26" fmla="*/ 22 w 78"/>
              <a:gd name="T27" fmla="*/ 2 h 66"/>
              <a:gd name="T28" fmla="*/ 32 w 78"/>
              <a:gd name="T29" fmla="*/ 0 h 66"/>
              <a:gd name="T30" fmla="*/ 41 w 78"/>
              <a:gd name="T31" fmla="*/ 3 h 66"/>
              <a:gd name="T32" fmla="*/ 45 w 78"/>
              <a:gd name="T33" fmla="*/ 14 h 66"/>
              <a:gd name="T34" fmla="*/ 45 w 78"/>
              <a:gd name="T35" fmla="*/ 21 h 66"/>
              <a:gd name="T36" fmla="*/ 45 w 78"/>
              <a:gd name="T37" fmla="*/ 26 h 66"/>
              <a:gd name="T38" fmla="*/ 41 w 78"/>
              <a:gd name="T39" fmla="*/ 35 h 66"/>
              <a:gd name="T40" fmla="*/ 39 w 78"/>
              <a:gd name="T41" fmla="*/ 42 h 66"/>
              <a:gd name="T42" fmla="*/ 44 w 78"/>
              <a:gd name="T43" fmla="*/ 46 h 66"/>
              <a:gd name="T44" fmla="*/ 57 w 78"/>
              <a:gd name="T45" fmla="*/ 50 h 66"/>
              <a:gd name="T46" fmla="*/ 57 w 78"/>
              <a:gd name="T47" fmla="*/ 54 h 66"/>
              <a:gd name="T48" fmla="*/ 48 w 78"/>
              <a:gd name="T49" fmla="*/ 50 h 66"/>
              <a:gd name="T50" fmla="*/ 36 w 78"/>
              <a:gd name="T51" fmla="*/ 45 h 66"/>
              <a:gd name="T52" fmla="*/ 38 w 78"/>
              <a:gd name="T53" fmla="*/ 37 h 66"/>
              <a:gd name="T54" fmla="*/ 39 w 78"/>
              <a:gd name="T55" fmla="*/ 31 h 66"/>
              <a:gd name="T56" fmla="*/ 42 w 78"/>
              <a:gd name="T57" fmla="*/ 26 h 66"/>
              <a:gd name="T58" fmla="*/ 42 w 78"/>
              <a:gd name="T59" fmla="*/ 22 h 66"/>
              <a:gd name="T60" fmla="*/ 41 w 78"/>
              <a:gd name="T61" fmla="*/ 18 h 66"/>
              <a:gd name="T62" fmla="*/ 40 w 78"/>
              <a:gd name="T63" fmla="*/ 7 h 66"/>
              <a:gd name="T64" fmla="*/ 34 w 78"/>
              <a:gd name="T65" fmla="*/ 3 h 66"/>
              <a:gd name="T66" fmla="*/ 26 w 78"/>
              <a:gd name="T67" fmla="*/ 3 h 66"/>
              <a:gd name="T68" fmla="*/ 20 w 78"/>
              <a:gd name="T69" fmla="*/ 7 h 66"/>
              <a:gd name="T70" fmla="*/ 19 w 78"/>
              <a:gd name="T71" fmla="*/ 18 h 66"/>
              <a:gd name="T72" fmla="*/ 19 w 78"/>
              <a:gd name="T73" fmla="*/ 22 h 66"/>
              <a:gd name="T74" fmla="*/ 19 w 78"/>
              <a:gd name="T75" fmla="*/ 26 h 66"/>
              <a:gd name="T76" fmla="*/ 21 w 78"/>
              <a:gd name="T77" fmla="*/ 31 h 66"/>
              <a:gd name="T78" fmla="*/ 23 w 78"/>
              <a:gd name="T79" fmla="*/ 37 h 66"/>
              <a:gd name="T80" fmla="*/ 23 w 78"/>
              <a:gd name="T81" fmla="*/ 45 h 66"/>
              <a:gd name="T82" fmla="*/ 12 w 78"/>
              <a:gd name="T83" fmla="*/ 50 h 66"/>
              <a:gd name="T84" fmla="*/ 4 w 78"/>
              <a:gd name="T85" fmla="*/ 54 h 66"/>
              <a:gd name="T86" fmla="*/ 57 w 78"/>
              <a:gd name="T87" fmla="*/ 63 h 66"/>
              <a:gd name="T88" fmla="*/ 68 w 78"/>
              <a:gd name="T89" fmla="*/ 32 h 66"/>
              <a:gd name="T90" fmla="*/ 66 w 78"/>
              <a:gd name="T91" fmla="*/ 29 h 66"/>
              <a:gd name="T92" fmla="*/ 68 w 78"/>
              <a:gd name="T93" fmla="*/ 27 h 66"/>
              <a:gd name="T94" fmla="*/ 70 w 78"/>
              <a:gd name="T95" fmla="*/ 2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" h="66">
                <a:moveTo>
                  <a:pt x="57" y="50"/>
                </a:moveTo>
                <a:cubicBezTo>
                  <a:pt x="58" y="51"/>
                  <a:pt x="59" y="51"/>
                  <a:pt x="59" y="52"/>
                </a:cubicBezTo>
                <a:cubicBezTo>
                  <a:pt x="60" y="53"/>
                  <a:pt x="60" y="54"/>
                  <a:pt x="60" y="55"/>
                </a:cubicBezTo>
                <a:cubicBezTo>
                  <a:pt x="60" y="56"/>
                  <a:pt x="60" y="57"/>
                  <a:pt x="60" y="59"/>
                </a:cubicBezTo>
                <a:cubicBezTo>
                  <a:pt x="60" y="61"/>
                  <a:pt x="60" y="62"/>
                  <a:pt x="60" y="63"/>
                </a:cubicBezTo>
                <a:cubicBezTo>
                  <a:pt x="60" y="63"/>
                  <a:pt x="60" y="64"/>
                  <a:pt x="59" y="65"/>
                </a:cubicBezTo>
                <a:cubicBezTo>
                  <a:pt x="59" y="65"/>
                  <a:pt x="58" y="66"/>
                  <a:pt x="57" y="66"/>
                </a:cubicBezTo>
                <a:cubicBezTo>
                  <a:pt x="56" y="66"/>
                  <a:pt x="53" y="66"/>
                  <a:pt x="47" y="66"/>
                </a:cubicBezTo>
                <a:cubicBezTo>
                  <a:pt x="42" y="66"/>
                  <a:pt x="37" y="66"/>
                  <a:pt x="34" y="66"/>
                </a:cubicBezTo>
                <a:cubicBezTo>
                  <a:pt x="33" y="66"/>
                  <a:pt x="32" y="66"/>
                  <a:pt x="30" y="66"/>
                </a:cubicBezTo>
                <a:cubicBezTo>
                  <a:pt x="30" y="66"/>
                  <a:pt x="30" y="66"/>
                  <a:pt x="30" y="66"/>
                </a:cubicBezTo>
                <a:cubicBezTo>
                  <a:pt x="29" y="66"/>
                  <a:pt x="28" y="66"/>
                  <a:pt x="27" y="66"/>
                </a:cubicBezTo>
                <a:cubicBezTo>
                  <a:pt x="23" y="66"/>
                  <a:pt x="19" y="66"/>
                  <a:pt x="13" y="66"/>
                </a:cubicBezTo>
                <a:cubicBezTo>
                  <a:pt x="8" y="66"/>
                  <a:pt x="4" y="66"/>
                  <a:pt x="3" y="66"/>
                </a:cubicBezTo>
                <a:cubicBezTo>
                  <a:pt x="2" y="66"/>
                  <a:pt x="1" y="65"/>
                  <a:pt x="1" y="65"/>
                </a:cubicBezTo>
                <a:cubicBezTo>
                  <a:pt x="0" y="64"/>
                  <a:pt x="0" y="63"/>
                  <a:pt x="0" y="63"/>
                </a:cubicBezTo>
                <a:cubicBezTo>
                  <a:pt x="0" y="62"/>
                  <a:pt x="0" y="61"/>
                  <a:pt x="0" y="59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4"/>
                  <a:pt x="0" y="53"/>
                  <a:pt x="1" y="52"/>
                </a:cubicBezTo>
                <a:cubicBezTo>
                  <a:pt x="1" y="51"/>
                  <a:pt x="2" y="51"/>
                  <a:pt x="3" y="50"/>
                </a:cubicBezTo>
                <a:cubicBezTo>
                  <a:pt x="4" y="50"/>
                  <a:pt x="5" y="49"/>
                  <a:pt x="6" y="49"/>
                </a:cubicBezTo>
                <a:cubicBezTo>
                  <a:pt x="8" y="48"/>
                  <a:pt x="9" y="48"/>
                  <a:pt x="11" y="47"/>
                </a:cubicBezTo>
                <a:cubicBezTo>
                  <a:pt x="12" y="47"/>
                  <a:pt x="14" y="46"/>
                  <a:pt x="16" y="46"/>
                </a:cubicBezTo>
                <a:cubicBezTo>
                  <a:pt x="17" y="45"/>
                  <a:pt x="19" y="45"/>
                  <a:pt x="20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20" y="43"/>
                  <a:pt x="20" y="42"/>
                </a:cubicBezTo>
                <a:cubicBezTo>
                  <a:pt x="20" y="41"/>
                  <a:pt x="20" y="41"/>
                  <a:pt x="20" y="40"/>
                </a:cubicBezTo>
                <a:cubicBezTo>
                  <a:pt x="20" y="39"/>
                  <a:pt x="20" y="39"/>
                  <a:pt x="20" y="38"/>
                </a:cubicBezTo>
                <a:cubicBezTo>
                  <a:pt x="19" y="37"/>
                  <a:pt x="19" y="36"/>
                  <a:pt x="19" y="35"/>
                </a:cubicBezTo>
                <a:cubicBezTo>
                  <a:pt x="18" y="34"/>
                  <a:pt x="18" y="33"/>
                  <a:pt x="18" y="32"/>
                </a:cubicBezTo>
                <a:cubicBezTo>
                  <a:pt x="18" y="32"/>
                  <a:pt x="17" y="31"/>
                  <a:pt x="17" y="30"/>
                </a:cubicBezTo>
                <a:cubicBezTo>
                  <a:pt x="16" y="29"/>
                  <a:pt x="16" y="28"/>
                  <a:pt x="16" y="26"/>
                </a:cubicBezTo>
                <a:cubicBezTo>
                  <a:pt x="15" y="25"/>
                  <a:pt x="15" y="24"/>
                  <a:pt x="15" y="23"/>
                </a:cubicBezTo>
                <a:cubicBezTo>
                  <a:pt x="15" y="23"/>
                  <a:pt x="15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0"/>
                  <a:pt x="16" y="18"/>
                </a:cubicBezTo>
                <a:cubicBezTo>
                  <a:pt x="16" y="17"/>
                  <a:pt x="16" y="15"/>
                  <a:pt x="15" y="14"/>
                </a:cubicBezTo>
                <a:cubicBezTo>
                  <a:pt x="15" y="13"/>
                  <a:pt x="15" y="12"/>
                  <a:pt x="15" y="10"/>
                </a:cubicBezTo>
                <a:cubicBezTo>
                  <a:pt x="16" y="8"/>
                  <a:pt x="17" y="6"/>
                  <a:pt x="18" y="5"/>
                </a:cubicBezTo>
                <a:cubicBezTo>
                  <a:pt x="18" y="4"/>
                  <a:pt x="19" y="4"/>
                  <a:pt x="19" y="3"/>
                </a:cubicBezTo>
                <a:cubicBezTo>
                  <a:pt x="20" y="2"/>
                  <a:pt x="21" y="2"/>
                  <a:pt x="22" y="2"/>
                </a:cubicBezTo>
                <a:cubicBezTo>
                  <a:pt x="23" y="1"/>
                  <a:pt x="24" y="1"/>
                  <a:pt x="25" y="0"/>
                </a:cubicBezTo>
                <a:cubicBezTo>
                  <a:pt x="26" y="0"/>
                  <a:pt x="27" y="0"/>
                  <a:pt x="28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0"/>
                  <a:pt x="36" y="0"/>
                </a:cubicBezTo>
                <a:cubicBezTo>
                  <a:pt x="37" y="1"/>
                  <a:pt x="38" y="1"/>
                  <a:pt x="39" y="2"/>
                </a:cubicBezTo>
                <a:cubicBezTo>
                  <a:pt x="39" y="2"/>
                  <a:pt x="40" y="2"/>
                  <a:pt x="41" y="3"/>
                </a:cubicBezTo>
                <a:cubicBezTo>
                  <a:pt x="41" y="4"/>
                  <a:pt x="42" y="4"/>
                  <a:pt x="42" y="5"/>
                </a:cubicBezTo>
                <a:cubicBezTo>
                  <a:pt x="44" y="6"/>
                  <a:pt x="44" y="8"/>
                  <a:pt x="45" y="10"/>
                </a:cubicBezTo>
                <a:cubicBezTo>
                  <a:pt x="45" y="12"/>
                  <a:pt x="45" y="13"/>
                  <a:pt x="45" y="14"/>
                </a:cubicBezTo>
                <a:cubicBezTo>
                  <a:pt x="45" y="15"/>
                  <a:pt x="44" y="17"/>
                  <a:pt x="44" y="18"/>
                </a:cubicBezTo>
                <a:cubicBezTo>
                  <a:pt x="44" y="20"/>
                  <a:pt x="44" y="21"/>
                  <a:pt x="44" y="21"/>
                </a:cubicBezTo>
                <a:cubicBezTo>
                  <a:pt x="44" y="21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2"/>
                  <a:pt x="45" y="23"/>
                  <a:pt x="45" y="23"/>
                </a:cubicBezTo>
                <a:cubicBezTo>
                  <a:pt x="45" y="24"/>
                  <a:pt x="45" y="25"/>
                  <a:pt x="45" y="26"/>
                </a:cubicBezTo>
                <a:cubicBezTo>
                  <a:pt x="44" y="28"/>
                  <a:pt x="44" y="29"/>
                  <a:pt x="43" y="30"/>
                </a:cubicBezTo>
                <a:cubicBezTo>
                  <a:pt x="43" y="31"/>
                  <a:pt x="42" y="32"/>
                  <a:pt x="42" y="32"/>
                </a:cubicBezTo>
                <a:cubicBezTo>
                  <a:pt x="42" y="33"/>
                  <a:pt x="42" y="34"/>
                  <a:pt x="41" y="35"/>
                </a:cubicBezTo>
                <a:cubicBezTo>
                  <a:pt x="41" y="36"/>
                  <a:pt x="41" y="37"/>
                  <a:pt x="40" y="38"/>
                </a:cubicBezTo>
                <a:cubicBezTo>
                  <a:pt x="40" y="39"/>
                  <a:pt x="40" y="39"/>
                  <a:pt x="40" y="40"/>
                </a:cubicBezTo>
                <a:cubicBezTo>
                  <a:pt x="39" y="41"/>
                  <a:pt x="39" y="42"/>
                  <a:pt x="39" y="42"/>
                </a:cubicBezTo>
                <a:cubicBezTo>
                  <a:pt x="39" y="43"/>
                  <a:pt x="39" y="44"/>
                  <a:pt x="39" y="44"/>
                </a:cubicBezTo>
                <a:cubicBezTo>
                  <a:pt x="39" y="44"/>
                  <a:pt x="40" y="44"/>
                  <a:pt x="40" y="44"/>
                </a:cubicBezTo>
                <a:cubicBezTo>
                  <a:pt x="41" y="45"/>
                  <a:pt x="42" y="45"/>
                  <a:pt x="44" y="46"/>
                </a:cubicBezTo>
                <a:cubicBezTo>
                  <a:pt x="46" y="46"/>
                  <a:pt x="47" y="47"/>
                  <a:pt x="49" y="47"/>
                </a:cubicBezTo>
                <a:cubicBezTo>
                  <a:pt x="50" y="48"/>
                  <a:pt x="52" y="48"/>
                  <a:pt x="53" y="49"/>
                </a:cubicBezTo>
                <a:cubicBezTo>
                  <a:pt x="55" y="49"/>
                  <a:pt x="56" y="50"/>
                  <a:pt x="57" y="50"/>
                </a:cubicBezTo>
                <a:close/>
                <a:moveTo>
                  <a:pt x="57" y="63"/>
                </a:moveTo>
                <a:cubicBezTo>
                  <a:pt x="57" y="55"/>
                  <a:pt x="57" y="55"/>
                  <a:pt x="57" y="55"/>
                </a:cubicBezTo>
                <a:cubicBezTo>
                  <a:pt x="57" y="55"/>
                  <a:pt x="57" y="54"/>
                  <a:pt x="57" y="54"/>
                </a:cubicBezTo>
                <a:cubicBezTo>
                  <a:pt x="56" y="54"/>
                  <a:pt x="56" y="53"/>
                  <a:pt x="55" y="53"/>
                </a:cubicBezTo>
                <a:cubicBezTo>
                  <a:pt x="54" y="53"/>
                  <a:pt x="53" y="52"/>
                  <a:pt x="52" y="52"/>
                </a:cubicBezTo>
                <a:cubicBezTo>
                  <a:pt x="51" y="51"/>
                  <a:pt x="49" y="51"/>
                  <a:pt x="48" y="50"/>
                </a:cubicBezTo>
                <a:cubicBezTo>
                  <a:pt x="46" y="50"/>
                  <a:pt x="45" y="49"/>
                  <a:pt x="43" y="49"/>
                </a:cubicBezTo>
                <a:cubicBezTo>
                  <a:pt x="42" y="48"/>
                  <a:pt x="40" y="48"/>
                  <a:pt x="39" y="47"/>
                </a:cubicBezTo>
                <a:cubicBezTo>
                  <a:pt x="38" y="47"/>
                  <a:pt x="37" y="46"/>
                  <a:pt x="36" y="45"/>
                </a:cubicBezTo>
                <a:cubicBezTo>
                  <a:pt x="36" y="44"/>
                  <a:pt x="36" y="43"/>
                  <a:pt x="36" y="42"/>
                </a:cubicBezTo>
                <a:cubicBezTo>
                  <a:pt x="36" y="41"/>
                  <a:pt x="36" y="40"/>
                  <a:pt x="37" y="39"/>
                </a:cubicBezTo>
                <a:cubicBezTo>
                  <a:pt x="37" y="38"/>
                  <a:pt x="37" y="38"/>
                  <a:pt x="38" y="37"/>
                </a:cubicBezTo>
                <a:cubicBezTo>
                  <a:pt x="38" y="36"/>
                  <a:pt x="38" y="35"/>
                  <a:pt x="38" y="35"/>
                </a:cubicBezTo>
                <a:cubicBezTo>
                  <a:pt x="39" y="34"/>
                  <a:pt x="39" y="33"/>
                  <a:pt x="39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0" y="30"/>
                  <a:pt x="41" y="29"/>
                </a:cubicBezTo>
                <a:cubicBezTo>
                  <a:pt x="41" y="28"/>
                  <a:pt x="41" y="27"/>
                  <a:pt x="42" y="26"/>
                </a:cubicBezTo>
                <a:cubicBezTo>
                  <a:pt x="42" y="25"/>
                  <a:pt x="42" y="24"/>
                  <a:pt x="42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2"/>
                  <a:pt x="41" y="22"/>
                  <a:pt x="41" y="22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21"/>
                  <a:pt x="41" y="20"/>
                  <a:pt x="41" y="18"/>
                </a:cubicBezTo>
                <a:cubicBezTo>
                  <a:pt x="41" y="16"/>
                  <a:pt x="42" y="15"/>
                  <a:pt x="42" y="13"/>
                </a:cubicBezTo>
                <a:cubicBezTo>
                  <a:pt x="42" y="13"/>
                  <a:pt x="42" y="12"/>
                  <a:pt x="42" y="11"/>
                </a:cubicBezTo>
                <a:cubicBezTo>
                  <a:pt x="41" y="9"/>
                  <a:pt x="41" y="8"/>
                  <a:pt x="40" y="7"/>
                </a:cubicBezTo>
                <a:cubicBezTo>
                  <a:pt x="39" y="6"/>
                  <a:pt x="39" y="5"/>
                  <a:pt x="38" y="5"/>
                </a:cubicBezTo>
                <a:cubicBezTo>
                  <a:pt x="38" y="5"/>
                  <a:pt x="37" y="4"/>
                  <a:pt x="36" y="4"/>
                </a:cubicBezTo>
                <a:cubicBezTo>
                  <a:pt x="36" y="4"/>
                  <a:pt x="35" y="3"/>
                  <a:pt x="34" y="3"/>
                </a:cubicBezTo>
                <a:cubicBezTo>
                  <a:pt x="33" y="3"/>
                  <a:pt x="32" y="3"/>
                  <a:pt x="32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7" y="3"/>
                  <a:pt x="26" y="3"/>
                  <a:pt x="26" y="3"/>
                </a:cubicBezTo>
                <a:cubicBezTo>
                  <a:pt x="25" y="3"/>
                  <a:pt x="24" y="4"/>
                  <a:pt x="23" y="4"/>
                </a:cubicBezTo>
                <a:cubicBezTo>
                  <a:pt x="23" y="5"/>
                  <a:pt x="22" y="5"/>
                  <a:pt x="22" y="5"/>
                </a:cubicBezTo>
                <a:cubicBezTo>
                  <a:pt x="21" y="6"/>
                  <a:pt x="21" y="6"/>
                  <a:pt x="20" y="7"/>
                </a:cubicBezTo>
                <a:cubicBezTo>
                  <a:pt x="19" y="8"/>
                  <a:pt x="19" y="9"/>
                  <a:pt x="18" y="11"/>
                </a:cubicBezTo>
                <a:cubicBezTo>
                  <a:pt x="18" y="12"/>
                  <a:pt x="18" y="13"/>
                  <a:pt x="18" y="13"/>
                </a:cubicBezTo>
                <a:cubicBezTo>
                  <a:pt x="19" y="15"/>
                  <a:pt x="19" y="16"/>
                  <a:pt x="19" y="18"/>
                </a:cubicBezTo>
                <a:cubicBezTo>
                  <a:pt x="19" y="20"/>
                  <a:pt x="19" y="21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4"/>
                  <a:pt x="18" y="25"/>
                  <a:pt x="19" y="26"/>
                </a:cubicBezTo>
                <a:cubicBezTo>
                  <a:pt x="19" y="27"/>
                  <a:pt x="19" y="28"/>
                  <a:pt x="20" y="29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1" y="34"/>
                  <a:pt x="22" y="35"/>
                </a:cubicBezTo>
                <a:cubicBezTo>
                  <a:pt x="22" y="35"/>
                  <a:pt x="22" y="36"/>
                  <a:pt x="23" y="37"/>
                </a:cubicBezTo>
                <a:cubicBezTo>
                  <a:pt x="23" y="38"/>
                  <a:pt x="23" y="38"/>
                  <a:pt x="23" y="39"/>
                </a:cubicBezTo>
                <a:cubicBezTo>
                  <a:pt x="23" y="40"/>
                  <a:pt x="24" y="41"/>
                  <a:pt x="24" y="42"/>
                </a:cubicBezTo>
                <a:cubicBezTo>
                  <a:pt x="24" y="43"/>
                  <a:pt x="23" y="44"/>
                  <a:pt x="23" y="45"/>
                </a:cubicBezTo>
                <a:cubicBezTo>
                  <a:pt x="23" y="46"/>
                  <a:pt x="22" y="47"/>
                  <a:pt x="21" y="47"/>
                </a:cubicBezTo>
                <a:cubicBezTo>
                  <a:pt x="20" y="48"/>
                  <a:pt x="18" y="48"/>
                  <a:pt x="17" y="49"/>
                </a:cubicBezTo>
                <a:cubicBezTo>
                  <a:pt x="15" y="49"/>
                  <a:pt x="14" y="50"/>
                  <a:pt x="12" y="50"/>
                </a:cubicBezTo>
                <a:cubicBezTo>
                  <a:pt x="10" y="51"/>
                  <a:pt x="9" y="51"/>
                  <a:pt x="8" y="52"/>
                </a:cubicBezTo>
                <a:cubicBezTo>
                  <a:pt x="6" y="52"/>
                  <a:pt x="5" y="53"/>
                  <a:pt x="5" y="53"/>
                </a:cubicBezTo>
                <a:cubicBezTo>
                  <a:pt x="4" y="53"/>
                  <a:pt x="4" y="54"/>
                  <a:pt x="4" y="54"/>
                </a:cubicBezTo>
                <a:cubicBezTo>
                  <a:pt x="4" y="54"/>
                  <a:pt x="3" y="54"/>
                  <a:pt x="3" y="55"/>
                </a:cubicBezTo>
                <a:cubicBezTo>
                  <a:pt x="3" y="63"/>
                  <a:pt x="3" y="63"/>
                  <a:pt x="3" y="63"/>
                </a:cubicBezTo>
                <a:lnTo>
                  <a:pt x="57" y="63"/>
                </a:lnTo>
                <a:close/>
                <a:moveTo>
                  <a:pt x="78" y="38"/>
                </a:moveTo>
                <a:cubicBezTo>
                  <a:pt x="76" y="40"/>
                  <a:pt x="76" y="40"/>
                  <a:pt x="76" y="40"/>
                </a:cubicBezTo>
                <a:cubicBezTo>
                  <a:pt x="68" y="32"/>
                  <a:pt x="68" y="32"/>
                  <a:pt x="68" y="32"/>
                </a:cubicBezTo>
                <a:cubicBezTo>
                  <a:pt x="60" y="40"/>
                  <a:pt x="60" y="40"/>
                  <a:pt x="60" y="40"/>
                </a:cubicBezTo>
                <a:cubicBezTo>
                  <a:pt x="57" y="38"/>
                  <a:pt x="57" y="38"/>
                  <a:pt x="57" y="38"/>
                </a:cubicBezTo>
                <a:cubicBezTo>
                  <a:pt x="66" y="29"/>
                  <a:pt x="66" y="29"/>
                  <a:pt x="66" y="29"/>
                </a:cubicBezTo>
                <a:cubicBezTo>
                  <a:pt x="57" y="21"/>
                  <a:pt x="57" y="21"/>
                  <a:pt x="57" y="21"/>
                </a:cubicBezTo>
                <a:cubicBezTo>
                  <a:pt x="60" y="19"/>
                  <a:pt x="60" y="19"/>
                  <a:pt x="60" y="19"/>
                </a:cubicBezTo>
                <a:cubicBezTo>
                  <a:pt x="68" y="27"/>
                  <a:pt x="68" y="27"/>
                  <a:pt x="68" y="27"/>
                </a:cubicBezTo>
                <a:cubicBezTo>
                  <a:pt x="76" y="19"/>
                  <a:pt x="76" y="19"/>
                  <a:pt x="76" y="19"/>
                </a:cubicBezTo>
                <a:cubicBezTo>
                  <a:pt x="78" y="21"/>
                  <a:pt x="78" y="21"/>
                  <a:pt x="78" y="21"/>
                </a:cubicBezTo>
                <a:cubicBezTo>
                  <a:pt x="70" y="29"/>
                  <a:pt x="70" y="29"/>
                  <a:pt x="70" y="29"/>
                </a:cubicBezTo>
                <a:lnTo>
                  <a:pt x="78" y="3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0" name="Freeform 152"/>
          <p:cNvSpPr>
            <a:spLocks noEditPoints="1"/>
          </p:cNvSpPr>
          <p:nvPr/>
        </p:nvSpPr>
        <p:spPr bwMode="auto">
          <a:xfrm>
            <a:off x="10193338" y="4302908"/>
            <a:ext cx="307975" cy="247650"/>
          </a:xfrm>
          <a:custGeom>
            <a:avLst/>
            <a:gdLst>
              <a:gd name="T0" fmla="*/ 60 w 82"/>
              <a:gd name="T1" fmla="*/ 55 h 66"/>
              <a:gd name="T2" fmla="*/ 60 w 82"/>
              <a:gd name="T3" fmla="*/ 65 h 66"/>
              <a:gd name="T4" fmla="*/ 34 w 82"/>
              <a:gd name="T5" fmla="*/ 66 h 66"/>
              <a:gd name="T6" fmla="*/ 27 w 82"/>
              <a:gd name="T7" fmla="*/ 66 h 66"/>
              <a:gd name="T8" fmla="*/ 1 w 82"/>
              <a:gd name="T9" fmla="*/ 65 h 66"/>
              <a:gd name="T10" fmla="*/ 0 w 82"/>
              <a:gd name="T11" fmla="*/ 55 h 66"/>
              <a:gd name="T12" fmla="*/ 7 w 82"/>
              <a:gd name="T13" fmla="*/ 49 h 66"/>
              <a:gd name="T14" fmla="*/ 20 w 82"/>
              <a:gd name="T15" fmla="*/ 44 h 66"/>
              <a:gd name="T16" fmla="*/ 20 w 82"/>
              <a:gd name="T17" fmla="*/ 40 h 66"/>
              <a:gd name="T18" fmla="*/ 18 w 82"/>
              <a:gd name="T19" fmla="*/ 32 h 66"/>
              <a:gd name="T20" fmla="*/ 15 w 82"/>
              <a:gd name="T21" fmla="*/ 23 h 66"/>
              <a:gd name="T22" fmla="*/ 16 w 82"/>
              <a:gd name="T23" fmla="*/ 21 h 66"/>
              <a:gd name="T24" fmla="*/ 16 w 82"/>
              <a:gd name="T25" fmla="*/ 10 h 66"/>
              <a:gd name="T26" fmla="*/ 22 w 82"/>
              <a:gd name="T27" fmla="*/ 2 h 66"/>
              <a:gd name="T28" fmla="*/ 32 w 82"/>
              <a:gd name="T29" fmla="*/ 0 h 66"/>
              <a:gd name="T30" fmla="*/ 41 w 82"/>
              <a:gd name="T31" fmla="*/ 3 h 66"/>
              <a:gd name="T32" fmla="*/ 45 w 82"/>
              <a:gd name="T33" fmla="*/ 14 h 66"/>
              <a:gd name="T34" fmla="*/ 45 w 82"/>
              <a:gd name="T35" fmla="*/ 21 h 66"/>
              <a:gd name="T36" fmla="*/ 45 w 82"/>
              <a:gd name="T37" fmla="*/ 26 h 66"/>
              <a:gd name="T38" fmla="*/ 42 w 82"/>
              <a:gd name="T39" fmla="*/ 35 h 66"/>
              <a:gd name="T40" fmla="*/ 39 w 82"/>
              <a:gd name="T41" fmla="*/ 42 h 66"/>
              <a:gd name="T42" fmla="*/ 44 w 82"/>
              <a:gd name="T43" fmla="*/ 46 h 66"/>
              <a:gd name="T44" fmla="*/ 57 w 82"/>
              <a:gd name="T45" fmla="*/ 50 h 66"/>
              <a:gd name="T46" fmla="*/ 57 w 82"/>
              <a:gd name="T47" fmla="*/ 54 h 66"/>
              <a:gd name="T48" fmla="*/ 48 w 82"/>
              <a:gd name="T49" fmla="*/ 50 h 66"/>
              <a:gd name="T50" fmla="*/ 37 w 82"/>
              <a:gd name="T51" fmla="*/ 45 h 66"/>
              <a:gd name="T52" fmla="*/ 38 w 82"/>
              <a:gd name="T53" fmla="*/ 37 h 66"/>
              <a:gd name="T54" fmla="*/ 39 w 82"/>
              <a:gd name="T55" fmla="*/ 31 h 66"/>
              <a:gd name="T56" fmla="*/ 42 w 82"/>
              <a:gd name="T57" fmla="*/ 26 h 66"/>
              <a:gd name="T58" fmla="*/ 42 w 82"/>
              <a:gd name="T59" fmla="*/ 22 h 66"/>
              <a:gd name="T60" fmla="*/ 42 w 82"/>
              <a:gd name="T61" fmla="*/ 18 h 66"/>
              <a:gd name="T62" fmla="*/ 40 w 82"/>
              <a:gd name="T63" fmla="*/ 7 h 66"/>
              <a:gd name="T64" fmla="*/ 34 w 82"/>
              <a:gd name="T65" fmla="*/ 3 h 66"/>
              <a:gd name="T66" fmla="*/ 26 w 82"/>
              <a:gd name="T67" fmla="*/ 3 h 66"/>
              <a:gd name="T68" fmla="*/ 21 w 82"/>
              <a:gd name="T69" fmla="*/ 7 h 66"/>
              <a:gd name="T70" fmla="*/ 19 w 82"/>
              <a:gd name="T71" fmla="*/ 18 h 66"/>
              <a:gd name="T72" fmla="*/ 19 w 82"/>
              <a:gd name="T73" fmla="*/ 22 h 66"/>
              <a:gd name="T74" fmla="*/ 19 w 82"/>
              <a:gd name="T75" fmla="*/ 26 h 66"/>
              <a:gd name="T76" fmla="*/ 21 w 82"/>
              <a:gd name="T77" fmla="*/ 31 h 66"/>
              <a:gd name="T78" fmla="*/ 23 w 82"/>
              <a:gd name="T79" fmla="*/ 37 h 66"/>
              <a:gd name="T80" fmla="*/ 23 w 82"/>
              <a:gd name="T81" fmla="*/ 45 h 66"/>
              <a:gd name="T82" fmla="*/ 12 w 82"/>
              <a:gd name="T83" fmla="*/ 50 h 66"/>
              <a:gd name="T84" fmla="*/ 4 w 82"/>
              <a:gd name="T85" fmla="*/ 54 h 66"/>
              <a:gd name="T86" fmla="*/ 57 w 82"/>
              <a:gd name="T87" fmla="*/ 63 h 66"/>
              <a:gd name="T88" fmla="*/ 70 w 82"/>
              <a:gd name="T89" fmla="*/ 31 h 66"/>
              <a:gd name="T90" fmla="*/ 66 w 82"/>
              <a:gd name="T91" fmla="*/ 31 h 66"/>
              <a:gd name="T92" fmla="*/ 66 w 82"/>
              <a:gd name="T93" fmla="*/ 28 h 66"/>
              <a:gd name="T94" fmla="*/ 70 w 82"/>
              <a:gd name="T95" fmla="*/ 28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2" h="66">
                <a:moveTo>
                  <a:pt x="57" y="50"/>
                </a:moveTo>
                <a:cubicBezTo>
                  <a:pt x="58" y="51"/>
                  <a:pt x="59" y="51"/>
                  <a:pt x="59" y="52"/>
                </a:cubicBezTo>
                <a:cubicBezTo>
                  <a:pt x="60" y="53"/>
                  <a:pt x="60" y="54"/>
                  <a:pt x="60" y="55"/>
                </a:cubicBezTo>
                <a:cubicBezTo>
                  <a:pt x="60" y="56"/>
                  <a:pt x="60" y="57"/>
                  <a:pt x="60" y="59"/>
                </a:cubicBezTo>
                <a:cubicBezTo>
                  <a:pt x="60" y="61"/>
                  <a:pt x="60" y="62"/>
                  <a:pt x="60" y="63"/>
                </a:cubicBezTo>
                <a:cubicBezTo>
                  <a:pt x="60" y="63"/>
                  <a:pt x="60" y="64"/>
                  <a:pt x="60" y="65"/>
                </a:cubicBezTo>
                <a:cubicBezTo>
                  <a:pt x="59" y="65"/>
                  <a:pt x="58" y="66"/>
                  <a:pt x="57" y="66"/>
                </a:cubicBezTo>
                <a:cubicBezTo>
                  <a:pt x="56" y="66"/>
                  <a:pt x="53" y="66"/>
                  <a:pt x="47" y="66"/>
                </a:cubicBezTo>
                <a:cubicBezTo>
                  <a:pt x="42" y="66"/>
                  <a:pt x="37" y="66"/>
                  <a:pt x="34" y="66"/>
                </a:cubicBezTo>
                <a:cubicBezTo>
                  <a:pt x="33" y="66"/>
                  <a:pt x="32" y="66"/>
                  <a:pt x="31" y="66"/>
                </a:cubicBezTo>
                <a:cubicBezTo>
                  <a:pt x="30" y="66"/>
                  <a:pt x="30" y="66"/>
                  <a:pt x="30" y="66"/>
                </a:cubicBezTo>
                <a:cubicBezTo>
                  <a:pt x="29" y="66"/>
                  <a:pt x="28" y="66"/>
                  <a:pt x="27" y="66"/>
                </a:cubicBezTo>
                <a:cubicBezTo>
                  <a:pt x="23" y="66"/>
                  <a:pt x="19" y="66"/>
                  <a:pt x="13" y="66"/>
                </a:cubicBezTo>
                <a:cubicBezTo>
                  <a:pt x="8" y="66"/>
                  <a:pt x="4" y="66"/>
                  <a:pt x="3" y="66"/>
                </a:cubicBezTo>
                <a:cubicBezTo>
                  <a:pt x="2" y="66"/>
                  <a:pt x="2" y="65"/>
                  <a:pt x="1" y="65"/>
                </a:cubicBezTo>
                <a:cubicBezTo>
                  <a:pt x="1" y="64"/>
                  <a:pt x="0" y="63"/>
                  <a:pt x="0" y="63"/>
                </a:cubicBezTo>
                <a:cubicBezTo>
                  <a:pt x="0" y="62"/>
                  <a:pt x="0" y="61"/>
                  <a:pt x="0" y="59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4"/>
                  <a:pt x="1" y="53"/>
                  <a:pt x="1" y="52"/>
                </a:cubicBezTo>
                <a:cubicBezTo>
                  <a:pt x="1" y="51"/>
                  <a:pt x="2" y="51"/>
                  <a:pt x="3" y="50"/>
                </a:cubicBezTo>
                <a:cubicBezTo>
                  <a:pt x="4" y="50"/>
                  <a:pt x="5" y="49"/>
                  <a:pt x="7" y="49"/>
                </a:cubicBezTo>
                <a:cubicBezTo>
                  <a:pt x="8" y="48"/>
                  <a:pt x="9" y="48"/>
                  <a:pt x="11" y="47"/>
                </a:cubicBezTo>
                <a:cubicBezTo>
                  <a:pt x="13" y="47"/>
                  <a:pt x="14" y="46"/>
                  <a:pt x="16" y="46"/>
                </a:cubicBezTo>
                <a:cubicBezTo>
                  <a:pt x="17" y="45"/>
                  <a:pt x="19" y="45"/>
                  <a:pt x="20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21" y="43"/>
                  <a:pt x="21" y="42"/>
                </a:cubicBezTo>
                <a:cubicBezTo>
                  <a:pt x="21" y="41"/>
                  <a:pt x="20" y="41"/>
                  <a:pt x="20" y="40"/>
                </a:cubicBezTo>
                <a:cubicBezTo>
                  <a:pt x="20" y="39"/>
                  <a:pt x="20" y="39"/>
                  <a:pt x="20" y="38"/>
                </a:cubicBezTo>
                <a:cubicBezTo>
                  <a:pt x="20" y="37"/>
                  <a:pt x="19" y="36"/>
                  <a:pt x="19" y="35"/>
                </a:cubicBezTo>
                <a:cubicBezTo>
                  <a:pt x="19" y="34"/>
                  <a:pt x="18" y="33"/>
                  <a:pt x="18" y="32"/>
                </a:cubicBezTo>
                <a:cubicBezTo>
                  <a:pt x="18" y="32"/>
                  <a:pt x="17" y="31"/>
                  <a:pt x="17" y="30"/>
                </a:cubicBezTo>
                <a:cubicBezTo>
                  <a:pt x="16" y="29"/>
                  <a:pt x="16" y="28"/>
                  <a:pt x="16" y="26"/>
                </a:cubicBezTo>
                <a:cubicBezTo>
                  <a:pt x="15" y="25"/>
                  <a:pt x="15" y="24"/>
                  <a:pt x="15" y="23"/>
                </a:cubicBezTo>
                <a:cubicBezTo>
                  <a:pt x="15" y="23"/>
                  <a:pt x="16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0"/>
                  <a:pt x="16" y="18"/>
                </a:cubicBezTo>
                <a:cubicBezTo>
                  <a:pt x="16" y="17"/>
                  <a:pt x="16" y="15"/>
                  <a:pt x="15" y="14"/>
                </a:cubicBezTo>
                <a:cubicBezTo>
                  <a:pt x="15" y="13"/>
                  <a:pt x="15" y="12"/>
                  <a:pt x="16" y="10"/>
                </a:cubicBezTo>
                <a:cubicBezTo>
                  <a:pt x="16" y="8"/>
                  <a:pt x="17" y="6"/>
                  <a:pt x="18" y="5"/>
                </a:cubicBezTo>
                <a:cubicBezTo>
                  <a:pt x="18" y="4"/>
                  <a:pt x="19" y="4"/>
                  <a:pt x="20" y="3"/>
                </a:cubicBezTo>
                <a:cubicBezTo>
                  <a:pt x="20" y="2"/>
                  <a:pt x="21" y="2"/>
                  <a:pt x="22" y="2"/>
                </a:cubicBezTo>
                <a:cubicBezTo>
                  <a:pt x="23" y="1"/>
                  <a:pt x="24" y="1"/>
                  <a:pt x="25" y="0"/>
                </a:cubicBezTo>
                <a:cubicBezTo>
                  <a:pt x="26" y="0"/>
                  <a:pt x="27" y="0"/>
                  <a:pt x="2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5" y="0"/>
                  <a:pt x="36" y="0"/>
                </a:cubicBezTo>
                <a:cubicBezTo>
                  <a:pt x="37" y="1"/>
                  <a:pt x="38" y="1"/>
                  <a:pt x="39" y="2"/>
                </a:cubicBezTo>
                <a:cubicBezTo>
                  <a:pt x="40" y="2"/>
                  <a:pt x="40" y="2"/>
                  <a:pt x="41" y="3"/>
                </a:cubicBezTo>
                <a:cubicBezTo>
                  <a:pt x="42" y="4"/>
                  <a:pt x="42" y="4"/>
                  <a:pt x="42" y="5"/>
                </a:cubicBezTo>
                <a:cubicBezTo>
                  <a:pt x="44" y="6"/>
                  <a:pt x="45" y="8"/>
                  <a:pt x="45" y="10"/>
                </a:cubicBezTo>
                <a:cubicBezTo>
                  <a:pt x="45" y="12"/>
                  <a:pt x="45" y="13"/>
                  <a:pt x="45" y="14"/>
                </a:cubicBezTo>
                <a:cubicBezTo>
                  <a:pt x="45" y="15"/>
                  <a:pt x="45" y="17"/>
                  <a:pt x="45" y="18"/>
                </a:cubicBezTo>
                <a:cubicBezTo>
                  <a:pt x="45" y="20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2"/>
                  <a:pt x="45" y="23"/>
                  <a:pt x="45" y="23"/>
                </a:cubicBezTo>
                <a:cubicBezTo>
                  <a:pt x="45" y="24"/>
                  <a:pt x="45" y="25"/>
                  <a:pt x="45" y="26"/>
                </a:cubicBezTo>
                <a:cubicBezTo>
                  <a:pt x="44" y="28"/>
                  <a:pt x="44" y="29"/>
                  <a:pt x="44" y="30"/>
                </a:cubicBezTo>
                <a:cubicBezTo>
                  <a:pt x="43" y="31"/>
                  <a:pt x="43" y="32"/>
                  <a:pt x="42" y="32"/>
                </a:cubicBezTo>
                <a:cubicBezTo>
                  <a:pt x="42" y="33"/>
                  <a:pt x="42" y="34"/>
                  <a:pt x="42" y="35"/>
                </a:cubicBezTo>
                <a:cubicBezTo>
                  <a:pt x="41" y="36"/>
                  <a:pt x="41" y="37"/>
                  <a:pt x="41" y="38"/>
                </a:cubicBezTo>
                <a:cubicBezTo>
                  <a:pt x="40" y="39"/>
                  <a:pt x="40" y="39"/>
                  <a:pt x="40" y="40"/>
                </a:cubicBezTo>
                <a:cubicBezTo>
                  <a:pt x="40" y="41"/>
                  <a:pt x="39" y="42"/>
                  <a:pt x="39" y="42"/>
                </a:cubicBezTo>
                <a:cubicBezTo>
                  <a:pt x="39" y="43"/>
                  <a:pt x="39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5"/>
                  <a:pt x="43" y="45"/>
                  <a:pt x="44" y="46"/>
                </a:cubicBezTo>
                <a:cubicBezTo>
                  <a:pt x="46" y="46"/>
                  <a:pt x="47" y="47"/>
                  <a:pt x="49" y="47"/>
                </a:cubicBezTo>
                <a:cubicBezTo>
                  <a:pt x="50" y="48"/>
                  <a:pt x="52" y="48"/>
                  <a:pt x="53" y="49"/>
                </a:cubicBezTo>
                <a:cubicBezTo>
                  <a:pt x="55" y="49"/>
                  <a:pt x="56" y="50"/>
                  <a:pt x="57" y="50"/>
                </a:cubicBezTo>
                <a:close/>
                <a:moveTo>
                  <a:pt x="57" y="63"/>
                </a:moveTo>
                <a:cubicBezTo>
                  <a:pt x="57" y="55"/>
                  <a:pt x="57" y="55"/>
                  <a:pt x="57" y="55"/>
                </a:cubicBezTo>
                <a:cubicBezTo>
                  <a:pt x="57" y="55"/>
                  <a:pt x="57" y="54"/>
                  <a:pt x="57" y="54"/>
                </a:cubicBezTo>
                <a:cubicBezTo>
                  <a:pt x="56" y="54"/>
                  <a:pt x="56" y="53"/>
                  <a:pt x="55" y="53"/>
                </a:cubicBezTo>
                <a:cubicBezTo>
                  <a:pt x="55" y="53"/>
                  <a:pt x="53" y="52"/>
                  <a:pt x="52" y="52"/>
                </a:cubicBezTo>
                <a:cubicBezTo>
                  <a:pt x="51" y="51"/>
                  <a:pt x="49" y="51"/>
                  <a:pt x="48" y="50"/>
                </a:cubicBezTo>
                <a:cubicBezTo>
                  <a:pt x="46" y="50"/>
                  <a:pt x="45" y="49"/>
                  <a:pt x="43" y="49"/>
                </a:cubicBezTo>
                <a:cubicBezTo>
                  <a:pt x="42" y="48"/>
                  <a:pt x="40" y="48"/>
                  <a:pt x="39" y="47"/>
                </a:cubicBezTo>
                <a:cubicBezTo>
                  <a:pt x="38" y="47"/>
                  <a:pt x="37" y="46"/>
                  <a:pt x="37" y="45"/>
                </a:cubicBezTo>
                <a:cubicBezTo>
                  <a:pt x="36" y="44"/>
                  <a:pt x="36" y="43"/>
                  <a:pt x="36" y="42"/>
                </a:cubicBezTo>
                <a:cubicBezTo>
                  <a:pt x="36" y="41"/>
                  <a:pt x="36" y="40"/>
                  <a:pt x="37" y="39"/>
                </a:cubicBezTo>
                <a:cubicBezTo>
                  <a:pt x="37" y="38"/>
                  <a:pt x="37" y="38"/>
                  <a:pt x="38" y="37"/>
                </a:cubicBezTo>
                <a:cubicBezTo>
                  <a:pt x="38" y="36"/>
                  <a:pt x="38" y="35"/>
                  <a:pt x="39" y="35"/>
                </a:cubicBezTo>
                <a:cubicBezTo>
                  <a:pt x="39" y="34"/>
                  <a:pt x="39" y="33"/>
                  <a:pt x="39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0" y="30"/>
                  <a:pt x="41" y="29"/>
                </a:cubicBezTo>
                <a:cubicBezTo>
                  <a:pt x="41" y="28"/>
                  <a:pt x="41" y="27"/>
                  <a:pt x="42" y="26"/>
                </a:cubicBezTo>
                <a:cubicBezTo>
                  <a:pt x="42" y="25"/>
                  <a:pt x="42" y="24"/>
                  <a:pt x="42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1" y="21"/>
                  <a:pt x="41" y="20"/>
                  <a:pt x="42" y="18"/>
                </a:cubicBezTo>
                <a:cubicBezTo>
                  <a:pt x="42" y="16"/>
                  <a:pt x="42" y="15"/>
                  <a:pt x="42" y="13"/>
                </a:cubicBezTo>
                <a:cubicBezTo>
                  <a:pt x="42" y="13"/>
                  <a:pt x="42" y="12"/>
                  <a:pt x="42" y="11"/>
                </a:cubicBezTo>
                <a:cubicBezTo>
                  <a:pt x="42" y="9"/>
                  <a:pt x="41" y="8"/>
                  <a:pt x="40" y="7"/>
                </a:cubicBezTo>
                <a:cubicBezTo>
                  <a:pt x="40" y="6"/>
                  <a:pt x="39" y="5"/>
                  <a:pt x="38" y="5"/>
                </a:cubicBezTo>
                <a:cubicBezTo>
                  <a:pt x="38" y="5"/>
                  <a:pt x="37" y="4"/>
                  <a:pt x="36" y="4"/>
                </a:cubicBezTo>
                <a:cubicBezTo>
                  <a:pt x="36" y="4"/>
                  <a:pt x="35" y="3"/>
                  <a:pt x="34" y="3"/>
                </a:cubicBezTo>
                <a:cubicBezTo>
                  <a:pt x="33" y="3"/>
                  <a:pt x="33" y="3"/>
                  <a:pt x="32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3"/>
                  <a:pt x="27" y="3"/>
                  <a:pt x="26" y="3"/>
                </a:cubicBezTo>
                <a:cubicBezTo>
                  <a:pt x="25" y="3"/>
                  <a:pt x="24" y="4"/>
                  <a:pt x="24" y="4"/>
                </a:cubicBezTo>
                <a:cubicBezTo>
                  <a:pt x="23" y="5"/>
                  <a:pt x="22" y="5"/>
                  <a:pt x="22" y="5"/>
                </a:cubicBezTo>
                <a:cubicBezTo>
                  <a:pt x="21" y="6"/>
                  <a:pt x="21" y="6"/>
                  <a:pt x="21" y="7"/>
                </a:cubicBezTo>
                <a:cubicBezTo>
                  <a:pt x="20" y="8"/>
                  <a:pt x="19" y="9"/>
                  <a:pt x="19" y="11"/>
                </a:cubicBezTo>
                <a:cubicBezTo>
                  <a:pt x="18" y="12"/>
                  <a:pt x="18" y="13"/>
                  <a:pt x="18" y="13"/>
                </a:cubicBezTo>
                <a:cubicBezTo>
                  <a:pt x="19" y="15"/>
                  <a:pt x="19" y="16"/>
                  <a:pt x="19" y="18"/>
                </a:cubicBezTo>
                <a:cubicBezTo>
                  <a:pt x="19" y="20"/>
                  <a:pt x="19" y="21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8" y="24"/>
                  <a:pt x="19" y="25"/>
                  <a:pt x="19" y="26"/>
                </a:cubicBezTo>
                <a:cubicBezTo>
                  <a:pt x="19" y="27"/>
                  <a:pt x="19" y="28"/>
                  <a:pt x="20" y="29"/>
                </a:cubicBezTo>
                <a:cubicBezTo>
                  <a:pt x="20" y="30"/>
                  <a:pt x="20" y="30"/>
                  <a:pt x="21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2" y="34"/>
                  <a:pt x="22" y="35"/>
                </a:cubicBezTo>
                <a:cubicBezTo>
                  <a:pt x="22" y="35"/>
                  <a:pt x="23" y="36"/>
                  <a:pt x="23" y="37"/>
                </a:cubicBezTo>
                <a:cubicBezTo>
                  <a:pt x="23" y="38"/>
                  <a:pt x="23" y="38"/>
                  <a:pt x="24" y="39"/>
                </a:cubicBezTo>
                <a:cubicBezTo>
                  <a:pt x="24" y="40"/>
                  <a:pt x="24" y="41"/>
                  <a:pt x="24" y="42"/>
                </a:cubicBezTo>
                <a:cubicBezTo>
                  <a:pt x="24" y="43"/>
                  <a:pt x="24" y="44"/>
                  <a:pt x="23" y="45"/>
                </a:cubicBezTo>
                <a:cubicBezTo>
                  <a:pt x="23" y="46"/>
                  <a:pt x="22" y="47"/>
                  <a:pt x="21" y="47"/>
                </a:cubicBezTo>
                <a:cubicBezTo>
                  <a:pt x="20" y="48"/>
                  <a:pt x="18" y="48"/>
                  <a:pt x="17" y="49"/>
                </a:cubicBezTo>
                <a:cubicBezTo>
                  <a:pt x="15" y="49"/>
                  <a:pt x="14" y="50"/>
                  <a:pt x="12" y="50"/>
                </a:cubicBezTo>
                <a:cubicBezTo>
                  <a:pt x="11" y="51"/>
                  <a:pt x="9" y="51"/>
                  <a:pt x="8" y="52"/>
                </a:cubicBezTo>
                <a:cubicBezTo>
                  <a:pt x="7" y="52"/>
                  <a:pt x="6" y="53"/>
                  <a:pt x="5" y="53"/>
                </a:cubicBezTo>
                <a:cubicBezTo>
                  <a:pt x="4" y="53"/>
                  <a:pt x="4" y="54"/>
                  <a:pt x="4" y="54"/>
                </a:cubicBezTo>
                <a:cubicBezTo>
                  <a:pt x="4" y="54"/>
                  <a:pt x="4" y="54"/>
                  <a:pt x="4" y="55"/>
                </a:cubicBezTo>
                <a:cubicBezTo>
                  <a:pt x="4" y="63"/>
                  <a:pt x="4" y="63"/>
                  <a:pt x="4" y="63"/>
                </a:cubicBezTo>
                <a:lnTo>
                  <a:pt x="57" y="63"/>
                </a:lnTo>
                <a:close/>
                <a:moveTo>
                  <a:pt x="82" y="28"/>
                </a:moveTo>
                <a:cubicBezTo>
                  <a:pt x="82" y="31"/>
                  <a:pt x="82" y="31"/>
                  <a:pt x="82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0" y="44"/>
                  <a:pt x="70" y="44"/>
                  <a:pt x="70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31"/>
                  <a:pt x="66" y="31"/>
                  <a:pt x="66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28"/>
                  <a:pt x="54" y="28"/>
                  <a:pt x="54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15"/>
                  <a:pt x="66" y="15"/>
                  <a:pt x="66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28"/>
                  <a:pt x="70" y="28"/>
                  <a:pt x="70" y="28"/>
                </a:cubicBezTo>
                <a:lnTo>
                  <a:pt x="82" y="2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1" name="Freeform 153"/>
          <p:cNvSpPr>
            <a:spLocks noEditPoints="1"/>
          </p:cNvSpPr>
          <p:nvPr/>
        </p:nvSpPr>
        <p:spPr bwMode="auto">
          <a:xfrm>
            <a:off x="10682288" y="4279096"/>
            <a:ext cx="325438" cy="290513"/>
          </a:xfrm>
          <a:custGeom>
            <a:avLst/>
            <a:gdLst>
              <a:gd name="T0" fmla="*/ 87 w 87"/>
              <a:gd name="T1" fmla="*/ 0 h 77"/>
              <a:gd name="T2" fmla="*/ 0 w 87"/>
              <a:gd name="T3" fmla="*/ 77 h 77"/>
              <a:gd name="T4" fmla="*/ 3 w 87"/>
              <a:gd name="T5" fmla="*/ 3 h 77"/>
              <a:gd name="T6" fmla="*/ 11 w 87"/>
              <a:gd name="T7" fmla="*/ 74 h 77"/>
              <a:gd name="T8" fmla="*/ 3 w 87"/>
              <a:gd name="T9" fmla="*/ 3 h 77"/>
              <a:gd name="T10" fmla="*/ 83 w 87"/>
              <a:gd name="T11" fmla="*/ 3 h 77"/>
              <a:gd name="T12" fmla="*/ 15 w 87"/>
              <a:gd name="T13" fmla="*/ 74 h 77"/>
              <a:gd name="T14" fmla="*/ 50 w 87"/>
              <a:gd name="T15" fmla="*/ 69 h 77"/>
              <a:gd name="T16" fmla="*/ 28 w 87"/>
              <a:gd name="T17" fmla="*/ 60 h 77"/>
              <a:gd name="T18" fmla="*/ 19 w 87"/>
              <a:gd name="T19" fmla="*/ 39 h 77"/>
              <a:gd name="T20" fmla="*/ 28 w 87"/>
              <a:gd name="T21" fmla="*/ 17 h 77"/>
              <a:gd name="T22" fmla="*/ 50 w 87"/>
              <a:gd name="T23" fmla="*/ 8 h 77"/>
              <a:gd name="T24" fmla="*/ 71 w 87"/>
              <a:gd name="T25" fmla="*/ 17 h 77"/>
              <a:gd name="T26" fmla="*/ 80 w 87"/>
              <a:gd name="T27" fmla="*/ 39 h 77"/>
              <a:gd name="T28" fmla="*/ 71 w 87"/>
              <a:gd name="T29" fmla="*/ 60 h 77"/>
              <a:gd name="T30" fmla="*/ 50 w 87"/>
              <a:gd name="T31" fmla="*/ 69 h 77"/>
              <a:gd name="T32" fmla="*/ 39 w 87"/>
              <a:gd name="T33" fmla="*/ 14 h 77"/>
              <a:gd name="T34" fmla="*/ 25 w 87"/>
              <a:gd name="T35" fmla="*/ 28 h 77"/>
              <a:gd name="T36" fmla="*/ 25 w 87"/>
              <a:gd name="T37" fmla="*/ 49 h 77"/>
              <a:gd name="T38" fmla="*/ 39 w 87"/>
              <a:gd name="T39" fmla="*/ 64 h 77"/>
              <a:gd name="T40" fmla="*/ 60 w 87"/>
              <a:gd name="T41" fmla="*/ 64 h 77"/>
              <a:gd name="T42" fmla="*/ 75 w 87"/>
              <a:gd name="T43" fmla="*/ 49 h 77"/>
              <a:gd name="T44" fmla="*/ 75 w 87"/>
              <a:gd name="T45" fmla="*/ 28 h 77"/>
              <a:gd name="T46" fmla="*/ 60 w 87"/>
              <a:gd name="T47" fmla="*/ 14 h 77"/>
              <a:gd name="T48" fmla="*/ 50 w 87"/>
              <a:gd name="T49" fmla="*/ 48 h 77"/>
              <a:gd name="T50" fmla="*/ 43 w 87"/>
              <a:gd name="T51" fmla="*/ 45 h 77"/>
              <a:gd name="T52" fmla="*/ 40 w 87"/>
              <a:gd name="T53" fmla="*/ 39 h 77"/>
              <a:gd name="T54" fmla="*/ 43 w 87"/>
              <a:gd name="T55" fmla="*/ 32 h 77"/>
              <a:gd name="T56" fmla="*/ 50 w 87"/>
              <a:gd name="T57" fmla="*/ 29 h 77"/>
              <a:gd name="T58" fmla="*/ 57 w 87"/>
              <a:gd name="T59" fmla="*/ 32 h 77"/>
              <a:gd name="T60" fmla="*/ 59 w 87"/>
              <a:gd name="T61" fmla="*/ 39 h 77"/>
              <a:gd name="T62" fmla="*/ 57 w 87"/>
              <a:gd name="T63" fmla="*/ 45 h 77"/>
              <a:gd name="T64" fmla="*/ 50 w 87"/>
              <a:gd name="T65" fmla="*/ 48 h 77"/>
              <a:gd name="T66" fmla="*/ 47 w 87"/>
              <a:gd name="T67" fmla="*/ 33 h 77"/>
              <a:gd name="T68" fmla="*/ 44 w 87"/>
              <a:gd name="T69" fmla="*/ 36 h 77"/>
              <a:gd name="T70" fmla="*/ 44 w 87"/>
              <a:gd name="T71" fmla="*/ 41 h 77"/>
              <a:gd name="T72" fmla="*/ 47 w 87"/>
              <a:gd name="T73" fmla="*/ 45 h 77"/>
              <a:gd name="T74" fmla="*/ 52 w 87"/>
              <a:gd name="T75" fmla="*/ 45 h 77"/>
              <a:gd name="T76" fmla="*/ 56 w 87"/>
              <a:gd name="T77" fmla="*/ 41 h 77"/>
              <a:gd name="T78" fmla="*/ 56 w 87"/>
              <a:gd name="T79" fmla="*/ 36 h 77"/>
              <a:gd name="T80" fmla="*/ 52 w 87"/>
              <a:gd name="T81" fmla="*/ 33 h 77"/>
              <a:gd name="T82" fmla="*/ 51 w 87"/>
              <a:gd name="T83" fmla="*/ 39 h 77"/>
              <a:gd name="T84" fmla="*/ 50 w 87"/>
              <a:gd name="T85" fmla="*/ 37 h 77"/>
              <a:gd name="T86" fmla="*/ 48 w 87"/>
              <a:gd name="T87" fmla="*/ 39 h 77"/>
              <a:gd name="T88" fmla="*/ 50 w 87"/>
              <a:gd name="T89" fmla="*/ 40 h 77"/>
              <a:gd name="T90" fmla="*/ 51 w 87"/>
              <a:gd name="T91" fmla="*/ 3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7" h="77">
                <a:moveTo>
                  <a:pt x="0" y="0"/>
                </a:moveTo>
                <a:cubicBezTo>
                  <a:pt x="87" y="0"/>
                  <a:pt x="87" y="0"/>
                  <a:pt x="87" y="0"/>
                </a:cubicBezTo>
                <a:cubicBezTo>
                  <a:pt x="87" y="77"/>
                  <a:pt x="87" y="77"/>
                  <a:pt x="87" y="77"/>
                </a:cubicBezTo>
                <a:cubicBezTo>
                  <a:pt x="0" y="77"/>
                  <a:pt x="0" y="77"/>
                  <a:pt x="0" y="77"/>
                </a:cubicBezTo>
                <a:lnTo>
                  <a:pt x="0" y="0"/>
                </a:lnTo>
                <a:close/>
                <a:moveTo>
                  <a:pt x="3" y="3"/>
                </a:moveTo>
                <a:cubicBezTo>
                  <a:pt x="3" y="74"/>
                  <a:pt x="3" y="74"/>
                  <a:pt x="3" y="74"/>
                </a:cubicBezTo>
                <a:cubicBezTo>
                  <a:pt x="11" y="74"/>
                  <a:pt x="11" y="74"/>
                  <a:pt x="11" y="74"/>
                </a:cubicBezTo>
                <a:cubicBezTo>
                  <a:pt x="11" y="3"/>
                  <a:pt x="11" y="3"/>
                  <a:pt x="11" y="3"/>
                </a:cubicBezTo>
                <a:lnTo>
                  <a:pt x="3" y="3"/>
                </a:lnTo>
                <a:close/>
                <a:moveTo>
                  <a:pt x="83" y="74"/>
                </a:moveTo>
                <a:cubicBezTo>
                  <a:pt x="83" y="3"/>
                  <a:pt x="83" y="3"/>
                  <a:pt x="83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74"/>
                  <a:pt x="15" y="74"/>
                  <a:pt x="15" y="74"/>
                </a:cubicBezTo>
                <a:lnTo>
                  <a:pt x="83" y="74"/>
                </a:lnTo>
                <a:close/>
                <a:moveTo>
                  <a:pt x="50" y="69"/>
                </a:moveTo>
                <a:cubicBezTo>
                  <a:pt x="46" y="69"/>
                  <a:pt x="42" y="68"/>
                  <a:pt x="38" y="67"/>
                </a:cubicBezTo>
                <a:cubicBezTo>
                  <a:pt x="34" y="65"/>
                  <a:pt x="31" y="63"/>
                  <a:pt x="28" y="60"/>
                </a:cubicBezTo>
                <a:cubicBezTo>
                  <a:pt x="26" y="57"/>
                  <a:pt x="23" y="54"/>
                  <a:pt x="22" y="51"/>
                </a:cubicBezTo>
                <a:cubicBezTo>
                  <a:pt x="20" y="47"/>
                  <a:pt x="19" y="43"/>
                  <a:pt x="19" y="39"/>
                </a:cubicBezTo>
                <a:cubicBezTo>
                  <a:pt x="19" y="34"/>
                  <a:pt x="20" y="30"/>
                  <a:pt x="22" y="27"/>
                </a:cubicBezTo>
                <a:cubicBezTo>
                  <a:pt x="23" y="23"/>
                  <a:pt x="26" y="20"/>
                  <a:pt x="28" y="17"/>
                </a:cubicBezTo>
                <a:cubicBezTo>
                  <a:pt x="31" y="14"/>
                  <a:pt x="34" y="12"/>
                  <a:pt x="38" y="11"/>
                </a:cubicBezTo>
                <a:cubicBezTo>
                  <a:pt x="42" y="9"/>
                  <a:pt x="46" y="8"/>
                  <a:pt x="50" y="8"/>
                </a:cubicBezTo>
                <a:cubicBezTo>
                  <a:pt x="54" y="8"/>
                  <a:pt x="58" y="9"/>
                  <a:pt x="62" y="11"/>
                </a:cubicBezTo>
                <a:cubicBezTo>
                  <a:pt x="65" y="12"/>
                  <a:pt x="69" y="14"/>
                  <a:pt x="71" y="17"/>
                </a:cubicBezTo>
                <a:cubicBezTo>
                  <a:pt x="74" y="20"/>
                  <a:pt x="76" y="23"/>
                  <a:pt x="78" y="27"/>
                </a:cubicBezTo>
                <a:cubicBezTo>
                  <a:pt x="79" y="30"/>
                  <a:pt x="80" y="34"/>
                  <a:pt x="80" y="39"/>
                </a:cubicBezTo>
                <a:cubicBezTo>
                  <a:pt x="80" y="43"/>
                  <a:pt x="79" y="47"/>
                  <a:pt x="78" y="51"/>
                </a:cubicBezTo>
                <a:cubicBezTo>
                  <a:pt x="76" y="54"/>
                  <a:pt x="74" y="57"/>
                  <a:pt x="71" y="60"/>
                </a:cubicBezTo>
                <a:cubicBezTo>
                  <a:pt x="69" y="63"/>
                  <a:pt x="65" y="65"/>
                  <a:pt x="62" y="67"/>
                </a:cubicBezTo>
                <a:cubicBezTo>
                  <a:pt x="58" y="68"/>
                  <a:pt x="54" y="69"/>
                  <a:pt x="50" y="69"/>
                </a:cubicBezTo>
                <a:close/>
                <a:moveTo>
                  <a:pt x="50" y="11"/>
                </a:moveTo>
                <a:cubicBezTo>
                  <a:pt x="46" y="11"/>
                  <a:pt x="42" y="12"/>
                  <a:pt x="39" y="14"/>
                </a:cubicBezTo>
                <a:cubicBezTo>
                  <a:pt x="36" y="15"/>
                  <a:pt x="33" y="17"/>
                  <a:pt x="31" y="19"/>
                </a:cubicBezTo>
                <a:cubicBezTo>
                  <a:pt x="28" y="22"/>
                  <a:pt x="26" y="25"/>
                  <a:pt x="25" y="28"/>
                </a:cubicBezTo>
                <a:cubicBezTo>
                  <a:pt x="23" y="31"/>
                  <a:pt x="23" y="35"/>
                  <a:pt x="23" y="39"/>
                </a:cubicBezTo>
                <a:cubicBezTo>
                  <a:pt x="23" y="42"/>
                  <a:pt x="23" y="46"/>
                  <a:pt x="25" y="49"/>
                </a:cubicBezTo>
                <a:cubicBezTo>
                  <a:pt x="26" y="53"/>
                  <a:pt x="28" y="55"/>
                  <a:pt x="31" y="58"/>
                </a:cubicBezTo>
                <a:cubicBezTo>
                  <a:pt x="33" y="60"/>
                  <a:pt x="36" y="62"/>
                  <a:pt x="39" y="64"/>
                </a:cubicBezTo>
                <a:cubicBezTo>
                  <a:pt x="42" y="65"/>
                  <a:pt x="46" y="66"/>
                  <a:pt x="50" y="66"/>
                </a:cubicBezTo>
                <a:cubicBezTo>
                  <a:pt x="54" y="66"/>
                  <a:pt x="57" y="65"/>
                  <a:pt x="60" y="64"/>
                </a:cubicBezTo>
                <a:cubicBezTo>
                  <a:pt x="64" y="62"/>
                  <a:pt x="67" y="60"/>
                  <a:pt x="69" y="58"/>
                </a:cubicBezTo>
                <a:cubicBezTo>
                  <a:pt x="72" y="55"/>
                  <a:pt x="73" y="53"/>
                  <a:pt x="75" y="49"/>
                </a:cubicBezTo>
                <a:cubicBezTo>
                  <a:pt x="76" y="46"/>
                  <a:pt x="77" y="42"/>
                  <a:pt x="77" y="39"/>
                </a:cubicBezTo>
                <a:cubicBezTo>
                  <a:pt x="77" y="35"/>
                  <a:pt x="76" y="31"/>
                  <a:pt x="75" y="28"/>
                </a:cubicBezTo>
                <a:cubicBezTo>
                  <a:pt x="73" y="25"/>
                  <a:pt x="72" y="22"/>
                  <a:pt x="69" y="19"/>
                </a:cubicBezTo>
                <a:cubicBezTo>
                  <a:pt x="67" y="17"/>
                  <a:pt x="64" y="15"/>
                  <a:pt x="60" y="14"/>
                </a:cubicBezTo>
                <a:cubicBezTo>
                  <a:pt x="57" y="12"/>
                  <a:pt x="54" y="11"/>
                  <a:pt x="50" y="11"/>
                </a:cubicBezTo>
                <a:close/>
                <a:moveTo>
                  <a:pt x="50" y="48"/>
                </a:moveTo>
                <a:cubicBezTo>
                  <a:pt x="49" y="48"/>
                  <a:pt x="47" y="48"/>
                  <a:pt x="46" y="47"/>
                </a:cubicBezTo>
                <a:cubicBezTo>
                  <a:pt x="45" y="47"/>
                  <a:pt x="44" y="46"/>
                  <a:pt x="43" y="45"/>
                </a:cubicBezTo>
                <a:cubicBezTo>
                  <a:pt x="42" y="45"/>
                  <a:pt x="41" y="44"/>
                  <a:pt x="41" y="42"/>
                </a:cubicBezTo>
                <a:cubicBezTo>
                  <a:pt x="40" y="41"/>
                  <a:pt x="40" y="40"/>
                  <a:pt x="40" y="39"/>
                </a:cubicBezTo>
                <a:cubicBezTo>
                  <a:pt x="40" y="37"/>
                  <a:pt x="40" y="36"/>
                  <a:pt x="41" y="35"/>
                </a:cubicBezTo>
                <a:cubicBezTo>
                  <a:pt x="41" y="34"/>
                  <a:pt x="42" y="33"/>
                  <a:pt x="43" y="32"/>
                </a:cubicBezTo>
                <a:cubicBezTo>
                  <a:pt x="44" y="31"/>
                  <a:pt x="45" y="30"/>
                  <a:pt x="46" y="30"/>
                </a:cubicBezTo>
                <a:cubicBezTo>
                  <a:pt x="47" y="29"/>
                  <a:pt x="49" y="29"/>
                  <a:pt x="50" y="29"/>
                </a:cubicBezTo>
                <a:cubicBezTo>
                  <a:pt x="51" y="29"/>
                  <a:pt x="52" y="29"/>
                  <a:pt x="54" y="30"/>
                </a:cubicBezTo>
                <a:cubicBezTo>
                  <a:pt x="55" y="30"/>
                  <a:pt x="56" y="31"/>
                  <a:pt x="57" y="32"/>
                </a:cubicBezTo>
                <a:cubicBezTo>
                  <a:pt x="58" y="33"/>
                  <a:pt x="58" y="34"/>
                  <a:pt x="59" y="35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0"/>
                  <a:pt x="59" y="41"/>
                  <a:pt x="59" y="42"/>
                </a:cubicBezTo>
                <a:cubicBezTo>
                  <a:pt x="58" y="44"/>
                  <a:pt x="58" y="45"/>
                  <a:pt x="57" y="45"/>
                </a:cubicBezTo>
                <a:cubicBezTo>
                  <a:pt x="56" y="46"/>
                  <a:pt x="55" y="47"/>
                  <a:pt x="54" y="47"/>
                </a:cubicBezTo>
                <a:cubicBezTo>
                  <a:pt x="52" y="48"/>
                  <a:pt x="51" y="48"/>
                  <a:pt x="50" y="48"/>
                </a:cubicBezTo>
                <a:close/>
                <a:moveTo>
                  <a:pt x="50" y="32"/>
                </a:moveTo>
                <a:cubicBezTo>
                  <a:pt x="49" y="32"/>
                  <a:pt x="48" y="32"/>
                  <a:pt x="47" y="33"/>
                </a:cubicBezTo>
                <a:cubicBezTo>
                  <a:pt x="47" y="33"/>
                  <a:pt x="46" y="34"/>
                  <a:pt x="45" y="34"/>
                </a:cubicBezTo>
                <a:cubicBezTo>
                  <a:pt x="45" y="35"/>
                  <a:pt x="44" y="35"/>
                  <a:pt x="44" y="36"/>
                </a:cubicBezTo>
                <a:cubicBezTo>
                  <a:pt x="44" y="37"/>
                  <a:pt x="43" y="38"/>
                  <a:pt x="43" y="39"/>
                </a:cubicBezTo>
                <a:cubicBezTo>
                  <a:pt x="43" y="40"/>
                  <a:pt x="44" y="40"/>
                  <a:pt x="44" y="41"/>
                </a:cubicBezTo>
                <a:cubicBezTo>
                  <a:pt x="44" y="42"/>
                  <a:pt x="45" y="43"/>
                  <a:pt x="45" y="43"/>
                </a:cubicBezTo>
                <a:cubicBezTo>
                  <a:pt x="46" y="44"/>
                  <a:pt x="47" y="44"/>
                  <a:pt x="47" y="45"/>
                </a:cubicBezTo>
                <a:cubicBezTo>
                  <a:pt x="48" y="45"/>
                  <a:pt x="49" y="45"/>
                  <a:pt x="50" y="45"/>
                </a:cubicBezTo>
                <a:cubicBezTo>
                  <a:pt x="51" y="45"/>
                  <a:pt x="52" y="45"/>
                  <a:pt x="52" y="45"/>
                </a:cubicBezTo>
                <a:cubicBezTo>
                  <a:pt x="53" y="44"/>
                  <a:pt x="54" y="44"/>
                  <a:pt x="54" y="43"/>
                </a:cubicBezTo>
                <a:cubicBezTo>
                  <a:pt x="55" y="43"/>
                  <a:pt x="55" y="42"/>
                  <a:pt x="56" y="41"/>
                </a:cubicBezTo>
                <a:cubicBezTo>
                  <a:pt x="56" y="40"/>
                  <a:pt x="56" y="40"/>
                  <a:pt x="56" y="39"/>
                </a:cubicBezTo>
                <a:cubicBezTo>
                  <a:pt x="56" y="38"/>
                  <a:pt x="56" y="37"/>
                  <a:pt x="56" y="36"/>
                </a:cubicBezTo>
                <a:cubicBezTo>
                  <a:pt x="55" y="35"/>
                  <a:pt x="55" y="35"/>
                  <a:pt x="54" y="34"/>
                </a:cubicBezTo>
                <a:cubicBezTo>
                  <a:pt x="54" y="34"/>
                  <a:pt x="53" y="33"/>
                  <a:pt x="52" y="33"/>
                </a:cubicBezTo>
                <a:cubicBezTo>
                  <a:pt x="52" y="32"/>
                  <a:pt x="51" y="32"/>
                  <a:pt x="50" y="32"/>
                </a:cubicBezTo>
                <a:close/>
                <a:moveTo>
                  <a:pt x="51" y="39"/>
                </a:moveTo>
                <a:cubicBezTo>
                  <a:pt x="51" y="38"/>
                  <a:pt x="51" y="38"/>
                  <a:pt x="51" y="37"/>
                </a:cubicBezTo>
                <a:cubicBezTo>
                  <a:pt x="51" y="37"/>
                  <a:pt x="50" y="37"/>
                  <a:pt x="50" y="37"/>
                </a:cubicBezTo>
                <a:cubicBezTo>
                  <a:pt x="49" y="37"/>
                  <a:pt x="49" y="37"/>
                  <a:pt x="49" y="37"/>
                </a:cubicBezTo>
                <a:cubicBezTo>
                  <a:pt x="48" y="38"/>
                  <a:pt x="48" y="38"/>
                  <a:pt x="48" y="39"/>
                </a:cubicBezTo>
                <a:cubicBezTo>
                  <a:pt x="48" y="39"/>
                  <a:pt x="48" y="40"/>
                  <a:pt x="49" y="40"/>
                </a:cubicBezTo>
                <a:cubicBezTo>
                  <a:pt x="49" y="40"/>
                  <a:pt x="49" y="40"/>
                  <a:pt x="50" y="40"/>
                </a:cubicBezTo>
                <a:cubicBezTo>
                  <a:pt x="50" y="40"/>
                  <a:pt x="51" y="40"/>
                  <a:pt x="51" y="40"/>
                </a:cubicBezTo>
                <a:cubicBezTo>
                  <a:pt x="51" y="40"/>
                  <a:pt x="51" y="39"/>
                  <a:pt x="51" y="39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2" name="Freeform 154"/>
          <p:cNvSpPr>
            <a:spLocks noEditPoints="1"/>
          </p:cNvSpPr>
          <p:nvPr/>
        </p:nvSpPr>
        <p:spPr bwMode="auto">
          <a:xfrm>
            <a:off x="11188700" y="4275921"/>
            <a:ext cx="296863" cy="296863"/>
          </a:xfrm>
          <a:custGeom>
            <a:avLst/>
            <a:gdLst>
              <a:gd name="T0" fmla="*/ 72 w 79"/>
              <a:gd name="T1" fmla="*/ 21 h 79"/>
              <a:gd name="T2" fmla="*/ 78 w 79"/>
              <a:gd name="T3" fmla="*/ 36 h 79"/>
              <a:gd name="T4" fmla="*/ 78 w 79"/>
              <a:gd name="T5" fmla="*/ 55 h 79"/>
              <a:gd name="T6" fmla="*/ 70 w 79"/>
              <a:gd name="T7" fmla="*/ 72 h 79"/>
              <a:gd name="T8" fmla="*/ 62 w 79"/>
              <a:gd name="T9" fmla="*/ 77 h 79"/>
              <a:gd name="T10" fmla="*/ 62 w 79"/>
              <a:gd name="T11" fmla="*/ 76 h 79"/>
              <a:gd name="T12" fmla="*/ 23 w 79"/>
              <a:gd name="T13" fmla="*/ 58 h 79"/>
              <a:gd name="T14" fmla="*/ 12 w 79"/>
              <a:gd name="T15" fmla="*/ 77 h 79"/>
              <a:gd name="T16" fmla="*/ 2 w 79"/>
              <a:gd name="T17" fmla="*/ 67 h 79"/>
              <a:gd name="T18" fmla="*/ 21 w 79"/>
              <a:gd name="T19" fmla="*/ 56 h 79"/>
              <a:gd name="T20" fmla="*/ 3 w 79"/>
              <a:gd name="T21" fmla="*/ 16 h 79"/>
              <a:gd name="T22" fmla="*/ 2 w 79"/>
              <a:gd name="T23" fmla="*/ 17 h 79"/>
              <a:gd name="T24" fmla="*/ 7 w 79"/>
              <a:gd name="T25" fmla="*/ 9 h 79"/>
              <a:gd name="T26" fmla="*/ 24 w 79"/>
              <a:gd name="T27" fmla="*/ 1 h 79"/>
              <a:gd name="T28" fmla="*/ 43 w 79"/>
              <a:gd name="T29" fmla="*/ 1 h 79"/>
              <a:gd name="T30" fmla="*/ 58 w 79"/>
              <a:gd name="T31" fmla="*/ 7 h 79"/>
              <a:gd name="T32" fmla="*/ 74 w 79"/>
              <a:gd name="T33" fmla="*/ 3 h 79"/>
              <a:gd name="T34" fmla="*/ 66 w 79"/>
              <a:gd name="T35" fmla="*/ 0 h 79"/>
              <a:gd name="T36" fmla="*/ 79 w 79"/>
              <a:gd name="T37" fmla="*/ 13 h 79"/>
              <a:gd name="T38" fmla="*/ 76 w 79"/>
              <a:gd name="T39" fmla="*/ 5 h 79"/>
              <a:gd name="T40" fmla="*/ 5 w 79"/>
              <a:gd name="T41" fmla="*/ 14 h 79"/>
              <a:gd name="T42" fmla="*/ 62 w 79"/>
              <a:gd name="T43" fmla="*/ 14 h 79"/>
              <a:gd name="T44" fmla="*/ 50 w 79"/>
              <a:gd name="T45" fmla="*/ 6 h 79"/>
              <a:gd name="T46" fmla="*/ 34 w 79"/>
              <a:gd name="T47" fmla="*/ 3 h 79"/>
              <a:gd name="T48" fmla="*/ 18 w 79"/>
              <a:gd name="T49" fmla="*/ 6 h 79"/>
              <a:gd name="T50" fmla="*/ 5 w 79"/>
              <a:gd name="T51" fmla="*/ 14 h 79"/>
              <a:gd name="T52" fmla="*/ 20 w 79"/>
              <a:gd name="T53" fmla="*/ 59 h 79"/>
              <a:gd name="T54" fmla="*/ 10 w 79"/>
              <a:gd name="T55" fmla="*/ 64 h 79"/>
              <a:gd name="T56" fmla="*/ 15 w 79"/>
              <a:gd name="T57" fmla="*/ 70 h 79"/>
              <a:gd name="T58" fmla="*/ 65 w 79"/>
              <a:gd name="T59" fmla="*/ 17 h 79"/>
              <a:gd name="T60" fmla="*/ 65 w 79"/>
              <a:gd name="T61" fmla="*/ 74 h 79"/>
              <a:gd name="T62" fmla="*/ 73 w 79"/>
              <a:gd name="T63" fmla="*/ 61 h 79"/>
              <a:gd name="T64" fmla="*/ 76 w 79"/>
              <a:gd name="T65" fmla="*/ 45 h 79"/>
              <a:gd name="T66" fmla="*/ 73 w 79"/>
              <a:gd name="T67" fmla="*/ 30 h 79"/>
              <a:gd name="T68" fmla="*/ 65 w 79"/>
              <a:gd name="T69" fmla="*/ 1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9" h="79">
                <a:moveTo>
                  <a:pt x="67" y="14"/>
                </a:moveTo>
                <a:cubicBezTo>
                  <a:pt x="69" y="16"/>
                  <a:pt x="71" y="19"/>
                  <a:pt x="72" y="21"/>
                </a:cubicBezTo>
                <a:cubicBezTo>
                  <a:pt x="74" y="23"/>
                  <a:pt x="75" y="26"/>
                  <a:pt x="76" y="28"/>
                </a:cubicBezTo>
                <a:cubicBezTo>
                  <a:pt x="77" y="31"/>
                  <a:pt x="78" y="34"/>
                  <a:pt x="78" y="36"/>
                </a:cubicBezTo>
                <a:cubicBezTo>
                  <a:pt x="79" y="39"/>
                  <a:pt x="79" y="42"/>
                  <a:pt x="79" y="45"/>
                </a:cubicBezTo>
                <a:cubicBezTo>
                  <a:pt x="79" y="49"/>
                  <a:pt x="79" y="52"/>
                  <a:pt x="78" y="55"/>
                </a:cubicBezTo>
                <a:cubicBezTo>
                  <a:pt x="77" y="58"/>
                  <a:pt x="76" y="61"/>
                  <a:pt x="75" y="64"/>
                </a:cubicBezTo>
                <a:cubicBezTo>
                  <a:pt x="74" y="67"/>
                  <a:pt x="72" y="70"/>
                  <a:pt x="70" y="72"/>
                </a:cubicBezTo>
                <a:cubicBezTo>
                  <a:pt x="68" y="75"/>
                  <a:pt x="66" y="77"/>
                  <a:pt x="64" y="79"/>
                </a:cubicBezTo>
                <a:cubicBezTo>
                  <a:pt x="62" y="77"/>
                  <a:pt x="62" y="77"/>
                  <a:pt x="62" y="77"/>
                </a:cubicBezTo>
                <a:cubicBezTo>
                  <a:pt x="62" y="77"/>
                  <a:pt x="62" y="77"/>
                  <a:pt x="62" y="77"/>
                </a:cubicBezTo>
                <a:cubicBezTo>
                  <a:pt x="62" y="76"/>
                  <a:pt x="62" y="76"/>
                  <a:pt x="62" y="76"/>
                </a:cubicBezTo>
                <a:cubicBezTo>
                  <a:pt x="34" y="48"/>
                  <a:pt x="34" y="48"/>
                  <a:pt x="34" y="48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66"/>
                  <a:pt x="23" y="66"/>
                  <a:pt x="23" y="66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67"/>
                  <a:pt x="12" y="67"/>
                  <a:pt x="12" y="67"/>
                </a:cubicBezTo>
                <a:cubicBezTo>
                  <a:pt x="2" y="67"/>
                  <a:pt x="2" y="67"/>
                  <a:pt x="2" y="67"/>
                </a:cubicBezTo>
                <a:cubicBezTo>
                  <a:pt x="13" y="56"/>
                  <a:pt x="13" y="56"/>
                  <a:pt x="13" y="56"/>
                </a:cubicBezTo>
                <a:cubicBezTo>
                  <a:pt x="21" y="56"/>
                  <a:pt x="21" y="56"/>
                  <a:pt x="21" y="56"/>
                </a:cubicBezTo>
                <a:cubicBezTo>
                  <a:pt x="32" y="45"/>
                  <a:pt x="32" y="45"/>
                  <a:pt x="32" y="45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0" y="15"/>
                  <a:pt x="0" y="15"/>
                  <a:pt x="0" y="15"/>
                </a:cubicBezTo>
                <a:cubicBezTo>
                  <a:pt x="2" y="13"/>
                  <a:pt x="4" y="11"/>
                  <a:pt x="7" y="9"/>
                </a:cubicBezTo>
                <a:cubicBezTo>
                  <a:pt x="9" y="7"/>
                  <a:pt x="12" y="5"/>
                  <a:pt x="15" y="4"/>
                </a:cubicBezTo>
                <a:cubicBezTo>
                  <a:pt x="18" y="3"/>
                  <a:pt x="21" y="2"/>
                  <a:pt x="24" y="1"/>
                </a:cubicBezTo>
                <a:cubicBezTo>
                  <a:pt x="27" y="0"/>
                  <a:pt x="31" y="0"/>
                  <a:pt x="34" y="0"/>
                </a:cubicBezTo>
                <a:cubicBezTo>
                  <a:pt x="37" y="0"/>
                  <a:pt x="40" y="0"/>
                  <a:pt x="43" y="1"/>
                </a:cubicBezTo>
                <a:cubicBezTo>
                  <a:pt x="45" y="1"/>
                  <a:pt x="48" y="2"/>
                  <a:pt x="51" y="3"/>
                </a:cubicBezTo>
                <a:cubicBezTo>
                  <a:pt x="53" y="4"/>
                  <a:pt x="56" y="5"/>
                  <a:pt x="58" y="7"/>
                </a:cubicBezTo>
                <a:cubicBezTo>
                  <a:pt x="61" y="9"/>
                  <a:pt x="63" y="10"/>
                  <a:pt x="65" y="12"/>
                </a:cubicBezTo>
                <a:cubicBezTo>
                  <a:pt x="74" y="3"/>
                  <a:pt x="74" y="3"/>
                  <a:pt x="74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0"/>
                  <a:pt x="66" y="0"/>
                  <a:pt x="66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13"/>
                  <a:pt x="79" y="13"/>
                  <a:pt x="79" y="13"/>
                </a:cubicBezTo>
                <a:cubicBezTo>
                  <a:pt x="76" y="13"/>
                  <a:pt x="76" y="13"/>
                  <a:pt x="76" y="13"/>
                </a:cubicBezTo>
                <a:cubicBezTo>
                  <a:pt x="76" y="5"/>
                  <a:pt x="76" y="5"/>
                  <a:pt x="76" y="5"/>
                </a:cubicBezTo>
                <a:lnTo>
                  <a:pt x="67" y="14"/>
                </a:lnTo>
                <a:close/>
                <a:moveTo>
                  <a:pt x="5" y="14"/>
                </a:moveTo>
                <a:cubicBezTo>
                  <a:pt x="34" y="43"/>
                  <a:pt x="34" y="43"/>
                  <a:pt x="34" y="43"/>
                </a:cubicBezTo>
                <a:cubicBezTo>
                  <a:pt x="62" y="14"/>
                  <a:pt x="62" y="14"/>
                  <a:pt x="62" y="14"/>
                </a:cubicBezTo>
                <a:cubicBezTo>
                  <a:pt x="61" y="13"/>
                  <a:pt x="59" y="11"/>
                  <a:pt x="56" y="10"/>
                </a:cubicBezTo>
                <a:cubicBezTo>
                  <a:pt x="54" y="8"/>
                  <a:pt x="52" y="7"/>
                  <a:pt x="50" y="6"/>
                </a:cubicBezTo>
                <a:cubicBezTo>
                  <a:pt x="47" y="5"/>
                  <a:pt x="45" y="4"/>
                  <a:pt x="42" y="4"/>
                </a:cubicBezTo>
                <a:cubicBezTo>
                  <a:pt x="39" y="3"/>
                  <a:pt x="37" y="3"/>
                  <a:pt x="34" y="3"/>
                </a:cubicBezTo>
                <a:cubicBezTo>
                  <a:pt x="31" y="3"/>
                  <a:pt x="29" y="3"/>
                  <a:pt x="26" y="4"/>
                </a:cubicBezTo>
                <a:cubicBezTo>
                  <a:pt x="23" y="4"/>
                  <a:pt x="21" y="5"/>
                  <a:pt x="18" y="6"/>
                </a:cubicBezTo>
                <a:cubicBezTo>
                  <a:pt x="16" y="7"/>
                  <a:pt x="14" y="8"/>
                  <a:pt x="11" y="9"/>
                </a:cubicBezTo>
                <a:cubicBezTo>
                  <a:pt x="9" y="11"/>
                  <a:pt x="7" y="12"/>
                  <a:pt x="5" y="14"/>
                </a:cubicBezTo>
                <a:close/>
                <a:moveTo>
                  <a:pt x="20" y="65"/>
                </a:moveTo>
                <a:cubicBezTo>
                  <a:pt x="20" y="59"/>
                  <a:pt x="20" y="59"/>
                  <a:pt x="20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0" y="64"/>
                  <a:pt x="10" y="64"/>
                  <a:pt x="1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5" y="70"/>
                  <a:pt x="15" y="70"/>
                  <a:pt x="15" y="70"/>
                </a:cubicBezTo>
                <a:cubicBezTo>
                  <a:pt x="20" y="65"/>
                  <a:pt x="20" y="65"/>
                  <a:pt x="20" y="65"/>
                </a:cubicBezTo>
                <a:close/>
                <a:moveTo>
                  <a:pt x="65" y="17"/>
                </a:moveTo>
                <a:cubicBezTo>
                  <a:pt x="36" y="45"/>
                  <a:pt x="36" y="45"/>
                  <a:pt x="36" y="45"/>
                </a:cubicBezTo>
                <a:cubicBezTo>
                  <a:pt x="65" y="74"/>
                  <a:pt x="65" y="74"/>
                  <a:pt x="65" y="74"/>
                </a:cubicBezTo>
                <a:cubicBezTo>
                  <a:pt x="67" y="72"/>
                  <a:pt x="68" y="70"/>
                  <a:pt x="70" y="68"/>
                </a:cubicBezTo>
                <a:cubicBezTo>
                  <a:pt x="71" y="65"/>
                  <a:pt x="72" y="63"/>
                  <a:pt x="73" y="61"/>
                </a:cubicBezTo>
                <a:cubicBezTo>
                  <a:pt x="74" y="58"/>
                  <a:pt x="75" y="56"/>
                  <a:pt x="75" y="53"/>
                </a:cubicBezTo>
                <a:cubicBezTo>
                  <a:pt x="76" y="51"/>
                  <a:pt x="76" y="48"/>
                  <a:pt x="76" y="45"/>
                </a:cubicBezTo>
                <a:cubicBezTo>
                  <a:pt x="76" y="43"/>
                  <a:pt x="76" y="40"/>
                  <a:pt x="75" y="37"/>
                </a:cubicBezTo>
                <a:cubicBezTo>
                  <a:pt x="75" y="35"/>
                  <a:pt x="74" y="32"/>
                  <a:pt x="73" y="30"/>
                </a:cubicBezTo>
                <a:cubicBezTo>
                  <a:pt x="72" y="27"/>
                  <a:pt x="71" y="25"/>
                  <a:pt x="69" y="23"/>
                </a:cubicBezTo>
                <a:cubicBezTo>
                  <a:pt x="68" y="21"/>
                  <a:pt x="66" y="18"/>
                  <a:pt x="65" y="1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3" name="Freeform 155"/>
          <p:cNvSpPr>
            <a:spLocks noEditPoints="1"/>
          </p:cNvSpPr>
          <p:nvPr/>
        </p:nvSpPr>
        <p:spPr bwMode="auto">
          <a:xfrm>
            <a:off x="520700" y="4696608"/>
            <a:ext cx="333375" cy="323850"/>
          </a:xfrm>
          <a:custGeom>
            <a:avLst/>
            <a:gdLst>
              <a:gd name="T0" fmla="*/ 16 w 89"/>
              <a:gd name="T1" fmla="*/ 33 h 86"/>
              <a:gd name="T2" fmla="*/ 0 w 89"/>
              <a:gd name="T3" fmla="*/ 22 h 86"/>
              <a:gd name="T4" fmla="*/ 32 w 89"/>
              <a:gd name="T5" fmla="*/ 0 h 86"/>
              <a:gd name="T6" fmla="*/ 32 w 89"/>
              <a:gd name="T7" fmla="*/ 12 h 86"/>
              <a:gd name="T8" fmla="*/ 89 w 89"/>
              <a:gd name="T9" fmla="*/ 12 h 86"/>
              <a:gd name="T10" fmla="*/ 89 w 89"/>
              <a:gd name="T11" fmla="*/ 86 h 86"/>
              <a:gd name="T12" fmla="*/ 16 w 89"/>
              <a:gd name="T13" fmla="*/ 86 h 86"/>
              <a:gd name="T14" fmla="*/ 16 w 89"/>
              <a:gd name="T15" fmla="*/ 33 h 86"/>
              <a:gd name="T16" fmla="*/ 28 w 89"/>
              <a:gd name="T17" fmla="*/ 12 h 86"/>
              <a:gd name="T18" fmla="*/ 28 w 89"/>
              <a:gd name="T19" fmla="*/ 6 h 86"/>
              <a:gd name="T20" fmla="*/ 5 w 89"/>
              <a:gd name="T21" fmla="*/ 22 h 86"/>
              <a:gd name="T22" fmla="*/ 28 w 89"/>
              <a:gd name="T23" fmla="*/ 37 h 86"/>
              <a:gd name="T24" fmla="*/ 28 w 89"/>
              <a:gd name="T25" fmla="*/ 29 h 86"/>
              <a:gd name="T26" fmla="*/ 28 w 89"/>
              <a:gd name="T27" fmla="*/ 26 h 86"/>
              <a:gd name="T28" fmla="*/ 34 w 89"/>
              <a:gd name="T29" fmla="*/ 26 h 86"/>
              <a:gd name="T30" fmla="*/ 34 w 89"/>
              <a:gd name="T31" fmla="*/ 26 h 86"/>
              <a:gd name="T32" fmla="*/ 34 w 89"/>
              <a:gd name="T33" fmla="*/ 26 h 86"/>
              <a:gd name="T34" fmla="*/ 40 w 89"/>
              <a:gd name="T35" fmla="*/ 26 h 86"/>
              <a:gd name="T36" fmla="*/ 47 w 89"/>
              <a:gd name="T37" fmla="*/ 27 h 86"/>
              <a:gd name="T38" fmla="*/ 54 w 89"/>
              <a:gd name="T39" fmla="*/ 30 h 86"/>
              <a:gd name="T40" fmla="*/ 61 w 89"/>
              <a:gd name="T41" fmla="*/ 34 h 86"/>
              <a:gd name="T42" fmla="*/ 57 w 89"/>
              <a:gd name="T43" fmla="*/ 27 h 86"/>
              <a:gd name="T44" fmla="*/ 51 w 89"/>
              <a:gd name="T45" fmla="*/ 21 h 86"/>
              <a:gd name="T46" fmla="*/ 42 w 89"/>
              <a:gd name="T47" fmla="*/ 17 h 86"/>
              <a:gd name="T48" fmla="*/ 32 w 89"/>
              <a:gd name="T49" fmla="*/ 15 h 86"/>
              <a:gd name="T50" fmla="*/ 32 w 89"/>
              <a:gd name="T51" fmla="*/ 15 h 86"/>
              <a:gd name="T52" fmla="*/ 31 w 89"/>
              <a:gd name="T53" fmla="*/ 15 h 86"/>
              <a:gd name="T54" fmla="*/ 28 w 89"/>
              <a:gd name="T55" fmla="*/ 15 h 86"/>
              <a:gd name="T56" fmla="*/ 28 w 89"/>
              <a:gd name="T57" fmla="*/ 12 h 86"/>
              <a:gd name="T58" fmla="*/ 28 w 89"/>
              <a:gd name="T59" fmla="*/ 12 h 86"/>
              <a:gd name="T60" fmla="*/ 19 w 89"/>
              <a:gd name="T61" fmla="*/ 35 h 86"/>
              <a:gd name="T62" fmla="*/ 19 w 89"/>
              <a:gd name="T63" fmla="*/ 83 h 86"/>
              <a:gd name="T64" fmla="*/ 86 w 89"/>
              <a:gd name="T65" fmla="*/ 83 h 86"/>
              <a:gd name="T66" fmla="*/ 86 w 89"/>
              <a:gd name="T67" fmla="*/ 15 h 86"/>
              <a:gd name="T68" fmla="*/ 47 w 89"/>
              <a:gd name="T69" fmla="*/ 15 h 86"/>
              <a:gd name="T70" fmla="*/ 56 w 89"/>
              <a:gd name="T71" fmla="*/ 21 h 86"/>
              <a:gd name="T72" fmla="*/ 62 w 89"/>
              <a:gd name="T73" fmla="*/ 28 h 86"/>
              <a:gd name="T74" fmla="*/ 66 w 89"/>
              <a:gd name="T75" fmla="*/ 37 h 86"/>
              <a:gd name="T76" fmla="*/ 67 w 89"/>
              <a:gd name="T77" fmla="*/ 47 h 86"/>
              <a:gd name="T78" fmla="*/ 60 w 89"/>
              <a:gd name="T79" fmla="*/ 37 h 86"/>
              <a:gd name="T80" fmla="*/ 51 w 89"/>
              <a:gd name="T81" fmla="*/ 32 h 86"/>
              <a:gd name="T82" fmla="*/ 42 w 89"/>
              <a:gd name="T83" fmla="*/ 29 h 86"/>
              <a:gd name="T84" fmla="*/ 34 w 89"/>
              <a:gd name="T85" fmla="*/ 29 h 86"/>
              <a:gd name="T86" fmla="*/ 33 w 89"/>
              <a:gd name="T87" fmla="*/ 29 h 86"/>
              <a:gd name="T88" fmla="*/ 32 w 89"/>
              <a:gd name="T89" fmla="*/ 29 h 86"/>
              <a:gd name="T90" fmla="*/ 32 w 89"/>
              <a:gd name="T91" fmla="*/ 43 h 86"/>
              <a:gd name="T92" fmla="*/ 19 w 89"/>
              <a:gd name="T93" fmla="*/ 3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9" h="86">
                <a:moveTo>
                  <a:pt x="16" y="33"/>
                </a:moveTo>
                <a:cubicBezTo>
                  <a:pt x="0" y="22"/>
                  <a:pt x="0" y="22"/>
                  <a:pt x="0" y="22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2"/>
                  <a:pt x="32" y="12"/>
                  <a:pt x="32" y="12"/>
                </a:cubicBezTo>
                <a:cubicBezTo>
                  <a:pt x="89" y="12"/>
                  <a:pt x="89" y="12"/>
                  <a:pt x="89" y="12"/>
                </a:cubicBezTo>
                <a:cubicBezTo>
                  <a:pt x="89" y="86"/>
                  <a:pt x="89" y="86"/>
                  <a:pt x="89" y="86"/>
                </a:cubicBezTo>
                <a:cubicBezTo>
                  <a:pt x="16" y="86"/>
                  <a:pt x="16" y="86"/>
                  <a:pt x="16" y="86"/>
                </a:cubicBezTo>
                <a:lnTo>
                  <a:pt x="16" y="33"/>
                </a:lnTo>
                <a:close/>
                <a:moveTo>
                  <a:pt x="28" y="12"/>
                </a:moveTo>
                <a:cubicBezTo>
                  <a:pt x="28" y="6"/>
                  <a:pt x="28" y="6"/>
                  <a:pt x="28" y="6"/>
                </a:cubicBezTo>
                <a:cubicBezTo>
                  <a:pt x="5" y="22"/>
                  <a:pt x="5" y="22"/>
                  <a:pt x="5" y="22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6"/>
                  <a:pt x="28" y="26"/>
                  <a:pt x="28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6" y="26"/>
                  <a:pt x="38" y="26"/>
                  <a:pt x="40" y="26"/>
                </a:cubicBezTo>
                <a:cubicBezTo>
                  <a:pt x="42" y="26"/>
                  <a:pt x="44" y="27"/>
                  <a:pt x="47" y="27"/>
                </a:cubicBezTo>
                <a:cubicBezTo>
                  <a:pt x="49" y="28"/>
                  <a:pt x="51" y="28"/>
                  <a:pt x="54" y="30"/>
                </a:cubicBezTo>
                <a:cubicBezTo>
                  <a:pt x="56" y="31"/>
                  <a:pt x="59" y="32"/>
                  <a:pt x="61" y="34"/>
                </a:cubicBezTo>
                <a:cubicBezTo>
                  <a:pt x="60" y="32"/>
                  <a:pt x="59" y="29"/>
                  <a:pt x="57" y="27"/>
                </a:cubicBezTo>
                <a:cubicBezTo>
                  <a:pt x="55" y="25"/>
                  <a:pt x="53" y="23"/>
                  <a:pt x="51" y="21"/>
                </a:cubicBezTo>
                <a:cubicBezTo>
                  <a:pt x="48" y="19"/>
                  <a:pt x="45" y="18"/>
                  <a:pt x="42" y="17"/>
                </a:cubicBezTo>
                <a:cubicBezTo>
                  <a:pt x="39" y="16"/>
                  <a:pt x="36" y="15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lose/>
                <a:moveTo>
                  <a:pt x="19" y="35"/>
                </a:moveTo>
                <a:cubicBezTo>
                  <a:pt x="19" y="83"/>
                  <a:pt x="19" y="83"/>
                  <a:pt x="19" y="83"/>
                </a:cubicBezTo>
                <a:cubicBezTo>
                  <a:pt x="86" y="83"/>
                  <a:pt x="86" y="83"/>
                  <a:pt x="86" y="83"/>
                </a:cubicBezTo>
                <a:cubicBezTo>
                  <a:pt x="86" y="15"/>
                  <a:pt x="86" y="15"/>
                  <a:pt x="86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50" y="17"/>
                  <a:pt x="53" y="19"/>
                  <a:pt x="56" y="21"/>
                </a:cubicBezTo>
                <a:cubicBezTo>
                  <a:pt x="58" y="23"/>
                  <a:pt x="60" y="26"/>
                  <a:pt x="62" y="28"/>
                </a:cubicBezTo>
                <a:cubicBezTo>
                  <a:pt x="63" y="31"/>
                  <a:pt x="65" y="34"/>
                  <a:pt x="66" y="37"/>
                </a:cubicBezTo>
                <a:cubicBezTo>
                  <a:pt x="66" y="41"/>
                  <a:pt x="67" y="44"/>
                  <a:pt x="67" y="47"/>
                </a:cubicBezTo>
                <a:cubicBezTo>
                  <a:pt x="65" y="43"/>
                  <a:pt x="63" y="40"/>
                  <a:pt x="60" y="37"/>
                </a:cubicBezTo>
                <a:cubicBezTo>
                  <a:pt x="57" y="35"/>
                  <a:pt x="54" y="33"/>
                  <a:pt x="51" y="32"/>
                </a:cubicBezTo>
                <a:cubicBezTo>
                  <a:pt x="48" y="31"/>
                  <a:pt x="45" y="30"/>
                  <a:pt x="42" y="29"/>
                </a:cubicBezTo>
                <a:cubicBezTo>
                  <a:pt x="39" y="29"/>
                  <a:pt x="36" y="29"/>
                  <a:pt x="34" y="29"/>
                </a:cubicBezTo>
                <a:cubicBezTo>
                  <a:pt x="34" y="29"/>
                  <a:pt x="33" y="29"/>
                  <a:pt x="33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43"/>
                  <a:pt x="32" y="43"/>
                  <a:pt x="32" y="43"/>
                </a:cubicBezTo>
                <a:lnTo>
                  <a:pt x="19" y="3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4" name="Freeform 156"/>
          <p:cNvSpPr>
            <a:spLocks noEditPoints="1"/>
          </p:cNvSpPr>
          <p:nvPr/>
        </p:nvSpPr>
        <p:spPr bwMode="auto">
          <a:xfrm>
            <a:off x="1035050" y="4690258"/>
            <a:ext cx="333375" cy="334963"/>
          </a:xfrm>
          <a:custGeom>
            <a:avLst/>
            <a:gdLst>
              <a:gd name="T0" fmla="*/ 89 w 89"/>
              <a:gd name="T1" fmla="*/ 24 h 89"/>
              <a:gd name="T2" fmla="*/ 26 w 89"/>
              <a:gd name="T3" fmla="*/ 88 h 89"/>
              <a:gd name="T4" fmla="*/ 24 w 89"/>
              <a:gd name="T5" fmla="*/ 89 h 89"/>
              <a:gd name="T6" fmla="*/ 21 w 89"/>
              <a:gd name="T7" fmla="*/ 88 h 89"/>
              <a:gd name="T8" fmla="*/ 0 w 89"/>
              <a:gd name="T9" fmla="*/ 66 h 89"/>
              <a:gd name="T10" fmla="*/ 63 w 89"/>
              <a:gd name="T11" fmla="*/ 1 h 89"/>
              <a:gd name="T12" fmla="*/ 66 w 89"/>
              <a:gd name="T13" fmla="*/ 0 h 89"/>
              <a:gd name="T14" fmla="*/ 68 w 89"/>
              <a:gd name="T15" fmla="*/ 1 h 89"/>
              <a:gd name="T16" fmla="*/ 24 w 89"/>
              <a:gd name="T17" fmla="*/ 86 h 89"/>
              <a:gd name="T18" fmla="*/ 23 w 89"/>
              <a:gd name="T19" fmla="*/ 47 h 89"/>
              <a:gd name="T20" fmla="*/ 24 w 89"/>
              <a:gd name="T21" fmla="*/ 86 h 89"/>
              <a:gd name="T22" fmla="*/ 17 w 89"/>
              <a:gd name="T23" fmla="*/ 63 h 89"/>
              <a:gd name="T24" fmla="*/ 15 w 89"/>
              <a:gd name="T25" fmla="*/ 63 h 89"/>
              <a:gd name="T26" fmla="*/ 15 w 89"/>
              <a:gd name="T27" fmla="*/ 66 h 89"/>
              <a:gd name="T28" fmla="*/ 17 w 89"/>
              <a:gd name="T29" fmla="*/ 66 h 89"/>
              <a:gd name="T30" fmla="*/ 24 w 89"/>
              <a:gd name="T31" fmla="*/ 58 h 89"/>
              <a:gd name="T32" fmla="*/ 23 w 89"/>
              <a:gd name="T33" fmla="*/ 56 h 89"/>
              <a:gd name="T34" fmla="*/ 21 w 89"/>
              <a:gd name="T35" fmla="*/ 58 h 89"/>
              <a:gd name="T36" fmla="*/ 23 w 89"/>
              <a:gd name="T37" fmla="*/ 60 h 89"/>
              <a:gd name="T38" fmla="*/ 24 w 89"/>
              <a:gd name="T39" fmla="*/ 58 h 89"/>
              <a:gd name="T40" fmla="*/ 26 w 89"/>
              <a:gd name="T41" fmla="*/ 73 h 89"/>
              <a:gd name="T42" fmla="*/ 24 w 89"/>
              <a:gd name="T43" fmla="*/ 73 h 89"/>
              <a:gd name="T44" fmla="*/ 24 w 89"/>
              <a:gd name="T45" fmla="*/ 75 h 89"/>
              <a:gd name="T46" fmla="*/ 26 w 89"/>
              <a:gd name="T47" fmla="*/ 75 h 89"/>
              <a:gd name="T48" fmla="*/ 45 w 89"/>
              <a:gd name="T49" fmla="*/ 65 h 89"/>
              <a:gd name="T50" fmla="*/ 43 w 89"/>
              <a:gd name="T51" fmla="*/ 26 h 89"/>
              <a:gd name="T52" fmla="*/ 45 w 89"/>
              <a:gd name="T53" fmla="*/ 65 h 89"/>
              <a:gd name="T54" fmla="*/ 33 w 89"/>
              <a:gd name="T55" fmla="*/ 66 h 89"/>
              <a:gd name="T56" fmla="*/ 31 w 89"/>
              <a:gd name="T57" fmla="*/ 66 h 89"/>
              <a:gd name="T58" fmla="*/ 31 w 89"/>
              <a:gd name="T59" fmla="*/ 68 h 89"/>
              <a:gd name="T60" fmla="*/ 33 w 89"/>
              <a:gd name="T61" fmla="*/ 68 h 89"/>
              <a:gd name="T62" fmla="*/ 66 w 89"/>
              <a:gd name="T63" fmla="*/ 44 h 89"/>
              <a:gd name="T64" fmla="*/ 66 w 89"/>
              <a:gd name="T65" fmla="*/ 4 h 89"/>
              <a:gd name="T66" fmla="*/ 66 w 89"/>
              <a:gd name="T67" fmla="*/ 44 h 89"/>
              <a:gd name="T68" fmla="*/ 58 w 89"/>
              <a:gd name="T69" fmla="*/ 23 h 89"/>
              <a:gd name="T70" fmla="*/ 56 w 89"/>
              <a:gd name="T71" fmla="*/ 23 h 89"/>
              <a:gd name="T72" fmla="*/ 56 w 89"/>
              <a:gd name="T73" fmla="*/ 25 h 89"/>
              <a:gd name="T74" fmla="*/ 58 w 89"/>
              <a:gd name="T75" fmla="*/ 25 h 89"/>
              <a:gd name="T76" fmla="*/ 65 w 89"/>
              <a:gd name="T77" fmla="*/ 17 h 89"/>
              <a:gd name="T78" fmla="*/ 63 w 89"/>
              <a:gd name="T79" fmla="*/ 15 h 89"/>
              <a:gd name="T80" fmla="*/ 62 w 89"/>
              <a:gd name="T81" fmla="*/ 17 h 89"/>
              <a:gd name="T82" fmla="*/ 63 w 89"/>
              <a:gd name="T83" fmla="*/ 19 h 89"/>
              <a:gd name="T84" fmla="*/ 65 w 89"/>
              <a:gd name="T85" fmla="*/ 17 h 89"/>
              <a:gd name="T86" fmla="*/ 67 w 89"/>
              <a:gd name="T87" fmla="*/ 32 h 89"/>
              <a:gd name="T88" fmla="*/ 64 w 89"/>
              <a:gd name="T89" fmla="*/ 32 h 89"/>
              <a:gd name="T90" fmla="*/ 64 w 89"/>
              <a:gd name="T91" fmla="*/ 34 h 89"/>
              <a:gd name="T92" fmla="*/ 67 w 89"/>
              <a:gd name="T93" fmla="*/ 34 h 89"/>
              <a:gd name="T94" fmla="*/ 74 w 89"/>
              <a:gd name="T95" fmla="*/ 26 h 89"/>
              <a:gd name="T96" fmla="*/ 73 w 89"/>
              <a:gd name="T97" fmla="*/ 25 h 89"/>
              <a:gd name="T98" fmla="*/ 71 w 89"/>
              <a:gd name="T99" fmla="*/ 26 h 89"/>
              <a:gd name="T100" fmla="*/ 73 w 89"/>
              <a:gd name="T101" fmla="*/ 28 h 89"/>
              <a:gd name="T102" fmla="*/ 74 w 89"/>
              <a:gd name="T103" fmla="*/ 2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9" h="89">
                <a:moveTo>
                  <a:pt x="88" y="22"/>
                </a:moveTo>
                <a:cubicBezTo>
                  <a:pt x="89" y="22"/>
                  <a:pt x="89" y="23"/>
                  <a:pt x="89" y="24"/>
                </a:cubicBezTo>
                <a:cubicBezTo>
                  <a:pt x="89" y="25"/>
                  <a:pt x="89" y="26"/>
                  <a:pt x="88" y="26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9"/>
                  <a:pt x="24" y="89"/>
                  <a:pt x="24" y="89"/>
                </a:cubicBezTo>
                <a:cubicBezTo>
                  <a:pt x="23" y="89"/>
                  <a:pt x="23" y="89"/>
                  <a:pt x="23" y="89"/>
                </a:cubicBezTo>
                <a:cubicBezTo>
                  <a:pt x="22" y="89"/>
                  <a:pt x="22" y="89"/>
                  <a:pt x="21" y="88"/>
                </a:cubicBezTo>
                <a:cubicBezTo>
                  <a:pt x="1" y="68"/>
                  <a:pt x="1" y="68"/>
                  <a:pt x="1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65"/>
                  <a:pt x="1" y="64"/>
                  <a:pt x="1" y="64"/>
                </a:cubicBezTo>
                <a:cubicBezTo>
                  <a:pt x="63" y="1"/>
                  <a:pt x="63" y="1"/>
                  <a:pt x="63" y="1"/>
                </a:cubicBezTo>
                <a:cubicBezTo>
                  <a:pt x="64" y="1"/>
                  <a:pt x="64" y="1"/>
                  <a:pt x="65" y="1"/>
                </a:cubicBezTo>
                <a:cubicBezTo>
                  <a:pt x="65" y="1"/>
                  <a:pt x="65" y="0"/>
                  <a:pt x="66" y="0"/>
                </a:cubicBezTo>
                <a:cubicBezTo>
                  <a:pt x="66" y="0"/>
                  <a:pt x="66" y="1"/>
                  <a:pt x="67" y="1"/>
                </a:cubicBezTo>
                <a:cubicBezTo>
                  <a:pt x="67" y="1"/>
                  <a:pt x="68" y="1"/>
                  <a:pt x="68" y="1"/>
                </a:cubicBezTo>
                <a:lnTo>
                  <a:pt x="88" y="22"/>
                </a:lnTo>
                <a:close/>
                <a:moveTo>
                  <a:pt x="24" y="86"/>
                </a:moveTo>
                <a:cubicBezTo>
                  <a:pt x="43" y="67"/>
                  <a:pt x="43" y="67"/>
                  <a:pt x="43" y="67"/>
                </a:cubicBezTo>
                <a:cubicBezTo>
                  <a:pt x="23" y="47"/>
                  <a:pt x="23" y="47"/>
                  <a:pt x="23" y="47"/>
                </a:cubicBezTo>
                <a:cubicBezTo>
                  <a:pt x="3" y="66"/>
                  <a:pt x="3" y="66"/>
                  <a:pt x="3" y="66"/>
                </a:cubicBezTo>
                <a:lnTo>
                  <a:pt x="24" y="86"/>
                </a:lnTo>
                <a:close/>
                <a:moveTo>
                  <a:pt x="17" y="65"/>
                </a:moveTo>
                <a:cubicBezTo>
                  <a:pt x="17" y="64"/>
                  <a:pt x="17" y="64"/>
                  <a:pt x="17" y="63"/>
                </a:cubicBezTo>
                <a:cubicBezTo>
                  <a:pt x="17" y="63"/>
                  <a:pt x="16" y="63"/>
                  <a:pt x="16" y="63"/>
                </a:cubicBezTo>
                <a:cubicBezTo>
                  <a:pt x="15" y="63"/>
                  <a:pt x="15" y="63"/>
                  <a:pt x="15" y="63"/>
                </a:cubicBezTo>
                <a:cubicBezTo>
                  <a:pt x="14" y="64"/>
                  <a:pt x="14" y="64"/>
                  <a:pt x="14" y="65"/>
                </a:cubicBezTo>
                <a:cubicBezTo>
                  <a:pt x="14" y="65"/>
                  <a:pt x="14" y="65"/>
                  <a:pt x="15" y="66"/>
                </a:cubicBezTo>
                <a:cubicBezTo>
                  <a:pt x="15" y="66"/>
                  <a:pt x="15" y="66"/>
                  <a:pt x="16" y="66"/>
                </a:cubicBezTo>
                <a:cubicBezTo>
                  <a:pt x="16" y="66"/>
                  <a:pt x="17" y="66"/>
                  <a:pt x="17" y="66"/>
                </a:cubicBezTo>
                <a:cubicBezTo>
                  <a:pt x="17" y="65"/>
                  <a:pt x="17" y="65"/>
                  <a:pt x="17" y="65"/>
                </a:cubicBezTo>
                <a:close/>
                <a:moveTo>
                  <a:pt x="24" y="58"/>
                </a:moveTo>
                <a:cubicBezTo>
                  <a:pt x="24" y="57"/>
                  <a:pt x="24" y="57"/>
                  <a:pt x="24" y="57"/>
                </a:cubicBezTo>
                <a:cubicBezTo>
                  <a:pt x="24" y="56"/>
                  <a:pt x="23" y="56"/>
                  <a:pt x="23" y="56"/>
                </a:cubicBezTo>
                <a:cubicBezTo>
                  <a:pt x="22" y="56"/>
                  <a:pt x="22" y="56"/>
                  <a:pt x="22" y="57"/>
                </a:cubicBezTo>
                <a:cubicBezTo>
                  <a:pt x="21" y="57"/>
                  <a:pt x="21" y="57"/>
                  <a:pt x="21" y="58"/>
                </a:cubicBezTo>
                <a:cubicBezTo>
                  <a:pt x="21" y="58"/>
                  <a:pt x="21" y="59"/>
                  <a:pt x="22" y="59"/>
                </a:cubicBezTo>
                <a:cubicBezTo>
                  <a:pt x="22" y="59"/>
                  <a:pt x="22" y="60"/>
                  <a:pt x="23" y="60"/>
                </a:cubicBezTo>
                <a:cubicBezTo>
                  <a:pt x="23" y="60"/>
                  <a:pt x="24" y="59"/>
                  <a:pt x="24" y="59"/>
                </a:cubicBezTo>
                <a:cubicBezTo>
                  <a:pt x="24" y="59"/>
                  <a:pt x="24" y="58"/>
                  <a:pt x="24" y="58"/>
                </a:cubicBezTo>
                <a:close/>
                <a:moveTo>
                  <a:pt x="27" y="74"/>
                </a:moveTo>
                <a:cubicBezTo>
                  <a:pt x="27" y="73"/>
                  <a:pt x="27" y="73"/>
                  <a:pt x="26" y="73"/>
                </a:cubicBezTo>
                <a:cubicBezTo>
                  <a:pt x="26" y="72"/>
                  <a:pt x="25" y="72"/>
                  <a:pt x="25" y="72"/>
                </a:cubicBezTo>
                <a:cubicBezTo>
                  <a:pt x="25" y="72"/>
                  <a:pt x="24" y="72"/>
                  <a:pt x="24" y="73"/>
                </a:cubicBezTo>
                <a:cubicBezTo>
                  <a:pt x="24" y="73"/>
                  <a:pt x="23" y="73"/>
                  <a:pt x="23" y="74"/>
                </a:cubicBezTo>
                <a:cubicBezTo>
                  <a:pt x="23" y="74"/>
                  <a:pt x="24" y="74"/>
                  <a:pt x="24" y="75"/>
                </a:cubicBezTo>
                <a:cubicBezTo>
                  <a:pt x="24" y="75"/>
                  <a:pt x="25" y="75"/>
                  <a:pt x="25" y="75"/>
                </a:cubicBezTo>
                <a:cubicBezTo>
                  <a:pt x="25" y="75"/>
                  <a:pt x="26" y="75"/>
                  <a:pt x="26" y="75"/>
                </a:cubicBezTo>
                <a:cubicBezTo>
                  <a:pt x="27" y="74"/>
                  <a:pt x="27" y="74"/>
                  <a:pt x="27" y="74"/>
                </a:cubicBezTo>
                <a:close/>
                <a:moveTo>
                  <a:pt x="45" y="65"/>
                </a:moveTo>
                <a:cubicBezTo>
                  <a:pt x="63" y="47"/>
                  <a:pt x="63" y="47"/>
                  <a:pt x="63" y="47"/>
                </a:cubicBezTo>
                <a:cubicBezTo>
                  <a:pt x="43" y="26"/>
                  <a:pt x="43" y="26"/>
                  <a:pt x="43" y="26"/>
                </a:cubicBezTo>
                <a:cubicBezTo>
                  <a:pt x="25" y="44"/>
                  <a:pt x="25" y="44"/>
                  <a:pt x="25" y="44"/>
                </a:cubicBezTo>
                <a:lnTo>
                  <a:pt x="45" y="65"/>
                </a:lnTo>
                <a:close/>
                <a:moveTo>
                  <a:pt x="33" y="67"/>
                </a:moveTo>
                <a:cubicBezTo>
                  <a:pt x="33" y="66"/>
                  <a:pt x="33" y="66"/>
                  <a:pt x="33" y="66"/>
                </a:cubicBezTo>
                <a:cubicBezTo>
                  <a:pt x="33" y="65"/>
                  <a:pt x="32" y="65"/>
                  <a:pt x="32" y="65"/>
                </a:cubicBezTo>
                <a:cubicBezTo>
                  <a:pt x="31" y="65"/>
                  <a:pt x="31" y="65"/>
                  <a:pt x="31" y="66"/>
                </a:cubicBezTo>
                <a:cubicBezTo>
                  <a:pt x="30" y="66"/>
                  <a:pt x="30" y="66"/>
                  <a:pt x="30" y="67"/>
                </a:cubicBezTo>
                <a:cubicBezTo>
                  <a:pt x="30" y="67"/>
                  <a:pt x="30" y="68"/>
                  <a:pt x="31" y="68"/>
                </a:cubicBezTo>
                <a:cubicBezTo>
                  <a:pt x="31" y="68"/>
                  <a:pt x="31" y="68"/>
                  <a:pt x="32" y="68"/>
                </a:cubicBezTo>
                <a:cubicBezTo>
                  <a:pt x="32" y="68"/>
                  <a:pt x="33" y="68"/>
                  <a:pt x="33" y="68"/>
                </a:cubicBezTo>
                <a:cubicBezTo>
                  <a:pt x="33" y="68"/>
                  <a:pt x="33" y="67"/>
                  <a:pt x="33" y="67"/>
                </a:cubicBezTo>
                <a:close/>
                <a:moveTo>
                  <a:pt x="66" y="44"/>
                </a:moveTo>
                <a:cubicBezTo>
                  <a:pt x="86" y="24"/>
                  <a:pt x="86" y="24"/>
                  <a:pt x="86" y="24"/>
                </a:cubicBezTo>
                <a:cubicBezTo>
                  <a:pt x="66" y="4"/>
                  <a:pt x="66" y="4"/>
                  <a:pt x="66" y="4"/>
                </a:cubicBezTo>
                <a:cubicBezTo>
                  <a:pt x="45" y="24"/>
                  <a:pt x="45" y="24"/>
                  <a:pt x="45" y="24"/>
                </a:cubicBezTo>
                <a:lnTo>
                  <a:pt x="66" y="44"/>
                </a:lnTo>
                <a:close/>
                <a:moveTo>
                  <a:pt x="58" y="24"/>
                </a:moveTo>
                <a:cubicBezTo>
                  <a:pt x="58" y="24"/>
                  <a:pt x="58" y="23"/>
                  <a:pt x="58" y="23"/>
                </a:cubicBezTo>
                <a:cubicBezTo>
                  <a:pt x="58" y="23"/>
                  <a:pt x="57" y="22"/>
                  <a:pt x="57" y="22"/>
                </a:cubicBezTo>
                <a:cubicBezTo>
                  <a:pt x="56" y="22"/>
                  <a:pt x="56" y="23"/>
                  <a:pt x="56" y="23"/>
                </a:cubicBezTo>
                <a:cubicBezTo>
                  <a:pt x="55" y="23"/>
                  <a:pt x="55" y="24"/>
                  <a:pt x="55" y="24"/>
                </a:cubicBezTo>
                <a:cubicBezTo>
                  <a:pt x="55" y="24"/>
                  <a:pt x="55" y="25"/>
                  <a:pt x="56" y="25"/>
                </a:cubicBezTo>
                <a:cubicBezTo>
                  <a:pt x="56" y="25"/>
                  <a:pt x="56" y="26"/>
                  <a:pt x="57" y="26"/>
                </a:cubicBezTo>
                <a:cubicBezTo>
                  <a:pt x="57" y="26"/>
                  <a:pt x="58" y="25"/>
                  <a:pt x="58" y="25"/>
                </a:cubicBezTo>
                <a:cubicBezTo>
                  <a:pt x="58" y="25"/>
                  <a:pt x="58" y="24"/>
                  <a:pt x="58" y="24"/>
                </a:cubicBezTo>
                <a:close/>
                <a:moveTo>
                  <a:pt x="65" y="17"/>
                </a:moveTo>
                <a:cubicBezTo>
                  <a:pt x="65" y="17"/>
                  <a:pt x="65" y="16"/>
                  <a:pt x="65" y="16"/>
                </a:cubicBezTo>
                <a:cubicBezTo>
                  <a:pt x="64" y="16"/>
                  <a:pt x="64" y="15"/>
                  <a:pt x="63" y="15"/>
                </a:cubicBezTo>
                <a:cubicBezTo>
                  <a:pt x="63" y="15"/>
                  <a:pt x="63" y="16"/>
                  <a:pt x="62" y="16"/>
                </a:cubicBezTo>
                <a:cubicBezTo>
                  <a:pt x="62" y="16"/>
                  <a:pt x="62" y="17"/>
                  <a:pt x="62" y="17"/>
                </a:cubicBezTo>
                <a:cubicBezTo>
                  <a:pt x="62" y="18"/>
                  <a:pt x="62" y="18"/>
                  <a:pt x="62" y="18"/>
                </a:cubicBezTo>
                <a:cubicBezTo>
                  <a:pt x="63" y="18"/>
                  <a:pt x="63" y="19"/>
                  <a:pt x="63" y="19"/>
                </a:cubicBezTo>
                <a:cubicBezTo>
                  <a:pt x="64" y="19"/>
                  <a:pt x="64" y="18"/>
                  <a:pt x="65" y="18"/>
                </a:cubicBezTo>
                <a:cubicBezTo>
                  <a:pt x="65" y="18"/>
                  <a:pt x="65" y="18"/>
                  <a:pt x="65" y="17"/>
                </a:cubicBezTo>
                <a:close/>
                <a:moveTo>
                  <a:pt x="67" y="33"/>
                </a:moveTo>
                <a:cubicBezTo>
                  <a:pt x="67" y="32"/>
                  <a:pt x="67" y="32"/>
                  <a:pt x="67" y="32"/>
                </a:cubicBezTo>
                <a:cubicBezTo>
                  <a:pt x="67" y="31"/>
                  <a:pt x="66" y="31"/>
                  <a:pt x="66" y="31"/>
                </a:cubicBezTo>
                <a:cubicBezTo>
                  <a:pt x="65" y="31"/>
                  <a:pt x="65" y="31"/>
                  <a:pt x="64" y="32"/>
                </a:cubicBezTo>
                <a:cubicBezTo>
                  <a:pt x="64" y="32"/>
                  <a:pt x="64" y="32"/>
                  <a:pt x="64" y="33"/>
                </a:cubicBezTo>
                <a:cubicBezTo>
                  <a:pt x="64" y="33"/>
                  <a:pt x="64" y="34"/>
                  <a:pt x="64" y="34"/>
                </a:cubicBezTo>
                <a:cubicBezTo>
                  <a:pt x="65" y="34"/>
                  <a:pt x="65" y="35"/>
                  <a:pt x="66" y="35"/>
                </a:cubicBezTo>
                <a:cubicBezTo>
                  <a:pt x="66" y="35"/>
                  <a:pt x="67" y="34"/>
                  <a:pt x="67" y="34"/>
                </a:cubicBezTo>
                <a:cubicBezTo>
                  <a:pt x="67" y="34"/>
                  <a:pt x="67" y="33"/>
                  <a:pt x="67" y="33"/>
                </a:cubicBezTo>
                <a:close/>
                <a:moveTo>
                  <a:pt x="74" y="26"/>
                </a:moveTo>
                <a:cubicBezTo>
                  <a:pt x="74" y="26"/>
                  <a:pt x="74" y="25"/>
                  <a:pt x="74" y="25"/>
                </a:cubicBezTo>
                <a:cubicBezTo>
                  <a:pt x="73" y="25"/>
                  <a:pt x="73" y="25"/>
                  <a:pt x="73" y="25"/>
                </a:cubicBezTo>
                <a:cubicBezTo>
                  <a:pt x="72" y="25"/>
                  <a:pt x="72" y="25"/>
                  <a:pt x="71" y="25"/>
                </a:cubicBezTo>
                <a:cubicBezTo>
                  <a:pt x="71" y="25"/>
                  <a:pt x="71" y="26"/>
                  <a:pt x="71" y="26"/>
                </a:cubicBezTo>
                <a:cubicBezTo>
                  <a:pt x="71" y="27"/>
                  <a:pt x="71" y="27"/>
                  <a:pt x="71" y="27"/>
                </a:cubicBezTo>
                <a:cubicBezTo>
                  <a:pt x="72" y="28"/>
                  <a:pt x="72" y="28"/>
                  <a:pt x="73" y="28"/>
                </a:cubicBezTo>
                <a:cubicBezTo>
                  <a:pt x="73" y="28"/>
                  <a:pt x="73" y="28"/>
                  <a:pt x="74" y="27"/>
                </a:cubicBezTo>
                <a:cubicBezTo>
                  <a:pt x="74" y="27"/>
                  <a:pt x="74" y="27"/>
                  <a:pt x="74" y="26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5" name="Freeform 157"/>
          <p:cNvSpPr>
            <a:spLocks noEditPoints="1"/>
          </p:cNvSpPr>
          <p:nvPr/>
        </p:nvSpPr>
        <p:spPr bwMode="auto">
          <a:xfrm>
            <a:off x="1549400" y="4731533"/>
            <a:ext cx="327025" cy="250825"/>
          </a:xfrm>
          <a:custGeom>
            <a:avLst/>
            <a:gdLst>
              <a:gd name="T0" fmla="*/ 87 w 87"/>
              <a:gd name="T1" fmla="*/ 23 h 67"/>
              <a:gd name="T2" fmla="*/ 80 w 87"/>
              <a:gd name="T3" fmla="*/ 24 h 67"/>
              <a:gd name="T4" fmla="*/ 85 w 87"/>
              <a:gd name="T5" fmla="*/ 32 h 67"/>
              <a:gd name="T6" fmla="*/ 80 w 87"/>
              <a:gd name="T7" fmla="*/ 60 h 67"/>
              <a:gd name="T8" fmla="*/ 75 w 87"/>
              <a:gd name="T9" fmla="*/ 67 h 67"/>
              <a:gd name="T10" fmla="*/ 67 w 87"/>
              <a:gd name="T11" fmla="*/ 65 h 67"/>
              <a:gd name="T12" fmla="*/ 64 w 87"/>
              <a:gd name="T13" fmla="*/ 55 h 67"/>
              <a:gd name="T14" fmla="*/ 22 w 87"/>
              <a:gd name="T15" fmla="*/ 63 h 67"/>
              <a:gd name="T16" fmla="*/ 15 w 87"/>
              <a:gd name="T17" fmla="*/ 67 h 67"/>
              <a:gd name="T18" fmla="*/ 7 w 87"/>
              <a:gd name="T19" fmla="*/ 63 h 67"/>
              <a:gd name="T20" fmla="*/ 2 w 87"/>
              <a:gd name="T21" fmla="*/ 55 h 67"/>
              <a:gd name="T22" fmla="*/ 4 w 87"/>
              <a:gd name="T23" fmla="*/ 26 h 67"/>
              <a:gd name="T24" fmla="*/ 11 w 87"/>
              <a:gd name="T25" fmla="*/ 23 h 67"/>
              <a:gd name="T26" fmla="*/ 12 w 87"/>
              <a:gd name="T27" fmla="*/ 19 h 67"/>
              <a:gd name="T28" fmla="*/ 17 w 87"/>
              <a:gd name="T29" fmla="*/ 2 h 67"/>
              <a:gd name="T30" fmla="*/ 64 w 87"/>
              <a:gd name="T31" fmla="*/ 0 h 67"/>
              <a:gd name="T32" fmla="*/ 72 w 87"/>
              <a:gd name="T33" fmla="*/ 4 h 67"/>
              <a:gd name="T34" fmla="*/ 82 w 87"/>
              <a:gd name="T35" fmla="*/ 32 h 67"/>
              <a:gd name="T36" fmla="*/ 78 w 87"/>
              <a:gd name="T37" fmla="*/ 27 h 67"/>
              <a:gd name="T38" fmla="*/ 9 w 87"/>
              <a:gd name="T39" fmla="*/ 27 h 67"/>
              <a:gd name="T40" fmla="*/ 5 w 87"/>
              <a:gd name="T41" fmla="*/ 32 h 67"/>
              <a:gd name="T42" fmla="*/ 82 w 87"/>
              <a:gd name="T43" fmla="*/ 32 h 67"/>
              <a:gd name="T44" fmla="*/ 10 w 87"/>
              <a:gd name="T45" fmla="*/ 55 h 67"/>
              <a:gd name="T46" fmla="*/ 11 w 87"/>
              <a:gd name="T47" fmla="*/ 63 h 67"/>
              <a:gd name="T48" fmla="*/ 17 w 87"/>
              <a:gd name="T49" fmla="*/ 64 h 67"/>
              <a:gd name="T50" fmla="*/ 19 w 87"/>
              <a:gd name="T51" fmla="*/ 60 h 67"/>
              <a:gd name="T52" fmla="*/ 22 w 87"/>
              <a:gd name="T53" fmla="*/ 34 h 67"/>
              <a:gd name="T54" fmla="*/ 24 w 87"/>
              <a:gd name="T55" fmla="*/ 41 h 67"/>
              <a:gd name="T56" fmla="*/ 18 w 87"/>
              <a:gd name="T57" fmla="*/ 45 h 67"/>
              <a:gd name="T58" fmla="*/ 12 w 87"/>
              <a:gd name="T59" fmla="*/ 41 h 67"/>
              <a:gd name="T60" fmla="*/ 13 w 87"/>
              <a:gd name="T61" fmla="*/ 34 h 67"/>
              <a:gd name="T62" fmla="*/ 17 w 87"/>
              <a:gd name="T63" fmla="*/ 8 h 67"/>
              <a:gd name="T64" fmla="*/ 70 w 87"/>
              <a:gd name="T65" fmla="*/ 7 h 67"/>
              <a:gd name="T66" fmla="*/ 66 w 87"/>
              <a:gd name="T67" fmla="*/ 4 h 67"/>
              <a:gd name="T68" fmla="*/ 21 w 87"/>
              <a:gd name="T69" fmla="*/ 4 h 67"/>
              <a:gd name="T70" fmla="*/ 17 w 87"/>
              <a:gd name="T71" fmla="*/ 8 h 67"/>
              <a:gd name="T72" fmla="*/ 21 w 87"/>
              <a:gd name="T73" fmla="*/ 39 h 67"/>
              <a:gd name="T74" fmla="*/ 16 w 87"/>
              <a:gd name="T75" fmla="*/ 37 h 67"/>
              <a:gd name="T76" fmla="*/ 18 w 87"/>
              <a:gd name="T77" fmla="*/ 42 h 67"/>
              <a:gd name="T78" fmla="*/ 74 w 87"/>
              <a:gd name="T79" fmla="*/ 34 h 67"/>
              <a:gd name="T80" fmla="*/ 75 w 87"/>
              <a:gd name="T81" fmla="*/ 41 h 67"/>
              <a:gd name="T82" fmla="*/ 69 w 87"/>
              <a:gd name="T83" fmla="*/ 45 h 67"/>
              <a:gd name="T84" fmla="*/ 63 w 87"/>
              <a:gd name="T85" fmla="*/ 41 h 67"/>
              <a:gd name="T86" fmla="*/ 65 w 87"/>
              <a:gd name="T87" fmla="*/ 34 h 67"/>
              <a:gd name="T88" fmla="*/ 69 w 87"/>
              <a:gd name="T89" fmla="*/ 42 h 67"/>
              <a:gd name="T90" fmla="*/ 71 w 87"/>
              <a:gd name="T91" fmla="*/ 37 h 67"/>
              <a:gd name="T92" fmla="*/ 66 w 87"/>
              <a:gd name="T93" fmla="*/ 39 h 67"/>
              <a:gd name="T94" fmla="*/ 77 w 87"/>
              <a:gd name="T95" fmla="*/ 60 h 67"/>
              <a:gd name="T96" fmla="*/ 67 w 87"/>
              <a:gd name="T97" fmla="*/ 60 h 67"/>
              <a:gd name="T98" fmla="*/ 70 w 87"/>
              <a:gd name="T99" fmla="*/ 64 h 67"/>
              <a:gd name="T100" fmla="*/ 76 w 87"/>
              <a:gd name="T101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7" h="67">
                <a:moveTo>
                  <a:pt x="76" y="19"/>
                </a:moveTo>
                <a:cubicBezTo>
                  <a:pt x="87" y="19"/>
                  <a:pt x="87" y="19"/>
                  <a:pt x="87" y="19"/>
                </a:cubicBezTo>
                <a:cubicBezTo>
                  <a:pt x="87" y="23"/>
                  <a:pt x="87" y="23"/>
                  <a:pt x="87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8" y="23"/>
                  <a:pt x="79" y="23"/>
                  <a:pt x="80" y="24"/>
                </a:cubicBezTo>
                <a:cubicBezTo>
                  <a:pt x="81" y="24"/>
                  <a:pt x="82" y="25"/>
                  <a:pt x="83" y="26"/>
                </a:cubicBezTo>
                <a:cubicBezTo>
                  <a:pt x="83" y="27"/>
                  <a:pt x="84" y="28"/>
                  <a:pt x="84" y="29"/>
                </a:cubicBezTo>
                <a:cubicBezTo>
                  <a:pt x="85" y="30"/>
                  <a:pt x="85" y="31"/>
                  <a:pt x="85" y="32"/>
                </a:cubicBezTo>
                <a:cubicBezTo>
                  <a:pt x="85" y="55"/>
                  <a:pt x="85" y="55"/>
                  <a:pt x="85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61"/>
                  <a:pt x="80" y="62"/>
                  <a:pt x="80" y="63"/>
                </a:cubicBezTo>
                <a:cubicBezTo>
                  <a:pt x="79" y="64"/>
                  <a:pt x="79" y="64"/>
                  <a:pt x="78" y="65"/>
                </a:cubicBezTo>
                <a:cubicBezTo>
                  <a:pt x="77" y="66"/>
                  <a:pt x="76" y="67"/>
                  <a:pt x="75" y="67"/>
                </a:cubicBezTo>
                <a:cubicBezTo>
                  <a:pt x="74" y="67"/>
                  <a:pt x="73" y="67"/>
                  <a:pt x="72" y="67"/>
                </a:cubicBezTo>
                <a:cubicBezTo>
                  <a:pt x="71" y="67"/>
                  <a:pt x="70" y="67"/>
                  <a:pt x="69" y="67"/>
                </a:cubicBezTo>
                <a:cubicBezTo>
                  <a:pt x="68" y="67"/>
                  <a:pt x="67" y="66"/>
                  <a:pt x="67" y="65"/>
                </a:cubicBezTo>
                <a:cubicBezTo>
                  <a:pt x="66" y="64"/>
                  <a:pt x="65" y="64"/>
                  <a:pt x="65" y="63"/>
                </a:cubicBezTo>
                <a:cubicBezTo>
                  <a:pt x="64" y="62"/>
                  <a:pt x="64" y="61"/>
                  <a:pt x="64" y="60"/>
                </a:cubicBezTo>
                <a:cubicBezTo>
                  <a:pt x="64" y="55"/>
                  <a:pt x="64" y="55"/>
                  <a:pt x="64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60"/>
                  <a:pt x="23" y="60"/>
                  <a:pt x="23" y="60"/>
                </a:cubicBezTo>
                <a:cubicBezTo>
                  <a:pt x="23" y="61"/>
                  <a:pt x="22" y="62"/>
                  <a:pt x="22" y="63"/>
                </a:cubicBezTo>
                <a:cubicBezTo>
                  <a:pt x="22" y="64"/>
                  <a:pt x="21" y="64"/>
                  <a:pt x="20" y="65"/>
                </a:cubicBezTo>
                <a:cubicBezTo>
                  <a:pt x="20" y="66"/>
                  <a:pt x="19" y="67"/>
                  <a:pt x="18" y="67"/>
                </a:cubicBezTo>
                <a:cubicBezTo>
                  <a:pt x="17" y="67"/>
                  <a:pt x="16" y="67"/>
                  <a:pt x="15" y="67"/>
                </a:cubicBezTo>
                <a:cubicBezTo>
                  <a:pt x="14" y="67"/>
                  <a:pt x="13" y="67"/>
                  <a:pt x="12" y="67"/>
                </a:cubicBezTo>
                <a:cubicBezTo>
                  <a:pt x="11" y="67"/>
                  <a:pt x="10" y="66"/>
                  <a:pt x="9" y="65"/>
                </a:cubicBezTo>
                <a:cubicBezTo>
                  <a:pt x="8" y="64"/>
                  <a:pt x="8" y="64"/>
                  <a:pt x="7" y="63"/>
                </a:cubicBezTo>
                <a:cubicBezTo>
                  <a:pt x="7" y="62"/>
                  <a:pt x="7" y="61"/>
                  <a:pt x="7" y="60"/>
                </a:cubicBezTo>
                <a:cubicBezTo>
                  <a:pt x="7" y="55"/>
                  <a:pt x="7" y="55"/>
                  <a:pt x="7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1"/>
                  <a:pt x="2" y="30"/>
                  <a:pt x="3" y="29"/>
                </a:cubicBezTo>
                <a:cubicBezTo>
                  <a:pt x="3" y="28"/>
                  <a:pt x="4" y="27"/>
                  <a:pt x="4" y="26"/>
                </a:cubicBezTo>
                <a:cubicBezTo>
                  <a:pt x="5" y="25"/>
                  <a:pt x="6" y="24"/>
                  <a:pt x="7" y="24"/>
                </a:cubicBezTo>
                <a:cubicBezTo>
                  <a:pt x="8" y="23"/>
                  <a:pt x="9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9"/>
                  <a:pt x="0" y="19"/>
                  <a:pt x="0" y="19"/>
                </a:cubicBezTo>
                <a:cubicBezTo>
                  <a:pt x="12" y="19"/>
                  <a:pt x="12" y="19"/>
                  <a:pt x="12" y="19"/>
                </a:cubicBezTo>
                <a:cubicBezTo>
                  <a:pt x="14" y="7"/>
                  <a:pt x="14" y="7"/>
                  <a:pt x="14" y="7"/>
                </a:cubicBezTo>
                <a:cubicBezTo>
                  <a:pt x="15" y="6"/>
                  <a:pt x="15" y="5"/>
                  <a:pt x="16" y="4"/>
                </a:cubicBezTo>
                <a:cubicBezTo>
                  <a:pt x="16" y="3"/>
                  <a:pt x="17" y="3"/>
                  <a:pt x="17" y="2"/>
                </a:cubicBezTo>
                <a:cubicBezTo>
                  <a:pt x="18" y="1"/>
                  <a:pt x="19" y="1"/>
                  <a:pt x="20" y="1"/>
                </a:cubicBezTo>
                <a:cubicBezTo>
                  <a:pt x="21" y="0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1"/>
                </a:cubicBezTo>
                <a:cubicBezTo>
                  <a:pt x="68" y="1"/>
                  <a:pt x="69" y="1"/>
                  <a:pt x="70" y="2"/>
                </a:cubicBezTo>
                <a:cubicBezTo>
                  <a:pt x="71" y="3"/>
                  <a:pt x="71" y="3"/>
                  <a:pt x="72" y="4"/>
                </a:cubicBezTo>
                <a:cubicBezTo>
                  <a:pt x="72" y="5"/>
                  <a:pt x="73" y="6"/>
                  <a:pt x="73" y="7"/>
                </a:cubicBezTo>
                <a:lnTo>
                  <a:pt x="76" y="19"/>
                </a:lnTo>
                <a:close/>
                <a:moveTo>
                  <a:pt x="82" y="32"/>
                </a:moveTo>
                <a:cubicBezTo>
                  <a:pt x="82" y="32"/>
                  <a:pt x="82" y="31"/>
                  <a:pt x="81" y="30"/>
                </a:cubicBezTo>
                <a:cubicBezTo>
                  <a:pt x="81" y="29"/>
                  <a:pt x="81" y="29"/>
                  <a:pt x="80" y="28"/>
                </a:cubicBezTo>
                <a:cubicBezTo>
                  <a:pt x="79" y="27"/>
                  <a:pt x="79" y="27"/>
                  <a:pt x="78" y="27"/>
                </a:cubicBezTo>
                <a:cubicBezTo>
                  <a:pt x="77" y="26"/>
                  <a:pt x="76" y="26"/>
                  <a:pt x="75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0" y="26"/>
                  <a:pt x="9" y="27"/>
                </a:cubicBezTo>
                <a:cubicBezTo>
                  <a:pt x="8" y="27"/>
                  <a:pt x="8" y="27"/>
                  <a:pt x="7" y="28"/>
                </a:cubicBezTo>
                <a:cubicBezTo>
                  <a:pt x="6" y="29"/>
                  <a:pt x="6" y="29"/>
                  <a:pt x="6" y="30"/>
                </a:cubicBezTo>
                <a:cubicBezTo>
                  <a:pt x="5" y="31"/>
                  <a:pt x="5" y="32"/>
                  <a:pt x="5" y="32"/>
                </a:cubicBezTo>
                <a:cubicBezTo>
                  <a:pt x="5" y="52"/>
                  <a:pt x="5" y="52"/>
                  <a:pt x="5" y="52"/>
                </a:cubicBezTo>
                <a:cubicBezTo>
                  <a:pt x="82" y="52"/>
                  <a:pt x="82" y="52"/>
                  <a:pt x="82" y="52"/>
                </a:cubicBezTo>
                <a:lnTo>
                  <a:pt x="82" y="32"/>
                </a:lnTo>
                <a:close/>
                <a:moveTo>
                  <a:pt x="19" y="60"/>
                </a:moveTo>
                <a:cubicBezTo>
                  <a:pt x="19" y="55"/>
                  <a:pt x="19" y="55"/>
                  <a:pt x="1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60"/>
                  <a:pt x="10" y="61"/>
                  <a:pt x="10" y="61"/>
                </a:cubicBezTo>
                <a:cubicBezTo>
                  <a:pt x="10" y="62"/>
                  <a:pt x="11" y="62"/>
                  <a:pt x="11" y="63"/>
                </a:cubicBezTo>
                <a:cubicBezTo>
                  <a:pt x="12" y="63"/>
                  <a:pt x="12" y="64"/>
                  <a:pt x="13" y="64"/>
                </a:cubicBezTo>
                <a:cubicBezTo>
                  <a:pt x="13" y="64"/>
                  <a:pt x="14" y="64"/>
                  <a:pt x="15" y="64"/>
                </a:cubicBezTo>
                <a:cubicBezTo>
                  <a:pt x="15" y="64"/>
                  <a:pt x="16" y="64"/>
                  <a:pt x="17" y="64"/>
                </a:cubicBezTo>
                <a:cubicBezTo>
                  <a:pt x="17" y="64"/>
                  <a:pt x="18" y="63"/>
                  <a:pt x="18" y="63"/>
                </a:cubicBezTo>
                <a:cubicBezTo>
                  <a:pt x="18" y="62"/>
                  <a:pt x="19" y="62"/>
                  <a:pt x="19" y="61"/>
                </a:cubicBezTo>
                <a:cubicBezTo>
                  <a:pt x="19" y="61"/>
                  <a:pt x="19" y="60"/>
                  <a:pt x="19" y="60"/>
                </a:cubicBezTo>
                <a:close/>
                <a:moveTo>
                  <a:pt x="18" y="32"/>
                </a:moveTo>
                <a:cubicBezTo>
                  <a:pt x="19" y="32"/>
                  <a:pt x="20" y="32"/>
                  <a:pt x="20" y="33"/>
                </a:cubicBezTo>
                <a:cubicBezTo>
                  <a:pt x="21" y="33"/>
                  <a:pt x="22" y="34"/>
                  <a:pt x="22" y="34"/>
                </a:cubicBezTo>
                <a:cubicBezTo>
                  <a:pt x="23" y="35"/>
                  <a:pt x="24" y="35"/>
                  <a:pt x="24" y="36"/>
                </a:cubicBezTo>
                <a:cubicBezTo>
                  <a:pt x="24" y="37"/>
                  <a:pt x="24" y="38"/>
                  <a:pt x="24" y="39"/>
                </a:cubicBezTo>
                <a:cubicBezTo>
                  <a:pt x="24" y="40"/>
                  <a:pt x="24" y="40"/>
                  <a:pt x="24" y="41"/>
                </a:cubicBezTo>
                <a:cubicBezTo>
                  <a:pt x="24" y="42"/>
                  <a:pt x="23" y="43"/>
                  <a:pt x="22" y="43"/>
                </a:cubicBezTo>
                <a:cubicBezTo>
                  <a:pt x="22" y="44"/>
                  <a:pt x="21" y="44"/>
                  <a:pt x="20" y="45"/>
                </a:cubicBezTo>
                <a:cubicBezTo>
                  <a:pt x="20" y="45"/>
                  <a:pt x="19" y="45"/>
                  <a:pt x="18" y="45"/>
                </a:cubicBezTo>
                <a:cubicBezTo>
                  <a:pt x="17" y="45"/>
                  <a:pt x="16" y="45"/>
                  <a:pt x="15" y="45"/>
                </a:cubicBezTo>
                <a:cubicBezTo>
                  <a:pt x="15" y="44"/>
                  <a:pt x="14" y="44"/>
                  <a:pt x="13" y="43"/>
                </a:cubicBezTo>
                <a:cubicBezTo>
                  <a:pt x="13" y="43"/>
                  <a:pt x="12" y="42"/>
                  <a:pt x="12" y="41"/>
                </a:cubicBezTo>
                <a:cubicBezTo>
                  <a:pt x="12" y="40"/>
                  <a:pt x="12" y="40"/>
                  <a:pt x="12" y="39"/>
                </a:cubicBezTo>
                <a:cubicBezTo>
                  <a:pt x="12" y="38"/>
                  <a:pt x="12" y="37"/>
                  <a:pt x="12" y="36"/>
                </a:cubicBezTo>
                <a:cubicBezTo>
                  <a:pt x="12" y="35"/>
                  <a:pt x="13" y="35"/>
                  <a:pt x="13" y="34"/>
                </a:cubicBezTo>
                <a:cubicBezTo>
                  <a:pt x="14" y="34"/>
                  <a:pt x="15" y="33"/>
                  <a:pt x="15" y="33"/>
                </a:cubicBezTo>
                <a:cubicBezTo>
                  <a:pt x="16" y="32"/>
                  <a:pt x="17" y="32"/>
                  <a:pt x="18" y="32"/>
                </a:cubicBezTo>
                <a:close/>
                <a:moveTo>
                  <a:pt x="17" y="8"/>
                </a:moveTo>
                <a:cubicBezTo>
                  <a:pt x="14" y="23"/>
                  <a:pt x="14" y="23"/>
                  <a:pt x="14" y="23"/>
                </a:cubicBezTo>
                <a:cubicBezTo>
                  <a:pt x="73" y="23"/>
                  <a:pt x="73" y="23"/>
                  <a:pt x="73" y="23"/>
                </a:cubicBezTo>
                <a:cubicBezTo>
                  <a:pt x="70" y="7"/>
                  <a:pt x="70" y="7"/>
                  <a:pt x="70" y="7"/>
                </a:cubicBezTo>
                <a:cubicBezTo>
                  <a:pt x="70" y="7"/>
                  <a:pt x="69" y="6"/>
                  <a:pt x="69" y="6"/>
                </a:cubicBezTo>
                <a:cubicBezTo>
                  <a:pt x="69" y="5"/>
                  <a:pt x="68" y="5"/>
                  <a:pt x="68" y="4"/>
                </a:cubicBezTo>
                <a:cubicBezTo>
                  <a:pt x="67" y="4"/>
                  <a:pt x="67" y="4"/>
                  <a:pt x="66" y="4"/>
                </a:cubicBezTo>
                <a:cubicBezTo>
                  <a:pt x="66" y="4"/>
                  <a:pt x="65" y="4"/>
                  <a:pt x="64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0" y="4"/>
                  <a:pt x="20" y="4"/>
                  <a:pt x="19" y="4"/>
                </a:cubicBezTo>
                <a:cubicBezTo>
                  <a:pt x="19" y="5"/>
                  <a:pt x="19" y="5"/>
                  <a:pt x="18" y="6"/>
                </a:cubicBezTo>
                <a:cubicBezTo>
                  <a:pt x="18" y="6"/>
                  <a:pt x="18" y="7"/>
                  <a:pt x="17" y="8"/>
                </a:cubicBezTo>
                <a:close/>
                <a:moveTo>
                  <a:pt x="18" y="42"/>
                </a:moveTo>
                <a:cubicBezTo>
                  <a:pt x="19" y="42"/>
                  <a:pt x="20" y="42"/>
                  <a:pt x="20" y="41"/>
                </a:cubicBezTo>
                <a:cubicBezTo>
                  <a:pt x="21" y="40"/>
                  <a:pt x="21" y="40"/>
                  <a:pt x="21" y="39"/>
                </a:cubicBezTo>
                <a:cubicBezTo>
                  <a:pt x="21" y="38"/>
                  <a:pt x="21" y="37"/>
                  <a:pt x="20" y="37"/>
                </a:cubicBezTo>
                <a:cubicBezTo>
                  <a:pt x="20" y="36"/>
                  <a:pt x="19" y="36"/>
                  <a:pt x="18" y="36"/>
                </a:cubicBezTo>
                <a:cubicBezTo>
                  <a:pt x="17" y="36"/>
                  <a:pt x="16" y="36"/>
                  <a:pt x="16" y="37"/>
                </a:cubicBezTo>
                <a:cubicBezTo>
                  <a:pt x="15" y="37"/>
                  <a:pt x="15" y="38"/>
                  <a:pt x="15" y="39"/>
                </a:cubicBezTo>
                <a:cubicBezTo>
                  <a:pt x="15" y="40"/>
                  <a:pt x="15" y="40"/>
                  <a:pt x="16" y="41"/>
                </a:cubicBezTo>
                <a:cubicBezTo>
                  <a:pt x="16" y="42"/>
                  <a:pt x="17" y="42"/>
                  <a:pt x="18" y="42"/>
                </a:cubicBezTo>
                <a:close/>
                <a:moveTo>
                  <a:pt x="69" y="32"/>
                </a:moveTo>
                <a:cubicBezTo>
                  <a:pt x="70" y="32"/>
                  <a:pt x="71" y="32"/>
                  <a:pt x="72" y="33"/>
                </a:cubicBezTo>
                <a:cubicBezTo>
                  <a:pt x="72" y="33"/>
                  <a:pt x="73" y="34"/>
                  <a:pt x="74" y="34"/>
                </a:cubicBezTo>
                <a:cubicBezTo>
                  <a:pt x="74" y="35"/>
                  <a:pt x="75" y="35"/>
                  <a:pt x="75" y="36"/>
                </a:cubicBezTo>
                <a:cubicBezTo>
                  <a:pt x="75" y="37"/>
                  <a:pt x="75" y="38"/>
                  <a:pt x="75" y="39"/>
                </a:cubicBezTo>
                <a:cubicBezTo>
                  <a:pt x="75" y="40"/>
                  <a:pt x="75" y="40"/>
                  <a:pt x="75" y="41"/>
                </a:cubicBezTo>
                <a:cubicBezTo>
                  <a:pt x="75" y="42"/>
                  <a:pt x="74" y="43"/>
                  <a:pt x="74" y="43"/>
                </a:cubicBezTo>
                <a:cubicBezTo>
                  <a:pt x="73" y="44"/>
                  <a:pt x="72" y="44"/>
                  <a:pt x="72" y="45"/>
                </a:cubicBezTo>
                <a:cubicBezTo>
                  <a:pt x="71" y="45"/>
                  <a:pt x="70" y="45"/>
                  <a:pt x="69" y="45"/>
                </a:cubicBezTo>
                <a:cubicBezTo>
                  <a:pt x="68" y="45"/>
                  <a:pt x="67" y="45"/>
                  <a:pt x="67" y="45"/>
                </a:cubicBezTo>
                <a:cubicBezTo>
                  <a:pt x="66" y="44"/>
                  <a:pt x="65" y="44"/>
                  <a:pt x="65" y="43"/>
                </a:cubicBezTo>
                <a:cubicBezTo>
                  <a:pt x="64" y="43"/>
                  <a:pt x="64" y="42"/>
                  <a:pt x="63" y="41"/>
                </a:cubicBezTo>
                <a:cubicBezTo>
                  <a:pt x="63" y="40"/>
                  <a:pt x="63" y="40"/>
                  <a:pt x="63" y="39"/>
                </a:cubicBezTo>
                <a:cubicBezTo>
                  <a:pt x="63" y="38"/>
                  <a:pt x="63" y="37"/>
                  <a:pt x="63" y="36"/>
                </a:cubicBezTo>
                <a:cubicBezTo>
                  <a:pt x="64" y="35"/>
                  <a:pt x="64" y="35"/>
                  <a:pt x="65" y="34"/>
                </a:cubicBezTo>
                <a:cubicBezTo>
                  <a:pt x="65" y="34"/>
                  <a:pt x="66" y="33"/>
                  <a:pt x="67" y="33"/>
                </a:cubicBezTo>
                <a:cubicBezTo>
                  <a:pt x="67" y="32"/>
                  <a:pt x="68" y="32"/>
                  <a:pt x="69" y="32"/>
                </a:cubicBezTo>
                <a:close/>
                <a:moveTo>
                  <a:pt x="69" y="42"/>
                </a:moveTo>
                <a:cubicBezTo>
                  <a:pt x="70" y="42"/>
                  <a:pt x="71" y="42"/>
                  <a:pt x="71" y="41"/>
                </a:cubicBezTo>
                <a:cubicBezTo>
                  <a:pt x="72" y="40"/>
                  <a:pt x="72" y="40"/>
                  <a:pt x="72" y="39"/>
                </a:cubicBezTo>
                <a:cubicBezTo>
                  <a:pt x="72" y="38"/>
                  <a:pt x="72" y="37"/>
                  <a:pt x="71" y="37"/>
                </a:cubicBezTo>
                <a:cubicBezTo>
                  <a:pt x="71" y="36"/>
                  <a:pt x="70" y="36"/>
                  <a:pt x="69" y="36"/>
                </a:cubicBezTo>
                <a:cubicBezTo>
                  <a:pt x="68" y="36"/>
                  <a:pt x="67" y="36"/>
                  <a:pt x="67" y="37"/>
                </a:cubicBezTo>
                <a:cubicBezTo>
                  <a:pt x="66" y="37"/>
                  <a:pt x="66" y="38"/>
                  <a:pt x="66" y="39"/>
                </a:cubicBezTo>
                <a:cubicBezTo>
                  <a:pt x="66" y="40"/>
                  <a:pt x="66" y="40"/>
                  <a:pt x="67" y="41"/>
                </a:cubicBezTo>
                <a:cubicBezTo>
                  <a:pt x="67" y="42"/>
                  <a:pt x="68" y="42"/>
                  <a:pt x="69" y="42"/>
                </a:cubicBezTo>
                <a:close/>
                <a:moveTo>
                  <a:pt x="77" y="60"/>
                </a:moveTo>
                <a:cubicBezTo>
                  <a:pt x="77" y="55"/>
                  <a:pt x="77" y="55"/>
                  <a:pt x="77" y="55"/>
                </a:cubicBezTo>
                <a:cubicBezTo>
                  <a:pt x="67" y="55"/>
                  <a:pt x="67" y="55"/>
                  <a:pt x="67" y="55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8" y="61"/>
                  <a:pt x="68" y="61"/>
                </a:cubicBezTo>
                <a:cubicBezTo>
                  <a:pt x="68" y="62"/>
                  <a:pt x="68" y="62"/>
                  <a:pt x="69" y="63"/>
                </a:cubicBezTo>
                <a:cubicBezTo>
                  <a:pt x="69" y="63"/>
                  <a:pt x="70" y="64"/>
                  <a:pt x="70" y="64"/>
                </a:cubicBezTo>
                <a:cubicBezTo>
                  <a:pt x="71" y="64"/>
                  <a:pt x="72" y="64"/>
                  <a:pt x="72" y="64"/>
                </a:cubicBezTo>
                <a:cubicBezTo>
                  <a:pt x="73" y="64"/>
                  <a:pt x="74" y="64"/>
                  <a:pt x="74" y="64"/>
                </a:cubicBezTo>
                <a:cubicBezTo>
                  <a:pt x="75" y="64"/>
                  <a:pt x="75" y="63"/>
                  <a:pt x="76" y="63"/>
                </a:cubicBezTo>
                <a:cubicBezTo>
                  <a:pt x="76" y="62"/>
                  <a:pt x="77" y="62"/>
                  <a:pt x="77" y="61"/>
                </a:cubicBezTo>
                <a:cubicBezTo>
                  <a:pt x="77" y="61"/>
                  <a:pt x="77" y="60"/>
                  <a:pt x="77" y="6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6" name="Freeform 158"/>
          <p:cNvSpPr>
            <a:spLocks noEditPoints="1"/>
          </p:cNvSpPr>
          <p:nvPr/>
        </p:nvSpPr>
        <p:spPr bwMode="auto">
          <a:xfrm>
            <a:off x="2055813" y="4696608"/>
            <a:ext cx="168275" cy="323850"/>
          </a:xfrm>
          <a:custGeom>
            <a:avLst/>
            <a:gdLst>
              <a:gd name="T0" fmla="*/ 35 w 45"/>
              <a:gd name="T1" fmla="*/ 25 h 86"/>
              <a:gd name="T2" fmla="*/ 45 w 45"/>
              <a:gd name="T3" fmla="*/ 25 h 86"/>
              <a:gd name="T4" fmla="*/ 45 w 45"/>
              <a:gd name="T5" fmla="*/ 77 h 86"/>
              <a:gd name="T6" fmla="*/ 44 w 45"/>
              <a:gd name="T7" fmla="*/ 81 h 86"/>
              <a:gd name="T8" fmla="*/ 42 w 45"/>
              <a:gd name="T9" fmla="*/ 84 h 86"/>
              <a:gd name="T10" fmla="*/ 39 w 45"/>
              <a:gd name="T11" fmla="*/ 85 h 86"/>
              <a:gd name="T12" fmla="*/ 36 w 45"/>
              <a:gd name="T13" fmla="*/ 86 h 86"/>
              <a:gd name="T14" fmla="*/ 9 w 45"/>
              <a:gd name="T15" fmla="*/ 86 h 86"/>
              <a:gd name="T16" fmla="*/ 5 w 45"/>
              <a:gd name="T17" fmla="*/ 85 h 86"/>
              <a:gd name="T18" fmla="*/ 2 w 45"/>
              <a:gd name="T19" fmla="*/ 84 h 86"/>
              <a:gd name="T20" fmla="*/ 0 w 45"/>
              <a:gd name="T21" fmla="*/ 81 h 86"/>
              <a:gd name="T22" fmla="*/ 0 w 45"/>
              <a:gd name="T23" fmla="*/ 77 h 86"/>
              <a:gd name="T24" fmla="*/ 0 w 45"/>
              <a:gd name="T25" fmla="*/ 25 h 86"/>
              <a:gd name="T26" fmla="*/ 9 w 45"/>
              <a:gd name="T27" fmla="*/ 25 h 86"/>
              <a:gd name="T28" fmla="*/ 9 w 45"/>
              <a:gd name="T29" fmla="*/ 0 h 86"/>
              <a:gd name="T30" fmla="*/ 35 w 45"/>
              <a:gd name="T31" fmla="*/ 0 h 86"/>
              <a:gd name="T32" fmla="*/ 35 w 45"/>
              <a:gd name="T33" fmla="*/ 25 h 86"/>
              <a:gd name="T34" fmla="*/ 41 w 45"/>
              <a:gd name="T35" fmla="*/ 77 h 86"/>
              <a:gd name="T36" fmla="*/ 41 w 45"/>
              <a:gd name="T37" fmla="*/ 28 h 86"/>
              <a:gd name="T38" fmla="*/ 3 w 45"/>
              <a:gd name="T39" fmla="*/ 28 h 86"/>
              <a:gd name="T40" fmla="*/ 3 w 45"/>
              <a:gd name="T41" fmla="*/ 77 h 86"/>
              <a:gd name="T42" fmla="*/ 3 w 45"/>
              <a:gd name="T43" fmla="*/ 79 h 86"/>
              <a:gd name="T44" fmla="*/ 5 w 45"/>
              <a:gd name="T45" fmla="*/ 81 h 86"/>
              <a:gd name="T46" fmla="*/ 6 w 45"/>
              <a:gd name="T47" fmla="*/ 82 h 86"/>
              <a:gd name="T48" fmla="*/ 9 w 45"/>
              <a:gd name="T49" fmla="*/ 83 h 86"/>
              <a:gd name="T50" fmla="*/ 36 w 45"/>
              <a:gd name="T51" fmla="*/ 83 h 86"/>
              <a:gd name="T52" fmla="*/ 38 w 45"/>
              <a:gd name="T53" fmla="*/ 82 h 86"/>
              <a:gd name="T54" fmla="*/ 40 w 45"/>
              <a:gd name="T55" fmla="*/ 81 h 86"/>
              <a:gd name="T56" fmla="*/ 41 w 45"/>
              <a:gd name="T57" fmla="*/ 79 h 86"/>
              <a:gd name="T58" fmla="*/ 41 w 45"/>
              <a:gd name="T59" fmla="*/ 77 h 86"/>
              <a:gd name="T60" fmla="*/ 12 w 45"/>
              <a:gd name="T61" fmla="*/ 3 h 86"/>
              <a:gd name="T62" fmla="*/ 12 w 45"/>
              <a:gd name="T63" fmla="*/ 25 h 86"/>
              <a:gd name="T64" fmla="*/ 32 w 45"/>
              <a:gd name="T65" fmla="*/ 25 h 86"/>
              <a:gd name="T66" fmla="*/ 32 w 45"/>
              <a:gd name="T67" fmla="*/ 3 h 86"/>
              <a:gd name="T68" fmla="*/ 12 w 45"/>
              <a:gd name="T69" fmla="*/ 3 h 86"/>
              <a:gd name="T70" fmla="*/ 16 w 45"/>
              <a:gd name="T71" fmla="*/ 8 h 86"/>
              <a:gd name="T72" fmla="*/ 16 w 45"/>
              <a:gd name="T73" fmla="*/ 16 h 86"/>
              <a:gd name="T74" fmla="*/ 19 w 45"/>
              <a:gd name="T75" fmla="*/ 16 h 86"/>
              <a:gd name="T76" fmla="*/ 19 w 45"/>
              <a:gd name="T77" fmla="*/ 8 h 86"/>
              <a:gd name="T78" fmla="*/ 16 w 45"/>
              <a:gd name="T79" fmla="*/ 8 h 86"/>
              <a:gd name="T80" fmla="*/ 25 w 45"/>
              <a:gd name="T81" fmla="*/ 8 h 86"/>
              <a:gd name="T82" fmla="*/ 25 w 45"/>
              <a:gd name="T83" fmla="*/ 16 h 86"/>
              <a:gd name="T84" fmla="*/ 29 w 45"/>
              <a:gd name="T85" fmla="*/ 16 h 86"/>
              <a:gd name="T86" fmla="*/ 29 w 45"/>
              <a:gd name="T87" fmla="*/ 8 h 86"/>
              <a:gd name="T88" fmla="*/ 25 w 45"/>
              <a:gd name="T89" fmla="*/ 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5" h="86">
                <a:moveTo>
                  <a:pt x="35" y="25"/>
                </a:moveTo>
                <a:cubicBezTo>
                  <a:pt x="45" y="25"/>
                  <a:pt x="45" y="25"/>
                  <a:pt x="45" y="25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78"/>
                  <a:pt x="44" y="80"/>
                  <a:pt x="44" y="81"/>
                </a:cubicBezTo>
                <a:cubicBezTo>
                  <a:pt x="43" y="82"/>
                  <a:pt x="43" y="83"/>
                  <a:pt x="42" y="84"/>
                </a:cubicBezTo>
                <a:cubicBezTo>
                  <a:pt x="41" y="84"/>
                  <a:pt x="40" y="85"/>
                  <a:pt x="39" y="85"/>
                </a:cubicBezTo>
                <a:cubicBezTo>
                  <a:pt x="38" y="86"/>
                  <a:pt x="37" y="86"/>
                  <a:pt x="36" y="86"/>
                </a:cubicBezTo>
                <a:cubicBezTo>
                  <a:pt x="9" y="86"/>
                  <a:pt x="9" y="86"/>
                  <a:pt x="9" y="86"/>
                </a:cubicBezTo>
                <a:cubicBezTo>
                  <a:pt x="7" y="86"/>
                  <a:pt x="6" y="86"/>
                  <a:pt x="5" y="85"/>
                </a:cubicBezTo>
                <a:cubicBezTo>
                  <a:pt x="4" y="85"/>
                  <a:pt x="3" y="84"/>
                  <a:pt x="2" y="84"/>
                </a:cubicBezTo>
                <a:cubicBezTo>
                  <a:pt x="1" y="83"/>
                  <a:pt x="1" y="82"/>
                  <a:pt x="0" y="81"/>
                </a:cubicBezTo>
                <a:cubicBezTo>
                  <a:pt x="0" y="80"/>
                  <a:pt x="0" y="78"/>
                  <a:pt x="0" y="77"/>
                </a:cubicBezTo>
                <a:cubicBezTo>
                  <a:pt x="0" y="25"/>
                  <a:pt x="0" y="25"/>
                  <a:pt x="0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0"/>
                  <a:pt x="9" y="0"/>
                  <a:pt x="9" y="0"/>
                </a:cubicBezTo>
                <a:cubicBezTo>
                  <a:pt x="35" y="0"/>
                  <a:pt x="35" y="0"/>
                  <a:pt x="35" y="0"/>
                </a:cubicBezTo>
                <a:lnTo>
                  <a:pt x="35" y="25"/>
                </a:lnTo>
                <a:close/>
                <a:moveTo>
                  <a:pt x="41" y="77"/>
                </a:moveTo>
                <a:cubicBezTo>
                  <a:pt x="41" y="28"/>
                  <a:pt x="41" y="28"/>
                  <a:pt x="41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77"/>
                  <a:pt x="3" y="77"/>
                  <a:pt x="3" y="77"/>
                </a:cubicBezTo>
                <a:cubicBezTo>
                  <a:pt x="3" y="78"/>
                  <a:pt x="3" y="79"/>
                  <a:pt x="3" y="79"/>
                </a:cubicBezTo>
                <a:cubicBezTo>
                  <a:pt x="4" y="80"/>
                  <a:pt x="4" y="81"/>
                  <a:pt x="5" y="81"/>
                </a:cubicBezTo>
                <a:cubicBezTo>
                  <a:pt x="5" y="82"/>
                  <a:pt x="6" y="82"/>
                  <a:pt x="6" y="82"/>
                </a:cubicBezTo>
                <a:cubicBezTo>
                  <a:pt x="7" y="83"/>
                  <a:pt x="8" y="83"/>
                  <a:pt x="9" y="83"/>
                </a:cubicBezTo>
                <a:cubicBezTo>
                  <a:pt x="36" y="83"/>
                  <a:pt x="36" y="83"/>
                  <a:pt x="36" y="83"/>
                </a:cubicBezTo>
                <a:cubicBezTo>
                  <a:pt x="36" y="83"/>
                  <a:pt x="37" y="83"/>
                  <a:pt x="38" y="82"/>
                </a:cubicBezTo>
                <a:cubicBezTo>
                  <a:pt x="39" y="82"/>
                  <a:pt x="39" y="82"/>
                  <a:pt x="40" y="81"/>
                </a:cubicBezTo>
                <a:cubicBezTo>
                  <a:pt x="40" y="81"/>
                  <a:pt x="41" y="80"/>
                  <a:pt x="41" y="79"/>
                </a:cubicBezTo>
                <a:cubicBezTo>
                  <a:pt x="41" y="79"/>
                  <a:pt x="41" y="78"/>
                  <a:pt x="41" y="77"/>
                </a:cubicBezTo>
                <a:close/>
                <a:moveTo>
                  <a:pt x="12" y="3"/>
                </a:moveTo>
                <a:cubicBezTo>
                  <a:pt x="12" y="25"/>
                  <a:pt x="12" y="25"/>
                  <a:pt x="12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3"/>
                  <a:pt x="32" y="3"/>
                  <a:pt x="32" y="3"/>
                </a:cubicBezTo>
                <a:lnTo>
                  <a:pt x="12" y="3"/>
                </a:lnTo>
                <a:close/>
                <a:moveTo>
                  <a:pt x="16" y="8"/>
                </a:moveTo>
                <a:cubicBezTo>
                  <a:pt x="16" y="16"/>
                  <a:pt x="16" y="16"/>
                  <a:pt x="16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8"/>
                  <a:pt x="19" y="8"/>
                  <a:pt x="19" y="8"/>
                </a:cubicBezTo>
                <a:lnTo>
                  <a:pt x="16" y="8"/>
                </a:lnTo>
                <a:close/>
                <a:moveTo>
                  <a:pt x="25" y="8"/>
                </a:moveTo>
                <a:cubicBezTo>
                  <a:pt x="25" y="16"/>
                  <a:pt x="25" y="16"/>
                  <a:pt x="25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8"/>
                  <a:pt x="29" y="8"/>
                  <a:pt x="29" y="8"/>
                </a:cubicBezTo>
                <a:lnTo>
                  <a:pt x="25" y="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7" name="Freeform 159"/>
          <p:cNvSpPr>
            <a:spLocks noEditPoints="1"/>
          </p:cNvSpPr>
          <p:nvPr/>
        </p:nvSpPr>
        <p:spPr bwMode="auto">
          <a:xfrm>
            <a:off x="2405063" y="4690258"/>
            <a:ext cx="315913" cy="338138"/>
          </a:xfrm>
          <a:custGeom>
            <a:avLst/>
            <a:gdLst>
              <a:gd name="T0" fmla="*/ 76 w 84"/>
              <a:gd name="T1" fmla="*/ 51 h 90"/>
              <a:gd name="T2" fmla="*/ 34 w 84"/>
              <a:gd name="T3" fmla="*/ 74 h 90"/>
              <a:gd name="T4" fmla="*/ 31 w 84"/>
              <a:gd name="T5" fmla="*/ 76 h 90"/>
              <a:gd name="T6" fmla="*/ 27 w 84"/>
              <a:gd name="T7" fmla="*/ 77 h 90"/>
              <a:gd name="T8" fmla="*/ 24 w 84"/>
              <a:gd name="T9" fmla="*/ 76 h 90"/>
              <a:gd name="T10" fmla="*/ 20 w 84"/>
              <a:gd name="T11" fmla="*/ 74 h 90"/>
              <a:gd name="T12" fmla="*/ 0 w 84"/>
              <a:gd name="T13" fmla="*/ 53 h 90"/>
              <a:gd name="T14" fmla="*/ 0 w 84"/>
              <a:gd name="T15" fmla="*/ 46 h 90"/>
              <a:gd name="T16" fmla="*/ 15 w 84"/>
              <a:gd name="T17" fmla="*/ 30 h 90"/>
              <a:gd name="T18" fmla="*/ 16 w 84"/>
              <a:gd name="T19" fmla="*/ 6 h 90"/>
              <a:gd name="T20" fmla="*/ 21 w 84"/>
              <a:gd name="T21" fmla="*/ 1 h 90"/>
              <a:gd name="T22" fmla="*/ 29 w 84"/>
              <a:gd name="T23" fmla="*/ 1 h 90"/>
              <a:gd name="T24" fmla="*/ 34 w 84"/>
              <a:gd name="T25" fmla="*/ 6 h 90"/>
              <a:gd name="T26" fmla="*/ 35 w 84"/>
              <a:gd name="T27" fmla="*/ 11 h 90"/>
              <a:gd name="T28" fmla="*/ 67 w 84"/>
              <a:gd name="T29" fmla="*/ 41 h 90"/>
              <a:gd name="T30" fmla="*/ 69 w 84"/>
              <a:gd name="T31" fmla="*/ 48 h 90"/>
              <a:gd name="T32" fmla="*/ 35 w 84"/>
              <a:gd name="T33" fmla="*/ 15 h 90"/>
              <a:gd name="T34" fmla="*/ 32 w 84"/>
              <a:gd name="T35" fmla="*/ 39 h 90"/>
              <a:gd name="T36" fmla="*/ 4 w 84"/>
              <a:gd name="T37" fmla="*/ 45 h 90"/>
              <a:gd name="T38" fmla="*/ 3 w 84"/>
              <a:gd name="T39" fmla="*/ 50 h 90"/>
              <a:gd name="T40" fmla="*/ 4 w 84"/>
              <a:gd name="T41" fmla="*/ 54 h 90"/>
              <a:gd name="T42" fmla="*/ 25 w 84"/>
              <a:gd name="T43" fmla="*/ 73 h 90"/>
              <a:gd name="T44" fmla="*/ 29 w 84"/>
              <a:gd name="T45" fmla="*/ 73 h 90"/>
              <a:gd name="T46" fmla="*/ 55 w 84"/>
              <a:gd name="T47" fmla="*/ 48 h 90"/>
              <a:gd name="T48" fmla="*/ 19 w 84"/>
              <a:gd name="T49" fmla="*/ 27 h 90"/>
              <a:gd name="T50" fmla="*/ 32 w 84"/>
              <a:gd name="T51" fmla="*/ 10 h 90"/>
              <a:gd name="T52" fmla="*/ 30 w 84"/>
              <a:gd name="T53" fmla="*/ 5 h 90"/>
              <a:gd name="T54" fmla="*/ 25 w 84"/>
              <a:gd name="T55" fmla="*/ 3 h 90"/>
              <a:gd name="T56" fmla="*/ 21 w 84"/>
              <a:gd name="T57" fmla="*/ 5 h 90"/>
              <a:gd name="T58" fmla="*/ 19 w 84"/>
              <a:gd name="T59" fmla="*/ 10 h 90"/>
              <a:gd name="T60" fmla="*/ 84 w 84"/>
              <a:gd name="T61" fmla="*/ 79 h 90"/>
              <a:gd name="T62" fmla="*/ 84 w 84"/>
              <a:gd name="T63" fmla="*/ 83 h 90"/>
              <a:gd name="T64" fmla="*/ 78 w 84"/>
              <a:gd name="T65" fmla="*/ 89 h 90"/>
              <a:gd name="T66" fmla="*/ 70 w 84"/>
              <a:gd name="T67" fmla="*/ 89 h 90"/>
              <a:gd name="T68" fmla="*/ 65 w 84"/>
              <a:gd name="T69" fmla="*/ 83 h 90"/>
              <a:gd name="T70" fmla="*/ 64 w 84"/>
              <a:gd name="T71" fmla="*/ 79 h 90"/>
              <a:gd name="T72" fmla="*/ 74 w 84"/>
              <a:gd name="T73" fmla="*/ 58 h 90"/>
              <a:gd name="T74" fmla="*/ 74 w 84"/>
              <a:gd name="T75" fmla="*/ 87 h 90"/>
              <a:gd name="T76" fmla="*/ 79 w 84"/>
              <a:gd name="T77" fmla="*/ 84 h 90"/>
              <a:gd name="T78" fmla="*/ 81 w 84"/>
              <a:gd name="T79" fmla="*/ 79 h 90"/>
              <a:gd name="T80" fmla="*/ 81 w 84"/>
              <a:gd name="T81" fmla="*/ 78 h 90"/>
              <a:gd name="T82" fmla="*/ 78 w 84"/>
              <a:gd name="T83" fmla="*/ 71 h 90"/>
              <a:gd name="T84" fmla="*/ 74 w 84"/>
              <a:gd name="T85" fmla="*/ 63 h 90"/>
              <a:gd name="T86" fmla="*/ 69 w 84"/>
              <a:gd name="T87" fmla="*/ 71 h 90"/>
              <a:gd name="T88" fmla="*/ 67 w 84"/>
              <a:gd name="T89" fmla="*/ 78 h 90"/>
              <a:gd name="T90" fmla="*/ 67 w 84"/>
              <a:gd name="T91" fmla="*/ 79 h 90"/>
              <a:gd name="T92" fmla="*/ 69 w 84"/>
              <a:gd name="T93" fmla="*/ 84 h 90"/>
              <a:gd name="T94" fmla="*/ 74 w 84"/>
              <a:gd name="T95" fmla="*/ 8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4" h="90">
                <a:moveTo>
                  <a:pt x="67" y="41"/>
                </a:moveTo>
                <a:cubicBezTo>
                  <a:pt x="76" y="51"/>
                  <a:pt x="76" y="51"/>
                  <a:pt x="76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34" y="74"/>
                  <a:pt x="34" y="74"/>
                  <a:pt x="34" y="74"/>
                </a:cubicBezTo>
                <a:cubicBezTo>
                  <a:pt x="33" y="75"/>
                  <a:pt x="33" y="75"/>
                  <a:pt x="32" y="76"/>
                </a:cubicBezTo>
                <a:cubicBezTo>
                  <a:pt x="32" y="76"/>
                  <a:pt x="31" y="76"/>
                  <a:pt x="31" y="76"/>
                </a:cubicBezTo>
                <a:cubicBezTo>
                  <a:pt x="30" y="77"/>
                  <a:pt x="29" y="77"/>
                  <a:pt x="29" y="77"/>
                </a:cubicBezTo>
                <a:cubicBezTo>
                  <a:pt x="28" y="77"/>
                  <a:pt x="28" y="77"/>
                  <a:pt x="27" y="77"/>
                </a:cubicBezTo>
                <a:cubicBezTo>
                  <a:pt x="26" y="77"/>
                  <a:pt x="26" y="77"/>
                  <a:pt x="25" y="77"/>
                </a:cubicBezTo>
                <a:cubicBezTo>
                  <a:pt x="25" y="77"/>
                  <a:pt x="24" y="77"/>
                  <a:pt x="24" y="76"/>
                </a:cubicBezTo>
                <a:cubicBezTo>
                  <a:pt x="23" y="76"/>
                  <a:pt x="22" y="76"/>
                  <a:pt x="22" y="76"/>
                </a:cubicBezTo>
                <a:cubicBezTo>
                  <a:pt x="21" y="75"/>
                  <a:pt x="21" y="75"/>
                  <a:pt x="20" y="74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5"/>
                  <a:pt x="1" y="54"/>
                  <a:pt x="0" y="53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48"/>
                  <a:pt x="0" y="47"/>
                  <a:pt x="0" y="46"/>
                </a:cubicBezTo>
                <a:cubicBezTo>
                  <a:pt x="1" y="45"/>
                  <a:pt x="1" y="44"/>
                  <a:pt x="2" y="43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8"/>
                  <a:pt x="16" y="7"/>
                  <a:pt x="16" y="6"/>
                </a:cubicBezTo>
                <a:cubicBezTo>
                  <a:pt x="17" y="5"/>
                  <a:pt x="17" y="4"/>
                  <a:pt x="18" y="3"/>
                </a:cubicBezTo>
                <a:cubicBezTo>
                  <a:pt x="19" y="2"/>
                  <a:pt x="20" y="1"/>
                  <a:pt x="21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26" y="0"/>
                  <a:pt x="28" y="0"/>
                  <a:pt x="29" y="1"/>
                </a:cubicBezTo>
                <a:cubicBezTo>
                  <a:pt x="30" y="1"/>
                  <a:pt x="31" y="2"/>
                  <a:pt x="32" y="3"/>
                </a:cubicBezTo>
                <a:cubicBezTo>
                  <a:pt x="33" y="4"/>
                  <a:pt x="34" y="5"/>
                  <a:pt x="34" y="6"/>
                </a:cubicBezTo>
                <a:cubicBezTo>
                  <a:pt x="35" y="7"/>
                  <a:pt x="35" y="8"/>
                  <a:pt x="35" y="10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0"/>
                  <a:pt x="35" y="10"/>
                  <a:pt x="35" y="10"/>
                </a:cubicBezTo>
                <a:lnTo>
                  <a:pt x="67" y="41"/>
                </a:lnTo>
                <a:close/>
                <a:moveTo>
                  <a:pt x="55" y="48"/>
                </a:moveTo>
                <a:cubicBezTo>
                  <a:pt x="69" y="48"/>
                  <a:pt x="69" y="48"/>
                  <a:pt x="69" y="48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39"/>
                  <a:pt x="35" y="39"/>
                  <a:pt x="35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18"/>
                  <a:pt x="32" y="18"/>
                  <a:pt x="32" y="18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6"/>
                  <a:pt x="4" y="47"/>
                  <a:pt x="3" y="47"/>
                </a:cubicBezTo>
                <a:cubicBezTo>
                  <a:pt x="3" y="48"/>
                  <a:pt x="3" y="49"/>
                  <a:pt x="3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4" y="53"/>
                  <a:pt x="4" y="53"/>
                  <a:pt x="4" y="54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3"/>
                  <a:pt x="24" y="73"/>
                  <a:pt x="25" y="73"/>
                </a:cubicBezTo>
                <a:cubicBezTo>
                  <a:pt x="25" y="74"/>
                  <a:pt x="26" y="74"/>
                  <a:pt x="27" y="74"/>
                </a:cubicBezTo>
                <a:cubicBezTo>
                  <a:pt x="28" y="74"/>
                  <a:pt x="29" y="74"/>
                  <a:pt x="29" y="73"/>
                </a:cubicBezTo>
                <a:cubicBezTo>
                  <a:pt x="30" y="73"/>
                  <a:pt x="31" y="73"/>
                  <a:pt x="31" y="72"/>
                </a:cubicBezTo>
                <a:lnTo>
                  <a:pt x="55" y="48"/>
                </a:lnTo>
                <a:close/>
                <a:moveTo>
                  <a:pt x="19" y="10"/>
                </a:moveTo>
                <a:cubicBezTo>
                  <a:pt x="19" y="27"/>
                  <a:pt x="19" y="27"/>
                  <a:pt x="19" y="27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9"/>
                  <a:pt x="31" y="8"/>
                  <a:pt x="31" y="7"/>
                </a:cubicBezTo>
                <a:cubicBezTo>
                  <a:pt x="31" y="6"/>
                  <a:pt x="30" y="6"/>
                  <a:pt x="30" y="5"/>
                </a:cubicBezTo>
                <a:cubicBezTo>
                  <a:pt x="29" y="5"/>
                  <a:pt x="28" y="4"/>
                  <a:pt x="28" y="4"/>
                </a:cubicBezTo>
                <a:cubicBezTo>
                  <a:pt x="27" y="3"/>
                  <a:pt x="26" y="3"/>
                  <a:pt x="25" y="3"/>
                </a:cubicBezTo>
                <a:cubicBezTo>
                  <a:pt x="24" y="3"/>
                  <a:pt x="23" y="3"/>
                  <a:pt x="23" y="4"/>
                </a:cubicBezTo>
                <a:cubicBezTo>
                  <a:pt x="22" y="4"/>
                  <a:pt x="21" y="5"/>
                  <a:pt x="21" y="5"/>
                </a:cubicBezTo>
                <a:cubicBezTo>
                  <a:pt x="20" y="6"/>
                  <a:pt x="20" y="6"/>
                  <a:pt x="19" y="7"/>
                </a:cubicBezTo>
                <a:cubicBezTo>
                  <a:pt x="19" y="8"/>
                  <a:pt x="19" y="9"/>
                  <a:pt x="19" y="10"/>
                </a:cubicBezTo>
                <a:close/>
                <a:moveTo>
                  <a:pt x="84" y="78"/>
                </a:moveTo>
                <a:cubicBezTo>
                  <a:pt x="84" y="78"/>
                  <a:pt x="84" y="78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1"/>
                  <a:pt x="84" y="82"/>
                  <a:pt x="84" y="83"/>
                </a:cubicBezTo>
                <a:cubicBezTo>
                  <a:pt x="83" y="85"/>
                  <a:pt x="82" y="86"/>
                  <a:pt x="81" y="87"/>
                </a:cubicBezTo>
                <a:cubicBezTo>
                  <a:pt x="80" y="88"/>
                  <a:pt x="79" y="88"/>
                  <a:pt x="78" y="89"/>
                </a:cubicBezTo>
                <a:cubicBezTo>
                  <a:pt x="77" y="89"/>
                  <a:pt x="76" y="90"/>
                  <a:pt x="74" y="90"/>
                </a:cubicBezTo>
                <a:cubicBezTo>
                  <a:pt x="73" y="90"/>
                  <a:pt x="71" y="89"/>
                  <a:pt x="70" y="89"/>
                </a:cubicBezTo>
                <a:cubicBezTo>
                  <a:pt x="69" y="88"/>
                  <a:pt x="68" y="88"/>
                  <a:pt x="67" y="87"/>
                </a:cubicBezTo>
                <a:cubicBezTo>
                  <a:pt x="66" y="86"/>
                  <a:pt x="65" y="85"/>
                  <a:pt x="65" y="83"/>
                </a:cubicBezTo>
                <a:cubicBezTo>
                  <a:pt x="64" y="82"/>
                  <a:pt x="64" y="81"/>
                  <a:pt x="64" y="79"/>
                </a:cubicBezTo>
                <a:cubicBezTo>
                  <a:pt x="64" y="79"/>
                  <a:pt x="64" y="79"/>
                  <a:pt x="64" y="79"/>
                </a:cubicBezTo>
                <a:cubicBezTo>
                  <a:pt x="64" y="79"/>
                  <a:pt x="64" y="78"/>
                  <a:pt x="64" y="78"/>
                </a:cubicBezTo>
                <a:cubicBezTo>
                  <a:pt x="64" y="74"/>
                  <a:pt x="67" y="67"/>
                  <a:pt x="74" y="58"/>
                </a:cubicBezTo>
                <a:cubicBezTo>
                  <a:pt x="80" y="67"/>
                  <a:pt x="84" y="74"/>
                  <a:pt x="84" y="78"/>
                </a:cubicBezTo>
                <a:close/>
                <a:moveTo>
                  <a:pt x="74" y="87"/>
                </a:moveTo>
                <a:cubicBezTo>
                  <a:pt x="75" y="87"/>
                  <a:pt x="76" y="86"/>
                  <a:pt x="77" y="86"/>
                </a:cubicBezTo>
                <a:cubicBezTo>
                  <a:pt x="78" y="86"/>
                  <a:pt x="78" y="85"/>
                  <a:pt x="79" y="84"/>
                </a:cubicBezTo>
                <a:cubicBezTo>
                  <a:pt x="80" y="84"/>
                  <a:pt x="80" y="83"/>
                  <a:pt x="81" y="82"/>
                </a:cubicBezTo>
                <a:cubicBezTo>
                  <a:pt x="81" y="81"/>
                  <a:pt x="81" y="80"/>
                  <a:pt x="81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81" y="79"/>
                  <a:pt x="81" y="79"/>
                  <a:pt x="81" y="78"/>
                </a:cubicBezTo>
                <a:cubicBezTo>
                  <a:pt x="81" y="77"/>
                  <a:pt x="80" y="76"/>
                  <a:pt x="80" y="75"/>
                </a:cubicBezTo>
                <a:cubicBezTo>
                  <a:pt x="79" y="73"/>
                  <a:pt x="79" y="72"/>
                  <a:pt x="78" y="71"/>
                </a:cubicBezTo>
                <a:cubicBezTo>
                  <a:pt x="78" y="69"/>
                  <a:pt x="77" y="68"/>
                  <a:pt x="76" y="67"/>
                </a:cubicBezTo>
                <a:cubicBezTo>
                  <a:pt x="75" y="65"/>
                  <a:pt x="75" y="64"/>
                  <a:pt x="74" y="63"/>
                </a:cubicBezTo>
                <a:cubicBezTo>
                  <a:pt x="73" y="64"/>
                  <a:pt x="72" y="65"/>
                  <a:pt x="72" y="67"/>
                </a:cubicBezTo>
                <a:cubicBezTo>
                  <a:pt x="71" y="68"/>
                  <a:pt x="70" y="69"/>
                  <a:pt x="69" y="71"/>
                </a:cubicBezTo>
                <a:cubicBezTo>
                  <a:pt x="69" y="72"/>
                  <a:pt x="68" y="73"/>
                  <a:pt x="68" y="75"/>
                </a:cubicBezTo>
                <a:cubicBezTo>
                  <a:pt x="67" y="76"/>
                  <a:pt x="67" y="77"/>
                  <a:pt x="67" y="78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80"/>
                  <a:pt x="67" y="81"/>
                  <a:pt x="67" y="82"/>
                </a:cubicBezTo>
                <a:cubicBezTo>
                  <a:pt x="68" y="83"/>
                  <a:pt x="68" y="84"/>
                  <a:pt x="69" y="84"/>
                </a:cubicBezTo>
                <a:cubicBezTo>
                  <a:pt x="70" y="85"/>
                  <a:pt x="70" y="86"/>
                  <a:pt x="71" y="86"/>
                </a:cubicBezTo>
                <a:cubicBezTo>
                  <a:pt x="72" y="86"/>
                  <a:pt x="73" y="87"/>
                  <a:pt x="74" y="87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8" name="Freeform 160"/>
          <p:cNvSpPr>
            <a:spLocks noEditPoints="1"/>
          </p:cNvSpPr>
          <p:nvPr/>
        </p:nvSpPr>
        <p:spPr bwMode="auto">
          <a:xfrm>
            <a:off x="2900363" y="4696608"/>
            <a:ext cx="277813" cy="323850"/>
          </a:xfrm>
          <a:custGeom>
            <a:avLst/>
            <a:gdLst>
              <a:gd name="T0" fmla="*/ 74 w 74"/>
              <a:gd name="T1" fmla="*/ 34 h 86"/>
              <a:gd name="T2" fmla="*/ 48 w 74"/>
              <a:gd name="T3" fmla="*/ 86 h 86"/>
              <a:gd name="T4" fmla="*/ 0 w 74"/>
              <a:gd name="T5" fmla="*/ 84 h 86"/>
              <a:gd name="T6" fmla="*/ 26 w 74"/>
              <a:gd name="T7" fmla="*/ 34 h 86"/>
              <a:gd name="T8" fmla="*/ 36 w 74"/>
              <a:gd name="T9" fmla="*/ 22 h 86"/>
              <a:gd name="T10" fmla="*/ 29 w 74"/>
              <a:gd name="T11" fmla="*/ 18 h 86"/>
              <a:gd name="T12" fmla="*/ 26 w 74"/>
              <a:gd name="T13" fmla="*/ 11 h 86"/>
              <a:gd name="T14" fmla="*/ 29 w 74"/>
              <a:gd name="T15" fmla="*/ 3 h 86"/>
              <a:gd name="T16" fmla="*/ 37 w 74"/>
              <a:gd name="T17" fmla="*/ 0 h 86"/>
              <a:gd name="T18" fmla="*/ 45 w 74"/>
              <a:gd name="T19" fmla="*/ 3 h 86"/>
              <a:gd name="T20" fmla="*/ 48 w 74"/>
              <a:gd name="T21" fmla="*/ 11 h 86"/>
              <a:gd name="T22" fmla="*/ 46 w 74"/>
              <a:gd name="T23" fmla="*/ 18 h 86"/>
              <a:gd name="T24" fmla="*/ 39 w 74"/>
              <a:gd name="T25" fmla="*/ 22 h 86"/>
              <a:gd name="T26" fmla="*/ 48 w 74"/>
              <a:gd name="T27" fmla="*/ 47 h 86"/>
              <a:gd name="T28" fmla="*/ 23 w 74"/>
              <a:gd name="T29" fmla="*/ 39 h 86"/>
              <a:gd name="T30" fmla="*/ 4 w 74"/>
              <a:gd name="T31" fmla="*/ 79 h 86"/>
              <a:gd name="T32" fmla="*/ 48 w 74"/>
              <a:gd name="T33" fmla="*/ 83 h 86"/>
              <a:gd name="T34" fmla="*/ 39 w 74"/>
              <a:gd name="T35" fmla="*/ 45 h 86"/>
              <a:gd name="T36" fmla="*/ 36 w 74"/>
              <a:gd name="T37" fmla="*/ 57 h 86"/>
              <a:gd name="T38" fmla="*/ 26 w 74"/>
              <a:gd name="T39" fmla="*/ 38 h 86"/>
              <a:gd name="T40" fmla="*/ 48 w 74"/>
              <a:gd name="T41" fmla="*/ 83 h 86"/>
              <a:gd name="T42" fmla="*/ 30 w 74"/>
              <a:gd name="T43" fmla="*/ 14 h 86"/>
              <a:gd name="T44" fmla="*/ 34 w 74"/>
              <a:gd name="T45" fmla="*/ 18 h 86"/>
              <a:gd name="T46" fmla="*/ 40 w 74"/>
              <a:gd name="T47" fmla="*/ 18 h 86"/>
              <a:gd name="T48" fmla="*/ 45 w 74"/>
              <a:gd name="T49" fmla="*/ 14 h 86"/>
              <a:gd name="T50" fmla="*/ 45 w 74"/>
              <a:gd name="T51" fmla="*/ 8 h 86"/>
              <a:gd name="T52" fmla="*/ 40 w 74"/>
              <a:gd name="T53" fmla="*/ 4 h 86"/>
              <a:gd name="T54" fmla="*/ 34 w 74"/>
              <a:gd name="T55" fmla="*/ 4 h 86"/>
              <a:gd name="T56" fmla="*/ 30 w 74"/>
              <a:gd name="T57" fmla="*/ 8 h 86"/>
              <a:gd name="T58" fmla="*/ 71 w 74"/>
              <a:gd name="T59" fmla="*/ 71 h 86"/>
              <a:gd name="T60" fmla="*/ 52 w 74"/>
              <a:gd name="T61" fmla="*/ 49 h 86"/>
              <a:gd name="T62" fmla="*/ 71 w 74"/>
              <a:gd name="T63" fmla="*/ 7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4" h="86">
                <a:moveTo>
                  <a:pt x="48" y="47"/>
                </a:moveTo>
                <a:cubicBezTo>
                  <a:pt x="74" y="34"/>
                  <a:pt x="74" y="34"/>
                  <a:pt x="74" y="34"/>
                </a:cubicBezTo>
                <a:cubicBezTo>
                  <a:pt x="74" y="73"/>
                  <a:pt x="74" y="73"/>
                  <a:pt x="74" y="73"/>
                </a:cubicBezTo>
                <a:cubicBezTo>
                  <a:pt x="48" y="86"/>
                  <a:pt x="48" y="86"/>
                  <a:pt x="48" y="86"/>
                </a:cubicBezTo>
                <a:cubicBezTo>
                  <a:pt x="26" y="73"/>
                  <a:pt x="26" y="73"/>
                  <a:pt x="26" y="73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45"/>
                  <a:pt x="0" y="45"/>
                  <a:pt x="0" y="45"/>
                </a:cubicBezTo>
                <a:cubicBezTo>
                  <a:pt x="26" y="34"/>
                  <a:pt x="26" y="34"/>
                  <a:pt x="26" y="34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22"/>
                  <a:pt x="36" y="22"/>
                  <a:pt x="36" y="22"/>
                </a:cubicBezTo>
                <a:cubicBezTo>
                  <a:pt x="34" y="22"/>
                  <a:pt x="33" y="21"/>
                  <a:pt x="32" y="21"/>
                </a:cubicBezTo>
                <a:cubicBezTo>
                  <a:pt x="31" y="20"/>
                  <a:pt x="30" y="19"/>
                  <a:pt x="29" y="18"/>
                </a:cubicBezTo>
                <a:cubicBezTo>
                  <a:pt x="28" y="17"/>
                  <a:pt x="27" y="16"/>
                  <a:pt x="27" y="15"/>
                </a:cubicBezTo>
                <a:cubicBezTo>
                  <a:pt x="26" y="14"/>
                  <a:pt x="26" y="12"/>
                  <a:pt x="26" y="11"/>
                </a:cubicBezTo>
                <a:cubicBezTo>
                  <a:pt x="26" y="9"/>
                  <a:pt x="26" y="8"/>
                  <a:pt x="27" y="7"/>
                </a:cubicBezTo>
                <a:cubicBezTo>
                  <a:pt x="28" y="5"/>
                  <a:pt x="28" y="4"/>
                  <a:pt x="29" y="3"/>
                </a:cubicBezTo>
                <a:cubicBezTo>
                  <a:pt x="30" y="2"/>
                  <a:pt x="32" y="1"/>
                  <a:pt x="33" y="1"/>
                </a:cubicBezTo>
                <a:cubicBezTo>
                  <a:pt x="34" y="0"/>
                  <a:pt x="36" y="0"/>
                  <a:pt x="37" y="0"/>
                </a:cubicBezTo>
                <a:cubicBezTo>
                  <a:pt x="39" y="0"/>
                  <a:pt x="40" y="0"/>
                  <a:pt x="42" y="1"/>
                </a:cubicBezTo>
                <a:cubicBezTo>
                  <a:pt x="43" y="1"/>
                  <a:pt x="44" y="2"/>
                  <a:pt x="45" y="3"/>
                </a:cubicBezTo>
                <a:cubicBezTo>
                  <a:pt x="46" y="4"/>
                  <a:pt x="47" y="5"/>
                  <a:pt x="48" y="7"/>
                </a:cubicBezTo>
                <a:cubicBezTo>
                  <a:pt x="48" y="8"/>
                  <a:pt x="48" y="9"/>
                  <a:pt x="48" y="11"/>
                </a:cubicBezTo>
                <a:cubicBezTo>
                  <a:pt x="48" y="12"/>
                  <a:pt x="48" y="14"/>
                  <a:pt x="48" y="15"/>
                </a:cubicBezTo>
                <a:cubicBezTo>
                  <a:pt x="47" y="16"/>
                  <a:pt x="47" y="17"/>
                  <a:pt x="46" y="18"/>
                </a:cubicBezTo>
                <a:cubicBezTo>
                  <a:pt x="45" y="19"/>
                  <a:pt x="44" y="20"/>
                  <a:pt x="43" y="21"/>
                </a:cubicBezTo>
                <a:cubicBezTo>
                  <a:pt x="42" y="21"/>
                  <a:pt x="40" y="22"/>
                  <a:pt x="39" y="22"/>
                </a:cubicBezTo>
                <a:cubicBezTo>
                  <a:pt x="39" y="41"/>
                  <a:pt x="39" y="41"/>
                  <a:pt x="39" y="41"/>
                </a:cubicBezTo>
                <a:lnTo>
                  <a:pt x="48" y="47"/>
                </a:lnTo>
                <a:close/>
                <a:moveTo>
                  <a:pt x="23" y="71"/>
                </a:moveTo>
                <a:cubicBezTo>
                  <a:pt x="23" y="39"/>
                  <a:pt x="23" y="39"/>
                  <a:pt x="23" y="39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79"/>
                  <a:pt x="4" y="79"/>
                  <a:pt x="4" y="79"/>
                </a:cubicBezTo>
                <a:lnTo>
                  <a:pt x="23" y="71"/>
                </a:lnTo>
                <a:close/>
                <a:moveTo>
                  <a:pt x="48" y="83"/>
                </a:moveTo>
                <a:cubicBezTo>
                  <a:pt x="48" y="50"/>
                  <a:pt x="48" y="50"/>
                  <a:pt x="48" y="50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57"/>
                  <a:pt x="39" y="57"/>
                  <a:pt x="39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43"/>
                  <a:pt x="36" y="43"/>
                  <a:pt x="36" y="43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70"/>
                  <a:pt x="26" y="70"/>
                  <a:pt x="26" y="70"/>
                </a:cubicBezTo>
                <a:lnTo>
                  <a:pt x="48" y="83"/>
                </a:lnTo>
                <a:close/>
                <a:moveTo>
                  <a:pt x="29" y="11"/>
                </a:moveTo>
                <a:cubicBezTo>
                  <a:pt x="29" y="12"/>
                  <a:pt x="30" y="13"/>
                  <a:pt x="30" y="14"/>
                </a:cubicBezTo>
                <a:cubicBezTo>
                  <a:pt x="30" y="15"/>
                  <a:pt x="31" y="16"/>
                  <a:pt x="32" y="17"/>
                </a:cubicBezTo>
                <a:cubicBezTo>
                  <a:pt x="32" y="17"/>
                  <a:pt x="33" y="18"/>
                  <a:pt x="34" y="18"/>
                </a:cubicBezTo>
                <a:cubicBezTo>
                  <a:pt x="35" y="19"/>
                  <a:pt x="36" y="19"/>
                  <a:pt x="37" y="19"/>
                </a:cubicBezTo>
                <a:cubicBezTo>
                  <a:pt x="38" y="19"/>
                  <a:pt x="39" y="19"/>
                  <a:pt x="40" y="18"/>
                </a:cubicBezTo>
                <a:cubicBezTo>
                  <a:pt x="41" y="18"/>
                  <a:pt x="42" y="17"/>
                  <a:pt x="43" y="17"/>
                </a:cubicBezTo>
                <a:cubicBezTo>
                  <a:pt x="44" y="16"/>
                  <a:pt x="44" y="15"/>
                  <a:pt x="45" y="14"/>
                </a:cubicBezTo>
                <a:cubicBezTo>
                  <a:pt x="45" y="13"/>
                  <a:pt x="45" y="12"/>
                  <a:pt x="45" y="11"/>
                </a:cubicBezTo>
                <a:cubicBezTo>
                  <a:pt x="45" y="10"/>
                  <a:pt x="45" y="9"/>
                  <a:pt x="45" y="8"/>
                </a:cubicBezTo>
                <a:cubicBezTo>
                  <a:pt x="44" y="7"/>
                  <a:pt x="44" y="6"/>
                  <a:pt x="43" y="5"/>
                </a:cubicBezTo>
                <a:cubicBezTo>
                  <a:pt x="42" y="4"/>
                  <a:pt x="41" y="4"/>
                  <a:pt x="40" y="4"/>
                </a:cubicBezTo>
                <a:cubicBezTo>
                  <a:pt x="39" y="3"/>
                  <a:pt x="38" y="3"/>
                  <a:pt x="37" y="3"/>
                </a:cubicBezTo>
                <a:cubicBezTo>
                  <a:pt x="36" y="3"/>
                  <a:pt x="35" y="3"/>
                  <a:pt x="34" y="4"/>
                </a:cubicBezTo>
                <a:cubicBezTo>
                  <a:pt x="33" y="4"/>
                  <a:pt x="32" y="4"/>
                  <a:pt x="32" y="5"/>
                </a:cubicBezTo>
                <a:cubicBezTo>
                  <a:pt x="31" y="6"/>
                  <a:pt x="30" y="7"/>
                  <a:pt x="30" y="8"/>
                </a:cubicBezTo>
                <a:cubicBezTo>
                  <a:pt x="30" y="9"/>
                  <a:pt x="29" y="10"/>
                  <a:pt x="29" y="11"/>
                </a:cubicBezTo>
                <a:close/>
                <a:moveTo>
                  <a:pt x="71" y="71"/>
                </a:moveTo>
                <a:cubicBezTo>
                  <a:pt x="71" y="39"/>
                  <a:pt x="71" y="39"/>
                  <a:pt x="71" y="3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81"/>
                  <a:pt x="52" y="81"/>
                  <a:pt x="52" y="81"/>
                </a:cubicBezTo>
                <a:lnTo>
                  <a:pt x="71" y="7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59" name="Freeform 161"/>
          <p:cNvSpPr>
            <a:spLocks noEditPoints="1"/>
          </p:cNvSpPr>
          <p:nvPr/>
        </p:nvSpPr>
        <p:spPr bwMode="auto">
          <a:xfrm>
            <a:off x="3357563" y="4712483"/>
            <a:ext cx="290513" cy="288925"/>
          </a:xfrm>
          <a:custGeom>
            <a:avLst/>
            <a:gdLst>
              <a:gd name="T0" fmla="*/ 44 w 77"/>
              <a:gd name="T1" fmla="*/ 8 h 77"/>
              <a:gd name="T2" fmla="*/ 77 w 77"/>
              <a:gd name="T3" fmla="*/ 0 h 77"/>
              <a:gd name="T4" fmla="*/ 69 w 77"/>
              <a:gd name="T5" fmla="*/ 33 h 77"/>
              <a:gd name="T6" fmla="*/ 66 w 77"/>
              <a:gd name="T7" fmla="*/ 32 h 77"/>
              <a:gd name="T8" fmla="*/ 72 w 77"/>
              <a:gd name="T9" fmla="*/ 8 h 77"/>
              <a:gd name="T10" fmla="*/ 48 w 77"/>
              <a:gd name="T11" fmla="*/ 32 h 77"/>
              <a:gd name="T12" fmla="*/ 51 w 77"/>
              <a:gd name="T13" fmla="*/ 36 h 77"/>
              <a:gd name="T14" fmla="*/ 53 w 77"/>
              <a:gd name="T15" fmla="*/ 40 h 77"/>
              <a:gd name="T16" fmla="*/ 54 w 77"/>
              <a:gd name="T17" fmla="*/ 45 h 77"/>
              <a:gd name="T18" fmla="*/ 55 w 77"/>
              <a:gd name="T19" fmla="*/ 50 h 77"/>
              <a:gd name="T20" fmla="*/ 52 w 77"/>
              <a:gd name="T21" fmla="*/ 61 h 77"/>
              <a:gd name="T22" fmla="*/ 47 w 77"/>
              <a:gd name="T23" fmla="*/ 69 h 77"/>
              <a:gd name="T24" fmla="*/ 38 w 77"/>
              <a:gd name="T25" fmla="*/ 75 h 77"/>
              <a:gd name="T26" fmla="*/ 27 w 77"/>
              <a:gd name="T27" fmla="*/ 77 h 77"/>
              <a:gd name="T28" fmla="*/ 17 w 77"/>
              <a:gd name="T29" fmla="*/ 75 h 77"/>
              <a:gd name="T30" fmla="*/ 8 w 77"/>
              <a:gd name="T31" fmla="*/ 69 h 77"/>
              <a:gd name="T32" fmla="*/ 2 w 77"/>
              <a:gd name="T33" fmla="*/ 61 h 77"/>
              <a:gd name="T34" fmla="*/ 0 w 77"/>
              <a:gd name="T35" fmla="*/ 50 h 77"/>
              <a:gd name="T36" fmla="*/ 2 w 77"/>
              <a:gd name="T37" fmla="*/ 40 h 77"/>
              <a:gd name="T38" fmla="*/ 8 w 77"/>
              <a:gd name="T39" fmla="*/ 31 h 77"/>
              <a:gd name="T40" fmla="*/ 17 w 77"/>
              <a:gd name="T41" fmla="*/ 25 h 77"/>
              <a:gd name="T42" fmla="*/ 27 w 77"/>
              <a:gd name="T43" fmla="*/ 23 h 77"/>
              <a:gd name="T44" fmla="*/ 33 w 77"/>
              <a:gd name="T45" fmla="*/ 23 h 77"/>
              <a:gd name="T46" fmla="*/ 37 w 77"/>
              <a:gd name="T47" fmla="*/ 25 h 77"/>
              <a:gd name="T48" fmla="*/ 42 w 77"/>
              <a:gd name="T49" fmla="*/ 27 h 77"/>
              <a:gd name="T50" fmla="*/ 45 w 77"/>
              <a:gd name="T51" fmla="*/ 30 h 77"/>
              <a:gd name="T52" fmla="*/ 70 w 77"/>
              <a:gd name="T53" fmla="*/ 6 h 77"/>
              <a:gd name="T54" fmla="*/ 45 w 77"/>
              <a:gd name="T55" fmla="*/ 11 h 77"/>
              <a:gd name="T56" fmla="*/ 44 w 77"/>
              <a:gd name="T57" fmla="*/ 8 h 77"/>
              <a:gd name="T58" fmla="*/ 27 w 77"/>
              <a:gd name="T59" fmla="*/ 74 h 77"/>
              <a:gd name="T60" fmla="*/ 37 w 77"/>
              <a:gd name="T61" fmla="*/ 72 h 77"/>
              <a:gd name="T62" fmla="*/ 44 w 77"/>
              <a:gd name="T63" fmla="*/ 67 h 77"/>
              <a:gd name="T64" fmla="*/ 49 w 77"/>
              <a:gd name="T65" fmla="*/ 59 h 77"/>
              <a:gd name="T66" fmla="*/ 51 w 77"/>
              <a:gd name="T67" fmla="*/ 50 h 77"/>
              <a:gd name="T68" fmla="*/ 49 w 77"/>
              <a:gd name="T69" fmla="*/ 41 h 77"/>
              <a:gd name="T70" fmla="*/ 44 w 77"/>
              <a:gd name="T71" fmla="*/ 33 h 77"/>
              <a:gd name="T72" fmla="*/ 37 w 77"/>
              <a:gd name="T73" fmla="*/ 28 h 77"/>
              <a:gd name="T74" fmla="*/ 27 w 77"/>
              <a:gd name="T75" fmla="*/ 26 h 77"/>
              <a:gd name="T76" fmla="*/ 18 w 77"/>
              <a:gd name="T77" fmla="*/ 28 h 77"/>
              <a:gd name="T78" fmla="*/ 10 w 77"/>
              <a:gd name="T79" fmla="*/ 33 h 77"/>
              <a:gd name="T80" fmla="*/ 5 w 77"/>
              <a:gd name="T81" fmla="*/ 41 h 77"/>
              <a:gd name="T82" fmla="*/ 3 w 77"/>
              <a:gd name="T83" fmla="*/ 50 h 77"/>
              <a:gd name="T84" fmla="*/ 5 w 77"/>
              <a:gd name="T85" fmla="*/ 59 h 77"/>
              <a:gd name="T86" fmla="*/ 10 w 77"/>
              <a:gd name="T87" fmla="*/ 67 h 77"/>
              <a:gd name="T88" fmla="*/ 18 w 77"/>
              <a:gd name="T89" fmla="*/ 72 h 77"/>
              <a:gd name="T90" fmla="*/ 27 w 77"/>
              <a:gd name="T91" fmla="*/ 74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7" h="77">
                <a:moveTo>
                  <a:pt x="44" y="8"/>
                </a:moveTo>
                <a:cubicBezTo>
                  <a:pt x="77" y="0"/>
                  <a:pt x="77" y="0"/>
                  <a:pt x="77" y="0"/>
                </a:cubicBezTo>
                <a:cubicBezTo>
                  <a:pt x="69" y="33"/>
                  <a:pt x="69" y="33"/>
                  <a:pt x="69" y="33"/>
                </a:cubicBezTo>
                <a:cubicBezTo>
                  <a:pt x="66" y="32"/>
                  <a:pt x="66" y="32"/>
                  <a:pt x="66" y="32"/>
                </a:cubicBezTo>
                <a:cubicBezTo>
                  <a:pt x="72" y="8"/>
                  <a:pt x="72" y="8"/>
                  <a:pt x="72" y="8"/>
                </a:cubicBezTo>
                <a:cubicBezTo>
                  <a:pt x="48" y="32"/>
                  <a:pt x="48" y="32"/>
                  <a:pt x="48" y="32"/>
                </a:cubicBezTo>
                <a:cubicBezTo>
                  <a:pt x="49" y="33"/>
                  <a:pt x="50" y="35"/>
                  <a:pt x="51" y="36"/>
                </a:cubicBezTo>
                <a:cubicBezTo>
                  <a:pt x="51" y="37"/>
                  <a:pt x="52" y="39"/>
                  <a:pt x="53" y="40"/>
                </a:cubicBezTo>
                <a:cubicBezTo>
                  <a:pt x="53" y="42"/>
                  <a:pt x="54" y="43"/>
                  <a:pt x="54" y="45"/>
                </a:cubicBezTo>
                <a:cubicBezTo>
                  <a:pt x="54" y="47"/>
                  <a:pt x="55" y="48"/>
                  <a:pt x="55" y="50"/>
                </a:cubicBezTo>
                <a:cubicBezTo>
                  <a:pt x="55" y="54"/>
                  <a:pt x="54" y="57"/>
                  <a:pt x="52" y="61"/>
                </a:cubicBezTo>
                <a:cubicBezTo>
                  <a:pt x="51" y="64"/>
                  <a:pt x="49" y="67"/>
                  <a:pt x="47" y="69"/>
                </a:cubicBezTo>
                <a:cubicBezTo>
                  <a:pt x="44" y="72"/>
                  <a:pt x="41" y="74"/>
                  <a:pt x="38" y="75"/>
                </a:cubicBezTo>
                <a:cubicBezTo>
                  <a:pt x="35" y="77"/>
                  <a:pt x="31" y="77"/>
                  <a:pt x="27" y="77"/>
                </a:cubicBezTo>
                <a:cubicBezTo>
                  <a:pt x="24" y="77"/>
                  <a:pt x="20" y="77"/>
                  <a:pt x="17" y="75"/>
                </a:cubicBezTo>
                <a:cubicBezTo>
                  <a:pt x="13" y="74"/>
                  <a:pt x="11" y="72"/>
                  <a:pt x="8" y="69"/>
                </a:cubicBezTo>
                <a:cubicBezTo>
                  <a:pt x="6" y="67"/>
                  <a:pt x="4" y="64"/>
                  <a:pt x="2" y="61"/>
                </a:cubicBezTo>
                <a:cubicBezTo>
                  <a:pt x="1" y="57"/>
                  <a:pt x="0" y="54"/>
                  <a:pt x="0" y="50"/>
                </a:cubicBezTo>
                <a:cubicBezTo>
                  <a:pt x="0" y="46"/>
                  <a:pt x="1" y="43"/>
                  <a:pt x="2" y="40"/>
                </a:cubicBezTo>
                <a:cubicBezTo>
                  <a:pt x="4" y="36"/>
                  <a:pt x="6" y="33"/>
                  <a:pt x="8" y="31"/>
                </a:cubicBezTo>
                <a:cubicBezTo>
                  <a:pt x="11" y="28"/>
                  <a:pt x="13" y="26"/>
                  <a:pt x="17" y="25"/>
                </a:cubicBezTo>
                <a:cubicBezTo>
                  <a:pt x="20" y="24"/>
                  <a:pt x="24" y="23"/>
                  <a:pt x="27" y="23"/>
                </a:cubicBezTo>
                <a:cubicBezTo>
                  <a:pt x="29" y="23"/>
                  <a:pt x="31" y="23"/>
                  <a:pt x="33" y="23"/>
                </a:cubicBezTo>
                <a:cubicBezTo>
                  <a:pt x="34" y="24"/>
                  <a:pt x="36" y="24"/>
                  <a:pt x="37" y="25"/>
                </a:cubicBezTo>
                <a:cubicBezTo>
                  <a:pt x="39" y="25"/>
                  <a:pt x="40" y="26"/>
                  <a:pt x="42" y="27"/>
                </a:cubicBezTo>
                <a:cubicBezTo>
                  <a:pt x="43" y="28"/>
                  <a:pt x="44" y="29"/>
                  <a:pt x="45" y="30"/>
                </a:cubicBezTo>
                <a:cubicBezTo>
                  <a:pt x="70" y="6"/>
                  <a:pt x="70" y="6"/>
                  <a:pt x="70" y="6"/>
                </a:cubicBezTo>
                <a:cubicBezTo>
                  <a:pt x="45" y="11"/>
                  <a:pt x="45" y="11"/>
                  <a:pt x="45" y="11"/>
                </a:cubicBezTo>
                <a:lnTo>
                  <a:pt x="44" y="8"/>
                </a:lnTo>
                <a:close/>
                <a:moveTo>
                  <a:pt x="27" y="74"/>
                </a:moveTo>
                <a:cubicBezTo>
                  <a:pt x="31" y="74"/>
                  <a:pt x="34" y="74"/>
                  <a:pt x="37" y="72"/>
                </a:cubicBezTo>
                <a:cubicBezTo>
                  <a:pt x="40" y="71"/>
                  <a:pt x="42" y="69"/>
                  <a:pt x="44" y="67"/>
                </a:cubicBezTo>
                <a:cubicBezTo>
                  <a:pt x="47" y="65"/>
                  <a:pt x="48" y="62"/>
                  <a:pt x="49" y="59"/>
                </a:cubicBezTo>
                <a:cubicBezTo>
                  <a:pt x="51" y="56"/>
                  <a:pt x="51" y="53"/>
                  <a:pt x="51" y="50"/>
                </a:cubicBezTo>
                <a:cubicBezTo>
                  <a:pt x="51" y="47"/>
                  <a:pt x="51" y="44"/>
                  <a:pt x="49" y="41"/>
                </a:cubicBezTo>
                <a:cubicBezTo>
                  <a:pt x="48" y="38"/>
                  <a:pt x="47" y="35"/>
                  <a:pt x="44" y="33"/>
                </a:cubicBezTo>
                <a:cubicBezTo>
                  <a:pt x="42" y="31"/>
                  <a:pt x="40" y="29"/>
                  <a:pt x="37" y="28"/>
                </a:cubicBezTo>
                <a:cubicBezTo>
                  <a:pt x="34" y="27"/>
                  <a:pt x="31" y="26"/>
                  <a:pt x="27" y="26"/>
                </a:cubicBezTo>
                <a:cubicBezTo>
                  <a:pt x="24" y="26"/>
                  <a:pt x="21" y="27"/>
                  <a:pt x="18" y="28"/>
                </a:cubicBezTo>
                <a:cubicBezTo>
                  <a:pt x="15" y="29"/>
                  <a:pt x="13" y="31"/>
                  <a:pt x="10" y="33"/>
                </a:cubicBezTo>
                <a:cubicBezTo>
                  <a:pt x="8" y="35"/>
                  <a:pt x="6" y="38"/>
                  <a:pt x="5" y="41"/>
                </a:cubicBezTo>
                <a:cubicBezTo>
                  <a:pt x="4" y="44"/>
                  <a:pt x="3" y="47"/>
                  <a:pt x="3" y="50"/>
                </a:cubicBezTo>
                <a:cubicBezTo>
                  <a:pt x="3" y="53"/>
                  <a:pt x="4" y="56"/>
                  <a:pt x="5" y="59"/>
                </a:cubicBezTo>
                <a:cubicBezTo>
                  <a:pt x="6" y="62"/>
                  <a:pt x="8" y="65"/>
                  <a:pt x="10" y="67"/>
                </a:cubicBezTo>
                <a:cubicBezTo>
                  <a:pt x="13" y="69"/>
                  <a:pt x="15" y="71"/>
                  <a:pt x="18" y="72"/>
                </a:cubicBezTo>
                <a:cubicBezTo>
                  <a:pt x="21" y="74"/>
                  <a:pt x="24" y="74"/>
                  <a:pt x="27" y="74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0" name="Freeform 162"/>
          <p:cNvSpPr>
            <a:spLocks noEditPoints="1"/>
          </p:cNvSpPr>
          <p:nvPr/>
        </p:nvSpPr>
        <p:spPr bwMode="auto">
          <a:xfrm>
            <a:off x="3827463" y="4712483"/>
            <a:ext cx="292100" cy="293688"/>
          </a:xfrm>
          <a:custGeom>
            <a:avLst/>
            <a:gdLst>
              <a:gd name="T0" fmla="*/ 99 w 184"/>
              <a:gd name="T1" fmla="*/ 80 h 185"/>
              <a:gd name="T2" fmla="*/ 104 w 184"/>
              <a:gd name="T3" fmla="*/ 85 h 185"/>
              <a:gd name="T4" fmla="*/ 5 w 184"/>
              <a:gd name="T5" fmla="*/ 185 h 185"/>
              <a:gd name="T6" fmla="*/ 0 w 184"/>
              <a:gd name="T7" fmla="*/ 180 h 185"/>
              <a:gd name="T8" fmla="*/ 99 w 184"/>
              <a:gd name="T9" fmla="*/ 80 h 185"/>
              <a:gd name="T10" fmla="*/ 102 w 184"/>
              <a:gd name="T11" fmla="*/ 52 h 185"/>
              <a:gd name="T12" fmla="*/ 102 w 184"/>
              <a:gd name="T13" fmla="*/ 59 h 185"/>
              <a:gd name="T14" fmla="*/ 71 w 184"/>
              <a:gd name="T15" fmla="*/ 59 h 185"/>
              <a:gd name="T16" fmla="*/ 71 w 184"/>
              <a:gd name="T17" fmla="*/ 52 h 185"/>
              <a:gd name="T18" fmla="*/ 102 w 184"/>
              <a:gd name="T19" fmla="*/ 52 h 185"/>
              <a:gd name="T20" fmla="*/ 85 w 184"/>
              <a:gd name="T21" fmla="*/ 19 h 185"/>
              <a:gd name="T22" fmla="*/ 90 w 184"/>
              <a:gd name="T23" fmla="*/ 14 h 185"/>
              <a:gd name="T24" fmla="*/ 111 w 184"/>
              <a:gd name="T25" fmla="*/ 35 h 185"/>
              <a:gd name="T26" fmla="*/ 106 w 184"/>
              <a:gd name="T27" fmla="*/ 40 h 185"/>
              <a:gd name="T28" fmla="*/ 85 w 184"/>
              <a:gd name="T29" fmla="*/ 19 h 185"/>
              <a:gd name="T30" fmla="*/ 132 w 184"/>
              <a:gd name="T31" fmla="*/ 0 h 185"/>
              <a:gd name="T32" fmla="*/ 132 w 184"/>
              <a:gd name="T33" fmla="*/ 31 h 185"/>
              <a:gd name="T34" fmla="*/ 123 w 184"/>
              <a:gd name="T35" fmla="*/ 31 h 185"/>
              <a:gd name="T36" fmla="*/ 123 w 184"/>
              <a:gd name="T37" fmla="*/ 0 h 185"/>
              <a:gd name="T38" fmla="*/ 132 w 184"/>
              <a:gd name="T39" fmla="*/ 0 h 185"/>
              <a:gd name="T40" fmla="*/ 132 w 184"/>
              <a:gd name="T41" fmla="*/ 83 h 185"/>
              <a:gd name="T42" fmla="*/ 132 w 184"/>
              <a:gd name="T43" fmla="*/ 114 h 185"/>
              <a:gd name="T44" fmla="*/ 123 w 184"/>
              <a:gd name="T45" fmla="*/ 114 h 185"/>
              <a:gd name="T46" fmla="*/ 123 w 184"/>
              <a:gd name="T47" fmla="*/ 83 h 185"/>
              <a:gd name="T48" fmla="*/ 132 w 184"/>
              <a:gd name="T49" fmla="*/ 83 h 185"/>
              <a:gd name="T50" fmla="*/ 149 w 184"/>
              <a:gd name="T51" fmla="*/ 40 h 185"/>
              <a:gd name="T52" fmla="*/ 144 w 184"/>
              <a:gd name="T53" fmla="*/ 35 h 185"/>
              <a:gd name="T54" fmla="*/ 166 w 184"/>
              <a:gd name="T55" fmla="*/ 14 h 185"/>
              <a:gd name="T56" fmla="*/ 170 w 184"/>
              <a:gd name="T57" fmla="*/ 19 h 185"/>
              <a:gd name="T58" fmla="*/ 149 w 184"/>
              <a:gd name="T59" fmla="*/ 40 h 185"/>
              <a:gd name="T60" fmla="*/ 144 w 184"/>
              <a:gd name="T61" fmla="*/ 78 h 185"/>
              <a:gd name="T62" fmla="*/ 149 w 184"/>
              <a:gd name="T63" fmla="*/ 73 h 185"/>
              <a:gd name="T64" fmla="*/ 170 w 184"/>
              <a:gd name="T65" fmla="*/ 95 h 185"/>
              <a:gd name="T66" fmla="*/ 166 w 184"/>
              <a:gd name="T67" fmla="*/ 99 h 185"/>
              <a:gd name="T68" fmla="*/ 144 w 184"/>
              <a:gd name="T69" fmla="*/ 78 h 185"/>
              <a:gd name="T70" fmla="*/ 184 w 184"/>
              <a:gd name="T71" fmla="*/ 52 h 185"/>
              <a:gd name="T72" fmla="*/ 184 w 184"/>
              <a:gd name="T73" fmla="*/ 59 h 185"/>
              <a:gd name="T74" fmla="*/ 154 w 184"/>
              <a:gd name="T75" fmla="*/ 59 h 185"/>
              <a:gd name="T76" fmla="*/ 154 w 184"/>
              <a:gd name="T77" fmla="*/ 52 h 185"/>
              <a:gd name="T78" fmla="*/ 184 w 184"/>
              <a:gd name="T79" fmla="*/ 52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4" h="185">
                <a:moveTo>
                  <a:pt x="99" y="80"/>
                </a:moveTo>
                <a:lnTo>
                  <a:pt x="104" y="85"/>
                </a:lnTo>
                <a:lnTo>
                  <a:pt x="5" y="185"/>
                </a:lnTo>
                <a:lnTo>
                  <a:pt x="0" y="180"/>
                </a:lnTo>
                <a:lnTo>
                  <a:pt x="99" y="80"/>
                </a:lnTo>
                <a:close/>
                <a:moveTo>
                  <a:pt x="102" y="52"/>
                </a:moveTo>
                <a:lnTo>
                  <a:pt x="102" y="59"/>
                </a:lnTo>
                <a:lnTo>
                  <a:pt x="71" y="59"/>
                </a:lnTo>
                <a:lnTo>
                  <a:pt x="71" y="52"/>
                </a:lnTo>
                <a:lnTo>
                  <a:pt x="102" y="52"/>
                </a:lnTo>
                <a:close/>
                <a:moveTo>
                  <a:pt x="85" y="19"/>
                </a:moveTo>
                <a:lnTo>
                  <a:pt x="90" y="14"/>
                </a:lnTo>
                <a:lnTo>
                  <a:pt x="111" y="35"/>
                </a:lnTo>
                <a:lnTo>
                  <a:pt x="106" y="40"/>
                </a:lnTo>
                <a:lnTo>
                  <a:pt x="85" y="19"/>
                </a:lnTo>
                <a:close/>
                <a:moveTo>
                  <a:pt x="132" y="0"/>
                </a:moveTo>
                <a:lnTo>
                  <a:pt x="132" y="31"/>
                </a:lnTo>
                <a:lnTo>
                  <a:pt x="123" y="31"/>
                </a:lnTo>
                <a:lnTo>
                  <a:pt x="123" y="0"/>
                </a:lnTo>
                <a:lnTo>
                  <a:pt x="132" y="0"/>
                </a:lnTo>
                <a:close/>
                <a:moveTo>
                  <a:pt x="132" y="83"/>
                </a:moveTo>
                <a:lnTo>
                  <a:pt x="132" y="114"/>
                </a:lnTo>
                <a:lnTo>
                  <a:pt x="123" y="114"/>
                </a:lnTo>
                <a:lnTo>
                  <a:pt x="123" y="83"/>
                </a:lnTo>
                <a:lnTo>
                  <a:pt x="132" y="83"/>
                </a:lnTo>
                <a:close/>
                <a:moveTo>
                  <a:pt x="149" y="40"/>
                </a:moveTo>
                <a:lnTo>
                  <a:pt x="144" y="35"/>
                </a:lnTo>
                <a:lnTo>
                  <a:pt x="166" y="14"/>
                </a:lnTo>
                <a:lnTo>
                  <a:pt x="170" y="19"/>
                </a:lnTo>
                <a:lnTo>
                  <a:pt x="149" y="40"/>
                </a:lnTo>
                <a:close/>
                <a:moveTo>
                  <a:pt x="144" y="78"/>
                </a:moveTo>
                <a:lnTo>
                  <a:pt x="149" y="73"/>
                </a:lnTo>
                <a:lnTo>
                  <a:pt x="170" y="95"/>
                </a:lnTo>
                <a:lnTo>
                  <a:pt x="166" y="99"/>
                </a:lnTo>
                <a:lnTo>
                  <a:pt x="144" y="78"/>
                </a:lnTo>
                <a:close/>
                <a:moveTo>
                  <a:pt x="184" y="52"/>
                </a:moveTo>
                <a:lnTo>
                  <a:pt x="184" y="59"/>
                </a:lnTo>
                <a:lnTo>
                  <a:pt x="154" y="59"/>
                </a:lnTo>
                <a:lnTo>
                  <a:pt x="154" y="52"/>
                </a:lnTo>
                <a:lnTo>
                  <a:pt x="184" y="5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1" name="Freeform 163"/>
          <p:cNvSpPr>
            <a:spLocks noEditPoints="1"/>
          </p:cNvSpPr>
          <p:nvPr/>
        </p:nvSpPr>
        <p:spPr bwMode="auto">
          <a:xfrm>
            <a:off x="4300538" y="4679146"/>
            <a:ext cx="192088" cy="360363"/>
          </a:xfrm>
          <a:custGeom>
            <a:avLst/>
            <a:gdLst>
              <a:gd name="T0" fmla="*/ 51 w 51"/>
              <a:gd name="T1" fmla="*/ 50 h 96"/>
              <a:gd name="T2" fmla="*/ 49 w 51"/>
              <a:gd name="T3" fmla="*/ 62 h 96"/>
              <a:gd name="T4" fmla="*/ 43 w 51"/>
              <a:gd name="T5" fmla="*/ 71 h 96"/>
              <a:gd name="T6" fmla="*/ 35 w 51"/>
              <a:gd name="T7" fmla="*/ 75 h 96"/>
              <a:gd name="T8" fmla="*/ 27 w 51"/>
              <a:gd name="T9" fmla="*/ 78 h 96"/>
              <a:gd name="T10" fmla="*/ 27 w 51"/>
              <a:gd name="T11" fmla="*/ 96 h 96"/>
              <a:gd name="T12" fmla="*/ 24 w 51"/>
              <a:gd name="T13" fmla="*/ 96 h 96"/>
              <a:gd name="T14" fmla="*/ 24 w 51"/>
              <a:gd name="T15" fmla="*/ 78 h 96"/>
              <a:gd name="T16" fmla="*/ 16 w 51"/>
              <a:gd name="T17" fmla="*/ 75 h 96"/>
              <a:gd name="T18" fmla="*/ 9 w 51"/>
              <a:gd name="T19" fmla="*/ 71 h 96"/>
              <a:gd name="T20" fmla="*/ 2 w 51"/>
              <a:gd name="T21" fmla="*/ 62 h 96"/>
              <a:gd name="T22" fmla="*/ 0 w 51"/>
              <a:gd name="T23" fmla="*/ 50 h 96"/>
              <a:gd name="T24" fmla="*/ 2 w 51"/>
              <a:gd name="T25" fmla="*/ 35 h 96"/>
              <a:gd name="T26" fmla="*/ 9 w 51"/>
              <a:gd name="T27" fmla="*/ 22 h 96"/>
              <a:gd name="T28" fmla="*/ 17 w 51"/>
              <a:gd name="T29" fmla="*/ 10 h 96"/>
              <a:gd name="T30" fmla="*/ 26 w 51"/>
              <a:gd name="T31" fmla="*/ 0 h 96"/>
              <a:gd name="T32" fmla="*/ 34 w 51"/>
              <a:gd name="T33" fmla="*/ 10 h 96"/>
              <a:gd name="T34" fmla="*/ 43 w 51"/>
              <a:gd name="T35" fmla="*/ 22 h 96"/>
              <a:gd name="T36" fmla="*/ 49 w 51"/>
              <a:gd name="T37" fmla="*/ 35 h 96"/>
              <a:gd name="T38" fmla="*/ 51 w 51"/>
              <a:gd name="T39" fmla="*/ 50 h 96"/>
              <a:gd name="T40" fmla="*/ 27 w 51"/>
              <a:gd name="T41" fmla="*/ 75 h 96"/>
              <a:gd name="T42" fmla="*/ 34 w 51"/>
              <a:gd name="T43" fmla="*/ 72 h 96"/>
              <a:gd name="T44" fmla="*/ 41 w 51"/>
              <a:gd name="T45" fmla="*/ 68 h 96"/>
              <a:gd name="T46" fmla="*/ 46 w 51"/>
              <a:gd name="T47" fmla="*/ 61 h 96"/>
              <a:gd name="T48" fmla="*/ 48 w 51"/>
              <a:gd name="T49" fmla="*/ 50 h 96"/>
              <a:gd name="T50" fmla="*/ 46 w 51"/>
              <a:gd name="T51" fmla="*/ 37 h 96"/>
              <a:gd name="T52" fmla="*/ 41 w 51"/>
              <a:gd name="T53" fmla="*/ 25 h 96"/>
              <a:gd name="T54" fmla="*/ 34 w 51"/>
              <a:gd name="T55" fmla="*/ 14 h 96"/>
              <a:gd name="T56" fmla="*/ 26 w 51"/>
              <a:gd name="T57" fmla="*/ 5 h 96"/>
              <a:gd name="T58" fmla="*/ 18 w 51"/>
              <a:gd name="T59" fmla="*/ 14 h 96"/>
              <a:gd name="T60" fmla="*/ 10 w 51"/>
              <a:gd name="T61" fmla="*/ 25 h 96"/>
              <a:gd name="T62" fmla="*/ 5 w 51"/>
              <a:gd name="T63" fmla="*/ 37 h 96"/>
              <a:gd name="T64" fmla="*/ 3 w 51"/>
              <a:gd name="T65" fmla="*/ 50 h 96"/>
              <a:gd name="T66" fmla="*/ 5 w 51"/>
              <a:gd name="T67" fmla="*/ 61 h 96"/>
              <a:gd name="T68" fmla="*/ 10 w 51"/>
              <a:gd name="T69" fmla="*/ 68 h 96"/>
              <a:gd name="T70" fmla="*/ 17 w 51"/>
              <a:gd name="T71" fmla="*/ 72 h 96"/>
              <a:gd name="T72" fmla="*/ 24 w 51"/>
              <a:gd name="T73" fmla="*/ 75 h 96"/>
              <a:gd name="T74" fmla="*/ 24 w 51"/>
              <a:gd name="T75" fmla="*/ 45 h 96"/>
              <a:gd name="T76" fmla="*/ 14 w 51"/>
              <a:gd name="T77" fmla="*/ 35 h 96"/>
              <a:gd name="T78" fmla="*/ 16 w 51"/>
              <a:gd name="T79" fmla="*/ 33 h 96"/>
              <a:gd name="T80" fmla="*/ 24 w 51"/>
              <a:gd name="T81" fmla="*/ 41 h 96"/>
              <a:gd name="T82" fmla="*/ 24 w 51"/>
              <a:gd name="T83" fmla="*/ 26 h 96"/>
              <a:gd name="T84" fmla="*/ 27 w 51"/>
              <a:gd name="T85" fmla="*/ 26 h 96"/>
              <a:gd name="T86" fmla="*/ 27 w 51"/>
              <a:gd name="T87" fmla="*/ 58 h 96"/>
              <a:gd name="T88" fmla="*/ 35 w 51"/>
              <a:gd name="T89" fmla="*/ 50 h 96"/>
              <a:gd name="T90" fmla="*/ 37 w 51"/>
              <a:gd name="T91" fmla="*/ 52 h 96"/>
              <a:gd name="T92" fmla="*/ 27 w 51"/>
              <a:gd name="T93" fmla="*/ 63 h 96"/>
              <a:gd name="T94" fmla="*/ 27 w 51"/>
              <a:gd name="T95" fmla="*/ 7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" h="96">
                <a:moveTo>
                  <a:pt x="51" y="50"/>
                </a:moveTo>
                <a:cubicBezTo>
                  <a:pt x="51" y="55"/>
                  <a:pt x="50" y="59"/>
                  <a:pt x="49" y="62"/>
                </a:cubicBezTo>
                <a:cubicBezTo>
                  <a:pt x="47" y="66"/>
                  <a:pt x="45" y="68"/>
                  <a:pt x="43" y="71"/>
                </a:cubicBezTo>
                <a:cubicBezTo>
                  <a:pt x="40" y="73"/>
                  <a:pt x="38" y="74"/>
                  <a:pt x="35" y="75"/>
                </a:cubicBezTo>
                <a:cubicBezTo>
                  <a:pt x="32" y="77"/>
                  <a:pt x="29" y="78"/>
                  <a:pt x="27" y="78"/>
                </a:cubicBezTo>
                <a:cubicBezTo>
                  <a:pt x="27" y="96"/>
                  <a:pt x="27" y="96"/>
                  <a:pt x="27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78"/>
                  <a:pt x="24" y="78"/>
                  <a:pt x="24" y="78"/>
                </a:cubicBezTo>
                <a:cubicBezTo>
                  <a:pt x="22" y="78"/>
                  <a:pt x="19" y="77"/>
                  <a:pt x="16" y="75"/>
                </a:cubicBezTo>
                <a:cubicBezTo>
                  <a:pt x="14" y="74"/>
                  <a:pt x="11" y="73"/>
                  <a:pt x="9" y="71"/>
                </a:cubicBezTo>
                <a:cubicBezTo>
                  <a:pt x="6" y="68"/>
                  <a:pt x="4" y="66"/>
                  <a:pt x="2" y="62"/>
                </a:cubicBezTo>
                <a:cubicBezTo>
                  <a:pt x="1" y="59"/>
                  <a:pt x="0" y="55"/>
                  <a:pt x="0" y="50"/>
                </a:cubicBezTo>
                <a:cubicBezTo>
                  <a:pt x="0" y="45"/>
                  <a:pt x="1" y="40"/>
                  <a:pt x="2" y="35"/>
                </a:cubicBezTo>
                <a:cubicBezTo>
                  <a:pt x="4" y="30"/>
                  <a:pt x="6" y="26"/>
                  <a:pt x="9" y="22"/>
                </a:cubicBezTo>
                <a:cubicBezTo>
                  <a:pt x="11" y="18"/>
                  <a:pt x="14" y="14"/>
                  <a:pt x="17" y="10"/>
                </a:cubicBezTo>
                <a:cubicBezTo>
                  <a:pt x="20" y="7"/>
                  <a:pt x="23" y="3"/>
                  <a:pt x="26" y="0"/>
                </a:cubicBezTo>
                <a:cubicBezTo>
                  <a:pt x="28" y="3"/>
                  <a:pt x="31" y="7"/>
                  <a:pt x="34" y="10"/>
                </a:cubicBezTo>
                <a:cubicBezTo>
                  <a:pt x="37" y="14"/>
                  <a:pt x="40" y="18"/>
                  <a:pt x="43" y="22"/>
                </a:cubicBezTo>
                <a:cubicBezTo>
                  <a:pt x="45" y="26"/>
                  <a:pt x="47" y="30"/>
                  <a:pt x="49" y="35"/>
                </a:cubicBezTo>
                <a:cubicBezTo>
                  <a:pt x="50" y="40"/>
                  <a:pt x="51" y="45"/>
                  <a:pt x="51" y="50"/>
                </a:cubicBezTo>
                <a:close/>
                <a:moveTo>
                  <a:pt x="27" y="75"/>
                </a:moveTo>
                <a:cubicBezTo>
                  <a:pt x="29" y="74"/>
                  <a:pt x="32" y="73"/>
                  <a:pt x="34" y="72"/>
                </a:cubicBezTo>
                <a:cubicBezTo>
                  <a:pt x="37" y="71"/>
                  <a:pt x="39" y="70"/>
                  <a:pt x="41" y="68"/>
                </a:cubicBezTo>
                <a:cubicBezTo>
                  <a:pt x="43" y="66"/>
                  <a:pt x="45" y="64"/>
                  <a:pt x="46" y="61"/>
                </a:cubicBezTo>
                <a:cubicBezTo>
                  <a:pt x="47" y="58"/>
                  <a:pt x="48" y="54"/>
                  <a:pt x="48" y="50"/>
                </a:cubicBezTo>
                <a:cubicBezTo>
                  <a:pt x="48" y="45"/>
                  <a:pt x="47" y="41"/>
                  <a:pt x="46" y="37"/>
                </a:cubicBezTo>
                <a:cubicBezTo>
                  <a:pt x="45" y="33"/>
                  <a:pt x="43" y="29"/>
                  <a:pt x="41" y="25"/>
                </a:cubicBezTo>
                <a:cubicBezTo>
                  <a:pt x="39" y="21"/>
                  <a:pt x="36" y="18"/>
                  <a:pt x="34" y="14"/>
                </a:cubicBezTo>
                <a:cubicBezTo>
                  <a:pt x="31" y="11"/>
                  <a:pt x="28" y="8"/>
                  <a:pt x="26" y="5"/>
                </a:cubicBezTo>
                <a:cubicBezTo>
                  <a:pt x="23" y="8"/>
                  <a:pt x="20" y="11"/>
                  <a:pt x="18" y="14"/>
                </a:cubicBezTo>
                <a:cubicBezTo>
                  <a:pt x="15" y="18"/>
                  <a:pt x="12" y="21"/>
                  <a:pt x="10" y="25"/>
                </a:cubicBezTo>
                <a:cubicBezTo>
                  <a:pt x="8" y="29"/>
                  <a:pt x="7" y="33"/>
                  <a:pt x="5" y="37"/>
                </a:cubicBezTo>
                <a:cubicBezTo>
                  <a:pt x="4" y="41"/>
                  <a:pt x="3" y="45"/>
                  <a:pt x="3" y="50"/>
                </a:cubicBezTo>
                <a:cubicBezTo>
                  <a:pt x="3" y="54"/>
                  <a:pt x="4" y="58"/>
                  <a:pt x="5" y="61"/>
                </a:cubicBezTo>
                <a:cubicBezTo>
                  <a:pt x="7" y="64"/>
                  <a:pt x="8" y="66"/>
                  <a:pt x="10" y="68"/>
                </a:cubicBezTo>
                <a:cubicBezTo>
                  <a:pt x="12" y="70"/>
                  <a:pt x="15" y="71"/>
                  <a:pt x="17" y="72"/>
                </a:cubicBezTo>
                <a:cubicBezTo>
                  <a:pt x="19" y="73"/>
                  <a:pt x="22" y="74"/>
                  <a:pt x="24" y="75"/>
                </a:cubicBezTo>
                <a:cubicBezTo>
                  <a:pt x="24" y="45"/>
                  <a:pt x="24" y="45"/>
                  <a:pt x="24" y="45"/>
                </a:cubicBezTo>
                <a:cubicBezTo>
                  <a:pt x="14" y="35"/>
                  <a:pt x="14" y="35"/>
                  <a:pt x="14" y="35"/>
                </a:cubicBezTo>
                <a:cubicBezTo>
                  <a:pt x="16" y="33"/>
                  <a:pt x="16" y="33"/>
                  <a:pt x="16" y="33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26"/>
                  <a:pt x="24" y="26"/>
                  <a:pt x="24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58"/>
                  <a:pt x="27" y="58"/>
                  <a:pt x="27" y="58"/>
                </a:cubicBezTo>
                <a:cubicBezTo>
                  <a:pt x="35" y="50"/>
                  <a:pt x="35" y="50"/>
                  <a:pt x="35" y="50"/>
                </a:cubicBezTo>
                <a:cubicBezTo>
                  <a:pt x="37" y="52"/>
                  <a:pt x="37" y="52"/>
                  <a:pt x="37" y="52"/>
                </a:cubicBezTo>
                <a:cubicBezTo>
                  <a:pt x="27" y="63"/>
                  <a:pt x="27" y="63"/>
                  <a:pt x="27" y="63"/>
                </a:cubicBezTo>
                <a:lnTo>
                  <a:pt x="27" y="75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2" name="Freeform 164"/>
          <p:cNvSpPr>
            <a:spLocks noEditPoints="1"/>
          </p:cNvSpPr>
          <p:nvPr/>
        </p:nvSpPr>
        <p:spPr bwMode="auto">
          <a:xfrm>
            <a:off x="4672013" y="4709308"/>
            <a:ext cx="209550" cy="300038"/>
          </a:xfrm>
          <a:custGeom>
            <a:avLst/>
            <a:gdLst>
              <a:gd name="T0" fmla="*/ 48 w 56"/>
              <a:gd name="T1" fmla="*/ 22 h 80"/>
              <a:gd name="T2" fmla="*/ 47 w 56"/>
              <a:gd name="T3" fmla="*/ 26 h 80"/>
              <a:gd name="T4" fmla="*/ 45 w 56"/>
              <a:gd name="T5" fmla="*/ 31 h 80"/>
              <a:gd name="T6" fmla="*/ 40 w 56"/>
              <a:gd name="T7" fmla="*/ 36 h 80"/>
              <a:gd name="T8" fmla="*/ 32 w 56"/>
              <a:gd name="T9" fmla="*/ 40 h 80"/>
              <a:gd name="T10" fmla="*/ 40 w 56"/>
              <a:gd name="T11" fmla="*/ 45 h 80"/>
              <a:gd name="T12" fmla="*/ 44 w 56"/>
              <a:gd name="T13" fmla="*/ 49 h 80"/>
              <a:gd name="T14" fmla="*/ 47 w 56"/>
              <a:gd name="T15" fmla="*/ 54 h 80"/>
              <a:gd name="T16" fmla="*/ 48 w 56"/>
              <a:gd name="T17" fmla="*/ 60 h 80"/>
              <a:gd name="T18" fmla="*/ 48 w 56"/>
              <a:gd name="T19" fmla="*/ 77 h 80"/>
              <a:gd name="T20" fmla="*/ 56 w 56"/>
              <a:gd name="T21" fmla="*/ 77 h 80"/>
              <a:gd name="T22" fmla="*/ 56 w 56"/>
              <a:gd name="T23" fmla="*/ 80 h 80"/>
              <a:gd name="T24" fmla="*/ 0 w 56"/>
              <a:gd name="T25" fmla="*/ 80 h 80"/>
              <a:gd name="T26" fmla="*/ 0 w 56"/>
              <a:gd name="T27" fmla="*/ 77 h 80"/>
              <a:gd name="T28" fmla="*/ 8 w 56"/>
              <a:gd name="T29" fmla="*/ 77 h 80"/>
              <a:gd name="T30" fmla="*/ 8 w 56"/>
              <a:gd name="T31" fmla="*/ 60 h 80"/>
              <a:gd name="T32" fmla="*/ 9 w 56"/>
              <a:gd name="T33" fmla="*/ 54 h 80"/>
              <a:gd name="T34" fmla="*/ 12 w 56"/>
              <a:gd name="T35" fmla="*/ 49 h 80"/>
              <a:gd name="T36" fmla="*/ 17 w 56"/>
              <a:gd name="T37" fmla="*/ 45 h 80"/>
              <a:gd name="T38" fmla="*/ 24 w 56"/>
              <a:gd name="T39" fmla="*/ 41 h 80"/>
              <a:gd name="T40" fmla="*/ 16 w 56"/>
              <a:gd name="T41" fmla="*/ 36 h 80"/>
              <a:gd name="T42" fmla="*/ 11 w 56"/>
              <a:gd name="T43" fmla="*/ 31 h 80"/>
              <a:gd name="T44" fmla="*/ 9 w 56"/>
              <a:gd name="T45" fmla="*/ 26 h 80"/>
              <a:gd name="T46" fmla="*/ 8 w 56"/>
              <a:gd name="T47" fmla="*/ 22 h 80"/>
              <a:gd name="T48" fmla="*/ 8 w 56"/>
              <a:gd name="T49" fmla="*/ 3 h 80"/>
              <a:gd name="T50" fmla="*/ 0 w 56"/>
              <a:gd name="T51" fmla="*/ 3 h 80"/>
              <a:gd name="T52" fmla="*/ 0 w 56"/>
              <a:gd name="T53" fmla="*/ 0 h 80"/>
              <a:gd name="T54" fmla="*/ 56 w 56"/>
              <a:gd name="T55" fmla="*/ 0 h 80"/>
              <a:gd name="T56" fmla="*/ 56 w 56"/>
              <a:gd name="T57" fmla="*/ 3 h 80"/>
              <a:gd name="T58" fmla="*/ 48 w 56"/>
              <a:gd name="T59" fmla="*/ 3 h 80"/>
              <a:gd name="T60" fmla="*/ 48 w 56"/>
              <a:gd name="T61" fmla="*/ 22 h 80"/>
              <a:gd name="T62" fmla="*/ 28 w 56"/>
              <a:gd name="T63" fmla="*/ 39 h 80"/>
              <a:gd name="T64" fmla="*/ 37 w 56"/>
              <a:gd name="T65" fmla="*/ 34 h 80"/>
              <a:gd name="T66" fmla="*/ 42 w 56"/>
              <a:gd name="T67" fmla="*/ 30 h 80"/>
              <a:gd name="T68" fmla="*/ 44 w 56"/>
              <a:gd name="T69" fmla="*/ 26 h 80"/>
              <a:gd name="T70" fmla="*/ 45 w 56"/>
              <a:gd name="T71" fmla="*/ 22 h 80"/>
              <a:gd name="T72" fmla="*/ 45 w 56"/>
              <a:gd name="T73" fmla="*/ 3 h 80"/>
              <a:gd name="T74" fmla="*/ 11 w 56"/>
              <a:gd name="T75" fmla="*/ 3 h 80"/>
              <a:gd name="T76" fmla="*/ 11 w 56"/>
              <a:gd name="T77" fmla="*/ 22 h 80"/>
              <a:gd name="T78" fmla="*/ 12 w 56"/>
              <a:gd name="T79" fmla="*/ 26 h 80"/>
              <a:gd name="T80" fmla="*/ 14 w 56"/>
              <a:gd name="T81" fmla="*/ 30 h 80"/>
              <a:gd name="T82" fmla="*/ 19 w 56"/>
              <a:gd name="T83" fmla="*/ 34 h 80"/>
              <a:gd name="T84" fmla="*/ 28 w 56"/>
              <a:gd name="T85" fmla="*/ 39 h 80"/>
              <a:gd name="T86" fmla="*/ 45 w 56"/>
              <a:gd name="T87" fmla="*/ 60 h 80"/>
              <a:gd name="T88" fmla="*/ 44 w 56"/>
              <a:gd name="T89" fmla="*/ 55 h 80"/>
              <a:gd name="T90" fmla="*/ 42 w 56"/>
              <a:gd name="T91" fmla="*/ 51 h 80"/>
              <a:gd name="T92" fmla="*/ 37 w 56"/>
              <a:gd name="T93" fmla="*/ 47 h 80"/>
              <a:gd name="T94" fmla="*/ 28 w 56"/>
              <a:gd name="T95" fmla="*/ 42 h 80"/>
              <a:gd name="T96" fmla="*/ 20 w 56"/>
              <a:gd name="T97" fmla="*/ 47 h 80"/>
              <a:gd name="T98" fmla="*/ 14 w 56"/>
              <a:gd name="T99" fmla="*/ 51 h 80"/>
              <a:gd name="T100" fmla="*/ 12 w 56"/>
              <a:gd name="T101" fmla="*/ 55 h 80"/>
              <a:gd name="T102" fmla="*/ 11 w 56"/>
              <a:gd name="T103" fmla="*/ 60 h 80"/>
              <a:gd name="T104" fmla="*/ 11 w 56"/>
              <a:gd name="T105" fmla="*/ 77 h 80"/>
              <a:gd name="T106" fmla="*/ 45 w 56"/>
              <a:gd name="T107" fmla="*/ 77 h 80"/>
              <a:gd name="T108" fmla="*/ 45 w 56"/>
              <a:gd name="T109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6" h="80">
                <a:moveTo>
                  <a:pt x="48" y="22"/>
                </a:moveTo>
                <a:cubicBezTo>
                  <a:pt x="48" y="23"/>
                  <a:pt x="48" y="25"/>
                  <a:pt x="47" y="26"/>
                </a:cubicBezTo>
                <a:cubicBezTo>
                  <a:pt x="47" y="28"/>
                  <a:pt x="46" y="29"/>
                  <a:pt x="45" y="31"/>
                </a:cubicBezTo>
                <a:cubicBezTo>
                  <a:pt x="44" y="32"/>
                  <a:pt x="42" y="34"/>
                  <a:pt x="40" y="36"/>
                </a:cubicBezTo>
                <a:cubicBezTo>
                  <a:pt x="38" y="37"/>
                  <a:pt x="35" y="39"/>
                  <a:pt x="32" y="40"/>
                </a:cubicBezTo>
                <a:cubicBezTo>
                  <a:pt x="35" y="42"/>
                  <a:pt x="37" y="43"/>
                  <a:pt x="40" y="45"/>
                </a:cubicBezTo>
                <a:cubicBezTo>
                  <a:pt x="42" y="46"/>
                  <a:pt x="43" y="48"/>
                  <a:pt x="44" y="49"/>
                </a:cubicBezTo>
                <a:cubicBezTo>
                  <a:pt x="46" y="51"/>
                  <a:pt x="47" y="53"/>
                  <a:pt x="47" y="54"/>
                </a:cubicBezTo>
                <a:cubicBezTo>
                  <a:pt x="48" y="56"/>
                  <a:pt x="48" y="58"/>
                  <a:pt x="48" y="60"/>
                </a:cubicBezTo>
                <a:cubicBezTo>
                  <a:pt x="48" y="77"/>
                  <a:pt x="48" y="77"/>
                  <a:pt x="48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6" y="80"/>
                  <a:pt x="56" y="80"/>
                  <a:pt x="5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77"/>
                  <a:pt x="0" y="77"/>
                  <a:pt x="0" y="77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8"/>
                  <a:pt x="9" y="56"/>
                  <a:pt x="9" y="54"/>
                </a:cubicBezTo>
                <a:cubicBezTo>
                  <a:pt x="10" y="53"/>
                  <a:pt x="11" y="51"/>
                  <a:pt x="12" y="49"/>
                </a:cubicBezTo>
                <a:cubicBezTo>
                  <a:pt x="13" y="48"/>
                  <a:pt x="15" y="46"/>
                  <a:pt x="17" y="45"/>
                </a:cubicBezTo>
                <a:cubicBezTo>
                  <a:pt x="19" y="44"/>
                  <a:pt x="21" y="42"/>
                  <a:pt x="24" y="41"/>
                </a:cubicBezTo>
                <a:cubicBezTo>
                  <a:pt x="21" y="39"/>
                  <a:pt x="18" y="37"/>
                  <a:pt x="16" y="36"/>
                </a:cubicBezTo>
                <a:cubicBezTo>
                  <a:pt x="14" y="34"/>
                  <a:pt x="12" y="32"/>
                  <a:pt x="11" y="31"/>
                </a:cubicBezTo>
                <a:cubicBezTo>
                  <a:pt x="10" y="29"/>
                  <a:pt x="9" y="28"/>
                  <a:pt x="9" y="26"/>
                </a:cubicBezTo>
                <a:cubicBezTo>
                  <a:pt x="8" y="25"/>
                  <a:pt x="8" y="23"/>
                  <a:pt x="8" y="22"/>
                </a:cubicBezTo>
                <a:cubicBezTo>
                  <a:pt x="8" y="3"/>
                  <a:pt x="8" y="3"/>
                  <a:pt x="8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0"/>
                  <a:pt x="0" y="0"/>
                  <a:pt x="0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3"/>
                  <a:pt x="56" y="3"/>
                  <a:pt x="56" y="3"/>
                </a:cubicBezTo>
                <a:cubicBezTo>
                  <a:pt x="48" y="3"/>
                  <a:pt x="48" y="3"/>
                  <a:pt x="48" y="3"/>
                </a:cubicBezTo>
                <a:lnTo>
                  <a:pt x="48" y="22"/>
                </a:lnTo>
                <a:close/>
                <a:moveTo>
                  <a:pt x="28" y="39"/>
                </a:moveTo>
                <a:cubicBezTo>
                  <a:pt x="32" y="37"/>
                  <a:pt x="35" y="36"/>
                  <a:pt x="37" y="34"/>
                </a:cubicBezTo>
                <a:cubicBezTo>
                  <a:pt x="39" y="33"/>
                  <a:pt x="41" y="31"/>
                  <a:pt x="42" y="30"/>
                </a:cubicBezTo>
                <a:cubicBezTo>
                  <a:pt x="43" y="28"/>
                  <a:pt x="44" y="27"/>
                  <a:pt x="44" y="26"/>
                </a:cubicBezTo>
                <a:cubicBezTo>
                  <a:pt x="45" y="24"/>
                  <a:pt x="45" y="23"/>
                  <a:pt x="45" y="22"/>
                </a:cubicBezTo>
                <a:cubicBezTo>
                  <a:pt x="45" y="3"/>
                  <a:pt x="45" y="3"/>
                  <a:pt x="45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3"/>
                  <a:pt x="12" y="24"/>
                  <a:pt x="12" y="26"/>
                </a:cubicBezTo>
                <a:cubicBezTo>
                  <a:pt x="12" y="27"/>
                  <a:pt x="13" y="28"/>
                  <a:pt x="14" y="30"/>
                </a:cubicBezTo>
                <a:cubicBezTo>
                  <a:pt x="15" y="31"/>
                  <a:pt x="17" y="33"/>
                  <a:pt x="19" y="34"/>
                </a:cubicBezTo>
                <a:cubicBezTo>
                  <a:pt x="21" y="36"/>
                  <a:pt x="24" y="37"/>
                  <a:pt x="28" y="39"/>
                </a:cubicBezTo>
                <a:close/>
                <a:moveTo>
                  <a:pt x="45" y="60"/>
                </a:moveTo>
                <a:cubicBezTo>
                  <a:pt x="45" y="58"/>
                  <a:pt x="45" y="57"/>
                  <a:pt x="44" y="55"/>
                </a:cubicBezTo>
                <a:cubicBezTo>
                  <a:pt x="44" y="54"/>
                  <a:pt x="43" y="53"/>
                  <a:pt x="42" y="51"/>
                </a:cubicBezTo>
                <a:cubicBezTo>
                  <a:pt x="41" y="50"/>
                  <a:pt x="39" y="48"/>
                  <a:pt x="37" y="47"/>
                </a:cubicBezTo>
                <a:cubicBezTo>
                  <a:pt x="35" y="45"/>
                  <a:pt x="32" y="44"/>
                  <a:pt x="28" y="42"/>
                </a:cubicBezTo>
                <a:cubicBezTo>
                  <a:pt x="25" y="44"/>
                  <a:pt x="22" y="45"/>
                  <a:pt x="20" y="47"/>
                </a:cubicBezTo>
                <a:cubicBezTo>
                  <a:pt x="17" y="48"/>
                  <a:pt x="16" y="50"/>
                  <a:pt x="14" y="51"/>
                </a:cubicBezTo>
                <a:cubicBezTo>
                  <a:pt x="13" y="53"/>
                  <a:pt x="13" y="54"/>
                  <a:pt x="12" y="55"/>
                </a:cubicBezTo>
                <a:cubicBezTo>
                  <a:pt x="12" y="57"/>
                  <a:pt x="11" y="58"/>
                  <a:pt x="11" y="60"/>
                </a:cubicBezTo>
                <a:cubicBezTo>
                  <a:pt x="11" y="77"/>
                  <a:pt x="11" y="77"/>
                  <a:pt x="11" y="77"/>
                </a:cubicBezTo>
                <a:cubicBezTo>
                  <a:pt x="45" y="77"/>
                  <a:pt x="45" y="77"/>
                  <a:pt x="45" y="77"/>
                </a:cubicBezTo>
                <a:lnTo>
                  <a:pt x="45" y="60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3" name="Freeform 165"/>
          <p:cNvSpPr>
            <a:spLocks noEditPoints="1"/>
          </p:cNvSpPr>
          <p:nvPr/>
        </p:nvSpPr>
        <p:spPr bwMode="auto">
          <a:xfrm>
            <a:off x="5062538" y="4685496"/>
            <a:ext cx="349250" cy="346075"/>
          </a:xfrm>
          <a:custGeom>
            <a:avLst/>
            <a:gdLst>
              <a:gd name="T0" fmla="*/ 81 w 93"/>
              <a:gd name="T1" fmla="*/ 54 h 92"/>
              <a:gd name="T2" fmla="*/ 72 w 93"/>
              <a:gd name="T3" fmla="*/ 70 h 92"/>
              <a:gd name="T4" fmla="*/ 70 w 93"/>
              <a:gd name="T5" fmla="*/ 72 h 92"/>
              <a:gd name="T6" fmla="*/ 54 w 93"/>
              <a:gd name="T7" fmla="*/ 80 h 92"/>
              <a:gd name="T8" fmla="*/ 45 w 93"/>
              <a:gd name="T9" fmla="*/ 92 h 92"/>
              <a:gd name="T10" fmla="*/ 33 w 93"/>
              <a:gd name="T11" fmla="*/ 78 h 92"/>
              <a:gd name="T12" fmla="*/ 15 w 93"/>
              <a:gd name="T13" fmla="*/ 80 h 92"/>
              <a:gd name="T14" fmla="*/ 17 w 93"/>
              <a:gd name="T15" fmla="*/ 65 h 92"/>
              <a:gd name="T16" fmla="*/ 12 w 93"/>
              <a:gd name="T17" fmla="*/ 48 h 92"/>
              <a:gd name="T18" fmla="*/ 12 w 93"/>
              <a:gd name="T19" fmla="*/ 44 h 92"/>
              <a:gd name="T20" fmla="*/ 17 w 93"/>
              <a:gd name="T21" fmla="*/ 27 h 92"/>
              <a:gd name="T22" fmla="*/ 15 w 93"/>
              <a:gd name="T23" fmla="*/ 12 h 92"/>
              <a:gd name="T24" fmla="*/ 33 w 93"/>
              <a:gd name="T25" fmla="*/ 13 h 92"/>
              <a:gd name="T26" fmla="*/ 45 w 93"/>
              <a:gd name="T27" fmla="*/ 0 h 92"/>
              <a:gd name="T28" fmla="*/ 55 w 93"/>
              <a:gd name="T29" fmla="*/ 11 h 92"/>
              <a:gd name="T30" fmla="*/ 71 w 93"/>
              <a:gd name="T31" fmla="*/ 20 h 92"/>
              <a:gd name="T32" fmla="*/ 73 w 93"/>
              <a:gd name="T33" fmla="*/ 22 h 92"/>
              <a:gd name="T34" fmla="*/ 81 w 93"/>
              <a:gd name="T35" fmla="*/ 38 h 92"/>
              <a:gd name="T36" fmla="*/ 93 w 93"/>
              <a:gd name="T37" fmla="*/ 48 h 92"/>
              <a:gd name="T38" fmla="*/ 17 w 93"/>
              <a:gd name="T39" fmla="*/ 33 h 92"/>
              <a:gd name="T40" fmla="*/ 34 w 93"/>
              <a:gd name="T41" fmla="*/ 44 h 92"/>
              <a:gd name="T42" fmla="*/ 36 w 93"/>
              <a:gd name="T43" fmla="*/ 39 h 92"/>
              <a:gd name="T44" fmla="*/ 15 w 93"/>
              <a:gd name="T45" fmla="*/ 48 h 92"/>
              <a:gd name="T46" fmla="*/ 20 w 93"/>
              <a:gd name="T47" fmla="*/ 63 h 92"/>
              <a:gd name="T48" fmla="*/ 36 w 93"/>
              <a:gd name="T49" fmla="*/ 52 h 92"/>
              <a:gd name="T50" fmla="*/ 34 w 93"/>
              <a:gd name="T51" fmla="*/ 48 h 92"/>
              <a:gd name="T52" fmla="*/ 40 w 93"/>
              <a:gd name="T53" fmla="*/ 14 h 92"/>
              <a:gd name="T54" fmla="*/ 25 w 93"/>
              <a:gd name="T55" fmla="*/ 22 h 92"/>
              <a:gd name="T56" fmla="*/ 42 w 93"/>
              <a:gd name="T57" fmla="*/ 34 h 92"/>
              <a:gd name="T58" fmla="*/ 45 w 93"/>
              <a:gd name="T59" fmla="*/ 14 h 92"/>
              <a:gd name="T60" fmla="*/ 34 w 93"/>
              <a:gd name="T61" fmla="*/ 75 h 92"/>
              <a:gd name="T62" fmla="*/ 45 w 93"/>
              <a:gd name="T63" fmla="*/ 59 h 92"/>
              <a:gd name="T64" fmla="*/ 40 w 93"/>
              <a:gd name="T65" fmla="*/ 57 h 92"/>
              <a:gd name="T66" fmla="*/ 47 w 93"/>
              <a:gd name="T67" fmla="*/ 55 h 92"/>
              <a:gd name="T68" fmla="*/ 56 w 93"/>
              <a:gd name="T69" fmla="*/ 50 h 92"/>
              <a:gd name="T70" fmla="*/ 54 w 93"/>
              <a:gd name="T71" fmla="*/ 39 h 92"/>
              <a:gd name="T72" fmla="*/ 43 w 93"/>
              <a:gd name="T73" fmla="*/ 37 h 92"/>
              <a:gd name="T74" fmla="*/ 37 w 93"/>
              <a:gd name="T75" fmla="*/ 46 h 92"/>
              <a:gd name="T76" fmla="*/ 43 w 93"/>
              <a:gd name="T77" fmla="*/ 55 h 92"/>
              <a:gd name="T78" fmla="*/ 64 w 93"/>
              <a:gd name="T79" fmla="*/ 19 h 92"/>
              <a:gd name="T80" fmla="*/ 48 w 93"/>
              <a:gd name="T81" fmla="*/ 14 h 92"/>
              <a:gd name="T82" fmla="*/ 51 w 93"/>
              <a:gd name="T83" fmla="*/ 34 h 92"/>
              <a:gd name="T84" fmla="*/ 68 w 93"/>
              <a:gd name="T85" fmla="*/ 22 h 92"/>
              <a:gd name="T86" fmla="*/ 59 w 93"/>
              <a:gd name="T87" fmla="*/ 75 h 92"/>
              <a:gd name="T88" fmla="*/ 55 w 93"/>
              <a:gd name="T89" fmla="*/ 56 h 92"/>
              <a:gd name="T90" fmla="*/ 50 w 93"/>
              <a:gd name="T91" fmla="*/ 58 h 92"/>
              <a:gd name="T92" fmla="*/ 79 w 93"/>
              <a:gd name="T93" fmla="*/ 44 h 92"/>
              <a:gd name="T94" fmla="*/ 74 w 93"/>
              <a:gd name="T95" fmla="*/ 29 h 92"/>
              <a:gd name="T96" fmla="*/ 58 w 93"/>
              <a:gd name="T97" fmla="*/ 39 h 92"/>
              <a:gd name="T98" fmla="*/ 60 w 93"/>
              <a:gd name="T99" fmla="*/ 44 h 92"/>
              <a:gd name="T100" fmla="*/ 74 w 93"/>
              <a:gd name="T101" fmla="*/ 63 h 92"/>
              <a:gd name="T102" fmla="*/ 79 w 93"/>
              <a:gd name="T103" fmla="*/ 48 h 92"/>
              <a:gd name="T104" fmla="*/ 59 w 93"/>
              <a:gd name="T105" fmla="*/ 51 h 92"/>
              <a:gd name="T106" fmla="*/ 70 w 93"/>
              <a:gd name="T107" fmla="*/ 6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3" h="92">
                <a:moveTo>
                  <a:pt x="93" y="48"/>
                </a:moveTo>
                <a:cubicBezTo>
                  <a:pt x="81" y="48"/>
                  <a:pt x="81" y="48"/>
                  <a:pt x="81" y="48"/>
                </a:cubicBezTo>
                <a:cubicBezTo>
                  <a:pt x="81" y="50"/>
                  <a:pt x="81" y="52"/>
                  <a:pt x="81" y="54"/>
                </a:cubicBezTo>
                <a:cubicBezTo>
                  <a:pt x="80" y="56"/>
                  <a:pt x="80" y="58"/>
                  <a:pt x="79" y="60"/>
                </a:cubicBezTo>
                <a:cubicBezTo>
                  <a:pt x="78" y="61"/>
                  <a:pt x="77" y="63"/>
                  <a:pt x="76" y="65"/>
                </a:cubicBezTo>
                <a:cubicBezTo>
                  <a:pt x="75" y="66"/>
                  <a:pt x="74" y="68"/>
                  <a:pt x="72" y="70"/>
                </a:cubicBezTo>
                <a:cubicBezTo>
                  <a:pt x="81" y="78"/>
                  <a:pt x="81" y="78"/>
                  <a:pt x="81" y="78"/>
                </a:cubicBezTo>
                <a:cubicBezTo>
                  <a:pt x="78" y="80"/>
                  <a:pt x="78" y="80"/>
                  <a:pt x="78" y="80"/>
                </a:cubicBezTo>
                <a:cubicBezTo>
                  <a:pt x="70" y="72"/>
                  <a:pt x="70" y="72"/>
                  <a:pt x="70" y="72"/>
                </a:cubicBezTo>
                <a:cubicBezTo>
                  <a:pt x="69" y="73"/>
                  <a:pt x="67" y="74"/>
                  <a:pt x="65" y="75"/>
                </a:cubicBezTo>
                <a:cubicBezTo>
                  <a:pt x="64" y="76"/>
                  <a:pt x="62" y="77"/>
                  <a:pt x="60" y="78"/>
                </a:cubicBezTo>
                <a:cubicBezTo>
                  <a:pt x="58" y="79"/>
                  <a:pt x="56" y="80"/>
                  <a:pt x="54" y="80"/>
                </a:cubicBezTo>
                <a:cubicBezTo>
                  <a:pt x="52" y="81"/>
                  <a:pt x="50" y="81"/>
                  <a:pt x="48" y="81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2"/>
                  <a:pt x="45" y="92"/>
                  <a:pt x="45" y="92"/>
                </a:cubicBezTo>
                <a:cubicBezTo>
                  <a:pt x="45" y="81"/>
                  <a:pt x="45" y="81"/>
                  <a:pt x="45" y="81"/>
                </a:cubicBezTo>
                <a:cubicBezTo>
                  <a:pt x="43" y="81"/>
                  <a:pt x="41" y="80"/>
                  <a:pt x="39" y="80"/>
                </a:cubicBezTo>
                <a:cubicBezTo>
                  <a:pt x="37" y="79"/>
                  <a:pt x="35" y="79"/>
                  <a:pt x="33" y="78"/>
                </a:cubicBezTo>
                <a:cubicBezTo>
                  <a:pt x="31" y="77"/>
                  <a:pt x="29" y="76"/>
                  <a:pt x="28" y="75"/>
                </a:cubicBezTo>
                <a:cubicBezTo>
                  <a:pt x="26" y="74"/>
                  <a:pt x="24" y="73"/>
                  <a:pt x="23" y="72"/>
                </a:cubicBezTo>
                <a:cubicBezTo>
                  <a:pt x="15" y="80"/>
                  <a:pt x="15" y="80"/>
                  <a:pt x="15" y="80"/>
                </a:cubicBezTo>
                <a:cubicBezTo>
                  <a:pt x="13" y="77"/>
                  <a:pt x="13" y="77"/>
                  <a:pt x="13" y="77"/>
                </a:cubicBezTo>
                <a:cubicBezTo>
                  <a:pt x="21" y="69"/>
                  <a:pt x="21" y="69"/>
                  <a:pt x="21" y="69"/>
                </a:cubicBezTo>
                <a:cubicBezTo>
                  <a:pt x="19" y="68"/>
                  <a:pt x="18" y="66"/>
                  <a:pt x="17" y="65"/>
                </a:cubicBezTo>
                <a:cubicBezTo>
                  <a:pt x="16" y="63"/>
                  <a:pt x="15" y="61"/>
                  <a:pt x="14" y="59"/>
                </a:cubicBezTo>
                <a:cubicBezTo>
                  <a:pt x="13" y="58"/>
                  <a:pt x="13" y="56"/>
                  <a:pt x="12" y="54"/>
                </a:cubicBezTo>
                <a:cubicBezTo>
                  <a:pt x="12" y="52"/>
                  <a:pt x="12" y="50"/>
                  <a:pt x="12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4"/>
                  <a:pt x="0" y="44"/>
                  <a:pt x="0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2"/>
                  <a:pt x="12" y="40"/>
                  <a:pt x="12" y="38"/>
                </a:cubicBezTo>
                <a:cubicBezTo>
                  <a:pt x="13" y="36"/>
                  <a:pt x="13" y="34"/>
                  <a:pt x="14" y="32"/>
                </a:cubicBezTo>
                <a:cubicBezTo>
                  <a:pt x="15" y="30"/>
                  <a:pt x="16" y="29"/>
                  <a:pt x="17" y="27"/>
                </a:cubicBezTo>
                <a:cubicBezTo>
                  <a:pt x="18" y="25"/>
                  <a:pt x="20" y="23"/>
                  <a:pt x="21" y="22"/>
                </a:cubicBezTo>
                <a:cubicBezTo>
                  <a:pt x="13" y="14"/>
                  <a:pt x="13" y="14"/>
                  <a:pt x="13" y="14"/>
                </a:cubicBezTo>
                <a:cubicBezTo>
                  <a:pt x="15" y="12"/>
                  <a:pt x="15" y="12"/>
                  <a:pt x="15" y="12"/>
                </a:cubicBezTo>
                <a:cubicBezTo>
                  <a:pt x="23" y="20"/>
                  <a:pt x="23" y="20"/>
                  <a:pt x="23" y="20"/>
                </a:cubicBezTo>
                <a:cubicBezTo>
                  <a:pt x="25" y="18"/>
                  <a:pt x="26" y="17"/>
                  <a:pt x="28" y="16"/>
                </a:cubicBezTo>
                <a:cubicBezTo>
                  <a:pt x="30" y="15"/>
                  <a:pt x="31" y="14"/>
                  <a:pt x="33" y="13"/>
                </a:cubicBezTo>
                <a:cubicBezTo>
                  <a:pt x="35" y="12"/>
                  <a:pt x="37" y="12"/>
                  <a:pt x="39" y="11"/>
                </a:cubicBezTo>
                <a:cubicBezTo>
                  <a:pt x="41" y="11"/>
                  <a:pt x="43" y="11"/>
                  <a:pt x="45" y="10"/>
                </a:cubicBezTo>
                <a:cubicBezTo>
                  <a:pt x="45" y="0"/>
                  <a:pt x="45" y="0"/>
                  <a:pt x="4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0"/>
                  <a:pt x="48" y="10"/>
                  <a:pt x="48" y="10"/>
                </a:cubicBezTo>
                <a:cubicBezTo>
                  <a:pt x="51" y="11"/>
                  <a:pt x="53" y="11"/>
                  <a:pt x="55" y="11"/>
                </a:cubicBezTo>
                <a:cubicBezTo>
                  <a:pt x="57" y="12"/>
                  <a:pt x="59" y="12"/>
                  <a:pt x="60" y="13"/>
                </a:cubicBezTo>
                <a:cubicBezTo>
                  <a:pt x="62" y="14"/>
                  <a:pt x="64" y="15"/>
                  <a:pt x="66" y="16"/>
                </a:cubicBezTo>
                <a:cubicBezTo>
                  <a:pt x="68" y="17"/>
                  <a:pt x="69" y="18"/>
                  <a:pt x="71" y="20"/>
                </a:cubicBezTo>
                <a:cubicBezTo>
                  <a:pt x="78" y="12"/>
                  <a:pt x="78" y="12"/>
                  <a:pt x="78" y="12"/>
                </a:cubicBezTo>
                <a:cubicBezTo>
                  <a:pt x="81" y="14"/>
                  <a:pt x="81" y="14"/>
                  <a:pt x="81" y="14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5" y="25"/>
                  <a:pt x="76" y="27"/>
                </a:cubicBezTo>
                <a:cubicBezTo>
                  <a:pt x="78" y="29"/>
                  <a:pt x="78" y="30"/>
                  <a:pt x="79" y="32"/>
                </a:cubicBezTo>
                <a:cubicBezTo>
                  <a:pt x="80" y="34"/>
                  <a:pt x="81" y="36"/>
                  <a:pt x="81" y="38"/>
                </a:cubicBezTo>
                <a:cubicBezTo>
                  <a:pt x="82" y="40"/>
                  <a:pt x="82" y="42"/>
                  <a:pt x="82" y="44"/>
                </a:cubicBezTo>
                <a:cubicBezTo>
                  <a:pt x="93" y="44"/>
                  <a:pt x="93" y="44"/>
                  <a:pt x="93" y="44"/>
                </a:cubicBezTo>
                <a:lnTo>
                  <a:pt x="93" y="48"/>
                </a:lnTo>
                <a:close/>
                <a:moveTo>
                  <a:pt x="23" y="24"/>
                </a:moveTo>
                <a:cubicBezTo>
                  <a:pt x="22" y="26"/>
                  <a:pt x="21" y="27"/>
                  <a:pt x="20" y="29"/>
                </a:cubicBezTo>
                <a:cubicBezTo>
                  <a:pt x="19" y="30"/>
                  <a:pt x="18" y="32"/>
                  <a:pt x="17" y="33"/>
                </a:cubicBezTo>
                <a:cubicBezTo>
                  <a:pt x="17" y="35"/>
                  <a:pt x="16" y="37"/>
                  <a:pt x="16" y="39"/>
                </a:cubicBezTo>
                <a:cubicBezTo>
                  <a:pt x="15" y="40"/>
                  <a:pt x="15" y="42"/>
                  <a:pt x="15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3"/>
                  <a:pt x="34" y="43"/>
                </a:cubicBezTo>
                <a:cubicBezTo>
                  <a:pt x="34" y="42"/>
                  <a:pt x="35" y="41"/>
                  <a:pt x="35" y="41"/>
                </a:cubicBezTo>
                <a:cubicBezTo>
                  <a:pt x="35" y="40"/>
                  <a:pt x="35" y="40"/>
                  <a:pt x="36" y="39"/>
                </a:cubicBezTo>
                <a:cubicBezTo>
                  <a:pt x="36" y="39"/>
                  <a:pt x="36" y="38"/>
                  <a:pt x="37" y="38"/>
                </a:cubicBezTo>
                <a:lnTo>
                  <a:pt x="23" y="24"/>
                </a:lnTo>
                <a:close/>
                <a:moveTo>
                  <a:pt x="15" y="48"/>
                </a:moveTo>
                <a:cubicBezTo>
                  <a:pt x="15" y="49"/>
                  <a:pt x="15" y="51"/>
                  <a:pt x="16" y="53"/>
                </a:cubicBezTo>
                <a:cubicBezTo>
                  <a:pt x="16" y="55"/>
                  <a:pt x="17" y="56"/>
                  <a:pt x="17" y="58"/>
                </a:cubicBezTo>
                <a:cubicBezTo>
                  <a:pt x="18" y="60"/>
                  <a:pt x="19" y="61"/>
                  <a:pt x="20" y="63"/>
                </a:cubicBezTo>
                <a:cubicBezTo>
                  <a:pt x="21" y="64"/>
                  <a:pt x="22" y="66"/>
                  <a:pt x="23" y="67"/>
                </a:cubicBezTo>
                <a:cubicBezTo>
                  <a:pt x="37" y="54"/>
                  <a:pt x="37" y="54"/>
                  <a:pt x="37" y="54"/>
                </a:cubicBezTo>
                <a:cubicBezTo>
                  <a:pt x="36" y="53"/>
                  <a:pt x="36" y="53"/>
                  <a:pt x="36" y="52"/>
                </a:cubicBezTo>
                <a:cubicBezTo>
                  <a:pt x="35" y="52"/>
                  <a:pt x="35" y="51"/>
                  <a:pt x="35" y="51"/>
                </a:cubicBezTo>
                <a:cubicBezTo>
                  <a:pt x="35" y="50"/>
                  <a:pt x="35" y="50"/>
                  <a:pt x="34" y="49"/>
                </a:cubicBezTo>
                <a:cubicBezTo>
                  <a:pt x="34" y="49"/>
                  <a:pt x="34" y="48"/>
                  <a:pt x="34" y="48"/>
                </a:cubicBezTo>
                <a:lnTo>
                  <a:pt x="15" y="48"/>
                </a:lnTo>
                <a:close/>
                <a:moveTo>
                  <a:pt x="45" y="14"/>
                </a:moveTo>
                <a:cubicBezTo>
                  <a:pt x="43" y="14"/>
                  <a:pt x="41" y="14"/>
                  <a:pt x="40" y="14"/>
                </a:cubicBezTo>
                <a:cubicBezTo>
                  <a:pt x="38" y="15"/>
                  <a:pt x="36" y="16"/>
                  <a:pt x="34" y="16"/>
                </a:cubicBezTo>
                <a:cubicBezTo>
                  <a:pt x="33" y="17"/>
                  <a:pt x="31" y="18"/>
                  <a:pt x="30" y="19"/>
                </a:cubicBezTo>
                <a:cubicBezTo>
                  <a:pt x="28" y="20"/>
                  <a:pt x="27" y="21"/>
                  <a:pt x="25" y="22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5"/>
                  <a:pt x="40" y="35"/>
                  <a:pt x="40" y="35"/>
                </a:cubicBezTo>
                <a:cubicBezTo>
                  <a:pt x="41" y="34"/>
                  <a:pt x="41" y="34"/>
                  <a:pt x="42" y="34"/>
                </a:cubicBezTo>
                <a:cubicBezTo>
                  <a:pt x="42" y="34"/>
                  <a:pt x="43" y="34"/>
                  <a:pt x="43" y="33"/>
                </a:cubicBezTo>
                <a:cubicBezTo>
                  <a:pt x="44" y="33"/>
                  <a:pt x="44" y="33"/>
                  <a:pt x="45" y="33"/>
                </a:cubicBezTo>
                <a:lnTo>
                  <a:pt x="45" y="14"/>
                </a:lnTo>
                <a:close/>
                <a:moveTo>
                  <a:pt x="25" y="69"/>
                </a:moveTo>
                <a:cubicBezTo>
                  <a:pt x="27" y="71"/>
                  <a:pt x="28" y="72"/>
                  <a:pt x="30" y="73"/>
                </a:cubicBezTo>
                <a:cubicBezTo>
                  <a:pt x="31" y="74"/>
                  <a:pt x="33" y="75"/>
                  <a:pt x="34" y="75"/>
                </a:cubicBezTo>
                <a:cubicBezTo>
                  <a:pt x="36" y="76"/>
                  <a:pt x="38" y="76"/>
                  <a:pt x="40" y="77"/>
                </a:cubicBezTo>
                <a:cubicBezTo>
                  <a:pt x="41" y="77"/>
                  <a:pt x="43" y="78"/>
                  <a:pt x="45" y="78"/>
                </a:cubicBezTo>
                <a:cubicBezTo>
                  <a:pt x="45" y="59"/>
                  <a:pt x="45" y="59"/>
                  <a:pt x="45" y="59"/>
                </a:cubicBezTo>
                <a:cubicBezTo>
                  <a:pt x="44" y="59"/>
                  <a:pt x="44" y="59"/>
                  <a:pt x="43" y="58"/>
                </a:cubicBezTo>
                <a:cubicBezTo>
                  <a:pt x="43" y="58"/>
                  <a:pt x="42" y="58"/>
                  <a:pt x="42" y="58"/>
                </a:cubicBezTo>
                <a:cubicBezTo>
                  <a:pt x="41" y="57"/>
                  <a:pt x="41" y="57"/>
                  <a:pt x="40" y="57"/>
                </a:cubicBezTo>
                <a:cubicBezTo>
                  <a:pt x="40" y="57"/>
                  <a:pt x="39" y="56"/>
                  <a:pt x="39" y="56"/>
                </a:cubicBezTo>
                <a:lnTo>
                  <a:pt x="25" y="69"/>
                </a:lnTo>
                <a:close/>
                <a:moveTo>
                  <a:pt x="47" y="55"/>
                </a:moveTo>
                <a:cubicBezTo>
                  <a:pt x="48" y="55"/>
                  <a:pt x="49" y="55"/>
                  <a:pt x="50" y="55"/>
                </a:cubicBezTo>
                <a:cubicBezTo>
                  <a:pt x="52" y="54"/>
                  <a:pt x="53" y="54"/>
                  <a:pt x="54" y="53"/>
                </a:cubicBezTo>
                <a:cubicBezTo>
                  <a:pt x="54" y="52"/>
                  <a:pt x="55" y="51"/>
                  <a:pt x="56" y="50"/>
                </a:cubicBezTo>
                <a:cubicBezTo>
                  <a:pt x="56" y="49"/>
                  <a:pt x="56" y="47"/>
                  <a:pt x="56" y="46"/>
                </a:cubicBezTo>
                <a:cubicBezTo>
                  <a:pt x="56" y="45"/>
                  <a:pt x="56" y="43"/>
                  <a:pt x="56" y="42"/>
                </a:cubicBezTo>
                <a:cubicBezTo>
                  <a:pt x="55" y="41"/>
                  <a:pt x="54" y="40"/>
                  <a:pt x="54" y="39"/>
                </a:cubicBezTo>
                <a:cubicBezTo>
                  <a:pt x="53" y="38"/>
                  <a:pt x="52" y="38"/>
                  <a:pt x="50" y="37"/>
                </a:cubicBezTo>
                <a:cubicBezTo>
                  <a:pt x="49" y="37"/>
                  <a:pt x="48" y="36"/>
                  <a:pt x="47" y="36"/>
                </a:cubicBezTo>
                <a:cubicBezTo>
                  <a:pt x="45" y="36"/>
                  <a:pt x="44" y="37"/>
                  <a:pt x="43" y="37"/>
                </a:cubicBezTo>
                <a:cubicBezTo>
                  <a:pt x="42" y="38"/>
                  <a:pt x="41" y="38"/>
                  <a:pt x="40" y="39"/>
                </a:cubicBezTo>
                <a:cubicBezTo>
                  <a:pt x="39" y="40"/>
                  <a:pt x="38" y="41"/>
                  <a:pt x="38" y="42"/>
                </a:cubicBezTo>
                <a:cubicBezTo>
                  <a:pt x="37" y="43"/>
                  <a:pt x="37" y="45"/>
                  <a:pt x="37" y="46"/>
                </a:cubicBezTo>
                <a:cubicBezTo>
                  <a:pt x="37" y="47"/>
                  <a:pt x="37" y="49"/>
                  <a:pt x="38" y="50"/>
                </a:cubicBezTo>
                <a:cubicBezTo>
                  <a:pt x="38" y="51"/>
                  <a:pt x="39" y="52"/>
                  <a:pt x="40" y="53"/>
                </a:cubicBezTo>
                <a:cubicBezTo>
                  <a:pt x="41" y="54"/>
                  <a:pt x="42" y="54"/>
                  <a:pt x="43" y="55"/>
                </a:cubicBezTo>
                <a:cubicBezTo>
                  <a:pt x="44" y="55"/>
                  <a:pt x="45" y="55"/>
                  <a:pt x="47" y="55"/>
                </a:cubicBezTo>
                <a:close/>
                <a:moveTo>
                  <a:pt x="68" y="22"/>
                </a:moveTo>
                <a:cubicBezTo>
                  <a:pt x="67" y="21"/>
                  <a:pt x="65" y="20"/>
                  <a:pt x="64" y="19"/>
                </a:cubicBezTo>
                <a:cubicBezTo>
                  <a:pt x="62" y="18"/>
                  <a:pt x="61" y="17"/>
                  <a:pt x="59" y="16"/>
                </a:cubicBezTo>
                <a:cubicBezTo>
                  <a:pt x="57" y="16"/>
                  <a:pt x="56" y="15"/>
                  <a:pt x="54" y="14"/>
                </a:cubicBezTo>
                <a:cubicBezTo>
                  <a:pt x="52" y="14"/>
                  <a:pt x="50" y="14"/>
                  <a:pt x="48" y="14"/>
                </a:cubicBezTo>
                <a:cubicBezTo>
                  <a:pt x="48" y="33"/>
                  <a:pt x="48" y="33"/>
                  <a:pt x="48" y="33"/>
                </a:cubicBezTo>
                <a:cubicBezTo>
                  <a:pt x="49" y="33"/>
                  <a:pt x="49" y="33"/>
                  <a:pt x="50" y="34"/>
                </a:cubicBezTo>
                <a:cubicBezTo>
                  <a:pt x="50" y="34"/>
                  <a:pt x="51" y="34"/>
                  <a:pt x="51" y="34"/>
                </a:cubicBezTo>
                <a:cubicBezTo>
                  <a:pt x="52" y="34"/>
                  <a:pt x="52" y="35"/>
                  <a:pt x="53" y="35"/>
                </a:cubicBezTo>
                <a:cubicBezTo>
                  <a:pt x="53" y="35"/>
                  <a:pt x="54" y="36"/>
                  <a:pt x="54" y="36"/>
                </a:cubicBezTo>
                <a:lnTo>
                  <a:pt x="68" y="22"/>
                </a:lnTo>
                <a:close/>
                <a:moveTo>
                  <a:pt x="48" y="78"/>
                </a:moveTo>
                <a:cubicBezTo>
                  <a:pt x="50" y="77"/>
                  <a:pt x="52" y="77"/>
                  <a:pt x="54" y="77"/>
                </a:cubicBezTo>
                <a:cubicBezTo>
                  <a:pt x="56" y="76"/>
                  <a:pt x="57" y="76"/>
                  <a:pt x="59" y="75"/>
                </a:cubicBezTo>
                <a:cubicBezTo>
                  <a:pt x="61" y="74"/>
                  <a:pt x="62" y="74"/>
                  <a:pt x="64" y="73"/>
                </a:cubicBezTo>
                <a:cubicBezTo>
                  <a:pt x="65" y="72"/>
                  <a:pt x="67" y="71"/>
                  <a:pt x="68" y="69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7"/>
                  <a:pt x="53" y="57"/>
                </a:cubicBezTo>
                <a:cubicBezTo>
                  <a:pt x="53" y="57"/>
                  <a:pt x="52" y="57"/>
                  <a:pt x="52" y="58"/>
                </a:cubicBezTo>
                <a:cubicBezTo>
                  <a:pt x="51" y="58"/>
                  <a:pt x="51" y="58"/>
                  <a:pt x="50" y="58"/>
                </a:cubicBezTo>
                <a:cubicBezTo>
                  <a:pt x="50" y="58"/>
                  <a:pt x="49" y="58"/>
                  <a:pt x="48" y="58"/>
                </a:cubicBezTo>
                <a:lnTo>
                  <a:pt x="48" y="78"/>
                </a:lnTo>
                <a:close/>
                <a:moveTo>
                  <a:pt x="79" y="44"/>
                </a:moveTo>
                <a:cubicBezTo>
                  <a:pt x="79" y="42"/>
                  <a:pt x="78" y="40"/>
                  <a:pt x="78" y="39"/>
                </a:cubicBezTo>
                <a:cubicBezTo>
                  <a:pt x="77" y="37"/>
                  <a:pt x="77" y="35"/>
                  <a:pt x="76" y="33"/>
                </a:cubicBezTo>
                <a:cubicBezTo>
                  <a:pt x="75" y="32"/>
                  <a:pt x="75" y="30"/>
                  <a:pt x="74" y="29"/>
                </a:cubicBezTo>
                <a:cubicBezTo>
                  <a:pt x="73" y="27"/>
                  <a:pt x="72" y="26"/>
                  <a:pt x="70" y="24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9"/>
                  <a:pt x="58" y="39"/>
                </a:cubicBezTo>
                <a:cubicBezTo>
                  <a:pt x="58" y="40"/>
                  <a:pt x="58" y="40"/>
                  <a:pt x="59" y="41"/>
                </a:cubicBezTo>
                <a:cubicBezTo>
                  <a:pt x="59" y="41"/>
                  <a:pt x="59" y="42"/>
                  <a:pt x="59" y="43"/>
                </a:cubicBezTo>
                <a:cubicBezTo>
                  <a:pt x="59" y="43"/>
                  <a:pt x="59" y="44"/>
                  <a:pt x="60" y="44"/>
                </a:cubicBezTo>
                <a:lnTo>
                  <a:pt x="79" y="44"/>
                </a:lnTo>
                <a:close/>
                <a:moveTo>
                  <a:pt x="70" y="67"/>
                </a:moveTo>
                <a:cubicBezTo>
                  <a:pt x="72" y="66"/>
                  <a:pt x="73" y="64"/>
                  <a:pt x="74" y="63"/>
                </a:cubicBezTo>
                <a:cubicBezTo>
                  <a:pt x="75" y="61"/>
                  <a:pt x="75" y="60"/>
                  <a:pt x="76" y="58"/>
                </a:cubicBezTo>
                <a:cubicBezTo>
                  <a:pt x="77" y="57"/>
                  <a:pt x="77" y="55"/>
                  <a:pt x="78" y="53"/>
                </a:cubicBezTo>
                <a:cubicBezTo>
                  <a:pt x="78" y="51"/>
                  <a:pt x="79" y="49"/>
                  <a:pt x="79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59" y="48"/>
                  <a:pt x="59" y="49"/>
                  <a:pt x="59" y="49"/>
                </a:cubicBezTo>
                <a:cubicBezTo>
                  <a:pt x="59" y="50"/>
                  <a:pt x="59" y="50"/>
                  <a:pt x="59" y="51"/>
                </a:cubicBezTo>
                <a:cubicBezTo>
                  <a:pt x="58" y="51"/>
                  <a:pt x="58" y="52"/>
                  <a:pt x="58" y="52"/>
                </a:cubicBezTo>
                <a:cubicBezTo>
                  <a:pt x="58" y="53"/>
                  <a:pt x="57" y="53"/>
                  <a:pt x="57" y="54"/>
                </a:cubicBezTo>
                <a:lnTo>
                  <a:pt x="70" y="6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4" name="Freeform 166"/>
          <p:cNvSpPr>
            <a:spLocks noEditPoints="1"/>
          </p:cNvSpPr>
          <p:nvPr/>
        </p:nvSpPr>
        <p:spPr bwMode="auto">
          <a:xfrm>
            <a:off x="5591175" y="4690258"/>
            <a:ext cx="300038" cy="338138"/>
          </a:xfrm>
          <a:custGeom>
            <a:avLst/>
            <a:gdLst>
              <a:gd name="T0" fmla="*/ 80 w 80"/>
              <a:gd name="T1" fmla="*/ 56 h 90"/>
              <a:gd name="T2" fmla="*/ 80 w 80"/>
              <a:gd name="T3" fmla="*/ 58 h 90"/>
              <a:gd name="T4" fmla="*/ 78 w 80"/>
              <a:gd name="T5" fmla="*/ 66 h 90"/>
              <a:gd name="T6" fmla="*/ 73 w 80"/>
              <a:gd name="T7" fmla="*/ 73 h 90"/>
              <a:gd name="T8" fmla="*/ 62 w 80"/>
              <a:gd name="T9" fmla="*/ 83 h 90"/>
              <a:gd name="T10" fmla="*/ 48 w 80"/>
              <a:gd name="T11" fmla="*/ 89 h 90"/>
              <a:gd name="T12" fmla="*/ 32 w 80"/>
              <a:gd name="T13" fmla="*/ 90 h 90"/>
              <a:gd name="T14" fmla="*/ 48 w 80"/>
              <a:gd name="T15" fmla="*/ 80 h 90"/>
              <a:gd name="T16" fmla="*/ 53 w 80"/>
              <a:gd name="T17" fmla="*/ 84 h 90"/>
              <a:gd name="T18" fmla="*/ 62 w 80"/>
              <a:gd name="T19" fmla="*/ 79 h 90"/>
              <a:gd name="T20" fmla="*/ 63 w 80"/>
              <a:gd name="T21" fmla="*/ 77 h 90"/>
              <a:gd name="T22" fmla="*/ 61 w 80"/>
              <a:gd name="T23" fmla="*/ 77 h 90"/>
              <a:gd name="T24" fmla="*/ 61 w 80"/>
              <a:gd name="T25" fmla="*/ 39 h 90"/>
              <a:gd name="T26" fmla="*/ 70 w 80"/>
              <a:gd name="T27" fmla="*/ 41 h 90"/>
              <a:gd name="T28" fmla="*/ 77 w 80"/>
              <a:gd name="T29" fmla="*/ 47 h 90"/>
              <a:gd name="T30" fmla="*/ 74 w 80"/>
              <a:gd name="T31" fmla="*/ 26 h 90"/>
              <a:gd name="T32" fmla="*/ 54 w 80"/>
              <a:gd name="T33" fmla="*/ 6 h 90"/>
              <a:gd name="T34" fmla="*/ 26 w 80"/>
              <a:gd name="T35" fmla="*/ 6 h 90"/>
              <a:gd name="T36" fmla="*/ 6 w 80"/>
              <a:gd name="T37" fmla="*/ 26 h 90"/>
              <a:gd name="T38" fmla="*/ 3 w 80"/>
              <a:gd name="T39" fmla="*/ 47 h 90"/>
              <a:gd name="T40" fmla="*/ 10 w 80"/>
              <a:gd name="T41" fmla="*/ 41 h 90"/>
              <a:gd name="T42" fmla="*/ 19 w 80"/>
              <a:gd name="T43" fmla="*/ 39 h 90"/>
              <a:gd name="T44" fmla="*/ 12 w 80"/>
              <a:gd name="T45" fmla="*/ 75 h 90"/>
              <a:gd name="T46" fmla="*/ 2 w 80"/>
              <a:gd name="T47" fmla="*/ 65 h 90"/>
              <a:gd name="T48" fmla="*/ 0 w 80"/>
              <a:gd name="T49" fmla="*/ 57 h 90"/>
              <a:gd name="T50" fmla="*/ 0 w 80"/>
              <a:gd name="T51" fmla="*/ 56 h 90"/>
              <a:gd name="T52" fmla="*/ 3 w 80"/>
              <a:gd name="T53" fmla="*/ 25 h 90"/>
              <a:gd name="T54" fmla="*/ 24 w 80"/>
              <a:gd name="T55" fmla="*/ 3 h 90"/>
              <a:gd name="T56" fmla="*/ 56 w 80"/>
              <a:gd name="T57" fmla="*/ 3 h 90"/>
              <a:gd name="T58" fmla="*/ 77 w 80"/>
              <a:gd name="T59" fmla="*/ 25 h 90"/>
              <a:gd name="T60" fmla="*/ 16 w 80"/>
              <a:gd name="T61" fmla="*/ 42 h 90"/>
              <a:gd name="T62" fmla="*/ 7 w 80"/>
              <a:gd name="T63" fmla="*/ 48 h 90"/>
              <a:gd name="T64" fmla="*/ 3 w 80"/>
              <a:gd name="T65" fmla="*/ 58 h 90"/>
              <a:gd name="T66" fmla="*/ 7 w 80"/>
              <a:gd name="T67" fmla="*/ 68 h 90"/>
              <a:gd name="T68" fmla="*/ 16 w 80"/>
              <a:gd name="T69" fmla="*/ 73 h 90"/>
              <a:gd name="T70" fmla="*/ 45 w 80"/>
              <a:gd name="T71" fmla="*/ 87 h 90"/>
              <a:gd name="T72" fmla="*/ 35 w 80"/>
              <a:gd name="T73" fmla="*/ 83 h 90"/>
              <a:gd name="T74" fmla="*/ 45 w 80"/>
              <a:gd name="T75" fmla="*/ 87 h 90"/>
              <a:gd name="T76" fmla="*/ 69 w 80"/>
              <a:gd name="T77" fmla="*/ 71 h 90"/>
              <a:gd name="T78" fmla="*/ 76 w 80"/>
              <a:gd name="T79" fmla="*/ 63 h 90"/>
              <a:gd name="T80" fmla="*/ 76 w 80"/>
              <a:gd name="T81" fmla="*/ 52 h 90"/>
              <a:gd name="T82" fmla="*/ 69 w 80"/>
              <a:gd name="T83" fmla="*/ 44 h 90"/>
              <a:gd name="T84" fmla="*/ 64 w 80"/>
              <a:gd name="T85" fmla="*/ 73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0" h="90">
                <a:moveTo>
                  <a:pt x="80" y="40"/>
                </a:moveTo>
                <a:cubicBezTo>
                  <a:pt x="80" y="56"/>
                  <a:pt x="80" y="56"/>
                  <a:pt x="80" y="56"/>
                </a:cubicBezTo>
                <a:cubicBezTo>
                  <a:pt x="80" y="57"/>
                  <a:pt x="80" y="57"/>
                  <a:pt x="80" y="57"/>
                </a:cubicBezTo>
                <a:cubicBezTo>
                  <a:pt x="80" y="57"/>
                  <a:pt x="80" y="57"/>
                  <a:pt x="80" y="58"/>
                </a:cubicBezTo>
                <a:cubicBezTo>
                  <a:pt x="80" y="59"/>
                  <a:pt x="80" y="61"/>
                  <a:pt x="80" y="62"/>
                </a:cubicBezTo>
                <a:cubicBezTo>
                  <a:pt x="79" y="63"/>
                  <a:pt x="79" y="65"/>
                  <a:pt x="78" y="66"/>
                </a:cubicBezTo>
                <a:cubicBezTo>
                  <a:pt x="77" y="67"/>
                  <a:pt x="77" y="69"/>
                  <a:pt x="76" y="70"/>
                </a:cubicBezTo>
                <a:cubicBezTo>
                  <a:pt x="75" y="71"/>
                  <a:pt x="74" y="72"/>
                  <a:pt x="73" y="73"/>
                </a:cubicBezTo>
                <a:cubicBezTo>
                  <a:pt x="71" y="75"/>
                  <a:pt x="70" y="77"/>
                  <a:pt x="68" y="78"/>
                </a:cubicBezTo>
                <a:cubicBezTo>
                  <a:pt x="66" y="80"/>
                  <a:pt x="64" y="82"/>
                  <a:pt x="62" y="83"/>
                </a:cubicBezTo>
                <a:cubicBezTo>
                  <a:pt x="60" y="85"/>
                  <a:pt x="58" y="86"/>
                  <a:pt x="55" y="87"/>
                </a:cubicBezTo>
                <a:cubicBezTo>
                  <a:pt x="53" y="88"/>
                  <a:pt x="51" y="89"/>
                  <a:pt x="48" y="89"/>
                </a:cubicBezTo>
                <a:cubicBezTo>
                  <a:pt x="48" y="90"/>
                  <a:pt x="48" y="90"/>
                  <a:pt x="48" y="90"/>
                </a:cubicBezTo>
                <a:cubicBezTo>
                  <a:pt x="32" y="90"/>
                  <a:pt x="32" y="90"/>
                  <a:pt x="32" y="9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86"/>
                  <a:pt x="48" y="86"/>
                  <a:pt x="48" y="86"/>
                </a:cubicBezTo>
                <a:cubicBezTo>
                  <a:pt x="50" y="85"/>
                  <a:pt x="52" y="85"/>
                  <a:pt x="53" y="84"/>
                </a:cubicBezTo>
                <a:cubicBezTo>
                  <a:pt x="55" y="84"/>
                  <a:pt x="56" y="83"/>
                  <a:pt x="58" y="82"/>
                </a:cubicBezTo>
                <a:cubicBezTo>
                  <a:pt x="59" y="81"/>
                  <a:pt x="61" y="80"/>
                  <a:pt x="62" y="79"/>
                </a:cubicBezTo>
                <a:cubicBezTo>
                  <a:pt x="63" y="79"/>
                  <a:pt x="64" y="77"/>
                  <a:pt x="66" y="76"/>
                </a:cubicBezTo>
                <a:cubicBezTo>
                  <a:pt x="65" y="76"/>
                  <a:pt x="64" y="77"/>
                  <a:pt x="63" y="77"/>
                </a:cubicBezTo>
                <a:cubicBezTo>
                  <a:pt x="63" y="77"/>
                  <a:pt x="62" y="77"/>
                  <a:pt x="61" y="77"/>
                </a:cubicBezTo>
                <a:cubicBezTo>
                  <a:pt x="61" y="77"/>
                  <a:pt x="61" y="77"/>
                  <a:pt x="61" y="77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3" y="39"/>
                  <a:pt x="64" y="39"/>
                  <a:pt x="66" y="39"/>
                </a:cubicBezTo>
                <a:cubicBezTo>
                  <a:pt x="67" y="40"/>
                  <a:pt x="69" y="40"/>
                  <a:pt x="70" y="41"/>
                </a:cubicBezTo>
                <a:cubicBezTo>
                  <a:pt x="72" y="42"/>
                  <a:pt x="73" y="43"/>
                  <a:pt x="74" y="44"/>
                </a:cubicBezTo>
                <a:cubicBezTo>
                  <a:pt x="75" y="45"/>
                  <a:pt x="76" y="46"/>
                  <a:pt x="77" y="47"/>
                </a:cubicBezTo>
                <a:cubicBezTo>
                  <a:pt x="77" y="40"/>
                  <a:pt x="77" y="40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2" y="21"/>
                  <a:pt x="69" y="17"/>
                  <a:pt x="66" y="14"/>
                </a:cubicBezTo>
                <a:cubicBezTo>
                  <a:pt x="63" y="11"/>
                  <a:pt x="59" y="8"/>
                  <a:pt x="54" y="6"/>
                </a:cubicBezTo>
                <a:cubicBezTo>
                  <a:pt x="50" y="4"/>
                  <a:pt x="45" y="3"/>
                  <a:pt x="40" y="3"/>
                </a:cubicBezTo>
                <a:cubicBezTo>
                  <a:pt x="35" y="3"/>
                  <a:pt x="30" y="4"/>
                  <a:pt x="26" y="6"/>
                </a:cubicBezTo>
                <a:cubicBezTo>
                  <a:pt x="21" y="8"/>
                  <a:pt x="17" y="11"/>
                  <a:pt x="14" y="14"/>
                </a:cubicBezTo>
                <a:cubicBezTo>
                  <a:pt x="11" y="17"/>
                  <a:pt x="8" y="21"/>
                  <a:pt x="6" y="26"/>
                </a:cubicBezTo>
                <a:cubicBezTo>
                  <a:pt x="4" y="30"/>
                  <a:pt x="3" y="35"/>
                  <a:pt x="3" y="40"/>
                </a:cubicBezTo>
                <a:cubicBezTo>
                  <a:pt x="3" y="47"/>
                  <a:pt x="3" y="47"/>
                  <a:pt x="3" y="47"/>
                </a:cubicBezTo>
                <a:cubicBezTo>
                  <a:pt x="4" y="46"/>
                  <a:pt x="5" y="45"/>
                  <a:pt x="6" y="43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0"/>
                  <a:pt x="13" y="39"/>
                  <a:pt x="14" y="39"/>
                </a:cubicBezTo>
                <a:cubicBezTo>
                  <a:pt x="16" y="39"/>
                  <a:pt x="17" y="39"/>
                  <a:pt x="19" y="39"/>
                </a:cubicBezTo>
                <a:cubicBezTo>
                  <a:pt x="19" y="77"/>
                  <a:pt x="19" y="77"/>
                  <a:pt x="19" y="77"/>
                </a:cubicBezTo>
                <a:cubicBezTo>
                  <a:pt x="17" y="77"/>
                  <a:pt x="14" y="76"/>
                  <a:pt x="12" y="75"/>
                </a:cubicBezTo>
                <a:cubicBezTo>
                  <a:pt x="10" y="74"/>
                  <a:pt x="8" y="73"/>
                  <a:pt x="6" y="71"/>
                </a:cubicBezTo>
                <a:cubicBezTo>
                  <a:pt x="4" y="70"/>
                  <a:pt x="3" y="68"/>
                  <a:pt x="2" y="65"/>
                </a:cubicBezTo>
                <a:cubicBezTo>
                  <a:pt x="1" y="63"/>
                  <a:pt x="0" y="60"/>
                  <a:pt x="0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57"/>
                  <a:pt x="0" y="57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1" y="29"/>
                  <a:pt x="3" y="25"/>
                </a:cubicBezTo>
                <a:cubicBezTo>
                  <a:pt x="5" y="20"/>
                  <a:pt x="8" y="16"/>
                  <a:pt x="12" y="12"/>
                </a:cubicBezTo>
                <a:cubicBezTo>
                  <a:pt x="15" y="8"/>
                  <a:pt x="20" y="5"/>
                  <a:pt x="24" y="3"/>
                </a:cubicBezTo>
                <a:cubicBezTo>
                  <a:pt x="29" y="1"/>
                  <a:pt x="35" y="0"/>
                  <a:pt x="40" y="0"/>
                </a:cubicBezTo>
                <a:cubicBezTo>
                  <a:pt x="46" y="0"/>
                  <a:pt x="51" y="1"/>
                  <a:pt x="56" y="3"/>
                </a:cubicBezTo>
                <a:cubicBezTo>
                  <a:pt x="60" y="5"/>
                  <a:pt x="65" y="8"/>
                  <a:pt x="68" y="12"/>
                </a:cubicBezTo>
                <a:cubicBezTo>
                  <a:pt x="72" y="16"/>
                  <a:pt x="75" y="20"/>
                  <a:pt x="77" y="25"/>
                </a:cubicBezTo>
                <a:cubicBezTo>
                  <a:pt x="79" y="29"/>
                  <a:pt x="80" y="35"/>
                  <a:pt x="80" y="40"/>
                </a:cubicBezTo>
                <a:close/>
                <a:moveTo>
                  <a:pt x="16" y="42"/>
                </a:moveTo>
                <a:cubicBezTo>
                  <a:pt x="14" y="42"/>
                  <a:pt x="13" y="43"/>
                  <a:pt x="11" y="44"/>
                </a:cubicBezTo>
                <a:cubicBezTo>
                  <a:pt x="10" y="45"/>
                  <a:pt x="8" y="46"/>
                  <a:pt x="7" y="48"/>
                </a:cubicBezTo>
                <a:cubicBezTo>
                  <a:pt x="6" y="49"/>
                  <a:pt x="5" y="50"/>
                  <a:pt x="4" y="52"/>
                </a:cubicBezTo>
                <a:cubicBezTo>
                  <a:pt x="4" y="54"/>
                  <a:pt x="3" y="56"/>
                  <a:pt x="3" y="58"/>
                </a:cubicBezTo>
                <a:cubicBezTo>
                  <a:pt x="3" y="60"/>
                  <a:pt x="4" y="61"/>
                  <a:pt x="4" y="63"/>
                </a:cubicBezTo>
                <a:cubicBezTo>
                  <a:pt x="5" y="65"/>
                  <a:pt x="6" y="66"/>
                  <a:pt x="7" y="68"/>
                </a:cubicBezTo>
                <a:cubicBezTo>
                  <a:pt x="8" y="69"/>
                  <a:pt x="10" y="70"/>
                  <a:pt x="11" y="71"/>
                </a:cubicBezTo>
                <a:cubicBezTo>
                  <a:pt x="13" y="72"/>
                  <a:pt x="14" y="73"/>
                  <a:pt x="16" y="73"/>
                </a:cubicBezTo>
                <a:lnTo>
                  <a:pt x="16" y="42"/>
                </a:lnTo>
                <a:close/>
                <a:moveTo>
                  <a:pt x="45" y="87"/>
                </a:moveTo>
                <a:cubicBezTo>
                  <a:pt x="45" y="83"/>
                  <a:pt x="45" y="83"/>
                  <a:pt x="45" y="83"/>
                </a:cubicBezTo>
                <a:cubicBezTo>
                  <a:pt x="35" y="83"/>
                  <a:pt x="35" y="83"/>
                  <a:pt x="35" y="83"/>
                </a:cubicBezTo>
                <a:cubicBezTo>
                  <a:pt x="35" y="87"/>
                  <a:pt x="35" y="87"/>
                  <a:pt x="35" y="87"/>
                </a:cubicBezTo>
                <a:lnTo>
                  <a:pt x="45" y="87"/>
                </a:lnTo>
                <a:close/>
                <a:moveTo>
                  <a:pt x="64" y="73"/>
                </a:moveTo>
                <a:cubicBezTo>
                  <a:pt x="66" y="73"/>
                  <a:pt x="68" y="72"/>
                  <a:pt x="69" y="71"/>
                </a:cubicBezTo>
                <a:cubicBezTo>
                  <a:pt x="71" y="70"/>
                  <a:pt x="72" y="69"/>
                  <a:pt x="73" y="68"/>
                </a:cubicBezTo>
                <a:cubicBezTo>
                  <a:pt x="74" y="66"/>
                  <a:pt x="75" y="65"/>
                  <a:pt x="76" y="63"/>
                </a:cubicBezTo>
                <a:cubicBezTo>
                  <a:pt x="77" y="61"/>
                  <a:pt x="77" y="60"/>
                  <a:pt x="77" y="58"/>
                </a:cubicBezTo>
                <a:cubicBezTo>
                  <a:pt x="77" y="56"/>
                  <a:pt x="77" y="54"/>
                  <a:pt x="76" y="52"/>
                </a:cubicBezTo>
                <a:cubicBezTo>
                  <a:pt x="75" y="50"/>
                  <a:pt x="74" y="49"/>
                  <a:pt x="73" y="48"/>
                </a:cubicBezTo>
                <a:cubicBezTo>
                  <a:pt x="72" y="46"/>
                  <a:pt x="71" y="45"/>
                  <a:pt x="69" y="44"/>
                </a:cubicBezTo>
                <a:cubicBezTo>
                  <a:pt x="68" y="43"/>
                  <a:pt x="66" y="42"/>
                  <a:pt x="64" y="42"/>
                </a:cubicBezTo>
                <a:lnTo>
                  <a:pt x="64" y="73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5" name="Freeform 167"/>
          <p:cNvSpPr>
            <a:spLocks noEditPoints="1"/>
          </p:cNvSpPr>
          <p:nvPr/>
        </p:nvSpPr>
        <p:spPr bwMode="auto">
          <a:xfrm>
            <a:off x="6072188" y="4693433"/>
            <a:ext cx="330200" cy="331788"/>
          </a:xfrm>
          <a:custGeom>
            <a:avLst/>
            <a:gdLst>
              <a:gd name="T0" fmla="*/ 203 w 208"/>
              <a:gd name="T1" fmla="*/ 95 h 209"/>
              <a:gd name="T2" fmla="*/ 208 w 208"/>
              <a:gd name="T3" fmla="*/ 100 h 209"/>
              <a:gd name="T4" fmla="*/ 144 w 208"/>
              <a:gd name="T5" fmla="*/ 161 h 209"/>
              <a:gd name="T6" fmla="*/ 139 w 208"/>
              <a:gd name="T7" fmla="*/ 156 h 209"/>
              <a:gd name="T8" fmla="*/ 144 w 208"/>
              <a:gd name="T9" fmla="*/ 154 h 209"/>
              <a:gd name="T10" fmla="*/ 102 w 208"/>
              <a:gd name="T11" fmla="*/ 111 h 209"/>
              <a:gd name="T12" fmla="*/ 5 w 208"/>
              <a:gd name="T13" fmla="*/ 209 h 209"/>
              <a:gd name="T14" fmla="*/ 0 w 208"/>
              <a:gd name="T15" fmla="*/ 204 h 209"/>
              <a:gd name="T16" fmla="*/ 97 w 208"/>
              <a:gd name="T17" fmla="*/ 107 h 209"/>
              <a:gd name="T18" fmla="*/ 54 w 208"/>
              <a:gd name="T19" fmla="*/ 64 h 209"/>
              <a:gd name="T20" fmla="*/ 52 w 208"/>
              <a:gd name="T21" fmla="*/ 69 h 209"/>
              <a:gd name="T22" fmla="*/ 45 w 208"/>
              <a:gd name="T23" fmla="*/ 64 h 209"/>
              <a:gd name="T24" fmla="*/ 104 w 208"/>
              <a:gd name="T25" fmla="*/ 5 h 209"/>
              <a:gd name="T26" fmla="*/ 109 w 208"/>
              <a:gd name="T27" fmla="*/ 0 h 209"/>
              <a:gd name="T28" fmla="*/ 113 w 208"/>
              <a:gd name="T29" fmla="*/ 5 h 209"/>
              <a:gd name="T30" fmla="*/ 109 w 208"/>
              <a:gd name="T31" fmla="*/ 12 h 209"/>
              <a:gd name="T32" fmla="*/ 196 w 208"/>
              <a:gd name="T33" fmla="*/ 100 h 209"/>
              <a:gd name="T34" fmla="*/ 203 w 208"/>
              <a:gd name="T35" fmla="*/ 95 h 209"/>
              <a:gd name="T36" fmla="*/ 104 w 208"/>
              <a:gd name="T37" fmla="*/ 17 h 209"/>
              <a:gd name="T38" fmla="*/ 61 w 208"/>
              <a:gd name="T39" fmla="*/ 59 h 209"/>
              <a:gd name="T40" fmla="*/ 73 w 208"/>
              <a:gd name="T41" fmla="*/ 73 h 209"/>
              <a:gd name="T42" fmla="*/ 116 w 208"/>
              <a:gd name="T43" fmla="*/ 28 h 209"/>
              <a:gd name="T44" fmla="*/ 104 w 208"/>
              <a:gd name="T45" fmla="*/ 17 h 209"/>
              <a:gd name="T46" fmla="*/ 130 w 208"/>
              <a:gd name="T47" fmla="*/ 128 h 209"/>
              <a:gd name="T48" fmla="*/ 173 w 208"/>
              <a:gd name="T49" fmla="*/ 85 h 209"/>
              <a:gd name="T50" fmla="*/ 123 w 208"/>
              <a:gd name="T51" fmla="*/ 36 h 209"/>
              <a:gd name="T52" fmla="*/ 80 w 208"/>
              <a:gd name="T53" fmla="*/ 78 h 209"/>
              <a:gd name="T54" fmla="*/ 130 w 208"/>
              <a:gd name="T55" fmla="*/ 128 h 209"/>
              <a:gd name="T56" fmla="*/ 149 w 208"/>
              <a:gd name="T57" fmla="*/ 147 h 209"/>
              <a:gd name="T58" fmla="*/ 192 w 208"/>
              <a:gd name="T59" fmla="*/ 104 h 209"/>
              <a:gd name="T60" fmla="*/ 177 w 208"/>
              <a:gd name="T61" fmla="*/ 90 h 209"/>
              <a:gd name="T62" fmla="*/ 135 w 208"/>
              <a:gd name="T63" fmla="*/ 135 h 209"/>
              <a:gd name="T64" fmla="*/ 149 w 208"/>
              <a:gd name="T65" fmla="*/ 147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" h="209">
                <a:moveTo>
                  <a:pt x="203" y="95"/>
                </a:moveTo>
                <a:lnTo>
                  <a:pt x="208" y="100"/>
                </a:lnTo>
                <a:lnTo>
                  <a:pt x="144" y="161"/>
                </a:lnTo>
                <a:lnTo>
                  <a:pt x="139" y="156"/>
                </a:lnTo>
                <a:lnTo>
                  <a:pt x="144" y="154"/>
                </a:lnTo>
                <a:lnTo>
                  <a:pt x="102" y="111"/>
                </a:lnTo>
                <a:lnTo>
                  <a:pt x="5" y="209"/>
                </a:lnTo>
                <a:lnTo>
                  <a:pt x="0" y="204"/>
                </a:lnTo>
                <a:lnTo>
                  <a:pt x="97" y="107"/>
                </a:lnTo>
                <a:lnTo>
                  <a:pt x="54" y="64"/>
                </a:lnTo>
                <a:lnTo>
                  <a:pt x="52" y="69"/>
                </a:lnTo>
                <a:lnTo>
                  <a:pt x="45" y="64"/>
                </a:lnTo>
                <a:lnTo>
                  <a:pt x="104" y="5"/>
                </a:lnTo>
                <a:lnTo>
                  <a:pt x="109" y="0"/>
                </a:lnTo>
                <a:lnTo>
                  <a:pt x="113" y="5"/>
                </a:lnTo>
                <a:lnTo>
                  <a:pt x="109" y="12"/>
                </a:lnTo>
                <a:lnTo>
                  <a:pt x="196" y="100"/>
                </a:lnTo>
                <a:lnTo>
                  <a:pt x="203" y="95"/>
                </a:lnTo>
                <a:close/>
                <a:moveTo>
                  <a:pt x="104" y="17"/>
                </a:moveTo>
                <a:lnTo>
                  <a:pt x="61" y="59"/>
                </a:lnTo>
                <a:lnTo>
                  <a:pt x="73" y="73"/>
                </a:lnTo>
                <a:lnTo>
                  <a:pt x="116" y="28"/>
                </a:lnTo>
                <a:lnTo>
                  <a:pt x="104" y="17"/>
                </a:lnTo>
                <a:close/>
                <a:moveTo>
                  <a:pt x="130" y="128"/>
                </a:moveTo>
                <a:lnTo>
                  <a:pt x="173" y="85"/>
                </a:lnTo>
                <a:lnTo>
                  <a:pt x="123" y="36"/>
                </a:lnTo>
                <a:lnTo>
                  <a:pt x="80" y="78"/>
                </a:lnTo>
                <a:lnTo>
                  <a:pt x="130" y="128"/>
                </a:lnTo>
                <a:close/>
                <a:moveTo>
                  <a:pt x="149" y="147"/>
                </a:moveTo>
                <a:lnTo>
                  <a:pt x="192" y="104"/>
                </a:lnTo>
                <a:lnTo>
                  <a:pt x="177" y="90"/>
                </a:lnTo>
                <a:lnTo>
                  <a:pt x="135" y="135"/>
                </a:lnTo>
                <a:lnTo>
                  <a:pt x="149" y="14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6" name="Freeform 168"/>
          <p:cNvSpPr>
            <a:spLocks noEditPoints="1"/>
          </p:cNvSpPr>
          <p:nvPr/>
        </p:nvSpPr>
        <p:spPr bwMode="auto">
          <a:xfrm>
            <a:off x="6583363" y="4750583"/>
            <a:ext cx="360363" cy="217488"/>
          </a:xfrm>
          <a:custGeom>
            <a:avLst/>
            <a:gdLst>
              <a:gd name="T0" fmla="*/ 227 w 227"/>
              <a:gd name="T1" fmla="*/ 64 h 137"/>
              <a:gd name="T2" fmla="*/ 227 w 227"/>
              <a:gd name="T3" fmla="*/ 73 h 137"/>
              <a:gd name="T4" fmla="*/ 205 w 227"/>
              <a:gd name="T5" fmla="*/ 73 h 137"/>
              <a:gd name="T6" fmla="*/ 205 w 227"/>
              <a:gd name="T7" fmla="*/ 118 h 137"/>
              <a:gd name="T8" fmla="*/ 182 w 227"/>
              <a:gd name="T9" fmla="*/ 118 h 137"/>
              <a:gd name="T10" fmla="*/ 182 w 227"/>
              <a:gd name="T11" fmla="*/ 137 h 137"/>
              <a:gd name="T12" fmla="*/ 151 w 227"/>
              <a:gd name="T13" fmla="*/ 137 h 137"/>
              <a:gd name="T14" fmla="*/ 151 w 227"/>
              <a:gd name="T15" fmla="*/ 73 h 137"/>
              <a:gd name="T16" fmla="*/ 75 w 227"/>
              <a:gd name="T17" fmla="*/ 73 h 137"/>
              <a:gd name="T18" fmla="*/ 75 w 227"/>
              <a:gd name="T19" fmla="*/ 137 h 137"/>
              <a:gd name="T20" fmla="*/ 44 w 227"/>
              <a:gd name="T21" fmla="*/ 137 h 137"/>
              <a:gd name="T22" fmla="*/ 44 w 227"/>
              <a:gd name="T23" fmla="*/ 118 h 137"/>
              <a:gd name="T24" fmla="*/ 23 w 227"/>
              <a:gd name="T25" fmla="*/ 118 h 137"/>
              <a:gd name="T26" fmla="*/ 23 w 227"/>
              <a:gd name="T27" fmla="*/ 73 h 137"/>
              <a:gd name="T28" fmla="*/ 0 w 227"/>
              <a:gd name="T29" fmla="*/ 73 h 137"/>
              <a:gd name="T30" fmla="*/ 0 w 227"/>
              <a:gd name="T31" fmla="*/ 64 h 137"/>
              <a:gd name="T32" fmla="*/ 23 w 227"/>
              <a:gd name="T33" fmla="*/ 64 h 137"/>
              <a:gd name="T34" fmla="*/ 23 w 227"/>
              <a:gd name="T35" fmla="*/ 19 h 137"/>
              <a:gd name="T36" fmla="*/ 44 w 227"/>
              <a:gd name="T37" fmla="*/ 19 h 137"/>
              <a:gd name="T38" fmla="*/ 44 w 227"/>
              <a:gd name="T39" fmla="*/ 0 h 137"/>
              <a:gd name="T40" fmla="*/ 75 w 227"/>
              <a:gd name="T41" fmla="*/ 0 h 137"/>
              <a:gd name="T42" fmla="*/ 75 w 227"/>
              <a:gd name="T43" fmla="*/ 64 h 137"/>
              <a:gd name="T44" fmla="*/ 151 w 227"/>
              <a:gd name="T45" fmla="*/ 64 h 137"/>
              <a:gd name="T46" fmla="*/ 151 w 227"/>
              <a:gd name="T47" fmla="*/ 0 h 137"/>
              <a:gd name="T48" fmla="*/ 182 w 227"/>
              <a:gd name="T49" fmla="*/ 0 h 137"/>
              <a:gd name="T50" fmla="*/ 182 w 227"/>
              <a:gd name="T51" fmla="*/ 19 h 137"/>
              <a:gd name="T52" fmla="*/ 205 w 227"/>
              <a:gd name="T53" fmla="*/ 19 h 137"/>
              <a:gd name="T54" fmla="*/ 205 w 227"/>
              <a:gd name="T55" fmla="*/ 64 h 137"/>
              <a:gd name="T56" fmla="*/ 227 w 227"/>
              <a:gd name="T57" fmla="*/ 64 h 137"/>
              <a:gd name="T58" fmla="*/ 30 w 227"/>
              <a:gd name="T59" fmla="*/ 111 h 137"/>
              <a:gd name="T60" fmla="*/ 44 w 227"/>
              <a:gd name="T61" fmla="*/ 111 h 137"/>
              <a:gd name="T62" fmla="*/ 44 w 227"/>
              <a:gd name="T63" fmla="*/ 26 h 137"/>
              <a:gd name="T64" fmla="*/ 30 w 227"/>
              <a:gd name="T65" fmla="*/ 26 h 137"/>
              <a:gd name="T66" fmla="*/ 30 w 227"/>
              <a:gd name="T67" fmla="*/ 111 h 137"/>
              <a:gd name="T68" fmla="*/ 68 w 227"/>
              <a:gd name="T69" fmla="*/ 130 h 137"/>
              <a:gd name="T70" fmla="*/ 68 w 227"/>
              <a:gd name="T71" fmla="*/ 7 h 137"/>
              <a:gd name="T72" fmla="*/ 52 w 227"/>
              <a:gd name="T73" fmla="*/ 7 h 137"/>
              <a:gd name="T74" fmla="*/ 52 w 227"/>
              <a:gd name="T75" fmla="*/ 130 h 137"/>
              <a:gd name="T76" fmla="*/ 68 w 227"/>
              <a:gd name="T77" fmla="*/ 130 h 137"/>
              <a:gd name="T78" fmla="*/ 175 w 227"/>
              <a:gd name="T79" fmla="*/ 130 h 137"/>
              <a:gd name="T80" fmla="*/ 175 w 227"/>
              <a:gd name="T81" fmla="*/ 7 h 137"/>
              <a:gd name="T82" fmla="*/ 158 w 227"/>
              <a:gd name="T83" fmla="*/ 7 h 137"/>
              <a:gd name="T84" fmla="*/ 158 w 227"/>
              <a:gd name="T85" fmla="*/ 130 h 137"/>
              <a:gd name="T86" fmla="*/ 175 w 227"/>
              <a:gd name="T87" fmla="*/ 130 h 137"/>
              <a:gd name="T88" fmla="*/ 196 w 227"/>
              <a:gd name="T89" fmla="*/ 111 h 137"/>
              <a:gd name="T90" fmla="*/ 196 w 227"/>
              <a:gd name="T91" fmla="*/ 26 h 137"/>
              <a:gd name="T92" fmla="*/ 182 w 227"/>
              <a:gd name="T93" fmla="*/ 26 h 137"/>
              <a:gd name="T94" fmla="*/ 182 w 227"/>
              <a:gd name="T95" fmla="*/ 111 h 137"/>
              <a:gd name="T96" fmla="*/ 196 w 227"/>
              <a:gd name="T97" fmla="*/ 111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7" h="137">
                <a:moveTo>
                  <a:pt x="227" y="64"/>
                </a:moveTo>
                <a:lnTo>
                  <a:pt x="227" y="73"/>
                </a:lnTo>
                <a:lnTo>
                  <a:pt x="205" y="73"/>
                </a:lnTo>
                <a:lnTo>
                  <a:pt x="205" y="118"/>
                </a:lnTo>
                <a:lnTo>
                  <a:pt x="182" y="118"/>
                </a:lnTo>
                <a:lnTo>
                  <a:pt x="182" y="137"/>
                </a:lnTo>
                <a:lnTo>
                  <a:pt x="151" y="137"/>
                </a:lnTo>
                <a:lnTo>
                  <a:pt x="151" y="73"/>
                </a:lnTo>
                <a:lnTo>
                  <a:pt x="75" y="73"/>
                </a:lnTo>
                <a:lnTo>
                  <a:pt x="75" y="137"/>
                </a:lnTo>
                <a:lnTo>
                  <a:pt x="44" y="137"/>
                </a:lnTo>
                <a:lnTo>
                  <a:pt x="44" y="118"/>
                </a:lnTo>
                <a:lnTo>
                  <a:pt x="23" y="118"/>
                </a:lnTo>
                <a:lnTo>
                  <a:pt x="23" y="73"/>
                </a:lnTo>
                <a:lnTo>
                  <a:pt x="0" y="73"/>
                </a:lnTo>
                <a:lnTo>
                  <a:pt x="0" y="64"/>
                </a:lnTo>
                <a:lnTo>
                  <a:pt x="23" y="64"/>
                </a:lnTo>
                <a:lnTo>
                  <a:pt x="23" y="19"/>
                </a:lnTo>
                <a:lnTo>
                  <a:pt x="44" y="19"/>
                </a:lnTo>
                <a:lnTo>
                  <a:pt x="44" y="0"/>
                </a:lnTo>
                <a:lnTo>
                  <a:pt x="75" y="0"/>
                </a:lnTo>
                <a:lnTo>
                  <a:pt x="75" y="64"/>
                </a:lnTo>
                <a:lnTo>
                  <a:pt x="151" y="64"/>
                </a:lnTo>
                <a:lnTo>
                  <a:pt x="151" y="0"/>
                </a:lnTo>
                <a:lnTo>
                  <a:pt x="182" y="0"/>
                </a:lnTo>
                <a:lnTo>
                  <a:pt x="182" y="19"/>
                </a:lnTo>
                <a:lnTo>
                  <a:pt x="205" y="19"/>
                </a:lnTo>
                <a:lnTo>
                  <a:pt x="205" y="64"/>
                </a:lnTo>
                <a:lnTo>
                  <a:pt x="227" y="64"/>
                </a:lnTo>
                <a:close/>
                <a:moveTo>
                  <a:pt x="30" y="111"/>
                </a:moveTo>
                <a:lnTo>
                  <a:pt x="44" y="111"/>
                </a:lnTo>
                <a:lnTo>
                  <a:pt x="44" y="26"/>
                </a:lnTo>
                <a:lnTo>
                  <a:pt x="30" y="26"/>
                </a:lnTo>
                <a:lnTo>
                  <a:pt x="30" y="111"/>
                </a:lnTo>
                <a:close/>
                <a:moveTo>
                  <a:pt x="68" y="130"/>
                </a:moveTo>
                <a:lnTo>
                  <a:pt x="68" y="7"/>
                </a:lnTo>
                <a:lnTo>
                  <a:pt x="52" y="7"/>
                </a:lnTo>
                <a:lnTo>
                  <a:pt x="52" y="130"/>
                </a:lnTo>
                <a:lnTo>
                  <a:pt x="68" y="130"/>
                </a:lnTo>
                <a:close/>
                <a:moveTo>
                  <a:pt x="175" y="130"/>
                </a:moveTo>
                <a:lnTo>
                  <a:pt x="175" y="7"/>
                </a:lnTo>
                <a:lnTo>
                  <a:pt x="158" y="7"/>
                </a:lnTo>
                <a:lnTo>
                  <a:pt x="158" y="130"/>
                </a:lnTo>
                <a:lnTo>
                  <a:pt x="175" y="130"/>
                </a:lnTo>
                <a:close/>
                <a:moveTo>
                  <a:pt x="196" y="111"/>
                </a:moveTo>
                <a:lnTo>
                  <a:pt x="196" y="26"/>
                </a:lnTo>
                <a:lnTo>
                  <a:pt x="182" y="26"/>
                </a:lnTo>
                <a:lnTo>
                  <a:pt x="182" y="111"/>
                </a:lnTo>
                <a:lnTo>
                  <a:pt x="196" y="111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7" name="Freeform 169"/>
          <p:cNvSpPr>
            <a:spLocks noEditPoints="1"/>
          </p:cNvSpPr>
          <p:nvPr/>
        </p:nvSpPr>
        <p:spPr bwMode="auto">
          <a:xfrm>
            <a:off x="7123113" y="4701371"/>
            <a:ext cx="203200" cy="315913"/>
          </a:xfrm>
          <a:custGeom>
            <a:avLst/>
            <a:gdLst>
              <a:gd name="T0" fmla="*/ 46 w 54"/>
              <a:gd name="T1" fmla="*/ 47 h 84"/>
              <a:gd name="T2" fmla="*/ 42 w 54"/>
              <a:gd name="T3" fmla="*/ 50 h 84"/>
              <a:gd name="T4" fmla="*/ 38 w 54"/>
              <a:gd name="T5" fmla="*/ 52 h 84"/>
              <a:gd name="T6" fmla="*/ 33 w 54"/>
              <a:gd name="T7" fmla="*/ 54 h 84"/>
              <a:gd name="T8" fmla="*/ 29 w 54"/>
              <a:gd name="T9" fmla="*/ 55 h 84"/>
              <a:gd name="T10" fmla="*/ 29 w 54"/>
              <a:gd name="T11" fmla="*/ 68 h 84"/>
              <a:gd name="T12" fmla="*/ 42 w 54"/>
              <a:gd name="T13" fmla="*/ 68 h 84"/>
              <a:gd name="T14" fmla="*/ 42 w 54"/>
              <a:gd name="T15" fmla="*/ 71 h 84"/>
              <a:gd name="T16" fmla="*/ 29 w 54"/>
              <a:gd name="T17" fmla="*/ 71 h 84"/>
              <a:gd name="T18" fmla="*/ 29 w 54"/>
              <a:gd name="T19" fmla="*/ 84 h 84"/>
              <a:gd name="T20" fmla="*/ 26 w 54"/>
              <a:gd name="T21" fmla="*/ 84 h 84"/>
              <a:gd name="T22" fmla="*/ 26 w 54"/>
              <a:gd name="T23" fmla="*/ 71 h 84"/>
              <a:gd name="T24" fmla="*/ 13 w 54"/>
              <a:gd name="T25" fmla="*/ 71 h 84"/>
              <a:gd name="T26" fmla="*/ 13 w 54"/>
              <a:gd name="T27" fmla="*/ 68 h 84"/>
              <a:gd name="T28" fmla="*/ 26 w 54"/>
              <a:gd name="T29" fmla="*/ 68 h 84"/>
              <a:gd name="T30" fmla="*/ 26 w 54"/>
              <a:gd name="T31" fmla="*/ 55 h 84"/>
              <a:gd name="T32" fmla="*/ 21 w 54"/>
              <a:gd name="T33" fmla="*/ 54 h 84"/>
              <a:gd name="T34" fmla="*/ 16 w 54"/>
              <a:gd name="T35" fmla="*/ 53 h 84"/>
              <a:gd name="T36" fmla="*/ 12 w 54"/>
              <a:gd name="T37" fmla="*/ 50 h 84"/>
              <a:gd name="T38" fmla="*/ 8 w 54"/>
              <a:gd name="T39" fmla="*/ 47 h 84"/>
              <a:gd name="T40" fmla="*/ 2 w 54"/>
              <a:gd name="T41" fmla="*/ 38 h 84"/>
              <a:gd name="T42" fmla="*/ 0 w 54"/>
              <a:gd name="T43" fmla="*/ 28 h 84"/>
              <a:gd name="T44" fmla="*/ 2 w 54"/>
              <a:gd name="T45" fmla="*/ 17 h 84"/>
              <a:gd name="T46" fmla="*/ 8 w 54"/>
              <a:gd name="T47" fmla="*/ 8 h 84"/>
              <a:gd name="T48" fmla="*/ 12 w 54"/>
              <a:gd name="T49" fmla="*/ 5 h 84"/>
              <a:gd name="T50" fmla="*/ 17 w 54"/>
              <a:gd name="T51" fmla="*/ 2 h 84"/>
              <a:gd name="T52" fmla="*/ 22 w 54"/>
              <a:gd name="T53" fmla="*/ 1 h 84"/>
              <a:gd name="T54" fmla="*/ 27 w 54"/>
              <a:gd name="T55" fmla="*/ 0 h 84"/>
              <a:gd name="T56" fmla="*/ 32 w 54"/>
              <a:gd name="T57" fmla="*/ 1 h 84"/>
              <a:gd name="T58" fmla="*/ 37 w 54"/>
              <a:gd name="T59" fmla="*/ 2 h 84"/>
              <a:gd name="T60" fmla="*/ 42 w 54"/>
              <a:gd name="T61" fmla="*/ 5 h 84"/>
              <a:gd name="T62" fmla="*/ 46 w 54"/>
              <a:gd name="T63" fmla="*/ 8 h 84"/>
              <a:gd name="T64" fmla="*/ 53 w 54"/>
              <a:gd name="T65" fmla="*/ 17 h 84"/>
              <a:gd name="T66" fmla="*/ 54 w 54"/>
              <a:gd name="T67" fmla="*/ 28 h 84"/>
              <a:gd name="T68" fmla="*/ 53 w 54"/>
              <a:gd name="T69" fmla="*/ 38 h 84"/>
              <a:gd name="T70" fmla="*/ 46 w 54"/>
              <a:gd name="T71" fmla="*/ 47 h 84"/>
              <a:gd name="T72" fmla="*/ 10 w 54"/>
              <a:gd name="T73" fmla="*/ 11 h 84"/>
              <a:gd name="T74" fmla="*/ 5 w 54"/>
              <a:gd name="T75" fmla="*/ 18 h 84"/>
              <a:gd name="T76" fmla="*/ 3 w 54"/>
              <a:gd name="T77" fmla="*/ 27 h 84"/>
              <a:gd name="T78" fmla="*/ 5 w 54"/>
              <a:gd name="T79" fmla="*/ 37 h 84"/>
              <a:gd name="T80" fmla="*/ 10 w 54"/>
              <a:gd name="T81" fmla="*/ 45 h 84"/>
              <a:gd name="T82" fmla="*/ 14 w 54"/>
              <a:gd name="T83" fmla="*/ 48 h 84"/>
              <a:gd name="T84" fmla="*/ 18 w 54"/>
              <a:gd name="T85" fmla="*/ 50 h 84"/>
              <a:gd name="T86" fmla="*/ 22 w 54"/>
              <a:gd name="T87" fmla="*/ 51 h 84"/>
              <a:gd name="T88" fmla="*/ 27 w 54"/>
              <a:gd name="T89" fmla="*/ 51 h 84"/>
              <a:gd name="T90" fmla="*/ 32 w 54"/>
              <a:gd name="T91" fmla="*/ 51 h 84"/>
              <a:gd name="T92" fmla="*/ 36 w 54"/>
              <a:gd name="T93" fmla="*/ 50 h 84"/>
              <a:gd name="T94" fmla="*/ 41 w 54"/>
              <a:gd name="T95" fmla="*/ 48 h 84"/>
              <a:gd name="T96" fmla="*/ 44 w 54"/>
              <a:gd name="T97" fmla="*/ 45 h 84"/>
              <a:gd name="T98" fmla="*/ 49 w 54"/>
              <a:gd name="T99" fmla="*/ 37 h 84"/>
              <a:gd name="T100" fmla="*/ 51 w 54"/>
              <a:gd name="T101" fmla="*/ 28 h 84"/>
              <a:gd name="T102" fmla="*/ 49 w 54"/>
              <a:gd name="T103" fmla="*/ 19 h 84"/>
              <a:gd name="T104" fmla="*/ 44 w 54"/>
              <a:gd name="T105" fmla="*/ 11 h 84"/>
              <a:gd name="T106" fmla="*/ 41 w 54"/>
              <a:gd name="T107" fmla="*/ 8 h 84"/>
              <a:gd name="T108" fmla="*/ 36 w 54"/>
              <a:gd name="T109" fmla="*/ 5 h 84"/>
              <a:gd name="T110" fmla="*/ 32 w 54"/>
              <a:gd name="T111" fmla="*/ 4 h 84"/>
              <a:gd name="T112" fmla="*/ 27 w 54"/>
              <a:gd name="T113" fmla="*/ 3 h 84"/>
              <a:gd name="T114" fmla="*/ 22 w 54"/>
              <a:gd name="T115" fmla="*/ 4 h 84"/>
              <a:gd name="T116" fmla="*/ 18 w 54"/>
              <a:gd name="T117" fmla="*/ 5 h 84"/>
              <a:gd name="T118" fmla="*/ 14 w 54"/>
              <a:gd name="T119" fmla="*/ 7 h 84"/>
              <a:gd name="T120" fmla="*/ 10 w 54"/>
              <a:gd name="T121" fmla="*/ 1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4" h="84">
                <a:moveTo>
                  <a:pt x="46" y="47"/>
                </a:moveTo>
                <a:cubicBezTo>
                  <a:pt x="45" y="48"/>
                  <a:pt x="44" y="49"/>
                  <a:pt x="42" y="50"/>
                </a:cubicBezTo>
                <a:cubicBezTo>
                  <a:pt x="41" y="51"/>
                  <a:pt x="40" y="52"/>
                  <a:pt x="38" y="52"/>
                </a:cubicBezTo>
                <a:cubicBezTo>
                  <a:pt x="37" y="53"/>
                  <a:pt x="35" y="54"/>
                  <a:pt x="33" y="54"/>
                </a:cubicBezTo>
                <a:cubicBezTo>
                  <a:pt x="32" y="54"/>
                  <a:pt x="30" y="55"/>
                  <a:pt x="29" y="55"/>
                </a:cubicBezTo>
                <a:cubicBezTo>
                  <a:pt x="29" y="68"/>
                  <a:pt x="29" y="68"/>
                  <a:pt x="29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71"/>
                  <a:pt x="42" y="71"/>
                  <a:pt x="42" y="71"/>
                </a:cubicBezTo>
                <a:cubicBezTo>
                  <a:pt x="29" y="71"/>
                  <a:pt x="29" y="71"/>
                  <a:pt x="29" y="71"/>
                </a:cubicBezTo>
                <a:cubicBezTo>
                  <a:pt x="29" y="84"/>
                  <a:pt x="29" y="84"/>
                  <a:pt x="29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71"/>
                  <a:pt x="26" y="71"/>
                  <a:pt x="26" y="71"/>
                </a:cubicBezTo>
                <a:cubicBezTo>
                  <a:pt x="13" y="71"/>
                  <a:pt x="13" y="71"/>
                  <a:pt x="13" y="71"/>
                </a:cubicBezTo>
                <a:cubicBezTo>
                  <a:pt x="13" y="68"/>
                  <a:pt x="13" y="68"/>
                  <a:pt x="13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6" y="55"/>
                  <a:pt x="26" y="55"/>
                  <a:pt x="26" y="55"/>
                </a:cubicBezTo>
                <a:cubicBezTo>
                  <a:pt x="24" y="55"/>
                  <a:pt x="22" y="54"/>
                  <a:pt x="21" y="54"/>
                </a:cubicBezTo>
                <a:cubicBezTo>
                  <a:pt x="19" y="54"/>
                  <a:pt x="18" y="53"/>
                  <a:pt x="16" y="53"/>
                </a:cubicBezTo>
                <a:cubicBezTo>
                  <a:pt x="15" y="52"/>
                  <a:pt x="13" y="51"/>
                  <a:pt x="12" y="50"/>
                </a:cubicBezTo>
                <a:cubicBezTo>
                  <a:pt x="11" y="49"/>
                  <a:pt x="9" y="48"/>
                  <a:pt x="8" y="47"/>
                </a:cubicBezTo>
                <a:cubicBezTo>
                  <a:pt x="5" y="44"/>
                  <a:pt x="3" y="41"/>
                  <a:pt x="2" y="38"/>
                </a:cubicBezTo>
                <a:cubicBezTo>
                  <a:pt x="1" y="34"/>
                  <a:pt x="0" y="31"/>
                  <a:pt x="0" y="28"/>
                </a:cubicBezTo>
                <a:cubicBezTo>
                  <a:pt x="0" y="24"/>
                  <a:pt x="1" y="21"/>
                  <a:pt x="2" y="17"/>
                </a:cubicBezTo>
                <a:cubicBezTo>
                  <a:pt x="3" y="14"/>
                  <a:pt x="5" y="11"/>
                  <a:pt x="8" y="8"/>
                </a:cubicBezTo>
                <a:cubicBezTo>
                  <a:pt x="9" y="7"/>
                  <a:pt x="11" y="6"/>
                  <a:pt x="12" y="5"/>
                </a:cubicBezTo>
                <a:cubicBezTo>
                  <a:pt x="14" y="4"/>
                  <a:pt x="15" y="3"/>
                  <a:pt x="17" y="2"/>
                </a:cubicBezTo>
                <a:cubicBezTo>
                  <a:pt x="19" y="2"/>
                  <a:pt x="20" y="1"/>
                  <a:pt x="22" y="1"/>
                </a:cubicBezTo>
                <a:cubicBezTo>
                  <a:pt x="24" y="0"/>
                  <a:pt x="26" y="0"/>
                  <a:pt x="27" y="0"/>
                </a:cubicBezTo>
                <a:cubicBezTo>
                  <a:pt x="29" y="0"/>
                  <a:pt x="31" y="0"/>
                  <a:pt x="32" y="1"/>
                </a:cubicBezTo>
                <a:cubicBezTo>
                  <a:pt x="34" y="1"/>
                  <a:pt x="36" y="2"/>
                  <a:pt x="37" y="2"/>
                </a:cubicBezTo>
                <a:cubicBezTo>
                  <a:pt x="39" y="3"/>
                  <a:pt x="41" y="4"/>
                  <a:pt x="42" y="5"/>
                </a:cubicBezTo>
                <a:cubicBezTo>
                  <a:pt x="44" y="6"/>
                  <a:pt x="45" y="7"/>
                  <a:pt x="46" y="8"/>
                </a:cubicBezTo>
                <a:cubicBezTo>
                  <a:pt x="49" y="11"/>
                  <a:pt x="51" y="14"/>
                  <a:pt x="53" y="17"/>
                </a:cubicBezTo>
                <a:cubicBezTo>
                  <a:pt x="54" y="21"/>
                  <a:pt x="54" y="24"/>
                  <a:pt x="54" y="28"/>
                </a:cubicBezTo>
                <a:cubicBezTo>
                  <a:pt x="54" y="31"/>
                  <a:pt x="54" y="34"/>
                  <a:pt x="53" y="38"/>
                </a:cubicBezTo>
                <a:cubicBezTo>
                  <a:pt x="51" y="41"/>
                  <a:pt x="49" y="44"/>
                  <a:pt x="46" y="47"/>
                </a:cubicBezTo>
                <a:close/>
                <a:moveTo>
                  <a:pt x="10" y="11"/>
                </a:moveTo>
                <a:cubicBezTo>
                  <a:pt x="8" y="13"/>
                  <a:pt x="6" y="15"/>
                  <a:pt x="5" y="18"/>
                </a:cubicBezTo>
                <a:cubicBezTo>
                  <a:pt x="4" y="21"/>
                  <a:pt x="3" y="24"/>
                  <a:pt x="3" y="27"/>
                </a:cubicBezTo>
                <a:cubicBezTo>
                  <a:pt x="3" y="31"/>
                  <a:pt x="4" y="34"/>
                  <a:pt x="5" y="37"/>
                </a:cubicBezTo>
                <a:cubicBezTo>
                  <a:pt x="6" y="39"/>
                  <a:pt x="8" y="42"/>
                  <a:pt x="10" y="45"/>
                </a:cubicBezTo>
                <a:cubicBezTo>
                  <a:pt x="11" y="46"/>
                  <a:pt x="13" y="47"/>
                  <a:pt x="14" y="48"/>
                </a:cubicBezTo>
                <a:cubicBezTo>
                  <a:pt x="15" y="48"/>
                  <a:pt x="16" y="49"/>
                  <a:pt x="18" y="50"/>
                </a:cubicBezTo>
                <a:cubicBezTo>
                  <a:pt x="19" y="50"/>
                  <a:pt x="21" y="51"/>
                  <a:pt x="22" y="51"/>
                </a:cubicBezTo>
                <a:cubicBezTo>
                  <a:pt x="24" y="51"/>
                  <a:pt x="25" y="51"/>
                  <a:pt x="27" y="51"/>
                </a:cubicBezTo>
                <a:cubicBezTo>
                  <a:pt x="29" y="51"/>
                  <a:pt x="30" y="51"/>
                  <a:pt x="32" y="51"/>
                </a:cubicBezTo>
                <a:cubicBezTo>
                  <a:pt x="33" y="51"/>
                  <a:pt x="35" y="50"/>
                  <a:pt x="36" y="50"/>
                </a:cubicBezTo>
                <a:cubicBezTo>
                  <a:pt x="38" y="49"/>
                  <a:pt x="39" y="48"/>
                  <a:pt x="41" y="48"/>
                </a:cubicBezTo>
                <a:cubicBezTo>
                  <a:pt x="42" y="47"/>
                  <a:pt x="43" y="46"/>
                  <a:pt x="44" y="45"/>
                </a:cubicBezTo>
                <a:cubicBezTo>
                  <a:pt x="46" y="42"/>
                  <a:pt x="48" y="40"/>
                  <a:pt x="49" y="37"/>
                </a:cubicBezTo>
                <a:cubicBezTo>
                  <a:pt x="51" y="34"/>
                  <a:pt x="51" y="31"/>
                  <a:pt x="51" y="28"/>
                </a:cubicBezTo>
                <a:cubicBezTo>
                  <a:pt x="51" y="25"/>
                  <a:pt x="51" y="21"/>
                  <a:pt x="49" y="19"/>
                </a:cubicBezTo>
                <a:cubicBezTo>
                  <a:pt x="48" y="16"/>
                  <a:pt x="46" y="13"/>
                  <a:pt x="44" y="11"/>
                </a:cubicBezTo>
                <a:cubicBezTo>
                  <a:pt x="43" y="9"/>
                  <a:pt x="42" y="8"/>
                  <a:pt x="41" y="8"/>
                </a:cubicBezTo>
                <a:cubicBezTo>
                  <a:pt x="39" y="7"/>
                  <a:pt x="38" y="6"/>
                  <a:pt x="36" y="5"/>
                </a:cubicBezTo>
                <a:cubicBezTo>
                  <a:pt x="35" y="5"/>
                  <a:pt x="33" y="4"/>
                  <a:pt x="32" y="4"/>
                </a:cubicBezTo>
                <a:cubicBezTo>
                  <a:pt x="30" y="4"/>
                  <a:pt x="29" y="3"/>
                  <a:pt x="27" y="3"/>
                </a:cubicBezTo>
                <a:cubicBezTo>
                  <a:pt x="25" y="3"/>
                  <a:pt x="24" y="4"/>
                  <a:pt x="22" y="4"/>
                </a:cubicBezTo>
                <a:cubicBezTo>
                  <a:pt x="21" y="4"/>
                  <a:pt x="19" y="5"/>
                  <a:pt x="18" y="5"/>
                </a:cubicBezTo>
                <a:cubicBezTo>
                  <a:pt x="16" y="6"/>
                  <a:pt x="15" y="7"/>
                  <a:pt x="14" y="7"/>
                </a:cubicBezTo>
                <a:cubicBezTo>
                  <a:pt x="13" y="8"/>
                  <a:pt x="11" y="9"/>
                  <a:pt x="10" y="11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8" name="Freeform 170"/>
          <p:cNvSpPr>
            <a:spLocks noEditPoints="1"/>
          </p:cNvSpPr>
          <p:nvPr/>
        </p:nvSpPr>
        <p:spPr bwMode="auto">
          <a:xfrm>
            <a:off x="7505700" y="4709308"/>
            <a:ext cx="304800" cy="300038"/>
          </a:xfrm>
          <a:custGeom>
            <a:avLst/>
            <a:gdLst>
              <a:gd name="T0" fmla="*/ 56 w 81"/>
              <a:gd name="T1" fmla="*/ 3 h 80"/>
              <a:gd name="T2" fmla="*/ 77 w 81"/>
              <a:gd name="T3" fmla="*/ 24 h 80"/>
              <a:gd name="T4" fmla="*/ 77 w 81"/>
              <a:gd name="T5" fmla="*/ 55 h 80"/>
              <a:gd name="T6" fmla="*/ 56 w 81"/>
              <a:gd name="T7" fmla="*/ 77 h 80"/>
              <a:gd name="T8" fmla="*/ 25 w 81"/>
              <a:gd name="T9" fmla="*/ 77 h 80"/>
              <a:gd name="T10" fmla="*/ 4 w 81"/>
              <a:gd name="T11" fmla="*/ 55 h 80"/>
              <a:gd name="T12" fmla="*/ 4 w 81"/>
              <a:gd name="T13" fmla="*/ 24 h 80"/>
              <a:gd name="T14" fmla="*/ 25 w 81"/>
              <a:gd name="T15" fmla="*/ 3 h 80"/>
              <a:gd name="T16" fmla="*/ 40 w 81"/>
              <a:gd name="T17" fmla="*/ 77 h 80"/>
              <a:gd name="T18" fmla="*/ 66 w 81"/>
              <a:gd name="T19" fmla="*/ 66 h 80"/>
              <a:gd name="T20" fmla="*/ 77 w 81"/>
              <a:gd name="T21" fmla="*/ 40 h 80"/>
              <a:gd name="T22" fmla="*/ 66 w 81"/>
              <a:gd name="T23" fmla="*/ 14 h 80"/>
              <a:gd name="T24" fmla="*/ 40 w 81"/>
              <a:gd name="T25" fmla="*/ 3 h 80"/>
              <a:gd name="T26" fmla="*/ 15 w 81"/>
              <a:gd name="T27" fmla="*/ 14 h 80"/>
              <a:gd name="T28" fmla="*/ 4 w 81"/>
              <a:gd name="T29" fmla="*/ 40 h 80"/>
              <a:gd name="T30" fmla="*/ 15 w 81"/>
              <a:gd name="T31" fmla="*/ 66 h 80"/>
              <a:gd name="T32" fmla="*/ 40 w 81"/>
              <a:gd name="T33" fmla="*/ 77 h 80"/>
              <a:gd name="T34" fmla="*/ 53 w 81"/>
              <a:gd name="T35" fmla="*/ 34 h 80"/>
              <a:gd name="T36" fmla="*/ 49 w 81"/>
              <a:gd name="T37" fmla="*/ 39 h 80"/>
              <a:gd name="T38" fmla="*/ 53 w 81"/>
              <a:gd name="T39" fmla="*/ 61 h 80"/>
              <a:gd name="T40" fmla="*/ 34 w 81"/>
              <a:gd name="T41" fmla="*/ 42 h 80"/>
              <a:gd name="T42" fmla="*/ 30 w 81"/>
              <a:gd name="T43" fmla="*/ 37 h 80"/>
              <a:gd name="T44" fmla="*/ 28 w 81"/>
              <a:gd name="T45" fmla="*/ 30 h 80"/>
              <a:gd name="T46" fmla="*/ 31 w 81"/>
              <a:gd name="T47" fmla="*/ 21 h 80"/>
              <a:gd name="T48" fmla="*/ 40 w 81"/>
              <a:gd name="T49" fmla="*/ 18 h 80"/>
              <a:gd name="T50" fmla="*/ 50 w 81"/>
              <a:gd name="T51" fmla="*/ 21 h 80"/>
              <a:gd name="T52" fmla="*/ 53 w 81"/>
              <a:gd name="T53" fmla="*/ 30 h 80"/>
              <a:gd name="T54" fmla="*/ 44 w 81"/>
              <a:gd name="T55" fmla="*/ 43 h 80"/>
              <a:gd name="T56" fmla="*/ 45 w 81"/>
              <a:gd name="T57" fmla="*/ 39 h 80"/>
              <a:gd name="T58" fmla="*/ 49 w 81"/>
              <a:gd name="T59" fmla="*/ 35 h 80"/>
              <a:gd name="T60" fmla="*/ 50 w 81"/>
              <a:gd name="T61" fmla="*/ 30 h 80"/>
              <a:gd name="T62" fmla="*/ 47 w 81"/>
              <a:gd name="T63" fmla="*/ 24 h 80"/>
              <a:gd name="T64" fmla="*/ 40 w 81"/>
              <a:gd name="T65" fmla="*/ 21 h 80"/>
              <a:gd name="T66" fmla="*/ 34 w 81"/>
              <a:gd name="T67" fmla="*/ 24 h 80"/>
              <a:gd name="T68" fmla="*/ 31 w 81"/>
              <a:gd name="T69" fmla="*/ 30 h 80"/>
              <a:gd name="T70" fmla="*/ 32 w 81"/>
              <a:gd name="T71" fmla="*/ 35 h 80"/>
              <a:gd name="T72" fmla="*/ 36 w 81"/>
              <a:gd name="T73" fmla="*/ 39 h 80"/>
              <a:gd name="T74" fmla="*/ 37 w 81"/>
              <a:gd name="T75" fmla="*/ 43 h 80"/>
              <a:gd name="T76" fmla="*/ 49 w 81"/>
              <a:gd name="T77" fmla="*/ 5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1" h="80">
                <a:moveTo>
                  <a:pt x="40" y="0"/>
                </a:moveTo>
                <a:cubicBezTo>
                  <a:pt x="46" y="0"/>
                  <a:pt x="51" y="1"/>
                  <a:pt x="56" y="3"/>
                </a:cubicBezTo>
                <a:cubicBezTo>
                  <a:pt x="61" y="5"/>
                  <a:pt x="65" y="8"/>
                  <a:pt x="69" y="12"/>
                </a:cubicBezTo>
                <a:cubicBezTo>
                  <a:pt x="72" y="15"/>
                  <a:pt x="75" y="19"/>
                  <a:pt x="77" y="24"/>
                </a:cubicBezTo>
                <a:cubicBezTo>
                  <a:pt x="79" y="29"/>
                  <a:pt x="81" y="34"/>
                  <a:pt x="81" y="40"/>
                </a:cubicBezTo>
                <a:cubicBezTo>
                  <a:pt x="81" y="45"/>
                  <a:pt x="79" y="51"/>
                  <a:pt x="77" y="55"/>
                </a:cubicBezTo>
                <a:cubicBezTo>
                  <a:pt x="75" y="60"/>
                  <a:pt x="72" y="65"/>
                  <a:pt x="69" y="68"/>
                </a:cubicBezTo>
                <a:cubicBezTo>
                  <a:pt x="65" y="72"/>
                  <a:pt x="61" y="75"/>
                  <a:pt x="56" y="77"/>
                </a:cubicBezTo>
                <a:cubicBezTo>
                  <a:pt x="51" y="79"/>
                  <a:pt x="46" y="80"/>
                  <a:pt x="40" y="80"/>
                </a:cubicBezTo>
                <a:cubicBezTo>
                  <a:pt x="35" y="80"/>
                  <a:pt x="30" y="79"/>
                  <a:pt x="25" y="77"/>
                </a:cubicBezTo>
                <a:cubicBezTo>
                  <a:pt x="20" y="75"/>
                  <a:pt x="16" y="72"/>
                  <a:pt x="12" y="68"/>
                </a:cubicBezTo>
                <a:cubicBezTo>
                  <a:pt x="9" y="65"/>
                  <a:pt x="6" y="60"/>
                  <a:pt x="4" y="55"/>
                </a:cubicBezTo>
                <a:cubicBezTo>
                  <a:pt x="2" y="51"/>
                  <a:pt x="0" y="45"/>
                  <a:pt x="0" y="40"/>
                </a:cubicBezTo>
                <a:cubicBezTo>
                  <a:pt x="0" y="34"/>
                  <a:pt x="2" y="29"/>
                  <a:pt x="4" y="24"/>
                </a:cubicBezTo>
                <a:cubicBezTo>
                  <a:pt x="6" y="19"/>
                  <a:pt x="9" y="15"/>
                  <a:pt x="12" y="12"/>
                </a:cubicBezTo>
                <a:cubicBezTo>
                  <a:pt x="16" y="8"/>
                  <a:pt x="20" y="5"/>
                  <a:pt x="25" y="3"/>
                </a:cubicBezTo>
                <a:cubicBezTo>
                  <a:pt x="30" y="1"/>
                  <a:pt x="35" y="0"/>
                  <a:pt x="40" y="0"/>
                </a:cubicBezTo>
                <a:close/>
                <a:moveTo>
                  <a:pt x="40" y="77"/>
                </a:moveTo>
                <a:cubicBezTo>
                  <a:pt x="46" y="77"/>
                  <a:pt x="50" y="76"/>
                  <a:pt x="55" y="74"/>
                </a:cubicBezTo>
                <a:cubicBezTo>
                  <a:pt x="59" y="72"/>
                  <a:pt x="63" y="69"/>
                  <a:pt x="66" y="66"/>
                </a:cubicBezTo>
                <a:cubicBezTo>
                  <a:pt x="70" y="63"/>
                  <a:pt x="73" y="59"/>
                  <a:pt x="74" y="54"/>
                </a:cubicBezTo>
                <a:cubicBezTo>
                  <a:pt x="76" y="50"/>
                  <a:pt x="77" y="45"/>
                  <a:pt x="77" y="40"/>
                </a:cubicBezTo>
                <a:cubicBezTo>
                  <a:pt x="77" y="35"/>
                  <a:pt x="76" y="30"/>
                  <a:pt x="74" y="26"/>
                </a:cubicBezTo>
                <a:cubicBezTo>
                  <a:pt x="73" y="21"/>
                  <a:pt x="70" y="17"/>
                  <a:pt x="66" y="14"/>
                </a:cubicBezTo>
                <a:cubicBezTo>
                  <a:pt x="63" y="11"/>
                  <a:pt x="59" y="8"/>
                  <a:pt x="55" y="6"/>
                </a:cubicBezTo>
                <a:cubicBezTo>
                  <a:pt x="50" y="4"/>
                  <a:pt x="46" y="3"/>
                  <a:pt x="40" y="3"/>
                </a:cubicBezTo>
                <a:cubicBezTo>
                  <a:pt x="35" y="3"/>
                  <a:pt x="31" y="4"/>
                  <a:pt x="26" y="6"/>
                </a:cubicBezTo>
                <a:cubicBezTo>
                  <a:pt x="22" y="8"/>
                  <a:pt x="18" y="11"/>
                  <a:pt x="15" y="14"/>
                </a:cubicBezTo>
                <a:cubicBezTo>
                  <a:pt x="11" y="17"/>
                  <a:pt x="9" y="21"/>
                  <a:pt x="7" y="26"/>
                </a:cubicBezTo>
                <a:cubicBezTo>
                  <a:pt x="5" y="30"/>
                  <a:pt x="4" y="35"/>
                  <a:pt x="4" y="40"/>
                </a:cubicBezTo>
                <a:cubicBezTo>
                  <a:pt x="4" y="45"/>
                  <a:pt x="5" y="50"/>
                  <a:pt x="7" y="54"/>
                </a:cubicBezTo>
                <a:cubicBezTo>
                  <a:pt x="9" y="59"/>
                  <a:pt x="11" y="63"/>
                  <a:pt x="15" y="66"/>
                </a:cubicBezTo>
                <a:cubicBezTo>
                  <a:pt x="18" y="69"/>
                  <a:pt x="22" y="72"/>
                  <a:pt x="26" y="74"/>
                </a:cubicBezTo>
                <a:cubicBezTo>
                  <a:pt x="31" y="76"/>
                  <a:pt x="35" y="77"/>
                  <a:pt x="40" y="77"/>
                </a:cubicBezTo>
                <a:close/>
                <a:moveTo>
                  <a:pt x="53" y="30"/>
                </a:moveTo>
                <a:cubicBezTo>
                  <a:pt x="53" y="31"/>
                  <a:pt x="53" y="33"/>
                  <a:pt x="53" y="34"/>
                </a:cubicBezTo>
                <a:cubicBezTo>
                  <a:pt x="52" y="35"/>
                  <a:pt x="52" y="36"/>
                  <a:pt x="51" y="37"/>
                </a:cubicBezTo>
                <a:cubicBezTo>
                  <a:pt x="51" y="38"/>
                  <a:pt x="50" y="39"/>
                  <a:pt x="49" y="39"/>
                </a:cubicBezTo>
                <a:cubicBezTo>
                  <a:pt x="49" y="40"/>
                  <a:pt x="48" y="41"/>
                  <a:pt x="47" y="42"/>
                </a:cubicBezTo>
                <a:cubicBezTo>
                  <a:pt x="53" y="61"/>
                  <a:pt x="53" y="61"/>
                  <a:pt x="53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34" y="42"/>
                  <a:pt x="34" y="42"/>
                  <a:pt x="34" y="42"/>
                </a:cubicBezTo>
                <a:cubicBezTo>
                  <a:pt x="33" y="41"/>
                  <a:pt x="33" y="40"/>
                  <a:pt x="32" y="40"/>
                </a:cubicBezTo>
                <a:cubicBezTo>
                  <a:pt x="31" y="39"/>
                  <a:pt x="30" y="38"/>
                  <a:pt x="30" y="37"/>
                </a:cubicBezTo>
                <a:cubicBezTo>
                  <a:pt x="29" y="36"/>
                  <a:pt x="28" y="35"/>
                  <a:pt x="28" y="34"/>
                </a:cubicBezTo>
                <a:cubicBezTo>
                  <a:pt x="28" y="33"/>
                  <a:pt x="28" y="31"/>
                  <a:pt x="28" y="30"/>
                </a:cubicBezTo>
                <a:cubicBezTo>
                  <a:pt x="28" y="29"/>
                  <a:pt x="28" y="27"/>
                  <a:pt x="29" y="25"/>
                </a:cubicBezTo>
                <a:cubicBezTo>
                  <a:pt x="29" y="24"/>
                  <a:pt x="30" y="22"/>
                  <a:pt x="31" y="21"/>
                </a:cubicBezTo>
                <a:cubicBezTo>
                  <a:pt x="33" y="20"/>
                  <a:pt x="34" y="19"/>
                  <a:pt x="35" y="19"/>
                </a:cubicBezTo>
                <a:cubicBezTo>
                  <a:pt x="37" y="18"/>
                  <a:pt x="39" y="18"/>
                  <a:pt x="40" y="18"/>
                </a:cubicBezTo>
                <a:cubicBezTo>
                  <a:pt x="42" y="18"/>
                  <a:pt x="44" y="18"/>
                  <a:pt x="45" y="19"/>
                </a:cubicBezTo>
                <a:cubicBezTo>
                  <a:pt x="47" y="19"/>
                  <a:pt x="48" y="20"/>
                  <a:pt x="50" y="21"/>
                </a:cubicBezTo>
                <a:cubicBezTo>
                  <a:pt x="51" y="22"/>
                  <a:pt x="52" y="24"/>
                  <a:pt x="52" y="25"/>
                </a:cubicBezTo>
                <a:cubicBezTo>
                  <a:pt x="53" y="27"/>
                  <a:pt x="53" y="29"/>
                  <a:pt x="53" y="30"/>
                </a:cubicBezTo>
                <a:close/>
                <a:moveTo>
                  <a:pt x="49" y="58"/>
                </a:moveTo>
                <a:cubicBezTo>
                  <a:pt x="44" y="43"/>
                  <a:pt x="44" y="43"/>
                  <a:pt x="44" y="43"/>
                </a:cubicBezTo>
                <a:cubicBezTo>
                  <a:pt x="43" y="40"/>
                  <a:pt x="43" y="40"/>
                  <a:pt x="43" y="40"/>
                </a:cubicBezTo>
                <a:cubicBezTo>
                  <a:pt x="45" y="39"/>
                  <a:pt x="45" y="39"/>
                  <a:pt x="45" y="39"/>
                </a:cubicBezTo>
                <a:cubicBezTo>
                  <a:pt x="46" y="38"/>
                  <a:pt x="47" y="38"/>
                  <a:pt x="47" y="37"/>
                </a:cubicBezTo>
                <a:cubicBezTo>
                  <a:pt x="48" y="37"/>
                  <a:pt x="48" y="36"/>
                  <a:pt x="49" y="35"/>
                </a:cubicBezTo>
                <a:cubicBezTo>
                  <a:pt x="49" y="34"/>
                  <a:pt x="50" y="34"/>
                  <a:pt x="50" y="33"/>
                </a:cubicBezTo>
                <a:cubicBezTo>
                  <a:pt x="50" y="32"/>
                  <a:pt x="50" y="31"/>
                  <a:pt x="50" y="30"/>
                </a:cubicBezTo>
                <a:cubicBezTo>
                  <a:pt x="50" y="29"/>
                  <a:pt x="50" y="28"/>
                  <a:pt x="49" y="27"/>
                </a:cubicBezTo>
                <a:cubicBezTo>
                  <a:pt x="49" y="25"/>
                  <a:pt x="48" y="24"/>
                  <a:pt x="47" y="24"/>
                </a:cubicBezTo>
                <a:cubicBezTo>
                  <a:pt x="46" y="23"/>
                  <a:pt x="45" y="22"/>
                  <a:pt x="44" y="22"/>
                </a:cubicBezTo>
                <a:cubicBezTo>
                  <a:pt x="43" y="21"/>
                  <a:pt x="42" y="21"/>
                  <a:pt x="40" y="21"/>
                </a:cubicBezTo>
                <a:cubicBezTo>
                  <a:pt x="39" y="21"/>
                  <a:pt x="38" y="21"/>
                  <a:pt x="37" y="22"/>
                </a:cubicBezTo>
                <a:cubicBezTo>
                  <a:pt x="36" y="22"/>
                  <a:pt x="35" y="23"/>
                  <a:pt x="34" y="24"/>
                </a:cubicBezTo>
                <a:cubicBezTo>
                  <a:pt x="33" y="24"/>
                  <a:pt x="32" y="25"/>
                  <a:pt x="32" y="27"/>
                </a:cubicBezTo>
                <a:cubicBezTo>
                  <a:pt x="31" y="28"/>
                  <a:pt x="31" y="29"/>
                  <a:pt x="31" y="30"/>
                </a:cubicBezTo>
                <a:cubicBezTo>
                  <a:pt x="31" y="31"/>
                  <a:pt x="31" y="32"/>
                  <a:pt x="31" y="33"/>
                </a:cubicBezTo>
                <a:cubicBezTo>
                  <a:pt x="31" y="34"/>
                  <a:pt x="32" y="34"/>
                  <a:pt x="32" y="35"/>
                </a:cubicBezTo>
                <a:cubicBezTo>
                  <a:pt x="33" y="36"/>
                  <a:pt x="33" y="37"/>
                  <a:pt x="34" y="37"/>
                </a:cubicBezTo>
                <a:cubicBezTo>
                  <a:pt x="34" y="38"/>
                  <a:pt x="35" y="38"/>
                  <a:pt x="36" y="39"/>
                </a:cubicBezTo>
                <a:cubicBezTo>
                  <a:pt x="38" y="40"/>
                  <a:pt x="38" y="40"/>
                  <a:pt x="38" y="40"/>
                </a:cubicBezTo>
                <a:cubicBezTo>
                  <a:pt x="37" y="43"/>
                  <a:pt x="37" y="43"/>
                  <a:pt x="37" y="43"/>
                </a:cubicBezTo>
                <a:cubicBezTo>
                  <a:pt x="32" y="58"/>
                  <a:pt x="32" y="58"/>
                  <a:pt x="32" y="58"/>
                </a:cubicBezTo>
                <a:lnTo>
                  <a:pt x="49" y="58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69" name="Freeform 171"/>
          <p:cNvSpPr>
            <a:spLocks noEditPoints="1"/>
          </p:cNvSpPr>
          <p:nvPr/>
        </p:nvSpPr>
        <p:spPr bwMode="auto">
          <a:xfrm>
            <a:off x="7989888" y="4712483"/>
            <a:ext cx="311150" cy="288925"/>
          </a:xfrm>
          <a:custGeom>
            <a:avLst/>
            <a:gdLst>
              <a:gd name="T0" fmla="*/ 194 w 196"/>
              <a:gd name="T1" fmla="*/ 54 h 182"/>
              <a:gd name="T2" fmla="*/ 196 w 196"/>
              <a:gd name="T3" fmla="*/ 57 h 182"/>
              <a:gd name="T4" fmla="*/ 100 w 196"/>
              <a:gd name="T5" fmla="*/ 182 h 182"/>
              <a:gd name="T6" fmla="*/ 3 w 196"/>
              <a:gd name="T7" fmla="*/ 61 h 182"/>
              <a:gd name="T8" fmla="*/ 0 w 196"/>
              <a:gd name="T9" fmla="*/ 57 h 182"/>
              <a:gd name="T10" fmla="*/ 3 w 196"/>
              <a:gd name="T11" fmla="*/ 54 h 182"/>
              <a:gd name="T12" fmla="*/ 48 w 196"/>
              <a:gd name="T13" fmla="*/ 0 h 182"/>
              <a:gd name="T14" fmla="*/ 149 w 196"/>
              <a:gd name="T15" fmla="*/ 0 h 182"/>
              <a:gd name="T16" fmla="*/ 194 w 196"/>
              <a:gd name="T17" fmla="*/ 54 h 182"/>
              <a:gd name="T18" fmla="*/ 95 w 196"/>
              <a:gd name="T19" fmla="*/ 61 h 182"/>
              <a:gd name="T20" fmla="*/ 12 w 196"/>
              <a:gd name="T21" fmla="*/ 61 h 182"/>
              <a:gd name="T22" fmla="*/ 95 w 196"/>
              <a:gd name="T23" fmla="*/ 166 h 182"/>
              <a:gd name="T24" fmla="*/ 95 w 196"/>
              <a:gd name="T25" fmla="*/ 61 h 182"/>
              <a:gd name="T26" fmla="*/ 50 w 196"/>
              <a:gd name="T27" fmla="*/ 9 h 182"/>
              <a:gd name="T28" fmla="*/ 12 w 196"/>
              <a:gd name="T29" fmla="*/ 54 h 182"/>
              <a:gd name="T30" fmla="*/ 88 w 196"/>
              <a:gd name="T31" fmla="*/ 54 h 182"/>
              <a:gd name="T32" fmla="*/ 50 w 196"/>
              <a:gd name="T33" fmla="*/ 9 h 182"/>
              <a:gd name="T34" fmla="*/ 97 w 196"/>
              <a:gd name="T35" fmla="*/ 54 h 182"/>
              <a:gd name="T36" fmla="*/ 137 w 196"/>
              <a:gd name="T37" fmla="*/ 9 h 182"/>
              <a:gd name="T38" fmla="*/ 59 w 196"/>
              <a:gd name="T39" fmla="*/ 9 h 182"/>
              <a:gd name="T40" fmla="*/ 97 w 196"/>
              <a:gd name="T41" fmla="*/ 54 h 182"/>
              <a:gd name="T42" fmla="*/ 102 w 196"/>
              <a:gd name="T43" fmla="*/ 166 h 182"/>
              <a:gd name="T44" fmla="*/ 185 w 196"/>
              <a:gd name="T45" fmla="*/ 61 h 182"/>
              <a:gd name="T46" fmla="*/ 102 w 196"/>
              <a:gd name="T47" fmla="*/ 61 h 182"/>
              <a:gd name="T48" fmla="*/ 102 w 196"/>
              <a:gd name="T49" fmla="*/ 166 h 182"/>
              <a:gd name="T50" fmla="*/ 185 w 196"/>
              <a:gd name="T51" fmla="*/ 54 h 182"/>
              <a:gd name="T52" fmla="*/ 147 w 196"/>
              <a:gd name="T53" fmla="*/ 9 h 182"/>
              <a:gd name="T54" fmla="*/ 109 w 196"/>
              <a:gd name="T55" fmla="*/ 54 h 182"/>
              <a:gd name="T56" fmla="*/ 185 w 196"/>
              <a:gd name="T57" fmla="*/ 54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6" h="182">
                <a:moveTo>
                  <a:pt x="194" y="54"/>
                </a:moveTo>
                <a:lnTo>
                  <a:pt x="196" y="57"/>
                </a:lnTo>
                <a:lnTo>
                  <a:pt x="100" y="182"/>
                </a:lnTo>
                <a:lnTo>
                  <a:pt x="3" y="61"/>
                </a:lnTo>
                <a:lnTo>
                  <a:pt x="0" y="57"/>
                </a:lnTo>
                <a:lnTo>
                  <a:pt x="3" y="54"/>
                </a:lnTo>
                <a:lnTo>
                  <a:pt x="48" y="0"/>
                </a:lnTo>
                <a:lnTo>
                  <a:pt x="149" y="0"/>
                </a:lnTo>
                <a:lnTo>
                  <a:pt x="194" y="54"/>
                </a:lnTo>
                <a:close/>
                <a:moveTo>
                  <a:pt x="95" y="61"/>
                </a:moveTo>
                <a:lnTo>
                  <a:pt x="12" y="61"/>
                </a:lnTo>
                <a:lnTo>
                  <a:pt x="95" y="166"/>
                </a:lnTo>
                <a:lnTo>
                  <a:pt x="95" y="61"/>
                </a:lnTo>
                <a:close/>
                <a:moveTo>
                  <a:pt x="50" y="9"/>
                </a:moveTo>
                <a:lnTo>
                  <a:pt x="12" y="54"/>
                </a:lnTo>
                <a:lnTo>
                  <a:pt x="88" y="54"/>
                </a:lnTo>
                <a:lnTo>
                  <a:pt x="50" y="9"/>
                </a:lnTo>
                <a:close/>
                <a:moveTo>
                  <a:pt x="97" y="54"/>
                </a:moveTo>
                <a:lnTo>
                  <a:pt x="137" y="9"/>
                </a:lnTo>
                <a:lnTo>
                  <a:pt x="59" y="9"/>
                </a:lnTo>
                <a:lnTo>
                  <a:pt x="97" y="54"/>
                </a:lnTo>
                <a:close/>
                <a:moveTo>
                  <a:pt x="102" y="166"/>
                </a:moveTo>
                <a:lnTo>
                  <a:pt x="185" y="61"/>
                </a:lnTo>
                <a:lnTo>
                  <a:pt x="102" y="61"/>
                </a:lnTo>
                <a:lnTo>
                  <a:pt x="102" y="166"/>
                </a:lnTo>
                <a:close/>
                <a:moveTo>
                  <a:pt x="185" y="54"/>
                </a:moveTo>
                <a:lnTo>
                  <a:pt x="147" y="9"/>
                </a:lnTo>
                <a:lnTo>
                  <a:pt x="109" y="54"/>
                </a:lnTo>
                <a:lnTo>
                  <a:pt x="185" y="5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0" name="Freeform 172"/>
          <p:cNvSpPr>
            <a:spLocks noEditPoints="1"/>
          </p:cNvSpPr>
          <p:nvPr/>
        </p:nvSpPr>
        <p:spPr bwMode="auto">
          <a:xfrm>
            <a:off x="8482013" y="4712483"/>
            <a:ext cx="300038" cy="288925"/>
          </a:xfrm>
          <a:custGeom>
            <a:avLst/>
            <a:gdLst>
              <a:gd name="T0" fmla="*/ 0 w 80"/>
              <a:gd name="T1" fmla="*/ 0 h 77"/>
              <a:gd name="T2" fmla="*/ 80 w 80"/>
              <a:gd name="T3" fmla="*/ 0 h 77"/>
              <a:gd name="T4" fmla="*/ 80 w 80"/>
              <a:gd name="T5" fmla="*/ 77 h 77"/>
              <a:gd name="T6" fmla="*/ 0 w 80"/>
              <a:gd name="T7" fmla="*/ 77 h 77"/>
              <a:gd name="T8" fmla="*/ 0 w 80"/>
              <a:gd name="T9" fmla="*/ 0 h 77"/>
              <a:gd name="T10" fmla="*/ 77 w 80"/>
              <a:gd name="T11" fmla="*/ 51 h 77"/>
              <a:gd name="T12" fmla="*/ 77 w 80"/>
              <a:gd name="T13" fmla="*/ 4 h 77"/>
              <a:gd name="T14" fmla="*/ 4 w 80"/>
              <a:gd name="T15" fmla="*/ 4 h 77"/>
              <a:gd name="T16" fmla="*/ 4 w 80"/>
              <a:gd name="T17" fmla="*/ 44 h 77"/>
              <a:gd name="T18" fmla="*/ 26 w 80"/>
              <a:gd name="T19" fmla="*/ 21 h 77"/>
              <a:gd name="T20" fmla="*/ 49 w 80"/>
              <a:gd name="T21" fmla="*/ 43 h 77"/>
              <a:gd name="T22" fmla="*/ 60 w 80"/>
              <a:gd name="T23" fmla="*/ 33 h 77"/>
              <a:gd name="T24" fmla="*/ 77 w 80"/>
              <a:gd name="T25" fmla="*/ 51 h 77"/>
              <a:gd name="T26" fmla="*/ 4 w 80"/>
              <a:gd name="T27" fmla="*/ 49 h 77"/>
              <a:gd name="T28" fmla="*/ 4 w 80"/>
              <a:gd name="T29" fmla="*/ 55 h 77"/>
              <a:gd name="T30" fmla="*/ 76 w 80"/>
              <a:gd name="T31" fmla="*/ 55 h 77"/>
              <a:gd name="T32" fmla="*/ 59 w 80"/>
              <a:gd name="T33" fmla="*/ 38 h 77"/>
              <a:gd name="T34" fmla="*/ 48 w 80"/>
              <a:gd name="T35" fmla="*/ 48 h 77"/>
              <a:gd name="T36" fmla="*/ 26 w 80"/>
              <a:gd name="T37" fmla="*/ 25 h 77"/>
              <a:gd name="T38" fmla="*/ 4 w 80"/>
              <a:gd name="T39" fmla="*/ 49 h 77"/>
              <a:gd name="T40" fmla="*/ 77 w 80"/>
              <a:gd name="T41" fmla="*/ 74 h 77"/>
              <a:gd name="T42" fmla="*/ 77 w 80"/>
              <a:gd name="T43" fmla="*/ 58 h 77"/>
              <a:gd name="T44" fmla="*/ 4 w 80"/>
              <a:gd name="T45" fmla="*/ 58 h 77"/>
              <a:gd name="T46" fmla="*/ 4 w 80"/>
              <a:gd name="T47" fmla="*/ 74 h 77"/>
              <a:gd name="T48" fmla="*/ 77 w 80"/>
              <a:gd name="T49" fmla="*/ 74 h 77"/>
              <a:gd name="T50" fmla="*/ 60 w 80"/>
              <a:gd name="T51" fmla="*/ 26 h 77"/>
              <a:gd name="T52" fmla="*/ 56 w 80"/>
              <a:gd name="T53" fmla="*/ 25 h 77"/>
              <a:gd name="T54" fmla="*/ 54 w 80"/>
              <a:gd name="T55" fmla="*/ 24 h 77"/>
              <a:gd name="T56" fmla="*/ 52 w 80"/>
              <a:gd name="T57" fmla="*/ 21 h 77"/>
              <a:gd name="T58" fmla="*/ 52 w 80"/>
              <a:gd name="T59" fmla="*/ 18 h 77"/>
              <a:gd name="T60" fmla="*/ 52 w 80"/>
              <a:gd name="T61" fmla="*/ 15 h 77"/>
              <a:gd name="T62" fmla="*/ 54 w 80"/>
              <a:gd name="T63" fmla="*/ 12 h 77"/>
              <a:gd name="T64" fmla="*/ 56 w 80"/>
              <a:gd name="T65" fmla="*/ 11 h 77"/>
              <a:gd name="T66" fmla="*/ 60 w 80"/>
              <a:gd name="T67" fmla="*/ 10 h 77"/>
              <a:gd name="T68" fmla="*/ 63 w 80"/>
              <a:gd name="T69" fmla="*/ 11 h 77"/>
              <a:gd name="T70" fmla="*/ 65 w 80"/>
              <a:gd name="T71" fmla="*/ 12 h 77"/>
              <a:gd name="T72" fmla="*/ 67 w 80"/>
              <a:gd name="T73" fmla="*/ 15 h 77"/>
              <a:gd name="T74" fmla="*/ 67 w 80"/>
              <a:gd name="T75" fmla="*/ 18 h 77"/>
              <a:gd name="T76" fmla="*/ 67 w 80"/>
              <a:gd name="T77" fmla="*/ 21 h 77"/>
              <a:gd name="T78" fmla="*/ 65 w 80"/>
              <a:gd name="T79" fmla="*/ 24 h 77"/>
              <a:gd name="T80" fmla="*/ 63 w 80"/>
              <a:gd name="T81" fmla="*/ 25 h 77"/>
              <a:gd name="T82" fmla="*/ 60 w 80"/>
              <a:gd name="T83" fmla="*/ 26 h 77"/>
              <a:gd name="T84" fmla="*/ 60 w 80"/>
              <a:gd name="T85" fmla="*/ 13 h 77"/>
              <a:gd name="T86" fmla="*/ 58 w 80"/>
              <a:gd name="T87" fmla="*/ 14 h 77"/>
              <a:gd name="T88" fmla="*/ 56 w 80"/>
              <a:gd name="T89" fmla="*/ 15 h 77"/>
              <a:gd name="T90" fmla="*/ 55 w 80"/>
              <a:gd name="T91" fmla="*/ 16 h 77"/>
              <a:gd name="T92" fmla="*/ 55 w 80"/>
              <a:gd name="T93" fmla="*/ 18 h 77"/>
              <a:gd name="T94" fmla="*/ 55 w 80"/>
              <a:gd name="T95" fmla="*/ 20 h 77"/>
              <a:gd name="T96" fmla="*/ 56 w 80"/>
              <a:gd name="T97" fmla="*/ 21 h 77"/>
              <a:gd name="T98" fmla="*/ 58 w 80"/>
              <a:gd name="T99" fmla="*/ 23 h 77"/>
              <a:gd name="T100" fmla="*/ 60 w 80"/>
              <a:gd name="T101" fmla="*/ 23 h 77"/>
              <a:gd name="T102" fmla="*/ 61 w 80"/>
              <a:gd name="T103" fmla="*/ 23 h 77"/>
              <a:gd name="T104" fmla="*/ 63 w 80"/>
              <a:gd name="T105" fmla="*/ 21 h 77"/>
              <a:gd name="T106" fmla="*/ 64 w 80"/>
              <a:gd name="T107" fmla="*/ 20 h 77"/>
              <a:gd name="T108" fmla="*/ 64 w 80"/>
              <a:gd name="T109" fmla="*/ 18 h 77"/>
              <a:gd name="T110" fmla="*/ 64 w 80"/>
              <a:gd name="T111" fmla="*/ 16 h 77"/>
              <a:gd name="T112" fmla="*/ 63 w 80"/>
              <a:gd name="T113" fmla="*/ 15 h 77"/>
              <a:gd name="T114" fmla="*/ 61 w 80"/>
              <a:gd name="T115" fmla="*/ 14 h 77"/>
              <a:gd name="T116" fmla="*/ 60 w 80"/>
              <a:gd name="T117" fmla="*/ 1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0" h="77">
                <a:moveTo>
                  <a:pt x="0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77"/>
                  <a:pt x="80" y="77"/>
                  <a:pt x="80" y="77"/>
                </a:cubicBezTo>
                <a:cubicBezTo>
                  <a:pt x="0" y="77"/>
                  <a:pt x="0" y="77"/>
                  <a:pt x="0" y="77"/>
                </a:cubicBezTo>
                <a:lnTo>
                  <a:pt x="0" y="0"/>
                </a:lnTo>
                <a:close/>
                <a:moveTo>
                  <a:pt x="77" y="51"/>
                </a:moveTo>
                <a:cubicBezTo>
                  <a:pt x="77" y="4"/>
                  <a:pt x="77" y="4"/>
                  <a:pt x="7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4"/>
                  <a:pt x="4" y="44"/>
                  <a:pt x="4" y="44"/>
                </a:cubicBezTo>
                <a:cubicBezTo>
                  <a:pt x="26" y="21"/>
                  <a:pt x="26" y="21"/>
                  <a:pt x="26" y="21"/>
                </a:cubicBezTo>
                <a:cubicBezTo>
                  <a:pt x="49" y="43"/>
                  <a:pt x="49" y="43"/>
                  <a:pt x="49" y="43"/>
                </a:cubicBezTo>
                <a:cubicBezTo>
                  <a:pt x="60" y="33"/>
                  <a:pt x="60" y="33"/>
                  <a:pt x="60" y="33"/>
                </a:cubicBezTo>
                <a:lnTo>
                  <a:pt x="77" y="51"/>
                </a:lnTo>
                <a:close/>
                <a:moveTo>
                  <a:pt x="4" y="49"/>
                </a:moveTo>
                <a:cubicBezTo>
                  <a:pt x="4" y="55"/>
                  <a:pt x="4" y="55"/>
                  <a:pt x="4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59" y="38"/>
                  <a:pt x="59" y="38"/>
                  <a:pt x="59" y="38"/>
                </a:cubicBezTo>
                <a:cubicBezTo>
                  <a:pt x="48" y="48"/>
                  <a:pt x="48" y="48"/>
                  <a:pt x="48" y="48"/>
                </a:cubicBezTo>
                <a:cubicBezTo>
                  <a:pt x="26" y="25"/>
                  <a:pt x="26" y="25"/>
                  <a:pt x="26" y="25"/>
                </a:cubicBezTo>
                <a:lnTo>
                  <a:pt x="4" y="49"/>
                </a:lnTo>
                <a:close/>
                <a:moveTo>
                  <a:pt x="77" y="74"/>
                </a:moveTo>
                <a:cubicBezTo>
                  <a:pt x="77" y="58"/>
                  <a:pt x="77" y="58"/>
                  <a:pt x="77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4" y="74"/>
                  <a:pt x="4" y="74"/>
                  <a:pt x="4" y="74"/>
                </a:cubicBezTo>
                <a:lnTo>
                  <a:pt x="77" y="74"/>
                </a:lnTo>
                <a:close/>
                <a:moveTo>
                  <a:pt x="60" y="26"/>
                </a:moveTo>
                <a:cubicBezTo>
                  <a:pt x="58" y="26"/>
                  <a:pt x="57" y="26"/>
                  <a:pt x="56" y="25"/>
                </a:cubicBezTo>
                <a:cubicBezTo>
                  <a:pt x="55" y="25"/>
                  <a:pt x="55" y="24"/>
                  <a:pt x="54" y="24"/>
                </a:cubicBezTo>
                <a:cubicBezTo>
                  <a:pt x="53" y="23"/>
                  <a:pt x="53" y="22"/>
                  <a:pt x="52" y="21"/>
                </a:cubicBezTo>
                <a:cubicBezTo>
                  <a:pt x="52" y="20"/>
                  <a:pt x="52" y="19"/>
                  <a:pt x="52" y="18"/>
                </a:cubicBezTo>
                <a:cubicBezTo>
                  <a:pt x="52" y="17"/>
                  <a:pt x="52" y="16"/>
                  <a:pt x="52" y="15"/>
                </a:cubicBezTo>
                <a:cubicBezTo>
                  <a:pt x="53" y="14"/>
                  <a:pt x="53" y="13"/>
                  <a:pt x="54" y="12"/>
                </a:cubicBezTo>
                <a:cubicBezTo>
                  <a:pt x="55" y="12"/>
                  <a:pt x="55" y="11"/>
                  <a:pt x="56" y="11"/>
                </a:cubicBezTo>
                <a:cubicBezTo>
                  <a:pt x="57" y="10"/>
                  <a:pt x="58" y="10"/>
                  <a:pt x="60" y="10"/>
                </a:cubicBezTo>
                <a:cubicBezTo>
                  <a:pt x="61" y="10"/>
                  <a:pt x="62" y="10"/>
                  <a:pt x="63" y="11"/>
                </a:cubicBezTo>
                <a:cubicBezTo>
                  <a:pt x="64" y="11"/>
                  <a:pt x="64" y="12"/>
                  <a:pt x="65" y="12"/>
                </a:cubicBezTo>
                <a:cubicBezTo>
                  <a:pt x="66" y="13"/>
                  <a:pt x="67" y="14"/>
                  <a:pt x="67" y="15"/>
                </a:cubicBezTo>
                <a:cubicBezTo>
                  <a:pt x="67" y="16"/>
                  <a:pt x="67" y="17"/>
                  <a:pt x="67" y="18"/>
                </a:cubicBezTo>
                <a:cubicBezTo>
                  <a:pt x="67" y="19"/>
                  <a:pt x="67" y="20"/>
                  <a:pt x="67" y="21"/>
                </a:cubicBezTo>
                <a:cubicBezTo>
                  <a:pt x="67" y="22"/>
                  <a:pt x="66" y="23"/>
                  <a:pt x="65" y="24"/>
                </a:cubicBezTo>
                <a:cubicBezTo>
                  <a:pt x="64" y="24"/>
                  <a:pt x="64" y="25"/>
                  <a:pt x="63" y="25"/>
                </a:cubicBezTo>
                <a:cubicBezTo>
                  <a:pt x="62" y="26"/>
                  <a:pt x="61" y="26"/>
                  <a:pt x="60" y="26"/>
                </a:cubicBezTo>
                <a:close/>
                <a:moveTo>
                  <a:pt x="60" y="13"/>
                </a:moveTo>
                <a:cubicBezTo>
                  <a:pt x="59" y="13"/>
                  <a:pt x="58" y="13"/>
                  <a:pt x="58" y="14"/>
                </a:cubicBezTo>
                <a:cubicBezTo>
                  <a:pt x="57" y="14"/>
                  <a:pt x="57" y="14"/>
                  <a:pt x="56" y="15"/>
                </a:cubicBezTo>
                <a:cubicBezTo>
                  <a:pt x="56" y="15"/>
                  <a:pt x="55" y="16"/>
                  <a:pt x="55" y="16"/>
                </a:cubicBezTo>
                <a:cubicBezTo>
                  <a:pt x="55" y="17"/>
                  <a:pt x="55" y="17"/>
                  <a:pt x="55" y="18"/>
                </a:cubicBezTo>
                <a:cubicBezTo>
                  <a:pt x="55" y="19"/>
                  <a:pt x="55" y="19"/>
                  <a:pt x="55" y="20"/>
                </a:cubicBezTo>
                <a:cubicBezTo>
                  <a:pt x="55" y="21"/>
                  <a:pt x="56" y="21"/>
                  <a:pt x="56" y="21"/>
                </a:cubicBezTo>
                <a:cubicBezTo>
                  <a:pt x="57" y="22"/>
                  <a:pt x="57" y="22"/>
                  <a:pt x="58" y="23"/>
                </a:cubicBezTo>
                <a:cubicBezTo>
                  <a:pt x="58" y="23"/>
                  <a:pt x="59" y="23"/>
                  <a:pt x="60" y="23"/>
                </a:cubicBezTo>
                <a:cubicBezTo>
                  <a:pt x="60" y="23"/>
                  <a:pt x="61" y="23"/>
                  <a:pt x="61" y="23"/>
                </a:cubicBezTo>
                <a:cubicBezTo>
                  <a:pt x="62" y="22"/>
                  <a:pt x="63" y="22"/>
                  <a:pt x="63" y="21"/>
                </a:cubicBezTo>
                <a:cubicBezTo>
                  <a:pt x="63" y="21"/>
                  <a:pt x="64" y="21"/>
                  <a:pt x="64" y="20"/>
                </a:cubicBezTo>
                <a:cubicBezTo>
                  <a:pt x="64" y="19"/>
                  <a:pt x="64" y="19"/>
                  <a:pt x="64" y="18"/>
                </a:cubicBezTo>
                <a:cubicBezTo>
                  <a:pt x="64" y="17"/>
                  <a:pt x="64" y="17"/>
                  <a:pt x="64" y="16"/>
                </a:cubicBezTo>
                <a:cubicBezTo>
                  <a:pt x="64" y="16"/>
                  <a:pt x="63" y="15"/>
                  <a:pt x="63" y="15"/>
                </a:cubicBezTo>
                <a:cubicBezTo>
                  <a:pt x="63" y="14"/>
                  <a:pt x="62" y="14"/>
                  <a:pt x="61" y="14"/>
                </a:cubicBezTo>
                <a:cubicBezTo>
                  <a:pt x="61" y="13"/>
                  <a:pt x="60" y="13"/>
                  <a:pt x="60" y="1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1" name="Freeform 173"/>
          <p:cNvSpPr>
            <a:spLocks noEditPoints="1"/>
          </p:cNvSpPr>
          <p:nvPr/>
        </p:nvSpPr>
        <p:spPr bwMode="auto">
          <a:xfrm>
            <a:off x="8963025" y="4696608"/>
            <a:ext cx="344488" cy="323850"/>
          </a:xfrm>
          <a:custGeom>
            <a:avLst/>
            <a:gdLst>
              <a:gd name="T0" fmla="*/ 91 w 92"/>
              <a:gd name="T1" fmla="*/ 44 h 86"/>
              <a:gd name="T2" fmla="*/ 90 w 92"/>
              <a:gd name="T3" fmla="*/ 58 h 86"/>
              <a:gd name="T4" fmla="*/ 79 w 92"/>
              <a:gd name="T5" fmla="*/ 64 h 86"/>
              <a:gd name="T6" fmla="*/ 72 w 92"/>
              <a:gd name="T7" fmla="*/ 74 h 86"/>
              <a:gd name="T8" fmla="*/ 69 w 92"/>
              <a:gd name="T9" fmla="*/ 83 h 86"/>
              <a:gd name="T10" fmla="*/ 59 w 92"/>
              <a:gd name="T11" fmla="*/ 86 h 86"/>
              <a:gd name="T12" fmla="*/ 53 w 92"/>
              <a:gd name="T13" fmla="*/ 78 h 86"/>
              <a:gd name="T14" fmla="*/ 46 w 92"/>
              <a:gd name="T15" fmla="*/ 79 h 86"/>
              <a:gd name="T16" fmla="*/ 36 w 92"/>
              <a:gd name="T17" fmla="*/ 78 h 86"/>
              <a:gd name="T18" fmla="*/ 31 w 92"/>
              <a:gd name="T19" fmla="*/ 86 h 86"/>
              <a:gd name="T20" fmla="*/ 21 w 92"/>
              <a:gd name="T21" fmla="*/ 84 h 86"/>
              <a:gd name="T22" fmla="*/ 17 w 92"/>
              <a:gd name="T23" fmla="*/ 75 h 86"/>
              <a:gd name="T24" fmla="*/ 9 w 92"/>
              <a:gd name="T25" fmla="*/ 54 h 86"/>
              <a:gd name="T26" fmla="*/ 9 w 92"/>
              <a:gd name="T27" fmla="*/ 44 h 86"/>
              <a:gd name="T28" fmla="*/ 1 w 92"/>
              <a:gd name="T29" fmla="*/ 34 h 86"/>
              <a:gd name="T30" fmla="*/ 5 w 92"/>
              <a:gd name="T31" fmla="*/ 23 h 86"/>
              <a:gd name="T32" fmla="*/ 5 w 92"/>
              <a:gd name="T33" fmla="*/ 28 h 86"/>
              <a:gd name="T34" fmla="*/ 5 w 92"/>
              <a:gd name="T35" fmla="*/ 36 h 86"/>
              <a:gd name="T36" fmla="*/ 16 w 92"/>
              <a:gd name="T37" fmla="*/ 31 h 86"/>
              <a:gd name="T38" fmla="*/ 21 w 92"/>
              <a:gd name="T39" fmla="*/ 20 h 86"/>
              <a:gd name="T40" fmla="*/ 24 w 92"/>
              <a:gd name="T41" fmla="*/ 4 h 86"/>
              <a:gd name="T42" fmla="*/ 44 w 92"/>
              <a:gd name="T43" fmla="*/ 4 h 86"/>
              <a:gd name="T44" fmla="*/ 48 w 92"/>
              <a:gd name="T45" fmla="*/ 18 h 86"/>
              <a:gd name="T46" fmla="*/ 54 w 92"/>
              <a:gd name="T47" fmla="*/ 19 h 86"/>
              <a:gd name="T48" fmla="*/ 71 w 92"/>
              <a:gd name="T49" fmla="*/ 9 h 86"/>
              <a:gd name="T50" fmla="*/ 68 w 92"/>
              <a:gd name="T51" fmla="*/ 24 h 86"/>
              <a:gd name="T52" fmla="*/ 82 w 92"/>
              <a:gd name="T53" fmla="*/ 40 h 86"/>
              <a:gd name="T54" fmla="*/ 88 w 92"/>
              <a:gd name="T55" fmla="*/ 46 h 86"/>
              <a:gd name="T56" fmla="*/ 80 w 92"/>
              <a:gd name="T57" fmla="*/ 43 h 86"/>
              <a:gd name="T58" fmla="*/ 71 w 92"/>
              <a:gd name="T59" fmla="*/ 30 h 86"/>
              <a:gd name="T60" fmla="*/ 65 w 92"/>
              <a:gd name="T61" fmla="*/ 21 h 86"/>
              <a:gd name="T62" fmla="*/ 63 w 92"/>
              <a:gd name="T63" fmla="*/ 14 h 86"/>
              <a:gd name="T64" fmla="*/ 56 w 92"/>
              <a:gd name="T65" fmla="*/ 23 h 86"/>
              <a:gd name="T66" fmla="*/ 48 w 92"/>
              <a:gd name="T67" fmla="*/ 22 h 86"/>
              <a:gd name="T68" fmla="*/ 14 w 92"/>
              <a:gd name="T69" fmla="*/ 38 h 86"/>
              <a:gd name="T70" fmla="*/ 17 w 92"/>
              <a:gd name="T71" fmla="*/ 63 h 86"/>
              <a:gd name="T72" fmla="*/ 20 w 92"/>
              <a:gd name="T73" fmla="*/ 76 h 86"/>
              <a:gd name="T74" fmla="*/ 22 w 92"/>
              <a:gd name="T75" fmla="*/ 81 h 86"/>
              <a:gd name="T76" fmla="*/ 31 w 92"/>
              <a:gd name="T77" fmla="*/ 82 h 86"/>
              <a:gd name="T78" fmla="*/ 37 w 92"/>
              <a:gd name="T79" fmla="*/ 74 h 86"/>
              <a:gd name="T80" fmla="*/ 46 w 92"/>
              <a:gd name="T81" fmla="*/ 75 h 86"/>
              <a:gd name="T82" fmla="*/ 56 w 92"/>
              <a:gd name="T83" fmla="*/ 77 h 86"/>
              <a:gd name="T84" fmla="*/ 62 w 92"/>
              <a:gd name="T85" fmla="*/ 83 h 86"/>
              <a:gd name="T86" fmla="*/ 69 w 92"/>
              <a:gd name="T87" fmla="*/ 78 h 86"/>
              <a:gd name="T88" fmla="*/ 66 w 92"/>
              <a:gd name="T89" fmla="*/ 70 h 86"/>
              <a:gd name="T90" fmla="*/ 76 w 92"/>
              <a:gd name="T91" fmla="*/ 62 h 86"/>
              <a:gd name="T92" fmla="*/ 86 w 92"/>
              <a:gd name="T93" fmla="*/ 57 h 86"/>
              <a:gd name="T94" fmla="*/ 23 w 92"/>
              <a:gd name="T95" fmla="*/ 14 h 86"/>
              <a:gd name="T96" fmla="*/ 27 w 92"/>
              <a:gd name="T97" fmla="*/ 23 h 86"/>
              <a:gd name="T98" fmla="*/ 44 w 92"/>
              <a:gd name="T99" fmla="*/ 19 h 86"/>
              <a:gd name="T100" fmla="*/ 42 w 92"/>
              <a:gd name="T101" fmla="*/ 6 h 86"/>
              <a:gd name="T102" fmla="*/ 26 w 92"/>
              <a:gd name="T103" fmla="*/ 6 h 86"/>
              <a:gd name="T104" fmla="*/ 70 w 92"/>
              <a:gd name="T105" fmla="*/ 41 h 86"/>
              <a:gd name="T106" fmla="*/ 65 w 92"/>
              <a:gd name="T107" fmla="*/ 38 h 86"/>
              <a:gd name="T108" fmla="*/ 63 w 92"/>
              <a:gd name="T109" fmla="*/ 44 h 86"/>
              <a:gd name="T110" fmla="*/ 68 w 92"/>
              <a:gd name="T111" fmla="*/ 4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2" h="86">
                <a:moveTo>
                  <a:pt x="84" y="40"/>
                </a:moveTo>
                <a:cubicBezTo>
                  <a:pt x="85" y="40"/>
                  <a:pt x="86" y="40"/>
                  <a:pt x="87" y="40"/>
                </a:cubicBezTo>
                <a:cubicBezTo>
                  <a:pt x="88" y="41"/>
                  <a:pt x="89" y="41"/>
                  <a:pt x="89" y="42"/>
                </a:cubicBezTo>
                <a:cubicBezTo>
                  <a:pt x="90" y="43"/>
                  <a:pt x="91" y="44"/>
                  <a:pt x="91" y="44"/>
                </a:cubicBezTo>
                <a:cubicBezTo>
                  <a:pt x="92" y="45"/>
                  <a:pt x="92" y="46"/>
                  <a:pt x="92" y="48"/>
                </a:cubicBezTo>
                <a:cubicBezTo>
                  <a:pt x="92" y="53"/>
                  <a:pt x="92" y="53"/>
                  <a:pt x="92" y="53"/>
                </a:cubicBezTo>
                <a:cubicBezTo>
                  <a:pt x="92" y="54"/>
                  <a:pt x="92" y="55"/>
                  <a:pt x="91" y="56"/>
                </a:cubicBezTo>
                <a:cubicBezTo>
                  <a:pt x="91" y="57"/>
                  <a:pt x="90" y="58"/>
                  <a:pt x="90" y="58"/>
                </a:cubicBezTo>
                <a:cubicBezTo>
                  <a:pt x="89" y="59"/>
                  <a:pt x="88" y="59"/>
                  <a:pt x="87" y="60"/>
                </a:cubicBezTo>
                <a:cubicBezTo>
                  <a:pt x="86" y="60"/>
                  <a:pt x="85" y="61"/>
                  <a:pt x="84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80" y="62"/>
                  <a:pt x="80" y="63"/>
                  <a:pt x="79" y="64"/>
                </a:cubicBezTo>
                <a:cubicBezTo>
                  <a:pt x="78" y="65"/>
                  <a:pt x="78" y="66"/>
                  <a:pt x="77" y="67"/>
                </a:cubicBezTo>
                <a:cubicBezTo>
                  <a:pt x="76" y="67"/>
                  <a:pt x="75" y="68"/>
                  <a:pt x="74" y="69"/>
                </a:cubicBezTo>
                <a:cubicBezTo>
                  <a:pt x="73" y="70"/>
                  <a:pt x="72" y="71"/>
                  <a:pt x="71" y="71"/>
                </a:cubicBezTo>
                <a:cubicBezTo>
                  <a:pt x="72" y="74"/>
                  <a:pt x="72" y="74"/>
                  <a:pt x="72" y="74"/>
                </a:cubicBezTo>
                <a:cubicBezTo>
                  <a:pt x="73" y="75"/>
                  <a:pt x="73" y="76"/>
                  <a:pt x="73" y="77"/>
                </a:cubicBezTo>
                <a:cubicBezTo>
                  <a:pt x="73" y="77"/>
                  <a:pt x="73" y="78"/>
                  <a:pt x="72" y="79"/>
                </a:cubicBezTo>
                <a:cubicBezTo>
                  <a:pt x="72" y="80"/>
                  <a:pt x="72" y="81"/>
                  <a:pt x="71" y="82"/>
                </a:cubicBezTo>
                <a:cubicBezTo>
                  <a:pt x="70" y="82"/>
                  <a:pt x="70" y="83"/>
                  <a:pt x="69" y="83"/>
                </a:cubicBezTo>
                <a:cubicBezTo>
                  <a:pt x="65" y="85"/>
                  <a:pt x="65" y="85"/>
                  <a:pt x="65" y="85"/>
                </a:cubicBezTo>
                <a:cubicBezTo>
                  <a:pt x="64" y="86"/>
                  <a:pt x="64" y="86"/>
                  <a:pt x="63" y="86"/>
                </a:cubicBezTo>
                <a:cubicBezTo>
                  <a:pt x="63" y="86"/>
                  <a:pt x="62" y="86"/>
                  <a:pt x="61" y="86"/>
                </a:cubicBezTo>
                <a:cubicBezTo>
                  <a:pt x="61" y="86"/>
                  <a:pt x="60" y="86"/>
                  <a:pt x="59" y="86"/>
                </a:cubicBezTo>
                <a:cubicBezTo>
                  <a:pt x="59" y="86"/>
                  <a:pt x="58" y="86"/>
                  <a:pt x="58" y="85"/>
                </a:cubicBezTo>
                <a:cubicBezTo>
                  <a:pt x="57" y="85"/>
                  <a:pt x="56" y="84"/>
                  <a:pt x="56" y="84"/>
                </a:cubicBezTo>
                <a:cubicBezTo>
                  <a:pt x="56" y="83"/>
                  <a:pt x="55" y="83"/>
                  <a:pt x="55" y="82"/>
                </a:cubicBezTo>
                <a:cubicBezTo>
                  <a:pt x="53" y="78"/>
                  <a:pt x="53" y="78"/>
                  <a:pt x="53" y="78"/>
                </a:cubicBezTo>
                <a:cubicBezTo>
                  <a:pt x="52" y="78"/>
                  <a:pt x="52" y="78"/>
                  <a:pt x="51" y="78"/>
                </a:cubicBezTo>
                <a:cubicBezTo>
                  <a:pt x="51" y="78"/>
                  <a:pt x="50" y="79"/>
                  <a:pt x="50" y="79"/>
                </a:cubicBezTo>
                <a:cubicBezTo>
                  <a:pt x="49" y="79"/>
                  <a:pt x="49" y="79"/>
                  <a:pt x="48" y="79"/>
                </a:cubicBezTo>
                <a:cubicBezTo>
                  <a:pt x="47" y="79"/>
                  <a:pt x="47" y="79"/>
                  <a:pt x="46" y="79"/>
                </a:cubicBezTo>
                <a:cubicBezTo>
                  <a:pt x="45" y="79"/>
                  <a:pt x="45" y="79"/>
                  <a:pt x="44" y="79"/>
                </a:cubicBezTo>
                <a:cubicBezTo>
                  <a:pt x="43" y="79"/>
                  <a:pt x="42" y="78"/>
                  <a:pt x="41" y="78"/>
                </a:cubicBezTo>
                <a:cubicBezTo>
                  <a:pt x="40" y="78"/>
                  <a:pt x="40" y="78"/>
                  <a:pt x="39" y="78"/>
                </a:cubicBezTo>
                <a:cubicBezTo>
                  <a:pt x="38" y="78"/>
                  <a:pt x="37" y="78"/>
                  <a:pt x="36" y="78"/>
                </a:cubicBezTo>
                <a:cubicBezTo>
                  <a:pt x="35" y="81"/>
                  <a:pt x="35" y="81"/>
                  <a:pt x="35" y="81"/>
                </a:cubicBezTo>
                <a:cubicBezTo>
                  <a:pt x="35" y="82"/>
                  <a:pt x="34" y="83"/>
                  <a:pt x="34" y="83"/>
                </a:cubicBezTo>
                <a:cubicBezTo>
                  <a:pt x="33" y="84"/>
                  <a:pt x="33" y="84"/>
                  <a:pt x="32" y="85"/>
                </a:cubicBezTo>
                <a:cubicBezTo>
                  <a:pt x="32" y="85"/>
                  <a:pt x="31" y="86"/>
                  <a:pt x="31" y="86"/>
                </a:cubicBezTo>
                <a:cubicBezTo>
                  <a:pt x="30" y="86"/>
                  <a:pt x="29" y="86"/>
                  <a:pt x="28" y="86"/>
                </a:cubicBezTo>
                <a:cubicBezTo>
                  <a:pt x="28" y="86"/>
                  <a:pt x="27" y="86"/>
                  <a:pt x="27" y="86"/>
                </a:cubicBezTo>
                <a:cubicBezTo>
                  <a:pt x="27" y="86"/>
                  <a:pt x="26" y="86"/>
                  <a:pt x="26" y="86"/>
                </a:cubicBezTo>
                <a:cubicBezTo>
                  <a:pt x="21" y="84"/>
                  <a:pt x="21" y="84"/>
                  <a:pt x="21" y="84"/>
                </a:cubicBezTo>
                <a:cubicBezTo>
                  <a:pt x="20" y="84"/>
                  <a:pt x="20" y="83"/>
                  <a:pt x="19" y="83"/>
                </a:cubicBezTo>
                <a:cubicBezTo>
                  <a:pt x="18" y="82"/>
                  <a:pt x="18" y="81"/>
                  <a:pt x="17" y="80"/>
                </a:cubicBezTo>
                <a:cubicBezTo>
                  <a:pt x="17" y="80"/>
                  <a:pt x="17" y="79"/>
                  <a:pt x="16" y="78"/>
                </a:cubicBezTo>
                <a:cubicBezTo>
                  <a:pt x="16" y="77"/>
                  <a:pt x="17" y="76"/>
                  <a:pt x="17" y="75"/>
                </a:cubicBezTo>
                <a:cubicBezTo>
                  <a:pt x="19" y="69"/>
                  <a:pt x="19" y="69"/>
                  <a:pt x="19" y="69"/>
                </a:cubicBezTo>
                <a:cubicBezTo>
                  <a:pt x="17" y="68"/>
                  <a:pt x="16" y="66"/>
                  <a:pt x="14" y="65"/>
                </a:cubicBezTo>
                <a:cubicBezTo>
                  <a:pt x="13" y="63"/>
                  <a:pt x="12" y="62"/>
                  <a:pt x="11" y="60"/>
                </a:cubicBezTo>
                <a:cubicBezTo>
                  <a:pt x="10" y="58"/>
                  <a:pt x="10" y="56"/>
                  <a:pt x="9" y="54"/>
                </a:cubicBezTo>
                <a:cubicBezTo>
                  <a:pt x="9" y="52"/>
                  <a:pt x="8" y="51"/>
                  <a:pt x="8" y="49"/>
                </a:cubicBezTo>
                <a:cubicBezTo>
                  <a:pt x="8" y="48"/>
                  <a:pt x="8" y="47"/>
                  <a:pt x="8" y="47"/>
                </a:cubicBezTo>
                <a:cubicBezTo>
                  <a:pt x="8" y="46"/>
                  <a:pt x="9" y="46"/>
                  <a:pt x="9" y="45"/>
                </a:cubicBezTo>
                <a:cubicBezTo>
                  <a:pt x="9" y="45"/>
                  <a:pt x="9" y="44"/>
                  <a:pt x="9" y="44"/>
                </a:cubicBezTo>
                <a:cubicBezTo>
                  <a:pt x="9" y="43"/>
                  <a:pt x="9" y="43"/>
                  <a:pt x="9" y="42"/>
                </a:cubicBezTo>
                <a:cubicBezTo>
                  <a:pt x="7" y="41"/>
                  <a:pt x="6" y="41"/>
                  <a:pt x="5" y="40"/>
                </a:cubicBezTo>
                <a:cubicBezTo>
                  <a:pt x="3" y="39"/>
                  <a:pt x="3" y="38"/>
                  <a:pt x="2" y="37"/>
                </a:cubicBezTo>
                <a:cubicBezTo>
                  <a:pt x="1" y="36"/>
                  <a:pt x="1" y="35"/>
                  <a:pt x="1" y="34"/>
                </a:cubicBezTo>
                <a:cubicBezTo>
                  <a:pt x="1" y="33"/>
                  <a:pt x="0" y="32"/>
                  <a:pt x="0" y="32"/>
                </a:cubicBezTo>
                <a:cubicBezTo>
                  <a:pt x="0" y="31"/>
                  <a:pt x="1" y="30"/>
                  <a:pt x="1" y="29"/>
                </a:cubicBezTo>
                <a:cubicBezTo>
                  <a:pt x="1" y="27"/>
                  <a:pt x="2" y="27"/>
                  <a:pt x="3" y="26"/>
                </a:cubicBezTo>
                <a:cubicBezTo>
                  <a:pt x="3" y="25"/>
                  <a:pt x="4" y="24"/>
                  <a:pt x="5" y="23"/>
                </a:cubicBezTo>
                <a:cubicBezTo>
                  <a:pt x="6" y="23"/>
                  <a:pt x="7" y="22"/>
                  <a:pt x="8" y="22"/>
                </a:cubicBezTo>
                <a:cubicBezTo>
                  <a:pt x="9" y="25"/>
                  <a:pt x="9" y="25"/>
                  <a:pt x="9" y="25"/>
                </a:cubicBezTo>
                <a:cubicBezTo>
                  <a:pt x="8" y="25"/>
                  <a:pt x="8" y="25"/>
                  <a:pt x="7" y="26"/>
                </a:cubicBezTo>
                <a:cubicBezTo>
                  <a:pt x="6" y="26"/>
                  <a:pt x="6" y="27"/>
                  <a:pt x="5" y="28"/>
                </a:cubicBezTo>
                <a:cubicBezTo>
                  <a:pt x="5" y="28"/>
                  <a:pt x="4" y="29"/>
                  <a:pt x="4" y="30"/>
                </a:cubicBezTo>
                <a:cubicBezTo>
                  <a:pt x="4" y="31"/>
                  <a:pt x="4" y="31"/>
                  <a:pt x="4" y="32"/>
                </a:cubicBezTo>
                <a:cubicBezTo>
                  <a:pt x="4" y="33"/>
                  <a:pt x="4" y="34"/>
                  <a:pt x="4" y="34"/>
                </a:cubicBezTo>
                <a:cubicBezTo>
                  <a:pt x="4" y="35"/>
                  <a:pt x="5" y="36"/>
                  <a:pt x="5" y="36"/>
                </a:cubicBezTo>
                <a:cubicBezTo>
                  <a:pt x="6" y="37"/>
                  <a:pt x="7" y="37"/>
                  <a:pt x="7" y="38"/>
                </a:cubicBezTo>
                <a:cubicBezTo>
                  <a:pt x="8" y="38"/>
                  <a:pt x="9" y="39"/>
                  <a:pt x="10" y="39"/>
                </a:cubicBezTo>
                <a:cubicBezTo>
                  <a:pt x="11" y="38"/>
                  <a:pt x="12" y="36"/>
                  <a:pt x="13" y="35"/>
                </a:cubicBezTo>
                <a:cubicBezTo>
                  <a:pt x="14" y="33"/>
                  <a:pt x="15" y="32"/>
                  <a:pt x="16" y="31"/>
                </a:cubicBezTo>
                <a:cubicBezTo>
                  <a:pt x="17" y="30"/>
                  <a:pt x="18" y="28"/>
                  <a:pt x="20" y="27"/>
                </a:cubicBezTo>
                <a:cubicBezTo>
                  <a:pt x="21" y="26"/>
                  <a:pt x="22" y="25"/>
                  <a:pt x="24" y="24"/>
                </a:cubicBezTo>
                <a:cubicBezTo>
                  <a:pt x="23" y="24"/>
                  <a:pt x="23" y="23"/>
                  <a:pt x="22" y="22"/>
                </a:cubicBezTo>
                <a:cubicBezTo>
                  <a:pt x="22" y="21"/>
                  <a:pt x="21" y="21"/>
                  <a:pt x="21" y="20"/>
                </a:cubicBezTo>
                <a:cubicBezTo>
                  <a:pt x="20" y="19"/>
                  <a:pt x="20" y="18"/>
                  <a:pt x="20" y="17"/>
                </a:cubicBezTo>
                <a:cubicBezTo>
                  <a:pt x="20" y="16"/>
                  <a:pt x="20" y="15"/>
                  <a:pt x="20" y="14"/>
                </a:cubicBezTo>
                <a:cubicBezTo>
                  <a:pt x="20" y="12"/>
                  <a:pt x="20" y="10"/>
                  <a:pt x="21" y="8"/>
                </a:cubicBezTo>
                <a:cubicBezTo>
                  <a:pt x="21" y="7"/>
                  <a:pt x="22" y="5"/>
                  <a:pt x="24" y="4"/>
                </a:cubicBezTo>
                <a:cubicBezTo>
                  <a:pt x="25" y="3"/>
                  <a:pt x="27" y="2"/>
                  <a:pt x="28" y="1"/>
                </a:cubicBezTo>
                <a:cubicBezTo>
                  <a:pt x="30" y="0"/>
                  <a:pt x="32" y="0"/>
                  <a:pt x="34" y="0"/>
                </a:cubicBezTo>
                <a:cubicBezTo>
                  <a:pt x="36" y="0"/>
                  <a:pt x="38" y="0"/>
                  <a:pt x="40" y="1"/>
                </a:cubicBezTo>
                <a:cubicBezTo>
                  <a:pt x="41" y="2"/>
                  <a:pt x="43" y="3"/>
                  <a:pt x="44" y="4"/>
                </a:cubicBezTo>
                <a:cubicBezTo>
                  <a:pt x="46" y="5"/>
                  <a:pt x="47" y="7"/>
                  <a:pt x="47" y="8"/>
                </a:cubicBezTo>
                <a:cubicBezTo>
                  <a:pt x="48" y="10"/>
                  <a:pt x="48" y="12"/>
                  <a:pt x="48" y="14"/>
                </a:cubicBezTo>
                <a:cubicBezTo>
                  <a:pt x="48" y="15"/>
                  <a:pt x="48" y="16"/>
                  <a:pt x="48" y="16"/>
                </a:cubicBezTo>
                <a:cubicBezTo>
                  <a:pt x="48" y="17"/>
                  <a:pt x="48" y="18"/>
                  <a:pt x="48" y="18"/>
                </a:cubicBezTo>
                <a:cubicBezTo>
                  <a:pt x="48" y="18"/>
                  <a:pt x="49" y="19"/>
                  <a:pt x="49" y="19"/>
                </a:cubicBezTo>
                <a:cubicBezTo>
                  <a:pt x="50" y="19"/>
                  <a:pt x="51" y="19"/>
                  <a:pt x="51" y="19"/>
                </a:cubicBezTo>
                <a:cubicBezTo>
                  <a:pt x="52" y="19"/>
                  <a:pt x="52" y="19"/>
                  <a:pt x="53" y="19"/>
                </a:cubicBezTo>
                <a:cubicBezTo>
                  <a:pt x="53" y="19"/>
                  <a:pt x="54" y="19"/>
                  <a:pt x="54" y="19"/>
                </a:cubicBezTo>
                <a:cubicBezTo>
                  <a:pt x="55" y="18"/>
                  <a:pt x="56" y="16"/>
                  <a:pt x="58" y="15"/>
                </a:cubicBezTo>
                <a:cubicBezTo>
                  <a:pt x="59" y="14"/>
                  <a:pt x="60" y="13"/>
                  <a:pt x="62" y="12"/>
                </a:cubicBezTo>
                <a:cubicBezTo>
                  <a:pt x="63" y="11"/>
                  <a:pt x="64" y="10"/>
                  <a:pt x="66" y="10"/>
                </a:cubicBezTo>
                <a:cubicBezTo>
                  <a:pt x="68" y="9"/>
                  <a:pt x="69" y="9"/>
                  <a:pt x="71" y="9"/>
                </a:cubicBezTo>
                <a:cubicBezTo>
                  <a:pt x="71" y="10"/>
                  <a:pt x="70" y="11"/>
                  <a:pt x="70" y="12"/>
                </a:cubicBezTo>
                <a:cubicBezTo>
                  <a:pt x="70" y="13"/>
                  <a:pt x="69" y="14"/>
                  <a:pt x="69" y="15"/>
                </a:cubicBezTo>
                <a:cubicBezTo>
                  <a:pt x="69" y="16"/>
                  <a:pt x="69" y="18"/>
                  <a:pt x="69" y="19"/>
                </a:cubicBezTo>
                <a:cubicBezTo>
                  <a:pt x="69" y="20"/>
                  <a:pt x="68" y="22"/>
                  <a:pt x="68" y="24"/>
                </a:cubicBezTo>
                <a:cubicBezTo>
                  <a:pt x="70" y="25"/>
                  <a:pt x="71" y="26"/>
                  <a:pt x="73" y="28"/>
                </a:cubicBezTo>
                <a:cubicBezTo>
                  <a:pt x="74" y="29"/>
                  <a:pt x="76" y="30"/>
                  <a:pt x="77" y="31"/>
                </a:cubicBezTo>
                <a:cubicBezTo>
                  <a:pt x="78" y="32"/>
                  <a:pt x="79" y="34"/>
                  <a:pt x="80" y="35"/>
                </a:cubicBezTo>
                <a:cubicBezTo>
                  <a:pt x="81" y="37"/>
                  <a:pt x="81" y="38"/>
                  <a:pt x="82" y="40"/>
                </a:cubicBezTo>
                <a:lnTo>
                  <a:pt x="84" y="40"/>
                </a:lnTo>
                <a:close/>
                <a:moveTo>
                  <a:pt x="88" y="53"/>
                </a:move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cubicBezTo>
                  <a:pt x="88" y="45"/>
                  <a:pt x="87" y="45"/>
                  <a:pt x="87" y="44"/>
                </a:cubicBezTo>
                <a:cubicBezTo>
                  <a:pt x="87" y="44"/>
                  <a:pt x="86" y="44"/>
                  <a:pt x="86" y="43"/>
                </a:cubicBezTo>
                <a:cubicBezTo>
                  <a:pt x="85" y="43"/>
                  <a:pt x="84" y="43"/>
                  <a:pt x="84" y="43"/>
                </a:cubicBezTo>
                <a:cubicBezTo>
                  <a:pt x="80" y="43"/>
                  <a:pt x="80" y="43"/>
                  <a:pt x="80" y="43"/>
                </a:cubicBezTo>
                <a:cubicBezTo>
                  <a:pt x="79" y="41"/>
                  <a:pt x="79" y="41"/>
                  <a:pt x="79" y="41"/>
                </a:cubicBezTo>
                <a:cubicBezTo>
                  <a:pt x="78" y="39"/>
                  <a:pt x="78" y="38"/>
                  <a:pt x="77" y="37"/>
                </a:cubicBezTo>
                <a:cubicBezTo>
                  <a:pt x="76" y="36"/>
                  <a:pt x="75" y="34"/>
                  <a:pt x="74" y="33"/>
                </a:cubicBezTo>
                <a:cubicBezTo>
                  <a:pt x="73" y="32"/>
                  <a:pt x="72" y="31"/>
                  <a:pt x="71" y="30"/>
                </a:cubicBezTo>
                <a:cubicBezTo>
                  <a:pt x="69" y="29"/>
                  <a:pt x="68" y="28"/>
                  <a:pt x="67" y="27"/>
                </a:cubicBezTo>
                <a:cubicBezTo>
                  <a:pt x="65" y="26"/>
                  <a:pt x="65" y="26"/>
                  <a:pt x="65" y="26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3"/>
                  <a:pt x="65" y="22"/>
                  <a:pt x="65" y="21"/>
                </a:cubicBezTo>
                <a:cubicBezTo>
                  <a:pt x="65" y="20"/>
                  <a:pt x="65" y="19"/>
                  <a:pt x="65" y="18"/>
                </a:cubicBezTo>
                <a:cubicBezTo>
                  <a:pt x="65" y="17"/>
                  <a:pt x="66" y="16"/>
                  <a:pt x="66" y="15"/>
                </a:cubicBezTo>
                <a:cubicBezTo>
                  <a:pt x="66" y="15"/>
                  <a:pt x="66" y="14"/>
                  <a:pt x="66" y="13"/>
                </a:cubicBezTo>
                <a:cubicBezTo>
                  <a:pt x="65" y="13"/>
                  <a:pt x="64" y="14"/>
                  <a:pt x="63" y="14"/>
                </a:cubicBezTo>
                <a:cubicBezTo>
                  <a:pt x="63" y="15"/>
                  <a:pt x="62" y="16"/>
                  <a:pt x="61" y="16"/>
                </a:cubicBezTo>
                <a:cubicBezTo>
                  <a:pt x="60" y="17"/>
                  <a:pt x="60" y="18"/>
                  <a:pt x="59" y="18"/>
                </a:cubicBezTo>
                <a:cubicBezTo>
                  <a:pt x="58" y="19"/>
                  <a:pt x="58" y="20"/>
                  <a:pt x="57" y="21"/>
                </a:cubicBezTo>
                <a:cubicBezTo>
                  <a:pt x="56" y="23"/>
                  <a:pt x="56" y="23"/>
                  <a:pt x="56" y="23"/>
                </a:cubicBezTo>
                <a:cubicBezTo>
                  <a:pt x="54" y="22"/>
                  <a:pt x="54" y="22"/>
                  <a:pt x="54" y="22"/>
                </a:cubicBezTo>
                <a:cubicBezTo>
                  <a:pt x="53" y="22"/>
                  <a:pt x="53" y="22"/>
                  <a:pt x="52" y="22"/>
                </a:cubicBezTo>
                <a:cubicBezTo>
                  <a:pt x="51" y="22"/>
                  <a:pt x="51" y="22"/>
                  <a:pt x="50" y="22"/>
                </a:cubicBezTo>
                <a:cubicBezTo>
                  <a:pt x="49" y="22"/>
                  <a:pt x="49" y="22"/>
                  <a:pt x="48" y="22"/>
                </a:cubicBezTo>
                <a:cubicBezTo>
                  <a:pt x="47" y="22"/>
                  <a:pt x="47" y="22"/>
                  <a:pt x="46" y="22"/>
                </a:cubicBezTo>
                <a:cubicBezTo>
                  <a:pt x="41" y="22"/>
                  <a:pt x="37" y="22"/>
                  <a:pt x="33" y="24"/>
                </a:cubicBezTo>
                <a:cubicBezTo>
                  <a:pt x="29" y="25"/>
                  <a:pt x="25" y="27"/>
                  <a:pt x="22" y="30"/>
                </a:cubicBezTo>
                <a:cubicBezTo>
                  <a:pt x="19" y="32"/>
                  <a:pt x="16" y="35"/>
                  <a:pt x="14" y="38"/>
                </a:cubicBezTo>
                <a:cubicBezTo>
                  <a:pt x="13" y="41"/>
                  <a:pt x="12" y="45"/>
                  <a:pt x="12" y="49"/>
                </a:cubicBezTo>
                <a:cubicBezTo>
                  <a:pt x="12" y="50"/>
                  <a:pt x="12" y="52"/>
                  <a:pt x="12" y="54"/>
                </a:cubicBezTo>
                <a:cubicBezTo>
                  <a:pt x="13" y="55"/>
                  <a:pt x="13" y="57"/>
                  <a:pt x="14" y="58"/>
                </a:cubicBezTo>
                <a:cubicBezTo>
                  <a:pt x="15" y="60"/>
                  <a:pt x="16" y="61"/>
                  <a:pt x="17" y="63"/>
                </a:cubicBezTo>
                <a:cubicBezTo>
                  <a:pt x="18" y="64"/>
                  <a:pt x="19" y="65"/>
                  <a:pt x="21" y="67"/>
                </a:cubicBezTo>
                <a:cubicBezTo>
                  <a:pt x="23" y="68"/>
                  <a:pt x="23" y="68"/>
                  <a:pt x="23" y="68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7"/>
                  <a:pt x="20" y="77"/>
                  <a:pt x="20" y="78"/>
                </a:cubicBezTo>
                <a:cubicBezTo>
                  <a:pt x="20" y="78"/>
                  <a:pt x="20" y="79"/>
                  <a:pt x="20" y="79"/>
                </a:cubicBezTo>
                <a:cubicBezTo>
                  <a:pt x="20" y="80"/>
                  <a:pt x="21" y="80"/>
                  <a:pt x="21" y="80"/>
                </a:cubicBezTo>
                <a:cubicBezTo>
                  <a:pt x="21" y="81"/>
                  <a:pt x="22" y="81"/>
                  <a:pt x="22" y="81"/>
                </a:cubicBezTo>
                <a:cubicBezTo>
                  <a:pt x="27" y="83"/>
                  <a:pt x="27" y="83"/>
                  <a:pt x="27" y="83"/>
                </a:cubicBezTo>
                <a:cubicBezTo>
                  <a:pt x="27" y="83"/>
                  <a:pt x="27" y="83"/>
                  <a:pt x="27" y="83"/>
                </a:cubicBezTo>
                <a:cubicBezTo>
                  <a:pt x="28" y="83"/>
                  <a:pt x="28" y="83"/>
                  <a:pt x="28" y="83"/>
                </a:cubicBezTo>
                <a:cubicBezTo>
                  <a:pt x="29" y="83"/>
                  <a:pt x="30" y="83"/>
                  <a:pt x="31" y="82"/>
                </a:cubicBezTo>
                <a:cubicBezTo>
                  <a:pt x="31" y="82"/>
                  <a:pt x="32" y="81"/>
                  <a:pt x="32" y="80"/>
                </a:cubicBezTo>
                <a:cubicBezTo>
                  <a:pt x="33" y="76"/>
                  <a:pt x="33" y="76"/>
                  <a:pt x="33" y="76"/>
                </a:cubicBezTo>
                <a:cubicBezTo>
                  <a:pt x="34" y="74"/>
                  <a:pt x="34" y="74"/>
                  <a:pt x="34" y="74"/>
                </a:cubicBezTo>
                <a:cubicBezTo>
                  <a:pt x="37" y="74"/>
                  <a:pt x="37" y="74"/>
                  <a:pt x="37" y="74"/>
                </a:cubicBezTo>
                <a:cubicBezTo>
                  <a:pt x="38" y="75"/>
                  <a:pt x="38" y="75"/>
                  <a:pt x="39" y="75"/>
                </a:cubicBezTo>
                <a:cubicBezTo>
                  <a:pt x="40" y="75"/>
                  <a:pt x="41" y="75"/>
                  <a:pt x="41" y="75"/>
                </a:cubicBezTo>
                <a:cubicBezTo>
                  <a:pt x="42" y="75"/>
                  <a:pt x="43" y="75"/>
                  <a:pt x="44" y="75"/>
                </a:cubicBezTo>
                <a:cubicBezTo>
                  <a:pt x="44" y="75"/>
                  <a:pt x="45" y="75"/>
                  <a:pt x="46" y="75"/>
                </a:cubicBezTo>
                <a:cubicBezTo>
                  <a:pt x="47" y="75"/>
                  <a:pt x="48" y="75"/>
                  <a:pt x="49" y="75"/>
                </a:cubicBezTo>
                <a:cubicBezTo>
                  <a:pt x="50" y="75"/>
                  <a:pt x="51" y="75"/>
                  <a:pt x="52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6" y="77"/>
                  <a:pt x="56" y="77"/>
                  <a:pt x="56" y="77"/>
                </a:cubicBezTo>
                <a:cubicBezTo>
                  <a:pt x="57" y="81"/>
                  <a:pt x="57" y="81"/>
                  <a:pt x="57" y="81"/>
                </a:cubicBezTo>
                <a:cubicBezTo>
                  <a:pt x="58" y="81"/>
                  <a:pt x="58" y="82"/>
                  <a:pt x="59" y="82"/>
                </a:cubicBezTo>
                <a:cubicBezTo>
                  <a:pt x="60" y="83"/>
                  <a:pt x="60" y="83"/>
                  <a:pt x="61" y="83"/>
                </a:cubicBezTo>
                <a:cubicBezTo>
                  <a:pt x="61" y="83"/>
                  <a:pt x="62" y="83"/>
                  <a:pt x="62" y="83"/>
                </a:cubicBezTo>
                <a:cubicBezTo>
                  <a:pt x="62" y="83"/>
                  <a:pt x="63" y="83"/>
                  <a:pt x="63" y="82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0"/>
                  <a:pt x="68" y="80"/>
                  <a:pt x="68" y="80"/>
                </a:cubicBezTo>
                <a:cubicBezTo>
                  <a:pt x="69" y="79"/>
                  <a:pt x="69" y="79"/>
                  <a:pt x="69" y="78"/>
                </a:cubicBezTo>
                <a:cubicBezTo>
                  <a:pt x="69" y="78"/>
                  <a:pt x="69" y="77"/>
                  <a:pt x="69" y="77"/>
                </a:cubicBezTo>
                <a:cubicBezTo>
                  <a:pt x="69" y="76"/>
                  <a:pt x="69" y="76"/>
                  <a:pt x="69" y="75"/>
                </a:cubicBezTo>
                <a:cubicBezTo>
                  <a:pt x="68" y="73"/>
                  <a:pt x="68" y="73"/>
                  <a:pt x="68" y="73"/>
                </a:cubicBezTo>
                <a:cubicBezTo>
                  <a:pt x="66" y="70"/>
                  <a:pt x="66" y="70"/>
                  <a:pt x="66" y="70"/>
                </a:cubicBezTo>
                <a:cubicBezTo>
                  <a:pt x="69" y="69"/>
                  <a:pt x="69" y="69"/>
                  <a:pt x="69" y="69"/>
                </a:cubicBezTo>
                <a:cubicBezTo>
                  <a:pt x="70" y="68"/>
                  <a:pt x="71" y="67"/>
                  <a:pt x="71" y="67"/>
                </a:cubicBezTo>
                <a:cubicBezTo>
                  <a:pt x="72" y="66"/>
                  <a:pt x="73" y="65"/>
                  <a:pt x="74" y="64"/>
                </a:cubicBezTo>
                <a:cubicBezTo>
                  <a:pt x="75" y="63"/>
                  <a:pt x="75" y="63"/>
                  <a:pt x="76" y="62"/>
                </a:cubicBezTo>
                <a:cubicBezTo>
                  <a:pt x="77" y="61"/>
                  <a:pt x="77" y="60"/>
                  <a:pt x="78" y="59"/>
                </a:cubicBezTo>
                <a:cubicBezTo>
                  <a:pt x="79" y="57"/>
                  <a:pt x="79" y="57"/>
                  <a:pt x="79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7"/>
                  <a:pt x="85" y="57"/>
                  <a:pt x="86" y="57"/>
                </a:cubicBezTo>
                <a:cubicBezTo>
                  <a:pt x="86" y="57"/>
                  <a:pt x="87" y="56"/>
                  <a:pt x="87" y="56"/>
                </a:cubicBezTo>
                <a:cubicBezTo>
                  <a:pt x="87" y="56"/>
                  <a:pt x="88" y="55"/>
                  <a:pt x="88" y="54"/>
                </a:cubicBezTo>
                <a:cubicBezTo>
                  <a:pt x="88" y="54"/>
                  <a:pt x="88" y="53"/>
                  <a:pt x="88" y="53"/>
                </a:cubicBezTo>
                <a:close/>
                <a:moveTo>
                  <a:pt x="23" y="14"/>
                </a:moveTo>
                <a:cubicBezTo>
                  <a:pt x="23" y="15"/>
                  <a:pt x="23" y="16"/>
                  <a:pt x="23" y="17"/>
                </a:cubicBezTo>
                <a:cubicBezTo>
                  <a:pt x="23" y="17"/>
                  <a:pt x="24" y="18"/>
                  <a:pt x="24" y="19"/>
                </a:cubicBezTo>
                <a:cubicBezTo>
                  <a:pt x="24" y="20"/>
                  <a:pt x="25" y="20"/>
                  <a:pt x="25" y="21"/>
                </a:cubicBezTo>
                <a:cubicBezTo>
                  <a:pt x="26" y="22"/>
                  <a:pt x="26" y="22"/>
                  <a:pt x="27" y="23"/>
                </a:cubicBezTo>
                <a:cubicBezTo>
                  <a:pt x="28" y="22"/>
                  <a:pt x="29" y="22"/>
                  <a:pt x="31" y="21"/>
                </a:cubicBezTo>
                <a:cubicBezTo>
                  <a:pt x="32" y="21"/>
                  <a:pt x="34" y="20"/>
                  <a:pt x="35" y="20"/>
                </a:cubicBezTo>
                <a:cubicBezTo>
                  <a:pt x="36" y="19"/>
                  <a:pt x="38" y="19"/>
                  <a:pt x="40" y="19"/>
                </a:cubicBezTo>
                <a:cubicBezTo>
                  <a:pt x="41" y="19"/>
                  <a:pt x="43" y="19"/>
                  <a:pt x="44" y="19"/>
                </a:cubicBezTo>
                <a:cubicBezTo>
                  <a:pt x="45" y="18"/>
                  <a:pt x="45" y="17"/>
                  <a:pt x="45" y="16"/>
                </a:cubicBezTo>
                <a:cubicBezTo>
                  <a:pt x="45" y="16"/>
                  <a:pt x="45" y="15"/>
                  <a:pt x="45" y="14"/>
                </a:cubicBezTo>
                <a:cubicBezTo>
                  <a:pt x="45" y="13"/>
                  <a:pt x="45" y="11"/>
                  <a:pt x="44" y="10"/>
                </a:cubicBezTo>
                <a:cubicBezTo>
                  <a:pt x="44" y="8"/>
                  <a:pt x="43" y="7"/>
                  <a:pt x="42" y="6"/>
                </a:cubicBezTo>
                <a:cubicBezTo>
                  <a:pt x="41" y="5"/>
                  <a:pt x="40" y="4"/>
                  <a:pt x="38" y="4"/>
                </a:cubicBezTo>
                <a:cubicBezTo>
                  <a:pt x="37" y="3"/>
                  <a:pt x="36" y="3"/>
                  <a:pt x="34" y="3"/>
                </a:cubicBezTo>
                <a:cubicBezTo>
                  <a:pt x="32" y="3"/>
                  <a:pt x="31" y="3"/>
                  <a:pt x="30" y="4"/>
                </a:cubicBezTo>
                <a:cubicBezTo>
                  <a:pt x="28" y="4"/>
                  <a:pt x="27" y="5"/>
                  <a:pt x="26" y="6"/>
                </a:cubicBezTo>
                <a:cubicBezTo>
                  <a:pt x="25" y="7"/>
                  <a:pt x="24" y="8"/>
                  <a:pt x="24" y="10"/>
                </a:cubicBezTo>
                <a:cubicBezTo>
                  <a:pt x="23" y="11"/>
                  <a:pt x="23" y="13"/>
                  <a:pt x="23" y="14"/>
                </a:cubicBezTo>
                <a:close/>
                <a:moveTo>
                  <a:pt x="71" y="42"/>
                </a:moveTo>
                <a:cubicBezTo>
                  <a:pt x="71" y="42"/>
                  <a:pt x="71" y="41"/>
                  <a:pt x="70" y="41"/>
                </a:cubicBezTo>
                <a:cubicBezTo>
                  <a:pt x="70" y="40"/>
                  <a:pt x="70" y="40"/>
                  <a:pt x="70" y="39"/>
                </a:cubicBezTo>
                <a:cubicBezTo>
                  <a:pt x="69" y="39"/>
                  <a:pt x="69" y="39"/>
                  <a:pt x="68" y="38"/>
                </a:cubicBezTo>
                <a:cubicBezTo>
                  <a:pt x="68" y="38"/>
                  <a:pt x="67" y="38"/>
                  <a:pt x="67" y="38"/>
                </a:cubicBezTo>
                <a:cubicBezTo>
                  <a:pt x="66" y="38"/>
                  <a:pt x="66" y="38"/>
                  <a:pt x="65" y="38"/>
                </a:cubicBezTo>
                <a:cubicBezTo>
                  <a:pt x="65" y="39"/>
                  <a:pt x="64" y="39"/>
                  <a:pt x="64" y="39"/>
                </a:cubicBezTo>
                <a:cubicBezTo>
                  <a:pt x="64" y="40"/>
                  <a:pt x="63" y="40"/>
                  <a:pt x="63" y="41"/>
                </a:cubicBezTo>
                <a:cubicBezTo>
                  <a:pt x="63" y="41"/>
                  <a:pt x="63" y="42"/>
                  <a:pt x="63" y="42"/>
                </a:cubicBezTo>
                <a:cubicBezTo>
                  <a:pt x="63" y="43"/>
                  <a:pt x="63" y="43"/>
                  <a:pt x="63" y="44"/>
                </a:cubicBezTo>
                <a:cubicBezTo>
                  <a:pt x="63" y="44"/>
                  <a:pt x="64" y="45"/>
                  <a:pt x="64" y="45"/>
                </a:cubicBezTo>
                <a:cubicBezTo>
                  <a:pt x="64" y="45"/>
                  <a:pt x="65" y="46"/>
                  <a:pt x="65" y="46"/>
                </a:cubicBezTo>
                <a:cubicBezTo>
                  <a:pt x="66" y="46"/>
                  <a:pt x="66" y="46"/>
                  <a:pt x="67" y="46"/>
                </a:cubicBezTo>
                <a:cubicBezTo>
                  <a:pt x="67" y="46"/>
                  <a:pt x="68" y="46"/>
                  <a:pt x="68" y="46"/>
                </a:cubicBezTo>
                <a:cubicBezTo>
                  <a:pt x="69" y="46"/>
                  <a:pt x="69" y="45"/>
                  <a:pt x="70" y="45"/>
                </a:cubicBezTo>
                <a:cubicBezTo>
                  <a:pt x="70" y="45"/>
                  <a:pt x="70" y="44"/>
                  <a:pt x="70" y="44"/>
                </a:cubicBezTo>
                <a:cubicBezTo>
                  <a:pt x="71" y="43"/>
                  <a:pt x="71" y="43"/>
                  <a:pt x="71" y="42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2" name="Freeform 174"/>
          <p:cNvSpPr>
            <a:spLocks noEditPoints="1"/>
          </p:cNvSpPr>
          <p:nvPr/>
        </p:nvSpPr>
        <p:spPr bwMode="auto">
          <a:xfrm>
            <a:off x="9488488" y="4712483"/>
            <a:ext cx="322263" cy="277813"/>
          </a:xfrm>
          <a:custGeom>
            <a:avLst/>
            <a:gdLst>
              <a:gd name="T0" fmla="*/ 86 w 86"/>
              <a:gd name="T1" fmla="*/ 56 h 74"/>
              <a:gd name="T2" fmla="*/ 0 w 86"/>
              <a:gd name="T3" fmla="*/ 24 h 74"/>
              <a:gd name="T4" fmla="*/ 6 w 86"/>
              <a:gd name="T5" fmla="*/ 18 h 74"/>
              <a:gd name="T6" fmla="*/ 14 w 86"/>
              <a:gd name="T7" fmla="*/ 11 h 74"/>
              <a:gd name="T8" fmla="*/ 24 w 86"/>
              <a:gd name="T9" fmla="*/ 11 h 74"/>
              <a:gd name="T10" fmla="*/ 31 w 86"/>
              <a:gd name="T11" fmla="*/ 11 h 74"/>
              <a:gd name="T12" fmla="*/ 31 w 86"/>
              <a:gd name="T13" fmla="*/ 5 h 74"/>
              <a:gd name="T14" fmla="*/ 43 w 86"/>
              <a:gd name="T15" fmla="*/ 0 h 74"/>
              <a:gd name="T16" fmla="*/ 55 w 86"/>
              <a:gd name="T17" fmla="*/ 5 h 74"/>
              <a:gd name="T18" fmla="*/ 55 w 86"/>
              <a:gd name="T19" fmla="*/ 11 h 74"/>
              <a:gd name="T20" fmla="*/ 63 w 86"/>
              <a:gd name="T21" fmla="*/ 11 h 74"/>
              <a:gd name="T22" fmla="*/ 74 w 86"/>
              <a:gd name="T23" fmla="*/ 11 h 74"/>
              <a:gd name="T24" fmla="*/ 81 w 86"/>
              <a:gd name="T25" fmla="*/ 18 h 74"/>
              <a:gd name="T26" fmla="*/ 3 w 86"/>
              <a:gd name="T27" fmla="*/ 27 h 74"/>
              <a:gd name="T28" fmla="*/ 41 w 86"/>
              <a:gd name="T29" fmla="*/ 44 h 74"/>
              <a:gd name="T30" fmla="*/ 81 w 86"/>
              <a:gd name="T31" fmla="*/ 25 h 74"/>
              <a:gd name="T32" fmla="*/ 73 w 86"/>
              <a:gd name="T33" fmla="*/ 26 h 74"/>
              <a:gd name="T34" fmla="*/ 64 w 86"/>
              <a:gd name="T35" fmla="*/ 26 h 74"/>
              <a:gd name="T36" fmla="*/ 56 w 86"/>
              <a:gd name="T37" fmla="*/ 18 h 74"/>
              <a:gd name="T38" fmla="*/ 53 w 86"/>
              <a:gd name="T39" fmla="*/ 13 h 74"/>
              <a:gd name="T40" fmla="*/ 46 w 86"/>
              <a:gd name="T41" fmla="*/ 16 h 74"/>
              <a:gd name="T42" fmla="*/ 37 w 86"/>
              <a:gd name="T43" fmla="*/ 16 h 74"/>
              <a:gd name="T44" fmla="*/ 30 w 86"/>
              <a:gd name="T45" fmla="*/ 14 h 74"/>
              <a:gd name="T46" fmla="*/ 31 w 86"/>
              <a:gd name="T47" fmla="*/ 21 h 74"/>
              <a:gd name="T48" fmla="*/ 19 w 86"/>
              <a:gd name="T49" fmla="*/ 26 h 74"/>
              <a:gd name="T50" fmla="*/ 11 w 86"/>
              <a:gd name="T51" fmla="*/ 24 h 74"/>
              <a:gd name="T52" fmla="*/ 43 w 86"/>
              <a:gd name="T53" fmla="*/ 41 h 74"/>
              <a:gd name="T54" fmla="*/ 12 w 86"/>
              <a:gd name="T55" fmla="*/ 15 h 74"/>
              <a:gd name="T56" fmla="*/ 10 w 86"/>
              <a:gd name="T57" fmla="*/ 20 h 74"/>
              <a:gd name="T58" fmla="*/ 19 w 86"/>
              <a:gd name="T59" fmla="*/ 23 h 74"/>
              <a:gd name="T60" fmla="*/ 28 w 86"/>
              <a:gd name="T61" fmla="*/ 20 h 74"/>
              <a:gd name="T62" fmla="*/ 26 w 86"/>
              <a:gd name="T63" fmla="*/ 15 h 74"/>
              <a:gd name="T64" fmla="*/ 43 w 86"/>
              <a:gd name="T65" fmla="*/ 20 h 74"/>
              <a:gd name="T66" fmla="*/ 55 w 86"/>
              <a:gd name="T67" fmla="*/ 25 h 74"/>
              <a:gd name="T68" fmla="*/ 52 w 86"/>
              <a:gd name="T69" fmla="*/ 33 h 74"/>
              <a:gd name="T70" fmla="*/ 38 w 86"/>
              <a:gd name="T71" fmla="*/ 35 h 74"/>
              <a:gd name="T72" fmla="*/ 30 w 86"/>
              <a:gd name="T73" fmla="*/ 28 h 74"/>
              <a:gd name="T74" fmla="*/ 38 w 86"/>
              <a:gd name="T75" fmla="*/ 20 h 74"/>
              <a:gd name="T76" fmla="*/ 39 w 86"/>
              <a:gd name="T77" fmla="*/ 4 h 74"/>
              <a:gd name="T78" fmla="*/ 33 w 86"/>
              <a:gd name="T79" fmla="*/ 9 h 74"/>
              <a:gd name="T80" fmla="*/ 39 w 86"/>
              <a:gd name="T81" fmla="*/ 13 h 74"/>
              <a:gd name="T82" fmla="*/ 50 w 86"/>
              <a:gd name="T83" fmla="*/ 12 h 74"/>
              <a:gd name="T84" fmla="*/ 52 w 86"/>
              <a:gd name="T85" fmla="*/ 7 h 74"/>
              <a:gd name="T86" fmla="*/ 43 w 86"/>
              <a:gd name="T87" fmla="*/ 4 h 74"/>
              <a:gd name="T88" fmla="*/ 50 w 86"/>
              <a:gd name="T89" fmla="*/ 31 h 74"/>
              <a:gd name="T90" fmla="*/ 52 w 86"/>
              <a:gd name="T91" fmla="*/ 26 h 74"/>
              <a:gd name="T92" fmla="*/ 43 w 86"/>
              <a:gd name="T93" fmla="*/ 23 h 74"/>
              <a:gd name="T94" fmla="*/ 34 w 86"/>
              <a:gd name="T95" fmla="*/ 26 h 74"/>
              <a:gd name="T96" fmla="*/ 36 w 86"/>
              <a:gd name="T97" fmla="*/ 31 h 74"/>
              <a:gd name="T98" fmla="*/ 45 w 86"/>
              <a:gd name="T99" fmla="*/ 70 h 74"/>
              <a:gd name="T100" fmla="*/ 45 w 86"/>
              <a:gd name="T101" fmla="*/ 44 h 74"/>
              <a:gd name="T102" fmla="*/ 77 w 86"/>
              <a:gd name="T103" fmla="*/ 16 h 74"/>
              <a:gd name="T104" fmla="*/ 69 w 86"/>
              <a:gd name="T105" fmla="*/ 13 h 74"/>
              <a:gd name="T106" fmla="*/ 60 w 86"/>
              <a:gd name="T107" fmla="*/ 16 h 74"/>
              <a:gd name="T108" fmla="*/ 62 w 86"/>
              <a:gd name="T109" fmla="*/ 21 h 74"/>
              <a:gd name="T110" fmla="*/ 72 w 86"/>
              <a:gd name="T111" fmla="*/ 22 h 74"/>
              <a:gd name="T112" fmla="*/ 78 w 86"/>
              <a:gd name="T113" fmla="*/ 18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74">
                <a:moveTo>
                  <a:pt x="80" y="21"/>
                </a:moveTo>
                <a:cubicBezTo>
                  <a:pt x="86" y="24"/>
                  <a:pt x="86" y="24"/>
                  <a:pt x="86" y="24"/>
                </a:cubicBezTo>
                <a:cubicBezTo>
                  <a:pt x="86" y="56"/>
                  <a:pt x="86" y="56"/>
                  <a:pt x="86" y="56"/>
                </a:cubicBezTo>
                <a:cubicBezTo>
                  <a:pt x="43" y="74"/>
                  <a:pt x="43" y="74"/>
                  <a:pt x="43" y="74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24"/>
                  <a:pt x="0" y="24"/>
                  <a:pt x="0" y="24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0"/>
                  <a:pt x="6" y="20"/>
                  <a:pt x="6" y="19"/>
                </a:cubicBezTo>
                <a:cubicBezTo>
                  <a:pt x="6" y="19"/>
                  <a:pt x="6" y="18"/>
                  <a:pt x="6" y="18"/>
                </a:cubicBezTo>
                <a:cubicBezTo>
                  <a:pt x="6" y="17"/>
                  <a:pt x="6" y="16"/>
                  <a:pt x="7" y="15"/>
                </a:cubicBezTo>
                <a:cubicBezTo>
                  <a:pt x="8" y="14"/>
                  <a:pt x="9" y="13"/>
                  <a:pt x="10" y="12"/>
                </a:cubicBezTo>
                <a:cubicBezTo>
                  <a:pt x="11" y="12"/>
                  <a:pt x="12" y="11"/>
                  <a:pt x="14" y="11"/>
                </a:cubicBezTo>
                <a:cubicBezTo>
                  <a:pt x="15" y="10"/>
                  <a:pt x="17" y="10"/>
                  <a:pt x="19" y="10"/>
                </a:cubicBezTo>
                <a:cubicBezTo>
                  <a:pt x="20" y="10"/>
                  <a:pt x="21" y="10"/>
                  <a:pt x="21" y="10"/>
                </a:cubicBezTo>
                <a:cubicBezTo>
                  <a:pt x="22" y="10"/>
                  <a:pt x="23" y="10"/>
                  <a:pt x="24" y="11"/>
                </a:cubicBezTo>
                <a:cubicBezTo>
                  <a:pt x="24" y="11"/>
                  <a:pt x="25" y="11"/>
                  <a:pt x="26" y="11"/>
                </a:cubicBezTo>
                <a:cubicBezTo>
                  <a:pt x="26" y="11"/>
                  <a:pt x="27" y="12"/>
                  <a:pt x="27" y="12"/>
                </a:cubicBezTo>
                <a:cubicBezTo>
                  <a:pt x="31" y="11"/>
                  <a:pt x="31" y="11"/>
                  <a:pt x="31" y="11"/>
                </a:cubicBezTo>
                <a:cubicBezTo>
                  <a:pt x="30" y="10"/>
                  <a:pt x="30" y="10"/>
                  <a:pt x="30" y="9"/>
                </a:cubicBezTo>
                <a:cubicBezTo>
                  <a:pt x="30" y="9"/>
                  <a:pt x="30" y="9"/>
                  <a:pt x="30" y="8"/>
                </a:cubicBezTo>
                <a:cubicBezTo>
                  <a:pt x="30" y="7"/>
                  <a:pt x="30" y="6"/>
                  <a:pt x="31" y="5"/>
                </a:cubicBezTo>
                <a:cubicBezTo>
                  <a:pt x="32" y="4"/>
                  <a:pt x="33" y="3"/>
                  <a:pt x="34" y="3"/>
                </a:cubicBezTo>
                <a:cubicBezTo>
                  <a:pt x="35" y="2"/>
                  <a:pt x="36" y="1"/>
                  <a:pt x="38" y="1"/>
                </a:cubicBezTo>
                <a:cubicBezTo>
                  <a:pt x="39" y="0"/>
                  <a:pt x="41" y="0"/>
                  <a:pt x="43" y="0"/>
                </a:cubicBezTo>
                <a:cubicBezTo>
                  <a:pt x="45" y="0"/>
                  <a:pt x="46" y="0"/>
                  <a:pt x="48" y="1"/>
                </a:cubicBezTo>
                <a:cubicBezTo>
                  <a:pt x="49" y="1"/>
                  <a:pt x="51" y="2"/>
                  <a:pt x="52" y="3"/>
                </a:cubicBezTo>
                <a:cubicBezTo>
                  <a:pt x="53" y="3"/>
                  <a:pt x="54" y="4"/>
                  <a:pt x="55" y="5"/>
                </a:cubicBezTo>
                <a:cubicBezTo>
                  <a:pt x="55" y="6"/>
                  <a:pt x="56" y="7"/>
                  <a:pt x="56" y="8"/>
                </a:cubicBezTo>
                <a:cubicBezTo>
                  <a:pt x="56" y="9"/>
                  <a:pt x="56" y="9"/>
                  <a:pt x="56" y="9"/>
                </a:cubicBezTo>
                <a:cubicBezTo>
                  <a:pt x="55" y="10"/>
                  <a:pt x="55" y="10"/>
                  <a:pt x="55" y="11"/>
                </a:cubicBezTo>
                <a:cubicBezTo>
                  <a:pt x="59" y="12"/>
                  <a:pt x="59" y="12"/>
                  <a:pt x="59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1"/>
                  <a:pt x="63" y="11"/>
                  <a:pt x="63" y="11"/>
                </a:cubicBezTo>
                <a:cubicBezTo>
                  <a:pt x="64" y="10"/>
                  <a:pt x="65" y="10"/>
                  <a:pt x="66" y="10"/>
                </a:cubicBezTo>
                <a:cubicBezTo>
                  <a:pt x="67" y="10"/>
                  <a:pt x="68" y="10"/>
                  <a:pt x="69" y="10"/>
                </a:cubicBezTo>
                <a:cubicBezTo>
                  <a:pt x="70" y="10"/>
                  <a:pt x="72" y="10"/>
                  <a:pt x="74" y="11"/>
                </a:cubicBezTo>
                <a:cubicBezTo>
                  <a:pt x="75" y="11"/>
                  <a:pt x="76" y="12"/>
                  <a:pt x="78" y="12"/>
                </a:cubicBezTo>
                <a:cubicBezTo>
                  <a:pt x="79" y="13"/>
                  <a:pt x="80" y="14"/>
                  <a:pt x="80" y="15"/>
                </a:cubicBezTo>
                <a:cubicBezTo>
                  <a:pt x="81" y="16"/>
                  <a:pt x="81" y="17"/>
                  <a:pt x="81" y="18"/>
                </a:cubicBezTo>
                <a:cubicBezTo>
                  <a:pt x="81" y="19"/>
                  <a:pt x="81" y="19"/>
                  <a:pt x="81" y="20"/>
                </a:cubicBezTo>
                <a:cubicBezTo>
                  <a:pt x="81" y="20"/>
                  <a:pt x="81" y="21"/>
                  <a:pt x="80" y="21"/>
                </a:cubicBezTo>
                <a:close/>
                <a:moveTo>
                  <a:pt x="3" y="27"/>
                </a:moveTo>
                <a:cubicBezTo>
                  <a:pt x="3" y="54"/>
                  <a:pt x="3" y="54"/>
                  <a:pt x="3" y="54"/>
                </a:cubicBezTo>
                <a:cubicBezTo>
                  <a:pt x="41" y="70"/>
                  <a:pt x="41" y="70"/>
                  <a:pt x="41" y="70"/>
                </a:cubicBezTo>
                <a:cubicBezTo>
                  <a:pt x="41" y="44"/>
                  <a:pt x="41" y="44"/>
                  <a:pt x="41" y="44"/>
                </a:cubicBezTo>
                <a:lnTo>
                  <a:pt x="3" y="27"/>
                </a:lnTo>
                <a:close/>
                <a:moveTo>
                  <a:pt x="43" y="41"/>
                </a:moveTo>
                <a:cubicBezTo>
                  <a:pt x="81" y="25"/>
                  <a:pt x="81" y="25"/>
                  <a:pt x="81" y="25"/>
                </a:cubicBezTo>
                <a:cubicBezTo>
                  <a:pt x="78" y="24"/>
                  <a:pt x="78" y="24"/>
                  <a:pt x="78" y="24"/>
                </a:cubicBezTo>
                <a:cubicBezTo>
                  <a:pt x="77" y="24"/>
                  <a:pt x="76" y="25"/>
                  <a:pt x="76" y="25"/>
                </a:cubicBezTo>
                <a:cubicBezTo>
                  <a:pt x="75" y="25"/>
                  <a:pt x="74" y="25"/>
                  <a:pt x="73" y="26"/>
                </a:cubicBezTo>
                <a:cubicBezTo>
                  <a:pt x="73" y="26"/>
                  <a:pt x="72" y="26"/>
                  <a:pt x="71" y="26"/>
                </a:cubicBezTo>
                <a:cubicBezTo>
                  <a:pt x="70" y="26"/>
                  <a:pt x="69" y="26"/>
                  <a:pt x="69" y="26"/>
                </a:cubicBezTo>
                <a:cubicBezTo>
                  <a:pt x="67" y="26"/>
                  <a:pt x="65" y="26"/>
                  <a:pt x="64" y="26"/>
                </a:cubicBezTo>
                <a:cubicBezTo>
                  <a:pt x="62" y="25"/>
                  <a:pt x="61" y="25"/>
                  <a:pt x="60" y="24"/>
                </a:cubicBezTo>
                <a:cubicBezTo>
                  <a:pt x="58" y="23"/>
                  <a:pt x="57" y="22"/>
                  <a:pt x="57" y="21"/>
                </a:cubicBezTo>
                <a:cubicBezTo>
                  <a:pt x="56" y="20"/>
                  <a:pt x="56" y="19"/>
                  <a:pt x="56" y="18"/>
                </a:cubicBezTo>
                <a:cubicBezTo>
                  <a:pt x="56" y="18"/>
                  <a:pt x="56" y="17"/>
                  <a:pt x="56" y="17"/>
                </a:cubicBezTo>
                <a:cubicBezTo>
                  <a:pt x="56" y="16"/>
                  <a:pt x="57" y="16"/>
                  <a:pt x="57" y="15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4"/>
                  <a:pt x="52" y="14"/>
                  <a:pt x="51" y="15"/>
                </a:cubicBezTo>
                <a:cubicBezTo>
                  <a:pt x="50" y="15"/>
                  <a:pt x="50" y="15"/>
                  <a:pt x="49" y="16"/>
                </a:cubicBezTo>
                <a:cubicBezTo>
                  <a:pt x="48" y="16"/>
                  <a:pt x="47" y="16"/>
                  <a:pt x="46" y="16"/>
                </a:cubicBezTo>
                <a:cubicBezTo>
                  <a:pt x="45" y="17"/>
                  <a:pt x="44" y="17"/>
                  <a:pt x="43" y="17"/>
                </a:cubicBezTo>
                <a:cubicBezTo>
                  <a:pt x="42" y="17"/>
                  <a:pt x="41" y="17"/>
                  <a:pt x="40" y="16"/>
                </a:cubicBezTo>
                <a:cubicBezTo>
                  <a:pt x="39" y="16"/>
                  <a:pt x="38" y="16"/>
                  <a:pt x="37" y="16"/>
                </a:cubicBezTo>
                <a:cubicBezTo>
                  <a:pt x="36" y="15"/>
                  <a:pt x="36" y="15"/>
                  <a:pt x="35" y="15"/>
                </a:cubicBezTo>
                <a:cubicBezTo>
                  <a:pt x="34" y="14"/>
                  <a:pt x="33" y="14"/>
                  <a:pt x="33" y="13"/>
                </a:cubicBezTo>
                <a:cubicBezTo>
                  <a:pt x="30" y="14"/>
                  <a:pt x="30" y="14"/>
                  <a:pt x="30" y="14"/>
                </a:cubicBezTo>
                <a:cubicBezTo>
                  <a:pt x="31" y="15"/>
                  <a:pt x="31" y="16"/>
                  <a:pt x="31" y="16"/>
                </a:cubicBezTo>
                <a:cubicBezTo>
                  <a:pt x="32" y="17"/>
                  <a:pt x="32" y="17"/>
                  <a:pt x="32" y="18"/>
                </a:cubicBezTo>
                <a:cubicBezTo>
                  <a:pt x="32" y="19"/>
                  <a:pt x="31" y="20"/>
                  <a:pt x="31" y="21"/>
                </a:cubicBezTo>
                <a:cubicBezTo>
                  <a:pt x="30" y="22"/>
                  <a:pt x="29" y="23"/>
                  <a:pt x="28" y="24"/>
                </a:cubicBezTo>
                <a:cubicBezTo>
                  <a:pt x="27" y="24"/>
                  <a:pt x="25" y="25"/>
                  <a:pt x="24" y="25"/>
                </a:cubicBezTo>
                <a:cubicBezTo>
                  <a:pt x="22" y="26"/>
                  <a:pt x="21" y="26"/>
                  <a:pt x="19" y="26"/>
                </a:cubicBezTo>
                <a:cubicBezTo>
                  <a:pt x="18" y="26"/>
                  <a:pt x="17" y="26"/>
                  <a:pt x="16" y="26"/>
                </a:cubicBezTo>
                <a:cubicBezTo>
                  <a:pt x="15" y="26"/>
                  <a:pt x="14" y="26"/>
                  <a:pt x="14" y="25"/>
                </a:cubicBezTo>
                <a:cubicBezTo>
                  <a:pt x="13" y="25"/>
                  <a:pt x="12" y="25"/>
                  <a:pt x="11" y="24"/>
                </a:cubicBezTo>
                <a:cubicBezTo>
                  <a:pt x="11" y="24"/>
                  <a:pt x="10" y="24"/>
                  <a:pt x="9" y="23"/>
                </a:cubicBezTo>
                <a:cubicBezTo>
                  <a:pt x="5" y="25"/>
                  <a:pt x="5" y="25"/>
                  <a:pt x="5" y="25"/>
                </a:cubicBezTo>
                <a:lnTo>
                  <a:pt x="43" y="41"/>
                </a:lnTo>
                <a:close/>
                <a:moveTo>
                  <a:pt x="19" y="13"/>
                </a:moveTo>
                <a:cubicBezTo>
                  <a:pt x="18" y="13"/>
                  <a:pt x="16" y="13"/>
                  <a:pt x="15" y="14"/>
                </a:cubicBezTo>
                <a:cubicBezTo>
                  <a:pt x="14" y="14"/>
                  <a:pt x="13" y="14"/>
                  <a:pt x="12" y="15"/>
                </a:cubicBezTo>
                <a:cubicBezTo>
                  <a:pt x="11" y="15"/>
                  <a:pt x="11" y="16"/>
                  <a:pt x="10" y="16"/>
                </a:cubicBezTo>
                <a:cubicBezTo>
                  <a:pt x="10" y="17"/>
                  <a:pt x="9" y="17"/>
                  <a:pt x="9" y="18"/>
                </a:cubicBezTo>
                <a:cubicBezTo>
                  <a:pt x="9" y="19"/>
                  <a:pt x="10" y="19"/>
                  <a:pt x="10" y="20"/>
                </a:cubicBezTo>
                <a:cubicBezTo>
                  <a:pt x="11" y="20"/>
                  <a:pt x="11" y="21"/>
                  <a:pt x="12" y="21"/>
                </a:cubicBezTo>
                <a:cubicBezTo>
                  <a:pt x="13" y="22"/>
                  <a:pt x="14" y="22"/>
                  <a:pt x="15" y="22"/>
                </a:cubicBezTo>
                <a:cubicBezTo>
                  <a:pt x="16" y="23"/>
                  <a:pt x="18" y="23"/>
                  <a:pt x="19" y="23"/>
                </a:cubicBezTo>
                <a:cubicBezTo>
                  <a:pt x="20" y="23"/>
                  <a:pt x="22" y="23"/>
                  <a:pt x="23" y="22"/>
                </a:cubicBezTo>
                <a:cubicBezTo>
                  <a:pt x="24" y="22"/>
                  <a:pt x="25" y="22"/>
                  <a:pt x="26" y="21"/>
                </a:cubicBezTo>
                <a:cubicBezTo>
                  <a:pt x="27" y="21"/>
                  <a:pt x="27" y="20"/>
                  <a:pt x="28" y="20"/>
                </a:cubicBezTo>
                <a:cubicBezTo>
                  <a:pt x="28" y="19"/>
                  <a:pt x="29" y="19"/>
                  <a:pt x="29" y="18"/>
                </a:cubicBezTo>
                <a:cubicBezTo>
                  <a:pt x="29" y="17"/>
                  <a:pt x="28" y="17"/>
                  <a:pt x="28" y="16"/>
                </a:cubicBezTo>
                <a:cubicBezTo>
                  <a:pt x="27" y="16"/>
                  <a:pt x="27" y="15"/>
                  <a:pt x="26" y="15"/>
                </a:cubicBezTo>
                <a:cubicBezTo>
                  <a:pt x="25" y="14"/>
                  <a:pt x="24" y="14"/>
                  <a:pt x="23" y="14"/>
                </a:cubicBezTo>
                <a:cubicBezTo>
                  <a:pt x="22" y="13"/>
                  <a:pt x="20" y="13"/>
                  <a:pt x="19" y="13"/>
                </a:cubicBezTo>
                <a:close/>
                <a:moveTo>
                  <a:pt x="43" y="20"/>
                </a:moveTo>
                <a:cubicBezTo>
                  <a:pt x="45" y="20"/>
                  <a:pt x="46" y="20"/>
                  <a:pt x="48" y="20"/>
                </a:cubicBezTo>
                <a:cubicBezTo>
                  <a:pt x="49" y="21"/>
                  <a:pt x="51" y="21"/>
                  <a:pt x="52" y="22"/>
                </a:cubicBezTo>
                <a:cubicBezTo>
                  <a:pt x="53" y="23"/>
                  <a:pt x="54" y="24"/>
                  <a:pt x="55" y="25"/>
                </a:cubicBezTo>
                <a:cubicBezTo>
                  <a:pt x="55" y="25"/>
                  <a:pt x="56" y="27"/>
                  <a:pt x="56" y="28"/>
                </a:cubicBezTo>
                <a:cubicBezTo>
                  <a:pt x="56" y="29"/>
                  <a:pt x="55" y="30"/>
                  <a:pt x="55" y="31"/>
                </a:cubicBezTo>
                <a:cubicBezTo>
                  <a:pt x="54" y="32"/>
                  <a:pt x="53" y="33"/>
                  <a:pt x="52" y="33"/>
                </a:cubicBezTo>
                <a:cubicBezTo>
                  <a:pt x="51" y="34"/>
                  <a:pt x="49" y="35"/>
                  <a:pt x="48" y="35"/>
                </a:cubicBezTo>
                <a:cubicBezTo>
                  <a:pt x="46" y="35"/>
                  <a:pt x="45" y="36"/>
                  <a:pt x="43" y="36"/>
                </a:cubicBezTo>
                <a:cubicBezTo>
                  <a:pt x="41" y="36"/>
                  <a:pt x="39" y="35"/>
                  <a:pt x="38" y="35"/>
                </a:cubicBezTo>
                <a:cubicBezTo>
                  <a:pt x="36" y="35"/>
                  <a:pt x="35" y="34"/>
                  <a:pt x="34" y="33"/>
                </a:cubicBezTo>
                <a:cubicBezTo>
                  <a:pt x="33" y="33"/>
                  <a:pt x="32" y="32"/>
                  <a:pt x="31" y="31"/>
                </a:cubicBezTo>
                <a:cubicBezTo>
                  <a:pt x="30" y="30"/>
                  <a:pt x="30" y="29"/>
                  <a:pt x="30" y="28"/>
                </a:cubicBezTo>
                <a:cubicBezTo>
                  <a:pt x="30" y="27"/>
                  <a:pt x="30" y="25"/>
                  <a:pt x="31" y="25"/>
                </a:cubicBezTo>
                <a:cubicBezTo>
                  <a:pt x="32" y="24"/>
                  <a:pt x="33" y="23"/>
                  <a:pt x="34" y="22"/>
                </a:cubicBezTo>
                <a:cubicBezTo>
                  <a:pt x="35" y="21"/>
                  <a:pt x="36" y="21"/>
                  <a:pt x="38" y="20"/>
                </a:cubicBezTo>
                <a:cubicBezTo>
                  <a:pt x="39" y="20"/>
                  <a:pt x="41" y="20"/>
                  <a:pt x="43" y="20"/>
                </a:cubicBezTo>
                <a:close/>
                <a:moveTo>
                  <a:pt x="43" y="4"/>
                </a:moveTo>
                <a:cubicBezTo>
                  <a:pt x="42" y="4"/>
                  <a:pt x="40" y="4"/>
                  <a:pt x="39" y="4"/>
                </a:cubicBezTo>
                <a:cubicBezTo>
                  <a:pt x="38" y="4"/>
                  <a:pt x="37" y="5"/>
                  <a:pt x="36" y="5"/>
                </a:cubicBezTo>
                <a:cubicBezTo>
                  <a:pt x="35" y="6"/>
                  <a:pt x="35" y="6"/>
                  <a:pt x="34" y="7"/>
                </a:cubicBezTo>
                <a:cubicBezTo>
                  <a:pt x="34" y="7"/>
                  <a:pt x="33" y="8"/>
                  <a:pt x="33" y="9"/>
                </a:cubicBezTo>
                <a:cubicBezTo>
                  <a:pt x="33" y="9"/>
                  <a:pt x="34" y="10"/>
                  <a:pt x="34" y="10"/>
                </a:cubicBezTo>
                <a:cubicBezTo>
                  <a:pt x="35" y="11"/>
                  <a:pt x="35" y="11"/>
                  <a:pt x="36" y="12"/>
                </a:cubicBezTo>
                <a:cubicBezTo>
                  <a:pt x="37" y="12"/>
                  <a:pt x="38" y="13"/>
                  <a:pt x="39" y="13"/>
                </a:cubicBezTo>
                <a:cubicBezTo>
                  <a:pt x="40" y="13"/>
                  <a:pt x="42" y="13"/>
                  <a:pt x="43" y="13"/>
                </a:cubicBezTo>
                <a:cubicBezTo>
                  <a:pt x="44" y="13"/>
                  <a:pt x="46" y="13"/>
                  <a:pt x="47" y="13"/>
                </a:cubicBezTo>
                <a:cubicBezTo>
                  <a:pt x="48" y="13"/>
                  <a:pt x="49" y="12"/>
                  <a:pt x="50" y="12"/>
                </a:cubicBezTo>
                <a:cubicBezTo>
                  <a:pt x="51" y="11"/>
                  <a:pt x="51" y="11"/>
                  <a:pt x="52" y="10"/>
                </a:cubicBezTo>
                <a:cubicBezTo>
                  <a:pt x="52" y="10"/>
                  <a:pt x="53" y="9"/>
                  <a:pt x="53" y="9"/>
                </a:cubicBezTo>
                <a:cubicBezTo>
                  <a:pt x="53" y="8"/>
                  <a:pt x="52" y="7"/>
                  <a:pt x="52" y="7"/>
                </a:cubicBezTo>
                <a:cubicBezTo>
                  <a:pt x="51" y="6"/>
                  <a:pt x="51" y="6"/>
                  <a:pt x="50" y="5"/>
                </a:cubicBezTo>
                <a:cubicBezTo>
                  <a:pt x="49" y="5"/>
                  <a:pt x="48" y="4"/>
                  <a:pt x="47" y="4"/>
                </a:cubicBezTo>
                <a:cubicBezTo>
                  <a:pt x="46" y="4"/>
                  <a:pt x="44" y="4"/>
                  <a:pt x="43" y="4"/>
                </a:cubicBezTo>
                <a:close/>
                <a:moveTo>
                  <a:pt x="43" y="33"/>
                </a:moveTo>
                <a:cubicBezTo>
                  <a:pt x="44" y="33"/>
                  <a:pt x="46" y="32"/>
                  <a:pt x="47" y="32"/>
                </a:cubicBezTo>
                <a:cubicBezTo>
                  <a:pt x="48" y="32"/>
                  <a:pt x="49" y="31"/>
                  <a:pt x="50" y="31"/>
                </a:cubicBezTo>
                <a:cubicBezTo>
                  <a:pt x="51" y="31"/>
                  <a:pt x="51" y="30"/>
                  <a:pt x="52" y="29"/>
                </a:cubicBezTo>
                <a:cubicBezTo>
                  <a:pt x="52" y="29"/>
                  <a:pt x="53" y="28"/>
                  <a:pt x="53" y="28"/>
                </a:cubicBezTo>
                <a:cubicBezTo>
                  <a:pt x="53" y="27"/>
                  <a:pt x="52" y="27"/>
                  <a:pt x="52" y="26"/>
                </a:cubicBezTo>
                <a:cubicBezTo>
                  <a:pt x="51" y="25"/>
                  <a:pt x="51" y="25"/>
                  <a:pt x="50" y="24"/>
                </a:cubicBezTo>
                <a:cubicBezTo>
                  <a:pt x="49" y="24"/>
                  <a:pt x="48" y="24"/>
                  <a:pt x="47" y="23"/>
                </a:cubicBezTo>
                <a:cubicBezTo>
                  <a:pt x="46" y="23"/>
                  <a:pt x="44" y="23"/>
                  <a:pt x="43" y="23"/>
                </a:cubicBezTo>
                <a:cubicBezTo>
                  <a:pt x="42" y="23"/>
                  <a:pt x="40" y="23"/>
                  <a:pt x="39" y="23"/>
                </a:cubicBezTo>
                <a:cubicBezTo>
                  <a:pt x="38" y="24"/>
                  <a:pt x="37" y="24"/>
                  <a:pt x="36" y="24"/>
                </a:cubicBezTo>
                <a:cubicBezTo>
                  <a:pt x="35" y="25"/>
                  <a:pt x="35" y="25"/>
                  <a:pt x="34" y="26"/>
                </a:cubicBezTo>
                <a:cubicBezTo>
                  <a:pt x="34" y="27"/>
                  <a:pt x="33" y="27"/>
                  <a:pt x="33" y="28"/>
                </a:cubicBezTo>
                <a:cubicBezTo>
                  <a:pt x="33" y="28"/>
                  <a:pt x="34" y="29"/>
                  <a:pt x="34" y="29"/>
                </a:cubicBezTo>
                <a:cubicBezTo>
                  <a:pt x="35" y="30"/>
                  <a:pt x="35" y="31"/>
                  <a:pt x="36" y="31"/>
                </a:cubicBezTo>
                <a:cubicBezTo>
                  <a:pt x="37" y="31"/>
                  <a:pt x="38" y="32"/>
                  <a:pt x="39" y="32"/>
                </a:cubicBezTo>
                <a:cubicBezTo>
                  <a:pt x="40" y="32"/>
                  <a:pt x="42" y="33"/>
                  <a:pt x="43" y="33"/>
                </a:cubicBezTo>
                <a:close/>
                <a:moveTo>
                  <a:pt x="45" y="70"/>
                </a:moveTo>
                <a:cubicBezTo>
                  <a:pt x="83" y="54"/>
                  <a:pt x="83" y="54"/>
                  <a:pt x="83" y="54"/>
                </a:cubicBezTo>
                <a:cubicBezTo>
                  <a:pt x="83" y="27"/>
                  <a:pt x="83" y="27"/>
                  <a:pt x="83" y="27"/>
                </a:cubicBezTo>
                <a:cubicBezTo>
                  <a:pt x="45" y="44"/>
                  <a:pt x="45" y="44"/>
                  <a:pt x="45" y="44"/>
                </a:cubicBezTo>
                <a:lnTo>
                  <a:pt x="45" y="70"/>
                </a:lnTo>
                <a:close/>
                <a:moveTo>
                  <a:pt x="78" y="18"/>
                </a:moveTo>
                <a:cubicBezTo>
                  <a:pt x="78" y="17"/>
                  <a:pt x="78" y="17"/>
                  <a:pt x="77" y="16"/>
                </a:cubicBezTo>
                <a:cubicBezTo>
                  <a:pt x="77" y="16"/>
                  <a:pt x="76" y="15"/>
                  <a:pt x="75" y="15"/>
                </a:cubicBezTo>
                <a:cubicBezTo>
                  <a:pt x="75" y="14"/>
                  <a:pt x="74" y="14"/>
                  <a:pt x="72" y="14"/>
                </a:cubicBezTo>
                <a:cubicBezTo>
                  <a:pt x="71" y="13"/>
                  <a:pt x="70" y="13"/>
                  <a:pt x="69" y="13"/>
                </a:cubicBezTo>
                <a:cubicBezTo>
                  <a:pt x="67" y="13"/>
                  <a:pt x="66" y="13"/>
                  <a:pt x="65" y="14"/>
                </a:cubicBezTo>
                <a:cubicBezTo>
                  <a:pt x="64" y="14"/>
                  <a:pt x="62" y="14"/>
                  <a:pt x="62" y="15"/>
                </a:cubicBezTo>
                <a:cubicBezTo>
                  <a:pt x="61" y="15"/>
                  <a:pt x="60" y="16"/>
                  <a:pt x="60" y="16"/>
                </a:cubicBezTo>
                <a:cubicBezTo>
                  <a:pt x="59" y="17"/>
                  <a:pt x="59" y="17"/>
                  <a:pt x="59" y="18"/>
                </a:cubicBezTo>
                <a:cubicBezTo>
                  <a:pt x="59" y="19"/>
                  <a:pt x="59" y="19"/>
                  <a:pt x="60" y="20"/>
                </a:cubicBezTo>
                <a:cubicBezTo>
                  <a:pt x="60" y="20"/>
                  <a:pt x="61" y="21"/>
                  <a:pt x="62" y="21"/>
                </a:cubicBezTo>
                <a:cubicBezTo>
                  <a:pt x="62" y="22"/>
                  <a:pt x="64" y="22"/>
                  <a:pt x="65" y="22"/>
                </a:cubicBezTo>
                <a:cubicBezTo>
                  <a:pt x="66" y="23"/>
                  <a:pt x="67" y="23"/>
                  <a:pt x="69" y="23"/>
                </a:cubicBezTo>
                <a:cubicBezTo>
                  <a:pt x="70" y="23"/>
                  <a:pt x="71" y="23"/>
                  <a:pt x="72" y="22"/>
                </a:cubicBezTo>
                <a:cubicBezTo>
                  <a:pt x="74" y="22"/>
                  <a:pt x="75" y="22"/>
                  <a:pt x="75" y="21"/>
                </a:cubicBezTo>
                <a:cubicBezTo>
                  <a:pt x="76" y="21"/>
                  <a:pt x="77" y="20"/>
                  <a:pt x="77" y="20"/>
                </a:cubicBezTo>
                <a:cubicBezTo>
                  <a:pt x="78" y="19"/>
                  <a:pt x="78" y="19"/>
                  <a:pt x="78" y="18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3" name="Freeform 175"/>
          <p:cNvSpPr>
            <a:spLocks noEditPoints="1"/>
          </p:cNvSpPr>
          <p:nvPr/>
        </p:nvSpPr>
        <p:spPr bwMode="auto">
          <a:xfrm>
            <a:off x="9990138" y="4712483"/>
            <a:ext cx="304800" cy="288925"/>
          </a:xfrm>
          <a:custGeom>
            <a:avLst/>
            <a:gdLst>
              <a:gd name="T0" fmla="*/ 3 w 81"/>
              <a:gd name="T1" fmla="*/ 39 h 77"/>
              <a:gd name="T2" fmla="*/ 6 w 81"/>
              <a:gd name="T3" fmla="*/ 53 h 77"/>
              <a:gd name="T4" fmla="*/ 14 w 81"/>
              <a:gd name="T5" fmla="*/ 64 h 77"/>
              <a:gd name="T6" fmla="*/ 25 w 81"/>
              <a:gd name="T7" fmla="*/ 71 h 77"/>
              <a:gd name="T8" fmla="*/ 39 w 81"/>
              <a:gd name="T9" fmla="*/ 74 h 77"/>
              <a:gd name="T10" fmla="*/ 39 w 81"/>
              <a:gd name="T11" fmla="*/ 77 h 77"/>
              <a:gd name="T12" fmla="*/ 24 w 81"/>
              <a:gd name="T13" fmla="*/ 74 h 77"/>
              <a:gd name="T14" fmla="*/ 11 w 81"/>
              <a:gd name="T15" fmla="*/ 66 h 77"/>
              <a:gd name="T16" fmla="*/ 3 w 81"/>
              <a:gd name="T17" fmla="*/ 54 h 77"/>
              <a:gd name="T18" fmla="*/ 0 w 81"/>
              <a:gd name="T19" fmla="*/ 39 h 77"/>
              <a:gd name="T20" fmla="*/ 1 w 81"/>
              <a:gd name="T21" fmla="*/ 32 h 77"/>
              <a:gd name="T22" fmla="*/ 3 w 81"/>
              <a:gd name="T23" fmla="*/ 26 h 77"/>
              <a:gd name="T24" fmla="*/ 5 w 81"/>
              <a:gd name="T25" fmla="*/ 20 h 77"/>
              <a:gd name="T26" fmla="*/ 9 w 81"/>
              <a:gd name="T27" fmla="*/ 14 h 77"/>
              <a:gd name="T28" fmla="*/ 2 w 81"/>
              <a:gd name="T29" fmla="*/ 7 h 77"/>
              <a:gd name="T30" fmla="*/ 25 w 81"/>
              <a:gd name="T31" fmla="*/ 3 h 77"/>
              <a:gd name="T32" fmla="*/ 21 w 81"/>
              <a:gd name="T33" fmla="*/ 27 h 77"/>
              <a:gd name="T34" fmla="*/ 11 w 81"/>
              <a:gd name="T35" fmla="*/ 17 h 77"/>
              <a:gd name="T36" fmla="*/ 8 w 81"/>
              <a:gd name="T37" fmla="*/ 22 h 77"/>
              <a:gd name="T38" fmla="*/ 5 w 81"/>
              <a:gd name="T39" fmla="*/ 27 h 77"/>
              <a:gd name="T40" fmla="*/ 4 w 81"/>
              <a:gd name="T41" fmla="*/ 33 h 77"/>
              <a:gd name="T42" fmla="*/ 3 w 81"/>
              <a:gd name="T43" fmla="*/ 39 h 77"/>
              <a:gd name="T44" fmla="*/ 21 w 81"/>
              <a:gd name="T45" fmla="*/ 7 h 77"/>
              <a:gd name="T46" fmla="*/ 8 w 81"/>
              <a:gd name="T47" fmla="*/ 9 h 77"/>
              <a:gd name="T48" fmla="*/ 19 w 81"/>
              <a:gd name="T49" fmla="*/ 20 h 77"/>
              <a:gd name="T50" fmla="*/ 21 w 81"/>
              <a:gd name="T51" fmla="*/ 7 h 77"/>
              <a:gd name="T52" fmla="*/ 62 w 81"/>
              <a:gd name="T53" fmla="*/ 47 h 77"/>
              <a:gd name="T54" fmla="*/ 70 w 81"/>
              <a:gd name="T55" fmla="*/ 55 h 77"/>
              <a:gd name="T56" fmla="*/ 71 w 81"/>
              <a:gd name="T57" fmla="*/ 51 h 77"/>
              <a:gd name="T58" fmla="*/ 73 w 81"/>
              <a:gd name="T59" fmla="*/ 47 h 77"/>
              <a:gd name="T60" fmla="*/ 74 w 81"/>
              <a:gd name="T61" fmla="*/ 43 h 77"/>
              <a:gd name="T62" fmla="*/ 74 w 81"/>
              <a:gd name="T63" fmla="*/ 39 h 77"/>
              <a:gd name="T64" fmla="*/ 71 w 81"/>
              <a:gd name="T65" fmla="*/ 25 h 77"/>
              <a:gd name="T66" fmla="*/ 63 w 81"/>
              <a:gd name="T67" fmla="*/ 14 h 77"/>
              <a:gd name="T68" fmla="*/ 52 w 81"/>
              <a:gd name="T69" fmla="*/ 6 h 77"/>
              <a:gd name="T70" fmla="*/ 39 w 81"/>
              <a:gd name="T71" fmla="*/ 4 h 77"/>
              <a:gd name="T72" fmla="*/ 39 w 81"/>
              <a:gd name="T73" fmla="*/ 0 h 77"/>
              <a:gd name="T74" fmla="*/ 54 w 81"/>
              <a:gd name="T75" fmla="*/ 3 h 77"/>
              <a:gd name="T76" fmla="*/ 66 w 81"/>
              <a:gd name="T77" fmla="*/ 12 h 77"/>
              <a:gd name="T78" fmla="*/ 74 w 81"/>
              <a:gd name="T79" fmla="*/ 24 h 77"/>
              <a:gd name="T80" fmla="*/ 77 w 81"/>
              <a:gd name="T81" fmla="*/ 39 h 77"/>
              <a:gd name="T82" fmla="*/ 77 w 81"/>
              <a:gd name="T83" fmla="*/ 44 h 77"/>
              <a:gd name="T84" fmla="*/ 76 w 81"/>
              <a:gd name="T85" fmla="*/ 49 h 77"/>
              <a:gd name="T86" fmla="*/ 74 w 81"/>
              <a:gd name="T87" fmla="*/ 53 h 77"/>
              <a:gd name="T88" fmla="*/ 72 w 81"/>
              <a:gd name="T89" fmla="*/ 58 h 77"/>
              <a:gd name="T90" fmla="*/ 81 w 81"/>
              <a:gd name="T91" fmla="*/ 67 h 77"/>
              <a:gd name="T92" fmla="*/ 58 w 81"/>
              <a:gd name="T93" fmla="*/ 70 h 77"/>
              <a:gd name="T94" fmla="*/ 62 w 81"/>
              <a:gd name="T95" fmla="*/ 47 h 77"/>
              <a:gd name="T96" fmla="*/ 62 w 81"/>
              <a:gd name="T97" fmla="*/ 66 h 77"/>
              <a:gd name="T98" fmla="*/ 74 w 81"/>
              <a:gd name="T99" fmla="*/ 65 h 77"/>
              <a:gd name="T100" fmla="*/ 64 w 81"/>
              <a:gd name="T101" fmla="*/ 54 h 77"/>
              <a:gd name="T102" fmla="*/ 62 w 81"/>
              <a:gd name="T103" fmla="*/ 6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1" h="77">
                <a:moveTo>
                  <a:pt x="3" y="39"/>
                </a:moveTo>
                <a:cubicBezTo>
                  <a:pt x="3" y="44"/>
                  <a:pt x="4" y="48"/>
                  <a:pt x="6" y="53"/>
                </a:cubicBezTo>
                <a:cubicBezTo>
                  <a:pt x="8" y="57"/>
                  <a:pt x="11" y="61"/>
                  <a:pt x="14" y="64"/>
                </a:cubicBezTo>
                <a:cubicBezTo>
                  <a:pt x="17" y="67"/>
                  <a:pt x="21" y="69"/>
                  <a:pt x="25" y="71"/>
                </a:cubicBezTo>
                <a:cubicBezTo>
                  <a:pt x="29" y="73"/>
                  <a:pt x="34" y="74"/>
                  <a:pt x="39" y="74"/>
                </a:cubicBezTo>
                <a:cubicBezTo>
                  <a:pt x="39" y="77"/>
                  <a:pt x="39" y="77"/>
                  <a:pt x="39" y="77"/>
                </a:cubicBezTo>
                <a:cubicBezTo>
                  <a:pt x="33" y="77"/>
                  <a:pt x="28" y="76"/>
                  <a:pt x="24" y="74"/>
                </a:cubicBezTo>
                <a:cubicBezTo>
                  <a:pt x="19" y="72"/>
                  <a:pt x="15" y="70"/>
                  <a:pt x="11" y="66"/>
                </a:cubicBezTo>
                <a:cubicBezTo>
                  <a:pt x="8" y="63"/>
                  <a:pt x="5" y="59"/>
                  <a:pt x="3" y="54"/>
                </a:cubicBezTo>
                <a:cubicBezTo>
                  <a:pt x="1" y="49"/>
                  <a:pt x="0" y="44"/>
                  <a:pt x="0" y="39"/>
                </a:cubicBezTo>
                <a:cubicBezTo>
                  <a:pt x="0" y="37"/>
                  <a:pt x="0" y="34"/>
                  <a:pt x="1" y="32"/>
                </a:cubicBezTo>
                <a:cubicBezTo>
                  <a:pt x="1" y="30"/>
                  <a:pt x="2" y="28"/>
                  <a:pt x="3" y="26"/>
                </a:cubicBezTo>
                <a:cubicBezTo>
                  <a:pt x="3" y="24"/>
                  <a:pt x="4" y="22"/>
                  <a:pt x="5" y="20"/>
                </a:cubicBezTo>
                <a:cubicBezTo>
                  <a:pt x="6" y="18"/>
                  <a:pt x="8" y="16"/>
                  <a:pt x="9" y="14"/>
                </a:cubicBezTo>
                <a:cubicBezTo>
                  <a:pt x="2" y="7"/>
                  <a:pt x="2" y="7"/>
                  <a:pt x="2" y="7"/>
                </a:cubicBezTo>
                <a:cubicBezTo>
                  <a:pt x="25" y="3"/>
                  <a:pt x="25" y="3"/>
                  <a:pt x="25" y="3"/>
                </a:cubicBezTo>
                <a:cubicBezTo>
                  <a:pt x="21" y="27"/>
                  <a:pt x="21" y="27"/>
                  <a:pt x="21" y="2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8"/>
                  <a:pt x="9" y="20"/>
                  <a:pt x="8" y="22"/>
                </a:cubicBezTo>
                <a:cubicBezTo>
                  <a:pt x="7" y="23"/>
                  <a:pt x="6" y="25"/>
                  <a:pt x="5" y="27"/>
                </a:cubicBezTo>
                <a:cubicBezTo>
                  <a:pt x="5" y="29"/>
                  <a:pt x="4" y="31"/>
                  <a:pt x="4" y="33"/>
                </a:cubicBezTo>
                <a:cubicBezTo>
                  <a:pt x="4" y="35"/>
                  <a:pt x="3" y="37"/>
                  <a:pt x="3" y="39"/>
                </a:cubicBezTo>
                <a:close/>
                <a:moveTo>
                  <a:pt x="21" y="7"/>
                </a:moveTo>
                <a:cubicBezTo>
                  <a:pt x="8" y="9"/>
                  <a:pt x="8" y="9"/>
                  <a:pt x="8" y="9"/>
                </a:cubicBezTo>
                <a:cubicBezTo>
                  <a:pt x="19" y="20"/>
                  <a:pt x="19" y="20"/>
                  <a:pt x="19" y="20"/>
                </a:cubicBezTo>
                <a:lnTo>
                  <a:pt x="21" y="7"/>
                </a:lnTo>
                <a:close/>
                <a:moveTo>
                  <a:pt x="62" y="47"/>
                </a:moveTo>
                <a:cubicBezTo>
                  <a:pt x="70" y="55"/>
                  <a:pt x="70" y="55"/>
                  <a:pt x="70" y="55"/>
                </a:cubicBezTo>
                <a:cubicBezTo>
                  <a:pt x="70" y="54"/>
                  <a:pt x="71" y="53"/>
                  <a:pt x="71" y="51"/>
                </a:cubicBezTo>
                <a:cubicBezTo>
                  <a:pt x="72" y="50"/>
                  <a:pt x="72" y="49"/>
                  <a:pt x="73" y="47"/>
                </a:cubicBezTo>
                <a:cubicBezTo>
                  <a:pt x="73" y="46"/>
                  <a:pt x="73" y="45"/>
                  <a:pt x="74" y="43"/>
                </a:cubicBezTo>
                <a:cubicBezTo>
                  <a:pt x="74" y="42"/>
                  <a:pt x="74" y="40"/>
                  <a:pt x="74" y="39"/>
                </a:cubicBezTo>
                <a:cubicBezTo>
                  <a:pt x="74" y="34"/>
                  <a:pt x="73" y="29"/>
                  <a:pt x="71" y="25"/>
                </a:cubicBezTo>
                <a:cubicBezTo>
                  <a:pt x="69" y="21"/>
                  <a:pt x="67" y="17"/>
                  <a:pt x="63" y="14"/>
                </a:cubicBezTo>
                <a:cubicBezTo>
                  <a:pt x="60" y="11"/>
                  <a:pt x="57" y="8"/>
                  <a:pt x="52" y="6"/>
                </a:cubicBezTo>
                <a:cubicBezTo>
                  <a:pt x="48" y="5"/>
                  <a:pt x="43" y="4"/>
                  <a:pt x="39" y="4"/>
                </a:cubicBezTo>
                <a:cubicBezTo>
                  <a:pt x="39" y="0"/>
                  <a:pt x="39" y="0"/>
                  <a:pt x="39" y="0"/>
                </a:cubicBezTo>
                <a:cubicBezTo>
                  <a:pt x="44" y="0"/>
                  <a:pt x="49" y="1"/>
                  <a:pt x="54" y="3"/>
                </a:cubicBezTo>
                <a:cubicBezTo>
                  <a:pt x="58" y="5"/>
                  <a:pt x="62" y="8"/>
                  <a:pt x="66" y="12"/>
                </a:cubicBezTo>
                <a:cubicBezTo>
                  <a:pt x="69" y="15"/>
                  <a:pt x="72" y="19"/>
                  <a:pt x="74" y="24"/>
                </a:cubicBezTo>
                <a:cubicBezTo>
                  <a:pt x="76" y="29"/>
                  <a:pt x="77" y="34"/>
                  <a:pt x="77" y="39"/>
                </a:cubicBezTo>
                <a:cubicBezTo>
                  <a:pt x="77" y="41"/>
                  <a:pt x="77" y="42"/>
                  <a:pt x="77" y="44"/>
                </a:cubicBezTo>
                <a:cubicBezTo>
                  <a:pt x="76" y="46"/>
                  <a:pt x="76" y="47"/>
                  <a:pt x="76" y="49"/>
                </a:cubicBezTo>
                <a:cubicBezTo>
                  <a:pt x="75" y="50"/>
                  <a:pt x="75" y="52"/>
                  <a:pt x="74" y="53"/>
                </a:cubicBezTo>
                <a:cubicBezTo>
                  <a:pt x="74" y="55"/>
                  <a:pt x="73" y="56"/>
                  <a:pt x="72" y="58"/>
                </a:cubicBezTo>
                <a:cubicBezTo>
                  <a:pt x="81" y="67"/>
                  <a:pt x="81" y="67"/>
                  <a:pt x="81" y="67"/>
                </a:cubicBezTo>
                <a:cubicBezTo>
                  <a:pt x="58" y="70"/>
                  <a:pt x="58" y="70"/>
                  <a:pt x="58" y="70"/>
                </a:cubicBezTo>
                <a:lnTo>
                  <a:pt x="62" y="47"/>
                </a:lnTo>
                <a:close/>
                <a:moveTo>
                  <a:pt x="62" y="66"/>
                </a:moveTo>
                <a:cubicBezTo>
                  <a:pt x="74" y="65"/>
                  <a:pt x="74" y="65"/>
                  <a:pt x="74" y="65"/>
                </a:cubicBezTo>
                <a:cubicBezTo>
                  <a:pt x="64" y="54"/>
                  <a:pt x="64" y="54"/>
                  <a:pt x="64" y="54"/>
                </a:cubicBezTo>
                <a:lnTo>
                  <a:pt x="62" y="66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4" name="Freeform 176"/>
          <p:cNvSpPr>
            <a:spLocks noEditPoints="1"/>
          </p:cNvSpPr>
          <p:nvPr/>
        </p:nvSpPr>
        <p:spPr bwMode="auto">
          <a:xfrm>
            <a:off x="10474325" y="4679146"/>
            <a:ext cx="241300" cy="360363"/>
          </a:xfrm>
          <a:custGeom>
            <a:avLst/>
            <a:gdLst>
              <a:gd name="T0" fmla="*/ 64 w 64"/>
              <a:gd name="T1" fmla="*/ 77 h 96"/>
              <a:gd name="T2" fmla="*/ 16 w 64"/>
              <a:gd name="T3" fmla="*/ 57 h 96"/>
              <a:gd name="T4" fmla="*/ 16 w 64"/>
              <a:gd name="T5" fmla="*/ 40 h 96"/>
              <a:gd name="T6" fmla="*/ 16 w 64"/>
              <a:gd name="T7" fmla="*/ 27 h 96"/>
              <a:gd name="T8" fmla="*/ 20 w 64"/>
              <a:gd name="T9" fmla="*/ 13 h 96"/>
              <a:gd name="T10" fmla="*/ 32 w 64"/>
              <a:gd name="T11" fmla="*/ 0 h 96"/>
              <a:gd name="T12" fmla="*/ 44 w 64"/>
              <a:gd name="T13" fmla="*/ 13 h 96"/>
              <a:gd name="T14" fmla="*/ 48 w 64"/>
              <a:gd name="T15" fmla="*/ 27 h 96"/>
              <a:gd name="T16" fmla="*/ 48 w 64"/>
              <a:gd name="T17" fmla="*/ 39 h 96"/>
              <a:gd name="T18" fmla="*/ 48 w 64"/>
              <a:gd name="T19" fmla="*/ 57 h 96"/>
              <a:gd name="T20" fmla="*/ 16 w 64"/>
              <a:gd name="T21" fmla="*/ 62 h 96"/>
              <a:gd name="T22" fmla="*/ 16 w 64"/>
              <a:gd name="T23" fmla="*/ 74 h 96"/>
              <a:gd name="T24" fmla="*/ 45 w 64"/>
              <a:gd name="T25" fmla="*/ 27 h 96"/>
              <a:gd name="T26" fmla="*/ 41 w 64"/>
              <a:gd name="T27" fmla="*/ 15 h 96"/>
              <a:gd name="T28" fmla="*/ 32 w 64"/>
              <a:gd name="T29" fmla="*/ 4 h 96"/>
              <a:gd name="T30" fmla="*/ 22 w 64"/>
              <a:gd name="T31" fmla="*/ 15 h 96"/>
              <a:gd name="T32" fmla="*/ 19 w 64"/>
              <a:gd name="T33" fmla="*/ 27 h 96"/>
              <a:gd name="T34" fmla="*/ 45 w 64"/>
              <a:gd name="T35" fmla="*/ 74 h 96"/>
              <a:gd name="T36" fmla="*/ 22 w 64"/>
              <a:gd name="T37" fmla="*/ 90 h 96"/>
              <a:gd name="T38" fmla="*/ 26 w 64"/>
              <a:gd name="T39" fmla="*/ 80 h 96"/>
              <a:gd name="T40" fmla="*/ 32 w 64"/>
              <a:gd name="T41" fmla="*/ 22 h 96"/>
              <a:gd name="T42" fmla="*/ 38 w 64"/>
              <a:gd name="T43" fmla="*/ 25 h 96"/>
              <a:gd name="T44" fmla="*/ 40 w 64"/>
              <a:gd name="T45" fmla="*/ 30 h 96"/>
              <a:gd name="T46" fmla="*/ 38 w 64"/>
              <a:gd name="T47" fmla="*/ 36 h 96"/>
              <a:gd name="T48" fmla="*/ 32 w 64"/>
              <a:gd name="T49" fmla="*/ 38 h 96"/>
              <a:gd name="T50" fmla="*/ 26 w 64"/>
              <a:gd name="T51" fmla="*/ 36 h 96"/>
              <a:gd name="T52" fmla="*/ 24 w 64"/>
              <a:gd name="T53" fmla="*/ 30 h 96"/>
              <a:gd name="T54" fmla="*/ 26 w 64"/>
              <a:gd name="T55" fmla="*/ 25 h 96"/>
              <a:gd name="T56" fmla="*/ 32 w 64"/>
              <a:gd name="T57" fmla="*/ 22 h 96"/>
              <a:gd name="T58" fmla="*/ 34 w 64"/>
              <a:gd name="T59" fmla="*/ 35 h 96"/>
              <a:gd name="T60" fmla="*/ 36 w 64"/>
              <a:gd name="T61" fmla="*/ 32 h 96"/>
              <a:gd name="T62" fmla="*/ 36 w 64"/>
              <a:gd name="T63" fmla="*/ 28 h 96"/>
              <a:gd name="T64" fmla="*/ 34 w 64"/>
              <a:gd name="T65" fmla="*/ 26 h 96"/>
              <a:gd name="T66" fmla="*/ 30 w 64"/>
              <a:gd name="T67" fmla="*/ 26 h 96"/>
              <a:gd name="T68" fmla="*/ 28 w 64"/>
              <a:gd name="T69" fmla="*/ 28 h 96"/>
              <a:gd name="T70" fmla="*/ 28 w 64"/>
              <a:gd name="T71" fmla="*/ 32 h 96"/>
              <a:gd name="T72" fmla="*/ 30 w 64"/>
              <a:gd name="T73" fmla="*/ 35 h 96"/>
              <a:gd name="T74" fmla="*/ 30 w 64"/>
              <a:gd name="T75" fmla="*/ 80 h 96"/>
              <a:gd name="T76" fmla="*/ 34 w 64"/>
              <a:gd name="T77" fmla="*/ 96 h 96"/>
              <a:gd name="T78" fmla="*/ 30 w 64"/>
              <a:gd name="T79" fmla="*/ 80 h 96"/>
              <a:gd name="T80" fmla="*/ 38 w 64"/>
              <a:gd name="T81" fmla="*/ 90 h 96"/>
              <a:gd name="T82" fmla="*/ 42 w 64"/>
              <a:gd name="T83" fmla="*/ 80 h 96"/>
              <a:gd name="T84" fmla="*/ 48 w 64"/>
              <a:gd name="T85" fmla="*/ 62 h 96"/>
              <a:gd name="T86" fmla="*/ 48 w 64"/>
              <a:gd name="T87" fmla="*/ 69 h 96"/>
              <a:gd name="T88" fmla="*/ 48 w 64"/>
              <a:gd name="T89" fmla="*/ 74 h 96"/>
              <a:gd name="T90" fmla="*/ 48 w 64"/>
              <a:gd name="T91" fmla="*/ 6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4" h="96">
                <a:moveTo>
                  <a:pt x="48" y="57"/>
                </a:moveTo>
                <a:cubicBezTo>
                  <a:pt x="64" y="77"/>
                  <a:pt x="64" y="77"/>
                  <a:pt x="64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4"/>
                  <a:pt x="16" y="51"/>
                  <a:pt x="16" y="48"/>
                </a:cubicBezTo>
                <a:cubicBezTo>
                  <a:pt x="16" y="45"/>
                  <a:pt x="16" y="42"/>
                  <a:pt x="16" y="40"/>
                </a:cubicBezTo>
                <a:cubicBezTo>
                  <a:pt x="16" y="37"/>
                  <a:pt x="16" y="35"/>
                  <a:pt x="16" y="32"/>
                </a:cubicBezTo>
                <a:cubicBezTo>
                  <a:pt x="16" y="30"/>
                  <a:pt x="16" y="29"/>
                  <a:pt x="16" y="27"/>
                </a:cubicBezTo>
                <a:cubicBezTo>
                  <a:pt x="16" y="25"/>
                  <a:pt x="16" y="23"/>
                  <a:pt x="17" y="20"/>
                </a:cubicBezTo>
                <a:cubicBezTo>
                  <a:pt x="18" y="18"/>
                  <a:pt x="19" y="15"/>
                  <a:pt x="20" y="13"/>
                </a:cubicBezTo>
                <a:cubicBezTo>
                  <a:pt x="22" y="10"/>
                  <a:pt x="23" y="8"/>
                  <a:pt x="25" y="6"/>
                </a:cubicBezTo>
                <a:cubicBezTo>
                  <a:pt x="27" y="3"/>
                  <a:pt x="30" y="1"/>
                  <a:pt x="32" y="0"/>
                </a:cubicBezTo>
                <a:cubicBezTo>
                  <a:pt x="35" y="1"/>
                  <a:pt x="37" y="3"/>
                  <a:pt x="39" y="6"/>
                </a:cubicBezTo>
                <a:cubicBezTo>
                  <a:pt x="41" y="8"/>
                  <a:pt x="42" y="10"/>
                  <a:pt x="44" y="13"/>
                </a:cubicBezTo>
                <a:cubicBezTo>
                  <a:pt x="45" y="15"/>
                  <a:pt x="46" y="17"/>
                  <a:pt x="47" y="20"/>
                </a:cubicBezTo>
                <a:cubicBezTo>
                  <a:pt x="48" y="23"/>
                  <a:pt x="48" y="25"/>
                  <a:pt x="48" y="27"/>
                </a:cubicBezTo>
                <a:cubicBezTo>
                  <a:pt x="48" y="29"/>
                  <a:pt x="48" y="30"/>
                  <a:pt x="48" y="32"/>
                </a:cubicBezTo>
                <a:cubicBezTo>
                  <a:pt x="48" y="34"/>
                  <a:pt x="48" y="37"/>
                  <a:pt x="48" y="39"/>
                </a:cubicBezTo>
                <a:cubicBezTo>
                  <a:pt x="48" y="42"/>
                  <a:pt x="48" y="45"/>
                  <a:pt x="48" y="48"/>
                </a:cubicBezTo>
                <a:cubicBezTo>
                  <a:pt x="48" y="51"/>
                  <a:pt x="48" y="54"/>
                  <a:pt x="48" y="57"/>
                </a:cubicBezTo>
                <a:close/>
                <a:moveTo>
                  <a:pt x="16" y="74"/>
                </a:moveTo>
                <a:cubicBezTo>
                  <a:pt x="16" y="62"/>
                  <a:pt x="16" y="62"/>
                  <a:pt x="16" y="62"/>
                </a:cubicBezTo>
                <a:cubicBezTo>
                  <a:pt x="7" y="74"/>
                  <a:pt x="7" y="74"/>
                  <a:pt x="7" y="74"/>
                </a:cubicBezTo>
                <a:lnTo>
                  <a:pt x="16" y="74"/>
                </a:lnTo>
                <a:close/>
                <a:moveTo>
                  <a:pt x="45" y="74"/>
                </a:moveTo>
                <a:cubicBezTo>
                  <a:pt x="45" y="27"/>
                  <a:pt x="45" y="27"/>
                  <a:pt x="45" y="27"/>
                </a:cubicBezTo>
                <a:cubicBezTo>
                  <a:pt x="45" y="26"/>
                  <a:pt x="45" y="24"/>
                  <a:pt x="44" y="21"/>
                </a:cubicBezTo>
                <a:cubicBezTo>
                  <a:pt x="43" y="19"/>
                  <a:pt x="43" y="17"/>
                  <a:pt x="41" y="15"/>
                </a:cubicBezTo>
                <a:cubicBezTo>
                  <a:pt x="40" y="13"/>
                  <a:pt x="39" y="11"/>
                  <a:pt x="37" y="9"/>
                </a:cubicBezTo>
                <a:cubicBezTo>
                  <a:pt x="36" y="7"/>
                  <a:pt x="34" y="5"/>
                  <a:pt x="32" y="4"/>
                </a:cubicBezTo>
                <a:cubicBezTo>
                  <a:pt x="30" y="5"/>
                  <a:pt x="28" y="7"/>
                  <a:pt x="27" y="9"/>
                </a:cubicBezTo>
                <a:cubicBezTo>
                  <a:pt x="25" y="11"/>
                  <a:pt x="24" y="13"/>
                  <a:pt x="22" y="15"/>
                </a:cubicBezTo>
                <a:cubicBezTo>
                  <a:pt x="21" y="17"/>
                  <a:pt x="21" y="19"/>
                  <a:pt x="20" y="21"/>
                </a:cubicBezTo>
                <a:cubicBezTo>
                  <a:pt x="19" y="24"/>
                  <a:pt x="19" y="26"/>
                  <a:pt x="19" y="27"/>
                </a:cubicBezTo>
                <a:cubicBezTo>
                  <a:pt x="19" y="74"/>
                  <a:pt x="19" y="74"/>
                  <a:pt x="19" y="74"/>
                </a:cubicBezTo>
                <a:lnTo>
                  <a:pt x="45" y="74"/>
                </a:lnTo>
                <a:close/>
                <a:moveTo>
                  <a:pt x="22" y="80"/>
                </a:moveTo>
                <a:cubicBezTo>
                  <a:pt x="22" y="90"/>
                  <a:pt x="22" y="90"/>
                  <a:pt x="22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80"/>
                  <a:pt x="26" y="80"/>
                  <a:pt x="26" y="80"/>
                </a:cubicBezTo>
                <a:lnTo>
                  <a:pt x="22" y="80"/>
                </a:lnTo>
                <a:close/>
                <a:moveTo>
                  <a:pt x="32" y="22"/>
                </a:moveTo>
                <a:cubicBezTo>
                  <a:pt x="33" y="22"/>
                  <a:pt x="34" y="22"/>
                  <a:pt x="35" y="23"/>
                </a:cubicBezTo>
                <a:cubicBezTo>
                  <a:pt x="36" y="23"/>
                  <a:pt x="37" y="24"/>
                  <a:pt x="38" y="25"/>
                </a:cubicBezTo>
                <a:cubicBezTo>
                  <a:pt x="38" y="25"/>
                  <a:pt x="39" y="26"/>
                  <a:pt x="39" y="27"/>
                </a:cubicBezTo>
                <a:cubicBezTo>
                  <a:pt x="40" y="28"/>
                  <a:pt x="40" y="29"/>
                  <a:pt x="40" y="30"/>
                </a:cubicBezTo>
                <a:cubicBezTo>
                  <a:pt x="40" y="31"/>
                  <a:pt x="40" y="32"/>
                  <a:pt x="39" y="33"/>
                </a:cubicBezTo>
                <a:cubicBezTo>
                  <a:pt x="39" y="34"/>
                  <a:pt x="38" y="35"/>
                  <a:pt x="38" y="36"/>
                </a:cubicBezTo>
                <a:cubicBezTo>
                  <a:pt x="37" y="37"/>
                  <a:pt x="36" y="37"/>
                  <a:pt x="35" y="38"/>
                </a:cubicBezTo>
                <a:cubicBezTo>
                  <a:pt x="34" y="38"/>
                  <a:pt x="33" y="38"/>
                  <a:pt x="32" y="38"/>
                </a:cubicBezTo>
                <a:cubicBezTo>
                  <a:pt x="31" y="38"/>
                  <a:pt x="30" y="38"/>
                  <a:pt x="29" y="38"/>
                </a:cubicBezTo>
                <a:cubicBezTo>
                  <a:pt x="28" y="37"/>
                  <a:pt x="27" y="37"/>
                  <a:pt x="26" y="36"/>
                </a:cubicBezTo>
                <a:cubicBezTo>
                  <a:pt x="26" y="35"/>
                  <a:pt x="25" y="34"/>
                  <a:pt x="25" y="33"/>
                </a:cubicBezTo>
                <a:cubicBezTo>
                  <a:pt x="24" y="32"/>
                  <a:pt x="24" y="31"/>
                  <a:pt x="24" y="30"/>
                </a:cubicBezTo>
                <a:cubicBezTo>
                  <a:pt x="24" y="29"/>
                  <a:pt x="24" y="28"/>
                  <a:pt x="25" y="27"/>
                </a:cubicBezTo>
                <a:cubicBezTo>
                  <a:pt x="25" y="26"/>
                  <a:pt x="26" y="25"/>
                  <a:pt x="26" y="25"/>
                </a:cubicBezTo>
                <a:cubicBezTo>
                  <a:pt x="27" y="24"/>
                  <a:pt x="28" y="23"/>
                  <a:pt x="29" y="23"/>
                </a:cubicBezTo>
                <a:cubicBezTo>
                  <a:pt x="30" y="22"/>
                  <a:pt x="31" y="22"/>
                  <a:pt x="32" y="22"/>
                </a:cubicBezTo>
                <a:close/>
                <a:moveTo>
                  <a:pt x="32" y="35"/>
                </a:moveTo>
                <a:cubicBezTo>
                  <a:pt x="33" y="35"/>
                  <a:pt x="33" y="35"/>
                  <a:pt x="34" y="35"/>
                </a:cubicBezTo>
                <a:cubicBezTo>
                  <a:pt x="34" y="35"/>
                  <a:pt x="35" y="34"/>
                  <a:pt x="35" y="34"/>
                </a:cubicBezTo>
                <a:cubicBezTo>
                  <a:pt x="36" y="33"/>
                  <a:pt x="36" y="33"/>
                  <a:pt x="36" y="32"/>
                </a:cubicBezTo>
                <a:cubicBezTo>
                  <a:pt x="37" y="32"/>
                  <a:pt x="37" y="31"/>
                  <a:pt x="37" y="30"/>
                </a:cubicBezTo>
                <a:cubicBezTo>
                  <a:pt x="37" y="30"/>
                  <a:pt x="37" y="29"/>
                  <a:pt x="36" y="28"/>
                </a:cubicBezTo>
                <a:cubicBezTo>
                  <a:pt x="36" y="28"/>
                  <a:pt x="36" y="27"/>
                  <a:pt x="35" y="27"/>
                </a:cubicBezTo>
                <a:cubicBezTo>
                  <a:pt x="35" y="26"/>
                  <a:pt x="34" y="26"/>
                  <a:pt x="34" y="26"/>
                </a:cubicBezTo>
                <a:cubicBezTo>
                  <a:pt x="33" y="26"/>
                  <a:pt x="33" y="26"/>
                  <a:pt x="32" y="26"/>
                </a:cubicBezTo>
                <a:cubicBezTo>
                  <a:pt x="31" y="26"/>
                  <a:pt x="31" y="26"/>
                  <a:pt x="30" y="26"/>
                </a:cubicBezTo>
                <a:cubicBezTo>
                  <a:pt x="30" y="26"/>
                  <a:pt x="29" y="26"/>
                  <a:pt x="28" y="27"/>
                </a:cubicBezTo>
                <a:cubicBezTo>
                  <a:pt x="28" y="27"/>
                  <a:pt x="28" y="28"/>
                  <a:pt x="28" y="28"/>
                </a:cubicBezTo>
                <a:cubicBezTo>
                  <a:pt x="27" y="29"/>
                  <a:pt x="27" y="30"/>
                  <a:pt x="27" y="30"/>
                </a:cubicBezTo>
                <a:cubicBezTo>
                  <a:pt x="27" y="31"/>
                  <a:pt x="27" y="32"/>
                  <a:pt x="28" y="32"/>
                </a:cubicBezTo>
                <a:cubicBezTo>
                  <a:pt x="28" y="33"/>
                  <a:pt x="28" y="33"/>
                  <a:pt x="28" y="34"/>
                </a:cubicBezTo>
                <a:cubicBezTo>
                  <a:pt x="29" y="34"/>
                  <a:pt x="30" y="35"/>
                  <a:pt x="30" y="35"/>
                </a:cubicBezTo>
                <a:cubicBezTo>
                  <a:pt x="31" y="35"/>
                  <a:pt x="31" y="35"/>
                  <a:pt x="32" y="35"/>
                </a:cubicBezTo>
                <a:close/>
                <a:moveTo>
                  <a:pt x="30" y="80"/>
                </a:moveTo>
                <a:cubicBezTo>
                  <a:pt x="30" y="96"/>
                  <a:pt x="30" y="96"/>
                  <a:pt x="30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34" y="80"/>
                  <a:pt x="34" y="80"/>
                  <a:pt x="34" y="80"/>
                </a:cubicBezTo>
                <a:lnTo>
                  <a:pt x="30" y="80"/>
                </a:lnTo>
                <a:close/>
                <a:moveTo>
                  <a:pt x="38" y="80"/>
                </a:moveTo>
                <a:cubicBezTo>
                  <a:pt x="38" y="90"/>
                  <a:pt x="38" y="90"/>
                  <a:pt x="38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80"/>
                  <a:pt x="42" y="80"/>
                  <a:pt x="42" y="80"/>
                </a:cubicBezTo>
                <a:lnTo>
                  <a:pt x="38" y="80"/>
                </a:lnTo>
                <a:close/>
                <a:moveTo>
                  <a:pt x="48" y="62"/>
                </a:moveTo>
                <a:cubicBezTo>
                  <a:pt x="48" y="63"/>
                  <a:pt x="48" y="64"/>
                  <a:pt x="48" y="65"/>
                </a:cubicBezTo>
                <a:cubicBezTo>
                  <a:pt x="48" y="66"/>
                  <a:pt x="48" y="68"/>
                  <a:pt x="48" y="69"/>
                </a:cubicBezTo>
                <a:cubicBezTo>
                  <a:pt x="48" y="69"/>
                  <a:pt x="48" y="70"/>
                  <a:pt x="48" y="71"/>
                </a:cubicBezTo>
                <a:cubicBezTo>
                  <a:pt x="48" y="72"/>
                  <a:pt x="48" y="73"/>
                  <a:pt x="48" y="74"/>
                </a:cubicBezTo>
                <a:cubicBezTo>
                  <a:pt x="57" y="74"/>
                  <a:pt x="57" y="74"/>
                  <a:pt x="57" y="74"/>
                </a:cubicBezTo>
                <a:lnTo>
                  <a:pt x="48" y="6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5" name="Freeform 177"/>
          <p:cNvSpPr>
            <a:spLocks noEditPoints="1"/>
          </p:cNvSpPr>
          <p:nvPr/>
        </p:nvSpPr>
        <p:spPr bwMode="auto">
          <a:xfrm>
            <a:off x="10895013" y="4690258"/>
            <a:ext cx="338138" cy="338138"/>
          </a:xfrm>
          <a:custGeom>
            <a:avLst/>
            <a:gdLst>
              <a:gd name="T0" fmla="*/ 75 w 90"/>
              <a:gd name="T1" fmla="*/ 58 h 90"/>
              <a:gd name="T2" fmla="*/ 80 w 90"/>
              <a:gd name="T3" fmla="*/ 73 h 90"/>
              <a:gd name="T4" fmla="*/ 60 w 90"/>
              <a:gd name="T5" fmla="*/ 74 h 90"/>
              <a:gd name="T6" fmla="*/ 53 w 90"/>
              <a:gd name="T7" fmla="*/ 77 h 90"/>
              <a:gd name="T8" fmla="*/ 38 w 90"/>
              <a:gd name="T9" fmla="*/ 77 h 90"/>
              <a:gd name="T10" fmla="*/ 30 w 90"/>
              <a:gd name="T11" fmla="*/ 74 h 90"/>
              <a:gd name="T12" fmla="*/ 10 w 90"/>
              <a:gd name="T13" fmla="*/ 73 h 90"/>
              <a:gd name="T14" fmla="*/ 15 w 90"/>
              <a:gd name="T15" fmla="*/ 58 h 90"/>
              <a:gd name="T16" fmla="*/ 0 w 90"/>
              <a:gd name="T17" fmla="*/ 51 h 90"/>
              <a:gd name="T18" fmla="*/ 14 w 90"/>
              <a:gd name="T19" fmla="*/ 35 h 90"/>
              <a:gd name="T20" fmla="*/ 17 w 90"/>
              <a:gd name="T21" fmla="*/ 28 h 90"/>
              <a:gd name="T22" fmla="*/ 28 w 90"/>
              <a:gd name="T23" fmla="*/ 17 h 90"/>
              <a:gd name="T24" fmla="*/ 35 w 90"/>
              <a:gd name="T25" fmla="*/ 14 h 90"/>
              <a:gd name="T26" fmla="*/ 51 w 90"/>
              <a:gd name="T27" fmla="*/ 0 h 90"/>
              <a:gd name="T28" fmla="*/ 58 w 90"/>
              <a:gd name="T29" fmla="*/ 15 h 90"/>
              <a:gd name="T30" fmla="*/ 72 w 90"/>
              <a:gd name="T31" fmla="*/ 10 h 90"/>
              <a:gd name="T32" fmla="*/ 74 w 90"/>
              <a:gd name="T33" fmla="*/ 30 h 90"/>
              <a:gd name="T34" fmla="*/ 77 w 90"/>
              <a:gd name="T35" fmla="*/ 38 h 90"/>
              <a:gd name="T36" fmla="*/ 77 w 90"/>
              <a:gd name="T37" fmla="*/ 52 h 90"/>
              <a:gd name="T38" fmla="*/ 13 w 90"/>
              <a:gd name="T39" fmla="*/ 47 h 90"/>
              <a:gd name="T40" fmla="*/ 13 w 90"/>
              <a:gd name="T41" fmla="*/ 41 h 90"/>
              <a:gd name="T42" fmla="*/ 14 w 90"/>
              <a:gd name="T43" fmla="*/ 18 h 90"/>
              <a:gd name="T44" fmla="*/ 22 w 90"/>
              <a:gd name="T45" fmla="*/ 22 h 90"/>
              <a:gd name="T46" fmla="*/ 18 w 90"/>
              <a:gd name="T47" fmla="*/ 14 h 90"/>
              <a:gd name="T48" fmla="*/ 25 w 90"/>
              <a:gd name="T49" fmla="*/ 70 h 90"/>
              <a:gd name="T50" fmla="*/ 21 w 90"/>
              <a:gd name="T51" fmla="*/ 66 h 90"/>
              <a:gd name="T52" fmla="*/ 18 w 90"/>
              <a:gd name="T53" fmla="*/ 75 h 90"/>
              <a:gd name="T54" fmla="*/ 56 w 90"/>
              <a:gd name="T55" fmla="*/ 72 h 90"/>
              <a:gd name="T56" fmla="*/ 69 w 90"/>
              <a:gd name="T57" fmla="*/ 61 h 90"/>
              <a:gd name="T58" fmla="*/ 74 w 90"/>
              <a:gd name="T59" fmla="*/ 45 h 90"/>
              <a:gd name="T60" fmla="*/ 56 w 90"/>
              <a:gd name="T61" fmla="*/ 18 h 90"/>
              <a:gd name="T62" fmla="*/ 34 w 90"/>
              <a:gd name="T63" fmla="*/ 18 h 90"/>
              <a:gd name="T64" fmla="*/ 21 w 90"/>
              <a:gd name="T65" fmla="*/ 29 h 90"/>
              <a:gd name="T66" fmla="*/ 16 w 90"/>
              <a:gd name="T67" fmla="*/ 45 h 90"/>
              <a:gd name="T68" fmla="*/ 34 w 90"/>
              <a:gd name="T69" fmla="*/ 72 h 90"/>
              <a:gd name="T70" fmla="*/ 49 w 90"/>
              <a:gd name="T71" fmla="*/ 77 h 90"/>
              <a:gd name="T72" fmla="*/ 43 w 90"/>
              <a:gd name="T73" fmla="*/ 77 h 90"/>
              <a:gd name="T74" fmla="*/ 48 w 90"/>
              <a:gd name="T75" fmla="*/ 87 h 90"/>
              <a:gd name="T76" fmla="*/ 43 w 90"/>
              <a:gd name="T77" fmla="*/ 13 h 90"/>
              <a:gd name="T78" fmla="*/ 49 w 90"/>
              <a:gd name="T79" fmla="*/ 13 h 90"/>
              <a:gd name="T80" fmla="*/ 72 w 90"/>
              <a:gd name="T81" fmla="*/ 14 h 90"/>
              <a:gd name="T82" fmla="*/ 68 w 90"/>
              <a:gd name="T83" fmla="*/ 22 h 90"/>
              <a:gd name="T84" fmla="*/ 75 w 90"/>
              <a:gd name="T85" fmla="*/ 18 h 90"/>
              <a:gd name="T86" fmla="*/ 70 w 90"/>
              <a:gd name="T87" fmla="*/ 64 h 90"/>
              <a:gd name="T88" fmla="*/ 66 w 90"/>
              <a:gd name="T89" fmla="*/ 69 h 90"/>
              <a:gd name="T90" fmla="*/ 76 w 90"/>
              <a:gd name="T91" fmla="*/ 72 h 90"/>
              <a:gd name="T92" fmla="*/ 77 w 90"/>
              <a:gd name="T93" fmla="*/ 43 h 90"/>
              <a:gd name="T94" fmla="*/ 77 w 90"/>
              <a:gd name="T95" fmla="*/ 49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0" h="90">
                <a:moveTo>
                  <a:pt x="77" y="52"/>
                </a:moveTo>
                <a:cubicBezTo>
                  <a:pt x="77" y="53"/>
                  <a:pt x="76" y="54"/>
                  <a:pt x="76" y="55"/>
                </a:cubicBezTo>
                <a:cubicBezTo>
                  <a:pt x="76" y="56"/>
                  <a:pt x="76" y="57"/>
                  <a:pt x="75" y="58"/>
                </a:cubicBezTo>
                <a:cubicBezTo>
                  <a:pt x="75" y="58"/>
                  <a:pt x="75" y="59"/>
                  <a:pt x="74" y="60"/>
                </a:cubicBezTo>
                <a:cubicBezTo>
                  <a:pt x="74" y="61"/>
                  <a:pt x="73" y="62"/>
                  <a:pt x="73" y="63"/>
                </a:cubicBezTo>
                <a:cubicBezTo>
                  <a:pt x="80" y="73"/>
                  <a:pt x="80" y="73"/>
                  <a:pt x="80" y="73"/>
                </a:cubicBezTo>
                <a:cubicBezTo>
                  <a:pt x="73" y="80"/>
                  <a:pt x="73" y="80"/>
                  <a:pt x="73" y="80"/>
                </a:cubicBezTo>
                <a:cubicBezTo>
                  <a:pt x="63" y="73"/>
                  <a:pt x="63" y="73"/>
                  <a:pt x="63" y="73"/>
                </a:cubicBezTo>
                <a:cubicBezTo>
                  <a:pt x="62" y="73"/>
                  <a:pt x="61" y="74"/>
                  <a:pt x="60" y="74"/>
                </a:cubicBezTo>
                <a:cubicBezTo>
                  <a:pt x="60" y="75"/>
                  <a:pt x="59" y="75"/>
                  <a:pt x="58" y="75"/>
                </a:cubicBezTo>
                <a:cubicBezTo>
                  <a:pt x="57" y="76"/>
                  <a:pt x="56" y="76"/>
                  <a:pt x="55" y="76"/>
                </a:cubicBezTo>
                <a:cubicBezTo>
                  <a:pt x="55" y="77"/>
                  <a:pt x="54" y="77"/>
                  <a:pt x="53" y="77"/>
                </a:cubicBezTo>
                <a:cubicBezTo>
                  <a:pt x="51" y="90"/>
                  <a:pt x="51" y="90"/>
                  <a:pt x="51" y="90"/>
                </a:cubicBezTo>
                <a:cubicBezTo>
                  <a:pt x="39" y="90"/>
                  <a:pt x="39" y="90"/>
                  <a:pt x="39" y="90"/>
                </a:cubicBezTo>
                <a:cubicBezTo>
                  <a:pt x="38" y="77"/>
                  <a:pt x="38" y="77"/>
                  <a:pt x="38" y="77"/>
                </a:cubicBezTo>
                <a:cubicBezTo>
                  <a:pt x="37" y="77"/>
                  <a:pt x="36" y="77"/>
                  <a:pt x="35" y="76"/>
                </a:cubicBezTo>
                <a:cubicBezTo>
                  <a:pt x="34" y="76"/>
                  <a:pt x="33" y="76"/>
                  <a:pt x="32" y="75"/>
                </a:cubicBezTo>
                <a:cubicBezTo>
                  <a:pt x="31" y="75"/>
                  <a:pt x="30" y="74"/>
                  <a:pt x="30" y="74"/>
                </a:cubicBezTo>
                <a:cubicBezTo>
                  <a:pt x="29" y="74"/>
                  <a:pt x="28" y="73"/>
                  <a:pt x="27" y="73"/>
                </a:cubicBezTo>
                <a:cubicBezTo>
                  <a:pt x="18" y="80"/>
                  <a:pt x="18" y="80"/>
                  <a:pt x="18" y="80"/>
                </a:cubicBezTo>
                <a:cubicBezTo>
                  <a:pt x="10" y="73"/>
                  <a:pt x="10" y="73"/>
                  <a:pt x="10" y="73"/>
                </a:cubicBezTo>
                <a:cubicBezTo>
                  <a:pt x="18" y="63"/>
                  <a:pt x="18" y="63"/>
                  <a:pt x="18" y="63"/>
                </a:cubicBezTo>
                <a:cubicBezTo>
                  <a:pt x="17" y="62"/>
                  <a:pt x="17" y="61"/>
                  <a:pt x="16" y="61"/>
                </a:cubicBezTo>
                <a:cubicBezTo>
                  <a:pt x="16" y="60"/>
                  <a:pt x="15" y="59"/>
                  <a:pt x="15" y="58"/>
                </a:cubicBezTo>
                <a:cubicBezTo>
                  <a:pt x="15" y="57"/>
                  <a:pt x="14" y="56"/>
                  <a:pt x="14" y="55"/>
                </a:cubicBezTo>
                <a:cubicBezTo>
                  <a:pt x="14" y="54"/>
                  <a:pt x="13" y="53"/>
                  <a:pt x="13" y="53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9"/>
                  <a:pt x="0" y="39"/>
                  <a:pt x="0" y="39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7"/>
                  <a:pt x="14" y="36"/>
                  <a:pt x="14" y="35"/>
                </a:cubicBezTo>
                <a:cubicBezTo>
                  <a:pt x="14" y="34"/>
                  <a:pt x="15" y="33"/>
                  <a:pt x="15" y="32"/>
                </a:cubicBezTo>
                <a:cubicBezTo>
                  <a:pt x="15" y="32"/>
                  <a:pt x="16" y="31"/>
                  <a:pt x="16" y="30"/>
                </a:cubicBezTo>
                <a:cubicBezTo>
                  <a:pt x="16" y="29"/>
                  <a:pt x="17" y="28"/>
                  <a:pt x="17" y="28"/>
                </a:cubicBezTo>
                <a:cubicBezTo>
                  <a:pt x="10" y="18"/>
                  <a:pt x="10" y="18"/>
                  <a:pt x="10" y="18"/>
                </a:cubicBezTo>
                <a:cubicBezTo>
                  <a:pt x="18" y="10"/>
                  <a:pt x="18" y="10"/>
                  <a:pt x="18" y="10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9" y="16"/>
                  <a:pt x="30" y="16"/>
                </a:cubicBezTo>
                <a:cubicBezTo>
                  <a:pt x="31" y="16"/>
                  <a:pt x="32" y="15"/>
                  <a:pt x="32" y="15"/>
                </a:cubicBezTo>
                <a:cubicBezTo>
                  <a:pt x="33" y="15"/>
                  <a:pt x="34" y="14"/>
                  <a:pt x="35" y="14"/>
                </a:cubicBezTo>
                <a:cubicBezTo>
                  <a:pt x="36" y="14"/>
                  <a:pt x="37" y="13"/>
                  <a:pt x="38" y="13"/>
                </a:cubicBezTo>
                <a:cubicBezTo>
                  <a:pt x="39" y="0"/>
                  <a:pt x="39" y="0"/>
                  <a:pt x="39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3"/>
                  <a:pt x="54" y="14"/>
                  <a:pt x="55" y="14"/>
                </a:cubicBezTo>
                <a:cubicBezTo>
                  <a:pt x="56" y="14"/>
                  <a:pt x="57" y="15"/>
                  <a:pt x="58" y="15"/>
                </a:cubicBezTo>
                <a:cubicBezTo>
                  <a:pt x="59" y="15"/>
                  <a:pt x="60" y="16"/>
                  <a:pt x="60" y="16"/>
                </a:cubicBezTo>
                <a:cubicBezTo>
                  <a:pt x="61" y="17"/>
                  <a:pt x="62" y="17"/>
                  <a:pt x="63" y="18"/>
                </a:cubicBezTo>
                <a:cubicBezTo>
                  <a:pt x="72" y="10"/>
                  <a:pt x="72" y="10"/>
                  <a:pt x="72" y="10"/>
                </a:cubicBezTo>
                <a:cubicBezTo>
                  <a:pt x="80" y="18"/>
                  <a:pt x="80" y="18"/>
                  <a:pt x="80" y="18"/>
                </a:cubicBezTo>
                <a:cubicBezTo>
                  <a:pt x="73" y="27"/>
                  <a:pt x="73" y="27"/>
                  <a:pt x="73" y="27"/>
                </a:cubicBezTo>
                <a:cubicBezTo>
                  <a:pt x="73" y="28"/>
                  <a:pt x="73" y="29"/>
                  <a:pt x="74" y="30"/>
                </a:cubicBezTo>
                <a:cubicBezTo>
                  <a:pt x="74" y="30"/>
                  <a:pt x="75" y="31"/>
                  <a:pt x="75" y="32"/>
                </a:cubicBezTo>
                <a:cubicBezTo>
                  <a:pt x="75" y="33"/>
                  <a:pt x="76" y="34"/>
                  <a:pt x="76" y="35"/>
                </a:cubicBezTo>
                <a:cubicBezTo>
                  <a:pt x="76" y="36"/>
                  <a:pt x="77" y="37"/>
                  <a:pt x="77" y="38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51"/>
                  <a:pt x="90" y="51"/>
                  <a:pt x="90" y="51"/>
                </a:cubicBezTo>
                <a:lnTo>
                  <a:pt x="77" y="52"/>
                </a:lnTo>
                <a:close/>
                <a:moveTo>
                  <a:pt x="3" y="48"/>
                </a:moveTo>
                <a:cubicBezTo>
                  <a:pt x="13" y="49"/>
                  <a:pt x="13" y="49"/>
                  <a:pt x="13" y="49"/>
                </a:cubicBezTo>
                <a:cubicBezTo>
                  <a:pt x="13" y="48"/>
                  <a:pt x="13" y="48"/>
                  <a:pt x="13" y="47"/>
                </a:cubicBezTo>
                <a:cubicBezTo>
                  <a:pt x="13" y="46"/>
                  <a:pt x="13" y="46"/>
                  <a:pt x="13" y="45"/>
                </a:cubicBezTo>
                <a:cubicBezTo>
                  <a:pt x="13" y="44"/>
                  <a:pt x="13" y="43"/>
                  <a:pt x="13" y="43"/>
                </a:cubicBezTo>
                <a:cubicBezTo>
                  <a:pt x="13" y="42"/>
                  <a:pt x="13" y="41"/>
                  <a:pt x="13" y="41"/>
                </a:cubicBezTo>
                <a:cubicBezTo>
                  <a:pt x="3" y="42"/>
                  <a:pt x="3" y="42"/>
                  <a:pt x="3" y="42"/>
                </a:cubicBezTo>
                <a:lnTo>
                  <a:pt x="3" y="48"/>
                </a:lnTo>
                <a:close/>
                <a:moveTo>
                  <a:pt x="14" y="18"/>
                </a:moveTo>
                <a:cubicBezTo>
                  <a:pt x="19" y="25"/>
                  <a:pt x="19" y="25"/>
                  <a:pt x="19" y="25"/>
                </a:cubicBezTo>
                <a:cubicBezTo>
                  <a:pt x="20" y="25"/>
                  <a:pt x="20" y="24"/>
                  <a:pt x="21" y="24"/>
                </a:cubicBezTo>
                <a:cubicBezTo>
                  <a:pt x="21" y="23"/>
                  <a:pt x="22" y="23"/>
                  <a:pt x="22" y="22"/>
                </a:cubicBezTo>
                <a:cubicBezTo>
                  <a:pt x="23" y="22"/>
                  <a:pt x="23" y="21"/>
                  <a:pt x="24" y="21"/>
                </a:cubicBezTo>
                <a:cubicBezTo>
                  <a:pt x="24" y="20"/>
                  <a:pt x="25" y="20"/>
                  <a:pt x="25" y="19"/>
                </a:cubicBezTo>
                <a:cubicBezTo>
                  <a:pt x="18" y="14"/>
                  <a:pt x="18" y="14"/>
                  <a:pt x="18" y="14"/>
                </a:cubicBezTo>
                <a:lnTo>
                  <a:pt x="14" y="18"/>
                </a:lnTo>
                <a:close/>
                <a:moveTo>
                  <a:pt x="18" y="75"/>
                </a:moveTo>
                <a:cubicBezTo>
                  <a:pt x="25" y="70"/>
                  <a:pt x="25" y="70"/>
                  <a:pt x="25" y="70"/>
                </a:cubicBezTo>
                <a:cubicBezTo>
                  <a:pt x="24" y="70"/>
                  <a:pt x="24" y="69"/>
                  <a:pt x="23" y="69"/>
                </a:cubicBezTo>
                <a:cubicBezTo>
                  <a:pt x="23" y="69"/>
                  <a:pt x="23" y="68"/>
                  <a:pt x="22" y="68"/>
                </a:cubicBezTo>
                <a:cubicBezTo>
                  <a:pt x="22" y="67"/>
                  <a:pt x="21" y="67"/>
                  <a:pt x="21" y="66"/>
                </a:cubicBezTo>
                <a:cubicBezTo>
                  <a:pt x="20" y="66"/>
                  <a:pt x="20" y="65"/>
                  <a:pt x="20" y="65"/>
                </a:cubicBezTo>
                <a:cubicBezTo>
                  <a:pt x="14" y="72"/>
                  <a:pt x="14" y="72"/>
                  <a:pt x="14" y="72"/>
                </a:cubicBezTo>
                <a:lnTo>
                  <a:pt x="18" y="75"/>
                </a:lnTo>
                <a:close/>
                <a:moveTo>
                  <a:pt x="45" y="74"/>
                </a:moveTo>
                <a:cubicBezTo>
                  <a:pt x="47" y="74"/>
                  <a:pt x="49" y="74"/>
                  <a:pt x="51" y="73"/>
                </a:cubicBezTo>
                <a:cubicBezTo>
                  <a:pt x="53" y="73"/>
                  <a:pt x="54" y="72"/>
                  <a:pt x="56" y="72"/>
                </a:cubicBezTo>
                <a:cubicBezTo>
                  <a:pt x="58" y="71"/>
                  <a:pt x="59" y="70"/>
                  <a:pt x="61" y="69"/>
                </a:cubicBezTo>
                <a:cubicBezTo>
                  <a:pt x="63" y="68"/>
                  <a:pt x="64" y="67"/>
                  <a:pt x="65" y="65"/>
                </a:cubicBezTo>
                <a:cubicBezTo>
                  <a:pt x="67" y="64"/>
                  <a:pt x="68" y="62"/>
                  <a:pt x="69" y="61"/>
                </a:cubicBezTo>
                <a:cubicBezTo>
                  <a:pt x="70" y="59"/>
                  <a:pt x="71" y="58"/>
                  <a:pt x="72" y="56"/>
                </a:cubicBezTo>
                <a:cubicBezTo>
                  <a:pt x="72" y="54"/>
                  <a:pt x="73" y="52"/>
                  <a:pt x="73" y="51"/>
                </a:cubicBezTo>
                <a:cubicBezTo>
                  <a:pt x="74" y="49"/>
                  <a:pt x="74" y="47"/>
                  <a:pt x="74" y="45"/>
                </a:cubicBezTo>
                <a:cubicBezTo>
                  <a:pt x="74" y="41"/>
                  <a:pt x="73" y="37"/>
                  <a:pt x="72" y="34"/>
                </a:cubicBezTo>
                <a:cubicBezTo>
                  <a:pt x="70" y="30"/>
                  <a:pt x="68" y="27"/>
                  <a:pt x="65" y="24"/>
                </a:cubicBezTo>
                <a:cubicBezTo>
                  <a:pt x="63" y="22"/>
                  <a:pt x="60" y="20"/>
                  <a:pt x="56" y="18"/>
                </a:cubicBezTo>
                <a:cubicBezTo>
                  <a:pt x="53" y="17"/>
                  <a:pt x="49" y="16"/>
                  <a:pt x="45" y="16"/>
                </a:cubicBezTo>
                <a:cubicBezTo>
                  <a:pt x="43" y="16"/>
                  <a:pt x="41" y="16"/>
                  <a:pt x="39" y="17"/>
                </a:cubicBezTo>
                <a:cubicBezTo>
                  <a:pt x="37" y="17"/>
                  <a:pt x="36" y="17"/>
                  <a:pt x="34" y="18"/>
                </a:cubicBezTo>
                <a:cubicBezTo>
                  <a:pt x="32" y="19"/>
                  <a:pt x="30" y="20"/>
                  <a:pt x="29" y="21"/>
                </a:cubicBezTo>
                <a:cubicBezTo>
                  <a:pt x="27" y="22"/>
                  <a:pt x="26" y="23"/>
                  <a:pt x="24" y="24"/>
                </a:cubicBezTo>
                <a:cubicBezTo>
                  <a:pt x="23" y="26"/>
                  <a:pt x="22" y="27"/>
                  <a:pt x="21" y="29"/>
                </a:cubicBezTo>
                <a:cubicBezTo>
                  <a:pt x="20" y="30"/>
                  <a:pt x="19" y="32"/>
                  <a:pt x="18" y="34"/>
                </a:cubicBezTo>
                <a:cubicBezTo>
                  <a:pt x="17" y="36"/>
                  <a:pt x="17" y="37"/>
                  <a:pt x="16" y="39"/>
                </a:cubicBezTo>
                <a:cubicBezTo>
                  <a:pt x="16" y="41"/>
                  <a:pt x="16" y="43"/>
                  <a:pt x="16" y="45"/>
                </a:cubicBezTo>
                <a:cubicBezTo>
                  <a:pt x="16" y="49"/>
                  <a:pt x="17" y="53"/>
                  <a:pt x="18" y="56"/>
                </a:cubicBezTo>
                <a:cubicBezTo>
                  <a:pt x="20" y="60"/>
                  <a:pt x="22" y="63"/>
                  <a:pt x="24" y="65"/>
                </a:cubicBezTo>
                <a:cubicBezTo>
                  <a:pt x="27" y="68"/>
                  <a:pt x="30" y="70"/>
                  <a:pt x="34" y="72"/>
                </a:cubicBezTo>
                <a:cubicBezTo>
                  <a:pt x="37" y="73"/>
                  <a:pt x="41" y="74"/>
                  <a:pt x="45" y="74"/>
                </a:cubicBezTo>
                <a:close/>
                <a:moveTo>
                  <a:pt x="48" y="87"/>
                </a:moveTo>
                <a:cubicBezTo>
                  <a:pt x="49" y="77"/>
                  <a:pt x="49" y="77"/>
                  <a:pt x="49" y="77"/>
                </a:cubicBezTo>
                <a:cubicBezTo>
                  <a:pt x="48" y="77"/>
                  <a:pt x="48" y="77"/>
                  <a:pt x="47" y="77"/>
                </a:cubicBezTo>
                <a:cubicBezTo>
                  <a:pt x="46" y="77"/>
                  <a:pt x="46" y="77"/>
                  <a:pt x="45" y="77"/>
                </a:cubicBezTo>
                <a:cubicBezTo>
                  <a:pt x="44" y="77"/>
                  <a:pt x="43" y="77"/>
                  <a:pt x="43" y="77"/>
                </a:cubicBezTo>
                <a:cubicBezTo>
                  <a:pt x="42" y="77"/>
                  <a:pt x="41" y="77"/>
                  <a:pt x="41" y="77"/>
                </a:cubicBezTo>
                <a:cubicBezTo>
                  <a:pt x="42" y="87"/>
                  <a:pt x="42" y="87"/>
                  <a:pt x="42" y="87"/>
                </a:cubicBezTo>
                <a:lnTo>
                  <a:pt x="48" y="87"/>
                </a:lnTo>
                <a:close/>
                <a:moveTo>
                  <a:pt x="42" y="3"/>
                </a:move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2" y="13"/>
                  <a:pt x="43" y="13"/>
                </a:cubicBezTo>
                <a:cubicBezTo>
                  <a:pt x="44" y="13"/>
                  <a:pt x="44" y="13"/>
                  <a:pt x="45" y="13"/>
                </a:cubicBezTo>
                <a:cubicBezTo>
                  <a:pt x="46" y="13"/>
                  <a:pt x="46" y="13"/>
                  <a:pt x="47" y="13"/>
                </a:cubicBezTo>
                <a:cubicBezTo>
                  <a:pt x="48" y="13"/>
                  <a:pt x="48" y="13"/>
                  <a:pt x="49" y="13"/>
                </a:cubicBezTo>
                <a:cubicBezTo>
                  <a:pt x="48" y="3"/>
                  <a:pt x="48" y="3"/>
                  <a:pt x="48" y="3"/>
                </a:cubicBezTo>
                <a:lnTo>
                  <a:pt x="42" y="3"/>
                </a:lnTo>
                <a:close/>
                <a:moveTo>
                  <a:pt x="72" y="14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20"/>
                  <a:pt x="66" y="20"/>
                  <a:pt x="66" y="21"/>
                </a:cubicBezTo>
                <a:cubicBezTo>
                  <a:pt x="67" y="21"/>
                  <a:pt x="67" y="22"/>
                  <a:pt x="68" y="22"/>
                </a:cubicBezTo>
                <a:cubicBezTo>
                  <a:pt x="68" y="22"/>
                  <a:pt x="69" y="23"/>
                  <a:pt x="69" y="23"/>
                </a:cubicBezTo>
                <a:cubicBezTo>
                  <a:pt x="69" y="24"/>
                  <a:pt x="70" y="24"/>
                  <a:pt x="70" y="25"/>
                </a:cubicBezTo>
                <a:cubicBezTo>
                  <a:pt x="75" y="18"/>
                  <a:pt x="75" y="18"/>
                  <a:pt x="75" y="18"/>
                </a:cubicBezTo>
                <a:lnTo>
                  <a:pt x="72" y="14"/>
                </a:lnTo>
                <a:close/>
                <a:moveTo>
                  <a:pt x="76" y="72"/>
                </a:moveTo>
                <a:cubicBezTo>
                  <a:pt x="70" y="64"/>
                  <a:pt x="70" y="64"/>
                  <a:pt x="70" y="64"/>
                </a:cubicBezTo>
                <a:cubicBezTo>
                  <a:pt x="70" y="65"/>
                  <a:pt x="70" y="66"/>
                  <a:pt x="69" y="66"/>
                </a:cubicBezTo>
                <a:cubicBezTo>
                  <a:pt x="69" y="66"/>
                  <a:pt x="68" y="67"/>
                  <a:pt x="68" y="67"/>
                </a:cubicBezTo>
                <a:cubicBezTo>
                  <a:pt x="67" y="68"/>
                  <a:pt x="67" y="68"/>
                  <a:pt x="66" y="69"/>
                </a:cubicBezTo>
                <a:cubicBezTo>
                  <a:pt x="66" y="69"/>
                  <a:pt x="65" y="70"/>
                  <a:pt x="65" y="70"/>
                </a:cubicBezTo>
                <a:cubicBezTo>
                  <a:pt x="72" y="75"/>
                  <a:pt x="72" y="75"/>
                  <a:pt x="72" y="75"/>
                </a:cubicBezTo>
                <a:lnTo>
                  <a:pt x="76" y="72"/>
                </a:lnTo>
                <a:close/>
                <a:moveTo>
                  <a:pt x="87" y="42"/>
                </a:moveTo>
                <a:cubicBezTo>
                  <a:pt x="77" y="41"/>
                  <a:pt x="77" y="41"/>
                  <a:pt x="77" y="41"/>
                </a:cubicBezTo>
                <a:cubicBezTo>
                  <a:pt x="77" y="41"/>
                  <a:pt x="77" y="42"/>
                  <a:pt x="77" y="43"/>
                </a:cubicBezTo>
                <a:cubicBezTo>
                  <a:pt x="77" y="43"/>
                  <a:pt x="77" y="44"/>
                  <a:pt x="77" y="45"/>
                </a:cubicBezTo>
                <a:cubicBezTo>
                  <a:pt x="77" y="45"/>
                  <a:pt x="77" y="46"/>
                  <a:pt x="77" y="47"/>
                </a:cubicBezTo>
                <a:cubicBezTo>
                  <a:pt x="77" y="48"/>
                  <a:pt x="77" y="48"/>
                  <a:pt x="77" y="49"/>
                </a:cubicBezTo>
                <a:cubicBezTo>
                  <a:pt x="87" y="48"/>
                  <a:pt x="87" y="48"/>
                  <a:pt x="87" y="48"/>
                </a:cubicBezTo>
                <a:lnTo>
                  <a:pt x="87" y="4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6" name="Freeform 178"/>
          <p:cNvSpPr>
            <a:spLocks noEditPoints="1"/>
          </p:cNvSpPr>
          <p:nvPr/>
        </p:nvSpPr>
        <p:spPr bwMode="auto">
          <a:xfrm>
            <a:off x="11414125" y="4709308"/>
            <a:ext cx="223838" cy="300038"/>
          </a:xfrm>
          <a:custGeom>
            <a:avLst/>
            <a:gdLst>
              <a:gd name="T0" fmla="*/ 30 w 60"/>
              <a:gd name="T1" fmla="*/ 0 h 80"/>
              <a:gd name="T2" fmla="*/ 60 w 60"/>
              <a:gd name="T3" fmla="*/ 6 h 80"/>
              <a:gd name="T4" fmla="*/ 60 w 60"/>
              <a:gd name="T5" fmla="*/ 49 h 80"/>
              <a:gd name="T6" fmla="*/ 59 w 60"/>
              <a:gd name="T7" fmla="*/ 57 h 80"/>
              <a:gd name="T8" fmla="*/ 53 w 60"/>
              <a:gd name="T9" fmla="*/ 65 h 80"/>
              <a:gd name="T10" fmla="*/ 44 w 60"/>
              <a:gd name="T11" fmla="*/ 73 h 80"/>
              <a:gd name="T12" fmla="*/ 30 w 60"/>
              <a:gd name="T13" fmla="*/ 80 h 80"/>
              <a:gd name="T14" fmla="*/ 16 w 60"/>
              <a:gd name="T15" fmla="*/ 73 h 80"/>
              <a:gd name="T16" fmla="*/ 7 w 60"/>
              <a:gd name="T17" fmla="*/ 65 h 80"/>
              <a:gd name="T18" fmla="*/ 2 w 60"/>
              <a:gd name="T19" fmla="*/ 57 h 80"/>
              <a:gd name="T20" fmla="*/ 0 w 60"/>
              <a:gd name="T21" fmla="*/ 49 h 80"/>
              <a:gd name="T22" fmla="*/ 0 w 60"/>
              <a:gd name="T23" fmla="*/ 6 h 80"/>
              <a:gd name="T24" fmla="*/ 30 w 60"/>
              <a:gd name="T25" fmla="*/ 0 h 80"/>
              <a:gd name="T26" fmla="*/ 57 w 60"/>
              <a:gd name="T27" fmla="*/ 49 h 80"/>
              <a:gd name="T28" fmla="*/ 57 w 60"/>
              <a:gd name="T29" fmla="*/ 8 h 80"/>
              <a:gd name="T30" fmla="*/ 30 w 60"/>
              <a:gd name="T31" fmla="*/ 3 h 80"/>
              <a:gd name="T32" fmla="*/ 3 w 60"/>
              <a:gd name="T33" fmla="*/ 8 h 80"/>
              <a:gd name="T34" fmla="*/ 3 w 60"/>
              <a:gd name="T35" fmla="*/ 49 h 80"/>
              <a:gd name="T36" fmla="*/ 5 w 60"/>
              <a:gd name="T37" fmla="*/ 56 h 80"/>
              <a:gd name="T38" fmla="*/ 9 w 60"/>
              <a:gd name="T39" fmla="*/ 63 h 80"/>
              <a:gd name="T40" fmla="*/ 18 w 60"/>
              <a:gd name="T41" fmla="*/ 71 h 80"/>
              <a:gd name="T42" fmla="*/ 30 w 60"/>
              <a:gd name="T43" fmla="*/ 76 h 80"/>
              <a:gd name="T44" fmla="*/ 42 w 60"/>
              <a:gd name="T45" fmla="*/ 71 h 80"/>
              <a:gd name="T46" fmla="*/ 51 w 60"/>
              <a:gd name="T47" fmla="*/ 63 h 80"/>
              <a:gd name="T48" fmla="*/ 56 w 60"/>
              <a:gd name="T49" fmla="*/ 56 h 80"/>
              <a:gd name="T50" fmla="*/ 57 w 60"/>
              <a:gd name="T51" fmla="*/ 49 h 80"/>
              <a:gd name="T52" fmla="*/ 30 w 60"/>
              <a:gd name="T53" fmla="*/ 34 h 80"/>
              <a:gd name="T54" fmla="*/ 40 w 60"/>
              <a:gd name="T55" fmla="*/ 24 h 80"/>
              <a:gd name="T56" fmla="*/ 42 w 60"/>
              <a:gd name="T57" fmla="*/ 26 h 80"/>
              <a:gd name="T58" fmla="*/ 33 w 60"/>
              <a:gd name="T59" fmla="*/ 36 h 80"/>
              <a:gd name="T60" fmla="*/ 42 w 60"/>
              <a:gd name="T61" fmla="*/ 46 h 80"/>
              <a:gd name="T62" fmla="*/ 40 w 60"/>
              <a:gd name="T63" fmla="*/ 48 h 80"/>
              <a:gd name="T64" fmla="*/ 30 w 60"/>
              <a:gd name="T65" fmla="*/ 38 h 80"/>
              <a:gd name="T66" fmla="*/ 21 w 60"/>
              <a:gd name="T67" fmla="*/ 48 h 80"/>
              <a:gd name="T68" fmla="*/ 19 w 60"/>
              <a:gd name="T69" fmla="*/ 46 h 80"/>
              <a:gd name="T70" fmla="*/ 28 w 60"/>
              <a:gd name="T71" fmla="*/ 36 h 80"/>
              <a:gd name="T72" fmla="*/ 19 w 60"/>
              <a:gd name="T73" fmla="*/ 26 h 80"/>
              <a:gd name="T74" fmla="*/ 21 w 60"/>
              <a:gd name="T75" fmla="*/ 24 h 80"/>
              <a:gd name="T76" fmla="*/ 30 w 60"/>
              <a:gd name="T77" fmla="*/ 3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0" h="80">
                <a:moveTo>
                  <a:pt x="30" y="0"/>
                </a:moveTo>
                <a:cubicBezTo>
                  <a:pt x="60" y="6"/>
                  <a:pt x="60" y="6"/>
                  <a:pt x="60" y="6"/>
                </a:cubicBezTo>
                <a:cubicBezTo>
                  <a:pt x="60" y="31"/>
                  <a:pt x="60" y="45"/>
                  <a:pt x="60" y="49"/>
                </a:cubicBezTo>
                <a:cubicBezTo>
                  <a:pt x="60" y="51"/>
                  <a:pt x="60" y="54"/>
                  <a:pt x="59" y="57"/>
                </a:cubicBezTo>
                <a:cubicBezTo>
                  <a:pt x="58" y="60"/>
                  <a:pt x="56" y="63"/>
                  <a:pt x="53" y="65"/>
                </a:cubicBezTo>
                <a:cubicBezTo>
                  <a:pt x="51" y="68"/>
                  <a:pt x="48" y="71"/>
                  <a:pt x="44" y="73"/>
                </a:cubicBezTo>
                <a:cubicBezTo>
                  <a:pt x="40" y="76"/>
                  <a:pt x="35" y="78"/>
                  <a:pt x="30" y="80"/>
                </a:cubicBezTo>
                <a:cubicBezTo>
                  <a:pt x="25" y="78"/>
                  <a:pt x="20" y="76"/>
                  <a:pt x="16" y="73"/>
                </a:cubicBezTo>
                <a:cubicBezTo>
                  <a:pt x="13" y="71"/>
                  <a:pt x="9" y="68"/>
                  <a:pt x="7" y="65"/>
                </a:cubicBezTo>
                <a:cubicBezTo>
                  <a:pt x="5" y="63"/>
                  <a:pt x="3" y="60"/>
                  <a:pt x="2" y="57"/>
                </a:cubicBezTo>
                <a:cubicBezTo>
                  <a:pt x="0" y="54"/>
                  <a:pt x="0" y="51"/>
                  <a:pt x="0" y="49"/>
                </a:cubicBezTo>
                <a:cubicBezTo>
                  <a:pt x="0" y="45"/>
                  <a:pt x="0" y="31"/>
                  <a:pt x="0" y="6"/>
                </a:cubicBezTo>
                <a:lnTo>
                  <a:pt x="30" y="0"/>
                </a:lnTo>
                <a:close/>
                <a:moveTo>
                  <a:pt x="57" y="49"/>
                </a:moveTo>
                <a:cubicBezTo>
                  <a:pt x="57" y="8"/>
                  <a:pt x="57" y="8"/>
                  <a:pt x="57" y="8"/>
                </a:cubicBezTo>
                <a:cubicBezTo>
                  <a:pt x="30" y="3"/>
                  <a:pt x="30" y="3"/>
                  <a:pt x="30" y="3"/>
                </a:cubicBezTo>
                <a:cubicBezTo>
                  <a:pt x="3" y="8"/>
                  <a:pt x="3" y="8"/>
                  <a:pt x="3" y="8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51"/>
                  <a:pt x="3" y="53"/>
                  <a:pt x="5" y="56"/>
                </a:cubicBezTo>
                <a:cubicBezTo>
                  <a:pt x="6" y="58"/>
                  <a:pt x="7" y="61"/>
                  <a:pt x="9" y="63"/>
                </a:cubicBezTo>
                <a:cubicBezTo>
                  <a:pt x="12" y="66"/>
                  <a:pt x="15" y="68"/>
                  <a:pt x="18" y="71"/>
                </a:cubicBezTo>
                <a:cubicBezTo>
                  <a:pt x="21" y="73"/>
                  <a:pt x="25" y="75"/>
                  <a:pt x="30" y="76"/>
                </a:cubicBezTo>
                <a:cubicBezTo>
                  <a:pt x="35" y="75"/>
                  <a:pt x="39" y="73"/>
                  <a:pt x="42" y="71"/>
                </a:cubicBezTo>
                <a:cubicBezTo>
                  <a:pt x="46" y="68"/>
                  <a:pt x="48" y="66"/>
                  <a:pt x="51" y="63"/>
                </a:cubicBezTo>
                <a:cubicBezTo>
                  <a:pt x="53" y="61"/>
                  <a:pt x="55" y="58"/>
                  <a:pt x="56" y="56"/>
                </a:cubicBezTo>
                <a:cubicBezTo>
                  <a:pt x="57" y="53"/>
                  <a:pt x="57" y="51"/>
                  <a:pt x="57" y="49"/>
                </a:cubicBezTo>
                <a:close/>
                <a:moveTo>
                  <a:pt x="30" y="34"/>
                </a:moveTo>
                <a:cubicBezTo>
                  <a:pt x="40" y="24"/>
                  <a:pt x="40" y="24"/>
                  <a:pt x="40" y="24"/>
                </a:cubicBezTo>
                <a:cubicBezTo>
                  <a:pt x="42" y="26"/>
                  <a:pt x="42" y="26"/>
                  <a:pt x="42" y="26"/>
                </a:cubicBezTo>
                <a:cubicBezTo>
                  <a:pt x="33" y="36"/>
                  <a:pt x="33" y="36"/>
                  <a:pt x="33" y="36"/>
                </a:cubicBezTo>
                <a:cubicBezTo>
                  <a:pt x="42" y="46"/>
                  <a:pt x="42" y="46"/>
                  <a:pt x="42" y="46"/>
                </a:cubicBezTo>
                <a:cubicBezTo>
                  <a:pt x="40" y="48"/>
                  <a:pt x="40" y="48"/>
                  <a:pt x="40" y="48"/>
                </a:cubicBezTo>
                <a:cubicBezTo>
                  <a:pt x="30" y="38"/>
                  <a:pt x="30" y="38"/>
                  <a:pt x="30" y="38"/>
                </a:cubicBezTo>
                <a:cubicBezTo>
                  <a:pt x="21" y="48"/>
                  <a:pt x="21" y="48"/>
                  <a:pt x="21" y="48"/>
                </a:cubicBezTo>
                <a:cubicBezTo>
                  <a:pt x="19" y="46"/>
                  <a:pt x="19" y="46"/>
                  <a:pt x="19" y="46"/>
                </a:cubicBezTo>
                <a:cubicBezTo>
                  <a:pt x="28" y="36"/>
                  <a:pt x="28" y="36"/>
                  <a:pt x="28" y="36"/>
                </a:cubicBezTo>
                <a:cubicBezTo>
                  <a:pt x="19" y="26"/>
                  <a:pt x="19" y="26"/>
                  <a:pt x="19" y="26"/>
                </a:cubicBezTo>
                <a:cubicBezTo>
                  <a:pt x="21" y="24"/>
                  <a:pt x="21" y="24"/>
                  <a:pt x="21" y="24"/>
                </a:cubicBezTo>
                <a:lnTo>
                  <a:pt x="30" y="34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7" name="Freeform 179"/>
          <p:cNvSpPr>
            <a:spLocks noEditPoints="1"/>
          </p:cNvSpPr>
          <p:nvPr/>
        </p:nvSpPr>
        <p:spPr bwMode="auto">
          <a:xfrm>
            <a:off x="5257800" y="5149046"/>
            <a:ext cx="288925" cy="288925"/>
          </a:xfrm>
          <a:custGeom>
            <a:avLst/>
            <a:gdLst>
              <a:gd name="T0" fmla="*/ 54 w 77"/>
              <a:gd name="T1" fmla="*/ 3 h 77"/>
              <a:gd name="T2" fmla="*/ 74 w 77"/>
              <a:gd name="T3" fmla="*/ 23 h 77"/>
              <a:gd name="T4" fmla="*/ 74 w 77"/>
              <a:gd name="T5" fmla="*/ 53 h 77"/>
              <a:gd name="T6" fmla="*/ 54 w 77"/>
              <a:gd name="T7" fmla="*/ 74 h 77"/>
              <a:gd name="T8" fmla="*/ 24 w 77"/>
              <a:gd name="T9" fmla="*/ 74 h 77"/>
              <a:gd name="T10" fmla="*/ 3 w 77"/>
              <a:gd name="T11" fmla="*/ 53 h 77"/>
              <a:gd name="T12" fmla="*/ 3 w 77"/>
              <a:gd name="T13" fmla="*/ 23 h 77"/>
              <a:gd name="T14" fmla="*/ 24 w 77"/>
              <a:gd name="T15" fmla="*/ 3 h 77"/>
              <a:gd name="T16" fmla="*/ 39 w 77"/>
              <a:gd name="T17" fmla="*/ 73 h 77"/>
              <a:gd name="T18" fmla="*/ 63 w 77"/>
              <a:gd name="T19" fmla="*/ 63 h 77"/>
              <a:gd name="T20" fmla="*/ 74 w 77"/>
              <a:gd name="T21" fmla="*/ 38 h 77"/>
              <a:gd name="T22" fmla="*/ 63 w 77"/>
              <a:gd name="T23" fmla="*/ 13 h 77"/>
              <a:gd name="T24" fmla="*/ 39 w 77"/>
              <a:gd name="T25" fmla="*/ 3 h 77"/>
              <a:gd name="T26" fmla="*/ 14 w 77"/>
              <a:gd name="T27" fmla="*/ 13 h 77"/>
              <a:gd name="T28" fmla="*/ 3 w 77"/>
              <a:gd name="T29" fmla="*/ 38 h 77"/>
              <a:gd name="T30" fmla="*/ 14 w 77"/>
              <a:gd name="T31" fmla="*/ 63 h 77"/>
              <a:gd name="T32" fmla="*/ 39 w 77"/>
              <a:gd name="T33" fmla="*/ 73 h 77"/>
              <a:gd name="T34" fmla="*/ 59 w 77"/>
              <a:gd name="T35" fmla="*/ 48 h 77"/>
              <a:gd name="T36" fmla="*/ 56 w 77"/>
              <a:gd name="T37" fmla="*/ 55 h 77"/>
              <a:gd name="T38" fmla="*/ 45 w 77"/>
              <a:gd name="T39" fmla="*/ 61 h 77"/>
              <a:gd name="T40" fmla="*/ 32 w 77"/>
              <a:gd name="T41" fmla="*/ 61 h 77"/>
              <a:gd name="T42" fmla="*/ 22 w 77"/>
              <a:gd name="T43" fmla="*/ 55 h 77"/>
              <a:gd name="T44" fmla="*/ 18 w 77"/>
              <a:gd name="T45" fmla="*/ 48 h 77"/>
              <a:gd name="T46" fmla="*/ 20 w 77"/>
              <a:gd name="T47" fmla="*/ 47 h 77"/>
              <a:gd name="T48" fmla="*/ 24 w 77"/>
              <a:gd name="T49" fmla="*/ 53 h 77"/>
              <a:gd name="T50" fmla="*/ 33 w 77"/>
              <a:gd name="T51" fmla="*/ 58 h 77"/>
              <a:gd name="T52" fmla="*/ 44 w 77"/>
              <a:gd name="T53" fmla="*/ 58 h 77"/>
              <a:gd name="T54" fmla="*/ 53 w 77"/>
              <a:gd name="T55" fmla="*/ 53 h 77"/>
              <a:gd name="T56" fmla="*/ 57 w 77"/>
              <a:gd name="T57" fmla="*/ 47 h 77"/>
              <a:gd name="T58" fmla="*/ 31 w 77"/>
              <a:gd name="T59" fmla="*/ 30 h 77"/>
              <a:gd name="T60" fmla="*/ 29 w 77"/>
              <a:gd name="T61" fmla="*/ 27 h 77"/>
              <a:gd name="T62" fmla="*/ 26 w 77"/>
              <a:gd name="T63" fmla="*/ 25 h 77"/>
              <a:gd name="T64" fmla="*/ 22 w 77"/>
              <a:gd name="T65" fmla="*/ 27 h 77"/>
              <a:gd name="T66" fmla="*/ 21 w 77"/>
              <a:gd name="T67" fmla="*/ 30 h 77"/>
              <a:gd name="T68" fmla="*/ 22 w 77"/>
              <a:gd name="T69" fmla="*/ 33 h 77"/>
              <a:gd name="T70" fmla="*/ 26 w 77"/>
              <a:gd name="T71" fmla="*/ 35 h 77"/>
              <a:gd name="T72" fmla="*/ 29 w 77"/>
              <a:gd name="T73" fmla="*/ 33 h 77"/>
              <a:gd name="T74" fmla="*/ 31 w 77"/>
              <a:gd name="T75" fmla="*/ 30 h 77"/>
              <a:gd name="T76" fmla="*/ 56 w 77"/>
              <a:gd name="T77" fmla="*/ 28 h 77"/>
              <a:gd name="T78" fmla="*/ 53 w 77"/>
              <a:gd name="T79" fmla="*/ 26 h 77"/>
              <a:gd name="T80" fmla="*/ 50 w 77"/>
              <a:gd name="T81" fmla="*/ 26 h 77"/>
              <a:gd name="T82" fmla="*/ 47 w 77"/>
              <a:gd name="T83" fmla="*/ 28 h 77"/>
              <a:gd name="T84" fmla="*/ 47 w 77"/>
              <a:gd name="T85" fmla="*/ 32 h 77"/>
              <a:gd name="T86" fmla="*/ 50 w 77"/>
              <a:gd name="T87" fmla="*/ 35 h 77"/>
              <a:gd name="T88" fmla="*/ 53 w 77"/>
              <a:gd name="T89" fmla="*/ 35 h 77"/>
              <a:gd name="T90" fmla="*/ 56 w 77"/>
              <a:gd name="T91" fmla="*/ 32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7" h="77">
                <a:moveTo>
                  <a:pt x="39" y="0"/>
                </a:moveTo>
                <a:cubicBezTo>
                  <a:pt x="44" y="0"/>
                  <a:pt x="49" y="1"/>
                  <a:pt x="54" y="3"/>
                </a:cubicBezTo>
                <a:cubicBezTo>
                  <a:pt x="58" y="5"/>
                  <a:pt x="62" y="7"/>
                  <a:pt x="66" y="11"/>
                </a:cubicBezTo>
                <a:cubicBezTo>
                  <a:pt x="69" y="14"/>
                  <a:pt x="72" y="18"/>
                  <a:pt x="74" y="23"/>
                </a:cubicBezTo>
                <a:cubicBezTo>
                  <a:pt x="76" y="28"/>
                  <a:pt x="77" y="33"/>
                  <a:pt x="77" y="38"/>
                </a:cubicBezTo>
                <a:cubicBezTo>
                  <a:pt x="77" y="43"/>
                  <a:pt x="76" y="48"/>
                  <a:pt x="74" y="53"/>
                </a:cubicBezTo>
                <a:cubicBezTo>
                  <a:pt x="72" y="58"/>
                  <a:pt x="69" y="62"/>
                  <a:pt x="66" y="65"/>
                </a:cubicBezTo>
                <a:cubicBezTo>
                  <a:pt x="62" y="69"/>
                  <a:pt x="58" y="72"/>
                  <a:pt x="54" y="74"/>
                </a:cubicBezTo>
                <a:cubicBezTo>
                  <a:pt x="49" y="76"/>
                  <a:pt x="44" y="77"/>
                  <a:pt x="39" y="77"/>
                </a:cubicBezTo>
                <a:cubicBezTo>
                  <a:pt x="33" y="77"/>
                  <a:pt x="28" y="76"/>
                  <a:pt x="24" y="74"/>
                </a:cubicBezTo>
                <a:cubicBezTo>
                  <a:pt x="19" y="72"/>
                  <a:pt x="15" y="69"/>
                  <a:pt x="11" y="65"/>
                </a:cubicBezTo>
                <a:cubicBezTo>
                  <a:pt x="8" y="62"/>
                  <a:pt x="5" y="58"/>
                  <a:pt x="3" y="53"/>
                </a:cubicBezTo>
                <a:cubicBezTo>
                  <a:pt x="1" y="48"/>
                  <a:pt x="0" y="43"/>
                  <a:pt x="0" y="38"/>
                </a:cubicBezTo>
                <a:cubicBezTo>
                  <a:pt x="0" y="33"/>
                  <a:pt x="1" y="28"/>
                  <a:pt x="3" y="23"/>
                </a:cubicBezTo>
                <a:cubicBezTo>
                  <a:pt x="5" y="18"/>
                  <a:pt x="8" y="14"/>
                  <a:pt x="11" y="11"/>
                </a:cubicBezTo>
                <a:cubicBezTo>
                  <a:pt x="15" y="7"/>
                  <a:pt x="19" y="5"/>
                  <a:pt x="24" y="3"/>
                </a:cubicBezTo>
                <a:cubicBezTo>
                  <a:pt x="28" y="1"/>
                  <a:pt x="33" y="0"/>
                  <a:pt x="39" y="0"/>
                </a:cubicBezTo>
                <a:close/>
                <a:moveTo>
                  <a:pt x="39" y="73"/>
                </a:moveTo>
                <a:cubicBezTo>
                  <a:pt x="44" y="73"/>
                  <a:pt x="48" y="72"/>
                  <a:pt x="52" y="71"/>
                </a:cubicBezTo>
                <a:cubicBezTo>
                  <a:pt x="57" y="69"/>
                  <a:pt x="60" y="66"/>
                  <a:pt x="63" y="63"/>
                </a:cubicBezTo>
                <a:cubicBezTo>
                  <a:pt x="67" y="60"/>
                  <a:pt x="69" y="56"/>
                  <a:pt x="71" y="52"/>
                </a:cubicBezTo>
                <a:cubicBezTo>
                  <a:pt x="73" y="48"/>
                  <a:pt x="74" y="43"/>
                  <a:pt x="74" y="38"/>
                </a:cubicBezTo>
                <a:cubicBezTo>
                  <a:pt x="74" y="33"/>
                  <a:pt x="73" y="29"/>
                  <a:pt x="71" y="24"/>
                </a:cubicBezTo>
                <a:cubicBezTo>
                  <a:pt x="69" y="20"/>
                  <a:pt x="67" y="16"/>
                  <a:pt x="63" y="13"/>
                </a:cubicBezTo>
                <a:cubicBezTo>
                  <a:pt x="60" y="10"/>
                  <a:pt x="57" y="8"/>
                  <a:pt x="52" y="6"/>
                </a:cubicBezTo>
                <a:cubicBezTo>
                  <a:pt x="48" y="4"/>
                  <a:pt x="44" y="3"/>
                  <a:pt x="39" y="3"/>
                </a:cubicBezTo>
                <a:cubicBezTo>
                  <a:pt x="34" y="3"/>
                  <a:pt x="29" y="4"/>
                  <a:pt x="25" y="6"/>
                </a:cubicBezTo>
                <a:cubicBezTo>
                  <a:pt x="21" y="8"/>
                  <a:pt x="17" y="10"/>
                  <a:pt x="14" y="13"/>
                </a:cubicBezTo>
                <a:cubicBezTo>
                  <a:pt x="11" y="16"/>
                  <a:pt x="8" y="20"/>
                  <a:pt x="6" y="24"/>
                </a:cubicBezTo>
                <a:cubicBezTo>
                  <a:pt x="4" y="29"/>
                  <a:pt x="3" y="33"/>
                  <a:pt x="3" y="38"/>
                </a:cubicBezTo>
                <a:cubicBezTo>
                  <a:pt x="3" y="43"/>
                  <a:pt x="4" y="48"/>
                  <a:pt x="6" y="52"/>
                </a:cubicBezTo>
                <a:cubicBezTo>
                  <a:pt x="8" y="56"/>
                  <a:pt x="11" y="60"/>
                  <a:pt x="14" y="63"/>
                </a:cubicBezTo>
                <a:cubicBezTo>
                  <a:pt x="17" y="66"/>
                  <a:pt x="21" y="69"/>
                  <a:pt x="25" y="71"/>
                </a:cubicBezTo>
                <a:cubicBezTo>
                  <a:pt x="29" y="72"/>
                  <a:pt x="34" y="73"/>
                  <a:pt x="39" y="73"/>
                </a:cubicBezTo>
                <a:close/>
                <a:moveTo>
                  <a:pt x="59" y="47"/>
                </a:moveTo>
                <a:cubicBezTo>
                  <a:pt x="59" y="47"/>
                  <a:pt x="59" y="48"/>
                  <a:pt x="59" y="48"/>
                </a:cubicBezTo>
                <a:cubicBezTo>
                  <a:pt x="60" y="49"/>
                  <a:pt x="60" y="49"/>
                  <a:pt x="59" y="49"/>
                </a:cubicBezTo>
                <a:cubicBezTo>
                  <a:pt x="58" y="51"/>
                  <a:pt x="57" y="53"/>
                  <a:pt x="56" y="55"/>
                </a:cubicBezTo>
                <a:cubicBezTo>
                  <a:pt x="54" y="56"/>
                  <a:pt x="53" y="58"/>
                  <a:pt x="51" y="59"/>
                </a:cubicBezTo>
                <a:cubicBezTo>
                  <a:pt x="49" y="60"/>
                  <a:pt x="47" y="61"/>
                  <a:pt x="45" y="61"/>
                </a:cubicBezTo>
                <a:cubicBezTo>
                  <a:pt x="43" y="62"/>
                  <a:pt x="41" y="62"/>
                  <a:pt x="39" y="62"/>
                </a:cubicBezTo>
                <a:cubicBezTo>
                  <a:pt x="36" y="62"/>
                  <a:pt x="34" y="62"/>
                  <a:pt x="32" y="61"/>
                </a:cubicBezTo>
                <a:cubicBezTo>
                  <a:pt x="30" y="61"/>
                  <a:pt x="28" y="60"/>
                  <a:pt x="26" y="59"/>
                </a:cubicBezTo>
                <a:cubicBezTo>
                  <a:pt x="25" y="58"/>
                  <a:pt x="23" y="56"/>
                  <a:pt x="22" y="55"/>
                </a:cubicBezTo>
                <a:cubicBezTo>
                  <a:pt x="20" y="53"/>
                  <a:pt x="19" y="51"/>
                  <a:pt x="18" y="49"/>
                </a:cubicBezTo>
                <a:cubicBezTo>
                  <a:pt x="18" y="49"/>
                  <a:pt x="18" y="49"/>
                  <a:pt x="18" y="48"/>
                </a:cubicBezTo>
                <a:cubicBezTo>
                  <a:pt x="18" y="48"/>
                  <a:pt x="18" y="47"/>
                  <a:pt x="19" y="47"/>
                </a:cubicBezTo>
                <a:cubicBezTo>
                  <a:pt x="19" y="47"/>
                  <a:pt x="19" y="47"/>
                  <a:pt x="20" y="47"/>
                </a:cubicBezTo>
                <a:cubicBezTo>
                  <a:pt x="20" y="47"/>
                  <a:pt x="21" y="47"/>
                  <a:pt x="21" y="48"/>
                </a:cubicBezTo>
                <a:cubicBezTo>
                  <a:pt x="22" y="50"/>
                  <a:pt x="23" y="51"/>
                  <a:pt x="24" y="53"/>
                </a:cubicBezTo>
                <a:cubicBezTo>
                  <a:pt x="25" y="54"/>
                  <a:pt x="27" y="55"/>
                  <a:pt x="28" y="56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9"/>
                  <a:pt x="37" y="59"/>
                  <a:pt x="39" y="59"/>
                </a:cubicBezTo>
                <a:cubicBezTo>
                  <a:pt x="41" y="59"/>
                  <a:pt x="42" y="59"/>
                  <a:pt x="44" y="58"/>
                </a:cubicBezTo>
                <a:cubicBezTo>
                  <a:pt x="46" y="58"/>
                  <a:pt x="48" y="57"/>
                  <a:pt x="49" y="56"/>
                </a:cubicBezTo>
                <a:cubicBezTo>
                  <a:pt x="51" y="55"/>
                  <a:pt x="52" y="54"/>
                  <a:pt x="53" y="53"/>
                </a:cubicBezTo>
                <a:cubicBezTo>
                  <a:pt x="55" y="51"/>
                  <a:pt x="56" y="50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8" y="47"/>
                  <a:pt x="58" y="47"/>
                  <a:pt x="59" y="47"/>
                </a:cubicBezTo>
                <a:close/>
                <a:moveTo>
                  <a:pt x="31" y="30"/>
                </a:moveTo>
                <a:cubicBezTo>
                  <a:pt x="31" y="29"/>
                  <a:pt x="30" y="29"/>
                  <a:pt x="30" y="28"/>
                </a:cubicBezTo>
                <a:cubicBezTo>
                  <a:pt x="30" y="28"/>
                  <a:pt x="30" y="27"/>
                  <a:pt x="29" y="27"/>
                </a:cubicBezTo>
                <a:cubicBezTo>
                  <a:pt x="29" y="26"/>
                  <a:pt x="28" y="26"/>
                  <a:pt x="28" y="26"/>
                </a:cubicBezTo>
                <a:cubicBezTo>
                  <a:pt x="27" y="25"/>
                  <a:pt x="27" y="25"/>
                  <a:pt x="26" y="25"/>
                </a:cubicBezTo>
                <a:cubicBezTo>
                  <a:pt x="25" y="25"/>
                  <a:pt x="25" y="25"/>
                  <a:pt x="24" y="26"/>
                </a:cubicBezTo>
                <a:cubicBezTo>
                  <a:pt x="23" y="26"/>
                  <a:pt x="23" y="26"/>
                  <a:pt x="22" y="27"/>
                </a:cubicBezTo>
                <a:cubicBezTo>
                  <a:pt x="22" y="27"/>
                  <a:pt x="22" y="28"/>
                  <a:pt x="21" y="28"/>
                </a:cubicBezTo>
                <a:cubicBezTo>
                  <a:pt x="21" y="29"/>
                  <a:pt x="21" y="29"/>
                  <a:pt x="21" y="30"/>
                </a:cubicBezTo>
                <a:cubicBezTo>
                  <a:pt x="21" y="31"/>
                  <a:pt x="21" y="31"/>
                  <a:pt x="21" y="32"/>
                </a:cubicBezTo>
                <a:cubicBezTo>
                  <a:pt x="22" y="33"/>
                  <a:pt x="22" y="33"/>
                  <a:pt x="22" y="33"/>
                </a:cubicBezTo>
                <a:cubicBezTo>
                  <a:pt x="23" y="34"/>
                  <a:pt x="23" y="34"/>
                  <a:pt x="24" y="35"/>
                </a:cubicBezTo>
                <a:cubicBezTo>
                  <a:pt x="25" y="35"/>
                  <a:pt x="25" y="35"/>
                  <a:pt x="26" y="35"/>
                </a:cubicBezTo>
                <a:cubicBezTo>
                  <a:pt x="27" y="35"/>
                  <a:pt x="27" y="35"/>
                  <a:pt x="28" y="35"/>
                </a:cubicBezTo>
                <a:cubicBezTo>
                  <a:pt x="28" y="34"/>
                  <a:pt x="29" y="34"/>
                  <a:pt x="29" y="33"/>
                </a:cubicBezTo>
                <a:cubicBezTo>
                  <a:pt x="30" y="33"/>
                  <a:pt x="30" y="33"/>
                  <a:pt x="30" y="32"/>
                </a:cubicBezTo>
                <a:cubicBezTo>
                  <a:pt x="30" y="31"/>
                  <a:pt x="31" y="31"/>
                  <a:pt x="31" y="30"/>
                </a:cubicBezTo>
                <a:close/>
                <a:moveTo>
                  <a:pt x="56" y="30"/>
                </a:moveTo>
                <a:cubicBezTo>
                  <a:pt x="56" y="29"/>
                  <a:pt x="56" y="29"/>
                  <a:pt x="56" y="28"/>
                </a:cubicBezTo>
                <a:cubicBezTo>
                  <a:pt x="56" y="28"/>
                  <a:pt x="55" y="27"/>
                  <a:pt x="55" y="27"/>
                </a:cubicBezTo>
                <a:cubicBezTo>
                  <a:pt x="54" y="26"/>
                  <a:pt x="54" y="26"/>
                  <a:pt x="53" y="26"/>
                </a:cubicBezTo>
                <a:cubicBezTo>
                  <a:pt x="53" y="25"/>
                  <a:pt x="52" y="25"/>
                  <a:pt x="51" y="25"/>
                </a:cubicBezTo>
                <a:cubicBezTo>
                  <a:pt x="51" y="25"/>
                  <a:pt x="50" y="25"/>
                  <a:pt x="50" y="26"/>
                </a:cubicBezTo>
                <a:cubicBezTo>
                  <a:pt x="49" y="26"/>
                  <a:pt x="48" y="26"/>
                  <a:pt x="48" y="27"/>
                </a:cubicBezTo>
                <a:cubicBezTo>
                  <a:pt x="48" y="27"/>
                  <a:pt x="47" y="28"/>
                  <a:pt x="47" y="28"/>
                </a:cubicBezTo>
                <a:cubicBezTo>
                  <a:pt x="47" y="29"/>
                  <a:pt x="47" y="29"/>
                  <a:pt x="47" y="30"/>
                </a:cubicBezTo>
                <a:cubicBezTo>
                  <a:pt x="47" y="31"/>
                  <a:pt x="47" y="31"/>
                  <a:pt x="47" y="32"/>
                </a:cubicBezTo>
                <a:cubicBezTo>
                  <a:pt x="47" y="33"/>
                  <a:pt x="48" y="33"/>
                  <a:pt x="48" y="33"/>
                </a:cubicBezTo>
                <a:cubicBezTo>
                  <a:pt x="48" y="34"/>
                  <a:pt x="49" y="34"/>
                  <a:pt x="50" y="35"/>
                </a:cubicBezTo>
                <a:cubicBezTo>
                  <a:pt x="50" y="35"/>
                  <a:pt x="51" y="35"/>
                  <a:pt x="51" y="35"/>
                </a:cubicBezTo>
                <a:cubicBezTo>
                  <a:pt x="52" y="35"/>
                  <a:pt x="53" y="35"/>
                  <a:pt x="53" y="35"/>
                </a:cubicBezTo>
                <a:cubicBezTo>
                  <a:pt x="54" y="34"/>
                  <a:pt x="54" y="34"/>
                  <a:pt x="55" y="33"/>
                </a:cubicBezTo>
                <a:cubicBezTo>
                  <a:pt x="55" y="33"/>
                  <a:pt x="56" y="33"/>
                  <a:pt x="56" y="32"/>
                </a:cubicBezTo>
                <a:cubicBezTo>
                  <a:pt x="56" y="31"/>
                  <a:pt x="56" y="31"/>
                  <a:pt x="56" y="30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8" name="Freeform 180"/>
          <p:cNvSpPr>
            <a:spLocks noEditPoints="1"/>
          </p:cNvSpPr>
          <p:nvPr/>
        </p:nvSpPr>
        <p:spPr bwMode="auto">
          <a:xfrm>
            <a:off x="5726113" y="5110946"/>
            <a:ext cx="161925" cy="360363"/>
          </a:xfrm>
          <a:custGeom>
            <a:avLst/>
            <a:gdLst>
              <a:gd name="T0" fmla="*/ 43 w 43"/>
              <a:gd name="T1" fmla="*/ 30 h 96"/>
              <a:gd name="T2" fmla="*/ 40 w 43"/>
              <a:gd name="T3" fmla="*/ 38 h 96"/>
              <a:gd name="T4" fmla="*/ 38 w 43"/>
              <a:gd name="T5" fmla="*/ 45 h 96"/>
              <a:gd name="T6" fmla="*/ 24 w 43"/>
              <a:gd name="T7" fmla="*/ 80 h 96"/>
              <a:gd name="T8" fmla="*/ 29 w 43"/>
              <a:gd name="T9" fmla="*/ 83 h 96"/>
              <a:gd name="T10" fmla="*/ 31 w 43"/>
              <a:gd name="T11" fmla="*/ 88 h 96"/>
              <a:gd name="T12" fmla="*/ 28 w 43"/>
              <a:gd name="T13" fmla="*/ 94 h 96"/>
              <a:gd name="T14" fmla="*/ 23 w 43"/>
              <a:gd name="T15" fmla="*/ 96 h 96"/>
              <a:gd name="T16" fmla="*/ 17 w 43"/>
              <a:gd name="T17" fmla="*/ 94 h 96"/>
              <a:gd name="T18" fmla="*/ 15 w 43"/>
              <a:gd name="T19" fmla="*/ 88 h 96"/>
              <a:gd name="T20" fmla="*/ 16 w 43"/>
              <a:gd name="T21" fmla="*/ 83 h 96"/>
              <a:gd name="T22" fmla="*/ 21 w 43"/>
              <a:gd name="T23" fmla="*/ 80 h 96"/>
              <a:gd name="T24" fmla="*/ 9 w 43"/>
              <a:gd name="T25" fmla="*/ 59 h 96"/>
              <a:gd name="T26" fmla="*/ 6 w 43"/>
              <a:gd name="T27" fmla="*/ 56 h 96"/>
              <a:gd name="T28" fmla="*/ 5 w 43"/>
              <a:gd name="T29" fmla="*/ 52 h 96"/>
              <a:gd name="T30" fmla="*/ 3 w 43"/>
              <a:gd name="T31" fmla="*/ 44 h 96"/>
              <a:gd name="T32" fmla="*/ 0 w 43"/>
              <a:gd name="T33" fmla="*/ 41 h 96"/>
              <a:gd name="T34" fmla="*/ 1 w 43"/>
              <a:gd name="T35" fmla="*/ 36 h 96"/>
              <a:gd name="T36" fmla="*/ 4 w 43"/>
              <a:gd name="T37" fmla="*/ 33 h 96"/>
              <a:gd name="T38" fmla="*/ 9 w 43"/>
              <a:gd name="T39" fmla="*/ 33 h 96"/>
              <a:gd name="T40" fmla="*/ 12 w 43"/>
              <a:gd name="T41" fmla="*/ 36 h 96"/>
              <a:gd name="T42" fmla="*/ 12 w 43"/>
              <a:gd name="T43" fmla="*/ 41 h 96"/>
              <a:gd name="T44" fmla="*/ 10 w 43"/>
              <a:gd name="T45" fmla="*/ 44 h 96"/>
              <a:gd name="T46" fmla="*/ 8 w 43"/>
              <a:gd name="T47" fmla="*/ 52 h 96"/>
              <a:gd name="T48" fmla="*/ 11 w 43"/>
              <a:gd name="T49" fmla="*/ 57 h 96"/>
              <a:gd name="T50" fmla="*/ 21 w 43"/>
              <a:gd name="T51" fmla="*/ 9 h 96"/>
              <a:gd name="T52" fmla="*/ 16 w 43"/>
              <a:gd name="T53" fmla="*/ 11 h 96"/>
              <a:gd name="T54" fmla="*/ 29 w 43"/>
              <a:gd name="T55" fmla="*/ 11 h 96"/>
              <a:gd name="T56" fmla="*/ 24 w 43"/>
              <a:gd name="T57" fmla="*/ 9 h 96"/>
              <a:gd name="T58" fmla="*/ 35 w 43"/>
              <a:gd name="T59" fmla="*/ 43 h 96"/>
              <a:gd name="T60" fmla="*/ 37 w 43"/>
              <a:gd name="T61" fmla="*/ 38 h 96"/>
              <a:gd name="T62" fmla="*/ 32 w 43"/>
              <a:gd name="T63" fmla="*/ 30 h 96"/>
              <a:gd name="T64" fmla="*/ 43 w 43"/>
              <a:gd name="T65" fmla="*/ 19 h 96"/>
              <a:gd name="T66" fmla="*/ 4 w 43"/>
              <a:gd name="T67" fmla="*/ 41 h 96"/>
              <a:gd name="T68" fmla="*/ 9 w 43"/>
              <a:gd name="T69" fmla="*/ 41 h 96"/>
              <a:gd name="T70" fmla="*/ 9 w 43"/>
              <a:gd name="T71" fmla="*/ 36 h 96"/>
              <a:gd name="T72" fmla="*/ 4 w 43"/>
              <a:gd name="T73" fmla="*/ 36 h 96"/>
              <a:gd name="T74" fmla="*/ 27 w 43"/>
              <a:gd name="T75" fmla="*/ 88 h 96"/>
              <a:gd name="T76" fmla="*/ 26 w 43"/>
              <a:gd name="T77" fmla="*/ 85 h 96"/>
              <a:gd name="T78" fmla="*/ 22 w 43"/>
              <a:gd name="T79" fmla="*/ 83 h 96"/>
              <a:gd name="T80" fmla="*/ 19 w 43"/>
              <a:gd name="T81" fmla="*/ 85 h 96"/>
              <a:gd name="T82" fmla="*/ 18 w 43"/>
              <a:gd name="T83" fmla="*/ 88 h 96"/>
              <a:gd name="T84" fmla="*/ 19 w 43"/>
              <a:gd name="T85" fmla="*/ 92 h 96"/>
              <a:gd name="T86" fmla="*/ 22 w 43"/>
              <a:gd name="T87" fmla="*/ 93 h 96"/>
              <a:gd name="T88" fmla="*/ 26 w 43"/>
              <a:gd name="T89" fmla="*/ 92 h 96"/>
              <a:gd name="T90" fmla="*/ 27 w 43"/>
              <a:gd name="T91" fmla="*/ 88 h 96"/>
              <a:gd name="T92" fmla="*/ 35 w 43"/>
              <a:gd name="T93" fmla="*/ 27 h 96"/>
              <a:gd name="T94" fmla="*/ 40 w 43"/>
              <a:gd name="T95" fmla="*/ 2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" h="96">
                <a:moveTo>
                  <a:pt x="43" y="19"/>
                </a:moveTo>
                <a:cubicBezTo>
                  <a:pt x="43" y="30"/>
                  <a:pt x="43" y="30"/>
                  <a:pt x="43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9"/>
                  <a:pt x="40" y="40"/>
                  <a:pt x="40" y="41"/>
                </a:cubicBezTo>
                <a:cubicBezTo>
                  <a:pt x="40" y="42"/>
                  <a:pt x="39" y="44"/>
                  <a:pt x="38" y="45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80"/>
                  <a:pt x="24" y="80"/>
                  <a:pt x="24" y="80"/>
                </a:cubicBezTo>
                <a:cubicBezTo>
                  <a:pt x="25" y="80"/>
                  <a:pt x="26" y="81"/>
                  <a:pt x="27" y="81"/>
                </a:cubicBezTo>
                <a:cubicBezTo>
                  <a:pt x="28" y="82"/>
                  <a:pt x="28" y="82"/>
                  <a:pt x="29" y="83"/>
                </a:cubicBezTo>
                <a:cubicBezTo>
                  <a:pt x="29" y="84"/>
                  <a:pt x="30" y="85"/>
                  <a:pt x="30" y="85"/>
                </a:cubicBezTo>
                <a:cubicBezTo>
                  <a:pt x="31" y="86"/>
                  <a:pt x="31" y="87"/>
                  <a:pt x="31" y="88"/>
                </a:cubicBezTo>
                <a:cubicBezTo>
                  <a:pt x="31" y="89"/>
                  <a:pt x="30" y="90"/>
                  <a:pt x="30" y="91"/>
                </a:cubicBezTo>
                <a:cubicBezTo>
                  <a:pt x="30" y="92"/>
                  <a:pt x="29" y="93"/>
                  <a:pt x="28" y="94"/>
                </a:cubicBezTo>
                <a:cubicBezTo>
                  <a:pt x="28" y="94"/>
                  <a:pt x="27" y="95"/>
                  <a:pt x="26" y="95"/>
                </a:cubicBezTo>
                <a:cubicBezTo>
                  <a:pt x="25" y="96"/>
                  <a:pt x="24" y="96"/>
                  <a:pt x="23" y="96"/>
                </a:cubicBezTo>
                <a:cubicBezTo>
                  <a:pt x="21" y="96"/>
                  <a:pt x="20" y="96"/>
                  <a:pt x="20" y="95"/>
                </a:cubicBezTo>
                <a:cubicBezTo>
                  <a:pt x="19" y="95"/>
                  <a:pt x="18" y="94"/>
                  <a:pt x="17" y="94"/>
                </a:cubicBezTo>
                <a:cubicBezTo>
                  <a:pt x="16" y="93"/>
                  <a:pt x="16" y="92"/>
                  <a:pt x="15" y="91"/>
                </a:cubicBezTo>
                <a:cubicBezTo>
                  <a:pt x="15" y="90"/>
                  <a:pt x="15" y="89"/>
                  <a:pt x="15" y="88"/>
                </a:cubicBezTo>
                <a:cubicBezTo>
                  <a:pt x="15" y="87"/>
                  <a:pt x="15" y="86"/>
                  <a:pt x="15" y="85"/>
                </a:cubicBezTo>
                <a:cubicBezTo>
                  <a:pt x="16" y="85"/>
                  <a:pt x="16" y="84"/>
                  <a:pt x="16" y="83"/>
                </a:cubicBezTo>
                <a:cubicBezTo>
                  <a:pt x="17" y="82"/>
                  <a:pt x="18" y="82"/>
                  <a:pt x="18" y="81"/>
                </a:cubicBezTo>
                <a:cubicBezTo>
                  <a:pt x="19" y="81"/>
                  <a:pt x="20" y="80"/>
                  <a:pt x="21" y="80"/>
                </a:cubicBezTo>
                <a:cubicBezTo>
                  <a:pt x="21" y="71"/>
                  <a:pt x="21" y="71"/>
                  <a:pt x="21" y="71"/>
                </a:cubicBezTo>
                <a:cubicBezTo>
                  <a:pt x="9" y="59"/>
                  <a:pt x="9" y="59"/>
                  <a:pt x="9" y="59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6" y="56"/>
                  <a:pt x="6" y="56"/>
                </a:cubicBezTo>
                <a:cubicBezTo>
                  <a:pt x="6" y="55"/>
                  <a:pt x="5" y="55"/>
                  <a:pt x="5" y="54"/>
                </a:cubicBezTo>
                <a:cubicBezTo>
                  <a:pt x="5" y="54"/>
                  <a:pt x="5" y="53"/>
                  <a:pt x="5" y="52"/>
                </a:cubicBezTo>
                <a:cubicBezTo>
                  <a:pt x="5" y="45"/>
                  <a:pt x="5" y="45"/>
                  <a:pt x="5" y="45"/>
                </a:cubicBezTo>
                <a:cubicBezTo>
                  <a:pt x="4" y="44"/>
                  <a:pt x="4" y="44"/>
                  <a:pt x="3" y="44"/>
                </a:cubicBezTo>
                <a:cubicBezTo>
                  <a:pt x="2" y="43"/>
                  <a:pt x="2" y="43"/>
                  <a:pt x="1" y="42"/>
                </a:cubicBezTo>
                <a:cubicBezTo>
                  <a:pt x="1" y="42"/>
                  <a:pt x="1" y="41"/>
                  <a:pt x="0" y="41"/>
                </a:cubicBezTo>
                <a:cubicBezTo>
                  <a:pt x="0" y="40"/>
                  <a:pt x="0" y="39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1" y="35"/>
                  <a:pt x="1" y="35"/>
                  <a:pt x="2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5" y="32"/>
                  <a:pt x="6" y="32"/>
                  <a:pt x="6" y="32"/>
                </a:cubicBezTo>
                <a:cubicBezTo>
                  <a:pt x="7" y="32"/>
                  <a:pt x="8" y="32"/>
                  <a:pt x="9" y="33"/>
                </a:cubicBezTo>
                <a:cubicBezTo>
                  <a:pt x="10" y="33"/>
                  <a:pt x="10" y="33"/>
                  <a:pt x="11" y="34"/>
                </a:cubicBezTo>
                <a:cubicBezTo>
                  <a:pt x="12" y="35"/>
                  <a:pt x="12" y="35"/>
                  <a:pt x="12" y="36"/>
                </a:cubicBezTo>
                <a:cubicBezTo>
                  <a:pt x="13" y="37"/>
                  <a:pt x="13" y="38"/>
                  <a:pt x="13" y="39"/>
                </a:cubicBezTo>
                <a:cubicBezTo>
                  <a:pt x="13" y="39"/>
                  <a:pt x="13" y="40"/>
                  <a:pt x="12" y="41"/>
                </a:cubicBezTo>
                <a:cubicBezTo>
                  <a:pt x="12" y="41"/>
                  <a:pt x="12" y="42"/>
                  <a:pt x="12" y="42"/>
                </a:cubicBezTo>
                <a:cubicBezTo>
                  <a:pt x="11" y="43"/>
                  <a:pt x="11" y="44"/>
                  <a:pt x="10" y="44"/>
                </a:cubicBezTo>
                <a:cubicBezTo>
                  <a:pt x="9" y="44"/>
                  <a:pt x="9" y="45"/>
                  <a:pt x="8" y="45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3"/>
                  <a:pt x="8" y="53"/>
                  <a:pt x="9" y="54"/>
                </a:cubicBezTo>
                <a:cubicBezTo>
                  <a:pt x="9" y="55"/>
                  <a:pt x="10" y="56"/>
                  <a:pt x="11" y="5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9"/>
                  <a:pt x="21" y="9"/>
                  <a:pt x="21" y="9"/>
                </a:cubicBezTo>
                <a:cubicBezTo>
                  <a:pt x="19" y="13"/>
                  <a:pt x="19" y="13"/>
                  <a:pt x="19" y="13"/>
                </a:cubicBezTo>
                <a:cubicBezTo>
                  <a:pt x="16" y="11"/>
                  <a:pt x="16" y="11"/>
                  <a:pt x="16" y="11"/>
                </a:cubicBezTo>
                <a:cubicBezTo>
                  <a:pt x="22" y="0"/>
                  <a:pt x="22" y="0"/>
                  <a:pt x="22" y="0"/>
                </a:cubicBezTo>
                <a:cubicBezTo>
                  <a:pt x="29" y="11"/>
                  <a:pt x="29" y="11"/>
                  <a:pt x="29" y="11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54"/>
                  <a:pt x="24" y="54"/>
                  <a:pt x="24" y="54"/>
                </a:cubicBezTo>
                <a:cubicBezTo>
                  <a:pt x="35" y="43"/>
                  <a:pt x="35" y="43"/>
                  <a:pt x="35" y="43"/>
                </a:cubicBezTo>
                <a:cubicBezTo>
                  <a:pt x="36" y="42"/>
                  <a:pt x="37" y="41"/>
                  <a:pt x="37" y="40"/>
                </a:cubicBezTo>
                <a:cubicBezTo>
                  <a:pt x="37" y="40"/>
                  <a:pt x="37" y="39"/>
                  <a:pt x="37" y="38"/>
                </a:cubicBezTo>
                <a:cubicBezTo>
                  <a:pt x="37" y="30"/>
                  <a:pt x="37" y="30"/>
                  <a:pt x="37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19"/>
                  <a:pt x="32" y="19"/>
                  <a:pt x="32" y="19"/>
                </a:cubicBezTo>
                <a:lnTo>
                  <a:pt x="43" y="19"/>
                </a:lnTo>
                <a:close/>
                <a:moveTo>
                  <a:pt x="3" y="39"/>
                </a:moveTo>
                <a:cubicBezTo>
                  <a:pt x="3" y="39"/>
                  <a:pt x="4" y="40"/>
                  <a:pt x="4" y="41"/>
                </a:cubicBezTo>
                <a:cubicBezTo>
                  <a:pt x="5" y="41"/>
                  <a:pt x="6" y="42"/>
                  <a:pt x="6" y="42"/>
                </a:cubicBezTo>
                <a:cubicBezTo>
                  <a:pt x="7" y="42"/>
                  <a:pt x="8" y="41"/>
                  <a:pt x="9" y="41"/>
                </a:cubicBezTo>
                <a:cubicBezTo>
                  <a:pt x="9" y="40"/>
                  <a:pt x="10" y="39"/>
                  <a:pt x="10" y="39"/>
                </a:cubicBezTo>
                <a:cubicBezTo>
                  <a:pt x="10" y="38"/>
                  <a:pt x="9" y="37"/>
                  <a:pt x="9" y="36"/>
                </a:cubicBezTo>
                <a:cubicBezTo>
                  <a:pt x="8" y="36"/>
                  <a:pt x="7" y="35"/>
                  <a:pt x="6" y="35"/>
                </a:cubicBezTo>
                <a:cubicBezTo>
                  <a:pt x="6" y="35"/>
                  <a:pt x="5" y="36"/>
                  <a:pt x="4" y="36"/>
                </a:cubicBezTo>
                <a:cubicBezTo>
                  <a:pt x="4" y="37"/>
                  <a:pt x="3" y="38"/>
                  <a:pt x="3" y="39"/>
                </a:cubicBezTo>
                <a:close/>
                <a:moveTo>
                  <a:pt x="27" y="88"/>
                </a:moveTo>
                <a:cubicBezTo>
                  <a:pt x="27" y="87"/>
                  <a:pt x="27" y="87"/>
                  <a:pt x="27" y="86"/>
                </a:cubicBezTo>
                <a:cubicBezTo>
                  <a:pt x="27" y="86"/>
                  <a:pt x="26" y="85"/>
                  <a:pt x="26" y="85"/>
                </a:cubicBezTo>
                <a:cubicBezTo>
                  <a:pt x="25" y="84"/>
                  <a:pt x="25" y="84"/>
                  <a:pt x="24" y="84"/>
                </a:cubicBezTo>
                <a:cubicBezTo>
                  <a:pt x="24" y="83"/>
                  <a:pt x="23" y="83"/>
                  <a:pt x="22" y="83"/>
                </a:cubicBezTo>
                <a:cubicBezTo>
                  <a:pt x="22" y="83"/>
                  <a:pt x="21" y="83"/>
                  <a:pt x="21" y="84"/>
                </a:cubicBezTo>
                <a:cubicBezTo>
                  <a:pt x="20" y="84"/>
                  <a:pt x="20" y="84"/>
                  <a:pt x="19" y="85"/>
                </a:cubicBezTo>
                <a:cubicBezTo>
                  <a:pt x="19" y="85"/>
                  <a:pt x="18" y="86"/>
                  <a:pt x="18" y="86"/>
                </a:cubicBezTo>
                <a:cubicBezTo>
                  <a:pt x="18" y="87"/>
                  <a:pt x="18" y="87"/>
                  <a:pt x="18" y="88"/>
                </a:cubicBezTo>
                <a:cubicBezTo>
                  <a:pt x="18" y="89"/>
                  <a:pt x="18" y="89"/>
                  <a:pt x="18" y="90"/>
                </a:cubicBezTo>
                <a:cubicBezTo>
                  <a:pt x="18" y="91"/>
                  <a:pt x="19" y="91"/>
                  <a:pt x="19" y="92"/>
                </a:cubicBezTo>
                <a:cubicBezTo>
                  <a:pt x="20" y="92"/>
                  <a:pt x="20" y="92"/>
                  <a:pt x="21" y="93"/>
                </a:cubicBezTo>
                <a:cubicBezTo>
                  <a:pt x="21" y="93"/>
                  <a:pt x="22" y="93"/>
                  <a:pt x="22" y="93"/>
                </a:cubicBezTo>
                <a:cubicBezTo>
                  <a:pt x="23" y="93"/>
                  <a:pt x="24" y="93"/>
                  <a:pt x="24" y="93"/>
                </a:cubicBezTo>
                <a:cubicBezTo>
                  <a:pt x="25" y="92"/>
                  <a:pt x="25" y="92"/>
                  <a:pt x="26" y="92"/>
                </a:cubicBezTo>
                <a:cubicBezTo>
                  <a:pt x="26" y="91"/>
                  <a:pt x="27" y="91"/>
                  <a:pt x="27" y="90"/>
                </a:cubicBezTo>
                <a:cubicBezTo>
                  <a:pt x="27" y="89"/>
                  <a:pt x="27" y="89"/>
                  <a:pt x="27" y="88"/>
                </a:cubicBezTo>
                <a:close/>
                <a:moveTo>
                  <a:pt x="35" y="22"/>
                </a:moveTo>
                <a:cubicBezTo>
                  <a:pt x="35" y="27"/>
                  <a:pt x="35" y="27"/>
                  <a:pt x="35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2"/>
                  <a:pt x="40" y="22"/>
                  <a:pt x="40" y="22"/>
                </a:cubicBezTo>
                <a:lnTo>
                  <a:pt x="35" y="22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79" name="Freeform 181"/>
          <p:cNvSpPr>
            <a:spLocks noEditPoints="1"/>
          </p:cNvSpPr>
          <p:nvPr/>
        </p:nvSpPr>
        <p:spPr bwMode="auto">
          <a:xfrm>
            <a:off x="6069013" y="5125233"/>
            <a:ext cx="330200" cy="331788"/>
          </a:xfrm>
          <a:custGeom>
            <a:avLst/>
            <a:gdLst>
              <a:gd name="T0" fmla="*/ 88 w 88"/>
              <a:gd name="T1" fmla="*/ 34 h 88"/>
              <a:gd name="T2" fmla="*/ 72 w 88"/>
              <a:gd name="T3" fmla="*/ 34 h 88"/>
              <a:gd name="T4" fmla="*/ 71 w 88"/>
              <a:gd name="T5" fmla="*/ 28 h 88"/>
              <a:gd name="T6" fmla="*/ 60 w 88"/>
              <a:gd name="T7" fmla="*/ 24 h 88"/>
              <a:gd name="T8" fmla="*/ 50 w 88"/>
              <a:gd name="T9" fmla="*/ 24 h 88"/>
              <a:gd name="T10" fmla="*/ 41 w 88"/>
              <a:gd name="T11" fmla="*/ 27 h 88"/>
              <a:gd name="T12" fmla="*/ 38 w 88"/>
              <a:gd name="T13" fmla="*/ 30 h 88"/>
              <a:gd name="T14" fmla="*/ 29 w 88"/>
              <a:gd name="T15" fmla="*/ 37 h 88"/>
              <a:gd name="T16" fmla="*/ 24 w 88"/>
              <a:gd name="T17" fmla="*/ 56 h 88"/>
              <a:gd name="T18" fmla="*/ 31 w 88"/>
              <a:gd name="T19" fmla="*/ 75 h 88"/>
              <a:gd name="T20" fmla="*/ 42 w 88"/>
              <a:gd name="T21" fmla="*/ 80 h 88"/>
              <a:gd name="T22" fmla="*/ 26 w 88"/>
              <a:gd name="T23" fmla="*/ 80 h 88"/>
              <a:gd name="T24" fmla="*/ 23 w 88"/>
              <a:gd name="T25" fmla="*/ 68 h 88"/>
              <a:gd name="T26" fmla="*/ 21 w 88"/>
              <a:gd name="T27" fmla="*/ 48 h 88"/>
              <a:gd name="T28" fmla="*/ 12 w 88"/>
              <a:gd name="T29" fmla="*/ 51 h 88"/>
              <a:gd name="T30" fmla="*/ 13 w 88"/>
              <a:gd name="T31" fmla="*/ 55 h 88"/>
              <a:gd name="T32" fmla="*/ 11 w 88"/>
              <a:gd name="T33" fmla="*/ 59 h 88"/>
              <a:gd name="T34" fmla="*/ 7 w 88"/>
              <a:gd name="T35" fmla="*/ 60 h 88"/>
              <a:gd name="T36" fmla="*/ 2 w 88"/>
              <a:gd name="T37" fmla="*/ 59 h 88"/>
              <a:gd name="T38" fmla="*/ 0 w 88"/>
              <a:gd name="T39" fmla="*/ 54 h 88"/>
              <a:gd name="T40" fmla="*/ 2 w 88"/>
              <a:gd name="T41" fmla="*/ 50 h 88"/>
              <a:gd name="T42" fmla="*/ 7 w 88"/>
              <a:gd name="T43" fmla="*/ 48 h 88"/>
              <a:gd name="T44" fmla="*/ 10 w 88"/>
              <a:gd name="T45" fmla="*/ 49 h 88"/>
              <a:gd name="T46" fmla="*/ 23 w 88"/>
              <a:gd name="T47" fmla="*/ 30 h 88"/>
              <a:gd name="T48" fmla="*/ 33 w 88"/>
              <a:gd name="T49" fmla="*/ 25 h 88"/>
              <a:gd name="T50" fmla="*/ 48 w 88"/>
              <a:gd name="T51" fmla="*/ 8 h 88"/>
              <a:gd name="T52" fmla="*/ 49 w 88"/>
              <a:gd name="T53" fmla="*/ 4 h 88"/>
              <a:gd name="T54" fmla="*/ 52 w 88"/>
              <a:gd name="T55" fmla="*/ 0 h 88"/>
              <a:gd name="T56" fmla="*/ 56 w 88"/>
              <a:gd name="T57" fmla="*/ 0 h 88"/>
              <a:gd name="T58" fmla="*/ 60 w 88"/>
              <a:gd name="T59" fmla="*/ 4 h 88"/>
              <a:gd name="T60" fmla="*/ 60 w 88"/>
              <a:gd name="T61" fmla="*/ 9 h 88"/>
              <a:gd name="T62" fmla="*/ 56 w 88"/>
              <a:gd name="T63" fmla="*/ 12 h 88"/>
              <a:gd name="T64" fmla="*/ 52 w 88"/>
              <a:gd name="T65" fmla="*/ 13 h 88"/>
              <a:gd name="T66" fmla="*/ 39 w 88"/>
              <a:gd name="T67" fmla="*/ 24 h 88"/>
              <a:gd name="T68" fmla="*/ 47 w 88"/>
              <a:gd name="T69" fmla="*/ 21 h 88"/>
              <a:gd name="T70" fmla="*/ 55 w 88"/>
              <a:gd name="T71" fmla="*/ 20 h 88"/>
              <a:gd name="T72" fmla="*/ 67 w 88"/>
              <a:gd name="T73" fmla="*/ 22 h 88"/>
              <a:gd name="T74" fmla="*/ 77 w 88"/>
              <a:gd name="T75" fmla="*/ 29 h 88"/>
              <a:gd name="T76" fmla="*/ 9 w 88"/>
              <a:gd name="T77" fmla="*/ 56 h 88"/>
              <a:gd name="T78" fmla="*/ 9 w 88"/>
              <a:gd name="T79" fmla="*/ 52 h 88"/>
              <a:gd name="T80" fmla="*/ 7 w 88"/>
              <a:gd name="T81" fmla="*/ 51 h 88"/>
              <a:gd name="T82" fmla="*/ 4 w 88"/>
              <a:gd name="T83" fmla="*/ 52 h 88"/>
              <a:gd name="T84" fmla="*/ 3 w 88"/>
              <a:gd name="T85" fmla="*/ 54 h 88"/>
              <a:gd name="T86" fmla="*/ 4 w 88"/>
              <a:gd name="T87" fmla="*/ 56 h 88"/>
              <a:gd name="T88" fmla="*/ 7 w 88"/>
              <a:gd name="T89" fmla="*/ 57 h 88"/>
              <a:gd name="T90" fmla="*/ 9 w 88"/>
              <a:gd name="T91" fmla="*/ 56 h 88"/>
              <a:gd name="T92" fmla="*/ 34 w 88"/>
              <a:gd name="T93" fmla="*/ 30 h 88"/>
              <a:gd name="T94" fmla="*/ 27 w 88"/>
              <a:gd name="T95" fmla="*/ 30 h 88"/>
              <a:gd name="T96" fmla="*/ 37 w 88"/>
              <a:gd name="T97" fmla="*/ 80 h 88"/>
              <a:gd name="T98" fmla="*/ 30 w 88"/>
              <a:gd name="T99" fmla="*/ 80 h 88"/>
              <a:gd name="T100" fmla="*/ 37 w 88"/>
              <a:gd name="T101" fmla="*/ 80 h 88"/>
              <a:gd name="T102" fmla="*/ 51 w 88"/>
              <a:gd name="T103" fmla="*/ 7 h 88"/>
              <a:gd name="T104" fmla="*/ 53 w 88"/>
              <a:gd name="T105" fmla="*/ 9 h 88"/>
              <a:gd name="T106" fmla="*/ 55 w 88"/>
              <a:gd name="T107" fmla="*/ 9 h 88"/>
              <a:gd name="T108" fmla="*/ 57 w 88"/>
              <a:gd name="T109" fmla="*/ 6 h 88"/>
              <a:gd name="T110" fmla="*/ 55 w 88"/>
              <a:gd name="T111" fmla="*/ 3 h 88"/>
              <a:gd name="T112" fmla="*/ 53 w 88"/>
              <a:gd name="T113" fmla="*/ 3 h 88"/>
              <a:gd name="T114" fmla="*/ 80 w 88"/>
              <a:gd name="T115" fmla="*/ 37 h 88"/>
              <a:gd name="T116" fmla="*/ 80 w 88"/>
              <a:gd name="T117" fmla="*/ 30 h 88"/>
              <a:gd name="T118" fmla="*/ 80 w 88"/>
              <a:gd name="T119" fmla="*/ 37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8" h="88">
                <a:moveTo>
                  <a:pt x="80" y="26"/>
                </a:moveTo>
                <a:cubicBezTo>
                  <a:pt x="88" y="34"/>
                  <a:pt x="88" y="34"/>
                  <a:pt x="88" y="34"/>
                </a:cubicBezTo>
                <a:cubicBezTo>
                  <a:pt x="80" y="41"/>
                  <a:pt x="80" y="41"/>
                  <a:pt x="80" y="41"/>
                </a:cubicBezTo>
                <a:cubicBezTo>
                  <a:pt x="72" y="34"/>
                  <a:pt x="72" y="34"/>
                  <a:pt x="72" y="34"/>
                </a:cubicBezTo>
                <a:cubicBezTo>
                  <a:pt x="75" y="31"/>
                  <a:pt x="75" y="31"/>
                  <a:pt x="75" y="31"/>
                </a:cubicBezTo>
                <a:cubicBezTo>
                  <a:pt x="74" y="30"/>
                  <a:pt x="72" y="29"/>
                  <a:pt x="71" y="28"/>
                </a:cubicBezTo>
                <a:cubicBezTo>
                  <a:pt x="69" y="27"/>
                  <a:pt x="67" y="26"/>
                  <a:pt x="66" y="25"/>
                </a:cubicBezTo>
                <a:cubicBezTo>
                  <a:pt x="64" y="25"/>
                  <a:pt x="62" y="24"/>
                  <a:pt x="60" y="24"/>
                </a:cubicBezTo>
                <a:cubicBezTo>
                  <a:pt x="59" y="24"/>
                  <a:pt x="57" y="23"/>
                  <a:pt x="55" y="23"/>
                </a:cubicBezTo>
                <a:cubicBezTo>
                  <a:pt x="53" y="23"/>
                  <a:pt x="52" y="24"/>
                  <a:pt x="50" y="24"/>
                </a:cubicBezTo>
                <a:cubicBezTo>
                  <a:pt x="48" y="24"/>
                  <a:pt x="47" y="24"/>
                  <a:pt x="45" y="25"/>
                </a:cubicBezTo>
                <a:cubicBezTo>
                  <a:pt x="44" y="25"/>
                  <a:pt x="42" y="26"/>
                  <a:pt x="41" y="27"/>
                </a:cubicBezTo>
                <a:cubicBezTo>
                  <a:pt x="40" y="27"/>
                  <a:pt x="38" y="28"/>
                  <a:pt x="37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7" y="40"/>
                  <a:pt x="26" y="43"/>
                  <a:pt x="25" y="46"/>
                </a:cubicBezTo>
                <a:cubicBezTo>
                  <a:pt x="24" y="50"/>
                  <a:pt x="24" y="53"/>
                  <a:pt x="24" y="56"/>
                </a:cubicBezTo>
                <a:cubicBezTo>
                  <a:pt x="24" y="59"/>
                  <a:pt x="25" y="63"/>
                  <a:pt x="26" y="66"/>
                </a:cubicBezTo>
                <a:cubicBezTo>
                  <a:pt x="27" y="69"/>
                  <a:pt x="29" y="72"/>
                  <a:pt x="31" y="75"/>
                </a:cubicBezTo>
                <a:cubicBezTo>
                  <a:pt x="34" y="72"/>
                  <a:pt x="34" y="72"/>
                  <a:pt x="34" y="72"/>
                </a:cubicBezTo>
                <a:cubicBezTo>
                  <a:pt x="42" y="80"/>
                  <a:pt x="42" y="80"/>
                  <a:pt x="42" y="80"/>
                </a:cubicBezTo>
                <a:cubicBezTo>
                  <a:pt x="34" y="88"/>
                  <a:pt x="34" y="88"/>
                  <a:pt x="34" y="88"/>
                </a:cubicBezTo>
                <a:cubicBezTo>
                  <a:pt x="26" y="80"/>
                  <a:pt x="26" y="80"/>
                  <a:pt x="26" y="80"/>
                </a:cubicBezTo>
                <a:cubicBezTo>
                  <a:pt x="29" y="77"/>
                  <a:pt x="29" y="77"/>
                  <a:pt x="29" y="77"/>
                </a:cubicBezTo>
                <a:cubicBezTo>
                  <a:pt x="26" y="74"/>
                  <a:pt x="24" y="71"/>
                  <a:pt x="23" y="68"/>
                </a:cubicBezTo>
                <a:cubicBezTo>
                  <a:pt x="22" y="65"/>
                  <a:pt x="21" y="62"/>
                  <a:pt x="20" y="58"/>
                </a:cubicBezTo>
                <a:cubicBezTo>
                  <a:pt x="20" y="55"/>
                  <a:pt x="20" y="52"/>
                  <a:pt x="21" y="48"/>
                </a:cubicBezTo>
                <a:cubicBezTo>
                  <a:pt x="21" y="45"/>
                  <a:pt x="23" y="42"/>
                  <a:pt x="24" y="38"/>
                </a:cubicBezTo>
                <a:cubicBezTo>
                  <a:pt x="12" y="51"/>
                  <a:pt x="12" y="51"/>
                  <a:pt x="12" y="51"/>
                </a:cubicBezTo>
                <a:cubicBezTo>
                  <a:pt x="12" y="51"/>
                  <a:pt x="13" y="52"/>
                  <a:pt x="13" y="53"/>
                </a:cubicBezTo>
                <a:cubicBezTo>
                  <a:pt x="13" y="53"/>
                  <a:pt x="13" y="54"/>
                  <a:pt x="13" y="55"/>
                </a:cubicBezTo>
                <a:cubicBezTo>
                  <a:pt x="13" y="55"/>
                  <a:pt x="13" y="56"/>
                  <a:pt x="12" y="57"/>
                </a:cubicBezTo>
                <a:cubicBezTo>
                  <a:pt x="12" y="57"/>
                  <a:pt x="12" y="58"/>
                  <a:pt x="11" y="59"/>
                </a:cubicBezTo>
                <a:cubicBezTo>
                  <a:pt x="10" y="59"/>
                  <a:pt x="10" y="60"/>
                  <a:pt x="9" y="60"/>
                </a:cubicBezTo>
                <a:cubicBezTo>
                  <a:pt x="8" y="60"/>
                  <a:pt x="7" y="60"/>
                  <a:pt x="7" y="60"/>
                </a:cubicBezTo>
                <a:cubicBezTo>
                  <a:pt x="6" y="60"/>
                  <a:pt x="5" y="60"/>
                  <a:pt x="4" y="60"/>
                </a:cubicBezTo>
                <a:cubicBezTo>
                  <a:pt x="3" y="60"/>
                  <a:pt x="3" y="59"/>
                  <a:pt x="2" y="59"/>
                </a:cubicBezTo>
                <a:cubicBezTo>
                  <a:pt x="1" y="58"/>
                  <a:pt x="1" y="57"/>
                  <a:pt x="1" y="57"/>
                </a:cubicBezTo>
                <a:cubicBezTo>
                  <a:pt x="0" y="56"/>
                  <a:pt x="0" y="55"/>
                  <a:pt x="0" y="54"/>
                </a:cubicBezTo>
                <a:cubicBezTo>
                  <a:pt x="0" y="53"/>
                  <a:pt x="0" y="52"/>
                  <a:pt x="1" y="52"/>
                </a:cubicBezTo>
                <a:cubicBezTo>
                  <a:pt x="1" y="51"/>
                  <a:pt x="1" y="50"/>
                  <a:pt x="2" y="50"/>
                </a:cubicBezTo>
                <a:cubicBezTo>
                  <a:pt x="3" y="49"/>
                  <a:pt x="3" y="48"/>
                  <a:pt x="4" y="48"/>
                </a:cubicBezTo>
                <a:cubicBezTo>
                  <a:pt x="5" y="48"/>
                  <a:pt x="6" y="48"/>
                  <a:pt x="7" y="48"/>
                </a:cubicBezTo>
                <a:cubicBezTo>
                  <a:pt x="7" y="48"/>
                  <a:pt x="8" y="48"/>
                  <a:pt x="8" y="48"/>
                </a:cubicBezTo>
                <a:cubicBezTo>
                  <a:pt x="9" y="48"/>
                  <a:pt x="9" y="48"/>
                  <a:pt x="10" y="49"/>
                </a:cubicBezTo>
                <a:cubicBezTo>
                  <a:pt x="26" y="33"/>
                  <a:pt x="26" y="33"/>
                  <a:pt x="26" y="33"/>
                </a:cubicBezTo>
                <a:cubicBezTo>
                  <a:pt x="23" y="30"/>
                  <a:pt x="23" y="30"/>
                  <a:pt x="23" y="30"/>
                </a:cubicBezTo>
                <a:cubicBezTo>
                  <a:pt x="30" y="22"/>
                  <a:pt x="30" y="22"/>
                  <a:pt x="30" y="22"/>
                </a:cubicBezTo>
                <a:cubicBezTo>
                  <a:pt x="33" y="25"/>
                  <a:pt x="33" y="25"/>
                  <a:pt x="33" y="25"/>
                </a:cubicBezTo>
                <a:cubicBezTo>
                  <a:pt x="49" y="10"/>
                  <a:pt x="49" y="10"/>
                  <a:pt x="49" y="10"/>
                </a:cubicBezTo>
                <a:cubicBezTo>
                  <a:pt x="48" y="9"/>
                  <a:pt x="48" y="8"/>
                  <a:pt x="48" y="8"/>
                </a:cubicBezTo>
                <a:cubicBezTo>
                  <a:pt x="48" y="7"/>
                  <a:pt x="48" y="6"/>
                  <a:pt x="48" y="6"/>
                </a:cubicBezTo>
                <a:cubicBezTo>
                  <a:pt x="48" y="5"/>
                  <a:pt x="48" y="4"/>
                  <a:pt x="49" y="4"/>
                </a:cubicBezTo>
                <a:cubicBezTo>
                  <a:pt x="49" y="3"/>
                  <a:pt x="49" y="2"/>
                  <a:pt x="50" y="2"/>
                </a:cubicBezTo>
                <a:cubicBezTo>
                  <a:pt x="50" y="1"/>
                  <a:pt x="51" y="1"/>
                  <a:pt x="52" y="0"/>
                </a:cubicBezTo>
                <a:cubicBezTo>
                  <a:pt x="53" y="0"/>
                  <a:pt x="53" y="0"/>
                  <a:pt x="54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57" y="1"/>
                  <a:pt x="58" y="1"/>
                  <a:pt x="59" y="2"/>
                </a:cubicBezTo>
                <a:cubicBezTo>
                  <a:pt x="59" y="3"/>
                  <a:pt x="60" y="3"/>
                  <a:pt x="60" y="4"/>
                </a:cubicBezTo>
                <a:cubicBezTo>
                  <a:pt x="60" y="5"/>
                  <a:pt x="61" y="6"/>
                  <a:pt x="61" y="6"/>
                </a:cubicBezTo>
                <a:cubicBezTo>
                  <a:pt x="61" y="7"/>
                  <a:pt x="60" y="8"/>
                  <a:pt x="60" y="9"/>
                </a:cubicBezTo>
                <a:cubicBezTo>
                  <a:pt x="60" y="10"/>
                  <a:pt x="59" y="10"/>
                  <a:pt x="59" y="11"/>
                </a:cubicBezTo>
                <a:cubicBezTo>
                  <a:pt x="58" y="12"/>
                  <a:pt x="57" y="12"/>
                  <a:pt x="56" y="12"/>
                </a:cubicBezTo>
                <a:cubicBezTo>
                  <a:pt x="56" y="13"/>
                  <a:pt x="55" y="13"/>
                  <a:pt x="54" y="13"/>
                </a:cubicBezTo>
                <a:cubicBezTo>
                  <a:pt x="54" y="13"/>
                  <a:pt x="53" y="13"/>
                  <a:pt x="52" y="13"/>
                </a:cubicBezTo>
                <a:cubicBezTo>
                  <a:pt x="52" y="12"/>
                  <a:pt x="51" y="12"/>
                  <a:pt x="51" y="12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3"/>
                  <a:pt x="41" y="23"/>
                  <a:pt x="43" y="22"/>
                </a:cubicBezTo>
                <a:cubicBezTo>
                  <a:pt x="44" y="22"/>
                  <a:pt x="45" y="21"/>
                  <a:pt x="47" y="21"/>
                </a:cubicBezTo>
                <a:cubicBezTo>
                  <a:pt x="48" y="21"/>
                  <a:pt x="49" y="21"/>
                  <a:pt x="51" y="20"/>
                </a:cubicBezTo>
                <a:cubicBezTo>
                  <a:pt x="52" y="20"/>
                  <a:pt x="53" y="20"/>
                  <a:pt x="55" y="20"/>
                </a:cubicBezTo>
                <a:cubicBezTo>
                  <a:pt x="57" y="20"/>
                  <a:pt x="59" y="20"/>
                  <a:pt x="61" y="21"/>
                </a:cubicBezTo>
                <a:cubicBezTo>
                  <a:pt x="63" y="21"/>
                  <a:pt x="65" y="22"/>
                  <a:pt x="67" y="22"/>
                </a:cubicBezTo>
                <a:cubicBezTo>
                  <a:pt x="69" y="23"/>
                  <a:pt x="71" y="24"/>
                  <a:pt x="72" y="25"/>
                </a:cubicBezTo>
                <a:cubicBezTo>
                  <a:pt x="74" y="26"/>
                  <a:pt x="76" y="27"/>
                  <a:pt x="77" y="29"/>
                </a:cubicBezTo>
                <a:lnTo>
                  <a:pt x="80" y="26"/>
                </a:lnTo>
                <a:close/>
                <a:moveTo>
                  <a:pt x="9" y="56"/>
                </a:moveTo>
                <a:cubicBezTo>
                  <a:pt x="9" y="56"/>
                  <a:pt x="10" y="55"/>
                  <a:pt x="10" y="54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51"/>
                  <a:pt x="8" y="51"/>
                  <a:pt x="8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6" y="51"/>
                  <a:pt x="6" y="51"/>
                  <a:pt x="5" y="51"/>
                </a:cubicBezTo>
                <a:cubicBezTo>
                  <a:pt x="5" y="51"/>
                  <a:pt x="5" y="51"/>
                  <a:pt x="4" y="52"/>
                </a:cubicBezTo>
                <a:cubicBezTo>
                  <a:pt x="4" y="52"/>
                  <a:pt x="4" y="53"/>
                  <a:pt x="4" y="53"/>
                </a:cubicBezTo>
                <a:cubicBezTo>
                  <a:pt x="4" y="53"/>
                  <a:pt x="3" y="54"/>
                  <a:pt x="3" y="54"/>
                </a:cubicBezTo>
                <a:cubicBezTo>
                  <a:pt x="3" y="55"/>
                  <a:pt x="4" y="55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5" y="57"/>
                  <a:pt x="5" y="57"/>
                  <a:pt x="5" y="57"/>
                </a:cubicBezTo>
                <a:cubicBezTo>
                  <a:pt x="6" y="57"/>
                  <a:pt x="6" y="57"/>
                  <a:pt x="7" y="57"/>
                </a:cubicBezTo>
                <a:cubicBezTo>
                  <a:pt x="7" y="57"/>
                  <a:pt x="7" y="57"/>
                  <a:pt x="8" y="57"/>
                </a:cubicBezTo>
                <a:cubicBezTo>
                  <a:pt x="8" y="57"/>
                  <a:pt x="9" y="57"/>
                  <a:pt x="9" y="56"/>
                </a:cubicBezTo>
                <a:close/>
                <a:moveTo>
                  <a:pt x="30" y="34"/>
                </a:moveTo>
                <a:cubicBezTo>
                  <a:pt x="34" y="30"/>
                  <a:pt x="34" y="30"/>
                  <a:pt x="34" y="30"/>
                </a:cubicBezTo>
                <a:cubicBezTo>
                  <a:pt x="30" y="27"/>
                  <a:pt x="30" y="27"/>
                  <a:pt x="30" y="27"/>
                </a:cubicBezTo>
                <a:cubicBezTo>
                  <a:pt x="27" y="30"/>
                  <a:pt x="27" y="30"/>
                  <a:pt x="27" y="30"/>
                </a:cubicBezTo>
                <a:lnTo>
                  <a:pt x="30" y="34"/>
                </a:lnTo>
                <a:close/>
                <a:moveTo>
                  <a:pt x="37" y="80"/>
                </a:moveTo>
                <a:cubicBezTo>
                  <a:pt x="34" y="77"/>
                  <a:pt x="34" y="77"/>
                  <a:pt x="34" y="77"/>
                </a:cubicBezTo>
                <a:cubicBezTo>
                  <a:pt x="30" y="80"/>
                  <a:pt x="30" y="80"/>
                  <a:pt x="30" y="80"/>
                </a:cubicBezTo>
                <a:cubicBezTo>
                  <a:pt x="34" y="83"/>
                  <a:pt x="34" y="83"/>
                  <a:pt x="34" y="83"/>
                </a:cubicBezTo>
                <a:lnTo>
                  <a:pt x="37" y="80"/>
                </a:lnTo>
                <a:close/>
                <a:moveTo>
                  <a:pt x="52" y="4"/>
                </a:moveTo>
                <a:cubicBezTo>
                  <a:pt x="51" y="5"/>
                  <a:pt x="51" y="6"/>
                  <a:pt x="51" y="7"/>
                </a:cubicBezTo>
                <a:cubicBezTo>
                  <a:pt x="51" y="7"/>
                  <a:pt x="51" y="8"/>
                  <a:pt x="52" y="9"/>
                </a:cubicBezTo>
                <a:cubicBezTo>
                  <a:pt x="52" y="9"/>
                  <a:pt x="53" y="9"/>
                  <a:pt x="53" y="9"/>
                </a:cubicBezTo>
                <a:cubicBezTo>
                  <a:pt x="53" y="10"/>
                  <a:pt x="54" y="10"/>
                  <a:pt x="54" y="10"/>
                </a:cubicBezTo>
                <a:cubicBezTo>
                  <a:pt x="55" y="10"/>
                  <a:pt x="55" y="10"/>
                  <a:pt x="55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8"/>
                  <a:pt x="57" y="7"/>
                  <a:pt x="57" y="6"/>
                </a:cubicBezTo>
                <a:cubicBezTo>
                  <a:pt x="57" y="6"/>
                  <a:pt x="57" y="5"/>
                  <a:pt x="56" y="4"/>
                </a:cubicBezTo>
                <a:cubicBezTo>
                  <a:pt x="56" y="4"/>
                  <a:pt x="56" y="4"/>
                  <a:pt x="55" y="3"/>
                </a:cubicBezTo>
                <a:cubicBezTo>
                  <a:pt x="55" y="3"/>
                  <a:pt x="55" y="3"/>
                  <a:pt x="54" y="3"/>
                </a:cubicBezTo>
                <a:cubicBezTo>
                  <a:pt x="54" y="3"/>
                  <a:pt x="53" y="3"/>
                  <a:pt x="53" y="3"/>
                </a:cubicBezTo>
                <a:cubicBezTo>
                  <a:pt x="53" y="4"/>
                  <a:pt x="52" y="4"/>
                  <a:pt x="52" y="4"/>
                </a:cubicBezTo>
                <a:close/>
                <a:moveTo>
                  <a:pt x="80" y="37"/>
                </a:moveTo>
                <a:cubicBezTo>
                  <a:pt x="84" y="34"/>
                  <a:pt x="84" y="34"/>
                  <a:pt x="84" y="34"/>
                </a:cubicBezTo>
                <a:cubicBezTo>
                  <a:pt x="80" y="30"/>
                  <a:pt x="80" y="30"/>
                  <a:pt x="80" y="30"/>
                </a:cubicBezTo>
                <a:cubicBezTo>
                  <a:pt x="77" y="34"/>
                  <a:pt x="77" y="34"/>
                  <a:pt x="77" y="34"/>
                </a:cubicBezTo>
                <a:lnTo>
                  <a:pt x="80" y="37"/>
                </a:ln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  <p:sp>
        <p:nvSpPr>
          <p:cNvPr id="180" name="Freeform 182"/>
          <p:cNvSpPr>
            <a:spLocks noEditPoints="1"/>
          </p:cNvSpPr>
          <p:nvPr/>
        </p:nvSpPr>
        <p:spPr bwMode="auto">
          <a:xfrm>
            <a:off x="6578600" y="5129996"/>
            <a:ext cx="323850" cy="323850"/>
          </a:xfrm>
          <a:custGeom>
            <a:avLst/>
            <a:gdLst>
              <a:gd name="T0" fmla="*/ 48 w 86"/>
              <a:gd name="T1" fmla="*/ 0 h 86"/>
              <a:gd name="T2" fmla="*/ 86 w 86"/>
              <a:gd name="T3" fmla="*/ 39 h 86"/>
              <a:gd name="T4" fmla="*/ 78 w 86"/>
              <a:gd name="T5" fmla="*/ 46 h 86"/>
              <a:gd name="T6" fmla="*/ 78 w 86"/>
              <a:gd name="T7" fmla="*/ 47 h 86"/>
              <a:gd name="T8" fmla="*/ 78 w 86"/>
              <a:gd name="T9" fmla="*/ 47 h 86"/>
              <a:gd name="T10" fmla="*/ 69 w 86"/>
              <a:gd name="T11" fmla="*/ 56 h 86"/>
              <a:gd name="T12" fmla="*/ 60 w 86"/>
              <a:gd name="T13" fmla="*/ 61 h 86"/>
              <a:gd name="T14" fmla="*/ 51 w 86"/>
              <a:gd name="T15" fmla="*/ 64 h 86"/>
              <a:gd name="T16" fmla="*/ 41 w 86"/>
              <a:gd name="T17" fmla="*/ 62 h 86"/>
              <a:gd name="T18" fmla="*/ 32 w 86"/>
              <a:gd name="T19" fmla="*/ 57 h 86"/>
              <a:gd name="T20" fmla="*/ 18 w 86"/>
              <a:gd name="T21" fmla="*/ 70 h 86"/>
              <a:gd name="T22" fmla="*/ 32 w 86"/>
              <a:gd name="T23" fmla="*/ 84 h 86"/>
              <a:gd name="T24" fmla="*/ 30 w 86"/>
              <a:gd name="T25" fmla="*/ 86 h 86"/>
              <a:gd name="T26" fmla="*/ 0 w 86"/>
              <a:gd name="T27" fmla="*/ 57 h 86"/>
              <a:gd name="T28" fmla="*/ 3 w 86"/>
              <a:gd name="T29" fmla="*/ 54 h 86"/>
              <a:gd name="T30" fmla="*/ 16 w 86"/>
              <a:gd name="T31" fmla="*/ 68 h 86"/>
              <a:gd name="T32" fmla="*/ 30 w 86"/>
              <a:gd name="T33" fmla="*/ 54 h 86"/>
              <a:gd name="T34" fmla="*/ 25 w 86"/>
              <a:gd name="T35" fmla="*/ 45 h 86"/>
              <a:gd name="T36" fmla="*/ 23 w 86"/>
              <a:gd name="T37" fmla="*/ 35 h 86"/>
              <a:gd name="T38" fmla="*/ 25 w 86"/>
              <a:gd name="T39" fmla="*/ 26 h 86"/>
              <a:gd name="T40" fmla="*/ 31 w 86"/>
              <a:gd name="T41" fmla="*/ 17 h 86"/>
              <a:gd name="T42" fmla="*/ 48 w 86"/>
              <a:gd name="T43" fmla="*/ 0 h 86"/>
              <a:gd name="T44" fmla="*/ 77 w 86"/>
              <a:gd name="T45" fmla="*/ 43 h 86"/>
              <a:gd name="T46" fmla="*/ 82 w 86"/>
              <a:gd name="T47" fmla="*/ 39 h 86"/>
              <a:gd name="T48" fmla="*/ 48 w 86"/>
              <a:gd name="T49" fmla="*/ 5 h 86"/>
              <a:gd name="T50" fmla="*/ 33 w 86"/>
              <a:gd name="T51" fmla="*/ 19 h 86"/>
              <a:gd name="T52" fmla="*/ 29 w 86"/>
              <a:gd name="T53" fmla="*/ 25 h 86"/>
              <a:gd name="T54" fmla="*/ 27 w 86"/>
              <a:gd name="T55" fmla="*/ 31 h 86"/>
              <a:gd name="T56" fmla="*/ 26 w 86"/>
              <a:gd name="T57" fmla="*/ 37 h 86"/>
              <a:gd name="T58" fmla="*/ 27 w 86"/>
              <a:gd name="T59" fmla="*/ 43 h 86"/>
              <a:gd name="T60" fmla="*/ 77 w 86"/>
              <a:gd name="T61" fmla="*/ 43 h 86"/>
              <a:gd name="T62" fmla="*/ 67 w 86"/>
              <a:gd name="T63" fmla="*/ 53 h 86"/>
              <a:gd name="T64" fmla="*/ 74 w 86"/>
              <a:gd name="T65" fmla="*/ 47 h 86"/>
              <a:gd name="T66" fmla="*/ 28 w 86"/>
              <a:gd name="T67" fmla="*/ 47 h 86"/>
              <a:gd name="T68" fmla="*/ 29 w 86"/>
              <a:gd name="T69" fmla="*/ 48 h 86"/>
              <a:gd name="T70" fmla="*/ 30 w 86"/>
              <a:gd name="T71" fmla="*/ 50 h 86"/>
              <a:gd name="T72" fmla="*/ 32 w 86"/>
              <a:gd name="T73" fmla="*/ 52 h 86"/>
              <a:gd name="T74" fmla="*/ 33 w 86"/>
              <a:gd name="T75" fmla="*/ 53 h 86"/>
              <a:gd name="T76" fmla="*/ 41 w 86"/>
              <a:gd name="T77" fmla="*/ 59 h 86"/>
              <a:gd name="T78" fmla="*/ 50 w 86"/>
              <a:gd name="T79" fmla="*/ 60 h 86"/>
              <a:gd name="T80" fmla="*/ 59 w 86"/>
              <a:gd name="T81" fmla="*/ 59 h 86"/>
              <a:gd name="T82" fmla="*/ 67 w 86"/>
              <a:gd name="T83" fmla="*/ 5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86">
                <a:moveTo>
                  <a:pt x="48" y="0"/>
                </a:moveTo>
                <a:cubicBezTo>
                  <a:pt x="86" y="39"/>
                  <a:pt x="86" y="39"/>
                  <a:pt x="86" y="39"/>
                </a:cubicBezTo>
                <a:cubicBezTo>
                  <a:pt x="78" y="46"/>
                  <a:pt x="78" y="46"/>
                  <a:pt x="78" y="4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8" y="47"/>
                  <a:pt x="78" y="47"/>
                </a:cubicBezTo>
                <a:cubicBezTo>
                  <a:pt x="69" y="56"/>
                  <a:pt x="69" y="56"/>
                  <a:pt x="69" y="56"/>
                </a:cubicBezTo>
                <a:cubicBezTo>
                  <a:pt x="67" y="58"/>
                  <a:pt x="64" y="60"/>
                  <a:pt x="60" y="61"/>
                </a:cubicBezTo>
                <a:cubicBezTo>
                  <a:pt x="57" y="63"/>
                  <a:pt x="54" y="63"/>
                  <a:pt x="51" y="64"/>
                </a:cubicBezTo>
                <a:cubicBezTo>
                  <a:pt x="47" y="64"/>
                  <a:pt x="44" y="63"/>
                  <a:pt x="41" y="62"/>
                </a:cubicBezTo>
                <a:cubicBezTo>
                  <a:pt x="37" y="61"/>
                  <a:pt x="34" y="59"/>
                  <a:pt x="32" y="57"/>
                </a:cubicBezTo>
                <a:cubicBezTo>
                  <a:pt x="18" y="70"/>
                  <a:pt x="18" y="70"/>
                  <a:pt x="18" y="70"/>
                </a:cubicBezTo>
                <a:cubicBezTo>
                  <a:pt x="32" y="84"/>
                  <a:pt x="32" y="84"/>
                  <a:pt x="32" y="84"/>
                </a:cubicBezTo>
                <a:cubicBezTo>
                  <a:pt x="30" y="86"/>
                  <a:pt x="30" y="86"/>
                  <a:pt x="30" y="86"/>
                </a:cubicBezTo>
                <a:cubicBezTo>
                  <a:pt x="0" y="57"/>
                  <a:pt x="0" y="57"/>
                  <a:pt x="0" y="57"/>
                </a:cubicBezTo>
                <a:cubicBezTo>
                  <a:pt x="3" y="54"/>
                  <a:pt x="3" y="54"/>
                  <a:pt x="3" y="54"/>
                </a:cubicBezTo>
                <a:cubicBezTo>
                  <a:pt x="16" y="68"/>
                  <a:pt x="16" y="68"/>
                  <a:pt x="16" y="68"/>
                </a:cubicBezTo>
                <a:cubicBezTo>
                  <a:pt x="30" y="54"/>
                  <a:pt x="30" y="54"/>
                  <a:pt x="30" y="54"/>
                </a:cubicBezTo>
                <a:cubicBezTo>
                  <a:pt x="27" y="51"/>
                  <a:pt x="26" y="48"/>
                  <a:pt x="25" y="45"/>
                </a:cubicBezTo>
                <a:cubicBezTo>
                  <a:pt x="23" y="42"/>
                  <a:pt x="23" y="39"/>
                  <a:pt x="23" y="35"/>
                </a:cubicBezTo>
                <a:cubicBezTo>
                  <a:pt x="23" y="32"/>
                  <a:pt x="24" y="29"/>
                  <a:pt x="25" y="26"/>
                </a:cubicBezTo>
                <a:cubicBezTo>
                  <a:pt x="26" y="22"/>
                  <a:pt x="28" y="19"/>
                  <a:pt x="31" y="17"/>
                </a:cubicBezTo>
                <a:lnTo>
                  <a:pt x="48" y="0"/>
                </a:lnTo>
                <a:close/>
                <a:moveTo>
                  <a:pt x="77" y="43"/>
                </a:moveTo>
                <a:cubicBezTo>
                  <a:pt x="82" y="39"/>
                  <a:pt x="82" y="39"/>
                  <a:pt x="82" y="39"/>
                </a:cubicBezTo>
                <a:cubicBezTo>
                  <a:pt x="48" y="5"/>
                  <a:pt x="48" y="5"/>
                  <a:pt x="48" y="5"/>
                </a:cubicBezTo>
                <a:cubicBezTo>
                  <a:pt x="33" y="19"/>
                  <a:pt x="33" y="19"/>
                  <a:pt x="33" y="19"/>
                </a:cubicBezTo>
                <a:cubicBezTo>
                  <a:pt x="31" y="21"/>
                  <a:pt x="30" y="23"/>
                  <a:pt x="29" y="25"/>
                </a:cubicBezTo>
                <a:cubicBezTo>
                  <a:pt x="28" y="27"/>
                  <a:pt x="27" y="29"/>
                  <a:pt x="27" y="31"/>
                </a:cubicBezTo>
                <a:cubicBezTo>
                  <a:pt x="26" y="33"/>
                  <a:pt x="26" y="35"/>
                  <a:pt x="26" y="37"/>
                </a:cubicBezTo>
                <a:cubicBezTo>
                  <a:pt x="26" y="39"/>
                  <a:pt x="26" y="41"/>
                  <a:pt x="27" y="43"/>
                </a:cubicBezTo>
                <a:lnTo>
                  <a:pt x="77" y="43"/>
                </a:lnTo>
                <a:close/>
                <a:moveTo>
                  <a:pt x="67" y="53"/>
                </a:moveTo>
                <a:cubicBezTo>
                  <a:pt x="74" y="47"/>
                  <a:pt x="74" y="47"/>
                  <a:pt x="74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9" y="48"/>
                  <a:pt x="29" y="48"/>
                </a:cubicBezTo>
                <a:cubicBezTo>
                  <a:pt x="29" y="49"/>
                  <a:pt x="30" y="50"/>
                  <a:pt x="30" y="50"/>
                </a:cubicBezTo>
                <a:cubicBezTo>
                  <a:pt x="31" y="51"/>
                  <a:pt x="31" y="51"/>
                  <a:pt x="32" y="52"/>
                </a:cubicBezTo>
                <a:cubicBezTo>
                  <a:pt x="32" y="52"/>
                  <a:pt x="32" y="53"/>
                  <a:pt x="33" y="53"/>
                </a:cubicBezTo>
                <a:cubicBezTo>
                  <a:pt x="35" y="56"/>
                  <a:pt x="38" y="57"/>
                  <a:pt x="41" y="59"/>
                </a:cubicBezTo>
                <a:cubicBezTo>
                  <a:pt x="44" y="60"/>
                  <a:pt x="47" y="60"/>
                  <a:pt x="50" y="60"/>
                </a:cubicBezTo>
                <a:cubicBezTo>
                  <a:pt x="53" y="60"/>
                  <a:pt x="56" y="60"/>
                  <a:pt x="59" y="59"/>
                </a:cubicBezTo>
                <a:cubicBezTo>
                  <a:pt x="62" y="57"/>
                  <a:pt x="65" y="56"/>
                  <a:pt x="67" y="53"/>
                </a:cubicBezTo>
                <a:close/>
              </a:path>
            </a:pathLst>
          </a:custGeom>
          <a:solidFill>
            <a:schemeClr val="bg1"/>
          </a:solidFill>
          <a:ln w="6350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srgbClr val="5B9BD5"/>
              </a:solidFill>
              <a:effectLst/>
              <a:uLnTx/>
              <a:uFillTx/>
              <a:latin typeface="方正兰亭纤黑_GBK"/>
              <a:ea typeface="方正兰亭纤黑_GBK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0331949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>
            <a:extLst>
              <a:ext uri="{FF2B5EF4-FFF2-40B4-BE49-F238E27FC236}">
                <a16:creationId xmlns:a16="http://schemas.microsoft.com/office/drawing/2014/main" id="{9433CDF7-B1DF-4D03-BBD2-0451154B4D55}"/>
              </a:ext>
            </a:extLst>
          </p:cNvPr>
          <p:cNvSpPr>
            <a:spLocks/>
          </p:cNvSpPr>
          <p:nvPr/>
        </p:nvSpPr>
        <p:spPr bwMode="auto">
          <a:xfrm>
            <a:off x="10541794" y="5388768"/>
            <a:ext cx="274638" cy="312737"/>
          </a:xfrm>
          <a:custGeom>
            <a:avLst/>
            <a:gdLst>
              <a:gd name="T0" fmla="*/ 98 w 168"/>
              <a:gd name="T1" fmla="*/ 86 h 192"/>
              <a:gd name="T2" fmla="*/ 144 w 168"/>
              <a:gd name="T3" fmla="*/ 52 h 192"/>
              <a:gd name="T4" fmla="*/ 144 w 168"/>
              <a:gd name="T5" fmla="*/ 36 h 192"/>
              <a:gd name="T6" fmla="*/ 98 w 168"/>
              <a:gd name="T7" fmla="*/ 2 h 192"/>
              <a:gd name="T8" fmla="*/ 93 w 168"/>
              <a:gd name="T9" fmla="*/ 0 h 192"/>
              <a:gd name="T10" fmla="*/ 84 w 168"/>
              <a:gd name="T11" fmla="*/ 8 h 192"/>
              <a:gd name="T12" fmla="*/ 84 w 168"/>
              <a:gd name="T13" fmla="*/ 24 h 192"/>
              <a:gd name="T14" fmla="*/ 0 w 168"/>
              <a:gd name="T15" fmla="*/ 108 h 192"/>
              <a:gd name="T16" fmla="*/ 84 w 168"/>
              <a:gd name="T17" fmla="*/ 192 h 192"/>
              <a:gd name="T18" fmla="*/ 168 w 168"/>
              <a:gd name="T19" fmla="*/ 118 h 192"/>
              <a:gd name="T20" fmla="*/ 168 w 168"/>
              <a:gd name="T21" fmla="*/ 116 h 192"/>
              <a:gd name="T22" fmla="*/ 160 w 168"/>
              <a:gd name="T23" fmla="*/ 108 h 192"/>
              <a:gd name="T24" fmla="*/ 140 w 168"/>
              <a:gd name="T25" fmla="*/ 108 h 192"/>
              <a:gd name="T26" fmla="*/ 128 w 168"/>
              <a:gd name="T27" fmla="*/ 116 h 192"/>
              <a:gd name="T28" fmla="*/ 84 w 168"/>
              <a:gd name="T29" fmla="*/ 152 h 192"/>
              <a:gd name="T30" fmla="*/ 40 w 168"/>
              <a:gd name="T31" fmla="*/ 108 h 192"/>
              <a:gd name="T32" fmla="*/ 84 w 168"/>
              <a:gd name="T33" fmla="*/ 64 h 192"/>
              <a:gd name="T34" fmla="*/ 84 w 168"/>
              <a:gd name="T35" fmla="*/ 80 h 192"/>
              <a:gd name="T36" fmla="*/ 93 w 168"/>
              <a:gd name="T37" fmla="*/ 88 h 192"/>
              <a:gd name="T38" fmla="*/ 98 w 168"/>
              <a:gd name="T39" fmla="*/ 8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8" h="192">
                <a:moveTo>
                  <a:pt x="98" y="86"/>
                </a:moveTo>
                <a:cubicBezTo>
                  <a:pt x="144" y="52"/>
                  <a:pt x="144" y="52"/>
                  <a:pt x="144" y="52"/>
                </a:cubicBezTo>
                <a:cubicBezTo>
                  <a:pt x="149" y="47"/>
                  <a:pt x="149" y="41"/>
                  <a:pt x="144" y="36"/>
                </a:cubicBezTo>
                <a:cubicBezTo>
                  <a:pt x="98" y="2"/>
                  <a:pt x="98" y="2"/>
                  <a:pt x="98" y="2"/>
                </a:cubicBezTo>
                <a:cubicBezTo>
                  <a:pt x="96" y="1"/>
                  <a:pt x="95" y="0"/>
                  <a:pt x="93" y="0"/>
                </a:cubicBezTo>
                <a:cubicBezTo>
                  <a:pt x="88" y="0"/>
                  <a:pt x="84" y="4"/>
                  <a:pt x="84" y="8"/>
                </a:cubicBezTo>
                <a:cubicBezTo>
                  <a:pt x="84" y="24"/>
                  <a:pt x="84" y="24"/>
                  <a:pt x="84" y="24"/>
                </a:cubicBezTo>
                <a:cubicBezTo>
                  <a:pt x="38" y="24"/>
                  <a:pt x="0" y="62"/>
                  <a:pt x="0" y="108"/>
                </a:cubicBezTo>
                <a:cubicBezTo>
                  <a:pt x="0" y="154"/>
                  <a:pt x="38" y="192"/>
                  <a:pt x="84" y="192"/>
                </a:cubicBezTo>
                <a:cubicBezTo>
                  <a:pt x="127" y="192"/>
                  <a:pt x="163" y="160"/>
                  <a:pt x="168" y="118"/>
                </a:cubicBezTo>
                <a:cubicBezTo>
                  <a:pt x="168" y="118"/>
                  <a:pt x="168" y="117"/>
                  <a:pt x="168" y="116"/>
                </a:cubicBezTo>
                <a:cubicBezTo>
                  <a:pt x="168" y="112"/>
                  <a:pt x="164" y="108"/>
                  <a:pt x="160" y="108"/>
                </a:cubicBezTo>
                <a:cubicBezTo>
                  <a:pt x="140" y="108"/>
                  <a:pt x="140" y="108"/>
                  <a:pt x="140" y="108"/>
                </a:cubicBezTo>
                <a:cubicBezTo>
                  <a:pt x="133" y="108"/>
                  <a:pt x="128" y="113"/>
                  <a:pt x="128" y="116"/>
                </a:cubicBezTo>
                <a:cubicBezTo>
                  <a:pt x="124" y="137"/>
                  <a:pt x="106" y="152"/>
                  <a:pt x="84" y="152"/>
                </a:cubicBezTo>
                <a:cubicBezTo>
                  <a:pt x="60" y="152"/>
                  <a:pt x="40" y="132"/>
                  <a:pt x="40" y="108"/>
                </a:cubicBezTo>
                <a:cubicBezTo>
                  <a:pt x="40" y="84"/>
                  <a:pt x="60" y="64"/>
                  <a:pt x="84" y="64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4"/>
                  <a:pt x="88" y="88"/>
                  <a:pt x="93" y="88"/>
                </a:cubicBezTo>
                <a:cubicBezTo>
                  <a:pt x="95" y="88"/>
                  <a:pt x="96" y="87"/>
                  <a:pt x="98" y="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A7981437-06CF-4D9E-8EF2-FFBB3758C41D}"/>
              </a:ext>
            </a:extLst>
          </p:cNvPr>
          <p:cNvSpPr>
            <a:spLocks noEditPoints="1"/>
          </p:cNvSpPr>
          <p:nvPr/>
        </p:nvSpPr>
        <p:spPr bwMode="auto">
          <a:xfrm>
            <a:off x="9819482" y="5388768"/>
            <a:ext cx="312738" cy="312737"/>
          </a:xfrm>
          <a:custGeom>
            <a:avLst/>
            <a:gdLst>
              <a:gd name="T0" fmla="*/ 7 w 192"/>
              <a:gd name="T1" fmla="*/ 123 h 192"/>
              <a:gd name="T2" fmla="*/ 0 w 192"/>
              <a:gd name="T3" fmla="*/ 181 h 192"/>
              <a:gd name="T4" fmla="*/ 11 w 192"/>
              <a:gd name="T5" fmla="*/ 192 h 192"/>
              <a:gd name="T6" fmla="*/ 69 w 192"/>
              <a:gd name="T7" fmla="*/ 185 h 192"/>
              <a:gd name="T8" fmla="*/ 73 w 192"/>
              <a:gd name="T9" fmla="*/ 182 h 192"/>
              <a:gd name="T10" fmla="*/ 73 w 192"/>
              <a:gd name="T11" fmla="*/ 170 h 192"/>
              <a:gd name="T12" fmla="*/ 64 w 192"/>
              <a:gd name="T13" fmla="*/ 160 h 192"/>
              <a:gd name="T14" fmla="*/ 85 w 192"/>
              <a:gd name="T15" fmla="*/ 139 h 192"/>
              <a:gd name="T16" fmla="*/ 85 w 192"/>
              <a:gd name="T17" fmla="*/ 126 h 192"/>
              <a:gd name="T18" fmla="*/ 66 w 192"/>
              <a:gd name="T19" fmla="*/ 107 h 192"/>
              <a:gd name="T20" fmla="*/ 53 w 192"/>
              <a:gd name="T21" fmla="*/ 107 h 192"/>
              <a:gd name="T22" fmla="*/ 32 w 192"/>
              <a:gd name="T23" fmla="*/ 128 h 192"/>
              <a:gd name="T24" fmla="*/ 22 w 192"/>
              <a:gd name="T25" fmla="*/ 119 h 192"/>
              <a:gd name="T26" fmla="*/ 10 w 192"/>
              <a:gd name="T27" fmla="*/ 119 h 192"/>
              <a:gd name="T28" fmla="*/ 7 w 192"/>
              <a:gd name="T29" fmla="*/ 123 h 192"/>
              <a:gd name="T30" fmla="*/ 185 w 192"/>
              <a:gd name="T31" fmla="*/ 123 h 192"/>
              <a:gd name="T32" fmla="*/ 182 w 192"/>
              <a:gd name="T33" fmla="*/ 119 h 192"/>
              <a:gd name="T34" fmla="*/ 170 w 192"/>
              <a:gd name="T35" fmla="*/ 119 h 192"/>
              <a:gd name="T36" fmla="*/ 160 w 192"/>
              <a:gd name="T37" fmla="*/ 128 h 192"/>
              <a:gd name="T38" fmla="*/ 139 w 192"/>
              <a:gd name="T39" fmla="*/ 107 h 192"/>
              <a:gd name="T40" fmla="*/ 126 w 192"/>
              <a:gd name="T41" fmla="*/ 107 h 192"/>
              <a:gd name="T42" fmla="*/ 107 w 192"/>
              <a:gd name="T43" fmla="*/ 126 h 192"/>
              <a:gd name="T44" fmla="*/ 107 w 192"/>
              <a:gd name="T45" fmla="*/ 139 h 192"/>
              <a:gd name="T46" fmla="*/ 128 w 192"/>
              <a:gd name="T47" fmla="*/ 160 h 192"/>
              <a:gd name="T48" fmla="*/ 119 w 192"/>
              <a:gd name="T49" fmla="*/ 170 h 192"/>
              <a:gd name="T50" fmla="*/ 119 w 192"/>
              <a:gd name="T51" fmla="*/ 182 h 192"/>
              <a:gd name="T52" fmla="*/ 123 w 192"/>
              <a:gd name="T53" fmla="*/ 185 h 192"/>
              <a:gd name="T54" fmla="*/ 181 w 192"/>
              <a:gd name="T55" fmla="*/ 192 h 192"/>
              <a:gd name="T56" fmla="*/ 192 w 192"/>
              <a:gd name="T57" fmla="*/ 181 h 192"/>
              <a:gd name="T58" fmla="*/ 185 w 192"/>
              <a:gd name="T59" fmla="*/ 123 h 192"/>
              <a:gd name="T60" fmla="*/ 7 w 192"/>
              <a:gd name="T61" fmla="*/ 69 h 192"/>
              <a:gd name="T62" fmla="*/ 10 w 192"/>
              <a:gd name="T63" fmla="*/ 73 h 192"/>
              <a:gd name="T64" fmla="*/ 22 w 192"/>
              <a:gd name="T65" fmla="*/ 73 h 192"/>
              <a:gd name="T66" fmla="*/ 32 w 192"/>
              <a:gd name="T67" fmla="*/ 64 h 192"/>
              <a:gd name="T68" fmla="*/ 53 w 192"/>
              <a:gd name="T69" fmla="*/ 85 h 192"/>
              <a:gd name="T70" fmla="*/ 66 w 192"/>
              <a:gd name="T71" fmla="*/ 85 h 192"/>
              <a:gd name="T72" fmla="*/ 85 w 192"/>
              <a:gd name="T73" fmla="*/ 66 h 192"/>
              <a:gd name="T74" fmla="*/ 85 w 192"/>
              <a:gd name="T75" fmla="*/ 53 h 192"/>
              <a:gd name="T76" fmla="*/ 64 w 192"/>
              <a:gd name="T77" fmla="*/ 32 h 192"/>
              <a:gd name="T78" fmla="*/ 73 w 192"/>
              <a:gd name="T79" fmla="*/ 22 h 192"/>
              <a:gd name="T80" fmla="*/ 73 w 192"/>
              <a:gd name="T81" fmla="*/ 10 h 192"/>
              <a:gd name="T82" fmla="*/ 69 w 192"/>
              <a:gd name="T83" fmla="*/ 7 h 192"/>
              <a:gd name="T84" fmla="*/ 11 w 192"/>
              <a:gd name="T85" fmla="*/ 0 h 192"/>
              <a:gd name="T86" fmla="*/ 0 w 192"/>
              <a:gd name="T87" fmla="*/ 11 h 192"/>
              <a:gd name="T88" fmla="*/ 7 w 192"/>
              <a:gd name="T89" fmla="*/ 69 h 192"/>
              <a:gd name="T90" fmla="*/ 185 w 192"/>
              <a:gd name="T91" fmla="*/ 69 h 192"/>
              <a:gd name="T92" fmla="*/ 192 w 192"/>
              <a:gd name="T93" fmla="*/ 11 h 192"/>
              <a:gd name="T94" fmla="*/ 181 w 192"/>
              <a:gd name="T95" fmla="*/ 0 h 192"/>
              <a:gd name="T96" fmla="*/ 123 w 192"/>
              <a:gd name="T97" fmla="*/ 7 h 192"/>
              <a:gd name="T98" fmla="*/ 119 w 192"/>
              <a:gd name="T99" fmla="*/ 10 h 192"/>
              <a:gd name="T100" fmla="*/ 119 w 192"/>
              <a:gd name="T101" fmla="*/ 22 h 192"/>
              <a:gd name="T102" fmla="*/ 128 w 192"/>
              <a:gd name="T103" fmla="*/ 32 h 192"/>
              <a:gd name="T104" fmla="*/ 107 w 192"/>
              <a:gd name="T105" fmla="*/ 53 h 192"/>
              <a:gd name="T106" fmla="*/ 107 w 192"/>
              <a:gd name="T107" fmla="*/ 66 h 192"/>
              <a:gd name="T108" fmla="*/ 126 w 192"/>
              <a:gd name="T109" fmla="*/ 85 h 192"/>
              <a:gd name="T110" fmla="*/ 139 w 192"/>
              <a:gd name="T111" fmla="*/ 85 h 192"/>
              <a:gd name="T112" fmla="*/ 160 w 192"/>
              <a:gd name="T113" fmla="*/ 64 h 192"/>
              <a:gd name="T114" fmla="*/ 170 w 192"/>
              <a:gd name="T115" fmla="*/ 73 h 192"/>
              <a:gd name="T116" fmla="*/ 182 w 192"/>
              <a:gd name="T117" fmla="*/ 73 h 192"/>
              <a:gd name="T118" fmla="*/ 185 w 192"/>
              <a:gd name="T119" fmla="*/ 69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2" h="192">
                <a:moveTo>
                  <a:pt x="7" y="123"/>
                </a:moveTo>
                <a:cubicBezTo>
                  <a:pt x="0" y="181"/>
                  <a:pt x="0" y="181"/>
                  <a:pt x="0" y="181"/>
                </a:cubicBezTo>
                <a:cubicBezTo>
                  <a:pt x="0" y="187"/>
                  <a:pt x="5" y="192"/>
                  <a:pt x="11" y="192"/>
                </a:cubicBezTo>
                <a:cubicBezTo>
                  <a:pt x="69" y="185"/>
                  <a:pt x="69" y="185"/>
                  <a:pt x="69" y="185"/>
                </a:cubicBezTo>
                <a:cubicBezTo>
                  <a:pt x="70" y="184"/>
                  <a:pt x="72" y="184"/>
                  <a:pt x="73" y="182"/>
                </a:cubicBezTo>
                <a:cubicBezTo>
                  <a:pt x="77" y="179"/>
                  <a:pt x="77" y="173"/>
                  <a:pt x="73" y="17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85" y="139"/>
                  <a:pt x="85" y="139"/>
                  <a:pt x="85" y="139"/>
                </a:cubicBezTo>
                <a:cubicBezTo>
                  <a:pt x="89" y="135"/>
                  <a:pt x="89" y="130"/>
                  <a:pt x="85" y="126"/>
                </a:cubicBezTo>
                <a:cubicBezTo>
                  <a:pt x="66" y="107"/>
                  <a:pt x="66" y="107"/>
                  <a:pt x="66" y="107"/>
                </a:cubicBezTo>
                <a:cubicBezTo>
                  <a:pt x="62" y="103"/>
                  <a:pt x="57" y="103"/>
                  <a:pt x="53" y="107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22" y="119"/>
                  <a:pt x="22" y="119"/>
                  <a:pt x="22" y="119"/>
                </a:cubicBezTo>
                <a:cubicBezTo>
                  <a:pt x="19" y="115"/>
                  <a:pt x="13" y="115"/>
                  <a:pt x="10" y="119"/>
                </a:cubicBezTo>
                <a:cubicBezTo>
                  <a:pt x="8" y="120"/>
                  <a:pt x="8" y="122"/>
                  <a:pt x="7" y="123"/>
                </a:cubicBezTo>
                <a:close/>
                <a:moveTo>
                  <a:pt x="185" y="123"/>
                </a:moveTo>
                <a:cubicBezTo>
                  <a:pt x="184" y="122"/>
                  <a:pt x="184" y="120"/>
                  <a:pt x="182" y="119"/>
                </a:cubicBezTo>
                <a:cubicBezTo>
                  <a:pt x="179" y="115"/>
                  <a:pt x="173" y="115"/>
                  <a:pt x="170" y="119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35" y="103"/>
                  <a:pt x="130" y="103"/>
                  <a:pt x="126" y="107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103" y="130"/>
                  <a:pt x="103" y="135"/>
                  <a:pt x="107" y="139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19" y="170"/>
                  <a:pt x="119" y="170"/>
                  <a:pt x="119" y="170"/>
                </a:cubicBezTo>
                <a:cubicBezTo>
                  <a:pt x="115" y="173"/>
                  <a:pt x="115" y="179"/>
                  <a:pt x="119" y="182"/>
                </a:cubicBezTo>
                <a:cubicBezTo>
                  <a:pt x="120" y="184"/>
                  <a:pt x="122" y="184"/>
                  <a:pt x="123" y="185"/>
                </a:cubicBezTo>
                <a:cubicBezTo>
                  <a:pt x="181" y="192"/>
                  <a:pt x="181" y="192"/>
                  <a:pt x="181" y="192"/>
                </a:cubicBezTo>
                <a:cubicBezTo>
                  <a:pt x="187" y="192"/>
                  <a:pt x="192" y="187"/>
                  <a:pt x="192" y="181"/>
                </a:cubicBezTo>
                <a:lnTo>
                  <a:pt x="185" y="123"/>
                </a:lnTo>
                <a:close/>
                <a:moveTo>
                  <a:pt x="7" y="69"/>
                </a:moveTo>
                <a:cubicBezTo>
                  <a:pt x="8" y="70"/>
                  <a:pt x="8" y="72"/>
                  <a:pt x="10" y="73"/>
                </a:cubicBezTo>
                <a:cubicBezTo>
                  <a:pt x="13" y="77"/>
                  <a:pt x="19" y="77"/>
                  <a:pt x="22" y="73"/>
                </a:cubicBezTo>
                <a:cubicBezTo>
                  <a:pt x="32" y="64"/>
                  <a:pt x="32" y="64"/>
                  <a:pt x="32" y="64"/>
                </a:cubicBezTo>
                <a:cubicBezTo>
                  <a:pt x="53" y="85"/>
                  <a:pt x="53" y="85"/>
                  <a:pt x="53" y="85"/>
                </a:cubicBezTo>
                <a:cubicBezTo>
                  <a:pt x="57" y="89"/>
                  <a:pt x="62" y="89"/>
                  <a:pt x="66" y="85"/>
                </a:cubicBezTo>
                <a:cubicBezTo>
                  <a:pt x="85" y="66"/>
                  <a:pt x="85" y="66"/>
                  <a:pt x="85" y="66"/>
                </a:cubicBezTo>
                <a:cubicBezTo>
                  <a:pt x="89" y="62"/>
                  <a:pt x="89" y="57"/>
                  <a:pt x="85" y="53"/>
                </a:cubicBezTo>
                <a:cubicBezTo>
                  <a:pt x="64" y="32"/>
                  <a:pt x="64" y="32"/>
                  <a:pt x="64" y="32"/>
                </a:cubicBezTo>
                <a:cubicBezTo>
                  <a:pt x="73" y="22"/>
                  <a:pt x="73" y="22"/>
                  <a:pt x="73" y="22"/>
                </a:cubicBezTo>
                <a:cubicBezTo>
                  <a:pt x="77" y="19"/>
                  <a:pt x="77" y="13"/>
                  <a:pt x="73" y="10"/>
                </a:cubicBezTo>
                <a:cubicBezTo>
                  <a:pt x="72" y="8"/>
                  <a:pt x="70" y="8"/>
                  <a:pt x="69" y="7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lnTo>
                  <a:pt x="7" y="69"/>
                </a:lnTo>
                <a:close/>
                <a:moveTo>
                  <a:pt x="185" y="69"/>
                </a:moveTo>
                <a:cubicBezTo>
                  <a:pt x="192" y="11"/>
                  <a:pt x="192" y="11"/>
                  <a:pt x="192" y="11"/>
                </a:cubicBezTo>
                <a:cubicBezTo>
                  <a:pt x="192" y="5"/>
                  <a:pt x="187" y="0"/>
                  <a:pt x="181" y="0"/>
                </a:cubicBezTo>
                <a:cubicBezTo>
                  <a:pt x="123" y="7"/>
                  <a:pt x="123" y="7"/>
                  <a:pt x="123" y="7"/>
                </a:cubicBezTo>
                <a:cubicBezTo>
                  <a:pt x="122" y="8"/>
                  <a:pt x="120" y="8"/>
                  <a:pt x="119" y="10"/>
                </a:cubicBezTo>
                <a:cubicBezTo>
                  <a:pt x="115" y="13"/>
                  <a:pt x="115" y="19"/>
                  <a:pt x="119" y="2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3" y="57"/>
                  <a:pt x="103" y="62"/>
                  <a:pt x="107" y="66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30" y="89"/>
                  <a:pt x="135" y="89"/>
                  <a:pt x="139" y="85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73" y="77"/>
                  <a:pt x="179" y="77"/>
                  <a:pt x="182" y="73"/>
                </a:cubicBezTo>
                <a:cubicBezTo>
                  <a:pt x="184" y="72"/>
                  <a:pt x="184" y="70"/>
                  <a:pt x="185" y="6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2F89D675-EAA7-4215-BC96-E6952CDF4812}"/>
              </a:ext>
            </a:extLst>
          </p:cNvPr>
          <p:cNvSpPr>
            <a:spLocks noEditPoints="1"/>
          </p:cNvSpPr>
          <p:nvPr/>
        </p:nvSpPr>
        <p:spPr bwMode="auto">
          <a:xfrm>
            <a:off x="9114632" y="5387181"/>
            <a:ext cx="315913" cy="315912"/>
          </a:xfrm>
          <a:custGeom>
            <a:avLst/>
            <a:gdLst>
              <a:gd name="T0" fmla="*/ 112 w 194"/>
              <a:gd name="T1" fmla="*/ 20 h 194"/>
              <a:gd name="T2" fmla="*/ 105 w 194"/>
              <a:gd name="T3" fmla="*/ 78 h 194"/>
              <a:gd name="T4" fmla="*/ 116 w 194"/>
              <a:gd name="T5" fmla="*/ 89 h 194"/>
              <a:gd name="T6" fmla="*/ 174 w 194"/>
              <a:gd name="T7" fmla="*/ 82 h 194"/>
              <a:gd name="T8" fmla="*/ 178 w 194"/>
              <a:gd name="T9" fmla="*/ 79 h 194"/>
              <a:gd name="T10" fmla="*/ 178 w 194"/>
              <a:gd name="T11" fmla="*/ 67 h 194"/>
              <a:gd name="T12" fmla="*/ 169 w 194"/>
              <a:gd name="T13" fmla="*/ 57 h 194"/>
              <a:gd name="T14" fmla="*/ 190 w 194"/>
              <a:gd name="T15" fmla="*/ 36 h 194"/>
              <a:gd name="T16" fmla="*/ 190 w 194"/>
              <a:gd name="T17" fmla="*/ 23 h 194"/>
              <a:gd name="T18" fmla="*/ 171 w 194"/>
              <a:gd name="T19" fmla="*/ 4 h 194"/>
              <a:gd name="T20" fmla="*/ 158 w 194"/>
              <a:gd name="T21" fmla="*/ 4 h 194"/>
              <a:gd name="T22" fmla="*/ 137 w 194"/>
              <a:gd name="T23" fmla="*/ 25 h 194"/>
              <a:gd name="T24" fmla="*/ 127 w 194"/>
              <a:gd name="T25" fmla="*/ 16 h 194"/>
              <a:gd name="T26" fmla="*/ 115 w 194"/>
              <a:gd name="T27" fmla="*/ 16 h 194"/>
              <a:gd name="T28" fmla="*/ 112 w 194"/>
              <a:gd name="T29" fmla="*/ 20 h 194"/>
              <a:gd name="T30" fmla="*/ 82 w 194"/>
              <a:gd name="T31" fmla="*/ 20 h 194"/>
              <a:gd name="T32" fmla="*/ 79 w 194"/>
              <a:gd name="T33" fmla="*/ 16 h 194"/>
              <a:gd name="T34" fmla="*/ 67 w 194"/>
              <a:gd name="T35" fmla="*/ 16 h 194"/>
              <a:gd name="T36" fmla="*/ 57 w 194"/>
              <a:gd name="T37" fmla="*/ 25 h 194"/>
              <a:gd name="T38" fmla="*/ 36 w 194"/>
              <a:gd name="T39" fmla="*/ 4 h 194"/>
              <a:gd name="T40" fmla="*/ 23 w 194"/>
              <a:gd name="T41" fmla="*/ 4 h 194"/>
              <a:gd name="T42" fmla="*/ 4 w 194"/>
              <a:gd name="T43" fmla="*/ 23 h 194"/>
              <a:gd name="T44" fmla="*/ 4 w 194"/>
              <a:gd name="T45" fmla="*/ 36 h 194"/>
              <a:gd name="T46" fmla="*/ 25 w 194"/>
              <a:gd name="T47" fmla="*/ 57 h 194"/>
              <a:gd name="T48" fmla="*/ 16 w 194"/>
              <a:gd name="T49" fmla="*/ 67 h 194"/>
              <a:gd name="T50" fmla="*/ 16 w 194"/>
              <a:gd name="T51" fmla="*/ 79 h 194"/>
              <a:gd name="T52" fmla="*/ 20 w 194"/>
              <a:gd name="T53" fmla="*/ 82 h 194"/>
              <a:gd name="T54" fmla="*/ 78 w 194"/>
              <a:gd name="T55" fmla="*/ 89 h 194"/>
              <a:gd name="T56" fmla="*/ 89 w 194"/>
              <a:gd name="T57" fmla="*/ 78 h 194"/>
              <a:gd name="T58" fmla="*/ 82 w 194"/>
              <a:gd name="T59" fmla="*/ 20 h 194"/>
              <a:gd name="T60" fmla="*/ 112 w 194"/>
              <a:gd name="T61" fmla="*/ 174 h 194"/>
              <a:gd name="T62" fmla="*/ 115 w 194"/>
              <a:gd name="T63" fmla="*/ 178 h 194"/>
              <a:gd name="T64" fmla="*/ 127 w 194"/>
              <a:gd name="T65" fmla="*/ 178 h 194"/>
              <a:gd name="T66" fmla="*/ 137 w 194"/>
              <a:gd name="T67" fmla="*/ 169 h 194"/>
              <a:gd name="T68" fmla="*/ 158 w 194"/>
              <a:gd name="T69" fmla="*/ 190 h 194"/>
              <a:gd name="T70" fmla="*/ 171 w 194"/>
              <a:gd name="T71" fmla="*/ 190 h 194"/>
              <a:gd name="T72" fmla="*/ 190 w 194"/>
              <a:gd name="T73" fmla="*/ 171 h 194"/>
              <a:gd name="T74" fmla="*/ 190 w 194"/>
              <a:gd name="T75" fmla="*/ 158 h 194"/>
              <a:gd name="T76" fmla="*/ 169 w 194"/>
              <a:gd name="T77" fmla="*/ 137 h 194"/>
              <a:gd name="T78" fmla="*/ 178 w 194"/>
              <a:gd name="T79" fmla="*/ 127 h 194"/>
              <a:gd name="T80" fmla="*/ 178 w 194"/>
              <a:gd name="T81" fmla="*/ 115 h 194"/>
              <a:gd name="T82" fmla="*/ 174 w 194"/>
              <a:gd name="T83" fmla="*/ 112 h 194"/>
              <a:gd name="T84" fmla="*/ 116 w 194"/>
              <a:gd name="T85" fmla="*/ 105 h 194"/>
              <a:gd name="T86" fmla="*/ 105 w 194"/>
              <a:gd name="T87" fmla="*/ 116 h 194"/>
              <a:gd name="T88" fmla="*/ 112 w 194"/>
              <a:gd name="T89" fmla="*/ 174 h 194"/>
              <a:gd name="T90" fmla="*/ 82 w 194"/>
              <a:gd name="T91" fmla="*/ 174 h 194"/>
              <a:gd name="T92" fmla="*/ 89 w 194"/>
              <a:gd name="T93" fmla="*/ 116 h 194"/>
              <a:gd name="T94" fmla="*/ 78 w 194"/>
              <a:gd name="T95" fmla="*/ 105 h 194"/>
              <a:gd name="T96" fmla="*/ 20 w 194"/>
              <a:gd name="T97" fmla="*/ 112 h 194"/>
              <a:gd name="T98" fmla="*/ 16 w 194"/>
              <a:gd name="T99" fmla="*/ 115 h 194"/>
              <a:gd name="T100" fmla="*/ 16 w 194"/>
              <a:gd name="T101" fmla="*/ 127 h 194"/>
              <a:gd name="T102" fmla="*/ 25 w 194"/>
              <a:gd name="T103" fmla="*/ 137 h 194"/>
              <a:gd name="T104" fmla="*/ 4 w 194"/>
              <a:gd name="T105" fmla="*/ 158 h 194"/>
              <a:gd name="T106" fmla="*/ 4 w 194"/>
              <a:gd name="T107" fmla="*/ 171 h 194"/>
              <a:gd name="T108" fmla="*/ 23 w 194"/>
              <a:gd name="T109" fmla="*/ 190 h 194"/>
              <a:gd name="T110" fmla="*/ 36 w 194"/>
              <a:gd name="T111" fmla="*/ 190 h 194"/>
              <a:gd name="T112" fmla="*/ 57 w 194"/>
              <a:gd name="T113" fmla="*/ 169 h 194"/>
              <a:gd name="T114" fmla="*/ 67 w 194"/>
              <a:gd name="T115" fmla="*/ 178 h 194"/>
              <a:gd name="T116" fmla="*/ 79 w 194"/>
              <a:gd name="T117" fmla="*/ 178 h 194"/>
              <a:gd name="T118" fmla="*/ 82 w 194"/>
              <a:gd name="T119" fmla="*/ 174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4" h="194">
                <a:moveTo>
                  <a:pt x="112" y="20"/>
                </a:moveTo>
                <a:cubicBezTo>
                  <a:pt x="105" y="78"/>
                  <a:pt x="105" y="78"/>
                  <a:pt x="105" y="78"/>
                </a:cubicBezTo>
                <a:cubicBezTo>
                  <a:pt x="105" y="84"/>
                  <a:pt x="110" y="89"/>
                  <a:pt x="116" y="89"/>
                </a:cubicBezTo>
                <a:cubicBezTo>
                  <a:pt x="174" y="82"/>
                  <a:pt x="174" y="82"/>
                  <a:pt x="174" y="82"/>
                </a:cubicBezTo>
                <a:cubicBezTo>
                  <a:pt x="175" y="81"/>
                  <a:pt x="177" y="81"/>
                  <a:pt x="178" y="79"/>
                </a:cubicBezTo>
                <a:cubicBezTo>
                  <a:pt x="182" y="76"/>
                  <a:pt x="182" y="70"/>
                  <a:pt x="178" y="67"/>
                </a:cubicBezTo>
                <a:cubicBezTo>
                  <a:pt x="169" y="57"/>
                  <a:pt x="169" y="57"/>
                  <a:pt x="169" y="57"/>
                </a:cubicBezTo>
                <a:cubicBezTo>
                  <a:pt x="190" y="36"/>
                  <a:pt x="190" y="36"/>
                  <a:pt x="190" y="36"/>
                </a:cubicBezTo>
                <a:cubicBezTo>
                  <a:pt x="194" y="32"/>
                  <a:pt x="194" y="27"/>
                  <a:pt x="190" y="23"/>
                </a:cubicBezTo>
                <a:cubicBezTo>
                  <a:pt x="171" y="4"/>
                  <a:pt x="171" y="4"/>
                  <a:pt x="171" y="4"/>
                </a:cubicBezTo>
                <a:cubicBezTo>
                  <a:pt x="167" y="0"/>
                  <a:pt x="162" y="0"/>
                  <a:pt x="158" y="4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124" y="12"/>
                  <a:pt x="118" y="12"/>
                  <a:pt x="115" y="16"/>
                </a:cubicBezTo>
                <a:cubicBezTo>
                  <a:pt x="113" y="17"/>
                  <a:pt x="113" y="19"/>
                  <a:pt x="112" y="20"/>
                </a:cubicBezTo>
                <a:close/>
                <a:moveTo>
                  <a:pt x="82" y="20"/>
                </a:moveTo>
                <a:cubicBezTo>
                  <a:pt x="81" y="19"/>
                  <a:pt x="81" y="17"/>
                  <a:pt x="79" y="16"/>
                </a:cubicBezTo>
                <a:cubicBezTo>
                  <a:pt x="76" y="12"/>
                  <a:pt x="70" y="12"/>
                  <a:pt x="67" y="16"/>
                </a:cubicBezTo>
                <a:cubicBezTo>
                  <a:pt x="57" y="25"/>
                  <a:pt x="57" y="25"/>
                  <a:pt x="57" y="25"/>
                </a:cubicBezTo>
                <a:cubicBezTo>
                  <a:pt x="36" y="4"/>
                  <a:pt x="36" y="4"/>
                  <a:pt x="36" y="4"/>
                </a:cubicBezTo>
                <a:cubicBezTo>
                  <a:pt x="32" y="0"/>
                  <a:pt x="27" y="0"/>
                  <a:pt x="23" y="4"/>
                </a:cubicBezTo>
                <a:cubicBezTo>
                  <a:pt x="4" y="23"/>
                  <a:pt x="4" y="23"/>
                  <a:pt x="4" y="23"/>
                </a:cubicBezTo>
                <a:cubicBezTo>
                  <a:pt x="0" y="27"/>
                  <a:pt x="0" y="32"/>
                  <a:pt x="4" y="36"/>
                </a:cubicBezTo>
                <a:cubicBezTo>
                  <a:pt x="25" y="57"/>
                  <a:pt x="25" y="57"/>
                  <a:pt x="25" y="57"/>
                </a:cubicBezTo>
                <a:cubicBezTo>
                  <a:pt x="16" y="67"/>
                  <a:pt x="16" y="67"/>
                  <a:pt x="16" y="67"/>
                </a:cubicBezTo>
                <a:cubicBezTo>
                  <a:pt x="12" y="70"/>
                  <a:pt x="12" y="76"/>
                  <a:pt x="16" y="79"/>
                </a:cubicBezTo>
                <a:cubicBezTo>
                  <a:pt x="17" y="81"/>
                  <a:pt x="19" y="81"/>
                  <a:pt x="20" y="82"/>
                </a:cubicBezTo>
                <a:cubicBezTo>
                  <a:pt x="78" y="89"/>
                  <a:pt x="78" y="89"/>
                  <a:pt x="78" y="89"/>
                </a:cubicBezTo>
                <a:cubicBezTo>
                  <a:pt x="84" y="89"/>
                  <a:pt x="89" y="84"/>
                  <a:pt x="89" y="78"/>
                </a:cubicBezTo>
                <a:lnTo>
                  <a:pt x="82" y="20"/>
                </a:lnTo>
                <a:close/>
                <a:moveTo>
                  <a:pt x="112" y="174"/>
                </a:moveTo>
                <a:cubicBezTo>
                  <a:pt x="113" y="175"/>
                  <a:pt x="113" y="177"/>
                  <a:pt x="115" y="178"/>
                </a:cubicBezTo>
                <a:cubicBezTo>
                  <a:pt x="118" y="182"/>
                  <a:pt x="124" y="182"/>
                  <a:pt x="127" y="178"/>
                </a:cubicBezTo>
                <a:cubicBezTo>
                  <a:pt x="137" y="169"/>
                  <a:pt x="137" y="169"/>
                  <a:pt x="137" y="169"/>
                </a:cubicBezTo>
                <a:cubicBezTo>
                  <a:pt x="158" y="190"/>
                  <a:pt x="158" y="190"/>
                  <a:pt x="158" y="190"/>
                </a:cubicBezTo>
                <a:cubicBezTo>
                  <a:pt x="162" y="194"/>
                  <a:pt x="167" y="194"/>
                  <a:pt x="171" y="190"/>
                </a:cubicBezTo>
                <a:cubicBezTo>
                  <a:pt x="190" y="171"/>
                  <a:pt x="190" y="171"/>
                  <a:pt x="190" y="171"/>
                </a:cubicBezTo>
                <a:cubicBezTo>
                  <a:pt x="194" y="167"/>
                  <a:pt x="194" y="162"/>
                  <a:pt x="190" y="158"/>
                </a:cubicBezTo>
                <a:cubicBezTo>
                  <a:pt x="169" y="137"/>
                  <a:pt x="169" y="137"/>
                  <a:pt x="169" y="137"/>
                </a:cubicBezTo>
                <a:cubicBezTo>
                  <a:pt x="178" y="127"/>
                  <a:pt x="178" y="127"/>
                  <a:pt x="178" y="127"/>
                </a:cubicBezTo>
                <a:cubicBezTo>
                  <a:pt x="182" y="124"/>
                  <a:pt x="182" y="118"/>
                  <a:pt x="178" y="115"/>
                </a:cubicBezTo>
                <a:cubicBezTo>
                  <a:pt x="177" y="113"/>
                  <a:pt x="175" y="113"/>
                  <a:pt x="174" y="112"/>
                </a:cubicBezTo>
                <a:cubicBezTo>
                  <a:pt x="116" y="105"/>
                  <a:pt x="116" y="105"/>
                  <a:pt x="116" y="105"/>
                </a:cubicBezTo>
                <a:cubicBezTo>
                  <a:pt x="110" y="105"/>
                  <a:pt x="105" y="110"/>
                  <a:pt x="105" y="116"/>
                </a:cubicBezTo>
                <a:lnTo>
                  <a:pt x="112" y="174"/>
                </a:lnTo>
                <a:close/>
                <a:moveTo>
                  <a:pt x="82" y="174"/>
                </a:moveTo>
                <a:cubicBezTo>
                  <a:pt x="89" y="116"/>
                  <a:pt x="89" y="116"/>
                  <a:pt x="89" y="116"/>
                </a:cubicBezTo>
                <a:cubicBezTo>
                  <a:pt x="89" y="110"/>
                  <a:pt x="84" y="105"/>
                  <a:pt x="78" y="105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19" y="113"/>
                  <a:pt x="17" y="113"/>
                  <a:pt x="16" y="115"/>
                </a:cubicBezTo>
                <a:cubicBezTo>
                  <a:pt x="12" y="118"/>
                  <a:pt x="12" y="124"/>
                  <a:pt x="16" y="127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4" y="158"/>
                  <a:pt x="4" y="158"/>
                  <a:pt x="4" y="158"/>
                </a:cubicBezTo>
                <a:cubicBezTo>
                  <a:pt x="0" y="162"/>
                  <a:pt x="0" y="167"/>
                  <a:pt x="4" y="171"/>
                </a:cubicBezTo>
                <a:cubicBezTo>
                  <a:pt x="23" y="190"/>
                  <a:pt x="23" y="190"/>
                  <a:pt x="23" y="190"/>
                </a:cubicBezTo>
                <a:cubicBezTo>
                  <a:pt x="27" y="194"/>
                  <a:pt x="32" y="194"/>
                  <a:pt x="36" y="190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67" y="178"/>
                  <a:pt x="67" y="178"/>
                  <a:pt x="67" y="178"/>
                </a:cubicBezTo>
                <a:cubicBezTo>
                  <a:pt x="70" y="182"/>
                  <a:pt x="76" y="182"/>
                  <a:pt x="79" y="178"/>
                </a:cubicBezTo>
                <a:cubicBezTo>
                  <a:pt x="81" y="177"/>
                  <a:pt x="81" y="175"/>
                  <a:pt x="82" y="1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8FCD1150-109D-46E5-84DE-ACC2D2F2ADDE}"/>
              </a:ext>
            </a:extLst>
          </p:cNvPr>
          <p:cNvSpPr>
            <a:spLocks/>
          </p:cNvSpPr>
          <p:nvPr/>
        </p:nvSpPr>
        <p:spPr bwMode="auto">
          <a:xfrm>
            <a:off x="8430419" y="5403056"/>
            <a:ext cx="276225" cy="276225"/>
          </a:xfrm>
          <a:custGeom>
            <a:avLst/>
            <a:gdLst>
              <a:gd name="T0" fmla="*/ 14 w 170"/>
              <a:gd name="T1" fmla="*/ 41 h 170"/>
              <a:gd name="T2" fmla="*/ 19 w 170"/>
              <a:gd name="T3" fmla="*/ 32 h 170"/>
              <a:gd name="T4" fmla="*/ 41 w 170"/>
              <a:gd name="T5" fmla="*/ 32 h 170"/>
              <a:gd name="T6" fmla="*/ 53 w 170"/>
              <a:gd name="T7" fmla="*/ 44 h 170"/>
              <a:gd name="T8" fmla="*/ 64 w 170"/>
              <a:gd name="T9" fmla="*/ 44 h 170"/>
              <a:gd name="T10" fmla="*/ 102 w 170"/>
              <a:gd name="T11" fmla="*/ 6 h 170"/>
              <a:gd name="T12" fmla="*/ 125 w 170"/>
              <a:gd name="T13" fmla="*/ 6 h 170"/>
              <a:gd name="T14" fmla="*/ 164 w 170"/>
              <a:gd name="T15" fmla="*/ 45 h 170"/>
              <a:gd name="T16" fmla="*/ 164 w 170"/>
              <a:gd name="T17" fmla="*/ 68 h 170"/>
              <a:gd name="T18" fmla="*/ 126 w 170"/>
              <a:gd name="T19" fmla="*/ 106 h 170"/>
              <a:gd name="T20" fmla="*/ 126 w 170"/>
              <a:gd name="T21" fmla="*/ 117 h 170"/>
              <a:gd name="T22" fmla="*/ 138 w 170"/>
              <a:gd name="T23" fmla="*/ 129 h 170"/>
              <a:gd name="T24" fmla="*/ 138 w 170"/>
              <a:gd name="T25" fmla="*/ 151 h 170"/>
              <a:gd name="T26" fmla="*/ 129 w 170"/>
              <a:gd name="T27" fmla="*/ 156 h 170"/>
              <a:gd name="T28" fmla="*/ 21 w 170"/>
              <a:gd name="T29" fmla="*/ 170 h 170"/>
              <a:gd name="T30" fmla="*/ 0 w 170"/>
              <a:gd name="T31" fmla="*/ 149 h 170"/>
              <a:gd name="T32" fmla="*/ 14 w 170"/>
              <a:gd name="T33" fmla="*/ 4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0" h="170">
                <a:moveTo>
                  <a:pt x="14" y="41"/>
                </a:moveTo>
                <a:cubicBezTo>
                  <a:pt x="15" y="38"/>
                  <a:pt x="16" y="35"/>
                  <a:pt x="19" y="32"/>
                </a:cubicBezTo>
                <a:cubicBezTo>
                  <a:pt x="25" y="26"/>
                  <a:pt x="35" y="26"/>
                  <a:pt x="41" y="32"/>
                </a:cubicBezTo>
                <a:cubicBezTo>
                  <a:pt x="53" y="44"/>
                  <a:pt x="53" y="44"/>
                  <a:pt x="53" y="44"/>
                </a:cubicBezTo>
                <a:cubicBezTo>
                  <a:pt x="56" y="47"/>
                  <a:pt x="61" y="47"/>
                  <a:pt x="64" y="44"/>
                </a:cubicBezTo>
                <a:cubicBezTo>
                  <a:pt x="102" y="6"/>
                  <a:pt x="102" y="6"/>
                  <a:pt x="102" y="6"/>
                </a:cubicBezTo>
                <a:cubicBezTo>
                  <a:pt x="108" y="0"/>
                  <a:pt x="118" y="0"/>
                  <a:pt x="125" y="6"/>
                </a:cubicBezTo>
                <a:cubicBezTo>
                  <a:pt x="164" y="45"/>
                  <a:pt x="164" y="45"/>
                  <a:pt x="164" y="45"/>
                </a:cubicBezTo>
                <a:cubicBezTo>
                  <a:pt x="170" y="52"/>
                  <a:pt x="170" y="62"/>
                  <a:pt x="164" y="6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23" y="109"/>
                  <a:pt x="123" y="114"/>
                  <a:pt x="126" y="117"/>
                </a:cubicBezTo>
                <a:cubicBezTo>
                  <a:pt x="138" y="129"/>
                  <a:pt x="138" y="129"/>
                  <a:pt x="138" y="129"/>
                </a:cubicBezTo>
                <a:cubicBezTo>
                  <a:pt x="144" y="135"/>
                  <a:pt x="144" y="145"/>
                  <a:pt x="138" y="151"/>
                </a:cubicBezTo>
                <a:cubicBezTo>
                  <a:pt x="135" y="154"/>
                  <a:pt x="132" y="155"/>
                  <a:pt x="129" y="156"/>
                </a:cubicBezTo>
                <a:cubicBezTo>
                  <a:pt x="21" y="170"/>
                  <a:pt x="21" y="170"/>
                  <a:pt x="21" y="170"/>
                </a:cubicBezTo>
                <a:cubicBezTo>
                  <a:pt x="9" y="170"/>
                  <a:pt x="0" y="161"/>
                  <a:pt x="0" y="149"/>
                </a:cubicBezTo>
                <a:lnTo>
                  <a:pt x="1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8258C8EB-BF09-4C2A-A830-F84E5A985A53}"/>
              </a:ext>
            </a:extLst>
          </p:cNvPr>
          <p:cNvSpPr>
            <a:spLocks/>
          </p:cNvSpPr>
          <p:nvPr/>
        </p:nvSpPr>
        <p:spPr bwMode="auto">
          <a:xfrm>
            <a:off x="7725569" y="5403056"/>
            <a:ext cx="276225" cy="276225"/>
          </a:xfrm>
          <a:custGeom>
            <a:avLst/>
            <a:gdLst>
              <a:gd name="T0" fmla="*/ 156 w 170"/>
              <a:gd name="T1" fmla="*/ 41 h 170"/>
              <a:gd name="T2" fmla="*/ 152 w 170"/>
              <a:gd name="T3" fmla="*/ 32 h 170"/>
              <a:gd name="T4" fmla="*/ 129 w 170"/>
              <a:gd name="T5" fmla="*/ 32 h 170"/>
              <a:gd name="T6" fmla="*/ 118 w 170"/>
              <a:gd name="T7" fmla="*/ 44 h 170"/>
              <a:gd name="T8" fmla="*/ 106 w 170"/>
              <a:gd name="T9" fmla="*/ 44 h 170"/>
              <a:gd name="T10" fmla="*/ 68 w 170"/>
              <a:gd name="T11" fmla="*/ 6 h 170"/>
              <a:gd name="T12" fmla="*/ 46 w 170"/>
              <a:gd name="T13" fmla="*/ 6 h 170"/>
              <a:gd name="T14" fmla="*/ 6 w 170"/>
              <a:gd name="T15" fmla="*/ 45 h 170"/>
              <a:gd name="T16" fmla="*/ 6 w 170"/>
              <a:gd name="T17" fmla="*/ 68 h 170"/>
              <a:gd name="T18" fmla="*/ 44 w 170"/>
              <a:gd name="T19" fmla="*/ 106 h 170"/>
              <a:gd name="T20" fmla="*/ 44 w 170"/>
              <a:gd name="T21" fmla="*/ 117 h 170"/>
              <a:gd name="T22" fmla="*/ 33 w 170"/>
              <a:gd name="T23" fmla="*/ 129 h 170"/>
              <a:gd name="T24" fmla="*/ 33 w 170"/>
              <a:gd name="T25" fmla="*/ 151 h 170"/>
              <a:gd name="T26" fmla="*/ 42 w 170"/>
              <a:gd name="T27" fmla="*/ 156 h 170"/>
              <a:gd name="T28" fmla="*/ 150 w 170"/>
              <a:gd name="T29" fmla="*/ 170 h 170"/>
              <a:gd name="T30" fmla="*/ 170 w 170"/>
              <a:gd name="T31" fmla="*/ 149 h 170"/>
              <a:gd name="T32" fmla="*/ 156 w 170"/>
              <a:gd name="T33" fmla="*/ 4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0" h="170">
                <a:moveTo>
                  <a:pt x="156" y="41"/>
                </a:moveTo>
                <a:cubicBezTo>
                  <a:pt x="156" y="38"/>
                  <a:pt x="154" y="35"/>
                  <a:pt x="152" y="32"/>
                </a:cubicBezTo>
                <a:cubicBezTo>
                  <a:pt x="145" y="26"/>
                  <a:pt x="135" y="26"/>
                  <a:pt x="129" y="32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15" y="47"/>
                  <a:pt x="109" y="47"/>
                  <a:pt x="106" y="44"/>
                </a:cubicBezTo>
                <a:cubicBezTo>
                  <a:pt x="68" y="6"/>
                  <a:pt x="68" y="6"/>
                  <a:pt x="68" y="6"/>
                </a:cubicBezTo>
                <a:cubicBezTo>
                  <a:pt x="62" y="0"/>
                  <a:pt x="52" y="0"/>
                  <a:pt x="46" y="6"/>
                </a:cubicBezTo>
                <a:cubicBezTo>
                  <a:pt x="6" y="45"/>
                  <a:pt x="6" y="45"/>
                  <a:pt x="6" y="45"/>
                </a:cubicBezTo>
                <a:cubicBezTo>
                  <a:pt x="0" y="52"/>
                  <a:pt x="0" y="62"/>
                  <a:pt x="6" y="68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7" y="109"/>
                  <a:pt x="47" y="114"/>
                  <a:pt x="44" y="117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27" y="135"/>
                  <a:pt x="27" y="145"/>
                  <a:pt x="33" y="151"/>
                </a:cubicBezTo>
                <a:cubicBezTo>
                  <a:pt x="35" y="154"/>
                  <a:pt x="38" y="155"/>
                  <a:pt x="42" y="156"/>
                </a:cubicBezTo>
                <a:cubicBezTo>
                  <a:pt x="150" y="170"/>
                  <a:pt x="150" y="170"/>
                  <a:pt x="150" y="170"/>
                </a:cubicBezTo>
                <a:cubicBezTo>
                  <a:pt x="161" y="170"/>
                  <a:pt x="170" y="161"/>
                  <a:pt x="170" y="149"/>
                </a:cubicBezTo>
                <a:lnTo>
                  <a:pt x="156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FBB6778C-C133-4789-BFF0-D22B907C8E65}"/>
              </a:ext>
            </a:extLst>
          </p:cNvPr>
          <p:cNvSpPr>
            <a:spLocks/>
          </p:cNvSpPr>
          <p:nvPr/>
        </p:nvSpPr>
        <p:spPr bwMode="auto">
          <a:xfrm>
            <a:off x="7023894" y="5404643"/>
            <a:ext cx="276225" cy="276225"/>
          </a:xfrm>
          <a:custGeom>
            <a:avLst/>
            <a:gdLst>
              <a:gd name="T0" fmla="*/ 14 w 170"/>
              <a:gd name="T1" fmla="*/ 128 h 170"/>
              <a:gd name="T2" fmla="*/ 19 w 170"/>
              <a:gd name="T3" fmla="*/ 137 h 170"/>
              <a:gd name="T4" fmla="*/ 41 w 170"/>
              <a:gd name="T5" fmla="*/ 137 h 170"/>
              <a:gd name="T6" fmla="*/ 53 w 170"/>
              <a:gd name="T7" fmla="*/ 126 h 170"/>
              <a:gd name="T8" fmla="*/ 64 w 170"/>
              <a:gd name="T9" fmla="*/ 126 h 170"/>
              <a:gd name="T10" fmla="*/ 102 w 170"/>
              <a:gd name="T11" fmla="*/ 164 h 170"/>
              <a:gd name="T12" fmla="*/ 125 w 170"/>
              <a:gd name="T13" fmla="*/ 164 h 170"/>
              <a:gd name="T14" fmla="*/ 164 w 170"/>
              <a:gd name="T15" fmla="*/ 124 h 170"/>
              <a:gd name="T16" fmla="*/ 164 w 170"/>
              <a:gd name="T17" fmla="*/ 102 h 170"/>
              <a:gd name="T18" fmla="*/ 126 w 170"/>
              <a:gd name="T19" fmla="*/ 64 h 170"/>
              <a:gd name="T20" fmla="*/ 126 w 170"/>
              <a:gd name="T21" fmla="*/ 52 h 170"/>
              <a:gd name="T22" fmla="*/ 138 w 170"/>
              <a:gd name="T23" fmla="*/ 41 h 170"/>
              <a:gd name="T24" fmla="*/ 138 w 170"/>
              <a:gd name="T25" fmla="*/ 18 h 170"/>
              <a:gd name="T26" fmla="*/ 129 w 170"/>
              <a:gd name="T27" fmla="*/ 14 h 170"/>
              <a:gd name="T28" fmla="*/ 21 w 170"/>
              <a:gd name="T29" fmla="*/ 0 h 170"/>
              <a:gd name="T30" fmla="*/ 0 w 170"/>
              <a:gd name="T31" fmla="*/ 20 h 170"/>
              <a:gd name="T32" fmla="*/ 14 w 170"/>
              <a:gd name="T33" fmla="*/ 1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0" h="170">
                <a:moveTo>
                  <a:pt x="14" y="128"/>
                </a:moveTo>
                <a:cubicBezTo>
                  <a:pt x="15" y="132"/>
                  <a:pt x="16" y="135"/>
                  <a:pt x="19" y="137"/>
                </a:cubicBezTo>
                <a:cubicBezTo>
                  <a:pt x="25" y="143"/>
                  <a:pt x="35" y="143"/>
                  <a:pt x="41" y="137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6" y="123"/>
                  <a:pt x="61" y="123"/>
                  <a:pt x="64" y="126"/>
                </a:cubicBezTo>
                <a:cubicBezTo>
                  <a:pt x="102" y="164"/>
                  <a:pt x="102" y="164"/>
                  <a:pt x="102" y="164"/>
                </a:cubicBezTo>
                <a:cubicBezTo>
                  <a:pt x="108" y="170"/>
                  <a:pt x="118" y="170"/>
                  <a:pt x="125" y="16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70" y="118"/>
                  <a:pt x="170" y="108"/>
                  <a:pt x="164" y="102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3" y="61"/>
                  <a:pt x="123" y="55"/>
                  <a:pt x="126" y="52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44" y="35"/>
                  <a:pt x="144" y="25"/>
                  <a:pt x="138" y="18"/>
                </a:cubicBezTo>
                <a:cubicBezTo>
                  <a:pt x="135" y="16"/>
                  <a:pt x="132" y="14"/>
                  <a:pt x="129" y="14"/>
                </a:cubicBez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9"/>
                  <a:pt x="0" y="20"/>
                </a:cubicBezTo>
                <a:lnTo>
                  <a:pt x="14" y="1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2503245A-E6FF-43A6-B7E3-B9CAA9211AC1}"/>
              </a:ext>
            </a:extLst>
          </p:cNvPr>
          <p:cNvSpPr>
            <a:spLocks/>
          </p:cNvSpPr>
          <p:nvPr/>
        </p:nvSpPr>
        <p:spPr bwMode="auto">
          <a:xfrm>
            <a:off x="6319044" y="5404643"/>
            <a:ext cx="276225" cy="276225"/>
          </a:xfrm>
          <a:custGeom>
            <a:avLst/>
            <a:gdLst>
              <a:gd name="T0" fmla="*/ 156 w 170"/>
              <a:gd name="T1" fmla="*/ 128 h 170"/>
              <a:gd name="T2" fmla="*/ 152 w 170"/>
              <a:gd name="T3" fmla="*/ 137 h 170"/>
              <a:gd name="T4" fmla="*/ 129 w 170"/>
              <a:gd name="T5" fmla="*/ 137 h 170"/>
              <a:gd name="T6" fmla="*/ 118 w 170"/>
              <a:gd name="T7" fmla="*/ 126 h 170"/>
              <a:gd name="T8" fmla="*/ 106 w 170"/>
              <a:gd name="T9" fmla="*/ 126 h 170"/>
              <a:gd name="T10" fmla="*/ 68 w 170"/>
              <a:gd name="T11" fmla="*/ 164 h 170"/>
              <a:gd name="T12" fmla="*/ 46 w 170"/>
              <a:gd name="T13" fmla="*/ 164 h 170"/>
              <a:gd name="T14" fmla="*/ 6 w 170"/>
              <a:gd name="T15" fmla="*/ 124 h 170"/>
              <a:gd name="T16" fmla="*/ 6 w 170"/>
              <a:gd name="T17" fmla="*/ 102 h 170"/>
              <a:gd name="T18" fmla="*/ 44 w 170"/>
              <a:gd name="T19" fmla="*/ 64 h 170"/>
              <a:gd name="T20" fmla="*/ 44 w 170"/>
              <a:gd name="T21" fmla="*/ 52 h 170"/>
              <a:gd name="T22" fmla="*/ 33 w 170"/>
              <a:gd name="T23" fmla="*/ 41 h 170"/>
              <a:gd name="T24" fmla="*/ 33 w 170"/>
              <a:gd name="T25" fmla="*/ 18 h 170"/>
              <a:gd name="T26" fmla="*/ 42 w 170"/>
              <a:gd name="T27" fmla="*/ 14 h 170"/>
              <a:gd name="T28" fmla="*/ 150 w 170"/>
              <a:gd name="T29" fmla="*/ 0 h 170"/>
              <a:gd name="T30" fmla="*/ 170 w 170"/>
              <a:gd name="T31" fmla="*/ 20 h 170"/>
              <a:gd name="T32" fmla="*/ 156 w 170"/>
              <a:gd name="T33" fmla="*/ 1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0" h="170">
                <a:moveTo>
                  <a:pt x="156" y="128"/>
                </a:moveTo>
                <a:cubicBezTo>
                  <a:pt x="156" y="132"/>
                  <a:pt x="154" y="135"/>
                  <a:pt x="152" y="137"/>
                </a:cubicBezTo>
                <a:cubicBezTo>
                  <a:pt x="145" y="143"/>
                  <a:pt x="135" y="143"/>
                  <a:pt x="129" y="137"/>
                </a:cubicBezTo>
                <a:cubicBezTo>
                  <a:pt x="118" y="126"/>
                  <a:pt x="118" y="126"/>
                  <a:pt x="118" y="126"/>
                </a:cubicBezTo>
                <a:cubicBezTo>
                  <a:pt x="115" y="123"/>
                  <a:pt x="109" y="123"/>
                  <a:pt x="106" y="126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2" y="170"/>
                  <a:pt x="52" y="170"/>
                  <a:pt x="46" y="164"/>
                </a:cubicBezTo>
                <a:cubicBezTo>
                  <a:pt x="6" y="124"/>
                  <a:pt x="6" y="124"/>
                  <a:pt x="6" y="124"/>
                </a:cubicBezTo>
                <a:cubicBezTo>
                  <a:pt x="0" y="118"/>
                  <a:pt x="0" y="108"/>
                  <a:pt x="6" y="102"/>
                </a:cubicBezTo>
                <a:cubicBezTo>
                  <a:pt x="44" y="64"/>
                  <a:pt x="44" y="64"/>
                  <a:pt x="44" y="64"/>
                </a:cubicBezTo>
                <a:cubicBezTo>
                  <a:pt x="47" y="61"/>
                  <a:pt x="47" y="55"/>
                  <a:pt x="44" y="52"/>
                </a:cubicBezTo>
                <a:cubicBezTo>
                  <a:pt x="33" y="41"/>
                  <a:pt x="33" y="41"/>
                  <a:pt x="33" y="41"/>
                </a:cubicBezTo>
                <a:cubicBezTo>
                  <a:pt x="27" y="35"/>
                  <a:pt x="27" y="25"/>
                  <a:pt x="33" y="18"/>
                </a:cubicBezTo>
                <a:cubicBezTo>
                  <a:pt x="35" y="16"/>
                  <a:pt x="38" y="14"/>
                  <a:pt x="42" y="14"/>
                </a:cubicBezTo>
                <a:cubicBezTo>
                  <a:pt x="150" y="0"/>
                  <a:pt x="150" y="0"/>
                  <a:pt x="150" y="0"/>
                </a:cubicBezTo>
                <a:cubicBezTo>
                  <a:pt x="161" y="0"/>
                  <a:pt x="170" y="9"/>
                  <a:pt x="170" y="20"/>
                </a:cubicBezTo>
                <a:lnTo>
                  <a:pt x="156" y="1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49BD26CF-069A-4DBF-971C-74382C52FF5C}"/>
              </a:ext>
            </a:extLst>
          </p:cNvPr>
          <p:cNvSpPr>
            <a:spLocks/>
          </p:cNvSpPr>
          <p:nvPr/>
        </p:nvSpPr>
        <p:spPr bwMode="auto">
          <a:xfrm>
            <a:off x="10529094" y="4706143"/>
            <a:ext cx="303213" cy="273050"/>
          </a:xfrm>
          <a:custGeom>
            <a:avLst/>
            <a:gdLst>
              <a:gd name="T0" fmla="*/ 98 w 186"/>
              <a:gd name="T1" fmla="*/ 3 h 168"/>
              <a:gd name="T2" fmla="*/ 88 w 186"/>
              <a:gd name="T3" fmla="*/ 0 h 168"/>
              <a:gd name="T4" fmla="*/ 72 w 186"/>
              <a:gd name="T5" fmla="*/ 16 h 168"/>
              <a:gd name="T6" fmla="*/ 72 w 186"/>
              <a:gd name="T7" fmla="*/ 32 h 168"/>
              <a:gd name="T8" fmla="*/ 64 w 186"/>
              <a:gd name="T9" fmla="*/ 40 h 168"/>
              <a:gd name="T10" fmla="*/ 16 w 186"/>
              <a:gd name="T11" fmla="*/ 40 h 168"/>
              <a:gd name="T12" fmla="*/ 0 w 186"/>
              <a:gd name="T13" fmla="*/ 56 h 168"/>
              <a:gd name="T14" fmla="*/ 0 w 186"/>
              <a:gd name="T15" fmla="*/ 112 h 168"/>
              <a:gd name="T16" fmla="*/ 16 w 186"/>
              <a:gd name="T17" fmla="*/ 128 h 168"/>
              <a:gd name="T18" fmla="*/ 64 w 186"/>
              <a:gd name="T19" fmla="*/ 128 h 168"/>
              <a:gd name="T20" fmla="*/ 72 w 186"/>
              <a:gd name="T21" fmla="*/ 136 h 168"/>
              <a:gd name="T22" fmla="*/ 72 w 186"/>
              <a:gd name="T23" fmla="*/ 152 h 168"/>
              <a:gd name="T24" fmla="*/ 88 w 186"/>
              <a:gd name="T25" fmla="*/ 168 h 168"/>
              <a:gd name="T26" fmla="*/ 98 w 186"/>
              <a:gd name="T27" fmla="*/ 165 h 168"/>
              <a:gd name="T28" fmla="*/ 178 w 186"/>
              <a:gd name="T29" fmla="*/ 98 h 168"/>
              <a:gd name="T30" fmla="*/ 178 w 186"/>
              <a:gd name="T31" fmla="*/ 70 h 168"/>
              <a:gd name="T32" fmla="*/ 98 w 186"/>
              <a:gd name="T33" fmla="*/ 3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6" h="168">
                <a:moveTo>
                  <a:pt x="98" y="3"/>
                </a:moveTo>
                <a:cubicBezTo>
                  <a:pt x="95" y="1"/>
                  <a:pt x="92" y="0"/>
                  <a:pt x="88" y="0"/>
                </a:cubicBezTo>
                <a:cubicBezTo>
                  <a:pt x="79" y="0"/>
                  <a:pt x="72" y="7"/>
                  <a:pt x="72" y="16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36"/>
                  <a:pt x="68" y="40"/>
                  <a:pt x="64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8" y="128"/>
                  <a:pt x="72" y="132"/>
                  <a:pt x="72" y="136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1"/>
                  <a:pt x="79" y="168"/>
                  <a:pt x="88" y="168"/>
                </a:cubicBezTo>
                <a:cubicBezTo>
                  <a:pt x="92" y="168"/>
                  <a:pt x="95" y="167"/>
                  <a:pt x="98" y="165"/>
                </a:cubicBezTo>
                <a:cubicBezTo>
                  <a:pt x="178" y="98"/>
                  <a:pt x="178" y="98"/>
                  <a:pt x="178" y="98"/>
                </a:cubicBezTo>
                <a:cubicBezTo>
                  <a:pt x="186" y="90"/>
                  <a:pt x="186" y="78"/>
                  <a:pt x="178" y="70"/>
                </a:cubicBezTo>
                <a:lnTo>
                  <a:pt x="98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61BED5F7-1CF5-4F42-B5E7-495A2C2248A4}"/>
              </a:ext>
            </a:extLst>
          </p:cNvPr>
          <p:cNvSpPr>
            <a:spLocks/>
          </p:cNvSpPr>
          <p:nvPr/>
        </p:nvSpPr>
        <p:spPr bwMode="auto">
          <a:xfrm>
            <a:off x="9822657" y="4706143"/>
            <a:ext cx="303213" cy="273050"/>
          </a:xfrm>
          <a:custGeom>
            <a:avLst/>
            <a:gdLst>
              <a:gd name="T0" fmla="*/ 88 w 186"/>
              <a:gd name="T1" fmla="*/ 3 h 168"/>
              <a:gd name="T2" fmla="*/ 98 w 186"/>
              <a:gd name="T3" fmla="*/ 0 h 168"/>
              <a:gd name="T4" fmla="*/ 114 w 186"/>
              <a:gd name="T5" fmla="*/ 16 h 168"/>
              <a:gd name="T6" fmla="*/ 114 w 186"/>
              <a:gd name="T7" fmla="*/ 32 h 168"/>
              <a:gd name="T8" fmla="*/ 122 w 186"/>
              <a:gd name="T9" fmla="*/ 40 h 168"/>
              <a:gd name="T10" fmla="*/ 170 w 186"/>
              <a:gd name="T11" fmla="*/ 40 h 168"/>
              <a:gd name="T12" fmla="*/ 186 w 186"/>
              <a:gd name="T13" fmla="*/ 56 h 168"/>
              <a:gd name="T14" fmla="*/ 186 w 186"/>
              <a:gd name="T15" fmla="*/ 112 h 168"/>
              <a:gd name="T16" fmla="*/ 170 w 186"/>
              <a:gd name="T17" fmla="*/ 128 h 168"/>
              <a:gd name="T18" fmla="*/ 122 w 186"/>
              <a:gd name="T19" fmla="*/ 128 h 168"/>
              <a:gd name="T20" fmla="*/ 114 w 186"/>
              <a:gd name="T21" fmla="*/ 136 h 168"/>
              <a:gd name="T22" fmla="*/ 114 w 186"/>
              <a:gd name="T23" fmla="*/ 152 h 168"/>
              <a:gd name="T24" fmla="*/ 98 w 186"/>
              <a:gd name="T25" fmla="*/ 168 h 168"/>
              <a:gd name="T26" fmla="*/ 88 w 186"/>
              <a:gd name="T27" fmla="*/ 165 h 168"/>
              <a:gd name="T28" fmla="*/ 8 w 186"/>
              <a:gd name="T29" fmla="*/ 98 h 168"/>
              <a:gd name="T30" fmla="*/ 8 w 186"/>
              <a:gd name="T31" fmla="*/ 70 h 168"/>
              <a:gd name="T32" fmla="*/ 88 w 186"/>
              <a:gd name="T33" fmla="*/ 3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6" h="168">
                <a:moveTo>
                  <a:pt x="88" y="3"/>
                </a:moveTo>
                <a:cubicBezTo>
                  <a:pt x="91" y="1"/>
                  <a:pt x="94" y="0"/>
                  <a:pt x="98" y="0"/>
                </a:cubicBezTo>
                <a:cubicBezTo>
                  <a:pt x="107" y="0"/>
                  <a:pt x="114" y="7"/>
                  <a:pt x="114" y="16"/>
                </a:cubicBezTo>
                <a:cubicBezTo>
                  <a:pt x="114" y="32"/>
                  <a:pt x="114" y="32"/>
                  <a:pt x="114" y="32"/>
                </a:cubicBezTo>
                <a:cubicBezTo>
                  <a:pt x="114" y="36"/>
                  <a:pt x="118" y="40"/>
                  <a:pt x="122" y="40"/>
                </a:cubicBezTo>
                <a:cubicBezTo>
                  <a:pt x="170" y="40"/>
                  <a:pt x="170" y="40"/>
                  <a:pt x="170" y="40"/>
                </a:cubicBezTo>
                <a:cubicBezTo>
                  <a:pt x="179" y="40"/>
                  <a:pt x="186" y="47"/>
                  <a:pt x="186" y="56"/>
                </a:cubicBezTo>
                <a:cubicBezTo>
                  <a:pt x="186" y="112"/>
                  <a:pt x="186" y="112"/>
                  <a:pt x="186" y="112"/>
                </a:cubicBezTo>
                <a:cubicBezTo>
                  <a:pt x="186" y="121"/>
                  <a:pt x="179" y="128"/>
                  <a:pt x="170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18" y="128"/>
                  <a:pt x="114" y="132"/>
                  <a:pt x="114" y="136"/>
                </a:cubicBezTo>
                <a:cubicBezTo>
                  <a:pt x="114" y="152"/>
                  <a:pt x="114" y="152"/>
                  <a:pt x="114" y="152"/>
                </a:cubicBezTo>
                <a:cubicBezTo>
                  <a:pt x="114" y="161"/>
                  <a:pt x="107" y="168"/>
                  <a:pt x="98" y="168"/>
                </a:cubicBezTo>
                <a:cubicBezTo>
                  <a:pt x="94" y="168"/>
                  <a:pt x="91" y="167"/>
                  <a:pt x="88" y="165"/>
                </a:cubicBezTo>
                <a:cubicBezTo>
                  <a:pt x="8" y="98"/>
                  <a:pt x="8" y="98"/>
                  <a:pt x="8" y="98"/>
                </a:cubicBezTo>
                <a:cubicBezTo>
                  <a:pt x="0" y="90"/>
                  <a:pt x="0" y="78"/>
                  <a:pt x="8" y="70"/>
                </a:cubicBezTo>
                <a:lnTo>
                  <a:pt x="88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84486FF5-F741-40E3-AF22-95041AE0861F}"/>
              </a:ext>
            </a:extLst>
          </p:cNvPr>
          <p:cNvSpPr>
            <a:spLocks/>
          </p:cNvSpPr>
          <p:nvPr/>
        </p:nvSpPr>
        <p:spPr bwMode="auto">
          <a:xfrm>
            <a:off x="9136857" y="4693443"/>
            <a:ext cx="273050" cy="301625"/>
          </a:xfrm>
          <a:custGeom>
            <a:avLst/>
            <a:gdLst>
              <a:gd name="T0" fmla="*/ 165 w 168"/>
              <a:gd name="T1" fmla="*/ 98 h 186"/>
              <a:gd name="T2" fmla="*/ 168 w 168"/>
              <a:gd name="T3" fmla="*/ 88 h 186"/>
              <a:gd name="T4" fmla="*/ 152 w 168"/>
              <a:gd name="T5" fmla="*/ 72 h 186"/>
              <a:gd name="T6" fmla="*/ 136 w 168"/>
              <a:gd name="T7" fmla="*/ 72 h 186"/>
              <a:gd name="T8" fmla="*/ 128 w 168"/>
              <a:gd name="T9" fmla="*/ 64 h 186"/>
              <a:gd name="T10" fmla="*/ 128 w 168"/>
              <a:gd name="T11" fmla="*/ 16 h 186"/>
              <a:gd name="T12" fmla="*/ 112 w 168"/>
              <a:gd name="T13" fmla="*/ 0 h 186"/>
              <a:gd name="T14" fmla="*/ 56 w 168"/>
              <a:gd name="T15" fmla="*/ 0 h 186"/>
              <a:gd name="T16" fmla="*/ 40 w 168"/>
              <a:gd name="T17" fmla="*/ 16 h 186"/>
              <a:gd name="T18" fmla="*/ 40 w 168"/>
              <a:gd name="T19" fmla="*/ 64 h 186"/>
              <a:gd name="T20" fmla="*/ 32 w 168"/>
              <a:gd name="T21" fmla="*/ 72 h 186"/>
              <a:gd name="T22" fmla="*/ 16 w 168"/>
              <a:gd name="T23" fmla="*/ 72 h 186"/>
              <a:gd name="T24" fmla="*/ 0 w 168"/>
              <a:gd name="T25" fmla="*/ 88 h 186"/>
              <a:gd name="T26" fmla="*/ 3 w 168"/>
              <a:gd name="T27" fmla="*/ 98 h 186"/>
              <a:gd name="T28" fmla="*/ 70 w 168"/>
              <a:gd name="T29" fmla="*/ 178 h 186"/>
              <a:gd name="T30" fmla="*/ 98 w 168"/>
              <a:gd name="T31" fmla="*/ 178 h 186"/>
              <a:gd name="T32" fmla="*/ 165 w 168"/>
              <a:gd name="T33" fmla="*/ 9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8" h="186">
                <a:moveTo>
                  <a:pt x="165" y="98"/>
                </a:moveTo>
                <a:cubicBezTo>
                  <a:pt x="167" y="95"/>
                  <a:pt x="168" y="92"/>
                  <a:pt x="168" y="88"/>
                </a:cubicBezTo>
                <a:cubicBezTo>
                  <a:pt x="168" y="79"/>
                  <a:pt x="161" y="72"/>
                  <a:pt x="152" y="72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2" y="72"/>
                  <a:pt x="128" y="68"/>
                  <a:pt x="128" y="64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64"/>
                  <a:pt x="40" y="64"/>
                  <a:pt x="40" y="64"/>
                </a:cubicBezTo>
                <a:cubicBezTo>
                  <a:pt x="40" y="68"/>
                  <a:pt x="36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92"/>
                  <a:pt x="1" y="95"/>
                  <a:pt x="3" y="98"/>
                </a:cubicBezTo>
                <a:cubicBezTo>
                  <a:pt x="70" y="178"/>
                  <a:pt x="70" y="178"/>
                  <a:pt x="70" y="178"/>
                </a:cubicBezTo>
                <a:cubicBezTo>
                  <a:pt x="78" y="186"/>
                  <a:pt x="90" y="186"/>
                  <a:pt x="98" y="178"/>
                </a:cubicBezTo>
                <a:lnTo>
                  <a:pt x="165" y="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BC0E32BD-8190-4492-93C6-6694CF6A394F}"/>
              </a:ext>
            </a:extLst>
          </p:cNvPr>
          <p:cNvSpPr>
            <a:spLocks/>
          </p:cNvSpPr>
          <p:nvPr/>
        </p:nvSpPr>
        <p:spPr bwMode="auto">
          <a:xfrm>
            <a:off x="8433594" y="4690268"/>
            <a:ext cx="273050" cy="301625"/>
          </a:xfrm>
          <a:custGeom>
            <a:avLst/>
            <a:gdLst>
              <a:gd name="T0" fmla="*/ 165 w 168"/>
              <a:gd name="T1" fmla="*/ 88 h 186"/>
              <a:gd name="T2" fmla="*/ 168 w 168"/>
              <a:gd name="T3" fmla="*/ 98 h 186"/>
              <a:gd name="T4" fmla="*/ 152 w 168"/>
              <a:gd name="T5" fmla="*/ 114 h 186"/>
              <a:gd name="T6" fmla="*/ 136 w 168"/>
              <a:gd name="T7" fmla="*/ 114 h 186"/>
              <a:gd name="T8" fmla="*/ 128 w 168"/>
              <a:gd name="T9" fmla="*/ 122 h 186"/>
              <a:gd name="T10" fmla="*/ 128 w 168"/>
              <a:gd name="T11" fmla="*/ 170 h 186"/>
              <a:gd name="T12" fmla="*/ 112 w 168"/>
              <a:gd name="T13" fmla="*/ 186 h 186"/>
              <a:gd name="T14" fmla="*/ 56 w 168"/>
              <a:gd name="T15" fmla="*/ 186 h 186"/>
              <a:gd name="T16" fmla="*/ 40 w 168"/>
              <a:gd name="T17" fmla="*/ 170 h 186"/>
              <a:gd name="T18" fmla="*/ 40 w 168"/>
              <a:gd name="T19" fmla="*/ 122 h 186"/>
              <a:gd name="T20" fmla="*/ 32 w 168"/>
              <a:gd name="T21" fmla="*/ 114 h 186"/>
              <a:gd name="T22" fmla="*/ 16 w 168"/>
              <a:gd name="T23" fmla="*/ 114 h 186"/>
              <a:gd name="T24" fmla="*/ 0 w 168"/>
              <a:gd name="T25" fmla="*/ 98 h 186"/>
              <a:gd name="T26" fmla="*/ 3 w 168"/>
              <a:gd name="T27" fmla="*/ 88 h 186"/>
              <a:gd name="T28" fmla="*/ 70 w 168"/>
              <a:gd name="T29" fmla="*/ 8 h 186"/>
              <a:gd name="T30" fmla="*/ 98 w 168"/>
              <a:gd name="T31" fmla="*/ 8 h 186"/>
              <a:gd name="T32" fmla="*/ 165 w 168"/>
              <a:gd name="T33" fmla="*/ 8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8" h="186">
                <a:moveTo>
                  <a:pt x="165" y="88"/>
                </a:moveTo>
                <a:cubicBezTo>
                  <a:pt x="167" y="91"/>
                  <a:pt x="168" y="94"/>
                  <a:pt x="168" y="98"/>
                </a:cubicBezTo>
                <a:cubicBezTo>
                  <a:pt x="168" y="107"/>
                  <a:pt x="161" y="114"/>
                  <a:pt x="152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2" y="114"/>
                  <a:pt x="128" y="118"/>
                  <a:pt x="128" y="122"/>
                </a:cubicBezTo>
                <a:cubicBezTo>
                  <a:pt x="128" y="170"/>
                  <a:pt x="128" y="170"/>
                  <a:pt x="128" y="170"/>
                </a:cubicBezTo>
                <a:cubicBezTo>
                  <a:pt x="128" y="179"/>
                  <a:pt x="121" y="186"/>
                  <a:pt x="112" y="186"/>
                </a:cubicBezTo>
                <a:cubicBezTo>
                  <a:pt x="56" y="186"/>
                  <a:pt x="56" y="186"/>
                  <a:pt x="56" y="186"/>
                </a:cubicBezTo>
                <a:cubicBezTo>
                  <a:pt x="47" y="186"/>
                  <a:pt x="40" y="179"/>
                  <a:pt x="40" y="170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40" y="118"/>
                  <a:pt x="36" y="114"/>
                  <a:pt x="32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7" y="114"/>
                  <a:pt x="0" y="107"/>
                  <a:pt x="0" y="98"/>
                </a:cubicBezTo>
                <a:cubicBezTo>
                  <a:pt x="0" y="94"/>
                  <a:pt x="1" y="91"/>
                  <a:pt x="3" y="88"/>
                </a:cubicBezTo>
                <a:cubicBezTo>
                  <a:pt x="70" y="8"/>
                  <a:pt x="70" y="8"/>
                  <a:pt x="70" y="8"/>
                </a:cubicBezTo>
                <a:cubicBezTo>
                  <a:pt x="78" y="0"/>
                  <a:pt x="90" y="0"/>
                  <a:pt x="98" y="8"/>
                </a:cubicBezTo>
                <a:lnTo>
                  <a:pt x="165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924D4A62-68B7-466D-803D-4B9EEE6DCF01}"/>
              </a:ext>
            </a:extLst>
          </p:cNvPr>
          <p:cNvSpPr>
            <a:spLocks/>
          </p:cNvSpPr>
          <p:nvPr/>
        </p:nvSpPr>
        <p:spPr bwMode="auto">
          <a:xfrm>
            <a:off x="7717632" y="4687093"/>
            <a:ext cx="298450" cy="311150"/>
          </a:xfrm>
          <a:custGeom>
            <a:avLst/>
            <a:gdLst>
              <a:gd name="T0" fmla="*/ 163 w 184"/>
              <a:gd name="T1" fmla="*/ 0 h 192"/>
              <a:gd name="T2" fmla="*/ 184 w 184"/>
              <a:gd name="T3" fmla="*/ 74 h 192"/>
              <a:gd name="T4" fmla="*/ 180 w 184"/>
              <a:gd name="T5" fmla="*/ 107 h 192"/>
              <a:gd name="T6" fmla="*/ 164 w 184"/>
              <a:gd name="T7" fmla="*/ 120 h 192"/>
              <a:gd name="T8" fmla="*/ 152 w 184"/>
              <a:gd name="T9" fmla="*/ 115 h 192"/>
              <a:gd name="T10" fmla="*/ 152 w 184"/>
              <a:gd name="T11" fmla="*/ 116 h 192"/>
              <a:gd name="T12" fmla="*/ 136 w 184"/>
              <a:gd name="T13" fmla="*/ 132 h 192"/>
              <a:gd name="T14" fmla="*/ 120 w 184"/>
              <a:gd name="T15" fmla="*/ 116 h 192"/>
              <a:gd name="T16" fmla="*/ 120 w 184"/>
              <a:gd name="T17" fmla="*/ 124 h 192"/>
              <a:gd name="T18" fmla="*/ 104 w 184"/>
              <a:gd name="T19" fmla="*/ 140 h 192"/>
              <a:gd name="T20" fmla="*/ 88 w 184"/>
              <a:gd name="T21" fmla="*/ 124 h 192"/>
              <a:gd name="T22" fmla="*/ 88 w 184"/>
              <a:gd name="T23" fmla="*/ 176 h 192"/>
              <a:gd name="T24" fmla="*/ 72 w 184"/>
              <a:gd name="T25" fmla="*/ 192 h 192"/>
              <a:gd name="T26" fmla="*/ 56 w 184"/>
              <a:gd name="T27" fmla="*/ 176 h 192"/>
              <a:gd name="T28" fmla="*/ 56 w 184"/>
              <a:gd name="T29" fmla="*/ 85 h 192"/>
              <a:gd name="T30" fmla="*/ 48 w 184"/>
              <a:gd name="T31" fmla="*/ 77 h 192"/>
              <a:gd name="T32" fmla="*/ 46 w 184"/>
              <a:gd name="T33" fmla="*/ 77 h 192"/>
              <a:gd name="T34" fmla="*/ 23 w 184"/>
              <a:gd name="T35" fmla="*/ 86 h 192"/>
              <a:gd name="T36" fmla="*/ 16 w 184"/>
              <a:gd name="T37" fmla="*/ 88 h 192"/>
              <a:gd name="T38" fmla="*/ 0 w 184"/>
              <a:gd name="T39" fmla="*/ 72 h 192"/>
              <a:gd name="T40" fmla="*/ 10 w 184"/>
              <a:gd name="T41" fmla="*/ 57 h 192"/>
              <a:gd name="T42" fmla="*/ 71 w 184"/>
              <a:gd name="T43" fmla="*/ 0 h 192"/>
              <a:gd name="T44" fmla="*/ 163 w 184"/>
              <a:gd name="T45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4" h="192">
                <a:moveTo>
                  <a:pt x="163" y="0"/>
                </a:moveTo>
                <a:cubicBezTo>
                  <a:pt x="176" y="22"/>
                  <a:pt x="184" y="48"/>
                  <a:pt x="184" y="74"/>
                </a:cubicBezTo>
                <a:cubicBezTo>
                  <a:pt x="184" y="85"/>
                  <a:pt x="183" y="96"/>
                  <a:pt x="180" y="107"/>
                </a:cubicBezTo>
                <a:cubicBezTo>
                  <a:pt x="178" y="114"/>
                  <a:pt x="172" y="120"/>
                  <a:pt x="164" y="120"/>
                </a:cubicBezTo>
                <a:cubicBezTo>
                  <a:pt x="159" y="120"/>
                  <a:pt x="155" y="118"/>
                  <a:pt x="152" y="115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2" y="125"/>
                  <a:pt x="145" y="132"/>
                  <a:pt x="136" y="132"/>
                </a:cubicBezTo>
                <a:cubicBezTo>
                  <a:pt x="127" y="132"/>
                  <a:pt x="120" y="125"/>
                  <a:pt x="120" y="116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20" y="133"/>
                  <a:pt x="113" y="140"/>
                  <a:pt x="104" y="140"/>
                </a:cubicBezTo>
                <a:cubicBezTo>
                  <a:pt x="95" y="140"/>
                  <a:pt x="88" y="133"/>
                  <a:pt x="88" y="124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88" y="185"/>
                  <a:pt x="81" y="192"/>
                  <a:pt x="72" y="192"/>
                </a:cubicBezTo>
                <a:cubicBezTo>
                  <a:pt x="63" y="192"/>
                  <a:pt x="56" y="185"/>
                  <a:pt x="56" y="176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0"/>
                  <a:pt x="52" y="77"/>
                  <a:pt x="48" y="77"/>
                </a:cubicBezTo>
                <a:cubicBezTo>
                  <a:pt x="47" y="77"/>
                  <a:pt x="47" y="77"/>
                  <a:pt x="46" y="77"/>
                </a:cubicBezTo>
                <a:cubicBezTo>
                  <a:pt x="23" y="86"/>
                  <a:pt x="23" y="86"/>
                  <a:pt x="23" y="86"/>
                </a:cubicBezTo>
                <a:cubicBezTo>
                  <a:pt x="21" y="87"/>
                  <a:pt x="19" y="88"/>
                  <a:pt x="16" y="88"/>
                </a:cubicBezTo>
                <a:cubicBezTo>
                  <a:pt x="7" y="88"/>
                  <a:pt x="0" y="81"/>
                  <a:pt x="0" y="72"/>
                </a:cubicBezTo>
                <a:cubicBezTo>
                  <a:pt x="0" y="65"/>
                  <a:pt x="4" y="60"/>
                  <a:pt x="10" y="57"/>
                </a:cubicBezTo>
                <a:cubicBezTo>
                  <a:pt x="36" y="44"/>
                  <a:pt x="57" y="27"/>
                  <a:pt x="71" y="0"/>
                </a:cubicBezTo>
                <a:lnTo>
                  <a:pt x="16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18945886-EBB2-4761-91FB-203D5F41925D}"/>
              </a:ext>
            </a:extLst>
          </p:cNvPr>
          <p:cNvSpPr>
            <a:spLocks/>
          </p:cNvSpPr>
          <p:nvPr/>
        </p:nvSpPr>
        <p:spPr bwMode="auto">
          <a:xfrm>
            <a:off x="7014369" y="4687093"/>
            <a:ext cx="300038" cy="311150"/>
          </a:xfrm>
          <a:custGeom>
            <a:avLst/>
            <a:gdLst>
              <a:gd name="T0" fmla="*/ 163 w 184"/>
              <a:gd name="T1" fmla="*/ 192 h 192"/>
              <a:gd name="T2" fmla="*/ 184 w 184"/>
              <a:gd name="T3" fmla="*/ 118 h 192"/>
              <a:gd name="T4" fmla="*/ 180 w 184"/>
              <a:gd name="T5" fmla="*/ 85 h 192"/>
              <a:gd name="T6" fmla="*/ 164 w 184"/>
              <a:gd name="T7" fmla="*/ 72 h 192"/>
              <a:gd name="T8" fmla="*/ 152 w 184"/>
              <a:gd name="T9" fmla="*/ 77 h 192"/>
              <a:gd name="T10" fmla="*/ 152 w 184"/>
              <a:gd name="T11" fmla="*/ 76 h 192"/>
              <a:gd name="T12" fmla="*/ 136 w 184"/>
              <a:gd name="T13" fmla="*/ 60 h 192"/>
              <a:gd name="T14" fmla="*/ 120 w 184"/>
              <a:gd name="T15" fmla="*/ 76 h 192"/>
              <a:gd name="T16" fmla="*/ 120 w 184"/>
              <a:gd name="T17" fmla="*/ 68 h 192"/>
              <a:gd name="T18" fmla="*/ 104 w 184"/>
              <a:gd name="T19" fmla="*/ 52 h 192"/>
              <a:gd name="T20" fmla="*/ 88 w 184"/>
              <a:gd name="T21" fmla="*/ 68 h 192"/>
              <a:gd name="T22" fmla="*/ 88 w 184"/>
              <a:gd name="T23" fmla="*/ 16 h 192"/>
              <a:gd name="T24" fmla="*/ 72 w 184"/>
              <a:gd name="T25" fmla="*/ 0 h 192"/>
              <a:gd name="T26" fmla="*/ 56 w 184"/>
              <a:gd name="T27" fmla="*/ 16 h 192"/>
              <a:gd name="T28" fmla="*/ 56 w 184"/>
              <a:gd name="T29" fmla="*/ 107 h 192"/>
              <a:gd name="T30" fmla="*/ 48 w 184"/>
              <a:gd name="T31" fmla="*/ 115 h 192"/>
              <a:gd name="T32" fmla="*/ 46 w 184"/>
              <a:gd name="T33" fmla="*/ 115 h 192"/>
              <a:gd name="T34" fmla="*/ 23 w 184"/>
              <a:gd name="T35" fmla="*/ 106 h 192"/>
              <a:gd name="T36" fmla="*/ 16 w 184"/>
              <a:gd name="T37" fmla="*/ 104 h 192"/>
              <a:gd name="T38" fmla="*/ 0 w 184"/>
              <a:gd name="T39" fmla="*/ 120 h 192"/>
              <a:gd name="T40" fmla="*/ 10 w 184"/>
              <a:gd name="T41" fmla="*/ 135 h 192"/>
              <a:gd name="T42" fmla="*/ 71 w 184"/>
              <a:gd name="T43" fmla="*/ 192 h 192"/>
              <a:gd name="T44" fmla="*/ 163 w 184"/>
              <a:gd name="T45" fmla="*/ 1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4" h="192">
                <a:moveTo>
                  <a:pt x="163" y="192"/>
                </a:moveTo>
                <a:cubicBezTo>
                  <a:pt x="176" y="170"/>
                  <a:pt x="184" y="144"/>
                  <a:pt x="184" y="118"/>
                </a:cubicBezTo>
                <a:cubicBezTo>
                  <a:pt x="184" y="107"/>
                  <a:pt x="183" y="96"/>
                  <a:pt x="180" y="85"/>
                </a:cubicBezTo>
                <a:cubicBezTo>
                  <a:pt x="178" y="78"/>
                  <a:pt x="172" y="72"/>
                  <a:pt x="164" y="72"/>
                </a:cubicBezTo>
                <a:cubicBezTo>
                  <a:pt x="159" y="72"/>
                  <a:pt x="155" y="74"/>
                  <a:pt x="152" y="77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67"/>
                  <a:pt x="145" y="60"/>
                  <a:pt x="136" y="60"/>
                </a:cubicBezTo>
                <a:cubicBezTo>
                  <a:pt x="127" y="60"/>
                  <a:pt x="120" y="67"/>
                  <a:pt x="120" y="76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59"/>
                  <a:pt x="113" y="52"/>
                  <a:pt x="104" y="52"/>
                </a:cubicBezTo>
                <a:cubicBezTo>
                  <a:pt x="95" y="52"/>
                  <a:pt x="88" y="59"/>
                  <a:pt x="88" y="68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7"/>
                  <a:pt x="81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6" y="112"/>
                  <a:pt x="52" y="115"/>
                  <a:pt x="48" y="115"/>
                </a:cubicBezTo>
                <a:cubicBezTo>
                  <a:pt x="47" y="115"/>
                  <a:pt x="47" y="115"/>
                  <a:pt x="46" y="115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1" y="105"/>
                  <a:pt x="19" y="104"/>
                  <a:pt x="16" y="104"/>
                </a:cubicBezTo>
                <a:cubicBezTo>
                  <a:pt x="7" y="104"/>
                  <a:pt x="0" y="111"/>
                  <a:pt x="0" y="120"/>
                </a:cubicBezTo>
                <a:cubicBezTo>
                  <a:pt x="0" y="127"/>
                  <a:pt x="4" y="132"/>
                  <a:pt x="10" y="135"/>
                </a:cubicBezTo>
                <a:cubicBezTo>
                  <a:pt x="36" y="148"/>
                  <a:pt x="57" y="165"/>
                  <a:pt x="71" y="192"/>
                </a:cubicBezTo>
                <a:lnTo>
                  <a:pt x="163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036F9CD2-8DDF-43FF-A361-2B327FB07821}"/>
              </a:ext>
            </a:extLst>
          </p:cNvPr>
          <p:cNvSpPr>
            <a:spLocks/>
          </p:cNvSpPr>
          <p:nvPr/>
        </p:nvSpPr>
        <p:spPr bwMode="auto">
          <a:xfrm>
            <a:off x="6304757" y="4693443"/>
            <a:ext cx="312738" cy="298450"/>
          </a:xfrm>
          <a:custGeom>
            <a:avLst/>
            <a:gdLst>
              <a:gd name="T0" fmla="*/ 192 w 192"/>
              <a:gd name="T1" fmla="*/ 163 h 184"/>
              <a:gd name="T2" fmla="*/ 118 w 192"/>
              <a:gd name="T3" fmla="*/ 184 h 184"/>
              <a:gd name="T4" fmla="*/ 85 w 192"/>
              <a:gd name="T5" fmla="*/ 180 h 184"/>
              <a:gd name="T6" fmla="*/ 72 w 192"/>
              <a:gd name="T7" fmla="*/ 164 h 184"/>
              <a:gd name="T8" fmla="*/ 77 w 192"/>
              <a:gd name="T9" fmla="*/ 152 h 184"/>
              <a:gd name="T10" fmla="*/ 76 w 192"/>
              <a:gd name="T11" fmla="*/ 152 h 184"/>
              <a:gd name="T12" fmla="*/ 60 w 192"/>
              <a:gd name="T13" fmla="*/ 136 h 184"/>
              <a:gd name="T14" fmla="*/ 76 w 192"/>
              <a:gd name="T15" fmla="*/ 120 h 184"/>
              <a:gd name="T16" fmla="*/ 68 w 192"/>
              <a:gd name="T17" fmla="*/ 120 h 184"/>
              <a:gd name="T18" fmla="*/ 52 w 192"/>
              <a:gd name="T19" fmla="*/ 104 h 184"/>
              <a:gd name="T20" fmla="*/ 68 w 192"/>
              <a:gd name="T21" fmla="*/ 88 h 184"/>
              <a:gd name="T22" fmla="*/ 16 w 192"/>
              <a:gd name="T23" fmla="*/ 88 h 184"/>
              <a:gd name="T24" fmla="*/ 0 w 192"/>
              <a:gd name="T25" fmla="*/ 72 h 184"/>
              <a:gd name="T26" fmla="*/ 16 w 192"/>
              <a:gd name="T27" fmla="*/ 56 h 184"/>
              <a:gd name="T28" fmla="*/ 107 w 192"/>
              <a:gd name="T29" fmla="*/ 56 h 184"/>
              <a:gd name="T30" fmla="*/ 115 w 192"/>
              <a:gd name="T31" fmla="*/ 48 h 184"/>
              <a:gd name="T32" fmla="*/ 115 w 192"/>
              <a:gd name="T33" fmla="*/ 46 h 184"/>
              <a:gd name="T34" fmla="*/ 106 w 192"/>
              <a:gd name="T35" fmla="*/ 23 h 184"/>
              <a:gd name="T36" fmla="*/ 104 w 192"/>
              <a:gd name="T37" fmla="*/ 16 h 184"/>
              <a:gd name="T38" fmla="*/ 120 w 192"/>
              <a:gd name="T39" fmla="*/ 0 h 184"/>
              <a:gd name="T40" fmla="*/ 135 w 192"/>
              <a:gd name="T41" fmla="*/ 10 h 184"/>
              <a:gd name="T42" fmla="*/ 192 w 192"/>
              <a:gd name="T43" fmla="*/ 71 h 184"/>
              <a:gd name="T44" fmla="*/ 192 w 192"/>
              <a:gd name="T45" fmla="*/ 163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" h="184">
                <a:moveTo>
                  <a:pt x="192" y="163"/>
                </a:moveTo>
                <a:cubicBezTo>
                  <a:pt x="170" y="176"/>
                  <a:pt x="144" y="184"/>
                  <a:pt x="118" y="184"/>
                </a:cubicBezTo>
                <a:cubicBezTo>
                  <a:pt x="107" y="184"/>
                  <a:pt x="96" y="183"/>
                  <a:pt x="85" y="180"/>
                </a:cubicBezTo>
                <a:cubicBezTo>
                  <a:pt x="78" y="178"/>
                  <a:pt x="72" y="172"/>
                  <a:pt x="72" y="164"/>
                </a:cubicBezTo>
                <a:cubicBezTo>
                  <a:pt x="72" y="159"/>
                  <a:pt x="74" y="155"/>
                  <a:pt x="77" y="152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67" y="152"/>
                  <a:pt x="60" y="145"/>
                  <a:pt x="60" y="136"/>
                </a:cubicBezTo>
                <a:cubicBezTo>
                  <a:pt x="60" y="127"/>
                  <a:pt x="67" y="120"/>
                  <a:pt x="7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59" y="120"/>
                  <a:pt x="52" y="113"/>
                  <a:pt x="52" y="104"/>
                </a:cubicBezTo>
                <a:cubicBezTo>
                  <a:pt x="52" y="95"/>
                  <a:pt x="59" y="88"/>
                  <a:pt x="68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7" y="88"/>
                  <a:pt x="0" y="81"/>
                  <a:pt x="0" y="72"/>
                </a:cubicBezTo>
                <a:cubicBezTo>
                  <a:pt x="0" y="63"/>
                  <a:pt x="7" y="56"/>
                  <a:pt x="16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12" y="56"/>
                  <a:pt x="115" y="52"/>
                  <a:pt x="115" y="48"/>
                </a:cubicBezTo>
                <a:cubicBezTo>
                  <a:pt x="115" y="47"/>
                  <a:pt x="115" y="47"/>
                  <a:pt x="115" y="46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5" y="21"/>
                  <a:pt x="104" y="19"/>
                  <a:pt x="104" y="16"/>
                </a:cubicBezTo>
                <a:cubicBezTo>
                  <a:pt x="104" y="7"/>
                  <a:pt x="111" y="0"/>
                  <a:pt x="120" y="0"/>
                </a:cubicBezTo>
                <a:cubicBezTo>
                  <a:pt x="127" y="0"/>
                  <a:pt x="132" y="4"/>
                  <a:pt x="135" y="10"/>
                </a:cubicBezTo>
                <a:cubicBezTo>
                  <a:pt x="148" y="36"/>
                  <a:pt x="165" y="57"/>
                  <a:pt x="192" y="71"/>
                </a:cubicBezTo>
                <a:lnTo>
                  <a:pt x="192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A38FEB74-7318-4494-837F-40E3BB0DD336}"/>
              </a:ext>
            </a:extLst>
          </p:cNvPr>
          <p:cNvSpPr>
            <a:spLocks/>
          </p:cNvSpPr>
          <p:nvPr/>
        </p:nvSpPr>
        <p:spPr bwMode="auto">
          <a:xfrm>
            <a:off x="10522744" y="3990181"/>
            <a:ext cx="312738" cy="300037"/>
          </a:xfrm>
          <a:custGeom>
            <a:avLst/>
            <a:gdLst>
              <a:gd name="T0" fmla="*/ 0 w 192"/>
              <a:gd name="T1" fmla="*/ 163 h 184"/>
              <a:gd name="T2" fmla="*/ 74 w 192"/>
              <a:gd name="T3" fmla="*/ 184 h 184"/>
              <a:gd name="T4" fmla="*/ 107 w 192"/>
              <a:gd name="T5" fmla="*/ 180 h 184"/>
              <a:gd name="T6" fmla="*/ 120 w 192"/>
              <a:gd name="T7" fmla="*/ 164 h 184"/>
              <a:gd name="T8" fmla="*/ 115 w 192"/>
              <a:gd name="T9" fmla="*/ 152 h 184"/>
              <a:gd name="T10" fmla="*/ 116 w 192"/>
              <a:gd name="T11" fmla="*/ 152 h 184"/>
              <a:gd name="T12" fmla="*/ 132 w 192"/>
              <a:gd name="T13" fmla="*/ 136 h 184"/>
              <a:gd name="T14" fmla="*/ 116 w 192"/>
              <a:gd name="T15" fmla="*/ 120 h 184"/>
              <a:gd name="T16" fmla="*/ 124 w 192"/>
              <a:gd name="T17" fmla="*/ 120 h 184"/>
              <a:gd name="T18" fmla="*/ 140 w 192"/>
              <a:gd name="T19" fmla="*/ 104 h 184"/>
              <a:gd name="T20" fmla="*/ 124 w 192"/>
              <a:gd name="T21" fmla="*/ 88 h 184"/>
              <a:gd name="T22" fmla="*/ 176 w 192"/>
              <a:gd name="T23" fmla="*/ 88 h 184"/>
              <a:gd name="T24" fmla="*/ 192 w 192"/>
              <a:gd name="T25" fmla="*/ 72 h 184"/>
              <a:gd name="T26" fmla="*/ 176 w 192"/>
              <a:gd name="T27" fmla="*/ 56 h 184"/>
              <a:gd name="T28" fmla="*/ 85 w 192"/>
              <a:gd name="T29" fmla="*/ 56 h 184"/>
              <a:gd name="T30" fmla="*/ 77 w 192"/>
              <a:gd name="T31" fmla="*/ 48 h 184"/>
              <a:gd name="T32" fmla="*/ 77 w 192"/>
              <a:gd name="T33" fmla="*/ 46 h 184"/>
              <a:gd name="T34" fmla="*/ 86 w 192"/>
              <a:gd name="T35" fmla="*/ 23 h 184"/>
              <a:gd name="T36" fmla="*/ 88 w 192"/>
              <a:gd name="T37" fmla="*/ 16 h 184"/>
              <a:gd name="T38" fmla="*/ 72 w 192"/>
              <a:gd name="T39" fmla="*/ 0 h 184"/>
              <a:gd name="T40" fmla="*/ 57 w 192"/>
              <a:gd name="T41" fmla="*/ 10 h 184"/>
              <a:gd name="T42" fmla="*/ 0 w 192"/>
              <a:gd name="T43" fmla="*/ 71 h 184"/>
              <a:gd name="T44" fmla="*/ 0 w 192"/>
              <a:gd name="T45" fmla="*/ 163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" h="184">
                <a:moveTo>
                  <a:pt x="0" y="163"/>
                </a:moveTo>
                <a:cubicBezTo>
                  <a:pt x="22" y="176"/>
                  <a:pt x="48" y="184"/>
                  <a:pt x="74" y="184"/>
                </a:cubicBezTo>
                <a:cubicBezTo>
                  <a:pt x="85" y="184"/>
                  <a:pt x="96" y="183"/>
                  <a:pt x="107" y="180"/>
                </a:cubicBezTo>
                <a:cubicBezTo>
                  <a:pt x="114" y="178"/>
                  <a:pt x="120" y="172"/>
                  <a:pt x="120" y="164"/>
                </a:cubicBezTo>
                <a:cubicBezTo>
                  <a:pt x="120" y="159"/>
                  <a:pt x="118" y="155"/>
                  <a:pt x="115" y="152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25" y="152"/>
                  <a:pt x="132" y="145"/>
                  <a:pt x="132" y="136"/>
                </a:cubicBezTo>
                <a:cubicBezTo>
                  <a:pt x="132" y="127"/>
                  <a:pt x="125" y="120"/>
                  <a:pt x="116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33" y="120"/>
                  <a:pt x="140" y="113"/>
                  <a:pt x="140" y="104"/>
                </a:cubicBezTo>
                <a:cubicBezTo>
                  <a:pt x="140" y="95"/>
                  <a:pt x="133" y="88"/>
                  <a:pt x="124" y="88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185" y="88"/>
                  <a:pt x="192" y="81"/>
                  <a:pt x="192" y="72"/>
                </a:cubicBezTo>
                <a:cubicBezTo>
                  <a:pt x="192" y="63"/>
                  <a:pt x="185" y="56"/>
                  <a:pt x="176" y="56"/>
                </a:cubicBezTo>
                <a:cubicBezTo>
                  <a:pt x="85" y="56"/>
                  <a:pt x="85" y="56"/>
                  <a:pt x="85" y="56"/>
                </a:cubicBezTo>
                <a:cubicBezTo>
                  <a:pt x="80" y="56"/>
                  <a:pt x="77" y="52"/>
                  <a:pt x="77" y="48"/>
                </a:cubicBezTo>
                <a:cubicBezTo>
                  <a:pt x="77" y="47"/>
                  <a:pt x="77" y="47"/>
                  <a:pt x="77" y="46"/>
                </a:cubicBezTo>
                <a:cubicBezTo>
                  <a:pt x="86" y="23"/>
                  <a:pt x="86" y="23"/>
                  <a:pt x="86" y="23"/>
                </a:cubicBezTo>
                <a:cubicBezTo>
                  <a:pt x="87" y="21"/>
                  <a:pt x="88" y="19"/>
                  <a:pt x="88" y="16"/>
                </a:cubicBezTo>
                <a:cubicBezTo>
                  <a:pt x="88" y="7"/>
                  <a:pt x="81" y="0"/>
                  <a:pt x="72" y="0"/>
                </a:cubicBezTo>
                <a:cubicBezTo>
                  <a:pt x="65" y="0"/>
                  <a:pt x="60" y="4"/>
                  <a:pt x="57" y="10"/>
                </a:cubicBezTo>
                <a:cubicBezTo>
                  <a:pt x="44" y="36"/>
                  <a:pt x="27" y="57"/>
                  <a:pt x="0" y="71"/>
                </a:cubicBezTo>
                <a:lnTo>
                  <a:pt x="0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E763BF42-3C50-4B0E-A2EC-4BDA8FAE817C}"/>
              </a:ext>
            </a:extLst>
          </p:cNvPr>
          <p:cNvSpPr>
            <a:spLocks/>
          </p:cNvSpPr>
          <p:nvPr/>
        </p:nvSpPr>
        <p:spPr bwMode="auto">
          <a:xfrm>
            <a:off x="9819482" y="3983831"/>
            <a:ext cx="312738" cy="312737"/>
          </a:xfrm>
          <a:custGeom>
            <a:avLst/>
            <a:gdLst>
              <a:gd name="T0" fmla="*/ 0 w 192"/>
              <a:gd name="T1" fmla="*/ 24 h 192"/>
              <a:gd name="T2" fmla="*/ 114 w 192"/>
              <a:gd name="T3" fmla="*/ 0 h 192"/>
              <a:gd name="T4" fmla="*/ 152 w 192"/>
              <a:gd name="T5" fmla="*/ 3 h 192"/>
              <a:gd name="T6" fmla="*/ 166 w 192"/>
              <a:gd name="T7" fmla="*/ 7 h 192"/>
              <a:gd name="T8" fmla="*/ 172 w 192"/>
              <a:gd name="T9" fmla="*/ 20 h 192"/>
              <a:gd name="T10" fmla="*/ 167 w 192"/>
              <a:gd name="T11" fmla="*/ 32 h 192"/>
              <a:gd name="T12" fmla="*/ 168 w 192"/>
              <a:gd name="T13" fmla="*/ 32 h 192"/>
              <a:gd name="T14" fmla="*/ 184 w 192"/>
              <a:gd name="T15" fmla="*/ 48 h 192"/>
              <a:gd name="T16" fmla="*/ 168 w 192"/>
              <a:gd name="T17" fmla="*/ 64 h 192"/>
              <a:gd name="T18" fmla="*/ 176 w 192"/>
              <a:gd name="T19" fmla="*/ 64 h 192"/>
              <a:gd name="T20" fmla="*/ 192 w 192"/>
              <a:gd name="T21" fmla="*/ 80 h 192"/>
              <a:gd name="T22" fmla="*/ 176 w 192"/>
              <a:gd name="T23" fmla="*/ 96 h 192"/>
              <a:gd name="T24" fmla="*/ 192 w 192"/>
              <a:gd name="T25" fmla="*/ 112 h 192"/>
              <a:gd name="T26" fmla="*/ 176 w 192"/>
              <a:gd name="T27" fmla="*/ 128 h 192"/>
              <a:gd name="T28" fmla="*/ 104 w 192"/>
              <a:gd name="T29" fmla="*/ 128 h 192"/>
              <a:gd name="T30" fmla="*/ 94 w 192"/>
              <a:gd name="T31" fmla="*/ 138 h 192"/>
              <a:gd name="T32" fmla="*/ 99 w 192"/>
              <a:gd name="T33" fmla="*/ 171 h 192"/>
              <a:gd name="T34" fmla="*/ 100 w 192"/>
              <a:gd name="T35" fmla="*/ 176 h 192"/>
              <a:gd name="T36" fmla="*/ 84 w 192"/>
              <a:gd name="T37" fmla="*/ 192 h 192"/>
              <a:gd name="T38" fmla="*/ 69 w 192"/>
              <a:gd name="T39" fmla="*/ 180 h 192"/>
              <a:gd name="T40" fmla="*/ 68 w 192"/>
              <a:gd name="T41" fmla="*/ 178 h 192"/>
              <a:gd name="T42" fmla="*/ 0 w 192"/>
              <a:gd name="T43" fmla="*/ 96 h 192"/>
              <a:gd name="T44" fmla="*/ 0 w 192"/>
              <a:gd name="T45" fmla="*/ 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" h="192">
                <a:moveTo>
                  <a:pt x="0" y="24"/>
                </a:moveTo>
                <a:cubicBezTo>
                  <a:pt x="34" y="9"/>
                  <a:pt x="74" y="0"/>
                  <a:pt x="114" y="0"/>
                </a:cubicBezTo>
                <a:cubicBezTo>
                  <a:pt x="127" y="0"/>
                  <a:pt x="140" y="1"/>
                  <a:pt x="152" y="3"/>
                </a:cubicBezTo>
                <a:cubicBezTo>
                  <a:pt x="157" y="3"/>
                  <a:pt x="163" y="5"/>
                  <a:pt x="166" y="7"/>
                </a:cubicBezTo>
                <a:cubicBezTo>
                  <a:pt x="170" y="10"/>
                  <a:pt x="172" y="15"/>
                  <a:pt x="172" y="20"/>
                </a:cubicBezTo>
                <a:cubicBezTo>
                  <a:pt x="172" y="25"/>
                  <a:pt x="170" y="29"/>
                  <a:pt x="167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7" y="32"/>
                  <a:pt x="184" y="39"/>
                  <a:pt x="184" y="48"/>
                </a:cubicBezTo>
                <a:cubicBezTo>
                  <a:pt x="184" y="57"/>
                  <a:pt x="177" y="64"/>
                  <a:pt x="168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85" y="64"/>
                  <a:pt x="192" y="71"/>
                  <a:pt x="192" y="80"/>
                </a:cubicBezTo>
                <a:cubicBezTo>
                  <a:pt x="192" y="89"/>
                  <a:pt x="185" y="96"/>
                  <a:pt x="176" y="96"/>
                </a:cubicBezTo>
                <a:cubicBezTo>
                  <a:pt x="185" y="96"/>
                  <a:pt x="192" y="103"/>
                  <a:pt x="192" y="112"/>
                </a:cubicBezTo>
                <a:cubicBezTo>
                  <a:pt x="192" y="121"/>
                  <a:pt x="185" y="128"/>
                  <a:pt x="176" y="128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99" y="128"/>
                  <a:pt x="94" y="132"/>
                  <a:pt x="94" y="138"/>
                </a:cubicBezTo>
                <a:cubicBezTo>
                  <a:pt x="99" y="171"/>
                  <a:pt x="99" y="171"/>
                  <a:pt x="99" y="171"/>
                </a:cubicBezTo>
                <a:cubicBezTo>
                  <a:pt x="100" y="173"/>
                  <a:pt x="100" y="174"/>
                  <a:pt x="100" y="176"/>
                </a:cubicBezTo>
                <a:cubicBezTo>
                  <a:pt x="100" y="185"/>
                  <a:pt x="93" y="192"/>
                  <a:pt x="84" y="192"/>
                </a:cubicBezTo>
                <a:cubicBezTo>
                  <a:pt x="77" y="192"/>
                  <a:pt x="70" y="187"/>
                  <a:pt x="69" y="180"/>
                </a:cubicBezTo>
                <a:cubicBezTo>
                  <a:pt x="68" y="178"/>
                  <a:pt x="68" y="178"/>
                  <a:pt x="68" y="178"/>
                </a:cubicBezTo>
                <a:cubicBezTo>
                  <a:pt x="58" y="145"/>
                  <a:pt x="34" y="115"/>
                  <a:pt x="0" y="96"/>
                </a:cubicBezTo>
                <a:lnTo>
                  <a:pt x="0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30E2E52C-C67C-4D47-9EEB-C26DBB1D6F5C}"/>
              </a:ext>
            </a:extLst>
          </p:cNvPr>
          <p:cNvSpPr>
            <a:spLocks/>
          </p:cNvSpPr>
          <p:nvPr/>
        </p:nvSpPr>
        <p:spPr bwMode="auto">
          <a:xfrm>
            <a:off x="9116219" y="3983831"/>
            <a:ext cx="312738" cy="312737"/>
          </a:xfrm>
          <a:custGeom>
            <a:avLst/>
            <a:gdLst>
              <a:gd name="T0" fmla="*/ 0 w 192"/>
              <a:gd name="T1" fmla="*/ 168 h 192"/>
              <a:gd name="T2" fmla="*/ 114 w 192"/>
              <a:gd name="T3" fmla="*/ 192 h 192"/>
              <a:gd name="T4" fmla="*/ 152 w 192"/>
              <a:gd name="T5" fmla="*/ 189 h 192"/>
              <a:gd name="T6" fmla="*/ 166 w 192"/>
              <a:gd name="T7" fmla="*/ 185 h 192"/>
              <a:gd name="T8" fmla="*/ 172 w 192"/>
              <a:gd name="T9" fmla="*/ 172 h 192"/>
              <a:gd name="T10" fmla="*/ 167 w 192"/>
              <a:gd name="T11" fmla="*/ 160 h 192"/>
              <a:gd name="T12" fmla="*/ 168 w 192"/>
              <a:gd name="T13" fmla="*/ 160 h 192"/>
              <a:gd name="T14" fmla="*/ 184 w 192"/>
              <a:gd name="T15" fmla="*/ 144 h 192"/>
              <a:gd name="T16" fmla="*/ 168 w 192"/>
              <a:gd name="T17" fmla="*/ 128 h 192"/>
              <a:gd name="T18" fmla="*/ 176 w 192"/>
              <a:gd name="T19" fmla="*/ 128 h 192"/>
              <a:gd name="T20" fmla="*/ 192 w 192"/>
              <a:gd name="T21" fmla="*/ 112 h 192"/>
              <a:gd name="T22" fmla="*/ 176 w 192"/>
              <a:gd name="T23" fmla="*/ 96 h 192"/>
              <a:gd name="T24" fmla="*/ 192 w 192"/>
              <a:gd name="T25" fmla="*/ 80 h 192"/>
              <a:gd name="T26" fmla="*/ 176 w 192"/>
              <a:gd name="T27" fmla="*/ 64 h 192"/>
              <a:gd name="T28" fmla="*/ 104 w 192"/>
              <a:gd name="T29" fmla="*/ 64 h 192"/>
              <a:gd name="T30" fmla="*/ 94 w 192"/>
              <a:gd name="T31" fmla="*/ 54 h 192"/>
              <a:gd name="T32" fmla="*/ 99 w 192"/>
              <a:gd name="T33" fmla="*/ 21 h 192"/>
              <a:gd name="T34" fmla="*/ 100 w 192"/>
              <a:gd name="T35" fmla="*/ 16 h 192"/>
              <a:gd name="T36" fmla="*/ 84 w 192"/>
              <a:gd name="T37" fmla="*/ 0 h 192"/>
              <a:gd name="T38" fmla="*/ 69 w 192"/>
              <a:gd name="T39" fmla="*/ 12 h 192"/>
              <a:gd name="T40" fmla="*/ 68 w 192"/>
              <a:gd name="T41" fmla="*/ 14 h 192"/>
              <a:gd name="T42" fmla="*/ 0 w 192"/>
              <a:gd name="T43" fmla="*/ 96 h 192"/>
              <a:gd name="T44" fmla="*/ 0 w 192"/>
              <a:gd name="T45" fmla="*/ 16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" h="192">
                <a:moveTo>
                  <a:pt x="0" y="168"/>
                </a:moveTo>
                <a:cubicBezTo>
                  <a:pt x="34" y="183"/>
                  <a:pt x="74" y="192"/>
                  <a:pt x="114" y="192"/>
                </a:cubicBezTo>
                <a:cubicBezTo>
                  <a:pt x="127" y="192"/>
                  <a:pt x="140" y="191"/>
                  <a:pt x="152" y="189"/>
                </a:cubicBezTo>
                <a:cubicBezTo>
                  <a:pt x="157" y="189"/>
                  <a:pt x="163" y="187"/>
                  <a:pt x="166" y="185"/>
                </a:cubicBezTo>
                <a:cubicBezTo>
                  <a:pt x="170" y="182"/>
                  <a:pt x="172" y="177"/>
                  <a:pt x="172" y="172"/>
                </a:cubicBezTo>
                <a:cubicBezTo>
                  <a:pt x="172" y="167"/>
                  <a:pt x="170" y="163"/>
                  <a:pt x="167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77" y="160"/>
                  <a:pt x="184" y="153"/>
                  <a:pt x="184" y="144"/>
                </a:cubicBezTo>
                <a:cubicBezTo>
                  <a:pt x="184" y="135"/>
                  <a:pt x="177" y="128"/>
                  <a:pt x="168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85" y="128"/>
                  <a:pt x="192" y="121"/>
                  <a:pt x="192" y="112"/>
                </a:cubicBezTo>
                <a:cubicBezTo>
                  <a:pt x="192" y="103"/>
                  <a:pt x="185" y="96"/>
                  <a:pt x="176" y="96"/>
                </a:cubicBezTo>
                <a:cubicBezTo>
                  <a:pt x="185" y="96"/>
                  <a:pt x="192" y="89"/>
                  <a:pt x="192" y="80"/>
                </a:cubicBezTo>
                <a:cubicBezTo>
                  <a:pt x="192" y="71"/>
                  <a:pt x="185" y="64"/>
                  <a:pt x="176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99" y="64"/>
                  <a:pt x="94" y="60"/>
                  <a:pt x="94" y="54"/>
                </a:cubicBezTo>
                <a:cubicBezTo>
                  <a:pt x="99" y="21"/>
                  <a:pt x="99" y="21"/>
                  <a:pt x="99" y="21"/>
                </a:cubicBezTo>
                <a:cubicBezTo>
                  <a:pt x="100" y="19"/>
                  <a:pt x="100" y="18"/>
                  <a:pt x="100" y="16"/>
                </a:cubicBezTo>
                <a:cubicBezTo>
                  <a:pt x="100" y="7"/>
                  <a:pt x="93" y="0"/>
                  <a:pt x="84" y="0"/>
                </a:cubicBezTo>
                <a:cubicBezTo>
                  <a:pt x="77" y="0"/>
                  <a:pt x="70" y="5"/>
                  <a:pt x="69" y="12"/>
                </a:cubicBezTo>
                <a:cubicBezTo>
                  <a:pt x="68" y="14"/>
                  <a:pt x="68" y="14"/>
                  <a:pt x="68" y="14"/>
                </a:cubicBezTo>
                <a:cubicBezTo>
                  <a:pt x="58" y="47"/>
                  <a:pt x="34" y="77"/>
                  <a:pt x="0" y="96"/>
                </a:cubicBezTo>
                <a:lnTo>
                  <a:pt x="0" y="1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66783352-6458-4F90-A876-2482C753161D}"/>
              </a:ext>
            </a:extLst>
          </p:cNvPr>
          <p:cNvSpPr>
            <a:spLocks/>
          </p:cNvSpPr>
          <p:nvPr/>
        </p:nvSpPr>
        <p:spPr bwMode="auto">
          <a:xfrm>
            <a:off x="8414544" y="3983831"/>
            <a:ext cx="314325" cy="312737"/>
          </a:xfrm>
          <a:custGeom>
            <a:avLst/>
            <a:gdLst>
              <a:gd name="T0" fmla="*/ 0 w 194"/>
              <a:gd name="T1" fmla="*/ 104 h 192"/>
              <a:gd name="T2" fmla="*/ 16 w 194"/>
              <a:gd name="T3" fmla="*/ 120 h 192"/>
              <a:gd name="T4" fmla="*/ 56 w 194"/>
              <a:gd name="T5" fmla="*/ 120 h 192"/>
              <a:gd name="T6" fmla="*/ 56 w 194"/>
              <a:gd name="T7" fmla="*/ 176 h 192"/>
              <a:gd name="T8" fmla="*/ 72 w 194"/>
              <a:gd name="T9" fmla="*/ 192 h 192"/>
              <a:gd name="T10" fmla="*/ 88 w 194"/>
              <a:gd name="T11" fmla="*/ 176 h 192"/>
              <a:gd name="T12" fmla="*/ 88 w 194"/>
              <a:gd name="T13" fmla="*/ 120 h 192"/>
              <a:gd name="T14" fmla="*/ 144 w 194"/>
              <a:gd name="T15" fmla="*/ 120 h 192"/>
              <a:gd name="T16" fmla="*/ 158 w 194"/>
              <a:gd name="T17" fmla="*/ 114 h 192"/>
              <a:gd name="T18" fmla="*/ 186 w 194"/>
              <a:gd name="T19" fmla="*/ 86 h 192"/>
              <a:gd name="T20" fmla="*/ 186 w 194"/>
              <a:gd name="T21" fmla="*/ 58 h 192"/>
              <a:gd name="T22" fmla="*/ 158 w 194"/>
              <a:gd name="T23" fmla="*/ 30 h 192"/>
              <a:gd name="T24" fmla="*/ 144 w 194"/>
              <a:gd name="T25" fmla="*/ 24 h 192"/>
              <a:gd name="T26" fmla="*/ 88 w 194"/>
              <a:gd name="T27" fmla="*/ 24 h 192"/>
              <a:gd name="T28" fmla="*/ 88 w 194"/>
              <a:gd name="T29" fmla="*/ 16 h 192"/>
              <a:gd name="T30" fmla="*/ 72 w 194"/>
              <a:gd name="T31" fmla="*/ 0 h 192"/>
              <a:gd name="T32" fmla="*/ 56 w 194"/>
              <a:gd name="T33" fmla="*/ 16 h 192"/>
              <a:gd name="T34" fmla="*/ 56 w 194"/>
              <a:gd name="T35" fmla="*/ 24 h 192"/>
              <a:gd name="T36" fmla="*/ 16 w 194"/>
              <a:gd name="T37" fmla="*/ 24 h 192"/>
              <a:gd name="T38" fmla="*/ 0 w 194"/>
              <a:gd name="T39" fmla="*/ 40 h 192"/>
              <a:gd name="T40" fmla="*/ 0 w 194"/>
              <a:gd name="T41" fmla="*/ 10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192">
                <a:moveTo>
                  <a:pt x="0" y="104"/>
                </a:moveTo>
                <a:cubicBezTo>
                  <a:pt x="0" y="113"/>
                  <a:pt x="7" y="120"/>
                  <a:pt x="16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56" y="185"/>
                  <a:pt x="63" y="192"/>
                  <a:pt x="72" y="192"/>
                </a:cubicBezTo>
                <a:cubicBezTo>
                  <a:pt x="81" y="192"/>
                  <a:pt x="88" y="185"/>
                  <a:pt x="88" y="176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50" y="120"/>
                  <a:pt x="155" y="118"/>
                  <a:pt x="158" y="114"/>
                </a:cubicBezTo>
                <a:cubicBezTo>
                  <a:pt x="186" y="86"/>
                  <a:pt x="186" y="86"/>
                  <a:pt x="186" y="86"/>
                </a:cubicBezTo>
                <a:cubicBezTo>
                  <a:pt x="194" y="78"/>
                  <a:pt x="194" y="66"/>
                  <a:pt x="186" y="58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5" y="26"/>
                  <a:pt x="150" y="24"/>
                  <a:pt x="144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7"/>
                  <a:pt x="81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56" y="24"/>
                  <a:pt x="56" y="24"/>
                  <a:pt x="5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7" y="24"/>
                  <a:pt x="0" y="31"/>
                  <a:pt x="0" y="40"/>
                </a:cubicBezTo>
                <a:lnTo>
                  <a:pt x="0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C5C51807-08A0-4E0C-BEE1-80972A88189B}"/>
              </a:ext>
            </a:extLst>
          </p:cNvPr>
          <p:cNvSpPr>
            <a:spLocks/>
          </p:cNvSpPr>
          <p:nvPr/>
        </p:nvSpPr>
        <p:spPr bwMode="auto">
          <a:xfrm>
            <a:off x="7755732" y="3982243"/>
            <a:ext cx="228600" cy="314325"/>
          </a:xfrm>
          <a:custGeom>
            <a:avLst/>
            <a:gdLst>
              <a:gd name="T0" fmla="*/ 0 w 140"/>
              <a:gd name="T1" fmla="*/ 125 h 193"/>
              <a:gd name="T2" fmla="*/ 68 w 140"/>
              <a:gd name="T3" fmla="*/ 193 h 193"/>
              <a:gd name="T4" fmla="*/ 72 w 140"/>
              <a:gd name="T5" fmla="*/ 193 h 193"/>
              <a:gd name="T6" fmla="*/ 140 w 140"/>
              <a:gd name="T7" fmla="*/ 125 h 193"/>
              <a:gd name="T8" fmla="*/ 136 w 140"/>
              <a:gd name="T9" fmla="*/ 101 h 193"/>
              <a:gd name="T10" fmla="*/ 80 w 140"/>
              <a:gd name="T11" fmla="*/ 130 h 193"/>
              <a:gd name="T12" fmla="*/ 80 w 140"/>
              <a:gd name="T13" fmla="*/ 100 h 193"/>
              <a:gd name="T14" fmla="*/ 120 w 140"/>
              <a:gd name="T15" fmla="*/ 51 h 193"/>
              <a:gd name="T16" fmla="*/ 120 w 140"/>
              <a:gd name="T17" fmla="*/ 9 h 193"/>
              <a:gd name="T18" fmla="*/ 112 w 140"/>
              <a:gd name="T19" fmla="*/ 1 h 193"/>
              <a:gd name="T20" fmla="*/ 106 w 140"/>
              <a:gd name="T21" fmla="*/ 3 h 193"/>
              <a:gd name="T22" fmla="*/ 91 w 140"/>
              <a:gd name="T23" fmla="*/ 18 h 193"/>
              <a:gd name="T24" fmla="*/ 76 w 140"/>
              <a:gd name="T25" fmla="*/ 3 h 193"/>
              <a:gd name="T26" fmla="*/ 64 w 140"/>
              <a:gd name="T27" fmla="*/ 3 h 193"/>
              <a:gd name="T28" fmla="*/ 49 w 140"/>
              <a:gd name="T29" fmla="*/ 19 h 193"/>
              <a:gd name="T30" fmla="*/ 34 w 140"/>
              <a:gd name="T31" fmla="*/ 3 h 193"/>
              <a:gd name="T32" fmla="*/ 28 w 140"/>
              <a:gd name="T33" fmla="*/ 1 h 193"/>
              <a:gd name="T34" fmla="*/ 20 w 140"/>
              <a:gd name="T35" fmla="*/ 9 h 193"/>
              <a:gd name="T36" fmla="*/ 20 w 140"/>
              <a:gd name="T37" fmla="*/ 51 h 193"/>
              <a:gd name="T38" fmla="*/ 60 w 140"/>
              <a:gd name="T39" fmla="*/ 100 h 193"/>
              <a:gd name="T40" fmla="*/ 60 w 140"/>
              <a:gd name="T41" fmla="*/ 130 h 193"/>
              <a:gd name="T42" fmla="*/ 4 w 140"/>
              <a:gd name="T43" fmla="*/ 101 h 193"/>
              <a:gd name="T44" fmla="*/ 0 w 140"/>
              <a:gd name="T45" fmla="*/ 12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0" h="193">
                <a:moveTo>
                  <a:pt x="0" y="125"/>
                </a:moveTo>
                <a:cubicBezTo>
                  <a:pt x="0" y="163"/>
                  <a:pt x="30" y="193"/>
                  <a:pt x="68" y="193"/>
                </a:cubicBezTo>
                <a:cubicBezTo>
                  <a:pt x="72" y="193"/>
                  <a:pt x="72" y="193"/>
                  <a:pt x="72" y="193"/>
                </a:cubicBezTo>
                <a:cubicBezTo>
                  <a:pt x="110" y="193"/>
                  <a:pt x="140" y="163"/>
                  <a:pt x="140" y="125"/>
                </a:cubicBezTo>
                <a:cubicBezTo>
                  <a:pt x="140" y="117"/>
                  <a:pt x="139" y="108"/>
                  <a:pt x="136" y="101"/>
                </a:cubicBezTo>
                <a:cubicBezTo>
                  <a:pt x="113" y="101"/>
                  <a:pt x="92" y="113"/>
                  <a:pt x="80" y="13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103" y="95"/>
                  <a:pt x="120" y="75"/>
                  <a:pt x="120" y="51"/>
                </a:cubicBezTo>
                <a:cubicBezTo>
                  <a:pt x="120" y="9"/>
                  <a:pt x="120" y="9"/>
                  <a:pt x="120" y="9"/>
                </a:cubicBezTo>
                <a:cubicBezTo>
                  <a:pt x="120" y="5"/>
                  <a:pt x="116" y="1"/>
                  <a:pt x="112" y="1"/>
                </a:cubicBezTo>
                <a:cubicBezTo>
                  <a:pt x="110" y="1"/>
                  <a:pt x="108" y="2"/>
                  <a:pt x="106" y="3"/>
                </a:cubicBezTo>
                <a:cubicBezTo>
                  <a:pt x="91" y="18"/>
                  <a:pt x="91" y="18"/>
                  <a:pt x="91" y="18"/>
                </a:cubicBezTo>
                <a:cubicBezTo>
                  <a:pt x="76" y="3"/>
                  <a:pt x="76" y="3"/>
                  <a:pt x="76" y="3"/>
                </a:cubicBezTo>
                <a:cubicBezTo>
                  <a:pt x="73" y="0"/>
                  <a:pt x="68" y="0"/>
                  <a:pt x="64" y="3"/>
                </a:cubicBezTo>
                <a:cubicBezTo>
                  <a:pt x="49" y="19"/>
                  <a:pt x="49" y="19"/>
                  <a:pt x="49" y="19"/>
                </a:cubicBezTo>
                <a:cubicBezTo>
                  <a:pt x="34" y="3"/>
                  <a:pt x="34" y="3"/>
                  <a:pt x="34" y="3"/>
                </a:cubicBezTo>
                <a:cubicBezTo>
                  <a:pt x="32" y="2"/>
                  <a:pt x="30" y="1"/>
                  <a:pt x="28" y="1"/>
                </a:cubicBezTo>
                <a:cubicBezTo>
                  <a:pt x="24" y="1"/>
                  <a:pt x="20" y="5"/>
                  <a:pt x="20" y="9"/>
                </a:cubicBezTo>
                <a:cubicBezTo>
                  <a:pt x="20" y="51"/>
                  <a:pt x="20" y="51"/>
                  <a:pt x="20" y="51"/>
                </a:cubicBezTo>
                <a:cubicBezTo>
                  <a:pt x="20" y="75"/>
                  <a:pt x="37" y="95"/>
                  <a:pt x="60" y="100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48" y="113"/>
                  <a:pt x="27" y="101"/>
                  <a:pt x="4" y="101"/>
                </a:cubicBezTo>
                <a:cubicBezTo>
                  <a:pt x="1" y="108"/>
                  <a:pt x="0" y="117"/>
                  <a:pt x="0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BE64F377-A0DF-4F95-81C7-76727C025286}"/>
              </a:ext>
            </a:extLst>
          </p:cNvPr>
          <p:cNvSpPr>
            <a:spLocks/>
          </p:cNvSpPr>
          <p:nvPr/>
        </p:nvSpPr>
        <p:spPr bwMode="auto">
          <a:xfrm>
            <a:off x="7006432" y="3983831"/>
            <a:ext cx="314325" cy="314325"/>
          </a:xfrm>
          <a:custGeom>
            <a:avLst/>
            <a:gdLst>
              <a:gd name="T0" fmla="*/ 28 w 193"/>
              <a:gd name="T1" fmla="*/ 151 h 193"/>
              <a:gd name="T2" fmla="*/ 4 w 193"/>
              <a:gd name="T3" fmla="*/ 175 h 193"/>
              <a:gd name="T4" fmla="*/ 4 w 193"/>
              <a:gd name="T5" fmla="*/ 189 h 193"/>
              <a:gd name="T6" fmla="*/ 18 w 193"/>
              <a:gd name="T7" fmla="*/ 189 h 193"/>
              <a:gd name="T8" fmla="*/ 42 w 193"/>
              <a:gd name="T9" fmla="*/ 165 h 193"/>
              <a:gd name="T10" fmla="*/ 159 w 193"/>
              <a:gd name="T11" fmla="*/ 158 h 193"/>
              <a:gd name="T12" fmla="*/ 169 w 193"/>
              <a:gd name="T13" fmla="*/ 146 h 193"/>
              <a:gd name="T14" fmla="*/ 171 w 193"/>
              <a:gd name="T15" fmla="*/ 143 h 193"/>
              <a:gd name="T16" fmla="*/ 173 w 193"/>
              <a:gd name="T17" fmla="*/ 135 h 193"/>
              <a:gd name="T18" fmla="*/ 167 w 193"/>
              <a:gd name="T19" fmla="*/ 124 h 193"/>
              <a:gd name="T20" fmla="*/ 166 w 193"/>
              <a:gd name="T21" fmla="*/ 123 h 193"/>
              <a:gd name="T22" fmla="*/ 153 w 193"/>
              <a:gd name="T23" fmla="*/ 115 h 193"/>
              <a:gd name="T24" fmla="*/ 182 w 193"/>
              <a:gd name="T25" fmla="*/ 97 h 193"/>
              <a:gd name="T26" fmla="*/ 190 w 193"/>
              <a:gd name="T27" fmla="*/ 88 h 193"/>
              <a:gd name="T28" fmla="*/ 191 w 193"/>
              <a:gd name="T29" fmla="*/ 86 h 193"/>
              <a:gd name="T30" fmla="*/ 193 w 193"/>
              <a:gd name="T31" fmla="*/ 81 h 193"/>
              <a:gd name="T32" fmla="*/ 189 w 193"/>
              <a:gd name="T33" fmla="*/ 72 h 193"/>
              <a:gd name="T34" fmla="*/ 186 w 193"/>
              <a:gd name="T35" fmla="*/ 71 h 193"/>
              <a:gd name="T36" fmla="*/ 167 w 193"/>
              <a:gd name="T37" fmla="*/ 62 h 193"/>
              <a:gd name="T38" fmla="*/ 172 w 193"/>
              <a:gd name="T39" fmla="*/ 57 h 193"/>
              <a:gd name="T40" fmla="*/ 190 w 193"/>
              <a:gd name="T41" fmla="*/ 17 h 193"/>
              <a:gd name="T42" fmla="*/ 190 w 193"/>
              <a:gd name="T43" fmla="*/ 13 h 193"/>
              <a:gd name="T44" fmla="*/ 180 w 193"/>
              <a:gd name="T45" fmla="*/ 3 h 193"/>
              <a:gd name="T46" fmla="*/ 177 w 193"/>
              <a:gd name="T47" fmla="*/ 3 h 193"/>
              <a:gd name="T48" fmla="*/ 136 w 193"/>
              <a:gd name="T49" fmla="*/ 21 h 193"/>
              <a:gd name="T50" fmla="*/ 131 w 193"/>
              <a:gd name="T51" fmla="*/ 26 h 193"/>
              <a:gd name="T52" fmla="*/ 122 w 193"/>
              <a:gd name="T53" fmla="*/ 6 h 193"/>
              <a:gd name="T54" fmla="*/ 121 w 193"/>
              <a:gd name="T55" fmla="*/ 4 h 193"/>
              <a:gd name="T56" fmla="*/ 112 w 193"/>
              <a:gd name="T57" fmla="*/ 0 h 193"/>
              <a:gd name="T58" fmla="*/ 107 w 193"/>
              <a:gd name="T59" fmla="*/ 2 h 193"/>
              <a:gd name="T60" fmla="*/ 105 w 193"/>
              <a:gd name="T61" fmla="*/ 3 h 193"/>
              <a:gd name="T62" fmla="*/ 96 w 193"/>
              <a:gd name="T63" fmla="*/ 11 h 193"/>
              <a:gd name="T64" fmla="*/ 78 w 193"/>
              <a:gd name="T65" fmla="*/ 40 h 193"/>
              <a:gd name="T66" fmla="*/ 70 w 193"/>
              <a:gd name="T67" fmla="*/ 27 h 193"/>
              <a:gd name="T68" fmla="*/ 69 w 193"/>
              <a:gd name="T69" fmla="*/ 26 h 193"/>
              <a:gd name="T70" fmla="*/ 58 w 193"/>
              <a:gd name="T71" fmla="*/ 20 h 193"/>
              <a:gd name="T72" fmla="*/ 50 w 193"/>
              <a:gd name="T73" fmla="*/ 22 h 193"/>
              <a:gd name="T74" fmla="*/ 47 w 193"/>
              <a:gd name="T75" fmla="*/ 24 h 193"/>
              <a:gd name="T76" fmla="*/ 35 w 193"/>
              <a:gd name="T77" fmla="*/ 34 h 193"/>
              <a:gd name="T78" fmla="*/ 28 w 193"/>
              <a:gd name="T79" fmla="*/ 15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93" h="193">
                <a:moveTo>
                  <a:pt x="28" y="151"/>
                </a:moveTo>
                <a:cubicBezTo>
                  <a:pt x="4" y="175"/>
                  <a:pt x="4" y="175"/>
                  <a:pt x="4" y="175"/>
                </a:cubicBezTo>
                <a:cubicBezTo>
                  <a:pt x="0" y="179"/>
                  <a:pt x="0" y="185"/>
                  <a:pt x="4" y="189"/>
                </a:cubicBezTo>
                <a:cubicBezTo>
                  <a:pt x="8" y="193"/>
                  <a:pt x="14" y="193"/>
                  <a:pt x="18" y="189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76" y="193"/>
                  <a:pt x="127" y="190"/>
                  <a:pt x="159" y="158"/>
                </a:cubicBezTo>
                <a:cubicBezTo>
                  <a:pt x="163" y="154"/>
                  <a:pt x="166" y="150"/>
                  <a:pt x="169" y="146"/>
                </a:cubicBezTo>
                <a:cubicBezTo>
                  <a:pt x="171" y="143"/>
                  <a:pt x="171" y="143"/>
                  <a:pt x="171" y="143"/>
                </a:cubicBezTo>
                <a:cubicBezTo>
                  <a:pt x="172" y="141"/>
                  <a:pt x="173" y="138"/>
                  <a:pt x="173" y="135"/>
                </a:cubicBezTo>
                <a:cubicBezTo>
                  <a:pt x="173" y="131"/>
                  <a:pt x="171" y="127"/>
                  <a:pt x="167" y="124"/>
                </a:cubicBezTo>
                <a:cubicBezTo>
                  <a:pt x="166" y="123"/>
                  <a:pt x="166" y="123"/>
                  <a:pt x="166" y="123"/>
                </a:cubicBezTo>
                <a:cubicBezTo>
                  <a:pt x="161" y="120"/>
                  <a:pt x="157" y="117"/>
                  <a:pt x="153" y="115"/>
                </a:cubicBezTo>
                <a:cubicBezTo>
                  <a:pt x="164" y="112"/>
                  <a:pt x="173" y="106"/>
                  <a:pt x="182" y="97"/>
                </a:cubicBezTo>
                <a:cubicBezTo>
                  <a:pt x="185" y="94"/>
                  <a:pt x="188" y="91"/>
                  <a:pt x="190" y="88"/>
                </a:cubicBezTo>
                <a:cubicBezTo>
                  <a:pt x="191" y="86"/>
                  <a:pt x="191" y="86"/>
                  <a:pt x="191" y="86"/>
                </a:cubicBezTo>
                <a:cubicBezTo>
                  <a:pt x="192" y="85"/>
                  <a:pt x="193" y="83"/>
                  <a:pt x="193" y="81"/>
                </a:cubicBezTo>
                <a:cubicBezTo>
                  <a:pt x="193" y="77"/>
                  <a:pt x="191" y="74"/>
                  <a:pt x="189" y="72"/>
                </a:cubicBezTo>
                <a:cubicBezTo>
                  <a:pt x="186" y="71"/>
                  <a:pt x="186" y="71"/>
                  <a:pt x="186" y="71"/>
                </a:cubicBezTo>
                <a:cubicBezTo>
                  <a:pt x="180" y="67"/>
                  <a:pt x="174" y="64"/>
                  <a:pt x="167" y="62"/>
                </a:cubicBezTo>
                <a:cubicBezTo>
                  <a:pt x="169" y="61"/>
                  <a:pt x="170" y="59"/>
                  <a:pt x="172" y="57"/>
                </a:cubicBezTo>
                <a:cubicBezTo>
                  <a:pt x="184" y="46"/>
                  <a:pt x="189" y="31"/>
                  <a:pt x="190" y="17"/>
                </a:cubicBezTo>
                <a:cubicBezTo>
                  <a:pt x="190" y="16"/>
                  <a:pt x="190" y="14"/>
                  <a:pt x="190" y="13"/>
                </a:cubicBezTo>
                <a:cubicBezTo>
                  <a:pt x="190" y="8"/>
                  <a:pt x="185" y="3"/>
                  <a:pt x="180" y="3"/>
                </a:cubicBezTo>
                <a:cubicBezTo>
                  <a:pt x="177" y="3"/>
                  <a:pt x="177" y="3"/>
                  <a:pt x="177" y="3"/>
                </a:cubicBezTo>
                <a:cubicBezTo>
                  <a:pt x="162" y="4"/>
                  <a:pt x="147" y="9"/>
                  <a:pt x="136" y="21"/>
                </a:cubicBezTo>
                <a:cubicBezTo>
                  <a:pt x="134" y="23"/>
                  <a:pt x="132" y="24"/>
                  <a:pt x="131" y="26"/>
                </a:cubicBezTo>
                <a:cubicBezTo>
                  <a:pt x="129" y="19"/>
                  <a:pt x="126" y="13"/>
                  <a:pt x="122" y="6"/>
                </a:cubicBezTo>
                <a:cubicBezTo>
                  <a:pt x="121" y="4"/>
                  <a:pt x="121" y="4"/>
                  <a:pt x="121" y="4"/>
                </a:cubicBezTo>
                <a:cubicBezTo>
                  <a:pt x="119" y="2"/>
                  <a:pt x="116" y="0"/>
                  <a:pt x="112" y="0"/>
                </a:cubicBezTo>
                <a:cubicBezTo>
                  <a:pt x="110" y="0"/>
                  <a:pt x="109" y="1"/>
                  <a:pt x="107" y="2"/>
                </a:cubicBezTo>
                <a:cubicBezTo>
                  <a:pt x="106" y="2"/>
                  <a:pt x="105" y="3"/>
                  <a:pt x="105" y="3"/>
                </a:cubicBezTo>
                <a:cubicBezTo>
                  <a:pt x="101" y="6"/>
                  <a:pt x="99" y="8"/>
                  <a:pt x="96" y="11"/>
                </a:cubicBezTo>
                <a:cubicBezTo>
                  <a:pt x="87" y="20"/>
                  <a:pt x="81" y="29"/>
                  <a:pt x="78" y="40"/>
                </a:cubicBezTo>
                <a:cubicBezTo>
                  <a:pt x="76" y="36"/>
                  <a:pt x="73" y="32"/>
                  <a:pt x="70" y="27"/>
                </a:cubicBezTo>
                <a:cubicBezTo>
                  <a:pt x="69" y="26"/>
                  <a:pt x="69" y="26"/>
                  <a:pt x="69" y="26"/>
                </a:cubicBezTo>
                <a:cubicBezTo>
                  <a:pt x="66" y="22"/>
                  <a:pt x="62" y="20"/>
                  <a:pt x="58" y="20"/>
                </a:cubicBezTo>
                <a:cubicBezTo>
                  <a:pt x="55" y="20"/>
                  <a:pt x="52" y="21"/>
                  <a:pt x="50" y="22"/>
                </a:cubicBezTo>
                <a:cubicBezTo>
                  <a:pt x="49" y="23"/>
                  <a:pt x="48" y="24"/>
                  <a:pt x="47" y="24"/>
                </a:cubicBezTo>
                <a:cubicBezTo>
                  <a:pt x="43" y="27"/>
                  <a:pt x="39" y="30"/>
                  <a:pt x="35" y="34"/>
                </a:cubicBezTo>
                <a:cubicBezTo>
                  <a:pt x="3" y="66"/>
                  <a:pt x="0" y="117"/>
                  <a:pt x="28" y="1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6D7FCD56-4633-4F69-873B-F2DD795C7EC9}"/>
              </a:ext>
            </a:extLst>
          </p:cNvPr>
          <p:cNvSpPr>
            <a:spLocks/>
          </p:cNvSpPr>
          <p:nvPr/>
        </p:nvSpPr>
        <p:spPr bwMode="auto">
          <a:xfrm>
            <a:off x="6304757" y="3982243"/>
            <a:ext cx="312738" cy="314325"/>
          </a:xfrm>
          <a:custGeom>
            <a:avLst/>
            <a:gdLst>
              <a:gd name="T0" fmla="*/ 92 w 192"/>
              <a:gd name="T1" fmla="*/ 165 h 193"/>
              <a:gd name="T2" fmla="*/ 92 w 192"/>
              <a:gd name="T3" fmla="*/ 149 h 193"/>
              <a:gd name="T4" fmla="*/ 140 w 192"/>
              <a:gd name="T5" fmla="*/ 149 h 193"/>
              <a:gd name="T6" fmla="*/ 148 w 192"/>
              <a:gd name="T7" fmla="*/ 141 h 193"/>
              <a:gd name="T8" fmla="*/ 146 w 192"/>
              <a:gd name="T9" fmla="*/ 135 h 193"/>
              <a:gd name="T10" fmla="*/ 116 w 192"/>
              <a:gd name="T11" fmla="*/ 105 h 193"/>
              <a:gd name="T12" fmla="*/ 128 w 192"/>
              <a:gd name="T13" fmla="*/ 105 h 193"/>
              <a:gd name="T14" fmla="*/ 136 w 192"/>
              <a:gd name="T15" fmla="*/ 97 h 193"/>
              <a:gd name="T16" fmla="*/ 134 w 192"/>
              <a:gd name="T17" fmla="*/ 91 h 193"/>
              <a:gd name="T18" fmla="*/ 104 w 192"/>
              <a:gd name="T19" fmla="*/ 61 h 193"/>
              <a:gd name="T20" fmla="*/ 116 w 192"/>
              <a:gd name="T21" fmla="*/ 61 h 193"/>
              <a:gd name="T22" fmla="*/ 124 w 192"/>
              <a:gd name="T23" fmla="*/ 53 h 193"/>
              <a:gd name="T24" fmla="*/ 122 w 192"/>
              <a:gd name="T25" fmla="*/ 47 h 193"/>
              <a:gd name="T26" fmla="*/ 80 w 192"/>
              <a:gd name="T27" fmla="*/ 3 h 193"/>
              <a:gd name="T28" fmla="*/ 68 w 192"/>
              <a:gd name="T29" fmla="*/ 3 h 193"/>
              <a:gd name="T30" fmla="*/ 26 w 192"/>
              <a:gd name="T31" fmla="*/ 47 h 193"/>
              <a:gd name="T32" fmla="*/ 24 w 192"/>
              <a:gd name="T33" fmla="*/ 53 h 193"/>
              <a:gd name="T34" fmla="*/ 32 w 192"/>
              <a:gd name="T35" fmla="*/ 61 h 193"/>
              <a:gd name="T36" fmla="*/ 44 w 192"/>
              <a:gd name="T37" fmla="*/ 61 h 193"/>
              <a:gd name="T38" fmla="*/ 14 w 192"/>
              <a:gd name="T39" fmla="*/ 91 h 193"/>
              <a:gd name="T40" fmla="*/ 12 w 192"/>
              <a:gd name="T41" fmla="*/ 97 h 193"/>
              <a:gd name="T42" fmla="*/ 20 w 192"/>
              <a:gd name="T43" fmla="*/ 105 h 193"/>
              <a:gd name="T44" fmla="*/ 32 w 192"/>
              <a:gd name="T45" fmla="*/ 105 h 193"/>
              <a:gd name="T46" fmla="*/ 2 w 192"/>
              <a:gd name="T47" fmla="*/ 135 h 193"/>
              <a:gd name="T48" fmla="*/ 0 w 192"/>
              <a:gd name="T49" fmla="*/ 141 h 193"/>
              <a:gd name="T50" fmla="*/ 8 w 192"/>
              <a:gd name="T51" fmla="*/ 149 h 193"/>
              <a:gd name="T52" fmla="*/ 60 w 192"/>
              <a:gd name="T53" fmla="*/ 149 h 193"/>
              <a:gd name="T54" fmla="*/ 60 w 192"/>
              <a:gd name="T55" fmla="*/ 165 h 193"/>
              <a:gd name="T56" fmla="*/ 52 w 192"/>
              <a:gd name="T57" fmla="*/ 173 h 193"/>
              <a:gd name="T58" fmla="*/ 10 w 192"/>
              <a:gd name="T59" fmla="*/ 173 h 193"/>
              <a:gd name="T60" fmla="*/ 0 w 192"/>
              <a:gd name="T61" fmla="*/ 183 h 193"/>
              <a:gd name="T62" fmla="*/ 10 w 192"/>
              <a:gd name="T63" fmla="*/ 193 h 193"/>
              <a:gd name="T64" fmla="*/ 182 w 192"/>
              <a:gd name="T65" fmla="*/ 193 h 193"/>
              <a:gd name="T66" fmla="*/ 192 w 192"/>
              <a:gd name="T67" fmla="*/ 183 h 193"/>
              <a:gd name="T68" fmla="*/ 182 w 192"/>
              <a:gd name="T69" fmla="*/ 173 h 193"/>
              <a:gd name="T70" fmla="*/ 100 w 192"/>
              <a:gd name="T71" fmla="*/ 173 h 193"/>
              <a:gd name="T72" fmla="*/ 92 w 192"/>
              <a:gd name="T73" fmla="*/ 16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93">
                <a:moveTo>
                  <a:pt x="92" y="165"/>
                </a:moveTo>
                <a:cubicBezTo>
                  <a:pt x="92" y="149"/>
                  <a:pt x="92" y="149"/>
                  <a:pt x="92" y="149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44" y="149"/>
                  <a:pt x="148" y="145"/>
                  <a:pt x="148" y="141"/>
                </a:cubicBezTo>
                <a:cubicBezTo>
                  <a:pt x="148" y="139"/>
                  <a:pt x="147" y="137"/>
                  <a:pt x="146" y="135"/>
                </a:cubicBezTo>
                <a:cubicBezTo>
                  <a:pt x="116" y="105"/>
                  <a:pt x="116" y="105"/>
                  <a:pt x="116" y="105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32" y="105"/>
                  <a:pt x="136" y="101"/>
                  <a:pt x="136" y="97"/>
                </a:cubicBezTo>
                <a:cubicBezTo>
                  <a:pt x="136" y="95"/>
                  <a:pt x="135" y="93"/>
                  <a:pt x="134" y="91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20" y="61"/>
                  <a:pt x="124" y="57"/>
                  <a:pt x="124" y="53"/>
                </a:cubicBezTo>
                <a:cubicBezTo>
                  <a:pt x="124" y="51"/>
                  <a:pt x="123" y="49"/>
                  <a:pt x="122" y="47"/>
                </a:cubicBezTo>
                <a:cubicBezTo>
                  <a:pt x="80" y="3"/>
                  <a:pt x="80" y="3"/>
                  <a:pt x="80" y="3"/>
                </a:cubicBezTo>
                <a:cubicBezTo>
                  <a:pt x="77" y="0"/>
                  <a:pt x="71" y="0"/>
                  <a:pt x="68" y="3"/>
                </a:cubicBezTo>
                <a:cubicBezTo>
                  <a:pt x="26" y="47"/>
                  <a:pt x="26" y="47"/>
                  <a:pt x="26" y="47"/>
                </a:cubicBezTo>
                <a:cubicBezTo>
                  <a:pt x="25" y="48"/>
                  <a:pt x="24" y="51"/>
                  <a:pt x="24" y="53"/>
                </a:cubicBezTo>
                <a:cubicBezTo>
                  <a:pt x="24" y="57"/>
                  <a:pt x="28" y="61"/>
                  <a:pt x="32" y="61"/>
                </a:cubicBezTo>
                <a:cubicBezTo>
                  <a:pt x="44" y="61"/>
                  <a:pt x="44" y="61"/>
                  <a:pt x="44" y="61"/>
                </a:cubicBezTo>
                <a:cubicBezTo>
                  <a:pt x="14" y="91"/>
                  <a:pt x="14" y="91"/>
                  <a:pt x="14" y="91"/>
                </a:cubicBezTo>
                <a:cubicBezTo>
                  <a:pt x="13" y="93"/>
                  <a:pt x="12" y="95"/>
                  <a:pt x="12" y="97"/>
                </a:cubicBezTo>
                <a:cubicBezTo>
                  <a:pt x="12" y="101"/>
                  <a:pt x="16" y="105"/>
                  <a:pt x="20" y="105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7"/>
                  <a:pt x="0" y="139"/>
                  <a:pt x="0" y="141"/>
                </a:cubicBezTo>
                <a:cubicBezTo>
                  <a:pt x="0" y="145"/>
                  <a:pt x="4" y="149"/>
                  <a:pt x="8" y="149"/>
                </a:cubicBezTo>
                <a:cubicBezTo>
                  <a:pt x="60" y="149"/>
                  <a:pt x="60" y="149"/>
                  <a:pt x="60" y="149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60" y="169"/>
                  <a:pt x="56" y="173"/>
                  <a:pt x="52" y="173"/>
                </a:cubicBezTo>
                <a:cubicBezTo>
                  <a:pt x="10" y="173"/>
                  <a:pt x="10" y="173"/>
                  <a:pt x="10" y="173"/>
                </a:cubicBezTo>
                <a:cubicBezTo>
                  <a:pt x="4" y="173"/>
                  <a:pt x="0" y="177"/>
                  <a:pt x="0" y="183"/>
                </a:cubicBezTo>
                <a:cubicBezTo>
                  <a:pt x="0" y="189"/>
                  <a:pt x="4" y="193"/>
                  <a:pt x="10" y="193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88" y="193"/>
                  <a:pt x="192" y="189"/>
                  <a:pt x="192" y="183"/>
                </a:cubicBezTo>
                <a:cubicBezTo>
                  <a:pt x="192" y="177"/>
                  <a:pt x="188" y="173"/>
                  <a:pt x="182" y="173"/>
                </a:cubicBezTo>
                <a:cubicBezTo>
                  <a:pt x="100" y="173"/>
                  <a:pt x="100" y="173"/>
                  <a:pt x="100" y="173"/>
                </a:cubicBezTo>
                <a:cubicBezTo>
                  <a:pt x="96" y="173"/>
                  <a:pt x="92" y="169"/>
                  <a:pt x="92" y="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5C1FABC3-8F83-4926-978E-C5D5847A2239}"/>
              </a:ext>
            </a:extLst>
          </p:cNvPr>
          <p:cNvSpPr>
            <a:spLocks noEditPoints="1"/>
          </p:cNvSpPr>
          <p:nvPr/>
        </p:nvSpPr>
        <p:spPr bwMode="auto">
          <a:xfrm>
            <a:off x="10522744" y="3280568"/>
            <a:ext cx="312738" cy="312737"/>
          </a:xfrm>
          <a:custGeom>
            <a:avLst/>
            <a:gdLst>
              <a:gd name="T0" fmla="*/ 192 w 192"/>
              <a:gd name="T1" fmla="*/ 72 h 192"/>
              <a:gd name="T2" fmla="*/ 184 w 192"/>
              <a:gd name="T3" fmla="*/ 64 h 192"/>
              <a:gd name="T4" fmla="*/ 178 w 192"/>
              <a:gd name="T5" fmla="*/ 66 h 192"/>
              <a:gd name="T6" fmla="*/ 144 w 192"/>
              <a:gd name="T7" fmla="*/ 96 h 192"/>
              <a:gd name="T8" fmla="*/ 144 w 192"/>
              <a:gd name="T9" fmla="*/ 72 h 192"/>
              <a:gd name="T10" fmla="*/ 136 w 192"/>
              <a:gd name="T11" fmla="*/ 64 h 192"/>
              <a:gd name="T12" fmla="*/ 130 w 192"/>
              <a:gd name="T13" fmla="*/ 66 h 192"/>
              <a:gd name="T14" fmla="*/ 96 w 192"/>
              <a:gd name="T15" fmla="*/ 96 h 192"/>
              <a:gd name="T16" fmla="*/ 96 w 192"/>
              <a:gd name="T17" fmla="*/ 72 h 192"/>
              <a:gd name="T18" fmla="*/ 88 w 192"/>
              <a:gd name="T19" fmla="*/ 64 h 192"/>
              <a:gd name="T20" fmla="*/ 82 w 192"/>
              <a:gd name="T21" fmla="*/ 66 h 192"/>
              <a:gd name="T22" fmla="*/ 48 w 192"/>
              <a:gd name="T23" fmla="*/ 96 h 192"/>
              <a:gd name="T24" fmla="*/ 40 w 192"/>
              <a:gd name="T25" fmla="*/ 9 h 192"/>
              <a:gd name="T26" fmla="*/ 31 w 192"/>
              <a:gd name="T27" fmla="*/ 0 h 192"/>
              <a:gd name="T28" fmla="*/ 17 w 192"/>
              <a:gd name="T29" fmla="*/ 0 h 192"/>
              <a:gd name="T30" fmla="*/ 8 w 192"/>
              <a:gd name="T31" fmla="*/ 9 h 192"/>
              <a:gd name="T32" fmla="*/ 0 w 192"/>
              <a:gd name="T33" fmla="*/ 176 h 192"/>
              <a:gd name="T34" fmla="*/ 16 w 192"/>
              <a:gd name="T35" fmla="*/ 192 h 192"/>
              <a:gd name="T36" fmla="*/ 176 w 192"/>
              <a:gd name="T37" fmla="*/ 192 h 192"/>
              <a:gd name="T38" fmla="*/ 192 w 192"/>
              <a:gd name="T39" fmla="*/ 176 h 192"/>
              <a:gd name="T40" fmla="*/ 192 w 192"/>
              <a:gd name="T41" fmla="*/ 72 h 192"/>
              <a:gd name="T42" fmla="*/ 76 w 192"/>
              <a:gd name="T43" fmla="*/ 123 h 192"/>
              <a:gd name="T44" fmla="*/ 76 w 192"/>
              <a:gd name="T45" fmla="*/ 133 h 192"/>
              <a:gd name="T46" fmla="*/ 69 w 192"/>
              <a:gd name="T47" fmla="*/ 140 h 192"/>
              <a:gd name="T48" fmla="*/ 59 w 192"/>
              <a:gd name="T49" fmla="*/ 140 h 192"/>
              <a:gd name="T50" fmla="*/ 52 w 192"/>
              <a:gd name="T51" fmla="*/ 133 h 192"/>
              <a:gd name="T52" fmla="*/ 52 w 192"/>
              <a:gd name="T53" fmla="*/ 123 h 192"/>
              <a:gd name="T54" fmla="*/ 59 w 192"/>
              <a:gd name="T55" fmla="*/ 116 h 192"/>
              <a:gd name="T56" fmla="*/ 69 w 192"/>
              <a:gd name="T57" fmla="*/ 116 h 192"/>
              <a:gd name="T58" fmla="*/ 76 w 192"/>
              <a:gd name="T59" fmla="*/ 123 h 192"/>
              <a:gd name="T60" fmla="*/ 124 w 192"/>
              <a:gd name="T61" fmla="*/ 123 h 192"/>
              <a:gd name="T62" fmla="*/ 124 w 192"/>
              <a:gd name="T63" fmla="*/ 133 h 192"/>
              <a:gd name="T64" fmla="*/ 117 w 192"/>
              <a:gd name="T65" fmla="*/ 140 h 192"/>
              <a:gd name="T66" fmla="*/ 107 w 192"/>
              <a:gd name="T67" fmla="*/ 140 h 192"/>
              <a:gd name="T68" fmla="*/ 100 w 192"/>
              <a:gd name="T69" fmla="*/ 133 h 192"/>
              <a:gd name="T70" fmla="*/ 100 w 192"/>
              <a:gd name="T71" fmla="*/ 123 h 192"/>
              <a:gd name="T72" fmla="*/ 107 w 192"/>
              <a:gd name="T73" fmla="*/ 116 h 192"/>
              <a:gd name="T74" fmla="*/ 117 w 192"/>
              <a:gd name="T75" fmla="*/ 116 h 192"/>
              <a:gd name="T76" fmla="*/ 124 w 192"/>
              <a:gd name="T77" fmla="*/ 123 h 192"/>
              <a:gd name="T78" fmla="*/ 172 w 192"/>
              <a:gd name="T79" fmla="*/ 123 h 192"/>
              <a:gd name="T80" fmla="*/ 172 w 192"/>
              <a:gd name="T81" fmla="*/ 133 h 192"/>
              <a:gd name="T82" fmla="*/ 165 w 192"/>
              <a:gd name="T83" fmla="*/ 140 h 192"/>
              <a:gd name="T84" fmla="*/ 155 w 192"/>
              <a:gd name="T85" fmla="*/ 140 h 192"/>
              <a:gd name="T86" fmla="*/ 148 w 192"/>
              <a:gd name="T87" fmla="*/ 133 h 192"/>
              <a:gd name="T88" fmla="*/ 148 w 192"/>
              <a:gd name="T89" fmla="*/ 123 h 192"/>
              <a:gd name="T90" fmla="*/ 155 w 192"/>
              <a:gd name="T91" fmla="*/ 116 h 192"/>
              <a:gd name="T92" fmla="*/ 165 w 192"/>
              <a:gd name="T93" fmla="*/ 116 h 192"/>
              <a:gd name="T94" fmla="*/ 172 w 192"/>
              <a:gd name="T95" fmla="*/ 12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92" h="192">
                <a:moveTo>
                  <a:pt x="192" y="72"/>
                </a:moveTo>
                <a:cubicBezTo>
                  <a:pt x="192" y="68"/>
                  <a:pt x="188" y="64"/>
                  <a:pt x="184" y="64"/>
                </a:cubicBezTo>
                <a:cubicBezTo>
                  <a:pt x="182" y="64"/>
                  <a:pt x="180" y="65"/>
                  <a:pt x="178" y="6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8"/>
                  <a:pt x="140" y="64"/>
                  <a:pt x="136" y="64"/>
                </a:cubicBezTo>
                <a:cubicBezTo>
                  <a:pt x="134" y="64"/>
                  <a:pt x="132" y="65"/>
                  <a:pt x="130" y="66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68"/>
                  <a:pt x="92" y="64"/>
                  <a:pt x="88" y="64"/>
                </a:cubicBezTo>
                <a:cubicBezTo>
                  <a:pt x="86" y="64"/>
                  <a:pt x="84" y="65"/>
                  <a:pt x="82" y="66"/>
                </a:cubicBezTo>
                <a:cubicBezTo>
                  <a:pt x="48" y="96"/>
                  <a:pt x="48" y="96"/>
                  <a:pt x="48" y="96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4"/>
                  <a:pt x="36" y="0"/>
                  <a:pt x="3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2" y="0"/>
                  <a:pt x="8" y="4"/>
                  <a:pt x="8" y="9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lnTo>
                  <a:pt x="192" y="72"/>
                </a:lnTo>
                <a:close/>
                <a:moveTo>
                  <a:pt x="76" y="123"/>
                </a:moveTo>
                <a:cubicBezTo>
                  <a:pt x="76" y="133"/>
                  <a:pt x="76" y="133"/>
                  <a:pt x="76" y="133"/>
                </a:cubicBezTo>
                <a:cubicBezTo>
                  <a:pt x="76" y="137"/>
                  <a:pt x="73" y="140"/>
                  <a:pt x="69" y="140"/>
                </a:cubicBezTo>
                <a:cubicBezTo>
                  <a:pt x="59" y="140"/>
                  <a:pt x="59" y="140"/>
                  <a:pt x="59" y="140"/>
                </a:cubicBezTo>
                <a:cubicBezTo>
                  <a:pt x="55" y="140"/>
                  <a:pt x="52" y="137"/>
                  <a:pt x="52" y="13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2" y="119"/>
                  <a:pt x="55" y="116"/>
                  <a:pt x="59" y="116"/>
                </a:cubicBezTo>
                <a:cubicBezTo>
                  <a:pt x="69" y="116"/>
                  <a:pt x="69" y="116"/>
                  <a:pt x="69" y="116"/>
                </a:cubicBezTo>
                <a:cubicBezTo>
                  <a:pt x="73" y="116"/>
                  <a:pt x="76" y="119"/>
                  <a:pt x="76" y="123"/>
                </a:cubicBezTo>
                <a:close/>
                <a:moveTo>
                  <a:pt x="124" y="123"/>
                </a:moveTo>
                <a:cubicBezTo>
                  <a:pt x="124" y="133"/>
                  <a:pt x="124" y="133"/>
                  <a:pt x="124" y="133"/>
                </a:cubicBezTo>
                <a:cubicBezTo>
                  <a:pt x="124" y="137"/>
                  <a:pt x="121" y="140"/>
                  <a:pt x="117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3" y="140"/>
                  <a:pt x="100" y="137"/>
                  <a:pt x="100" y="133"/>
                </a:cubicBezTo>
                <a:cubicBezTo>
                  <a:pt x="100" y="123"/>
                  <a:pt x="100" y="123"/>
                  <a:pt x="100" y="123"/>
                </a:cubicBezTo>
                <a:cubicBezTo>
                  <a:pt x="100" y="119"/>
                  <a:pt x="103" y="116"/>
                  <a:pt x="107" y="116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21" y="116"/>
                  <a:pt x="124" y="119"/>
                  <a:pt x="124" y="123"/>
                </a:cubicBezTo>
                <a:close/>
                <a:moveTo>
                  <a:pt x="172" y="123"/>
                </a:moveTo>
                <a:cubicBezTo>
                  <a:pt x="172" y="133"/>
                  <a:pt x="172" y="133"/>
                  <a:pt x="172" y="133"/>
                </a:cubicBezTo>
                <a:cubicBezTo>
                  <a:pt x="172" y="137"/>
                  <a:pt x="169" y="140"/>
                  <a:pt x="165" y="140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51" y="140"/>
                  <a:pt x="148" y="137"/>
                  <a:pt x="148" y="133"/>
                </a:cubicBezTo>
                <a:cubicBezTo>
                  <a:pt x="148" y="123"/>
                  <a:pt x="148" y="123"/>
                  <a:pt x="148" y="123"/>
                </a:cubicBezTo>
                <a:cubicBezTo>
                  <a:pt x="148" y="119"/>
                  <a:pt x="151" y="116"/>
                  <a:pt x="155" y="116"/>
                </a:cubicBezTo>
                <a:cubicBezTo>
                  <a:pt x="165" y="116"/>
                  <a:pt x="165" y="116"/>
                  <a:pt x="165" y="116"/>
                </a:cubicBezTo>
                <a:cubicBezTo>
                  <a:pt x="169" y="116"/>
                  <a:pt x="172" y="119"/>
                  <a:pt x="172" y="1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90507420-8318-4B96-988E-0A53B3043317}"/>
              </a:ext>
            </a:extLst>
          </p:cNvPr>
          <p:cNvSpPr>
            <a:spLocks noEditPoints="1"/>
          </p:cNvSpPr>
          <p:nvPr/>
        </p:nvSpPr>
        <p:spPr bwMode="auto">
          <a:xfrm>
            <a:off x="9819482" y="3278981"/>
            <a:ext cx="312738" cy="314325"/>
          </a:xfrm>
          <a:custGeom>
            <a:avLst/>
            <a:gdLst>
              <a:gd name="T0" fmla="*/ 128 w 192"/>
              <a:gd name="T1" fmla="*/ 173 h 193"/>
              <a:gd name="T2" fmla="*/ 128 w 192"/>
              <a:gd name="T3" fmla="*/ 85 h 193"/>
              <a:gd name="T4" fmla="*/ 134 w 192"/>
              <a:gd name="T5" fmla="*/ 85 h 193"/>
              <a:gd name="T6" fmla="*/ 140 w 192"/>
              <a:gd name="T7" fmla="*/ 91 h 193"/>
              <a:gd name="T8" fmla="*/ 140 w 192"/>
              <a:gd name="T9" fmla="*/ 147 h 193"/>
              <a:gd name="T10" fmla="*/ 166 w 192"/>
              <a:gd name="T11" fmla="*/ 173 h 193"/>
              <a:gd name="T12" fmla="*/ 192 w 192"/>
              <a:gd name="T13" fmla="*/ 147 h 193"/>
              <a:gd name="T14" fmla="*/ 192 w 192"/>
              <a:gd name="T15" fmla="*/ 39 h 193"/>
              <a:gd name="T16" fmla="*/ 186 w 192"/>
              <a:gd name="T17" fmla="*/ 25 h 193"/>
              <a:gd name="T18" fmla="*/ 165 w 192"/>
              <a:gd name="T19" fmla="*/ 4 h 193"/>
              <a:gd name="T20" fmla="*/ 151 w 192"/>
              <a:gd name="T21" fmla="*/ 4 h 193"/>
              <a:gd name="T22" fmla="*/ 151 w 192"/>
              <a:gd name="T23" fmla="*/ 18 h 193"/>
              <a:gd name="T24" fmla="*/ 165 w 192"/>
              <a:gd name="T25" fmla="*/ 32 h 193"/>
              <a:gd name="T26" fmla="*/ 154 w 192"/>
              <a:gd name="T27" fmla="*/ 42 h 193"/>
              <a:gd name="T28" fmla="*/ 154 w 192"/>
              <a:gd name="T29" fmla="*/ 54 h 193"/>
              <a:gd name="T30" fmla="*/ 161 w 192"/>
              <a:gd name="T31" fmla="*/ 57 h 193"/>
              <a:gd name="T32" fmla="*/ 172 w 192"/>
              <a:gd name="T33" fmla="*/ 57 h 193"/>
              <a:gd name="T34" fmla="*/ 172 w 192"/>
              <a:gd name="T35" fmla="*/ 147 h 193"/>
              <a:gd name="T36" fmla="*/ 166 w 192"/>
              <a:gd name="T37" fmla="*/ 153 h 193"/>
              <a:gd name="T38" fmla="*/ 160 w 192"/>
              <a:gd name="T39" fmla="*/ 147 h 193"/>
              <a:gd name="T40" fmla="*/ 160 w 192"/>
              <a:gd name="T41" fmla="*/ 91 h 193"/>
              <a:gd name="T42" fmla="*/ 134 w 192"/>
              <a:gd name="T43" fmla="*/ 65 h 193"/>
              <a:gd name="T44" fmla="*/ 128 w 192"/>
              <a:gd name="T45" fmla="*/ 65 h 193"/>
              <a:gd name="T46" fmla="*/ 128 w 192"/>
              <a:gd name="T47" fmla="*/ 17 h 193"/>
              <a:gd name="T48" fmla="*/ 112 w 192"/>
              <a:gd name="T49" fmla="*/ 1 h 193"/>
              <a:gd name="T50" fmla="*/ 28 w 192"/>
              <a:gd name="T51" fmla="*/ 1 h 193"/>
              <a:gd name="T52" fmla="*/ 12 w 192"/>
              <a:gd name="T53" fmla="*/ 17 h 193"/>
              <a:gd name="T54" fmla="*/ 12 w 192"/>
              <a:gd name="T55" fmla="*/ 173 h 193"/>
              <a:gd name="T56" fmla="*/ 10 w 192"/>
              <a:gd name="T57" fmla="*/ 173 h 193"/>
              <a:gd name="T58" fmla="*/ 0 w 192"/>
              <a:gd name="T59" fmla="*/ 183 h 193"/>
              <a:gd name="T60" fmla="*/ 10 w 192"/>
              <a:gd name="T61" fmla="*/ 193 h 193"/>
              <a:gd name="T62" fmla="*/ 130 w 192"/>
              <a:gd name="T63" fmla="*/ 193 h 193"/>
              <a:gd name="T64" fmla="*/ 140 w 192"/>
              <a:gd name="T65" fmla="*/ 183 h 193"/>
              <a:gd name="T66" fmla="*/ 130 w 192"/>
              <a:gd name="T67" fmla="*/ 173 h 193"/>
              <a:gd name="T68" fmla="*/ 128 w 192"/>
              <a:gd name="T69" fmla="*/ 173 h 193"/>
              <a:gd name="T70" fmla="*/ 41 w 192"/>
              <a:gd name="T71" fmla="*/ 21 h 193"/>
              <a:gd name="T72" fmla="*/ 99 w 192"/>
              <a:gd name="T73" fmla="*/ 21 h 193"/>
              <a:gd name="T74" fmla="*/ 108 w 192"/>
              <a:gd name="T75" fmla="*/ 30 h 193"/>
              <a:gd name="T76" fmla="*/ 108 w 192"/>
              <a:gd name="T77" fmla="*/ 72 h 193"/>
              <a:gd name="T78" fmla="*/ 99 w 192"/>
              <a:gd name="T79" fmla="*/ 81 h 193"/>
              <a:gd name="T80" fmla="*/ 41 w 192"/>
              <a:gd name="T81" fmla="*/ 81 h 193"/>
              <a:gd name="T82" fmla="*/ 32 w 192"/>
              <a:gd name="T83" fmla="*/ 72 h 193"/>
              <a:gd name="T84" fmla="*/ 32 w 192"/>
              <a:gd name="T85" fmla="*/ 30 h 193"/>
              <a:gd name="T86" fmla="*/ 41 w 192"/>
              <a:gd name="T87" fmla="*/ 2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2" h="193">
                <a:moveTo>
                  <a:pt x="128" y="173"/>
                </a:moveTo>
                <a:cubicBezTo>
                  <a:pt x="128" y="85"/>
                  <a:pt x="128" y="85"/>
                  <a:pt x="128" y="85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7" y="85"/>
                  <a:pt x="140" y="88"/>
                  <a:pt x="140" y="91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161"/>
                  <a:pt x="152" y="173"/>
                  <a:pt x="166" y="173"/>
                </a:cubicBezTo>
                <a:cubicBezTo>
                  <a:pt x="180" y="173"/>
                  <a:pt x="192" y="161"/>
                  <a:pt x="192" y="147"/>
                </a:cubicBezTo>
                <a:cubicBezTo>
                  <a:pt x="192" y="39"/>
                  <a:pt x="192" y="39"/>
                  <a:pt x="192" y="39"/>
                </a:cubicBezTo>
                <a:cubicBezTo>
                  <a:pt x="192" y="34"/>
                  <a:pt x="190" y="29"/>
                  <a:pt x="186" y="25"/>
                </a:cubicBezTo>
                <a:cubicBezTo>
                  <a:pt x="165" y="4"/>
                  <a:pt x="165" y="4"/>
                  <a:pt x="165" y="4"/>
                </a:cubicBezTo>
                <a:cubicBezTo>
                  <a:pt x="161" y="0"/>
                  <a:pt x="155" y="0"/>
                  <a:pt x="151" y="4"/>
                </a:cubicBezTo>
                <a:cubicBezTo>
                  <a:pt x="147" y="8"/>
                  <a:pt x="147" y="14"/>
                  <a:pt x="151" y="18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151" y="46"/>
                  <a:pt x="151" y="51"/>
                  <a:pt x="154" y="54"/>
                </a:cubicBezTo>
                <a:cubicBezTo>
                  <a:pt x="156" y="56"/>
                  <a:pt x="158" y="57"/>
                  <a:pt x="161" y="57"/>
                </a:cubicBezTo>
                <a:cubicBezTo>
                  <a:pt x="172" y="57"/>
                  <a:pt x="172" y="57"/>
                  <a:pt x="172" y="57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50"/>
                  <a:pt x="169" y="153"/>
                  <a:pt x="166" y="153"/>
                </a:cubicBezTo>
                <a:cubicBezTo>
                  <a:pt x="163" y="153"/>
                  <a:pt x="160" y="150"/>
                  <a:pt x="160" y="147"/>
                </a:cubicBezTo>
                <a:cubicBezTo>
                  <a:pt x="160" y="91"/>
                  <a:pt x="160" y="91"/>
                  <a:pt x="160" y="91"/>
                </a:cubicBezTo>
                <a:cubicBezTo>
                  <a:pt x="160" y="77"/>
                  <a:pt x="148" y="65"/>
                  <a:pt x="134" y="65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28" y="8"/>
                  <a:pt x="121" y="1"/>
                  <a:pt x="112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19" y="1"/>
                  <a:pt x="12" y="8"/>
                  <a:pt x="12" y="17"/>
                </a:cubicBezTo>
                <a:cubicBezTo>
                  <a:pt x="12" y="173"/>
                  <a:pt x="12" y="173"/>
                  <a:pt x="12" y="173"/>
                </a:cubicBezTo>
                <a:cubicBezTo>
                  <a:pt x="10" y="173"/>
                  <a:pt x="10" y="173"/>
                  <a:pt x="10" y="173"/>
                </a:cubicBezTo>
                <a:cubicBezTo>
                  <a:pt x="4" y="173"/>
                  <a:pt x="0" y="177"/>
                  <a:pt x="0" y="183"/>
                </a:cubicBezTo>
                <a:cubicBezTo>
                  <a:pt x="0" y="189"/>
                  <a:pt x="4" y="193"/>
                  <a:pt x="10" y="193"/>
                </a:cubicBezTo>
                <a:cubicBezTo>
                  <a:pt x="130" y="193"/>
                  <a:pt x="130" y="193"/>
                  <a:pt x="130" y="193"/>
                </a:cubicBezTo>
                <a:cubicBezTo>
                  <a:pt x="136" y="193"/>
                  <a:pt x="140" y="189"/>
                  <a:pt x="140" y="183"/>
                </a:cubicBezTo>
                <a:cubicBezTo>
                  <a:pt x="140" y="177"/>
                  <a:pt x="136" y="173"/>
                  <a:pt x="130" y="173"/>
                </a:cubicBezTo>
                <a:lnTo>
                  <a:pt x="128" y="173"/>
                </a:lnTo>
                <a:close/>
                <a:moveTo>
                  <a:pt x="41" y="21"/>
                </a:moveTo>
                <a:cubicBezTo>
                  <a:pt x="99" y="21"/>
                  <a:pt x="99" y="21"/>
                  <a:pt x="99" y="21"/>
                </a:cubicBezTo>
                <a:cubicBezTo>
                  <a:pt x="104" y="21"/>
                  <a:pt x="108" y="25"/>
                  <a:pt x="108" y="30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8" y="77"/>
                  <a:pt x="104" y="81"/>
                  <a:pt x="99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36" y="81"/>
                  <a:pt x="32" y="77"/>
                  <a:pt x="32" y="72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5"/>
                  <a:pt x="36" y="21"/>
                  <a:pt x="41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E3B47C65-C2D4-43CA-A858-263274EE50A9}"/>
              </a:ext>
            </a:extLst>
          </p:cNvPr>
          <p:cNvSpPr>
            <a:spLocks noEditPoints="1"/>
          </p:cNvSpPr>
          <p:nvPr/>
        </p:nvSpPr>
        <p:spPr bwMode="auto">
          <a:xfrm>
            <a:off x="9116219" y="3307556"/>
            <a:ext cx="312738" cy="254000"/>
          </a:xfrm>
          <a:custGeom>
            <a:avLst/>
            <a:gdLst>
              <a:gd name="T0" fmla="*/ 112 w 192"/>
              <a:gd name="T1" fmla="*/ 0 h 156"/>
              <a:gd name="T2" fmla="*/ 100 w 192"/>
              <a:gd name="T3" fmla="*/ 0 h 156"/>
              <a:gd name="T4" fmla="*/ 40 w 192"/>
              <a:gd name="T5" fmla="*/ 55 h 156"/>
              <a:gd name="T6" fmla="*/ 8 w 192"/>
              <a:gd name="T7" fmla="*/ 108 h 156"/>
              <a:gd name="T8" fmla="*/ 8 w 192"/>
              <a:gd name="T9" fmla="*/ 108 h 156"/>
              <a:gd name="T10" fmla="*/ 0 w 192"/>
              <a:gd name="T11" fmla="*/ 118 h 156"/>
              <a:gd name="T12" fmla="*/ 10 w 192"/>
              <a:gd name="T13" fmla="*/ 128 h 156"/>
              <a:gd name="T14" fmla="*/ 24 w 192"/>
              <a:gd name="T15" fmla="*/ 128 h 156"/>
              <a:gd name="T16" fmla="*/ 54 w 192"/>
              <a:gd name="T17" fmla="*/ 156 h 156"/>
              <a:gd name="T18" fmla="*/ 84 w 192"/>
              <a:gd name="T19" fmla="*/ 128 h 156"/>
              <a:gd name="T20" fmla="*/ 112 w 192"/>
              <a:gd name="T21" fmla="*/ 128 h 156"/>
              <a:gd name="T22" fmla="*/ 142 w 192"/>
              <a:gd name="T23" fmla="*/ 156 h 156"/>
              <a:gd name="T24" fmla="*/ 172 w 192"/>
              <a:gd name="T25" fmla="*/ 126 h 156"/>
              <a:gd name="T26" fmla="*/ 172 w 192"/>
              <a:gd name="T27" fmla="*/ 123 h 156"/>
              <a:gd name="T28" fmla="*/ 192 w 192"/>
              <a:gd name="T29" fmla="*/ 88 h 156"/>
              <a:gd name="T30" fmla="*/ 192 w 192"/>
              <a:gd name="T31" fmla="*/ 61 h 156"/>
              <a:gd name="T32" fmla="*/ 183 w 192"/>
              <a:gd name="T33" fmla="*/ 52 h 156"/>
              <a:gd name="T34" fmla="*/ 171 w 192"/>
              <a:gd name="T35" fmla="*/ 52 h 156"/>
              <a:gd name="T36" fmla="*/ 112 w 192"/>
              <a:gd name="T37" fmla="*/ 0 h 156"/>
              <a:gd name="T38" fmla="*/ 96 w 192"/>
              <a:gd name="T39" fmla="*/ 20 h 156"/>
              <a:gd name="T40" fmla="*/ 96 w 192"/>
              <a:gd name="T41" fmla="*/ 60 h 156"/>
              <a:gd name="T42" fmla="*/ 60 w 192"/>
              <a:gd name="T43" fmla="*/ 60 h 156"/>
              <a:gd name="T44" fmla="*/ 96 w 192"/>
              <a:gd name="T45" fmla="*/ 20 h 156"/>
              <a:gd name="T46" fmla="*/ 116 w 192"/>
              <a:gd name="T47" fmla="*/ 60 h 156"/>
              <a:gd name="T48" fmla="*/ 116 w 192"/>
              <a:gd name="T49" fmla="*/ 20 h 156"/>
              <a:gd name="T50" fmla="*/ 152 w 192"/>
              <a:gd name="T51" fmla="*/ 60 h 156"/>
              <a:gd name="T52" fmla="*/ 116 w 192"/>
              <a:gd name="T53" fmla="*/ 60 h 156"/>
              <a:gd name="T54" fmla="*/ 64 w 192"/>
              <a:gd name="T55" fmla="*/ 126 h 156"/>
              <a:gd name="T56" fmla="*/ 54 w 192"/>
              <a:gd name="T57" fmla="*/ 136 h 156"/>
              <a:gd name="T58" fmla="*/ 44 w 192"/>
              <a:gd name="T59" fmla="*/ 126 h 156"/>
              <a:gd name="T60" fmla="*/ 54 w 192"/>
              <a:gd name="T61" fmla="*/ 116 h 156"/>
              <a:gd name="T62" fmla="*/ 64 w 192"/>
              <a:gd name="T63" fmla="*/ 126 h 156"/>
              <a:gd name="T64" fmla="*/ 152 w 192"/>
              <a:gd name="T65" fmla="*/ 126 h 156"/>
              <a:gd name="T66" fmla="*/ 142 w 192"/>
              <a:gd name="T67" fmla="*/ 136 h 156"/>
              <a:gd name="T68" fmla="*/ 132 w 192"/>
              <a:gd name="T69" fmla="*/ 126 h 156"/>
              <a:gd name="T70" fmla="*/ 142 w 192"/>
              <a:gd name="T71" fmla="*/ 116 h 156"/>
              <a:gd name="T72" fmla="*/ 152 w 192"/>
              <a:gd name="T73" fmla="*/ 12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56">
                <a:moveTo>
                  <a:pt x="112" y="0"/>
                </a:moveTo>
                <a:cubicBezTo>
                  <a:pt x="100" y="0"/>
                  <a:pt x="100" y="0"/>
                  <a:pt x="100" y="0"/>
                </a:cubicBezTo>
                <a:cubicBezTo>
                  <a:pt x="69" y="0"/>
                  <a:pt x="43" y="24"/>
                  <a:pt x="40" y="55"/>
                </a:cubicBezTo>
                <a:cubicBezTo>
                  <a:pt x="21" y="65"/>
                  <a:pt x="8" y="85"/>
                  <a:pt x="8" y="108"/>
                </a:cubicBezTo>
                <a:cubicBezTo>
                  <a:pt x="8" y="108"/>
                  <a:pt x="8" y="108"/>
                  <a:pt x="8" y="108"/>
                </a:cubicBezTo>
                <a:cubicBezTo>
                  <a:pt x="3" y="109"/>
                  <a:pt x="0" y="113"/>
                  <a:pt x="0" y="118"/>
                </a:cubicBezTo>
                <a:cubicBezTo>
                  <a:pt x="0" y="124"/>
                  <a:pt x="4" y="128"/>
                  <a:pt x="1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5" y="144"/>
                  <a:pt x="38" y="156"/>
                  <a:pt x="54" y="156"/>
                </a:cubicBezTo>
                <a:cubicBezTo>
                  <a:pt x="70" y="156"/>
                  <a:pt x="83" y="144"/>
                  <a:pt x="8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3" y="144"/>
                  <a:pt x="126" y="156"/>
                  <a:pt x="142" y="156"/>
                </a:cubicBezTo>
                <a:cubicBezTo>
                  <a:pt x="159" y="156"/>
                  <a:pt x="172" y="143"/>
                  <a:pt x="172" y="126"/>
                </a:cubicBezTo>
                <a:cubicBezTo>
                  <a:pt x="172" y="125"/>
                  <a:pt x="172" y="124"/>
                  <a:pt x="172" y="123"/>
                </a:cubicBezTo>
                <a:cubicBezTo>
                  <a:pt x="184" y="116"/>
                  <a:pt x="192" y="103"/>
                  <a:pt x="192" y="88"/>
                </a:cubicBezTo>
                <a:cubicBezTo>
                  <a:pt x="192" y="61"/>
                  <a:pt x="192" y="61"/>
                  <a:pt x="192" y="61"/>
                </a:cubicBezTo>
                <a:cubicBezTo>
                  <a:pt x="192" y="56"/>
                  <a:pt x="188" y="52"/>
                  <a:pt x="183" y="52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8" y="23"/>
                  <a:pt x="142" y="0"/>
                  <a:pt x="112" y="0"/>
                </a:cubicBezTo>
                <a:close/>
                <a:moveTo>
                  <a:pt x="96" y="20"/>
                </a:moveTo>
                <a:cubicBezTo>
                  <a:pt x="96" y="60"/>
                  <a:pt x="96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39"/>
                  <a:pt x="76" y="22"/>
                  <a:pt x="96" y="20"/>
                </a:cubicBezTo>
                <a:close/>
                <a:moveTo>
                  <a:pt x="116" y="60"/>
                </a:moveTo>
                <a:cubicBezTo>
                  <a:pt x="116" y="20"/>
                  <a:pt x="116" y="20"/>
                  <a:pt x="116" y="20"/>
                </a:cubicBezTo>
                <a:cubicBezTo>
                  <a:pt x="136" y="22"/>
                  <a:pt x="152" y="39"/>
                  <a:pt x="152" y="60"/>
                </a:cubicBezTo>
                <a:lnTo>
                  <a:pt x="116" y="60"/>
                </a:lnTo>
                <a:close/>
                <a:moveTo>
                  <a:pt x="64" y="126"/>
                </a:moveTo>
                <a:cubicBezTo>
                  <a:pt x="64" y="132"/>
                  <a:pt x="60" y="136"/>
                  <a:pt x="54" y="136"/>
                </a:cubicBezTo>
                <a:cubicBezTo>
                  <a:pt x="48" y="136"/>
                  <a:pt x="44" y="132"/>
                  <a:pt x="44" y="126"/>
                </a:cubicBezTo>
                <a:cubicBezTo>
                  <a:pt x="44" y="120"/>
                  <a:pt x="48" y="116"/>
                  <a:pt x="54" y="116"/>
                </a:cubicBezTo>
                <a:cubicBezTo>
                  <a:pt x="60" y="116"/>
                  <a:pt x="64" y="120"/>
                  <a:pt x="64" y="126"/>
                </a:cubicBezTo>
                <a:close/>
                <a:moveTo>
                  <a:pt x="152" y="126"/>
                </a:moveTo>
                <a:cubicBezTo>
                  <a:pt x="152" y="132"/>
                  <a:pt x="148" y="136"/>
                  <a:pt x="142" y="136"/>
                </a:cubicBezTo>
                <a:cubicBezTo>
                  <a:pt x="136" y="136"/>
                  <a:pt x="132" y="132"/>
                  <a:pt x="132" y="126"/>
                </a:cubicBezTo>
                <a:cubicBezTo>
                  <a:pt x="132" y="120"/>
                  <a:pt x="136" y="116"/>
                  <a:pt x="142" y="116"/>
                </a:cubicBezTo>
                <a:cubicBezTo>
                  <a:pt x="148" y="116"/>
                  <a:pt x="152" y="120"/>
                  <a:pt x="152" y="1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588B53BA-02D7-415F-A893-6F74C317AEE2}"/>
              </a:ext>
            </a:extLst>
          </p:cNvPr>
          <p:cNvSpPr>
            <a:spLocks noEditPoints="1"/>
          </p:cNvSpPr>
          <p:nvPr/>
        </p:nvSpPr>
        <p:spPr bwMode="auto">
          <a:xfrm>
            <a:off x="8414544" y="3307556"/>
            <a:ext cx="311150" cy="260350"/>
          </a:xfrm>
          <a:custGeom>
            <a:avLst/>
            <a:gdLst>
              <a:gd name="T0" fmla="*/ 176 w 192"/>
              <a:gd name="T1" fmla="*/ 132 h 160"/>
              <a:gd name="T2" fmla="*/ 192 w 192"/>
              <a:gd name="T3" fmla="*/ 116 h 160"/>
              <a:gd name="T4" fmla="*/ 192 w 192"/>
              <a:gd name="T5" fmla="*/ 16 h 160"/>
              <a:gd name="T6" fmla="*/ 176 w 192"/>
              <a:gd name="T7" fmla="*/ 0 h 160"/>
              <a:gd name="T8" fmla="*/ 88 w 192"/>
              <a:gd name="T9" fmla="*/ 0 h 160"/>
              <a:gd name="T10" fmla="*/ 72 w 192"/>
              <a:gd name="T11" fmla="*/ 16 h 160"/>
              <a:gd name="T12" fmla="*/ 72 w 192"/>
              <a:gd name="T13" fmla="*/ 32 h 160"/>
              <a:gd name="T14" fmla="*/ 48 w 192"/>
              <a:gd name="T15" fmla="*/ 32 h 160"/>
              <a:gd name="T16" fmla="*/ 34 w 192"/>
              <a:gd name="T17" fmla="*/ 38 h 160"/>
              <a:gd name="T18" fmla="*/ 14 w 192"/>
              <a:gd name="T19" fmla="*/ 58 h 160"/>
              <a:gd name="T20" fmla="*/ 8 w 192"/>
              <a:gd name="T21" fmla="*/ 72 h 160"/>
              <a:gd name="T22" fmla="*/ 8 w 192"/>
              <a:gd name="T23" fmla="*/ 112 h 160"/>
              <a:gd name="T24" fmla="*/ 0 w 192"/>
              <a:gd name="T25" fmla="*/ 122 h 160"/>
              <a:gd name="T26" fmla="*/ 10 w 192"/>
              <a:gd name="T27" fmla="*/ 132 h 160"/>
              <a:gd name="T28" fmla="*/ 24 w 192"/>
              <a:gd name="T29" fmla="*/ 132 h 160"/>
              <a:gd name="T30" fmla="*/ 54 w 192"/>
              <a:gd name="T31" fmla="*/ 160 h 160"/>
              <a:gd name="T32" fmla="*/ 84 w 192"/>
              <a:gd name="T33" fmla="*/ 132 h 160"/>
              <a:gd name="T34" fmla="*/ 112 w 192"/>
              <a:gd name="T35" fmla="*/ 132 h 160"/>
              <a:gd name="T36" fmla="*/ 142 w 192"/>
              <a:gd name="T37" fmla="*/ 160 h 160"/>
              <a:gd name="T38" fmla="*/ 172 w 192"/>
              <a:gd name="T39" fmla="*/ 132 h 160"/>
              <a:gd name="T40" fmla="*/ 176 w 192"/>
              <a:gd name="T41" fmla="*/ 132 h 160"/>
              <a:gd name="T42" fmla="*/ 64 w 192"/>
              <a:gd name="T43" fmla="*/ 130 h 160"/>
              <a:gd name="T44" fmla="*/ 54 w 192"/>
              <a:gd name="T45" fmla="*/ 140 h 160"/>
              <a:gd name="T46" fmla="*/ 44 w 192"/>
              <a:gd name="T47" fmla="*/ 130 h 160"/>
              <a:gd name="T48" fmla="*/ 54 w 192"/>
              <a:gd name="T49" fmla="*/ 120 h 160"/>
              <a:gd name="T50" fmla="*/ 64 w 192"/>
              <a:gd name="T51" fmla="*/ 130 h 160"/>
              <a:gd name="T52" fmla="*/ 152 w 192"/>
              <a:gd name="T53" fmla="*/ 130 h 160"/>
              <a:gd name="T54" fmla="*/ 142 w 192"/>
              <a:gd name="T55" fmla="*/ 140 h 160"/>
              <a:gd name="T56" fmla="*/ 132 w 192"/>
              <a:gd name="T57" fmla="*/ 130 h 160"/>
              <a:gd name="T58" fmla="*/ 142 w 192"/>
              <a:gd name="T59" fmla="*/ 120 h 160"/>
              <a:gd name="T60" fmla="*/ 152 w 192"/>
              <a:gd name="T61" fmla="*/ 130 h 160"/>
              <a:gd name="T62" fmla="*/ 28 w 192"/>
              <a:gd name="T63" fmla="*/ 84 h 160"/>
              <a:gd name="T64" fmla="*/ 28 w 192"/>
              <a:gd name="T65" fmla="*/ 74 h 160"/>
              <a:gd name="T66" fmla="*/ 33 w 192"/>
              <a:gd name="T67" fmla="*/ 65 h 160"/>
              <a:gd name="T68" fmla="*/ 41 w 192"/>
              <a:gd name="T69" fmla="*/ 56 h 160"/>
              <a:gd name="T70" fmla="*/ 50 w 192"/>
              <a:gd name="T71" fmla="*/ 52 h 160"/>
              <a:gd name="T72" fmla="*/ 72 w 192"/>
              <a:gd name="T73" fmla="*/ 52 h 160"/>
              <a:gd name="T74" fmla="*/ 72 w 192"/>
              <a:gd name="T75" fmla="*/ 84 h 160"/>
              <a:gd name="T76" fmla="*/ 28 w 192"/>
              <a:gd name="T77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2" h="160">
                <a:moveTo>
                  <a:pt x="176" y="132"/>
                </a:moveTo>
                <a:cubicBezTo>
                  <a:pt x="185" y="132"/>
                  <a:pt x="192" y="125"/>
                  <a:pt x="192" y="11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79" y="0"/>
                  <a:pt x="72" y="7"/>
                  <a:pt x="72" y="16"/>
                </a:cubicBezTo>
                <a:cubicBezTo>
                  <a:pt x="72" y="32"/>
                  <a:pt x="72" y="32"/>
                  <a:pt x="72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2" y="32"/>
                  <a:pt x="38" y="34"/>
                  <a:pt x="34" y="38"/>
                </a:cubicBezTo>
                <a:cubicBezTo>
                  <a:pt x="14" y="58"/>
                  <a:pt x="14" y="58"/>
                  <a:pt x="14" y="58"/>
                </a:cubicBezTo>
                <a:cubicBezTo>
                  <a:pt x="10" y="61"/>
                  <a:pt x="8" y="66"/>
                  <a:pt x="8" y="72"/>
                </a:cubicBezTo>
                <a:cubicBezTo>
                  <a:pt x="8" y="112"/>
                  <a:pt x="8" y="112"/>
                  <a:pt x="8" y="112"/>
                </a:cubicBezTo>
                <a:cubicBezTo>
                  <a:pt x="3" y="113"/>
                  <a:pt x="0" y="117"/>
                  <a:pt x="0" y="122"/>
                </a:cubicBezTo>
                <a:cubicBezTo>
                  <a:pt x="0" y="128"/>
                  <a:pt x="4" y="132"/>
                  <a:pt x="10" y="132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25" y="148"/>
                  <a:pt x="38" y="160"/>
                  <a:pt x="54" y="160"/>
                </a:cubicBezTo>
                <a:cubicBezTo>
                  <a:pt x="70" y="160"/>
                  <a:pt x="83" y="148"/>
                  <a:pt x="84" y="132"/>
                </a:cubicBezTo>
                <a:cubicBezTo>
                  <a:pt x="112" y="132"/>
                  <a:pt x="112" y="132"/>
                  <a:pt x="112" y="132"/>
                </a:cubicBezTo>
                <a:cubicBezTo>
                  <a:pt x="113" y="148"/>
                  <a:pt x="126" y="160"/>
                  <a:pt x="142" y="160"/>
                </a:cubicBezTo>
                <a:cubicBezTo>
                  <a:pt x="158" y="160"/>
                  <a:pt x="171" y="148"/>
                  <a:pt x="172" y="132"/>
                </a:cubicBezTo>
                <a:lnTo>
                  <a:pt x="176" y="132"/>
                </a:lnTo>
                <a:close/>
                <a:moveTo>
                  <a:pt x="64" y="130"/>
                </a:moveTo>
                <a:cubicBezTo>
                  <a:pt x="64" y="136"/>
                  <a:pt x="60" y="140"/>
                  <a:pt x="54" y="140"/>
                </a:cubicBezTo>
                <a:cubicBezTo>
                  <a:pt x="48" y="140"/>
                  <a:pt x="44" y="136"/>
                  <a:pt x="44" y="130"/>
                </a:cubicBezTo>
                <a:cubicBezTo>
                  <a:pt x="44" y="124"/>
                  <a:pt x="48" y="120"/>
                  <a:pt x="54" y="120"/>
                </a:cubicBezTo>
                <a:cubicBezTo>
                  <a:pt x="60" y="120"/>
                  <a:pt x="64" y="124"/>
                  <a:pt x="64" y="130"/>
                </a:cubicBezTo>
                <a:close/>
                <a:moveTo>
                  <a:pt x="152" y="130"/>
                </a:moveTo>
                <a:cubicBezTo>
                  <a:pt x="152" y="136"/>
                  <a:pt x="148" y="140"/>
                  <a:pt x="142" y="140"/>
                </a:cubicBezTo>
                <a:cubicBezTo>
                  <a:pt x="136" y="140"/>
                  <a:pt x="132" y="136"/>
                  <a:pt x="132" y="130"/>
                </a:cubicBezTo>
                <a:cubicBezTo>
                  <a:pt x="132" y="124"/>
                  <a:pt x="136" y="120"/>
                  <a:pt x="142" y="120"/>
                </a:cubicBezTo>
                <a:cubicBezTo>
                  <a:pt x="148" y="120"/>
                  <a:pt x="152" y="124"/>
                  <a:pt x="152" y="130"/>
                </a:cubicBezTo>
                <a:close/>
                <a:moveTo>
                  <a:pt x="28" y="84"/>
                </a:moveTo>
                <a:cubicBezTo>
                  <a:pt x="28" y="74"/>
                  <a:pt x="28" y="74"/>
                  <a:pt x="28" y="74"/>
                </a:cubicBezTo>
                <a:cubicBezTo>
                  <a:pt x="28" y="70"/>
                  <a:pt x="30" y="68"/>
                  <a:pt x="33" y="65"/>
                </a:cubicBezTo>
                <a:cubicBezTo>
                  <a:pt x="41" y="56"/>
                  <a:pt x="41" y="56"/>
                  <a:pt x="41" y="56"/>
                </a:cubicBezTo>
                <a:cubicBezTo>
                  <a:pt x="44" y="54"/>
                  <a:pt x="46" y="52"/>
                  <a:pt x="50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84"/>
                  <a:pt x="72" y="84"/>
                  <a:pt x="72" y="84"/>
                </a:cubicBezTo>
                <a:lnTo>
                  <a:pt x="28" y="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330090B8-30CD-4C16-92E0-8F39A1864B16}"/>
              </a:ext>
            </a:extLst>
          </p:cNvPr>
          <p:cNvSpPr>
            <a:spLocks/>
          </p:cNvSpPr>
          <p:nvPr/>
        </p:nvSpPr>
        <p:spPr bwMode="auto">
          <a:xfrm>
            <a:off x="7711282" y="3280568"/>
            <a:ext cx="304800" cy="312737"/>
          </a:xfrm>
          <a:custGeom>
            <a:avLst/>
            <a:gdLst>
              <a:gd name="T0" fmla="*/ 84 w 188"/>
              <a:gd name="T1" fmla="*/ 10 h 192"/>
              <a:gd name="T2" fmla="*/ 84 w 188"/>
              <a:gd name="T3" fmla="*/ 17 h 192"/>
              <a:gd name="T4" fmla="*/ 0 w 188"/>
              <a:gd name="T5" fmla="*/ 100 h 192"/>
              <a:gd name="T6" fmla="*/ 0 w 188"/>
              <a:gd name="T7" fmla="*/ 100 h 192"/>
              <a:gd name="T8" fmla="*/ 8 w 188"/>
              <a:gd name="T9" fmla="*/ 108 h 192"/>
              <a:gd name="T10" fmla="*/ 84 w 188"/>
              <a:gd name="T11" fmla="*/ 108 h 192"/>
              <a:gd name="T12" fmla="*/ 84 w 188"/>
              <a:gd name="T13" fmla="*/ 162 h 192"/>
              <a:gd name="T14" fmla="*/ 114 w 188"/>
              <a:gd name="T15" fmla="*/ 192 h 192"/>
              <a:gd name="T16" fmla="*/ 144 w 188"/>
              <a:gd name="T17" fmla="*/ 162 h 192"/>
              <a:gd name="T18" fmla="*/ 134 w 188"/>
              <a:gd name="T19" fmla="*/ 152 h 192"/>
              <a:gd name="T20" fmla="*/ 124 w 188"/>
              <a:gd name="T21" fmla="*/ 162 h 192"/>
              <a:gd name="T22" fmla="*/ 114 w 188"/>
              <a:gd name="T23" fmla="*/ 172 h 192"/>
              <a:gd name="T24" fmla="*/ 104 w 188"/>
              <a:gd name="T25" fmla="*/ 162 h 192"/>
              <a:gd name="T26" fmla="*/ 104 w 188"/>
              <a:gd name="T27" fmla="*/ 108 h 192"/>
              <a:gd name="T28" fmla="*/ 180 w 188"/>
              <a:gd name="T29" fmla="*/ 108 h 192"/>
              <a:gd name="T30" fmla="*/ 188 w 188"/>
              <a:gd name="T31" fmla="*/ 100 h 192"/>
              <a:gd name="T32" fmla="*/ 188 w 188"/>
              <a:gd name="T33" fmla="*/ 100 h 192"/>
              <a:gd name="T34" fmla="*/ 104 w 188"/>
              <a:gd name="T35" fmla="*/ 17 h 192"/>
              <a:gd name="T36" fmla="*/ 104 w 188"/>
              <a:gd name="T37" fmla="*/ 10 h 192"/>
              <a:gd name="T38" fmla="*/ 94 w 188"/>
              <a:gd name="T39" fmla="*/ 0 h 192"/>
              <a:gd name="T40" fmla="*/ 84 w 188"/>
              <a:gd name="T41" fmla="*/ 1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8" h="192">
                <a:moveTo>
                  <a:pt x="84" y="10"/>
                </a:moveTo>
                <a:cubicBezTo>
                  <a:pt x="84" y="17"/>
                  <a:pt x="84" y="17"/>
                  <a:pt x="84" y="17"/>
                </a:cubicBezTo>
                <a:cubicBezTo>
                  <a:pt x="40" y="21"/>
                  <a:pt x="5" y="56"/>
                  <a:pt x="0" y="10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4"/>
                  <a:pt x="4" y="108"/>
                  <a:pt x="8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79"/>
                  <a:pt x="97" y="192"/>
                  <a:pt x="114" y="192"/>
                </a:cubicBezTo>
                <a:cubicBezTo>
                  <a:pt x="131" y="192"/>
                  <a:pt x="144" y="179"/>
                  <a:pt x="144" y="162"/>
                </a:cubicBezTo>
                <a:cubicBezTo>
                  <a:pt x="144" y="156"/>
                  <a:pt x="140" y="152"/>
                  <a:pt x="134" y="152"/>
                </a:cubicBezTo>
                <a:cubicBezTo>
                  <a:pt x="128" y="152"/>
                  <a:pt x="124" y="156"/>
                  <a:pt x="124" y="162"/>
                </a:cubicBezTo>
                <a:cubicBezTo>
                  <a:pt x="124" y="168"/>
                  <a:pt x="120" y="172"/>
                  <a:pt x="114" y="172"/>
                </a:cubicBezTo>
                <a:cubicBezTo>
                  <a:pt x="108" y="172"/>
                  <a:pt x="104" y="168"/>
                  <a:pt x="104" y="162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4" y="108"/>
                  <a:pt x="188" y="105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3" y="56"/>
                  <a:pt x="148" y="21"/>
                  <a:pt x="104" y="17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4"/>
                  <a:pt x="100" y="0"/>
                  <a:pt x="94" y="0"/>
                </a:cubicBezTo>
                <a:cubicBezTo>
                  <a:pt x="88" y="0"/>
                  <a:pt x="84" y="4"/>
                  <a:pt x="84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695028C7-0F5E-4A6C-AF0B-94E69F0C7DB3}"/>
              </a:ext>
            </a:extLst>
          </p:cNvPr>
          <p:cNvSpPr>
            <a:spLocks noEditPoints="1"/>
          </p:cNvSpPr>
          <p:nvPr/>
        </p:nvSpPr>
        <p:spPr bwMode="auto">
          <a:xfrm>
            <a:off x="7060407" y="3280568"/>
            <a:ext cx="201613" cy="312737"/>
          </a:xfrm>
          <a:custGeom>
            <a:avLst/>
            <a:gdLst>
              <a:gd name="T0" fmla="*/ 0 w 124"/>
              <a:gd name="T1" fmla="*/ 131 h 192"/>
              <a:gd name="T2" fmla="*/ 62 w 124"/>
              <a:gd name="T3" fmla="*/ 192 h 192"/>
              <a:gd name="T4" fmla="*/ 124 w 124"/>
              <a:gd name="T5" fmla="*/ 131 h 192"/>
              <a:gd name="T6" fmla="*/ 72 w 124"/>
              <a:gd name="T7" fmla="*/ 12 h 192"/>
              <a:gd name="T8" fmla="*/ 72 w 124"/>
              <a:gd name="T9" fmla="*/ 10 h 192"/>
              <a:gd name="T10" fmla="*/ 62 w 124"/>
              <a:gd name="T11" fmla="*/ 0 h 192"/>
              <a:gd name="T12" fmla="*/ 52 w 124"/>
              <a:gd name="T13" fmla="*/ 10 h 192"/>
              <a:gd name="T14" fmla="*/ 52 w 124"/>
              <a:gd name="T15" fmla="*/ 12 h 192"/>
              <a:gd name="T16" fmla="*/ 0 w 124"/>
              <a:gd name="T17" fmla="*/ 131 h 192"/>
              <a:gd name="T18" fmla="*/ 71 w 124"/>
              <a:gd name="T19" fmla="*/ 156 h 192"/>
              <a:gd name="T20" fmla="*/ 88 w 124"/>
              <a:gd name="T21" fmla="*/ 139 h 192"/>
              <a:gd name="T22" fmla="*/ 96 w 124"/>
              <a:gd name="T23" fmla="*/ 132 h 192"/>
              <a:gd name="T24" fmla="*/ 104 w 124"/>
              <a:gd name="T25" fmla="*/ 140 h 192"/>
              <a:gd name="T26" fmla="*/ 93 w 124"/>
              <a:gd name="T27" fmla="*/ 161 h 192"/>
              <a:gd name="T28" fmla="*/ 72 w 124"/>
              <a:gd name="T29" fmla="*/ 172 h 192"/>
              <a:gd name="T30" fmla="*/ 64 w 124"/>
              <a:gd name="T31" fmla="*/ 164 h 192"/>
              <a:gd name="T32" fmla="*/ 71 w 124"/>
              <a:gd name="T33" fmla="*/ 15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4" h="192">
                <a:moveTo>
                  <a:pt x="0" y="131"/>
                </a:moveTo>
                <a:cubicBezTo>
                  <a:pt x="0" y="165"/>
                  <a:pt x="28" y="192"/>
                  <a:pt x="62" y="192"/>
                </a:cubicBezTo>
                <a:cubicBezTo>
                  <a:pt x="96" y="192"/>
                  <a:pt x="124" y="165"/>
                  <a:pt x="124" y="131"/>
                </a:cubicBezTo>
                <a:cubicBezTo>
                  <a:pt x="124" y="88"/>
                  <a:pt x="76" y="60"/>
                  <a:pt x="72" y="12"/>
                </a:cubicBezTo>
                <a:cubicBezTo>
                  <a:pt x="72" y="10"/>
                  <a:pt x="72" y="10"/>
                  <a:pt x="72" y="10"/>
                </a:cubicBezTo>
                <a:cubicBezTo>
                  <a:pt x="72" y="4"/>
                  <a:pt x="68" y="0"/>
                  <a:pt x="62" y="0"/>
                </a:cubicBezTo>
                <a:cubicBezTo>
                  <a:pt x="56" y="0"/>
                  <a:pt x="52" y="4"/>
                  <a:pt x="52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48" y="60"/>
                  <a:pt x="0" y="88"/>
                  <a:pt x="0" y="131"/>
                </a:cubicBezTo>
                <a:close/>
                <a:moveTo>
                  <a:pt x="71" y="156"/>
                </a:moveTo>
                <a:cubicBezTo>
                  <a:pt x="79" y="154"/>
                  <a:pt x="86" y="147"/>
                  <a:pt x="88" y="139"/>
                </a:cubicBezTo>
                <a:cubicBezTo>
                  <a:pt x="89" y="135"/>
                  <a:pt x="92" y="132"/>
                  <a:pt x="96" y="132"/>
                </a:cubicBezTo>
                <a:cubicBezTo>
                  <a:pt x="100" y="132"/>
                  <a:pt x="104" y="136"/>
                  <a:pt x="104" y="140"/>
                </a:cubicBezTo>
                <a:cubicBezTo>
                  <a:pt x="104" y="146"/>
                  <a:pt x="99" y="155"/>
                  <a:pt x="93" y="161"/>
                </a:cubicBezTo>
                <a:cubicBezTo>
                  <a:pt x="86" y="167"/>
                  <a:pt x="78" y="172"/>
                  <a:pt x="72" y="172"/>
                </a:cubicBezTo>
                <a:cubicBezTo>
                  <a:pt x="68" y="172"/>
                  <a:pt x="64" y="168"/>
                  <a:pt x="64" y="164"/>
                </a:cubicBezTo>
                <a:cubicBezTo>
                  <a:pt x="64" y="160"/>
                  <a:pt x="67" y="157"/>
                  <a:pt x="71" y="1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F52B80E9-2134-4ACC-AFE0-68E36DC4760D}"/>
              </a:ext>
            </a:extLst>
          </p:cNvPr>
          <p:cNvSpPr>
            <a:spLocks noEditPoints="1"/>
          </p:cNvSpPr>
          <p:nvPr/>
        </p:nvSpPr>
        <p:spPr bwMode="auto">
          <a:xfrm>
            <a:off x="6309519" y="3280568"/>
            <a:ext cx="296863" cy="306387"/>
          </a:xfrm>
          <a:custGeom>
            <a:avLst/>
            <a:gdLst>
              <a:gd name="T0" fmla="*/ 113 w 182"/>
              <a:gd name="T1" fmla="*/ 89 h 188"/>
              <a:gd name="T2" fmla="*/ 129 w 182"/>
              <a:gd name="T3" fmla="*/ 88 h 188"/>
              <a:gd name="T4" fmla="*/ 97 w 182"/>
              <a:gd name="T5" fmla="*/ 56 h 188"/>
              <a:gd name="T6" fmla="*/ 96 w 182"/>
              <a:gd name="T7" fmla="*/ 72 h 188"/>
              <a:gd name="T8" fmla="*/ 22 w 182"/>
              <a:gd name="T9" fmla="*/ 106 h 188"/>
              <a:gd name="T10" fmla="*/ 2 w 182"/>
              <a:gd name="T11" fmla="*/ 123 h 188"/>
              <a:gd name="T12" fmla="*/ 28 w 182"/>
              <a:gd name="T13" fmla="*/ 125 h 188"/>
              <a:gd name="T14" fmla="*/ 34 w 182"/>
              <a:gd name="T15" fmla="*/ 156 h 188"/>
              <a:gd name="T16" fmla="*/ 50 w 182"/>
              <a:gd name="T17" fmla="*/ 168 h 188"/>
              <a:gd name="T18" fmla="*/ 81 w 182"/>
              <a:gd name="T19" fmla="*/ 163 h 188"/>
              <a:gd name="T20" fmla="*/ 91 w 182"/>
              <a:gd name="T21" fmla="*/ 188 h 188"/>
              <a:gd name="T22" fmla="*/ 101 w 182"/>
              <a:gd name="T23" fmla="*/ 163 h 188"/>
              <a:gd name="T24" fmla="*/ 132 w 182"/>
              <a:gd name="T25" fmla="*/ 168 h 188"/>
              <a:gd name="T26" fmla="*/ 148 w 182"/>
              <a:gd name="T27" fmla="*/ 156 h 188"/>
              <a:gd name="T28" fmla="*/ 154 w 182"/>
              <a:gd name="T29" fmla="*/ 125 h 188"/>
              <a:gd name="T30" fmla="*/ 180 w 182"/>
              <a:gd name="T31" fmla="*/ 123 h 188"/>
              <a:gd name="T32" fmla="*/ 160 w 182"/>
              <a:gd name="T33" fmla="*/ 106 h 188"/>
              <a:gd name="T34" fmla="*/ 160 w 182"/>
              <a:gd name="T35" fmla="*/ 82 h 188"/>
              <a:gd name="T36" fmla="*/ 180 w 182"/>
              <a:gd name="T37" fmla="*/ 65 h 188"/>
              <a:gd name="T38" fmla="*/ 154 w 182"/>
              <a:gd name="T39" fmla="*/ 63 h 188"/>
              <a:gd name="T40" fmla="*/ 148 w 182"/>
              <a:gd name="T41" fmla="*/ 32 h 188"/>
              <a:gd name="T42" fmla="*/ 132 w 182"/>
              <a:gd name="T43" fmla="*/ 20 h 188"/>
              <a:gd name="T44" fmla="*/ 101 w 182"/>
              <a:gd name="T45" fmla="*/ 25 h 188"/>
              <a:gd name="T46" fmla="*/ 91 w 182"/>
              <a:gd name="T47" fmla="*/ 0 h 188"/>
              <a:gd name="T48" fmla="*/ 81 w 182"/>
              <a:gd name="T49" fmla="*/ 25 h 188"/>
              <a:gd name="T50" fmla="*/ 50 w 182"/>
              <a:gd name="T51" fmla="*/ 20 h 188"/>
              <a:gd name="T52" fmla="*/ 34 w 182"/>
              <a:gd name="T53" fmla="*/ 32 h 188"/>
              <a:gd name="T54" fmla="*/ 28 w 182"/>
              <a:gd name="T55" fmla="*/ 63 h 188"/>
              <a:gd name="T56" fmla="*/ 2 w 182"/>
              <a:gd name="T57" fmla="*/ 65 h 188"/>
              <a:gd name="T58" fmla="*/ 22 w 182"/>
              <a:gd name="T59" fmla="*/ 82 h 188"/>
              <a:gd name="T60" fmla="*/ 41 w 182"/>
              <a:gd name="T61" fmla="*/ 94 h 188"/>
              <a:gd name="T62" fmla="*/ 141 w 182"/>
              <a:gd name="T63" fmla="*/ 94 h 188"/>
              <a:gd name="T64" fmla="*/ 41 w 182"/>
              <a:gd name="T65" fmla="*/ 9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2" h="188">
                <a:moveTo>
                  <a:pt x="96" y="72"/>
                </a:moveTo>
                <a:cubicBezTo>
                  <a:pt x="104" y="74"/>
                  <a:pt x="111" y="81"/>
                  <a:pt x="113" y="89"/>
                </a:cubicBezTo>
                <a:cubicBezTo>
                  <a:pt x="114" y="93"/>
                  <a:pt x="117" y="96"/>
                  <a:pt x="121" y="96"/>
                </a:cubicBezTo>
                <a:cubicBezTo>
                  <a:pt x="125" y="96"/>
                  <a:pt x="129" y="92"/>
                  <a:pt x="129" y="88"/>
                </a:cubicBezTo>
                <a:cubicBezTo>
                  <a:pt x="129" y="82"/>
                  <a:pt x="124" y="73"/>
                  <a:pt x="118" y="67"/>
                </a:cubicBezTo>
                <a:cubicBezTo>
                  <a:pt x="111" y="61"/>
                  <a:pt x="103" y="56"/>
                  <a:pt x="97" y="56"/>
                </a:cubicBezTo>
                <a:cubicBezTo>
                  <a:pt x="93" y="56"/>
                  <a:pt x="89" y="60"/>
                  <a:pt x="89" y="64"/>
                </a:cubicBezTo>
                <a:cubicBezTo>
                  <a:pt x="89" y="68"/>
                  <a:pt x="92" y="71"/>
                  <a:pt x="96" y="72"/>
                </a:cubicBezTo>
                <a:close/>
                <a:moveTo>
                  <a:pt x="21" y="94"/>
                </a:moveTo>
                <a:cubicBezTo>
                  <a:pt x="21" y="98"/>
                  <a:pt x="21" y="102"/>
                  <a:pt x="22" y="106"/>
                </a:cubicBezTo>
                <a:cubicBezTo>
                  <a:pt x="8" y="110"/>
                  <a:pt x="8" y="110"/>
                  <a:pt x="8" y="110"/>
                </a:cubicBezTo>
                <a:cubicBezTo>
                  <a:pt x="3" y="112"/>
                  <a:pt x="0" y="118"/>
                  <a:pt x="2" y="123"/>
                </a:cubicBezTo>
                <a:cubicBezTo>
                  <a:pt x="3" y="128"/>
                  <a:pt x="9" y="131"/>
                  <a:pt x="14" y="129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32" y="132"/>
                  <a:pt x="36" y="139"/>
                  <a:pt x="42" y="144"/>
                </a:cubicBezTo>
                <a:cubicBezTo>
                  <a:pt x="34" y="156"/>
                  <a:pt x="34" y="156"/>
                  <a:pt x="34" y="156"/>
                </a:cubicBezTo>
                <a:cubicBezTo>
                  <a:pt x="30" y="161"/>
                  <a:pt x="31" y="167"/>
                  <a:pt x="36" y="170"/>
                </a:cubicBezTo>
                <a:cubicBezTo>
                  <a:pt x="40" y="173"/>
                  <a:pt x="46" y="172"/>
                  <a:pt x="50" y="168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65" y="160"/>
                  <a:pt x="73" y="162"/>
                  <a:pt x="81" y="163"/>
                </a:cubicBezTo>
                <a:cubicBezTo>
                  <a:pt x="81" y="178"/>
                  <a:pt x="81" y="178"/>
                  <a:pt x="81" y="178"/>
                </a:cubicBezTo>
                <a:cubicBezTo>
                  <a:pt x="81" y="184"/>
                  <a:pt x="85" y="188"/>
                  <a:pt x="91" y="188"/>
                </a:cubicBezTo>
                <a:cubicBezTo>
                  <a:pt x="97" y="188"/>
                  <a:pt x="101" y="184"/>
                  <a:pt x="101" y="178"/>
                </a:cubicBezTo>
                <a:cubicBezTo>
                  <a:pt x="101" y="163"/>
                  <a:pt x="101" y="163"/>
                  <a:pt x="101" y="163"/>
                </a:cubicBezTo>
                <a:cubicBezTo>
                  <a:pt x="109" y="162"/>
                  <a:pt x="117" y="160"/>
                  <a:pt x="124" y="156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6" y="172"/>
                  <a:pt x="142" y="173"/>
                  <a:pt x="146" y="170"/>
                </a:cubicBezTo>
                <a:cubicBezTo>
                  <a:pt x="151" y="167"/>
                  <a:pt x="152" y="161"/>
                  <a:pt x="148" y="156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6" y="139"/>
                  <a:pt x="150" y="132"/>
                  <a:pt x="154" y="125"/>
                </a:cubicBezTo>
                <a:cubicBezTo>
                  <a:pt x="168" y="129"/>
                  <a:pt x="168" y="129"/>
                  <a:pt x="168" y="129"/>
                </a:cubicBezTo>
                <a:cubicBezTo>
                  <a:pt x="173" y="131"/>
                  <a:pt x="179" y="128"/>
                  <a:pt x="180" y="123"/>
                </a:cubicBezTo>
                <a:cubicBezTo>
                  <a:pt x="182" y="118"/>
                  <a:pt x="179" y="112"/>
                  <a:pt x="174" y="110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1" y="102"/>
                  <a:pt x="161" y="98"/>
                  <a:pt x="161" y="94"/>
                </a:cubicBezTo>
                <a:cubicBezTo>
                  <a:pt x="161" y="90"/>
                  <a:pt x="161" y="86"/>
                  <a:pt x="160" y="82"/>
                </a:cubicBezTo>
                <a:cubicBezTo>
                  <a:pt x="174" y="78"/>
                  <a:pt x="174" y="78"/>
                  <a:pt x="174" y="78"/>
                </a:cubicBezTo>
                <a:cubicBezTo>
                  <a:pt x="179" y="76"/>
                  <a:pt x="182" y="70"/>
                  <a:pt x="180" y="65"/>
                </a:cubicBezTo>
                <a:cubicBezTo>
                  <a:pt x="179" y="60"/>
                  <a:pt x="173" y="57"/>
                  <a:pt x="168" y="59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0" y="56"/>
                  <a:pt x="146" y="49"/>
                  <a:pt x="140" y="44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52" y="27"/>
                  <a:pt x="151" y="21"/>
                  <a:pt x="146" y="18"/>
                </a:cubicBezTo>
                <a:cubicBezTo>
                  <a:pt x="142" y="15"/>
                  <a:pt x="136" y="16"/>
                  <a:pt x="132" y="20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17" y="28"/>
                  <a:pt x="109" y="26"/>
                  <a:pt x="101" y="25"/>
                </a:cubicBezTo>
                <a:cubicBezTo>
                  <a:pt x="101" y="10"/>
                  <a:pt x="101" y="10"/>
                  <a:pt x="101" y="10"/>
                </a:cubicBezTo>
                <a:cubicBezTo>
                  <a:pt x="101" y="4"/>
                  <a:pt x="97" y="0"/>
                  <a:pt x="91" y="0"/>
                </a:cubicBezTo>
                <a:cubicBezTo>
                  <a:pt x="85" y="0"/>
                  <a:pt x="81" y="4"/>
                  <a:pt x="81" y="10"/>
                </a:cubicBezTo>
                <a:cubicBezTo>
                  <a:pt x="81" y="25"/>
                  <a:pt x="81" y="25"/>
                  <a:pt x="81" y="25"/>
                </a:cubicBezTo>
                <a:cubicBezTo>
                  <a:pt x="73" y="26"/>
                  <a:pt x="65" y="28"/>
                  <a:pt x="58" y="32"/>
                </a:cubicBezTo>
                <a:cubicBezTo>
                  <a:pt x="50" y="20"/>
                  <a:pt x="50" y="20"/>
                  <a:pt x="50" y="20"/>
                </a:cubicBezTo>
                <a:cubicBezTo>
                  <a:pt x="46" y="16"/>
                  <a:pt x="40" y="15"/>
                  <a:pt x="36" y="18"/>
                </a:cubicBezTo>
                <a:cubicBezTo>
                  <a:pt x="31" y="21"/>
                  <a:pt x="30" y="27"/>
                  <a:pt x="34" y="32"/>
                </a:cubicBezTo>
                <a:cubicBezTo>
                  <a:pt x="42" y="44"/>
                  <a:pt x="42" y="44"/>
                  <a:pt x="42" y="44"/>
                </a:cubicBezTo>
                <a:cubicBezTo>
                  <a:pt x="36" y="49"/>
                  <a:pt x="32" y="56"/>
                  <a:pt x="28" y="63"/>
                </a:cubicBezTo>
                <a:cubicBezTo>
                  <a:pt x="14" y="59"/>
                  <a:pt x="14" y="59"/>
                  <a:pt x="14" y="59"/>
                </a:cubicBezTo>
                <a:cubicBezTo>
                  <a:pt x="9" y="57"/>
                  <a:pt x="3" y="60"/>
                  <a:pt x="2" y="65"/>
                </a:cubicBezTo>
                <a:cubicBezTo>
                  <a:pt x="0" y="70"/>
                  <a:pt x="3" y="76"/>
                  <a:pt x="8" y="78"/>
                </a:cubicBezTo>
                <a:cubicBezTo>
                  <a:pt x="22" y="82"/>
                  <a:pt x="22" y="82"/>
                  <a:pt x="22" y="82"/>
                </a:cubicBezTo>
                <a:cubicBezTo>
                  <a:pt x="21" y="86"/>
                  <a:pt x="21" y="90"/>
                  <a:pt x="21" y="94"/>
                </a:cubicBezTo>
                <a:close/>
                <a:moveTo>
                  <a:pt x="41" y="94"/>
                </a:moveTo>
                <a:cubicBezTo>
                  <a:pt x="41" y="66"/>
                  <a:pt x="63" y="44"/>
                  <a:pt x="91" y="44"/>
                </a:cubicBezTo>
                <a:cubicBezTo>
                  <a:pt x="119" y="44"/>
                  <a:pt x="141" y="66"/>
                  <a:pt x="141" y="94"/>
                </a:cubicBezTo>
                <a:cubicBezTo>
                  <a:pt x="141" y="122"/>
                  <a:pt x="119" y="144"/>
                  <a:pt x="91" y="144"/>
                </a:cubicBezTo>
                <a:cubicBezTo>
                  <a:pt x="63" y="144"/>
                  <a:pt x="41" y="122"/>
                  <a:pt x="41" y="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0DF7A15B-6B61-48E6-A137-40CE00984470}"/>
              </a:ext>
            </a:extLst>
          </p:cNvPr>
          <p:cNvSpPr>
            <a:spLocks noEditPoints="1"/>
          </p:cNvSpPr>
          <p:nvPr/>
        </p:nvSpPr>
        <p:spPr bwMode="auto">
          <a:xfrm>
            <a:off x="10522744" y="2585243"/>
            <a:ext cx="293688" cy="292100"/>
          </a:xfrm>
          <a:custGeom>
            <a:avLst/>
            <a:gdLst>
              <a:gd name="T0" fmla="*/ 0 w 180"/>
              <a:gd name="T1" fmla="*/ 90 h 180"/>
              <a:gd name="T2" fmla="*/ 90 w 180"/>
              <a:gd name="T3" fmla="*/ 180 h 180"/>
              <a:gd name="T4" fmla="*/ 180 w 180"/>
              <a:gd name="T5" fmla="*/ 90 h 180"/>
              <a:gd name="T6" fmla="*/ 90 w 180"/>
              <a:gd name="T7" fmla="*/ 0 h 180"/>
              <a:gd name="T8" fmla="*/ 0 w 180"/>
              <a:gd name="T9" fmla="*/ 90 h 180"/>
              <a:gd name="T10" fmla="*/ 20 w 180"/>
              <a:gd name="T11" fmla="*/ 90 h 180"/>
              <a:gd name="T12" fmla="*/ 43 w 180"/>
              <a:gd name="T13" fmla="*/ 38 h 180"/>
              <a:gd name="T14" fmla="*/ 44 w 180"/>
              <a:gd name="T15" fmla="*/ 37 h 180"/>
              <a:gd name="T16" fmla="*/ 48 w 180"/>
              <a:gd name="T17" fmla="*/ 36 h 180"/>
              <a:gd name="T18" fmla="*/ 54 w 180"/>
              <a:gd name="T19" fmla="*/ 42 h 180"/>
              <a:gd name="T20" fmla="*/ 53 w 180"/>
              <a:gd name="T21" fmla="*/ 45 h 180"/>
              <a:gd name="T22" fmla="*/ 52 w 180"/>
              <a:gd name="T23" fmla="*/ 58 h 180"/>
              <a:gd name="T24" fmla="*/ 122 w 180"/>
              <a:gd name="T25" fmla="*/ 128 h 180"/>
              <a:gd name="T26" fmla="*/ 135 w 180"/>
              <a:gd name="T27" fmla="*/ 127 h 180"/>
              <a:gd name="T28" fmla="*/ 137 w 180"/>
              <a:gd name="T29" fmla="*/ 126 h 180"/>
              <a:gd name="T30" fmla="*/ 138 w 180"/>
              <a:gd name="T31" fmla="*/ 126 h 180"/>
              <a:gd name="T32" fmla="*/ 144 w 180"/>
              <a:gd name="T33" fmla="*/ 132 h 180"/>
              <a:gd name="T34" fmla="*/ 143 w 180"/>
              <a:gd name="T35" fmla="*/ 136 h 180"/>
              <a:gd name="T36" fmla="*/ 141 w 180"/>
              <a:gd name="T37" fmla="*/ 138 h 180"/>
              <a:gd name="T38" fmla="*/ 90 w 180"/>
              <a:gd name="T39" fmla="*/ 160 h 180"/>
              <a:gd name="T40" fmla="*/ 20 w 180"/>
              <a:gd name="T41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0" h="180">
                <a:moveTo>
                  <a:pt x="0" y="90"/>
                </a:moveTo>
                <a:cubicBezTo>
                  <a:pt x="0" y="140"/>
                  <a:pt x="40" y="180"/>
                  <a:pt x="90" y="180"/>
                </a:cubicBezTo>
                <a:cubicBezTo>
                  <a:pt x="140" y="180"/>
                  <a:pt x="180" y="140"/>
                  <a:pt x="180" y="90"/>
                </a:cubicBezTo>
                <a:cubicBezTo>
                  <a:pt x="180" y="40"/>
                  <a:pt x="140" y="0"/>
                  <a:pt x="90" y="0"/>
                </a:cubicBezTo>
                <a:cubicBezTo>
                  <a:pt x="40" y="0"/>
                  <a:pt x="0" y="40"/>
                  <a:pt x="0" y="90"/>
                </a:cubicBezTo>
                <a:close/>
                <a:moveTo>
                  <a:pt x="20" y="90"/>
                </a:moveTo>
                <a:cubicBezTo>
                  <a:pt x="20" y="70"/>
                  <a:pt x="29" y="51"/>
                  <a:pt x="43" y="38"/>
                </a:cubicBezTo>
                <a:cubicBezTo>
                  <a:pt x="43" y="38"/>
                  <a:pt x="44" y="37"/>
                  <a:pt x="44" y="37"/>
                </a:cubicBezTo>
                <a:cubicBezTo>
                  <a:pt x="45" y="36"/>
                  <a:pt x="46" y="36"/>
                  <a:pt x="48" y="36"/>
                </a:cubicBezTo>
                <a:cubicBezTo>
                  <a:pt x="51" y="36"/>
                  <a:pt x="54" y="39"/>
                  <a:pt x="54" y="42"/>
                </a:cubicBezTo>
                <a:cubicBezTo>
                  <a:pt x="54" y="42"/>
                  <a:pt x="53" y="45"/>
                  <a:pt x="53" y="45"/>
                </a:cubicBezTo>
                <a:cubicBezTo>
                  <a:pt x="52" y="49"/>
                  <a:pt x="52" y="53"/>
                  <a:pt x="52" y="58"/>
                </a:cubicBezTo>
                <a:cubicBezTo>
                  <a:pt x="52" y="97"/>
                  <a:pt x="83" y="128"/>
                  <a:pt x="122" y="128"/>
                </a:cubicBezTo>
                <a:cubicBezTo>
                  <a:pt x="126" y="128"/>
                  <a:pt x="131" y="128"/>
                  <a:pt x="135" y="127"/>
                </a:cubicBezTo>
                <a:cubicBezTo>
                  <a:pt x="137" y="126"/>
                  <a:pt x="137" y="126"/>
                  <a:pt x="137" y="126"/>
                </a:cubicBezTo>
                <a:cubicBezTo>
                  <a:pt x="137" y="126"/>
                  <a:pt x="138" y="126"/>
                  <a:pt x="138" y="126"/>
                </a:cubicBezTo>
                <a:cubicBezTo>
                  <a:pt x="141" y="126"/>
                  <a:pt x="144" y="129"/>
                  <a:pt x="144" y="132"/>
                </a:cubicBezTo>
                <a:cubicBezTo>
                  <a:pt x="144" y="134"/>
                  <a:pt x="143" y="135"/>
                  <a:pt x="143" y="136"/>
                </a:cubicBezTo>
                <a:cubicBezTo>
                  <a:pt x="142" y="136"/>
                  <a:pt x="142" y="137"/>
                  <a:pt x="141" y="138"/>
                </a:cubicBezTo>
                <a:cubicBezTo>
                  <a:pt x="128" y="151"/>
                  <a:pt x="110" y="160"/>
                  <a:pt x="90" y="160"/>
                </a:cubicBezTo>
                <a:cubicBezTo>
                  <a:pt x="51" y="160"/>
                  <a:pt x="20" y="129"/>
                  <a:pt x="20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44592212-A53F-4269-839D-EBEDF8BAA31F}"/>
              </a:ext>
            </a:extLst>
          </p:cNvPr>
          <p:cNvSpPr>
            <a:spLocks/>
          </p:cNvSpPr>
          <p:nvPr/>
        </p:nvSpPr>
        <p:spPr bwMode="auto">
          <a:xfrm>
            <a:off x="9859169" y="2578893"/>
            <a:ext cx="220663" cy="312737"/>
          </a:xfrm>
          <a:custGeom>
            <a:avLst/>
            <a:gdLst>
              <a:gd name="T0" fmla="*/ 80 w 136"/>
              <a:gd name="T1" fmla="*/ 72 h 192"/>
              <a:gd name="T2" fmla="*/ 96 w 136"/>
              <a:gd name="T3" fmla="*/ 10 h 192"/>
              <a:gd name="T4" fmla="*/ 96 w 136"/>
              <a:gd name="T5" fmla="*/ 8 h 192"/>
              <a:gd name="T6" fmla="*/ 88 w 136"/>
              <a:gd name="T7" fmla="*/ 0 h 192"/>
              <a:gd name="T8" fmla="*/ 82 w 136"/>
              <a:gd name="T9" fmla="*/ 3 h 192"/>
              <a:gd name="T10" fmla="*/ 2 w 136"/>
              <a:gd name="T11" fmla="*/ 107 h 192"/>
              <a:gd name="T12" fmla="*/ 0 w 136"/>
              <a:gd name="T13" fmla="*/ 112 h 192"/>
              <a:gd name="T14" fmla="*/ 8 w 136"/>
              <a:gd name="T15" fmla="*/ 120 h 192"/>
              <a:gd name="T16" fmla="*/ 56 w 136"/>
              <a:gd name="T17" fmla="*/ 120 h 192"/>
              <a:gd name="T18" fmla="*/ 40 w 136"/>
              <a:gd name="T19" fmla="*/ 182 h 192"/>
              <a:gd name="T20" fmla="*/ 40 w 136"/>
              <a:gd name="T21" fmla="*/ 184 h 192"/>
              <a:gd name="T22" fmla="*/ 48 w 136"/>
              <a:gd name="T23" fmla="*/ 192 h 192"/>
              <a:gd name="T24" fmla="*/ 54 w 136"/>
              <a:gd name="T25" fmla="*/ 189 h 192"/>
              <a:gd name="T26" fmla="*/ 134 w 136"/>
              <a:gd name="T27" fmla="*/ 85 h 192"/>
              <a:gd name="T28" fmla="*/ 136 w 136"/>
              <a:gd name="T29" fmla="*/ 80 h 192"/>
              <a:gd name="T30" fmla="*/ 128 w 136"/>
              <a:gd name="T31" fmla="*/ 72 h 192"/>
              <a:gd name="T32" fmla="*/ 80 w 136"/>
              <a:gd name="T33" fmla="*/ 7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" h="192">
                <a:moveTo>
                  <a:pt x="80" y="72"/>
                </a:moveTo>
                <a:cubicBezTo>
                  <a:pt x="96" y="10"/>
                  <a:pt x="96" y="10"/>
                  <a:pt x="96" y="10"/>
                </a:cubicBezTo>
                <a:cubicBezTo>
                  <a:pt x="96" y="10"/>
                  <a:pt x="96" y="9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6" y="0"/>
                  <a:pt x="83" y="1"/>
                  <a:pt x="82" y="3"/>
                </a:cubicBezTo>
                <a:cubicBezTo>
                  <a:pt x="2" y="107"/>
                  <a:pt x="2" y="107"/>
                  <a:pt x="2" y="107"/>
                </a:cubicBezTo>
                <a:cubicBezTo>
                  <a:pt x="1" y="108"/>
                  <a:pt x="0" y="110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40" y="182"/>
                  <a:pt x="40" y="183"/>
                  <a:pt x="40" y="184"/>
                </a:cubicBezTo>
                <a:cubicBezTo>
                  <a:pt x="40" y="188"/>
                  <a:pt x="44" y="192"/>
                  <a:pt x="48" y="192"/>
                </a:cubicBezTo>
                <a:cubicBezTo>
                  <a:pt x="50" y="192"/>
                  <a:pt x="53" y="191"/>
                  <a:pt x="54" y="189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5" y="84"/>
                  <a:pt x="136" y="82"/>
                  <a:pt x="136" y="80"/>
                </a:cubicBezTo>
                <a:cubicBezTo>
                  <a:pt x="136" y="76"/>
                  <a:pt x="132" y="72"/>
                  <a:pt x="128" y="72"/>
                </a:cubicBezTo>
                <a:lnTo>
                  <a:pt x="80" y="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FC819ADF-D917-4176-AC88-684E231ABC4E}"/>
              </a:ext>
            </a:extLst>
          </p:cNvPr>
          <p:cNvSpPr>
            <a:spLocks/>
          </p:cNvSpPr>
          <p:nvPr/>
        </p:nvSpPr>
        <p:spPr bwMode="auto">
          <a:xfrm>
            <a:off x="9109869" y="2624931"/>
            <a:ext cx="312738" cy="214312"/>
          </a:xfrm>
          <a:custGeom>
            <a:avLst/>
            <a:gdLst>
              <a:gd name="T0" fmla="*/ 0 w 192"/>
              <a:gd name="T1" fmla="*/ 88 h 132"/>
              <a:gd name="T2" fmla="*/ 44 w 192"/>
              <a:gd name="T3" fmla="*/ 132 h 132"/>
              <a:gd name="T4" fmla="*/ 148 w 192"/>
              <a:gd name="T5" fmla="*/ 132 h 132"/>
              <a:gd name="T6" fmla="*/ 192 w 192"/>
              <a:gd name="T7" fmla="*/ 88 h 132"/>
              <a:gd name="T8" fmla="*/ 164 w 192"/>
              <a:gd name="T9" fmla="*/ 47 h 132"/>
              <a:gd name="T10" fmla="*/ 164 w 192"/>
              <a:gd name="T11" fmla="*/ 46 h 132"/>
              <a:gd name="T12" fmla="*/ 118 w 192"/>
              <a:gd name="T13" fmla="*/ 0 h 132"/>
              <a:gd name="T14" fmla="*/ 80 w 192"/>
              <a:gd name="T15" fmla="*/ 21 h 132"/>
              <a:gd name="T16" fmla="*/ 64 w 192"/>
              <a:gd name="T17" fmla="*/ 16 h 132"/>
              <a:gd name="T18" fmla="*/ 36 w 192"/>
              <a:gd name="T19" fmla="*/ 44 h 132"/>
              <a:gd name="T20" fmla="*/ 36 w 192"/>
              <a:gd name="T21" fmla="*/ 45 h 132"/>
              <a:gd name="T22" fmla="*/ 0 w 192"/>
              <a:gd name="T23" fmla="*/ 8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32">
                <a:moveTo>
                  <a:pt x="0" y="88"/>
                </a:moveTo>
                <a:cubicBezTo>
                  <a:pt x="0" y="112"/>
                  <a:pt x="20" y="132"/>
                  <a:pt x="44" y="132"/>
                </a:cubicBezTo>
                <a:cubicBezTo>
                  <a:pt x="148" y="132"/>
                  <a:pt x="148" y="132"/>
                  <a:pt x="148" y="132"/>
                </a:cubicBezTo>
                <a:cubicBezTo>
                  <a:pt x="172" y="132"/>
                  <a:pt x="192" y="112"/>
                  <a:pt x="192" y="88"/>
                </a:cubicBezTo>
                <a:cubicBezTo>
                  <a:pt x="192" y="69"/>
                  <a:pt x="180" y="53"/>
                  <a:pt x="164" y="47"/>
                </a:cubicBezTo>
                <a:cubicBezTo>
                  <a:pt x="164" y="46"/>
                  <a:pt x="164" y="46"/>
                  <a:pt x="164" y="46"/>
                </a:cubicBezTo>
                <a:cubicBezTo>
                  <a:pt x="164" y="21"/>
                  <a:pt x="143" y="0"/>
                  <a:pt x="118" y="0"/>
                </a:cubicBezTo>
                <a:cubicBezTo>
                  <a:pt x="102" y="0"/>
                  <a:pt x="88" y="8"/>
                  <a:pt x="80" y="21"/>
                </a:cubicBezTo>
                <a:cubicBezTo>
                  <a:pt x="75" y="18"/>
                  <a:pt x="70" y="16"/>
                  <a:pt x="64" y="16"/>
                </a:cubicBezTo>
                <a:cubicBezTo>
                  <a:pt x="49" y="16"/>
                  <a:pt x="36" y="29"/>
                  <a:pt x="36" y="44"/>
                </a:cubicBezTo>
                <a:cubicBezTo>
                  <a:pt x="36" y="45"/>
                  <a:pt x="36" y="45"/>
                  <a:pt x="36" y="45"/>
                </a:cubicBezTo>
                <a:cubicBezTo>
                  <a:pt x="16" y="48"/>
                  <a:pt x="0" y="66"/>
                  <a:pt x="0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611696AD-328C-438C-A9F9-11EA1B10C4CC}"/>
              </a:ext>
            </a:extLst>
          </p:cNvPr>
          <p:cNvSpPr>
            <a:spLocks noEditPoints="1"/>
          </p:cNvSpPr>
          <p:nvPr/>
        </p:nvSpPr>
        <p:spPr bwMode="auto">
          <a:xfrm>
            <a:off x="8405019" y="2577306"/>
            <a:ext cx="309563" cy="309562"/>
          </a:xfrm>
          <a:custGeom>
            <a:avLst/>
            <a:gdLst>
              <a:gd name="T0" fmla="*/ 59 w 190"/>
              <a:gd name="T1" fmla="*/ 106 h 190"/>
              <a:gd name="T2" fmla="*/ 13 w 190"/>
              <a:gd name="T3" fmla="*/ 108 h 190"/>
              <a:gd name="T4" fmla="*/ 8 w 190"/>
              <a:gd name="T5" fmla="*/ 127 h 190"/>
              <a:gd name="T6" fmla="*/ 25 w 190"/>
              <a:gd name="T7" fmla="*/ 157 h 190"/>
              <a:gd name="T8" fmla="*/ 45 w 190"/>
              <a:gd name="T9" fmla="*/ 162 h 190"/>
              <a:gd name="T10" fmla="*/ 69 w 190"/>
              <a:gd name="T11" fmla="*/ 123 h 190"/>
              <a:gd name="T12" fmla="*/ 85 w 190"/>
              <a:gd name="T13" fmla="*/ 154 h 190"/>
              <a:gd name="T14" fmla="*/ 64 w 190"/>
              <a:gd name="T15" fmla="*/ 186 h 190"/>
              <a:gd name="T16" fmla="*/ 95 w 190"/>
              <a:gd name="T17" fmla="*/ 168 h 190"/>
              <a:gd name="T18" fmla="*/ 126 w 190"/>
              <a:gd name="T19" fmla="*/ 186 h 190"/>
              <a:gd name="T20" fmla="*/ 105 w 190"/>
              <a:gd name="T21" fmla="*/ 154 h 190"/>
              <a:gd name="T22" fmla="*/ 121 w 190"/>
              <a:gd name="T23" fmla="*/ 123 h 190"/>
              <a:gd name="T24" fmla="*/ 145 w 190"/>
              <a:gd name="T25" fmla="*/ 162 h 190"/>
              <a:gd name="T26" fmla="*/ 165 w 190"/>
              <a:gd name="T27" fmla="*/ 157 h 190"/>
              <a:gd name="T28" fmla="*/ 182 w 190"/>
              <a:gd name="T29" fmla="*/ 127 h 190"/>
              <a:gd name="T30" fmla="*/ 177 w 190"/>
              <a:gd name="T31" fmla="*/ 108 h 190"/>
              <a:gd name="T32" fmla="*/ 131 w 190"/>
              <a:gd name="T33" fmla="*/ 106 h 190"/>
              <a:gd name="T34" fmla="*/ 131 w 190"/>
              <a:gd name="T35" fmla="*/ 83 h 190"/>
              <a:gd name="T36" fmla="*/ 177 w 190"/>
              <a:gd name="T37" fmla="*/ 82 h 190"/>
              <a:gd name="T38" fmla="*/ 182 w 190"/>
              <a:gd name="T39" fmla="*/ 63 h 190"/>
              <a:gd name="T40" fmla="*/ 165 w 190"/>
              <a:gd name="T41" fmla="*/ 33 h 190"/>
              <a:gd name="T42" fmla="*/ 145 w 190"/>
              <a:gd name="T43" fmla="*/ 28 h 190"/>
              <a:gd name="T44" fmla="*/ 121 w 190"/>
              <a:gd name="T45" fmla="*/ 67 h 190"/>
              <a:gd name="T46" fmla="*/ 105 w 190"/>
              <a:gd name="T47" fmla="*/ 40 h 190"/>
              <a:gd name="T48" fmla="*/ 126 w 190"/>
              <a:gd name="T49" fmla="*/ 4 h 190"/>
              <a:gd name="T50" fmla="*/ 95 w 190"/>
              <a:gd name="T51" fmla="*/ 22 h 190"/>
              <a:gd name="T52" fmla="*/ 64 w 190"/>
              <a:gd name="T53" fmla="*/ 4 h 190"/>
              <a:gd name="T54" fmla="*/ 85 w 190"/>
              <a:gd name="T55" fmla="*/ 40 h 190"/>
              <a:gd name="T56" fmla="*/ 69 w 190"/>
              <a:gd name="T57" fmla="*/ 67 h 190"/>
              <a:gd name="T58" fmla="*/ 45 w 190"/>
              <a:gd name="T59" fmla="*/ 28 h 190"/>
              <a:gd name="T60" fmla="*/ 25 w 190"/>
              <a:gd name="T61" fmla="*/ 33 h 190"/>
              <a:gd name="T62" fmla="*/ 8 w 190"/>
              <a:gd name="T63" fmla="*/ 63 h 190"/>
              <a:gd name="T64" fmla="*/ 13 w 190"/>
              <a:gd name="T65" fmla="*/ 82 h 190"/>
              <a:gd name="T66" fmla="*/ 59 w 190"/>
              <a:gd name="T67" fmla="*/ 83 h 190"/>
              <a:gd name="T68" fmla="*/ 95 w 190"/>
              <a:gd name="T69" fmla="*/ 113 h 190"/>
              <a:gd name="T70" fmla="*/ 95 w 190"/>
              <a:gd name="T71" fmla="*/ 77 h 190"/>
              <a:gd name="T72" fmla="*/ 95 w 190"/>
              <a:gd name="T73" fmla="*/ 113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0" h="190">
                <a:moveTo>
                  <a:pt x="57" y="95"/>
                </a:moveTo>
                <a:cubicBezTo>
                  <a:pt x="57" y="99"/>
                  <a:pt x="58" y="103"/>
                  <a:pt x="59" y="106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8" y="107"/>
                  <a:pt x="3" y="110"/>
                  <a:pt x="1" y="115"/>
                </a:cubicBezTo>
                <a:cubicBezTo>
                  <a:pt x="0" y="120"/>
                  <a:pt x="3" y="126"/>
                  <a:pt x="8" y="127"/>
                </a:cubicBezTo>
                <a:cubicBezTo>
                  <a:pt x="32" y="133"/>
                  <a:pt x="32" y="133"/>
                  <a:pt x="32" y="133"/>
                </a:cubicBezTo>
                <a:cubicBezTo>
                  <a:pt x="25" y="157"/>
                  <a:pt x="25" y="157"/>
                  <a:pt x="25" y="157"/>
                </a:cubicBezTo>
                <a:cubicBezTo>
                  <a:pt x="24" y="162"/>
                  <a:pt x="27" y="167"/>
                  <a:pt x="32" y="169"/>
                </a:cubicBezTo>
                <a:cubicBezTo>
                  <a:pt x="38" y="170"/>
                  <a:pt x="43" y="167"/>
                  <a:pt x="45" y="162"/>
                </a:cubicBezTo>
                <a:cubicBezTo>
                  <a:pt x="52" y="133"/>
                  <a:pt x="52" y="133"/>
                  <a:pt x="52" y="133"/>
                </a:cubicBezTo>
                <a:cubicBezTo>
                  <a:pt x="69" y="123"/>
                  <a:pt x="69" y="123"/>
                  <a:pt x="69" y="123"/>
                </a:cubicBezTo>
                <a:cubicBezTo>
                  <a:pt x="74" y="127"/>
                  <a:pt x="79" y="130"/>
                  <a:pt x="85" y="132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0" y="176"/>
                  <a:pt x="60" y="182"/>
                  <a:pt x="64" y="186"/>
                </a:cubicBezTo>
                <a:cubicBezTo>
                  <a:pt x="68" y="190"/>
                  <a:pt x="74" y="190"/>
                  <a:pt x="78" y="186"/>
                </a:cubicBezTo>
                <a:cubicBezTo>
                  <a:pt x="95" y="168"/>
                  <a:pt x="95" y="168"/>
                  <a:pt x="95" y="168"/>
                </a:cubicBezTo>
                <a:cubicBezTo>
                  <a:pt x="112" y="186"/>
                  <a:pt x="112" y="186"/>
                  <a:pt x="112" y="186"/>
                </a:cubicBezTo>
                <a:cubicBezTo>
                  <a:pt x="116" y="190"/>
                  <a:pt x="122" y="190"/>
                  <a:pt x="126" y="186"/>
                </a:cubicBezTo>
                <a:cubicBezTo>
                  <a:pt x="130" y="182"/>
                  <a:pt x="130" y="176"/>
                  <a:pt x="126" y="172"/>
                </a:cubicBezTo>
                <a:cubicBezTo>
                  <a:pt x="105" y="154"/>
                  <a:pt x="105" y="154"/>
                  <a:pt x="105" y="154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11" y="130"/>
                  <a:pt x="116" y="127"/>
                  <a:pt x="121" y="123"/>
                </a:cubicBezTo>
                <a:cubicBezTo>
                  <a:pt x="138" y="133"/>
                  <a:pt x="138" y="133"/>
                  <a:pt x="138" y="133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7" y="167"/>
                  <a:pt x="152" y="170"/>
                  <a:pt x="158" y="169"/>
                </a:cubicBezTo>
                <a:cubicBezTo>
                  <a:pt x="163" y="167"/>
                  <a:pt x="166" y="162"/>
                  <a:pt x="165" y="157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82" y="127"/>
                  <a:pt x="182" y="127"/>
                  <a:pt x="182" y="127"/>
                </a:cubicBezTo>
                <a:cubicBezTo>
                  <a:pt x="187" y="126"/>
                  <a:pt x="190" y="120"/>
                  <a:pt x="189" y="115"/>
                </a:cubicBezTo>
                <a:cubicBezTo>
                  <a:pt x="187" y="110"/>
                  <a:pt x="182" y="107"/>
                  <a:pt x="177" y="108"/>
                </a:cubicBezTo>
                <a:cubicBezTo>
                  <a:pt x="148" y="116"/>
                  <a:pt x="148" y="116"/>
                  <a:pt x="148" y="116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2" y="103"/>
                  <a:pt x="133" y="99"/>
                  <a:pt x="133" y="95"/>
                </a:cubicBezTo>
                <a:cubicBezTo>
                  <a:pt x="133" y="91"/>
                  <a:pt x="132" y="87"/>
                  <a:pt x="131" y="83"/>
                </a:cubicBezTo>
                <a:cubicBezTo>
                  <a:pt x="148" y="74"/>
                  <a:pt x="148" y="74"/>
                  <a:pt x="148" y="74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82" y="83"/>
                  <a:pt x="187" y="80"/>
                  <a:pt x="189" y="75"/>
                </a:cubicBezTo>
                <a:cubicBezTo>
                  <a:pt x="190" y="70"/>
                  <a:pt x="187" y="64"/>
                  <a:pt x="182" y="63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65" y="33"/>
                  <a:pt x="165" y="33"/>
                  <a:pt x="165" y="33"/>
                </a:cubicBezTo>
                <a:cubicBezTo>
                  <a:pt x="166" y="28"/>
                  <a:pt x="163" y="23"/>
                  <a:pt x="158" y="21"/>
                </a:cubicBezTo>
                <a:cubicBezTo>
                  <a:pt x="152" y="20"/>
                  <a:pt x="147" y="23"/>
                  <a:pt x="145" y="28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16" y="63"/>
                  <a:pt x="111" y="60"/>
                  <a:pt x="105" y="58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26" y="18"/>
                  <a:pt x="126" y="18"/>
                  <a:pt x="126" y="18"/>
                </a:cubicBezTo>
                <a:cubicBezTo>
                  <a:pt x="130" y="14"/>
                  <a:pt x="130" y="8"/>
                  <a:pt x="126" y="4"/>
                </a:cubicBezTo>
                <a:cubicBezTo>
                  <a:pt x="122" y="0"/>
                  <a:pt x="116" y="0"/>
                  <a:pt x="112" y="4"/>
                </a:cubicBezTo>
                <a:cubicBezTo>
                  <a:pt x="95" y="22"/>
                  <a:pt x="95" y="22"/>
                  <a:pt x="95" y="22"/>
                </a:cubicBezTo>
                <a:cubicBezTo>
                  <a:pt x="78" y="4"/>
                  <a:pt x="78" y="4"/>
                  <a:pt x="78" y="4"/>
                </a:cubicBezTo>
                <a:cubicBezTo>
                  <a:pt x="74" y="0"/>
                  <a:pt x="68" y="0"/>
                  <a:pt x="64" y="4"/>
                </a:cubicBezTo>
                <a:cubicBezTo>
                  <a:pt x="60" y="8"/>
                  <a:pt x="60" y="14"/>
                  <a:pt x="64" y="18"/>
                </a:cubicBezTo>
                <a:cubicBezTo>
                  <a:pt x="85" y="40"/>
                  <a:pt x="85" y="40"/>
                  <a:pt x="85" y="40"/>
                </a:cubicBezTo>
                <a:cubicBezTo>
                  <a:pt x="85" y="58"/>
                  <a:pt x="85" y="58"/>
                  <a:pt x="85" y="58"/>
                </a:cubicBezTo>
                <a:cubicBezTo>
                  <a:pt x="79" y="60"/>
                  <a:pt x="74" y="63"/>
                  <a:pt x="69" y="67"/>
                </a:cubicBezTo>
                <a:cubicBezTo>
                  <a:pt x="52" y="57"/>
                  <a:pt x="52" y="57"/>
                  <a:pt x="52" y="57"/>
                </a:cubicBezTo>
                <a:cubicBezTo>
                  <a:pt x="45" y="28"/>
                  <a:pt x="45" y="28"/>
                  <a:pt x="45" y="28"/>
                </a:cubicBezTo>
                <a:cubicBezTo>
                  <a:pt x="43" y="23"/>
                  <a:pt x="38" y="20"/>
                  <a:pt x="32" y="21"/>
                </a:cubicBezTo>
                <a:cubicBezTo>
                  <a:pt x="27" y="23"/>
                  <a:pt x="24" y="28"/>
                  <a:pt x="25" y="33"/>
                </a:cubicBezTo>
                <a:cubicBezTo>
                  <a:pt x="32" y="57"/>
                  <a:pt x="32" y="57"/>
                  <a:pt x="32" y="57"/>
                </a:cubicBezTo>
                <a:cubicBezTo>
                  <a:pt x="8" y="63"/>
                  <a:pt x="8" y="63"/>
                  <a:pt x="8" y="63"/>
                </a:cubicBezTo>
                <a:cubicBezTo>
                  <a:pt x="3" y="64"/>
                  <a:pt x="0" y="70"/>
                  <a:pt x="1" y="75"/>
                </a:cubicBezTo>
                <a:cubicBezTo>
                  <a:pt x="3" y="80"/>
                  <a:pt x="8" y="83"/>
                  <a:pt x="13" y="82"/>
                </a:cubicBezTo>
                <a:cubicBezTo>
                  <a:pt x="42" y="74"/>
                  <a:pt x="42" y="74"/>
                  <a:pt x="42" y="74"/>
                </a:cubicBezTo>
                <a:cubicBezTo>
                  <a:pt x="59" y="83"/>
                  <a:pt x="59" y="83"/>
                  <a:pt x="59" y="83"/>
                </a:cubicBezTo>
                <a:cubicBezTo>
                  <a:pt x="58" y="87"/>
                  <a:pt x="57" y="91"/>
                  <a:pt x="57" y="95"/>
                </a:cubicBezTo>
                <a:close/>
                <a:moveTo>
                  <a:pt x="95" y="113"/>
                </a:moveTo>
                <a:cubicBezTo>
                  <a:pt x="85" y="113"/>
                  <a:pt x="77" y="105"/>
                  <a:pt x="77" y="95"/>
                </a:cubicBezTo>
                <a:cubicBezTo>
                  <a:pt x="77" y="85"/>
                  <a:pt x="85" y="77"/>
                  <a:pt x="95" y="77"/>
                </a:cubicBezTo>
                <a:cubicBezTo>
                  <a:pt x="105" y="77"/>
                  <a:pt x="113" y="85"/>
                  <a:pt x="113" y="95"/>
                </a:cubicBezTo>
                <a:cubicBezTo>
                  <a:pt x="113" y="105"/>
                  <a:pt x="105" y="113"/>
                  <a:pt x="95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57797A05-B82F-4651-88BC-25D2C9AD4419}"/>
              </a:ext>
            </a:extLst>
          </p:cNvPr>
          <p:cNvSpPr>
            <a:spLocks noEditPoints="1"/>
          </p:cNvSpPr>
          <p:nvPr/>
        </p:nvSpPr>
        <p:spPr bwMode="auto">
          <a:xfrm>
            <a:off x="7704932" y="2590006"/>
            <a:ext cx="311150" cy="292100"/>
          </a:xfrm>
          <a:custGeom>
            <a:avLst/>
            <a:gdLst>
              <a:gd name="T0" fmla="*/ 36 w 192"/>
              <a:gd name="T1" fmla="*/ 81 h 180"/>
              <a:gd name="T2" fmla="*/ 66 w 192"/>
              <a:gd name="T3" fmla="*/ 81 h 180"/>
              <a:gd name="T4" fmla="*/ 74 w 192"/>
              <a:gd name="T5" fmla="*/ 89 h 180"/>
              <a:gd name="T6" fmla="*/ 72 w 192"/>
              <a:gd name="T7" fmla="*/ 95 h 180"/>
              <a:gd name="T8" fmla="*/ 72 w 192"/>
              <a:gd name="T9" fmla="*/ 95 h 180"/>
              <a:gd name="T10" fmla="*/ 51 w 192"/>
              <a:gd name="T11" fmla="*/ 115 h 180"/>
              <a:gd name="T12" fmla="*/ 51 w 192"/>
              <a:gd name="T13" fmla="*/ 166 h 180"/>
              <a:gd name="T14" fmla="*/ 102 w 192"/>
              <a:gd name="T15" fmla="*/ 166 h 180"/>
              <a:gd name="T16" fmla="*/ 102 w 192"/>
              <a:gd name="T17" fmla="*/ 115 h 180"/>
              <a:gd name="T18" fmla="*/ 88 w 192"/>
              <a:gd name="T19" fmla="*/ 106 h 180"/>
              <a:gd name="T20" fmla="*/ 94 w 192"/>
              <a:gd name="T21" fmla="*/ 101 h 180"/>
              <a:gd name="T22" fmla="*/ 162 w 192"/>
              <a:gd name="T23" fmla="*/ 101 h 180"/>
              <a:gd name="T24" fmla="*/ 192 w 192"/>
              <a:gd name="T25" fmla="*/ 70 h 180"/>
              <a:gd name="T26" fmla="*/ 192 w 192"/>
              <a:gd name="T27" fmla="*/ 69 h 180"/>
              <a:gd name="T28" fmla="*/ 183 w 192"/>
              <a:gd name="T29" fmla="*/ 61 h 180"/>
              <a:gd name="T30" fmla="*/ 134 w 192"/>
              <a:gd name="T31" fmla="*/ 61 h 180"/>
              <a:gd name="T32" fmla="*/ 169 w 192"/>
              <a:gd name="T33" fmla="*/ 25 h 180"/>
              <a:gd name="T34" fmla="*/ 170 w 192"/>
              <a:gd name="T35" fmla="*/ 13 h 180"/>
              <a:gd name="T36" fmla="*/ 169 w 192"/>
              <a:gd name="T37" fmla="*/ 13 h 180"/>
              <a:gd name="T38" fmla="*/ 126 w 192"/>
              <a:gd name="T39" fmla="*/ 12 h 180"/>
              <a:gd name="T40" fmla="*/ 77 w 192"/>
              <a:gd name="T41" fmla="*/ 61 h 180"/>
              <a:gd name="T42" fmla="*/ 68 w 192"/>
              <a:gd name="T43" fmla="*/ 61 h 180"/>
              <a:gd name="T44" fmla="*/ 72 w 192"/>
              <a:gd name="T45" fmla="*/ 45 h 180"/>
              <a:gd name="T46" fmla="*/ 36 w 192"/>
              <a:gd name="T47" fmla="*/ 9 h 180"/>
              <a:gd name="T48" fmla="*/ 0 w 192"/>
              <a:gd name="T49" fmla="*/ 45 h 180"/>
              <a:gd name="T50" fmla="*/ 36 w 192"/>
              <a:gd name="T51" fmla="*/ 81 h 180"/>
              <a:gd name="T52" fmla="*/ 52 w 192"/>
              <a:gd name="T53" fmla="*/ 45 h 180"/>
              <a:gd name="T54" fmla="*/ 36 w 192"/>
              <a:gd name="T55" fmla="*/ 61 h 180"/>
              <a:gd name="T56" fmla="*/ 20 w 192"/>
              <a:gd name="T57" fmla="*/ 45 h 180"/>
              <a:gd name="T58" fmla="*/ 36 w 192"/>
              <a:gd name="T59" fmla="*/ 29 h 180"/>
              <a:gd name="T60" fmla="*/ 52 w 192"/>
              <a:gd name="T61" fmla="*/ 45 h 180"/>
              <a:gd name="T62" fmla="*/ 88 w 192"/>
              <a:gd name="T63" fmla="*/ 129 h 180"/>
              <a:gd name="T64" fmla="*/ 88 w 192"/>
              <a:gd name="T65" fmla="*/ 152 h 180"/>
              <a:gd name="T66" fmla="*/ 65 w 192"/>
              <a:gd name="T67" fmla="*/ 152 h 180"/>
              <a:gd name="T68" fmla="*/ 65 w 192"/>
              <a:gd name="T69" fmla="*/ 129 h 180"/>
              <a:gd name="T70" fmla="*/ 88 w 192"/>
              <a:gd name="T71" fmla="*/ 129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2" h="180">
                <a:moveTo>
                  <a:pt x="36" y="81"/>
                </a:moveTo>
                <a:cubicBezTo>
                  <a:pt x="66" y="81"/>
                  <a:pt x="66" y="81"/>
                  <a:pt x="66" y="81"/>
                </a:cubicBezTo>
                <a:cubicBezTo>
                  <a:pt x="70" y="81"/>
                  <a:pt x="74" y="85"/>
                  <a:pt x="74" y="89"/>
                </a:cubicBezTo>
                <a:cubicBezTo>
                  <a:pt x="74" y="91"/>
                  <a:pt x="73" y="93"/>
                  <a:pt x="72" y="95"/>
                </a:cubicBezTo>
                <a:cubicBezTo>
                  <a:pt x="72" y="95"/>
                  <a:pt x="72" y="95"/>
                  <a:pt x="72" y="9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37" y="129"/>
                  <a:pt x="37" y="152"/>
                  <a:pt x="51" y="166"/>
                </a:cubicBezTo>
                <a:cubicBezTo>
                  <a:pt x="65" y="180"/>
                  <a:pt x="88" y="180"/>
                  <a:pt x="102" y="166"/>
                </a:cubicBezTo>
                <a:cubicBezTo>
                  <a:pt x="116" y="152"/>
                  <a:pt x="116" y="129"/>
                  <a:pt x="102" y="115"/>
                </a:cubicBezTo>
                <a:cubicBezTo>
                  <a:pt x="98" y="111"/>
                  <a:pt x="93" y="108"/>
                  <a:pt x="88" y="106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78" y="101"/>
                  <a:pt x="192" y="87"/>
                  <a:pt x="192" y="70"/>
                </a:cubicBezTo>
                <a:cubicBezTo>
                  <a:pt x="192" y="70"/>
                  <a:pt x="192" y="69"/>
                  <a:pt x="192" y="69"/>
                </a:cubicBezTo>
                <a:cubicBezTo>
                  <a:pt x="192" y="65"/>
                  <a:pt x="188" y="61"/>
                  <a:pt x="183" y="61"/>
                </a:cubicBezTo>
                <a:cubicBezTo>
                  <a:pt x="134" y="61"/>
                  <a:pt x="134" y="61"/>
                  <a:pt x="134" y="61"/>
                </a:cubicBezTo>
                <a:cubicBezTo>
                  <a:pt x="169" y="25"/>
                  <a:pt x="169" y="25"/>
                  <a:pt x="169" y="25"/>
                </a:cubicBezTo>
                <a:cubicBezTo>
                  <a:pt x="173" y="22"/>
                  <a:pt x="173" y="17"/>
                  <a:pt x="170" y="13"/>
                </a:cubicBezTo>
                <a:cubicBezTo>
                  <a:pt x="170" y="13"/>
                  <a:pt x="170" y="13"/>
                  <a:pt x="169" y="13"/>
                </a:cubicBezTo>
                <a:cubicBezTo>
                  <a:pt x="157" y="1"/>
                  <a:pt x="138" y="0"/>
                  <a:pt x="126" y="12"/>
                </a:cubicBezTo>
                <a:cubicBezTo>
                  <a:pt x="77" y="61"/>
                  <a:pt x="77" y="61"/>
                  <a:pt x="77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71" y="56"/>
                  <a:pt x="72" y="51"/>
                  <a:pt x="72" y="45"/>
                </a:cubicBezTo>
                <a:cubicBezTo>
                  <a:pt x="72" y="25"/>
                  <a:pt x="56" y="9"/>
                  <a:pt x="36" y="9"/>
                </a:cubicBezTo>
                <a:cubicBezTo>
                  <a:pt x="16" y="9"/>
                  <a:pt x="0" y="25"/>
                  <a:pt x="0" y="45"/>
                </a:cubicBezTo>
                <a:cubicBezTo>
                  <a:pt x="0" y="65"/>
                  <a:pt x="16" y="81"/>
                  <a:pt x="36" y="81"/>
                </a:cubicBezTo>
                <a:close/>
                <a:moveTo>
                  <a:pt x="52" y="45"/>
                </a:moveTo>
                <a:cubicBezTo>
                  <a:pt x="52" y="54"/>
                  <a:pt x="45" y="61"/>
                  <a:pt x="36" y="61"/>
                </a:cubicBezTo>
                <a:cubicBezTo>
                  <a:pt x="27" y="61"/>
                  <a:pt x="20" y="54"/>
                  <a:pt x="20" y="45"/>
                </a:cubicBezTo>
                <a:cubicBezTo>
                  <a:pt x="20" y="36"/>
                  <a:pt x="27" y="29"/>
                  <a:pt x="36" y="29"/>
                </a:cubicBezTo>
                <a:cubicBezTo>
                  <a:pt x="45" y="29"/>
                  <a:pt x="52" y="36"/>
                  <a:pt x="52" y="45"/>
                </a:cubicBezTo>
                <a:close/>
                <a:moveTo>
                  <a:pt x="88" y="129"/>
                </a:moveTo>
                <a:cubicBezTo>
                  <a:pt x="94" y="135"/>
                  <a:pt x="94" y="146"/>
                  <a:pt x="88" y="152"/>
                </a:cubicBezTo>
                <a:cubicBezTo>
                  <a:pt x="82" y="158"/>
                  <a:pt x="72" y="158"/>
                  <a:pt x="65" y="152"/>
                </a:cubicBezTo>
                <a:cubicBezTo>
                  <a:pt x="59" y="146"/>
                  <a:pt x="59" y="135"/>
                  <a:pt x="65" y="129"/>
                </a:cubicBezTo>
                <a:cubicBezTo>
                  <a:pt x="72" y="123"/>
                  <a:pt x="82" y="123"/>
                  <a:pt x="88" y="1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D41E0C9A-F3D8-453A-AA7B-2B9F2273F153}"/>
              </a:ext>
            </a:extLst>
          </p:cNvPr>
          <p:cNvSpPr>
            <a:spLocks noEditPoints="1"/>
          </p:cNvSpPr>
          <p:nvPr/>
        </p:nvSpPr>
        <p:spPr bwMode="auto">
          <a:xfrm>
            <a:off x="7001669" y="2578893"/>
            <a:ext cx="304800" cy="312737"/>
          </a:xfrm>
          <a:custGeom>
            <a:avLst/>
            <a:gdLst>
              <a:gd name="T0" fmla="*/ 44 w 188"/>
              <a:gd name="T1" fmla="*/ 4 h 192"/>
              <a:gd name="T2" fmla="*/ 32 w 188"/>
              <a:gd name="T3" fmla="*/ 0 h 192"/>
              <a:gd name="T4" fmla="*/ 0 w 188"/>
              <a:gd name="T5" fmla="*/ 32 h 192"/>
              <a:gd name="T6" fmla="*/ 44 w 188"/>
              <a:gd name="T7" fmla="*/ 80 h 192"/>
              <a:gd name="T8" fmla="*/ 44 w 188"/>
              <a:gd name="T9" fmla="*/ 86 h 192"/>
              <a:gd name="T10" fmla="*/ 84 w 188"/>
              <a:gd name="T11" fmla="*/ 135 h 192"/>
              <a:gd name="T12" fmla="*/ 84 w 188"/>
              <a:gd name="T13" fmla="*/ 164 h 192"/>
              <a:gd name="T14" fmla="*/ 76 w 188"/>
              <a:gd name="T15" fmla="*/ 172 h 192"/>
              <a:gd name="T16" fmla="*/ 54 w 188"/>
              <a:gd name="T17" fmla="*/ 172 h 192"/>
              <a:gd name="T18" fmla="*/ 44 w 188"/>
              <a:gd name="T19" fmla="*/ 182 h 192"/>
              <a:gd name="T20" fmla="*/ 54 w 188"/>
              <a:gd name="T21" fmla="*/ 192 h 192"/>
              <a:gd name="T22" fmla="*/ 134 w 188"/>
              <a:gd name="T23" fmla="*/ 192 h 192"/>
              <a:gd name="T24" fmla="*/ 144 w 188"/>
              <a:gd name="T25" fmla="*/ 182 h 192"/>
              <a:gd name="T26" fmla="*/ 134 w 188"/>
              <a:gd name="T27" fmla="*/ 172 h 192"/>
              <a:gd name="T28" fmla="*/ 112 w 188"/>
              <a:gd name="T29" fmla="*/ 172 h 192"/>
              <a:gd name="T30" fmla="*/ 104 w 188"/>
              <a:gd name="T31" fmla="*/ 164 h 192"/>
              <a:gd name="T32" fmla="*/ 104 w 188"/>
              <a:gd name="T33" fmla="*/ 135 h 192"/>
              <a:gd name="T34" fmla="*/ 144 w 188"/>
              <a:gd name="T35" fmla="*/ 86 h 192"/>
              <a:gd name="T36" fmla="*/ 144 w 188"/>
              <a:gd name="T37" fmla="*/ 80 h 192"/>
              <a:gd name="T38" fmla="*/ 188 w 188"/>
              <a:gd name="T39" fmla="*/ 32 h 192"/>
              <a:gd name="T40" fmla="*/ 156 w 188"/>
              <a:gd name="T41" fmla="*/ 0 h 192"/>
              <a:gd name="T42" fmla="*/ 144 w 188"/>
              <a:gd name="T43" fmla="*/ 4 h 192"/>
              <a:gd name="T44" fmla="*/ 44 w 188"/>
              <a:gd name="T45" fmla="*/ 4 h 192"/>
              <a:gd name="T46" fmla="*/ 80 w 188"/>
              <a:gd name="T47" fmla="*/ 32 h 192"/>
              <a:gd name="T48" fmla="*/ 80 w 188"/>
              <a:gd name="T49" fmla="*/ 80 h 192"/>
              <a:gd name="T50" fmla="*/ 72 w 188"/>
              <a:gd name="T51" fmla="*/ 88 h 192"/>
              <a:gd name="T52" fmla="*/ 64 w 188"/>
              <a:gd name="T53" fmla="*/ 80 h 192"/>
              <a:gd name="T54" fmla="*/ 64 w 188"/>
              <a:gd name="T55" fmla="*/ 32 h 192"/>
              <a:gd name="T56" fmla="*/ 72 w 188"/>
              <a:gd name="T57" fmla="*/ 24 h 192"/>
              <a:gd name="T58" fmla="*/ 80 w 188"/>
              <a:gd name="T59" fmla="*/ 32 h 192"/>
              <a:gd name="T60" fmla="*/ 20 w 188"/>
              <a:gd name="T61" fmla="*/ 32 h 192"/>
              <a:gd name="T62" fmla="*/ 32 w 188"/>
              <a:gd name="T63" fmla="*/ 20 h 192"/>
              <a:gd name="T64" fmla="*/ 44 w 188"/>
              <a:gd name="T65" fmla="*/ 32 h 192"/>
              <a:gd name="T66" fmla="*/ 44 w 188"/>
              <a:gd name="T67" fmla="*/ 57 h 192"/>
              <a:gd name="T68" fmla="*/ 20 w 188"/>
              <a:gd name="T69" fmla="*/ 32 h 192"/>
              <a:gd name="T70" fmla="*/ 168 w 188"/>
              <a:gd name="T71" fmla="*/ 32 h 192"/>
              <a:gd name="T72" fmla="*/ 144 w 188"/>
              <a:gd name="T73" fmla="*/ 57 h 192"/>
              <a:gd name="T74" fmla="*/ 144 w 188"/>
              <a:gd name="T75" fmla="*/ 32 h 192"/>
              <a:gd name="T76" fmla="*/ 156 w 188"/>
              <a:gd name="T77" fmla="*/ 20 h 192"/>
              <a:gd name="T78" fmla="*/ 168 w 188"/>
              <a:gd name="T79" fmla="*/ 3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8" h="192">
                <a:moveTo>
                  <a:pt x="44" y="4"/>
                </a:moveTo>
                <a:cubicBezTo>
                  <a:pt x="41" y="2"/>
                  <a:pt x="36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58"/>
                  <a:pt x="27" y="67"/>
                  <a:pt x="44" y="80"/>
                </a:cubicBezTo>
                <a:cubicBezTo>
                  <a:pt x="44" y="86"/>
                  <a:pt x="44" y="86"/>
                  <a:pt x="44" y="86"/>
                </a:cubicBezTo>
                <a:cubicBezTo>
                  <a:pt x="44" y="110"/>
                  <a:pt x="61" y="130"/>
                  <a:pt x="84" y="135"/>
                </a:cubicBezTo>
                <a:cubicBezTo>
                  <a:pt x="84" y="164"/>
                  <a:pt x="84" y="164"/>
                  <a:pt x="84" y="164"/>
                </a:cubicBezTo>
                <a:cubicBezTo>
                  <a:pt x="84" y="168"/>
                  <a:pt x="80" y="172"/>
                  <a:pt x="76" y="172"/>
                </a:cubicBezTo>
                <a:cubicBezTo>
                  <a:pt x="54" y="172"/>
                  <a:pt x="54" y="172"/>
                  <a:pt x="54" y="172"/>
                </a:cubicBezTo>
                <a:cubicBezTo>
                  <a:pt x="48" y="172"/>
                  <a:pt x="44" y="176"/>
                  <a:pt x="44" y="182"/>
                </a:cubicBezTo>
                <a:cubicBezTo>
                  <a:pt x="44" y="188"/>
                  <a:pt x="48" y="192"/>
                  <a:pt x="5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40" y="192"/>
                  <a:pt x="144" y="188"/>
                  <a:pt x="144" y="182"/>
                </a:cubicBezTo>
                <a:cubicBezTo>
                  <a:pt x="144" y="176"/>
                  <a:pt x="140" y="172"/>
                  <a:pt x="134" y="172"/>
                </a:cubicBezTo>
                <a:cubicBezTo>
                  <a:pt x="112" y="172"/>
                  <a:pt x="112" y="172"/>
                  <a:pt x="112" y="172"/>
                </a:cubicBezTo>
                <a:cubicBezTo>
                  <a:pt x="108" y="172"/>
                  <a:pt x="104" y="168"/>
                  <a:pt x="104" y="164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27" y="130"/>
                  <a:pt x="144" y="110"/>
                  <a:pt x="144" y="86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61" y="67"/>
                  <a:pt x="188" y="58"/>
                  <a:pt x="188" y="32"/>
                </a:cubicBezTo>
                <a:cubicBezTo>
                  <a:pt x="188" y="14"/>
                  <a:pt x="174" y="0"/>
                  <a:pt x="156" y="0"/>
                </a:cubicBezTo>
                <a:cubicBezTo>
                  <a:pt x="152" y="0"/>
                  <a:pt x="147" y="2"/>
                  <a:pt x="144" y="4"/>
                </a:cubicBezTo>
                <a:lnTo>
                  <a:pt x="44" y="4"/>
                </a:lnTo>
                <a:close/>
                <a:moveTo>
                  <a:pt x="80" y="32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84"/>
                  <a:pt x="76" y="88"/>
                  <a:pt x="72" y="88"/>
                </a:cubicBezTo>
                <a:cubicBezTo>
                  <a:pt x="68" y="88"/>
                  <a:pt x="64" y="84"/>
                  <a:pt x="64" y="80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28"/>
                  <a:pt x="68" y="24"/>
                  <a:pt x="72" y="24"/>
                </a:cubicBezTo>
                <a:cubicBezTo>
                  <a:pt x="76" y="24"/>
                  <a:pt x="80" y="28"/>
                  <a:pt x="80" y="32"/>
                </a:cubicBezTo>
                <a:close/>
                <a:moveTo>
                  <a:pt x="20" y="32"/>
                </a:moveTo>
                <a:cubicBezTo>
                  <a:pt x="20" y="26"/>
                  <a:pt x="25" y="20"/>
                  <a:pt x="32" y="20"/>
                </a:cubicBezTo>
                <a:cubicBezTo>
                  <a:pt x="39" y="20"/>
                  <a:pt x="44" y="26"/>
                  <a:pt x="44" y="32"/>
                </a:cubicBezTo>
                <a:cubicBezTo>
                  <a:pt x="44" y="57"/>
                  <a:pt x="44" y="57"/>
                  <a:pt x="44" y="57"/>
                </a:cubicBezTo>
                <a:cubicBezTo>
                  <a:pt x="32" y="50"/>
                  <a:pt x="20" y="45"/>
                  <a:pt x="20" y="32"/>
                </a:cubicBezTo>
                <a:close/>
                <a:moveTo>
                  <a:pt x="168" y="32"/>
                </a:moveTo>
                <a:cubicBezTo>
                  <a:pt x="168" y="45"/>
                  <a:pt x="156" y="50"/>
                  <a:pt x="144" y="57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6"/>
                  <a:pt x="149" y="20"/>
                  <a:pt x="156" y="20"/>
                </a:cubicBezTo>
                <a:cubicBezTo>
                  <a:pt x="163" y="20"/>
                  <a:pt x="168" y="26"/>
                  <a:pt x="168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C383053D-88E6-439D-B6F3-0BFF2AEBBB51}"/>
              </a:ext>
            </a:extLst>
          </p:cNvPr>
          <p:cNvSpPr>
            <a:spLocks noEditPoints="1"/>
          </p:cNvSpPr>
          <p:nvPr/>
        </p:nvSpPr>
        <p:spPr bwMode="auto">
          <a:xfrm>
            <a:off x="6350794" y="2578893"/>
            <a:ext cx="207963" cy="312737"/>
          </a:xfrm>
          <a:custGeom>
            <a:avLst/>
            <a:gdLst>
              <a:gd name="T0" fmla="*/ 16 w 128"/>
              <a:gd name="T1" fmla="*/ 0 h 192"/>
              <a:gd name="T2" fmla="*/ 0 w 128"/>
              <a:gd name="T3" fmla="*/ 16 h 192"/>
              <a:gd name="T4" fmla="*/ 0 w 128"/>
              <a:gd name="T5" fmla="*/ 56 h 192"/>
              <a:gd name="T6" fmla="*/ 6 w 128"/>
              <a:gd name="T7" fmla="*/ 70 h 192"/>
              <a:gd name="T8" fmla="*/ 23 w 128"/>
              <a:gd name="T9" fmla="*/ 88 h 192"/>
              <a:gd name="T10" fmla="*/ 4 w 128"/>
              <a:gd name="T11" fmla="*/ 132 h 192"/>
              <a:gd name="T12" fmla="*/ 64 w 128"/>
              <a:gd name="T13" fmla="*/ 192 h 192"/>
              <a:gd name="T14" fmla="*/ 124 w 128"/>
              <a:gd name="T15" fmla="*/ 132 h 192"/>
              <a:gd name="T16" fmla="*/ 105 w 128"/>
              <a:gd name="T17" fmla="*/ 88 h 192"/>
              <a:gd name="T18" fmla="*/ 122 w 128"/>
              <a:gd name="T19" fmla="*/ 70 h 192"/>
              <a:gd name="T20" fmla="*/ 128 w 128"/>
              <a:gd name="T21" fmla="*/ 56 h 192"/>
              <a:gd name="T22" fmla="*/ 128 w 128"/>
              <a:gd name="T23" fmla="*/ 16 h 192"/>
              <a:gd name="T24" fmla="*/ 112 w 128"/>
              <a:gd name="T25" fmla="*/ 0 h 192"/>
              <a:gd name="T26" fmla="*/ 16 w 128"/>
              <a:gd name="T27" fmla="*/ 0 h 192"/>
              <a:gd name="T28" fmla="*/ 64 w 128"/>
              <a:gd name="T29" fmla="*/ 100 h 192"/>
              <a:gd name="T30" fmla="*/ 67 w 128"/>
              <a:gd name="T31" fmla="*/ 102 h 192"/>
              <a:gd name="T32" fmla="*/ 74 w 128"/>
              <a:gd name="T33" fmla="*/ 120 h 192"/>
              <a:gd name="T34" fmla="*/ 93 w 128"/>
              <a:gd name="T35" fmla="*/ 120 h 192"/>
              <a:gd name="T36" fmla="*/ 96 w 128"/>
              <a:gd name="T37" fmla="*/ 123 h 192"/>
              <a:gd name="T38" fmla="*/ 95 w 128"/>
              <a:gd name="T39" fmla="*/ 126 h 192"/>
              <a:gd name="T40" fmla="*/ 79 w 128"/>
              <a:gd name="T41" fmla="*/ 137 h 192"/>
              <a:gd name="T42" fmla="*/ 84 w 128"/>
              <a:gd name="T43" fmla="*/ 156 h 192"/>
              <a:gd name="T44" fmla="*/ 84 w 128"/>
              <a:gd name="T45" fmla="*/ 157 h 192"/>
              <a:gd name="T46" fmla="*/ 81 w 128"/>
              <a:gd name="T47" fmla="*/ 160 h 192"/>
              <a:gd name="T48" fmla="*/ 79 w 128"/>
              <a:gd name="T49" fmla="*/ 159 h 192"/>
              <a:gd name="T50" fmla="*/ 64 w 128"/>
              <a:gd name="T51" fmla="*/ 147 h 192"/>
              <a:gd name="T52" fmla="*/ 49 w 128"/>
              <a:gd name="T53" fmla="*/ 159 h 192"/>
              <a:gd name="T54" fmla="*/ 47 w 128"/>
              <a:gd name="T55" fmla="*/ 160 h 192"/>
              <a:gd name="T56" fmla="*/ 44 w 128"/>
              <a:gd name="T57" fmla="*/ 157 h 192"/>
              <a:gd name="T58" fmla="*/ 44 w 128"/>
              <a:gd name="T59" fmla="*/ 156 h 192"/>
              <a:gd name="T60" fmla="*/ 49 w 128"/>
              <a:gd name="T61" fmla="*/ 137 h 192"/>
              <a:gd name="T62" fmla="*/ 33 w 128"/>
              <a:gd name="T63" fmla="*/ 126 h 192"/>
              <a:gd name="T64" fmla="*/ 32 w 128"/>
              <a:gd name="T65" fmla="*/ 123 h 192"/>
              <a:gd name="T66" fmla="*/ 35 w 128"/>
              <a:gd name="T67" fmla="*/ 120 h 192"/>
              <a:gd name="T68" fmla="*/ 54 w 128"/>
              <a:gd name="T69" fmla="*/ 120 h 192"/>
              <a:gd name="T70" fmla="*/ 61 w 128"/>
              <a:gd name="T71" fmla="*/ 102 h 192"/>
              <a:gd name="T72" fmla="*/ 64 w 128"/>
              <a:gd name="T73" fmla="*/ 100 h 192"/>
              <a:gd name="T74" fmla="*/ 36 w 128"/>
              <a:gd name="T75" fmla="*/ 28 h 192"/>
              <a:gd name="T76" fmla="*/ 36 w 128"/>
              <a:gd name="T77" fmla="*/ 56 h 192"/>
              <a:gd name="T78" fmla="*/ 28 w 128"/>
              <a:gd name="T79" fmla="*/ 64 h 192"/>
              <a:gd name="T80" fmla="*/ 20 w 128"/>
              <a:gd name="T81" fmla="*/ 56 h 192"/>
              <a:gd name="T82" fmla="*/ 20 w 128"/>
              <a:gd name="T83" fmla="*/ 28 h 192"/>
              <a:gd name="T84" fmla="*/ 28 w 128"/>
              <a:gd name="T85" fmla="*/ 20 h 192"/>
              <a:gd name="T86" fmla="*/ 36 w 128"/>
              <a:gd name="T87" fmla="*/ 28 h 192"/>
              <a:gd name="T88" fmla="*/ 72 w 128"/>
              <a:gd name="T89" fmla="*/ 28 h 192"/>
              <a:gd name="T90" fmla="*/ 72 w 128"/>
              <a:gd name="T91" fmla="*/ 64 h 192"/>
              <a:gd name="T92" fmla="*/ 64 w 128"/>
              <a:gd name="T93" fmla="*/ 72 h 192"/>
              <a:gd name="T94" fmla="*/ 56 w 128"/>
              <a:gd name="T95" fmla="*/ 64 h 192"/>
              <a:gd name="T96" fmla="*/ 56 w 128"/>
              <a:gd name="T97" fmla="*/ 28 h 192"/>
              <a:gd name="T98" fmla="*/ 64 w 128"/>
              <a:gd name="T99" fmla="*/ 20 h 192"/>
              <a:gd name="T100" fmla="*/ 72 w 128"/>
              <a:gd name="T101" fmla="*/ 28 h 192"/>
              <a:gd name="T102" fmla="*/ 108 w 128"/>
              <a:gd name="T103" fmla="*/ 28 h 192"/>
              <a:gd name="T104" fmla="*/ 108 w 128"/>
              <a:gd name="T105" fmla="*/ 56 h 192"/>
              <a:gd name="T106" fmla="*/ 100 w 128"/>
              <a:gd name="T107" fmla="*/ 64 h 192"/>
              <a:gd name="T108" fmla="*/ 92 w 128"/>
              <a:gd name="T109" fmla="*/ 56 h 192"/>
              <a:gd name="T110" fmla="*/ 92 w 128"/>
              <a:gd name="T111" fmla="*/ 28 h 192"/>
              <a:gd name="T112" fmla="*/ 100 w 128"/>
              <a:gd name="T113" fmla="*/ 20 h 192"/>
              <a:gd name="T114" fmla="*/ 108 w 128"/>
              <a:gd name="T115" fmla="*/ 2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92"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2"/>
                  <a:pt x="2" y="67"/>
                  <a:pt x="6" y="70"/>
                </a:cubicBezTo>
                <a:cubicBezTo>
                  <a:pt x="23" y="88"/>
                  <a:pt x="23" y="88"/>
                  <a:pt x="23" y="88"/>
                </a:cubicBezTo>
                <a:cubicBezTo>
                  <a:pt x="12" y="99"/>
                  <a:pt x="4" y="114"/>
                  <a:pt x="4" y="132"/>
                </a:cubicBezTo>
                <a:cubicBezTo>
                  <a:pt x="4" y="165"/>
                  <a:pt x="31" y="192"/>
                  <a:pt x="64" y="192"/>
                </a:cubicBezTo>
                <a:cubicBezTo>
                  <a:pt x="97" y="192"/>
                  <a:pt x="124" y="165"/>
                  <a:pt x="124" y="132"/>
                </a:cubicBezTo>
                <a:cubicBezTo>
                  <a:pt x="124" y="114"/>
                  <a:pt x="116" y="99"/>
                  <a:pt x="105" y="88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6" y="67"/>
                  <a:pt x="128" y="62"/>
                  <a:pt x="128" y="5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lnTo>
                  <a:pt x="16" y="0"/>
                </a:lnTo>
                <a:close/>
                <a:moveTo>
                  <a:pt x="64" y="100"/>
                </a:moveTo>
                <a:cubicBezTo>
                  <a:pt x="65" y="100"/>
                  <a:pt x="67" y="101"/>
                  <a:pt x="67" y="102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93" y="120"/>
                  <a:pt x="93" y="120"/>
                  <a:pt x="93" y="120"/>
                </a:cubicBezTo>
                <a:cubicBezTo>
                  <a:pt x="95" y="120"/>
                  <a:pt x="96" y="122"/>
                  <a:pt x="96" y="123"/>
                </a:cubicBezTo>
                <a:cubicBezTo>
                  <a:pt x="96" y="124"/>
                  <a:pt x="96" y="125"/>
                  <a:pt x="95" y="126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7"/>
                  <a:pt x="84" y="156"/>
                  <a:pt x="84" y="156"/>
                </a:cubicBezTo>
                <a:cubicBezTo>
                  <a:pt x="84" y="156"/>
                  <a:pt x="84" y="157"/>
                  <a:pt x="84" y="157"/>
                </a:cubicBezTo>
                <a:cubicBezTo>
                  <a:pt x="84" y="159"/>
                  <a:pt x="83" y="160"/>
                  <a:pt x="81" y="160"/>
                </a:cubicBezTo>
                <a:cubicBezTo>
                  <a:pt x="81" y="160"/>
                  <a:pt x="80" y="160"/>
                  <a:pt x="79" y="159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8" y="160"/>
                  <a:pt x="47" y="160"/>
                  <a:pt x="47" y="160"/>
                </a:cubicBezTo>
                <a:cubicBezTo>
                  <a:pt x="45" y="160"/>
                  <a:pt x="44" y="159"/>
                  <a:pt x="44" y="157"/>
                </a:cubicBezTo>
                <a:cubicBezTo>
                  <a:pt x="44" y="157"/>
                  <a:pt x="44" y="156"/>
                  <a:pt x="44" y="156"/>
                </a:cubicBezTo>
                <a:cubicBezTo>
                  <a:pt x="44" y="156"/>
                  <a:pt x="49" y="137"/>
                  <a:pt x="49" y="137"/>
                </a:cubicBezTo>
                <a:cubicBezTo>
                  <a:pt x="33" y="126"/>
                  <a:pt x="33" y="126"/>
                  <a:pt x="33" y="126"/>
                </a:cubicBezTo>
                <a:cubicBezTo>
                  <a:pt x="32" y="125"/>
                  <a:pt x="32" y="124"/>
                  <a:pt x="32" y="123"/>
                </a:cubicBezTo>
                <a:cubicBezTo>
                  <a:pt x="32" y="122"/>
                  <a:pt x="33" y="120"/>
                  <a:pt x="35" y="120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61" y="102"/>
                  <a:pt x="61" y="102"/>
                  <a:pt x="61" y="102"/>
                </a:cubicBezTo>
                <a:cubicBezTo>
                  <a:pt x="61" y="101"/>
                  <a:pt x="63" y="100"/>
                  <a:pt x="64" y="100"/>
                </a:cubicBezTo>
                <a:close/>
                <a:moveTo>
                  <a:pt x="36" y="28"/>
                </a:move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2" y="64"/>
                  <a:pt x="28" y="64"/>
                </a:cubicBezTo>
                <a:cubicBezTo>
                  <a:pt x="24" y="64"/>
                  <a:pt x="20" y="60"/>
                  <a:pt x="20" y="56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4"/>
                  <a:pt x="24" y="20"/>
                  <a:pt x="28" y="20"/>
                </a:cubicBezTo>
                <a:cubicBezTo>
                  <a:pt x="32" y="20"/>
                  <a:pt x="36" y="24"/>
                  <a:pt x="36" y="28"/>
                </a:cubicBezTo>
                <a:close/>
                <a:moveTo>
                  <a:pt x="72" y="28"/>
                </a:moveTo>
                <a:cubicBezTo>
                  <a:pt x="72" y="64"/>
                  <a:pt x="72" y="64"/>
                  <a:pt x="72" y="64"/>
                </a:cubicBezTo>
                <a:cubicBezTo>
                  <a:pt x="72" y="68"/>
                  <a:pt x="68" y="72"/>
                  <a:pt x="64" y="72"/>
                </a:cubicBezTo>
                <a:cubicBezTo>
                  <a:pt x="60" y="72"/>
                  <a:pt x="56" y="68"/>
                  <a:pt x="56" y="64"/>
                </a:cubicBezTo>
                <a:cubicBezTo>
                  <a:pt x="56" y="28"/>
                  <a:pt x="56" y="28"/>
                  <a:pt x="56" y="28"/>
                </a:cubicBezTo>
                <a:cubicBezTo>
                  <a:pt x="56" y="24"/>
                  <a:pt x="60" y="20"/>
                  <a:pt x="64" y="20"/>
                </a:cubicBezTo>
                <a:cubicBezTo>
                  <a:pt x="68" y="20"/>
                  <a:pt x="72" y="24"/>
                  <a:pt x="72" y="28"/>
                </a:cubicBezTo>
                <a:close/>
                <a:moveTo>
                  <a:pt x="108" y="28"/>
                </a:moveTo>
                <a:cubicBezTo>
                  <a:pt x="108" y="56"/>
                  <a:pt x="108" y="56"/>
                  <a:pt x="108" y="56"/>
                </a:cubicBezTo>
                <a:cubicBezTo>
                  <a:pt x="108" y="60"/>
                  <a:pt x="104" y="64"/>
                  <a:pt x="100" y="64"/>
                </a:cubicBezTo>
                <a:cubicBezTo>
                  <a:pt x="96" y="64"/>
                  <a:pt x="92" y="60"/>
                  <a:pt x="92" y="56"/>
                </a:cubicBezTo>
                <a:cubicBezTo>
                  <a:pt x="92" y="28"/>
                  <a:pt x="92" y="28"/>
                  <a:pt x="92" y="28"/>
                </a:cubicBezTo>
                <a:cubicBezTo>
                  <a:pt x="92" y="24"/>
                  <a:pt x="96" y="20"/>
                  <a:pt x="100" y="20"/>
                </a:cubicBezTo>
                <a:cubicBezTo>
                  <a:pt x="104" y="20"/>
                  <a:pt x="108" y="24"/>
                  <a:pt x="108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62A974E0-025A-496D-A0FE-371285B850E3}"/>
              </a:ext>
            </a:extLst>
          </p:cNvPr>
          <p:cNvSpPr>
            <a:spLocks noEditPoints="1"/>
          </p:cNvSpPr>
          <p:nvPr/>
        </p:nvSpPr>
        <p:spPr bwMode="auto">
          <a:xfrm>
            <a:off x="10522744" y="1888331"/>
            <a:ext cx="312738" cy="282575"/>
          </a:xfrm>
          <a:custGeom>
            <a:avLst/>
            <a:gdLst>
              <a:gd name="T0" fmla="*/ 96 w 192"/>
              <a:gd name="T1" fmla="*/ 25 h 173"/>
              <a:gd name="T2" fmla="*/ 56 w 192"/>
              <a:gd name="T3" fmla="*/ 0 h 173"/>
              <a:gd name="T4" fmla="*/ 0 w 192"/>
              <a:gd name="T5" fmla="*/ 56 h 173"/>
              <a:gd name="T6" fmla="*/ 88 w 192"/>
              <a:gd name="T7" fmla="*/ 168 h 173"/>
              <a:gd name="T8" fmla="*/ 89 w 192"/>
              <a:gd name="T9" fmla="*/ 169 h 173"/>
              <a:gd name="T10" fmla="*/ 103 w 192"/>
              <a:gd name="T11" fmla="*/ 169 h 173"/>
              <a:gd name="T12" fmla="*/ 104 w 192"/>
              <a:gd name="T13" fmla="*/ 168 h 173"/>
              <a:gd name="T14" fmla="*/ 192 w 192"/>
              <a:gd name="T15" fmla="*/ 56 h 173"/>
              <a:gd name="T16" fmla="*/ 136 w 192"/>
              <a:gd name="T17" fmla="*/ 0 h 173"/>
              <a:gd name="T18" fmla="*/ 96 w 192"/>
              <a:gd name="T19" fmla="*/ 25 h 173"/>
              <a:gd name="T20" fmla="*/ 139 w 192"/>
              <a:gd name="T21" fmla="*/ 36 h 173"/>
              <a:gd name="T22" fmla="*/ 132 w 192"/>
              <a:gd name="T23" fmla="*/ 28 h 173"/>
              <a:gd name="T24" fmla="*/ 140 w 192"/>
              <a:gd name="T25" fmla="*/ 20 h 173"/>
              <a:gd name="T26" fmla="*/ 161 w 192"/>
              <a:gd name="T27" fmla="*/ 31 h 173"/>
              <a:gd name="T28" fmla="*/ 172 w 192"/>
              <a:gd name="T29" fmla="*/ 52 h 173"/>
              <a:gd name="T30" fmla="*/ 164 w 192"/>
              <a:gd name="T31" fmla="*/ 60 h 173"/>
              <a:gd name="T32" fmla="*/ 156 w 192"/>
              <a:gd name="T33" fmla="*/ 53 h 173"/>
              <a:gd name="T34" fmla="*/ 139 w 192"/>
              <a:gd name="T35" fmla="*/ 36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173">
                <a:moveTo>
                  <a:pt x="96" y="25"/>
                </a:moveTo>
                <a:cubicBezTo>
                  <a:pt x="92" y="9"/>
                  <a:pt x="72" y="0"/>
                  <a:pt x="56" y="0"/>
                </a:cubicBezTo>
                <a:cubicBezTo>
                  <a:pt x="25" y="0"/>
                  <a:pt x="0" y="24"/>
                  <a:pt x="0" y="56"/>
                </a:cubicBezTo>
                <a:cubicBezTo>
                  <a:pt x="0" y="116"/>
                  <a:pt x="57" y="132"/>
                  <a:pt x="88" y="168"/>
                </a:cubicBezTo>
                <a:cubicBezTo>
                  <a:pt x="88" y="168"/>
                  <a:pt x="89" y="169"/>
                  <a:pt x="89" y="169"/>
                </a:cubicBezTo>
                <a:cubicBezTo>
                  <a:pt x="93" y="173"/>
                  <a:pt x="99" y="173"/>
                  <a:pt x="103" y="169"/>
                </a:cubicBezTo>
                <a:cubicBezTo>
                  <a:pt x="103" y="169"/>
                  <a:pt x="104" y="168"/>
                  <a:pt x="104" y="168"/>
                </a:cubicBezTo>
                <a:cubicBezTo>
                  <a:pt x="135" y="132"/>
                  <a:pt x="192" y="116"/>
                  <a:pt x="192" y="56"/>
                </a:cubicBezTo>
                <a:cubicBezTo>
                  <a:pt x="192" y="24"/>
                  <a:pt x="167" y="0"/>
                  <a:pt x="136" y="0"/>
                </a:cubicBezTo>
                <a:cubicBezTo>
                  <a:pt x="120" y="0"/>
                  <a:pt x="100" y="9"/>
                  <a:pt x="96" y="25"/>
                </a:cubicBezTo>
                <a:close/>
                <a:moveTo>
                  <a:pt x="139" y="36"/>
                </a:moveTo>
                <a:cubicBezTo>
                  <a:pt x="135" y="35"/>
                  <a:pt x="132" y="32"/>
                  <a:pt x="132" y="28"/>
                </a:cubicBezTo>
                <a:cubicBezTo>
                  <a:pt x="132" y="24"/>
                  <a:pt x="136" y="20"/>
                  <a:pt x="140" y="20"/>
                </a:cubicBezTo>
                <a:cubicBezTo>
                  <a:pt x="146" y="20"/>
                  <a:pt x="154" y="25"/>
                  <a:pt x="161" y="31"/>
                </a:cubicBezTo>
                <a:cubicBezTo>
                  <a:pt x="167" y="37"/>
                  <a:pt x="172" y="46"/>
                  <a:pt x="172" y="52"/>
                </a:cubicBezTo>
                <a:cubicBezTo>
                  <a:pt x="172" y="56"/>
                  <a:pt x="168" y="60"/>
                  <a:pt x="164" y="60"/>
                </a:cubicBezTo>
                <a:cubicBezTo>
                  <a:pt x="160" y="60"/>
                  <a:pt x="157" y="57"/>
                  <a:pt x="156" y="53"/>
                </a:cubicBezTo>
                <a:cubicBezTo>
                  <a:pt x="154" y="45"/>
                  <a:pt x="147" y="38"/>
                  <a:pt x="139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243D113F-9EAE-4E0A-AAC2-B7A4BFF32A9A}"/>
              </a:ext>
            </a:extLst>
          </p:cNvPr>
          <p:cNvSpPr>
            <a:spLocks/>
          </p:cNvSpPr>
          <p:nvPr/>
        </p:nvSpPr>
        <p:spPr bwMode="auto">
          <a:xfrm>
            <a:off x="9819482" y="1881981"/>
            <a:ext cx="312738" cy="300037"/>
          </a:xfrm>
          <a:custGeom>
            <a:avLst/>
            <a:gdLst>
              <a:gd name="T0" fmla="*/ 96 w 192"/>
              <a:gd name="T1" fmla="*/ 0 h 184"/>
              <a:gd name="T2" fmla="*/ 89 w 192"/>
              <a:gd name="T3" fmla="*/ 6 h 184"/>
              <a:gd name="T4" fmla="*/ 70 w 192"/>
              <a:gd name="T5" fmla="*/ 64 h 184"/>
              <a:gd name="T6" fmla="*/ 8 w 192"/>
              <a:gd name="T7" fmla="*/ 64 h 184"/>
              <a:gd name="T8" fmla="*/ 0 w 192"/>
              <a:gd name="T9" fmla="*/ 72 h 184"/>
              <a:gd name="T10" fmla="*/ 3 w 192"/>
              <a:gd name="T11" fmla="*/ 78 h 184"/>
              <a:gd name="T12" fmla="*/ 53 w 192"/>
              <a:gd name="T13" fmla="*/ 115 h 184"/>
              <a:gd name="T14" fmla="*/ 34 w 192"/>
              <a:gd name="T15" fmla="*/ 173 h 184"/>
              <a:gd name="T16" fmla="*/ 34 w 192"/>
              <a:gd name="T17" fmla="*/ 176 h 184"/>
              <a:gd name="T18" fmla="*/ 42 w 192"/>
              <a:gd name="T19" fmla="*/ 184 h 184"/>
              <a:gd name="T20" fmla="*/ 46 w 192"/>
              <a:gd name="T21" fmla="*/ 183 h 184"/>
              <a:gd name="T22" fmla="*/ 96 w 192"/>
              <a:gd name="T23" fmla="*/ 146 h 184"/>
              <a:gd name="T24" fmla="*/ 146 w 192"/>
              <a:gd name="T25" fmla="*/ 183 h 184"/>
              <a:gd name="T26" fmla="*/ 150 w 192"/>
              <a:gd name="T27" fmla="*/ 184 h 184"/>
              <a:gd name="T28" fmla="*/ 158 w 192"/>
              <a:gd name="T29" fmla="*/ 176 h 184"/>
              <a:gd name="T30" fmla="*/ 158 w 192"/>
              <a:gd name="T31" fmla="*/ 173 h 184"/>
              <a:gd name="T32" fmla="*/ 139 w 192"/>
              <a:gd name="T33" fmla="*/ 115 h 184"/>
              <a:gd name="T34" fmla="*/ 189 w 192"/>
              <a:gd name="T35" fmla="*/ 78 h 184"/>
              <a:gd name="T36" fmla="*/ 192 w 192"/>
              <a:gd name="T37" fmla="*/ 72 h 184"/>
              <a:gd name="T38" fmla="*/ 184 w 192"/>
              <a:gd name="T39" fmla="*/ 64 h 184"/>
              <a:gd name="T40" fmla="*/ 122 w 192"/>
              <a:gd name="T41" fmla="*/ 64 h 184"/>
              <a:gd name="T42" fmla="*/ 103 w 192"/>
              <a:gd name="T43" fmla="*/ 6 h 184"/>
              <a:gd name="T44" fmla="*/ 96 w 192"/>
              <a:gd name="T4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" h="184">
                <a:moveTo>
                  <a:pt x="96" y="0"/>
                </a:moveTo>
                <a:cubicBezTo>
                  <a:pt x="92" y="0"/>
                  <a:pt x="89" y="2"/>
                  <a:pt x="89" y="6"/>
                </a:cubicBezTo>
                <a:cubicBezTo>
                  <a:pt x="70" y="64"/>
                  <a:pt x="70" y="64"/>
                  <a:pt x="70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5"/>
                  <a:pt x="1" y="77"/>
                  <a:pt x="3" y="78"/>
                </a:cubicBezTo>
                <a:cubicBezTo>
                  <a:pt x="5" y="79"/>
                  <a:pt x="53" y="115"/>
                  <a:pt x="53" y="115"/>
                </a:cubicBezTo>
                <a:cubicBezTo>
                  <a:pt x="53" y="115"/>
                  <a:pt x="35" y="173"/>
                  <a:pt x="34" y="173"/>
                </a:cubicBezTo>
                <a:cubicBezTo>
                  <a:pt x="34" y="174"/>
                  <a:pt x="34" y="175"/>
                  <a:pt x="34" y="176"/>
                </a:cubicBezTo>
                <a:cubicBezTo>
                  <a:pt x="34" y="181"/>
                  <a:pt x="37" y="184"/>
                  <a:pt x="42" y="184"/>
                </a:cubicBezTo>
                <a:cubicBezTo>
                  <a:pt x="43" y="184"/>
                  <a:pt x="45" y="183"/>
                  <a:pt x="46" y="183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6" y="146"/>
                  <a:pt x="145" y="182"/>
                  <a:pt x="146" y="183"/>
                </a:cubicBezTo>
                <a:cubicBezTo>
                  <a:pt x="147" y="183"/>
                  <a:pt x="149" y="184"/>
                  <a:pt x="150" y="184"/>
                </a:cubicBezTo>
                <a:cubicBezTo>
                  <a:pt x="155" y="184"/>
                  <a:pt x="158" y="180"/>
                  <a:pt x="158" y="176"/>
                </a:cubicBezTo>
                <a:cubicBezTo>
                  <a:pt x="158" y="175"/>
                  <a:pt x="158" y="174"/>
                  <a:pt x="158" y="173"/>
                </a:cubicBezTo>
                <a:cubicBezTo>
                  <a:pt x="157" y="173"/>
                  <a:pt x="139" y="115"/>
                  <a:pt x="139" y="115"/>
                </a:cubicBezTo>
                <a:cubicBezTo>
                  <a:pt x="139" y="115"/>
                  <a:pt x="187" y="79"/>
                  <a:pt x="189" y="78"/>
                </a:cubicBezTo>
                <a:cubicBezTo>
                  <a:pt x="191" y="77"/>
                  <a:pt x="192" y="75"/>
                  <a:pt x="192" y="72"/>
                </a:cubicBezTo>
                <a:cubicBezTo>
                  <a:pt x="192" y="68"/>
                  <a:pt x="189" y="64"/>
                  <a:pt x="184" y="64"/>
                </a:cubicBezTo>
                <a:cubicBezTo>
                  <a:pt x="122" y="64"/>
                  <a:pt x="122" y="64"/>
                  <a:pt x="122" y="64"/>
                </a:cubicBezTo>
                <a:cubicBezTo>
                  <a:pt x="103" y="6"/>
                  <a:pt x="103" y="6"/>
                  <a:pt x="103" y="6"/>
                </a:cubicBezTo>
                <a:cubicBezTo>
                  <a:pt x="103" y="2"/>
                  <a:pt x="100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866B492B-6283-49F7-BACA-FA807AC6A384}"/>
              </a:ext>
            </a:extLst>
          </p:cNvPr>
          <p:cNvSpPr>
            <a:spLocks noEditPoints="1"/>
          </p:cNvSpPr>
          <p:nvPr/>
        </p:nvSpPr>
        <p:spPr bwMode="auto">
          <a:xfrm>
            <a:off x="9122569" y="1875631"/>
            <a:ext cx="293688" cy="312737"/>
          </a:xfrm>
          <a:custGeom>
            <a:avLst/>
            <a:gdLst>
              <a:gd name="T0" fmla="*/ 20 w 180"/>
              <a:gd name="T1" fmla="*/ 139 h 192"/>
              <a:gd name="T2" fmla="*/ 56 w 180"/>
              <a:gd name="T3" fmla="*/ 128 h 192"/>
              <a:gd name="T4" fmla="*/ 131 w 180"/>
              <a:gd name="T5" fmla="*/ 148 h 192"/>
              <a:gd name="T6" fmla="*/ 175 w 180"/>
              <a:gd name="T7" fmla="*/ 131 h 192"/>
              <a:gd name="T8" fmla="*/ 180 w 180"/>
              <a:gd name="T9" fmla="*/ 119 h 192"/>
              <a:gd name="T10" fmla="*/ 180 w 180"/>
              <a:gd name="T11" fmla="*/ 22 h 192"/>
              <a:gd name="T12" fmla="*/ 172 w 180"/>
              <a:gd name="T13" fmla="*/ 13 h 192"/>
              <a:gd name="T14" fmla="*/ 163 w 180"/>
              <a:gd name="T15" fmla="*/ 17 h 192"/>
              <a:gd name="T16" fmla="*/ 126 w 180"/>
              <a:gd name="T17" fmla="*/ 28 h 192"/>
              <a:gd name="T18" fmla="*/ 59 w 180"/>
              <a:gd name="T19" fmla="*/ 8 h 192"/>
              <a:gd name="T20" fmla="*/ 20 w 180"/>
              <a:gd name="T21" fmla="*/ 17 h 192"/>
              <a:gd name="T22" fmla="*/ 20 w 180"/>
              <a:gd name="T23" fmla="*/ 10 h 192"/>
              <a:gd name="T24" fmla="*/ 10 w 180"/>
              <a:gd name="T25" fmla="*/ 0 h 192"/>
              <a:gd name="T26" fmla="*/ 0 w 180"/>
              <a:gd name="T27" fmla="*/ 10 h 192"/>
              <a:gd name="T28" fmla="*/ 0 w 180"/>
              <a:gd name="T29" fmla="*/ 182 h 192"/>
              <a:gd name="T30" fmla="*/ 10 w 180"/>
              <a:gd name="T31" fmla="*/ 192 h 192"/>
              <a:gd name="T32" fmla="*/ 20 w 180"/>
              <a:gd name="T33" fmla="*/ 182 h 192"/>
              <a:gd name="T34" fmla="*/ 20 w 180"/>
              <a:gd name="T35" fmla="*/ 139 h 192"/>
              <a:gd name="T36" fmla="*/ 36 w 180"/>
              <a:gd name="T37" fmla="*/ 40 h 192"/>
              <a:gd name="T38" fmla="*/ 36 w 180"/>
              <a:gd name="T39" fmla="*/ 104 h 192"/>
              <a:gd name="T40" fmla="*/ 28 w 180"/>
              <a:gd name="T41" fmla="*/ 112 h 192"/>
              <a:gd name="T42" fmla="*/ 20 w 180"/>
              <a:gd name="T43" fmla="*/ 104 h 192"/>
              <a:gd name="T44" fmla="*/ 20 w 180"/>
              <a:gd name="T45" fmla="*/ 40 h 192"/>
              <a:gd name="T46" fmla="*/ 28 w 180"/>
              <a:gd name="T47" fmla="*/ 32 h 192"/>
              <a:gd name="T48" fmla="*/ 36 w 180"/>
              <a:gd name="T49" fmla="*/ 4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0" h="192">
                <a:moveTo>
                  <a:pt x="20" y="139"/>
                </a:moveTo>
                <a:cubicBezTo>
                  <a:pt x="20" y="139"/>
                  <a:pt x="32" y="128"/>
                  <a:pt x="56" y="128"/>
                </a:cubicBezTo>
                <a:cubicBezTo>
                  <a:pt x="84" y="128"/>
                  <a:pt x="107" y="148"/>
                  <a:pt x="131" y="148"/>
                </a:cubicBezTo>
                <a:cubicBezTo>
                  <a:pt x="152" y="148"/>
                  <a:pt x="167" y="139"/>
                  <a:pt x="175" y="131"/>
                </a:cubicBezTo>
                <a:cubicBezTo>
                  <a:pt x="178" y="128"/>
                  <a:pt x="180" y="124"/>
                  <a:pt x="180" y="119"/>
                </a:cubicBezTo>
                <a:cubicBezTo>
                  <a:pt x="180" y="22"/>
                  <a:pt x="180" y="22"/>
                  <a:pt x="180" y="22"/>
                </a:cubicBezTo>
                <a:cubicBezTo>
                  <a:pt x="180" y="17"/>
                  <a:pt x="177" y="13"/>
                  <a:pt x="172" y="13"/>
                </a:cubicBezTo>
                <a:cubicBezTo>
                  <a:pt x="168" y="13"/>
                  <a:pt x="166" y="15"/>
                  <a:pt x="163" y="17"/>
                </a:cubicBezTo>
                <a:cubicBezTo>
                  <a:pt x="160" y="21"/>
                  <a:pt x="150" y="28"/>
                  <a:pt x="126" y="28"/>
                </a:cubicBezTo>
                <a:cubicBezTo>
                  <a:pt x="104" y="28"/>
                  <a:pt x="87" y="8"/>
                  <a:pt x="59" y="8"/>
                </a:cubicBezTo>
                <a:cubicBezTo>
                  <a:pt x="32" y="8"/>
                  <a:pt x="20" y="17"/>
                  <a:pt x="20" y="17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4"/>
                  <a:pt x="16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8"/>
                  <a:pt x="4" y="192"/>
                  <a:pt x="10" y="192"/>
                </a:cubicBezTo>
                <a:cubicBezTo>
                  <a:pt x="16" y="192"/>
                  <a:pt x="20" y="188"/>
                  <a:pt x="20" y="182"/>
                </a:cubicBezTo>
                <a:lnTo>
                  <a:pt x="20" y="139"/>
                </a:lnTo>
                <a:close/>
                <a:moveTo>
                  <a:pt x="36" y="40"/>
                </a:moveTo>
                <a:cubicBezTo>
                  <a:pt x="36" y="104"/>
                  <a:pt x="36" y="104"/>
                  <a:pt x="36" y="104"/>
                </a:cubicBezTo>
                <a:cubicBezTo>
                  <a:pt x="36" y="108"/>
                  <a:pt x="32" y="112"/>
                  <a:pt x="28" y="112"/>
                </a:cubicBezTo>
                <a:cubicBezTo>
                  <a:pt x="24" y="112"/>
                  <a:pt x="20" y="108"/>
                  <a:pt x="20" y="104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36"/>
                  <a:pt x="24" y="32"/>
                  <a:pt x="28" y="32"/>
                </a:cubicBezTo>
                <a:cubicBezTo>
                  <a:pt x="32" y="32"/>
                  <a:pt x="36" y="36"/>
                  <a:pt x="36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7E7E0FE2-A0BB-4EFA-944A-BA30A622693E}"/>
              </a:ext>
            </a:extLst>
          </p:cNvPr>
          <p:cNvSpPr>
            <a:spLocks/>
          </p:cNvSpPr>
          <p:nvPr/>
        </p:nvSpPr>
        <p:spPr bwMode="auto">
          <a:xfrm>
            <a:off x="8433594" y="1875631"/>
            <a:ext cx="273050" cy="312737"/>
          </a:xfrm>
          <a:custGeom>
            <a:avLst/>
            <a:gdLst>
              <a:gd name="T0" fmla="*/ 66 w 168"/>
              <a:gd name="T1" fmla="*/ 50 h 192"/>
              <a:gd name="T2" fmla="*/ 66 w 168"/>
              <a:gd name="T3" fmla="*/ 50 h 192"/>
              <a:gd name="T4" fmla="*/ 69 w 168"/>
              <a:gd name="T5" fmla="*/ 56 h 192"/>
              <a:gd name="T6" fmla="*/ 61 w 168"/>
              <a:gd name="T7" fmla="*/ 64 h 192"/>
              <a:gd name="T8" fmla="*/ 16 w 168"/>
              <a:gd name="T9" fmla="*/ 64 h 192"/>
              <a:gd name="T10" fmla="*/ 0 w 168"/>
              <a:gd name="T11" fmla="*/ 80 h 192"/>
              <a:gd name="T12" fmla="*/ 0 w 168"/>
              <a:gd name="T13" fmla="*/ 111 h 192"/>
              <a:gd name="T14" fmla="*/ 8 w 168"/>
              <a:gd name="T15" fmla="*/ 119 h 192"/>
              <a:gd name="T16" fmla="*/ 14 w 168"/>
              <a:gd name="T17" fmla="*/ 116 h 192"/>
              <a:gd name="T18" fmla="*/ 16 w 168"/>
              <a:gd name="T19" fmla="*/ 115 h 192"/>
              <a:gd name="T20" fmla="*/ 32 w 168"/>
              <a:gd name="T21" fmla="*/ 108 h 192"/>
              <a:gd name="T22" fmla="*/ 56 w 168"/>
              <a:gd name="T23" fmla="*/ 132 h 192"/>
              <a:gd name="T24" fmla="*/ 32 w 168"/>
              <a:gd name="T25" fmla="*/ 156 h 192"/>
              <a:gd name="T26" fmla="*/ 15 w 168"/>
              <a:gd name="T27" fmla="*/ 149 h 192"/>
              <a:gd name="T28" fmla="*/ 14 w 168"/>
              <a:gd name="T29" fmla="*/ 148 h 192"/>
              <a:gd name="T30" fmla="*/ 8 w 168"/>
              <a:gd name="T31" fmla="*/ 145 h 192"/>
              <a:gd name="T32" fmla="*/ 0 w 168"/>
              <a:gd name="T33" fmla="*/ 153 h 192"/>
              <a:gd name="T34" fmla="*/ 0 w 168"/>
              <a:gd name="T35" fmla="*/ 176 h 192"/>
              <a:gd name="T36" fmla="*/ 16 w 168"/>
              <a:gd name="T37" fmla="*/ 192 h 192"/>
              <a:gd name="T38" fmla="*/ 152 w 168"/>
              <a:gd name="T39" fmla="*/ 192 h 192"/>
              <a:gd name="T40" fmla="*/ 168 w 168"/>
              <a:gd name="T41" fmla="*/ 176 h 192"/>
              <a:gd name="T42" fmla="*/ 168 w 168"/>
              <a:gd name="T43" fmla="*/ 141 h 192"/>
              <a:gd name="T44" fmla="*/ 160 w 168"/>
              <a:gd name="T45" fmla="*/ 133 h 192"/>
              <a:gd name="T46" fmla="*/ 154 w 168"/>
              <a:gd name="T47" fmla="*/ 136 h 192"/>
              <a:gd name="T48" fmla="*/ 153 w 168"/>
              <a:gd name="T49" fmla="*/ 137 h 192"/>
              <a:gd name="T50" fmla="*/ 136 w 168"/>
              <a:gd name="T51" fmla="*/ 144 h 192"/>
              <a:gd name="T52" fmla="*/ 112 w 168"/>
              <a:gd name="T53" fmla="*/ 120 h 192"/>
              <a:gd name="T54" fmla="*/ 136 w 168"/>
              <a:gd name="T55" fmla="*/ 96 h 192"/>
              <a:gd name="T56" fmla="*/ 153 w 168"/>
              <a:gd name="T57" fmla="*/ 103 h 192"/>
              <a:gd name="T58" fmla="*/ 154 w 168"/>
              <a:gd name="T59" fmla="*/ 104 h 192"/>
              <a:gd name="T60" fmla="*/ 160 w 168"/>
              <a:gd name="T61" fmla="*/ 107 h 192"/>
              <a:gd name="T62" fmla="*/ 168 w 168"/>
              <a:gd name="T63" fmla="*/ 99 h 192"/>
              <a:gd name="T64" fmla="*/ 168 w 168"/>
              <a:gd name="T65" fmla="*/ 80 h 192"/>
              <a:gd name="T66" fmla="*/ 152 w 168"/>
              <a:gd name="T67" fmla="*/ 64 h 192"/>
              <a:gd name="T68" fmla="*/ 107 w 168"/>
              <a:gd name="T69" fmla="*/ 64 h 192"/>
              <a:gd name="T70" fmla="*/ 99 w 168"/>
              <a:gd name="T71" fmla="*/ 56 h 192"/>
              <a:gd name="T72" fmla="*/ 101 w 168"/>
              <a:gd name="T73" fmla="*/ 50 h 192"/>
              <a:gd name="T74" fmla="*/ 112 w 168"/>
              <a:gd name="T75" fmla="*/ 28 h 192"/>
              <a:gd name="T76" fmla="*/ 84 w 168"/>
              <a:gd name="T77" fmla="*/ 0 h 192"/>
              <a:gd name="T78" fmla="*/ 56 w 168"/>
              <a:gd name="T79" fmla="*/ 28 h 192"/>
              <a:gd name="T80" fmla="*/ 66 w 168"/>
              <a:gd name="T81" fmla="*/ 5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8" h="192">
                <a:moveTo>
                  <a:pt x="66" y="50"/>
                </a:moveTo>
                <a:cubicBezTo>
                  <a:pt x="66" y="50"/>
                  <a:pt x="66" y="50"/>
                  <a:pt x="66" y="50"/>
                </a:cubicBezTo>
                <a:cubicBezTo>
                  <a:pt x="68" y="51"/>
                  <a:pt x="69" y="54"/>
                  <a:pt x="69" y="56"/>
                </a:cubicBezTo>
                <a:cubicBezTo>
                  <a:pt x="69" y="60"/>
                  <a:pt x="66" y="64"/>
                  <a:pt x="61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5"/>
                  <a:pt x="4" y="119"/>
                  <a:pt x="8" y="119"/>
                </a:cubicBezTo>
                <a:cubicBezTo>
                  <a:pt x="10" y="119"/>
                  <a:pt x="13" y="118"/>
                  <a:pt x="14" y="116"/>
                </a:cubicBezTo>
                <a:cubicBezTo>
                  <a:pt x="14" y="116"/>
                  <a:pt x="15" y="115"/>
                  <a:pt x="16" y="115"/>
                </a:cubicBezTo>
                <a:cubicBezTo>
                  <a:pt x="20" y="110"/>
                  <a:pt x="26" y="108"/>
                  <a:pt x="32" y="108"/>
                </a:cubicBezTo>
                <a:cubicBezTo>
                  <a:pt x="45" y="108"/>
                  <a:pt x="56" y="119"/>
                  <a:pt x="56" y="132"/>
                </a:cubicBezTo>
                <a:cubicBezTo>
                  <a:pt x="56" y="145"/>
                  <a:pt x="45" y="156"/>
                  <a:pt x="32" y="156"/>
                </a:cubicBezTo>
                <a:cubicBezTo>
                  <a:pt x="26" y="156"/>
                  <a:pt x="20" y="153"/>
                  <a:pt x="15" y="149"/>
                </a:cubicBezTo>
                <a:cubicBezTo>
                  <a:pt x="15" y="149"/>
                  <a:pt x="14" y="148"/>
                  <a:pt x="14" y="148"/>
                </a:cubicBezTo>
                <a:cubicBezTo>
                  <a:pt x="13" y="146"/>
                  <a:pt x="10" y="145"/>
                  <a:pt x="8" y="145"/>
                </a:cubicBezTo>
                <a:cubicBezTo>
                  <a:pt x="4" y="145"/>
                  <a:pt x="0" y="149"/>
                  <a:pt x="0" y="1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61" y="192"/>
                  <a:pt x="168" y="185"/>
                  <a:pt x="168" y="176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68" y="137"/>
                  <a:pt x="164" y="133"/>
                  <a:pt x="160" y="133"/>
                </a:cubicBezTo>
                <a:cubicBezTo>
                  <a:pt x="158" y="133"/>
                  <a:pt x="156" y="134"/>
                  <a:pt x="154" y="136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48" y="141"/>
                  <a:pt x="142" y="144"/>
                  <a:pt x="136" y="144"/>
                </a:cubicBezTo>
                <a:cubicBezTo>
                  <a:pt x="123" y="144"/>
                  <a:pt x="112" y="133"/>
                  <a:pt x="112" y="120"/>
                </a:cubicBezTo>
                <a:cubicBezTo>
                  <a:pt x="112" y="107"/>
                  <a:pt x="123" y="96"/>
                  <a:pt x="136" y="96"/>
                </a:cubicBezTo>
                <a:cubicBezTo>
                  <a:pt x="143" y="96"/>
                  <a:pt x="148" y="99"/>
                  <a:pt x="153" y="103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5" y="106"/>
                  <a:pt x="158" y="107"/>
                  <a:pt x="160" y="107"/>
                </a:cubicBezTo>
                <a:cubicBezTo>
                  <a:pt x="164" y="107"/>
                  <a:pt x="168" y="103"/>
                  <a:pt x="168" y="99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71"/>
                  <a:pt x="161" y="64"/>
                  <a:pt x="152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02" y="64"/>
                  <a:pt x="99" y="60"/>
                  <a:pt x="99" y="56"/>
                </a:cubicBezTo>
                <a:cubicBezTo>
                  <a:pt x="99" y="54"/>
                  <a:pt x="99" y="52"/>
                  <a:pt x="101" y="50"/>
                </a:cubicBezTo>
                <a:cubicBezTo>
                  <a:pt x="108" y="45"/>
                  <a:pt x="112" y="37"/>
                  <a:pt x="112" y="28"/>
                </a:cubicBezTo>
                <a:cubicBezTo>
                  <a:pt x="112" y="13"/>
                  <a:pt x="99" y="0"/>
                  <a:pt x="84" y="0"/>
                </a:cubicBezTo>
                <a:cubicBezTo>
                  <a:pt x="69" y="0"/>
                  <a:pt x="56" y="13"/>
                  <a:pt x="56" y="28"/>
                </a:cubicBezTo>
                <a:cubicBezTo>
                  <a:pt x="56" y="37"/>
                  <a:pt x="60" y="45"/>
                  <a:pt x="66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C48F6936-F038-429F-8329-2B1BD22A1163}"/>
              </a:ext>
            </a:extLst>
          </p:cNvPr>
          <p:cNvSpPr>
            <a:spLocks noEditPoints="1"/>
          </p:cNvSpPr>
          <p:nvPr/>
        </p:nvSpPr>
        <p:spPr bwMode="auto">
          <a:xfrm>
            <a:off x="7711282" y="1875631"/>
            <a:ext cx="311150" cy="312737"/>
          </a:xfrm>
          <a:custGeom>
            <a:avLst/>
            <a:gdLst>
              <a:gd name="T0" fmla="*/ 68 w 192"/>
              <a:gd name="T1" fmla="*/ 77 h 192"/>
              <a:gd name="T2" fmla="*/ 3 w 192"/>
              <a:gd name="T3" fmla="*/ 166 h 192"/>
              <a:gd name="T4" fmla="*/ 0 w 192"/>
              <a:gd name="T5" fmla="*/ 176 h 192"/>
              <a:gd name="T6" fmla="*/ 16 w 192"/>
              <a:gd name="T7" fmla="*/ 192 h 192"/>
              <a:gd name="T8" fmla="*/ 176 w 192"/>
              <a:gd name="T9" fmla="*/ 192 h 192"/>
              <a:gd name="T10" fmla="*/ 192 w 192"/>
              <a:gd name="T11" fmla="*/ 176 h 192"/>
              <a:gd name="T12" fmla="*/ 189 w 192"/>
              <a:gd name="T13" fmla="*/ 166 h 192"/>
              <a:gd name="T14" fmla="*/ 124 w 192"/>
              <a:gd name="T15" fmla="*/ 77 h 192"/>
              <a:gd name="T16" fmla="*/ 124 w 192"/>
              <a:gd name="T17" fmla="*/ 20 h 192"/>
              <a:gd name="T18" fmla="*/ 126 w 192"/>
              <a:gd name="T19" fmla="*/ 20 h 192"/>
              <a:gd name="T20" fmla="*/ 136 w 192"/>
              <a:gd name="T21" fmla="*/ 10 h 192"/>
              <a:gd name="T22" fmla="*/ 126 w 192"/>
              <a:gd name="T23" fmla="*/ 0 h 192"/>
              <a:gd name="T24" fmla="*/ 66 w 192"/>
              <a:gd name="T25" fmla="*/ 0 h 192"/>
              <a:gd name="T26" fmla="*/ 56 w 192"/>
              <a:gd name="T27" fmla="*/ 10 h 192"/>
              <a:gd name="T28" fmla="*/ 66 w 192"/>
              <a:gd name="T29" fmla="*/ 20 h 192"/>
              <a:gd name="T30" fmla="*/ 68 w 192"/>
              <a:gd name="T31" fmla="*/ 20 h 192"/>
              <a:gd name="T32" fmla="*/ 68 w 192"/>
              <a:gd name="T33" fmla="*/ 77 h 192"/>
              <a:gd name="T34" fmla="*/ 88 w 192"/>
              <a:gd name="T35" fmla="*/ 20 h 192"/>
              <a:gd name="T36" fmla="*/ 104 w 192"/>
              <a:gd name="T37" fmla="*/ 20 h 192"/>
              <a:gd name="T38" fmla="*/ 104 w 192"/>
              <a:gd name="T39" fmla="*/ 80 h 192"/>
              <a:gd name="T40" fmla="*/ 132 w 192"/>
              <a:gd name="T41" fmla="*/ 120 h 192"/>
              <a:gd name="T42" fmla="*/ 60 w 192"/>
              <a:gd name="T43" fmla="*/ 120 h 192"/>
              <a:gd name="T44" fmla="*/ 88 w 192"/>
              <a:gd name="T45" fmla="*/ 80 h 192"/>
              <a:gd name="T46" fmla="*/ 88 w 192"/>
              <a:gd name="T47" fmla="*/ 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2">
                <a:moveTo>
                  <a:pt x="68" y="77"/>
                </a:moveTo>
                <a:cubicBezTo>
                  <a:pt x="3" y="166"/>
                  <a:pt x="3" y="166"/>
                  <a:pt x="3" y="166"/>
                </a:cubicBezTo>
                <a:cubicBezTo>
                  <a:pt x="1" y="169"/>
                  <a:pt x="0" y="172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72"/>
                  <a:pt x="191" y="169"/>
                  <a:pt x="189" y="166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32" y="20"/>
                  <a:pt x="136" y="16"/>
                  <a:pt x="136" y="10"/>
                </a:cubicBezTo>
                <a:cubicBezTo>
                  <a:pt x="136" y="4"/>
                  <a:pt x="132" y="0"/>
                  <a:pt x="12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0" y="0"/>
                  <a:pt x="56" y="4"/>
                  <a:pt x="56" y="10"/>
                </a:cubicBezTo>
                <a:cubicBezTo>
                  <a:pt x="56" y="16"/>
                  <a:pt x="60" y="20"/>
                  <a:pt x="66" y="20"/>
                </a:cubicBezTo>
                <a:cubicBezTo>
                  <a:pt x="68" y="20"/>
                  <a:pt x="68" y="20"/>
                  <a:pt x="68" y="20"/>
                </a:cubicBezTo>
                <a:lnTo>
                  <a:pt x="68" y="77"/>
                </a:lnTo>
                <a:close/>
                <a:moveTo>
                  <a:pt x="88" y="20"/>
                </a:moveTo>
                <a:cubicBezTo>
                  <a:pt x="104" y="20"/>
                  <a:pt x="104" y="20"/>
                  <a:pt x="104" y="2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32" y="120"/>
                  <a:pt x="132" y="120"/>
                  <a:pt x="132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88" y="80"/>
                  <a:pt x="88" y="80"/>
                  <a:pt x="88" y="80"/>
                </a:cubicBezTo>
                <a:lnTo>
                  <a:pt x="88" y="2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0A5A7A78-F496-45B9-AAC8-6DDE8C0BDC62}"/>
              </a:ext>
            </a:extLst>
          </p:cNvPr>
          <p:cNvSpPr>
            <a:spLocks noEditPoints="1"/>
          </p:cNvSpPr>
          <p:nvPr/>
        </p:nvSpPr>
        <p:spPr bwMode="auto">
          <a:xfrm>
            <a:off x="7052469" y="1875631"/>
            <a:ext cx="228600" cy="312737"/>
          </a:xfrm>
          <a:custGeom>
            <a:avLst/>
            <a:gdLst>
              <a:gd name="T0" fmla="*/ 60 w 140"/>
              <a:gd name="T1" fmla="*/ 139 h 192"/>
              <a:gd name="T2" fmla="*/ 60 w 140"/>
              <a:gd name="T3" fmla="*/ 182 h 192"/>
              <a:gd name="T4" fmla="*/ 70 w 140"/>
              <a:gd name="T5" fmla="*/ 192 h 192"/>
              <a:gd name="T6" fmla="*/ 80 w 140"/>
              <a:gd name="T7" fmla="*/ 182 h 192"/>
              <a:gd name="T8" fmla="*/ 80 w 140"/>
              <a:gd name="T9" fmla="*/ 139 h 192"/>
              <a:gd name="T10" fmla="*/ 140 w 140"/>
              <a:gd name="T11" fmla="*/ 70 h 192"/>
              <a:gd name="T12" fmla="*/ 70 w 140"/>
              <a:gd name="T13" fmla="*/ 0 h 192"/>
              <a:gd name="T14" fmla="*/ 0 w 140"/>
              <a:gd name="T15" fmla="*/ 70 h 192"/>
              <a:gd name="T16" fmla="*/ 60 w 140"/>
              <a:gd name="T17" fmla="*/ 139 h 192"/>
              <a:gd name="T18" fmla="*/ 76 w 140"/>
              <a:gd name="T19" fmla="*/ 78 h 192"/>
              <a:gd name="T20" fmla="*/ 69 w 140"/>
              <a:gd name="T21" fmla="*/ 65 h 192"/>
              <a:gd name="T22" fmla="*/ 58 w 140"/>
              <a:gd name="T23" fmla="*/ 81 h 192"/>
              <a:gd name="T24" fmla="*/ 76 w 140"/>
              <a:gd name="T25" fmla="*/ 102 h 192"/>
              <a:gd name="T26" fmla="*/ 106 w 140"/>
              <a:gd name="T27" fmla="*/ 72 h 192"/>
              <a:gd name="T28" fmla="*/ 68 w 140"/>
              <a:gd name="T29" fmla="*/ 34 h 192"/>
              <a:gd name="T30" fmla="*/ 29 w 140"/>
              <a:gd name="T31" fmla="*/ 76 h 192"/>
              <a:gd name="T32" fmla="*/ 31 w 140"/>
              <a:gd name="T33" fmla="*/ 95 h 192"/>
              <a:gd name="T34" fmla="*/ 24 w 140"/>
              <a:gd name="T35" fmla="*/ 97 h 192"/>
              <a:gd name="T36" fmla="*/ 18 w 140"/>
              <a:gd name="T37" fmla="*/ 72 h 192"/>
              <a:gd name="T38" fmla="*/ 68 w 140"/>
              <a:gd name="T39" fmla="*/ 20 h 192"/>
              <a:gd name="T40" fmla="*/ 120 w 140"/>
              <a:gd name="T41" fmla="*/ 72 h 192"/>
              <a:gd name="T42" fmla="*/ 78 w 140"/>
              <a:gd name="T43" fmla="*/ 116 h 192"/>
              <a:gd name="T44" fmla="*/ 41 w 140"/>
              <a:gd name="T45" fmla="*/ 80 h 192"/>
              <a:gd name="T46" fmla="*/ 70 w 140"/>
              <a:gd name="T47" fmla="*/ 50 h 192"/>
              <a:gd name="T48" fmla="*/ 92 w 140"/>
              <a:gd name="T49" fmla="*/ 70 h 192"/>
              <a:gd name="T50" fmla="*/ 87 w 140"/>
              <a:gd name="T51" fmla="*/ 84 h 192"/>
              <a:gd name="T52" fmla="*/ 76 w 140"/>
              <a:gd name="T53" fmla="*/ 7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0" h="192">
                <a:moveTo>
                  <a:pt x="60" y="139"/>
                </a:moveTo>
                <a:cubicBezTo>
                  <a:pt x="60" y="182"/>
                  <a:pt x="60" y="182"/>
                  <a:pt x="60" y="182"/>
                </a:cubicBezTo>
                <a:cubicBezTo>
                  <a:pt x="60" y="188"/>
                  <a:pt x="64" y="192"/>
                  <a:pt x="70" y="192"/>
                </a:cubicBezTo>
                <a:cubicBezTo>
                  <a:pt x="76" y="192"/>
                  <a:pt x="80" y="188"/>
                  <a:pt x="80" y="182"/>
                </a:cubicBezTo>
                <a:cubicBezTo>
                  <a:pt x="80" y="139"/>
                  <a:pt x="80" y="139"/>
                  <a:pt x="80" y="139"/>
                </a:cubicBezTo>
                <a:cubicBezTo>
                  <a:pt x="114" y="134"/>
                  <a:pt x="140" y="105"/>
                  <a:pt x="140" y="70"/>
                </a:cubicBezTo>
                <a:cubicBezTo>
                  <a:pt x="140" y="31"/>
                  <a:pt x="109" y="0"/>
                  <a:pt x="70" y="0"/>
                </a:cubicBezTo>
                <a:cubicBezTo>
                  <a:pt x="31" y="0"/>
                  <a:pt x="0" y="31"/>
                  <a:pt x="0" y="70"/>
                </a:cubicBezTo>
                <a:cubicBezTo>
                  <a:pt x="0" y="105"/>
                  <a:pt x="26" y="134"/>
                  <a:pt x="60" y="139"/>
                </a:cubicBezTo>
                <a:close/>
                <a:moveTo>
                  <a:pt x="76" y="78"/>
                </a:moveTo>
                <a:cubicBezTo>
                  <a:pt x="80" y="71"/>
                  <a:pt x="76" y="65"/>
                  <a:pt x="69" y="65"/>
                </a:cubicBezTo>
                <a:cubicBezTo>
                  <a:pt x="61" y="65"/>
                  <a:pt x="58" y="72"/>
                  <a:pt x="58" y="81"/>
                </a:cubicBezTo>
                <a:cubicBezTo>
                  <a:pt x="58" y="90"/>
                  <a:pt x="66" y="102"/>
                  <a:pt x="76" y="102"/>
                </a:cubicBezTo>
                <a:cubicBezTo>
                  <a:pt x="94" y="102"/>
                  <a:pt x="106" y="88"/>
                  <a:pt x="106" y="72"/>
                </a:cubicBezTo>
                <a:cubicBezTo>
                  <a:pt x="106" y="50"/>
                  <a:pt x="89" y="34"/>
                  <a:pt x="68" y="34"/>
                </a:cubicBezTo>
                <a:cubicBezTo>
                  <a:pt x="44" y="34"/>
                  <a:pt x="29" y="53"/>
                  <a:pt x="29" y="76"/>
                </a:cubicBezTo>
                <a:cubicBezTo>
                  <a:pt x="29" y="81"/>
                  <a:pt x="29" y="87"/>
                  <a:pt x="31" y="95"/>
                </a:cubicBezTo>
                <a:cubicBezTo>
                  <a:pt x="32" y="101"/>
                  <a:pt x="26" y="101"/>
                  <a:pt x="24" y="97"/>
                </a:cubicBezTo>
                <a:cubicBezTo>
                  <a:pt x="21" y="91"/>
                  <a:pt x="18" y="80"/>
                  <a:pt x="18" y="72"/>
                </a:cubicBezTo>
                <a:cubicBezTo>
                  <a:pt x="18" y="41"/>
                  <a:pt x="39" y="20"/>
                  <a:pt x="68" y="20"/>
                </a:cubicBezTo>
                <a:cubicBezTo>
                  <a:pt x="96" y="20"/>
                  <a:pt x="120" y="43"/>
                  <a:pt x="120" y="72"/>
                </a:cubicBezTo>
                <a:cubicBezTo>
                  <a:pt x="120" y="91"/>
                  <a:pt x="106" y="116"/>
                  <a:pt x="78" y="116"/>
                </a:cubicBezTo>
                <a:cubicBezTo>
                  <a:pt x="57" y="116"/>
                  <a:pt x="41" y="102"/>
                  <a:pt x="41" y="80"/>
                </a:cubicBezTo>
                <a:cubicBezTo>
                  <a:pt x="41" y="65"/>
                  <a:pt x="51" y="50"/>
                  <a:pt x="70" y="50"/>
                </a:cubicBezTo>
                <a:cubicBezTo>
                  <a:pt x="85" y="50"/>
                  <a:pt x="92" y="64"/>
                  <a:pt x="92" y="70"/>
                </a:cubicBezTo>
                <a:cubicBezTo>
                  <a:pt x="92" y="73"/>
                  <a:pt x="91" y="80"/>
                  <a:pt x="87" y="84"/>
                </a:cubicBezTo>
                <a:cubicBezTo>
                  <a:pt x="82" y="88"/>
                  <a:pt x="73" y="83"/>
                  <a:pt x="76" y="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232C1B2E-340F-4BF0-9A8E-D62AA52AEFAA}"/>
              </a:ext>
            </a:extLst>
          </p:cNvPr>
          <p:cNvSpPr>
            <a:spLocks noEditPoints="1"/>
          </p:cNvSpPr>
          <p:nvPr/>
        </p:nvSpPr>
        <p:spPr bwMode="auto">
          <a:xfrm>
            <a:off x="6304757" y="1875631"/>
            <a:ext cx="312738" cy="312737"/>
          </a:xfrm>
          <a:custGeom>
            <a:avLst/>
            <a:gdLst>
              <a:gd name="T0" fmla="*/ 148 w 192"/>
              <a:gd name="T1" fmla="*/ 154 h 192"/>
              <a:gd name="T2" fmla="*/ 160 w 192"/>
              <a:gd name="T3" fmla="*/ 156 h 192"/>
              <a:gd name="T4" fmla="*/ 192 w 192"/>
              <a:gd name="T5" fmla="*/ 124 h 192"/>
              <a:gd name="T6" fmla="*/ 192 w 192"/>
              <a:gd name="T7" fmla="*/ 64 h 192"/>
              <a:gd name="T8" fmla="*/ 160 w 192"/>
              <a:gd name="T9" fmla="*/ 32 h 192"/>
              <a:gd name="T10" fmla="*/ 148 w 192"/>
              <a:gd name="T11" fmla="*/ 34 h 192"/>
              <a:gd name="T12" fmla="*/ 148 w 192"/>
              <a:gd name="T13" fmla="*/ 16 h 192"/>
              <a:gd name="T14" fmla="*/ 132 w 192"/>
              <a:gd name="T15" fmla="*/ 0 h 192"/>
              <a:gd name="T16" fmla="*/ 16 w 192"/>
              <a:gd name="T17" fmla="*/ 0 h 192"/>
              <a:gd name="T18" fmla="*/ 0 w 192"/>
              <a:gd name="T19" fmla="*/ 16 h 192"/>
              <a:gd name="T20" fmla="*/ 0 w 192"/>
              <a:gd name="T21" fmla="*/ 176 h 192"/>
              <a:gd name="T22" fmla="*/ 16 w 192"/>
              <a:gd name="T23" fmla="*/ 192 h 192"/>
              <a:gd name="T24" fmla="*/ 132 w 192"/>
              <a:gd name="T25" fmla="*/ 192 h 192"/>
              <a:gd name="T26" fmla="*/ 148 w 192"/>
              <a:gd name="T27" fmla="*/ 176 h 192"/>
              <a:gd name="T28" fmla="*/ 148 w 192"/>
              <a:gd name="T29" fmla="*/ 154 h 192"/>
              <a:gd name="T30" fmla="*/ 29 w 192"/>
              <a:gd name="T31" fmla="*/ 20 h 192"/>
              <a:gd name="T32" fmla="*/ 119 w 192"/>
              <a:gd name="T33" fmla="*/ 20 h 192"/>
              <a:gd name="T34" fmla="*/ 128 w 192"/>
              <a:gd name="T35" fmla="*/ 29 h 192"/>
              <a:gd name="T36" fmla="*/ 128 w 192"/>
              <a:gd name="T37" fmla="*/ 51 h 192"/>
              <a:gd name="T38" fmla="*/ 119 w 192"/>
              <a:gd name="T39" fmla="*/ 60 h 192"/>
              <a:gd name="T40" fmla="*/ 29 w 192"/>
              <a:gd name="T41" fmla="*/ 60 h 192"/>
              <a:gd name="T42" fmla="*/ 20 w 192"/>
              <a:gd name="T43" fmla="*/ 51 h 192"/>
              <a:gd name="T44" fmla="*/ 20 w 192"/>
              <a:gd name="T45" fmla="*/ 29 h 192"/>
              <a:gd name="T46" fmla="*/ 29 w 192"/>
              <a:gd name="T47" fmla="*/ 20 h 192"/>
              <a:gd name="T48" fmla="*/ 172 w 192"/>
              <a:gd name="T49" fmla="*/ 124 h 192"/>
              <a:gd name="T50" fmla="*/ 160 w 192"/>
              <a:gd name="T51" fmla="*/ 136 h 192"/>
              <a:gd name="T52" fmla="*/ 148 w 192"/>
              <a:gd name="T53" fmla="*/ 124 h 192"/>
              <a:gd name="T54" fmla="*/ 148 w 192"/>
              <a:gd name="T55" fmla="*/ 64 h 192"/>
              <a:gd name="T56" fmla="*/ 160 w 192"/>
              <a:gd name="T57" fmla="*/ 52 h 192"/>
              <a:gd name="T58" fmla="*/ 172 w 192"/>
              <a:gd name="T59" fmla="*/ 64 h 192"/>
              <a:gd name="T60" fmla="*/ 172 w 192"/>
              <a:gd name="T61" fmla="*/ 1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2" h="192">
                <a:moveTo>
                  <a:pt x="148" y="154"/>
                </a:moveTo>
                <a:cubicBezTo>
                  <a:pt x="152" y="155"/>
                  <a:pt x="156" y="156"/>
                  <a:pt x="160" y="156"/>
                </a:cubicBezTo>
                <a:cubicBezTo>
                  <a:pt x="178" y="156"/>
                  <a:pt x="192" y="142"/>
                  <a:pt x="192" y="12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46"/>
                  <a:pt x="178" y="32"/>
                  <a:pt x="160" y="32"/>
                </a:cubicBezTo>
                <a:cubicBezTo>
                  <a:pt x="156" y="32"/>
                  <a:pt x="152" y="33"/>
                  <a:pt x="148" y="34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7"/>
                  <a:pt x="141" y="0"/>
                  <a:pt x="1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41" y="192"/>
                  <a:pt x="148" y="185"/>
                  <a:pt x="148" y="176"/>
                </a:cubicBezTo>
                <a:lnTo>
                  <a:pt x="148" y="154"/>
                </a:lnTo>
                <a:close/>
                <a:moveTo>
                  <a:pt x="29" y="20"/>
                </a:moveTo>
                <a:cubicBezTo>
                  <a:pt x="119" y="20"/>
                  <a:pt x="119" y="20"/>
                  <a:pt x="119" y="20"/>
                </a:cubicBezTo>
                <a:cubicBezTo>
                  <a:pt x="124" y="20"/>
                  <a:pt x="128" y="24"/>
                  <a:pt x="128" y="29"/>
                </a:cubicBezTo>
                <a:cubicBezTo>
                  <a:pt x="128" y="51"/>
                  <a:pt x="128" y="51"/>
                  <a:pt x="128" y="51"/>
                </a:cubicBezTo>
                <a:cubicBezTo>
                  <a:pt x="128" y="56"/>
                  <a:pt x="124" y="60"/>
                  <a:pt x="119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4" y="60"/>
                  <a:pt x="20" y="56"/>
                  <a:pt x="20" y="51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172" y="124"/>
                </a:moveTo>
                <a:cubicBezTo>
                  <a:pt x="172" y="131"/>
                  <a:pt x="167" y="136"/>
                  <a:pt x="160" y="136"/>
                </a:cubicBezTo>
                <a:cubicBezTo>
                  <a:pt x="153" y="136"/>
                  <a:pt x="148" y="131"/>
                  <a:pt x="148" y="124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8" y="57"/>
                  <a:pt x="153" y="52"/>
                  <a:pt x="160" y="52"/>
                </a:cubicBezTo>
                <a:cubicBezTo>
                  <a:pt x="167" y="52"/>
                  <a:pt x="172" y="57"/>
                  <a:pt x="172" y="64"/>
                </a:cubicBezTo>
                <a:lnTo>
                  <a:pt x="17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1F847E19-E012-471E-80DD-95B903C6B450}"/>
              </a:ext>
            </a:extLst>
          </p:cNvPr>
          <p:cNvSpPr>
            <a:spLocks noEditPoints="1"/>
          </p:cNvSpPr>
          <p:nvPr/>
        </p:nvSpPr>
        <p:spPr bwMode="auto">
          <a:xfrm>
            <a:off x="10522744" y="1173956"/>
            <a:ext cx="312738" cy="311150"/>
          </a:xfrm>
          <a:custGeom>
            <a:avLst/>
            <a:gdLst>
              <a:gd name="T0" fmla="*/ 64 w 192"/>
              <a:gd name="T1" fmla="*/ 120 h 192"/>
              <a:gd name="T2" fmla="*/ 64 w 192"/>
              <a:gd name="T3" fmla="*/ 164 h 192"/>
              <a:gd name="T4" fmla="*/ 56 w 192"/>
              <a:gd name="T5" fmla="*/ 172 h 192"/>
              <a:gd name="T6" fmla="*/ 34 w 192"/>
              <a:gd name="T7" fmla="*/ 172 h 192"/>
              <a:gd name="T8" fmla="*/ 24 w 192"/>
              <a:gd name="T9" fmla="*/ 182 h 192"/>
              <a:gd name="T10" fmla="*/ 34 w 192"/>
              <a:gd name="T11" fmla="*/ 192 h 192"/>
              <a:gd name="T12" fmla="*/ 114 w 192"/>
              <a:gd name="T13" fmla="*/ 192 h 192"/>
              <a:gd name="T14" fmla="*/ 124 w 192"/>
              <a:gd name="T15" fmla="*/ 182 h 192"/>
              <a:gd name="T16" fmla="*/ 114 w 192"/>
              <a:gd name="T17" fmla="*/ 172 h 192"/>
              <a:gd name="T18" fmla="*/ 92 w 192"/>
              <a:gd name="T19" fmla="*/ 172 h 192"/>
              <a:gd name="T20" fmla="*/ 84 w 192"/>
              <a:gd name="T21" fmla="*/ 164 h 192"/>
              <a:gd name="T22" fmla="*/ 84 w 192"/>
              <a:gd name="T23" fmla="*/ 120 h 192"/>
              <a:gd name="T24" fmla="*/ 116 w 192"/>
              <a:gd name="T25" fmla="*/ 87 h 192"/>
              <a:gd name="T26" fmla="*/ 144 w 192"/>
              <a:gd name="T27" fmla="*/ 96 h 192"/>
              <a:gd name="T28" fmla="*/ 192 w 192"/>
              <a:gd name="T29" fmla="*/ 48 h 192"/>
              <a:gd name="T30" fmla="*/ 144 w 192"/>
              <a:gd name="T31" fmla="*/ 0 h 192"/>
              <a:gd name="T32" fmla="*/ 96 w 192"/>
              <a:gd name="T33" fmla="*/ 44 h 192"/>
              <a:gd name="T34" fmla="*/ 8 w 192"/>
              <a:gd name="T35" fmla="*/ 44 h 192"/>
              <a:gd name="T36" fmla="*/ 0 w 192"/>
              <a:gd name="T37" fmla="*/ 52 h 192"/>
              <a:gd name="T38" fmla="*/ 2 w 192"/>
              <a:gd name="T39" fmla="*/ 58 h 192"/>
              <a:gd name="T40" fmla="*/ 64 w 192"/>
              <a:gd name="T41" fmla="*/ 120 h 192"/>
              <a:gd name="T42" fmla="*/ 131 w 192"/>
              <a:gd name="T43" fmla="*/ 73 h 192"/>
              <a:gd name="T44" fmla="*/ 146 w 192"/>
              <a:gd name="T45" fmla="*/ 58 h 192"/>
              <a:gd name="T46" fmla="*/ 148 w 192"/>
              <a:gd name="T47" fmla="*/ 52 h 192"/>
              <a:gd name="T48" fmla="*/ 140 w 192"/>
              <a:gd name="T49" fmla="*/ 44 h 192"/>
              <a:gd name="T50" fmla="*/ 116 w 192"/>
              <a:gd name="T51" fmla="*/ 44 h 192"/>
              <a:gd name="T52" fmla="*/ 144 w 192"/>
              <a:gd name="T53" fmla="*/ 20 h 192"/>
              <a:gd name="T54" fmla="*/ 172 w 192"/>
              <a:gd name="T55" fmla="*/ 48 h 192"/>
              <a:gd name="T56" fmla="*/ 144 w 192"/>
              <a:gd name="T57" fmla="*/ 76 h 192"/>
              <a:gd name="T58" fmla="*/ 131 w 192"/>
              <a:gd name="T59" fmla="*/ 7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92" h="192">
                <a:moveTo>
                  <a:pt x="64" y="120"/>
                </a:moveTo>
                <a:cubicBezTo>
                  <a:pt x="64" y="164"/>
                  <a:pt x="64" y="164"/>
                  <a:pt x="64" y="164"/>
                </a:cubicBezTo>
                <a:cubicBezTo>
                  <a:pt x="64" y="168"/>
                  <a:pt x="60" y="172"/>
                  <a:pt x="56" y="172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28" y="172"/>
                  <a:pt x="24" y="176"/>
                  <a:pt x="24" y="182"/>
                </a:cubicBezTo>
                <a:cubicBezTo>
                  <a:pt x="24" y="188"/>
                  <a:pt x="28" y="192"/>
                  <a:pt x="34" y="192"/>
                </a:cubicBezTo>
                <a:cubicBezTo>
                  <a:pt x="114" y="192"/>
                  <a:pt x="114" y="192"/>
                  <a:pt x="114" y="192"/>
                </a:cubicBezTo>
                <a:cubicBezTo>
                  <a:pt x="120" y="192"/>
                  <a:pt x="124" y="188"/>
                  <a:pt x="124" y="182"/>
                </a:cubicBezTo>
                <a:cubicBezTo>
                  <a:pt x="124" y="176"/>
                  <a:pt x="120" y="172"/>
                  <a:pt x="114" y="172"/>
                </a:cubicBezTo>
                <a:cubicBezTo>
                  <a:pt x="92" y="172"/>
                  <a:pt x="92" y="172"/>
                  <a:pt x="92" y="172"/>
                </a:cubicBezTo>
                <a:cubicBezTo>
                  <a:pt x="88" y="172"/>
                  <a:pt x="84" y="168"/>
                  <a:pt x="84" y="164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24" y="93"/>
                  <a:pt x="134" y="96"/>
                  <a:pt x="144" y="96"/>
                </a:cubicBezTo>
                <a:cubicBezTo>
                  <a:pt x="171" y="96"/>
                  <a:pt x="192" y="75"/>
                  <a:pt x="192" y="48"/>
                </a:cubicBezTo>
                <a:cubicBezTo>
                  <a:pt x="192" y="21"/>
                  <a:pt x="171" y="0"/>
                  <a:pt x="144" y="0"/>
                </a:cubicBezTo>
                <a:cubicBezTo>
                  <a:pt x="119" y="0"/>
                  <a:pt x="98" y="19"/>
                  <a:pt x="96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4" y="44"/>
                  <a:pt x="0" y="48"/>
                  <a:pt x="0" y="52"/>
                </a:cubicBezTo>
                <a:cubicBezTo>
                  <a:pt x="0" y="54"/>
                  <a:pt x="1" y="56"/>
                  <a:pt x="2" y="58"/>
                </a:cubicBezTo>
                <a:lnTo>
                  <a:pt x="64" y="120"/>
                </a:lnTo>
                <a:close/>
                <a:moveTo>
                  <a:pt x="131" y="73"/>
                </a:moveTo>
                <a:cubicBezTo>
                  <a:pt x="146" y="58"/>
                  <a:pt x="146" y="58"/>
                  <a:pt x="146" y="58"/>
                </a:cubicBezTo>
                <a:cubicBezTo>
                  <a:pt x="147" y="56"/>
                  <a:pt x="148" y="54"/>
                  <a:pt x="148" y="52"/>
                </a:cubicBezTo>
                <a:cubicBezTo>
                  <a:pt x="148" y="48"/>
                  <a:pt x="144" y="44"/>
                  <a:pt x="140" y="44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8" y="30"/>
                  <a:pt x="130" y="20"/>
                  <a:pt x="144" y="20"/>
                </a:cubicBezTo>
                <a:cubicBezTo>
                  <a:pt x="159" y="20"/>
                  <a:pt x="172" y="33"/>
                  <a:pt x="172" y="48"/>
                </a:cubicBezTo>
                <a:cubicBezTo>
                  <a:pt x="172" y="63"/>
                  <a:pt x="159" y="76"/>
                  <a:pt x="144" y="76"/>
                </a:cubicBezTo>
                <a:cubicBezTo>
                  <a:pt x="139" y="76"/>
                  <a:pt x="135" y="75"/>
                  <a:pt x="131" y="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B05ED8A6-8A38-4199-A273-F8604DC93553}"/>
              </a:ext>
            </a:extLst>
          </p:cNvPr>
          <p:cNvSpPr>
            <a:spLocks noEditPoints="1"/>
          </p:cNvSpPr>
          <p:nvPr/>
        </p:nvSpPr>
        <p:spPr bwMode="auto">
          <a:xfrm>
            <a:off x="9859169" y="1173956"/>
            <a:ext cx="227013" cy="311150"/>
          </a:xfrm>
          <a:custGeom>
            <a:avLst/>
            <a:gdLst>
              <a:gd name="T0" fmla="*/ 0 w 140"/>
              <a:gd name="T1" fmla="*/ 66 h 192"/>
              <a:gd name="T2" fmla="*/ 60 w 140"/>
              <a:gd name="T3" fmla="*/ 135 h 192"/>
              <a:gd name="T4" fmla="*/ 60 w 140"/>
              <a:gd name="T5" fmla="*/ 164 h 192"/>
              <a:gd name="T6" fmla="*/ 52 w 140"/>
              <a:gd name="T7" fmla="*/ 172 h 192"/>
              <a:gd name="T8" fmla="*/ 30 w 140"/>
              <a:gd name="T9" fmla="*/ 172 h 192"/>
              <a:gd name="T10" fmla="*/ 20 w 140"/>
              <a:gd name="T11" fmla="*/ 182 h 192"/>
              <a:gd name="T12" fmla="*/ 30 w 140"/>
              <a:gd name="T13" fmla="*/ 192 h 192"/>
              <a:gd name="T14" fmla="*/ 110 w 140"/>
              <a:gd name="T15" fmla="*/ 192 h 192"/>
              <a:gd name="T16" fmla="*/ 120 w 140"/>
              <a:gd name="T17" fmla="*/ 182 h 192"/>
              <a:gd name="T18" fmla="*/ 110 w 140"/>
              <a:gd name="T19" fmla="*/ 172 h 192"/>
              <a:gd name="T20" fmla="*/ 88 w 140"/>
              <a:gd name="T21" fmla="*/ 172 h 192"/>
              <a:gd name="T22" fmla="*/ 80 w 140"/>
              <a:gd name="T23" fmla="*/ 164 h 192"/>
              <a:gd name="T24" fmla="*/ 80 w 140"/>
              <a:gd name="T25" fmla="*/ 135 h 192"/>
              <a:gd name="T26" fmla="*/ 140 w 140"/>
              <a:gd name="T27" fmla="*/ 66 h 192"/>
              <a:gd name="T28" fmla="*/ 140 w 140"/>
              <a:gd name="T29" fmla="*/ 16 h 192"/>
              <a:gd name="T30" fmla="*/ 124 w 140"/>
              <a:gd name="T31" fmla="*/ 0 h 192"/>
              <a:gd name="T32" fmla="*/ 16 w 140"/>
              <a:gd name="T33" fmla="*/ 0 h 192"/>
              <a:gd name="T34" fmla="*/ 0 w 140"/>
              <a:gd name="T35" fmla="*/ 16 h 192"/>
              <a:gd name="T36" fmla="*/ 0 w 140"/>
              <a:gd name="T37" fmla="*/ 66 h 192"/>
              <a:gd name="T38" fmla="*/ 29 w 140"/>
              <a:gd name="T39" fmla="*/ 20 h 192"/>
              <a:gd name="T40" fmla="*/ 111 w 140"/>
              <a:gd name="T41" fmla="*/ 20 h 192"/>
              <a:gd name="T42" fmla="*/ 120 w 140"/>
              <a:gd name="T43" fmla="*/ 29 h 192"/>
              <a:gd name="T44" fmla="*/ 120 w 140"/>
              <a:gd name="T45" fmla="*/ 51 h 192"/>
              <a:gd name="T46" fmla="*/ 111 w 140"/>
              <a:gd name="T47" fmla="*/ 60 h 192"/>
              <a:gd name="T48" fmla="*/ 29 w 140"/>
              <a:gd name="T49" fmla="*/ 60 h 192"/>
              <a:gd name="T50" fmla="*/ 20 w 140"/>
              <a:gd name="T51" fmla="*/ 51 h 192"/>
              <a:gd name="T52" fmla="*/ 20 w 140"/>
              <a:gd name="T53" fmla="*/ 29 h 192"/>
              <a:gd name="T54" fmla="*/ 29 w 140"/>
              <a:gd name="T55" fmla="*/ 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0" h="192">
                <a:moveTo>
                  <a:pt x="0" y="66"/>
                </a:moveTo>
                <a:cubicBezTo>
                  <a:pt x="0" y="101"/>
                  <a:pt x="26" y="130"/>
                  <a:pt x="60" y="135"/>
                </a:cubicBezTo>
                <a:cubicBezTo>
                  <a:pt x="60" y="164"/>
                  <a:pt x="60" y="164"/>
                  <a:pt x="60" y="164"/>
                </a:cubicBezTo>
                <a:cubicBezTo>
                  <a:pt x="60" y="168"/>
                  <a:pt x="56" y="172"/>
                  <a:pt x="52" y="172"/>
                </a:cubicBezTo>
                <a:cubicBezTo>
                  <a:pt x="30" y="172"/>
                  <a:pt x="30" y="172"/>
                  <a:pt x="30" y="172"/>
                </a:cubicBezTo>
                <a:cubicBezTo>
                  <a:pt x="24" y="172"/>
                  <a:pt x="20" y="176"/>
                  <a:pt x="20" y="182"/>
                </a:cubicBezTo>
                <a:cubicBezTo>
                  <a:pt x="20" y="188"/>
                  <a:pt x="24" y="192"/>
                  <a:pt x="3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16" y="192"/>
                  <a:pt x="120" y="188"/>
                  <a:pt x="120" y="182"/>
                </a:cubicBezTo>
                <a:cubicBezTo>
                  <a:pt x="120" y="176"/>
                  <a:pt x="116" y="172"/>
                  <a:pt x="110" y="172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4" y="172"/>
                  <a:pt x="80" y="168"/>
                  <a:pt x="80" y="164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114" y="130"/>
                  <a:pt x="140" y="101"/>
                  <a:pt x="140" y="66"/>
                </a:cubicBezTo>
                <a:cubicBezTo>
                  <a:pt x="140" y="16"/>
                  <a:pt x="140" y="16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66"/>
                </a:lnTo>
                <a:close/>
                <a:moveTo>
                  <a:pt x="29" y="20"/>
                </a:moveTo>
                <a:cubicBezTo>
                  <a:pt x="111" y="20"/>
                  <a:pt x="111" y="20"/>
                  <a:pt x="111" y="20"/>
                </a:cubicBezTo>
                <a:cubicBezTo>
                  <a:pt x="116" y="20"/>
                  <a:pt x="120" y="24"/>
                  <a:pt x="120" y="29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0" y="56"/>
                  <a:pt x="116" y="60"/>
                  <a:pt x="111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4" y="60"/>
                  <a:pt x="20" y="56"/>
                  <a:pt x="20" y="51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FA7DBF33-EFF4-4ADB-8AC8-66EA012FBE5A}"/>
              </a:ext>
            </a:extLst>
          </p:cNvPr>
          <p:cNvSpPr>
            <a:spLocks noEditPoints="1"/>
          </p:cNvSpPr>
          <p:nvPr/>
        </p:nvSpPr>
        <p:spPr bwMode="auto">
          <a:xfrm>
            <a:off x="9116219" y="1173956"/>
            <a:ext cx="312738" cy="311150"/>
          </a:xfrm>
          <a:custGeom>
            <a:avLst/>
            <a:gdLst>
              <a:gd name="T0" fmla="*/ 148 w 192"/>
              <a:gd name="T1" fmla="*/ 146 h 192"/>
              <a:gd name="T2" fmla="*/ 160 w 192"/>
              <a:gd name="T3" fmla="*/ 148 h 192"/>
              <a:gd name="T4" fmla="*/ 192 w 192"/>
              <a:gd name="T5" fmla="*/ 116 h 192"/>
              <a:gd name="T6" fmla="*/ 192 w 192"/>
              <a:gd name="T7" fmla="*/ 56 h 192"/>
              <a:gd name="T8" fmla="*/ 160 w 192"/>
              <a:gd name="T9" fmla="*/ 24 h 192"/>
              <a:gd name="T10" fmla="*/ 148 w 192"/>
              <a:gd name="T11" fmla="*/ 26 h 192"/>
              <a:gd name="T12" fmla="*/ 148 w 192"/>
              <a:gd name="T13" fmla="*/ 16 h 192"/>
              <a:gd name="T14" fmla="*/ 132 w 192"/>
              <a:gd name="T15" fmla="*/ 0 h 192"/>
              <a:gd name="T16" fmla="*/ 16 w 192"/>
              <a:gd name="T17" fmla="*/ 0 h 192"/>
              <a:gd name="T18" fmla="*/ 0 w 192"/>
              <a:gd name="T19" fmla="*/ 16 h 192"/>
              <a:gd name="T20" fmla="*/ 0 w 192"/>
              <a:gd name="T21" fmla="*/ 151 h 192"/>
              <a:gd name="T22" fmla="*/ 41 w 192"/>
              <a:gd name="T23" fmla="*/ 192 h 192"/>
              <a:gd name="T24" fmla="*/ 107 w 192"/>
              <a:gd name="T25" fmla="*/ 192 h 192"/>
              <a:gd name="T26" fmla="*/ 148 w 192"/>
              <a:gd name="T27" fmla="*/ 151 h 192"/>
              <a:gd name="T28" fmla="*/ 148 w 192"/>
              <a:gd name="T29" fmla="*/ 146 h 192"/>
              <a:gd name="T30" fmla="*/ 36 w 192"/>
              <a:gd name="T31" fmla="*/ 28 h 192"/>
              <a:gd name="T32" fmla="*/ 36 w 192"/>
              <a:gd name="T33" fmla="*/ 144 h 192"/>
              <a:gd name="T34" fmla="*/ 28 w 192"/>
              <a:gd name="T35" fmla="*/ 152 h 192"/>
              <a:gd name="T36" fmla="*/ 20 w 192"/>
              <a:gd name="T37" fmla="*/ 144 h 192"/>
              <a:gd name="T38" fmla="*/ 20 w 192"/>
              <a:gd name="T39" fmla="*/ 28 h 192"/>
              <a:gd name="T40" fmla="*/ 28 w 192"/>
              <a:gd name="T41" fmla="*/ 20 h 192"/>
              <a:gd name="T42" fmla="*/ 36 w 192"/>
              <a:gd name="T43" fmla="*/ 28 h 192"/>
              <a:gd name="T44" fmla="*/ 172 w 192"/>
              <a:gd name="T45" fmla="*/ 116 h 192"/>
              <a:gd name="T46" fmla="*/ 160 w 192"/>
              <a:gd name="T47" fmla="*/ 128 h 192"/>
              <a:gd name="T48" fmla="*/ 148 w 192"/>
              <a:gd name="T49" fmla="*/ 116 h 192"/>
              <a:gd name="T50" fmla="*/ 148 w 192"/>
              <a:gd name="T51" fmla="*/ 56 h 192"/>
              <a:gd name="T52" fmla="*/ 160 w 192"/>
              <a:gd name="T53" fmla="*/ 44 h 192"/>
              <a:gd name="T54" fmla="*/ 172 w 192"/>
              <a:gd name="T55" fmla="*/ 56 h 192"/>
              <a:gd name="T56" fmla="*/ 172 w 192"/>
              <a:gd name="T57" fmla="*/ 11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2" h="192">
                <a:moveTo>
                  <a:pt x="148" y="146"/>
                </a:moveTo>
                <a:cubicBezTo>
                  <a:pt x="152" y="147"/>
                  <a:pt x="156" y="148"/>
                  <a:pt x="160" y="148"/>
                </a:cubicBezTo>
                <a:cubicBezTo>
                  <a:pt x="178" y="148"/>
                  <a:pt x="192" y="134"/>
                  <a:pt x="192" y="116"/>
                </a:cubicBezTo>
                <a:cubicBezTo>
                  <a:pt x="192" y="56"/>
                  <a:pt x="192" y="56"/>
                  <a:pt x="192" y="56"/>
                </a:cubicBezTo>
                <a:cubicBezTo>
                  <a:pt x="192" y="38"/>
                  <a:pt x="178" y="24"/>
                  <a:pt x="160" y="24"/>
                </a:cubicBezTo>
                <a:cubicBezTo>
                  <a:pt x="156" y="24"/>
                  <a:pt x="152" y="25"/>
                  <a:pt x="148" y="2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7"/>
                  <a:pt x="141" y="0"/>
                  <a:pt x="1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74"/>
                  <a:pt x="18" y="192"/>
                  <a:pt x="41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30" y="192"/>
                  <a:pt x="148" y="174"/>
                  <a:pt x="148" y="151"/>
                </a:cubicBezTo>
                <a:lnTo>
                  <a:pt x="148" y="146"/>
                </a:lnTo>
                <a:close/>
                <a:moveTo>
                  <a:pt x="36" y="28"/>
                </a:moveTo>
                <a:cubicBezTo>
                  <a:pt x="36" y="144"/>
                  <a:pt x="36" y="144"/>
                  <a:pt x="36" y="144"/>
                </a:cubicBezTo>
                <a:cubicBezTo>
                  <a:pt x="36" y="148"/>
                  <a:pt x="32" y="152"/>
                  <a:pt x="28" y="152"/>
                </a:cubicBezTo>
                <a:cubicBezTo>
                  <a:pt x="24" y="152"/>
                  <a:pt x="20" y="148"/>
                  <a:pt x="20" y="144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4"/>
                  <a:pt x="24" y="20"/>
                  <a:pt x="28" y="20"/>
                </a:cubicBezTo>
                <a:cubicBezTo>
                  <a:pt x="32" y="20"/>
                  <a:pt x="36" y="24"/>
                  <a:pt x="36" y="28"/>
                </a:cubicBezTo>
                <a:close/>
                <a:moveTo>
                  <a:pt x="172" y="116"/>
                </a:moveTo>
                <a:cubicBezTo>
                  <a:pt x="172" y="123"/>
                  <a:pt x="167" y="128"/>
                  <a:pt x="160" y="128"/>
                </a:cubicBezTo>
                <a:cubicBezTo>
                  <a:pt x="153" y="128"/>
                  <a:pt x="148" y="123"/>
                  <a:pt x="148" y="11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48" y="49"/>
                  <a:pt x="153" y="44"/>
                  <a:pt x="160" y="44"/>
                </a:cubicBezTo>
                <a:cubicBezTo>
                  <a:pt x="167" y="44"/>
                  <a:pt x="172" y="49"/>
                  <a:pt x="172" y="56"/>
                </a:cubicBezTo>
                <a:lnTo>
                  <a:pt x="172" y="1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97C67F6F-49D7-4409-9C80-EA54EAD1A4D1}"/>
              </a:ext>
            </a:extLst>
          </p:cNvPr>
          <p:cNvSpPr>
            <a:spLocks noEditPoints="1"/>
          </p:cNvSpPr>
          <p:nvPr/>
        </p:nvSpPr>
        <p:spPr bwMode="auto">
          <a:xfrm>
            <a:off x="8414544" y="1199356"/>
            <a:ext cx="311150" cy="254000"/>
          </a:xfrm>
          <a:custGeom>
            <a:avLst/>
            <a:gdLst>
              <a:gd name="T0" fmla="*/ 0 w 192"/>
              <a:gd name="T1" fmla="*/ 115 h 156"/>
              <a:gd name="T2" fmla="*/ 41 w 192"/>
              <a:gd name="T3" fmla="*/ 156 h 156"/>
              <a:gd name="T4" fmla="*/ 107 w 192"/>
              <a:gd name="T5" fmla="*/ 156 h 156"/>
              <a:gd name="T6" fmla="*/ 148 w 192"/>
              <a:gd name="T7" fmla="*/ 115 h 156"/>
              <a:gd name="T8" fmla="*/ 148 w 192"/>
              <a:gd name="T9" fmla="*/ 107 h 156"/>
              <a:gd name="T10" fmla="*/ 192 w 192"/>
              <a:gd name="T11" fmla="*/ 60 h 156"/>
              <a:gd name="T12" fmla="*/ 160 w 192"/>
              <a:gd name="T13" fmla="*/ 28 h 156"/>
              <a:gd name="T14" fmla="*/ 148 w 192"/>
              <a:gd name="T15" fmla="*/ 30 h 156"/>
              <a:gd name="T16" fmla="*/ 148 w 192"/>
              <a:gd name="T17" fmla="*/ 16 h 156"/>
              <a:gd name="T18" fmla="*/ 132 w 192"/>
              <a:gd name="T19" fmla="*/ 0 h 156"/>
              <a:gd name="T20" fmla="*/ 16 w 192"/>
              <a:gd name="T21" fmla="*/ 0 h 156"/>
              <a:gd name="T22" fmla="*/ 0 w 192"/>
              <a:gd name="T23" fmla="*/ 16 h 156"/>
              <a:gd name="T24" fmla="*/ 0 w 192"/>
              <a:gd name="T25" fmla="*/ 115 h 156"/>
              <a:gd name="T26" fmla="*/ 148 w 192"/>
              <a:gd name="T27" fmla="*/ 84 h 156"/>
              <a:gd name="T28" fmla="*/ 148 w 192"/>
              <a:gd name="T29" fmla="*/ 60 h 156"/>
              <a:gd name="T30" fmla="*/ 160 w 192"/>
              <a:gd name="T31" fmla="*/ 48 h 156"/>
              <a:gd name="T32" fmla="*/ 172 w 192"/>
              <a:gd name="T33" fmla="*/ 60 h 156"/>
              <a:gd name="T34" fmla="*/ 148 w 192"/>
              <a:gd name="T35" fmla="*/ 84 h 156"/>
              <a:gd name="T36" fmla="*/ 36 w 192"/>
              <a:gd name="T37" fmla="*/ 28 h 156"/>
              <a:gd name="T38" fmla="*/ 36 w 192"/>
              <a:gd name="T39" fmla="*/ 108 h 156"/>
              <a:gd name="T40" fmla="*/ 28 w 192"/>
              <a:gd name="T41" fmla="*/ 116 h 156"/>
              <a:gd name="T42" fmla="*/ 20 w 192"/>
              <a:gd name="T43" fmla="*/ 108 h 156"/>
              <a:gd name="T44" fmla="*/ 20 w 192"/>
              <a:gd name="T45" fmla="*/ 28 h 156"/>
              <a:gd name="T46" fmla="*/ 28 w 192"/>
              <a:gd name="T47" fmla="*/ 20 h 156"/>
              <a:gd name="T48" fmla="*/ 36 w 192"/>
              <a:gd name="T49" fmla="*/ 2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92" h="156">
                <a:moveTo>
                  <a:pt x="0" y="115"/>
                </a:moveTo>
                <a:cubicBezTo>
                  <a:pt x="0" y="138"/>
                  <a:pt x="18" y="156"/>
                  <a:pt x="41" y="156"/>
                </a:cubicBezTo>
                <a:cubicBezTo>
                  <a:pt x="107" y="156"/>
                  <a:pt x="107" y="156"/>
                  <a:pt x="107" y="156"/>
                </a:cubicBezTo>
                <a:cubicBezTo>
                  <a:pt x="130" y="156"/>
                  <a:pt x="148" y="138"/>
                  <a:pt x="148" y="115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65" y="95"/>
                  <a:pt x="192" y="86"/>
                  <a:pt x="192" y="60"/>
                </a:cubicBezTo>
                <a:cubicBezTo>
                  <a:pt x="192" y="42"/>
                  <a:pt x="178" y="28"/>
                  <a:pt x="160" y="28"/>
                </a:cubicBezTo>
                <a:cubicBezTo>
                  <a:pt x="156" y="28"/>
                  <a:pt x="152" y="29"/>
                  <a:pt x="148" y="30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7"/>
                  <a:pt x="141" y="0"/>
                  <a:pt x="1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15"/>
                </a:lnTo>
                <a:close/>
                <a:moveTo>
                  <a:pt x="148" y="84"/>
                </a:moveTo>
                <a:cubicBezTo>
                  <a:pt x="148" y="60"/>
                  <a:pt x="148" y="60"/>
                  <a:pt x="148" y="60"/>
                </a:cubicBezTo>
                <a:cubicBezTo>
                  <a:pt x="148" y="53"/>
                  <a:pt x="153" y="48"/>
                  <a:pt x="160" y="48"/>
                </a:cubicBezTo>
                <a:cubicBezTo>
                  <a:pt x="167" y="48"/>
                  <a:pt x="172" y="53"/>
                  <a:pt x="172" y="60"/>
                </a:cubicBezTo>
                <a:cubicBezTo>
                  <a:pt x="172" y="72"/>
                  <a:pt x="160" y="77"/>
                  <a:pt x="148" y="84"/>
                </a:cubicBezTo>
                <a:close/>
                <a:moveTo>
                  <a:pt x="36" y="28"/>
                </a:moveTo>
                <a:cubicBezTo>
                  <a:pt x="36" y="108"/>
                  <a:pt x="36" y="108"/>
                  <a:pt x="36" y="108"/>
                </a:cubicBezTo>
                <a:cubicBezTo>
                  <a:pt x="36" y="112"/>
                  <a:pt x="32" y="116"/>
                  <a:pt x="28" y="116"/>
                </a:cubicBezTo>
                <a:cubicBezTo>
                  <a:pt x="24" y="116"/>
                  <a:pt x="20" y="112"/>
                  <a:pt x="20" y="10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4"/>
                  <a:pt x="24" y="20"/>
                  <a:pt x="28" y="20"/>
                </a:cubicBezTo>
                <a:cubicBezTo>
                  <a:pt x="32" y="20"/>
                  <a:pt x="36" y="24"/>
                  <a:pt x="36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19CA8198-2BE8-46B6-83F2-F9477165BC33}"/>
              </a:ext>
            </a:extLst>
          </p:cNvPr>
          <p:cNvSpPr>
            <a:spLocks/>
          </p:cNvSpPr>
          <p:nvPr/>
        </p:nvSpPr>
        <p:spPr bwMode="auto">
          <a:xfrm>
            <a:off x="7708107" y="1172368"/>
            <a:ext cx="315913" cy="315912"/>
          </a:xfrm>
          <a:custGeom>
            <a:avLst/>
            <a:gdLst>
              <a:gd name="T0" fmla="*/ 95 w 195"/>
              <a:gd name="T1" fmla="*/ 40 h 195"/>
              <a:gd name="T2" fmla="*/ 82 w 195"/>
              <a:gd name="T3" fmla="*/ 82 h 195"/>
              <a:gd name="T4" fmla="*/ 16 w 195"/>
              <a:gd name="T5" fmla="*/ 15 h 195"/>
              <a:gd name="T6" fmla="*/ 10 w 195"/>
              <a:gd name="T7" fmla="*/ 12 h 195"/>
              <a:gd name="T8" fmla="*/ 2 w 195"/>
              <a:gd name="T9" fmla="*/ 20 h 195"/>
              <a:gd name="T10" fmla="*/ 2 w 195"/>
              <a:gd name="T11" fmla="*/ 23 h 195"/>
              <a:gd name="T12" fmla="*/ 45 w 195"/>
              <a:gd name="T13" fmla="*/ 128 h 195"/>
              <a:gd name="T14" fmla="*/ 7 w 195"/>
              <a:gd name="T15" fmla="*/ 166 h 195"/>
              <a:gd name="T16" fmla="*/ 7 w 195"/>
              <a:gd name="T17" fmla="*/ 188 h 195"/>
              <a:gd name="T18" fmla="*/ 29 w 195"/>
              <a:gd name="T19" fmla="*/ 188 h 195"/>
              <a:gd name="T20" fmla="*/ 67 w 195"/>
              <a:gd name="T21" fmla="*/ 150 h 195"/>
              <a:gd name="T22" fmla="*/ 90 w 195"/>
              <a:gd name="T23" fmla="*/ 173 h 195"/>
              <a:gd name="T24" fmla="*/ 110 w 195"/>
              <a:gd name="T25" fmla="*/ 155 h 195"/>
              <a:gd name="T26" fmla="*/ 143 w 195"/>
              <a:gd name="T27" fmla="*/ 188 h 195"/>
              <a:gd name="T28" fmla="*/ 165 w 195"/>
              <a:gd name="T29" fmla="*/ 188 h 195"/>
              <a:gd name="T30" fmla="*/ 165 w 195"/>
              <a:gd name="T31" fmla="*/ 166 h 195"/>
              <a:gd name="T32" fmla="*/ 113 w 195"/>
              <a:gd name="T33" fmla="*/ 113 h 195"/>
              <a:gd name="T34" fmla="*/ 155 w 195"/>
              <a:gd name="T35" fmla="*/ 100 h 195"/>
              <a:gd name="T36" fmla="*/ 191 w 195"/>
              <a:gd name="T37" fmla="*/ 64 h 195"/>
              <a:gd name="T38" fmla="*/ 191 w 195"/>
              <a:gd name="T39" fmla="*/ 50 h 195"/>
              <a:gd name="T40" fmla="*/ 177 w 195"/>
              <a:gd name="T41" fmla="*/ 50 h 195"/>
              <a:gd name="T42" fmla="*/ 145 w 195"/>
              <a:gd name="T43" fmla="*/ 81 h 195"/>
              <a:gd name="T44" fmla="*/ 137 w 195"/>
              <a:gd name="T45" fmla="*/ 81 h 195"/>
              <a:gd name="T46" fmla="*/ 137 w 195"/>
              <a:gd name="T47" fmla="*/ 73 h 195"/>
              <a:gd name="T48" fmla="*/ 168 w 195"/>
              <a:gd name="T49" fmla="*/ 41 h 195"/>
              <a:gd name="T50" fmla="*/ 168 w 195"/>
              <a:gd name="T51" fmla="*/ 27 h 195"/>
              <a:gd name="T52" fmla="*/ 154 w 195"/>
              <a:gd name="T53" fmla="*/ 27 h 195"/>
              <a:gd name="T54" fmla="*/ 122 w 195"/>
              <a:gd name="T55" fmla="*/ 58 h 195"/>
              <a:gd name="T56" fmla="*/ 114 w 195"/>
              <a:gd name="T57" fmla="*/ 58 h 195"/>
              <a:gd name="T58" fmla="*/ 114 w 195"/>
              <a:gd name="T59" fmla="*/ 50 h 195"/>
              <a:gd name="T60" fmla="*/ 145 w 195"/>
              <a:gd name="T61" fmla="*/ 18 h 195"/>
              <a:gd name="T62" fmla="*/ 145 w 195"/>
              <a:gd name="T63" fmla="*/ 4 h 195"/>
              <a:gd name="T64" fmla="*/ 131 w 195"/>
              <a:gd name="T65" fmla="*/ 4 h 195"/>
              <a:gd name="T66" fmla="*/ 95 w 195"/>
              <a:gd name="T67" fmla="*/ 4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5" h="195">
                <a:moveTo>
                  <a:pt x="95" y="40"/>
                </a:moveTo>
                <a:cubicBezTo>
                  <a:pt x="83" y="52"/>
                  <a:pt x="86" y="67"/>
                  <a:pt x="82" y="82"/>
                </a:cubicBezTo>
                <a:cubicBezTo>
                  <a:pt x="16" y="15"/>
                  <a:pt x="16" y="15"/>
                  <a:pt x="16" y="15"/>
                </a:cubicBezTo>
                <a:cubicBezTo>
                  <a:pt x="14" y="13"/>
                  <a:pt x="12" y="12"/>
                  <a:pt x="10" y="12"/>
                </a:cubicBezTo>
                <a:cubicBezTo>
                  <a:pt x="6" y="12"/>
                  <a:pt x="2" y="16"/>
                  <a:pt x="2" y="20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47"/>
                  <a:pt x="12" y="92"/>
                  <a:pt x="45" y="128"/>
                </a:cubicBezTo>
                <a:cubicBezTo>
                  <a:pt x="7" y="166"/>
                  <a:pt x="7" y="166"/>
                  <a:pt x="7" y="166"/>
                </a:cubicBezTo>
                <a:cubicBezTo>
                  <a:pt x="0" y="172"/>
                  <a:pt x="0" y="182"/>
                  <a:pt x="7" y="188"/>
                </a:cubicBezTo>
                <a:cubicBezTo>
                  <a:pt x="13" y="195"/>
                  <a:pt x="23" y="195"/>
                  <a:pt x="29" y="188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90" y="173"/>
                  <a:pt x="90" y="173"/>
                  <a:pt x="90" y="173"/>
                </a:cubicBezTo>
                <a:cubicBezTo>
                  <a:pt x="110" y="155"/>
                  <a:pt x="110" y="155"/>
                  <a:pt x="110" y="155"/>
                </a:cubicBezTo>
                <a:cubicBezTo>
                  <a:pt x="143" y="188"/>
                  <a:pt x="143" y="188"/>
                  <a:pt x="143" y="188"/>
                </a:cubicBezTo>
                <a:cubicBezTo>
                  <a:pt x="149" y="195"/>
                  <a:pt x="159" y="195"/>
                  <a:pt x="165" y="188"/>
                </a:cubicBezTo>
                <a:cubicBezTo>
                  <a:pt x="172" y="182"/>
                  <a:pt x="172" y="172"/>
                  <a:pt x="165" y="166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28" y="109"/>
                  <a:pt x="143" y="112"/>
                  <a:pt x="155" y="100"/>
                </a:cubicBezTo>
                <a:cubicBezTo>
                  <a:pt x="191" y="64"/>
                  <a:pt x="191" y="64"/>
                  <a:pt x="191" y="64"/>
                </a:cubicBezTo>
                <a:cubicBezTo>
                  <a:pt x="195" y="60"/>
                  <a:pt x="195" y="54"/>
                  <a:pt x="191" y="50"/>
                </a:cubicBezTo>
                <a:cubicBezTo>
                  <a:pt x="187" y="46"/>
                  <a:pt x="181" y="46"/>
                  <a:pt x="177" y="50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43" y="84"/>
                  <a:pt x="139" y="84"/>
                  <a:pt x="137" y="81"/>
                </a:cubicBezTo>
                <a:cubicBezTo>
                  <a:pt x="134" y="79"/>
                  <a:pt x="134" y="75"/>
                  <a:pt x="137" y="73"/>
                </a:cubicBezTo>
                <a:cubicBezTo>
                  <a:pt x="168" y="41"/>
                  <a:pt x="168" y="41"/>
                  <a:pt x="168" y="41"/>
                </a:cubicBezTo>
                <a:cubicBezTo>
                  <a:pt x="172" y="37"/>
                  <a:pt x="172" y="31"/>
                  <a:pt x="168" y="27"/>
                </a:cubicBezTo>
                <a:cubicBezTo>
                  <a:pt x="164" y="23"/>
                  <a:pt x="158" y="23"/>
                  <a:pt x="154" y="27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0" y="61"/>
                  <a:pt x="116" y="61"/>
                  <a:pt x="114" y="58"/>
                </a:cubicBezTo>
                <a:cubicBezTo>
                  <a:pt x="111" y="56"/>
                  <a:pt x="111" y="52"/>
                  <a:pt x="114" y="5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49" y="14"/>
                  <a:pt x="149" y="8"/>
                  <a:pt x="145" y="4"/>
                </a:cubicBezTo>
                <a:cubicBezTo>
                  <a:pt x="141" y="0"/>
                  <a:pt x="135" y="0"/>
                  <a:pt x="131" y="4"/>
                </a:cubicBezTo>
                <a:lnTo>
                  <a:pt x="95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9B5FBC7B-8ECB-4A23-84D4-64775D23456F}"/>
              </a:ext>
            </a:extLst>
          </p:cNvPr>
          <p:cNvSpPr>
            <a:spLocks noEditPoints="1"/>
          </p:cNvSpPr>
          <p:nvPr/>
        </p:nvSpPr>
        <p:spPr bwMode="auto">
          <a:xfrm>
            <a:off x="7033419" y="1173956"/>
            <a:ext cx="254000" cy="304800"/>
          </a:xfrm>
          <a:custGeom>
            <a:avLst/>
            <a:gdLst>
              <a:gd name="T0" fmla="*/ 0 w 156"/>
              <a:gd name="T1" fmla="*/ 110 h 188"/>
              <a:gd name="T2" fmla="*/ 78 w 156"/>
              <a:gd name="T3" fmla="*/ 188 h 188"/>
              <a:gd name="T4" fmla="*/ 156 w 156"/>
              <a:gd name="T5" fmla="*/ 110 h 188"/>
              <a:gd name="T6" fmla="*/ 101 w 156"/>
              <a:gd name="T7" fmla="*/ 36 h 188"/>
              <a:gd name="T8" fmla="*/ 101 w 156"/>
              <a:gd name="T9" fmla="*/ 35 h 188"/>
              <a:gd name="T10" fmla="*/ 96 w 156"/>
              <a:gd name="T11" fmla="*/ 28 h 188"/>
              <a:gd name="T12" fmla="*/ 104 w 156"/>
              <a:gd name="T13" fmla="*/ 20 h 188"/>
              <a:gd name="T14" fmla="*/ 106 w 156"/>
              <a:gd name="T15" fmla="*/ 20 h 188"/>
              <a:gd name="T16" fmla="*/ 116 w 156"/>
              <a:gd name="T17" fmla="*/ 10 h 188"/>
              <a:gd name="T18" fmla="*/ 106 w 156"/>
              <a:gd name="T19" fmla="*/ 0 h 188"/>
              <a:gd name="T20" fmla="*/ 50 w 156"/>
              <a:gd name="T21" fmla="*/ 0 h 188"/>
              <a:gd name="T22" fmla="*/ 40 w 156"/>
              <a:gd name="T23" fmla="*/ 10 h 188"/>
              <a:gd name="T24" fmla="*/ 50 w 156"/>
              <a:gd name="T25" fmla="*/ 20 h 188"/>
              <a:gd name="T26" fmla="*/ 52 w 156"/>
              <a:gd name="T27" fmla="*/ 20 h 188"/>
              <a:gd name="T28" fmla="*/ 60 w 156"/>
              <a:gd name="T29" fmla="*/ 28 h 188"/>
              <a:gd name="T30" fmla="*/ 55 w 156"/>
              <a:gd name="T31" fmla="*/ 36 h 188"/>
              <a:gd name="T32" fmla="*/ 34 w 156"/>
              <a:gd name="T33" fmla="*/ 45 h 188"/>
              <a:gd name="T34" fmla="*/ 27 w 156"/>
              <a:gd name="T35" fmla="*/ 38 h 188"/>
              <a:gd name="T36" fmla="*/ 17 w 156"/>
              <a:gd name="T37" fmla="*/ 38 h 188"/>
              <a:gd name="T38" fmla="*/ 6 w 156"/>
              <a:gd name="T39" fmla="*/ 49 h 188"/>
              <a:gd name="T40" fmla="*/ 6 w 156"/>
              <a:gd name="T41" fmla="*/ 59 h 188"/>
              <a:gd name="T42" fmla="*/ 13 w 156"/>
              <a:gd name="T43" fmla="*/ 66 h 188"/>
              <a:gd name="T44" fmla="*/ 0 w 156"/>
              <a:gd name="T45" fmla="*/ 110 h 188"/>
              <a:gd name="T46" fmla="*/ 68 w 156"/>
              <a:gd name="T47" fmla="*/ 62 h 188"/>
              <a:gd name="T48" fmla="*/ 78 w 156"/>
              <a:gd name="T49" fmla="*/ 52 h 188"/>
              <a:gd name="T50" fmla="*/ 88 w 156"/>
              <a:gd name="T51" fmla="*/ 62 h 188"/>
              <a:gd name="T52" fmla="*/ 78 w 156"/>
              <a:gd name="T53" fmla="*/ 72 h 188"/>
              <a:gd name="T54" fmla="*/ 68 w 156"/>
              <a:gd name="T55" fmla="*/ 62 h 188"/>
              <a:gd name="T56" fmla="*/ 20 w 156"/>
              <a:gd name="T57" fmla="*/ 110 h 188"/>
              <a:gd name="T58" fmla="*/ 30 w 156"/>
              <a:gd name="T59" fmla="*/ 100 h 188"/>
              <a:gd name="T60" fmla="*/ 40 w 156"/>
              <a:gd name="T61" fmla="*/ 110 h 188"/>
              <a:gd name="T62" fmla="*/ 30 w 156"/>
              <a:gd name="T63" fmla="*/ 120 h 188"/>
              <a:gd name="T64" fmla="*/ 20 w 156"/>
              <a:gd name="T65" fmla="*/ 110 h 188"/>
              <a:gd name="T66" fmla="*/ 116 w 156"/>
              <a:gd name="T67" fmla="*/ 110 h 188"/>
              <a:gd name="T68" fmla="*/ 126 w 156"/>
              <a:gd name="T69" fmla="*/ 100 h 188"/>
              <a:gd name="T70" fmla="*/ 136 w 156"/>
              <a:gd name="T71" fmla="*/ 110 h 188"/>
              <a:gd name="T72" fmla="*/ 126 w 156"/>
              <a:gd name="T73" fmla="*/ 120 h 188"/>
              <a:gd name="T74" fmla="*/ 116 w 156"/>
              <a:gd name="T75" fmla="*/ 110 h 188"/>
              <a:gd name="T76" fmla="*/ 68 w 156"/>
              <a:gd name="T77" fmla="*/ 158 h 188"/>
              <a:gd name="T78" fmla="*/ 78 w 156"/>
              <a:gd name="T79" fmla="*/ 148 h 188"/>
              <a:gd name="T80" fmla="*/ 88 w 156"/>
              <a:gd name="T81" fmla="*/ 158 h 188"/>
              <a:gd name="T82" fmla="*/ 78 w 156"/>
              <a:gd name="T83" fmla="*/ 168 h 188"/>
              <a:gd name="T84" fmla="*/ 68 w 156"/>
              <a:gd name="T85" fmla="*/ 158 h 188"/>
              <a:gd name="T86" fmla="*/ 118 w 156"/>
              <a:gd name="T87" fmla="*/ 81 h 188"/>
              <a:gd name="T88" fmla="*/ 85 w 156"/>
              <a:gd name="T89" fmla="*/ 114 h 188"/>
              <a:gd name="T90" fmla="*/ 74 w 156"/>
              <a:gd name="T91" fmla="*/ 114 h 188"/>
              <a:gd name="T92" fmla="*/ 74 w 156"/>
              <a:gd name="T93" fmla="*/ 103 h 188"/>
              <a:gd name="T94" fmla="*/ 107 w 156"/>
              <a:gd name="T95" fmla="*/ 70 h 188"/>
              <a:gd name="T96" fmla="*/ 118 w 156"/>
              <a:gd name="T97" fmla="*/ 70 h 188"/>
              <a:gd name="T98" fmla="*/ 118 w 156"/>
              <a:gd name="T99" fmla="*/ 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6" h="188">
                <a:moveTo>
                  <a:pt x="0" y="110"/>
                </a:moveTo>
                <a:cubicBezTo>
                  <a:pt x="0" y="153"/>
                  <a:pt x="35" y="188"/>
                  <a:pt x="78" y="188"/>
                </a:cubicBezTo>
                <a:cubicBezTo>
                  <a:pt x="121" y="188"/>
                  <a:pt x="156" y="153"/>
                  <a:pt x="156" y="110"/>
                </a:cubicBezTo>
                <a:cubicBezTo>
                  <a:pt x="156" y="75"/>
                  <a:pt x="133" y="45"/>
                  <a:pt x="101" y="36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98" y="34"/>
                  <a:pt x="96" y="31"/>
                  <a:pt x="96" y="28"/>
                </a:cubicBezTo>
                <a:cubicBezTo>
                  <a:pt x="96" y="24"/>
                  <a:pt x="100" y="20"/>
                  <a:pt x="104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12" y="20"/>
                  <a:pt x="116" y="16"/>
                  <a:pt x="116" y="10"/>
                </a:cubicBezTo>
                <a:cubicBezTo>
                  <a:pt x="116" y="4"/>
                  <a:pt x="112" y="0"/>
                  <a:pt x="106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4" y="0"/>
                  <a:pt x="40" y="4"/>
                  <a:pt x="40" y="10"/>
                </a:cubicBezTo>
                <a:cubicBezTo>
                  <a:pt x="40" y="16"/>
                  <a:pt x="44" y="20"/>
                  <a:pt x="50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6" y="20"/>
                  <a:pt x="60" y="24"/>
                  <a:pt x="60" y="28"/>
                </a:cubicBezTo>
                <a:cubicBezTo>
                  <a:pt x="60" y="31"/>
                  <a:pt x="58" y="34"/>
                  <a:pt x="55" y="36"/>
                </a:cubicBezTo>
                <a:cubicBezTo>
                  <a:pt x="47" y="38"/>
                  <a:pt x="40" y="41"/>
                  <a:pt x="34" y="45"/>
                </a:cubicBezTo>
                <a:cubicBezTo>
                  <a:pt x="27" y="38"/>
                  <a:pt x="27" y="38"/>
                  <a:pt x="27" y="38"/>
                </a:cubicBezTo>
                <a:cubicBezTo>
                  <a:pt x="24" y="35"/>
                  <a:pt x="19" y="35"/>
                  <a:pt x="17" y="38"/>
                </a:cubicBezTo>
                <a:cubicBezTo>
                  <a:pt x="6" y="49"/>
                  <a:pt x="6" y="49"/>
                  <a:pt x="6" y="49"/>
                </a:cubicBezTo>
                <a:cubicBezTo>
                  <a:pt x="3" y="51"/>
                  <a:pt x="3" y="56"/>
                  <a:pt x="6" y="59"/>
                </a:cubicBezTo>
                <a:cubicBezTo>
                  <a:pt x="13" y="66"/>
                  <a:pt x="13" y="66"/>
                  <a:pt x="13" y="66"/>
                </a:cubicBezTo>
                <a:cubicBezTo>
                  <a:pt x="5" y="79"/>
                  <a:pt x="0" y="94"/>
                  <a:pt x="0" y="110"/>
                </a:cubicBezTo>
                <a:close/>
                <a:moveTo>
                  <a:pt x="68" y="62"/>
                </a:moveTo>
                <a:cubicBezTo>
                  <a:pt x="68" y="56"/>
                  <a:pt x="72" y="52"/>
                  <a:pt x="78" y="52"/>
                </a:cubicBezTo>
                <a:cubicBezTo>
                  <a:pt x="84" y="52"/>
                  <a:pt x="88" y="56"/>
                  <a:pt x="88" y="62"/>
                </a:cubicBezTo>
                <a:cubicBezTo>
                  <a:pt x="88" y="68"/>
                  <a:pt x="84" y="72"/>
                  <a:pt x="78" y="72"/>
                </a:cubicBezTo>
                <a:cubicBezTo>
                  <a:pt x="72" y="72"/>
                  <a:pt x="68" y="68"/>
                  <a:pt x="68" y="62"/>
                </a:cubicBezTo>
                <a:close/>
                <a:moveTo>
                  <a:pt x="20" y="110"/>
                </a:moveTo>
                <a:cubicBezTo>
                  <a:pt x="20" y="104"/>
                  <a:pt x="24" y="100"/>
                  <a:pt x="30" y="100"/>
                </a:cubicBezTo>
                <a:cubicBezTo>
                  <a:pt x="36" y="100"/>
                  <a:pt x="40" y="104"/>
                  <a:pt x="40" y="110"/>
                </a:cubicBezTo>
                <a:cubicBezTo>
                  <a:pt x="40" y="116"/>
                  <a:pt x="36" y="120"/>
                  <a:pt x="30" y="120"/>
                </a:cubicBezTo>
                <a:cubicBezTo>
                  <a:pt x="24" y="120"/>
                  <a:pt x="20" y="116"/>
                  <a:pt x="20" y="110"/>
                </a:cubicBezTo>
                <a:close/>
                <a:moveTo>
                  <a:pt x="116" y="110"/>
                </a:moveTo>
                <a:cubicBezTo>
                  <a:pt x="116" y="104"/>
                  <a:pt x="120" y="100"/>
                  <a:pt x="126" y="100"/>
                </a:cubicBezTo>
                <a:cubicBezTo>
                  <a:pt x="132" y="100"/>
                  <a:pt x="136" y="104"/>
                  <a:pt x="136" y="110"/>
                </a:cubicBezTo>
                <a:cubicBezTo>
                  <a:pt x="136" y="116"/>
                  <a:pt x="132" y="120"/>
                  <a:pt x="126" y="120"/>
                </a:cubicBezTo>
                <a:cubicBezTo>
                  <a:pt x="120" y="120"/>
                  <a:pt x="116" y="116"/>
                  <a:pt x="116" y="110"/>
                </a:cubicBezTo>
                <a:close/>
                <a:moveTo>
                  <a:pt x="68" y="158"/>
                </a:moveTo>
                <a:cubicBezTo>
                  <a:pt x="68" y="152"/>
                  <a:pt x="72" y="148"/>
                  <a:pt x="78" y="148"/>
                </a:cubicBezTo>
                <a:cubicBezTo>
                  <a:pt x="84" y="148"/>
                  <a:pt x="88" y="152"/>
                  <a:pt x="88" y="158"/>
                </a:cubicBezTo>
                <a:cubicBezTo>
                  <a:pt x="88" y="164"/>
                  <a:pt x="84" y="168"/>
                  <a:pt x="78" y="168"/>
                </a:cubicBezTo>
                <a:cubicBezTo>
                  <a:pt x="72" y="168"/>
                  <a:pt x="68" y="164"/>
                  <a:pt x="68" y="158"/>
                </a:cubicBezTo>
                <a:close/>
                <a:moveTo>
                  <a:pt x="118" y="81"/>
                </a:moveTo>
                <a:cubicBezTo>
                  <a:pt x="85" y="114"/>
                  <a:pt x="85" y="114"/>
                  <a:pt x="85" y="114"/>
                </a:cubicBezTo>
                <a:cubicBezTo>
                  <a:pt x="82" y="117"/>
                  <a:pt x="77" y="117"/>
                  <a:pt x="74" y="114"/>
                </a:cubicBezTo>
                <a:cubicBezTo>
                  <a:pt x="71" y="111"/>
                  <a:pt x="71" y="106"/>
                  <a:pt x="74" y="103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10" y="67"/>
                  <a:pt x="115" y="67"/>
                  <a:pt x="118" y="70"/>
                </a:cubicBezTo>
                <a:cubicBezTo>
                  <a:pt x="121" y="73"/>
                  <a:pt x="121" y="78"/>
                  <a:pt x="118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751FF35D-9D29-46F5-A7D5-2B3097E99767}"/>
              </a:ext>
            </a:extLst>
          </p:cNvPr>
          <p:cNvSpPr>
            <a:spLocks noEditPoints="1"/>
          </p:cNvSpPr>
          <p:nvPr/>
        </p:nvSpPr>
        <p:spPr bwMode="auto">
          <a:xfrm>
            <a:off x="6304757" y="1173956"/>
            <a:ext cx="306388" cy="304800"/>
          </a:xfrm>
          <a:custGeom>
            <a:avLst/>
            <a:gdLst>
              <a:gd name="T0" fmla="*/ 0 w 188"/>
              <a:gd name="T1" fmla="*/ 94 h 188"/>
              <a:gd name="T2" fmla="*/ 94 w 188"/>
              <a:gd name="T3" fmla="*/ 188 h 188"/>
              <a:gd name="T4" fmla="*/ 188 w 188"/>
              <a:gd name="T5" fmla="*/ 94 h 188"/>
              <a:gd name="T6" fmla="*/ 94 w 188"/>
              <a:gd name="T7" fmla="*/ 0 h 188"/>
              <a:gd name="T8" fmla="*/ 0 w 188"/>
              <a:gd name="T9" fmla="*/ 94 h 188"/>
              <a:gd name="T10" fmla="*/ 84 w 188"/>
              <a:gd name="T11" fmla="*/ 30 h 188"/>
              <a:gd name="T12" fmla="*/ 94 w 188"/>
              <a:gd name="T13" fmla="*/ 20 h 188"/>
              <a:gd name="T14" fmla="*/ 104 w 188"/>
              <a:gd name="T15" fmla="*/ 30 h 188"/>
              <a:gd name="T16" fmla="*/ 94 w 188"/>
              <a:gd name="T17" fmla="*/ 40 h 188"/>
              <a:gd name="T18" fmla="*/ 84 w 188"/>
              <a:gd name="T19" fmla="*/ 30 h 188"/>
              <a:gd name="T20" fmla="*/ 20 w 188"/>
              <a:gd name="T21" fmla="*/ 94 h 188"/>
              <a:gd name="T22" fmla="*/ 30 w 188"/>
              <a:gd name="T23" fmla="*/ 84 h 188"/>
              <a:gd name="T24" fmla="*/ 40 w 188"/>
              <a:gd name="T25" fmla="*/ 94 h 188"/>
              <a:gd name="T26" fmla="*/ 30 w 188"/>
              <a:gd name="T27" fmla="*/ 104 h 188"/>
              <a:gd name="T28" fmla="*/ 20 w 188"/>
              <a:gd name="T29" fmla="*/ 94 h 188"/>
              <a:gd name="T30" fmla="*/ 148 w 188"/>
              <a:gd name="T31" fmla="*/ 94 h 188"/>
              <a:gd name="T32" fmla="*/ 158 w 188"/>
              <a:gd name="T33" fmla="*/ 84 h 188"/>
              <a:gd name="T34" fmla="*/ 168 w 188"/>
              <a:gd name="T35" fmla="*/ 94 h 188"/>
              <a:gd name="T36" fmla="*/ 158 w 188"/>
              <a:gd name="T37" fmla="*/ 104 h 188"/>
              <a:gd name="T38" fmla="*/ 148 w 188"/>
              <a:gd name="T39" fmla="*/ 94 h 188"/>
              <a:gd name="T40" fmla="*/ 84 w 188"/>
              <a:gd name="T41" fmla="*/ 158 h 188"/>
              <a:gd name="T42" fmla="*/ 94 w 188"/>
              <a:gd name="T43" fmla="*/ 148 h 188"/>
              <a:gd name="T44" fmla="*/ 104 w 188"/>
              <a:gd name="T45" fmla="*/ 158 h 188"/>
              <a:gd name="T46" fmla="*/ 94 w 188"/>
              <a:gd name="T47" fmla="*/ 168 h 188"/>
              <a:gd name="T48" fmla="*/ 84 w 188"/>
              <a:gd name="T49" fmla="*/ 158 h 188"/>
              <a:gd name="T50" fmla="*/ 79 w 188"/>
              <a:gd name="T51" fmla="*/ 99 h 188"/>
              <a:gd name="T52" fmla="*/ 50 w 188"/>
              <a:gd name="T53" fmla="*/ 69 h 188"/>
              <a:gd name="T54" fmla="*/ 50 w 188"/>
              <a:gd name="T55" fmla="*/ 58 h 188"/>
              <a:gd name="T56" fmla="*/ 61 w 188"/>
              <a:gd name="T57" fmla="*/ 58 h 188"/>
              <a:gd name="T58" fmla="*/ 88 w 188"/>
              <a:gd name="T59" fmla="*/ 85 h 188"/>
              <a:gd name="T60" fmla="*/ 96 w 188"/>
              <a:gd name="T61" fmla="*/ 85 h 188"/>
              <a:gd name="T62" fmla="*/ 135 w 188"/>
              <a:gd name="T63" fmla="*/ 46 h 188"/>
              <a:gd name="T64" fmla="*/ 146 w 188"/>
              <a:gd name="T65" fmla="*/ 46 h 188"/>
              <a:gd name="T66" fmla="*/ 146 w 188"/>
              <a:gd name="T67" fmla="*/ 57 h 188"/>
              <a:gd name="T68" fmla="*/ 105 w 188"/>
              <a:gd name="T69" fmla="*/ 99 h 188"/>
              <a:gd name="T70" fmla="*/ 92 w 188"/>
              <a:gd name="T71" fmla="*/ 104 h 188"/>
              <a:gd name="T72" fmla="*/ 79 w 188"/>
              <a:gd name="T73" fmla="*/ 99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8" h="188">
                <a:moveTo>
                  <a:pt x="0" y="94"/>
                </a:moveTo>
                <a:cubicBezTo>
                  <a:pt x="0" y="146"/>
                  <a:pt x="42" y="188"/>
                  <a:pt x="94" y="188"/>
                </a:cubicBezTo>
                <a:cubicBezTo>
                  <a:pt x="146" y="188"/>
                  <a:pt x="188" y="146"/>
                  <a:pt x="188" y="94"/>
                </a:cubicBezTo>
                <a:cubicBezTo>
                  <a:pt x="188" y="42"/>
                  <a:pt x="146" y="0"/>
                  <a:pt x="94" y="0"/>
                </a:cubicBezTo>
                <a:cubicBezTo>
                  <a:pt x="42" y="0"/>
                  <a:pt x="0" y="42"/>
                  <a:pt x="0" y="94"/>
                </a:cubicBezTo>
                <a:close/>
                <a:moveTo>
                  <a:pt x="84" y="30"/>
                </a:moveTo>
                <a:cubicBezTo>
                  <a:pt x="84" y="24"/>
                  <a:pt x="88" y="20"/>
                  <a:pt x="94" y="20"/>
                </a:cubicBezTo>
                <a:cubicBezTo>
                  <a:pt x="100" y="20"/>
                  <a:pt x="104" y="24"/>
                  <a:pt x="104" y="30"/>
                </a:cubicBezTo>
                <a:cubicBezTo>
                  <a:pt x="104" y="36"/>
                  <a:pt x="100" y="40"/>
                  <a:pt x="94" y="40"/>
                </a:cubicBezTo>
                <a:cubicBezTo>
                  <a:pt x="88" y="40"/>
                  <a:pt x="84" y="36"/>
                  <a:pt x="84" y="30"/>
                </a:cubicBezTo>
                <a:close/>
                <a:moveTo>
                  <a:pt x="20" y="94"/>
                </a:moveTo>
                <a:cubicBezTo>
                  <a:pt x="20" y="88"/>
                  <a:pt x="24" y="84"/>
                  <a:pt x="30" y="84"/>
                </a:cubicBezTo>
                <a:cubicBezTo>
                  <a:pt x="36" y="84"/>
                  <a:pt x="40" y="88"/>
                  <a:pt x="40" y="94"/>
                </a:cubicBezTo>
                <a:cubicBezTo>
                  <a:pt x="40" y="100"/>
                  <a:pt x="36" y="104"/>
                  <a:pt x="30" y="104"/>
                </a:cubicBezTo>
                <a:cubicBezTo>
                  <a:pt x="24" y="104"/>
                  <a:pt x="20" y="100"/>
                  <a:pt x="20" y="94"/>
                </a:cubicBezTo>
                <a:close/>
                <a:moveTo>
                  <a:pt x="148" y="94"/>
                </a:moveTo>
                <a:cubicBezTo>
                  <a:pt x="148" y="88"/>
                  <a:pt x="152" y="84"/>
                  <a:pt x="158" y="84"/>
                </a:cubicBezTo>
                <a:cubicBezTo>
                  <a:pt x="164" y="84"/>
                  <a:pt x="168" y="88"/>
                  <a:pt x="168" y="94"/>
                </a:cubicBezTo>
                <a:cubicBezTo>
                  <a:pt x="168" y="100"/>
                  <a:pt x="164" y="104"/>
                  <a:pt x="158" y="104"/>
                </a:cubicBezTo>
                <a:cubicBezTo>
                  <a:pt x="152" y="104"/>
                  <a:pt x="148" y="100"/>
                  <a:pt x="148" y="94"/>
                </a:cubicBezTo>
                <a:close/>
                <a:moveTo>
                  <a:pt x="84" y="158"/>
                </a:moveTo>
                <a:cubicBezTo>
                  <a:pt x="84" y="152"/>
                  <a:pt x="88" y="148"/>
                  <a:pt x="94" y="148"/>
                </a:cubicBezTo>
                <a:cubicBezTo>
                  <a:pt x="100" y="148"/>
                  <a:pt x="104" y="152"/>
                  <a:pt x="104" y="158"/>
                </a:cubicBezTo>
                <a:cubicBezTo>
                  <a:pt x="104" y="164"/>
                  <a:pt x="100" y="168"/>
                  <a:pt x="94" y="168"/>
                </a:cubicBezTo>
                <a:cubicBezTo>
                  <a:pt x="88" y="168"/>
                  <a:pt x="84" y="164"/>
                  <a:pt x="84" y="158"/>
                </a:cubicBezTo>
                <a:close/>
                <a:moveTo>
                  <a:pt x="79" y="99"/>
                </a:moveTo>
                <a:cubicBezTo>
                  <a:pt x="77" y="97"/>
                  <a:pt x="50" y="69"/>
                  <a:pt x="50" y="69"/>
                </a:cubicBezTo>
                <a:cubicBezTo>
                  <a:pt x="47" y="66"/>
                  <a:pt x="47" y="61"/>
                  <a:pt x="50" y="58"/>
                </a:cubicBezTo>
                <a:cubicBezTo>
                  <a:pt x="53" y="55"/>
                  <a:pt x="58" y="55"/>
                  <a:pt x="61" y="58"/>
                </a:cubicBezTo>
                <a:cubicBezTo>
                  <a:pt x="88" y="85"/>
                  <a:pt x="88" y="85"/>
                  <a:pt x="88" y="85"/>
                </a:cubicBezTo>
                <a:cubicBezTo>
                  <a:pt x="90" y="87"/>
                  <a:pt x="94" y="87"/>
                  <a:pt x="96" y="85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138" y="43"/>
                  <a:pt x="143" y="43"/>
                  <a:pt x="146" y="46"/>
                </a:cubicBezTo>
                <a:cubicBezTo>
                  <a:pt x="149" y="49"/>
                  <a:pt x="149" y="54"/>
                  <a:pt x="146" y="57"/>
                </a:cubicBezTo>
                <a:cubicBezTo>
                  <a:pt x="146" y="57"/>
                  <a:pt x="107" y="97"/>
                  <a:pt x="105" y="99"/>
                </a:cubicBezTo>
                <a:cubicBezTo>
                  <a:pt x="101" y="102"/>
                  <a:pt x="97" y="104"/>
                  <a:pt x="92" y="104"/>
                </a:cubicBezTo>
                <a:cubicBezTo>
                  <a:pt x="87" y="104"/>
                  <a:pt x="83" y="102"/>
                  <a:pt x="79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5EADA719-34CE-497E-8A57-774D16E343D8}"/>
              </a:ext>
            </a:extLst>
          </p:cNvPr>
          <p:cNvSpPr>
            <a:spLocks noEditPoints="1"/>
          </p:cNvSpPr>
          <p:nvPr/>
        </p:nvSpPr>
        <p:spPr bwMode="auto">
          <a:xfrm>
            <a:off x="5666582" y="5374481"/>
            <a:ext cx="169863" cy="312737"/>
          </a:xfrm>
          <a:custGeom>
            <a:avLst/>
            <a:gdLst>
              <a:gd name="T0" fmla="*/ 20 w 104"/>
              <a:gd name="T1" fmla="*/ 32 h 192"/>
              <a:gd name="T2" fmla="*/ 52 w 104"/>
              <a:gd name="T3" fmla="*/ 64 h 192"/>
              <a:gd name="T4" fmla="*/ 84 w 104"/>
              <a:gd name="T5" fmla="*/ 32 h 192"/>
              <a:gd name="T6" fmla="*/ 52 w 104"/>
              <a:gd name="T7" fmla="*/ 0 h 192"/>
              <a:gd name="T8" fmla="*/ 20 w 104"/>
              <a:gd name="T9" fmla="*/ 32 h 192"/>
              <a:gd name="T10" fmla="*/ 20 w 104"/>
              <a:gd name="T11" fmla="*/ 100 h 192"/>
              <a:gd name="T12" fmla="*/ 20 w 104"/>
              <a:gd name="T13" fmla="*/ 172 h 192"/>
              <a:gd name="T14" fmla="*/ 10 w 104"/>
              <a:gd name="T15" fmla="*/ 172 h 192"/>
              <a:gd name="T16" fmla="*/ 0 w 104"/>
              <a:gd name="T17" fmla="*/ 182 h 192"/>
              <a:gd name="T18" fmla="*/ 10 w 104"/>
              <a:gd name="T19" fmla="*/ 192 h 192"/>
              <a:gd name="T20" fmla="*/ 94 w 104"/>
              <a:gd name="T21" fmla="*/ 192 h 192"/>
              <a:gd name="T22" fmla="*/ 104 w 104"/>
              <a:gd name="T23" fmla="*/ 182 h 192"/>
              <a:gd name="T24" fmla="*/ 94 w 104"/>
              <a:gd name="T25" fmla="*/ 172 h 192"/>
              <a:gd name="T26" fmla="*/ 84 w 104"/>
              <a:gd name="T27" fmla="*/ 172 h 192"/>
              <a:gd name="T28" fmla="*/ 84 w 104"/>
              <a:gd name="T29" fmla="*/ 89 h 192"/>
              <a:gd name="T30" fmla="*/ 75 w 104"/>
              <a:gd name="T31" fmla="*/ 80 h 192"/>
              <a:gd name="T32" fmla="*/ 10 w 104"/>
              <a:gd name="T33" fmla="*/ 80 h 192"/>
              <a:gd name="T34" fmla="*/ 0 w 104"/>
              <a:gd name="T35" fmla="*/ 90 h 192"/>
              <a:gd name="T36" fmla="*/ 10 w 104"/>
              <a:gd name="T37" fmla="*/ 100 h 192"/>
              <a:gd name="T38" fmla="*/ 20 w 104"/>
              <a:gd name="T39" fmla="*/ 10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92">
                <a:moveTo>
                  <a:pt x="20" y="32"/>
                </a:moveTo>
                <a:cubicBezTo>
                  <a:pt x="20" y="50"/>
                  <a:pt x="34" y="64"/>
                  <a:pt x="52" y="64"/>
                </a:cubicBezTo>
                <a:cubicBezTo>
                  <a:pt x="70" y="64"/>
                  <a:pt x="84" y="50"/>
                  <a:pt x="84" y="32"/>
                </a:cubicBezTo>
                <a:cubicBezTo>
                  <a:pt x="84" y="14"/>
                  <a:pt x="70" y="0"/>
                  <a:pt x="52" y="0"/>
                </a:cubicBezTo>
                <a:cubicBezTo>
                  <a:pt x="34" y="0"/>
                  <a:pt x="20" y="14"/>
                  <a:pt x="20" y="32"/>
                </a:cubicBezTo>
                <a:close/>
                <a:moveTo>
                  <a:pt x="20" y="100"/>
                </a:moveTo>
                <a:cubicBezTo>
                  <a:pt x="20" y="172"/>
                  <a:pt x="20" y="172"/>
                  <a:pt x="2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4" y="172"/>
                  <a:pt x="0" y="176"/>
                  <a:pt x="0" y="182"/>
                </a:cubicBezTo>
                <a:cubicBezTo>
                  <a:pt x="0" y="188"/>
                  <a:pt x="4" y="192"/>
                  <a:pt x="10" y="192"/>
                </a:cubicBezTo>
                <a:cubicBezTo>
                  <a:pt x="94" y="192"/>
                  <a:pt x="94" y="192"/>
                  <a:pt x="94" y="192"/>
                </a:cubicBezTo>
                <a:cubicBezTo>
                  <a:pt x="100" y="192"/>
                  <a:pt x="104" y="188"/>
                  <a:pt x="104" y="182"/>
                </a:cubicBezTo>
                <a:cubicBezTo>
                  <a:pt x="104" y="176"/>
                  <a:pt x="100" y="172"/>
                  <a:pt x="94" y="172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4"/>
                  <a:pt x="80" y="80"/>
                  <a:pt x="75" y="80"/>
                </a:cubicBezTo>
                <a:cubicBezTo>
                  <a:pt x="10" y="80"/>
                  <a:pt x="10" y="80"/>
                  <a:pt x="10" y="80"/>
                </a:cubicBezTo>
                <a:cubicBezTo>
                  <a:pt x="4" y="80"/>
                  <a:pt x="0" y="84"/>
                  <a:pt x="0" y="90"/>
                </a:cubicBezTo>
                <a:cubicBezTo>
                  <a:pt x="0" y="96"/>
                  <a:pt x="4" y="100"/>
                  <a:pt x="10" y="100"/>
                </a:cubicBezTo>
                <a:lnTo>
                  <a:pt x="20" y="1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1205A834-1B73-485D-BCCF-29807380028D}"/>
              </a:ext>
            </a:extLst>
          </p:cNvPr>
          <p:cNvSpPr>
            <a:spLocks noEditPoints="1"/>
          </p:cNvSpPr>
          <p:nvPr/>
        </p:nvSpPr>
        <p:spPr bwMode="auto">
          <a:xfrm>
            <a:off x="4895057" y="5374481"/>
            <a:ext cx="296863" cy="314325"/>
          </a:xfrm>
          <a:custGeom>
            <a:avLst/>
            <a:gdLst>
              <a:gd name="T0" fmla="*/ 7 w 182"/>
              <a:gd name="T1" fmla="*/ 153 h 193"/>
              <a:gd name="T2" fmla="*/ 7 w 182"/>
              <a:gd name="T3" fmla="*/ 175 h 193"/>
              <a:gd name="T4" fmla="*/ 29 w 182"/>
              <a:gd name="T5" fmla="*/ 175 h 193"/>
              <a:gd name="T6" fmla="*/ 34 w 182"/>
              <a:gd name="T7" fmla="*/ 171 h 193"/>
              <a:gd name="T8" fmla="*/ 52 w 182"/>
              <a:gd name="T9" fmla="*/ 190 h 193"/>
              <a:gd name="T10" fmla="*/ 64 w 182"/>
              <a:gd name="T11" fmla="*/ 190 h 193"/>
              <a:gd name="T12" fmla="*/ 92 w 182"/>
              <a:gd name="T13" fmla="*/ 162 h 193"/>
              <a:gd name="T14" fmla="*/ 92 w 182"/>
              <a:gd name="T15" fmla="*/ 150 h 193"/>
              <a:gd name="T16" fmla="*/ 73 w 182"/>
              <a:gd name="T17" fmla="*/ 132 h 193"/>
              <a:gd name="T18" fmla="*/ 106 w 182"/>
              <a:gd name="T19" fmla="*/ 98 h 193"/>
              <a:gd name="T20" fmla="*/ 130 w 182"/>
              <a:gd name="T21" fmla="*/ 104 h 193"/>
              <a:gd name="T22" fmla="*/ 182 w 182"/>
              <a:gd name="T23" fmla="*/ 52 h 193"/>
              <a:gd name="T24" fmla="*/ 130 w 182"/>
              <a:gd name="T25" fmla="*/ 0 h 193"/>
              <a:gd name="T26" fmla="*/ 78 w 182"/>
              <a:gd name="T27" fmla="*/ 52 h 193"/>
              <a:gd name="T28" fmla="*/ 84 w 182"/>
              <a:gd name="T29" fmla="*/ 76 h 193"/>
              <a:gd name="T30" fmla="*/ 7 w 182"/>
              <a:gd name="T31" fmla="*/ 153 h 193"/>
              <a:gd name="T32" fmla="*/ 110 w 182"/>
              <a:gd name="T33" fmla="*/ 52 h 193"/>
              <a:gd name="T34" fmla="*/ 130 w 182"/>
              <a:gd name="T35" fmla="*/ 32 h 193"/>
              <a:gd name="T36" fmla="*/ 150 w 182"/>
              <a:gd name="T37" fmla="*/ 52 h 193"/>
              <a:gd name="T38" fmla="*/ 130 w 182"/>
              <a:gd name="T39" fmla="*/ 72 h 193"/>
              <a:gd name="T40" fmla="*/ 110 w 182"/>
              <a:gd name="T41" fmla="*/ 52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2" h="193">
                <a:moveTo>
                  <a:pt x="7" y="153"/>
                </a:moveTo>
                <a:cubicBezTo>
                  <a:pt x="0" y="159"/>
                  <a:pt x="0" y="169"/>
                  <a:pt x="7" y="175"/>
                </a:cubicBezTo>
                <a:cubicBezTo>
                  <a:pt x="13" y="182"/>
                  <a:pt x="23" y="182"/>
                  <a:pt x="29" y="175"/>
                </a:cubicBezTo>
                <a:cubicBezTo>
                  <a:pt x="34" y="171"/>
                  <a:pt x="34" y="171"/>
                  <a:pt x="34" y="171"/>
                </a:cubicBezTo>
                <a:cubicBezTo>
                  <a:pt x="52" y="190"/>
                  <a:pt x="52" y="190"/>
                  <a:pt x="52" y="190"/>
                </a:cubicBezTo>
                <a:cubicBezTo>
                  <a:pt x="55" y="193"/>
                  <a:pt x="61" y="193"/>
                  <a:pt x="64" y="190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95" y="159"/>
                  <a:pt x="95" y="153"/>
                  <a:pt x="92" y="150"/>
                </a:cubicBezTo>
                <a:cubicBezTo>
                  <a:pt x="73" y="132"/>
                  <a:pt x="73" y="132"/>
                  <a:pt x="73" y="132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3" y="102"/>
                  <a:pt x="121" y="104"/>
                  <a:pt x="130" y="104"/>
                </a:cubicBezTo>
                <a:cubicBezTo>
                  <a:pt x="159" y="104"/>
                  <a:pt x="182" y="81"/>
                  <a:pt x="182" y="52"/>
                </a:cubicBezTo>
                <a:cubicBezTo>
                  <a:pt x="182" y="23"/>
                  <a:pt x="159" y="0"/>
                  <a:pt x="130" y="0"/>
                </a:cubicBezTo>
                <a:cubicBezTo>
                  <a:pt x="101" y="0"/>
                  <a:pt x="78" y="23"/>
                  <a:pt x="78" y="52"/>
                </a:cubicBezTo>
                <a:cubicBezTo>
                  <a:pt x="78" y="61"/>
                  <a:pt x="80" y="69"/>
                  <a:pt x="84" y="76"/>
                </a:cubicBezTo>
                <a:lnTo>
                  <a:pt x="7" y="153"/>
                </a:lnTo>
                <a:close/>
                <a:moveTo>
                  <a:pt x="110" y="52"/>
                </a:moveTo>
                <a:cubicBezTo>
                  <a:pt x="110" y="41"/>
                  <a:pt x="119" y="32"/>
                  <a:pt x="130" y="32"/>
                </a:cubicBezTo>
                <a:cubicBezTo>
                  <a:pt x="141" y="32"/>
                  <a:pt x="150" y="41"/>
                  <a:pt x="150" y="52"/>
                </a:cubicBezTo>
                <a:cubicBezTo>
                  <a:pt x="150" y="63"/>
                  <a:pt x="141" y="72"/>
                  <a:pt x="130" y="72"/>
                </a:cubicBezTo>
                <a:cubicBezTo>
                  <a:pt x="119" y="72"/>
                  <a:pt x="110" y="63"/>
                  <a:pt x="110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59B46E89-9E10-4DC8-B9BF-52266F8F683B}"/>
              </a:ext>
            </a:extLst>
          </p:cNvPr>
          <p:cNvSpPr>
            <a:spLocks noEditPoints="1"/>
          </p:cNvSpPr>
          <p:nvPr/>
        </p:nvSpPr>
        <p:spPr bwMode="auto">
          <a:xfrm>
            <a:off x="4215607" y="5374481"/>
            <a:ext cx="260350" cy="312737"/>
          </a:xfrm>
          <a:custGeom>
            <a:avLst/>
            <a:gdLst>
              <a:gd name="T0" fmla="*/ 0 w 160"/>
              <a:gd name="T1" fmla="*/ 176 h 192"/>
              <a:gd name="T2" fmla="*/ 16 w 160"/>
              <a:gd name="T3" fmla="*/ 192 h 192"/>
              <a:gd name="T4" fmla="*/ 144 w 160"/>
              <a:gd name="T5" fmla="*/ 192 h 192"/>
              <a:gd name="T6" fmla="*/ 160 w 160"/>
              <a:gd name="T7" fmla="*/ 176 h 192"/>
              <a:gd name="T8" fmla="*/ 160 w 160"/>
              <a:gd name="T9" fmla="*/ 96 h 192"/>
              <a:gd name="T10" fmla="*/ 144 w 160"/>
              <a:gd name="T11" fmla="*/ 80 h 192"/>
              <a:gd name="T12" fmla="*/ 48 w 160"/>
              <a:gd name="T13" fmla="*/ 80 h 192"/>
              <a:gd name="T14" fmla="*/ 48 w 160"/>
              <a:gd name="T15" fmla="*/ 52 h 192"/>
              <a:gd name="T16" fmla="*/ 80 w 160"/>
              <a:gd name="T17" fmla="*/ 20 h 192"/>
              <a:gd name="T18" fmla="*/ 112 w 160"/>
              <a:gd name="T19" fmla="*/ 52 h 192"/>
              <a:gd name="T20" fmla="*/ 112 w 160"/>
              <a:gd name="T21" fmla="*/ 54 h 192"/>
              <a:gd name="T22" fmla="*/ 122 w 160"/>
              <a:gd name="T23" fmla="*/ 64 h 192"/>
              <a:gd name="T24" fmla="*/ 132 w 160"/>
              <a:gd name="T25" fmla="*/ 54 h 192"/>
              <a:gd name="T26" fmla="*/ 132 w 160"/>
              <a:gd name="T27" fmla="*/ 52 h 192"/>
              <a:gd name="T28" fmla="*/ 80 w 160"/>
              <a:gd name="T29" fmla="*/ 0 h 192"/>
              <a:gd name="T30" fmla="*/ 28 w 160"/>
              <a:gd name="T31" fmla="*/ 52 h 192"/>
              <a:gd name="T32" fmla="*/ 28 w 160"/>
              <a:gd name="T33" fmla="*/ 80 h 192"/>
              <a:gd name="T34" fmla="*/ 16 w 160"/>
              <a:gd name="T35" fmla="*/ 80 h 192"/>
              <a:gd name="T36" fmla="*/ 0 w 160"/>
              <a:gd name="T37" fmla="*/ 96 h 192"/>
              <a:gd name="T38" fmla="*/ 0 w 160"/>
              <a:gd name="T39" fmla="*/ 176 h 192"/>
              <a:gd name="T40" fmla="*/ 64 w 160"/>
              <a:gd name="T41" fmla="*/ 124 h 192"/>
              <a:gd name="T42" fmla="*/ 80 w 160"/>
              <a:gd name="T43" fmla="*/ 108 h 192"/>
              <a:gd name="T44" fmla="*/ 96 w 160"/>
              <a:gd name="T45" fmla="*/ 124 h 192"/>
              <a:gd name="T46" fmla="*/ 89 w 160"/>
              <a:gd name="T47" fmla="*/ 137 h 192"/>
              <a:gd name="T48" fmla="*/ 92 w 160"/>
              <a:gd name="T49" fmla="*/ 158 h 192"/>
              <a:gd name="T50" fmla="*/ 86 w 160"/>
              <a:gd name="T51" fmla="*/ 164 h 192"/>
              <a:gd name="T52" fmla="*/ 74 w 160"/>
              <a:gd name="T53" fmla="*/ 164 h 192"/>
              <a:gd name="T54" fmla="*/ 68 w 160"/>
              <a:gd name="T55" fmla="*/ 158 h 192"/>
              <a:gd name="T56" fmla="*/ 71 w 160"/>
              <a:gd name="T57" fmla="*/ 137 h 192"/>
              <a:gd name="T58" fmla="*/ 64 w 160"/>
              <a:gd name="T59" fmla="*/ 1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53" y="192"/>
                  <a:pt x="160" y="185"/>
                  <a:pt x="160" y="17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87"/>
                  <a:pt x="153" y="80"/>
                  <a:pt x="144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34"/>
                  <a:pt x="62" y="20"/>
                  <a:pt x="80" y="20"/>
                </a:cubicBezTo>
                <a:cubicBezTo>
                  <a:pt x="98" y="20"/>
                  <a:pt x="112" y="34"/>
                  <a:pt x="112" y="52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2" y="60"/>
                  <a:pt x="116" y="64"/>
                  <a:pt x="122" y="64"/>
                </a:cubicBezTo>
                <a:cubicBezTo>
                  <a:pt x="128" y="64"/>
                  <a:pt x="132" y="60"/>
                  <a:pt x="132" y="54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23"/>
                  <a:pt x="109" y="0"/>
                  <a:pt x="80" y="0"/>
                </a:cubicBezTo>
                <a:cubicBezTo>
                  <a:pt x="51" y="0"/>
                  <a:pt x="28" y="23"/>
                  <a:pt x="28" y="52"/>
                </a:cubicBezTo>
                <a:cubicBezTo>
                  <a:pt x="28" y="80"/>
                  <a:pt x="28" y="80"/>
                  <a:pt x="28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lnTo>
                  <a:pt x="0" y="176"/>
                </a:lnTo>
                <a:close/>
                <a:moveTo>
                  <a:pt x="64" y="124"/>
                </a:moveTo>
                <a:cubicBezTo>
                  <a:pt x="64" y="115"/>
                  <a:pt x="71" y="108"/>
                  <a:pt x="80" y="108"/>
                </a:cubicBezTo>
                <a:cubicBezTo>
                  <a:pt x="89" y="108"/>
                  <a:pt x="96" y="115"/>
                  <a:pt x="96" y="124"/>
                </a:cubicBezTo>
                <a:cubicBezTo>
                  <a:pt x="96" y="130"/>
                  <a:pt x="93" y="135"/>
                  <a:pt x="89" y="137"/>
                </a:cubicBezTo>
                <a:cubicBezTo>
                  <a:pt x="89" y="137"/>
                  <a:pt x="90" y="147"/>
                  <a:pt x="92" y="158"/>
                </a:cubicBezTo>
                <a:cubicBezTo>
                  <a:pt x="92" y="161"/>
                  <a:pt x="89" y="164"/>
                  <a:pt x="86" y="164"/>
                </a:cubicBezTo>
                <a:cubicBezTo>
                  <a:pt x="74" y="164"/>
                  <a:pt x="74" y="164"/>
                  <a:pt x="74" y="164"/>
                </a:cubicBezTo>
                <a:cubicBezTo>
                  <a:pt x="71" y="164"/>
                  <a:pt x="68" y="161"/>
                  <a:pt x="68" y="158"/>
                </a:cubicBezTo>
                <a:cubicBezTo>
                  <a:pt x="71" y="137"/>
                  <a:pt x="71" y="137"/>
                  <a:pt x="71" y="137"/>
                </a:cubicBezTo>
                <a:cubicBezTo>
                  <a:pt x="67" y="135"/>
                  <a:pt x="64" y="130"/>
                  <a:pt x="64" y="1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352771FC-11E3-4DC8-BD14-BD450D9AC477}"/>
              </a:ext>
            </a:extLst>
          </p:cNvPr>
          <p:cNvSpPr>
            <a:spLocks noEditPoints="1"/>
          </p:cNvSpPr>
          <p:nvPr/>
        </p:nvSpPr>
        <p:spPr bwMode="auto">
          <a:xfrm>
            <a:off x="3512344" y="5374481"/>
            <a:ext cx="260350" cy="312737"/>
          </a:xfrm>
          <a:custGeom>
            <a:avLst/>
            <a:gdLst>
              <a:gd name="T0" fmla="*/ 28 w 160"/>
              <a:gd name="T1" fmla="*/ 52 h 192"/>
              <a:gd name="T2" fmla="*/ 28 w 160"/>
              <a:gd name="T3" fmla="*/ 80 h 192"/>
              <a:gd name="T4" fmla="*/ 16 w 160"/>
              <a:gd name="T5" fmla="*/ 80 h 192"/>
              <a:gd name="T6" fmla="*/ 0 w 160"/>
              <a:gd name="T7" fmla="*/ 96 h 192"/>
              <a:gd name="T8" fmla="*/ 0 w 160"/>
              <a:gd name="T9" fmla="*/ 176 h 192"/>
              <a:gd name="T10" fmla="*/ 16 w 160"/>
              <a:gd name="T11" fmla="*/ 192 h 192"/>
              <a:gd name="T12" fmla="*/ 144 w 160"/>
              <a:gd name="T13" fmla="*/ 192 h 192"/>
              <a:gd name="T14" fmla="*/ 160 w 160"/>
              <a:gd name="T15" fmla="*/ 176 h 192"/>
              <a:gd name="T16" fmla="*/ 160 w 160"/>
              <a:gd name="T17" fmla="*/ 96 h 192"/>
              <a:gd name="T18" fmla="*/ 144 w 160"/>
              <a:gd name="T19" fmla="*/ 80 h 192"/>
              <a:gd name="T20" fmla="*/ 132 w 160"/>
              <a:gd name="T21" fmla="*/ 80 h 192"/>
              <a:gd name="T22" fmla="*/ 132 w 160"/>
              <a:gd name="T23" fmla="*/ 52 h 192"/>
              <a:gd name="T24" fmla="*/ 80 w 160"/>
              <a:gd name="T25" fmla="*/ 0 h 192"/>
              <a:gd name="T26" fmla="*/ 28 w 160"/>
              <a:gd name="T27" fmla="*/ 52 h 192"/>
              <a:gd name="T28" fmla="*/ 48 w 160"/>
              <a:gd name="T29" fmla="*/ 80 h 192"/>
              <a:gd name="T30" fmla="*/ 48 w 160"/>
              <a:gd name="T31" fmla="*/ 52 h 192"/>
              <a:gd name="T32" fmla="*/ 80 w 160"/>
              <a:gd name="T33" fmla="*/ 20 h 192"/>
              <a:gd name="T34" fmla="*/ 112 w 160"/>
              <a:gd name="T35" fmla="*/ 52 h 192"/>
              <a:gd name="T36" fmla="*/ 112 w 160"/>
              <a:gd name="T37" fmla="*/ 80 h 192"/>
              <a:gd name="T38" fmla="*/ 48 w 160"/>
              <a:gd name="T39" fmla="*/ 80 h 192"/>
              <a:gd name="T40" fmla="*/ 64 w 160"/>
              <a:gd name="T41" fmla="*/ 124 h 192"/>
              <a:gd name="T42" fmla="*/ 80 w 160"/>
              <a:gd name="T43" fmla="*/ 108 h 192"/>
              <a:gd name="T44" fmla="*/ 96 w 160"/>
              <a:gd name="T45" fmla="*/ 124 h 192"/>
              <a:gd name="T46" fmla="*/ 89 w 160"/>
              <a:gd name="T47" fmla="*/ 137 h 192"/>
              <a:gd name="T48" fmla="*/ 92 w 160"/>
              <a:gd name="T49" fmla="*/ 158 h 192"/>
              <a:gd name="T50" fmla="*/ 86 w 160"/>
              <a:gd name="T51" fmla="*/ 164 h 192"/>
              <a:gd name="T52" fmla="*/ 74 w 160"/>
              <a:gd name="T53" fmla="*/ 164 h 192"/>
              <a:gd name="T54" fmla="*/ 68 w 160"/>
              <a:gd name="T55" fmla="*/ 158 h 192"/>
              <a:gd name="T56" fmla="*/ 71 w 160"/>
              <a:gd name="T57" fmla="*/ 137 h 192"/>
              <a:gd name="T58" fmla="*/ 64 w 160"/>
              <a:gd name="T59" fmla="*/ 1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92">
                <a:moveTo>
                  <a:pt x="28" y="52"/>
                </a:moveTo>
                <a:cubicBezTo>
                  <a:pt x="28" y="80"/>
                  <a:pt x="28" y="80"/>
                  <a:pt x="28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53" y="192"/>
                  <a:pt x="160" y="185"/>
                  <a:pt x="160" y="17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87"/>
                  <a:pt x="153" y="80"/>
                  <a:pt x="144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23"/>
                  <a:pt x="109" y="0"/>
                  <a:pt x="80" y="0"/>
                </a:cubicBezTo>
                <a:cubicBezTo>
                  <a:pt x="51" y="0"/>
                  <a:pt x="28" y="23"/>
                  <a:pt x="28" y="52"/>
                </a:cubicBezTo>
                <a:close/>
                <a:moveTo>
                  <a:pt x="48" y="8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34"/>
                  <a:pt x="62" y="20"/>
                  <a:pt x="80" y="20"/>
                </a:cubicBezTo>
                <a:cubicBezTo>
                  <a:pt x="98" y="20"/>
                  <a:pt x="112" y="34"/>
                  <a:pt x="112" y="52"/>
                </a:cubicBezTo>
                <a:cubicBezTo>
                  <a:pt x="112" y="80"/>
                  <a:pt x="112" y="80"/>
                  <a:pt x="112" y="80"/>
                </a:cubicBezTo>
                <a:lnTo>
                  <a:pt x="48" y="80"/>
                </a:lnTo>
                <a:close/>
                <a:moveTo>
                  <a:pt x="64" y="124"/>
                </a:moveTo>
                <a:cubicBezTo>
                  <a:pt x="64" y="115"/>
                  <a:pt x="71" y="108"/>
                  <a:pt x="80" y="108"/>
                </a:cubicBezTo>
                <a:cubicBezTo>
                  <a:pt x="89" y="108"/>
                  <a:pt x="96" y="115"/>
                  <a:pt x="96" y="124"/>
                </a:cubicBezTo>
                <a:cubicBezTo>
                  <a:pt x="96" y="130"/>
                  <a:pt x="93" y="135"/>
                  <a:pt x="89" y="137"/>
                </a:cubicBezTo>
                <a:cubicBezTo>
                  <a:pt x="89" y="137"/>
                  <a:pt x="90" y="147"/>
                  <a:pt x="92" y="158"/>
                </a:cubicBezTo>
                <a:cubicBezTo>
                  <a:pt x="92" y="161"/>
                  <a:pt x="89" y="164"/>
                  <a:pt x="86" y="164"/>
                </a:cubicBezTo>
                <a:cubicBezTo>
                  <a:pt x="74" y="164"/>
                  <a:pt x="74" y="164"/>
                  <a:pt x="74" y="164"/>
                </a:cubicBezTo>
                <a:cubicBezTo>
                  <a:pt x="71" y="164"/>
                  <a:pt x="68" y="161"/>
                  <a:pt x="68" y="158"/>
                </a:cubicBezTo>
                <a:cubicBezTo>
                  <a:pt x="71" y="137"/>
                  <a:pt x="71" y="137"/>
                  <a:pt x="71" y="137"/>
                </a:cubicBezTo>
                <a:cubicBezTo>
                  <a:pt x="67" y="135"/>
                  <a:pt x="64" y="130"/>
                  <a:pt x="64" y="1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F1F419F2-9A53-4EBE-A9DB-CDE8A278D409}"/>
              </a:ext>
            </a:extLst>
          </p:cNvPr>
          <p:cNvSpPr>
            <a:spLocks noEditPoints="1"/>
          </p:cNvSpPr>
          <p:nvPr/>
        </p:nvSpPr>
        <p:spPr bwMode="auto">
          <a:xfrm>
            <a:off x="2783682" y="5374481"/>
            <a:ext cx="304800" cy="312737"/>
          </a:xfrm>
          <a:custGeom>
            <a:avLst/>
            <a:gdLst>
              <a:gd name="T0" fmla="*/ 0 w 188"/>
              <a:gd name="T1" fmla="*/ 182 h 192"/>
              <a:gd name="T2" fmla="*/ 10 w 188"/>
              <a:gd name="T3" fmla="*/ 192 h 192"/>
              <a:gd name="T4" fmla="*/ 178 w 188"/>
              <a:gd name="T5" fmla="*/ 192 h 192"/>
              <a:gd name="T6" fmla="*/ 188 w 188"/>
              <a:gd name="T7" fmla="*/ 182 h 192"/>
              <a:gd name="T8" fmla="*/ 178 w 188"/>
              <a:gd name="T9" fmla="*/ 172 h 192"/>
              <a:gd name="T10" fmla="*/ 156 w 188"/>
              <a:gd name="T11" fmla="*/ 172 h 192"/>
              <a:gd name="T12" fmla="*/ 103 w 188"/>
              <a:gd name="T13" fmla="*/ 7 h 192"/>
              <a:gd name="T14" fmla="*/ 94 w 188"/>
              <a:gd name="T15" fmla="*/ 0 h 192"/>
              <a:gd name="T16" fmla="*/ 85 w 188"/>
              <a:gd name="T17" fmla="*/ 7 h 192"/>
              <a:gd name="T18" fmla="*/ 32 w 188"/>
              <a:gd name="T19" fmla="*/ 172 h 192"/>
              <a:gd name="T20" fmla="*/ 10 w 188"/>
              <a:gd name="T21" fmla="*/ 172 h 192"/>
              <a:gd name="T22" fmla="*/ 0 w 188"/>
              <a:gd name="T23" fmla="*/ 182 h 192"/>
              <a:gd name="T24" fmla="*/ 58 w 188"/>
              <a:gd name="T25" fmla="*/ 152 h 192"/>
              <a:gd name="T26" fmla="*/ 66 w 188"/>
              <a:gd name="T27" fmla="*/ 124 h 192"/>
              <a:gd name="T28" fmla="*/ 122 w 188"/>
              <a:gd name="T29" fmla="*/ 124 h 192"/>
              <a:gd name="T30" fmla="*/ 130 w 188"/>
              <a:gd name="T31" fmla="*/ 152 h 192"/>
              <a:gd name="T32" fmla="*/ 58 w 188"/>
              <a:gd name="T33" fmla="*/ 152 h 192"/>
              <a:gd name="T34" fmla="*/ 77 w 188"/>
              <a:gd name="T35" fmla="*/ 88 h 192"/>
              <a:gd name="T36" fmla="*/ 87 w 188"/>
              <a:gd name="T37" fmla="*/ 56 h 192"/>
              <a:gd name="T38" fmla="*/ 101 w 188"/>
              <a:gd name="T39" fmla="*/ 56 h 192"/>
              <a:gd name="T40" fmla="*/ 111 w 188"/>
              <a:gd name="T41" fmla="*/ 88 h 192"/>
              <a:gd name="T42" fmla="*/ 77 w 188"/>
              <a:gd name="T43" fmla="*/ 8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8" h="192">
                <a:moveTo>
                  <a:pt x="0" y="182"/>
                </a:moveTo>
                <a:cubicBezTo>
                  <a:pt x="0" y="188"/>
                  <a:pt x="4" y="192"/>
                  <a:pt x="10" y="192"/>
                </a:cubicBezTo>
                <a:cubicBezTo>
                  <a:pt x="178" y="192"/>
                  <a:pt x="178" y="192"/>
                  <a:pt x="178" y="192"/>
                </a:cubicBezTo>
                <a:cubicBezTo>
                  <a:pt x="184" y="192"/>
                  <a:pt x="188" y="188"/>
                  <a:pt x="188" y="182"/>
                </a:cubicBezTo>
                <a:cubicBezTo>
                  <a:pt x="188" y="176"/>
                  <a:pt x="184" y="172"/>
                  <a:pt x="178" y="172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03" y="7"/>
                  <a:pt x="103" y="7"/>
                  <a:pt x="103" y="7"/>
                </a:cubicBezTo>
                <a:cubicBezTo>
                  <a:pt x="102" y="3"/>
                  <a:pt x="98" y="0"/>
                  <a:pt x="94" y="0"/>
                </a:cubicBezTo>
                <a:cubicBezTo>
                  <a:pt x="90" y="0"/>
                  <a:pt x="86" y="3"/>
                  <a:pt x="85" y="7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4" y="172"/>
                  <a:pt x="0" y="176"/>
                  <a:pt x="0" y="182"/>
                </a:cubicBezTo>
                <a:close/>
                <a:moveTo>
                  <a:pt x="58" y="152"/>
                </a:moveTo>
                <a:cubicBezTo>
                  <a:pt x="66" y="124"/>
                  <a:pt x="66" y="124"/>
                  <a:pt x="66" y="124"/>
                </a:cubicBezTo>
                <a:cubicBezTo>
                  <a:pt x="122" y="124"/>
                  <a:pt x="122" y="124"/>
                  <a:pt x="122" y="124"/>
                </a:cubicBezTo>
                <a:cubicBezTo>
                  <a:pt x="130" y="152"/>
                  <a:pt x="130" y="152"/>
                  <a:pt x="130" y="152"/>
                </a:cubicBezTo>
                <a:lnTo>
                  <a:pt x="58" y="152"/>
                </a:lnTo>
                <a:close/>
                <a:moveTo>
                  <a:pt x="77" y="88"/>
                </a:moveTo>
                <a:cubicBezTo>
                  <a:pt x="87" y="56"/>
                  <a:pt x="87" y="56"/>
                  <a:pt x="87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11" y="88"/>
                  <a:pt x="111" y="88"/>
                  <a:pt x="111" y="88"/>
                </a:cubicBezTo>
                <a:lnTo>
                  <a:pt x="77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655F338E-0FBF-474D-815D-C32DC9CA5B18}"/>
              </a:ext>
            </a:extLst>
          </p:cNvPr>
          <p:cNvSpPr>
            <a:spLocks noEditPoints="1"/>
          </p:cNvSpPr>
          <p:nvPr/>
        </p:nvSpPr>
        <p:spPr bwMode="auto">
          <a:xfrm>
            <a:off x="2080419" y="5374481"/>
            <a:ext cx="312738" cy="312737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56 h 192"/>
              <a:gd name="T10" fmla="*/ 176 w 192"/>
              <a:gd name="T11" fmla="*/ 40 h 192"/>
              <a:gd name="T12" fmla="*/ 144 w 192"/>
              <a:gd name="T13" fmla="*/ 40 h 192"/>
              <a:gd name="T14" fmla="*/ 144 w 192"/>
              <a:gd name="T15" fmla="*/ 16 h 192"/>
              <a:gd name="T16" fmla="*/ 128 w 192"/>
              <a:gd name="T17" fmla="*/ 0 h 192"/>
              <a:gd name="T18" fmla="*/ 64 w 192"/>
              <a:gd name="T19" fmla="*/ 0 h 192"/>
              <a:gd name="T20" fmla="*/ 48 w 192"/>
              <a:gd name="T21" fmla="*/ 16 h 192"/>
              <a:gd name="T22" fmla="*/ 48 w 192"/>
              <a:gd name="T23" fmla="*/ 40 h 192"/>
              <a:gd name="T24" fmla="*/ 16 w 192"/>
              <a:gd name="T25" fmla="*/ 40 h 192"/>
              <a:gd name="T26" fmla="*/ 0 w 192"/>
              <a:gd name="T27" fmla="*/ 56 h 192"/>
              <a:gd name="T28" fmla="*/ 0 w 192"/>
              <a:gd name="T29" fmla="*/ 176 h 192"/>
              <a:gd name="T30" fmla="*/ 124 w 192"/>
              <a:gd name="T31" fmla="*/ 40 h 192"/>
              <a:gd name="T32" fmla="*/ 68 w 192"/>
              <a:gd name="T33" fmla="*/ 40 h 192"/>
              <a:gd name="T34" fmla="*/ 68 w 192"/>
              <a:gd name="T35" fmla="*/ 29 h 192"/>
              <a:gd name="T36" fmla="*/ 77 w 192"/>
              <a:gd name="T37" fmla="*/ 20 h 192"/>
              <a:gd name="T38" fmla="*/ 115 w 192"/>
              <a:gd name="T39" fmla="*/ 20 h 192"/>
              <a:gd name="T40" fmla="*/ 124 w 192"/>
              <a:gd name="T41" fmla="*/ 29 h 192"/>
              <a:gd name="T42" fmla="*/ 124 w 192"/>
              <a:gd name="T43" fmla="*/ 40 h 192"/>
              <a:gd name="T44" fmla="*/ 57 w 192"/>
              <a:gd name="T45" fmla="*/ 96 h 192"/>
              <a:gd name="T46" fmla="*/ 76 w 192"/>
              <a:gd name="T47" fmla="*/ 96 h 192"/>
              <a:gd name="T48" fmla="*/ 76 w 192"/>
              <a:gd name="T49" fmla="*/ 77 h 192"/>
              <a:gd name="T50" fmla="*/ 85 w 192"/>
              <a:gd name="T51" fmla="*/ 68 h 192"/>
              <a:gd name="T52" fmla="*/ 107 w 192"/>
              <a:gd name="T53" fmla="*/ 68 h 192"/>
              <a:gd name="T54" fmla="*/ 116 w 192"/>
              <a:gd name="T55" fmla="*/ 77 h 192"/>
              <a:gd name="T56" fmla="*/ 116 w 192"/>
              <a:gd name="T57" fmla="*/ 96 h 192"/>
              <a:gd name="T58" fmla="*/ 135 w 192"/>
              <a:gd name="T59" fmla="*/ 96 h 192"/>
              <a:gd name="T60" fmla="*/ 144 w 192"/>
              <a:gd name="T61" fmla="*/ 105 h 192"/>
              <a:gd name="T62" fmla="*/ 144 w 192"/>
              <a:gd name="T63" fmla="*/ 127 h 192"/>
              <a:gd name="T64" fmla="*/ 135 w 192"/>
              <a:gd name="T65" fmla="*/ 136 h 192"/>
              <a:gd name="T66" fmla="*/ 116 w 192"/>
              <a:gd name="T67" fmla="*/ 136 h 192"/>
              <a:gd name="T68" fmla="*/ 116 w 192"/>
              <a:gd name="T69" fmla="*/ 155 h 192"/>
              <a:gd name="T70" fmla="*/ 107 w 192"/>
              <a:gd name="T71" fmla="*/ 164 h 192"/>
              <a:gd name="T72" fmla="*/ 85 w 192"/>
              <a:gd name="T73" fmla="*/ 164 h 192"/>
              <a:gd name="T74" fmla="*/ 76 w 192"/>
              <a:gd name="T75" fmla="*/ 155 h 192"/>
              <a:gd name="T76" fmla="*/ 76 w 192"/>
              <a:gd name="T77" fmla="*/ 136 h 192"/>
              <a:gd name="T78" fmla="*/ 57 w 192"/>
              <a:gd name="T79" fmla="*/ 136 h 192"/>
              <a:gd name="T80" fmla="*/ 48 w 192"/>
              <a:gd name="T81" fmla="*/ 127 h 192"/>
              <a:gd name="T82" fmla="*/ 48 w 192"/>
              <a:gd name="T83" fmla="*/ 105 h 192"/>
              <a:gd name="T84" fmla="*/ 57 w 192"/>
              <a:gd name="T85" fmla="*/ 9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56"/>
                  <a:pt x="192" y="56"/>
                  <a:pt x="192" y="56"/>
                </a:cubicBezTo>
                <a:cubicBezTo>
                  <a:pt x="192" y="47"/>
                  <a:pt x="185" y="40"/>
                  <a:pt x="176" y="4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0"/>
                  <a:pt x="48" y="40"/>
                  <a:pt x="48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lnTo>
                  <a:pt x="0" y="176"/>
                </a:lnTo>
                <a:close/>
                <a:moveTo>
                  <a:pt x="124" y="40"/>
                </a:moveTo>
                <a:cubicBezTo>
                  <a:pt x="68" y="40"/>
                  <a:pt x="68" y="40"/>
                  <a:pt x="68" y="40"/>
                </a:cubicBezTo>
                <a:cubicBezTo>
                  <a:pt x="68" y="29"/>
                  <a:pt x="68" y="29"/>
                  <a:pt x="68" y="29"/>
                </a:cubicBezTo>
                <a:cubicBezTo>
                  <a:pt x="68" y="24"/>
                  <a:pt x="72" y="20"/>
                  <a:pt x="77" y="20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120" y="20"/>
                  <a:pt x="124" y="24"/>
                  <a:pt x="124" y="29"/>
                </a:cubicBezTo>
                <a:lnTo>
                  <a:pt x="124" y="40"/>
                </a:lnTo>
                <a:close/>
                <a:moveTo>
                  <a:pt x="57" y="96"/>
                </a:moveTo>
                <a:cubicBezTo>
                  <a:pt x="76" y="96"/>
                  <a:pt x="76" y="96"/>
                  <a:pt x="76" y="9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2"/>
                  <a:pt x="80" y="68"/>
                  <a:pt x="85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12" y="68"/>
                  <a:pt x="116" y="72"/>
                  <a:pt x="116" y="77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35" y="96"/>
                  <a:pt x="135" y="96"/>
                  <a:pt x="135" y="96"/>
                </a:cubicBezTo>
                <a:cubicBezTo>
                  <a:pt x="140" y="96"/>
                  <a:pt x="144" y="100"/>
                  <a:pt x="144" y="105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44" y="132"/>
                  <a:pt x="140" y="136"/>
                  <a:pt x="135" y="136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55"/>
                  <a:pt x="116" y="155"/>
                  <a:pt x="116" y="155"/>
                </a:cubicBezTo>
                <a:cubicBezTo>
                  <a:pt x="116" y="160"/>
                  <a:pt x="112" y="164"/>
                  <a:pt x="107" y="164"/>
                </a:cubicBezTo>
                <a:cubicBezTo>
                  <a:pt x="85" y="164"/>
                  <a:pt x="85" y="164"/>
                  <a:pt x="85" y="164"/>
                </a:cubicBezTo>
                <a:cubicBezTo>
                  <a:pt x="80" y="164"/>
                  <a:pt x="76" y="160"/>
                  <a:pt x="76" y="155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2" y="136"/>
                  <a:pt x="48" y="132"/>
                  <a:pt x="48" y="127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0"/>
                  <a:pt x="52" y="96"/>
                  <a:pt x="57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0BD0042A-013B-4554-BD2F-C3909C2680A7}"/>
              </a:ext>
            </a:extLst>
          </p:cNvPr>
          <p:cNvSpPr>
            <a:spLocks noEditPoints="1"/>
          </p:cNvSpPr>
          <p:nvPr/>
        </p:nvSpPr>
        <p:spPr bwMode="auto">
          <a:xfrm>
            <a:off x="1356519" y="5353844"/>
            <a:ext cx="354013" cy="354012"/>
          </a:xfrm>
          <a:custGeom>
            <a:avLst/>
            <a:gdLst>
              <a:gd name="T0" fmla="*/ 20 w 218"/>
              <a:gd name="T1" fmla="*/ 145 h 218"/>
              <a:gd name="T2" fmla="*/ 145 w 218"/>
              <a:gd name="T3" fmla="*/ 198 h 218"/>
              <a:gd name="T4" fmla="*/ 198 w 218"/>
              <a:gd name="T5" fmla="*/ 73 h 218"/>
              <a:gd name="T6" fmla="*/ 73 w 218"/>
              <a:gd name="T7" fmla="*/ 20 h 218"/>
              <a:gd name="T8" fmla="*/ 20 w 218"/>
              <a:gd name="T9" fmla="*/ 145 h 218"/>
              <a:gd name="T10" fmla="*/ 39 w 218"/>
              <a:gd name="T11" fmla="*/ 137 h 218"/>
              <a:gd name="T12" fmla="*/ 65 w 218"/>
              <a:gd name="T13" fmla="*/ 127 h 218"/>
              <a:gd name="T14" fmla="*/ 91 w 218"/>
              <a:gd name="T15" fmla="*/ 153 h 218"/>
              <a:gd name="T16" fmla="*/ 80 w 218"/>
              <a:gd name="T17" fmla="*/ 178 h 218"/>
              <a:gd name="T18" fmla="*/ 39 w 218"/>
              <a:gd name="T19" fmla="*/ 137 h 218"/>
              <a:gd name="T20" fmla="*/ 138 w 218"/>
              <a:gd name="T21" fmla="*/ 179 h 218"/>
              <a:gd name="T22" fmla="*/ 127 w 218"/>
              <a:gd name="T23" fmla="*/ 153 h 218"/>
              <a:gd name="T24" fmla="*/ 153 w 218"/>
              <a:gd name="T25" fmla="*/ 127 h 218"/>
              <a:gd name="T26" fmla="*/ 178 w 218"/>
              <a:gd name="T27" fmla="*/ 138 h 218"/>
              <a:gd name="T28" fmla="*/ 138 w 218"/>
              <a:gd name="T29" fmla="*/ 179 h 218"/>
              <a:gd name="T30" fmla="*/ 179 w 218"/>
              <a:gd name="T31" fmla="*/ 80 h 218"/>
              <a:gd name="T32" fmla="*/ 153 w 218"/>
              <a:gd name="T33" fmla="*/ 91 h 218"/>
              <a:gd name="T34" fmla="*/ 127 w 218"/>
              <a:gd name="T35" fmla="*/ 65 h 218"/>
              <a:gd name="T36" fmla="*/ 138 w 218"/>
              <a:gd name="T37" fmla="*/ 40 h 218"/>
              <a:gd name="T38" fmla="*/ 179 w 218"/>
              <a:gd name="T39" fmla="*/ 80 h 218"/>
              <a:gd name="T40" fmla="*/ 81 w 218"/>
              <a:gd name="T41" fmla="*/ 39 h 218"/>
              <a:gd name="T42" fmla="*/ 91 w 218"/>
              <a:gd name="T43" fmla="*/ 65 h 218"/>
              <a:gd name="T44" fmla="*/ 65 w 218"/>
              <a:gd name="T45" fmla="*/ 91 h 218"/>
              <a:gd name="T46" fmla="*/ 40 w 218"/>
              <a:gd name="T47" fmla="*/ 80 h 218"/>
              <a:gd name="T48" fmla="*/ 81 w 218"/>
              <a:gd name="T49" fmla="*/ 39 h 218"/>
              <a:gd name="T50" fmla="*/ 83 w 218"/>
              <a:gd name="T51" fmla="*/ 119 h 218"/>
              <a:gd name="T52" fmla="*/ 99 w 218"/>
              <a:gd name="T53" fmla="*/ 83 h 218"/>
              <a:gd name="T54" fmla="*/ 135 w 218"/>
              <a:gd name="T55" fmla="*/ 98 h 218"/>
              <a:gd name="T56" fmla="*/ 120 w 218"/>
              <a:gd name="T57" fmla="*/ 135 h 218"/>
              <a:gd name="T58" fmla="*/ 83 w 218"/>
              <a:gd name="T59" fmla="*/ 119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8" h="218">
                <a:moveTo>
                  <a:pt x="20" y="145"/>
                </a:moveTo>
                <a:cubicBezTo>
                  <a:pt x="40" y="194"/>
                  <a:pt x="96" y="218"/>
                  <a:pt x="145" y="198"/>
                </a:cubicBezTo>
                <a:cubicBezTo>
                  <a:pt x="194" y="178"/>
                  <a:pt x="218" y="122"/>
                  <a:pt x="198" y="73"/>
                </a:cubicBezTo>
                <a:cubicBezTo>
                  <a:pt x="178" y="24"/>
                  <a:pt x="122" y="0"/>
                  <a:pt x="73" y="20"/>
                </a:cubicBezTo>
                <a:cubicBezTo>
                  <a:pt x="24" y="40"/>
                  <a:pt x="0" y="96"/>
                  <a:pt x="20" y="145"/>
                </a:cubicBezTo>
                <a:close/>
                <a:moveTo>
                  <a:pt x="39" y="137"/>
                </a:moveTo>
                <a:cubicBezTo>
                  <a:pt x="65" y="127"/>
                  <a:pt x="65" y="127"/>
                  <a:pt x="65" y="127"/>
                </a:cubicBezTo>
                <a:cubicBezTo>
                  <a:pt x="70" y="139"/>
                  <a:pt x="79" y="148"/>
                  <a:pt x="91" y="153"/>
                </a:cubicBezTo>
                <a:cubicBezTo>
                  <a:pt x="80" y="178"/>
                  <a:pt x="80" y="178"/>
                  <a:pt x="80" y="178"/>
                </a:cubicBezTo>
                <a:cubicBezTo>
                  <a:pt x="62" y="171"/>
                  <a:pt x="47" y="157"/>
                  <a:pt x="39" y="137"/>
                </a:cubicBezTo>
                <a:close/>
                <a:moveTo>
                  <a:pt x="138" y="179"/>
                </a:moveTo>
                <a:cubicBezTo>
                  <a:pt x="127" y="153"/>
                  <a:pt x="127" y="153"/>
                  <a:pt x="127" y="153"/>
                </a:cubicBezTo>
                <a:cubicBezTo>
                  <a:pt x="139" y="148"/>
                  <a:pt x="148" y="139"/>
                  <a:pt x="153" y="127"/>
                </a:cubicBezTo>
                <a:cubicBezTo>
                  <a:pt x="178" y="138"/>
                  <a:pt x="178" y="138"/>
                  <a:pt x="178" y="138"/>
                </a:cubicBezTo>
                <a:cubicBezTo>
                  <a:pt x="171" y="156"/>
                  <a:pt x="157" y="171"/>
                  <a:pt x="138" y="179"/>
                </a:cubicBezTo>
                <a:close/>
                <a:moveTo>
                  <a:pt x="179" y="80"/>
                </a:moveTo>
                <a:cubicBezTo>
                  <a:pt x="153" y="91"/>
                  <a:pt x="153" y="91"/>
                  <a:pt x="153" y="91"/>
                </a:cubicBezTo>
                <a:cubicBezTo>
                  <a:pt x="148" y="79"/>
                  <a:pt x="139" y="70"/>
                  <a:pt x="127" y="65"/>
                </a:cubicBezTo>
                <a:cubicBezTo>
                  <a:pt x="138" y="40"/>
                  <a:pt x="138" y="40"/>
                  <a:pt x="138" y="40"/>
                </a:cubicBezTo>
                <a:cubicBezTo>
                  <a:pt x="156" y="47"/>
                  <a:pt x="171" y="61"/>
                  <a:pt x="179" y="80"/>
                </a:cubicBezTo>
                <a:close/>
                <a:moveTo>
                  <a:pt x="81" y="39"/>
                </a:moveTo>
                <a:cubicBezTo>
                  <a:pt x="91" y="65"/>
                  <a:pt x="91" y="65"/>
                  <a:pt x="91" y="65"/>
                </a:cubicBezTo>
                <a:cubicBezTo>
                  <a:pt x="79" y="70"/>
                  <a:pt x="70" y="79"/>
                  <a:pt x="65" y="91"/>
                </a:cubicBezTo>
                <a:cubicBezTo>
                  <a:pt x="40" y="80"/>
                  <a:pt x="40" y="80"/>
                  <a:pt x="40" y="80"/>
                </a:cubicBezTo>
                <a:cubicBezTo>
                  <a:pt x="47" y="62"/>
                  <a:pt x="61" y="47"/>
                  <a:pt x="81" y="39"/>
                </a:cubicBezTo>
                <a:close/>
                <a:moveTo>
                  <a:pt x="83" y="119"/>
                </a:moveTo>
                <a:cubicBezTo>
                  <a:pt x="78" y="105"/>
                  <a:pt x="84" y="89"/>
                  <a:pt x="99" y="83"/>
                </a:cubicBezTo>
                <a:cubicBezTo>
                  <a:pt x="113" y="78"/>
                  <a:pt x="129" y="84"/>
                  <a:pt x="135" y="98"/>
                </a:cubicBezTo>
                <a:cubicBezTo>
                  <a:pt x="140" y="113"/>
                  <a:pt x="134" y="129"/>
                  <a:pt x="120" y="135"/>
                </a:cubicBezTo>
                <a:cubicBezTo>
                  <a:pt x="105" y="140"/>
                  <a:pt x="89" y="134"/>
                  <a:pt x="83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E87112BD-5BC7-415D-9DF6-AA2A724B104C}"/>
              </a:ext>
            </a:extLst>
          </p:cNvPr>
          <p:cNvSpPr>
            <a:spLocks noEditPoints="1"/>
          </p:cNvSpPr>
          <p:nvPr/>
        </p:nvSpPr>
        <p:spPr bwMode="auto">
          <a:xfrm>
            <a:off x="5595144" y="4671219"/>
            <a:ext cx="312738" cy="315912"/>
          </a:xfrm>
          <a:custGeom>
            <a:avLst/>
            <a:gdLst>
              <a:gd name="T0" fmla="*/ 0 w 192"/>
              <a:gd name="T1" fmla="*/ 164 h 194"/>
              <a:gd name="T2" fmla="*/ 28 w 192"/>
              <a:gd name="T3" fmla="*/ 192 h 194"/>
              <a:gd name="T4" fmla="*/ 48 w 192"/>
              <a:gd name="T5" fmla="*/ 184 h 194"/>
              <a:gd name="T6" fmla="*/ 99 w 192"/>
              <a:gd name="T7" fmla="*/ 133 h 194"/>
              <a:gd name="T8" fmla="*/ 113 w 192"/>
              <a:gd name="T9" fmla="*/ 147 h 194"/>
              <a:gd name="T10" fmla="*/ 118 w 192"/>
              <a:gd name="T11" fmla="*/ 166 h 194"/>
              <a:gd name="T12" fmla="*/ 138 w 192"/>
              <a:gd name="T13" fmla="*/ 186 h 194"/>
              <a:gd name="T14" fmla="*/ 166 w 192"/>
              <a:gd name="T15" fmla="*/ 186 h 194"/>
              <a:gd name="T16" fmla="*/ 166 w 192"/>
              <a:gd name="T17" fmla="*/ 158 h 194"/>
              <a:gd name="T18" fmla="*/ 146 w 192"/>
              <a:gd name="T19" fmla="*/ 138 h 194"/>
              <a:gd name="T20" fmla="*/ 127 w 192"/>
              <a:gd name="T21" fmla="*/ 133 h 194"/>
              <a:gd name="T22" fmla="*/ 113 w 192"/>
              <a:gd name="T23" fmla="*/ 119 h 194"/>
              <a:gd name="T24" fmla="*/ 122 w 192"/>
              <a:gd name="T25" fmla="*/ 110 h 194"/>
              <a:gd name="T26" fmla="*/ 176 w 192"/>
              <a:gd name="T27" fmla="*/ 96 h 194"/>
              <a:gd name="T28" fmla="*/ 192 w 192"/>
              <a:gd name="T29" fmla="*/ 61 h 194"/>
              <a:gd name="T30" fmla="*/ 192 w 192"/>
              <a:gd name="T31" fmla="*/ 60 h 194"/>
              <a:gd name="T32" fmla="*/ 184 w 192"/>
              <a:gd name="T33" fmla="*/ 52 h 194"/>
              <a:gd name="T34" fmla="*/ 178 w 192"/>
              <a:gd name="T35" fmla="*/ 54 h 194"/>
              <a:gd name="T36" fmla="*/ 176 w 192"/>
              <a:gd name="T37" fmla="*/ 57 h 194"/>
              <a:gd name="T38" fmla="*/ 168 w 192"/>
              <a:gd name="T39" fmla="*/ 65 h 194"/>
              <a:gd name="T40" fmla="*/ 148 w 192"/>
              <a:gd name="T41" fmla="*/ 72 h 194"/>
              <a:gd name="T42" fmla="*/ 128 w 192"/>
              <a:gd name="T43" fmla="*/ 64 h 194"/>
              <a:gd name="T44" fmla="*/ 120 w 192"/>
              <a:gd name="T45" fmla="*/ 44 h 194"/>
              <a:gd name="T46" fmla="*/ 127 w 192"/>
              <a:gd name="T47" fmla="*/ 24 h 194"/>
              <a:gd name="T48" fmla="*/ 135 w 192"/>
              <a:gd name="T49" fmla="*/ 16 h 194"/>
              <a:gd name="T50" fmla="*/ 138 w 192"/>
              <a:gd name="T51" fmla="*/ 14 h 194"/>
              <a:gd name="T52" fmla="*/ 140 w 192"/>
              <a:gd name="T53" fmla="*/ 8 h 194"/>
              <a:gd name="T54" fmla="*/ 132 w 192"/>
              <a:gd name="T55" fmla="*/ 0 h 194"/>
              <a:gd name="T56" fmla="*/ 131 w 192"/>
              <a:gd name="T57" fmla="*/ 0 h 194"/>
              <a:gd name="T58" fmla="*/ 96 w 192"/>
              <a:gd name="T59" fmla="*/ 16 h 194"/>
              <a:gd name="T60" fmla="*/ 82 w 192"/>
              <a:gd name="T61" fmla="*/ 70 h 194"/>
              <a:gd name="T62" fmla="*/ 73 w 192"/>
              <a:gd name="T63" fmla="*/ 79 h 194"/>
              <a:gd name="T64" fmla="*/ 36 w 192"/>
              <a:gd name="T65" fmla="*/ 42 h 194"/>
              <a:gd name="T66" fmla="*/ 36 w 192"/>
              <a:gd name="T67" fmla="*/ 32 h 194"/>
              <a:gd name="T68" fmla="*/ 12 w 192"/>
              <a:gd name="T69" fmla="*/ 20 h 194"/>
              <a:gd name="T70" fmla="*/ 0 w 192"/>
              <a:gd name="T71" fmla="*/ 32 h 194"/>
              <a:gd name="T72" fmla="*/ 12 w 192"/>
              <a:gd name="T73" fmla="*/ 56 h 194"/>
              <a:gd name="T74" fmla="*/ 22 w 192"/>
              <a:gd name="T75" fmla="*/ 56 h 194"/>
              <a:gd name="T76" fmla="*/ 59 w 192"/>
              <a:gd name="T77" fmla="*/ 93 h 194"/>
              <a:gd name="T78" fmla="*/ 8 w 192"/>
              <a:gd name="T79" fmla="*/ 144 h 194"/>
              <a:gd name="T80" fmla="*/ 0 w 192"/>
              <a:gd name="T81" fmla="*/ 164 h 194"/>
              <a:gd name="T82" fmla="*/ 20 w 192"/>
              <a:gd name="T83" fmla="*/ 162 h 194"/>
              <a:gd name="T84" fmla="*/ 30 w 192"/>
              <a:gd name="T85" fmla="*/ 152 h 194"/>
              <a:gd name="T86" fmla="*/ 40 w 192"/>
              <a:gd name="T87" fmla="*/ 162 h 194"/>
              <a:gd name="T88" fmla="*/ 30 w 192"/>
              <a:gd name="T89" fmla="*/ 172 h 194"/>
              <a:gd name="T90" fmla="*/ 20 w 192"/>
              <a:gd name="T91" fmla="*/ 162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2" h="194">
                <a:moveTo>
                  <a:pt x="0" y="164"/>
                </a:moveTo>
                <a:cubicBezTo>
                  <a:pt x="0" y="179"/>
                  <a:pt x="13" y="192"/>
                  <a:pt x="28" y="192"/>
                </a:cubicBezTo>
                <a:cubicBezTo>
                  <a:pt x="36" y="192"/>
                  <a:pt x="43" y="189"/>
                  <a:pt x="48" y="184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1" y="153"/>
                  <a:pt x="113" y="161"/>
                  <a:pt x="118" y="166"/>
                </a:cubicBezTo>
                <a:cubicBezTo>
                  <a:pt x="138" y="186"/>
                  <a:pt x="138" y="186"/>
                  <a:pt x="138" y="186"/>
                </a:cubicBezTo>
                <a:cubicBezTo>
                  <a:pt x="146" y="194"/>
                  <a:pt x="158" y="194"/>
                  <a:pt x="166" y="186"/>
                </a:cubicBezTo>
                <a:cubicBezTo>
                  <a:pt x="174" y="178"/>
                  <a:pt x="174" y="166"/>
                  <a:pt x="166" y="15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1" y="133"/>
                  <a:pt x="133" y="131"/>
                  <a:pt x="127" y="133"/>
                </a:cubicBezTo>
                <a:cubicBezTo>
                  <a:pt x="113" y="119"/>
                  <a:pt x="113" y="119"/>
                  <a:pt x="113" y="119"/>
                </a:cubicBezTo>
                <a:cubicBezTo>
                  <a:pt x="122" y="110"/>
                  <a:pt x="122" y="110"/>
                  <a:pt x="122" y="110"/>
                </a:cubicBezTo>
                <a:cubicBezTo>
                  <a:pt x="140" y="115"/>
                  <a:pt x="161" y="110"/>
                  <a:pt x="176" y="96"/>
                </a:cubicBezTo>
                <a:cubicBezTo>
                  <a:pt x="186" y="86"/>
                  <a:pt x="191" y="73"/>
                  <a:pt x="192" y="61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92" y="56"/>
                  <a:pt x="188" y="52"/>
                  <a:pt x="184" y="52"/>
                </a:cubicBezTo>
                <a:cubicBezTo>
                  <a:pt x="182" y="52"/>
                  <a:pt x="180" y="53"/>
                  <a:pt x="178" y="54"/>
                </a:cubicBezTo>
                <a:cubicBezTo>
                  <a:pt x="176" y="57"/>
                  <a:pt x="176" y="57"/>
                  <a:pt x="176" y="57"/>
                </a:cubicBezTo>
                <a:cubicBezTo>
                  <a:pt x="168" y="65"/>
                  <a:pt x="168" y="65"/>
                  <a:pt x="168" y="65"/>
                </a:cubicBezTo>
                <a:cubicBezTo>
                  <a:pt x="163" y="69"/>
                  <a:pt x="156" y="72"/>
                  <a:pt x="148" y="72"/>
                </a:cubicBezTo>
                <a:cubicBezTo>
                  <a:pt x="140" y="72"/>
                  <a:pt x="133" y="69"/>
                  <a:pt x="128" y="64"/>
                </a:cubicBezTo>
                <a:cubicBezTo>
                  <a:pt x="123" y="59"/>
                  <a:pt x="120" y="52"/>
                  <a:pt x="120" y="44"/>
                </a:cubicBezTo>
                <a:cubicBezTo>
                  <a:pt x="120" y="36"/>
                  <a:pt x="123" y="29"/>
                  <a:pt x="127" y="24"/>
                </a:cubicBezTo>
                <a:cubicBezTo>
                  <a:pt x="135" y="16"/>
                  <a:pt x="135" y="16"/>
                  <a:pt x="135" y="16"/>
                </a:cubicBezTo>
                <a:cubicBezTo>
                  <a:pt x="138" y="14"/>
                  <a:pt x="138" y="14"/>
                  <a:pt x="138" y="14"/>
                </a:cubicBezTo>
                <a:cubicBezTo>
                  <a:pt x="139" y="12"/>
                  <a:pt x="140" y="10"/>
                  <a:pt x="140" y="8"/>
                </a:cubicBezTo>
                <a:cubicBezTo>
                  <a:pt x="140" y="4"/>
                  <a:pt x="136" y="0"/>
                  <a:pt x="132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19" y="1"/>
                  <a:pt x="106" y="6"/>
                  <a:pt x="96" y="16"/>
                </a:cubicBezTo>
                <a:cubicBezTo>
                  <a:pt x="82" y="31"/>
                  <a:pt x="77" y="52"/>
                  <a:pt x="82" y="70"/>
                </a:cubicBezTo>
                <a:cubicBezTo>
                  <a:pt x="73" y="79"/>
                  <a:pt x="73" y="79"/>
                  <a:pt x="73" y="79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32"/>
                  <a:pt x="36" y="32"/>
                  <a:pt x="36" y="32"/>
                </a:cubicBezTo>
                <a:cubicBezTo>
                  <a:pt x="12" y="20"/>
                  <a:pt x="12" y="20"/>
                  <a:pt x="12" y="20"/>
                </a:cubicBezTo>
                <a:cubicBezTo>
                  <a:pt x="0" y="32"/>
                  <a:pt x="0" y="32"/>
                  <a:pt x="0" y="32"/>
                </a:cubicBezTo>
                <a:cubicBezTo>
                  <a:pt x="12" y="56"/>
                  <a:pt x="12" y="56"/>
                  <a:pt x="12" y="56"/>
                </a:cubicBezTo>
                <a:cubicBezTo>
                  <a:pt x="22" y="56"/>
                  <a:pt x="22" y="56"/>
                  <a:pt x="22" y="56"/>
                </a:cubicBezTo>
                <a:cubicBezTo>
                  <a:pt x="59" y="93"/>
                  <a:pt x="59" y="93"/>
                  <a:pt x="59" y="93"/>
                </a:cubicBezTo>
                <a:cubicBezTo>
                  <a:pt x="8" y="144"/>
                  <a:pt x="8" y="144"/>
                  <a:pt x="8" y="144"/>
                </a:cubicBezTo>
                <a:cubicBezTo>
                  <a:pt x="3" y="149"/>
                  <a:pt x="0" y="156"/>
                  <a:pt x="0" y="164"/>
                </a:cubicBezTo>
                <a:close/>
                <a:moveTo>
                  <a:pt x="20" y="162"/>
                </a:moveTo>
                <a:cubicBezTo>
                  <a:pt x="20" y="156"/>
                  <a:pt x="24" y="152"/>
                  <a:pt x="30" y="152"/>
                </a:cubicBezTo>
                <a:cubicBezTo>
                  <a:pt x="36" y="152"/>
                  <a:pt x="40" y="156"/>
                  <a:pt x="40" y="162"/>
                </a:cubicBezTo>
                <a:cubicBezTo>
                  <a:pt x="40" y="168"/>
                  <a:pt x="36" y="172"/>
                  <a:pt x="30" y="172"/>
                </a:cubicBezTo>
                <a:cubicBezTo>
                  <a:pt x="24" y="172"/>
                  <a:pt x="20" y="168"/>
                  <a:pt x="20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2C0C1AAE-B25C-4CC1-8F13-A326951EBB30}"/>
              </a:ext>
            </a:extLst>
          </p:cNvPr>
          <p:cNvSpPr>
            <a:spLocks noEditPoints="1"/>
          </p:cNvSpPr>
          <p:nvPr/>
        </p:nvSpPr>
        <p:spPr bwMode="auto">
          <a:xfrm>
            <a:off x="4944269" y="4671219"/>
            <a:ext cx="207963" cy="315912"/>
          </a:xfrm>
          <a:custGeom>
            <a:avLst/>
            <a:gdLst>
              <a:gd name="T0" fmla="*/ 32 w 128"/>
              <a:gd name="T1" fmla="*/ 148 h 194"/>
              <a:gd name="T2" fmla="*/ 32 w 128"/>
              <a:gd name="T3" fmla="*/ 160 h 194"/>
              <a:gd name="T4" fmla="*/ 38 w 128"/>
              <a:gd name="T5" fmla="*/ 174 h 194"/>
              <a:gd name="T6" fmla="*/ 50 w 128"/>
              <a:gd name="T7" fmla="*/ 186 h 194"/>
              <a:gd name="T8" fmla="*/ 78 w 128"/>
              <a:gd name="T9" fmla="*/ 186 h 194"/>
              <a:gd name="T10" fmla="*/ 90 w 128"/>
              <a:gd name="T11" fmla="*/ 174 h 194"/>
              <a:gd name="T12" fmla="*/ 96 w 128"/>
              <a:gd name="T13" fmla="*/ 160 h 194"/>
              <a:gd name="T14" fmla="*/ 96 w 128"/>
              <a:gd name="T15" fmla="*/ 152 h 194"/>
              <a:gd name="T16" fmla="*/ 60 w 128"/>
              <a:gd name="T17" fmla="*/ 152 h 194"/>
              <a:gd name="T18" fmla="*/ 52 w 128"/>
              <a:gd name="T19" fmla="*/ 144 h 194"/>
              <a:gd name="T20" fmla="*/ 60 w 128"/>
              <a:gd name="T21" fmla="*/ 136 h 194"/>
              <a:gd name="T22" fmla="*/ 97 w 128"/>
              <a:gd name="T23" fmla="*/ 136 h 194"/>
              <a:gd name="T24" fmla="*/ 128 w 128"/>
              <a:gd name="T25" fmla="*/ 62 h 194"/>
              <a:gd name="T26" fmla="*/ 64 w 128"/>
              <a:gd name="T27" fmla="*/ 0 h 194"/>
              <a:gd name="T28" fmla="*/ 0 w 128"/>
              <a:gd name="T29" fmla="*/ 62 h 194"/>
              <a:gd name="T30" fmla="*/ 32 w 128"/>
              <a:gd name="T31" fmla="*/ 148 h 194"/>
              <a:gd name="T32" fmla="*/ 75 w 128"/>
              <a:gd name="T33" fmla="*/ 36 h 194"/>
              <a:gd name="T34" fmla="*/ 68 w 128"/>
              <a:gd name="T35" fmla="*/ 28 h 194"/>
              <a:gd name="T36" fmla="*/ 76 w 128"/>
              <a:gd name="T37" fmla="*/ 20 h 194"/>
              <a:gd name="T38" fmla="*/ 97 w 128"/>
              <a:gd name="T39" fmla="*/ 31 h 194"/>
              <a:gd name="T40" fmla="*/ 108 w 128"/>
              <a:gd name="T41" fmla="*/ 52 h 194"/>
              <a:gd name="T42" fmla="*/ 100 w 128"/>
              <a:gd name="T43" fmla="*/ 60 h 194"/>
              <a:gd name="T44" fmla="*/ 92 w 128"/>
              <a:gd name="T45" fmla="*/ 53 h 194"/>
              <a:gd name="T46" fmla="*/ 75 w 128"/>
              <a:gd name="T47" fmla="*/ 3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194">
                <a:moveTo>
                  <a:pt x="32" y="148"/>
                </a:moveTo>
                <a:cubicBezTo>
                  <a:pt x="32" y="160"/>
                  <a:pt x="32" y="160"/>
                  <a:pt x="32" y="160"/>
                </a:cubicBezTo>
                <a:cubicBezTo>
                  <a:pt x="32" y="166"/>
                  <a:pt x="34" y="171"/>
                  <a:pt x="38" y="174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94"/>
                  <a:pt x="70" y="194"/>
                  <a:pt x="78" y="186"/>
                </a:cubicBezTo>
                <a:cubicBezTo>
                  <a:pt x="90" y="174"/>
                  <a:pt x="90" y="174"/>
                  <a:pt x="90" y="174"/>
                </a:cubicBezTo>
                <a:cubicBezTo>
                  <a:pt x="94" y="171"/>
                  <a:pt x="96" y="166"/>
                  <a:pt x="96" y="160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56" y="152"/>
                  <a:pt x="52" y="148"/>
                  <a:pt x="52" y="144"/>
                </a:cubicBezTo>
                <a:cubicBezTo>
                  <a:pt x="52" y="140"/>
                  <a:pt x="56" y="136"/>
                  <a:pt x="60" y="136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103" y="105"/>
                  <a:pt x="128" y="92"/>
                  <a:pt x="128" y="62"/>
                </a:cubicBezTo>
                <a:cubicBezTo>
                  <a:pt x="128" y="28"/>
                  <a:pt x="99" y="0"/>
                  <a:pt x="64" y="0"/>
                </a:cubicBezTo>
                <a:cubicBezTo>
                  <a:pt x="29" y="0"/>
                  <a:pt x="0" y="28"/>
                  <a:pt x="0" y="62"/>
                </a:cubicBezTo>
                <a:cubicBezTo>
                  <a:pt x="0" y="96"/>
                  <a:pt x="32" y="108"/>
                  <a:pt x="32" y="148"/>
                </a:cubicBezTo>
                <a:close/>
                <a:moveTo>
                  <a:pt x="75" y="36"/>
                </a:moveTo>
                <a:cubicBezTo>
                  <a:pt x="71" y="35"/>
                  <a:pt x="68" y="32"/>
                  <a:pt x="68" y="28"/>
                </a:cubicBezTo>
                <a:cubicBezTo>
                  <a:pt x="68" y="24"/>
                  <a:pt x="72" y="20"/>
                  <a:pt x="76" y="20"/>
                </a:cubicBezTo>
                <a:cubicBezTo>
                  <a:pt x="82" y="20"/>
                  <a:pt x="90" y="25"/>
                  <a:pt x="97" y="31"/>
                </a:cubicBezTo>
                <a:cubicBezTo>
                  <a:pt x="103" y="37"/>
                  <a:pt x="108" y="46"/>
                  <a:pt x="108" y="52"/>
                </a:cubicBezTo>
                <a:cubicBezTo>
                  <a:pt x="108" y="56"/>
                  <a:pt x="104" y="60"/>
                  <a:pt x="100" y="60"/>
                </a:cubicBezTo>
                <a:cubicBezTo>
                  <a:pt x="96" y="60"/>
                  <a:pt x="93" y="57"/>
                  <a:pt x="92" y="53"/>
                </a:cubicBezTo>
                <a:cubicBezTo>
                  <a:pt x="90" y="45"/>
                  <a:pt x="83" y="38"/>
                  <a:pt x="75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DDB21F09-653F-4D6B-B754-E683057BE562}"/>
              </a:ext>
            </a:extLst>
          </p:cNvPr>
          <p:cNvSpPr>
            <a:spLocks noEditPoints="1"/>
          </p:cNvSpPr>
          <p:nvPr/>
        </p:nvSpPr>
        <p:spPr bwMode="auto">
          <a:xfrm>
            <a:off x="4182269" y="4664869"/>
            <a:ext cx="325438" cy="319087"/>
          </a:xfrm>
          <a:custGeom>
            <a:avLst/>
            <a:gdLst>
              <a:gd name="T0" fmla="*/ 72 w 200"/>
              <a:gd name="T1" fmla="*/ 16 h 196"/>
              <a:gd name="T2" fmla="*/ 16 w 200"/>
              <a:gd name="T3" fmla="*/ 16 h 196"/>
              <a:gd name="T4" fmla="*/ 16 w 200"/>
              <a:gd name="T5" fmla="*/ 72 h 196"/>
              <a:gd name="T6" fmla="*/ 44 w 200"/>
              <a:gd name="T7" fmla="*/ 84 h 196"/>
              <a:gd name="T8" fmla="*/ 13 w 200"/>
              <a:gd name="T9" fmla="*/ 84 h 196"/>
              <a:gd name="T10" fmla="*/ 4 w 200"/>
              <a:gd name="T11" fmla="*/ 93 h 196"/>
              <a:gd name="T12" fmla="*/ 4 w 200"/>
              <a:gd name="T13" fmla="*/ 111 h 196"/>
              <a:gd name="T14" fmla="*/ 13 w 200"/>
              <a:gd name="T15" fmla="*/ 120 h 196"/>
              <a:gd name="T16" fmla="*/ 20 w 200"/>
              <a:gd name="T17" fmla="*/ 120 h 196"/>
              <a:gd name="T18" fmla="*/ 20 w 200"/>
              <a:gd name="T19" fmla="*/ 180 h 196"/>
              <a:gd name="T20" fmla="*/ 36 w 200"/>
              <a:gd name="T21" fmla="*/ 196 h 196"/>
              <a:gd name="T22" fmla="*/ 164 w 200"/>
              <a:gd name="T23" fmla="*/ 196 h 196"/>
              <a:gd name="T24" fmla="*/ 180 w 200"/>
              <a:gd name="T25" fmla="*/ 180 h 196"/>
              <a:gd name="T26" fmla="*/ 180 w 200"/>
              <a:gd name="T27" fmla="*/ 120 h 196"/>
              <a:gd name="T28" fmla="*/ 187 w 200"/>
              <a:gd name="T29" fmla="*/ 120 h 196"/>
              <a:gd name="T30" fmla="*/ 196 w 200"/>
              <a:gd name="T31" fmla="*/ 111 h 196"/>
              <a:gd name="T32" fmla="*/ 196 w 200"/>
              <a:gd name="T33" fmla="*/ 93 h 196"/>
              <a:gd name="T34" fmla="*/ 187 w 200"/>
              <a:gd name="T35" fmla="*/ 84 h 196"/>
              <a:gd name="T36" fmla="*/ 156 w 200"/>
              <a:gd name="T37" fmla="*/ 84 h 196"/>
              <a:gd name="T38" fmla="*/ 184 w 200"/>
              <a:gd name="T39" fmla="*/ 72 h 196"/>
              <a:gd name="T40" fmla="*/ 184 w 200"/>
              <a:gd name="T41" fmla="*/ 16 h 196"/>
              <a:gd name="T42" fmla="*/ 128 w 200"/>
              <a:gd name="T43" fmla="*/ 16 h 196"/>
              <a:gd name="T44" fmla="*/ 100 w 200"/>
              <a:gd name="T45" fmla="*/ 44 h 196"/>
              <a:gd name="T46" fmla="*/ 72 w 200"/>
              <a:gd name="T47" fmla="*/ 16 h 196"/>
              <a:gd name="T48" fmla="*/ 121 w 200"/>
              <a:gd name="T49" fmla="*/ 51 h 196"/>
              <a:gd name="T50" fmla="*/ 142 w 200"/>
              <a:gd name="T51" fmla="*/ 30 h 196"/>
              <a:gd name="T52" fmla="*/ 170 w 200"/>
              <a:gd name="T53" fmla="*/ 30 h 196"/>
              <a:gd name="T54" fmla="*/ 170 w 200"/>
              <a:gd name="T55" fmla="*/ 58 h 196"/>
              <a:gd name="T56" fmla="*/ 156 w 200"/>
              <a:gd name="T57" fmla="*/ 64 h 196"/>
              <a:gd name="T58" fmla="*/ 127 w 200"/>
              <a:gd name="T59" fmla="*/ 64 h 196"/>
              <a:gd name="T60" fmla="*/ 119 w 200"/>
              <a:gd name="T61" fmla="*/ 56 h 196"/>
              <a:gd name="T62" fmla="*/ 121 w 200"/>
              <a:gd name="T63" fmla="*/ 51 h 196"/>
              <a:gd name="T64" fmla="*/ 58 w 200"/>
              <a:gd name="T65" fmla="*/ 30 h 196"/>
              <a:gd name="T66" fmla="*/ 79 w 200"/>
              <a:gd name="T67" fmla="*/ 50 h 196"/>
              <a:gd name="T68" fmla="*/ 79 w 200"/>
              <a:gd name="T69" fmla="*/ 50 h 196"/>
              <a:gd name="T70" fmla="*/ 81 w 200"/>
              <a:gd name="T71" fmla="*/ 56 h 196"/>
              <a:gd name="T72" fmla="*/ 73 w 200"/>
              <a:gd name="T73" fmla="*/ 64 h 196"/>
              <a:gd name="T74" fmla="*/ 44 w 200"/>
              <a:gd name="T75" fmla="*/ 64 h 196"/>
              <a:gd name="T76" fmla="*/ 30 w 200"/>
              <a:gd name="T77" fmla="*/ 58 h 196"/>
              <a:gd name="T78" fmla="*/ 30 w 200"/>
              <a:gd name="T79" fmla="*/ 30 h 196"/>
              <a:gd name="T80" fmla="*/ 58 w 200"/>
              <a:gd name="T81" fmla="*/ 30 h 196"/>
              <a:gd name="T82" fmla="*/ 80 w 200"/>
              <a:gd name="T83" fmla="*/ 84 h 196"/>
              <a:gd name="T84" fmla="*/ 120 w 200"/>
              <a:gd name="T85" fmla="*/ 84 h 196"/>
              <a:gd name="T86" fmla="*/ 120 w 200"/>
              <a:gd name="T87" fmla="*/ 167 h 196"/>
              <a:gd name="T88" fmla="*/ 111 w 200"/>
              <a:gd name="T89" fmla="*/ 176 h 196"/>
              <a:gd name="T90" fmla="*/ 89 w 200"/>
              <a:gd name="T91" fmla="*/ 176 h 196"/>
              <a:gd name="T92" fmla="*/ 80 w 200"/>
              <a:gd name="T93" fmla="*/ 167 h 196"/>
              <a:gd name="T94" fmla="*/ 80 w 200"/>
              <a:gd name="T95" fmla="*/ 8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0" h="196">
                <a:moveTo>
                  <a:pt x="72" y="16"/>
                </a:moveTo>
                <a:cubicBezTo>
                  <a:pt x="56" y="0"/>
                  <a:pt x="31" y="0"/>
                  <a:pt x="16" y="16"/>
                </a:cubicBezTo>
                <a:cubicBezTo>
                  <a:pt x="0" y="31"/>
                  <a:pt x="0" y="57"/>
                  <a:pt x="16" y="72"/>
                </a:cubicBezTo>
                <a:cubicBezTo>
                  <a:pt x="24" y="80"/>
                  <a:pt x="34" y="84"/>
                  <a:pt x="44" y="84"/>
                </a:cubicBezTo>
                <a:cubicBezTo>
                  <a:pt x="13" y="84"/>
                  <a:pt x="13" y="84"/>
                  <a:pt x="13" y="84"/>
                </a:cubicBezTo>
                <a:cubicBezTo>
                  <a:pt x="8" y="84"/>
                  <a:pt x="4" y="88"/>
                  <a:pt x="4" y="93"/>
                </a:cubicBezTo>
                <a:cubicBezTo>
                  <a:pt x="4" y="111"/>
                  <a:pt x="4" y="111"/>
                  <a:pt x="4" y="111"/>
                </a:cubicBezTo>
                <a:cubicBezTo>
                  <a:pt x="4" y="116"/>
                  <a:pt x="8" y="120"/>
                  <a:pt x="13" y="12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0" y="180"/>
                  <a:pt x="20" y="180"/>
                  <a:pt x="20" y="180"/>
                </a:cubicBezTo>
                <a:cubicBezTo>
                  <a:pt x="20" y="189"/>
                  <a:pt x="27" y="196"/>
                  <a:pt x="36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73" y="196"/>
                  <a:pt x="180" y="189"/>
                  <a:pt x="180" y="18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7" y="120"/>
                  <a:pt x="187" y="120"/>
                  <a:pt x="187" y="120"/>
                </a:cubicBezTo>
                <a:cubicBezTo>
                  <a:pt x="192" y="120"/>
                  <a:pt x="196" y="116"/>
                  <a:pt x="196" y="111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88"/>
                  <a:pt x="192" y="84"/>
                  <a:pt x="187" y="84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66" y="84"/>
                  <a:pt x="176" y="80"/>
                  <a:pt x="184" y="72"/>
                </a:cubicBezTo>
                <a:cubicBezTo>
                  <a:pt x="200" y="57"/>
                  <a:pt x="200" y="31"/>
                  <a:pt x="184" y="16"/>
                </a:cubicBezTo>
                <a:cubicBezTo>
                  <a:pt x="169" y="0"/>
                  <a:pt x="144" y="0"/>
                  <a:pt x="128" y="16"/>
                </a:cubicBezTo>
                <a:cubicBezTo>
                  <a:pt x="100" y="44"/>
                  <a:pt x="100" y="44"/>
                  <a:pt x="100" y="44"/>
                </a:cubicBezTo>
                <a:lnTo>
                  <a:pt x="72" y="16"/>
                </a:lnTo>
                <a:close/>
                <a:moveTo>
                  <a:pt x="121" y="51"/>
                </a:moveTo>
                <a:cubicBezTo>
                  <a:pt x="142" y="30"/>
                  <a:pt x="142" y="30"/>
                  <a:pt x="142" y="30"/>
                </a:cubicBezTo>
                <a:cubicBezTo>
                  <a:pt x="150" y="22"/>
                  <a:pt x="162" y="22"/>
                  <a:pt x="170" y="30"/>
                </a:cubicBezTo>
                <a:cubicBezTo>
                  <a:pt x="178" y="38"/>
                  <a:pt x="178" y="50"/>
                  <a:pt x="170" y="58"/>
                </a:cubicBezTo>
                <a:cubicBezTo>
                  <a:pt x="166" y="62"/>
                  <a:pt x="161" y="64"/>
                  <a:pt x="15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3" y="64"/>
                  <a:pt x="119" y="60"/>
                  <a:pt x="119" y="56"/>
                </a:cubicBezTo>
                <a:cubicBezTo>
                  <a:pt x="119" y="54"/>
                  <a:pt x="120" y="52"/>
                  <a:pt x="121" y="51"/>
                </a:cubicBezTo>
                <a:close/>
                <a:moveTo>
                  <a:pt x="58" y="30"/>
                </a:moveTo>
                <a:cubicBezTo>
                  <a:pt x="79" y="50"/>
                  <a:pt x="79" y="50"/>
                  <a:pt x="79" y="50"/>
                </a:cubicBezTo>
                <a:cubicBezTo>
                  <a:pt x="79" y="50"/>
                  <a:pt x="79" y="50"/>
                  <a:pt x="79" y="50"/>
                </a:cubicBezTo>
                <a:cubicBezTo>
                  <a:pt x="80" y="52"/>
                  <a:pt x="81" y="54"/>
                  <a:pt x="81" y="56"/>
                </a:cubicBezTo>
                <a:cubicBezTo>
                  <a:pt x="81" y="60"/>
                  <a:pt x="77" y="64"/>
                  <a:pt x="73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39" y="64"/>
                  <a:pt x="34" y="62"/>
                  <a:pt x="30" y="58"/>
                </a:cubicBezTo>
                <a:cubicBezTo>
                  <a:pt x="22" y="50"/>
                  <a:pt x="22" y="38"/>
                  <a:pt x="30" y="30"/>
                </a:cubicBezTo>
                <a:cubicBezTo>
                  <a:pt x="38" y="22"/>
                  <a:pt x="50" y="22"/>
                  <a:pt x="58" y="30"/>
                </a:cubicBezTo>
                <a:close/>
                <a:moveTo>
                  <a:pt x="80" y="84"/>
                </a:moveTo>
                <a:cubicBezTo>
                  <a:pt x="120" y="84"/>
                  <a:pt x="120" y="84"/>
                  <a:pt x="120" y="84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72"/>
                  <a:pt x="116" y="176"/>
                  <a:pt x="111" y="176"/>
                </a:cubicBezTo>
                <a:cubicBezTo>
                  <a:pt x="89" y="176"/>
                  <a:pt x="89" y="176"/>
                  <a:pt x="89" y="176"/>
                </a:cubicBezTo>
                <a:cubicBezTo>
                  <a:pt x="84" y="176"/>
                  <a:pt x="80" y="172"/>
                  <a:pt x="80" y="167"/>
                </a:cubicBezTo>
                <a:lnTo>
                  <a:pt x="80" y="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CECA28CA-3A52-4D6A-A074-8838E7573BD4}"/>
              </a:ext>
            </a:extLst>
          </p:cNvPr>
          <p:cNvSpPr>
            <a:spLocks noEditPoints="1"/>
          </p:cNvSpPr>
          <p:nvPr/>
        </p:nvSpPr>
        <p:spPr bwMode="auto">
          <a:xfrm>
            <a:off x="3486944" y="4683919"/>
            <a:ext cx="311150" cy="287337"/>
          </a:xfrm>
          <a:custGeom>
            <a:avLst/>
            <a:gdLst>
              <a:gd name="T0" fmla="*/ 0 w 192"/>
              <a:gd name="T1" fmla="*/ 160 h 176"/>
              <a:gd name="T2" fmla="*/ 16 w 192"/>
              <a:gd name="T3" fmla="*/ 176 h 176"/>
              <a:gd name="T4" fmla="*/ 160 w 192"/>
              <a:gd name="T5" fmla="*/ 176 h 176"/>
              <a:gd name="T6" fmla="*/ 176 w 192"/>
              <a:gd name="T7" fmla="*/ 160 h 176"/>
              <a:gd name="T8" fmla="*/ 176 w 192"/>
              <a:gd name="T9" fmla="*/ 136 h 176"/>
              <a:gd name="T10" fmla="*/ 183 w 192"/>
              <a:gd name="T11" fmla="*/ 136 h 176"/>
              <a:gd name="T12" fmla="*/ 192 w 192"/>
              <a:gd name="T13" fmla="*/ 127 h 176"/>
              <a:gd name="T14" fmla="*/ 192 w 192"/>
              <a:gd name="T15" fmla="*/ 85 h 176"/>
              <a:gd name="T16" fmla="*/ 183 w 192"/>
              <a:gd name="T17" fmla="*/ 76 h 176"/>
              <a:gd name="T18" fmla="*/ 176 w 192"/>
              <a:gd name="T19" fmla="*/ 76 h 176"/>
              <a:gd name="T20" fmla="*/ 176 w 192"/>
              <a:gd name="T21" fmla="*/ 52 h 176"/>
              <a:gd name="T22" fmla="*/ 160 w 192"/>
              <a:gd name="T23" fmla="*/ 36 h 176"/>
              <a:gd name="T24" fmla="*/ 28 w 192"/>
              <a:gd name="T25" fmla="*/ 36 h 176"/>
              <a:gd name="T26" fmla="*/ 20 w 192"/>
              <a:gd name="T27" fmla="*/ 28 h 176"/>
              <a:gd name="T28" fmla="*/ 28 w 192"/>
              <a:gd name="T29" fmla="*/ 20 h 176"/>
              <a:gd name="T30" fmla="*/ 146 w 192"/>
              <a:gd name="T31" fmla="*/ 20 h 176"/>
              <a:gd name="T32" fmla="*/ 156 w 192"/>
              <a:gd name="T33" fmla="*/ 10 h 176"/>
              <a:gd name="T34" fmla="*/ 146 w 192"/>
              <a:gd name="T35" fmla="*/ 0 h 176"/>
              <a:gd name="T36" fmla="*/ 16 w 192"/>
              <a:gd name="T37" fmla="*/ 0 h 176"/>
              <a:gd name="T38" fmla="*/ 0 w 192"/>
              <a:gd name="T39" fmla="*/ 16 h 176"/>
              <a:gd name="T40" fmla="*/ 0 w 192"/>
              <a:gd name="T41" fmla="*/ 160 h 176"/>
              <a:gd name="T42" fmla="*/ 136 w 192"/>
              <a:gd name="T43" fmla="*/ 106 h 176"/>
              <a:gd name="T44" fmla="*/ 146 w 192"/>
              <a:gd name="T45" fmla="*/ 96 h 176"/>
              <a:gd name="T46" fmla="*/ 156 w 192"/>
              <a:gd name="T47" fmla="*/ 106 h 176"/>
              <a:gd name="T48" fmla="*/ 146 w 192"/>
              <a:gd name="T49" fmla="*/ 116 h 176"/>
              <a:gd name="T50" fmla="*/ 136 w 192"/>
              <a:gd name="T51" fmla="*/ 10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92" h="176">
                <a:moveTo>
                  <a:pt x="0" y="160"/>
                </a:move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36"/>
                  <a:pt x="176" y="136"/>
                  <a:pt x="176" y="136"/>
                </a:cubicBezTo>
                <a:cubicBezTo>
                  <a:pt x="183" y="136"/>
                  <a:pt x="183" y="136"/>
                  <a:pt x="183" y="136"/>
                </a:cubicBezTo>
                <a:cubicBezTo>
                  <a:pt x="188" y="136"/>
                  <a:pt x="192" y="132"/>
                  <a:pt x="192" y="127"/>
                </a:cubicBezTo>
                <a:cubicBezTo>
                  <a:pt x="192" y="85"/>
                  <a:pt x="192" y="85"/>
                  <a:pt x="192" y="85"/>
                </a:cubicBezTo>
                <a:cubicBezTo>
                  <a:pt x="192" y="80"/>
                  <a:pt x="188" y="76"/>
                  <a:pt x="183" y="76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52"/>
                  <a:pt x="176" y="52"/>
                  <a:pt x="176" y="52"/>
                </a:cubicBezTo>
                <a:cubicBezTo>
                  <a:pt x="176" y="43"/>
                  <a:pt x="169" y="36"/>
                  <a:pt x="160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4" y="36"/>
                  <a:pt x="20" y="32"/>
                  <a:pt x="20" y="28"/>
                </a:cubicBezTo>
                <a:cubicBezTo>
                  <a:pt x="20" y="24"/>
                  <a:pt x="24" y="20"/>
                  <a:pt x="28" y="20"/>
                </a:cubicBezTo>
                <a:cubicBezTo>
                  <a:pt x="146" y="20"/>
                  <a:pt x="146" y="20"/>
                  <a:pt x="146" y="20"/>
                </a:cubicBezTo>
                <a:cubicBezTo>
                  <a:pt x="152" y="20"/>
                  <a:pt x="156" y="16"/>
                  <a:pt x="156" y="10"/>
                </a:cubicBezTo>
                <a:cubicBezTo>
                  <a:pt x="156" y="4"/>
                  <a:pt x="152" y="0"/>
                  <a:pt x="14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60"/>
                </a:lnTo>
                <a:close/>
                <a:moveTo>
                  <a:pt x="136" y="106"/>
                </a:moveTo>
                <a:cubicBezTo>
                  <a:pt x="136" y="100"/>
                  <a:pt x="140" y="96"/>
                  <a:pt x="146" y="96"/>
                </a:cubicBezTo>
                <a:cubicBezTo>
                  <a:pt x="152" y="96"/>
                  <a:pt x="156" y="100"/>
                  <a:pt x="156" y="106"/>
                </a:cubicBezTo>
                <a:cubicBezTo>
                  <a:pt x="156" y="112"/>
                  <a:pt x="152" y="116"/>
                  <a:pt x="146" y="116"/>
                </a:cubicBezTo>
                <a:cubicBezTo>
                  <a:pt x="140" y="116"/>
                  <a:pt x="136" y="112"/>
                  <a:pt x="136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DFB100A6-75B6-439C-B2BC-D1A39B6A1991}"/>
              </a:ext>
            </a:extLst>
          </p:cNvPr>
          <p:cNvSpPr>
            <a:spLocks noEditPoints="1"/>
          </p:cNvSpPr>
          <p:nvPr/>
        </p:nvSpPr>
        <p:spPr bwMode="auto">
          <a:xfrm>
            <a:off x="2783682" y="4704556"/>
            <a:ext cx="311150" cy="247650"/>
          </a:xfrm>
          <a:custGeom>
            <a:avLst/>
            <a:gdLst>
              <a:gd name="T0" fmla="*/ 106 w 192"/>
              <a:gd name="T1" fmla="*/ 92 h 152"/>
              <a:gd name="T2" fmla="*/ 50 w 192"/>
              <a:gd name="T3" fmla="*/ 92 h 152"/>
              <a:gd name="T4" fmla="*/ 40 w 192"/>
              <a:gd name="T5" fmla="*/ 102 h 152"/>
              <a:gd name="T6" fmla="*/ 50 w 192"/>
              <a:gd name="T7" fmla="*/ 112 h 152"/>
              <a:gd name="T8" fmla="*/ 106 w 192"/>
              <a:gd name="T9" fmla="*/ 112 h 152"/>
              <a:gd name="T10" fmla="*/ 116 w 192"/>
              <a:gd name="T11" fmla="*/ 102 h 152"/>
              <a:gd name="T12" fmla="*/ 106 w 192"/>
              <a:gd name="T13" fmla="*/ 92 h 152"/>
              <a:gd name="T14" fmla="*/ 0 w 192"/>
              <a:gd name="T15" fmla="*/ 136 h 152"/>
              <a:gd name="T16" fmla="*/ 16 w 192"/>
              <a:gd name="T17" fmla="*/ 152 h 152"/>
              <a:gd name="T18" fmla="*/ 176 w 192"/>
              <a:gd name="T19" fmla="*/ 152 h 152"/>
              <a:gd name="T20" fmla="*/ 192 w 192"/>
              <a:gd name="T21" fmla="*/ 136 h 152"/>
              <a:gd name="T22" fmla="*/ 192 w 192"/>
              <a:gd name="T23" fmla="*/ 16 h 152"/>
              <a:gd name="T24" fmla="*/ 176 w 192"/>
              <a:gd name="T25" fmla="*/ 0 h 152"/>
              <a:gd name="T26" fmla="*/ 16 w 192"/>
              <a:gd name="T27" fmla="*/ 0 h 152"/>
              <a:gd name="T28" fmla="*/ 0 w 192"/>
              <a:gd name="T29" fmla="*/ 16 h 152"/>
              <a:gd name="T30" fmla="*/ 0 w 192"/>
              <a:gd name="T31" fmla="*/ 136 h 152"/>
              <a:gd name="T32" fmla="*/ 29 w 192"/>
              <a:gd name="T33" fmla="*/ 20 h 152"/>
              <a:gd name="T34" fmla="*/ 163 w 192"/>
              <a:gd name="T35" fmla="*/ 20 h 152"/>
              <a:gd name="T36" fmla="*/ 172 w 192"/>
              <a:gd name="T37" fmla="*/ 29 h 152"/>
              <a:gd name="T38" fmla="*/ 172 w 192"/>
              <a:gd name="T39" fmla="*/ 40 h 152"/>
              <a:gd name="T40" fmla="*/ 20 w 192"/>
              <a:gd name="T41" fmla="*/ 40 h 152"/>
              <a:gd name="T42" fmla="*/ 20 w 192"/>
              <a:gd name="T43" fmla="*/ 29 h 152"/>
              <a:gd name="T44" fmla="*/ 29 w 192"/>
              <a:gd name="T45" fmla="*/ 20 h 152"/>
              <a:gd name="T46" fmla="*/ 20 w 192"/>
              <a:gd name="T47" fmla="*/ 72 h 152"/>
              <a:gd name="T48" fmla="*/ 172 w 192"/>
              <a:gd name="T49" fmla="*/ 72 h 152"/>
              <a:gd name="T50" fmla="*/ 172 w 192"/>
              <a:gd name="T51" fmla="*/ 123 h 152"/>
              <a:gd name="T52" fmla="*/ 163 w 192"/>
              <a:gd name="T53" fmla="*/ 132 h 152"/>
              <a:gd name="T54" fmla="*/ 29 w 192"/>
              <a:gd name="T55" fmla="*/ 132 h 152"/>
              <a:gd name="T56" fmla="*/ 20 w 192"/>
              <a:gd name="T57" fmla="*/ 123 h 152"/>
              <a:gd name="T58" fmla="*/ 20 w 192"/>
              <a:gd name="T59" fmla="*/ 7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92" h="152">
                <a:moveTo>
                  <a:pt x="106" y="92"/>
                </a:moveTo>
                <a:cubicBezTo>
                  <a:pt x="50" y="92"/>
                  <a:pt x="50" y="92"/>
                  <a:pt x="50" y="92"/>
                </a:cubicBezTo>
                <a:cubicBezTo>
                  <a:pt x="44" y="92"/>
                  <a:pt x="40" y="96"/>
                  <a:pt x="40" y="102"/>
                </a:cubicBezTo>
                <a:cubicBezTo>
                  <a:pt x="40" y="108"/>
                  <a:pt x="44" y="112"/>
                  <a:pt x="50" y="112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12" y="112"/>
                  <a:pt x="116" y="108"/>
                  <a:pt x="116" y="102"/>
                </a:cubicBezTo>
                <a:cubicBezTo>
                  <a:pt x="116" y="96"/>
                  <a:pt x="112" y="92"/>
                  <a:pt x="106" y="92"/>
                </a:cubicBezTo>
                <a:close/>
                <a:moveTo>
                  <a:pt x="0" y="136"/>
                </a:moveTo>
                <a:cubicBezTo>
                  <a:pt x="0" y="145"/>
                  <a:pt x="7" y="152"/>
                  <a:pt x="16" y="152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85" y="152"/>
                  <a:pt x="192" y="145"/>
                  <a:pt x="192" y="13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36"/>
                </a:lnTo>
                <a:close/>
                <a:moveTo>
                  <a:pt x="29" y="20"/>
                </a:moveTo>
                <a:cubicBezTo>
                  <a:pt x="163" y="20"/>
                  <a:pt x="163" y="20"/>
                  <a:pt x="163" y="20"/>
                </a:cubicBezTo>
                <a:cubicBezTo>
                  <a:pt x="168" y="20"/>
                  <a:pt x="172" y="24"/>
                  <a:pt x="172" y="29"/>
                </a:cubicBezTo>
                <a:cubicBezTo>
                  <a:pt x="172" y="40"/>
                  <a:pt x="172" y="40"/>
                  <a:pt x="172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20" y="72"/>
                </a:moveTo>
                <a:cubicBezTo>
                  <a:pt x="172" y="72"/>
                  <a:pt x="172" y="72"/>
                  <a:pt x="172" y="72"/>
                </a:cubicBezTo>
                <a:cubicBezTo>
                  <a:pt x="172" y="123"/>
                  <a:pt x="172" y="123"/>
                  <a:pt x="172" y="123"/>
                </a:cubicBezTo>
                <a:cubicBezTo>
                  <a:pt x="172" y="128"/>
                  <a:pt x="168" y="132"/>
                  <a:pt x="163" y="132"/>
                </a:cubicBezTo>
                <a:cubicBezTo>
                  <a:pt x="29" y="132"/>
                  <a:pt x="29" y="132"/>
                  <a:pt x="29" y="132"/>
                </a:cubicBezTo>
                <a:cubicBezTo>
                  <a:pt x="24" y="132"/>
                  <a:pt x="20" y="128"/>
                  <a:pt x="20" y="123"/>
                </a:cubicBezTo>
                <a:lnTo>
                  <a:pt x="20" y="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7DC11404-1D06-4F3C-985D-0C7F15E55C4F}"/>
              </a:ext>
            </a:extLst>
          </p:cNvPr>
          <p:cNvSpPr>
            <a:spLocks noEditPoints="1"/>
          </p:cNvSpPr>
          <p:nvPr/>
        </p:nvSpPr>
        <p:spPr bwMode="auto">
          <a:xfrm>
            <a:off x="2080419" y="4683919"/>
            <a:ext cx="312738" cy="287337"/>
          </a:xfrm>
          <a:custGeom>
            <a:avLst/>
            <a:gdLst>
              <a:gd name="T0" fmla="*/ 144 w 192"/>
              <a:gd name="T1" fmla="*/ 40 h 176"/>
              <a:gd name="T2" fmla="*/ 144 w 192"/>
              <a:gd name="T3" fmla="*/ 16 h 176"/>
              <a:gd name="T4" fmla="*/ 128 w 192"/>
              <a:gd name="T5" fmla="*/ 0 h 176"/>
              <a:gd name="T6" fmla="*/ 64 w 192"/>
              <a:gd name="T7" fmla="*/ 0 h 176"/>
              <a:gd name="T8" fmla="*/ 48 w 192"/>
              <a:gd name="T9" fmla="*/ 16 h 176"/>
              <a:gd name="T10" fmla="*/ 48 w 192"/>
              <a:gd name="T11" fmla="*/ 40 h 176"/>
              <a:gd name="T12" fmla="*/ 16 w 192"/>
              <a:gd name="T13" fmla="*/ 40 h 176"/>
              <a:gd name="T14" fmla="*/ 0 w 192"/>
              <a:gd name="T15" fmla="*/ 56 h 176"/>
              <a:gd name="T16" fmla="*/ 0 w 192"/>
              <a:gd name="T17" fmla="*/ 160 h 176"/>
              <a:gd name="T18" fmla="*/ 16 w 192"/>
              <a:gd name="T19" fmla="*/ 176 h 176"/>
              <a:gd name="T20" fmla="*/ 176 w 192"/>
              <a:gd name="T21" fmla="*/ 176 h 176"/>
              <a:gd name="T22" fmla="*/ 192 w 192"/>
              <a:gd name="T23" fmla="*/ 160 h 176"/>
              <a:gd name="T24" fmla="*/ 192 w 192"/>
              <a:gd name="T25" fmla="*/ 56 h 176"/>
              <a:gd name="T26" fmla="*/ 176 w 192"/>
              <a:gd name="T27" fmla="*/ 40 h 176"/>
              <a:gd name="T28" fmla="*/ 144 w 192"/>
              <a:gd name="T29" fmla="*/ 40 h 176"/>
              <a:gd name="T30" fmla="*/ 77 w 192"/>
              <a:gd name="T31" fmla="*/ 20 h 176"/>
              <a:gd name="T32" fmla="*/ 115 w 192"/>
              <a:gd name="T33" fmla="*/ 20 h 176"/>
              <a:gd name="T34" fmla="*/ 124 w 192"/>
              <a:gd name="T35" fmla="*/ 29 h 176"/>
              <a:gd name="T36" fmla="*/ 124 w 192"/>
              <a:gd name="T37" fmla="*/ 40 h 176"/>
              <a:gd name="T38" fmla="*/ 68 w 192"/>
              <a:gd name="T39" fmla="*/ 40 h 176"/>
              <a:gd name="T40" fmla="*/ 68 w 192"/>
              <a:gd name="T41" fmla="*/ 29 h 176"/>
              <a:gd name="T42" fmla="*/ 77 w 192"/>
              <a:gd name="T43" fmla="*/ 20 h 176"/>
              <a:gd name="T44" fmla="*/ 48 w 192"/>
              <a:gd name="T45" fmla="*/ 68 h 176"/>
              <a:gd name="T46" fmla="*/ 48 w 192"/>
              <a:gd name="T47" fmla="*/ 148 h 176"/>
              <a:gd name="T48" fmla="*/ 40 w 192"/>
              <a:gd name="T49" fmla="*/ 156 h 176"/>
              <a:gd name="T50" fmla="*/ 32 w 192"/>
              <a:gd name="T51" fmla="*/ 148 h 176"/>
              <a:gd name="T52" fmla="*/ 32 w 192"/>
              <a:gd name="T53" fmla="*/ 68 h 176"/>
              <a:gd name="T54" fmla="*/ 40 w 192"/>
              <a:gd name="T55" fmla="*/ 60 h 176"/>
              <a:gd name="T56" fmla="*/ 48 w 192"/>
              <a:gd name="T57" fmla="*/ 68 h 176"/>
              <a:gd name="T58" fmla="*/ 160 w 192"/>
              <a:gd name="T59" fmla="*/ 68 h 176"/>
              <a:gd name="T60" fmla="*/ 160 w 192"/>
              <a:gd name="T61" fmla="*/ 148 h 176"/>
              <a:gd name="T62" fmla="*/ 152 w 192"/>
              <a:gd name="T63" fmla="*/ 156 h 176"/>
              <a:gd name="T64" fmla="*/ 144 w 192"/>
              <a:gd name="T65" fmla="*/ 148 h 176"/>
              <a:gd name="T66" fmla="*/ 144 w 192"/>
              <a:gd name="T67" fmla="*/ 68 h 176"/>
              <a:gd name="T68" fmla="*/ 152 w 192"/>
              <a:gd name="T69" fmla="*/ 60 h 176"/>
              <a:gd name="T70" fmla="*/ 160 w 192"/>
              <a:gd name="T71" fmla="*/ 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2" h="176">
                <a:moveTo>
                  <a:pt x="144" y="40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0"/>
                  <a:pt x="48" y="40"/>
                  <a:pt x="48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76" y="176"/>
                  <a:pt x="176" y="176"/>
                  <a:pt x="176" y="176"/>
                </a:cubicBezTo>
                <a:cubicBezTo>
                  <a:pt x="185" y="176"/>
                  <a:pt x="192" y="169"/>
                  <a:pt x="192" y="160"/>
                </a:cubicBezTo>
                <a:cubicBezTo>
                  <a:pt x="192" y="56"/>
                  <a:pt x="192" y="56"/>
                  <a:pt x="192" y="56"/>
                </a:cubicBezTo>
                <a:cubicBezTo>
                  <a:pt x="192" y="47"/>
                  <a:pt x="185" y="40"/>
                  <a:pt x="176" y="40"/>
                </a:cubicBezTo>
                <a:lnTo>
                  <a:pt x="144" y="40"/>
                </a:lnTo>
                <a:close/>
                <a:moveTo>
                  <a:pt x="77" y="20"/>
                </a:moveTo>
                <a:cubicBezTo>
                  <a:pt x="115" y="20"/>
                  <a:pt x="115" y="20"/>
                  <a:pt x="115" y="20"/>
                </a:cubicBezTo>
                <a:cubicBezTo>
                  <a:pt x="120" y="20"/>
                  <a:pt x="124" y="24"/>
                  <a:pt x="124" y="29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29"/>
                  <a:pt x="68" y="29"/>
                  <a:pt x="68" y="29"/>
                </a:cubicBezTo>
                <a:cubicBezTo>
                  <a:pt x="68" y="24"/>
                  <a:pt x="72" y="20"/>
                  <a:pt x="77" y="20"/>
                </a:cubicBezTo>
                <a:close/>
                <a:moveTo>
                  <a:pt x="48" y="68"/>
                </a:moveTo>
                <a:cubicBezTo>
                  <a:pt x="48" y="148"/>
                  <a:pt x="48" y="148"/>
                  <a:pt x="48" y="148"/>
                </a:cubicBezTo>
                <a:cubicBezTo>
                  <a:pt x="48" y="152"/>
                  <a:pt x="44" y="156"/>
                  <a:pt x="40" y="156"/>
                </a:cubicBezTo>
                <a:cubicBezTo>
                  <a:pt x="36" y="156"/>
                  <a:pt x="32" y="152"/>
                  <a:pt x="32" y="148"/>
                </a:cubicBezTo>
                <a:cubicBezTo>
                  <a:pt x="32" y="68"/>
                  <a:pt x="32" y="68"/>
                  <a:pt x="32" y="68"/>
                </a:cubicBezTo>
                <a:cubicBezTo>
                  <a:pt x="32" y="64"/>
                  <a:pt x="36" y="60"/>
                  <a:pt x="40" y="60"/>
                </a:cubicBezTo>
                <a:cubicBezTo>
                  <a:pt x="44" y="60"/>
                  <a:pt x="48" y="64"/>
                  <a:pt x="48" y="68"/>
                </a:cubicBezTo>
                <a:close/>
                <a:moveTo>
                  <a:pt x="160" y="68"/>
                </a:moveTo>
                <a:cubicBezTo>
                  <a:pt x="160" y="148"/>
                  <a:pt x="160" y="148"/>
                  <a:pt x="160" y="148"/>
                </a:cubicBezTo>
                <a:cubicBezTo>
                  <a:pt x="160" y="152"/>
                  <a:pt x="156" y="156"/>
                  <a:pt x="152" y="156"/>
                </a:cubicBezTo>
                <a:cubicBezTo>
                  <a:pt x="148" y="156"/>
                  <a:pt x="144" y="152"/>
                  <a:pt x="144" y="14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4"/>
                  <a:pt x="148" y="60"/>
                  <a:pt x="152" y="60"/>
                </a:cubicBezTo>
                <a:cubicBezTo>
                  <a:pt x="156" y="60"/>
                  <a:pt x="160" y="64"/>
                  <a:pt x="160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2659436F-010E-43E6-835B-5BEDC6EAB0EE}"/>
              </a:ext>
            </a:extLst>
          </p:cNvPr>
          <p:cNvSpPr>
            <a:spLocks noEditPoints="1"/>
          </p:cNvSpPr>
          <p:nvPr/>
        </p:nvSpPr>
        <p:spPr bwMode="auto">
          <a:xfrm>
            <a:off x="1377157" y="4671219"/>
            <a:ext cx="312738" cy="312737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76 h 192"/>
              <a:gd name="T10" fmla="*/ 176 w 192"/>
              <a:gd name="T11" fmla="*/ 60 h 192"/>
              <a:gd name="T12" fmla="*/ 160 w 192"/>
              <a:gd name="T13" fmla="*/ 60 h 192"/>
              <a:gd name="T14" fmla="*/ 160 w 192"/>
              <a:gd name="T15" fmla="*/ 42 h 192"/>
              <a:gd name="T16" fmla="*/ 118 w 192"/>
              <a:gd name="T17" fmla="*/ 0 h 192"/>
              <a:gd name="T18" fmla="*/ 93 w 192"/>
              <a:gd name="T19" fmla="*/ 8 h 192"/>
              <a:gd name="T20" fmla="*/ 74 w 192"/>
              <a:gd name="T21" fmla="*/ 4 h 192"/>
              <a:gd name="T22" fmla="*/ 32 w 192"/>
              <a:gd name="T23" fmla="*/ 46 h 192"/>
              <a:gd name="T24" fmla="*/ 32 w 192"/>
              <a:gd name="T25" fmla="*/ 60 h 192"/>
              <a:gd name="T26" fmla="*/ 16 w 192"/>
              <a:gd name="T27" fmla="*/ 60 h 192"/>
              <a:gd name="T28" fmla="*/ 0 w 192"/>
              <a:gd name="T29" fmla="*/ 76 h 192"/>
              <a:gd name="T30" fmla="*/ 0 w 192"/>
              <a:gd name="T31" fmla="*/ 176 h 192"/>
              <a:gd name="T32" fmla="*/ 140 w 192"/>
              <a:gd name="T33" fmla="*/ 60 h 192"/>
              <a:gd name="T34" fmla="*/ 96 w 192"/>
              <a:gd name="T35" fmla="*/ 60 h 192"/>
              <a:gd name="T36" fmla="*/ 96 w 192"/>
              <a:gd name="T37" fmla="*/ 42 h 192"/>
              <a:gd name="T38" fmla="*/ 118 w 192"/>
              <a:gd name="T39" fmla="*/ 20 h 192"/>
              <a:gd name="T40" fmla="*/ 140 w 192"/>
              <a:gd name="T41" fmla="*/ 42 h 192"/>
              <a:gd name="T42" fmla="*/ 140 w 192"/>
              <a:gd name="T43" fmla="*/ 60 h 192"/>
              <a:gd name="T44" fmla="*/ 76 w 192"/>
              <a:gd name="T45" fmla="*/ 60 h 192"/>
              <a:gd name="T46" fmla="*/ 52 w 192"/>
              <a:gd name="T47" fmla="*/ 60 h 192"/>
              <a:gd name="T48" fmla="*/ 52 w 192"/>
              <a:gd name="T49" fmla="*/ 46 h 192"/>
              <a:gd name="T50" fmla="*/ 74 w 192"/>
              <a:gd name="T51" fmla="*/ 24 h 192"/>
              <a:gd name="T52" fmla="*/ 80 w 192"/>
              <a:gd name="T53" fmla="*/ 25 h 192"/>
              <a:gd name="T54" fmla="*/ 76 w 192"/>
              <a:gd name="T55" fmla="*/ 42 h 192"/>
              <a:gd name="T56" fmla="*/ 76 w 192"/>
              <a:gd name="T57" fmla="*/ 60 h 192"/>
              <a:gd name="T58" fmla="*/ 76 w 192"/>
              <a:gd name="T59" fmla="*/ 86 h 192"/>
              <a:gd name="T60" fmla="*/ 86 w 192"/>
              <a:gd name="T61" fmla="*/ 76 h 192"/>
              <a:gd name="T62" fmla="*/ 96 w 192"/>
              <a:gd name="T63" fmla="*/ 86 h 192"/>
              <a:gd name="T64" fmla="*/ 86 w 192"/>
              <a:gd name="T65" fmla="*/ 96 h 192"/>
              <a:gd name="T66" fmla="*/ 76 w 192"/>
              <a:gd name="T67" fmla="*/ 86 h 192"/>
              <a:gd name="T68" fmla="*/ 140 w 192"/>
              <a:gd name="T69" fmla="*/ 86 h 192"/>
              <a:gd name="T70" fmla="*/ 150 w 192"/>
              <a:gd name="T71" fmla="*/ 76 h 192"/>
              <a:gd name="T72" fmla="*/ 160 w 192"/>
              <a:gd name="T73" fmla="*/ 86 h 192"/>
              <a:gd name="T74" fmla="*/ 150 w 192"/>
              <a:gd name="T75" fmla="*/ 96 h 192"/>
              <a:gd name="T76" fmla="*/ 140 w 192"/>
              <a:gd name="T77" fmla="*/ 86 h 192"/>
              <a:gd name="T78" fmla="*/ 36 w 192"/>
              <a:gd name="T79" fmla="*/ 88 h 192"/>
              <a:gd name="T80" fmla="*/ 36 w 192"/>
              <a:gd name="T81" fmla="*/ 164 h 192"/>
              <a:gd name="T82" fmla="*/ 28 w 192"/>
              <a:gd name="T83" fmla="*/ 172 h 192"/>
              <a:gd name="T84" fmla="*/ 20 w 192"/>
              <a:gd name="T85" fmla="*/ 164 h 192"/>
              <a:gd name="T86" fmla="*/ 20 w 192"/>
              <a:gd name="T87" fmla="*/ 88 h 192"/>
              <a:gd name="T88" fmla="*/ 28 w 192"/>
              <a:gd name="T89" fmla="*/ 80 h 192"/>
              <a:gd name="T90" fmla="*/ 36 w 192"/>
              <a:gd name="T91" fmla="*/ 8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67"/>
                  <a:pt x="185" y="60"/>
                  <a:pt x="17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19"/>
                  <a:pt x="141" y="0"/>
                  <a:pt x="118" y="0"/>
                </a:cubicBezTo>
                <a:cubicBezTo>
                  <a:pt x="109" y="0"/>
                  <a:pt x="100" y="3"/>
                  <a:pt x="93" y="8"/>
                </a:cubicBezTo>
                <a:cubicBezTo>
                  <a:pt x="87" y="6"/>
                  <a:pt x="81" y="4"/>
                  <a:pt x="74" y="4"/>
                </a:cubicBezTo>
                <a:cubicBezTo>
                  <a:pt x="51" y="4"/>
                  <a:pt x="32" y="23"/>
                  <a:pt x="32" y="46"/>
                </a:cubicBezTo>
                <a:cubicBezTo>
                  <a:pt x="32" y="60"/>
                  <a:pt x="32" y="60"/>
                  <a:pt x="32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7" y="60"/>
                  <a:pt x="0" y="67"/>
                  <a:pt x="0" y="76"/>
                </a:cubicBezTo>
                <a:lnTo>
                  <a:pt x="0" y="176"/>
                </a:lnTo>
                <a:close/>
                <a:moveTo>
                  <a:pt x="14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42"/>
                  <a:pt x="96" y="42"/>
                  <a:pt x="96" y="42"/>
                </a:cubicBezTo>
                <a:cubicBezTo>
                  <a:pt x="96" y="30"/>
                  <a:pt x="106" y="20"/>
                  <a:pt x="118" y="20"/>
                </a:cubicBezTo>
                <a:cubicBezTo>
                  <a:pt x="130" y="20"/>
                  <a:pt x="140" y="30"/>
                  <a:pt x="140" y="42"/>
                </a:cubicBezTo>
                <a:lnTo>
                  <a:pt x="140" y="60"/>
                </a:lnTo>
                <a:close/>
                <a:moveTo>
                  <a:pt x="76" y="60"/>
                </a:moveTo>
                <a:cubicBezTo>
                  <a:pt x="52" y="60"/>
                  <a:pt x="52" y="60"/>
                  <a:pt x="52" y="6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34"/>
                  <a:pt x="62" y="24"/>
                  <a:pt x="74" y="24"/>
                </a:cubicBezTo>
                <a:cubicBezTo>
                  <a:pt x="76" y="24"/>
                  <a:pt x="78" y="24"/>
                  <a:pt x="80" y="25"/>
                </a:cubicBezTo>
                <a:cubicBezTo>
                  <a:pt x="77" y="30"/>
                  <a:pt x="76" y="36"/>
                  <a:pt x="76" y="42"/>
                </a:cubicBezTo>
                <a:lnTo>
                  <a:pt x="76" y="60"/>
                </a:lnTo>
                <a:close/>
                <a:moveTo>
                  <a:pt x="76" y="86"/>
                </a:moveTo>
                <a:cubicBezTo>
                  <a:pt x="76" y="80"/>
                  <a:pt x="80" y="76"/>
                  <a:pt x="86" y="76"/>
                </a:cubicBezTo>
                <a:cubicBezTo>
                  <a:pt x="92" y="76"/>
                  <a:pt x="96" y="80"/>
                  <a:pt x="96" y="86"/>
                </a:cubicBezTo>
                <a:cubicBezTo>
                  <a:pt x="96" y="92"/>
                  <a:pt x="92" y="96"/>
                  <a:pt x="86" y="96"/>
                </a:cubicBezTo>
                <a:cubicBezTo>
                  <a:pt x="80" y="96"/>
                  <a:pt x="76" y="92"/>
                  <a:pt x="76" y="86"/>
                </a:cubicBezTo>
                <a:close/>
                <a:moveTo>
                  <a:pt x="140" y="86"/>
                </a:moveTo>
                <a:cubicBezTo>
                  <a:pt x="140" y="80"/>
                  <a:pt x="144" y="76"/>
                  <a:pt x="150" y="76"/>
                </a:cubicBezTo>
                <a:cubicBezTo>
                  <a:pt x="156" y="76"/>
                  <a:pt x="160" y="80"/>
                  <a:pt x="160" y="86"/>
                </a:cubicBezTo>
                <a:cubicBezTo>
                  <a:pt x="160" y="92"/>
                  <a:pt x="156" y="96"/>
                  <a:pt x="150" y="96"/>
                </a:cubicBezTo>
                <a:cubicBezTo>
                  <a:pt x="144" y="96"/>
                  <a:pt x="140" y="92"/>
                  <a:pt x="140" y="86"/>
                </a:cubicBezTo>
                <a:close/>
                <a:moveTo>
                  <a:pt x="36" y="88"/>
                </a:moveTo>
                <a:cubicBezTo>
                  <a:pt x="36" y="164"/>
                  <a:pt x="36" y="164"/>
                  <a:pt x="36" y="164"/>
                </a:cubicBezTo>
                <a:cubicBezTo>
                  <a:pt x="36" y="168"/>
                  <a:pt x="32" y="172"/>
                  <a:pt x="28" y="172"/>
                </a:cubicBezTo>
                <a:cubicBezTo>
                  <a:pt x="24" y="172"/>
                  <a:pt x="20" y="168"/>
                  <a:pt x="20" y="164"/>
                </a:cubicBezTo>
                <a:cubicBezTo>
                  <a:pt x="20" y="88"/>
                  <a:pt x="20" y="88"/>
                  <a:pt x="20" y="88"/>
                </a:cubicBezTo>
                <a:cubicBezTo>
                  <a:pt x="20" y="84"/>
                  <a:pt x="24" y="80"/>
                  <a:pt x="28" y="80"/>
                </a:cubicBezTo>
                <a:cubicBezTo>
                  <a:pt x="32" y="80"/>
                  <a:pt x="36" y="84"/>
                  <a:pt x="36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57E5AE71-2FC4-4ACF-8D3C-49004AF0AFC7}"/>
              </a:ext>
            </a:extLst>
          </p:cNvPr>
          <p:cNvSpPr>
            <a:spLocks noEditPoints="1"/>
          </p:cNvSpPr>
          <p:nvPr/>
        </p:nvSpPr>
        <p:spPr bwMode="auto">
          <a:xfrm>
            <a:off x="5595144" y="3988594"/>
            <a:ext cx="312738" cy="273050"/>
          </a:xfrm>
          <a:custGeom>
            <a:avLst/>
            <a:gdLst>
              <a:gd name="T0" fmla="*/ 100 w 192"/>
              <a:gd name="T1" fmla="*/ 138 h 168"/>
              <a:gd name="T2" fmla="*/ 98 w 192"/>
              <a:gd name="T3" fmla="*/ 128 h 168"/>
              <a:gd name="T4" fmla="*/ 122 w 192"/>
              <a:gd name="T5" fmla="*/ 128 h 168"/>
              <a:gd name="T6" fmla="*/ 120 w 192"/>
              <a:gd name="T7" fmla="*/ 138 h 168"/>
              <a:gd name="T8" fmla="*/ 150 w 192"/>
              <a:gd name="T9" fmla="*/ 168 h 168"/>
              <a:gd name="T10" fmla="*/ 180 w 192"/>
              <a:gd name="T11" fmla="*/ 138 h 168"/>
              <a:gd name="T12" fmla="*/ 150 w 192"/>
              <a:gd name="T13" fmla="*/ 108 h 168"/>
              <a:gd name="T14" fmla="*/ 84 w 192"/>
              <a:gd name="T15" fmla="*/ 108 h 168"/>
              <a:gd name="T16" fmla="*/ 76 w 192"/>
              <a:gd name="T17" fmla="*/ 100 h 168"/>
              <a:gd name="T18" fmla="*/ 84 w 192"/>
              <a:gd name="T19" fmla="*/ 92 h 168"/>
              <a:gd name="T20" fmla="*/ 153 w 192"/>
              <a:gd name="T21" fmla="*/ 92 h 168"/>
              <a:gd name="T22" fmla="*/ 169 w 192"/>
              <a:gd name="T23" fmla="*/ 82 h 168"/>
              <a:gd name="T24" fmla="*/ 191 w 192"/>
              <a:gd name="T25" fmla="*/ 32 h 168"/>
              <a:gd name="T26" fmla="*/ 192 w 192"/>
              <a:gd name="T27" fmla="*/ 28 h 168"/>
              <a:gd name="T28" fmla="*/ 184 w 192"/>
              <a:gd name="T29" fmla="*/ 20 h 168"/>
              <a:gd name="T30" fmla="*/ 59 w 192"/>
              <a:gd name="T31" fmla="*/ 20 h 168"/>
              <a:gd name="T32" fmla="*/ 56 w 192"/>
              <a:gd name="T33" fmla="*/ 10 h 168"/>
              <a:gd name="T34" fmla="*/ 44 w 192"/>
              <a:gd name="T35" fmla="*/ 0 h 168"/>
              <a:gd name="T36" fmla="*/ 10 w 192"/>
              <a:gd name="T37" fmla="*/ 0 h 168"/>
              <a:gd name="T38" fmla="*/ 0 w 192"/>
              <a:gd name="T39" fmla="*/ 10 h 168"/>
              <a:gd name="T40" fmla="*/ 10 w 192"/>
              <a:gd name="T41" fmla="*/ 20 h 168"/>
              <a:gd name="T42" fmla="*/ 31 w 192"/>
              <a:gd name="T43" fmla="*/ 20 h 168"/>
              <a:gd name="T44" fmla="*/ 39 w 192"/>
              <a:gd name="T45" fmla="*/ 25 h 168"/>
              <a:gd name="T46" fmla="*/ 55 w 192"/>
              <a:gd name="T47" fmla="*/ 112 h 168"/>
              <a:gd name="T48" fmla="*/ 40 w 192"/>
              <a:gd name="T49" fmla="*/ 138 h 168"/>
              <a:gd name="T50" fmla="*/ 70 w 192"/>
              <a:gd name="T51" fmla="*/ 168 h 168"/>
              <a:gd name="T52" fmla="*/ 100 w 192"/>
              <a:gd name="T53" fmla="*/ 138 h 168"/>
              <a:gd name="T54" fmla="*/ 80 w 192"/>
              <a:gd name="T55" fmla="*/ 138 h 168"/>
              <a:gd name="T56" fmla="*/ 70 w 192"/>
              <a:gd name="T57" fmla="*/ 148 h 168"/>
              <a:gd name="T58" fmla="*/ 60 w 192"/>
              <a:gd name="T59" fmla="*/ 138 h 168"/>
              <a:gd name="T60" fmla="*/ 70 w 192"/>
              <a:gd name="T61" fmla="*/ 128 h 168"/>
              <a:gd name="T62" fmla="*/ 80 w 192"/>
              <a:gd name="T63" fmla="*/ 138 h 168"/>
              <a:gd name="T64" fmla="*/ 160 w 192"/>
              <a:gd name="T65" fmla="*/ 138 h 168"/>
              <a:gd name="T66" fmla="*/ 150 w 192"/>
              <a:gd name="T67" fmla="*/ 148 h 168"/>
              <a:gd name="T68" fmla="*/ 140 w 192"/>
              <a:gd name="T69" fmla="*/ 138 h 168"/>
              <a:gd name="T70" fmla="*/ 150 w 192"/>
              <a:gd name="T71" fmla="*/ 128 h 168"/>
              <a:gd name="T72" fmla="*/ 160 w 192"/>
              <a:gd name="T73" fmla="*/ 13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68">
                <a:moveTo>
                  <a:pt x="100" y="138"/>
                </a:moveTo>
                <a:cubicBezTo>
                  <a:pt x="100" y="134"/>
                  <a:pt x="99" y="131"/>
                  <a:pt x="98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1" y="131"/>
                  <a:pt x="120" y="134"/>
                  <a:pt x="120" y="138"/>
                </a:cubicBezTo>
                <a:cubicBezTo>
                  <a:pt x="120" y="155"/>
                  <a:pt x="133" y="168"/>
                  <a:pt x="150" y="168"/>
                </a:cubicBezTo>
                <a:cubicBezTo>
                  <a:pt x="167" y="168"/>
                  <a:pt x="180" y="155"/>
                  <a:pt x="180" y="138"/>
                </a:cubicBezTo>
                <a:cubicBezTo>
                  <a:pt x="180" y="121"/>
                  <a:pt x="167" y="108"/>
                  <a:pt x="150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0" y="108"/>
                  <a:pt x="76" y="104"/>
                  <a:pt x="76" y="100"/>
                </a:cubicBezTo>
                <a:cubicBezTo>
                  <a:pt x="76" y="96"/>
                  <a:pt x="80" y="92"/>
                  <a:pt x="8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60" y="92"/>
                  <a:pt x="166" y="88"/>
                  <a:pt x="169" y="82"/>
                </a:cubicBezTo>
                <a:cubicBezTo>
                  <a:pt x="170" y="79"/>
                  <a:pt x="191" y="32"/>
                  <a:pt x="191" y="32"/>
                </a:cubicBezTo>
                <a:cubicBezTo>
                  <a:pt x="191" y="31"/>
                  <a:pt x="192" y="29"/>
                  <a:pt x="192" y="28"/>
                </a:cubicBezTo>
                <a:cubicBezTo>
                  <a:pt x="192" y="24"/>
                  <a:pt x="188" y="20"/>
                  <a:pt x="184" y="20"/>
                </a:cubicBezTo>
                <a:cubicBezTo>
                  <a:pt x="59" y="20"/>
                  <a:pt x="59" y="20"/>
                  <a:pt x="59" y="20"/>
                </a:cubicBezTo>
                <a:cubicBezTo>
                  <a:pt x="56" y="10"/>
                  <a:pt x="56" y="10"/>
                  <a:pt x="56" y="10"/>
                </a:cubicBezTo>
                <a:cubicBezTo>
                  <a:pt x="54" y="4"/>
                  <a:pt x="50" y="0"/>
                  <a:pt x="44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6"/>
                  <a:pt x="4" y="20"/>
                  <a:pt x="10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5" y="20"/>
                  <a:pt x="38" y="22"/>
                  <a:pt x="39" y="25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46" y="117"/>
                  <a:pt x="40" y="127"/>
                  <a:pt x="40" y="138"/>
                </a:cubicBezTo>
                <a:cubicBezTo>
                  <a:pt x="40" y="155"/>
                  <a:pt x="53" y="168"/>
                  <a:pt x="70" y="168"/>
                </a:cubicBezTo>
                <a:cubicBezTo>
                  <a:pt x="87" y="168"/>
                  <a:pt x="100" y="155"/>
                  <a:pt x="100" y="138"/>
                </a:cubicBezTo>
                <a:close/>
                <a:moveTo>
                  <a:pt x="80" y="138"/>
                </a:moveTo>
                <a:cubicBezTo>
                  <a:pt x="80" y="144"/>
                  <a:pt x="76" y="148"/>
                  <a:pt x="70" y="148"/>
                </a:cubicBezTo>
                <a:cubicBezTo>
                  <a:pt x="64" y="148"/>
                  <a:pt x="60" y="144"/>
                  <a:pt x="60" y="138"/>
                </a:cubicBezTo>
                <a:cubicBezTo>
                  <a:pt x="60" y="132"/>
                  <a:pt x="64" y="128"/>
                  <a:pt x="70" y="128"/>
                </a:cubicBezTo>
                <a:cubicBezTo>
                  <a:pt x="76" y="128"/>
                  <a:pt x="80" y="132"/>
                  <a:pt x="80" y="138"/>
                </a:cubicBezTo>
                <a:close/>
                <a:moveTo>
                  <a:pt x="160" y="138"/>
                </a:moveTo>
                <a:cubicBezTo>
                  <a:pt x="160" y="144"/>
                  <a:pt x="156" y="148"/>
                  <a:pt x="150" y="148"/>
                </a:cubicBezTo>
                <a:cubicBezTo>
                  <a:pt x="144" y="148"/>
                  <a:pt x="140" y="144"/>
                  <a:pt x="140" y="138"/>
                </a:cubicBezTo>
                <a:cubicBezTo>
                  <a:pt x="140" y="132"/>
                  <a:pt x="144" y="128"/>
                  <a:pt x="150" y="128"/>
                </a:cubicBezTo>
                <a:cubicBezTo>
                  <a:pt x="156" y="128"/>
                  <a:pt x="160" y="132"/>
                  <a:pt x="160" y="1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55423D1F-A9AE-42B3-A811-65F4D2D1FD35}"/>
              </a:ext>
            </a:extLst>
          </p:cNvPr>
          <p:cNvSpPr>
            <a:spLocks noEditPoints="1"/>
          </p:cNvSpPr>
          <p:nvPr/>
        </p:nvSpPr>
        <p:spPr bwMode="auto">
          <a:xfrm>
            <a:off x="4912519" y="3969544"/>
            <a:ext cx="273050" cy="311150"/>
          </a:xfrm>
          <a:custGeom>
            <a:avLst/>
            <a:gdLst>
              <a:gd name="T0" fmla="*/ 158 w 168"/>
              <a:gd name="T1" fmla="*/ 40 h 192"/>
              <a:gd name="T2" fmla="*/ 132 w 168"/>
              <a:gd name="T3" fmla="*/ 40 h 192"/>
              <a:gd name="T4" fmla="*/ 132 w 168"/>
              <a:gd name="T5" fmla="*/ 16 h 192"/>
              <a:gd name="T6" fmla="*/ 116 w 168"/>
              <a:gd name="T7" fmla="*/ 0 h 192"/>
              <a:gd name="T8" fmla="*/ 52 w 168"/>
              <a:gd name="T9" fmla="*/ 0 h 192"/>
              <a:gd name="T10" fmla="*/ 36 w 168"/>
              <a:gd name="T11" fmla="*/ 16 h 192"/>
              <a:gd name="T12" fmla="*/ 36 w 168"/>
              <a:gd name="T13" fmla="*/ 40 h 192"/>
              <a:gd name="T14" fmla="*/ 10 w 168"/>
              <a:gd name="T15" fmla="*/ 40 h 192"/>
              <a:gd name="T16" fmla="*/ 0 w 168"/>
              <a:gd name="T17" fmla="*/ 50 h 192"/>
              <a:gd name="T18" fmla="*/ 10 w 168"/>
              <a:gd name="T19" fmla="*/ 60 h 192"/>
              <a:gd name="T20" fmla="*/ 16 w 168"/>
              <a:gd name="T21" fmla="*/ 60 h 192"/>
              <a:gd name="T22" fmla="*/ 16 w 168"/>
              <a:gd name="T23" fmla="*/ 176 h 192"/>
              <a:gd name="T24" fmla="*/ 32 w 168"/>
              <a:gd name="T25" fmla="*/ 192 h 192"/>
              <a:gd name="T26" fmla="*/ 136 w 168"/>
              <a:gd name="T27" fmla="*/ 192 h 192"/>
              <a:gd name="T28" fmla="*/ 152 w 168"/>
              <a:gd name="T29" fmla="*/ 176 h 192"/>
              <a:gd name="T30" fmla="*/ 152 w 168"/>
              <a:gd name="T31" fmla="*/ 60 h 192"/>
              <a:gd name="T32" fmla="*/ 158 w 168"/>
              <a:gd name="T33" fmla="*/ 60 h 192"/>
              <a:gd name="T34" fmla="*/ 168 w 168"/>
              <a:gd name="T35" fmla="*/ 50 h 192"/>
              <a:gd name="T36" fmla="*/ 158 w 168"/>
              <a:gd name="T37" fmla="*/ 40 h 192"/>
              <a:gd name="T38" fmla="*/ 112 w 168"/>
              <a:gd name="T39" fmla="*/ 40 h 192"/>
              <a:gd name="T40" fmla="*/ 56 w 168"/>
              <a:gd name="T41" fmla="*/ 40 h 192"/>
              <a:gd name="T42" fmla="*/ 56 w 168"/>
              <a:gd name="T43" fmla="*/ 29 h 192"/>
              <a:gd name="T44" fmla="*/ 65 w 168"/>
              <a:gd name="T45" fmla="*/ 20 h 192"/>
              <a:gd name="T46" fmla="*/ 103 w 168"/>
              <a:gd name="T47" fmla="*/ 20 h 192"/>
              <a:gd name="T48" fmla="*/ 112 w 168"/>
              <a:gd name="T49" fmla="*/ 29 h 192"/>
              <a:gd name="T50" fmla="*/ 112 w 168"/>
              <a:gd name="T51" fmla="*/ 40 h 192"/>
              <a:gd name="T52" fmla="*/ 56 w 168"/>
              <a:gd name="T53" fmla="*/ 68 h 192"/>
              <a:gd name="T54" fmla="*/ 56 w 168"/>
              <a:gd name="T55" fmla="*/ 164 h 192"/>
              <a:gd name="T56" fmla="*/ 48 w 168"/>
              <a:gd name="T57" fmla="*/ 172 h 192"/>
              <a:gd name="T58" fmla="*/ 40 w 168"/>
              <a:gd name="T59" fmla="*/ 164 h 192"/>
              <a:gd name="T60" fmla="*/ 40 w 168"/>
              <a:gd name="T61" fmla="*/ 68 h 192"/>
              <a:gd name="T62" fmla="*/ 48 w 168"/>
              <a:gd name="T63" fmla="*/ 60 h 192"/>
              <a:gd name="T64" fmla="*/ 56 w 168"/>
              <a:gd name="T65" fmla="*/ 68 h 192"/>
              <a:gd name="T66" fmla="*/ 92 w 168"/>
              <a:gd name="T67" fmla="*/ 68 h 192"/>
              <a:gd name="T68" fmla="*/ 92 w 168"/>
              <a:gd name="T69" fmla="*/ 164 h 192"/>
              <a:gd name="T70" fmla="*/ 84 w 168"/>
              <a:gd name="T71" fmla="*/ 172 h 192"/>
              <a:gd name="T72" fmla="*/ 76 w 168"/>
              <a:gd name="T73" fmla="*/ 164 h 192"/>
              <a:gd name="T74" fmla="*/ 76 w 168"/>
              <a:gd name="T75" fmla="*/ 68 h 192"/>
              <a:gd name="T76" fmla="*/ 84 w 168"/>
              <a:gd name="T77" fmla="*/ 60 h 192"/>
              <a:gd name="T78" fmla="*/ 92 w 168"/>
              <a:gd name="T79" fmla="*/ 68 h 192"/>
              <a:gd name="T80" fmla="*/ 128 w 168"/>
              <a:gd name="T81" fmla="*/ 68 h 192"/>
              <a:gd name="T82" fmla="*/ 128 w 168"/>
              <a:gd name="T83" fmla="*/ 164 h 192"/>
              <a:gd name="T84" fmla="*/ 120 w 168"/>
              <a:gd name="T85" fmla="*/ 172 h 192"/>
              <a:gd name="T86" fmla="*/ 112 w 168"/>
              <a:gd name="T87" fmla="*/ 164 h 192"/>
              <a:gd name="T88" fmla="*/ 112 w 168"/>
              <a:gd name="T89" fmla="*/ 68 h 192"/>
              <a:gd name="T90" fmla="*/ 120 w 168"/>
              <a:gd name="T91" fmla="*/ 60 h 192"/>
              <a:gd name="T92" fmla="*/ 128 w 168"/>
              <a:gd name="T93" fmla="*/ 6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8" h="192">
                <a:moveTo>
                  <a:pt x="158" y="40"/>
                </a:moveTo>
                <a:cubicBezTo>
                  <a:pt x="132" y="40"/>
                  <a:pt x="132" y="40"/>
                  <a:pt x="132" y="40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2" y="7"/>
                  <a:pt x="125" y="0"/>
                  <a:pt x="11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3" y="0"/>
                  <a:pt x="36" y="7"/>
                  <a:pt x="36" y="16"/>
                </a:cubicBezTo>
                <a:cubicBezTo>
                  <a:pt x="36" y="40"/>
                  <a:pt x="36" y="40"/>
                  <a:pt x="36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4" y="40"/>
                  <a:pt x="0" y="44"/>
                  <a:pt x="0" y="50"/>
                </a:cubicBezTo>
                <a:cubicBezTo>
                  <a:pt x="0" y="56"/>
                  <a:pt x="4" y="60"/>
                  <a:pt x="10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85"/>
                  <a:pt x="23" y="192"/>
                  <a:pt x="32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45" y="192"/>
                  <a:pt x="152" y="185"/>
                  <a:pt x="152" y="176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64" y="60"/>
                  <a:pt x="168" y="56"/>
                  <a:pt x="168" y="50"/>
                </a:cubicBezTo>
                <a:cubicBezTo>
                  <a:pt x="168" y="44"/>
                  <a:pt x="164" y="40"/>
                  <a:pt x="158" y="40"/>
                </a:cubicBezTo>
                <a:close/>
                <a:moveTo>
                  <a:pt x="112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4"/>
                  <a:pt x="60" y="20"/>
                  <a:pt x="65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8" y="20"/>
                  <a:pt x="112" y="24"/>
                  <a:pt x="112" y="29"/>
                </a:cubicBezTo>
                <a:lnTo>
                  <a:pt x="112" y="40"/>
                </a:lnTo>
                <a:close/>
                <a:moveTo>
                  <a:pt x="56" y="68"/>
                </a:moveTo>
                <a:cubicBezTo>
                  <a:pt x="56" y="164"/>
                  <a:pt x="56" y="164"/>
                  <a:pt x="56" y="164"/>
                </a:cubicBezTo>
                <a:cubicBezTo>
                  <a:pt x="56" y="168"/>
                  <a:pt x="52" y="172"/>
                  <a:pt x="48" y="172"/>
                </a:cubicBezTo>
                <a:cubicBezTo>
                  <a:pt x="44" y="172"/>
                  <a:pt x="40" y="168"/>
                  <a:pt x="40" y="164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4"/>
                  <a:pt x="44" y="60"/>
                  <a:pt x="48" y="60"/>
                </a:cubicBezTo>
                <a:cubicBezTo>
                  <a:pt x="52" y="60"/>
                  <a:pt x="56" y="64"/>
                  <a:pt x="56" y="68"/>
                </a:cubicBezTo>
                <a:close/>
                <a:moveTo>
                  <a:pt x="92" y="68"/>
                </a:moveTo>
                <a:cubicBezTo>
                  <a:pt x="92" y="164"/>
                  <a:pt x="92" y="164"/>
                  <a:pt x="92" y="164"/>
                </a:cubicBezTo>
                <a:cubicBezTo>
                  <a:pt x="92" y="168"/>
                  <a:pt x="88" y="172"/>
                  <a:pt x="84" y="172"/>
                </a:cubicBezTo>
                <a:cubicBezTo>
                  <a:pt x="80" y="172"/>
                  <a:pt x="76" y="168"/>
                  <a:pt x="76" y="16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4"/>
                  <a:pt x="80" y="60"/>
                  <a:pt x="84" y="60"/>
                </a:cubicBezTo>
                <a:cubicBezTo>
                  <a:pt x="88" y="60"/>
                  <a:pt x="92" y="64"/>
                  <a:pt x="92" y="68"/>
                </a:cubicBezTo>
                <a:close/>
                <a:moveTo>
                  <a:pt x="128" y="68"/>
                </a:moveTo>
                <a:cubicBezTo>
                  <a:pt x="128" y="164"/>
                  <a:pt x="128" y="164"/>
                  <a:pt x="128" y="164"/>
                </a:cubicBezTo>
                <a:cubicBezTo>
                  <a:pt x="128" y="168"/>
                  <a:pt x="124" y="172"/>
                  <a:pt x="120" y="172"/>
                </a:cubicBezTo>
                <a:cubicBezTo>
                  <a:pt x="116" y="172"/>
                  <a:pt x="112" y="168"/>
                  <a:pt x="112" y="16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64"/>
                  <a:pt x="116" y="60"/>
                  <a:pt x="120" y="60"/>
                </a:cubicBezTo>
                <a:cubicBezTo>
                  <a:pt x="124" y="60"/>
                  <a:pt x="128" y="64"/>
                  <a:pt x="128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15F8E9A7-115D-4A07-9EEB-DE16E85C6A0C}"/>
              </a:ext>
            </a:extLst>
          </p:cNvPr>
          <p:cNvSpPr>
            <a:spLocks noEditPoints="1"/>
          </p:cNvSpPr>
          <p:nvPr/>
        </p:nvSpPr>
        <p:spPr bwMode="auto">
          <a:xfrm>
            <a:off x="4215607" y="3969544"/>
            <a:ext cx="254000" cy="311150"/>
          </a:xfrm>
          <a:custGeom>
            <a:avLst/>
            <a:gdLst>
              <a:gd name="T0" fmla="*/ 151 w 156"/>
              <a:gd name="T1" fmla="*/ 138 h 192"/>
              <a:gd name="T2" fmla="*/ 135 w 156"/>
              <a:gd name="T3" fmla="*/ 123 h 192"/>
              <a:gd name="T4" fmla="*/ 78 w 156"/>
              <a:gd name="T5" fmla="*/ 160 h 192"/>
              <a:gd name="T6" fmla="*/ 21 w 156"/>
              <a:gd name="T7" fmla="*/ 123 h 192"/>
              <a:gd name="T8" fmla="*/ 5 w 156"/>
              <a:gd name="T9" fmla="*/ 138 h 192"/>
              <a:gd name="T10" fmla="*/ 0 w 156"/>
              <a:gd name="T11" fmla="*/ 156 h 192"/>
              <a:gd name="T12" fmla="*/ 0 w 156"/>
              <a:gd name="T13" fmla="*/ 176 h 192"/>
              <a:gd name="T14" fmla="*/ 16 w 156"/>
              <a:gd name="T15" fmla="*/ 192 h 192"/>
              <a:gd name="T16" fmla="*/ 140 w 156"/>
              <a:gd name="T17" fmla="*/ 192 h 192"/>
              <a:gd name="T18" fmla="*/ 156 w 156"/>
              <a:gd name="T19" fmla="*/ 176 h 192"/>
              <a:gd name="T20" fmla="*/ 156 w 156"/>
              <a:gd name="T21" fmla="*/ 156 h 192"/>
              <a:gd name="T22" fmla="*/ 151 w 156"/>
              <a:gd name="T23" fmla="*/ 138 h 192"/>
              <a:gd name="T24" fmla="*/ 56 w 156"/>
              <a:gd name="T25" fmla="*/ 113 h 192"/>
              <a:gd name="T26" fmla="*/ 47 w 156"/>
              <a:gd name="T27" fmla="*/ 114 h 192"/>
              <a:gd name="T28" fmla="*/ 41 w 156"/>
              <a:gd name="T29" fmla="*/ 122 h 192"/>
              <a:gd name="T30" fmla="*/ 42 w 156"/>
              <a:gd name="T31" fmla="*/ 126 h 192"/>
              <a:gd name="T32" fmla="*/ 78 w 156"/>
              <a:gd name="T33" fmla="*/ 144 h 192"/>
              <a:gd name="T34" fmla="*/ 114 w 156"/>
              <a:gd name="T35" fmla="*/ 127 h 192"/>
              <a:gd name="T36" fmla="*/ 115 w 156"/>
              <a:gd name="T37" fmla="*/ 122 h 192"/>
              <a:gd name="T38" fmla="*/ 109 w 156"/>
              <a:gd name="T39" fmla="*/ 114 h 192"/>
              <a:gd name="T40" fmla="*/ 99 w 156"/>
              <a:gd name="T41" fmla="*/ 113 h 192"/>
              <a:gd name="T42" fmla="*/ 91 w 156"/>
              <a:gd name="T43" fmla="*/ 104 h 192"/>
              <a:gd name="T44" fmla="*/ 99 w 156"/>
              <a:gd name="T45" fmla="*/ 96 h 192"/>
              <a:gd name="T46" fmla="*/ 100 w 156"/>
              <a:gd name="T47" fmla="*/ 96 h 192"/>
              <a:gd name="T48" fmla="*/ 146 w 156"/>
              <a:gd name="T49" fmla="*/ 81 h 192"/>
              <a:gd name="T50" fmla="*/ 148 w 156"/>
              <a:gd name="T51" fmla="*/ 76 h 192"/>
              <a:gd name="T52" fmla="*/ 141 w 156"/>
              <a:gd name="T53" fmla="*/ 68 h 192"/>
              <a:gd name="T54" fmla="*/ 120 w 156"/>
              <a:gd name="T55" fmla="*/ 44 h 192"/>
              <a:gd name="T56" fmla="*/ 120 w 156"/>
              <a:gd name="T57" fmla="*/ 42 h 192"/>
              <a:gd name="T58" fmla="*/ 78 w 156"/>
              <a:gd name="T59" fmla="*/ 0 h 192"/>
              <a:gd name="T60" fmla="*/ 36 w 156"/>
              <a:gd name="T61" fmla="*/ 42 h 192"/>
              <a:gd name="T62" fmla="*/ 36 w 156"/>
              <a:gd name="T63" fmla="*/ 44 h 192"/>
              <a:gd name="T64" fmla="*/ 15 w 156"/>
              <a:gd name="T65" fmla="*/ 68 h 192"/>
              <a:gd name="T66" fmla="*/ 8 w 156"/>
              <a:gd name="T67" fmla="*/ 76 h 192"/>
              <a:gd name="T68" fmla="*/ 10 w 156"/>
              <a:gd name="T69" fmla="*/ 81 h 192"/>
              <a:gd name="T70" fmla="*/ 56 w 156"/>
              <a:gd name="T71" fmla="*/ 96 h 192"/>
              <a:gd name="T72" fmla="*/ 58 w 156"/>
              <a:gd name="T73" fmla="*/ 96 h 192"/>
              <a:gd name="T74" fmla="*/ 65 w 156"/>
              <a:gd name="T75" fmla="*/ 104 h 192"/>
              <a:gd name="T76" fmla="*/ 56 w 156"/>
              <a:gd name="T77" fmla="*/ 11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192">
                <a:moveTo>
                  <a:pt x="151" y="138"/>
                </a:moveTo>
                <a:cubicBezTo>
                  <a:pt x="146" y="132"/>
                  <a:pt x="141" y="127"/>
                  <a:pt x="135" y="123"/>
                </a:cubicBezTo>
                <a:cubicBezTo>
                  <a:pt x="125" y="145"/>
                  <a:pt x="103" y="160"/>
                  <a:pt x="78" y="160"/>
                </a:cubicBezTo>
                <a:cubicBezTo>
                  <a:pt x="53" y="160"/>
                  <a:pt x="31" y="145"/>
                  <a:pt x="21" y="123"/>
                </a:cubicBezTo>
                <a:cubicBezTo>
                  <a:pt x="15" y="127"/>
                  <a:pt x="10" y="132"/>
                  <a:pt x="5" y="138"/>
                </a:cubicBezTo>
                <a:cubicBezTo>
                  <a:pt x="2" y="143"/>
                  <a:pt x="0" y="151"/>
                  <a:pt x="0" y="156"/>
                </a:cubicBezTo>
                <a:cubicBezTo>
                  <a:pt x="0" y="157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9" y="192"/>
                  <a:pt x="156" y="185"/>
                  <a:pt x="156" y="176"/>
                </a:cubicBezTo>
                <a:cubicBezTo>
                  <a:pt x="156" y="176"/>
                  <a:pt x="156" y="157"/>
                  <a:pt x="156" y="156"/>
                </a:cubicBezTo>
                <a:cubicBezTo>
                  <a:pt x="156" y="151"/>
                  <a:pt x="154" y="143"/>
                  <a:pt x="151" y="138"/>
                </a:cubicBezTo>
                <a:close/>
                <a:moveTo>
                  <a:pt x="56" y="113"/>
                </a:moveTo>
                <a:cubicBezTo>
                  <a:pt x="53" y="113"/>
                  <a:pt x="50" y="114"/>
                  <a:pt x="47" y="114"/>
                </a:cubicBezTo>
                <a:cubicBezTo>
                  <a:pt x="43" y="115"/>
                  <a:pt x="41" y="118"/>
                  <a:pt x="41" y="122"/>
                </a:cubicBezTo>
                <a:cubicBezTo>
                  <a:pt x="41" y="124"/>
                  <a:pt x="41" y="125"/>
                  <a:pt x="42" y="126"/>
                </a:cubicBezTo>
                <a:cubicBezTo>
                  <a:pt x="50" y="137"/>
                  <a:pt x="63" y="144"/>
                  <a:pt x="78" y="144"/>
                </a:cubicBezTo>
                <a:cubicBezTo>
                  <a:pt x="92" y="144"/>
                  <a:pt x="105" y="137"/>
                  <a:pt x="114" y="127"/>
                </a:cubicBezTo>
                <a:cubicBezTo>
                  <a:pt x="115" y="126"/>
                  <a:pt x="115" y="124"/>
                  <a:pt x="115" y="122"/>
                </a:cubicBezTo>
                <a:cubicBezTo>
                  <a:pt x="115" y="118"/>
                  <a:pt x="113" y="115"/>
                  <a:pt x="109" y="114"/>
                </a:cubicBezTo>
                <a:cubicBezTo>
                  <a:pt x="106" y="114"/>
                  <a:pt x="102" y="113"/>
                  <a:pt x="99" y="113"/>
                </a:cubicBezTo>
                <a:cubicBezTo>
                  <a:pt x="94" y="112"/>
                  <a:pt x="91" y="109"/>
                  <a:pt x="91" y="104"/>
                </a:cubicBezTo>
                <a:cubicBezTo>
                  <a:pt x="91" y="100"/>
                  <a:pt x="94" y="96"/>
                  <a:pt x="99" y="96"/>
                </a:cubicBezTo>
                <a:cubicBezTo>
                  <a:pt x="99" y="96"/>
                  <a:pt x="100" y="96"/>
                  <a:pt x="100" y="96"/>
                </a:cubicBezTo>
                <a:cubicBezTo>
                  <a:pt x="122" y="94"/>
                  <a:pt x="136" y="90"/>
                  <a:pt x="146" y="81"/>
                </a:cubicBezTo>
                <a:cubicBezTo>
                  <a:pt x="147" y="80"/>
                  <a:pt x="148" y="78"/>
                  <a:pt x="148" y="76"/>
                </a:cubicBezTo>
                <a:cubicBezTo>
                  <a:pt x="148" y="72"/>
                  <a:pt x="145" y="68"/>
                  <a:pt x="141" y="68"/>
                </a:cubicBezTo>
                <a:cubicBezTo>
                  <a:pt x="129" y="66"/>
                  <a:pt x="120" y="56"/>
                  <a:pt x="120" y="44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19"/>
                  <a:pt x="101" y="0"/>
                  <a:pt x="78" y="0"/>
                </a:cubicBezTo>
                <a:cubicBezTo>
                  <a:pt x="55" y="0"/>
                  <a:pt x="36" y="19"/>
                  <a:pt x="36" y="4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6"/>
                  <a:pt x="27" y="66"/>
                  <a:pt x="15" y="68"/>
                </a:cubicBezTo>
                <a:cubicBezTo>
                  <a:pt x="11" y="68"/>
                  <a:pt x="8" y="72"/>
                  <a:pt x="8" y="76"/>
                </a:cubicBezTo>
                <a:cubicBezTo>
                  <a:pt x="8" y="78"/>
                  <a:pt x="9" y="80"/>
                  <a:pt x="10" y="81"/>
                </a:cubicBezTo>
                <a:cubicBezTo>
                  <a:pt x="20" y="90"/>
                  <a:pt x="34" y="94"/>
                  <a:pt x="56" y="96"/>
                </a:cubicBezTo>
                <a:cubicBezTo>
                  <a:pt x="57" y="96"/>
                  <a:pt x="57" y="96"/>
                  <a:pt x="58" y="96"/>
                </a:cubicBezTo>
                <a:cubicBezTo>
                  <a:pt x="62" y="96"/>
                  <a:pt x="65" y="100"/>
                  <a:pt x="65" y="104"/>
                </a:cubicBezTo>
                <a:cubicBezTo>
                  <a:pt x="65" y="109"/>
                  <a:pt x="61" y="112"/>
                  <a:pt x="56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9FE7AE0D-8AF3-4625-B63F-4E863B35B7C0}"/>
              </a:ext>
            </a:extLst>
          </p:cNvPr>
          <p:cNvSpPr>
            <a:spLocks noEditPoints="1"/>
          </p:cNvSpPr>
          <p:nvPr/>
        </p:nvSpPr>
        <p:spPr bwMode="auto">
          <a:xfrm>
            <a:off x="3512344" y="3969544"/>
            <a:ext cx="254000" cy="311150"/>
          </a:xfrm>
          <a:custGeom>
            <a:avLst/>
            <a:gdLst>
              <a:gd name="T0" fmla="*/ 151 w 156"/>
              <a:gd name="T1" fmla="*/ 138 h 192"/>
              <a:gd name="T2" fmla="*/ 118 w 156"/>
              <a:gd name="T3" fmla="*/ 116 h 192"/>
              <a:gd name="T4" fmla="*/ 104 w 156"/>
              <a:gd name="T5" fmla="*/ 164 h 192"/>
              <a:gd name="T6" fmla="*/ 96 w 156"/>
              <a:gd name="T7" fmla="*/ 172 h 192"/>
              <a:gd name="T8" fmla="*/ 88 w 156"/>
              <a:gd name="T9" fmla="*/ 164 h 192"/>
              <a:gd name="T10" fmla="*/ 88 w 156"/>
              <a:gd name="T11" fmla="*/ 126 h 192"/>
              <a:gd name="T12" fmla="*/ 78 w 156"/>
              <a:gd name="T13" fmla="*/ 116 h 192"/>
              <a:gd name="T14" fmla="*/ 68 w 156"/>
              <a:gd name="T15" fmla="*/ 126 h 192"/>
              <a:gd name="T16" fmla="*/ 68 w 156"/>
              <a:gd name="T17" fmla="*/ 164 h 192"/>
              <a:gd name="T18" fmla="*/ 60 w 156"/>
              <a:gd name="T19" fmla="*/ 172 h 192"/>
              <a:gd name="T20" fmla="*/ 52 w 156"/>
              <a:gd name="T21" fmla="*/ 164 h 192"/>
              <a:gd name="T22" fmla="*/ 38 w 156"/>
              <a:gd name="T23" fmla="*/ 116 h 192"/>
              <a:gd name="T24" fmla="*/ 5 w 156"/>
              <a:gd name="T25" fmla="*/ 138 h 192"/>
              <a:gd name="T26" fmla="*/ 0 w 156"/>
              <a:gd name="T27" fmla="*/ 156 h 192"/>
              <a:gd name="T28" fmla="*/ 0 w 156"/>
              <a:gd name="T29" fmla="*/ 160 h 192"/>
              <a:gd name="T30" fmla="*/ 0 w 156"/>
              <a:gd name="T31" fmla="*/ 168 h 192"/>
              <a:gd name="T32" fmla="*/ 0 w 156"/>
              <a:gd name="T33" fmla="*/ 176 h 192"/>
              <a:gd name="T34" fmla="*/ 16 w 156"/>
              <a:gd name="T35" fmla="*/ 192 h 192"/>
              <a:gd name="T36" fmla="*/ 140 w 156"/>
              <a:gd name="T37" fmla="*/ 192 h 192"/>
              <a:gd name="T38" fmla="*/ 156 w 156"/>
              <a:gd name="T39" fmla="*/ 176 h 192"/>
              <a:gd name="T40" fmla="*/ 156 w 156"/>
              <a:gd name="T41" fmla="*/ 168 h 192"/>
              <a:gd name="T42" fmla="*/ 156 w 156"/>
              <a:gd name="T43" fmla="*/ 160 h 192"/>
              <a:gd name="T44" fmla="*/ 156 w 156"/>
              <a:gd name="T45" fmla="*/ 156 h 192"/>
              <a:gd name="T46" fmla="*/ 151 w 156"/>
              <a:gd name="T47" fmla="*/ 138 h 192"/>
              <a:gd name="T48" fmla="*/ 36 w 156"/>
              <a:gd name="T49" fmla="*/ 42 h 192"/>
              <a:gd name="T50" fmla="*/ 78 w 156"/>
              <a:gd name="T51" fmla="*/ 100 h 192"/>
              <a:gd name="T52" fmla="*/ 120 w 156"/>
              <a:gd name="T53" fmla="*/ 42 h 192"/>
              <a:gd name="T54" fmla="*/ 78 w 156"/>
              <a:gd name="T55" fmla="*/ 0 h 192"/>
              <a:gd name="T56" fmla="*/ 36 w 156"/>
              <a:gd name="T57" fmla="*/ 4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6" h="192">
                <a:moveTo>
                  <a:pt x="151" y="138"/>
                </a:moveTo>
                <a:cubicBezTo>
                  <a:pt x="142" y="127"/>
                  <a:pt x="132" y="120"/>
                  <a:pt x="118" y="116"/>
                </a:cubicBezTo>
                <a:cubicBezTo>
                  <a:pt x="104" y="164"/>
                  <a:pt x="104" y="164"/>
                  <a:pt x="104" y="164"/>
                </a:cubicBezTo>
                <a:cubicBezTo>
                  <a:pt x="104" y="168"/>
                  <a:pt x="100" y="172"/>
                  <a:pt x="96" y="172"/>
                </a:cubicBezTo>
                <a:cubicBezTo>
                  <a:pt x="92" y="172"/>
                  <a:pt x="88" y="168"/>
                  <a:pt x="88" y="164"/>
                </a:cubicBezTo>
                <a:cubicBezTo>
                  <a:pt x="88" y="126"/>
                  <a:pt x="88" y="126"/>
                  <a:pt x="88" y="126"/>
                </a:cubicBezTo>
                <a:cubicBezTo>
                  <a:pt x="88" y="120"/>
                  <a:pt x="84" y="116"/>
                  <a:pt x="78" y="116"/>
                </a:cubicBezTo>
                <a:cubicBezTo>
                  <a:pt x="72" y="116"/>
                  <a:pt x="68" y="120"/>
                  <a:pt x="68" y="126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8" y="168"/>
                  <a:pt x="64" y="172"/>
                  <a:pt x="60" y="172"/>
                </a:cubicBezTo>
                <a:cubicBezTo>
                  <a:pt x="56" y="172"/>
                  <a:pt x="52" y="168"/>
                  <a:pt x="52" y="164"/>
                </a:cubicBezTo>
                <a:cubicBezTo>
                  <a:pt x="38" y="116"/>
                  <a:pt x="38" y="116"/>
                  <a:pt x="38" y="116"/>
                </a:cubicBezTo>
                <a:cubicBezTo>
                  <a:pt x="24" y="120"/>
                  <a:pt x="14" y="127"/>
                  <a:pt x="5" y="138"/>
                </a:cubicBezTo>
                <a:cubicBezTo>
                  <a:pt x="2" y="143"/>
                  <a:pt x="0" y="151"/>
                  <a:pt x="0" y="156"/>
                </a:cubicBezTo>
                <a:cubicBezTo>
                  <a:pt x="0" y="157"/>
                  <a:pt x="0" y="159"/>
                  <a:pt x="0" y="160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9" y="192"/>
                  <a:pt x="156" y="185"/>
                  <a:pt x="156" y="176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6" y="159"/>
                  <a:pt x="156" y="157"/>
                  <a:pt x="156" y="156"/>
                </a:cubicBezTo>
                <a:cubicBezTo>
                  <a:pt x="156" y="151"/>
                  <a:pt x="154" y="143"/>
                  <a:pt x="151" y="138"/>
                </a:cubicBezTo>
                <a:close/>
                <a:moveTo>
                  <a:pt x="36" y="42"/>
                </a:moveTo>
                <a:cubicBezTo>
                  <a:pt x="36" y="66"/>
                  <a:pt x="51" y="100"/>
                  <a:pt x="78" y="100"/>
                </a:cubicBezTo>
                <a:cubicBezTo>
                  <a:pt x="105" y="100"/>
                  <a:pt x="120" y="66"/>
                  <a:pt x="120" y="42"/>
                </a:cubicBezTo>
                <a:cubicBezTo>
                  <a:pt x="120" y="19"/>
                  <a:pt x="101" y="0"/>
                  <a:pt x="78" y="0"/>
                </a:cubicBezTo>
                <a:cubicBezTo>
                  <a:pt x="55" y="0"/>
                  <a:pt x="36" y="19"/>
                  <a:pt x="36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B0EAD4FB-8793-497F-89C1-68E51517271E}"/>
              </a:ext>
            </a:extLst>
          </p:cNvPr>
          <p:cNvSpPr>
            <a:spLocks/>
          </p:cNvSpPr>
          <p:nvPr/>
        </p:nvSpPr>
        <p:spPr bwMode="auto">
          <a:xfrm>
            <a:off x="2809082" y="3969544"/>
            <a:ext cx="254000" cy="311150"/>
          </a:xfrm>
          <a:custGeom>
            <a:avLst/>
            <a:gdLst>
              <a:gd name="T0" fmla="*/ 151 w 156"/>
              <a:gd name="T1" fmla="*/ 138 h 192"/>
              <a:gd name="T2" fmla="*/ 99 w 156"/>
              <a:gd name="T3" fmla="*/ 113 h 192"/>
              <a:gd name="T4" fmla="*/ 91 w 156"/>
              <a:gd name="T5" fmla="*/ 103 h 192"/>
              <a:gd name="T6" fmla="*/ 102 w 156"/>
              <a:gd name="T7" fmla="*/ 89 h 192"/>
              <a:gd name="T8" fmla="*/ 120 w 156"/>
              <a:gd name="T9" fmla="*/ 42 h 192"/>
              <a:gd name="T10" fmla="*/ 78 w 156"/>
              <a:gd name="T11" fmla="*/ 0 h 192"/>
              <a:gd name="T12" fmla="*/ 36 w 156"/>
              <a:gd name="T13" fmla="*/ 42 h 192"/>
              <a:gd name="T14" fmla="*/ 54 w 156"/>
              <a:gd name="T15" fmla="*/ 89 h 192"/>
              <a:gd name="T16" fmla="*/ 65 w 156"/>
              <a:gd name="T17" fmla="*/ 103 h 192"/>
              <a:gd name="T18" fmla="*/ 56 w 156"/>
              <a:gd name="T19" fmla="*/ 113 h 192"/>
              <a:gd name="T20" fmla="*/ 5 w 156"/>
              <a:gd name="T21" fmla="*/ 138 h 192"/>
              <a:gd name="T22" fmla="*/ 0 w 156"/>
              <a:gd name="T23" fmla="*/ 156 h 192"/>
              <a:gd name="T24" fmla="*/ 0 w 156"/>
              <a:gd name="T25" fmla="*/ 176 h 192"/>
              <a:gd name="T26" fmla="*/ 16 w 156"/>
              <a:gd name="T27" fmla="*/ 192 h 192"/>
              <a:gd name="T28" fmla="*/ 140 w 156"/>
              <a:gd name="T29" fmla="*/ 192 h 192"/>
              <a:gd name="T30" fmla="*/ 156 w 156"/>
              <a:gd name="T31" fmla="*/ 176 h 192"/>
              <a:gd name="T32" fmla="*/ 156 w 156"/>
              <a:gd name="T33" fmla="*/ 156 h 192"/>
              <a:gd name="T34" fmla="*/ 151 w 156"/>
              <a:gd name="T35" fmla="*/ 13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6" h="192">
                <a:moveTo>
                  <a:pt x="151" y="138"/>
                </a:moveTo>
                <a:cubicBezTo>
                  <a:pt x="139" y="123"/>
                  <a:pt x="124" y="115"/>
                  <a:pt x="99" y="113"/>
                </a:cubicBezTo>
                <a:cubicBezTo>
                  <a:pt x="94" y="112"/>
                  <a:pt x="91" y="108"/>
                  <a:pt x="91" y="103"/>
                </a:cubicBezTo>
                <a:cubicBezTo>
                  <a:pt x="91" y="100"/>
                  <a:pt x="102" y="89"/>
                  <a:pt x="102" y="89"/>
                </a:cubicBezTo>
                <a:cubicBezTo>
                  <a:pt x="114" y="77"/>
                  <a:pt x="120" y="57"/>
                  <a:pt x="120" y="42"/>
                </a:cubicBezTo>
                <a:cubicBezTo>
                  <a:pt x="120" y="19"/>
                  <a:pt x="101" y="0"/>
                  <a:pt x="78" y="0"/>
                </a:cubicBezTo>
                <a:cubicBezTo>
                  <a:pt x="55" y="0"/>
                  <a:pt x="36" y="19"/>
                  <a:pt x="36" y="42"/>
                </a:cubicBezTo>
                <a:cubicBezTo>
                  <a:pt x="36" y="57"/>
                  <a:pt x="42" y="77"/>
                  <a:pt x="54" y="89"/>
                </a:cubicBezTo>
                <a:cubicBezTo>
                  <a:pt x="54" y="89"/>
                  <a:pt x="65" y="100"/>
                  <a:pt x="65" y="103"/>
                </a:cubicBezTo>
                <a:cubicBezTo>
                  <a:pt x="65" y="108"/>
                  <a:pt x="61" y="112"/>
                  <a:pt x="56" y="113"/>
                </a:cubicBezTo>
                <a:cubicBezTo>
                  <a:pt x="32" y="116"/>
                  <a:pt x="17" y="123"/>
                  <a:pt x="5" y="138"/>
                </a:cubicBezTo>
                <a:cubicBezTo>
                  <a:pt x="2" y="143"/>
                  <a:pt x="0" y="151"/>
                  <a:pt x="0" y="156"/>
                </a:cubicBezTo>
                <a:cubicBezTo>
                  <a:pt x="0" y="157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9" y="192"/>
                  <a:pt x="156" y="185"/>
                  <a:pt x="156" y="176"/>
                </a:cubicBezTo>
                <a:cubicBezTo>
                  <a:pt x="156" y="176"/>
                  <a:pt x="156" y="157"/>
                  <a:pt x="156" y="156"/>
                </a:cubicBezTo>
                <a:cubicBezTo>
                  <a:pt x="156" y="151"/>
                  <a:pt x="154" y="143"/>
                  <a:pt x="151" y="1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772C76B0-37BF-42F8-9E9C-98D06ECB95F9}"/>
              </a:ext>
            </a:extLst>
          </p:cNvPr>
          <p:cNvSpPr>
            <a:spLocks/>
          </p:cNvSpPr>
          <p:nvPr/>
        </p:nvSpPr>
        <p:spPr bwMode="auto">
          <a:xfrm>
            <a:off x="2080419" y="3967956"/>
            <a:ext cx="314325" cy="312737"/>
          </a:xfrm>
          <a:custGeom>
            <a:avLst/>
            <a:gdLst>
              <a:gd name="T0" fmla="*/ 92 w 193"/>
              <a:gd name="T1" fmla="*/ 112 h 193"/>
              <a:gd name="T2" fmla="*/ 25 w 193"/>
              <a:gd name="T3" fmla="*/ 179 h 193"/>
              <a:gd name="T4" fmla="*/ 22 w 193"/>
              <a:gd name="T5" fmla="*/ 185 h 193"/>
              <a:gd name="T6" fmla="*/ 30 w 193"/>
              <a:gd name="T7" fmla="*/ 193 h 193"/>
              <a:gd name="T8" fmla="*/ 34 w 193"/>
              <a:gd name="T9" fmla="*/ 192 h 193"/>
              <a:gd name="T10" fmla="*/ 148 w 193"/>
              <a:gd name="T11" fmla="*/ 143 h 193"/>
              <a:gd name="T12" fmla="*/ 153 w 193"/>
              <a:gd name="T13" fmla="*/ 136 h 193"/>
              <a:gd name="T14" fmla="*/ 172 w 193"/>
              <a:gd name="T15" fmla="*/ 70 h 193"/>
              <a:gd name="T16" fmla="*/ 175 w 193"/>
              <a:gd name="T17" fmla="*/ 74 h 193"/>
              <a:gd name="T18" fmla="*/ 189 w 193"/>
              <a:gd name="T19" fmla="*/ 74 h 193"/>
              <a:gd name="T20" fmla="*/ 189 w 193"/>
              <a:gd name="T21" fmla="*/ 60 h 193"/>
              <a:gd name="T22" fmla="*/ 133 w 193"/>
              <a:gd name="T23" fmla="*/ 4 h 193"/>
              <a:gd name="T24" fmla="*/ 119 w 193"/>
              <a:gd name="T25" fmla="*/ 4 h 193"/>
              <a:gd name="T26" fmla="*/ 119 w 193"/>
              <a:gd name="T27" fmla="*/ 18 h 193"/>
              <a:gd name="T28" fmla="*/ 123 w 193"/>
              <a:gd name="T29" fmla="*/ 21 h 193"/>
              <a:gd name="T30" fmla="*/ 57 w 193"/>
              <a:gd name="T31" fmla="*/ 40 h 193"/>
              <a:gd name="T32" fmla="*/ 50 w 193"/>
              <a:gd name="T33" fmla="*/ 45 h 193"/>
              <a:gd name="T34" fmla="*/ 1 w 193"/>
              <a:gd name="T35" fmla="*/ 160 h 193"/>
              <a:gd name="T36" fmla="*/ 0 w 193"/>
              <a:gd name="T37" fmla="*/ 163 h 193"/>
              <a:gd name="T38" fmla="*/ 8 w 193"/>
              <a:gd name="T39" fmla="*/ 171 h 193"/>
              <a:gd name="T40" fmla="*/ 14 w 193"/>
              <a:gd name="T41" fmla="*/ 168 h 193"/>
              <a:gd name="T42" fmla="*/ 81 w 193"/>
              <a:gd name="T43" fmla="*/ 101 h 193"/>
              <a:gd name="T44" fmla="*/ 80 w 193"/>
              <a:gd name="T45" fmla="*/ 93 h 193"/>
              <a:gd name="T46" fmla="*/ 100 w 193"/>
              <a:gd name="T47" fmla="*/ 73 h 193"/>
              <a:gd name="T48" fmla="*/ 120 w 193"/>
              <a:gd name="T49" fmla="*/ 93 h 193"/>
              <a:gd name="T50" fmla="*/ 100 w 193"/>
              <a:gd name="T51" fmla="*/ 113 h 193"/>
              <a:gd name="T52" fmla="*/ 92 w 193"/>
              <a:gd name="T53" fmla="*/ 112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3" h="193">
                <a:moveTo>
                  <a:pt x="92" y="112"/>
                </a:moveTo>
                <a:cubicBezTo>
                  <a:pt x="25" y="179"/>
                  <a:pt x="25" y="179"/>
                  <a:pt x="25" y="179"/>
                </a:cubicBezTo>
                <a:cubicBezTo>
                  <a:pt x="23" y="181"/>
                  <a:pt x="22" y="183"/>
                  <a:pt x="22" y="185"/>
                </a:cubicBezTo>
                <a:cubicBezTo>
                  <a:pt x="22" y="189"/>
                  <a:pt x="26" y="193"/>
                  <a:pt x="30" y="193"/>
                </a:cubicBezTo>
                <a:cubicBezTo>
                  <a:pt x="31" y="193"/>
                  <a:pt x="33" y="193"/>
                  <a:pt x="34" y="192"/>
                </a:cubicBezTo>
                <a:cubicBezTo>
                  <a:pt x="34" y="192"/>
                  <a:pt x="147" y="143"/>
                  <a:pt x="148" y="143"/>
                </a:cubicBezTo>
                <a:cubicBezTo>
                  <a:pt x="150" y="142"/>
                  <a:pt x="152" y="139"/>
                  <a:pt x="153" y="136"/>
                </a:cubicBezTo>
                <a:cubicBezTo>
                  <a:pt x="172" y="70"/>
                  <a:pt x="172" y="70"/>
                  <a:pt x="172" y="70"/>
                </a:cubicBezTo>
                <a:cubicBezTo>
                  <a:pt x="175" y="74"/>
                  <a:pt x="175" y="74"/>
                  <a:pt x="175" y="74"/>
                </a:cubicBezTo>
                <a:cubicBezTo>
                  <a:pt x="179" y="78"/>
                  <a:pt x="185" y="78"/>
                  <a:pt x="189" y="74"/>
                </a:cubicBezTo>
                <a:cubicBezTo>
                  <a:pt x="193" y="70"/>
                  <a:pt x="193" y="64"/>
                  <a:pt x="189" y="60"/>
                </a:cubicBezTo>
                <a:cubicBezTo>
                  <a:pt x="133" y="4"/>
                  <a:pt x="133" y="4"/>
                  <a:pt x="133" y="4"/>
                </a:cubicBezTo>
                <a:cubicBezTo>
                  <a:pt x="129" y="0"/>
                  <a:pt x="123" y="0"/>
                  <a:pt x="119" y="4"/>
                </a:cubicBezTo>
                <a:cubicBezTo>
                  <a:pt x="115" y="8"/>
                  <a:pt x="115" y="14"/>
                  <a:pt x="119" y="18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57" y="40"/>
                  <a:pt x="57" y="40"/>
                  <a:pt x="57" y="40"/>
                </a:cubicBezTo>
                <a:cubicBezTo>
                  <a:pt x="54" y="41"/>
                  <a:pt x="51" y="43"/>
                  <a:pt x="50" y="45"/>
                </a:cubicBezTo>
                <a:cubicBezTo>
                  <a:pt x="1" y="160"/>
                  <a:pt x="1" y="160"/>
                  <a:pt x="1" y="160"/>
                </a:cubicBezTo>
                <a:cubicBezTo>
                  <a:pt x="0" y="161"/>
                  <a:pt x="0" y="162"/>
                  <a:pt x="0" y="163"/>
                </a:cubicBezTo>
                <a:cubicBezTo>
                  <a:pt x="0" y="167"/>
                  <a:pt x="4" y="171"/>
                  <a:pt x="8" y="171"/>
                </a:cubicBezTo>
                <a:cubicBezTo>
                  <a:pt x="10" y="171"/>
                  <a:pt x="12" y="170"/>
                  <a:pt x="14" y="168"/>
                </a:cubicBezTo>
                <a:cubicBezTo>
                  <a:pt x="81" y="101"/>
                  <a:pt x="81" y="101"/>
                  <a:pt x="81" y="101"/>
                </a:cubicBezTo>
                <a:cubicBezTo>
                  <a:pt x="81" y="98"/>
                  <a:pt x="80" y="96"/>
                  <a:pt x="80" y="93"/>
                </a:cubicBezTo>
                <a:cubicBezTo>
                  <a:pt x="80" y="82"/>
                  <a:pt x="89" y="73"/>
                  <a:pt x="100" y="73"/>
                </a:cubicBezTo>
                <a:cubicBezTo>
                  <a:pt x="111" y="73"/>
                  <a:pt x="120" y="82"/>
                  <a:pt x="120" y="93"/>
                </a:cubicBezTo>
                <a:cubicBezTo>
                  <a:pt x="120" y="104"/>
                  <a:pt x="111" y="113"/>
                  <a:pt x="100" y="113"/>
                </a:cubicBezTo>
                <a:cubicBezTo>
                  <a:pt x="97" y="113"/>
                  <a:pt x="95" y="112"/>
                  <a:pt x="92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B7EF29B3-8343-4174-B7EC-1BADA175E3DF}"/>
              </a:ext>
            </a:extLst>
          </p:cNvPr>
          <p:cNvSpPr>
            <a:spLocks noEditPoints="1"/>
          </p:cNvSpPr>
          <p:nvPr/>
        </p:nvSpPr>
        <p:spPr bwMode="auto">
          <a:xfrm>
            <a:off x="1373982" y="3966369"/>
            <a:ext cx="319088" cy="317500"/>
          </a:xfrm>
          <a:custGeom>
            <a:avLst/>
            <a:gdLst>
              <a:gd name="T0" fmla="*/ 24 w 196"/>
              <a:gd name="T1" fmla="*/ 83 h 196"/>
              <a:gd name="T2" fmla="*/ 17 w 196"/>
              <a:gd name="T3" fmla="*/ 98 h 196"/>
              <a:gd name="T4" fmla="*/ 2 w 196"/>
              <a:gd name="T5" fmla="*/ 170 h 196"/>
              <a:gd name="T6" fmla="*/ 26 w 196"/>
              <a:gd name="T7" fmla="*/ 194 h 196"/>
              <a:gd name="T8" fmla="*/ 98 w 196"/>
              <a:gd name="T9" fmla="*/ 179 h 196"/>
              <a:gd name="T10" fmla="*/ 113 w 196"/>
              <a:gd name="T11" fmla="*/ 172 h 196"/>
              <a:gd name="T12" fmla="*/ 189 w 196"/>
              <a:gd name="T13" fmla="*/ 96 h 196"/>
              <a:gd name="T14" fmla="*/ 189 w 196"/>
              <a:gd name="T15" fmla="*/ 73 h 196"/>
              <a:gd name="T16" fmla="*/ 123 w 196"/>
              <a:gd name="T17" fmla="*/ 7 h 196"/>
              <a:gd name="T18" fmla="*/ 100 w 196"/>
              <a:gd name="T19" fmla="*/ 7 h 196"/>
              <a:gd name="T20" fmla="*/ 24 w 196"/>
              <a:gd name="T21" fmla="*/ 83 h 196"/>
              <a:gd name="T22" fmla="*/ 98 w 196"/>
              <a:gd name="T23" fmla="*/ 160 h 196"/>
              <a:gd name="T24" fmla="*/ 60 w 196"/>
              <a:gd name="T25" fmla="*/ 167 h 196"/>
              <a:gd name="T26" fmla="*/ 29 w 196"/>
              <a:gd name="T27" fmla="*/ 136 h 196"/>
              <a:gd name="T28" fmla="*/ 36 w 196"/>
              <a:gd name="T29" fmla="*/ 99 h 196"/>
              <a:gd name="T30" fmla="*/ 92 w 196"/>
              <a:gd name="T31" fmla="*/ 43 h 196"/>
              <a:gd name="T32" fmla="*/ 103 w 196"/>
              <a:gd name="T33" fmla="*/ 43 h 196"/>
              <a:gd name="T34" fmla="*/ 103 w 196"/>
              <a:gd name="T35" fmla="*/ 54 h 196"/>
              <a:gd name="T36" fmla="*/ 52 w 196"/>
              <a:gd name="T37" fmla="*/ 105 h 196"/>
              <a:gd name="T38" fmla="*/ 52 w 196"/>
              <a:gd name="T39" fmla="*/ 119 h 196"/>
              <a:gd name="T40" fmla="*/ 66 w 196"/>
              <a:gd name="T41" fmla="*/ 119 h 196"/>
              <a:gd name="T42" fmla="*/ 117 w 196"/>
              <a:gd name="T43" fmla="*/ 68 h 196"/>
              <a:gd name="T44" fmla="*/ 128 w 196"/>
              <a:gd name="T45" fmla="*/ 68 h 196"/>
              <a:gd name="T46" fmla="*/ 128 w 196"/>
              <a:gd name="T47" fmla="*/ 79 h 196"/>
              <a:gd name="T48" fmla="*/ 77 w 196"/>
              <a:gd name="T49" fmla="*/ 131 h 196"/>
              <a:gd name="T50" fmla="*/ 77 w 196"/>
              <a:gd name="T51" fmla="*/ 144 h 196"/>
              <a:gd name="T52" fmla="*/ 91 w 196"/>
              <a:gd name="T53" fmla="*/ 144 h 196"/>
              <a:gd name="T54" fmla="*/ 142 w 196"/>
              <a:gd name="T55" fmla="*/ 93 h 196"/>
              <a:gd name="T56" fmla="*/ 153 w 196"/>
              <a:gd name="T57" fmla="*/ 93 h 196"/>
              <a:gd name="T58" fmla="*/ 153 w 196"/>
              <a:gd name="T59" fmla="*/ 104 h 196"/>
              <a:gd name="T60" fmla="*/ 98 w 196"/>
              <a:gd name="T61" fmla="*/ 16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6" h="196">
                <a:moveTo>
                  <a:pt x="24" y="83"/>
                </a:moveTo>
                <a:cubicBezTo>
                  <a:pt x="20" y="87"/>
                  <a:pt x="18" y="92"/>
                  <a:pt x="17" y="98"/>
                </a:cubicBezTo>
                <a:cubicBezTo>
                  <a:pt x="2" y="170"/>
                  <a:pt x="2" y="170"/>
                  <a:pt x="2" y="170"/>
                </a:cubicBezTo>
                <a:cubicBezTo>
                  <a:pt x="0" y="183"/>
                  <a:pt x="13" y="196"/>
                  <a:pt x="26" y="194"/>
                </a:cubicBezTo>
                <a:cubicBezTo>
                  <a:pt x="98" y="179"/>
                  <a:pt x="98" y="179"/>
                  <a:pt x="98" y="179"/>
                </a:cubicBezTo>
                <a:cubicBezTo>
                  <a:pt x="103" y="178"/>
                  <a:pt x="109" y="176"/>
                  <a:pt x="113" y="172"/>
                </a:cubicBezTo>
                <a:cubicBezTo>
                  <a:pt x="189" y="96"/>
                  <a:pt x="189" y="96"/>
                  <a:pt x="189" y="96"/>
                </a:cubicBezTo>
                <a:cubicBezTo>
                  <a:pt x="196" y="90"/>
                  <a:pt x="196" y="80"/>
                  <a:pt x="189" y="73"/>
                </a:cubicBezTo>
                <a:cubicBezTo>
                  <a:pt x="123" y="7"/>
                  <a:pt x="123" y="7"/>
                  <a:pt x="123" y="7"/>
                </a:cubicBezTo>
                <a:cubicBezTo>
                  <a:pt x="116" y="0"/>
                  <a:pt x="107" y="0"/>
                  <a:pt x="100" y="7"/>
                </a:cubicBezTo>
                <a:lnTo>
                  <a:pt x="24" y="83"/>
                </a:lnTo>
                <a:close/>
                <a:moveTo>
                  <a:pt x="98" y="160"/>
                </a:moveTo>
                <a:cubicBezTo>
                  <a:pt x="60" y="167"/>
                  <a:pt x="60" y="167"/>
                  <a:pt x="60" y="167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36" y="99"/>
                  <a:pt x="36" y="99"/>
                  <a:pt x="36" y="99"/>
                </a:cubicBezTo>
                <a:cubicBezTo>
                  <a:pt x="92" y="43"/>
                  <a:pt x="92" y="43"/>
                  <a:pt x="92" y="43"/>
                </a:cubicBezTo>
                <a:cubicBezTo>
                  <a:pt x="95" y="40"/>
                  <a:pt x="100" y="40"/>
                  <a:pt x="103" y="43"/>
                </a:cubicBezTo>
                <a:cubicBezTo>
                  <a:pt x="106" y="46"/>
                  <a:pt x="106" y="51"/>
                  <a:pt x="103" y="54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48" y="109"/>
                  <a:pt x="48" y="116"/>
                  <a:pt x="52" y="119"/>
                </a:cubicBezTo>
                <a:cubicBezTo>
                  <a:pt x="56" y="123"/>
                  <a:pt x="62" y="123"/>
                  <a:pt x="66" y="119"/>
                </a:cubicBezTo>
                <a:cubicBezTo>
                  <a:pt x="117" y="68"/>
                  <a:pt x="117" y="68"/>
                  <a:pt x="117" y="68"/>
                </a:cubicBezTo>
                <a:cubicBezTo>
                  <a:pt x="120" y="65"/>
                  <a:pt x="125" y="65"/>
                  <a:pt x="128" y="68"/>
                </a:cubicBezTo>
                <a:cubicBezTo>
                  <a:pt x="131" y="71"/>
                  <a:pt x="131" y="76"/>
                  <a:pt x="128" y="79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3" y="134"/>
                  <a:pt x="73" y="141"/>
                  <a:pt x="77" y="144"/>
                </a:cubicBezTo>
                <a:cubicBezTo>
                  <a:pt x="81" y="148"/>
                  <a:pt x="87" y="148"/>
                  <a:pt x="91" y="144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5" y="90"/>
                  <a:pt x="150" y="90"/>
                  <a:pt x="153" y="93"/>
                </a:cubicBezTo>
                <a:cubicBezTo>
                  <a:pt x="156" y="96"/>
                  <a:pt x="156" y="101"/>
                  <a:pt x="153" y="104"/>
                </a:cubicBezTo>
                <a:lnTo>
                  <a:pt x="98" y="1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5F49B9BA-4573-44CA-95DC-F62020C4F83C}"/>
              </a:ext>
            </a:extLst>
          </p:cNvPr>
          <p:cNvSpPr>
            <a:spLocks noEditPoints="1"/>
          </p:cNvSpPr>
          <p:nvPr/>
        </p:nvSpPr>
        <p:spPr bwMode="auto">
          <a:xfrm>
            <a:off x="5595144" y="3278981"/>
            <a:ext cx="312738" cy="287337"/>
          </a:xfrm>
          <a:custGeom>
            <a:avLst/>
            <a:gdLst>
              <a:gd name="T0" fmla="*/ 94 w 192"/>
              <a:gd name="T1" fmla="*/ 120 h 176"/>
              <a:gd name="T2" fmla="*/ 76 w 192"/>
              <a:gd name="T3" fmla="*/ 110 h 176"/>
              <a:gd name="T4" fmla="*/ 73 w 192"/>
              <a:gd name="T5" fmla="*/ 107 h 176"/>
              <a:gd name="T6" fmla="*/ 77 w 192"/>
              <a:gd name="T7" fmla="*/ 101 h 176"/>
              <a:gd name="T8" fmla="*/ 84 w 192"/>
              <a:gd name="T9" fmla="*/ 84 h 176"/>
              <a:gd name="T10" fmla="*/ 66 w 192"/>
              <a:gd name="T11" fmla="*/ 68 h 176"/>
              <a:gd name="T12" fmla="*/ 48 w 192"/>
              <a:gd name="T13" fmla="*/ 84 h 176"/>
              <a:gd name="T14" fmla="*/ 55 w 192"/>
              <a:gd name="T15" fmla="*/ 102 h 176"/>
              <a:gd name="T16" fmla="*/ 59 w 192"/>
              <a:gd name="T17" fmla="*/ 107 h 176"/>
              <a:gd name="T18" fmla="*/ 56 w 192"/>
              <a:gd name="T19" fmla="*/ 111 h 176"/>
              <a:gd name="T20" fmla="*/ 38 w 192"/>
              <a:gd name="T21" fmla="*/ 120 h 176"/>
              <a:gd name="T22" fmla="*/ 36 w 192"/>
              <a:gd name="T23" fmla="*/ 126 h 176"/>
              <a:gd name="T24" fmla="*/ 36 w 192"/>
              <a:gd name="T25" fmla="*/ 134 h 176"/>
              <a:gd name="T26" fmla="*/ 42 w 192"/>
              <a:gd name="T27" fmla="*/ 140 h 176"/>
              <a:gd name="T28" fmla="*/ 90 w 192"/>
              <a:gd name="T29" fmla="*/ 140 h 176"/>
              <a:gd name="T30" fmla="*/ 96 w 192"/>
              <a:gd name="T31" fmla="*/ 134 h 176"/>
              <a:gd name="T32" fmla="*/ 96 w 192"/>
              <a:gd name="T33" fmla="*/ 126 h 176"/>
              <a:gd name="T34" fmla="*/ 94 w 192"/>
              <a:gd name="T35" fmla="*/ 120 h 176"/>
              <a:gd name="T36" fmla="*/ 142 w 192"/>
              <a:gd name="T37" fmla="*/ 76 h 176"/>
              <a:gd name="T38" fmla="*/ 122 w 192"/>
              <a:gd name="T39" fmla="*/ 76 h 176"/>
              <a:gd name="T40" fmla="*/ 112 w 192"/>
              <a:gd name="T41" fmla="*/ 86 h 176"/>
              <a:gd name="T42" fmla="*/ 122 w 192"/>
              <a:gd name="T43" fmla="*/ 96 h 176"/>
              <a:gd name="T44" fmla="*/ 142 w 192"/>
              <a:gd name="T45" fmla="*/ 96 h 176"/>
              <a:gd name="T46" fmla="*/ 152 w 192"/>
              <a:gd name="T47" fmla="*/ 86 h 176"/>
              <a:gd name="T48" fmla="*/ 142 w 192"/>
              <a:gd name="T49" fmla="*/ 76 h 176"/>
              <a:gd name="T50" fmla="*/ 142 w 192"/>
              <a:gd name="T51" fmla="*/ 112 h 176"/>
              <a:gd name="T52" fmla="*/ 122 w 192"/>
              <a:gd name="T53" fmla="*/ 112 h 176"/>
              <a:gd name="T54" fmla="*/ 112 w 192"/>
              <a:gd name="T55" fmla="*/ 122 h 176"/>
              <a:gd name="T56" fmla="*/ 122 w 192"/>
              <a:gd name="T57" fmla="*/ 132 h 176"/>
              <a:gd name="T58" fmla="*/ 142 w 192"/>
              <a:gd name="T59" fmla="*/ 132 h 176"/>
              <a:gd name="T60" fmla="*/ 152 w 192"/>
              <a:gd name="T61" fmla="*/ 122 h 176"/>
              <a:gd name="T62" fmla="*/ 142 w 192"/>
              <a:gd name="T63" fmla="*/ 112 h 176"/>
              <a:gd name="T64" fmla="*/ 0 w 192"/>
              <a:gd name="T65" fmla="*/ 160 h 176"/>
              <a:gd name="T66" fmla="*/ 16 w 192"/>
              <a:gd name="T67" fmla="*/ 176 h 176"/>
              <a:gd name="T68" fmla="*/ 176 w 192"/>
              <a:gd name="T69" fmla="*/ 176 h 176"/>
              <a:gd name="T70" fmla="*/ 192 w 192"/>
              <a:gd name="T71" fmla="*/ 160 h 176"/>
              <a:gd name="T72" fmla="*/ 192 w 192"/>
              <a:gd name="T73" fmla="*/ 32 h 176"/>
              <a:gd name="T74" fmla="*/ 176 w 192"/>
              <a:gd name="T75" fmla="*/ 16 h 176"/>
              <a:gd name="T76" fmla="*/ 128 w 192"/>
              <a:gd name="T77" fmla="*/ 16 h 176"/>
              <a:gd name="T78" fmla="*/ 128 w 192"/>
              <a:gd name="T79" fmla="*/ 9 h 176"/>
              <a:gd name="T80" fmla="*/ 119 w 192"/>
              <a:gd name="T81" fmla="*/ 0 h 176"/>
              <a:gd name="T82" fmla="*/ 73 w 192"/>
              <a:gd name="T83" fmla="*/ 0 h 176"/>
              <a:gd name="T84" fmla="*/ 64 w 192"/>
              <a:gd name="T85" fmla="*/ 9 h 176"/>
              <a:gd name="T86" fmla="*/ 64 w 192"/>
              <a:gd name="T87" fmla="*/ 16 h 176"/>
              <a:gd name="T88" fmla="*/ 16 w 192"/>
              <a:gd name="T89" fmla="*/ 16 h 176"/>
              <a:gd name="T90" fmla="*/ 0 w 192"/>
              <a:gd name="T91" fmla="*/ 32 h 176"/>
              <a:gd name="T92" fmla="*/ 0 w 192"/>
              <a:gd name="T93" fmla="*/ 160 h 176"/>
              <a:gd name="T94" fmla="*/ 29 w 192"/>
              <a:gd name="T95" fmla="*/ 36 h 176"/>
              <a:gd name="T96" fmla="*/ 64 w 192"/>
              <a:gd name="T97" fmla="*/ 36 h 176"/>
              <a:gd name="T98" fmla="*/ 64 w 192"/>
              <a:gd name="T99" fmla="*/ 43 h 176"/>
              <a:gd name="T100" fmla="*/ 73 w 192"/>
              <a:gd name="T101" fmla="*/ 52 h 176"/>
              <a:gd name="T102" fmla="*/ 119 w 192"/>
              <a:gd name="T103" fmla="*/ 52 h 176"/>
              <a:gd name="T104" fmla="*/ 128 w 192"/>
              <a:gd name="T105" fmla="*/ 43 h 176"/>
              <a:gd name="T106" fmla="*/ 128 w 192"/>
              <a:gd name="T107" fmla="*/ 36 h 176"/>
              <a:gd name="T108" fmla="*/ 163 w 192"/>
              <a:gd name="T109" fmla="*/ 36 h 176"/>
              <a:gd name="T110" fmla="*/ 172 w 192"/>
              <a:gd name="T111" fmla="*/ 45 h 176"/>
              <a:gd name="T112" fmla="*/ 172 w 192"/>
              <a:gd name="T113" fmla="*/ 147 h 176"/>
              <a:gd name="T114" fmla="*/ 163 w 192"/>
              <a:gd name="T115" fmla="*/ 156 h 176"/>
              <a:gd name="T116" fmla="*/ 29 w 192"/>
              <a:gd name="T117" fmla="*/ 156 h 176"/>
              <a:gd name="T118" fmla="*/ 20 w 192"/>
              <a:gd name="T119" fmla="*/ 147 h 176"/>
              <a:gd name="T120" fmla="*/ 20 w 192"/>
              <a:gd name="T121" fmla="*/ 45 h 176"/>
              <a:gd name="T122" fmla="*/ 29 w 192"/>
              <a:gd name="T123" fmla="*/ 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2" h="176">
                <a:moveTo>
                  <a:pt x="94" y="120"/>
                </a:moveTo>
                <a:cubicBezTo>
                  <a:pt x="90" y="114"/>
                  <a:pt x="86" y="111"/>
                  <a:pt x="76" y="110"/>
                </a:cubicBezTo>
                <a:cubicBezTo>
                  <a:pt x="74" y="110"/>
                  <a:pt x="73" y="109"/>
                  <a:pt x="73" y="107"/>
                </a:cubicBezTo>
                <a:cubicBezTo>
                  <a:pt x="73" y="105"/>
                  <a:pt x="77" y="102"/>
                  <a:pt x="77" y="101"/>
                </a:cubicBezTo>
                <a:cubicBezTo>
                  <a:pt x="82" y="97"/>
                  <a:pt x="84" y="90"/>
                  <a:pt x="84" y="84"/>
                </a:cubicBezTo>
                <a:cubicBezTo>
                  <a:pt x="84" y="75"/>
                  <a:pt x="76" y="68"/>
                  <a:pt x="66" y="68"/>
                </a:cubicBezTo>
                <a:cubicBezTo>
                  <a:pt x="56" y="68"/>
                  <a:pt x="48" y="75"/>
                  <a:pt x="48" y="84"/>
                </a:cubicBezTo>
                <a:cubicBezTo>
                  <a:pt x="48" y="90"/>
                  <a:pt x="50" y="97"/>
                  <a:pt x="55" y="102"/>
                </a:cubicBezTo>
                <a:cubicBezTo>
                  <a:pt x="55" y="102"/>
                  <a:pt x="59" y="105"/>
                  <a:pt x="59" y="107"/>
                </a:cubicBezTo>
                <a:cubicBezTo>
                  <a:pt x="59" y="109"/>
                  <a:pt x="58" y="110"/>
                  <a:pt x="56" y="111"/>
                </a:cubicBezTo>
                <a:cubicBezTo>
                  <a:pt x="46" y="111"/>
                  <a:pt x="42" y="114"/>
                  <a:pt x="38" y="120"/>
                </a:cubicBezTo>
                <a:cubicBezTo>
                  <a:pt x="37" y="122"/>
                  <a:pt x="36" y="125"/>
                  <a:pt x="36" y="126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36" y="137"/>
                  <a:pt x="39" y="140"/>
                  <a:pt x="42" y="140"/>
                </a:cubicBezTo>
                <a:cubicBezTo>
                  <a:pt x="90" y="140"/>
                  <a:pt x="90" y="140"/>
                  <a:pt x="90" y="140"/>
                </a:cubicBezTo>
                <a:cubicBezTo>
                  <a:pt x="93" y="140"/>
                  <a:pt x="96" y="137"/>
                  <a:pt x="96" y="134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6" y="125"/>
                  <a:pt x="95" y="122"/>
                  <a:pt x="94" y="120"/>
                </a:cubicBezTo>
                <a:close/>
                <a:moveTo>
                  <a:pt x="142" y="76"/>
                </a:moveTo>
                <a:cubicBezTo>
                  <a:pt x="122" y="76"/>
                  <a:pt x="122" y="76"/>
                  <a:pt x="122" y="76"/>
                </a:cubicBezTo>
                <a:cubicBezTo>
                  <a:pt x="116" y="76"/>
                  <a:pt x="112" y="80"/>
                  <a:pt x="112" y="86"/>
                </a:cubicBezTo>
                <a:cubicBezTo>
                  <a:pt x="112" y="92"/>
                  <a:pt x="116" y="96"/>
                  <a:pt x="122" y="96"/>
                </a:cubicBezTo>
                <a:cubicBezTo>
                  <a:pt x="142" y="96"/>
                  <a:pt x="142" y="96"/>
                  <a:pt x="142" y="96"/>
                </a:cubicBezTo>
                <a:cubicBezTo>
                  <a:pt x="148" y="96"/>
                  <a:pt x="152" y="92"/>
                  <a:pt x="152" y="86"/>
                </a:cubicBezTo>
                <a:cubicBezTo>
                  <a:pt x="152" y="80"/>
                  <a:pt x="148" y="76"/>
                  <a:pt x="142" y="76"/>
                </a:cubicBezTo>
                <a:close/>
                <a:moveTo>
                  <a:pt x="142" y="112"/>
                </a:moveTo>
                <a:cubicBezTo>
                  <a:pt x="122" y="112"/>
                  <a:pt x="122" y="112"/>
                  <a:pt x="122" y="112"/>
                </a:cubicBezTo>
                <a:cubicBezTo>
                  <a:pt x="116" y="112"/>
                  <a:pt x="112" y="116"/>
                  <a:pt x="112" y="122"/>
                </a:cubicBezTo>
                <a:cubicBezTo>
                  <a:pt x="112" y="128"/>
                  <a:pt x="116" y="132"/>
                  <a:pt x="122" y="132"/>
                </a:cubicBezTo>
                <a:cubicBezTo>
                  <a:pt x="142" y="132"/>
                  <a:pt x="142" y="132"/>
                  <a:pt x="142" y="132"/>
                </a:cubicBezTo>
                <a:cubicBezTo>
                  <a:pt x="148" y="132"/>
                  <a:pt x="152" y="128"/>
                  <a:pt x="152" y="122"/>
                </a:cubicBezTo>
                <a:cubicBezTo>
                  <a:pt x="152" y="116"/>
                  <a:pt x="148" y="112"/>
                  <a:pt x="142" y="112"/>
                </a:cubicBezTo>
                <a:close/>
                <a:moveTo>
                  <a:pt x="0" y="160"/>
                </a:moveTo>
                <a:cubicBezTo>
                  <a:pt x="0" y="169"/>
                  <a:pt x="7" y="176"/>
                  <a:pt x="16" y="176"/>
                </a:cubicBezTo>
                <a:cubicBezTo>
                  <a:pt x="176" y="176"/>
                  <a:pt x="176" y="176"/>
                  <a:pt x="176" y="176"/>
                </a:cubicBezTo>
                <a:cubicBezTo>
                  <a:pt x="185" y="176"/>
                  <a:pt x="192" y="169"/>
                  <a:pt x="192" y="160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23"/>
                  <a:pt x="185" y="16"/>
                  <a:pt x="17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9"/>
                  <a:pt x="128" y="9"/>
                  <a:pt x="128" y="9"/>
                </a:cubicBezTo>
                <a:cubicBezTo>
                  <a:pt x="128" y="4"/>
                  <a:pt x="124" y="0"/>
                  <a:pt x="11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68" y="0"/>
                  <a:pt x="64" y="4"/>
                  <a:pt x="64" y="9"/>
                </a:cubicBezTo>
                <a:cubicBezTo>
                  <a:pt x="64" y="16"/>
                  <a:pt x="64" y="16"/>
                  <a:pt x="64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lnTo>
                  <a:pt x="0" y="160"/>
                </a:lnTo>
                <a:close/>
                <a:moveTo>
                  <a:pt x="29" y="36"/>
                </a:moveTo>
                <a:cubicBezTo>
                  <a:pt x="64" y="36"/>
                  <a:pt x="64" y="36"/>
                  <a:pt x="64" y="36"/>
                </a:cubicBezTo>
                <a:cubicBezTo>
                  <a:pt x="64" y="43"/>
                  <a:pt x="64" y="43"/>
                  <a:pt x="64" y="43"/>
                </a:cubicBezTo>
                <a:cubicBezTo>
                  <a:pt x="64" y="48"/>
                  <a:pt x="68" y="52"/>
                  <a:pt x="73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24" y="52"/>
                  <a:pt x="128" y="48"/>
                  <a:pt x="128" y="43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63" y="36"/>
                  <a:pt x="163" y="36"/>
                  <a:pt x="163" y="36"/>
                </a:cubicBezTo>
                <a:cubicBezTo>
                  <a:pt x="168" y="36"/>
                  <a:pt x="172" y="40"/>
                  <a:pt x="172" y="45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52"/>
                  <a:pt x="168" y="156"/>
                  <a:pt x="163" y="156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24" y="156"/>
                  <a:pt x="20" y="152"/>
                  <a:pt x="20" y="147"/>
                </a:cubicBezTo>
                <a:cubicBezTo>
                  <a:pt x="20" y="45"/>
                  <a:pt x="20" y="45"/>
                  <a:pt x="20" y="45"/>
                </a:cubicBezTo>
                <a:cubicBezTo>
                  <a:pt x="20" y="40"/>
                  <a:pt x="24" y="36"/>
                  <a:pt x="29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DBF49CB5-4EC9-4701-924B-AE4A9DAD36FB}"/>
              </a:ext>
            </a:extLst>
          </p:cNvPr>
          <p:cNvSpPr>
            <a:spLocks noEditPoints="1"/>
          </p:cNvSpPr>
          <p:nvPr/>
        </p:nvSpPr>
        <p:spPr bwMode="auto">
          <a:xfrm>
            <a:off x="4918869" y="3266281"/>
            <a:ext cx="254000" cy="312737"/>
          </a:xfrm>
          <a:custGeom>
            <a:avLst/>
            <a:gdLst>
              <a:gd name="T0" fmla="*/ 0 w 156"/>
              <a:gd name="T1" fmla="*/ 176 h 192"/>
              <a:gd name="T2" fmla="*/ 16 w 156"/>
              <a:gd name="T3" fmla="*/ 192 h 192"/>
              <a:gd name="T4" fmla="*/ 140 w 156"/>
              <a:gd name="T5" fmla="*/ 192 h 192"/>
              <a:gd name="T6" fmla="*/ 156 w 156"/>
              <a:gd name="T7" fmla="*/ 176 h 192"/>
              <a:gd name="T8" fmla="*/ 156 w 156"/>
              <a:gd name="T9" fmla="*/ 40 h 192"/>
              <a:gd name="T10" fmla="*/ 140 w 156"/>
              <a:gd name="T11" fmla="*/ 24 h 192"/>
              <a:gd name="T12" fmla="*/ 107 w 156"/>
              <a:gd name="T13" fmla="*/ 24 h 192"/>
              <a:gd name="T14" fmla="*/ 78 w 156"/>
              <a:gd name="T15" fmla="*/ 0 h 192"/>
              <a:gd name="T16" fmla="*/ 49 w 156"/>
              <a:gd name="T17" fmla="*/ 24 h 192"/>
              <a:gd name="T18" fmla="*/ 16 w 156"/>
              <a:gd name="T19" fmla="*/ 24 h 192"/>
              <a:gd name="T20" fmla="*/ 0 w 156"/>
              <a:gd name="T21" fmla="*/ 40 h 192"/>
              <a:gd name="T22" fmla="*/ 0 w 156"/>
              <a:gd name="T23" fmla="*/ 176 h 192"/>
              <a:gd name="T24" fmla="*/ 29 w 156"/>
              <a:gd name="T25" fmla="*/ 44 h 192"/>
              <a:gd name="T26" fmla="*/ 48 w 156"/>
              <a:gd name="T27" fmla="*/ 44 h 192"/>
              <a:gd name="T28" fmla="*/ 48 w 156"/>
              <a:gd name="T29" fmla="*/ 51 h 192"/>
              <a:gd name="T30" fmla="*/ 57 w 156"/>
              <a:gd name="T31" fmla="*/ 60 h 192"/>
              <a:gd name="T32" fmla="*/ 99 w 156"/>
              <a:gd name="T33" fmla="*/ 60 h 192"/>
              <a:gd name="T34" fmla="*/ 108 w 156"/>
              <a:gd name="T35" fmla="*/ 51 h 192"/>
              <a:gd name="T36" fmla="*/ 108 w 156"/>
              <a:gd name="T37" fmla="*/ 44 h 192"/>
              <a:gd name="T38" fmla="*/ 127 w 156"/>
              <a:gd name="T39" fmla="*/ 44 h 192"/>
              <a:gd name="T40" fmla="*/ 136 w 156"/>
              <a:gd name="T41" fmla="*/ 53 h 192"/>
              <a:gd name="T42" fmla="*/ 136 w 156"/>
              <a:gd name="T43" fmla="*/ 163 h 192"/>
              <a:gd name="T44" fmla="*/ 127 w 156"/>
              <a:gd name="T45" fmla="*/ 172 h 192"/>
              <a:gd name="T46" fmla="*/ 29 w 156"/>
              <a:gd name="T47" fmla="*/ 172 h 192"/>
              <a:gd name="T48" fmla="*/ 20 w 156"/>
              <a:gd name="T49" fmla="*/ 163 h 192"/>
              <a:gd name="T50" fmla="*/ 20 w 156"/>
              <a:gd name="T51" fmla="*/ 53 h 192"/>
              <a:gd name="T52" fmla="*/ 29 w 156"/>
              <a:gd name="T53" fmla="*/ 44 h 192"/>
              <a:gd name="T54" fmla="*/ 68 w 156"/>
              <a:gd name="T55" fmla="*/ 30 h 192"/>
              <a:gd name="T56" fmla="*/ 78 w 156"/>
              <a:gd name="T57" fmla="*/ 20 h 192"/>
              <a:gd name="T58" fmla="*/ 88 w 156"/>
              <a:gd name="T59" fmla="*/ 30 h 192"/>
              <a:gd name="T60" fmla="*/ 78 w 156"/>
              <a:gd name="T61" fmla="*/ 40 h 192"/>
              <a:gd name="T62" fmla="*/ 68 w 156"/>
              <a:gd name="T63" fmla="*/ 3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6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9" y="192"/>
                  <a:pt x="156" y="185"/>
                  <a:pt x="156" y="176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31"/>
                  <a:pt x="149" y="24"/>
                  <a:pt x="140" y="24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5" y="10"/>
                  <a:pt x="93" y="0"/>
                  <a:pt x="78" y="0"/>
                </a:cubicBezTo>
                <a:cubicBezTo>
                  <a:pt x="63" y="0"/>
                  <a:pt x="51" y="10"/>
                  <a:pt x="49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7" y="24"/>
                  <a:pt x="0" y="31"/>
                  <a:pt x="0" y="40"/>
                </a:cubicBezTo>
                <a:lnTo>
                  <a:pt x="0" y="176"/>
                </a:lnTo>
                <a:close/>
                <a:moveTo>
                  <a:pt x="29" y="44"/>
                </a:moveTo>
                <a:cubicBezTo>
                  <a:pt x="48" y="44"/>
                  <a:pt x="48" y="44"/>
                  <a:pt x="48" y="44"/>
                </a:cubicBezTo>
                <a:cubicBezTo>
                  <a:pt x="48" y="51"/>
                  <a:pt x="48" y="51"/>
                  <a:pt x="48" y="51"/>
                </a:cubicBezTo>
                <a:cubicBezTo>
                  <a:pt x="48" y="56"/>
                  <a:pt x="52" y="60"/>
                  <a:pt x="57" y="60"/>
                </a:cubicBezTo>
                <a:cubicBezTo>
                  <a:pt x="99" y="60"/>
                  <a:pt x="99" y="60"/>
                  <a:pt x="99" y="60"/>
                </a:cubicBezTo>
                <a:cubicBezTo>
                  <a:pt x="104" y="60"/>
                  <a:pt x="108" y="56"/>
                  <a:pt x="108" y="51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27" y="44"/>
                  <a:pt x="127" y="44"/>
                  <a:pt x="127" y="44"/>
                </a:cubicBezTo>
                <a:cubicBezTo>
                  <a:pt x="132" y="44"/>
                  <a:pt x="136" y="48"/>
                  <a:pt x="136" y="53"/>
                </a:cubicBezTo>
                <a:cubicBezTo>
                  <a:pt x="136" y="163"/>
                  <a:pt x="136" y="163"/>
                  <a:pt x="136" y="163"/>
                </a:cubicBezTo>
                <a:cubicBezTo>
                  <a:pt x="136" y="168"/>
                  <a:pt x="132" y="172"/>
                  <a:pt x="127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4" y="172"/>
                  <a:pt x="20" y="168"/>
                  <a:pt x="20" y="163"/>
                </a:cubicBezTo>
                <a:cubicBezTo>
                  <a:pt x="20" y="53"/>
                  <a:pt x="20" y="53"/>
                  <a:pt x="20" y="53"/>
                </a:cubicBezTo>
                <a:cubicBezTo>
                  <a:pt x="20" y="48"/>
                  <a:pt x="24" y="44"/>
                  <a:pt x="29" y="44"/>
                </a:cubicBezTo>
                <a:close/>
                <a:moveTo>
                  <a:pt x="68" y="30"/>
                </a:moveTo>
                <a:cubicBezTo>
                  <a:pt x="68" y="24"/>
                  <a:pt x="72" y="20"/>
                  <a:pt x="78" y="20"/>
                </a:cubicBezTo>
                <a:cubicBezTo>
                  <a:pt x="84" y="20"/>
                  <a:pt x="88" y="24"/>
                  <a:pt x="88" y="30"/>
                </a:cubicBezTo>
                <a:cubicBezTo>
                  <a:pt x="88" y="36"/>
                  <a:pt x="84" y="40"/>
                  <a:pt x="78" y="40"/>
                </a:cubicBezTo>
                <a:cubicBezTo>
                  <a:pt x="72" y="40"/>
                  <a:pt x="68" y="36"/>
                  <a:pt x="68" y="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10ED8A3A-E24B-4554-B875-F637261D1ADF}"/>
              </a:ext>
            </a:extLst>
          </p:cNvPr>
          <p:cNvSpPr>
            <a:spLocks noEditPoints="1"/>
          </p:cNvSpPr>
          <p:nvPr/>
        </p:nvSpPr>
        <p:spPr bwMode="auto">
          <a:xfrm>
            <a:off x="4215607" y="3266281"/>
            <a:ext cx="254000" cy="312737"/>
          </a:xfrm>
          <a:custGeom>
            <a:avLst/>
            <a:gdLst>
              <a:gd name="T0" fmla="*/ 106 w 156"/>
              <a:gd name="T1" fmla="*/ 96 h 192"/>
              <a:gd name="T2" fmla="*/ 50 w 156"/>
              <a:gd name="T3" fmla="*/ 96 h 192"/>
              <a:gd name="T4" fmla="*/ 40 w 156"/>
              <a:gd name="T5" fmla="*/ 106 h 192"/>
              <a:gd name="T6" fmla="*/ 50 w 156"/>
              <a:gd name="T7" fmla="*/ 116 h 192"/>
              <a:gd name="T8" fmla="*/ 106 w 156"/>
              <a:gd name="T9" fmla="*/ 116 h 192"/>
              <a:gd name="T10" fmla="*/ 116 w 156"/>
              <a:gd name="T11" fmla="*/ 106 h 192"/>
              <a:gd name="T12" fmla="*/ 106 w 156"/>
              <a:gd name="T13" fmla="*/ 96 h 192"/>
              <a:gd name="T14" fmla="*/ 106 w 156"/>
              <a:gd name="T15" fmla="*/ 132 h 192"/>
              <a:gd name="T16" fmla="*/ 50 w 156"/>
              <a:gd name="T17" fmla="*/ 132 h 192"/>
              <a:gd name="T18" fmla="*/ 40 w 156"/>
              <a:gd name="T19" fmla="*/ 142 h 192"/>
              <a:gd name="T20" fmla="*/ 50 w 156"/>
              <a:gd name="T21" fmla="*/ 152 h 192"/>
              <a:gd name="T22" fmla="*/ 106 w 156"/>
              <a:gd name="T23" fmla="*/ 152 h 192"/>
              <a:gd name="T24" fmla="*/ 116 w 156"/>
              <a:gd name="T25" fmla="*/ 142 h 192"/>
              <a:gd name="T26" fmla="*/ 106 w 156"/>
              <a:gd name="T27" fmla="*/ 132 h 192"/>
              <a:gd name="T28" fmla="*/ 0 w 156"/>
              <a:gd name="T29" fmla="*/ 176 h 192"/>
              <a:gd name="T30" fmla="*/ 16 w 156"/>
              <a:gd name="T31" fmla="*/ 192 h 192"/>
              <a:gd name="T32" fmla="*/ 140 w 156"/>
              <a:gd name="T33" fmla="*/ 192 h 192"/>
              <a:gd name="T34" fmla="*/ 156 w 156"/>
              <a:gd name="T35" fmla="*/ 176 h 192"/>
              <a:gd name="T36" fmla="*/ 156 w 156"/>
              <a:gd name="T37" fmla="*/ 40 h 192"/>
              <a:gd name="T38" fmla="*/ 140 w 156"/>
              <a:gd name="T39" fmla="*/ 24 h 192"/>
              <a:gd name="T40" fmla="*/ 107 w 156"/>
              <a:gd name="T41" fmla="*/ 24 h 192"/>
              <a:gd name="T42" fmla="*/ 78 w 156"/>
              <a:gd name="T43" fmla="*/ 0 h 192"/>
              <a:gd name="T44" fmla="*/ 49 w 156"/>
              <a:gd name="T45" fmla="*/ 24 h 192"/>
              <a:gd name="T46" fmla="*/ 16 w 156"/>
              <a:gd name="T47" fmla="*/ 24 h 192"/>
              <a:gd name="T48" fmla="*/ 0 w 156"/>
              <a:gd name="T49" fmla="*/ 40 h 192"/>
              <a:gd name="T50" fmla="*/ 0 w 156"/>
              <a:gd name="T51" fmla="*/ 176 h 192"/>
              <a:gd name="T52" fmla="*/ 29 w 156"/>
              <a:gd name="T53" fmla="*/ 44 h 192"/>
              <a:gd name="T54" fmla="*/ 48 w 156"/>
              <a:gd name="T55" fmla="*/ 44 h 192"/>
              <a:gd name="T56" fmla="*/ 48 w 156"/>
              <a:gd name="T57" fmla="*/ 51 h 192"/>
              <a:gd name="T58" fmla="*/ 57 w 156"/>
              <a:gd name="T59" fmla="*/ 60 h 192"/>
              <a:gd name="T60" fmla="*/ 99 w 156"/>
              <a:gd name="T61" fmla="*/ 60 h 192"/>
              <a:gd name="T62" fmla="*/ 108 w 156"/>
              <a:gd name="T63" fmla="*/ 51 h 192"/>
              <a:gd name="T64" fmla="*/ 108 w 156"/>
              <a:gd name="T65" fmla="*/ 44 h 192"/>
              <a:gd name="T66" fmla="*/ 127 w 156"/>
              <a:gd name="T67" fmla="*/ 44 h 192"/>
              <a:gd name="T68" fmla="*/ 136 w 156"/>
              <a:gd name="T69" fmla="*/ 53 h 192"/>
              <a:gd name="T70" fmla="*/ 136 w 156"/>
              <a:gd name="T71" fmla="*/ 163 h 192"/>
              <a:gd name="T72" fmla="*/ 127 w 156"/>
              <a:gd name="T73" fmla="*/ 172 h 192"/>
              <a:gd name="T74" fmla="*/ 29 w 156"/>
              <a:gd name="T75" fmla="*/ 172 h 192"/>
              <a:gd name="T76" fmla="*/ 20 w 156"/>
              <a:gd name="T77" fmla="*/ 163 h 192"/>
              <a:gd name="T78" fmla="*/ 20 w 156"/>
              <a:gd name="T79" fmla="*/ 53 h 192"/>
              <a:gd name="T80" fmla="*/ 29 w 156"/>
              <a:gd name="T81" fmla="*/ 44 h 192"/>
              <a:gd name="T82" fmla="*/ 68 w 156"/>
              <a:gd name="T83" fmla="*/ 30 h 192"/>
              <a:gd name="T84" fmla="*/ 78 w 156"/>
              <a:gd name="T85" fmla="*/ 20 h 192"/>
              <a:gd name="T86" fmla="*/ 88 w 156"/>
              <a:gd name="T87" fmla="*/ 30 h 192"/>
              <a:gd name="T88" fmla="*/ 78 w 156"/>
              <a:gd name="T89" fmla="*/ 40 h 192"/>
              <a:gd name="T90" fmla="*/ 68 w 156"/>
              <a:gd name="T91" fmla="*/ 3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" h="192">
                <a:moveTo>
                  <a:pt x="106" y="96"/>
                </a:moveTo>
                <a:cubicBezTo>
                  <a:pt x="50" y="96"/>
                  <a:pt x="50" y="96"/>
                  <a:pt x="50" y="96"/>
                </a:cubicBezTo>
                <a:cubicBezTo>
                  <a:pt x="44" y="96"/>
                  <a:pt x="40" y="100"/>
                  <a:pt x="40" y="106"/>
                </a:cubicBezTo>
                <a:cubicBezTo>
                  <a:pt x="40" y="112"/>
                  <a:pt x="44" y="116"/>
                  <a:pt x="50" y="116"/>
                </a:cubicBezTo>
                <a:cubicBezTo>
                  <a:pt x="106" y="116"/>
                  <a:pt x="106" y="116"/>
                  <a:pt x="106" y="116"/>
                </a:cubicBezTo>
                <a:cubicBezTo>
                  <a:pt x="112" y="116"/>
                  <a:pt x="116" y="112"/>
                  <a:pt x="116" y="106"/>
                </a:cubicBezTo>
                <a:cubicBezTo>
                  <a:pt x="116" y="100"/>
                  <a:pt x="112" y="96"/>
                  <a:pt x="106" y="96"/>
                </a:cubicBezTo>
                <a:close/>
                <a:moveTo>
                  <a:pt x="106" y="132"/>
                </a:moveTo>
                <a:cubicBezTo>
                  <a:pt x="50" y="132"/>
                  <a:pt x="50" y="132"/>
                  <a:pt x="50" y="132"/>
                </a:cubicBezTo>
                <a:cubicBezTo>
                  <a:pt x="44" y="132"/>
                  <a:pt x="40" y="136"/>
                  <a:pt x="40" y="142"/>
                </a:cubicBezTo>
                <a:cubicBezTo>
                  <a:pt x="40" y="148"/>
                  <a:pt x="44" y="152"/>
                  <a:pt x="50" y="152"/>
                </a:cubicBezTo>
                <a:cubicBezTo>
                  <a:pt x="106" y="152"/>
                  <a:pt x="106" y="152"/>
                  <a:pt x="106" y="152"/>
                </a:cubicBezTo>
                <a:cubicBezTo>
                  <a:pt x="112" y="152"/>
                  <a:pt x="116" y="148"/>
                  <a:pt x="116" y="142"/>
                </a:cubicBezTo>
                <a:cubicBezTo>
                  <a:pt x="116" y="136"/>
                  <a:pt x="112" y="132"/>
                  <a:pt x="106" y="132"/>
                </a:cubicBezTo>
                <a:close/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9" y="192"/>
                  <a:pt x="156" y="185"/>
                  <a:pt x="156" y="176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31"/>
                  <a:pt x="149" y="24"/>
                  <a:pt x="140" y="24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5" y="10"/>
                  <a:pt x="93" y="0"/>
                  <a:pt x="78" y="0"/>
                </a:cubicBezTo>
                <a:cubicBezTo>
                  <a:pt x="63" y="0"/>
                  <a:pt x="51" y="10"/>
                  <a:pt x="49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7" y="24"/>
                  <a:pt x="0" y="31"/>
                  <a:pt x="0" y="40"/>
                </a:cubicBezTo>
                <a:lnTo>
                  <a:pt x="0" y="176"/>
                </a:lnTo>
                <a:close/>
                <a:moveTo>
                  <a:pt x="29" y="44"/>
                </a:moveTo>
                <a:cubicBezTo>
                  <a:pt x="48" y="44"/>
                  <a:pt x="48" y="44"/>
                  <a:pt x="48" y="44"/>
                </a:cubicBezTo>
                <a:cubicBezTo>
                  <a:pt x="48" y="51"/>
                  <a:pt x="48" y="51"/>
                  <a:pt x="48" y="51"/>
                </a:cubicBezTo>
                <a:cubicBezTo>
                  <a:pt x="48" y="56"/>
                  <a:pt x="52" y="60"/>
                  <a:pt x="57" y="60"/>
                </a:cubicBezTo>
                <a:cubicBezTo>
                  <a:pt x="99" y="60"/>
                  <a:pt x="99" y="60"/>
                  <a:pt x="99" y="60"/>
                </a:cubicBezTo>
                <a:cubicBezTo>
                  <a:pt x="104" y="60"/>
                  <a:pt x="108" y="56"/>
                  <a:pt x="108" y="51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27" y="44"/>
                  <a:pt x="127" y="44"/>
                  <a:pt x="127" y="44"/>
                </a:cubicBezTo>
                <a:cubicBezTo>
                  <a:pt x="132" y="44"/>
                  <a:pt x="136" y="48"/>
                  <a:pt x="136" y="53"/>
                </a:cubicBezTo>
                <a:cubicBezTo>
                  <a:pt x="136" y="163"/>
                  <a:pt x="136" y="163"/>
                  <a:pt x="136" y="163"/>
                </a:cubicBezTo>
                <a:cubicBezTo>
                  <a:pt x="136" y="168"/>
                  <a:pt x="132" y="172"/>
                  <a:pt x="127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4" y="172"/>
                  <a:pt x="20" y="168"/>
                  <a:pt x="20" y="163"/>
                </a:cubicBezTo>
                <a:cubicBezTo>
                  <a:pt x="20" y="53"/>
                  <a:pt x="20" y="53"/>
                  <a:pt x="20" y="53"/>
                </a:cubicBezTo>
                <a:cubicBezTo>
                  <a:pt x="20" y="48"/>
                  <a:pt x="24" y="44"/>
                  <a:pt x="29" y="44"/>
                </a:cubicBezTo>
                <a:close/>
                <a:moveTo>
                  <a:pt x="68" y="30"/>
                </a:moveTo>
                <a:cubicBezTo>
                  <a:pt x="68" y="24"/>
                  <a:pt x="72" y="20"/>
                  <a:pt x="78" y="20"/>
                </a:cubicBezTo>
                <a:cubicBezTo>
                  <a:pt x="84" y="20"/>
                  <a:pt x="88" y="24"/>
                  <a:pt x="88" y="30"/>
                </a:cubicBezTo>
                <a:cubicBezTo>
                  <a:pt x="88" y="36"/>
                  <a:pt x="84" y="40"/>
                  <a:pt x="78" y="40"/>
                </a:cubicBezTo>
                <a:cubicBezTo>
                  <a:pt x="72" y="40"/>
                  <a:pt x="68" y="36"/>
                  <a:pt x="68" y="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1E33F527-D013-4403-BF9A-A0E1F8345744}"/>
              </a:ext>
            </a:extLst>
          </p:cNvPr>
          <p:cNvSpPr>
            <a:spLocks noEditPoints="1"/>
          </p:cNvSpPr>
          <p:nvPr/>
        </p:nvSpPr>
        <p:spPr bwMode="auto">
          <a:xfrm>
            <a:off x="3486944" y="3266281"/>
            <a:ext cx="311150" cy="312737"/>
          </a:xfrm>
          <a:custGeom>
            <a:avLst/>
            <a:gdLst>
              <a:gd name="T0" fmla="*/ 176 w 192"/>
              <a:gd name="T1" fmla="*/ 176 h 192"/>
              <a:gd name="T2" fmla="*/ 183 w 192"/>
              <a:gd name="T3" fmla="*/ 156 h 192"/>
              <a:gd name="T4" fmla="*/ 192 w 192"/>
              <a:gd name="T5" fmla="*/ 105 h 192"/>
              <a:gd name="T6" fmla="*/ 176 w 192"/>
              <a:gd name="T7" fmla="*/ 96 h 192"/>
              <a:gd name="T8" fmla="*/ 183 w 192"/>
              <a:gd name="T9" fmla="*/ 80 h 192"/>
              <a:gd name="T10" fmla="*/ 192 w 192"/>
              <a:gd name="T11" fmla="*/ 29 h 192"/>
              <a:gd name="T12" fmla="*/ 176 w 192"/>
              <a:gd name="T13" fmla="*/ 20 h 192"/>
              <a:gd name="T14" fmla="*/ 160 w 192"/>
              <a:gd name="T15" fmla="*/ 0 h 192"/>
              <a:gd name="T16" fmla="*/ 20 w 192"/>
              <a:gd name="T17" fmla="*/ 16 h 192"/>
              <a:gd name="T18" fmla="*/ 10 w 192"/>
              <a:gd name="T19" fmla="*/ 32 h 192"/>
              <a:gd name="T20" fmla="*/ 10 w 192"/>
              <a:gd name="T21" fmla="*/ 52 h 192"/>
              <a:gd name="T22" fmla="*/ 20 w 192"/>
              <a:gd name="T23" fmla="*/ 68 h 192"/>
              <a:gd name="T24" fmla="*/ 0 w 192"/>
              <a:gd name="T25" fmla="*/ 78 h 192"/>
              <a:gd name="T26" fmla="*/ 20 w 192"/>
              <a:gd name="T27" fmla="*/ 88 h 192"/>
              <a:gd name="T28" fmla="*/ 10 w 192"/>
              <a:gd name="T29" fmla="*/ 104 h 192"/>
              <a:gd name="T30" fmla="*/ 10 w 192"/>
              <a:gd name="T31" fmla="*/ 124 h 192"/>
              <a:gd name="T32" fmla="*/ 20 w 192"/>
              <a:gd name="T33" fmla="*/ 140 h 192"/>
              <a:gd name="T34" fmla="*/ 0 w 192"/>
              <a:gd name="T35" fmla="*/ 150 h 192"/>
              <a:gd name="T36" fmla="*/ 20 w 192"/>
              <a:gd name="T37" fmla="*/ 160 h 192"/>
              <a:gd name="T38" fmla="*/ 36 w 192"/>
              <a:gd name="T39" fmla="*/ 192 h 192"/>
              <a:gd name="T40" fmla="*/ 40 w 192"/>
              <a:gd name="T41" fmla="*/ 163 h 192"/>
              <a:gd name="T42" fmla="*/ 54 w 192"/>
              <a:gd name="T43" fmla="*/ 160 h 192"/>
              <a:gd name="T44" fmla="*/ 54 w 192"/>
              <a:gd name="T45" fmla="*/ 140 h 192"/>
              <a:gd name="T46" fmla="*/ 40 w 192"/>
              <a:gd name="T47" fmla="*/ 124 h 192"/>
              <a:gd name="T48" fmla="*/ 64 w 192"/>
              <a:gd name="T49" fmla="*/ 114 h 192"/>
              <a:gd name="T50" fmla="*/ 40 w 192"/>
              <a:gd name="T51" fmla="*/ 104 h 192"/>
              <a:gd name="T52" fmla="*/ 54 w 192"/>
              <a:gd name="T53" fmla="*/ 88 h 192"/>
              <a:gd name="T54" fmla="*/ 54 w 192"/>
              <a:gd name="T55" fmla="*/ 68 h 192"/>
              <a:gd name="T56" fmla="*/ 40 w 192"/>
              <a:gd name="T57" fmla="*/ 52 h 192"/>
              <a:gd name="T58" fmla="*/ 64 w 192"/>
              <a:gd name="T59" fmla="*/ 42 h 192"/>
              <a:gd name="T60" fmla="*/ 40 w 192"/>
              <a:gd name="T61" fmla="*/ 32 h 192"/>
              <a:gd name="T62" fmla="*/ 49 w 192"/>
              <a:gd name="T63" fmla="*/ 20 h 192"/>
              <a:gd name="T64" fmla="*/ 84 w 192"/>
              <a:gd name="T65" fmla="*/ 29 h 192"/>
              <a:gd name="T66" fmla="*/ 75 w 192"/>
              <a:gd name="T67" fmla="*/ 172 h 192"/>
              <a:gd name="T68" fmla="*/ 40 w 192"/>
              <a:gd name="T69" fmla="*/ 16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2" h="192">
                <a:moveTo>
                  <a:pt x="160" y="192"/>
                </a:moveTo>
                <a:cubicBezTo>
                  <a:pt x="169" y="192"/>
                  <a:pt x="176" y="185"/>
                  <a:pt x="176" y="176"/>
                </a:cubicBezTo>
                <a:cubicBezTo>
                  <a:pt x="176" y="156"/>
                  <a:pt x="176" y="156"/>
                  <a:pt x="176" y="156"/>
                </a:cubicBezTo>
                <a:cubicBezTo>
                  <a:pt x="183" y="156"/>
                  <a:pt x="183" y="156"/>
                  <a:pt x="183" y="156"/>
                </a:cubicBezTo>
                <a:cubicBezTo>
                  <a:pt x="188" y="156"/>
                  <a:pt x="192" y="152"/>
                  <a:pt x="192" y="147"/>
                </a:cubicBezTo>
                <a:cubicBezTo>
                  <a:pt x="192" y="105"/>
                  <a:pt x="192" y="105"/>
                  <a:pt x="192" y="105"/>
                </a:cubicBezTo>
                <a:cubicBezTo>
                  <a:pt x="192" y="100"/>
                  <a:pt x="188" y="96"/>
                  <a:pt x="183" y="9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83" y="80"/>
                  <a:pt x="183" y="80"/>
                  <a:pt x="183" y="80"/>
                </a:cubicBezTo>
                <a:cubicBezTo>
                  <a:pt x="188" y="80"/>
                  <a:pt x="192" y="76"/>
                  <a:pt x="192" y="71"/>
                </a:cubicBezTo>
                <a:cubicBezTo>
                  <a:pt x="192" y="29"/>
                  <a:pt x="192" y="29"/>
                  <a:pt x="192" y="29"/>
                </a:cubicBezTo>
                <a:cubicBezTo>
                  <a:pt x="192" y="24"/>
                  <a:pt x="188" y="20"/>
                  <a:pt x="183" y="20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7" y="0"/>
                  <a:pt x="20" y="7"/>
                  <a:pt x="20" y="16"/>
                </a:cubicBezTo>
                <a:cubicBezTo>
                  <a:pt x="20" y="32"/>
                  <a:pt x="20" y="32"/>
                  <a:pt x="20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4" y="32"/>
                  <a:pt x="0" y="36"/>
                  <a:pt x="0" y="42"/>
                </a:cubicBezTo>
                <a:cubicBezTo>
                  <a:pt x="0" y="48"/>
                  <a:pt x="4" y="52"/>
                  <a:pt x="1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68"/>
                  <a:pt x="20" y="68"/>
                  <a:pt x="20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4" y="68"/>
                  <a:pt x="0" y="72"/>
                  <a:pt x="0" y="78"/>
                </a:cubicBezTo>
                <a:cubicBezTo>
                  <a:pt x="0" y="84"/>
                  <a:pt x="4" y="88"/>
                  <a:pt x="10" y="88"/>
                </a:cubicBezTo>
                <a:cubicBezTo>
                  <a:pt x="20" y="88"/>
                  <a:pt x="20" y="88"/>
                  <a:pt x="20" y="88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4" y="104"/>
                  <a:pt x="0" y="108"/>
                  <a:pt x="0" y="114"/>
                </a:cubicBezTo>
                <a:cubicBezTo>
                  <a:pt x="0" y="120"/>
                  <a:pt x="4" y="124"/>
                  <a:pt x="10" y="124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10" y="140"/>
                  <a:pt x="10" y="140"/>
                  <a:pt x="10" y="140"/>
                </a:cubicBezTo>
                <a:cubicBezTo>
                  <a:pt x="4" y="140"/>
                  <a:pt x="0" y="144"/>
                  <a:pt x="0" y="150"/>
                </a:cubicBezTo>
                <a:cubicBezTo>
                  <a:pt x="0" y="156"/>
                  <a:pt x="4" y="160"/>
                  <a:pt x="10" y="160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20" y="176"/>
                  <a:pt x="20" y="176"/>
                  <a:pt x="20" y="176"/>
                </a:cubicBezTo>
                <a:cubicBezTo>
                  <a:pt x="20" y="185"/>
                  <a:pt x="27" y="192"/>
                  <a:pt x="36" y="192"/>
                </a:cubicBezTo>
                <a:lnTo>
                  <a:pt x="160" y="192"/>
                </a:lnTo>
                <a:close/>
                <a:moveTo>
                  <a:pt x="40" y="163"/>
                </a:moveTo>
                <a:cubicBezTo>
                  <a:pt x="40" y="160"/>
                  <a:pt x="40" y="160"/>
                  <a:pt x="40" y="160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60" y="160"/>
                  <a:pt x="64" y="156"/>
                  <a:pt x="64" y="150"/>
                </a:cubicBezTo>
                <a:cubicBezTo>
                  <a:pt x="64" y="144"/>
                  <a:pt x="60" y="140"/>
                  <a:pt x="54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60" y="124"/>
                  <a:pt x="64" y="120"/>
                  <a:pt x="64" y="114"/>
                </a:cubicBezTo>
                <a:cubicBezTo>
                  <a:pt x="64" y="108"/>
                  <a:pt x="60" y="104"/>
                  <a:pt x="54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88"/>
                  <a:pt x="40" y="88"/>
                  <a:pt x="40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60" y="88"/>
                  <a:pt x="64" y="84"/>
                  <a:pt x="64" y="78"/>
                </a:cubicBezTo>
                <a:cubicBezTo>
                  <a:pt x="64" y="72"/>
                  <a:pt x="60" y="68"/>
                  <a:pt x="54" y="68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52"/>
                  <a:pt x="40" y="52"/>
                  <a:pt x="40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60" y="52"/>
                  <a:pt x="64" y="48"/>
                  <a:pt x="64" y="42"/>
                </a:cubicBezTo>
                <a:cubicBezTo>
                  <a:pt x="64" y="36"/>
                  <a:pt x="60" y="32"/>
                  <a:pt x="54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4"/>
                  <a:pt x="44" y="20"/>
                  <a:pt x="49" y="20"/>
                </a:cubicBezTo>
                <a:cubicBezTo>
                  <a:pt x="75" y="20"/>
                  <a:pt x="75" y="20"/>
                  <a:pt x="75" y="20"/>
                </a:cubicBezTo>
                <a:cubicBezTo>
                  <a:pt x="80" y="20"/>
                  <a:pt x="84" y="24"/>
                  <a:pt x="84" y="29"/>
                </a:cubicBezTo>
                <a:cubicBezTo>
                  <a:pt x="84" y="163"/>
                  <a:pt x="84" y="163"/>
                  <a:pt x="84" y="163"/>
                </a:cubicBezTo>
                <a:cubicBezTo>
                  <a:pt x="84" y="168"/>
                  <a:pt x="80" y="172"/>
                  <a:pt x="75" y="172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44" y="172"/>
                  <a:pt x="40" y="168"/>
                  <a:pt x="4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A33EBDED-B4D3-4E97-B7DF-CF6854345422}"/>
              </a:ext>
            </a:extLst>
          </p:cNvPr>
          <p:cNvSpPr>
            <a:spLocks noEditPoints="1"/>
          </p:cNvSpPr>
          <p:nvPr/>
        </p:nvSpPr>
        <p:spPr bwMode="auto">
          <a:xfrm>
            <a:off x="2783682" y="3266281"/>
            <a:ext cx="311150" cy="312737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36 h 192"/>
              <a:gd name="T10" fmla="*/ 176 w 192"/>
              <a:gd name="T11" fmla="*/ 20 h 192"/>
              <a:gd name="T12" fmla="*/ 160 w 192"/>
              <a:gd name="T13" fmla="*/ 20 h 192"/>
              <a:gd name="T14" fmla="*/ 160 w 192"/>
              <a:gd name="T15" fmla="*/ 10 h 192"/>
              <a:gd name="T16" fmla="*/ 150 w 192"/>
              <a:gd name="T17" fmla="*/ 0 h 192"/>
              <a:gd name="T18" fmla="*/ 140 w 192"/>
              <a:gd name="T19" fmla="*/ 10 h 192"/>
              <a:gd name="T20" fmla="*/ 140 w 192"/>
              <a:gd name="T21" fmla="*/ 20 h 192"/>
              <a:gd name="T22" fmla="*/ 124 w 192"/>
              <a:gd name="T23" fmla="*/ 20 h 192"/>
              <a:gd name="T24" fmla="*/ 124 w 192"/>
              <a:gd name="T25" fmla="*/ 10 h 192"/>
              <a:gd name="T26" fmla="*/ 114 w 192"/>
              <a:gd name="T27" fmla="*/ 0 h 192"/>
              <a:gd name="T28" fmla="*/ 104 w 192"/>
              <a:gd name="T29" fmla="*/ 10 h 192"/>
              <a:gd name="T30" fmla="*/ 104 w 192"/>
              <a:gd name="T31" fmla="*/ 20 h 192"/>
              <a:gd name="T32" fmla="*/ 88 w 192"/>
              <a:gd name="T33" fmla="*/ 20 h 192"/>
              <a:gd name="T34" fmla="*/ 88 w 192"/>
              <a:gd name="T35" fmla="*/ 10 h 192"/>
              <a:gd name="T36" fmla="*/ 78 w 192"/>
              <a:gd name="T37" fmla="*/ 0 h 192"/>
              <a:gd name="T38" fmla="*/ 68 w 192"/>
              <a:gd name="T39" fmla="*/ 10 h 192"/>
              <a:gd name="T40" fmla="*/ 68 w 192"/>
              <a:gd name="T41" fmla="*/ 20 h 192"/>
              <a:gd name="T42" fmla="*/ 52 w 192"/>
              <a:gd name="T43" fmla="*/ 20 h 192"/>
              <a:gd name="T44" fmla="*/ 52 w 192"/>
              <a:gd name="T45" fmla="*/ 10 h 192"/>
              <a:gd name="T46" fmla="*/ 42 w 192"/>
              <a:gd name="T47" fmla="*/ 0 h 192"/>
              <a:gd name="T48" fmla="*/ 32 w 192"/>
              <a:gd name="T49" fmla="*/ 10 h 192"/>
              <a:gd name="T50" fmla="*/ 32 w 192"/>
              <a:gd name="T51" fmla="*/ 20 h 192"/>
              <a:gd name="T52" fmla="*/ 16 w 192"/>
              <a:gd name="T53" fmla="*/ 20 h 192"/>
              <a:gd name="T54" fmla="*/ 0 w 192"/>
              <a:gd name="T55" fmla="*/ 36 h 192"/>
              <a:gd name="T56" fmla="*/ 0 w 192"/>
              <a:gd name="T57" fmla="*/ 176 h 192"/>
              <a:gd name="T58" fmla="*/ 29 w 192"/>
              <a:gd name="T59" fmla="*/ 40 h 192"/>
              <a:gd name="T60" fmla="*/ 32 w 192"/>
              <a:gd name="T61" fmla="*/ 40 h 192"/>
              <a:gd name="T62" fmla="*/ 32 w 192"/>
              <a:gd name="T63" fmla="*/ 54 h 192"/>
              <a:gd name="T64" fmla="*/ 42 w 192"/>
              <a:gd name="T65" fmla="*/ 64 h 192"/>
              <a:gd name="T66" fmla="*/ 52 w 192"/>
              <a:gd name="T67" fmla="*/ 54 h 192"/>
              <a:gd name="T68" fmla="*/ 52 w 192"/>
              <a:gd name="T69" fmla="*/ 40 h 192"/>
              <a:gd name="T70" fmla="*/ 68 w 192"/>
              <a:gd name="T71" fmla="*/ 40 h 192"/>
              <a:gd name="T72" fmla="*/ 68 w 192"/>
              <a:gd name="T73" fmla="*/ 54 h 192"/>
              <a:gd name="T74" fmla="*/ 78 w 192"/>
              <a:gd name="T75" fmla="*/ 64 h 192"/>
              <a:gd name="T76" fmla="*/ 88 w 192"/>
              <a:gd name="T77" fmla="*/ 54 h 192"/>
              <a:gd name="T78" fmla="*/ 88 w 192"/>
              <a:gd name="T79" fmla="*/ 40 h 192"/>
              <a:gd name="T80" fmla="*/ 104 w 192"/>
              <a:gd name="T81" fmla="*/ 40 h 192"/>
              <a:gd name="T82" fmla="*/ 104 w 192"/>
              <a:gd name="T83" fmla="*/ 54 h 192"/>
              <a:gd name="T84" fmla="*/ 114 w 192"/>
              <a:gd name="T85" fmla="*/ 64 h 192"/>
              <a:gd name="T86" fmla="*/ 124 w 192"/>
              <a:gd name="T87" fmla="*/ 54 h 192"/>
              <a:gd name="T88" fmla="*/ 124 w 192"/>
              <a:gd name="T89" fmla="*/ 40 h 192"/>
              <a:gd name="T90" fmla="*/ 140 w 192"/>
              <a:gd name="T91" fmla="*/ 40 h 192"/>
              <a:gd name="T92" fmla="*/ 140 w 192"/>
              <a:gd name="T93" fmla="*/ 54 h 192"/>
              <a:gd name="T94" fmla="*/ 150 w 192"/>
              <a:gd name="T95" fmla="*/ 64 h 192"/>
              <a:gd name="T96" fmla="*/ 160 w 192"/>
              <a:gd name="T97" fmla="*/ 54 h 192"/>
              <a:gd name="T98" fmla="*/ 160 w 192"/>
              <a:gd name="T99" fmla="*/ 40 h 192"/>
              <a:gd name="T100" fmla="*/ 163 w 192"/>
              <a:gd name="T101" fmla="*/ 40 h 192"/>
              <a:gd name="T102" fmla="*/ 172 w 192"/>
              <a:gd name="T103" fmla="*/ 49 h 192"/>
              <a:gd name="T104" fmla="*/ 172 w 192"/>
              <a:gd name="T105" fmla="*/ 91 h 192"/>
              <a:gd name="T106" fmla="*/ 163 w 192"/>
              <a:gd name="T107" fmla="*/ 100 h 192"/>
              <a:gd name="T108" fmla="*/ 29 w 192"/>
              <a:gd name="T109" fmla="*/ 100 h 192"/>
              <a:gd name="T110" fmla="*/ 20 w 192"/>
              <a:gd name="T111" fmla="*/ 91 h 192"/>
              <a:gd name="T112" fmla="*/ 20 w 192"/>
              <a:gd name="T113" fmla="*/ 49 h 192"/>
              <a:gd name="T114" fmla="*/ 29 w 192"/>
              <a:gd name="T115" fmla="*/ 4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192" y="27"/>
                  <a:pt x="185" y="20"/>
                  <a:pt x="176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4"/>
                  <a:pt x="156" y="0"/>
                  <a:pt x="150" y="0"/>
                </a:cubicBezTo>
                <a:cubicBezTo>
                  <a:pt x="144" y="0"/>
                  <a:pt x="140" y="4"/>
                  <a:pt x="140" y="10"/>
                </a:cubicBezTo>
                <a:cubicBezTo>
                  <a:pt x="140" y="20"/>
                  <a:pt x="140" y="20"/>
                  <a:pt x="140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10"/>
                  <a:pt x="124" y="10"/>
                  <a:pt x="124" y="10"/>
                </a:cubicBezTo>
                <a:cubicBezTo>
                  <a:pt x="124" y="4"/>
                  <a:pt x="120" y="0"/>
                  <a:pt x="114" y="0"/>
                </a:cubicBezTo>
                <a:cubicBezTo>
                  <a:pt x="108" y="0"/>
                  <a:pt x="104" y="4"/>
                  <a:pt x="104" y="10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8" y="10"/>
                  <a:pt x="88" y="10"/>
                  <a:pt x="88" y="10"/>
                </a:cubicBezTo>
                <a:cubicBezTo>
                  <a:pt x="88" y="4"/>
                  <a:pt x="84" y="0"/>
                  <a:pt x="78" y="0"/>
                </a:cubicBezTo>
                <a:cubicBezTo>
                  <a:pt x="72" y="0"/>
                  <a:pt x="68" y="4"/>
                  <a:pt x="68" y="10"/>
                </a:cubicBezTo>
                <a:cubicBezTo>
                  <a:pt x="68" y="20"/>
                  <a:pt x="68" y="20"/>
                  <a:pt x="68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0"/>
                  <a:pt x="52" y="10"/>
                  <a:pt x="52" y="10"/>
                </a:cubicBezTo>
                <a:cubicBezTo>
                  <a:pt x="52" y="4"/>
                  <a:pt x="48" y="0"/>
                  <a:pt x="42" y="0"/>
                </a:cubicBezTo>
                <a:cubicBezTo>
                  <a:pt x="36" y="0"/>
                  <a:pt x="32" y="4"/>
                  <a:pt x="32" y="10"/>
                </a:cubicBezTo>
                <a:cubicBezTo>
                  <a:pt x="32" y="20"/>
                  <a:pt x="32" y="20"/>
                  <a:pt x="32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7" y="20"/>
                  <a:pt x="0" y="27"/>
                  <a:pt x="0" y="36"/>
                </a:cubicBezTo>
                <a:lnTo>
                  <a:pt x="0" y="176"/>
                </a:lnTo>
                <a:close/>
                <a:moveTo>
                  <a:pt x="29" y="40"/>
                </a:moveTo>
                <a:cubicBezTo>
                  <a:pt x="32" y="40"/>
                  <a:pt x="32" y="40"/>
                  <a:pt x="32" y="40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60"/>
                  <a:pt x="36" y="64"/>
                  <a:pt x="42" y="64"/>
                </a:cubicBezTo>
                <a:cubicBezTo>
                  <a:pt x="48" y="64"/>
                  <a:pt x="52" y="60"/>
                  <a:pt x="52" y="54"/>
                </a:cubicBezTo>
                <a:cubicBezTo>
                  <a:pt x="52" y="40"/>
                  <a:pt x="52" y="40"/>
                  <a:pt x="52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54"/>
                  <a:pt x="68" y="54"/>
                  <a:pt x="68" y="54"/>
                </a:cubicBezTo>
                <a:cubicBezTo>
                  <a:pt x="68" y="60"/>
                  <a:pt x="72" y="64"/>
                  <a:pt x="78" y="64"/>
                </a:cubicBezTo>
                <a:cubicBezTo>
                  <a:pt x="84" y="64"/>
                  <a:pt x="88" y="60"/>
                  <a:pt x="88" y="54"/>
                </a:cubicBezTo>
                <a:cubicBezTo>
                  <a:pt x="88" y="40"/>
                  <a:pt x="88" y="40"/>
                  <a:pt x="88" y="40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60"/>
                  <a:pt x="108" y="64"/>
                  <a:pt x="114" y="64"/>
                </a:cubicBezTo>
                <a:cubicBezTo>
                  <a:pt x="120" y="64"/>
                  <a:pt x="124" y="60"/>
                  <a:pt x="124" y="54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54"/>
                  <a:pt x="140" y="54"/>
                  <a:pt x="140" y="54"/>
                </a:cubicBezTo>
                <a:cubicBezTo>
                  <a:pt x="140" y="60"/>
                  <a:pt x="144" y="64"/>
                  <a:pt x="150" y="64"/>
                </a:cubicBezTo>
                <a:cubicBezTo>
                  <a:pt x="156" y="64"/>
                  <a:pt x="160" y="60"/>
                  <a:pt x="160" y="54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8" y="40"/>
                  <a:pt x="172" y="44"/>
                  <a:pt x="172" y="49"/>
                </a:cubicBezTo>
                <a:cubicBezTo>
                  <a:pt x="172" y="91"/>
                  <a:pt x="172" y="91"/>
                  <a:pt x="172" y="91"/>
                </a:cubicBezTo>
                <a:cubicBezTo>
                  <a:pt x="172" y="96"/>
                  <a:pt x="168" y="100"/>
                  <a:pt x="163" y="100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4" y="100"/>
                  <a:pt x="20" y="96"/>
                  <a:pt x="20" y="91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4"/>
                  <a:pt x="24" y="40"/>
                  <a:pt x="29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B260D9BC-D8F6-4A32-98CD-A877193B1CF5}"/>
              </a:ext>
            </a:extLst>
          </p:cNvPr>
          <p:cNvSpPr>
            <a:spLocks noEditPoints="1"/>
          </p:cNvSpPr>
          <p:nvPr/>
        </p:nvSpPr>
        <p:spPr bwMode="auto">
          <a:xfrm>
            <a:off x="2080419" y="3285331"/>
            <a:ext cx="312738" cy="266700"/>
          </a:xfrm>
          <a:custGeom>
            <a:avLst/>
            <a:gdLst>
              <a:gd name="T0" fmla="*/ 0 w 192"/>
              <a:gd name="T1" fmla="*/ 148 h 164"/>
              <a:gd name="T2" fmla="*/ 16 w 192"/>
              <a:gd name="T3" fmla="*/ 164 h 164"/>
              <a:gd name="T4" fmla="*/ 176 w 192"/>
              <a:gd name="T5" fmla="*/ 164 h 164"/>
              <a:gd name="T6" fmla="*/ 192 w 192"/>
              <a:gd name="T7" fmla="*/ 148 h 164"/>
              <a:gd name="T8" fmla="*/ 192 w 192"/>
              <a:gd name="T9" fmla="*/ 16 h 164"/>
              <a:gd name="T10" fmla="*/ 176 w 192"/>
              <a:gd name="T11" fmla="*/ 0 h 164"/>
              <a:gd name="T12" fmla="*/ 52 w 192"/>
              <a:gd name="T13" fmla="*/ 0 h 164"/>
              <a:gd name="T14" fmla="*/ 36 w 192"/>
              <a:gd name="T15" fmla="*/ 16 h 164"/>
              <a:gd name="T16" fmla="*/ 36 w 192"/>
              <a:gd name="T17" fmla="*/ 136 h 164"/>
              <a:gd name="T18" fmla="*/ 28 w 192"/>
              <a:gd name="T19" fmla="*/ 144 h 164"/>
              <a:gd name="T20" fmla="*/ 20 w 192"/>
              <a:gd name="T21" fmla="*/ 136 h 164"/>
              <a:gd name="T22" fmla="*/ 20 w 192"/>
              <a:gd name="T23" fmla="*/ 30 h 164"/>
              <a:gd name="T24" fmla="*/ 10 w 192"/>
              <a:gd name="T25" fmla="*/ 20 h 164"/>
              <a:gd name="T26" fmla="*/ 0 w 192"/>
              <a:gd name="T27" fmla="*/ 30 h 164"/>
              <a:gd name="T28" fmla="*/ 0 w 192"/>
              <a:gd name="T29" fmla="*/ 148 h 164"/>
              <a:gd name="T30" fmla="*/ 112 w 192"/>
              <a:gd name="T31" fmla="*/ 29 h 164"/>
              <a:gd name="T32" fmla="*/ 112 w 192"/>
              <a:gd name="T33" fmla="*/ 59 h 164"/>
              <a:gd name="T34" fmla="*/ 103 w 192"/>
              <a:gd name="T35" fmla="*/ 68 h 164"/>
              <a:gd name="T36" fmla="*/ 65 w 192"/>
              <a:gd name="T37" fmla="*/ 68 h 164"/>
              <a:gd name="T38" fmla="*/ 56 w 192"/>
              <a:gd name="T39" fmla="*/ 59 h 164"/>
              <a:gd name="T40" fmla="*/ 56 w 192"/>
              <a:gd name="T41" fmla="*/ 29 h 164"/>
              <a:gd name="T42" fmla="*/ 65 w 192"/>
              <a:gd name="T43" fmla="*/ 20 h 164"/>
              <a:gd name="T44" fmla="*/ 103 w 192"/>
              <a:gd name="T45" fmla="*/ 20 h 164"/>
              <a:gd name="T46" fmla="*/ 112 w 192"/>
              <a:gd name="T47" fmla="*/ 29 h 164"/>
              <a:gd name="T48" fmla="*/ 164 w 192"/>
              <a:gd name="T49" fmla="*/ 100 h 164"/>
              <a:gd name="T50" fmla="*/ 64 w 192"/>
              <a:gd name="T51" fmla="*/ 100 h 164"/>
              <a:gd name="T52" fmla="*/ 56 w 192"/>
              <a:gd name="T53" fmla="*/ 92 h 164"/>
              <a:gd name="T54" fmla="*/ 64 w 192"/>
              <a:gd name="T55" fmla="*/ 84 h 164"/>
              <a:gd name="T56" fmla="*/ 164 w 192"/>
              <a:gd name="T57" fmla="*/ 84 h 164"/>
              <a:gd name="T58" fmla="*/ 172 w 192"/>
              <a:gd name="T59" fmla="*/ 92 h 164"/>
              <a:gd name="T60" fmla="*/ 164 w 192"/>
              <a:gd name="T61" fmla="*/ 100 h 164"/>
              <a:gd name="T62" fmla="*/ 164 w 192"/>
              <a:gd name="T63" fmla="*/ 132 h 164"/>
              <a:gd name="T64" fmla="*/ 64 w 192"/>
              <a:gd name="T65" fmla="*/ 132 h 164"/>
              <a:gd name="T66" fmla="*/ 56 w 192"/>
              <a:gd name="T67" fmla="*/ 124 h 164"/>
              <a:gd name="T68" fmla="*/ 64 w 192"/>
              <a:gd name="T69" fmla="*/ 116 h 164"/>
              <a:gd name="T70" fmla="*/ 164 w 192"/>
              <a:gd name="T71" fmla="*/ 116 h 164"/>
              <a:gd name="T72" fmla="*/ 172 w 192"/>
              <a:gd name="T73" fmla="*/ 124 h 164"/>
              <a:gd name="T74" fmla="*/ 164 w 192"/>
              <a:gd name="T75" fmla="*/ 132 h 164"/>
              <a:gd name="T76" fmla="*/ 164 w 192"/>
              <a:gd name="T77" fmla="*/ 36 h 164"/>
              <a:gd name="T78" fmla="*/ 136 w 192"/>
              <a:gd name="T79" fmla="*/ 36 h 164"/>
              <a:gd name="T80" fmla="*/ 128 w 192"/>
              <a:gd name="T81" fmla="*/ 28 h 164"/>
              <a:gd name="T82" fmla="*/ 136 w 192"/>
              <a:gd name="T83" fmla="*/ 20 h 164"/>
              <a:gd name="T84" fmla="*/ 164 w 192"/>
              <a:gd name="T85" fmla="*/ 20 h 164"/>
              <a:gd name="T86" fmla="*/ 172 w 192"/>
              <a:gd name="T87" fmla="*/ 28 h 164"/>
              <a:gd name="T88" fmla="*/ 164 w 192"/>
              <a:gd name="T89" fmla="*/ 36 h 164"/>
              <a:gd name="T90" fmla="*/ 164 w 192"/>
              <a:gd name="T91" fmla="*/ 68 h 164"/>
              <a:gd name="T92" fmla="*/ 136 w 192"/>
              <a:gd name="T93" fmla="*/ 68 h 164"/>
              <a:gd name="T94" fmla="*/ 128 w 192"/>
              <a:gd name="T95" fmla="*/ 60 h 164"/>
              <a:gd name="T96" fmla="*/ 136 w 192"/>
              <a:gd name="T97" fmla="*/ 52 h 164"/>
              <a:gd name="T98" fmla="*/ 164 w 192"/>
              <a:gd name="T99" fmla="*/ 52 h 164"/>
              <a:gd name="T100" fmla="*/ 172 w 192"/>
              <a:gd name="T101" fmla="*/ 60 h 164"/>
              <a:gd name="T102" fmla="*/ 164 w 192"/>
              <a:gd name="T103" fmla="*/ 6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2" h="164">
                <a:moveTo>
                  <a:pt x="0" y="148"/>
                </a:moveTo>
                <a:cubicBezTo>
                  <a:pt x="0" y="157"/>
                  <a:pt x="7" y="164"/>
                  <a:pt x="16" y="164"/>
                </a:cubicBezTo>
                <a:cubicBezTo>
                  <a:pt x="176" y="164"/>
                  <a:pt x="176" y="164"/>
                  <a:pt x="176" y="164"/>
                </a:cubicBezTo>
                <a:cubicBezTo>
                  <a:pt x="185" y="164"/>
                  <a:pt x="192" y="157"/>
                  <a:pt x="192" y="148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3" y="0"/>
                  <a:pt x="36" y="7"/>
                  <a:pt x="36" y="1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40"/>
                  <a:pt x="32" y="144"/>
                  <a:pt x="28" y="144"/>
                </a:cubicBezTo>
                <a:cubicBezTo>
                  <a:pt x="24" y="144"/>
                  <a:pt x="20" y="140"/>
                  <a:pt x="20" y="136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4"/>
                  <a:pt x="16" y="20"/>
                  <a:pt x="10" y="20"/>
                </a:cubicBezTo>
                <a:cubicBezTo>
                  <a:pt x="4" y="20"/>
                  <a:pt x="0" y="24"/>
                  <a:pt x="0" y="30"/>
                </a:cubicBezTo>
                <a:lnTo>
                  <a:pt x="0" y="148"/>
                </a:lnTo>
                <a:close/>
                <a:moveTo>
                  <a:pt x="112" y="29"/>
                </a:moveTo>
                <a:cubicBezTo>
                  <a:pt x="112" y="59"/>
                  <a:pt x="112" y="59"/>
                  <a:pt x="112" y="59"/>
                </a:cubicBezTo>
                <a:cubicBezTo>
                  <a:pt x="112" y="64"/>
                  <a:pt x="108" y="68"/>
                  <a:pt x="103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0" y="68"/>
                  <a:pt x="56" y="64"/>
                  <a:pt x="56" y="59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4"/>
                  <a:pt x="60" y="20"/>
                  <a:pt x="65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8" y="20"/>
                  <a:pt x="112" y="24"/>
                  <a:pt x="112" y="29"/>
                </a:cubicBezTo>
                <a:close/>
                <a:moveTo>
                  <a:pt x="164" y="100"/>
                </a:moveTo>
                <a:cubicBezTo>
                  <a:pt x="64" y="100"/>
                  <a:pt x="64" y="100"/>
                  <a:pt x="64" y="100"/>
                </a:cubicBezTo>
                <a:cubicBezTo>
                  <a:pt x="60" y="100"/>
                  <a:pt x="56" y="96"/>
                  <a:pt x="56" y="92"/>
                </a:cubicBezTo>
                <a:cubicBezTo>
                  <a:pt x="56" y="88"/>
                  <a:pt x="60" y="84"/>
                  <a:pt x="64" y="84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8" y="84"/>
                  <a:pt x="172" y="88"/>
                  <a:pt x="172" y="92"/>
                </a:cubicBezTo>
                <a:cubicBezTo>
                  <a:pt x="172" y="96"/>
                  <a:pt x="168" y="100"/>
                  <a:pt x="164" y="100"/>
                </a:cubicBezTo>
                <a:close/>
                <a:moveTo>
                  <a:pt x="164" y="132"/>
                </a:moveTo>
                <a:cubicBezTo>
                  <a:pt x="64" y="132"/>
                  <a:pt x="64" y="132"/>
                  <a:pt x="64" y="132"/>
                </a:cubicBezTo>
                <a:cubicBezTo>
                  <a:pt x="60" y="132"/>
                  <a:pt x="56" y="128"/>
                  <a:pt x="56" y="124"/>
                </a:cubicBezTo>
                <a:cubicBezTo>
                  <a:pt x="56" y="120"/>
                  <a:pt x="60" y="116"/>
                  <a:pt x="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8" y="116"/>
                  <a:pt x="172" y="120"/>
                  <a:pt x="172" y="124"/>
                </a:cubicBezTo>
                <a:cubicBezTo>
                  <a:pt x="172" y="128"/>
                  <a:pt x="168" y="132"/>
                  <a:pt x="164" y="132"/>
                </a:cubicBezTo>
                <a:close/>
                <a:moveTo>
                  <a:pt x="164" y="36"/>
                </a:moveTo>
                <a:cubicBezTo>
                  <a:pt x="136" y="36"/>
                  <a:pt x="136" y="36"/>
                  <a:pt x="136" y="36"/>
                </a:cubicBezTo>
                <a:cubicBezTo>
                  <a:pt x="132" y="36"/>
                  <a:pt x="128" y="32"/>
                  <a:pt x="128" y="28"/>
                </a:cubicBezTo>
                <a:cubicBezTo>
                  <a:pt x="128" y="24"/>
                  <a:pt x="132" y="20"/>
                  <a:pt x="136" y="20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8" y="20"/>
                  <a:pt x="172" y="24"/>
                  <a:pt x="172" y="28"/>
                </a:cubicBezTo>
                <a:cubicBezTo>
                  <a:pt x="172" y="32"/>
                  <a:pt x="168" y="36"/>
                  <a:pt x="164" y="36"/>
                </a:cubicBezTo>
                <a:close/>
                <a:moveTo>
                  <a:pt x="164" y="68"/>
                </a:moveTo>
                <a:cubicBezTo>
                  <a:pt x="136" y="68"/>
                  <a:pt x="136" y="68"/>
                  <a:pt x="136" y="68"/>
                </a:cubicBezTo>
                <a:cubicBezTo>
                  <a:pt x="132" y="68"/>
                  <a:pt x="128" y="64"/>
                  <a:pt x="128" y="60"/>
                </a:cubicBezTo>
                <a:cubicBezTo>
                  <a:pt x="128" y="56"/>
                  <a:pt x="132" y="52"/>
                  <a:pt x="136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8" y="52"/>
                  <a:pt x="172" y="56"/>
                  <a:pt x="172" y="60"/>
                </a:cubicBezTo>
                <a:cubicBezTo>
                  <a:pt x="172" y="64"/>
                  <a:pt x="168" y="68"/>
                  <a:pt x="164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096FADB8-B101-4DE9-B334-453FC8B8F526}"/>
              </a:ext>
            </a:extLst>
          </p:cNvPr>
          <p:cNvSpPr>
            <a:spLocks/>
          </p:cNvSpPr>
          <p:nvPr/>
        </p:nvSpPr>
        <p:spPr bwMode="auto">
          <a:xfrm>
            <a:off x="1402557" y="3266281"/>
            <a:ext cx="260350" cy="312737"/>
          </a:xfrm>
          <a:custGeom>
            <a:avLst/>
            <a:gdLst>
              <a:gd name="T0" fmla="*/ 0 w 160"/>
              <a:gd name="T1" fmla="*/ 16 h 192"/>
              <a:gd name="T2" fmla="*/ 0 w 160"/>
              <a:gd name="T3" fmla="*/ 176 h 192"/>
              <a:gd name="T4" fmla="*/ 16 w 160"/>
              <a:gd name="T5" fmla="*/ 192 h 192"/>
              <a:gd name="T6" fmla="*/ 150 w 160"/>
              <a:gd name="T7" fmla="*/ 192 h 192"/>
              <a:gd name="T8" fmla="*/ 160 w 160"/>
              <a:gd name="T9" fmla="*/ 182 h 192"/>
              <a:gd name="T10" fmla="*/ 150 w 160"/>
              <a:gd name="T11" fmla="*/ 172 h 192"/>
              <a:gd name="T12" fmla="*/ 28 w 160"/>
              <a:gd name="T13" fmla="*/ 172 h 192"/>
              <a:gd name="T14" fmla="*/ 20 w 160"/>
              <a:gd name="T15" fmla="*/ 164 h 192"/>
              <a:gd name="T16" fmla="*/ 28 w 160"/>
              <a:gd name="T17" fmla="*/ 156 h 192"/>
              <a:gd name="T18" fmla="*/ 144 w 160"/>
              <a:gd name="T19" fmla="*/ 156 h 192"/>
              <a:gd name="T20" fmla="*/ 160 w 160"/>
              <a:gd name="T21" fmla="*/ 140 h 192"/>
              <a:gd name="T22" fmla="*/ 160 w 160"/>
              <a:gd name="T23" fmla="*/ 16 h 192"/>
              <a:gd name="T24" fmla="*/ 144 w 160"/>
              <a:gd name="T25" fmla="*/ 0 h 192"/>
              <a:gd name="T26" fmla="*/ 88 w 160"/>
              <a:gd name="T27" fmla="*/ 0 h 192"/>
              <a:gd name="T28" fmla="*/ 88 w 160"/>
              <a:gd name="T29" fmla="*/ 72 h 192"/>
              <a:gd name="T30" fmla="*/ 87 w 160"/>
              <a:gd name="T31" fmla="*/ 75 h 192"/>
              <a:gd name="T32" fmla="*/ 81 w 160"/>
              <a:gd name="T33" fmla="*/ 75 h 192"/>
              <a:gd name="T34" fmla="*/ 64 w 160"/>
              <a:gd name="T35" fmla="*/ 60 h 192"/>
              <a:gd name="T36" fmla="*/ 47 w 160"/>
              <a:gd name="T37" fmla="*/ 75 h 192"/>
              <a:gd name="T38" fmla="*/ 41 w 160"/>
              <a:gd name="T39" fmla="*/ 75 h 192"/>
              <a:gd name="T40" fmla="*/ 40 w 160"/>
              <a:gd name="T41" fmla="*/ 72 h 192"/>
              <a:gd name="T42" fmla="*/ 40 w 160"/>
              <a:gd name="T43" fmla="*/ 0 h 192"/>
              <a:gd name="T44" fmla="*/ 16 w 160"/>
              <a:gd name="T45" fmla="*/ 0 h 192"/>
              <a:gd name="T46" fmla="*/ 0 w 160"/>
              <a:gd name="T47" fmla="*/ 1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92">
                <a:moveTo>
                  <a:pt x="0" y="16"/>
                </a:move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50" y="192"/>
                  <a:pt x="150" y="192"/>
                  <a:pt x="150" y="192"/>
                </a:cubicBezTo>
                <a:cubicBezTo>
                  <a:pt x="156" y="192"/>
                  <a:pt x="160" y="188"/>
                  <a:pt x="160" y="182"/>
                </a:cubicBezTo>
                <a:cubicBezTo>
                  <a:pt x="160" y="176"/>
                  <a:pt x="156" y="172"/>
                  <a:pt x="150" y="172"/>
                </a:cubicBezTo>
                <a:cubicBezTo>
                  <a:pt x="28" y="172"/>
                  <a:pt x="28" y="172"/>
                  <a:pt x="28" y="172"/>
                </a:cubicBezTo>
                <a:cubicBezTo>
                  <a:pt x="24" y="172"/>
                  <a:pt x="20" y="168"/>
                  <a:pt x="20" y="164"/>
                </a:cubicBezTo>
                <a:cubicBezTo>
                  <a:pt x="20" y="160"/>
                  <a:pt x="24" y="156"/>
                  <a:pt x="28" y="156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153" y="156"/>
                  <a:pt x="160" y="149"/>
                  <a:pt x="160" y="14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3"/>
                  <a:pt x="88" y="74"/>
                  <a:pt x="87" y="75"/>
                </a:cubicBezTo>
                <a:cubicBezTo>
                  <a:pt x="85" y="76"/>
                  <a:pt x="83" y="76"/>
                  <a:pt x="81" y="75"/>
                </a:cubicBezTo>
                <a:cubicBezTo>
                  <a:pt x="80" y="74"/>
                  <a:pt x="64" y="60"/>
                  <a:pt x="64" y="60"/>
                </a:cubicBezTo>
                <a:cubicBezTo>
                  <a:pt x="64" y="60"/>
                  <a:pt x="48" y="74"/>
                  <a:pt x="47" y="75"/>
                </a:cubicBezTo>
                <a:cubicBezTo>
                  <a:pt x="45" y="76"/>
                  <a:pt x="43" y="76"/>
                  <a:pt x="41" y="75"/>
                </a:cubicBezTo>
                <a:cubicBezTo>
                  <a:pt x="40" y="74"/>
                  <a:pt x="40" y="73"/>
                  <a:pt x="40" y="72"/>
                </a:cubicBezTo>
                <a:cubicBezTo>
                  <a:pt x="40" y="0"/>
                  <a:pt x="40" y="0"/>
                  <a:pt x="4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4B133A74-C9CD-4C45-BD37-366A6E271E5E}"/>
              </a:ext>
            </a:extLst>
          </p:cNvPr>
          <p:cNvSpPr>
            <a:spLocks/>
          </p:cNvSpPr>
          <p:nvPr/>
        </p:nvSpPr>
        <p:spPr bwMode="auto">
          <a:xfrm>
            <a:off x="5660232" y="2563019"/>
            <a:ext cx="176213" cy="312737"/>
          </a:xfrm>
          <a:custGeom>
            <a:avLst/>
            <a:gdLst>
              <a:gd name="T0" fmla="*/ 16 w 108"/>
              <a:gd name="T1" fmla="*/ 0 h 192"/>
              <a:gd name="T2" fmla="*/ 0 w 108"/>
              <a:gd name="T3" fmla="*/ 16 h 192"/>
              <a:gd name="T4" fmla="*/ 0 w 108"/>
              <a:gd name="T5" fmla="*/ 184 h 192"/>
              <a:gd name="T6" fmla="*/ 8 w 108"/>
              <a:gd name="T7" fmla="*/ 192 h 192"/>
              <a:gd name="T8" fmla="*/ 14 w 108"/>
              <a:gd name="T9" fmla="*/ 190 h 192"/>
              <a:gd name="T10" fmla="*/ 34 w 108"/>
              <a:gd name="T11" fmla="*/ 169 h 192"/>
              <a:gd name="T12" fmla="*/ 46 w 108"/>
              <a:gd name="T13" fmla="*/ 169 h 192"/>
              <a:gd name="T14" fmla="*/ 66 w 108"/>
              <a:gd name="T15" fmla="*/ 190 h 192"/>
              <a:gd name="T16" fmla="*/ 72 w 108"/>
              <a:gd name="T17" fmla="*/ 192 h 192"/>
              <a:gd name="T18" fmla="*/ 80 w 108"/>
              <a:gd name="T19" fmla="*/ 184 h 192"/>
              <a:gd name="T20" fmla="*/ 80 w 108"/>
              <a:gd name="T21" fmla="*/ 28 h 192"/>
              <a:gd name="T22" fmla="*/ 88 w 108"/>
              <a:gd name="T23" fmla="*/ 20 h 192"/>
              <a:gd name="T24" fmla="*/ 98 w 108"/>
              <a:gd name="T25" fmla="*/ 20 h 192"/>
              <a:gd name="T26" fmla="*/ 108 w 108"/>
              <a:gd name="T27" fmla="*/ 10 h 192"/>
              <a:gd name="T28" fmla="*/ 98 w 108"/>
              <a:gd name="T29" fmla="*/ 0 h 192"/>
              <a:gd name="T30" fmla="*/ 16 w 108"/>
              <a:gd name="T31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08" h="192"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188"/>
                  <a:pt x="4" y="192"/>
                  <a:pt x="8" y="192"/>
                </a:cubicBezTo>
                <a:cubicBezTo>
                  <a:pt x="10" y="192"/>
                  <a:pt x="12" y="191"/>
                  <a:pt x="14" y="190"/>
                </a:cubicBezTo>
                <a:cubicBezTo>
                  <a:pt x="34" y="169"/>
                  <a:pt x="34" y="169"/>
                  <a:pt x="34" y="169"/>
                </a:cubicBezTo>
                <a:cubicBezTo>
                  <a:pt x="37" y="166"/>
                  <a:pt x="43" y="166"/>
                  <a:pt x="46" y="169"/>
                </a:cubicBezTo>
                <a:cubicBezTo>
                  <a:pt x="66" y="190"/>
                  <a:pt x="66" y="190"/>
                  <a:pt x="66" y="190"/>
                </a:cubicBezTo>
                <a:cubicBezTo>
                  <a:pt x="68" y="191"/>
                  <a:pt x="70" y="192"/>
                  <a:pt x="72" y="192"/>
                </a:cubicBezTo>
                <a:cubicBezTo>
                  <a:pt x="76" y="192"/>
                  <a:pt x="80" y="188"/>
                  <a:pt x="80" y="184"/>
                </a:cubicBezTo>
                <a:cubicBezTo>
                  <a:pt x="80" y="28"/>
                  <a:pt x="80" y="28"/>
                  <a:pt x="80" y="28"/>
                </a:cubicBezTo>
                <a:cubicBezTo>
                  <a:pt x="80" y="23"/>
                  <a:pt x="84" y="20"/>
                  <a:pt x="8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104" y="20"/>
                  <a:pt x="108" y="16"/>
                  <a:pt x="108" y="10"/>
                </a:cubicBezTo>
                <a:cubicBezTo>
                  <a:pt x="108" y="4"/>
                  <a:pt x="104" y="0"/>
                  <a:pt x="98" y="0"/>
                </a:cubicBez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143598AB-E51F-4818-B27B-F0B950CFF0CC}"/>
              </a:ext>
            </a:extLst>
          </p:cNvPr>
          <p:cNvSpPr>
            <a:spLocks/>
          </p:cNvSpPr>
          <p:nvPr/>
        </p:nvSpPr>
        <p:spPr bwMode="auto">
          <a:xfrm>
            <a:off x="4882357" y="2575719"/>
            <a:ext cx="325438" cy="290512"/>
          </a:xfrm>
          <a:custGeom>
            <a:avLst/>
            <a:gdLst>
              <a:gd name="T0" fmla="*/ 138 w 200"/>
              <a:gd name="T1" fmla="*/ 49 h 179"/>
              <a:gd name="T2" fmla="*/ 68 w 200"/>
              <a:gd name="T3" fmla="*/ 119 h 179"/>
              <a:gd name="T4" fmla="*/ 59 w 200"/>
              <a:gd name="T5" fmla="*/ 119 h 179"/>
              <a:gd name="T6" fmla="*/ 59 w 200"/>
              <a:gd name="T7" fmla="*/ 111 h 179"/>
              <a:gd name="T8" fmla="*/ 141 w 200"/>
              <a:gd name="T9" fmla="*/ 28 h 179"/>
              <a:gd name="T10" fmla="*/ 154 w 200"/>
              <a:gd name="T11" fmla="*/ 28 h 179"/>
              <a:gd name="T12" fmla="*/ 172 w 200"/>
              <a:gd name="T13" fmla="*/ 47 h 179"/>
              <a:gd name="T14" fmla="*/ 172 w 200"/>
              <a:gd name="T15" fmla="*/ 59 h 179"/>
              <a:gd name="T16" fmla="*/ 90 w 200"/>
              <a:gd name="T17" fmla="*/ 142 h 179"/>
              <a:gd name="T18" fmla="*/ 37 w 200"/>
              <a:gd name="T19" fmla="*/ 142 h 179"/>
              <a:gd name="T20" fmla="*/ 37 w 200"/>
              <a:gd name="T21" fmla="*/ 88 h 179"/>
              <a:gd name="T22" fmla="*/ 107 w 200"/>
              <a:gd name="T23" fmla="*/ 18 h 179"/>
              <a:gd name="T24" fmla="*/ 107 w 200"/>
              <a:gd name="T25" fmla="*/ 4 h 179"/>
              <a:gd name="T26" fmla="*/ 93 w 200"/>
              <a:gd name="T27" fmla="*/ 4 h 179"/>
              <a:gd name="T28" fmla="*/ 23 w 200"/>
              <a:gd name="T29" fmla="*/ 74 h 179"/>
              <a:gd name="T30" fmla="*/ 23 w 200"/>
              <a:gd name="T31" fmla="*/ 156 h 179"/>
              <a:gd name="T32" fmla="*/ 104 w 200"/>
              <a:gd name="T33" fmla="*/ 156 h 179"/>
              <a:gd name="T34" fmla="*/ 192 w 200"/>
              <a:gd name="T35" fmla="*/ 67 h 179"/>
              <a:gd name="T36" fmla="*/ 192 w 200"/>
              <a:gd name="T37" fmla="*/ 39 h 179"/>
              <a:gd name="T38" fmla="*/ 161 w 200"/>
              <a:gd name="T39" fmla="*/ 8 h 179"/>
              <a:gd name="T40" fmla="*/ 133 w 200"/>
              <a:gd name="T41" fmla="*/ 8 h 179"/>
              <a:gd name="T42" fmla="*/ 45 w 200"/>
              <a:gd name="T43" fmla="*/ 97 h 179"/>
              <a:gd name="T44" fmla="*/ 45 w 200"/>
              <a:gd name="T45" fmla="*/ 134 h 179"/>
              <a:gd name="T46" fmla="*/ 82 w 200"/>
              <a:gd name="T47" fmla="*/ 134 h 179"/>
              <a:gd name="T48" fmla="*/ 152 w 200"/>
              <a:gd name="T49" fmla="*/ 63 h 179"/>
              <a:gd name="T50" fmla="*/ 152 w 200"/>
              <a:gd name="T51" fmla="*/ 49 h 179"/>
              <a:gd name="T52" fmla="*/ 138 w 200"/>
              <a:gd name="T53" fmla="*/ 49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0" h="179">
                <a:moveTo>
                  <a:pt x="138" y="49"/>
                </a:moveTo>
                <a:cubicBezTo>
                  <a:pt x="68" y="119"/>
                  <a:pt x="68" y="119"/>
                  <a:pt x="68" y="119"/>
                </a:cubicBezTo>
                <a:cubicBezTo>
                  <a:pt x="65" y="122"/>
                  <a:pt x="62" y="122"/>
                  <a:pt x="59" y="119"/>
                </a:cubicBezTo>
                <a:cubicBezTo>
                  <a:pt x="57" y="117"/>
                  <a:pt x="57" y="113"/>
                  <a:pt x="59" y="111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5" y="25"/>
                  <a:pt x="150" y="25"/>
                  <a:pt x="154" y="2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5" y="50"/>
                  <a:pt x="175" y="56"/>
                  <a:pt x="172" y="59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75" y="157"/>
                  <a:pt x="52" y="157"/>
                  <a:pt x="37" y="142"/>
                </a:cubicBezTo>
                <a:cubicBezTo>
                  <a:pt x="22" y="127"/>
                  <a:pt x="22" y="103"/>
                  <a:pt x="37" y="88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11" y="14"/>
                  <a:pt x="111" y="8"/>
                  <a:pt x="107" y="4"/>
                </a:cubicBezTo>
                <a:cubicBezTo>
                  <a:pt x="103" y="0"/>
                  <a:pt x="97" y="0"/>
                  <a:pt x="93" y="4"/>
                </a:cubicBezTo>
                <a:cubicBezTo>
                  <a:pt x="23" y="74"/>
                  <a:pt x="23" y="74"/>
                  <a:pt x="23" y="74"/>
                </a:cubicBezTo>
                <a:cubicBezTo>
                  <a:pt x="0" y="97"/>
                  <a:pt x="0" y="134"/>
                  <a:pt x="23" y="156"/>
                </a:cubicBezTo>
                <a:cubicBezTo>
                  <a:pt x="45" y="179"/>
                  <a:pt x="82" y="179"/>
                  <a:pt x="104" y="156"/>
                </a:cubicBezTo>
                <a:cubicBezTo>
                  <a:pt x="192" y="67"/>
                  <a:pt x="192" y="67"/>
                  <a:pt x="192" y="67"/>
                </a:cubicBezTo>
                <a:cubicBezTo>
                  <a:pt x="200" y="60"/>
                  <a:pt x="200" y="47"/>
                  <a:pt x="192" y="39"/>
                </a:cubicBezTo>
                <a:cubicBezTo>
                  <a:pt x="161" y="8"/>
                  <a:pt x="161" y="8"/>
                  <a:pt x="161" y="8"/>
                </a:cubicBezTo>
                <a:cubicBezTo>
                  <a:pt x="154" y="0"/>
                  <a:pt x="141" y="0"/>
                  <a:pt x="133" y="8"/>
                </a:cubicBezTo>
                <a:cubicBezTo>
                  <a:pt x="45" y="97"/>
                  <a:pt x="45" y="97"/>
                  <a:pt x="45" y="97"/>
                </a:cubicBezTo>
                <a:cubicBezTo>
                  <a:pt x="35" y="107"/>
                  <a:pt x="35" y="123"/>
                  <a:pt x="45" y="134"/>
                </a:cubicBezTo>
                <a:cubicBezTo>
                  <a:pt x="55" y="144"/>
                  <a:pt x="72" y="144"/>
                  <a:pt x="82" y="13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5" y="59"/>
                  <a:pt x="155" y="53"/>
                  <a:pt x="152" y="49"/>
                </a:cubicBezTo>
                <a:cubicBezTo>
                  <a:pt x="148" y="45"/>
                  <a:pt x="141" y="45"/>
                  <a:pt x="138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5511BD2F-36B6-4770-A800-B7DE575AC066}"/>
              </a:ext>
            </a:extLst>
          </p:cNvPr>
          <p:cNvSpPr>
            <a:spLocks noEditPoints="1"/>
          </p:cNvSpPr>
          <p:nvPr/>
        </p:nvSpPr>
        <p:spPr bwMode="auto">
          <a:xfrm>
            <a:off x="4188619" y="2572544"/>
            <a:ext cx="306388" cy="290512"/>
          </a:xfrm>
          <a:custGeom>
            <a:avLst/>
            <a:gdLst>
              <a:gd name="T0" fmla="*/ 0 w 188"/>
              <a:gd name="T1" fmla="*/ 163 h 179"/>
              <a:gd name="T2" fmla="*/ 16 w 188"/>
              <a:gd name="T3" fmla="*/ 179 h 179"/>
              <a:gd name="T4" fmla="*/ 68 w 188"/>
              <a:gd name="T5" fmla="*/ 179 h 179"/>
              <a:gd name="T6" fmla="*/ 84 w 188"/>
              <a:gd name="T7" fmla="*/ 163 h 179"/>
              <a:gd name="T8" fmla="*/ 84 w 188"/>
              <a:gd name="T9" fmla="*/ 99 h 179"/>
              <a:gd name="T10" fmla="*/ 68 w 188"/>
              <a:gd name="T11" fmla="*/ 83 h 179"/>
              <a:gd name="T12" fmla="*/ 42 w 188"/>
              <a:gd name="T13" fmla="*/ 83 h 179"/>
              <a:gd name="T14" fmla="*/ 34 w 188"/>
              <a:gd name="T15" fmla="*/ 75 h 179"/>
              <a:gd name="T16" fmla="*/ 35 w 188"/>
              <a:gd name="T17" fmla="*/ 73 h 179"/>
              <a:gd name="T18" fmla="*/ 74 w 188"/>
              <a:gd name="T19" fmla="*/ 31 h 179"/>
              <a:gd name="T20" fmla="*/ 74 w 188"/>
              <a:gd name="T21" fmla="*/ 31 h 179"/>
              <a:gd name="T22" fmla="*/ 84 w 188"/>
              <a:gd name="T23" fmla="*/ 16 h 179"/>
              <a:gd name="T24" fmla="*/ 68 w 188"/>
              <a:gd name="T25" fmla="*/ 0 h 179"/>
              <a:gd name="T26" fmla="*/ 62 w 188"/>
              <a:gd name="T27" fmla="*/ 1 h 179"/>
              <a:gd name="T28" fmla="*/ 61 w 188"/>
              <a:gd name="T29" fmla="*/ 1 h 179"/>
              <a:gd name="T30" fmla="*/ 0 w 188"/>
              <a:gd name="T31" fmla="*/ 91 h 179"/>
              <a:gd name="T32" fmla="*/ 0 w 188"/>
              <a:gd name="T33" fmla="*/ 163 h 179"/>
              <a:gd name="T34" fmla="*/ 104 w 188"/>
              <a:gd name="T35" fmla="*/ 163 h 179"/>
              <a:gd name="T36" fmla="*/ 120 w 188"/>
              <a:gd name="T37" fmla="*/ 179 h 179"/>
              <a:gd name="T38" fmla="*/ 172 w 188"/>
              <a:gd name="T39" fmla="*/ 179 h 179"/>
              <a:gd name="T40" fmla="*/ 188 w 188"/>
              <a:gd name="T41" fmla="*/ 163 h 179"/>
              <a:gd name="T42" fmla="*/ 188 w 188"/>
              <a:gd name="T43" fmla="*/ 99 h 179"/>
              <a:gd name="T44" fmla="*/ 172 w 188"/>
              <a:gd name="T45" fmla="*/ 83 h 179"/>
              <a:gd name="T46" fmla="*/ 146 w 188"/>
              <a:gd name="T47" fmla="*/ 83 h 179"/>
              <a:gd name="T48" fmla="*/ 138 w 188"/>
              <a:gd name="T49" fmla="*/ 75 h 179"/>
              <a:gd name="T50" fmla="*/ 139 w 188"/>
              <a:gd name="T51" fmla="*/ 73 h 179"/>
              <a:gd name="T52" fmla="*/ 178 w 188"/>
              <a:gd name="T53" fmla="*/ 31 h 179"/>
              <a:gd name="T54" fmla="*/ 178 w 188"/>
              <a:gd name="T55" fmla="*/ 31 h 179"/>
              <a:gd name="T56" fmla="*/ 188 w 188"/>
              <a:gd name="T57" fmla="*/ 16 h 179"/>
              <a:gd name="T58" fmla="*/ 172 w 188"/>
              <a:gd name="T59" fmla="*/ 0 h 179"/>
              <a:gd name="T60" fmla="*/ 166 w 188"/>
              <a:gd name="T61" fmla="*/ 1 h 179"/>
              <a:gd name="T62" fmla="*/ 165 w 188"/>
              <a:gd name="T63" fmla="*/ 1 h 179"/>
              <a:gd name="T64" fmla="*/ 104 w 188"/>
              <a:gd name="T65" fmla="*/ 91 h 179"/>
              <a:gd name="T66" fmla="*/ 104 w 188"/>
              <a:gd name="T67" fmla="*/ 163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" h="179">
                <a:moveTo>
                  <a:pt x="0" y="163"/>
                </a:moveTo>
                <a:cubicBezTo>
                  <a:pt x="0" y="172"/>
                  <a:pt x="7" y="179"/>
                  <a:pt x="16" y="179"/>
                </a:cubicBezTo>
                <a:cubicBezTo>
                  <a:pt x="68" y="179"/>
                  <a:pt x="68" y="179"/>
                  <a:pt x="68" y="179"/>
                </a:cubicBezTo>
                <a:cubicBezTo>
                  <a:pt x="77" y="179"/>
                  <a:pt x="84" y="172"/>
                  <a:pt x="84" y="163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0"/>
                  <a:pt x="77" y="83"/>
                  <a:pt x="68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38" y="83"/>
                  <a:pt x="34" y="79"/>
                  <a:pt x="34" y="75"/>
                </a:cubicBezTo>
                <a:cubicBezTo>
                  <a:pt x="34" y="74"/>
                  <a:pt x="35" y="73"/>
                  <a:pt x="35" y="73"/>
                </a:cubicBezTo>
                <a:cubicBezTo>
                  <a:pt x="41" y="53"/>
                  <a:pt x="55" y="38"/>
                  <a:pt x="74" y="31"/>
                </a:cubicBezTo>
                <a:cubicBezTo>
                  <a:pt x="74" y="31"/>
                  <a:pt x="74" y="31"/>
                  <a:pt x="74" y="31"/>
                </a:cubicBezTo>
                <a:cubicBezTo>
                  <a:pt x="80" y="28"/>
                  <a:pt x="84" y="23"/>
                  <a:pt x="84" y="16"/>
                </a:cubicBezTo>
                <a:cubicBezTo>
                  <a:pt x="84" y="7"/>
                  <a:pt x="77" y="0"/>
                  <a:pt x="68" y="0"/>
                </a:cubicBezTo>
                <a:cubicBezTo>
                  <a:pt x="66" y="0"/>
                  <a:pt x="64" y="0"/>
                  <a:pt x="62" y="1"/>
                </a:cubicBezTo>
                <a:cubicBezTo>
                  <a:pt x="61" y="1"/>
                  <a:pt x="61" y="1"/>
                  <a:pt x="61" y="1"/>
                </a:cubicBezTo>
                <a:cubicBezTo>
                  <a:pt x="25" y="15"/>
                  <a:pt x="0" y="50"/>
                  <a:pt x="0" y="91"/>
                </a:cubicBezTo>
                <a:lnTo>
                  <a:pt x="0" y="163"/>
                </a:lnTo>
                <a:close/>
                <a:moveTo>
                  <a:pt x="104" y="163"/>
                </a:moveTo>
                <a:cubicBezTo>
                  <a:pt x="104" y="172"/>
                  <a:pt x="111" y="179"/>
                  <a:pt x="120" y="179"/>
                </a:cubicBezTo>
                <a:cubicBezTo>
                  <a:pt x="172" y="179"/>
                  <a:pt x="172" y="179"/>
                  <a:pt x="172" y="179"/>
                </a:cubicBezTo>
                <a:cubicBezTo>
                  <a:pt x="181" y="179"/>
                  <a:pt x="188" y="172"/>
                  <a:pt x="188" y="163"/>
                </a:cubicBezTo>
                <a:cubicBezTo>
                  <a:pt x="188" y="99"/>
                  <a:pt x="188" y="99"/>
                  <a:pt x="188" y="99"/>
                </a:cubicBezTo>
                <a:cubicBezTo>
                  <a:pt x="188" y="90"/>
                  <a:pt x="181" y="83"/>
                  <a:pt x="172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2" y="83"/>
                  <a:pt x="138" y="79"/>
                  <a:pt x="138" y="75"/>
                </a:cubicBezTo>
                <a:cubicBezTo>
                  <a:pt x="138" y="74"/>
                  <a:pt x="139" y="73"/>
                  <a:pt x="139" y="73"/>
                </a:cubicBezTo>
                <a:cubicBezTo>
                  <a:pt x="145" y="53"/>
                  <a:pt x="159" y="38"/>
                  <a:pt x="178" y="31"/>
                </a:cubicBezTo>
                <a:cubicBezTo>
                  <a:pt x="178" y="31"/>
                  <a:pt x="178" y="31"/>
                  <a:pt x="178" y="31"/>
                </a:cubicBezTo>
                <a:cubicBezTo>
                  <a:pt x="184" y="28"/>
                  <a:pt x="188" y="23"/>
                  <a:pt x="188" y="16"/>
                </a:cubicBezTo>
                <a:cubicBezTo>
                  <a:pt x="188" y="7"/>
                  <a:pt x="181" y="0"/>
                  <a:pt x="172" y="0"/>
                </a:cubicBezTo>
                <a:cubicBezTo>
                  <a:pt x="170" y="0"/>
                  <a:pt x="168" y="0"/>
                  <a:pt x="166" y="1"/>
                </a:cubicBezTo>
                <a:cubicBezTo>
                  <a:pt x="165" y="1"/>
                  <a:pt x="165" y="1"/>
                  <a:pt x="165" y="1"/>
                </a:cubicBezTo>
                <a:cubicBezTo>
                  <a:pt x="129" y="15"/>
                  <a:pt x="104" y="50"/>
                  <a:pt x="104" y="91"/>
                </a:cubicBezTo>
                <a:lnTo>
                  <a:pt x="104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BCBDAD33-61A4-4D9A-9DE0-F176B3EB6257}"/>
              </a:ext>
            </a:extLst>
          </p:cNvPr>
          <p:cNvSpPr>
            <a:spLocks noEditPoints="1"/>
          </p:cNvSpPr>
          <p:nvPr/>
        </p:nvSpPr>
        <p:spPr bwMode="auto">
          <a:xfrm>
            <a:off x="3482182" y="2563019"/>
            <a:ext cx="315913" cy="315912"/>
          </a:xfrm>
          <a:custGeom>
            <a:avLst/>
            <a:gdLst>
              <a:gd name="T0" fmla="*/ 138 w 194"/>
              <a:gd name="T1" fmla="*/ 46 h 194"/>
              <a:gd name="T2" fmla="*/ 148 w 194"/>
              <a:gd name="T3" fmla="*/ 56 h 194"/>
              <a:gd name="T4" fmla="*/ 158 w 194"/>
              <a:gd name="T5" fmla="*/ 46 h 194"/>
              <a:gd name="T6" fmla="*/ 148 w 194"/>
              <a:gd name="T7" fmla="*/ 36 h 194"/>
              <a:gd name="T8" fmla="*/ 138 w 194"/>
              <a:gd name="T9" fmla="*/ 46 h 194"/>
              <a:gd name="T10" fmla="*/ 68 w 194"/>
              <a:gd name="T11" fmla="*/ 187 h 194"/>
              <a:gd name="T12" fmla="*/ 90 w 194"/>
              <a:gd name="T13" fmla="*/ 187 h 194"/>
              <a:gd name="T14" fmla="*/ 188 w 194"/>
              <a:gd name="T15" fmla="*/ 90 h 194"/>
              <a:gd name="T16" fmla="*/ 194 w 194"/>
              <a:gd name="T17" fmla="*/ 76 h 194"/>
              <a:gd name="T18" fmla="*/ 194 w 194"/>
              <a:gd name="T19" fmla="*/ 20 h 194"/>
              <a:gd name="T20" fmla="*/ 174 w 194"/>
              <a:gd name="T21" fmla="*/ 0 h 194"/>
              <a:gd name="T22" fmla="*/ 118 w 194"/>
              <a:gd name="T23" fmla="*/ 0 h 194"/>
              <a:gd name="T24" fmla="*/ 104 w 194"/>
              <a:gd name="T25" fmla="*/ 6 h 194"/>
              <a:gd name="T26" fmla="*/ 7 w 194"/>
              <a:gd name="T27" fmla="*/ 104 h 194"/>
              <a:gd name="T28" fmla="*/ 7 w 194"/>
              <a:gd name="T29" fmla="*/ 126 h 194"/>
              <a:gd name="T30" fmla="*/ 68 w 194"/>
              <a:gd name="T31" fmla="*/ 187 h 194"/>
              <a:gd name="T32" fmla="*/ 122 w 194"/>
              <a:gd name="T33" fmla="*/ 46 h 194"/>
              <a:gd name="T34" fmla="*/ 148 w 194"/>
              <a:gd name="T35" fmla="*/ 20 h 194"/>
              <a:gd name="T36" fmla="*/ 174 w 194"/>
              <a:gd name="T37" fmla="*/ 46 h 194"/>
              <a:gd name="T38" fmla="*/ 148 w 194"/>
              <a:gd name="T39" fmla="*/ 72 h 194"/>
              <a:gd name="T40" fmla="*/ 122 w 194"/>
              <a:gd name="T41" fmla="*/ 4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194">
                <a:moveTo>
                  <a:pt x="138" y="46"/>
                </a:moveTo>
                <a:cubicBezTo>
                  <a:pt x="138" y="52"/>
                  <a:pt x="142" y="56"/>
                  <a:pt x="148" y="56"/>
                </a:cubicBezTo>
                <a:cubicBezTo>
                  <a:pt x="154" y="56"/>
                  <a:pt x="158" y="52"/>
                  <a:pt x="158" y="46"/>
                </a:cubicBezTo>
                <a:cubicBezTo>
                  <a:pt x="158" y="40"/>
                  <a:pt x="154" y="36"/>
                  <a:pt x="148" y="36"/>
                </a:cubicBezTo>
                <a:cubicBezTo>
                  <a:pt x="142" y="36"/>
                  <a:pt x="138" y="40"/>
                  <a:pt x="138" y="46"/>
                </a:cubicBezTo>
                <a:close/>
                <a:moveTo>
                  <a:pt x="68" y="187"/>
                </a:moveTo>
                <a:cubicBezTo>
                  <a:pt x="74" y="194"/>
                  <a:pt x="84" y="194"/>
                  <a:pt x="90" y="187"/>
                </a:cubicBezTo>
                <a:cubicBezTo>
                  <a:pt x="188" y="90"/>
                  <a:pt x="188" y="90"/>
                  <a:pt x="188" y="90"/>
                </a:cubicBezTo>
                <a:cubicBezTo>
                  <a:pt x="192" y="86"/>
                  <a:pt x="194" y="81"/>
                  <a:pt x="194" y="76"/>
                </a:cubicBezTo>
                <a:cubicBezTo>
                  <a:pt x="194" y="20"/>
                  <a:pt x="194" y="20"/>
                  <a:pt x="194" y="20"/>
                </a:cubicBezTo>
                <a:cubicBezTo>
                  <a:pt x="194" y="9"/>
                  <a:pt x="185" y="0"/>
                  <a:pt x="174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3" y="0"/>
                  <a:pt x="108" y="2"/>
                  <a:pt x="104" y="6"/>
                </a:cubicBezTo>
                <a:cubicBezTo>
                  <a:pt x="7" y="104"/>
                  <a:pt x="7" y="104"/>
                  <a:pt x="7" y="104"/>
                </a:cubicBezTo>
                <a:cubicBezTo>
                  <a:pt x="0" y="110"/>
                  <a:pt x="0" y="120"/>
                  <a:pt x="7" y="126"/>
                </a:cubicBezTo>
                <a:lnTo>
                  <a:pt x="68" y="187"/>
                </a:lnTo>
                <a:close/>
                <a:moveTo>
                  <a:pt x="122" y="46"/>
                </a:moveTo>
                <a:cubicBezTo>
                  <a:pt x="122" y="32"/>
                  <a:pt x="134" y="20"/>
                  <a:pt x="148" y="20"/>
                </a:cubicBezTo>
                <a:cubicBezTo>
                  <a:pt x="162" y="20"/>
                  <a:pt x="174" y="32"/>
                  <a:pt x="174" y="46"/>
                </a:cubicBezTo>
                <a:cubicBezTo>
                  <a:pt x="174" y="60"/>
                  <a:pt x="162" y="72"/>
                  <a:pt x="148" y="72"/>
                </a:cubicBezTo>
                <a:cubicBezTo>
                  <a:pt x="134" y="72"/>
                  <a:pt x="122" y="60"/>
                  <a:pt x="122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6602EED5-9CE0-4EBF-A409-6D46173E8AD8}"/>
              </a:ext>
            </a:extLst>
          </p:cNvPr>
          <p:cNvSpPr>
            <a:spLocks noEditPoints="1"/>
          </p:cNvSpPr>
          <p:nvPr/>
        </p:nvSpPr>
        <p:spPr bwMode="auto">
          <a:xfrm>
            <a:off x="2815432" y="2563019"/>
            <a:ext cx="247650" cy="312737"/>
          </a:xfrm>
          <a:custGeom>
            <a:avLst/>
            <a:gdLst>
              <a:gd name="T0" fmla="*/ 16 w 152"/>
              <a:gd name="T1" fmla="*/ 0 h 192"/>
              <a:gd name="T2" fmla="*/ 0 w 152"/>
              <a:gd name="T3" fmla="*/ 16 h 192"/>
              <a:gd name="T4" fmla="*/ 0 w 152"/>
              <a:gd name="T5" fmla="*/ 176 h 192"/>
              <a:gd name="T6" fmla="*/ 16 w 152"/>
              <a:gd name="T7" fmla="*/ 192 h 192"/>
              <a:gd name="T8" fmla="*/ 136 w 152"/>
              <a:gd name="T9" fmla="*/ 192 h 192"/>
              <a:gd name="T10" fmla="*/ 152 w 152"/>
              <a:gd name="T11" fmla="*/ 176 h 192"/>
              <a:gd name="T12" fmla="*/ 152 w 152"/>
              <a:gd name="T13" fmla="*/ 56 h 192"/>
              <a:gd name="T14" fmla="*/ 146 w 152"/>
              <a:gd name="T15" fmla="*/ 42 h 192"/>
              <a:gd name="T16" fmla="*/ 110 w 152"/>
              <a:gd name="T17" fmla="*/ 6 h 192"/>
              <a:gd name="T18" fmla="*/ 96 w 152"/>
              <a:gd name="T19" fmla="*/ 0 h 192"/>
              <a:gd name="T20" fmla="*/ 16 w 152"/>
              <a:gd name="T21" fmla="*/ 0 h 192"/>
              <a:gd name="T22" fmla="*/ 72 w 152"/>
              <a:gd name="T23" fmla="*/ 28 h 192"/>
              <a:gd name="T24" fmla="*/ 80 w 152"/>
              <a:gd name="T25" fmla="*/ 20 h 192"/>
              <a:gd name="T26" fmla="*/ 88 w 152"/>
              <a:gd name="T27" fmla="*/ 28 h 192"/>
              <a:gd name="T28" fmla="*/ 88 w 152"/>
              <a:gd name="T29" fmla="*/ 58 h 192"/>
              <a:gd name="T30" fmla="*/ 94 w 152"/>
              <a:gd name="T31" fmla="*/ 64 h 192"/>
              <a:gd name="T32" fmla="*/ 124 w 152"/>
              <a:gd name="T33" fmla="*/ 64 h 192"/>
              <a:gd name="T34" fmla="*/ 132 w 152"/>
              <a:gd name="T35" fmla="*/ 72 h 192"/>
              <a:gd name="T36" fmla="*/ 124 w 152"/>
              <a:gd name="T37" fmla="*/ 80 h 192"/>
              <a:gd name="T38" fmla="*/ 88 w 152"/>
              <a:gd name="T39" fmla="*/ 80 h 192"/>
              <a:gd name="T40" fmla="*/ 72 w 152"/>
              <a:gd name="T41" fmla="*/ 64 h 192"/>
              <a:gd name="T42" fmla="*/ 72 w 152"/>
              <a:gd name="T43" fmla="*/ 2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2" h="192"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45" y="192"/>
                  <a:pt x="152" y="185"/>
                  <a:pt x="152" y="176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52" y="50"/>
                  <a:pt x="150" y="46"/>
                  <a:pt x="146" y="42"/>
                </a:cubicBezTo>
                <a:cubicBezTo>
                  <a:pt x="110" y="6"/>
                  <a:pt x="110" y="6"/>
                  <a:pt x="110" y="6"/>
                </a:cubicBezTo>
                <a:cubicBezTo>
                  <a:pt x="107" y="2"/>
                  <a:pt x="102" y="0"/>
                  <a:pt x="96" y="0"/>
                </a:cubicBezTo>
                <a:lnTo>
                  <a:pt x="16" y="0"/>
                </a:lnTo>
                <a:close/>
                <a:moveTo>
                  <a:pt x="72" y="28"/>
                </a:moveTo>
                <a:cubicBezTo>
                  <a:pt x="72" y="24"/>
                  <a:pt x="76" y="20"/>
                  <a:pt x="80" y="20"/>
                </a:cubicBezTo>
                <a:cubicBezTo>
                  <a:pt x="84" y="20"/>
                  <a:pt x="88" y="24"/>
                  <a:pt x="88" y="2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61"/>
                  <a:pt x="91" y="64"/>
                  <a:pt x="94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8" y="64"/>
                  <a:pt x="132" y="68"/>
                  <a:pt x="132" y="72"/>
                </a:cubicBezTo>
                <a:cubicBezTo>
                  <a:pt x="132" y="76"/>
                  <a:pt x="128" y="80"/>
                  <a:pt x="124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79" y="80"/>
                  <a:pt x="72" y="73"/>
                  <a:pt x="72" y="64"/>
                </a:cubicBezTo>
                <a:lnTo>
                  <a:pt x="72" y="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042CC7D5-1DCF-48D3-8750-A667D84B5365}"/>
              </a:ext>
            </a:extLst>
          </p:cNvPr>
          <p:cNvSpPr>
            <a:spLocks noEditPoints="1"/>
          </p:cNvSpPr>
          <p:nvPr/>
        </p:nvSpPr>
        <p:spPr bwMode="auto">
          <a:xfrm>
            <a:off x="2112169" y="2563019"/>
            <a:ext cx="247650" cy="312737"/>
          </a:xfrm>
          <a:custGeom>
            <a:avLst/>
            <a:gdLst>
              <a:gd name="T0" fmla="*/ 32 w 152"/>
              <a:gd name="T1" fmla="*/ 88 h 192"/>
              <a:gd name="T2" fmla="*/ 2 w 152"/>
              <a:gd name="T3" fmla="*/ 118 h 192"/>
              <a:gd name="T4" fmla="*/ 0 w 152"/>
              <a:gd name="T5" fmla="*/ 124 h 192"/>
              <a:gd name="T6" fmla="*/ 8 w 152"/>
              <a:gd name="T7" fmla="*/ 132 h 192"/>
              <a:gd name="T8" fmla="*/ 64 w 152"/>
              <a:gd name="T9" fmla="*/ 132 h 192"/>
              <a:gd name="T10" fmla="*/ 64 w 152"/>
              <a:gd name="T11" fmla="*/ 182 h 192"/>
              <a:gd name="T12" fmla="*/ 74 w 152"/>
              <a:gd name="T13" fmla="*/ 192 h 192"/>
              <a:gd name="T14" fmla="*/ 84 w 152"/>
              <a:gd name="T15" fmla="*/ 182 h 192"/>
              <a:gd name="T16" fmla="*/ 84 w 152"/>
              <a:gd name="T17" fmla="*/ 132 h 192"/>
              <a:gd name="T18" fmla="*/ 144 w 152"/>
              <a:gd name="T19" fmla="*/ 132 h 192"/>
              <a:gd name="T20" fmla="*/ 152 w 152"/>
              <a:gd name="T21" fmla="*/ 124 h 192"/>
              <a:gd name="T22" fmla="*/ 150 w 152"/>
              <a:gd name="T23" fmla="*/ 118 h 192"/>
              <a:gd name="T24" fmla="*/ 120 w 152"/>
              <a:gd name="T25" fmla="*/ 88 h 192"/>
              <a:gd name="T26" fmla="*/ 120 w 152"/>
              <a:gd name="T27" fmla="*/ 20 h 192"/>
              <a:gd name="T28" fmla="*/ 126 w 152"/>
              <a:gd name="T29" fmla="*/ 20 h 192"/>
              <a:gd name="T30" fmla="*/ 136 w 152"/>
              <a:gd name="T31" fmla="*/ 10 h 192"/>
              <a:gd name="T32" fmla="*/ 126 w 152"/>
              <a:gd name="T33" fmla="*/ 0 h 192"/>
              <a:gd name="T34" fmla="*/ 26 w 152"/>
              <a:gd name="T35" fmla="*/ 0 h 192"/>
              <a:gd name="T36" fmla="*/ 16 w 152"/>
              <a:gd name="T37" fmla="*/ 10 h 192"/>
              <a:gd name="T38" fmla="*/ 26 w 152"/>
              <a:gd name="T39" fmla="*/ 20 h 192"/>
              <a:gd name="T40" fmla="*/ 32 w 152"/>
              <a:gd name="T41" fmla="*/ 20 h 192"/>
              <a:gd name="T42" fmla="*/ 32 w 152"/>
              <a:gd name="T43" fmla="*/ 88 h 192"/>
              <a:gd name="T44" fmla="*/ 68 w 152"/>
              <a:gd name="T45" fmla="*/ 28 h 192"/>
              <a:gd name="T46" fmla="*/ 68 w 152"/>
              <a:gd name="T47" fmla="*/ 80 h 192"/>
              <a:gd name="T48" fmla="*/ 60 w 152"/>
              <a:gd name="T49" fmla="*/ 88 h 192"/>
              <a:gd name="T50" fmla="*/ 52 w 152"/>
              <a:gd name="T51" fmla="*/ 80 h 192"/>
              <a:gd name="T52" fmla="*/ 52 w 152"/>
              <a:gd name="T53" fmla="*/ 28 h 192"/>
              <a:gd name="T54" fmla="*/ 60 w 152"/>
              <a:gd name="T55" fmla="*/ 20 h 192"/>
              <a:gd name="T56" fmla="*/ 68 w 152"/>
              <a:gd name="T57" fmla="*/ 2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2" h="192">
                <a:moveTo>
                  <a:pt x="32" y="88"/>
                </a:moveTo>
                <a:cubicBezTo>
                  <a:pt x="2" y="118"/>
                  <a:pt x="2" y="118"/>
                  <a:pt x="2" y="118"/>
                </a:cubicBezTo>
                <a:cubicBezTo>
                  <a:pt x="1" y="120"/>
                  <a:pt x="0" y="122"/>
                  <a:pt x="0" y="124"/>
                </a:cubicBezTo>
                <a:cubicBezTo>
                  <a:pt x="0" y="128"/>
                  <a:pt x="4" y="132"/>
                  <a:pt x="8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82"/>
                  <a:pt x="64" y="182"/>
                  <a:pt x="64" y="182"/>
                </a:cubicBezTo>
                <a:cubicBezTo>
                  <a:pt x="64" y="188"/>
                  <a:pt x="68" y="192"/>
                  <a:pt x="74" y="192"/>
                </a:cubicBezTo>
                <a:cubicBezTo>
                  <a:pt x="80" y="192"/>
                  <a:pt x="84" y="188"/>
                  <a:pt x="84" y="18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8" y="132"/>
                  <a:pt x="152" y="128"/>
                  <a:pt x="152" y="124"/>
                </a:cubicBezTo>
                <a:cubicBezTo>
                  <a:pt x="152" y="122"/>
                  <a:pt x="151" y="120"/>
                  <a:pt x="150" y="118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32" y="20"/>
                  <a:pt x="136" y="16"/>
                  <a:pt x="136" y="10"/>
                </a:cubicBezTo>
                <a:cubicBezTo>
                  <a:pt x="136" y="4"/>
                  <a:pt x="132" y="0"/>
                  <a:pt x="1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0" y="0"/>
                  <a:pt x="16" y="4"/>
                  <a:pt x="16" y="10"/>
                </a:cubicBezTo>
                <a:cubicBezTo>
                  <a:pt x="16" y="16"/>
                  <a:pt x="20" y="20"/>
                  <a:pt x="26" y="20"/>
                </a:cubicBezTo>
                <a:cubicBezTo>
                  <a:pt x="32" y="20"/>
                  <a:pt x="32" y="20"/>
                  <a:pt x="32" y="20"/>
                </a:cubicBezTo>
                <a:lnTo>
                  <a:pt x="32" y="88"/>
                </a:lnTo>
                <a:close/>
                <a:moveTo>
                  <a:pt x="68" y="28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84"/>
                  <a:pt x="64" y="88"/>
                  <a:pt x="60" y="88"/>
                </a:cubicBezTo>
                <a:cubicBezTo>
                  <a:pt x="56" y="88"/>
                  <a:pt x="52" y="84"/>
                  <a:pt x="52" y="80"/>
                </a:cubicBezTo>
                <a:cubicBezTo>
                  <a:pt x="52" y="28"/>
                  <a:pt x="52" y="28"/>
                  <a:pt x="52" y="28"/>
                </a:cubicBezTo>
                <a:cubicBezTo>
                  <a:pt x="52" y="24"/>
                  <a:pt x="56" y="20"/>
                  <a:pt x="60" y="20"/>
                </a:cubicBezTo>
                <a:cubicBezTo>
                  <a:pt x="64" y="20"/>
                  <a:pt x="68" y="24"/>
                  <a:pt x="68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175FEDDE-90D7-46A8-BA2A-5D41EFF140AE}"/>
              </a:ext>
            </a:extLst>
          </p:cNvPr>
          <p:cNvSpPr>
            <a:spLocks noEditPoints="1"/>
          </p:cNvSpPr>
          <p:nvPr/>
        </p:nvSpPr>
        <p:spPr bwMode="auto">
          <a:xfrm>
            <a:off x="1429544" y="2563019"/>
            <a:ext cx="201613" cy="312737"/>
          </a:xfrm>
          <a:custGeom>
            <a:avLst/>
            <a:gdLst>
              <a:gd name="T0" fmla="*/ 52 w 124"/>
              <a:gd name="T1" fmla="*/ 62 h 192"/>
              <a:gd name="T2" fmla="*/ 62 w 124"/>
              <a:gd name="T3" fmla="*/ 52 h 192"/>
              <a:gd name="T4" fmla="*/ 72 w 124"/>
              <a:gd name="T5" fmla="*/ 62 h 192"/>
              <a:gd name="T6" fmla="*/ 62 w 124"/>
              <a:gd name="T7" fmla="*/ 72 h 192"/>
              <a:gd name="T8" fmla="*/ 52 w 124"/>
              <a:gd name="T9" fmla="*/ 62 h 192"/>
              <a:gd name="T10" fmla="*/ 62 w 124"/>
              <a:gd name="T11" fmla="*/ 36 h 192"/>
              <a:gd name="T12" fmla="*/ 36 w 124"/>
              <a:gd name="T13" fmla="*/ 62 h 192"/>
              <a:gd name="T14" fmla="*/ 62 w 124"/>
              <a:gd name="T15" fmla="*/ 88 h 192"/>
              <a:gd name="T16" fmla="*/ 88 w 124"/>
              <a:gd name="T17" fmla="*/ 62 h 192"/>
              <a:gd name="T18" fmla="*/ 62 w 124"/>
              <a:gd name="T19" fmla="*/ 36 h 192"/>
              <a:gd name="T20" fmla="*/ 0 w 124"/>
              <a:gd name="T21" fmla="*/ 61 h 192"/>
              <a:gd name="T22" fmla="*/ 52 w 124"/>
              <a:gd name="T23" fmla="*/ 180 h 192"/>
              <a:gd name="T24" fmla="*/ 52 w 124"/>
              <a:gd name="T25" fmla="*/ 182 h 192"/>
              <a:gd name="T26" fmla="*/ 62 w 124"/>
              <a:gd name="T27" fmla="*/ 192 h 192"/>
              <a:gd name="T28" fmla="*/ 72 w 124"/>
              <a:gd name="T29" fmla="*/ 182 h 192"/>
              <a:gd name="T30" fmla="*/ 72 w 124"/>
              <a:gd name="T31" fmla="*/ 180 h 192"/>
              <a:gd name="T32" fmla="*/ 124 w 124"/>
              <a:gd name="T33" fmla="*/ 61 h 192"/>
              <a:gd name="T34" fmla="*/ 62 w 124"/>
              <a:gd name="T35" fmla="*/ 0 h 192"/>
              <a:gd name="T36" fmla="*/ 0 w 124"/>
              <a:gd name="T37" fmla="*/ 61 h 192"/>
              <a:gd name="T38" fmla="*/ 62 w 124"/>
              <a:gd name="T39" fmla="*/ 20 h 192"/>
              <a:gd name="T40" fmla="*/ 104 w 124"/>
              <a:gd name="T41" fmla="*/ 62 h 192"/>
              <a:gd name="T42" fmla="*/ 62 w 124"/>
              <a:gd name="T43" fmla="*/ 104 h 192"/>
              <a:gd name="T44" fmla="*/ 20 w 124"/>
              <a:gd name="T45" fmla="*/ 62 h 192"/>
              <a:gd name="T46" fmla="*/ 62 w 124"/>
              <a:gd name="T47" fmla="*/ 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4" h="192">
                <a:moveTo>
                  <a:pt x="52" y="62"/>
                </a:moveTo>
                <a:cubicBezTo>
                  <a:pt x="52" y="56"/>
                  <a:pt x="56" y="52"/>
                  <a:pt x="62" y="52"/>
                </a:cubicBezTo>
                <a:cubicBezTo>
                  <a:pt x="68" y="52"/>
                  <a:pt x="72" y="56"/>
                  <a:pt x="72" y="62"/>
                </a:cubicBezTo>
                <a:cubicBezTo>
                  <a:pt x="72" y="68"/>
                  <a:pt x="68" y="72"/>
                  <a:pt x="62" y="72"/>
                </a:cubicBezTo>
                <a:cubicBezTo>
                  <a:pt x="56" y="72"/>
                  <a:pt x="52" y="68"/>
                  <a:pt x="52" y="62"/>
                </a:cubicBezTo>
                <a:close/>
                <a:moveTo>
                  <a:pt x="62" y="36"/>
                </a:moveTo>
                <a:cubicBezTo>
                  <a:pt x="48" y="36"/>
                  <a:pt x="36" y="48"/>
                  <a:pt x="36" y="62"/>
                </a:cubicBezTo>
                <a:cubicBezTo>
                  <a:pt x="36" y="76"/>
                  <a:pt x="48" y="88"/>
                  <a:pt x="62" y="88"/>
                </a:cubicBezTo>
                <a:cubicBezTo>
                  <a:pt x="76" y="88"/>
                  <a:pt x="88" y="76"/>
                  <a:pt x="88" y="62"/>
                </a:cubicBezTo>
                <a:cubicBezTo>
                  <a:pt x="88" y="48"/>
                  <a:pt x="76" y="36"/>
                  <a:pt x="62" y="36"/>
                </a:cubicBezTo>
                <a:close/>
                <a:moveTo>
                  <a:pt x="0" y="61"/>
                </a:moveTo>
                <a:cubicBezTo>
                  <a:pt x="0" y="102"/>
                  <a:pt x="48" y="133"/>
                  <a:pt x="52" y="180"/>
                </a:cubicBezTo>
                <a:cubicBezTo>
                  <a:pt x="52" y="182"/>
                  <a:pt x="52" y="182"/>
                  <a:pt x="52" y="182"/>
                </a:cubicBezTo>
                <a:cubicBezTo>
                  <a:pt x="52" y="188"/>
                  <a:pt x="56" y="192"/>
                  <a:pt x="62" y="192"/>
                </a:cubicBezTo>
                <a:cubicBezTo>
                  <a:pt x="68" y="192"/>
                  <a:pt x="72" y="188"/>
                  <a:pt x="72" y="182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6" y="133"/>
                  <a:pt x="124" y="102"/>
                  <a:pt x="124" y="61"/>
                </a:cubicBezTo>
                <a:cubicBezTo>
                  <a:pt x="124" y="27"/>
                  <a:pt x="96" y="0"/>
                  <a:pt x="62" y="0"/>
                </a:cubicBezTo>
                <a:cubicBezTo>
                  <a:pt x="28" y="0"/>
                  <a:pt x="0" y="27"/>
                  <a:pt x="0" y="61"/>
                </a:cubicBezTo>
                <a:close/>
                <a:moveTo>
                  <a:pt x="62" y="20"/>
                </a:moveTo>
                <a:cubicBezTo>
                  <a:pt x="85" y="20"/>
                  <a:pt x="104" y="39"/>
                  <a:pt x="104" y="62"/>
                </a:cubicBezTo>
                <a:cubicBezTo>
                  <a:pt x="104" y="85"/>
                  <a:pt x="85" y="104"/>
                  <a:pt x="62" y="104"/>
                </a:cubicBezTo>
                <a:cubicBezTo>
                  <a:pt x="39" y="104"/>
                  <a:pt x="20" y="85"/>
                  <a:pt x="20" y="62"/>
                </a:cubicBezTo>
                <a:cubicBezTo>
                  <a:pt x="20" y="39"/>
                  <a:pt x="39" y="20"/>
                  <a:pt x="62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52947786-E395-4A76-A54E-83A5F63D0211}"/>
              </a:ext>
            </a:extLst>
          </p:cNvPr>
          <p:cNvSpPr>
            <a:spLocks noEditPoints="1"/>
          </p:cNvSpPr>
          <p:nvPr/>
        </p:nvSpPr>
        <p:spPr bwMode="auto">
          <a:xfrm>
            <a:off x="5595144" y="1874044"/>
            <a:ext cx="312738" cy="312737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68 w 192"/>
              <a:gd name="T5" fmla="*/ 192 h 192"/>
              <a:gd name="T6" fmla="*/ 84 w 192"/>
              <a:gd name="T7" fmla="*/ 176 h 192"/>
              <a:gd name="T8" fmla="*/ 84 w 192"/>
              <a:gd name="T9" fmla="*/ 112 h 192"/>
              <a:gd name="T10" fmla="*/ 108 w 192"/>
              <a:gd name="T11" fmla="*/ 112 h 192"/>
              <a:gd name="T12" fmla="*/ 108 w 192"/>
              <a:gd name="T13" fmla="*/ 176 h 192"/>
              <a:gd name="T14" fmla="*/ 124 w 192"/>
              <a:gd name="T15" fmla="*/ 192 h 192"/>
              <a:gd name="T16" fmla="*/ 176 w 192"/>
              <a:gd name="T17" fmla="*/ 192 h 192"/>
              <a:gd name="T18" fmla="*/ 192 w 192"/>
              <a:gd name="T19" fmla="*/ 176 h 192"/>
              <a:gd name="T20" fmla="*/ 192 w 192"/>
              <a:gd name="T21" fmla="*/ 72 h 192"/>
              <a:gd name="T22" fmla="*/ 176 w 192"/>
              <a:gd name="T23" fmla="*/ 56 h 192"/>
              <a:gd name="T24" fmla="*/ 168 w 192"/>
              <a:gd name="T25" fmla="*/ 56 h 192"/>
              <a:gd name="T26" fmla="*/ 168 w 192"/>
              <a:gd name="T27" fmla="*/ 20 h 192"/>
              <a:gd name="T28" fmla="*/ 170 w 192"/>
              <a:gd name="T29" fmla="*/ 20 h 192"/>
              <a:gd name="T30" fmla="*/ 180 w 192"/>
              <a:gd name="T31" fmla="*/ 10 h 192"/>
              <a:gd name="T32" fmla="*/ 170 w 192"/>
              <a:gd name="T33" fmla="*/ 0 h 192"/>
              <a:gd name="T34" fmla="*/ 118 w 192"/>
              <a:gd name="T35" fmla="*/ 0 h 192"/>
              <a:gd name="T36" fmla="*/ 108 w 192"/>
              <a:gd name="T37" fmla="*/ 10 h 192"/>
              <a:gd name="T38" fmla="*/ 118 w 192"/>
              <a:gd name="T39" fmla="*/ 20 h 192"/>
              <a:gd name="T40" fmla="*/ 120 w 192"/>
              <a:gd name="T41" fmla="*/ 20 h 192"/>
              <a:gd name="T42" fmla="*/ 120 w 192"/>
              <a:gd name="T43" fmla="*/ 56 h 192"/>
              <a:gd name="T44" fmla="*/ 72 w 192"/>
              <a:gd name="T45" fmla="*/ 56 h 192"/>
              <a:gd name="T46" fmla="*/ 72 w 192"/>
              <a:gd name="T47" fmla="*/ 20 h 192"/>
              <a:gd name="T48" fmla="*/ 74 w 192"/>
              <a:gd name="T49" fmla="*/ 20 h 192"/>
              <a:gd name="T50" fmla="*/ 84 w 192"/>
              <a:gd name="T51" fmla="*/ 10 h 192"/>
              <a:gd name="T52" fmla="*/ 74 w 192"/>
              <a:gd name="T53" fmla="*/ 0 h 192"/>
              <a:gd name="T54" fmla="*/ 22 w 192"/>
              <a:gd name="T55" fmla="*/ 0 h 192"/>
              <a:gd name="T56" fmla="*/ 12 w 192"/>
              <a:gd name="T57" fmla="*/ 10 h 192"/>
              <a:gd name="T58" fmla="*/ 22 w 192"/>
              <a:gd name="T59" fmla="*/ 20 h 192"/>
              <a:gd name="T60" fmla="*/ 24 w 192"/>
              <a:gd name="T61" fmla="*/ 20 h 192"/>
              <a:gd name="T62" fmla="*/ 24 w 192"/>
              <a:gd name="T63" fmla="*/ 56 h 192"/>
              <a:gd name="T64" fmla="*/ 16 w 192"/>
              <a:gd name="T65" fmla="*/ 56 h 192"/>
              <a:gd name="T66" fmla="*/ 0 w 192"/>
              <a:gd name="T67" fmla="*/ 72 h 192"/>
              <a:gd name="T68" fmla="*/ 0 w 192"/>
              <a:gd name="T69" fmla="*/ 176 h 192"/>
              <a:gd name="T70" fmla="*/ 104 w 192"/>
              <a:gd name="T71" fmla="*/ 92 h 192"/>
              <a:gd name="T72" fmla="*/ 88 w 192"/>
              <a:gd name="T73" fmla="*/ 92 h 192"/>
              <a:gd name="T74" fmla="*/ 80 w 192"/>
              <a:gd name="T75" fmla="*/ 84 h 192"/>
              <a:gd name="T76" fmla="*/ 88 w 192"/>
              <a:gd name="T77" fmla="*/ 76 h 192"/>
              <a:gd name="T78" fmla="*/ 104 w 192"/>
              <a:gd name="T79" fmla="*/ 76 h 192"/>
              <a:gd name="T80" fmla="*/ 112 w 192"/>
              <a:gd name="T81" fmla="*/ 84 h 192"/>
              <a:gd name="T82" fmla="*/ 104 w 192"/>
              <a:gd name="T83" fmla="*/ 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68" y="192"/>
                  <a:pt x="68" y="192"/>
                  <a:pt x="68" y="192"/>
                </a:cubicBezTo>
                <a:cubicBezTo>
                  <a:pt x="77" y="192"/>
                  <a:pt x="84" y="185"/>
                  <a:pt x="84" y="176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8" y="176"/>
                  <a:pt x="108" y="176"/>
                  <a:pt x="108" y="176"/>
                </a:cubicBezTo>
                <a:cubicBezTo>
                  <a:pt x="108" y="185"/>
                  <a:pt x="115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92" y="63"/>
                  <a:pt x="185" y="56"/>
                  <a:pt x="176" y="56"/>
                </a:cubicBezTo>
                <a:cubicBezTo>
                  <a:pt x="168" y="56"/>
                  <a:pt x="168" y="56"/>
                  <a:pt x="168" y="56"/>
                </a:cubicBezTo>
                <a:cubicBezTo>
                  <a:pt x="168" y="20"/>
                  <a:pt x="168" y="20"/>
                  <a:pt x="168" y="20"/>
                </a:cubicBezTo>
                <a:cubicBezTo>
                  <a:pt x="170" y="20"/>
                  <a:pt x="170" y="20"/>
                  <a:pt x="170" y="20"/>
                </a:cubicBezTo>
                <a:cubicBezTo>
                  <a:pt x="176" y="20"/>
                  <a:pt x="180" y="16"/>
                  <a:pt x="180" y="10"/>
                </a:cubicBezTo>
                <a:cubicBezTo>
                  <a:pt x="180" y="4"/>
                  <a:pt x="176" y="0"/>
                  <a:pt x="170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2" y="0"/>
                  <a:pt x="108" y="4"/>
                  <a:pt x="108" y="10"/>
                </a:cubicBezTo>
                <a:cubicBezTo>
                  <a:pt x="108" y="16"/>
                  <a:pt x="112" y="20"/>
                  <a:pt x="118" y="20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20"/>
                  <a:pt x="72" y="20"/>
                  <a:pt x="72" y="20"/>
                </a:cubicBezTo>
                <a:cubicBezTo>
                  <a:pt x="74" y="20"/>
                  <a:pt x="74" y="20"/>
                  <a:pt x="74" y="20"/>
                </a:cubicBezTo>
                <a:cubicBezTo>
                  <a:pt x="80" y="20"/>
                  <a:pt x="84" y="16"/>
                  <a:pt x="84" y="10"/>
                </a:cubicBezTo>
                <a:cubicBezTo>
                  <a:pt x="84" y="4"/>
                  <a:pt x="80" y="0"/>
                  <a:pt x="7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6" y="0"/>
                  <a:pt x="12" y="4"/>
                  <a:pt x="12" y="10"/>
                </a:cubicBezTo>
                <a:cubicBezTo>
                  <a:pt x="12" y="16"/>
                  <a:pt x="16" y="20"/>
                  <a:pt x="22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56"/>
                  <a:pt x="24" y="56"/>
                  <a:pt x="24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lnTo>
                  <a:pt x="0" y="176"/>
                </a:lnTo>
                <a:close/>
                <a:moveTo>
                  <a:pt x="104" y="92"/>
                </a:moveTo>
                <a:cubicBezTo>
                  <a:pt x="88" y="92"/>
                  <a:pt x="88" y="92"/>
                  <a:pt x="88" y="92"/>
                </a:cubicBezTo>
                <a:cubicBezTo>
                  <a:pt x="84" y="92"/>
                  <a:pt x="80" y="88"/>
                  <a:pt x="80" y="84"/>
                </a:cubicBezTo>
                <a:cubicBezTo>
                  <a:pt x="80" y="80"/>
                  <a:pt x="84" y="76"/>
                  <a:pt x="88" y="76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8" y="76"/>
                  <a:pt x="112" y="80"/>
                  <a:pt x="112" y="84"/>
                </a:cubicBezTo>
                <a:cubicBezTo>
                  <a:pt x="112" y="88"/>
                  <a:pt x="108" y="92"/>
                  <a:pt x="104" y="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A1451C55-FB83-429A-B8AD-609D1308055E}"/>
              </a:ext>
            </a:extLst>
          </p:cNvPr>
          <p:cNvSpPr>
            <a:spLocks noEditPoints="1"/>
          </p:cNvSpPr>
          <p:nvPr/>
        </p:nvSpPr>
        <p:spPr bwMode="auto">
          <a:xfrm>
            <a:off x="4895057" y="1880394"/>
            <a:ext cx="296863" cy="296862"/>
          </a:xfrm>
          <a:custGeom>
            <a:avLst/>
            <a:gdLst>
              <a:gd name="T0" fmla="*/ 92 w 182"/>
              <a:gd name="T1" fmla="*/ 60 h 182"/>
              <a:gd name="T2" fmla="*/ 82 w 182"/>
              <a:gd name="T3" fmla="*/ 70 h 182"/>
              <a:gd name="T4" fmla="*/ 92 w 182"/>
              <a:gd name="T5" fmla="*/ 80 h 182"/>
              <a:gd name="T6" fmla="*/ 102 w 182"/>
              <a:gd name="T7" fmla="*/ 80 h 182"/>
              <a:gd name="T8" fmla="*/ 102 w 182"/>
              <a:gd name="T9" fmla="*/ 90 h 182"/>
              <a:gd name="T10" fmla="*/ 112 w 182"/>
              <a:gd name="T11" fmla="*/ 100 h 182"/>
              <a:gd name="T12" fmla="*/ 122 w 182"/>
              <a:gd name="T13" fmla="*/ 90 h 182"/>
              <a:gd name="T14" fmla="*/ 122 w 182"/>
              <a:gd name="T15" fmla="*/ 80 h 182"/>
              <a:gd name="T16" fmla="*/ 132 w 182"/>
              <a:gd name="T17" fmla="*/ 80 h 182"/>
              <a:gd name="T18" fmla="*/ 142 w 182"/>
              <a:gd name="T19" fmla="*/ 70 h 182"/>
              <a:gd name="T20" fmla="*/ 132 w 182"/>
              <a:gd name="T21" fmla="*/ 60 h 182"/>
              <a:gd name="T22" fmla="*/ 122 w 182"/>
              <a:gd name="T23" fmla="*/ 60 h 182"/>
              <a:gd name="T24" fmla="*/ 122 w 182"/>
              <a:gd name="T25" fmla="*/ 50 h 182"/>
              <a:gd name="T26" fmla="*/ 112 w 182"/>
              <a:gd name="T27" fmla="*/ 40 h 182"/>
              <a:gd name="T28" fmla="*/ 102 w 182"/>
              <a:gd name="T29" fmla="*/ 50 h 182"/>
              <a:gd name="T30" fmla="*/ 102 w 182"/>
              <a:gd name="T31" fmla="*/ 60 h 182"/>
              <a:gd name="T32" fmla="*/ 92 w 182"/>
              <a:gd name="T33" fmla="*/ 60 h 182"/>
              <a:gd name="T34" fmla="*/ 7 w 182"/>
              <a:gd name="T35" fmla="*/ 153 h 182"/>
              <a:gd name="T36" fmla="*/ 7 w 182"/>
              <a:gd name="T37" fmla="*/ 175 h 182"/>
              <a:gd name="T38" fmla="*/ 29 w 182"/>
              <a:gd name="T39" fmla="*/ 175 h 182"/>
              <a:gd name="T40" fmla="*/ 75 w 182"/>
              <a:gd name="T41" fmla="*/ 129 h 182"/>
              <a:gd name="T42" fmla="*/ 112 w 182"/>
              <a:gd name="T43" fmla="*/ 140 h 182"/>
              <a:gd name="T44" fmla="*/ 182 w 182"/>
              <a:gd name="T45" fmla="*/ 70 h 182"/>
              <a:gd name="T46" fmla="*/ 112 w 182"/>
              <a:gd name="T47" fmla="*/ 0 h 182"/>
              <a:gd name="T48" fmla="*/ 42 w 182"/>
              <a:gd name="T49" fmla="*/ 70 h 182"/>
              <a:gd name="T50" fmla="*/ 53 w 182"/>
              <a:gd name="T51" fmla="*/ 107 h 182"/>
              <a:gd name="T52" fmla="*/ 7 w 182"/>
              <a:gd name="T53" fmla="*/ 153 h 182"/>
              <a:gd name="T54" fmla="*/ 62 w 182"/>
              <a:gd name="T55" fmla="*/ 70 h 182"/>
              <a:gd name="T56" fmla="*/ 112 w 182"/>
              <a:gd name="T57" fmla="*/ 20 h 182"/>
              <a:gd name="T58" fmla="*/ 162 w 182"/>
              <a:gd name="T59" fmla="*/ 70 h 182"/>
              <a:gd name="T60" fmla="*/ 112 w 182"/>
              <a:gd name="T61" fmla="*/ 120 h 182"/>
              <a:gd name="T62" fmla="*/ 62 w 182"/>
              <a:gd name="T63" fmla="*/ 7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2" h="182">
                <a:moveTo>
                  <a:pt x="92" y="60"/>
                </a:moveTo>
                <a:cubicBezTo>
                  <a:pt x="86" y="60"/>
                  <a:pt x="82" y="64"/>
                  <a:pt x="82" y="70"/>
                </a:cubicBezTo>
                <a:cubicBezTo>
                  <a:pt x="82" y="76"/>
                  <a:pt x="86" y="80"/>
                  <a:pt x="9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102" y="96"/>
                  <a:pt x="106" y="100"/>
                  <a:pt x="112" y="100"/>
                </a:cubicBezTo>
                <a:cubicBezTo>
                  <a:pt x="118" y="100"/>
                  <a:pt x="122" y="96"/>
                  <a:pt x="122" y="9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8" y="80"/>
                  <a:pt x="142" y="76"/>
                  <a:pt x="142" y="70"/>
                </a:cubicBezTo>
                <a:cubicBezTo>
                  <a:pt x="142" y="64"/>
                  <a:pt x="138" y="60"/>
                  <a:pt x="132" y="60"/>
                </a:cubicBezTo>
                <a:cubicBezTo>
                  <a:pt x="122" y="60"/>
                  <a:pt x="122" y="60"/>
                  <a:pt x="122" y="60"/>
                </a:cubicBezTo>
                <a:cubicBezTo>
                  <a:pt x="122" y="50"/>
                  <a:pt x="122" y="50"/>
                  <a:pt x="122" y="50"/>
                </a:cubicBezTo>
                <a:cubicBezTo>
                  <a:pt x="122" y="44"/>
                  <a:pt x="118" y="40"/>
                  <a:pt x="112" y="40"/>
                </a:cubicBezTo>
                <a:cubicBezTo>
                  <a:pt x="106" y="40"/>
                  <a:pt x="102" y="44"/>
                  <a:pt x="102" y="50"/>
                </a:cubicBezTo>
                <a:cubicBezTo>
                  <a:pt x="102" y="60"/>
                  <a:pt x="102" y="60"/>
                  <a:pt x="102" y="60"/>
                </a:cubicBezTo>
                <a:lnTo>
                  <a:pt x="92" y="60"/>
                </a:lnTo>
                <a:close/>
                <a:moveTo>
                  <a:pt x="7" y="153"/>
                </a:moveTo>
                <a:cubicBezTo>
                  <a:pt x="0" y="159"/>
                  <a:pt x="0" y="169"/>
                  <a:pt x="7" y="175"/>
                </a:cubicBezTo>
                <a:cubicBezTo>
                  <a:pt x="13" y="182"/>
                  <a:pt x="23" y="182"/>
                  <a:pt x="29" y="175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86" y="136"/>
                  <a:pt x="98" y="140"/>
                  <a:pt x="112" y="140"/>
                </a:cubicBezTo>
                <a:cubicBezTo>
                  <a:pt x="151" y="140"/>
                  <a:pt x="182" y="109"/>
                  <a:pt x="182" y="70"/>
                </a:cubicBezTo>
                <a:cubicBezTo>
                  <a:pt x="182" y="31"/>
                  <a:pt x="151" y="0"/>
                  <a:pt x="112" y="0"/>
                </a:cubicBezTo>
                <a:cubicBezTo>
                  <a:pt x="73" y="0"/>
                  <a:pt x="42" y="31"/>
                  <a:pt x="42" y="70"/>
                </a:cubicBezTo>
                <a:cubicBezTo>
                  <a:pt x="42" y="84"/>
                  <a:pt x="46" y="96"/>
                  <a:pt x="53" y="107"/>
                </a:cubicBezTo>
                <a:lnTo>
                  <a:pt x="7" y="153"/>
                </a:lnTo>
                <a:close/>
                <a:moveTo>
                  <a:pt x="62" y="70"/>
                </a:moveTo>
                <a:cubicBezTo>
                  <a:pt x="62" y="42"/>
                  <a:pt x="84" y="20"/>
                  <a:pt x="112" y="20"/>
                </a:cubicBezTo>
                <a:cubicBezTo>
                  <a:pt x="140" y="20"/>
                  <a:pt x="162" y="42"/>
                  <a:pt x="162" y="70"/>
                </a:cubicBezTo>
                <a:cubicBezTo>
                  <a:pt x="162" y="98"/>
                  <a:pt x="140" y="120"/>
                  <a:pt x="112" y="120"/>
                </a:cubicBezTo>
                <a:cubicBezTo>
                  <a:pt x="84" y="120"/>
                  <a:pt x="62" y="98"/>
                  <a:pt x="62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63C83300-9741-4C44-A56E-AC473EEFC0B4}"/>
              </a:ext>
            </a:extLst>
          </p:cNvPr>
          <p:cNvSpPr>
            <a:spLocks noEditPoints="1"/>
          </p:cNvSpPr>
          <p:nvPr/>
        </p:nvSpPr>
        <p:spPr bwMode="auto">
          <a:xfrm>
            <a:off x="4191794" y="1880394"/>
            <a:ext cx="296863" cy="296862"/>
          </a:xfrm>
          <a:custGeom>
            <a:avLst/>
            <a:gdLst>
              <a:gd name="T0" fmla="*/ 92 w 182"/>
              <a:gd name="T1" fmla="*/ 60 h 182"/>
              <a:gd name="T2" fmla="*/ 82 w 182"/>
              <a:gd name="T3" fmla="*/ 70 h 182"/>
              <a:gd name="T4" fmla="*/ 92 w 182"/>
              <a:gd name="T5" fmla="*/ 80 h 182"/>
              <a:gd name="T6" fmla="*/ 132 w 182"/>
              <a:gd name="T7" fmla="*/ 80 h 182"/>
              <a:gd name="T8" fmla="*/ 142 w 182"/>
              <a:gd name="T9" fmla="*/ 70 h 182"/>
              <a:gd name="T10" fmla="*/ 132 w 182"/>
              <a:gd name="T11" fmla="*/ 60 h 182"/>
              <a:gd name="T12" fmla="*/ 92 w 182"/>
              <a:gd name="T13" fmla="*/ 60 h 182"/>
              <a:gd name="T14" fmla="*/ 7 w 182"/>
              <a:gd name="T15" fmla="*/ 153 h 182"/>
              <a:gd name="T16" fmla="*/ 7 w 182"/>
              <a:gd name="T17" fmla="*/ 175 h 182"/>
              <a:gd name="T18" fmla="*/ 29 w 182"/>
              <a:gd name="T19" fmla="*/ 175 h 182"/>
              <a:gd name="T20" fmla="*/ 75 w 182"/>
              <a:gd name="T21" fmla="*/ 129 h 182"/>
              <a:gd name="T22" fmla="*/ 112 w 182"/>
              <a:gd name="T23" fmla="*/ 140 h 182"/>
              <a:gd name="T24" fmla="*/ 182 w 182"/>
              <a:gd name="T25" fmla="*/ 70 h 182"/>
              <a:gd name="T26" fmla="*/ 112 w 182"/>
              <a:gd name="T27" fmla="*/ 0 h 182"/>
              <a:gd name="T28" fmla="*/ 42 w 182"/>
              <a:gd name="T29" fmla="*/ 70 h 182"/>
              <a:gd name="T30" fmla="*/ 53 w 182"/>
              <a:gd name="T31" fmla="*/ 107 h 182"/>
              <a:gd name="T32" fmla="*/ 7 w 182"/>
              <a:gd name="T33" fmla="*/ 153 h 182"/>
              <a:gd name="T34" fmla="*/ 62 w 182"/>
              <a:gd name="T35" fmla="*/ 70 h 182"/>
              <a:gd name="T36" fmla="*/ 112 w 182"/>
              <a:gd name="T37" fmla="*/ 20 h 182"/>
              <a:gd name="T38" fmla="*/ 162 w 182"/>
              <a:gd name="T39" fmla="*/ 70 h 182"/>
              <a:gd name="T40" fmla="*/ 112 w 182"/>
              <a:gd name="T41" fmla="*/ 120 h 182"/>
              <a:gd name="T42" fmla="*/ 62 w 182"/>
              <a:gd name="T43" fmla="*/ 7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2" h="182">
                <a:moveTo>
                  <a:pt x="92" y="60"/>
                </a:moveTo>
                <a:cubicBezTo>
                  <a:pt x="86" y="60"/>
                  <a:pt x="82" y="64"/>
                  <a:pt x="82" y="70"/>
                </a:cubicBezTo>
                <a:cubicBezTo>
                  <a:pt x="82" y="76"/>
                  <a:pt x="86" y="80"/>
                  <a:pt x="92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8" y="80"/>
                  <a:pt x="142" y="76"/>
                  <a:pt x="142" y="70"/>
                </a:cubicBezTo>
                <a:cubicBezTo>
                  <a:pt x="142" y="64"/>
                  <a:pt x="138" y="60"/>
                  <a:pt x="132" y="60"/>
                </a:cubicBezTo>
                <a:lnTo>
                  <a:pt x="92" y="60"/>
                </a:lnTo>
                <a:close/>
                <a:moveTo>
                  <a:pt x="7" y="153"/>
                </a:moveTo>
                <a:cubicBezTo>
                  <a:pt x="0" y="159"/>
                  <a:pt x="0" y="169"/>
                  <a:pt x="7" y="175"/>
                </a:cubicBezTo>
                <a:cubicBezTo>
                  <a:pt x="13" y="182"/>
                  <a:pt x="23" y="182"/>
                  <a:pt x="29" y="175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86" y="136"/>
                  <a:pt x="98" y="140"/>
                  <a:pt x="112" y="140"/>
                </a:cubicBezTo>
                <a:cubicBezTo>
                  <a:pt x="151" y="140"/>
                  <a:pt x="182" y="109"/>
                  <a:pt x="182" y="70"/>
                </a:cubicBezTo>
                <a:cubicBezTo>
                  <a:pt x="182" y="31"/>
                  <a:pt x="151" y="0"/>
                  <a:pt x="112" y="0"/>
                </a:cubicBezTo>
                <a:cubicBezTo>
                  <a:pt x="73" y="0"/>
                  <a:pt x="42" y="31"/>
                  <a:pt x="42" y="70"/>
                </a:cubicBezTo>
                <a:cubicBezTo>
                  <a:pt x="42" y="84"/>
                  <a:pt x="46" y="96"/>
                  <a:pt x="53" y="107"/>
                </a:cubicBezTo>
                <a:lnTo>
                  <a:pt x="7" y="153"/>
                </a:lnTo>
                <a:close/>
                <a:moveTo>
                  <a:pt x="62" y="70"/>
                </a:moveTo>
                <a:cubicBezTo>
                  <a:pt x="62" y="42"/>
                  <a:pt x="84" y="20"/>
                  <a:pt x="112" y="20"/>
                </a:cubicBezTo>
                <a:cubicBezTo>
                  <a:pt x="140" y="20"/>
                  <a:pt x="162" y="42"/>
                  <a:pt x="162" y="70"/>
                </a:cubicBezTo>
                <a:cubicBezTo>
                  <a:pt x="162" y="98"/>
                  <a:pt x="140" y="120"/>
                  <a:pt x="112" y="120"/>
                </a:cubicBezTo>
                <a:cubicBezTo>
                  <a:pt x="84" y="120"/>
                  <a:pt x="62" y="98"/>
                  <a:pt x="62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56495F2E-E7E7-46C7-A212-5F803DD2E122}"/>
              </a:ext>
            </a:extLst>
          </p:cNvPr>
          <p:cNvSpPr>
            <a:spLocks noEditPoints="1"/>
          </p:cNvSpPr>
          <p:nvPr/>
        </p:nvSpPr>
        <p:spPr bwMode="auto">
          <a:xfrm>
            <a:off x="3490119" y="1880394"/>
            <a:ext cx="295275" cy="296862"/>
          </a:xfrm>
          <a:custGeom>
            <a:avLst/>
            <a:gdLst>
              <a:gd name="T0" fmla="*/ 117 w 182"/>
              <a:gd name="T1" fmla="*/ 48 h 182"/>
              <a:gd name="T2" fmla="*/ 134 w 182"/>
              <a:gd name="T3" fmla="*/ 65 h 182"/>
              <a:gd name="T4" fmla="*/ 142 w 182"/>
              <a:gd name="T5" fmla="*/ 72 h 182"/>
              <a:gd name="T6" fmla="*/ 150 w 182"/>
              <a:gd name="T7" fmla="*/ 64 h 182"/>
              <a:gd name="T8" fmla="*/ 139 w 182"/>
              <a:gd name="T9" fmla="*/ 43 h 182"/>
              <a:gd name="T10" fmla="*/ 118 w 182"/>
              <a:gd name="T11" fmla="*/ 32 h 182"/>
              <a:gd name="T12" fmla="*/ 110 w 182"/>
              <a:gd name="T13" fmla="*/ 40 h 182"/>
              <a:gd name="T14" fmla="*/ 117 w 182"/>
              <a:gd name="T15" fmla="*/ 48 h 182"/>
              <a:gd name="T16" fmla="*/ 7 w 182"/>
              <a:gd name="T17" fmla="*/ 153 h 182"/>
              <a:gd name="T18" fmla="*/ 7 w 182"/>
              <a:gd name="T19" fmla="*/ 175 h 182"/>
              <a:gd name="T20" fmla="*/ 29 w 182"/>
              <a:gd name="T21" fmla="*/ 175 h 182"/>
              <a:gd name="T22" fmla="*/ 75 w 182"/>
              <a:gd name="T23" fmla="*/ 129 h 182"/>
              <a:gd name="T24" fmla="*/ 112 w 182"/>
              <a:gd name="T25" fmla="*/ 140 h 182"/>
              <a:gd name="T26" fmla="*/ 182 w 182"/>
              <a:gd name="T27" fmla="*/ 70 h 182"/>
              <a:gd name="T28" fmla="*/ 112 w 182"/>
              <a:gd name="T29" fmla="*/ 0 h 182"/>
              <a:gd name="T30" fmla="*/ 42 w 182"/>
              <a:gd name="T31" fmla="*/ 70 h 182"/>
              <a:gd name="T32" fmla="*/ 53 w 182"/>
              <a:gd name="T33" fmla="*/ 107 h 182"/>
              <a:gd name="T34" fmla="*/ 7 w 182"/>
              <a:gd name="T35" fmla="*/ 153 h 182"/>
              <a:gd name="T36" fmla="*/ 62 w 182"/>
              <a:gd name="T37" fmla="*/ 70 h 182"/>
              <a:gd name="T38" fmla="*/ 112 w 182"/>
              <a:gd name="T39" fmla="*/ 20 h 182"/>
              <a:gd name="T40" fmla="*/ 162 w 182"/>
              <a:gd name="T41" fmla="*/ 70 h 182"/>
              <a:gd name="T42" fmla="*/ 112 w 182"/>
              <a:gd name="T43" fmla="*/ 120 h 182"/>
              <a:gd name="T44" fmla="*/ 62 w 182"/>
              <a:gd name="T45" fmla="*/ 7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2" h="182">
                <a:moveTo>
                  <a:pt x="117" y="48"/>
                </a:moveTo>
                <a:cubicBezTo>
                  <a:pt x="125" y="50"/>
                  <a:pt x="132" y="57"/>
                  <a:pt x="134" y="65"/>
                </a:cubicBezTo>
                <a:cubicBezTo>
                  <a:pt x="135" y="69"/>
                  <a:pt x="138" y="72"/>
                  <a:pt x="142" y="72"/>
                </a:cubicBezTo>
                <a:cubicBezTo>
                  <a:pt x="146" y="72"/>
                  <a:pt x="150" y="68"/>
                  <a:pt x="150" y="64"/>
                </a:cubicBezTo>
                <a:cubicBezTo>
                  <a:pt x="150" y="58"/>
                  <a:pt x="145" y="49"/>
                  <a:pt x="139" y="43"/>
                </a:cubicBezTo>
                <a:cubicBezTo>
                  <a:pt x="132" y="37"/>
                  <a:pt x="124" y="32"/>
                  <a:pt x="118" y="32"/>
                </a:cubicBezTo>
                <a:cubicBezTo>
                  <a:pt x="114" y="32"/>
                  <a:pt x="110" y="36"/>
                  <a:pt x="110" y="40"/>
                </a:cubicBezTo>
                <a:cubicBezTo>
                  <a:pt x="110" y="44"/>
                  <a:pt x="113" y="47"/>
                  <a:pt x="117" y="48"/>
                </a:cubicBezTo>
                <a:close/>
                <a:moveTo>
                  <a:pt x="7" y="153"/>
                </a:moveTo>
                <a:cubicBezTo>
                  <a:pt x="0" y="159"/>
                  <a:pt x="0" y="169"/>
                  <a:pt x="7" y="175"/>
                </a:cubicBezTo>
                <a:cubicBezTo>
                  <a:pt x="13" y="182"/>
                  <a:pt x="23" y="182"/>
                  <a:pt x="29" y="175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86" y="136"/>
                  <a:pt x="98" y="140"/>
                  <a:pt x="112" y="140"/>
                </a:cubicBezTo>
                <a:cubicBezTo>
                  <a:pt x="151" y="140"/>
                  <a:pt x="182" y="109"/>
                  <a:pt x="182" y="70"/>
                </a:cubicBezTo>
                <a:cubicBezTo>
                  <a:pt x="182" y="31"/>
                  <a:pt x="151" y="0"/>
                  <a:pt x="112" y="0"/>
                </a:cubicBezTo>
                <a:cubicBezTo>
                  <a:pt x="73" y="0"/>
                  <a:pt x="42" y="31"/>
                  <a:pt x="42" y="70"/>
                </a:cubicBezTo>
                <a:cubicBezTo>
                  <a:pt x="42" y="84"/>
                  <a:pt x="46" y="96"/>
                  <a:pt x="53" y="107"/>
                </a:cubicBezTo>
                <a:lnTo>
                  <a:pt x="7" y="153"/>
                </a:lnTo>
                <a:close/>
                <a:moveTo>
                  <a:pt x="62" y="70"/>
                </a:moveTo>
                <a:cubicBezTo>
                  <a:pt x="62" y="42"/>
                  <a:pt x="84" y="20"/>
                  <a:pt x="112" y="20"/>
                </a:cubicBezTo>
                <a:cubicBezTo>
                  <a:pt x="140" y="20"/>
                  <a:pt x="162" y="42"/>
                  <a:pt x="162" y="70"/>
                </a:cubicBezTo>
                <a:cubicBezTo>
                  <a:pt x="162" y="98"/>
                  <a:pt x="140" y="120"/>
                  <a:pt x="112" y="120"/>
                </a:cubicBezTo>
                <a:cubicBezTo>
                  <a:pt x="84" y="120"/>
                  <a:pt x="62" y="98"/>
                  <a:pt x="62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D6DE3887-F4BC-4336-A8C0-DBE0E02E576F}"/>
              </a:ext>
            </a:extLst>
          </p:cNvPr>
          <p:cNvSpPr>
            <a:spLocks/>
          </p:cNvSpPr>
          <p:nvPr/>
        </p:nvSpPr>
        <p:spPr bwMode="auto">
          <a:xfrm>
            <a:off x="2783682" y="1899444"/>
            <a:ext cx="311150" cy="254000"/>
          </a:xfrm>
          <a:custGeom>
            <a:avLst/>
            <a:gdLst>
              <a:gd name="T0" fmla="*/ 0 w 192"/>
              <a:gd name="T1" fmla="*/ 140 h 156"/>
              <a:gd name="T2" fmla="*/ 16 w 192"/>
              <a:gd name="T3" fmla="*/ 156 h 156"/>
              <a:gd name="T4" fmla="*/ 176 w 192"/>
              <a:gd name="T5" fmla="*/ 156 h 156"/>
              <a:gd name="T6" fmla="*/ 192 w 192"/>
              <a:gd name="T7" fmla="*/ 140 h 156"/>
              <a:gd name="T8" fmla="*/ 192 w 192"/>
              <a:gd name="T9" fmla="*/ 32 h 156"/>
              <a:gd name="T10" fmla="*/ 176 w 192"/>
              <a:gd name="T11" fmla="*/ 16 h 156"/>
              <a:gd name="T12" fmla="*/ 96 w 192"/>
              <a:gd name="T13" fmla="*/ 16 h 156"/>
              <a:gd name="T14" fmla="*/ 96 w 192"/>
              <a:gd name="T15" fmla="*/ 9 h 156"/>
              <a:gd name="T16" fmla="*/ 87 w 192"/>
              <a:gd name="T17" fmla="*/ 0 h 156"/>
              <a:gd name="T18" fmla="*/ 45 w 192"/>
              <a:gd name="T19" fmla="*/ 0 h 156"/>
              <a:gd name="T20" fmla="*/ 36 w 192"/>
              <a:gd name="T21" fmla="*/ 9 h 156"/>
              <a:gd name="T22" fmla="*/ 36 w 192"/>
              <a:gd name="T23" fmla="*/ 128 h 156"/>
              <a:gd name="T24" fmla="*/ 28 w 192"/>
              <a:gd name="T25" fmla="*/ 136 h 156"/>
              <a:gd name="T26" fmla="*/ 20 w 192"/>
              <a:gd name="T27" fmla="*/ 128 h 156"/>
              <a:gd name="T28" fmla="*/ 20 w 192"/>
              <a:gd name="T29" fmla="*/ 26 h 156"/>
              <a:gd name="T30" fmla="*/ 10 w 192"/>
              <a:gd name="T31" fmla="*/ 16 h 156"/>
              <a:gd name="T32" fmla="*/ 0 w 192"/>
              <a:gd name="T33" fmla="*/ 26 h 156"/>
              <a:gd name="T34" fmla="*/ 0 w 192"/>
              <a:gd name="T35" fmla="*/ 14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156">
                <a:moveTo>
                  <a:pt x="0" y="140"/>
                </a:moveTo>
                <a:cubicBezTo>
                  <a:pt x="0" y="149"/>
                  <a:pt x="7" y="156"/>
                  <a:pt x="16" y="156"/>
                </a:cubicBezTo>
                <a:cubicBezTo>
                  <a:pt x="176" y="156"/>
                  <a:pt x="176" y="156"/>
                  <a:pt x="176" y="156"/>
                </a:cubicBezTo>
                <a:cubicBezTo>
                  <a:pt x="185" y="156"/>
                  <a:pt x="192" y="149"/>
                  <a:pt x="192" y="140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23"/>
                  <a:pt x="185" y="16"/>
                  <a:pt x="17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4"/>
                  <a:pt x="92" y="0"/>
                  <a:pt x="8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36" y="4"/>
                  <a:pt x="36" y="9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32"/>
                  <a:pt x="32" y="136"/>
                  <a:pt x="28" y="136"/>
                </a:cubicBezTo>
                <a:cubicBezTo>
                  <a:pt x="24" y="136"/>
                  <a:pt x="20" y="132"/>
                  <a:pt x="20" y="128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0"/>
                  <a:pt x="16" y="16"/>
                  <a:pt x="10" y="16"/>
                </a:cubicBezTo>
                <a:cubicBezTo>
                  <a:pt x="4" y="16"/>
                  <a:pt x="0" y="20"/>
                  <a:pt x="0" y="26"/>
                </a:cubicBezTo>
                <a:lnTo>
                  <a:pt x="0" y="1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40271712-8AA3-4BDE-961D-A9C053EB5654}"/>
              </a:ext>
            </a:extLst>
          </p:cNvPr>
          <p:cNvSpPr>
            <a:spLocks noEditPoints="1"/>
          </p:cNvSpPr>
          <p:nvPr/>
        </p:nvSpPr>
        <p:spPr bwMode="auto">
          <a:xfrm>
            <a:off x="2124869" y="1874044"/>
            <a:ext cx="215900" cy="312737"/>
          </a:xfrm>
          <a:custGeom>
            <a:avLst/>
            <a:gdLst>
              <a:gd name="T0" fmla="*/ 0 w 132"/>
              <a:gd name="T1" fmla="*/ 176 h 192"/>
              <a:gd name="T2" fmla="*/ 16 w 132"/>
              <a:gd name="T3" fmla="*/ 192 h 192"/>
              <a:gd name="T4" fmla="*/ 116 w 132"/>
              <a:gd name="T5" fmla="*/ 192 h 192"/>
              <a:gd name="T6" fmla="*/ 132 w 132"/>
              <a:gd name="T7" fmla="*/ 176 h 192"/>
              <a:gd name="T8" fmla="*/ 132 w 132"/>
              <a:gd name="T9" fmla="*/ 32 h 192"/>
              <a:gd name="T10" fmla="*/ 116 w 132"/>
              <a:gd name="T11" fmla="*/ 16 h 192"/>
              <a:gd name="T12" fmla="*/ 96 w 132"/>
              <a:gd name="T13" fmla="*/ 16 h 192"/>
              <a:gd name="T14" fmla="*/ 96 w 132"/>
              <a:gd name="T15" fmla="*/ 9 h 192"/>
              <a:gd name="T16" fmla="*/ 87 w 132"/>
              <a:gd name="T17" fmla="*/ 0 h 192"/>
              <a:gd name="T18" fmla="*/ 45 w 132"/>
              <a:gd name="T19" fmla="*/ 0 h 192"/>
              <a:gd name="T20" fmla="*/ 36 w 132"/>
              <a:gd name="T21" fmla="*/ 9 h 192"/>
              <a:gd name="T22" fmla="*/ 36 w 132"/>
              <a:gd name="T23" fmla="*/ 16 h 192"/>
              <a:gd name="T24" fmla="*/ 16 w 132"/>
              <a:gd name="T25" fmla="*/ 16 h 192"/>
              <a:gd name="T26" fmla="*/ 0 w 132"/>
              <a:gd name="T27" fmla="*/ 32 h 192"/>
              <a:gd name="T28" fmla="*/ 0 w 132"/>
              <a:gd name="T29" fmla="*/ 176 h 192"/>
              <a:gd name="T30" fmla="*/ 29 w 132"/>
              <a:gd name="T31" fmla="*/ 36 h 192"/>
              <a:gd name="T32" fmla="*/ 103 w 132"/>
              <a:gd name="T33" fmla="*/ 36 h 192"/>
              <a:gd name="T34" fmla="*/ 112 w 132"/>
              <a:gd name="T35" fmla="*/ 45 h 192"/>
              <a:gd name="T36" fmla="*/ 112 w 132"/>
              <a:gd name="T37" fmla="*/ 59 h 192"/>
              <a:gd name="T38" fmla="*/ 103 w 132"/>
              <a:gd name="T39" fmla="*/ 68 h 192"/>
              <a:gd name="T40" fmla="*/ 29 w 132"/>
              <a:gd name="T41" fmla="*/ 68 h 192"/>
              <a:gd name="T42" fmla="*/ 20 w 132"/>
              <a:gd name="T43" fmla="*/ 59 h 192"/>
              <a:gd name="T44" fmla="*/ 20 w 132"/>
              <a:gd name="T45" fmla="*/ 45 h 192"/>
              <a:gd name="T46" fmla="*/ 29 w 132"/>
              <a:gd name="T47" fmla="*/ 36 h 192"/>
              <a:gd name="T48" fmla="*/ 29 w 132"/>
              <a:gd name="T49" fmla="*/ 140 h 192"/>
              <a:gd name="T50" fmla="*/ 103 w 132"/>
              <a:gd name="T51" fmla="*/ 140 h 192"/>
              <a:gd name="T52" fmla="*/ 112 w 132"/>
              <a:gd name="T53" fmla="*/ 149 h 192"/>
              <a:gd name="T54" fmla="*/ 112 w 132"/>
              <a:gd name="T55" fmla="*/ 163 h 192"/>
              <a:gd name="T56" fmla="*/ 103 w 132"/>
              <a:gd name="T57" fmla="*/ 172 h 192"/>
              <a:gd name="T58" fmla="*/ 29 w 132"/>
              <a:gd name="T59" fmla="*/ 172 h 192"/>
              <a:gd name="T60" fmla="*/ 20 w 132"/>
              <a:gd name="T61" fmla="*/ 163 h 192"/>
              <a:gd name="T62" fmla="*/ 20 w 132"/>
              <a:gd name="T63" fmla="*/ 149 h 192"/>
              <a:gd name="T64" fmla="*/ 29 w 132"/>
              <a:gd name="T65" fmla="*/ 140 h 192"/>
              <a:gd name="T66" fmla="*/ 29 w 132"/>
              <a:gd name="T67" fmla="*/ 88 h 192"/>
              <a:gd name="T68" fmla="*/ 103 w 132"/>
              <a:gd name="T69" fmla="*/ 88 h 192"/>
              <a:gd name="T70" fmla="*/ 112 w 132"/>
              <a:gd name="T71" fmla="*/ 97 h 192"/>
              <a:gd name="T72" fmla="*/ 112 w 132"/>
              <a:gd name="T73" fmla="*/ 111 h 192"/>
              <a:gd name="T74" fmla="*/ 103 w 132"/>
              <a:gd name="T75" fmla="*/ 120 h 192"/>
              <a:gd name="T76" fmla="*/ 29 w 132"/>
              <a:gd name="T77" fmla="*/ 120 h 192"/>
              <a:gd name="T78" fmla="*/ 20 w 132"/>
              <a:gd name="T79" fmla="*/ 111 h 192"/>
              <a:gd name="T80" fmla="*/ 20 w 132"/>
              <a:gd name="T81" fmla="*/ 97 h 192"/>
              <a:gd name="T82" fmla="*/ 29 w 132"/>
              <a:gd name="T83" fmla="*/ 8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25" y="192"/>
                  <a:pt x="132" y="185"/>
                  <a:pt x="132" y="176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23"/>
                  <a:pt x="125" y="16"/>
                  <a:pt x="11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4"/>
                  <a:pt x="92" y="0"/>
                  <a:pt x="8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36" y="4"/>
                  <a:pt x="36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lnTo>
                  <a:pt x="0" y="176"/>
                </a:lnTo>
                <a:close/>
                <a:moveTo>
                  <a:pt x="29" y="36"/>
                </a:moveTo>
                <a:cubicBezTo>
                  <a:pt x="103" y="36"/>
                  <a:pt x="103" y="36"/>
                  <a:pt x="103" y="36"/>
                </a:cubicBezTo>
                <a:cubicBezTo>
                  <a:pt x="108" y="36"/>
                  <a:pt x="112" y="40"/>
                  <a:pt x="112" y="45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64"/>
                  <a:pt x="108" y="68"/>
                  <a:pt x="103" y="68"/>
                </a:cubicBezTo>
                <a:cubicBezTo>
                  <a:pt x="29" y="68"/>
                  <a:pt x="29" y="68"/>
                  <a:pt x="29" y="68"/>
                </a:cubicBezTo>
                <a:cubicBezTo>
                  <a:pt x="24" y="68"/>
                  <a:pt x="20" y="64"/>
                  <a:pt x="20" y="59"/>
                </a:cubicBezTo>
                <a:cubicBezTo>
                  <a:pt x="20" y="45"/>
                  <a:pt x="20" y="45"/>
                  <a:pt x="20" y="45"/>
                </a:cubicBezTo>
                <a:cubicBezTo>
                  <a:pt x="20" y="40"/>
                  <a:pt x="24" y="36"/>
                  <a:pt x="29" y="36"/>
                </a:cubicBezTo>
                <a:close/>
                <a:moveTo>
                  <a:pt x="29" y="140"/>
                </a:moveTo>
                <a:cubicBezTo>
                  <a:pt x="103" y="140"/>
                  <a:pt x="103" y="140"/>
                  <a:pt x="103" y="140"/>
                </a:cubicBezTo>
                <a:cubicBezTo>
                  <a:pt x="108" y="140"/>
                  <a:pt x="112" y="144"/>
                  <a:pt x="112" y="149"/>
                </a:cubicBezTo>
                <a:cubicBezTo>
                  <a:pt x="112" y="163"/>
                  <a:pt x="112" y="163"/>
                  <a:pt x="112" y="163"/>
                </a:cubicBezTo>
                <a:cubicBezTo>
                  <a:pt x="112" y="168"/>
                  <a:pt x="108" y="172"/>
                  <a:pt x="103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4" y="172"/>
                  <a:pt x="20" y="168"/>
                  <a:pt x="20" y="163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20" y="144"/>
                  <a:pt x="24" y="140"/>
                  <a:pt x="29" y="140"/>
                </a:cubicBezTo>
                <a:close/>
                <a:moveTo>
                  <a:pt x="29" y="88"/>
                </a:moveTo>
                <a:cubicBezTo>
                  <a:pt x="103" y="88"/>
                  <a:pt x="103" y="88"/>
                  <a:pt x="103" y="88"/>
                </a:cubicBezTo>
                <a:cubicBezTo>
                  <a:pt x="108" y="88"/>
                  <a:pt x="112" y="92"/>
                  <a:pt x="112" y="97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6"/>
                  <a:pt x="108" y="120"/>
                  <a:pt x="103" y="12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4" y="120"/>
                  <a:pt x="20" y="116"/>
                  <a:pt x="20" y="111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92"/>
                  <a:pt x="24" y="88"/>
                  <a:pt x="29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4D9DEF87-16C4-432E-B1F2-B5EB277FB17B}"/>
              </a:ext>
            </a:extLst>
          </p:cNvPr>
          <p:cNvSpPr>
            <a:spLocks noEditPoints="1"/>
          </p:cNvSpPr>
          <p:nvPr/>
        </p:nvSpPr>
        <p:spPr bwMode="auto">
          <a:xfrm>
            <a:off x="1423194" y="1874044"/>
            <a:ext cx="214313" cy="312737"/>
          </a:xfrm>
          <a:custGeom>
            <a:avLst/>
            <a:gdLst>
              <a:gd name="T0" fmla="*/ 0 w 132"/>
              <a:gd name="T1" fmla="*/ 176 h 192"/>
              <a:gd name="T2" fmla="*/ 16 w 132"/>
              <a:gd name="T3" fmla="*/ 192 h 192"/>
              <a:gd name="T4" fmla="*/ 116 w 132"/>
              <a:gd name="T5" fmla="*/ 192 h 192"/>
              <a:gd name="T6" fmla="*/ 132 w 132"/>
              <a:gd name="T7" fmla="*/ 176 h 192"/>
              <a:gd name="T8" fmla="*/ 132 w 132"/>
              <a:gd name="T9" fmla="*/ 32 h 192"/>
              <a:gd name="T10" fmla="*/ 116 w 132"/>
              <a:gd name="T11" fmla="*/ 16 h 192"/>
              <a:gd name="T12" fmla="*/ 96 w 132"/>
              <a:gd name="T13" fmla="*/ 16 h 192"/>
              <a:gd name="T14" fmla="*/ 96 w 132"/>
              <a:gd name="T15" fmla="*/ 9 h 192"/>
              <a:gd name="T16" fmla="*/ 87 w 132"/>
              <a:gd name="T17" fmla="*/ 0 h 192"/>
              <a:gd name="T18" fmla="*/ 45 w 132"/>
              <a:gd name="T19" fmla="*/ 0 h 192"/>
              <a:gd name="T20" fmla="*/ 36 w 132"/>
              <a:gd name="T21" fmla="*/ 9 h 192"/>
              <a:gd name="T22" fmla="*/ 36 w 132"/>
              <a:gd name="T23" fmla="*/ 16 h 192"/>
              <a:gd name="T24" fmla="*/ 16 w 132"/>
              <a:gd name="T25" fmla="*/ 16 h 192"/>
              <a:gd name="T26" fmla="*/ 0 w 132"/>
              <a:gd name="T27" fmla="*/ 32 h 192"/>
              <a:gd name="T28" fmla="*/ 0 w 132"/>
              <a:gd name="T29" fmla="*/ 176 h 192"/>
              <a:gd name="T30" fmla="*/ 29 w 132"/>
              <a:gd name="T31" fmla="*/ 140 h 192"/>
              <a:gd name="T32" fmla="*/ 103 w 132"/>
              <a:gd name="T33" fmla="*/ 140 h 192"/>
              <a:gd name="T34" fmla="*/ 112 w 132"/>
              <a:gd name="T35" fmla="*/ 149 h 192"/>
              <a:gd name="T36" fmla="*/ 112 w 132"/>
              <a:gd name="T37" fmla="*/ 163 h 192"/>
              <a:gd name="T38" fmla="*/ 103 w 132"/>
              <a:gd name="T39" fmla="*/ 172 h 192"/>
              <a:gd name="T40" fmla="*/ 29 w 132"/>
              <a:gd name="T41" fmla="*/ 172 h 192"/>
              <a:gd name="T42" fmla="*/ 20 w 132"/>
              <a:gd name="T43" fmla="*/ 163 h 192"/>
              <a:gd name="T44" fmla="*/ 20 w 132"/>
              <a:gd name="T45" fmla="*/ 149 h 192"/>
              <a:gd name="T46" fmla="*/ 29 w 132"/>
              <a:gd name="T47" fmla="*/ 140 h 192"/>
              <a:gd name="T48" fmla="*/ 29 w 132"/>
              <a:gd name="T49" fmla="*/ 88 h 192"/>
              <a:gd name="T50" fmla="*/ 103 w 132"/>
              <a:gd name="T51" fmla="*/ 88 h 192"/>
              <a:gd name="T52" fmla="*/ 112 w 132"/>
              <a:gd name="T53" fmla="*/ 97 h 192"/>
              <a:gd name="T54" fmla="*/ 112 w 132"/>
              <a:gd name="T55" fmla="*/ 111 h 192"/>
              <a:gd name="T56" fmla="*/ 103 w 132"/>
              <a:gd name="T57" fmla="*/ 120 h 192"/>
              <a:gd name="T58" fmla="*/ 29 w 132"/>
              <a:gd name="T59" fmla="*/ 120 h 192"/>
              <a:gd name="T60" fmla="*/ 20 w 132"/>
              <a:gd name="T61" fmla="*/ 111 h 192"/>
              <a:gd name="T62" fmla="*/ 20 w 132"/>
              <a:gd name="T63" fmla="*/ 97 h 192"/>
              <a:gd name="T64" fmla="*/ 29 w 132"/>
              <a:gd name="T65" fmla="*/ 8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25" y="192"/>
                  <a:pt x="132" y="185"/>
                  <a:pt x="132" y="176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23"/>
                  <a:pt x="125" y="16"/>
                  <a:pt x="11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4"/>
                  <a:pt x="92" y="0"/>
                  <a:pt x="8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36" y="4"/>
                  <a:pt x="36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lnTo>
                  <a:pt x="0" y="176"/>
                </a:lnTo>
                <a:close/>
                <a:moveTo>
                  <a:pt x="29" y="140"/>
                </a:moveTo>
                <a:cubicBezTo>
                  <a:pt x="103" y="140"/>
                  <a:pt x="103" y="140"/>
                  <a:pt x="103" y="140"/>
                </a:cubicBezTo>
                <a:cubicBezTo>
                  <a:pt x="108" y="140"/>
                  <a:pt x="112" y="144"/>
                  <a:pt x="112" y="149"/>
                </a:cubicBezTo>
                <a:cubicBezTo>
                  <a:pt x="112" y="163"/>
                  <a:pt x="112" y="163"/>
                  <a:pt x="112" y="163"/>
                </a:cubicBezTo>
                <a:cubicBezTo>
                  <a:pt x="112" y="168"/>
                  <a:pt x="108" y="172"/>
                  <a:pt x="103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4" y="172"/>
                  <a:pt x="20" y="168"/>
                  <a:pt x="20" y="163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20" y="144"/>
                  <a:pt x="24" y="140"/>
                  <a:pt x="29" y="140"/>
                </a:cubicBezTo>
                <a:close/>
                <a:moveTo>
                  <a:pt x="29" y="88"/>
                </a:moveTo>
                <a:cubicBezTo>
                  <a:pt x="103" y="88"/>
                  <a:pt x="103" y="88"/>
                  <a:pt x="103" y="88"/>
                </a:cubicBezTo>
                <a:cubicBezTo>
                  <a:pt x="108" y="88"/>
                  <a:pt x="112" y="92"/>
                  <a:pt x="112" y="97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6"/>
                  <a:pt x="108" y="120"/>
                  <a:pt x="103" y="12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4" y="120"/>
                  <a:pt x="20" y="116"/>
                  <a:pt x="20" y="111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92"/>
                  <a:pt x="24" y="88"/>
                  <a:pt x="29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4436A7A5-B625-48B5-A5C0-07BFCCE08E72}"/>
              </a:ext>
            </a:extLst>
          </p:cNvPr>
          <p:cNvSpPr>
            <a:spLocks noEditPoints="1"/>
          </p:cNvSpPr>
          <p:nvPr/>
        </p:nvSpPr>
        <p:spPr bwMode="auto">
          <a:xfrm>
            <a:off x="5641182" y="1158081"/>
            <a:ext cx="214313" cy="312737"/>
          </a:xfrm>
          <a:custGeom>
            <a:avLst/>
            <a:gdLst>
              <a:gd name="T0" fmla="*/ 0 w 132"/>
              <a:gd name="T1" fmla="*/ 176 h 192"/>
              <a:gd name="T2" fmla="*/ 16 w 132"/>
              <a:gd name="T3" fmla="*/ 192 h 192"/>
              <a:gd name="T4" fmla="*/ 116 w 132"/>
              <a:gd name="T5" fmla="*/ 192 h 192"/>
              <a:gd name="T6" fmla="*/ 132 w 132"/>
              <a:gd name="T7" fmla="*/ 176 h 192"/>
              <a:gd name="T8" fmla="*/ 132 w 132"/>
              <a:gd name="T9" fmla="*/ 32 h 192"/>
              <a:gd name="T10" fmla="*/ 116 w 132"/>
              <a:gd name="T11" fmla="*/ 16 h 192"/>
              <a:gd name="T12" fmla="*/ 96 w 132"/>
              <a:gd name="T13" fmla="*/ 16 h 192"/>
              <a:gd name="T14" fmla="*/ 96 w 132"/>
              <a:gd name="T15" fmla="*/ 9 h 192"/>
              <a:gd name="T16" fmla="*/ 87 w 132"/>
              <a:gd name="T17" fmla="*/ 0 h 192"/>
              <a:gd name="T18" fmla="*/ 45 w 132"/>
              <a:gd name="T19" fmla="*/ 0 h 192"/>
              <a:gd name="T20" fmla="*/ 36 w 132"/>
              <a:gd name="T21" fmla="*/ 9 h 192"/>
              <a:gd name="T22" fmla="*/ 36 w 132"/>
              <a:gd name="T23" fmla="*/ 16 h 192"/>
              <a:gd name="T24" fmla="*/ 16 w 132"/>
              <a:gd name="T25" fmla="*/ 16 h 192"/>
              <a:gd name="T26" fmla="*/ 0 w 132"/>
              <a:gd name="T27" fmla="*/ 32 h 192"/>
              <a:gd name="T28" fmla="*/ 0 w 132"/>
              <a:gd name="T29" fmla="*/ 176 h 192"/>
              <a:gd name="T30" fmla="*/ 29 w 132"/>
              <a:gd name="T31" fmla="*/ 140 h 192"/>
              <a:gd name="T32" fmla="*/ 103 w 132"/>
              <a:gd name="T33" fmla="*/ 140 h 192"/>
              <a:gd name="T34" fmla="*/ 112 w 132"/>
              <a:gd name="T35" fmla="*/ 149 h 192"/>
              <a:gd name="T36" fmla="*/ 112 w 132"/>
              <a:gd name="T37" fmla="*/ 163 h 192"/>
              <a:gd name="T38" fmla="*/ 103 w 132"/>
              <a:gd name="T39" fmla="*/ 172 h 192"/>
              <a:gd name="T40" fmla="*/ 29 w 132"/>
              <a:gd name="T41" fmla="*/ 172 h 192"/>
              <a:gd name="T42" fmla="*/ 20 w 132"/>
              <a:gd name="T43" fmla="*/ 163 h 192"/>
              <a:gd name="T44" fmla="*/ 20 w 132"/>
              <a:gd name="T45" fmla="*/ 149 h 192"/>
              <a:gd name="T46" fmla="*/ 29 w 132"/>
              <a:gd name="T47" fmla="*/ 14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25" y="192"/>
                  <a:pt x="132" y="185"/>
                  <a:pt x="132" y="176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23"/>
                  <a:pt x="125" y="16"/>
                  <a:pt x="11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4"/>
                  <a:pt x="92" y="0"/>
                  <a:pt x="8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36" y="4"/>
                  <a:pt x="36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lnTo>
                  <a:pt x="0" y="176"/>
                </a:lnTo>
                <a:close/>
                <a:moveTo>
                  <a:pt x="29" y="140"/>
                </a:moveTo>
                <a:cubicBezTo>
                  <a:pt x="103" y="140"/>
                  <a:pt x="103" y="140"/>
                  <a:pt x="103" y="140"/>
                </a:cubicBezTo>
                <a:cubicBezTo>
                  <a:pt x="108" y="140"/>
                  <a:pt x="112" y="144"/>
                  <a:pt x="112" y="149"/>
                </a:cubicBezTo>
                <a:cubicBezTo>
                  <a:pt x="112" y="163"/>
                  <a:pt x="112" y="163"/>
                  <a:pt x="112" y="163"/>
                </a:cubicBezTo>
                <a:cubicBezTo>
                  <a:pt x="112" y="168"/>
                  <a:pt x="108" y="172"/>
                  <a:pt x="103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4" y="172"/>
                  <a:pt x="20" y="168"/>
                  <a:pt x="20" y="163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20" y="144"/>
                  <a:pt x="24" y="140"/>
                  <a:pt x="29" y="1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D14CD50B-8983-4666-8EA8-B55F4BA0C799}"/>
              </a:ext>
            </a:extLst>
          </p:cNvPr>
          <p:cNvSpPr>
            <a:spLocks/>
          </p:cNvSpPr>
          <p:nvPr/>
        </p:nvSpPr>
        <p:spPr bwMode="auto">
          <a:xfrm>
            <a:off x="4937919" y="1158081"/>
            <a:ext cx="214313" cy="312737"/>
          </a:xfrm>
          <a:custGeom>
            <a:avLst/>
            <a:gdLst>
              <a:gd name="T0" fmla="*/ 0 w 132"/>
              <a:gd name="T1" fmla="*/ 176 h 192"/>
              <a:gd name="T2" fmla="*/ 16 w 132"/>
              <a:gd name="T3" fmla="*/ 192 h 192"/>
              <a:gd name="T4" fmla="*/ 116 w 132"/>
              <a:gd name="T5" fmla="*/ 192 h 192"/>
              <a:gd name="T6" fmla="*/ 132 w 132"/>
              <a:gd name="T7" fmla="*/ 176 h 192"/>
              <a:gd name="T8" fmla="*/ 132 w 132"/>
              <a:gd name="T9" fmla="*/ 32 h 192"/>
              <a:gd name="T10" fmla="*/ 116 w 132"/>
              <a:gd name="T11" fmla="*/ 16 h 192"/>
              <a:gd name="T12" fmla="*/ 96 w 132"/>
              <a:gd name="T13" fmla="*/ 16 h 192"/>
              <a:gd name="T14" fmla="*/ 96 w 132"/>
              <a:gd name="T15" fmla="*/ 9 h 192"/>
              <a:gd name="T16" fmla="*/ 87 w 132"/>
              <a:gd name="T17" fmla="*/ 0 h 192"/>
              <a:gd name="T18" fmla="*/ 45 w 132"/>
              <a:gd name="T19" fmla="*/ 0 h 192"/>
              <a:gd name="T20" fmla="*/ 36 w 132"/>
              <a:gd name="T21" fmla="*/ 9 h 192"/>
              <a:gd name="T22" fmla="*/ 36 w 132"/>
              <a:gd name="T23" fmla="*/ 16 h 192"/>
              <a:gd name="T24" fmla="*/ 16 w 132"/>
              <a:gd name="T25" fmla="*/ 16 h 192"/>
              <a:gd name="T26" fmla="*/ 0 w 132"/>
              <a:gd name="T27" fmla="*/ 32 h 192"/>
              <a:gd name="T28" fmla="*/ 0 w 132"/>
              <a:gd name="T29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25" y="192"/>
                  <a:pt x="132" y="185"/>
                  <a:pt x="132" y="176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23"/>
                  <a:pt x="125" y="16"/>
                  <a:pt x="11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4"/>
                  <a:pt x="92" y="0"/>
                  <a:pt x="8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36" y="4"/>
                  <a:pt x="36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lnTo>
                  <a:pt x="0" y="1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28C868D8-F31D-408B-B90E-5CB33DABD642}"/>
              </a:ext>
            </a:extLst>
          </p:cNvPr>
          <p:cNvSpPr>
            <a:spLocks noEditPoints="1"/>
          </p:cNvSpPr>
          <p:nvPr/>
        </p:nvSpPr>
        <p:spPr bwMode="auto">
          <a:xfrm>
            <a:off x="4180682" y="1150144"/>
            <a:ext cx="328613" cy="328612"/>
          </a:xfrm>
          <a:custGeom>
            <a:avLst/>
            <a:gdLst>
              <a:gd name="T0" fmla="*/ 13 w 202"/>
              <a:gd name="T1" fmla="*/ 13 h 202"/>
              <a:gd name="T2" fmla="*/ 23 w 202"/>
              <a:gd name="T3" fmla="*/ 85 h 202"/>
              <a:gd name="T4" fmla="*/ 21 w 202"/>
              <a:gd name="T5" fmla="*/ 101 h 202"/>
              <a:gd name="T6" fmla="*/ 101 w 202"/>
              <a:gd name="T7" fmla="*/ 181 h 202"/>
              <a:gd name="T8" fmla="*/ 117 w 202"/>
              <a:gd name="T9" fmla="*/ 179 h 202"/>
              <a:gd name="T10" fmla="*/ 189 w 202"/>
              <a:gd name="T11" fmla="*/ 189 h 202"/>
              <a:gd name="T12" fmla="*/ 179 w 202"/>
              <a:gd name="T13" fmla="*/ 117 h 202"/>
              <a:gd name="T14" fmla="*/ 181 w 202"/>
              <a:gd name="T15" fmla="*/ 101 h 202"/>
              <a:gd name="T16" fmla="*/ 101 w 202"/>
              <a:gd name="T17" fmla="*/ 21 h 202"/>
              <a:gd name="T18" fmla="*/ 85 w 202"/>
              <a:gd name="T19" fmla="*/ 23 h 202"/>
              <a:gd name="T20" fmla="*/ 13 w 202"/>
              <a:gd name="T21" fmla="*/ 13 h 202"/>
              <a:gd name="T22" fmla="*/ 173 w 202"/>
              <a:gd name="T23" fmla="*/ 175 h 202"/>
              <a:gd name="T24" fmla="*/ 28 w 202"/>
              <a:gd name="T25" fmla="*/ 28 h 202"/>
              <a:gd name="T26" fmla="*/ 61 w 202"/>
              <a:gd name="T27" fmla="*/ 32 h 202"/>
              <a:gd name="T28" fmla="*/ 43 w 202"/>
              <a:gd name="T29" fmla="*/ 46 h 202"/>
              <a:gd name="T30" fmla="*/ 156 w 202"/>
              <a:gd name="T31" fmla="*/ 159 h 202"/>
              <a:gd name="T32" fmla="*/ 170 w 202"/>
              <a:gd name="T33" fmla="*/ 141 h 202"/>
              <a:gd name="T34" fmla="*/ 173 w 202"/>
              <a:gd name="T35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2" h="202">
                <a:moveTo>
                  <a:pt x="13" y="13"/>
                </a:moveTo>
                <a:cubicBezTo>
                  <a:pt x="0" y="26"/>
                  <a:pt x="5" y="54"/>
                  <a:pt x="23" y="85"/>
                </a:cubicBezTo>
                <a:cubicBezTo>
                  <a:pt x="22" y="90"/>
                  <a:pt x="21" y="95"/>
                  <a:pt x="21" y="101"/>
                </a:cubicBezTo>
                <a:cubicBezTo>
                  <a:pt x="21" y="145"/>
                  <a:pt x="57" y="181"/>
                  <a:pt x="101" y="181"/>
                </a:cubicBezTo>
                <a:cubicBezTo>
                  <a:pt x="107" y="181"/>
                  <a:pt x="112" y="180"/>
                  <a:pt x="117" y="179"/>
                </a:cubicBezTo>
                <a:cubicBezTo>
                  <a:pt x="148" y="197"/>
                  <a:pt x="176" y="202"/>
                  <a:pt x="189" y="189"/>
                </a:cubicBezTo>
                <a:cubicBezTo>
                  <a:pt x="202" y="176"/>
                  <a:pt x="197" y="148"/>
                  <a:pt x="179" y="117"/>
                </a:cubicBezTo>
                <a:cubicBezTo>
                  <a:pt x="180" y="112"/>
                  <a:pt x="181" y="107"/>
                  <a:pt x="181" y="101"/>
                </a:cubicBezTo>
                <a:cubicBezTo>
                  <a:pt x="181" y="57"/>
                  <a:pt x="145" y="21"/>
                  <a:pt x="101" y="21"/>
                </a:cubicBezTo>
                <a:cubicBezTo>
                  <a:pt x="95" y="21"/>
                  <a:pt x="90" y="22"/>
                  <a:pt x="85" y="23"/>
                </a:cubicBezTo>
                <a:cubicBezTo>
                  <a:pt x="54" y="5"/>
                  <a:pt x="26" y="0"/>
                  <a:pt x="13" y="13"/>
                </a:cubicBezTo>
                <a:close/>
                <a:moveTo>
                  <a:pt x="173" y="175"/>
                </a:moveTo>
                <a:cubicBezTo>
                  <a:pt x="124" y="191"/>
                  <a:pt x="3" y="52"/>
                  <a:pt x="28" y="28"/>
                </a:cubicBezTo>
                <a:cubicBezTo>
                  <a:pt x="33" y="22"/>
                  <a:pt x="45" y="24"/>
                  <a:pt x="61" y="32"/>
                </a:cubicBezTo>
                <a:cubicBezTo>
                  <a:pt x="54" y="36"/>
                  <a:pt x="48" y="41"/>
                  <a:pt x="43" y="46"/>
                </a:cubicBezTo>
                <a:cubicBezTo>
                  <a:pt x="60" y="89"/>
                  <a:pt x="114" y="143"/>
                  <a:pt x="156" y="159"/>
                </a:cubicBezTo>
                <a:cubicBezTo>
                  <a:pt x="162" y="153"/>
                  <a:pt x="167" y="147"/>
                  <a:pt x="170" y="141"/>
                </a:cubicBezTo>
                <a:cubicBezTo>
                  <a:pt x="177" y="155"/>
                  <a:pt x="178" y="167"/>
                  <a:pt x="173" y="1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5BD0E9E5-7BAC-4F15-9189-557EBF04C991}"/>
              </a:ext>
            </a:extLst>
          </p:cNvPr>
          <p:cNvSpPr>
            <a:spLocks noEditPoints="1"/>
          </p:cNvSpPr>
          <p:nvPr/>
        </p:nvSpPr>
        <p:spPr bwMode="auto">
          <a:xfrm>
            <a:off x="3486944" y="1158081"/>
            <a:ext cx="304800" cy="306387"/>
          </a:xfrm>
          <a:custGeom>
            <a:avLst/>
            <a:gdLst>
              <a:gd name="T0" fmla="*/ 94 w 188"/>
              <a:gd name="T1" fmla="*/ 188 h 188"/>
              <a:gd name="T2" fmla="*/ 94 w 188"/>
              <a:gd name="T3" fmla="*/ 0 h 188"/>
              <a:gd name="T4" fmla="*/ 20 w 188"/>
              <a:gd name="T5" fmla="*/ 94 h 188"/>
              <a:gd name="T6" fmla="*/ 41 w 188"/>
              <a:gd name="T7" fmla="*/ 80 h 188"/>
              <a:gd name="T8" fmla="*/ 41 w 188"/>
              <a:gd name="T9" fmla="*/ 104 h 188"/>
              <a:gd name="T10" fmla="*/ 20 w 188"/>
              <a:gd name="T11" fmla="*/ 94 h 188"/>
              <a:gd name="T12" fmla="*/ 53 w 188"/>
              <a:gd name="T13" fmla="*/ 32 h 188"/>
              <a:gd name="T14" fmla="*/ 28 w 188"/>
              <a:gd name="T15" fmla="*/ 60 h 188"/>
              <a:gd name="T16" fmla="*/ 84 w 188"/>
              <a:gd name="T17" fmla="*/ 21 h 188"/>
              <a:gd name="T18" fmla="*/ 64 w 188"/>
              <a:gd name="T19" fmla="*/ 60 h 188"/>
              <a:gd name="T20" fmla="*/ 104 w 188"/>
              <a:gd name="T21" fmla="*/ 21 h 188"/>
              <a:gd name="T22" fmla="*/ 124 w 188"/>
              <a:gd name="T23" fmla="*/ 60 h 188"/>
              <a:gd name="T24" fmla="*/ 104 w 188"/>
              <a:gd name="T25" fmla="*/ 21 h 188"/>
              <a:gd name="T26" fmla="*/ 160 w 188"/>
              <a:gd name="T27" fmla="*/ 60 h 188"/>
              <a:gd name="T28" fmla="*/ 135 w 188"/>
              <a:gd name="T29" fmla="*/ 32 h 188"/>
              <a:gd name="T30" fmla="*/ 168 w 188"/>
              <a:gd name="T31" fmla="*/ 94 h 188"/>
              <a:gd name="T32" fmla="*/ 148 w 188"/>
              <a:gd name="T33" fmla="*/ 104 h 188"/>
              <a:gd name="T34" fmla="*/ 148 w 188"/>
              <a:gd name="T35" fmla="*/ 80 h 188"/>
              <a:gd name="T36" fmla="*/ 162 w 188"/>
              <a:gd name="T37" fmla="*/ 124 h 188"/>
              <a:gd name="T38" fmla="*/ 144 w 188"/>
              <a:gd name="T39" fmla="*/ 124 h 188"/>
              <a:gd name="T40" fmla="*/ 56 w 188"/>
              <a:gd name="T41" fmla="*/ 158 h 188"/>
              <a:gd name="T42" fmla="*/ 44 w 188"/>
              <a:gd name="T43" fmla="*/ 124 h 188"/>
              <a:gd name="T44" fmla="*/ 61 w 188"/>
              <a:gd name="T45" fmla="*/ 80 h 188"/>
              <a:gd name="T46" fmla="*/ 84 w 188"/>
              <a:gd name="T47" fmla="*/ 104 h 188"/>
              <a:gd name="T48" fmla="*/ 60 w 188"/>
              <a:gd name="T49" fmla="*/ 92 h 188"/>
              <a:gd name="T50" fmla="*/ 104 w 188"/>
              <a:gd name="T51" fmla="*/ 80 h 188"/>
              <a:gd name="T52" fmla="*/ 128 w 188"/>
              <a:gd name="T53" fmla="*/ 92 h 188"/>
              <a:gd name="T54" fmla="*/ 104 w 188"/>
              <a:gd name="T55" fmla="*/ 104 h 188"/>
              <a:gd name="T56" fmla="*/ 64 w 188"/>
              <a:gd name="T57" fmla="*/ 124 h 188"/>
              <a:gd name="T58" fmla="*/ 84 w 188"/>
              <a:gd name="T59" fmla="*/ 164 h 188"/>
              <a:gd name="T60" fmla="*/ 104 w 188"/>
              <a:gd name="T61" fmla="*/ 124 h 188"/>
              <a:gd name="T62" fmla="*/ 104 w 188"/>
              <a:gd name="T63" fmla="*/ 16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8" h="188">
                <a:moveTo>
                  <a:pt x="0" y="94"/>
                </a:moveTo>
                <a:cubicBezTo>
                  <a:pt x="0" y="146"/>
                  <a:pt x="42" y="188"/>
                  <a:pt x="94" y="188"/>
                </a:cubicBezTo>
                <a:cubicBezTo>
                  <a:pt x="146" y="188"/>
                  <a:pt x="188" y="146"/>
                  <a:pt x="188" y="94"/>
                </a:cubicBezTo>
                <a:cubicBezTo>
                  <a:pt x="188" y="42"/>
                  <a:pt x="146" y="0"/>
                  <a:pt x="94" y="0"/>
                </a:cubicBezTo>
                <a:cubicBezTo>
                  <a:pt x="42" y="0"/>
                  <a:pt x="0" y="42"/>
                  <a:pt x="0" y="94"/>
                </a:cubicBezTo>
                <a:close/>
                <a:moveTo>
                  <a:pt x="20" y="94"/>
                </a:moveTo>
                <a:cubicBezTo>
                  <a:pt x="20" y="89"/>
                  <a:pt x="20" y="85"/>
                  <a:pt x="2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0" y="84"/>
                  <a:pt x="40" y="88"/>
                  <a:pt x="40" y="92"/>
                </a:cubicBezTo>
                <a:cubicBezTo>
                  <a:pt x="40" y="96"/>
                  <a:pt x="40" y="100"/>
                  <a:pt x="41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0" y="101"/>
                  <a:pt x="20" y="97"/>
                  <a:pt x="20" y="94"/>
                </a:cubicBezTo>
                <a:close/>
                <a:moveTo>
                  <a:pt x="28" y="60"/>
                </a:moveTo>
                <a:cubicBezTo>
                  <a:pt x="34" y="49"/>
                  <a:pt x="43" y="39"/>
                  <a:pt x="53" y="32"/>
                </a:cubicBezTo>
                <a:cubicBezTo>
                  <a:pt x="49" y="41"/>
                  <a:pt x="46" y="50"/>
                  <a:pt x="44" y="60"/>
                </a:cubicBezTo>
                <a:lnTo>
                  <a:pt x="28" y="60"/>
                </a:lnTo>
                <a:close/>
                <a:moveTo>
                  <a:pt x="83" y="21"/>
                </a:moveTo>
                <a:cubicBezTo>
                  <a:pt x="84" y="21"/>
                  <a:pt x="84" y="21"/>
                  <a:pt x="84" y="21"/>
                </a:cubicBezTo>
                <a:cubicBezTo>
                  <a:pt x="84" y="60"/>
                  <a:pt x="84" y="60"/>
                  <a:pt x="8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8" y="46"/>
                  <a:pt x="75" y="32"/>
                  <a:pt x="83" y="21"/>
                </a:cubicBezTo>
                <a:close/>
                <a:moveTo>
                  <a:pt x="104" y="21"/>
                </a:moveTo>
                <a:cubicBezTo>
                  <a:pt x="105" y="21"/>
                  <a:pt x="105" y="21"/>
                  <a:pt x="105" y="21"/>
                </a:cubicBezTo>
                <a:cubicBezTo>
                  <a:pt x="113" y="32"/>
                  <a:pt x="120" y="46"/>
                  <a:pt x="124" y="60"/>
                </a:cubicBezTo>
                <a:cubicBezTo>
                  <a:pt x="104" y="60"/>
                  <a:pt x="104" y="60"/>
                  <a:pt x="104" y="60"/>
                </a:cubicBezTo>
                <a:lnTo>
                  <a:pt x="104" y="21"/>
                </a:lnTo>
                <a:close/>
                <a:moveTo>
                  <a:pt x="135" y="32"/>
                </a:moveTo>
                <a:cubicBezTo>
                  <a:pt x="145" y="39"/>
                  <a:pt x="154" y="49"/>
                  <a:pt x="160" y="60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2" y="50"/>
                  <a:pt x="139" y="41"/>
                  <a:pt x="135" y="32"/>
                </a:cubicBezTo>
                <a:close/>
                <a:moveTo>
                  <a:pt x="167" y="80"/>
                </a:moveTo>
                <a:cubicBezTo>
                  <a:pt x="168" y="85"/>
                  <a:pt x="168" y="89"/>
                  <a:pt x="168" y="94"/>
                </a:cubicBezTo>
                <a:cubicBezTo>
                  <a:pt x="168" y="97"/>
                  <a:pt x="168" y="101"/>
                  <a:pt x="167" y="104"/>
                </a:cubicBezTo>
                <a:cubicBezTo>
                  <a:pt x="148" y="104"/>
                  <a:pt x="148" y="104"/>
                  <a:pt x="148" y="104"/>
                </a:cubicBezTo>
                <a:cubicBezTo>
                  <a:pt x="148" y="100"/>
                  <a:pt x="148" y="96"/>
                  <a:pt x="148" y="92"/>
                </a:cubicBezTo>
                <a:cubicBezTo>
                  <a:pt x="148" y="88"/>
                  <a:pt x="148" y="84"/>
                  <a:pt x="148" y="80"/>
                </a:cubicBezTo>
                <a:lnTo>
                  <a:pt x="167" y="80"/>
                </a:lnTo>
                <a:close/>
                <a:moveTo>
                  <a:pt x="162" y="124"/>
                </a:moveTo>
                <a:cubicBezTo>
                  <a:pt x="155" y="138"/>
                  <a:pt x="145" y="150"/>
                  <a:pt x="132" y="158"/>
                </a:cubicBezTo>
                <a:cubicBezTo>
                  <a:pt x="137" y="147"/>
                  <a:pt x="142" y="136"/>
                  <a:pt x="144" y="124"/>
                </a:cubicBezTo>
                <a:lnTo>
                  <a:pt x="162" y="124"/>
                </a:lnTo>
                <a:close/>
                <a:moveTo>
                  <a:pt x="56" y="158"/>
                </a:moveTo>
                <a:cubicBezTo>
                  <a:pt x="43" y="150"/>
                  <a:pt x="33" y="138"/>
                  <a:pt x="26" y="124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6" y="136"/>
                  <a:pt x="51" y="147"/>
                  <a:pt x="56" y="158"/>
                </a:cubicBezTo>
                <a:close/>
                <a:moveTo>
                  <a:pt x="61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0" y="100"/>
                  <a:pt x="60" y="96"/>
                  <a:pt x="60" y="92"/>
                </a:cubicBezTo>
                <a:cubicBezTo>
                  <a:pt x="60" y="88"/>
                  <a:pt x="60" y="84"/>
                  <a:pt x="61" y="80"/>
                </a:cubicBezTo>
                <a:close/>
                <a:moveTo>
                  <a:pt x="104" y="80"/>
                </a:moveTo>
                <a:cubicBezTo>
                  <a:pt x="127" y="80"/>
                  <a:pt x="127" y="80"/>
                  <a:pt x="127" y="80"/>
                </a:cubicBezTo>
                <a:cubicBezTo>
                  <a:pt x="128" y="84"/>
                  <a:pt x="128" y="88"/>
                  <a:pt x="128" y="92"/>
                </a:cubicBezTo>
                <a:cubicBezTo>
                  <a:pt x="128" y="96"/>
                  <a:pt x="128" y="100"/>
                  <a:pt x="127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80"/>
                </a:lnTo>
                <a:close/>
                <a:moveTo>
                  <a:pt x="64" y="124"/>
                </a:moveTo>
                <a:cubicBezTo>
                  <a:pt x="84" y="124"/>
                  <a:pt x="84" y="124"/>
                  <a:pt x="84" y="124"/>
                </a:cubicBezTo>
                <a:cubicBezTo>
                  <a:pt x="84" y="164"/>
                  <a:pt x="84" y="164"/>
                  <a:pt x="84" y="164"/>
                </a:cubicBezTo>
                <a:cubicBezTo>
                  <a:pt x="75" y="152"/>
                  <a:pt x="68" y="139"/>
                  <a:pt x="64" y="124"/>
                </a:cubicBezTo>
                <a:close/>
                <a:moveTo>
                  <a:pt x="104" y="124"/>
                </a:moveTo>
                <a:cubicBezTo>
                  <a:pt x="124" y="124"/>
                  <a:pt x="124" y="124"/>
                  <a:pt x="124" y="124"/>
                </a:cubicBezTo>
                <a:cubicBezTo>
                  <a:pt x="120" y="139"/>
                  <a:pt x="113" y="152"/>
                  <a:pt x="104" y="164"/>
                </a:cubicBezTo>
                <a:lnTo>
                  <a:pt x="104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9ABF8347-BB41-4F48-A154-8C8BECB6469E}"/>
              </a:ext>
            </a:extLst>
          </p:cNvPr>
          <p:cNvSpPr>
            <a:spLocks noEditPoints="1"/>
          </p:cNvSpPr>
          <p:nvPr/>
        </p:nvSpPr>
        <p:spPr bwMode="auto">
          <a:xfrm>
            <a:off x="2783682" y="1158081"/>
            <a:ext cx="311150" cy="312737"/>
          </a:xfrm>
          <a:custGeom>
            <a:avLst/>
            <a:gdLst>
              <a:gd name="T0" fmla="*/ 0 w 192"/>
              <a:gd name="T1" fmla="*/ 96 h 192"/>
              <a:gd name="T2" fmla="*/ 96 w 192"/>
              <a:gd name="T3" fmla="*/ 192 h 192"/>
              <a:gd name="T4" fmla="*/ 192 w 192"/>
              <a:gd name="T5" fmla="*/ 96 h 192"/>
              <a:gd name="T6" fmla="*/ 96 w 192"/>
              <a:gd name="T7" fmla="*/ 0 h 192"/>
              <a:gd name="T8" fmla="*/ 0 w 192"/>
              <a:gd name="T9" fmla="*/ 96 h 192"/>
              <a:gd name="T10" fmla="*/ 20 w 192"/>
              <a:gd name="T11" fmla="*/ 96 h 192"/>
              <a:gd name="T12" fmla="*/ 22 w 192"/>
              <a:gd name="T13" fmla="*/ 78 h 192"/>
              <a:gd name="T14" fmla="*/ 40 w 192"/>
              <a:gd name="T15" fmla="*/ 96 h 192"/>
              <a:gd name="T16" fmla="*/ 36 w 192"/>
              <a:gd name="T17" fmla="*/ 120 h 192"/>
              <a:gd name="T18" fmla="*/ 52 w 192"/>
              <a:gd name="T19" fmla="*/ 136 h 192"/>
              <a:gd name="T20" fmla="*/ 52 w 192"/>
              <a:gd name="T21" fmla="*/ 158 h 192"/>
              <a:gd name="T22" fmla="*/ 20 w 192"/>
              <a:gd name="T23" fmla="*/ 96 h 192"/>
              <a:gd name="T24" fmla="*/ 79 w 192"/>
              <a:gd name="T25" fmla="*/ 22 h 192"/>
              <a:gd name="T26" fmla="*/ 96 w 192"/>
              <a:gd name="T27" fmla="*/ 20 h 192"/>
              <a:gd name="T28" fmla="*/ 115 w 192"/>
              <a:gd name="T29" fmla="*/ 22 h 192"/>
              <a:gd name="T30" fmla="*/ 112 w 192"/>
              <a:gd name="T31" fmla="*/ 28 h 192"/>
              <a:gd name="T32" fmla="*/ 116 w 192"/>
              <a:gd name="T33" fmla="*/ 32 h 192"/>
              <a:gd name="T34" fmla="*/ 128 w 192"/>
              <a:gd name="T35" fmla="*/ 32 h 192"/>
              <a:gd name="T36" fmla="*/ 131 w 192"/>
              <a:gd name="T37" fmla="*/ 29 h 192"/>
              <a:gd name="T38" fmla="*/ 139 w 192"/>
              <a:gd name="T39" fmla="*/ 34 h 192"/>
              <a:gd name="T40" fmla="*/ 132 w 192"/>
              <a:gd name="T41" fmla="*/ 36 h 192"/>
              <a:gd name="T42" fmla="*/ 124 w 192"/>
              <a:gd name="T43" fmla="*/ 44 h 192"/>
              <a:gd name="T44" fmla="*/ 132 w 192"/>
              <a:gd name="T45" fmla="*/ 48 h 192"/>
              <a:gd name="T46" fmla="*/ 132 w 192"/>
              <a:gd name="T47" fmla="*/ 52 h 192"/>
              <a:gd name="T48" fmla="*/ 124 w 192"/>
              <a:gd name="T49" fmla="*/ 52 h 192"/>
              <a:gd name="T50" fmla="*/ 124 w 192"/>
              <a:gd name="T51" fmla="*/ 60 h 192"/>
              <a:gd name="T52" fmla="*/ 136 w 192"/>
              <a:gd name="T53" fmla="*/ 64 h 192"/>
              <a:gd name="T54" fmla="*/ 144 w 192"/>
              <a:gd name="T55" fmla="*/ 52 h 192"/>
              <a:gd name="T56" fmla="*/ 154 w 192"/>
              <a:gd name="T57" fmla="*/ 49 h 192"/>
              <a:gd name="T58" fmla="*/ 157 w 192"/>
              <a:gd name="T59" fmla="*/ 50 h 192"/>
              <a:gd name="T60" fmla="*/ 168 w 192"/>
              <a:gd name="T61" fmla="*/ 72 h 192"/>
              <a:gd name="T62" fmla="*/ 168 w 192"/>
              <a:gd name="T63" fmla="*/ 72 h 192"/>
              <a:gd name="T64" fmla="*/ 152 w 192"/>
              <a:gd name="T65" fmla="*/ 68 h 192"/>
              <a:gd name="T66" fmla="*/ 132 w 192"/>
              <a:gd name="T67" fmla="*/ 72 h 192"/>
              <a:gd name="T68" fmla="*/ 120 w 192"/>
              <a:gd name="T69" fmla="*/ 84 h 192"/>
              <a:gd name="T70" fmla="*/ 124 w 192"/>
              <a:gd name="T71" fmla="*/ 104 h 192"/>
              <a:gd name="T72" fmla="*/ 144 w 192"/>
              <a:gd name="T73" fmla="*/ 116 h 192"/>
              <a:gd name="T74" fmla="*/ 144 w 192"/>
              <a:gd name="T75" fmla="*/ 155 h 192"/>
              <a:gd name="T76" fmla="*/ 96 w 192"/>
              <a:gd name="T77" fmla="*/ 172 h 192"/>
              <a:gd name="T78" fmla="*/ 71 w 192"/>
              <a:gd name="T79" fmla="*/ 168 h 192"/>
              <a:gd name="T80" fmla="*/ 92 w 192"/>
              <a:gd name="T81" fmla="*/ 120 h 192"/>
              <a:gd name="T82" fmla="*/ 88 w 192"/>
              <a:gd name="T83" fmla="*/ 100 h 192"/>
              <a:gd name="T84" fmla="*/ 64 w 192"/>
              <a:gd name="T85" fmla="*/ 80 h 192"/>
              <a:gd name="T86" fmla="*/ 52 w 192"/>
              <a:gd name="T87" fmla="*/ 92 h 192"/>
              <a:gd name="T88" fmla="*/ 44 w 192"/>
              <a:gd name="T89" fmla="*/ 76 h 192"/>
              <a:gd name="T90" fmla="*/ 68 w 192"/>
              <a:gd name="T91" fmla="*/ 60 h 192"/>
              <a:gd name="T92" fmla="*/ 80 w 192"/>
              <a:gd name="T93" fmla="*/ 28 h 192"/>
              <a:gd name="T94" fmla="*/ 79 w 192"/>
              <a:gd name="T95" fmla="*/ 2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92" h="192">
                <a:moveTo>
                  <a:pt x="0" y="96"/>
                </a:move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cubicBezTo>
                  <a:pt x="192" y="43"/>
                  <a:pt x="149" y="0"/>
                  <a:pt x="96" y="0"/>
                </a:cubicBezTo>
                <a:cubicBezTo>
                  <a:pt x="43" y="0"/>
                  <a:pt x="0" y="43"/>
                  <a:pt x="0" y="96"/>
                </a:cubicBezTo>
                <a:close/>
                <a:moveTo>
                  <a:pt x="20" y="96"/>
                </a:moveTo>
                <a:cubicBezTo>
                  <a:pt x="20" y="90"/>
                  <a:pt x="21" y="84"/>
                  <a:pt x="22" y="78"/>
                </a:cubicBezTo>
                <a:cubicBezTo>
                  <a:pt x="40" y="96"/>
                  <a:pt x="40" y="96"/>
                  <a:pt x="40" y="96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58"/>
                  <a:pt x="52" y="158"/>
                  <a:pt x="52" y="158"/>
                </a:cubicBezTo>
                <a:cubicBezTo>
                  <a:pt x="33" y="144"/>
                  <a:pt x="20" y="122"/>
                  <a:pt x="20" y="96"/>
                </a:cubicBezTo>
                <a:close/>
                <a:moveTo>
                  <a:pt x="79" y="22"/>
                </a:moveTo>
                <a:cubicBezTo>
                  <a:pt x="84" y="21"/>
                  <a:pt x="90" y="20"/>
                  <a:pt x="96" y="20"/>
                </a:cubicBezTo>
                <a:cubicBezTo>
                  <a:pt x="103" y="20"/>
                  <a:pt x="109" y="21"/>
                  <a:pt x="115" y="22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4" y="30"/>
                  <a:pt x="137" y="32"/>
                  <a:pt x="139" y="34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24" y="52"/>
                  <a:pt x="124" y="52"/>
                  <a:pt x="124" y="52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30" y="64"/>
                  <a:pt x="136" y="64"/>
                </a:cubicBezTo>
                <a:cubicBezTo>
                  <a:pt x="142" y="64"/>
                  <a:pt x="140" y="55"/>
                  <a:pt x="144" y="52"/>
                </a:cubicBezTo>
                <a:cubicBezTo>
                  <a:pt x="149" y="49"/>
                  <a:pt x="154" y="49"/>
                  <a:pt x="154" y="49"/>
                </a:cubicBezTo>
                <a:cubicBezTo>
                  <a:pt x="157" y="50"/>
                  <a:pt x="157" y="50"/>
                  <a:pt x="157" y="50"/>
                </a:cubicBezTo>
                <a:cubicBezTo>
                  <a:pt x="161" y="57"/>
                  <a:pt x="165" y="64"/>
                  <a:pt x="168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68" y="72"/>
                  <a:pt x="162" y="68"/>
                  <a:pt x="152" y="68"/>
                </a:cubicBezTo>
                <a:cubicBezTo>
                  <a:pt x="142" y="68"/>
                  <a:pt x="132" y="72"/>
                  <a:pt x="132" y="72"/>
                </a:cubicBezTo>
                <a:cubicBezTo>
                  <a:pt x="132" y="72"/>
                  <a:pt x="121" y="75"/>
                  <a:pt x="120" y="84"/>
                </a:cubicBezTo>
                <a:cubicBezTo>
                  <a:pt x="119" y="99"/>
                  <a:pt x="124" y="104"/>
                  <a:pt x="124" y="104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44" y="155"/>
                  <a:pt x="144" y="155"/>
                  <a:pt x="144" y="155"/>
                </a:cubicBezTo>
                <a:cubicBezTo>
                  <a:pt x="131" y="166"/>
                  <a:pt x="114" y="172"/>
                  <a:pt x="96" y="172"/>
                </a:cubicBezTo>
                <a:cubicBezTo>
                  <a:pt x="87" y="172"/>
                  <a:pt x="79" y="171"/>
                  <a:pt x="71" y="168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100"/>
                  <a:pt x="72" y="80"/>
                  <a:pt x="64" y="80"/>
                </a:cubicBezTo>
                <a:cubicBezTo>
                  <a:pt x="56" y="80"/>
                  <a:pt x="52" y="92"/>
                  <a:pt x="52" y="92"/>
                </a:cubicBezTo>
                <a:cubicBezTo>
                  <a:pt x="44" y="76"/>
                  <a:pt x="44" y="76"/>
                  <a:pt x="44" y="76"/>
                </a:cubicBezTo>
                <a:cubicBezTo>
                  <a:pt x="68" y="60"/>
                  <a:pt x="68" y="60"/>
                  <a:pt x="68" y="60"/>
                </a:cubicBezTo>
                <a:cubicBezTo>
                  <a:pt x="80" y="28"/>
                  <a:pt x="80" y="28"/>
                  <a:pt x="80" y="28"/>
                </a:cubicBezTo>
                <a:lnTo>
                  <a:pt x="79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59D725B4-55EE-479F-A203-1D4C7555B594}"/>
              </a:ext>
            </a:extLst>
          </p:cNvPr>
          <p:cNvSpPr>
            <a:spLocks noEditPoints="1"/>
          </p:cNvSpPr>
          <p:nvPr/>
        </p:nvSpPr>
        <p:spPr bwMode="auto">
          <a:xfrm>
            <a:off x="2080419" y="1158081"/>
            <a:ext cx="306388" cy="306387"/>
          </a:xfrm>
          <a:custGeom>
            <a:avLst/>
            <a:gdLst>
              <a:gd name="T0" fmla="*/ 84 w 188"/>
              <a:gd name="T1" fmla="*/ 10 h 188"/>
              <a:gd name="T2" fmla="*/ 68 w 188"/>
              <a:gd name="T3" fmla="*/ 29 h 188"/>
              <a:gd name="T4" fmla="*/ 47 w 188"/>
              <a:gd name="T5" fmla="*/ 13 h 188"/>
              <a:gd name="T6" fmla="*/ 51 w 188"/>
              <a:gd name="T7" fmla="*/ 39 h 188"/>
              <a:gd name="T8" fmla="*/ 26 w 188"/>
              <a:gd name="T9" fmla="*/ 43 h 188"/>
              <a:gd name="T10" fmla="*/ 16 w 188"/>
              <a:gd name="T11" fmla="*/ 61 h 188"/>
              <a:gd name="T12" fmla="*/ 25 w 188"/>
              <a:gd name="T13" fmla="*/ 84 h 188"/>
              <a:gd name="T14" fmla="*/ 0 w 188"/>
              <a:gd name="T15" fmla="*/ 94 h 188"/>
              <a:gd name="T16" fmla="*/ 25 w 188"/>
              <a:gd name="T17" fmla="*/ 104 h 188"/>
              <a:gd name="T18" fmla="*/ 16 w 188"/>
              <a:gd name="T19" fmla="*/ 127 h 188"/>
              <a:gd name="T20" fmla="*/ 26 w 188"/>
              <a:gd name="T21" fmla="*/ 145 h 188"/>
              <a:gd name="T22" fmla="*/ 51 w 188"/>
              <a:gd name="T23" fmla="*/ 149 h 188"/>
              <a:gd name="T24" fmla="*/ 47 w 188"/>
              <a:gd name="T25" fmla="*/ 175 h 188"/>
              <a:gd name="T26" fmla="*/ 68 w 188"/>
              <a:gd name="T27" fmla="*/ 159 h 188"/>
              <a:gd name="T28" fmla="*/ 84 w 188"/>
              <a:gd name="T29" fmla="*/ 178 h 188"/>
              <a:gd name="T30" fmla="*/ 104 w 188"/>
              <a:gd name="T31" fmla="*/ 178 h 188"/>
              <a:gd name="T32" fmla="*/ 120 w 188"/>
              <a:gd name="T33" fmla="*/ 159 h 188"/>
              <a:gd name="T34" fmla="*/ 141 w 188"/>
              <a:gd name="T35" fmla="*/ 175 h 188"/>
              <a:gd name="T36" fmla="*/ 137 w 188"/>
              <a:gd name="T37" fmla="*/ 149 h 188"/>
              <a:gd name="T38" fmla="*/ 162 w 188"/>
              <a:gd name="T39" fmla="*/ 145 h 188"/>
              <a:gd name="T40" fmla="*/ 172 w 188"/>
              <a:gd name="T41" fmla="*/ 127 h 188"/>
              <a:gd name="T42" fmla="*/ 163 w 188"/>
              <a:gd name="T43" fmla="*/ 104 h 188"/>
              <a:gd name="T44" fmla="*/ 188 w 188"/>
              <a:gd name="T45" fmla="*/ 94 h 188"/>
              <a:gd name="T46" fmla="*/ 163 w 188"/>
              <a:gd name="T47" fmla="*/ 84 h 188"/>
              <a:gd name="T48" fmla="*/ 172 w 188"/>
              <a:gd name="T49" fmla="*/ 61 h 188"/>
              <a:gd name="T50" fmla="*/ 162 w 188"/>
              <a:gd name="T51" fmla="*/ 43 h 188"/>
              <a:gd name="T52" fmla="*/ 137 w 188"/>
              <a:gd name="T53" fmla="*/ 39 h 188"/>
              <a:gd name="T54" fmla="*/ 141 w 188"/>
              <a:gd name="T55" fmla="*/ 13 h 188"/>
              <a:gd name="T56" fmla="*/ 120 w 188"/>
              <a:gd name="T57" fmla="*/ 29 h 188"/>
              <a:gd name="T58" fmla="*/ 104 w 188"/>
              <a:gd name="T59" fmla="*/ 10 h 188"/>
              <a:gd name="T60" fmla="*/ 68 w 188"/>
              <a:gd name="T61" fmla="*/ 116 h 188"/>
              <a:gd name="T62" fmla="*/ 108 w 188"/>
              <a:gd name="T63" fmla="*/ 116 h 188"/>
              <a:gd name="T64" fmla="*/ 68 w 188"/>
              <a:gd name="T65" fmla="*/ 116 h 188"/>
              <a:gd name="T66" fmla="*/ 122 w 188"/>
              <a:gd name="T67" fmla="*/ 64 h 188"/>
              <a:gd name="T68" fmla="*/ 122 w 188"/>
              <a:gd name="T69" fmla="*/ 92 h 188"/>
              <a:gd name="T70" fmla="*/ 76 w 188"/>
              <a:gd name="T71" fmla="*/ 58 h 188"/>
              <a:gd name="T72" fmla="*/ 96 w 188"/>
              <a:gd name="T73" fmla="*/ 58 h 188"/>
              <a:gd name="T74" fmla="*/ 76 w 188"/>
              <a:gd name="T75" fmla="*/ 5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8" h="188">
                <a:moveTo>
                  <a:pt x="94" y="0"/>
                </a:moveTo>
                <a:cubicBezTo>
                  <a:pt x="88" y="0"/>
                  <a:pt x="84" y="4"/>
                  <a:pt x="84" y="10"/>
                </a:cubicBezTo>
                <a:cubicBezTo>
                  <a:pt x="84" y="25"/>
                  <a:pt x="84" y="25"/>
                  <a:pt x="84" y="25"/>
                </a:cubicBezTo>
                <a:cubicBezTo>
                  <a:pt x="78" y="25"/>
                  <a:pt x="73" y="27"/>
                  <a:pt x="68" y="29"/>
                </a:cubicBezTo>
                <a:cubicBezTo>
                  <a:pt x="61" y="16"/>
                  <a:pt x="61" y="16"/>
                  <a:pt x="61" y="16"/>
                </a:cubicBezTo>
                <a:cubicBezTo>
                  <a:pt x="58" y="11"/>
                  <a:pt x="52" y="10"/>
                  <a:pt x="47" y="13"/>
                </a:cubicBezTo>
                <a:cubicBezTo>
                  <a:pt x="42" y="15"/>
                  <a:pt x="41" y="21"/>
                  <a:pt x="43" y="26"/>
                </a:cubicBezTo>
                <a:cubicBezTo>
                  <a:pt x="51" y="39"/>
                  <a:pt x="51" y="39"/>
                  <a:pt x="51" y="39"/>
                </a:cubicBezTo>
                <a:cubicBezTo>
                  <a:pt x="46" y="42"/>
                  <a:pt x="42" y="46"/>
                  <a:pt x="39" y="51"/>
                </a:cubicBezTo>
                <a:cubicBezTo>
                  <a:pt x="26" y="43"/>
                  <a:pt x="26" y="43"/>
                  <a:pt x="26" y="43"/>
                </a:cubicBezTo>
                <a:cubicBezTo>
                  <a:pt x="21" y="41"/>
                  <a:pt x="15" y="42"/>
                  <a:pt x="13" y="47"/>
                </a:cubicBezTo>
                <a:cubicBezTo>
                  <a:pt x="10" y="52"/>
                  <a:pt x="11" y="58"/>
                  <a:pt x="16" y="61"/>
                </a:cubicBezTo>
                <a:cubicBezTo>
                  <a:pt x="29" y="68"/>
                  <a:pt x="29" y="68"/>
                  <a:pt x="29" y="68"/>
                </a:cubicBezTo>
                <a:cubicBezTo>
                  <a:pt x="27" y="73"/>
                  <a:pt x="25" y="78"/>
                  <a:pt x="25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4" y="84"/>
                  <a:pt x="0" y="88"/>
                  <a:pt x="0" y="94"/>
                </a:cubicBezTo>
                <a:cubicBezTo>
                  <a:pt x="0" y="100"/>
                  <a:pt x="4" y="104"/>
                  <a:pt x="10" y="104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25" y="110"/>
                  <a:pt x="27" y="115"/>
                  <a:pt x="29" y="120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11" y="130"/>
                  <a:pt x="10" y="136"/>
                  <a:pt x="13" y="141"/>
                </a:cubicBezTo>
                <a:cubicBezTo>
                  <a:pt x="15" y="146"/>
                  <a:pt x="21" y="147"/>
                  <a:pt x="26" y="145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42" y="142"/>
                  <a:pt x="46" y="146"/>
                  <a:pt x="51" y="149"/>
                </a:cubicBezTo>
                <a:cubicBezTo>
                  <a:pt x="43" y="162"/>
                  <a:pt x="43" y="162"/>
                  <a:pt x="43" y="162"/>
                </a:cubicBezTo>
                <a:cubicBezTo>
                  <a:pt x="41" y="167"/>
                  <a:pt x="42" y="173"/>
                  <a:pt x="47" y="175"/>
                </a:cubicBezTo>
                <a:cubicBezTo>
                  <a:pt x="52" y="178"/>
                  <a:pt x="58" y="177"/>
                  <a:pt x="61" y="172"/>
                </a:cubicBezTo>
                <a:cubicBezTo>
                  <a:pt x="68" y="159"/>
                  <a:pt x="68" y="159"/>
                  <a:pt x="68" y="159"/>
                </a:cubicBezTo>
                <a:cubicBezTo>
                  <a:pt x="73" y="161"/>
                  <a:pt x="78" y="163"/>
                  <a:pt x="84" y="163"/>
                </a:cubicBezTo>
                <a:cubicBezTo>
                  <a:pt x="84" y="178"/>
                  <a:pt x="84" y="178"/>
                  <a:pt x="84" y="178"/>
                </a:cubicBezTo>
                <a:cubicBezTo>
                  <a:pt x="84" y="184"/>
                  <a:pt x="88" y="188"/>
                  <a:pt x="94" y="188"/>
                </a:cubicBezTo>
                <a:cubicBezTo>
                  <a:pt x="100" y="188"/>
                  <a:pt x="104" y="184"/>
                  <a:pt x="104" y="178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10" y="163"/>
                  <a:pt x="115" y="161"/>
                  <a:pt x="120" y="159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30" y="177"/>
                  <a:pt x="136" y="178"/>
                  <a:pt x="141" y="175"/>
                </a:cubicBezTo>
                <a:cubicBezTo>
                  <a:pt x="146" y="173"/>
                  <a:pt x="147" y="167"/>
                  <a:pt x="145" y="162"/>
                </a:cubicBezTo>
                <a:cubicBezTo>
                  <a:pt x="137" y="149"/>
                  <a:pt x="137" y="149"/>
                  <a:pt x="137" y="149"/>
                </a:cubicBezTo>
                <a:cubicBezTo>
                  <a:pt x="142" y="146"/>
                  <a:pt x="146" y="142"/>
                  <a:pt x="149" y="137"/>
                </a:cubicBezTo>
                <a:cubicBezTo>
                  <a:pt x="162" y="145"/>
                  <a:pt x="162" y="145"/>
                  <a:pt x="162" y="145"/>
                </a:cubicBezTo>
                <a:cubicBezTo>
                  <a:pt x="167" y="147"/>
                  <a:pt x="173" y="146"/>
                  <a:pt x="175" y="141"/>
                </a:cubicBezTo>
                <a:cubicBezTo>
                  <a:pt x="178" y="136"/>
                  <a:pt x="177" y="130"/>
                  <a:pt x="172" y="127"/>
                </a:cubicBezTo>
                <a:cubicBezTo>
                  <a:pt x="159" y="120"/>
                  <a:pt x="159" y="120"/>
                  <a:pt x="159" y="120"/>
                </a:cubicBezTo>
                <a:cubicBezTo>
                  <a:pt x="161" y="115"/>
                  <a:pt x="163" y="110"/>
                  <a:pt x="163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84" y="104"/>
                  <a:pt x="188" y="100"/>
                  <a:pt x="188" y="94"/>
                </a:cubicBezTo>
                <a:cubicBezTo>
                  <a:pt x="188" y="88"/>
                  <a:pt x="184" y="84"/>
                  <a:pt x="178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78"/>
                  <a:pt x="161" y="73"/>
                  <a:pt x="159" y="68"/>
                </a:cubicBezTo>
                <a:cubicBezTo>
                  <a:pt x="172" y="61"/>
                  <a:pt x="172" y="61"/>
                  <a:pt x="172" y="61"/>
                </a:cubicBezTo>
                <a:cubicBezTo>
                  <a:pt x="177" y="58"/>
                  <a:pt x="178" y="52"/>
                  <a:pt x="175" y="47"/>
                </a:cubicBezTo>
                <a:cubicBezTo>
                  <a:pt x="173" y="42"/>
                  <a:pt x="167" y="41"/>
                  <a:pt x="162" y="43"/>
                </a:cubicBezTo>
                <a:cubicBezTo>
                  <a:pt x="149" y="51"/>
                  <a:pt x="149" y="51"/>
                  <a:pt x="149" y="51"/>
                </a:cubicBezTo>
                <a:cubicBezTo>
                  <a:pt x="146" y="46"/>
                  <a:pt x="142" y="42"/>
                  <a:pt x="137" y="39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47" y="21"/>
                  <a:pt x="146" y="15"/>
                  <a:pt x="141" y="13"/>
                </a:cubicBezTo>
                <a:cubicBezTo>
                  <a:pt x="136" y="10"/>
                  <a:pt x="130" y="11"/>
                  <a:pt x="127" y="16"/>
                </a:cubicBezTo>
                <a:cubicBezTo>
                  <a:pt x="120" y="29"/>
                  <a:pt x="120" y="29"/>
                  <a:pt x="120" y="29"/>
                </a:cubicBezTo>
                <a:cubicBezTo>
                  <a:pt x="115" y="27"/>
                  <a:pt x="110" y="25"/>
                  <a:pt x="104" y="25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4"/>
                  <a:pt x="100" y="0"/>
                  <a:pt x="94" y="0"/>
                </a:cubicBezTo>
                <a:close/>
                <a:moveTo>
                  <a:pt x="68" y="116"/>
                </a:moveTo>
                <a:cubicBezTo>
                  <a:pt x="68" y="105"/>
                  <a:pt x="77" y="96"/>
                  <a:pt x="88" y="96"/>
                </a:cubicBezTo>
                <a:cubicBezTo>
                  <a:pt x="99" y="96"/>
                  <a:pt x="108" y="105"/>
                  <a:pt x="108" y="116"/>
                </a:cubicBezTo>
                <a:cubicBezTo>
                  <a:pt x="108" y="127"/>
                  <a:pt x="99" y="136"/>
                  <a:pt x="88" y="136"/>
                </a:cubicBezTo>
                <a:cubicBezTo>
                  <a:pt x="77" y="136"/>
                  <a:pt x="68" y="127"/>
                  <a:pt x="68" y="116"/>
                </a:cubicBezTo>
                <a:close/>
                <a:moveTo>
                  <a:pt x="108" y="78"/>
                </a:moveTo>
                <a:cubicBezTo>
                  <a:pt x="108" y="70"/>
                  <a:pt x="114" y="64"/>
                  <a:pt x="122" y="64"/>
                </a:cubicBezTo>
                <a:cubicBezTo>
                  <a:pt x="130" y="64"/>
                  <a:pt x="136" y="70"/>
                  <a:pt x="136" y="78"/>
                </a:cubicBezTo>
                <a:cubicBezTo>
                  <a:pt x="136" y="86"/>
                  <a:pt x="130" y="92"/>
                  <a:pt x="122" y="92"/>
                </a:cubicBezTo>
                <a:cubicBezTo>
                  <a:pt x="114" y="92"/>
                  <a:pt x="108" y="86"/>
                  <a:pt x="108" y="78"/>
                </a:cubicBezTo>
                <a:close/>
                <a:moveTo>
                  <a:pt x="76" y="58"/>
                </a:moveTo>
                <a:cubicBezTo>
                  <a:pt x="76" y="52"/>
                  <a:pt x="80" y="48"/>
                  <a:pt x="86" y="48"/>
                </a:cubicBezTo>
                <a:cubicBezTo>
                  <a:pt x="92" y="48"/>
                  <a:pt x="96" y="52"/>
                  <a:pt x="96" y="58"/>
                </a:cubicBezTo>
                <a:cubicBezTo>
                  <a:pt x="96" y="64"/>
                  <a:pt x="92" y="68"/>
                  <a:pt x="86" y="68"/>
                </a:cubicBezTo>
                <a:cubicBezTo>
                  <a:pt x="80" y="68"/>
                  <a:pt x="76" y="64"/>
                  <a:pt x="76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D2384EB9-0690-42E2-8E33-A1659DB39A4A}"/>
              </a:ext>
            </a:extLst>
          </p:cNvPr>
          <p:cNvSpPr>
            <a:spLocks/>
          </p:cNvSpPr>
          <p:nvPr/>
        </p:nvSpPr>
        <p:spPr bwMode="auto">
          <a:xfrm>
            <a:off x="1377157" y="1159669"/>
            <a:ext cx="312738" cy="311150"/>
          </a:xfrm>
          <a:custGeom>
            <a:avLst/>
            <a:gdLst>
              <a:gd name="T0" fmla="*/ 10 w 192"/>
              <a:gd name="T1" fmla="*/ 139 h 191"/>
              <a:gd name="T2" fmla="*/ 20 w 192"/>
              <a:gd name="T3" fmla="*/ 120 h 191"/>
              <a:gd name="T4" fmla="*/ 32 w 192"/>
              <a:gd name="T5" fmla="*/ 111 h 191"/>
              <a:gd name="T6" fmla="*/ 36 w 192"/>
              <a:gd name="T7" fmla="*/ 139 h 191"/>
              <a:gd name="T8" fmla="*/ 20 w 192"/>
              <a:gd name="T9" fmla="*/ 163 h 191"/>
              <a:gd name="T10" fmla="*/ 30 w 192"/>
              <a:gd name="T11" fmla="*/ 191 h 191"/>
              <a:gd name="T12" fmla="*/ 40 w 192"/>
              <a:gd name="T13" fmla="*/ 169 h 191"/>
              <a:gd name="T14" fmla="*/ 48 w 192"/>
              <a:gd name="T15" fmla="*/ 157 h 191"/>
              <a:gd name="T16" fmla="*/ 78 w 192"/>
              <a:gd name="T17" fmla="*/ 179 h 191"/>
              <a:gd name="T18" fmla="*/ 88 w 192"/>
              <a:gd name="T19" fmla="*/ 171 h 191"/>
              <a:gd name="T20" fmla="*/ 96 w 192"/>
              <a:gd name="T21" fmla="*/ 95 h 191"/>
              <a:gd name="T22" fmla="*/ 104 w 192"/>
              <a:gd name="T23" fmla="*/ 171 h 191"/>
              <a:gd name="T24" fmla="*/ 114 w 192"/>
              <a:gd name="T25" fmla="*/ 179 h 191"/>
              <a:gd name="T26" fmla="*/ 144 w 192"/>
              <a:gd name="T27" fmla="*/ 157 h 191"/>
              <a:gd name="T28" fmla="*/ 152 w 192"/>
              <a:gd name="T29" fmla="*/ 169 h 191"/>
              <a:gd name="T30" fmla="*/ 162 w 192"/>
              <a:gd name="T31" fmla="*/ 191 h 191"/>
              <a:gd name="T32" fmla="*/ 172 w 192"/>
              <a:gd name="T33" fmla="*/ 163 h 191"/>
              <a:gd name="T34" fmla="*/ 156 w 192"/>
              <a:gd name="T35" fmla="*/ 139 h 191"/>
              <a:gd name="T36" fmla="*/ 160 w 192"/>
              <a:gd name="T37" fmla="*/ 111 h 191"/>
              <a:gd name="T38" fmla="*/ 172 w 192"/>
              <a:gd name="T39" fmla="*/ 120 h 191"/>
              <a:gd name="T40" fmla="*/ 182 w 192"/>
              <a:gd name="T41" fmla="*/ 139 h 191"/>
              <a:gd name="T42" fmla="*/ 192 w 192"/>
              <a:gd name="T43" fmla="*/ 111 h 191"/>
              <a:gd name="T44" fmla="*/ 153 w 192"/>
              <a:gd name="T45" fmla="*/ 91 h 191"/>
              <a:gd name="T46" fmla="*/ 164 w 192"/>
              <a:gd name="T47" fmla="*/ 63 h 191"/>
              <a:gd name="T48" fmla="*/ 168 w 192"/>
              <a:gd name="T49" fmla="*/ 33 h 191"/>
              <a:gd name="T50" fmla="*/ 148 w 192"/>
              <a:gd name="T51" fmla="*/ 33 h 191"/>
              <a:gd name="T52" fmla="*/ 147 w 192"/>
              <a:gd name="T53" fmla="*/ 51 h 191"/>
              <a:gd name="T54" fmla="*/ 128 w 192"/>
              <a:gd name="T55" fmla="*/ 31 h 191"/>
              <a:gd name="T56" fmla="*/ 104 w 192"/>
              <a:gd name="T57" fmla="*/ 19 h 191"/>
              <a:gd name="T58" fmla="*/ 88 w 192"/>
              <a:gd name="T59" fmla="*/ 19 h 191"/>
              <a:gd name="T60" fmla="*/ 64 w 192"/>
              <a:gd name="T61" fmla="*/ 31 h 191"/>
              <a:gd name="T62" fmla="*/ 45 w 192"/>
              <a:gd name="T63" fmla="*/ 51 h 191"/>
              <a:gd name="T64" fmla="*/ 44 w 192"/>
              <a:gd name="T65" fmla="*/ 33 h 191"/>
              <a:gd name="T66" fmla="*/ 24 w 192"/>
              <a:gd name="T67" fmla="*/ 33 h 191"/>
              <a:gd name="T68" fmla="*/ 28 w 192"/>
              <a:gd name="T69" fmla="*/ 63 h 191"/>
              <a:gd name="T70" fmla="*/ 39 w 192"/>
              <a:gd name="T71" fmla="*/ 91 h 191"/>
              <a:gd name="T72" fmla="*/ 0 w 192"/>
              <a:gd name="T73" fmla="*/ 11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91">
                <a:moveTo>
                  <a:pt x="0" y="129"/>
                </a:moveTo>
                <a:cubicBezTo>
                  <a:pt x="0" y="135"/>
                  <a:pt x="4" y="139"/>
                  <a:pt x="10" y="139"/>
                </a:cubicBezTo>
                <a:cubicBezTo>
                  <a:pt x="16" y="139"/>
                  <a:pt x="20" y="135"/>
                  <a:pt x="20" y="129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0" y="115"/>
                  <a:pt x="24" y="111"/>
                  <a:pt x="29" y="111"/>
                </a:cubicBezTo>
                <a:cubicBezTo>
                  <a:pt x="32" y="111"/>
                  <a:pt x="32" y="111"/>
                  <a:pt x="32" y="111"/>
                </a:cubicBezTo>
                <a:cubicBezTo>
                  <a:pt x="32" y="113"/>
                  <a:pt x="32" y="115"/>
                  <a:pt x="32" y="117"/>
                </a:cubicBezTo>
                <a:cubicBezTo>
                  <a:pt x="32" y="125"/>
                  <a:pt x="33" y="132"/>
                  <a:pt x="36" y="139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22" y="154"/>
                  <a:pt x="20" y="160"/>
                  <a:pt x="20" y="163"/>
                </a:cubicBezTo>
                <a:cubicBezTo>
                  <a:pt x="20" y="181"/>
                  <a:pt x="20" y="181"/>
                  <a:pt x="20" y="181"/>
                </a:cubicBezTo>
                <a:cubicBezTo>
                  <a:pt x="20" y="187"/>
                  <a:pt x="24" y="191"/>
                  <a:pt x="30" y="191"/>
                </a:cubicBezTo>
                <a:cubicBezTo>
                  <a:pt x="36" y="191"/>
                  <a:pt x="40" y="187"/>
                  <a:pt x="40" y="181"/>
                </a:cubicBezTo>
                <a:cubicBezTo>
                  <a:pt x="40" y="169"/>
                  <a:pt x="40" y="169"/>
                  <a:pt x="40" y="169"/>
                </a:cubicBezTo>
                <a:cubicBezTo>
                  <a:pt x="40" y="167"/>
                  <a:pt x="41" y="165"/>
                  <a:pt x="41" y="164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55" y="166"/>
                  <a:pt x="64" y="175"/>
                  <a:pt x="77" y="178"/>
                </a:cubicBezTo>
                <a:cubicBezTo>
                  <a:pt x="77" y="179"/>
                  <a:pt x="78" y="179"/>
                  <a:pt x="78" y="179"/>
                </a:cubicBezTo>
                <a:cubicBezTo>
                  <a:pt x="79" y="179"/>
                  <a:pt x="79" y="179"/>
                  <a:pt x="80" y="179"/>
                </a:cubicBezTo>
                <a:cubicBezTo>
                  <a:pt x="84" y="179"/>
                  <a:pt x="88" y="175"/>
                  <a:pt x="88" y="171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88" y="99"/>
                  <a:pt x="92" y="95"/>
                  <a:pt x="96" y="95"/>
                </a:cubicBezTo>
                <a:cubicBezTo>
                  <a:pt x="100" y="95"/>
                  <a:pt x="104" y="99"/>
                  <a:pt x="104" y="103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04" y="175"/>
                  <a:pt x="108" y="179"/>
                  <a:pt x="112" y="179"/>
                </a:cubicBezTo>
                <a:cubicBezTo>
                  <a:pt x="113" y="179"/>
                  <a:pt x="114" y="179"/>
                  <a:pt x="114" y="179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28" y="175"/>
                  <a:pt x="137" y="166"/>
                  <a:pt x="144" y="157"/>
                </a:cubicBezTo>
                <a:cubicBezTo>
                  <a:pt x="151" y="164"/>
                  <a:pt x="151" y="164"/>
                  <a:pt x="151" y="164"/>
                </a:cubicBezTo>
                <a:cubicBezTo>
                  <a:pt x="151" y="165"/>
                  <a:pt x="152" y="167"/>
                  <a:pt x="152" y="169"/>
                </a:cubicBezTo>
                <a:cubicBezTo>
                  <a:pt x="152" y="181"/>
                  <a:pt x="152" y="181"/>
                  <a:pt x="152" y="181"/>
                </a:cubicBezTo>
                <a:cubicBezTo>
                  <a:pt x="152" y="187"/>
                  <a:pt x="156" y="191"/>
                  <a:pt x="162" y="191"/>
                </a:cubicBezTo>
                <a:cubicBezTo>
                  <a:pt x="168" y="191"/>
                  <a:pt x="172" y="187"/>
                  <a:pt x="172" y="181"/>
                </a:cubicBezTo>
                <a:cubicBezTo>
                  <a:pt x="172" y="163"/>
                  <a:pt x="172" y="163"/>
                  <a:pt x="172" y="163"/>
                </a:cubicBezTo>
                <a:cubicBezTo>
                  <a:pt x="172" y="160"/>
                  <a:pt x="170" y="154"/>
                  <a:pt x="168" y="152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59" y="132"/>
                  <a:pt x="160" y="125"/>
                  <a:pt x="160" y="117"/>
                </a:cubicBezTo>
                <a:cubicBezTo>
                  <a:pt x="160" y="115"/>
                  <a:pt x="160" y="113"/>
                  <a:pt x="160" y="111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68" y="111"/>
                  <a:pt x="172" y="115"/>
                  <a:pt x="172" y="120"/>
                </a:cubicBezTo>
                <a:cubicBezTo>
                  <a:pt x="172" y="129"/>
                  <a:pt x="172" y="129"/>
                  <a:pt x="172" y="129"/>
                </a:cubicBezTo>
                <a:cubicBezTo>
                  <a:pt x="172" y="135"/>
                  <a:pt x="176" y="139"/>
                  <a:pt x="182" y="139"/>
                </a:cubicBezTo>
                <a:cubicBezTo>
                  <a:pt x="188" y="139"/>
                  <a:pt x="192" y="135"/>
                  <a:pt x="192" y="129"/>
                </a:cubicBezTo>
                <a:cubicBezTo>
                  <a:pt x="192" y="111"/>
                  <a:pt x="192" y="111"/>
                  <a:pt x="192" y="111"/>
                </a:cubicBezTo>
                <a:cubicBezTo>
                  <a:pt x="192" y="100"/>
                  <a:pt x="183" y="91"/>
                  <a:pt x="172" y="91"/>
                </a:cubicBezTo>
                <a:cubicBezTo>
                  <a:pt x="153" y="91"/>
                  <a:pt x="153" y="91"/>
                  <a:pt x="153" y="91"/>
                </a:cubicBezTo>
                <a:cubicBezTo>
                  <a:pt x="151" y="88"/>
                  <a:pt x="149" y="84"/>
                  <a:pt x="147" y="81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66" y="61"/>
                  <a:pt x="168" y="55"/>
                  <a:pt x="168" y="51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8" y="27"/>
                  <a:pt x="164" y="23"/>
                  <a:pt x="158" y="23"/>
                </a:cubicBezTo>
                <a:cubicBezTo>
                  <a:pt x="152" y="23"/>
                  <a:pt x="148" y="27"/>
                  <a:pt x="148" y="33"/>
                </a:cubicBezTo>
                <a:cubicBezTo>
                  <a:pt x="148" y="46"/>
                  <a:pt x="148" y="46"/>
                  <a:pt x="148" y="46"/>
                </a:cubicBezTo>
                <a:cubicBezTo>
                  <a:pt x="148" y="48"/>
                  <a:pt x="147" y="50"/>
                  <a:pt x="147" y="51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131" y="54"/>
                  <a:pt x="128" y="44"/>
                  <a:pt x="128" y="31"/>
                </a:cubicBezTo>
                <a:cubicBezTo>
                  <a:pt x="128" y="16"/>
                  <a:pt x="118" y="4"/>
                  <a:pt x="104" y="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23"/>
                  <a:pt x="100" y="27"/>
                  <a:pt x="96" y="27"/>
                </a:cubicBezTo>
                <a:cubicBezTo>
                  <a:pt x="92" y="27"/>
                  <a:pt x="88" y="23"/>
                  <a:pt x="88" y="19"/>
                </a:cubicBezTo>
                <a:cubicBezTo>
                  <a:pt x="88" y="0"/>
                  <a:pt x="88" y="0"/>
                  <a:pt x="88" y="0"/>
                </a:cubicBezTo>
                <a:cubicBezTo>
                  <a:pt x="74" y="4"/>
                  <a:pt x="64" y="16"/>
                  <a:pt x="64" y="31"/>
                </a:cubicBezTo>
                <a:cubicBezTo>
                  <a:pt x="64" y="44"/>
                  <a:pt x="61" y="54"/>
                  <a:pt x="56" y="62"/>
                </a:cubicBezTo>
                <a:cubicBezTo>
                  <a:pt x="45" y="51"/>
                  <a:pt x="45" y="51"/>
                  <a:pt x="45" y="51"/>
                </a:cubicBezTo>
                <a:cubicBezTo>
                  <a:pt x="45" y="50"/>
                  <a:pt x="44" y="48"/>
                  <a:pt x="44" y="46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7"/>
                  <a:pt x="40" y="23"/>
                  <a:pt x="34" y="23"/>
                </a:cubicBezTo>
                <a:cubicBezTo>
                  <a:pt x="28" y="23"/>
                  <a:pt x="24" y="27"/>
                  <a:pt x="24" y="33"/>
                </a:cubicBezTo>
                <a:cubicBezTo>
                  <a:pt x="24" y="51"/>
                  <a:pt x="24" y="51"/>
                  <a:pt x="24" y="51"/>
                </a:cubicBezTo>
                <a:cubicBezTo>
                  <a:pt x="24" y="55"/>
                  <a:pt x="26" y="61"/>
                  <a:pt x="28" y="63"/>
                </a:cubicBezTo>
                <a:cubicBezTo>
                  <a:pt x="45" y="81"/>
                  <a:pt x="45" y="81"/>
                  <a:pt x="45" y="81"/>
                </a:cubicBezTo>
                <a:cubicBezTo>
                  <a:pt x="43" y="84"/>
                  <a:pt x="41" y="88"/>
                  <a:pt x="39" y="91"/>
                </a:cubicBezTo>
                <a:cubicBezTo>
                  <a:pt x="20" y="91"/>
                  <a:pt x="20" y="91"/>
                  <a:pt x="20" y="91"/>
                </a:cubicBezTo>
                <a:cubicBezTo>
                  <a:pt x="9" y="91"/>
                  <a:pt x="0" y="100"/>
                  <a:pt x="0" y="111"/>
                </a:cubicBezTo>
                <a:lnTo>
                  <a:pt x="0" y="1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822468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Freeform 5"/>
          <p:cNvSpPr>
            <a:spLocks noEditPoints="1"/>
          </p:cNvSpPr>
          <p:nvPr/>
        </p:nvSpPr>
        <p:spPr bwMode="auto">
          <a:xfrm>
            <a:off x="592138" y="317501"/>
            <a:ext cx="407988" cy="415925"/>
          </a:xfrm>
          <a:custGeom>
            <a:avLst/>
            <a:gdLst>
              <a:gd name="T0" fmla="*/ 96 w 96"/>
              <a:gd name="T1" fmla="*/ 49 h 98"/>
              <a:gd name="T2" fmla="*/ 46 w 96"/>
              <a:gd name="T3" fmla="*/ 0 h 98"/>
              <a:gd name="T4" fmla="*/ 0 w 96"/>
              <a:gd name="T5" fmla="*/ 51 h 98"/>
              <a:gd name="T6" fmla="*/ 0 w 96"/>
              <a:gd name="T7" fmla="*/ 54 h 98"/>
              <a:gd name="T8" fmla="*/ 43 w 96"/>
              <a:gd name="T9" fmla="*/ 98 h 98"/>
              <a:gd name="T10" fmla="*/ 51 w 96"/>
              <a:gd name="T11" fmla="*/ 98 h 98"/>
              <a:gd name="T12" fmla="*/ 96 w 96"/>
              <a:gd name="T13" fmla="*/ 54 h 98"/>
              <a:gd name="T14" fmla="*/ 76 w 96"/>
              <a:gd name="T15" fmla="*/ 51 h 98"/>
              <a:gd name="T16" fmla="*/ 71 w 96"/>
              <a:gd name="T17" fmla="*/ 27 h 98"/>
              <a:gd name="T18" fmla="*/ 93 w 96"/>
              <a:gd name="T19" fmla="*/ 49 h 98"/>
              <a:gd name="T20" fmla="*/ 76 w 96"/>
              <a:gd name="T21" fmla="*/ 51 h 98"/>
              <a:gd name="T22" fmla="*/ 70 w 96"/>
              <a:gd name="T23" fmla="*/ 66 h 98"/>
              <a:gd name="T24" fmla="*/ 50 w 96"/>
              <a:gd name="T25" fmla="*/ 73 h 98"/>
              <a:gd name="T26" fmla="*/ 73 w 96"/>
              <a:gd name="T27" fmla="*/ 54 h 98"/>
              <a:gd name="T28" fmla="*/ 71 w 96"/>
              <a:gd name="T29" fmla="*/ 65 h 98"/>
              <a:gd name="T30" fmla="*/ 47 w 96"/>
              <a:gd name="T31" fmla="*/ 73 h 98"/>
              <a:gd name="T32" fmla="*/ 21 w 96"/>
              <a:gd name="T33" fmla="*/ 54 h 98"/>
              <a:gd name="T34" fmla="*/ 21 w 96"/>
              <a:gd name="T35" fmla="*/ 51 h 98"/>
              <a:gd name="T36" fmla="*/ 28 w 96"/>
              <a:gd name="T37" fmla="*/ 26 h 98"/>
              <a:gd name="T38" fmla="*/ 47 w 96"/>
              <a:gd name="T39" fmla="*/ 51 h 98"/>
              <a:gd name="T40" fmla="*/ 50 w 96"/>
              <a:gd name="T41" fmla="*/ 51 h 98"/>
              <a:gd name="T42" fmla="*/ 66 w 96"/>
              <a:gd name="T43" fmla="*/ 26 h 98"/>
              <a:gd name="T44" fmla="*/ 72 w 96"/>
              <a:gd name="T45" fmla="*/ 43 h 98"/>
              <a:gd name="T46" fmla="*/ 73 w 96"/>
              <a:gd name="T47" fmla="*/ 51 h 98"/>
              <a:gd name="T48" fmla="*/ 90 w 96"/>
              <a:gd name="T49" fmla="*/ 32 h 98"/>
              <a:gd name="T50" fmla="*/ 63 w 96"/>
              <a:gd name="T51" fmla="*/ 15 h 98"/>
              <a:gd name="T52" fmla="*/ 90 w 96"/>
              <a:gd name="T53" fmla="*/ 32 h 98"/>
              <a:gd name="T54" fmla="*/ 47 w 96"/>
              <a:gd name="T55" fmla="*/ 20 h 98"/>
              <a:gd name="T56" fmla="*/ 47 w 96"/>
              <a:gd name="T57" fmla="*/ 4 h 98"/>
              <a:gd name="T58" fmla="*/ 25 w 96"/>
              <a:gd name="T59" fmla="*/ 23 h 98"/>
              <a:gd name="T60" fmla="*/ 41 w 96"/>
              <a:gd name="T61" fmla="*/ 4 h 98"/>
              <a:gd name="T62" fmla="*/ 5 w 96"/>
              <a:gd name="T63" fmla="*/ 36 h 98"/>
              <a:gd name="T64" fmla="*/ 18 w 96"/>
              <a:gd name="T65" fmla="*/ 45 h 98"/>
              <a:gd name="T66" fmla="*/ 18 w 96"/>
              <a:gd name="T67" fmla="*/ 51 h 98"/>
              <a:gd name="T68" fmla="*/ 3 w 96"/>
              <a:gd name="T69" fmla="*/ 51 h 98"/>
              <a:gd name="T70" fmla="*/ 6 w 96"/>
              <a:gd name="T71" fmla="*/ 65 h 98"/>
              <a:gd name="T72" fmla="*/ 43 w 96"/>
              <a:gd name="T73" fmla="*/ 95 h 98"/>
              <a:gd name="T74" fmla="*/ 28 w 96"/>
              <a:gd name="T75" fmla="*/ 74 h 98"/>
              <a:gd name="T76" fmla="*/ 47 w 96"/>
              <a:gd name="T77" fmla="*/ 76 h 98"/>
              <a:gd name="T78" fmla="*/ 28 w 96"/>
              <a:gd name="T79" fmla="*/ 74 h 98"/>
              <a:gd name="T80" fmla="*/ 50 w 96"/>
              <a:gd name="T81" fmla="*/ 76 h 98"/>
              <a:gd name="T82" fmla="*/ 50 w 96"/>
              <a:gd name="T83" fmla="*/ 92 h 98"/>
              <a:gd name="T84" fmla="*/ 70 w 96"/>
              <a:gd name="T85" fmla="*/ 73 h 98"/>
              <a:gd name="T86" fmla="*/ 53 w 96"/>
              <a:gd name="T87" fmla="*/ 95 h 98"/>
              <a:gd name="T88" fmla="*/ 72 w 96"/>
              <a:gd name="T89" fmla="*/ 69 h 98"/>
              <a:gd name="T90" fmla="*/ 75 w 96"/>
              <a:gd name="T91" fmla="*/ 61 h 98"/>
              <a:gd name="T92" fmla="*/ 76 w 96"/>
              <a:gd name="T93" fmla="*/ 57 h 98"/>
              <a:gd name="T94" fmla="*/ 76 w 96"/>
              <a:gd name="T95" fmla="*/ 54 h 98"/>
              <a:gd name="T96" fmla="*/ 76 w 96"/>
              <a:gd name="T97" fmla="*/ 54 h 98"/>
              <a:gd name="T98" fmla="*/ 92 w 96"/>
              <a:gd name="T99" fmla="*/ 6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6" h="98">
                <a:moveTo>
                  <a:pt x="96" y="51"/>
                </a:moveTo>
                <a:cubicBezTo>
                  <a:pt x="96" y="50"/>
                  <a:pt x="96" y="50"/>
                  <a:pt x="96" y="49"/>
                </a:cubicBezTo>
                <a:cubicBezTo>
                  <a:pt x="96" y="23"/>
                  <a:pt x="77" y="3"/>
                  <a:pt x="50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19" y="3"/>
                  <a:pt x="0" y="24"/>
                  <a:pt x="0" y="49"/>
                </a:cubicBezTo>
                <a:cubicBezTo>
                  <a:pt x="0" y="50"/>
                  <a:pt x="0" y="50"/>
                  <a:pt x="0" y="5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2" y="76"/>
                  <a:pt x="19" y="94"/>
                  <a:pt x="43" y="98"/>
                </a:cubicBezTo>
                <a:cubicBezTo>
                  <a:pt x="43" y="98"/>
                  <a:pt x="44" y="98"/>
                  <a:pt x="47" y="98"/>
                </a:cubicBezTo>
                <a:cubicBezTo>
                  <a:pt x="50" y="98"/>
                  <a:pt x="51" y="98"/>
                  <a:pt x="51" y="98"/>
                </a:cubicBezTo>
                <a:cubicBezTo>
                  <a:pt x="76" y="95"/>
                  <a:pt x="94" y="77"/>
                  <a:pt x="96" y="54"/>
                </a:cubicBezTo>
                <a:cubicBezTo>
                  <a:pt x="96" y="54"/>
                  <a:pt x="96" y="54"/>
                  <a:pt x="96" y="54"/>
                </a:cubicBezTo>
                <a:cubicBezTo>
                  <a:pt x="96" y="51"/>
                  <a:pt x="96" y="51"/>
                  <a:pt x="96" y="51"/>
                </a:cubicBezTo>
                <a:moveTo>
                  <a:pt x="76" y="51"/>
                </a:moveTo>
                <a:cubicBezTo>
                  <a:pt x="76" y="51"/>
                  <a:pt x="76" y="51"/>
                  <a:pt x="76" y="51"/>
                </a:cubicBezTo>
                <a:cubicBezTo>
                  <a:pt x="76" y="42"/>
                  <a:pt x="74" y="34"/>
                  <a:pt x="71" y="27"/>
                </a:cubicBezTo>
                <a:cubicBezTo>
                  <a:pt x="77" y="29"/>
                  <a:pt x="84" y="32"/>
                  <a:pt x="92" y="36"/>
                </a:cubicBezTo>
                <a:cubicBezTo>
                  <a:pt x="93" y="40"/>
                  <a:pt x="93" y="44"/>
                  <a:pt x="93" y="49"/>
                </a:cubicBezTo>
                <a:cubicBezTo>
                  <a:pt x="93" y="50"/>
                  <a:pt x="93" y="50"/>
                  <a:pt x="93" y="51"/>
                </a:cubicBezTo>
                <a:cubicBezTo>
                  <a:pt x="76" y="51"/>
                  <a:pt x="76" y="51"/>
                  <a:pt x="76" y="51"/>
                </a:cubicBezTo>
                <a:moveTo>
                  <a:pt x="71" y="65"/>
                </a:moveTo>
                <a:cubicBezTo>
                  <a:pt x="70" y="66"/>
                  <a:pt x="70" y="66"/>
                  <a:pt x="70" y="66"/>
                </a:cubicBezTo>
                <a:cubicBezTo>
                  <a:pt x="70" y="67"/>
                  <a:pt x="69" y="69"/>
                  <a:pt x="68" y="70"/>
                </a:cubicBezTo>
                <a:cubicBezTo>
                  <a:pt x="62" y="72"/>
                  <a:pt x="55" y="73"/>
                  <a:pt x="50" y="73"/>
                </a:cubicBezTo>
                <a:cubicBezTo>
                  <a:pt x="50" y="54"/>
                  <a:pt x="50" y="54"/>
                  <a:pt x="50" y="54"/>
                </a:cubicBezTo>
                <a:cubicBezTo>
                  <a:pt x="73" y="54"/>
                  <a:pt x="73" y="54"/>
                  <a:pt x="73" y="54"/>
                </a:cubicBezTo>
                <a:cubicBezTo>
                  <a:pt x="73" y="57"/>
                  <a:pt x="72" y="61"/>
                  <a:pt x="71" y="64"/>
                </a:cubicBezTo>
                <a:cubicBezTo>
                  <a:pt x="71" y="65"/>
                  <a:pt x="71" y="65"/>
                  <a:pt x="71" y="65"/>
                </a:cubicBezTo>
                <a:moveTo>
                  <a:pt x="47" y="54"/>
                </a:moveTo>
                <a:cubicBezTo>
                  <a:pt x="47" y="73"/>
                  <a:pt x="47" y="73"/>
                  <a:pt x="47" y="73"/>
                </a:cubicBezTo>
                <a:cubicBezTo>
                  <a:pt x="39" y="73"/>
                  <a:pt x="32" y="72"/>
                  <a:pt x="26" y="70"/>
                </a:cubicBezTo>
                <a:cubicBezTo>
                  <a:pt x="23" y="65"/>
                  <a:pt x="22" y="59"/>
                  <a:pt x="21" y="54"/>
                </a:cubicBezTo>
                <a:cubicBezTo>
                  <a:pt x="47" y="54"/>
                  <a:pt x="47" y="54"/>
                  <a:pt x="47" y="54"/>
                </a:cubicBezTo>
                <a:moveTo>
                  <a:pt x="21" y="51"/>
                </a:moveTo>
                <a:cubicBezTo>
                  <a:pt x="21" y="50"/>
                  <a:pt x="21" y="50"/>
                  <a:pt x="21" y="50"/>
                </a:cubicBezTo>
                <a:cubicBezTo>
                  <a:pt x="21" y="41"/>
                  <a:pt x="24" y="33"/>
                  <a:pt x="28" y="26"/>
                </a:cubicBezTo>
                <a:cubicBezTo>
                  <a:pt x="33" y="24"/>
                  <a:pt x="40" y="23"/>
                  <a:pt x="47" y="23"/>
                </a:cubicBezTo>
                <a:cubicBezTo>
                  <a:pt x="47" y="51"/>
                  <a:pt x="47" y="51"/>
                  <a:pt x="47" y="51"/>
                </a:cubicBezTo>
                <a:cubicBezTo>
                  <a:pt x="21" y="51"/>
                  <a:pt x="21" y="51"/>
                  <a:pt x="21" y="51"/>
                </a:cubicBezTo>
                <a:moveTo>
                  <a:pt x="50" y="51"/>
                </a:moveTo>
                <a:cubicBezTo>
                  <a:pt x="50" y="23"/>
                  <a:pt x="50" y="23"/>
                  <a:pt x="50" y="23"/>
                </a:cubicBezTo>
                <a:cubicBezTo>
                  <a:pt x="55" y="24"/>
                  <a:pt x="61" y="24"/>
                  <a:pt x="66" y="26"/>
                </a:cubicBezTo>
                <a:cubicBezTo>
                  <a:pt x="69" y="31"/>
                  <a:pt x="71" y="37"/>
                  <a:pt x="72" y="43"/>
                </a:cubicBezTo>
                <a:cubicBezTo>
                  <a:pt x="72" y="43"/>
                  <a:pt x="72" y="43"/>
                  <a:pt x="72" y="43"/>
                </a:cubicBezTo>
                <a:cubicBezTo>
                  <a:pt x="73" y="44"/>
                  <a:pt x="73" y="45"/>
                  <a:pt x="73" y="47"/>
                </a:cubicBezTo>
                <a:cubicBezTo>
                  <a:pt x="73" y="48"/>
                  <a:pt x="73" y="49"/>
                  <a:pt x="73" y="51"/>
                </a:cubicBezTo>
                <a:cubicBezTo>
                  <a:pt x="50" y="51"/>
                  <a:pt x="50" y="51"/>
                  <a:pt x="50" y="51"/>
                </a:cubicBezTo>
                <a:moveTo>
                  <a:pt x="90" y="32"/>
                </a:moveTo>
                <a:cubicBezTo>
                  <a:pt x="83" y="28"/>
                  <a:pt x="75" y="25"/>
                  <a:pt x="69" y="23"/>
                </a:cubicBezTo>
                <a:cubicBezTo>
                  <a:pt x="67" y="20"/>
                  <a:pt x="65" y="18"/>
                  <a:pt x="63" y="15"/>
                </a:cubicBezTo>
                <a:cubicBezTo>
                  <a:pt x="60" y="10"/>
                  <a:pt x="56" y="6"/>
                  <a:pt x="53" y="3"/>
                </a:cubicBezTo>
                <a:cubicBezTo>
                  <a:pt x="71" y="6"/>
                  <a:pt x="84" y="17"/>
                  <a:pt x="90" y="32"/>
                </a:cubicBezTo>
                <a:moveTo>
                  <a:pt x="47" y="4"/>
                </a:moveTo>
                <a:cubicBezTo>
                  <a:pt x="47" y="20"/>
                  <a:pt x="47" y="20"/>
                  <a:pt x="47" y="20"/>
                </a:cubicBezTo>
                <a:cubicBezTo>
                  <a:pt x="41" y="20"/>
                  <a:pt x="35" y="21"/>
                  <a:pt x="30" y="22"/>
                </a:cubicBezTo>
                <a:cubicBezTo>
                  <a:pt x="36" y="13"/>
                  <a:pt x="44" y="6"/>
                  <a:pt x="47" y="4"/>
                </a:cubicBezTo>
                <a:moveTo>
                  <a:pt x="41" y="4"/>
                </a:moveTo>
                <a:cubicBezTo>
                  <a:pt x="37" y="8"/>
                  <a:pt x="30" y="15"/>
                  <a:pt x="25" y="23"/>
                </a:cubicBezTo>
                <a:cubicBezTo>
                  <a:pt x="17" y="26"/>
                  <a:pt x="11" y="29"/>
                  <a:pt x="7" y="31"/>
                </a:cubicBezTo>
                <a:cubicBezTo>
                  <a:pt x="12" y="18"/>
                  <a:pt x="25" y="7"/>
                  <a:pt x="41" y="4"/>
                </a:cubicBezTo>
                <a:moveTo>
                  <a:pt x="3" y="49"/>
                </a:moveTo>
                <a:cubicBezTo>
                  <a:pt x="3" y="44"/>
                  <a:pt x="4" y="40"/>
                  <a:pt x="5" y="36"/>
                </a:cubicBezTo>
                <a:cubicBezTo>
                  <a:pt x="7" y="34"/>
                  <a:pt x="13" y="30"/>
                  <a:pt x="23" y="27"/>
                </a:cubicBezTo>
                <a:cubicBezTo>
                  <a:pt x="21" y="32"/>
                  <a:pt x="19" y="39"/>
                  <a:pt x="18" y="45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7"/>
                  <a:pt x="18" y="49"/>
                  <a:pt x="18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3" y="50"/>
                  <a:pt x="3" y="50"/>
                  <a:pt x="3" y="49"/>
                </a:cubicBezTo>
                <a:moveTo>
                  <a:pt x="6" y="65"/>
                </a:moveTo>
                <a:cubicBezTo>
                  <a:pt x="9" y="67"/>
                  <a:pt x="16" y="70"/>
                  <a:pt x="24" y="73"/>
                </a:cubicBezTo>
                <a:cubicBezTo>
                  <a:pt x="28" y="80"/>
                  <a:pt x="34" y="87"/>
                  <a:pt x="43" y="95"/>
                </a:cubicBezTo>
                <a:cubicBezTo>
                  <a:pt x="25" y="91"/>
                  <a:pt x="11" y="80"/>
                  <a:pt x="6" y="65"/>
                </a:cubicBezTo>
                <a:moveTo>
                  <a:pt x="28" y="74"/>
                </a:moveTo>
                <a:cubicBezTo>
                  <a:pt x="34" y="75"/>
                  <a:pt x="40" y="76"/>
                  <a:pt x="47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7" y="94"/>
                  <a:pt x="47" y="94"/>
                  <a:pt x="47" y="94"/>
                </a:cubicBezTo>
                <a:cubicBezTo>
                  <a:pt x="38" y="87"/>
                  <a:pt x="32" y="81"/>
                  <a:pt x="28" y="74"/>
                </a:cubicBezTo>
                <a:moveTo>
                  <a:pt x="50" y="92"/>
                </a:moveTo>
                <a:cubicBezTo>
                  <a:pt x="50" y="76"/>
                  <a:pt x="50" y="76"/>
                  <a:pt x="50" y="76"/>
                </a:cubicBezTo>
                <a:cubicBezTo>
                  <a:pt x="55" y="76"/>
                  <a:pt x="60" y="75"/>
                  <a:pt x="66" y="74"/>
                </a:cubicBezTo>
                <a:cubicBezTo>
                  <a:pt x="62" y="80"/>
                  <a:pt x="57" y="86"/>
                  <a:pt x="50" y="92"/>
                </a:cubicBezTo>
                <a:moveTo>
                  <a:pt x="53" y="95"/>
                </a:moveTo>
                <a:cubicBezTo>
                  <a:pt x="61" y="88"/>
                  <a:pt x="67" y="80"/>
                  <a:pt x="70" y="73"/>
                </a:cubicBezTo>
                <a:cubicBezTo>
                  <a:pt x="77" y="71"/>
                  <a:pt x="84" y="68"/>
                  <a:pt x="91" y="64"/>
                </a:cubicBezTo>
                <a:cubicBezTo>
                  <a:pt x="85" y="80"/>
                  <a:pt x="71" y="92"/>
                  <a:pt x="53" y="95"/>
                </a:cubicBezTo>
                <a:moveTo>
                  <a:pt x="92" y="60"/>
                </a:moveTo>
                <a:cubicBezTo>
                  <a:pt x="85" y="64"/>
                  <a:pt x="78" y="67"/>
                  <a:pt x="72" y="69"/>
                </a:cubicBezTo>
                <a:cubicBezTo>
                  <a:pt x="73" y="67"/>
                  <a:pt x="74" y="65"/>
                  <a:pt x="74" y="62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0"/>
                  <a:pt x="75" y="60"/>
                </a:cubicBezTo>
                <a:cubicBezTo>
                  <a:pt x="75" y="59"/>
                  <a:pt x="75" y="58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6"/>
                  <a:pt x="76" y="55"/>
                  <a:pt x="76" y="54"/>
                </a:cubicBezTo>
                <a:cubicBezTo>
                  <a:pt x="76" y="54"/>
                  <a:pt x="76" y="54"/>
                  <a:pt x="76" y="54"/>
                </a:cubicBezTo>
                <a:cubicBezTo>
                  <a:pt x="76" y="54"/>
                  <a:pt x="76" y="54"/>
                  <a:pt x="76" y="54"/>
                </a:cubicBezTo>
                <a:cubicBezTo>
                  <a:pt x="93" y="54"/>
                  <a:pt x="93" y="54"/>
                  <a:pt x="93" y="54"/>
                </a:cubicBezTo>
                <a:cubicBezTo>
                  <a:pt x="93" y="56"/>
                  <a:pt x="93" y="58"/>
                  <a:pt x="92" y="6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8" name="Freeform 6"/>
          <p:cNvSpPr>
            <a:spLocks/>
          </p:cNvSpPr>
          <p:nvPr/>
        </p:nvSpPr>
        <p:spPr bwMode="auto">
          <a:xfrm>
            <a:off x="681038" y="415926"/>
            <a:ext cx="111125" cy="117475"/>
          </a:xfrm>
          <a:custGeom>
            <a:avLst/>
            <a:gdLst>
              <a:gd name="T0" fmla="*/ 26 w 26"/>
              <a:gd name="T1" fmla="*/ 0 h 28"/>
              <a:gd name="T2" fmla="*/ 7 w 26"/>
              <a:gd name="T3" fmla="*/ 3 h 28"/>
              <a:gd name="T4" fmla="*/ 0 w 26"/>
              <a:gd name="T5" fmla="*/ 27 h 28"/>
              <a:gd name="T6" fmla="*/ 0 w 26"/>
              <a:gd name="T7" fmla="*/ 28 h 28"/>
              <a:gd name="T8" fmla="*/ 26 w 26"/>
              <a:gd name="T9" fmla="*/ 28 h 28"/>
              <a:gd name="T10" fmla="*/ 26 w 26"/>
              <a:gd name="T11" fmla="*/ 0 h 28"/>
              <a:gd name="T12" fmla="*/ 26 w 26"/>
              <a:gd name="T13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28">
                <a:moveTo>
                  <a:pt x="26" y="0"/>
                </a:moveTo>
                <a:cubicBezTo>
                  <a:pt x="19" y="0"/>
                  <a:pt x="12" y="1"/>
                  <a:pt x="7" y="3"/>
                </a:cubicBezTo>
                <a:cubicBezTo>
                  <a:pt x="3" y="10"/>
                  <a:pt x="0" y="18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9" name="Freeform 7"/>
          <p:cNvSpPr>
            <a:spLocks noEditPoints="1"/>
          </p:cNvSpPr>
          <p:nvPr/>
        </p:nvSpPr>
        <p:spPr bwMode="auto">
          <a:xfrm>
            <a:off x="681038" y="415926"/>
            <a:ext cx="111125" cy="117475"/>
          </a:xfrm>
          <a:custGeom>
            <a:avLst/>
            <a:gdLst>
              <a:gd name="T0" fmla="*/ 0 w 26"/>
              <a:gd name="T1" fmla="*/ 28 h 28"/>
              <a:gd name="T2" fmla="*/ 0 w 26"/>
              <a:gd name="T3" fmla="*/ 27 h 28"/>
              <a:gd name="T4" fmla="*/ 7 w 26"/>
              <a:gd name="T5" fmla="*/ 3 h 28"/>
              <a:gd name="T6" fmla="*/ 26 w 26"/>
              <a:gd name="T7" fmla="*/ 0 h 28"/>
              <a:gd name="T8" fmla="*/ 26 w 26"/>
              <a:gd name="T9" fmla="*/ 0 h 28"/>
              <a:gd name="T10" fmla="*/ 26 w 26"/>
              <a:gd name="T11" fmla="*/ 28 h 28"/>
              <a:gd name="T12" fmla="*/ 0 w 26"/>
              <a:gd name="T13" fmla="*/ 28 h 28"/>
              <a:gd name="T14" fmla="*/ 26 w 26"/>
              <a:gd name="T15" fmla="*/ 0 h 28"/>
              <a:gd name="T16" fmla="*/ 7 w 26"/>
              <a:gd name="T17" fmla="*/ 3 h 28"/>
              <a:gd name="T18" fmla="*/ 0 w 26"/>
              <a:gd name="T19" fmla="*/ 28 h 28"/>
              <a:gd name="T20" fmla="*/ 0 w 26"/>
              <a:gd name="T21" fmla="*/ 28 h 28"/>
              <a:gd name="T22" fmla="*/ 26 w 26"/>
              <a:gd name="T23" fmla="*/ 28 h 28"/>
              <a:gd name="T24" fmla="*/ 26 w 26"/>
              <a:gd name="T25" fmla="*/ 0 h 28"/>
              <a:gd name="T26" fmla="*/ 26 w 26"/>
              <a:gd name="T2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8">
                <a:moveTo>
                  <a:pt x="0" y="28"/>
                </a:moveTo>
                <a:cubicBezTo>
                  <a:pt x="0" y="27"/>
                  <a:pt x="0" y="27"/>
                  <a:pt x="0" y="27"/>
                </a:cubicBezTo>
                <a:cubicBezTo>
                  <a:pt x="0" y="18"/>
                  <a:pt x="3" y="10"/>
                  <a:pt x="7" y="3"/>
                </a:cubicBezTo>
                <a:cubicBezTo>
                  <a:pt x="12" y="1"/>
                  <a:pt x="19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28"/>
                  <a:pt x="26" y="28"/>
                  <a:pt x="26" y="28"/>
                </a:cubicBezTo>
                <a:cubicBezTo>
                  <a:pt x="0" y="28"/>
                  <a:pt x="0" y="28"/>
                  <a:pt x="0" y="28"/>
                </a:cubicBezTo>
                <a:moveTo>
                  <a:pt x="26" y="0"/>
                </a:moveTo>
                <a:cubicBezTo>
                  <a:pt x="19" y="0"/>
                  <a:pt x="12" y="1"/>
                  <a:pt x="7" y="3"/>
                </a:cubicBezTo>
                <a:cubicBezTo>
                  <a:pt x="3" y="10"/>
                  <a:pt x="0" y="1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0" name="Freeform 8"/>
          <p:cNvSpPr>
            <a:spLocks/>
          </p:cNvSpPr>
          <p:nvPr/>
        </p:nvSpPr>
        <p:spPr bwMode="auto">
          <a:xfrm>
            <a:off x="901700" y="546101"/>
            <a:ext cx="85725" cy="65088"/>
          </a:xfrm>
          <a:custGeom>
            <a:avLst/>
            <a:gdLst>
              <a:gd name="T0" fmla="*/ 20 w 20"/>
              <a:gd name="T1" fmla="*/ 0 h 15"/>
              <a:gd name="T2" fmla="*/ 3 w 20"/>
              <a:gd name="T3" fmla="*/ 0 h 15"/>
              <a:gd name="T4" fmla="*/ 3 w 20"/>
              <a:gd name="T5" fmla="*/ 0 h 15"/>
              <a:gd name="T6" fmla="*/ 3 w 20"/>
              <a:gd name="T7" fmla="*/ 0 h 15"/>
              <a:gd name="T8" fmla="*/ 3 w 20"/>
              <a:gd name="T9" fmla="*/ 3 h 15"/>
              <a:gd name="T10" fmla="*/ 3 w 20"/>
              <a:gd name="T11" fmla="*/ 3 h 15"/>
              <a:gd name="T12" fmla="*/ 2 w 20"/>
              <a:gd name="T13" fmla="*/ 6 h 15"/>
              <a:gd name="T14" fmla="*/ 2 w 20"/>
              <a:gd name="T15" fmla="*/ 8 h 15"/>
              <a:gd name="T16" fmla="*/ 2 w 20"/>
              <a:gd name="T17" fmla="*/ 9 h 15"/>
              <a:gd name="T18" fmla="*/ 0 w 20"/>
              <a:gd name="T19" fmla="*/ 15 h 15"/>
              <a:gd name="T20" fmla="*/ 19 w 20"/>
              <a:gd name="T21" fmla="*/ 6 h 15"/>
              <a:gd name="T22" fmla="*/ 20 w 20"/>
              <a:gd name="T2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" h="15">
                <a:moveTo>
                  <a:pt x="20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3" y="2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4"/>
                  <a:pt x="2" y="5"/>
                  <a:pt x="2" y="6"/>
                </a:cubicBezTo>
                <a:cubicBezTo>
                  <a:pt x="2" y="7"/>
                  <a:pt x="2" y="7"/>
                  <a:pt x="2" y="8"/>
                </a:cubicBezTo>
                <a:cubicBezTo>
                  <a:pt x="2" y="9"/>
                  <a:pt x="2" y="9"/>
                  <a:pt x="2" y="9"/>
                </a:cubicBezTo>
                <a:cubicBezTo>
                  <a:pt x="1" y="11"/>
                  <a:pt x="0" y="13"/>
                  <a:pt x="0" y="15"/>
                </a:cubicBezTo>
                <a:cubicBezTo>
                  <a:pt x="6" y="13"/>
                  <a:pt x="12" y="10"/>
                  <a:pt x="19" y="6"/>
                </a:cubicBezTo>
                <a:cubicBezTo>
                  <a:pt x="20" y="4"/>
                  <a:pt x="20" y="2"/>
                  <a:pt x="2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1" name="Freeform 9"/>
          <p:cNvSpPr>
            <a:spLocks/>
          </p:cNvSpPr>
          <p:nvPr/>
        </p:nvSpPr>
        <p:spPr bwMode="auto">
          <a:xfrm>
            <a:off x="896938" y="546101"/>
            <a:ext cx="93663" cy="65088"/>
          </a:xfrm>
          <a:custGeom>
            <a:avLst/>
            <a:gdLst>
              <a:gd name="T0" fmla="*/ 22 w 22"/>
              <a:gd name="T1" fmla="*/ 0 h 15"/>
              <a:gd name="T2" fmla="*/ 21 w 22"/>
              <a:gd name="T3" fmla="*/ 0 h 15"/>
              <a:gd name="T4" fmla="*/ 20 w 22"/>
              <a:gd name="T5" fmla="*/ 6 h 15"/>
              <a:gd name="T6" fmla="*/ 1 w 22"/>
              <a:gd name="T7" fmla="*/ 15 h 15"/>
              <a:gd name="T8" fmla="*/ 0 w 22"/>
              <a:gd name="T9" fmla="*/ 15 h 15"/>
              <a:gd name="T10" fmla="*/ 20 w 22"/>
              <a:gd name="T11" fmla="*/ 7 h 15"/>
              <a:gd name="T12" fmla="*/ 22 w 22"/>
              <a:gd name="T1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" h="15">
                <a:moveTo>
                  <a:pt x="22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2"/>
                  <a:pt x="21" y="4"/>
                  <a:pt x="20" y="6"/>
                </a:cubicBezTo>
                <a:cubicBezTo>
                  <a:pt x="13" y="10"/>
                  <a:pt x="7" y="13"/>
                  <a:pt x="1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7" y="13"/>
                  <a:pt x="13" y="10"/>
                  <a:pt x="20" y="7"/>
                </a:cubicBezTo>
                <a:cubicBezTo>
                  <a:pt x="21" y="4"/>
                  <a:pt x="21" y="2"/>
                  <a:pt x="2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2" name="Rectangle 10"/>
          <p:cNvSpPr>
            <a:spLocks noChangeArrowheads="1"/>
          </p:cNvSpPr>
          <p:nvPr/>
        </p:nvSpPr>
        <p:spPr bwMode="auto">
          <a:xfrm>
            <a:off x="779463" y="271464"/>
            <a:ext cx="33338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3" name="Freeform 11"/>
          <p:cNvSpPr>
            <a:spLocks/>
          </p:cNvSpPr>
          <p:nvPr/>
        </p:nvSpPr>
        <p:spPr bwMode="auto">
          <a:xfrm>
            <a:off x="1246188" y="309564"/>
            <a:ext cx="160338" cy="393700"/>
          </a:xfrm>
          <a:custGeom>
            <a:avLst/>
            <a:gdLst>
              <a:gd name="T0" fmla="*/ 24 w 38"/>
              <a:gd name="T1" fmla="*/ 86 h 93"/>
              <a:gd name="T2" fmla="*/ 24 w 38"/>
              <a:gd name="T3" fmla="*/ 23 h 93"/>
              <a:gd name="T4" fmla="*/ 31 w 38"/>
              <a:gd name="T5" fmla="*/ 12 h 93"/>
              <a:gd name="T6" fmla="*/ 19 w 38"/>
              <a:gd name="T7" fmla="*/ 0 h 93"/>
              <a:gd name="T8" fmla="*/ 7 w 38"/>
              <a:gd name="T9" fmla="*/ 12 h 93"/>
              <a:gd name="T10" fmla="*/ 14 w 38"/>
              <a:gd name="T11" fmla="*/ 23 h 93"/>
              <a:gd name="T12" fmla="*/ 14 w 38"/>
              <a:gd name="T13" fmla="*/ 86 h 93"/>
              <a:gd name="T14" fmla="*/ 0 w 38"/>
              <a:gd name="T15" fmla="*/ 90 h 93"/>
              <a:gd name="T16" fmla="*/ 19 w 38"/>
              <a:gd name="T17" fmla="*/ 93 h 93"/>
              <a:gd name="T18" fmla="*/ 38 w 38"/>
              <a:gd name="T19" fmla="*/ 90 h 93"/>
              <a:gd name="T20" fmla="*/ 24 w 38"/>
              <a:gd name="T21" fmla="*/ 8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93">
                <a:moveTo>
                  <a:pt x="24" y="86"/>
                </a:moveTo>
                <a:cubicBezTo>
                  <a:pt x="24" y="23"/>
                  <a:pt x="24" y="23"/>
                  <a:pt x="24" y="23"/>
                </a:cubicBezTo>
                <a:cubicBezTo>
                  <a:pt x="28" y="21"/>
                  <a:pt x="31" y="17"/>
                  <a:pt x="31" y="12"/>
                </a:cubicBezTo>
                <a:cubicBezTo>
                  <a:pt x="31" y="6"/>
                  <a:pt x="25" y="0"/>
                  <a:pt x="19" y="0"/>
                </a:cubicBezTo>
                <a:cubicBezTo>
                  <a:pt x="12" y="0"/>
                  <a:pt x="7" y="6"/>
                  <a:pt x="7" y="12"/>
                </a:cubicBezTo>
                <a:cubicBezTo>
                  <a:pt x="7" y="17"/>
                  <a:pt x="10" y="21"/>
                  <a:pt x="14" y="23"/>
                </a:cubicBezTo>
                <a:cubicBezTo>
                  <a:pt x="14" y="86"/>
                  <a:pt x="14" y="86"/>
                  <a:pt x="14" y="86"/>
                </a:cubicBezTo>
                <a:cubicBezTo>
                  <a:pt x="6" y="86"/>
                  <a:pt x="0" y="88"/>
                  <a:pt x="0" y="90"/>
                </a:cubicBezTo>
                <a:cubicBezTo>
                  <a:pt x="0" y="92"/>
                  <a:pt x="9" y="93"/>
                  <a:pt x="19" y="93"/>
                </a:cubicBezTo>
                <a:cubicBezTo>
                  <a:pt x="29" y="93"/>
                  <a:pt x="38" y="92"/>
                  <a:pt x="38" y="90"/>
                </a:cubicBezTo>
                <a:cubicBezTo>
                  <a:pt x="38" y="88"/>
                  <a:pt x="32" y="86"/>
                  <a:pt x="24" y="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4" name="Freeform 12"/>
          <p:cNvSpPr>
            <a:spLocks/>
          </p:cNvSpPr>
          <p:nvPr/>
        </p:nvSpPr>
        <p:spPr bwMode="auto">
          <a:xfrm>
            <a:off x="1581150" y="309564"/>
            <a:ext cx="155575" cy="393700"/>
          </a:xfrm>
          <a:custGeom>
            <a:avLst/>
            <a:gdLst>
              <a:gd name="T0" fmla="*/ 23 w 37"/>
              <a:gd name="T1" fmla="*/ 86 h 93"/>
              <a:gd name="T2" fmla="*/ 23 w 37"/>
              <a:gd name="T3" fmla="*/ 23 h 93"/>
              <a:gd name="T4" fmla="*/ 30 w 37"/>
              <a:gd name="T5" fmla="*/ 12 h 93"/>
              <a:gd name="T6" fmla="*/ 18 w 37"/>
              <a:gd name="T7" fmla="*/ 0 h 93"/>
              <a:gd name="T8" fmla="*/ 6 w 37"/>
              <a:gd name="T9" fmla="*/ 12 h 93"/>
              <a:gd name="T10" fmla="*/ 13 w 37"/>
              <a:gd name="T11" fmla="*/ 23 h 93"/>
              <a:gd name="T12" fmla="*/ 13 w 37"/>
              <a:gd name="T13" fmla="*/ 86 h 93"/>
              <a:gd name="T14" fmla="*/ 0 w 37"/>
              <a:gd name="T15" fmla="*/ 90 h 93"/>
              <a:gd name="T16" fmla="*/ 18 w 37"/>
              <a:gd name="T17" fmla="*/ 93 h 93"/>
              <a:gd name="T18" fmla="*/ 37 w 37"/>
              <a:gd name="T19" fmla="*/ 90 h 93"/>
              <a:gd name="T20" fmla="*/ 23 w 37"/>
              <a:gd name="T21" fmla="*/ 8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" h="93">
                <a:moveTo>
                  <a:pt x="23" y="86"/>
                </a:moveTo>
                <a:cubicBezTo>
                  <a:pt x="23" y="23"/>
                  <a:pt x="23" y="23"/>
                  <a:pt x="23" y="23"/>
                </a:cubicBezTo>
                <a:cubicBezTo>
                  <a:pt x="27" y="21"/>
                  <a:pt x="30" y="17"/>
                  <a:pt x="30" y="12"/>
                </a:cubicBezTo>
                <a:cubicBezTo>
                  <a:pt x="30" y="6"/>
                  <a:pt x="25" y="0"/>
                  <a:pt x="18" y="0"/>
                </a:cubicBezTo>
                <a:cubicBezTo>
                  <a:pt x="12" y="0"/>
                  <a:pt x="6" y="6"/>
                  <a:pt x="6" y="12"/>
                </a:cubicBezTo>
                <a:cubicBezTo>
                  <a:pt x="6" y="17"/>
                  <a:pt x="9" y="21"/>
                  <a:pt x="13" y="23"/>
                </a:cubicBezTo>
                <a:cubicBezTo>
                  <a:pt x="13" y="86"/>
                  <a:pt x="13" y="86"/>
                  <a:pt x="13" y="86"/>
                </a:cubicBezTo>
                <a:cubicBezTo>
                  <a:pt x="5" y="86"/>
                  <a:pt x="0" y="88"/>
                  <a:pt x="0" y="90"/>
                </a:cubicBezTo>
                <a:cubicBezTo>
                  <a:pt x="0" y="92"/>
                  <a:pt x="8" y="93"/>
                  <a:pt x="18" y="93"/>
                </a:cubicBezTo>
                <a:cubicBezTo>
                  <a:pt x="29" y="93"/>
                  <a:pt x="37" y="92"/>
                  <a:pt x="37" y="90"/>
                </a:cubicBezTo>
                <a:cubicBezTo>
                  <a:pt x="37" y="88"/>
                  <a:pt x="31" y="86"/>
                  <a:pt x="23" y="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5" name="Freeform 13"/>
          <p:cNvSpPr>
            <a:spLocks/>
          </p:cNvSpPr>
          <p:nvPr/>
        </p:nvSpPr>
        <p:spPr bwMode="auto">
          <a:xfrm>
            <a:off x="1360488" y="347664"/>
            <a:ext cx="284163" cy="58738"/>
          </a:xfrm>
          <a:custGeom>
            <a:avLst/>
            <a:gdLst>
              <a:gd name="T0" fmla="*/ 33 w 67"/>
              <a:gd name="T1" fmla="*/ 9 h 14"/>
              <a:gd name="T2" fmla="*/ 0 w 67"/>
              <a:gd name="T3" fmla="*/ 3 h 14"/>
              <a:gd name="T4" fmla="*/ 1 w 67"/>
              <a:gd name="T5" fmla="*/ 0 h 14"/>
              <a:gd name="T6" fmla="*/ 67 w 67"/>
              <a:gd name="T7" fmla="*/ 0 h 14"/>
              <a:gd name="T8" fmla="*/ 67 w 67"/>
              <a:gd name="T9" fmla="*/ 3 h 14"/>
              <a:gd name="T10" fmla="*/ 33 w 67"/>
              <a:gd name="T11" fmla="*/ 9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" h="14">
                <a:moveTo>
                  <a:pt x="33" y="9"/>
                </a:moveTo>
                <a:cubicBezTo>
                  <a:pt x="13" y="9"/>
                  <a:pt x="0" y="3"/>
                  <a:pt x="0" y="3"/>
                </a:cubicBezTo>
                <a:cubicBezTo>
                  <a:pt x="1" y="0"/>
                  <a:pt x="1" y="0"/>
                  <a:pt x="1" y="0"/>
                </a:cubicBezTo>
                <a:cubicBezTo>
                  <a:pt x="2" y="1"/>
                  <a:pt x="30" y="14"/>
                  <a:pt x="67" y="0"/>
                </a:cubicBezTo>
                <a:cubicBezTo>
                  <a:pt x="67" y="3"/>
                  <a:pt x="67" y="3"/>
                  <a:pt x="67" y="3"/>
                </a:cubicBezTo>
                <a:cubicBezTo>
                  <a:pt x="55" y="7"/>
                  <a:pt x="43" y="9"/>
                  <a:pt x="33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6" name="Freeform 14"/>
          <p:cNvSpPr>
            <a:spLocks noEditPoints="1"/>
          </p:cNvSpPr>
          <p:nvPr/>
        </p:nvSpPr>
        <p:spPr bwMode="auto">
          <a:xfrm>
            <a:off x="2051050" y="338139"/>
            <a:ext cx="471488" cy="412750"/>
          </a:xfrm>
          <a:custGeom>
            <a:avLst/>
            <a:gdLst>
              <a:gd name="T0" fmla="*/ 224 w 297"/>
              <a:gd name="T1" fmla="*/ 0 h 260"/>
              <a:gd name="T2" fmla="*/ 61 w 297"/>
              <a:gd name="T3" fmla="*/ 198 h 260"/>
              <a:gd name="T4" fmla="*/ 0 w 297"/>
              <a:gd name="T5" fmla="*/ 198 h 260"/>
              <a:gd name="T6" fmla="*/ 0 w 297"/>
              <a:gd name="T7" fmla="*/ 260 h 260"/>
              <a:gd name="T8" fmla="*/ 78 w 297"/>
              <a:gd name="T9" fmla="*/ 260 h 260"/>
              <a:gd name="T10" fmla="*/ 235 w 297"/>
              <a:gd name="T11" fmla="*/ 65 h 260"/>
              <a:gd name="T12" fmla="*/ 297 w 297"/>
              <a:gd name="T13" fmla="*/ 65 h 260"/>
              <a:gd name="T14" fmla="*/ 297 w 297"/>
              <a:gd name="T15" fmla="*/ 0 h 260"/>
              <a:gd name="T16" fmla="*/ 224 w 297"/>
              <a:gd name="T17" fmla="*/ 0 h 260"/>
              <a:gd name="T18" fmla="*/ 168 w 297"/>
              <a:gd name="T19" fmla="*/ 131 h 260"/>
              <a:gd name="T20" fmla="*/ 168 w 297"/>
              <a:gd name="T21" fmla="*/ 113 h 260"/>
              <a:gd name="T22" fmla="*/ 126 w 297"/>
              <a:gd name="T23" fmla="*/ 164 h 260"/>
              <a:gd name="T24" fmla="*/ 120 w 297"/>
              <a:gd name="T25" fmla="*/ 158 h 260"/>
              <a:gd name="T26" fmla="*/ 160 w 297"/>
              <a:gd name="T27" fmla="*/ 107 h 260"/>
              <a:gd name="T28" fmla="*/ 147 w 297"/>
              <a:gd name="T29" fmla="*/ 110 h 260"/>
              <a:gd name="T30" fmla="*/ 144 w 297"/>
              <a:gd name="T31" fmla="*/ 102 h 260"/>
              <a:gd name="T32" fmla="*/ 171 w 297"/>
              <a:gd name="T33" fmla="*/ 99 h 260"/>
              <a:gd name="T34" fmla="*/ 174 w 297"/>
              <a:gd name="T35" fmla="*/ 102 h 260"/>
              <a:gd name="T36" fmla="*/ 176 w 297"/>
              <a:gd name="T37" fmla="*/ 131 h 260"/>
              <a:gd name="T38" fmla="*/ 168 w 297"/>
              <a:gd name="T39" fmla="*/ 131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7" h="260">
                <a:moveTo>
                  <a:pt x="224" y="0"/>
                </a:moveTo>
                <a:lnTo>
                  <a:pt x="61" y="198"/>
                </a:lnTo>
                <a:lnTo>
                  <a:pt x="0" y="198"/>
                </a:lnTo>
                <a:lnTo>
                  <a:pt x="0" y="260"/>
                </a:lnTo>
                <a:lnTo>
                  <a:pt x="78" y="260"/>
                </a:lnTo>
                <a:lnTo>
                  <a:pt x="235" y="65"/>
                </a:lnTo>
                <a:lnTo>
                  <a:pt x="297" y="65"/>
                </a:lnTo>
                <a:lnTo>
                  <a:pt x="297" y="0"/>
                </a:lnTo>
                <a:lnTo>
                  <a:pt x="224" y="0"/>
                </a:lnTo>
                <a:close/>
                <a:moveTo>
                  <a:pt x="168" y="131"/>
                </a:moveTo>
                <a:lnTo>
                  <a:pt x="168" y="113"/>
                </a:lnTo>
                <a:lnTo>
                  <a:pt x="126" y="164"/>
                </a:lnTo>
                <a:lnTo>
                  <a:pt x="120" y="158"/>
                </a:lnTo>
                <a:lnTo>
                  <a:pt x="160" y="107"/>
                </a:lnTo>
                <a:lnTo>
                  <a:pt x="147" y="110"/>
                </a:lnTo>
                <a:lnTo>
                  <a:pt x="144" y="102"/>
                </a:lnTo>
                <a:lnTo>
                  <a:pt x="171" y="99"/>
                </a:lnTo>
                <a:lnTo>
                  <a:pt x="174" y="102"/>
                </a:lnTo>
                <a:lnTo>
                  <a:pt x="176" y="131"/>
                </a:lnTo>
                <a:lnTo>
                  <a:pt x="168" y="1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7" name="Oval 15"/>
          <p:cNvSpPr>
            <a:spLocks noChangeArrowheads="1"/>
          </p:cNvSpPr>
          <p:nvPr/>
        </p:nvSpPr>
        <p:spPr bwMode="auto">
          <a:xfrm>
            <a:off x="2144713" y="376239"/>
            <a:ext cx="96838" cy="10318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8" name="Freeform 16"/>
          <p:cNvSpPr>
            <a:spLocks/>
          </p:cNvSpPr>
          <p:nvPr/>
        </p:nvSpPr>
        <p:spPr bwMode="auto">
          <a:xfrm>
            <a:off x="2152650" y="479426"/>
            <a:ext cx="80963" cy="207963"/>
          </a:xfrm>
          <a:custGeom>
            <a:avLst/>
            <a:gdLst>
              <a:gd name="T0" fmla="*/ 19 w 19"/>
              <a:gd name="T1" fmla="*/ 37 h 49"/>
              <a:gd name="T2" fmla="*/ 10 w 19"/>
              <a:gd name="T3" fmla="*/ 49 h 49"/>
              <a:gd name="T4" fmla="*/ 0 w 19"/>
              <a:gd name="T5" fmla="*/ 37 h 49"/>
              <a:gd name="T6" fmla="*/ 0 w 19"/>
              <a:gd name="T7" fmla="*/ 11 h 49"/>
              <a:gd name="T8" fmla="*/ 10 w 19"/>
              <a:gd name="T9" fmla="*/ 0 h 49"/>
              <a:gd name="T10" fmla="*/ 19 w 19"/>
              <a:gd name="T11" fmla="*/ 11 h 49"/>
              <a:gd name="T12" fmla="*/ 19 w 19"/>
              <a:gd name="T13" fmla="*/ 37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49">
                <a:moveTo>
                  <a:pt x="19" y="37"/>
                </a:moveTo>
                <a:cubicBezTo>
                  <a:pt x="19" y="43"/>
                  <a:pt x="15" y="49"/>
                  <a:pt x="10" y="49"/>
                </a:cubicBezTo>
                <a:cubicBezTo>
                  <a:pt x="4" y="49"/>
                  <a:pt x="0" y="43"/>
                  <a:pt x="0" y="3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15" y="0"/>
                  <a:pt x="19" y="5"/>
                  <a:pt x="19" y="11"/>
                </a:cubicBezTo>
                <a:lnTo>
                  <a:pt x="19" y="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9" name="Freeform 17"/>
          <p:cNvSpPr>
            <a:spLocks noEditPoints="1"/>
          </p:cNvSpPr>
          <p:nvPr/>
        </p:nvSpPr>
        <p:spPr bwMode="auto">
          <a:xfrm>
            <a:off x="2725738" y="355601"/>
            <a:ext cx="469900" cy="412750"/>
          </a:xfrm>
          <a:custGeom>
            <a:avLst/>
            <a:gdLst>
              <a:gd name="T0" fmla="*/ 224 w 296"/>
              <a:gd name="T1" fmla="*/ 0 h 260"/>
              <a:gd name="T2" fmla="*/ 61 w 296"/>
              <a:gd name="T3" fmla="*/ 198 h 260"/>
              <a:gd name="T4" fmla="*/ 0 w 296"/>
              <a:gd name="T5" fmla="*/ 198 h 260"/>
              <a:gd name="T6" fmla="*/ 0 w 296"/>
              <a:gd name="T7" fmla="*/ 260 h 260"/>
              <a:gd name="T8" fmla="*/ 80 w 296"/>
              <a:gd name="T9" fmla="*/ 260 h 260"/>
              <a:gd name="T10" fmla="*/ 235 w 296"/>
              <a:gd name="T11" fmla="*/ 62 h 260"/>
              <a:gd name="T12" fmla="*/ 296 w 296"/>
              <a:gd name="T13" fmla="*/ 62 h 260"/>
              <a:gd name="T14" fmla="*/ 296 w 296"/>
              <a:gd name="T15" fmla="*/ 0 h 260"/>
              <a:gd name="T16" fmla="*/ 224 w 296"/>
              <a:gd name="T17" fmla="*/ 0 h 260"/>
              <a:gd name="T18" fmla="*/ 131 w 296"/>
              <a:gd name="T19" fmla="*/ 187 h 260"/>
              <a:gd name="T20" fmla="*/ 104 w 296"/>
              <a:gd name="T21" fmla="*/ 190 h 260"/>
              <a:gd name="T22" fmla="*/ 101 w 296"/>
              <a:gd name="T23" fmla="*/ 187 h 260"/>
              <a:gd name="T24" fmla="*/ 99 w 296"/>
              <a:gd name="T25" fmla="*/ 163 h 260"/>
              <a:gd name="T26" fmla="*/ 104 w 296"/>
              <a:gd name="T27" fmla="*/ 163 h 260"/>
              <a:gd name="T28" fmla="*/ 107 w 296"/>
              <a:gd name="T29" fmla="*/ 177 h 260"/>
              <a:gd name="T30" fmla="*/ 147 w 296"/>
              <a:gd name="T31" fmla="*/ 126 h 260"/>
              <a:gd name="T32" fmla="*/ 152 w 296"/>
              <a:gd name="T33" fmla="*/ 131 h 260"/>
              <a:gd name="T34" fmla="*/ 112 w 296"/>
              <a:gd name="T35" fmla="*/ 182 h 260"/>
              <a:gd name="T36" fmla="*/ 131 w 296"/>
              <a:gd name="T37" fmla="*/ 179 h 260"/>
              <a:gd name="T38" fmla="*/ 131 w 296"/>
              <a:gd name="T39" fmla="*/ 187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6" h="260">
                <a:moveTo>
                  <a:pt x="224" y="0"/>
                </a:moveTo>
                <a:lnTo>
                  <a:pt x="61" y="198"/>
                </a:lnTo>
                <a:lnTo>
                  <a:pt x="0" y="198"/>
                </a:lnTo>
                <a:lnTo>
                  <a:pt x="0" y="260"/>
                </a:lnTo>
                <a:lnTo>
                  <a:pt x="80" y="260"/>
                </a:lnTo>
                <a:lnTo>
                  <a:pt x="235" y="62"/>
                </a:lnTo>
                <a:lnTo>
                  <a:pt x="296" y="62"/>
                </a:lnTo>
                <a:lnTo>
                  <a:pt x="296" y="0"/>
                </a:lnTo>
                <a:lnTo>
                  <a:pt x="224" y="0"/>
                </a:lnTo>
                <a:close/>
                <a:moveTo>
                  <a:pt x="131" y="187"/>
                </a:moveTo>
                <a:lnTo>
                  <a:pt x="104" y="190"/>
                </a:lnTo>
                <a:lnTo>
                  <a:pt x="101" y="187"/>
                </a:lnTo>
                <a:lnTo>
                  <a:pt x="99" y="163"/>
                </a:lnTo>
                <a:lnTo>
                  <a:pt x="104" y="163"/>
                </a:lnTo>
                <a:lnTo>
                  <a:pt x="107" y="177"/>
                </a:lnTo>
                <a:lnTo>
                  <a:pt x="147" y="126"/>
                </a:lnTo>
                <a:lnTo>
                  <a:pt x="152" y="131"/>
                </a:lnTo>
                <a:lnTo>
                  <a:pt x="112" y="182"/>
                </a:lnTo>
                <a:lnTo>
                  <a:pt x="131" y="179"/>
                </a:lnTo>
                <a:lnTo>
                  <a:pt x="131" y="1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0" name="Oval 18"/>
          <p:cNvSpPr>
            <a:spLocks noChangeArrowheads="1"/>
          </p:cNvSpPr>
          <p:nvPr/>
        </p:nvSpPr>
        <p:spPr bwMode="auto">
          <a:xfrm>
            <a:off x="2962275" y="215901"/>
            <a:ext cx="98425" cy="968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1" name="Freeform 19"/>
          <p:cNvSpPr>
            <a:spLocks/>
          </p:cNvSpPr>
          <p:nvPr/>
        </p:nvSpPr>
        <p:spPr bwMode="auto">
          <a:xfrm>
            <a:off x="2971800" y="312739"/>
            <a:ext cx="79375" cy="207963"/>
          </a:xfrm>
          <a:custGeom>
            <a:avLst/>
            <a:gdLst>
              <a:gd name="T0" fmla="*/ 19 w 19"/>
              <a:gd name="T1" fmla="*/ 38 h 49"/>
              <a:gd name="T2" fmla="*/ 10 w 19"/>
              <a:gd name="T3" fmla="*/ 49 h 49"/>
              <a:gd name="T4" fmla="*/ 0 w 19"/>
              <a:gd name="T5" fmla="*/ 38 h 49"/>
              <a:gd name="T6" fmla="*/ 0 w 19"/>
              <a:gd name="T7" fmla="*/ 12 h 49"/>
              <a:gd name="T8" fmla="*/ 10 w 19"/>
              <a:gd name="T9" fmla="*/ 0 h 49"/>
              <a:gd name="T10" fmla="*/ 19 w 19"/>
              <a:gd name="T11" fmla="*/ 12 h 49"/>
              <a:gd name="T12" fmla="*/ 19 w 19"/>
              <a:gd name="T13" fmla="*/ 3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49">
                <a:moveTo>
                  <a:pt x="19" y="38"/>
                </a:moveTo>
                <a:cubicBezTo>
                  <a:pt x="19" y="44"/>
                  <a:pt x="15" y="49"/>
                  <a:pt x="10" y="49"/>
                </a:cubicBezTo>
                <a:cubicBezTo>
                  <a:pt x="4" y="49"/>
                  <a:pt x="0" y="44"/>
                  <a:pt x="0" y="3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4" y="0"/>
                  <a:pt x="10" y="0"/>
                </a:cubicBezTo>
                <a:cubicBezTo>
                  <a:pt x="15" y="0"/>
                  <a:pt x="19" y="5"/>
                  <a:pt x="19" y="12"/>
                </a:cubicBezTo>
                <a:lnTo>
                  <a:pt x="19" y="3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2" name="Freeform 20"/>
          <p:cNvSpPr>
            <a:spLocks noEditPoints="1"/>
          </p:cNvSpPr>
          <p:nvPr/>
        </p:nvSpPr>
        <p:spPr bwMode="auto">
          <a:xfrm>
            <a:off x="3429000" y="398464"/>
            <a:ext cx="512763" cy="357188"/>
          </a:xfrm>
          <a:custGeom>
            <a:avLst/>
            <a:gdLst>
              <a:gd name="T0" fmla="*/ 307 w 323"/>
              <a:gd name="T1" fmla="*/ 16 h 225"/>
              <a:gd name="T2" fmla="*/ 307 w 323"/>
              <a:gd name="T3" fmla="*/ 209 h 225"/>
              <a:gd name="T4" fmla="*/ 16 w 323"/>
              <a:gd name="T5" fmla="*/ 209 h 225"/>
              <a:gd name="T6" fmla="*/ 16 w 323"/>
              <a:gd name="T7" fmla="*/ 16 h 225"/>
              <a:gd name="T8" fmla="*/ 307 w 323"/>
              <a:gd name="T9" fmla="*/ 16 h 225"/>
              <a:gd name="T10" fmla="*/ 323 w 323"/>
              <a:gd name="T11" fmla="*/ 0 h 225"/>
              <a:gd name="T12" fmla="*/ 0 w 323"/>
              <a:gd name="T13" fmla="*/ 0 h 225"/>
              <a:gd name="T14" fmla="*/ 0 w 323"/>
              <a:gd name="T15" fmla="*/ 225 h 225"/>
              <a:gd name="T16" fmla="*/ 323 w 323"/>
              <a:gd name="T17" fmla="*/ 225 h 225"/>
              <a:gd name="T18" fmla="*/ 323 w 323"/>
              <a:gd name="T19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23" h="225">
                <a:moveTo>
                  <a:pt x="307" y="16"/>
                </a:moveTo>
                <a:lnTo>
                  <a:pt x="307" y="209"/>
                </a:lnTo>
                <a:lnTo>
                  <a:pt x="16" y="209"/>
                </a:lnTo>
                <a:lnTo>
                  <a:pt x="16" y="16"/>
                </a:lnTo>
                <a:lnTo>
                  <a:pt x="307" y="16"/>
                </a:lnTo>
                <a:close/>
                <a:moveTo>
                  <a:pt x="323" y="0"/>
                </a:moveTo>
                <a:lnTo>
                  <a:pt x="0" y="0"/>
                </a:lnTo>
                <a:lnTo>
                  <a:pt x="0" y="225"/>
                </a:lnTo>
                <a:lnTo>
                  <a:pt x="323" y="225"/>
                </a:lnTo>
                <a:lnTo>
                  <a:pt x="32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3" name="Freeform 21"/>
          <p:cNvSpPr>
            <a:spLocks noEditPoints="1"/>
          </p:cNvSpPr>
          <p:nvPr/>
        </p:nvSpPr>
        <p:spPr bwMode="auto">
          <a:xfrm>
            <a:off x="3429000" y="398464"/>
            <a:ext cx="512763" cy="357188"/>
          </a:xfrm>
          <a:custGeom>
            <a:avLst/>
            <a:gdLst>
              <a:gd name="T0" fmla="*/ 307 w 323"/>
              <a:gd name="T1" fmla="*/ 16 h 225"/>
              <a:gd name="T2" fmla="*/ 307 w 323"/>
              <a:gd name="T3" fmla="*/ 209 h 225"/>
              <a:gd name="T4" fmla="*/ 16 w 323"/>
              <a:gd name="T5" fmla="*/ 209 h 225"/>
              <a:gd name="T6" fmla="*/ 16 w 323"/>
              <a:gd name="T7" fmla="*/ 16 h 225"/>
              <a:gd name="T8" fmla="*/ 307 w 323"/>
              <a:gd name="T9" fmla="*/ 16 h 225"/>
              <a:gd name="T10" fmla="*/ 323 w 323"/>
              <a:gd name="T11" fmla="*/ 0 h 225"/>
              <a:gd name="T12" fmla="*/ 0 w 323"/>
              <a:gd name="T13" fmla="*/ 0 h 225"/>
              <a:gd name="T14" fmla="*/ 0 w 323"/>
              <a:gd name="T15" fmla="*/ 225 h 225"/>
              <a:gd name="T16" fmla="*/ 323 w 323"/>
              <a:gd name="T17" fmla="*/ 225 h 225"/>
              <a:gd name="T18" fmla="*/ 323 w 323"/>
              <a:gd name="T19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23" h="225">
                <a:moveTo>
                  <a:pt x="307" y="16"/>
                </a:moveTo>
                <a:lnTo>
                  <a:pt x="307" y="209"/>
                </a:lnTo>
                <a:lnTo>
                  <a:pt x="16" y="209"/>
                </a:lnTo>
                <a:lnTo>
                  <a:pt x="16" y="16"/>
                </a:lnTo>
                <a:lnTo>
                  <a:pt x="307" y="16"/>
                </a:lnTo>
                <a:moveTo>
                  <a:pt x="323" y="0"/>
                </a:moveTo>
                <a:lnTo>
                  <a:pt x="0" y="0"/>
                </a:lnTo>
                <a:lnTo>
                  <a:pt x="0" y="225"/>
                </a:lnTo>
                <a:lnTo>
                  <a:pt x="323" y="225"/>
                </a:lnTo>
                <a:lnTo>
                  <a:pt x="32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4" name="Oval 22"/>
          <p:cNvSpPr>
            <a:spLocks noChangeArrowheads="1"/>
          </p:cNvSpPr>
          <p:nvPr/>
        </p:nvSpPr>
        <p:spPr bwMode="auto">
          <a:xfrm>
            <a:off x="3509963" y="474664"/>
            <a:ext cx="84138" cy="841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5" name="Freeform 23"/>
          <p:cNvSpPr>
            <a:spLocks/>
          </p:cNvSpPr>
          <p:nvPr/>
        </p:nvSpPr>
        <p:spPr bwMode="auto">
          <a:xfrm>
            <a:off x="3514725" y="558801"/>
            <a:ext cx="76200" cy="179388"/>
          </a:xfrm>
          <a:custGeom>
            <a:avLst/>
            <a:gdLst>
              <a:gd name="T0" fmla="*/ 18 w 18"/>
              <a:gd name="T1" fmla="*/ 42 h 42"/>
              <a:gd name="T2" fmla="*/ 0 w 18"/>
              <a:gd name="T3" fmla="*/ 42 h 42"/>
              <a:gd name="T4" fmla="*/ 0 w 18"/>
              <a:gd name="T5" fmla="*/ 9 h 42"/>
              <a:gd name="T6" fmla="*/ 9 w 18"/>
              <a:gd name="T7" fmla="*/ 0 h 42"/>
              <a:gd name="T8" fmla="*/ 18 w 18"/>
              <a:gd name="T9" fmla="*/ 9 h 42"/>
              <a:gd name="T10" fmla="*/ 18 w 18"/>
              <a:gd name="T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42">
                <a:moveTo>
                  <a:pt x="18" y="42"/>
                </a:moveTo>
                <a:cubicBezTo>
                  <a:pt x="0" y="42"/>
                  <a:pt x="0" y="42"/>
                  <a:pt x="0" y="42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4" y="0"/>
                  <a:pt x="18" y="4"/>
                  <a:pt x="18" y="9"/>
                </a:cubicBezTo>
                <a:lnTo>
                  <a:pt x="18" y="4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6" name="Freeform 24"/>
          <p:cNvSpPr>
            <a:spLocks/>
          </p:cNvSpPr>
          <p:nvPr/>
        </p:nvSpPr>
        <p:spPr bwMode="auto">
          <a:xfrm>
            <a:off x="3594100" y="558801"/>
            <a:ext cx="30163" cy="128588"/>
          </a:xfrm>
          <a:custGeom>
            <a:avLst/>
            <a:gdLst>
              <a:gd name="T0" fmla="*/ 7 w 7"/>
              <a:gd name="T1" fmla="*/ 27 h 30"/>
              <a:gd name="T2" fmla="*/ 4 w 7"/>
              <a:gd name="T3" fmla="*/ 30 h 30"/>
              <a:gd name="T4" fmla="*/ 0 w 7"/>
              <a:gd name="T5" fmla="*/ 27 h 30"/>
              <a:gd name="T6" fmla="*/ 0 w 7"/>
              <a:gd name="T7" fmla="*/ 3 h 30"/>
              <a:gd name="T8" fmla="*/ 4 w 7"/>
              <a:gd name="T9" fmla="*/ 0 h 30"/>
              <a:gd name="T10" fmla="*/ 7 w 7"/>
              <a:gd name="T11" fmla="*/ 3 h 30"/>
              <a:gd name="T12" fmla="*/ 7 w 7"/>
              <a:gd name="T13" fmla="*/ 2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30">
                <a:moveTo>
                  <a:pt x="7" y="27"/>
                </a:moveTo>
                <a:cubicBezTo>
                  <a:pt x="7" y="29"/>
                  <a:pt x="5" y="30"/>
                  <a:pt x="4" y="30"/>
                </a:cubicBezTo>
                <a:cubicBezTo>
                  <a:pt x="2" y="30"/>
                  <a:pt x="0" y="29"/>
                  <a:pt x="0" y="2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5" y="0"/>
                  <a:pt x="7" y="1"/>
                  <a:pt x="7" y="3"/>
                </a:cubicBezTo>
                <a:lnTo>
                  <a:pt x="7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7" name="Freeform 25"/>
          <p:cNvSpPr>
            <a:spLocks/>
          </p:cNvSpPr>
          <p:nvPr/>
        </p:nvSpPr>
        <p:spPr bwMode="auto">
          <a:xfrm>
            <a:off x="3479800" y="558801"/>
            <a:ext cx="30163" cy="128588"/>
          </a:xfrm>
          <a:custGeom>
            <a:avLst/>
            <a:gdLst>
              <a:gd name="T0" fmla="*/ 7 w 7"/>
              <a:gd name="T1" fmla="*/ 27 h 30"/>
              <a:gd name="T2" fmla="*/ 4 w 7"/>
              <a:gd name="T3" fmla="*/ 30 h 30"/>
              <a:gd name="T4" fmla="*/ 0 w 7"/>
              <a:gd name="T5" fmla="*/ 27 h 30"/>
              <a:gd name="T6" fmla="*/ 0 w 7"/>
              <a:gd name="T7" fmla="*/ 3 h 30"/>
              <a:gd name="T8" fmla="*/ 4 w 7"/>
              <a:gd name="T9" fmla="*/ 0 h 30"/>
              <a:gd name="T10" fmla="*/ 7 w 7"/>
              <a:gd name="T11" fmla="*/ 3 h 30"/>
              <a:gd name="T12" fmla="*/ 7 w 7"/>
              <a:gd name="T13" fmla="*/ 2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30">
                <a:moveTo>
                  <a:pt x="7" y="27"/>
                </a:moveTo>
                <a:cubicBezTo>
                  <a:pt x="7" y="29"/>
                  <a:pt x="5" y="30"/>
                  <a:pt x="4" y="30"/>
                </a:cubicBezTo>
                <a:cubicBezTo>
                  <a:pt x="2" y="30"/>
                  <a:pt x="0" y="29"/>
                  <a:pt x="0" y="2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5" y="0"/>
                  <a:pt x="7" y="1"/>
                  <a:pt x="7" y="3"/>
                </a:cubicBezTo>
                <a:lnTo>
                  <a:pt x="7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8" name="Freeform 26"/>
          <p:cNvSpPr>
            <a:spLocks/>
          </p:cNvSpPr>
          <p:nvPr/>
        </p:nvSpPr>
        <p:spPr bwMode="auto">
          <a:xfrm>
            <a:off x="3479800" y="558801"/>
            <a:ext cx="144463" cy="30163"/>
          </a:xfrm>
          <a:custGeom>
            <a:avLst/>
            <a:gdLst>
              <a:gd name="T0" fmla="*/ 4 w 34"/>
              <a:gd name="T1" fmla="*/ 7 h 7"/>
              <a:gd name="T2" fmla="*/ 0 w 34"/>
              <a:gd name="T3" fmla="*/ 3 h 7"/>
              <a:gd name="T4" fmla="*/ 4 w 34"/>
              <a:gd name="T5" fmla="*/ 0 h 7"/>
              <a:gd name="T6" fmla="*/ 30 w 34"/>
              <a:gd name="T7" fmla="*/ 0 h 7"/>
              <a:gd name="T8" fmla="*/ 34 w 34"/>
              <a:gd name="T9" fmla="*/ 3 h 7"/>
              <a:gd name="T10" fmla="*/ 30 w 34"/>
              <a:gd name="T11" fmla="*/ 7 h 7"/>
              <a:gd name="T12" fmla="*/ 4 w 34"/>
              <a:gd name="T13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7">
                <a:moveTo>
                  <a:pt x="4" y="7"/>
                </a:moveTo>
                <a:cubicBezTo>
                  <a:pt x="2" y="7"/>
                  <a:pt x="0" y="5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4" y="1"/>
                  <a:pt x="34" y="3"/>
                </a:cubicBezTo>
                <a:cubicBezTo>
                  <a:pt x="34" y="5"/>
                  <a:pt x="32" y="7"/>
                  <a:pt x="30" y="7"/>
                </a:cubicBezTo>
                <a:lnTo>
                  <a:pt x="4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9" name="Oval 27"/>
          <p:cNvSpPr>
            <a:spLocks noChangeArrowheads="1"/>
          </p:cNvSpPr>
          <p:nvPr/>
        </p:nvSpPr>
        <p:spPr bwMode="auto">
          <a:xfrm>
            <a:off x="3657600" y="530226"/>
            <a:ext cx="65088" cy="682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0" name="Freeform 28"/>
          <p:cNvSpPr>
            <a:spLocks/>
          </p:cNvSpPr>
          <p:nvPr/>
        </p:nvSpPr>
        <p:spPr bwMode="auto">
          <a:xfrm>
            <a:off x="3657600" y="598489"/>
            <a:ext cx="65088" cy="139700"/>
          </a:xfrm>
          <a:custGeom>
            <a:avLst/>
            <a:gdLst>
              <a:gd name="T0" fmla="*/ 15 w 15"/>
              <a:gd name="T1" fmla="*/ 33 h 33"/>
              <a:gd name="T2" fmla="*/ 0 w 15"/>
              <a:gd name="T3" fmla="*/ 33 h 33"/>
              <a:gd name="T4" fmla="*/ 0 w 15"/>
              <a:gd name="T5" fmla="*/ 7 h 33"/>
              <a:gd name="T6" fmla="*/ 8 w 15"/>
              <a:gd name="T7" fmla="*/ 0 h 33"/>
              <a:gd name="T8" fmla="*/ 15 w 15"/>
              <a:gd name="T9" fmla="*/ 7 h 33"/>
              <a:gd name="T10" fmla="*/ 15 w 15"/>
              <a:gd name="T11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33">
                <a:moveTo>
                  <a:pt x="15" y="33"/>
                </a:moveTo>
                <a:cubicBezTo>
                  <a:pt x="0" y="33"/>
                  <a:pt x="0" y="33"/>
                  <a:pt x="0" y="33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4" y="0"/>
                  <a:pt x="8" y="0"/>
                </a:cubicBezTo>
                <a:cubicBezTo>
                  <a:pt x="12" y="0"/>
                  <a:pt x="15" y="3"/>
                  <a:pt x="15" y="7"/>
                </a:cubicBezTo>
                <a:lnTo>
                  <a:pt x="15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1" name="Freeform 29"/>
          <p:cNvSpPr>
            <a:spLocks/>
          </p:cNvSpPr>
          <p:nvPr/>
        </p:nvSpPr>
        <p:spPr bwMode="auto">
          <a:xfrm>
            <a:off x="3722688" y="598489"/>
            <a:ext cx="25400" cy="101600"/>
          </a:xfrm>
          <a:custGeom>
            <a:avLst/>
            <a:gdLst>
              <a:gd name="T0" fmla="*/ 6 w 6"/>
              <a:gd name="T1" fmla="*/ 21 h 24"/>
              <a:gd name="T2" fmla="*/ 3 w 6"/>
              <a:gd name="T3" fmla="*/ 24 h 24"/>
              <a:gd name="T4" fmla="*/ 0 w 6"/>
              <a:gd name="T5" fmla="*/ 21 h 24"/>
              <a:gd name="T6" fmla="*/ 0 w 6"/>
              <a:gd name="T7" fmla="*/ 2 h 24"/>
              <a:gd name="T8" fmla="*/ 3 w 6"/>
              <a:gd name="T9" fmla="*/ 0 h 24"/>
              <a:gd name="T10" fmla="*/ 6 w 6"/>
              <a:gd name="T11" fmla="*/ 2 h 24"/>
              <a:gd name="T12" fmla="*/ 6 w 6"/>
              <a:gd name="T13" fmla="*/ 2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24">
                <a:moveTo>
                  <a:pt x="6" y="21"/>
                </a:moveTo>
                <a:cubicBezTo>
                  <a:pt x="6" y="23"/>
                  <a:pt x="5" y="24"/>
                  <a:pt x="3" y="24"/>
                </a:cubicBezTo>
                <a:cubicBezTo>
                  <a:pt x="2" y="24"/>
                  <a:pt x="0" y="23"/>
                  <a:pt x="0" y="2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5" y="0"/>
                  <a:pt x="6" y="1"/>
                  <a:pt x="6" y="2"/>
                </a:cubicBezTo>
                <a:lnTo>
                  <a:pt x="6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2" name="Freeform 30"/>
          <p:cNvSpPr>
            <a:spLocks/>
          </p:cNvSpPr>
          <p:nvPr/>
        </p:nvSpPr>
        <p:spPr bwMode="auto">
          <a:xfrm>
            <a:off x="3632200" y="598489"/>
            <a:ext cx="25400" cy="101600"/>
          </a:xfrm>
          <a:custGeom>
            <a:avLst/>
            <a:gdLst>
              <a:gd name="T0" fmla="*/ 6 w 6"/>
              <a:gd name="T1" fmla="*/ 21 h 24"/>
              <a:gd name="T2" fmla="*/ 3 w 6"/>
              <a:gd name="T3" fmla="*/ 24 h 24"/>
              <a:gd name="T4" fmla="*/ 0 w 6"/>
              <a:gd name="T5" fmla="*/ 21 h 24"/>
              <a:gd name="T6" fmla="*/ 0 w 6"/>
              <a:gd name="T7" fmla="*/ 2 h 24"/>
              <a:gd name="T8" fmla="*/ 3 w 6"/>
              <a:gd name="T9" fmla="*/ 0 h 24"/>
              <a:gd name="T10" fmla="*/ 6 w 6"/>
              <a:gd name="T11" fmla="*/ 2 h 24"/>
              <a:gd name="T12" fmla="*/ 6 w 6"/>
              <a:gd name="T13" fmla="*/ 2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24">
                <a:moveTo>
                  <a:pt x="6" y="21"/>
                </a:moveTo>
                <a:cubicBezTo>
                  <a:pt x="6" y="23"/>
                  <a:pt x="4" y="24"/>
                  <a:pt x="3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2"/>
                </a:cubicBezTo>
                <a:lnTo>
                  <a:pt x="6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3" name="Freeform 31"/>
          <p:cNvSpPr>
            <a:spLocks/>
          </p:cNvSpPr>
          <p:nvPr/>
        </p:nvSpPr>
        <p:spPr bwMode="auto">
          <a:xfrm>
            <a:off x="3632200" y="598489"/>
            <a:ext cx="115888" cy="20638"/>
          </a:xfrm>
          <a:custGeom>
            <a:avLst/>
            <a:gdLst>
              <a:gd name="T0" fmla="*/ 3 w 27"/>
              <a:gd name="T1" fmla="*/ 5 h 5"/>
              <a:gd name="T2" fmla="*/ 0 w 27"/>
              <a:gd name="T3" fmla="*/ 3 h 5"/>
              <a:gd name="T4" fmla="*/ 3 w 27"/>
              <a:gd name="T5" fmla="*/ 0 h 5"/>
              <a:gd name="T6" fmla="*/ 24 w 27"/>
              <a:gd name="T7" fmla="*/ 0 h 5"/>
              <a:gd name="T8" fmla="*/ 27 w 27"/>
              <a:gd name="T9" fmla="*/ 3 h 5"/>
              <a:gd name="T10" fmla="*/ 24 w 27"/>
              <a:gd name="T11" fmla="*/ 5 h 5"/>
              <a:gd name="T12" fmla="*/ 3 w 27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5">
                <a:moveTo>
                  <a:pt x="3" y="5"/>
                </a:moveTo>
                <a:cubicBezTo>
                  <a:pt x="2" y="5"/>
                  <a:pt x="0" y="4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6" y="0"/>
                  <a:pt x="27" y="1"/>
                  <a:pt x="27" y="3"/>
                </a:cubicBezTo>
                <a:cubicBezTo>
                  <a:pt x="27" y="4"/>
                  <a:pt x="26" y="5"/>
                  <a:pt x="24" y="5"/>
                </a:cubicBezTo>
                <a:lnTo>
                  <a:pt x="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4" name="Oval 32"/>
          <p:cNvSpPr>
            <a:spLocks noChangeArrowheads="1"/>
          </p:cNvSpPr>
          <p:nvPr/>
        </p:nvSpPr>
        <p:spPr bwMode="auto">
          <a:xfrm>
            <a:off x="3789363" y="479426"/>
            <a:ext cx="80963" cy="841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5" name="Freeform 33"/>
          <p:cNvSpPr>
            <a:spLocks/>
          </p:cNvSpPr>
          <p:nvPr/>
        </p:nvSpPr>
        <p:spPr bwMode="auto">
          <a:xfrm>
            <a:off x="3789363" y="563564"/>
            <a:ext cx="80963" cy="179388"/>
          </a:xfrm>
          <a:custGeom>
            <a:avLst/>
            <a:gdLst>
              <a:gd name="T0" fmla="*/ 19 w 19"/>
              <a:gd name="T1" fmla="*/ 42 h 42"/>
              <a:gd name="T2" fmla="*/ 0 w 19"/>
              <a:gd name="T3" fmla="*/ 42 h 42"/>
              <a:gd name="T4" fmla="*/ 0 w 19"/>
              <a:gd name="T5" fmla="*/ 9 h 42"/>
              <a:gd name="T6" fmla="*/ 9 w 19"/>
              <a:gd name="T7" fmla="*/ 0 h 42"/>
              <a:gd name="T8" fmla="*/ 19 w 19"/>
              <a:gd name="T9" fmla="*/ 9 h 42"/>
              <a:gd name="T10" fmla="*/ 19 w 19"/>
              <a:gd name="T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" h="42">
                <a:moveTo>
                  <a:pt x="19" y="42"/>
                </a:moveTo>
                <a:cubicBezTo>
                  <a:pt x="0" y="42"/>
                  <a:pt x="0" y="42"/>
                  <a:pt x="0" y="42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5" y="0"/>
                  <a:pt x="19" y="4"/>
                  <a:pt x="19" y="9"/>
                </a:cubicBezTo>
                <a:lnTo>
                  <a:pt x="19" y="4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6" name="Freeform 34"/>
          <p:cNvSpPr>
            <a:spLocks/>
          </p:cNvSpPr>
          <p:nvPr/>
        </p:nvSpPr>
        <p:spPr bwMode="auto">
          <a:xfrm>
            <a:off x="3870325" y="563564"/>
            <a:ext cx="30163" cy="127000"/>
          </a:xfrm>
          <a:custGeom>
            <a:avLst/>
            <a:gdLst>
              <a:gd name="T0" fmla="*/ 7 w 7"/>
              <a:gd name="T1" fmla="*/ 27 h 30"/>
              <a:gd name="T2" fmla="*/ 4 w 7"/>
              <a:gd name="T3" fmla="*/ 30 h 30"/>
              <a:gd name="T4" fmla="*/ 0 w 7"/>
              <a:gd name="T5" fmla="*/ 27 h 30"/>
              <a:gd name="T6" fmla="*/ 0 w 7"/>
              <a:gd name="T7" fmla="*/ 3 h 30"/>
              <a:gd name="T8" fmla="*/ 4 w 7"/>
              <a:gd name="T9" fmla="*/ 0 h 30"/>
              <a:gd name="T10" fmla="*/ 7 w 7"/>
              <a:gd name="T11" fmla="*/ 3 h 30"/>
              <a:gd name="T12" fmla="*/ 7 w 7"/>
              <a:gd name="T13" fmla="*/ 2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30">
                <a:moveTo>
                  <a:pt x="7" y="27"/>
                </a:moveTo>
                <a:cubicBezTo>
                  <a:pt x="7" y="29"/>
                  <a:pt x="6" y="30"/>
                  <a:pt x="4" y="30"/>
                </a:cubicBezTo>
                <a:cubicBezTo>
                  <a:pt x="2" y="30"/>
                  <a:pt x="0" y="29"/>
                  <a:pt x="0" y="27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7" y="2"/>
                  <a:pt x="7" y="3"/>
                </a:cubicBezTo>
                <a:lnTo>
                  <a:pt x="7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7" name="Freeform 35"/>
          <p:cNvSpPr>
            <a:spLocks/>
          </p:cNvSpPr>
          <p:nvPr/>
        </p:nvSpPr>
        <p:spPr bwMode="auto">
          <a:xfrm>
            <a:off x="3760788" y="563564"/>
            <a:ext cx="28575" cy="127000"/>
          </a:xfrm>
          <a:custGeom>
            <a:avLst/>
            <a:gdLst>
              <a:gd name="T0" fmla="*/ 7 w 7"/>
              <a:gd name="T1" fmla="*/ 27 h 30"/>
              <a:gd name="T2" fmla="*/ 3 w 7"/>
              <a:gd name="T3" fmla="*/ 30 h 30"/>
              <a:gd name="T4" fmla="*/ 0 w 7"/>
              <a:gd name="T5" fmla="*/ 27 h 30"/>
              <a:gd name="T6" fmla="*/ 0 w 7"/>
              <a:gd name="T7" fmla="*/ 3 h 30"/>
              <a:gd name="T8" fmla="*/ 3 w 7"/>
              <a:gd name="T9" fmla="*/ 0 h 30"/>
              <a:gd name="T10" fmla="*/ 7 w 7"/>
              <a:gd name="T11" fmla="*/ 3 h 30"/>
              <a:gd name="T12" fmla="*/ 7 w 7"/>
              <a:gd name="T13" fmla="*/ 2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30">
                <a:moveTo>
                  <a:pt x="7" y="27"/>
                </a:moveTo>
                <a:cubicBezTo>
                  <a:pt x="7" y="29"/>
                  <a:pt x="5" y="30"/>
                  <a:pt x="3" y="30"/>
                </a:cubicBezTo>
                <a:cubicBezTo>
                  <a:pt x="1" y="30"/>
                  <a:pt x="0" y="29"/>
                  <a:pt x="0" y="27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7" y="2"/>
                  <a:pt x="7" y="3"/>
                </a:cubicBezTo>
                <a:lnTo>
                  <a:pt x="7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8" name="Freeform 36"/>
          <p:cNvSpPr>
            <a:spLocks/>
          </p:cNvSpPr>
          <p:nvPr/>
        </p:nvSpPr>
        <p:spPr bwMode="auto">
          <a:xfrm>
            <a:off x="3760788" y="563564"/>
            <a:ext cx="139700" cy="30163"/>
          </a:xfrm>
          <a:custGeom>
            <a:avLst/>
            <a:gdLst>
              <a:gd name="T0" fmla="*/ 4 w 33"/>
              <a:gd name="T1" fmla="*/ 7 h 7"/>
              <a:gd name="T2" fmla="*/ 0 w 33"/>
              <a:gd name="T3" fmla="*/ 4 h 7"/>
              <a:gd name="T4" fmla="*/ 4 w 33"/>
              <a:gd name="T5" fmla="*/ 0 h 7"/>
              <a:gd name="T6" fmla="*/ 29 w 33"/>
              <a:gd name="T7" fmla="*/ 0 h 7"/>
              <a:gd name="T8" fmla="*/ 33 w 33"/>
              <a:gd name="T9" fmla="*/ 4 h 7"/>
              <a:gd name="T10" fmla="*/ 29 w 33"/>
              <a:gd name="T11" fmla="*/ 7 h 7"/>
              <a:gd name="T12" fmla="*/ 4 w 33"/>
              <a:gd name="T13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7">
                <a:moveTo>
                  <a:pt x="4" y="7"/>
                </a:moveTo>
                <a:cubicBezTo>
                  <a:pt x="1" y="7"/>
                  <a:pt x="0" y="5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2" y="0"/>
                  <a:pt x="33" y="2"/>
                  <a:pt x="33" y="4"/>
                </a:cubicBezTo>
                <a:cubicBezTo>
                  <a:pt x="33" y="5"/>
                  <a:pt x="32" y="7"/>
                  <a:pt x="29" y="7"/>
                </a:cubicBezTo>
                <a:lnTo>
                  <a:pt x="4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9" name="Freeform 37"/>
          <p:cNvSpPr>
            <a:spLocks/>
          </p:cNvSpPr>
          <p:nvPr/>
        </p:nvSpPr>
        <p:spPr bwMode="auto">
          <a:xfrm>
            <a:off x="3683000" y="249239"/>
            <a:ext cx="103188" cy="123825"/>
          </a:xfrm>
          <a:custGeom>
            <a:avLst/>
            <a:gdLst>
              <a:gd name="T0" fmla="*/ 33 w 65"/>
              <a:gd name="T1" fmla="*/ 0 h 78"/>
              <a:gd name="T2" fmla="*/ 0 w 65"/>
              <a:gd name="T3" fmla="*/ 32 h 78"/>
              <a:gd name="T4" fmla="*/ 17 w 65"/>
              <a:gd name="T5" fmla="*/ 32 h 78"/>
              <a:gd name="T6" fmla="*/ 17 w 65"/>
              <a:gd name="T7" fmla="*/ 78 h 78"/>
              <a:gd name="T8" fmla="*/ 49 w 65"/>
              <a:gd name="T9" fmla="*/ 78 h 78"/>
              <a:gd name="T10" fmla="*/ 49 w 65"/>
              <a:gd name="T11" fmla="*/ 32 h 78"/>
              <a:gd name="T12" fmla="*/ 65 w 65"/>
              <a:gd name="T13" fmla="*/ 32 h 78"/>
              <a:gd name="T14" fmla="*/ 33 w 65"/>
              <a:gd name="T1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" h="78">
                <a:moveTo>
                  <a:pt x="33" y="0"/>
                </a:moveTo>
                <a:lnTo>
                  <a:pt x="0" y="32"/>
                </a:lnTo>
                <a:lnTo>
                  <a:pt x="17" y="32"/>
                </a:lnTo>
                <a:lnTo>
                  <a:pt x="17" y="78"/>
                </a:lnTo>
                <a:lnTo>
                  <a:pt x="49" y="78"/>
                </a:lnTo>
                <a:lnTo>
                  <a:pt x="49" y="32"/>
                </a:lnTo>
                <a:lnTo>
                  <a:pt x="65" y="32"/>
                </a:lnTo>
                <a:lnTo>
                  <a:pt x="3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0" name="Freeform 38"/>
          <p:cNvSpPr>
            <a:spLocks/>
          </p:cNvSpPr>
          <p:nvPr/>
        </p:nvSpPr>
        <p:spPr bwMode="auto">
          <a:xfrm>
            <a:off x="3594100" y="249239"/>
            <a:ext cx="103188" cy="123825"/>
          </a:xfrm>
          <a:custGeom>
            <a:avLst/>
            <a:gdLst>
              <a:gd name="T0" fmla="*/ 48 w 65"/>
              <a:gd name="T1" fmla="*/ 0 h 78"/>
              <a:gd name="T2" fmla="*/ 16 w 65"/>
              <a:gd name="T3" fmla="*/ 0 h 78"/>
              <a:gd name="T4" fmla="*/ 16 w 65"/>
              <a:gd name="T5" fmla="*/ 46 h 78"/>
              <a:gd name="T6" fmla="*/ 0 w 65"/>
              <a:gd name="T7" fmla="*/ 46 h 78"/>
              <a:gd name="T8" fmla="*/ 32 w 65"/>
              <a:gd name="T9" fmla="*/ 78 h 78"/>
              <a:gd name="T10" fmla="*/ 65 w 65"/>
              <a:gd name="T11" fmla="*/ 46 h 78"/>
              <a:gd name="T12" fmla="*/ 48 w 65"/>
              <a:gd name="T13" fmla="*/ 46 h 78"/>
              <a:gd name="T14" fmla="*/ 48 w 65"/>
              <a:gd name="T1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" h="78">
                <a:moveTo>
                  <a:pt x="48" y="0"/>
                </a:moveTo>
                <a:lnTo>
                  <a:pt x="16" y="0"/>
                </a:lnTo>
                <a:lnTo>
                  <a:pt x="16" y="46"/>
                </a:lnTo>
                <a:lnTo>
                  <a:pt x="0" y="46"/>
                </a:lnTo>
                <a:lnTo>
                  <a:pt x="32" y="78"/>
                </a:lnTo>
                <a:lnTo>
                  <a:pt x="65" y="46"/>
                </a:lnTo>
                <a:lnTo>
                  <a:pt x="48" y="46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1" name="Freeform 39"/>
          <p:cNvSpPr>
            <a:spLocks noEditPoints="1"/>
          </p:cNvSpPr>
          <p:nvPr/>
        </p:nvSpPr>
        <p:spPr bwMode="auto">
          <a:xfrm>
            <a:off x="4367213" y="322264"/>
            <a:ext cx="482600" cy="385763"/>
          </a:xfrm>
          <a:custGeom>
            <a:avLst/>
            <a:gdLst>
              <a:gd name="T0" fmla="*/ 114 w 114"/>
              <a:gd name="T1" fmla="*/ 20 h 91"/>
              <a:gd name="T2" fmla="*/ 89 w 114"/>
              <a:gd name="T3" fmla="*/ 0 h 91"/>
              <a:gd name="T4" fmla="*/ 96 w 114"/>
              <a:gd name="T5" fmla="*/ 14 h 91"/>
              <a:gd name="T6" fmla="*/ 58 w 114"/>
              <a:gd name="T7" fmla="*/ 14 h 91"/>
              <a:gd name="T8" fmla="*/ 53 w 114"/>
              <a:gd name="T9" fmla="*/ 20 h 91"/>
              <a:gd name="T10" fmla="*/ 53 w 114"/>
              <a:gd name="T11" fmla="*/ 76 h 91"/>
              <a:gd name="T12" fmla="*/ 19 w 114"/>
              <a:gd name="T13" fmla="*/ 76 h 91"/>
              <a:gd name="T14" fmla="*/ 10 w 114"/>
              <a:gd name="T15" fmla="*/ 70 h 91"/>
              <a:gd name="T16" fmla="*/ 0 w 114"/>
              <a:gd name="T17" fmla="*/ 81 h 91"/>
              <a:gd name="T18" fmla="*/ 10 w 114"/>
              <a:gd name="T19" fmla="*/ 91 h 91"/>
              <a:gd name="T20" fmla="*/ 19 w 114"/>
              <a:gd name="T21" fmla="*/ 86 h 91"/>
              <a:gd name="T22" fmla="*/ 58 w 114"/>
              <a:gd name="T23" fmla="*/ 86 h 91"/>
              <a:gd name="T24" fmla="*/ 63 w 114"/>
              <a:gd name="T25" fmla="*/ 81 h 91"/>
              <a:gd name="T26" fmla="*/ 63 w 114"/>
              <a:gd name="T27" fmla="*/ 25 h 91"/>
              <a:gd name="T28" fmla="*/ 96 w 114"/>
              <a:gd name="T29" fmla="*/ 25 h 91"/>
              <a:gd name="T30" fmla="*/ 89 w 114"/>
              <a:gd name="T31" fmla="*/ 39 h 91"/>
              <a:gd name="T32" fmla="*/ 114 w 114"/>
              <a:gd name="T33" fmla="*/ 20 h 91"/>
              <a:gd name="T34" fmla="*/ 10 w 114"/>
              <a:gd name="T35" fmla="*/ 88 h 91"/>
              <a:gd name="T36" fmla="*/ 3 w 114"/>
              <a:gd name="T37" fmla="*/ 81 h 91"/>
              <a:gd name="T38" fmla="*/ 10 w 114"/>
              <a:gd name="T39" fmla="*/ 73 h 91"/>
              <a:gd name="T40" fmla="*/ 18 w 114"/>
              <a:gd name="T41" fmla="*/ 81 h 91"/>
              <a:gd name="T42" fmla="*/ 10 w 114"/>
              <a:gd name="T43" fmla="*/ 88 h 91"/>
              <a:gd name="T44" fmla="*/ 98 w 114"/>
              <a:gd name="T45" fmla="*/ 19 h 91"/>
              <a:gd name="T46" fmla="*/ 98 w 114"/>
              <a:gd name="T47" fmla="*/ 20 h 91"/>
              <a:gd name="T48" fmla="*/ 98 w 114"/>
              <a:gd name="T49" fmla="*/ 20 h 91"/>
              <a:gd name="T50" fmla="*/ 98 w 114"/>
              <a:gd name="T51" fmla="*/ 19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4" h="91">
                <a:moveTo>
                  <a:pt x="114" y="20"/>
                </a:moveTo>
                <a:cubicBezTo>
                  <a:pt x="89" y="0"/>
                  <a:pt x="89" y="0"/>
                  <a:pt x="89" y="0"/>
                </a:cubicBezTo>
                <a:cubicBezTo>
                  <a:pt x="96" y="14"/>
                  <a:pt x="96" y="14"/>
                  <a:pt x="96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5" y="14"/>
                  <a:pt x="53" y="17"/>
                  <a:pt x="53" y="20"/>
                </a:cubicBezTo>
                <a:cubicBezTo>
                  <a:pt x="53" y="76"/>
                  <a:pt x="53" y="76"/>
                  <a:pt x="53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3"/>
                  <a:pt x="14" y="70"/>
                  <a:pt x="10" y="70"/>
                </a:cubicBezTo>
                <a:cubicBezTo>
                  <a:pt x="5" y="70"/>
                  <a:pt x="0" y="75"/>
                  <a:pt x="0" y="81"/>
                </a:cubicBezTo>
                <a:cubicBezTo>
                  <a:pt x="0" y="86"/>
                  <a:pt x="5" y="91"/>
                  <a:pt x="10" y="91"/>
                </a:cubicBezTo>
                <a:cubicBezTo>
                  <a:pt x="14" y="91"/>
                  <a:pt x="17" y="89"/>
                  <a:pt x="19" y="86"/>
                </a:cubicBezTo>
                <a:cubicBezTo>
                  <a:pt x="58" y="86"/>
                  <a:pt x="58" y="86"/>
                  <a:pt x="58" y="86"/>
                </a:cubicBezTo>
                <a:cubicBezTo>
                  <a:pt x="61" y="86"/>
                  <a:pt x="63" y="84"/>
                  <a:pt x="63" y="81"/>
                </a:cubicBezTo>
                <a:cubicBezTo>
                  <a:pt x="63" y="25"/>
                  <a:pt x="63" y="25"/>
                  <a:pt x="63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89" y="39"/>
                  <a:pt x="89" y="39"/>
                  <a:pt x="89" y="39"/>
                </a:cubicBezTo>
                <a:cubicBezTo>
                  <a:pt x="114" y="20"/>
                  <a:pt x="114" y="20"/>
                  <a:pt x="114" y="20"/>
                </a:cubicBezTo>
                <a:moveTo>
                  <a:pt x="10" y="88"/>
                </a:moveTo>
                <a:cubicBezTo>
                  <a:pt x="6" y="88"/>
                  <a:pt x="3" y="85"/>
                  <a:pt x="3" y="81"/>
                </a:cubicBezTo>
                <a:cubicBezTo>
                  <a:pt x="3" y="77"/>
                  <a:pt x="6" y="73"/>
                  <a:pt x="10" y="73"/>
                </a:cubicBezTo>
                <a:cubicBezTo>
                  <a:pt x="15" y="73"/>
                  <a:pt x="18" y="77"/>
                  <a:pt x="18" y="81"/>
                </a:cubicBezTo>
                <a:cubicBezTo>
                  <a:pt x="18" y="85"/>
                  <a:pt x="15" y="88"/>
                  <a:pt x="10" y="88"/>
                </a:cubicBezTo>
                <a:moveTo>
                  <a:pt x="98" y="19"/>
                </a:moveTo>
                <a:cubicBezTo>
                  <a:pt x="98" y="20"/>
                  <a:pt x="98" y="20"/>
                  <a:pt x="9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98" y="19"/>
                  <a:pt x="98" y="19"/>
                  <a:pt x="98" y="1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2" name="Freeform 40"/>
          <p:cNvSpPr>
            <a:spLocks noEditPoints="1"/>
          </p:cNvSpPr>
          <p:nvPr/>
        </p:nvSpPr>
        <p:spPr bwMode="auto">
          <a:xfrm>
            <a:off x="4494213" y="431801"/>
            <a:ext cx="355600" cy="276225"/>
          </a:xfrm>
          <a:custGeom>
            <a:avLst/>
            <a:gdLst>
              <a:gd name="T0" fmla="*/ 84 w 84"/>
              <a:gd name="T1" fmla="*/ 51 h 65"/>
              <a:gd name="T2" fmla="*/ 66 w 84"/>
              <a:gd name="T3" fmla="*/ 65 h 65"/>
              <a:gd name="T4" fmla="*/ 71 w 84"/>
              <a:gd name="T5" fmla="*/ 55 h 65"/>
              <a:gd name="T6" fmla="*/ 43 w 84"/>
              <a:gd name="T7" fmla="*/ 55 h 65"/>
              <a:gd name="T8" fmla="*/ 39 w 84"/>
              <a:gd name="T9" fmla="*/ 51 h 65"/>
              <a:gd name="T10" fmla="*/ 39 w 84"/>
              <a:gd name="T11" fmla="*/ 11 h 65"/>
              <a:gd name="T12" fmla="*/ 14 w 84"/>
              <a:gd name="T13" fmla="*/ 11 h 65"/>
              <a:gd name="T14" fmla="*/ 8 w 84"/>
              <a:gd name="T15" fmla="*/ 15 h 65"/>
              <a:gd name="T16" fmla="*/ 0 w 84"/>
              <a:gd name="T17" fmla="*/ 8 h 65"/>
              <a:gd name="T18" fmla="*/ 8 w 84"/>
              <a:gd name="T19" fmla="*/ 0 h 65"/>
              <a:gd name="T20" fmla="*/ 14 w 84"/>
              <a:gd name="T21" fmla="*/ 4 h 65"/>
              <a:gd name="T22" fmla="*/ 43 w 84"/>
              <a:gd name="T23" fmla="*/ 4 h 65"/>
              <a:gd name="T24" fmla="*/ 47 w 84"/>
              <a:gd name="T25" fmla="*/ 8 h 65"/>
              <a:gd name="T26" fmla="*/ 47 w 84"/>
              <a:gd name="T27" fmla="*/ 48 h 65"/>
              <a:gd name="T28" fmla="*/ 71 w 84"/>
              <a:gd name="T29" fmla="*/ 48 h 65"/>
              <a:gd name="T30" fmla="*/ 66 w 84"/>
              <a:gd name="T31" fmla="*/ 37 h 65"/>
              <a:gd name="T32" fmla="*/ 84 w 84"/>
              <a:gd name="T33" fmla="*/ 51 h 65"/>
              <a:gd name="T34" fmla="*/ 8 w 84"/>
              <a:gd name="T35" fmla="*/ 2 h 65"/>
              <a:gd name="T36" fmla="*/ 2 w 84"/>
              <a:gd name="T37" fmla="*/ 8 h 65"/>
              <a:gd name="T38" fmla="*/ 8 w 84"/>
              <a:gd name="T39" fmla="*/ 13 h 65"/>
              <a:gd name="T40" fmla="*/ 13 w 84"/>
              <a:gd name="T41" fmla="*/ 8 h 65"/>
              <a:gd name="T42" fmla="*/ 8 w 84"/>
              <a:gd name="T43" fmla="*/ 2 h 65"/>
              <a:gd name="T44" fmla="*/ 72 w 84"/>
              <a:gd name="T45" fmla="*/ 52 h 65"/>
              <a:gd name="T46" fmla="*/ 72 w 84"/>
              <a:gd name="T47" fmla="*/ 51 h 65"/>
              <a:gd name="T48" fmla="*/ 72 w 84"/>
              <a:gd name="T49" fmla="*/ 51 h 65"/>
              <a:gd name="T50" fmla="*/ 72 w 84"/>
              <a:gd name="T51" fmla="*/ 5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4" h="65">
                <a:moveTo>
                  <a:pt x="84" y="51"/>
                </a:moveTo>
                <a:cubicBezTo>
                  <a:pt x="66" y="65"/>
                  <a:pt x="66" y="65"/>
                  <a:pt x="66" y="65"/>
                </a:cubicBezTo>
                <a:cubicBezTo>
                  <a:pt x="71" y="55"/>
                  <a:pt x="71" y="55"/>
                  <a:pt x="71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1" y="55"/>
                  <a:pt x="39" y="54"/>
                  <a:pt x="39" y="51"/>
                </a:cubicBezTo>
                <a:cubicBezTo>
                  <a:pt x="39" y="11"/>
                  <a:pt x="39" y="11"/>
                  <a:pt x="39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3"/>
                  <a:pt x="11" y="15"/>
                  <a:pt x="8" y="15"/>
                </a:cubicBezTo>
                <a:cubicBezTo>
                  <a:pt x="4" y="15"/>
                  <a:pt x="0" y="12"/>
                  <a:pt x="0" y="8"/>
                </a:cubicBezTo>
                <a:cubicBezTo>
                  <a:pt x="0" y="4"/>
                  <a:pt x="4" y="0"/>
                  <a:pt x="8" y="0"/>
                </a:cubicBezTo>
                <a:cubicBezTo>
                  <a:pt x="11" y="0"/>
                  <a:pt x="13" y="2"/>
                  <a:pt x="14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5" y="4"/>
                  <a:pt x="47" y="5"/>
                  <a:pt x="47" y="8"/>
                </a:cubicBezTo>
                <a:cubicBezTo>
                  <a:pt x="47" y="48"/>
                  <a:pt x="47" y="48"/>
                  <a:pt x="47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66" y="37"/>
                  <a:pt x="66" y="37"/>
                  <a:pt x="66" y="37"/>
                </a:cubicBezTo>
                <a:cubicBezTo>
                  <a:pt x="84" y="51"/>
                  <a:pt x="84" y="51"/>
                  <a:pt x="84" y="51"/>
                </a:cubicBezTo>
                <a:moveTo>
                  <a:pt x="8" y="2"/>
                </a:moveTo>
                <a:cubicBezTo>
                  <a:pt x="5" y="2"/>
                  <a:pt x="2" y="5"/>
                  <a:pt x="2" y="8"/>
                </a:cubicBezTo>
                <a:cubicBezTo>
                  <a:pt x="2" y="11"/>
                  <a:pt x="5" y="13"/>
                  <a:pt x="8" y="13"/>
                </a:cubicBezTo>
                <a:cubicBezTo>
                  <a:pt x="11" y="13"/>
                  <a:pt x="13" y="11"/>
                  <a:pt x="13" y="8"/>
                </a:cubicBezTo>
                <a:cubicBezTo>
                  <a:pt x="13" y="5"/>
                  <a:pt x="11" y="2"/>
                  <a:pt x="8" y="2"/>
                </a:cubicBezTo>
                <a:moveTo>
                  <a:pt x="72" y="52"/>
                </a:moveTo>
                <a:cubicBezTo>
                  <a:pt x="72" y="51"/>
                  <a:pt x="72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2"/>
                  <a:pt x="72" y="5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3" name="Freeform 41"/>
          <p:cNvSpPr>
            <a:spLocks noEditPoints="1"/>
          </p:cNvSpPr>
          <p:nvPr/>
        </p:nvSpPr>
        <p:spPr bwMode="auto">
          <a:xfrm>
            <a:off x="4446588" y="325439"/>
            <a:ext cx="377825" cy="276225"/>
          </a:xfrm>
          <a:custGeom>
            <a:avLst/>
            <a:gdLst>
              <a:gd name="T0" fmla="*/ 50 w 89"/>
              <a:gd name="T1" fmla="*/ 56 h 65"/>
              <a:gd name="T2" fmla="*/ 44 w 89"/>
              <a:gd name="T3" fmla="*/ 56 h 65"/>
              <a:gd name="T4" fmla="*/ 44 w 89"/>
              <a:gd name="T5" fmla="*/ 65 h 65"/>
              <a:gd name="T6" fmla="*/ 50 w 89"/>
              <a:gd name="T7" fmla="*/ 65 h 65"/>
              <a:gd name="T8" fmla="*/ 50 w 89"/>
              <a:gd name="T9" fmla="*/ 56 h 65"/>
              <a:gd name="T10" fmla="*/ 85 w 89"/>
              <a:gd name="T11" fmla="*/ 56 h 65"/>
              <a:gd name="T12" fmla="*/ 58 w 89"/>
              <a:gd name="T13" fmla="*/ 56 h 65"/>
              <a:gd name="T14" fmla="*/ 58 w 89"/>
              <a:gd name="T15" fmla="*/ 65 h 65"/>
              <a:gd name="T16" fmla="*/ 78 w 89"/>
              <a:gd name="T17" fmla="*/ 65 h 65"/>
              <a:gd name="T18" fmla="*/ 77 w 89"/>
              <a:gd name="T19" fmla="*/ 62 h 65"/>
              <a:gd name="T20" fmla="*/ 81 w 89"/>
              <a:gd name="T21" fmla="*/ 65 h 65"/>
              <a:gd name="T22" fmla="*/ 85 w 89"/>
              <a:gd name="T23" fmla="*/ 65 h 65"/>
              <a:gd name="T24" fmla="*/ 89 w 89"/>
              <a:gd name="T25" fmla="*/ 61 h 65"/>
              <a:gd name="T26" fmla="*/ 85 w 89"/>
              <a:gd name="T27" fmla="*/ 56 h 65"/>
              <a:gd name="T28" fmla="*/ 5 w 89"/>
              <a:gd name="T29" fmla="*/ 0 h 65"/>
              <a:gd name="T30" fmla="*/ 0 w 89"/>
              <a:gd name="T31" fmla="*/ 5 h 65"/>
              <a:gd name="T32" fmla="*/ 0 w 89"/>
              <a:gd name="T33" fmla="*/ 51 h 65"/>
              <a:gd name="T34" fmla="*/ 5 w 89"/>
              <a:gd name="T35" fmla="*/ 55 h 65"/>
              <a:gd name="T36" fmla="*/ 25 w 89"/>
              <a:gd name="T37" fmla="*/ 55 h 65"/>
              <a:gd name="T38" fmla="*/ 25 w 89"/>
              <a:gd name="T39" fmla="*/ 61 h 65"/>
              <a:gd name="T40" fmla="*/ 30 w 89"/>
              <a:gd name="T41" fmla="*/ 65 h 65"/>
              <a:gd name="T42" fmla="*/ 34 w 89"/>
              <a:gd name="T43" fmla="*/ 65 h 65"/>
              <a:gd name="T44" fmla="*/ 34 w 89"/>
              <a:gd name="T45" fmla="*/ 48 h 65"/>
              <a:gd name="T46" fmla="*/ 30 w 89"/>
              <a:gd name="T47" fmla="*/ 46 h 65"/>
              <a:gd name="T48" fmla="*/ 9 w 89"/>
              <a:gd name="T49" fmla="*/ 46 h 65"/>
              <a:gd name="T50" fmla="*/ 9 w 89"/>
              <a:gd name="T51" fmla="*/ 5 h 65"/>
              <a:gd name="T52" fmla="*/ 5 w 89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9" h="65">
                <a:moveTo>
                  <a:pt x="50" y="56"/>
                </a:moveTo>
                <a:cubicBezTo>
                  <a:pt x="44" y="56"/>
                  <a:pt x="44" y="56"/>
                  <a:pt x="44" y="56"/>
                </a:cubicBezTo>
                <a:cubicBezTo>
                  <a:pt x="44" y="65"/>
                  <a:pt x="44" y="65"/>
                  <a:pt x="44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50" y="56"/>
                  <a:pt x="50" y="56"/>
                  <a:pt x="50" y="56"/>
                </a:cubicBezTo>
                <a:moveTo>
                  <a:pt x="85" y="56"/>
                </a:moveTo>
                <a:cubicBezTo>
                  <a:pt x="58" y="56"/>
                  <a:pt x="58" y="56"/>
                  <a:pt x="58" y="56"/>
                </a:cubicBezTo>
                <a:cubicBezTo>
                  <a:pt x="58" y="65"/>
                  <a:pt x="58" y="65"/>
                  <a:pt x="58" y="65"/>
                </a:cubicBezTo>
                <a:cubicBezTo>
                  <a:pt x="78" y="65"/>
                  <a:pt x="78" y="65"/>
                  <a:pt x="78" y="65"/>
                </a:cubicBezTo>
                <a:cubicBezTo>
                  <a:pt x="77" y="62"/>
                  <a:pt x="77" y="62"/>
                  <a:pt x="77" y="62"/>
                </a:cubicBezTo>
                <a:cubicBezTo>
                  <a:pt x="81" y="65"/>
                  <a:pt x="81" y="65"/>
                  <a:pt x="81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7" y="65"/>
                  <a:pt x="89" y="63"/>
                  <a:pt x="89" y="61"/>
                </a:cubicBezTo>
                <a:cubicBezTo>
                  <a:pt x="89" y="58"/>
                  <a:pt x="87" y="56"/>
                  <a:pt x="85" y="56"/>
                </a:cubicBezTo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3"/>
                  <a:pt x="2" y="55"/>
                  <a:pt x="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61"/>
                  <a:pt x="25" y="61"/>
                  <a:pt x="25" y="61"/>
                </a:cubicBezTo>
                <a:cubicBezTo>
                  <a:pt x="25" y="63"/>
                  <a:pt x="27" y="65"/>
                  <a:pt x="30" y="65"/>
                </a:cubicBezTo>
                <a:cubicBezTo>
                  <a:pt x="34" y="65"/>
                  <a:pt x="34" y="65"/>
                  <a:pt x="34" y="65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7"/>
                  <a:pt x="31" y="46"/>
                  <a:pt x="30" y="46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7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4" name="Freeform 42"/>
          <p:cNvSpPr>
            <a:spLocks/>
          </p:cNvSpPr>
          <p:nvPr/>
        </p:nvSpPr>
        <p:spPr bwMode="auto">
          <a:xfrm>
            <a:off x="4591050" y="530226"/>
            <a:ext cx="42863" cy="71438"/>
          </a:xfrm>
          <a:custGeom>
            <a:avLst/>
            <a:gdLst>
              <a:gd name="T0" fmla="*/ 0 w 10"/>
              <a:gd name="T1" fmla="*/ 0 h 17"/>
              <a:gd name="T2" fmla="*/ 0 w 10"/>
              <a:gd name="T3" fmla="*/ 17 h 17"/>
              <a:gd name="T4" fmla="*/ 10 w 10"/>
              <a:gd name="T5" fmla="*/ 17 h 17"/>
              <a:gd name="T6" fmla="*/ 10 w 10"/>
              <a:gd name="T7" fmla="*/ 8 h 17"/>
              <a:gd name="T8" fmla="*/ 0 w 10"/>
              <a:gd name="T9" fmla="*/ 8 h 17"/>
              <a:gd name="T10" fmla="*/ 0 w 10"/>
              <a:gd name="T11" fmla="*/ 3 h 17"/>
              <a:gd name="T12" fmla="*/ 0 w 10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17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8"/>
                  <a:pt x="10" y="8"/>
                  <a:pt x="1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5" name="Freeform 43"/>
          <p:cNvSpPr>
            <a:spLocks noEditPoints="1"/>
          </p:cNvSpPr>
          <p:nvPr/>
        </p:nvSpPr>
        <p:spPr bwMode="auto">
          <a:xfrm>
            <a:off x="4659313" y="563564"/>
            <a:ext cx="131763" cy="38100"/>
          </a:xfrm>
          <a:custGeom>
            <a:avLst/>
            <a:gdLst>
              <a:gd name="T0" fmla="*/ 72 w 83"/>
              <a:gd name="T1" fmla="*/ 16 h 24"/>
              <a:gd name="T2" fmla="*/ 75 w 83"/>
              <a:gd name="T3" fmla="*/ 24 h 24"/>
              <a:gd name="T4" fmla="*/ 83 w 83"/>
              <a:gd name="T5" fmla="*/ 24 h 24"/>
              <a:gd name="T6" fmla="*/ 72 w 83"/>
              <a:gd name="T7" fmla="*/ 16 h 24"/>
              <a:gd name="T8" fmla="*/ 21 w 83"/>
              <a:gd name="T9" fmla="*/ 0 h 24"/>
              <a:gd name="T10" fmla="*/ 0 w 83"/>
              <a:gd name="T11" fmla="*/ 0 h 24"/>
              <a:gd name="T12" fmla="*/ 0 w 83"/>
              <a:gd name="T13" fmla="*/ 24 h 24"/>
              <a:gd name="T14" fmla="*/ 21 w 83"/>
              <a:gd name="T15" fmla="*/ 24 h 24"/>
              <a:gd name="T16" fmla="*/ 21 w 83"/>
              <a:gd name="T1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3" h="24">
                <a:moveTo>
                  <a:pt x="72" y="16"/>
                </a:moveTo>
                <a:lnTo>
                  <a:pt x="75" y="24"/>
                </a:lnTo>
                <a:lnTo>
                  <a:pt x="83" y="24"/>
                </a:lnTo>
                <a:lnTo>
                  <a:pt x="72" y="16"/>
                </a:lnTo>
                <a:close/>
                <a:moveTo>
                  <a:pt x="21" y="0"/>
                </a:moveTo>
                <a:lnTo>
                  <a:pt x="0" y="0"/>
                </a:lnTo>
                <a:lnTo>
                  <a:pt x="0" y="24"/>
                </a:lnTo>
                <a:lnTo>
                  <a:pt x="21" y="24"/>
                </a:lnTo>
                <a:lnTo>
                  <a:pt x="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6" name="Freeform 44"/>
          <p:cNvSpPr>
            <a:spLocks noEditPoints="1"/>
          </p:cNvSpPr>
          <p:nvPr/>
        </p:nvSpPr>
        <p:spPr bwMode="auto">
          <a:xfrm>
            <a:off x="4659313" y="563564"/>
            <a:ext cx="131763" cy="38100"/>
          </a:xfrm>
          <a:custGeom>
            <a:avLst/>
            <a:gdLst>
              <a:gd name="T0" fmla="*/ 72 w 83"/>
              <a:gd name="T1" fmla="*/ 16 h 24"/>
              <a:gd name="T2" fmla="*/ 75 w 83"/>
              <a:gd name="T3" fmla="*/ 24 h 24"/>
              <a:gd name="T4" fmla="*/ 83 w 83"/>
              <a:gd name="T5" fmla="*/ 24 h 24"/>
              <a:gd name="T6" fmla="*/ 72 w 83"/>
              <a:gd name="T7" fmla="*/ 16 h 24"/>
              <a:gd name="T8" fmla="*/ 21 w 83"/>
              <a:gd name="T9" fmla="*/ 0 h 24"/>
              <a:gd name="T10" fmla="*/ 0 w 83"/>
              <a:gd name="T11" fmla="*/ 0 h 24"/>
              <a:gd name="T12" fmla="*/ 0 w 83"/>
              <a:gd name="T13" fmla="*/ 24 h 24"/>
              <a:gd name="T14" fmla="*/ 21 w 83"/>
              <a:gd name="T15" fmla="*/ 24 h 24"/>
              <a:gd name="T16" fmla="*/ 21 w 83"/>
              <a:gd name="T1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3" h="24">
                <a:moveTo>
                  <a:pt x="72" y="16"/>
                </a:moveTo>
                <a:lnTo>
                  <a:pt x="75" y="24"/>
                </a:lnTo>
                <a:lnTo>
                  <a:pt x="83" y="24"/>
                </a:lnTo>
                <a:lnTo>
                  <a:pt x="72" y="16"/>
                </a:lnTo>
                <a:moveTo>
                  <a:pt x="21" y="0"/>
                </a:moveTo>
                <a:lnTo>
                  <a:pt x="0" y="0"/>
                </a:lnTo>
                <a:lnTo>
                  <a:pt x="0" y="24"/>
                </a:lnTo>
                <a:lnTo>
                  <a:pt x="21" y="24"/>
                </a:lnTo>
                <a:lnTo>
                  <a:pt x="2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7" name="Rectangle 45"/>
          <p:cNvSpPr>
            <a:spLocks noChangeArrowheads="1"/>
          </p:cNvSpPr>
          <p:nvPr/>
        </p:nvSpPr>
        <p:spPr bwMode="auto">
          <a:xfrm>
            <a:off x="5400675" y="236539"/>
            <a:ext cx="263525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8" name="Rectangle 46"/>
          <p:cNvSpPr>
            <a:spLocks noChangeArrowheads="1"/>
          </p:cNvSpPr>
          <p:nvPr/>
        </p:nvSpPr>
        <p:spPr bwMode="auto">
          <a:xfrm>
            <a:off x="5372100" y="300039"/>
            <a:ext cx="266700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9" name="Freeform 47"/>
          <p:cNvSpPr>
            <a:spLocks noEditPoints="1"/>
          </p:cNvSpPr>
          <p:nvPr/>
        </p:nvSpPr>
        <p:spPr bwMode="auto">
          <a:xfrm>
            <a:off x="5159375" y="363539"/>
            <a:ext cx="504825" cy="382588"/>
          </a:xfrm>
          <a:custGeom>
            <a:avLst/>
            <a:gdLst>
              <a:gd name="T0" fmla="*/ 57 w 119"/>
              <a:gd name="T1" fmla="*/ 4 h 90"/>
              <a:gd name="T2" fmla="*/ 44 w 119"/>
              <a:gd name="T3" fmla="*/ 2 h 90"/>
              <a:gd name="T4" fmla="*/ 0 w 119"/>
              <a:gd name="T5" fmla="*/ 46 h 90"/>
              <a:gd name="T6" fmla="*/ 44 w 119"/>
              <a:gd name="T7" fmla="*/ 90 h 90"/>
              <a:gd name="T8" fmla="*/ 88 w 119"/>
              <a:gd name="T9" fmla="*/ 46 h 90"/>
              <a:gd name="T10" fmla="*/ 88 w 119"/>
              <a:gd name="T11" fmla="*/ 43 h 90"/>
              <a:gd name="T12" fmla="*/ 119 w 119"/>
              <a:gd name="T13" fmla="*/ 43 h 90"/>
              <a:gd name="T14" fmla="*/ 119 w 119"/>
              <a:gd name="T15" fmla="*/ 31 h 90"/>
              <a:gd name="T16" fmla="*/ 85 w 119"/>
              <a:gd name="T17" fmla="*/ 31 h 90"/>
              <a:gd name="T18" fmla="*/ 83 w 119"/>
              <a:gd name="T19" fmla="*/ 27 h 90"/>
              <a:gd name="T20" fmla="*/ 119 w 119"/>
              <a:gd name="T21" fmla="*/ 27 h 90"/>
              <a:gd name="T22" fmla="*/ 119 w 119"/>
              <a:gd name="T23" fmla="*/ 16 h 90"/>
              <a:gd name="T24" fmla="*/ 76 w 119"/>
              <a:gd name="T25" fmla="*/ 16 h 90"/>
              <a:gd name="T26" fmla="*/ 71 w 119"/>
              <a:gd name="T27" fmla="*/ 11 h 90"/>
              <a:gd name="T28" fmla="*/ 119 w 119"/>
              <a:gd name="T29" fmla="*/ 11 h 90"/>
              <a:gd name="T30" fmla="*/ 119 w 119"/>
              <a:gd name="T31" fmla="*/ 0 h 90"/>
              <a:gd name="T32" fmla="*/ 57 w 119"/>
              <a:gd name="T33" fmla="*/ 0 h 90"/>
              <a:gd name="T34" fmla="*/ 57 w 119"/>
              <a:gd name="T35" fmla="*/ 4 h 90"/>
              <a:gd name="T36" fmla="*/ 77 w 119"/>
              <a:gd name="T37" fmla="*/ 46 h 90"/>
              <a:gd name="T38" fmla="*/ 44 w 119"/>
              <a:gd name="T39" fmla="*/ 79 h 90"/>
              <a:gd name="T40" fmla="*/ 10 w 119"/>
              <a:gd name="T41" fmla="*/ 46 h 90"/>
              <a:gd name="T42" fmla="*/ 44 w 119"/>
              <a:gd name="T43" fmla="*/ 12 h 90"/>
              <a:gd name="T44" fmla="*/ 77 w 119"/>
              <a:gd name="T45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9" h="90">
                <a:moveTo>
                  <a:pt x="57" y="4"/>
                </a:moveTo>
                <a:cubicBezTo>
                  <a:pt x="53" y="3"/>
                  <a:pt x="48" y="2"/>
                  <a:pt x="44" y="2"/>
                </a:cubicBezTo>
                <a:cubicBezTo>
                  <a:pt x="20" y="2"/>
                  <a:pt x="0" y="22"/>
                  <a:pt x="0" y="46"/>
                </a:cubicBezTo>
                <a:cubicBezTo>
                  <a:pt x="0" y="70"/>
                  <a:pt x="20" y="90"/>
                  <a:pt x="44" y="90"/>
                </a:cubicBezTo>
                <a:cubicBezTo>
                  <a:pt x="68" y="90"/>
                  <a:pt x="88" y="70"/>
                  <a:pt x="88" y="46"/>
                </a:cubicBezTo>
                <a:cubicBezTo>
                  <a:pt x="88" y="43"/>
                  <a:pt x="87" y="41"/>
                  <a:pt x="88" y="43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9" y="31"/>
                  <a:pt x="119" y="31"/>
                  <a:pt x="119" y="3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30"/>
                  <a:pt x="84" y="28"/>
                  <a:pt x="83" y="27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16"/>
                  <a:pt x="119" y="16"/>
                  <a:pt x="11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4" y="14"/>
                  <a:pt x="73" y="13"/>
                  <a:pt x="71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0"/>
                  <a:pt x="119" y="0"/>
                  <a:pt x="119" y="0"/>
                </a:cubicBezTo>
                <a:cubicBezTo>
                  <a:pt x="57" y="0"/>
                  <a:pt x="57" y="0"/>
                  <a:pt x="57" y="0"/>
                </a:cubicBezTo>
                <a:lnTo>
                  <a:pt x="57" y="4"/>
                </a:lnTo>
                <a:close/>
                <a:moveTo>
                  <a:pt x="77" y="46"/>
                </a:moveTo>
                <a:cubicBezTo>
                  <a:pt x="77" y="64"/>
                  <a:pt x="62" y="79"/>
                  <a:pt x="44" y="79"/>
                </a:cubicBezTo>
                <a:cubicBezTo>
                  <a:pt x="25" y="79"/>
                  <a:pt x="10" y="64"/>
                  <a:pt x="10" y="46"/>
                </a:cubicBezTo>
                <a:cubicBezTo>
                  <a:pt x="10" y="27"/>
                  <a:pt x="25" y="12"/>
                  <a:pt x="44" y="12"/>
                </a:cubicBezTo>
                <a:cubicBezTo>
                  <a:pt x="62" y="12"/>
                  <a:pt x="77" y="27"/>
                  <a:pt x="77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0" name="Freeform 48"/>
          <p:cNvSpPr>
            <a:spLocks/>
          </p:cNvSpPr>
          <p:nvPr/>
        </p:nvSpPr>
        <p:spPr bwMode="auto">
          <a:xfrm>
            <a:off x="5524500" y="558801"/>
            <a:ext cx="139700" cy="47625"/>
          </a:xfrm>
          <a:custGeom>
            <a:avLst/>
            <a:gdLst>
              <a:gd name="T0" fmla="*/ 2 w 33"/>
              <a:gd name="T1" fmla="*/ 0 h 11"/>
              <a:gd name="T2" fmla="*/ 0 w 33"/>
              <a:gd name="T3" fmla="*/ 11 h 11"/>
              <a:gd name="T4" fmla="*/ 33 w 33"/>
              <a:gd name="T5" fmla="*/ 11 h 11"/>
              <a:gd name="T6" fmla="*/ 33 w 33"/>
              <a:gd name="T7" fmla="*/ 0 h 11"/>
              <a:gd name="T8" fmla="*/ 2 w 33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11">
                <a:moveTo>
                  <a:pt x="2" y="0"/>
                </a:moveTo>
                <a:cubicBezTo>
                  <a:pt x="2" y="4"/>
                  <a:pt x="1" y="8"/>
                  <a:pt x="0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0"/>
                  <a:pt x="33" y="0"/>
                  <a:pt x="33" y="0"/>
                </a:cubicBezTo>
                <a:cubicBezTo>
                  <a:pt x="2" y="0"/>
                  <a:pt x="2" y="0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1" name="Freeform 49"/>
          <p:cNvSpPr>
            <a:spLocks/>
          </p:cNvSpPr>
          <p:nvPr/>
        </p:nvSpPr>
        <p:spPr bwMode="auto">
          <a:xfrm>
            <a:off x="5494338" y="623889"/>
            <a:ext cx="169863" cy="50800"/>
          </a:xfrm>
          <a:custGeom>
            <a:avLst/>
            <a:gdLst>
              <a:gd name="T0" fmla="*/ 0 w 40"/>
              <a:gd name="T1" fmla="*/ 12 h 12"/>
              <a:gd name="T2" fmla="*/ 40 w 40"/>
              <a:gd name="T3" fmla="*/ 12 h 12"/>
              <a:gd name="T4" fmla="*/ 40 w 40"/>
              <a:gd name="T5" fmla="*/ 0 h 12"/>
              <a:gd name="T6" fmla="*/ 6 w 40"/>
              <a:gd name="T7" fmla="*/ 0 h 12"/>
              <a:gd name="T8" fmla="*/ 0 w 40"/>
              <a:gd name="T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12">
                <a:moveTo>
                  <a:pt x="0" y="12"/>
                </a:moveTo>
                <a:cubicBezTo>
                  <a:pt x="40" y="12"/>
                  <a:pt x="40" y="12"/>
                  <a:pt x="40" y="12"/>
                </a:cubicBezTo>
                <a:cubicBezTo>
                  <a:pt x="40" y="0"/>
                  <a:pt x="40" y="0"/>
                  <a:pt x="40" y="0"/>
                </a:cubicBezTo>
                <a:cubicBezTo>
                  <a:pt x="6" y="0"/>
                  <a:pt x="6" y="0"/>
                  <a:pt x="6" y="0"/>
                </a:cubicBezTo>
                <a:cubicBezTo>
                  <a:pt x="4" y="4"/>
                  <a:pt x="2" y="8"/>
                  <a:pt x="0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2" name="Freeform 50"/>
          <p:cNvSpPr>
            <a:spLocks noEditPoints="1"/>
          </p:cNvSpPr>
          <p:nvPr/>
        </p:nvSpPr>
        <p:spPr bwMode="auto">
          <a:xfrm>
            <a:off x="5283200" y="441326"/>
            <a:ext cx="109538" cy="223838"/>
          </a:xfrm>
          <a:custGeom>
            <a:avLst/>
            <a:gdLst>
              <a:gd name="T0" fmla="*/ 11 w 26"/>
              <a:gd name="T1" fmla="*/ 0 h 53"/>
              <a:gd name="T2" fmla="*/ 11 w 26"/>
              <a:gd name="T3" fmla="*/ 11 h 53"/>
              <a:gd name="T4" fmla="*/ 0 w 26"/>
              <a:gd name="T5" fmla="*/ 27 h 53"/>
              <a:gd name="T6" fmla="*/ 11 w 26"/>
              <a:gd name="T7" fmla="*/ 43 h 53"/>
              <a:gd name="T8" fmla="*/ 11 w 26"/>
              <a:gd name="T9" fmla="*/ 53 h 53"/>
              <a:gd name="T10" fmla="*/ 15 w 26"/>
              <a:gd name="T11" fmla="*/ 53 h 53"/>
              <a:gd name="T12" fmla="*/ 15 w 26"/>
              <a:gd name="T13" fmla="*/ 44 h 53"/>
              <a:gd name="T14" fmla="*/ 17 w 26"/>
              <a:gd name="T15" fmla="*/ 44 h 53"/>
              <a:gd name="T16" fmla="*/ 25 w 26"/>
              <a:gd name="T17" fmla="*/ 43 h 53"/>
              <a:gd name="T18" fmla="*/ 25 w 26"/>
              <a:gd name="T19" fmla="*/ 39 h 53"/>
              <a:gd name="T20" fmla="*/ 17 w 26"/>
              <a:gd name="T21" fmla="*/ 41 h 53"/>
              <a:gd name="T22" fmla="*/ 15 w 26"/>
              <a:gd name="T23" fmla="*/ 40 h 53"/>
              <a:gd name="T24" fmla="*/ 15 w 26"/>
              <a:gd name="T25" fmla="*/ 13 h 53"/>
              <a:gd name="T26" fmla="*/ 18 w 26"/>
              <a:gd name="T27" fmla="*/ 13 h 53"/>
              <a:gd name="T28" fmla="*/ 24 w 26"/>
              <a:gd name="T29" fmla="*/ 15 h 53"/>
              <a:gd name="T30" fmla="*/ 26 w 26"/>
              <a:gd name="T31" fmla="*/ 11 h 53"/>
              <a:gd name="T32" fmla="*/ 18 w 26"/>
              <a:gd name="T33" fmla="*/ 10 h 53"/>
              <a:gd name="T34" fmla="*/ 15 w 26"/>
              <a:gd name="T35" fmla="*/ 10 h 53"/>
              <a:gd name="T36" fmla="*/ 15 w 26"/>
              <a:gd name="T37" fmla="*/ 0 h 53"/>
              <a:gd name="T38" fmla="*/ 11 w 26"/>
              <a:gd name="T39" fmla="*/ 0 h 53"/>
              <a:gd name="T40" fmla="*/ 11 w 26"/>
              <a:gd name="T41" fmla="*/ 39 h 53"/>
              <a:gd name="T42" fmla="*/ 5 w 26"/>
              <a:gd name="T43" fmla="*/ 27 h 53"/>
              <a:gd name="T44" fmla="*/ 11 w 26"/>
              <a:gd name="T45" fmla="*/ 15 h 53"/>
              <a:gd name="T46" fmla="*/ 11 w 26"/>
              <a:gd name="T47" fmla="*/ 3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" h="53">
                <a:moveTo>
                  <a:pt x="11" y="0"/>
                </a:moveTo>
                <a:cubicBezTo>
                  <a:pt x="11" y="11"/>
                  <a:pt x="11" y="11"/>
                  <a:pt x="11" y="11"/>
                </a:cubicBezTo>
                <a:cubicBezTo>
                  <a:pt x="4" y="13"/>
                  <a:pt x="0" y="19"/>
                  <a:pt x="0" y="27"/>
                </a:cubicBezTo>
                <a:cubicBezTo>
                  <a:pt x="0" y="36"/>
                  <a:pt x="4" y="41"/>
                  <a:pt x="11" y="43"/>
                </a:cubicBezTo>
                <a:cubicBezTo>
                  <a:pt x="11" y="53"/>
                  <a:pt x="11" y="53"/>
                  <a:pt x="11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4"/>
                  <a:pt x="17" y="44"/>
                </a:cubicBezTo>
                <a:cubicBezTo>
                  <a:pt x="21" y="44"/>
                  <a:pt x="24" y="43"/>
                  <a:pt x="25" y="43"/>
                </a:cubicBezTo>
                <a:cubicBezTo>
                  <a:pt x="25" y="39"/>
                  <a:pt x="25" y="39"/>
                  <a:pt x="25" y="39"/>
                </a:cubicBezTo>
                <a:cubicBezTo>
                  <a:pt x="23" y="40"/>
                  <a:pt x="20" y="41"/>
                  <a:pt x="17" y="41"/>
                </a:cubicBezTo>
                <a:cubicBezTo>
                  <a:pt x="17" y="41"/>
                  <a:pt x="16" y="40"/>
                  <a:pt x="15" y="40"/>
                </a:cubicBezTo>
                <a:cubicBezTo>
                  <a:pt x="15" y="13"/>
                  <a:pt x="15" y="13"/>
                  <a:pt x="15" y="13"/>
                </a:cubicBezTo>
                <a:cubicBezTo>
                  <a:pt x="16" y="13"/>
                  <a:pt x="17" y="13"/>
                  <a:pt x="18" y="13"/>
                </a:cubicBezTo>
                <a:cubicBezTo>
                  <a:pt x="21" y="13"/>
                  <a:pt x="23" y="14"/>
                  <a:pt x="24" y="15"/>
                </a:cubicBezTo>
                <a:cubicBezTo>
                  <a:pt x="26" y="11"/>
                  <a:pt x="26" y="11"/>
                  <a:pt x="26" y="11"/>
                </a:cubicBezTo>
                <a:cubicBezTo>
                  <a:pt x="24" y="10"/>
                  <a:pt x="22" y="10"/>
                  <a:pt x="18" y="10"/>
                </a:cubicBezTo>
                <a:cubicBezTo>
                  <a:pt x="17" y="10"/>
                  <a:pt x="16" y="10"/>
                  <a:pt x="15" y="10"/>
                </a:cubicBezTo>
                <a:cubicBezTo>
                  <a:pt x="15" y="0"/>
                  <a:pt x="15" y="0"/>
                  <a:pt x="15" y="0"/>
                </a:cubicBezTo>
                <a:lnTo>
                  <a:pt x="11" y="0"/>
                </a:lnTo>
                <a:close/>
                <a:moveTo>
                  <a:pt x="11" y="39"/>
                </a:moveTo>
                <a:cubicBezTo>
                  <a:pt x="7" y="37"/>
                  <a:pt x="5" y="33"/>
                  <a:pt x="5" y="27"/>
                </a:cubicBezTo>
                <a:cubicBezTo>
                  <a:pt x="5" y="21"/>
                  <a:pt x="7" y="17"/>
                  <a:pt x="11" y="15"/>
                </a:cubicBezTo>
                <a:lnTo>
                  <a:pt x="11" y="3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3" name="Oval 51"/>
          <p:cNvSpPr>
            <a:spLocks noChangeArrowheads="1"/>
          </p:cNvSpPr>
          <p:nvPr/>
        </p:nvSpPr>
        <p:spPr bwMode="auto">
          <a:xfrm>
            <a:off x="6062663" y="258764"/>
            <a:ext cx="157163" cy="1571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4" name="Freeform 52"/>
          <p:cNvSpPr>
            <a:spLocks/>
          </p:cNvSpPr>
          <p:nvPr/>
        </p:nvSpPr>
        <p:spPr bwMode="auto">
          <a:xfrm>
            <a:off x="5953125" y="525464"/>
            <a:ext cx="152400" cy="152400"/>
          </a:xfrm>
          <a:custGeom>
            <a:avLst/>
            <a:gdLst>
              <a:gd name="T0" fmla="*/ 34 w 36"/>
              <a:gd name="T1" fmla="*/ 2 h 36"/>
              <a:gd name="T2" fmla="*/ 34 w 36"/>
              <a:gd name="T3" fmla="*/ 12 h 36"/>
              <a:gd name="T4" fmla="*/ 13 w 36"/>
              <a:gd name="T5" fmla="*/ 33 h 36"/>
              <a:gd name="T6" fmla="*/ 3 w 36"/>
              <a:gd name="T7" fmla="*/ 33 h 36"/>
              <a:gd name="T8" fmla="*/ 3 w 36"/>
              <a:gd name="T9" fmla="*/ 23 h 36"/>
              <a:gd name="T10" fmla="*/ 24 w 36"/>
              <a:gd name="T11" fmla="*/ 2 h 36"/>
              <a:gd name="T12" fmla="*/ 34 w 36"/>
              <a:gd name="T13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36">
                <a:moveTo>
                  <a:pt x="34" y="2"/>
                </a:moveTo>
                <a:cubicBezTo>
                  <a:pt x="36" y="5"/>
                  <a:pt x="36" y="9"/>
                  <a:pt x="34" y="12"/>
                </a:cubicBezTo>
                <a:cubicBezTo>
                  <a:pt x="13" y="33"/>
                  <a:pt x="13" y="33"/>
                  <a:pt x="13" y="33"/>
                </a:cubicBezTo>
                <a:cubicBezTo>
                  <a:pt x="10" y="36"/>
                  <a:pt x="6" y="36"/>
                  <a:pt x="3" y="33"/>
                </a:cubicBezTo>
                <a:cubicBezTo>
                  <a:pt x="0" y="30"/>
                  <a:pt x="0" y="26"/>
                  <a:pt x="3" y="23"/>
                </a:cubicBezTo>
                <a:cubicBezTo>
                  <a:pt x="24" y="2"/>
                  <a:pt x="24" y="2"/>
                  <a:pt x="24" y="2"/>
                </a:cubicBezTo>
                <a:cubicBezTo>
                  <a:pt x="27" y="0"/>
                  <a:pt x="31" y="0"/>
                  <a:pt x="34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5" name="Freeform 53"/>
          <p:cNvSpPr>
            <a:spLocks/>
          </p:cNvSpPr>
          <p:nvPr/>
        </p:nvSpPr>
        <p:spPr bwMode="auto">
          <a:xfrm>
            <a:off x="6173788" y="517526"/>
            <a:ext cx="152400" cy="152400"/>
          </a:xfrm>
          <a:custGeom>
            <a:avLst/>
            <a:gdLst>
              <a:gd name="T0" fmla="*/ 3 w 36"/>
              <a:gd name="T1" fmla="*/ 3 h 36"/>
              <a:gd name="T2" fmla="*/ 3 w 36"/>
              <a:gd name="T3" fmla="*/ 12 h 36"/>
              <a:gd name="T4" fmla="*/ 24 w 36"/>
              <a:gd name="T5" fmla="*/ 33 h 36"/>
              <a:gd name="T6" fmla="*/ 34 w 36"/>
              <a:gd name="T7" fmla="*/ 33 h 36"/>
              <a:gd name="T8" fmla="*/ 34 w 36"/>
              <a:gd name="T9" fmla="*/ 24 h 36"/>
              <a:gd name="T10" fmla="*/ 13 w 36"/>
              <a:gd name="T11" fmla="*/ 3 h 36"/>
              <a:gd name="T12" fmla="*/ 3 w 36"/>
              <a:gd name="T13" fmla="*/ 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36">
                <a:moveTo>
                  <a:pt x="3" y="3"/>
                </a:moveTo>
                <a:cubicBezTo>
                  <a:pt x="0" y="5"/>
                  <a:pt x="0" y="10"/>
                  <a:pt x="3" y="12"/>
                </a:cubicBezTo>
                <a:cubicBezTo>
                  <a:pt x="24" y="33"/>
                  <a:pt x="24" y="33"/>
                  <a:pt x="24" y="33"/>
                </a:cubicBezTo>
                <a:cubicBezTo>
                  <a:pt x="27" y="36"/>
                  <a:pt x="31" y="36"/>
                  <a:pt x="34" y="33"/>
                </a:cubicBezTo>
                <a:cubicBezTo>
                  <a:pt x="36" y="31"/>
                  <a:pt x="36" y="26"/>
                  <a:pt x="34" y="24"/>
                </a:cubicBezTo>
                <a:cubicBezTo>
                  <a:pt x="13" y="3"/>
                  <a:pt x="13" y="3"/>
                  <a:pt x="13" y="3"/>
                </a:cubicBezTo>
                <a:cubicBezTo>
                  <a:pt x="10" y="0"/>
                  <a:pt x="6" y="0"/>
                  <a:pt x="3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6" name="Freeform 54"/>
          <p:cNvSpPr>
            <a:spLocks/>
          </p:cNvSpPr>
          <p:nvPr/>
        </p:nvSpPr>
        <p:spPr bwMode="auto">
          <a:xfrm>
            <a:off x="5956300" y="431801"/>
            <a:ext cx="93663" cy="207963"/>
          </a:xfrm>
          <a:custGeom>
            <a:avLst/>
            <a:gdLst>
              <a:gd name="T0" fmla="*/ 17 w 22"/>
              <a:gd name="T1" fmla="*/ 0 h 49"/>
              <a:gd name="T2" fmla="*/ 0 w 22"/>
              <a:gd name="T3" fmla="*/ 49 h 49"/>
              <a:gd name="T4" fmla="*/ 22 w 22"/>
              <a:gd name="T5" fmla="*/ 49 h 49"/>
              <a:gd name="T6" fmla="*/ 17 w 22"/>
              <a:gd name="T7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49">
                <a:moveTo>
                  <a:pt x="17" y="0"/>
                </a:moveTo>
                <a:cubicBezTo>
                  <a:pt x="17" y="0"/>
                  <a:pt x="1" y="37"/>
                  <a:pt x="0" y="49"/>
                </a:cubicBezTo>
                <a:cubicBezTo>
                  <a:pt x="22" y="49"/>
                  <a:pt x="22" y="49"/>
                  <a:pt x="22" y="49"/>
                </a:cubicBezTo>
                <a:lnTo>
                  <a:pt x="1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7" name="Freeform 55"/>
          <p:cNvSpPr>
            <a:spLocks/>
          </p:cNvSpPr>
          <p:nvPr/>
        </p:nvSpPr>
        <p:spPr bwMode="auto">
          <a:xfrm>
            <a:off x="6232525" y="431801"/>
            <a:ext cx="93663" cy="207963"/>
          </a:xfrm>
          <a:custGeom>
            <a:avLst/>
            <a:gdLst>
              <a:gd name="T0" fmla="*/ 4 w 22"/>
              <a:gd name="T1" fmla="*/ 0 h 49"/>
              <a:gd name="T2" fmla="*/ 22 w 22"/>
              <a:gd name="T3" fmla="*/ 49 h 49"/>
              <a:gd name="T4" fmla="*/ 0 w 22"/>
              <a:gd name="T5" fmla="*/ 49 h 49"/>
              <a:gd name="T6" fmla="*/ 4 w 22"/>
              <a:gd name="T7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49">
                <a:moveTo>
                  <a:pt x="4" y="0"/>
                </a:moveTo>
                <a:cubicBezTo>
                  <a:pt x="4" y="0"/>
                  <a:pt x="21" y="37"/>
                  <a:pt x="22" y="49"/>
                </a:cubicBezTo>
                <a:cubicBezTo>
                  <a:pt x="0" y="49"/>
                  <a:pt x="0" y="49"/>
                  <a:pt x="0" y="49"/>
                </a:cubicBezTo>
                <a:lnTo>
                  <a:pt x="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8" name="Freeform 56"/>
          <p:cNvSpPr>
            <a:spLocks noEditPoints="1"/>
          </p:cNvSpPr>
          <p:nvPr/>
        </p:nvSpPr>
        <p:spPr bwMode="auto">
          <a:xfrm>
            <a:off x="6029325" y="431801"/>
            <a:ext cx="220663" cy="246063"/>
          </a:xfrm>
          <a:custGeom>
            <a:avLst/>
            <a:gdLst>
              <a:gd name="T0" fmla="*/ 0 w 139"/>
              <a:gd name="T1" fmla="*/ 0 h 155"/>
              <a:gd name="T2" fmla="*/ 0 w 139"/>
              <a:gd name="T3" fmla="*/ 155 h 155"/>
              <a:gd name="T4" fmla="*/ 139 w 139"/>
              <a:gd name="T5" fmla="*/ 155 h 155"/>
              <a:gd name="T6" fmla="*/ 139 w 139"/>
              <a:gd name="T7" fmla="*/ 0 h 155"/>
              <a:gd name="T8" fmla="*/ 0 w 139"/>
              <a:gd name="T9" fmla="*/ 0 h 155"/>
              <a:gd name="T10" fmla="*/ 115 w 139"/>
              <a:gd name="T11" fmla="*/ 121 h 155"/>
              <a:gd name="T12" fmla="*/ 69 w 139"/>
              <a:gd name="T13" fmla="*/ 137 h 155"/>
              <a:gd name="T14" fmla="*/ 21 w 139"/>
              <a:gd name="T15" fmla="*/ 121 h 155"/>
              <a:gd name="T16" fmla="*/ 21 w 139"/>
              <a:gd name="T17" fmla="*/ 40 h 155"/>
              <a:gd name="T18" fmla="*/ 69 w 139"/>
              <a:gd name="T19" fmla="*/ 56 h 155"/>
              <a:gd name="T20" fmla="*/ 115 w 139"/>
              <a:gd name="T21" fmla="*/ 40 h 155"/>
              <a:gd name="T22" fmla="*/ 115 w 139"/>
              <a:gd name="T23" fmla="*/ 12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9" h="155">
                <a:moveTo>
                  <a:pt x="0" y="0"/>
                </a:moveTo>
                <a:lnTo>
                  <a:pt x="0" y="155"/>
                </a:lnTo>
                <a:lnTo>
                  <a:pt x="139" y="155"/>
                </a:lnTo>
                <a:lnTo>
                  <a:pt x="139" y="0"/>
                </a:lnTo>
                <a:lnTo>
                  <a:pt x="0" y="0"/>
                </a:lnTo>
                <a:close/>
                <a:moveTo>
                  <a:pt x="115" y="121"/>
                </a:moveTo>
                <a:lnTo>
                  <a:pt x="69" y="137"/>
                </a:lnTo>
                <a:lnTo>
                  <a:pt x="21" y="121"/>
                </a:lnTo>
                <a:lnTo>
                  <a:pt x="21" y="40"/>
                </a:lnTo>
                <a:lnTo>
                  <a:pt x="69" y="56"/>
                </a:lnTo>
                <a:lnTo>
                  <a:pt x="115" y="40"/>
                </a:lnTo>
                <a:lnTo>
                  <a:pt x="115" y="1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9" name="Rectangle 57"/>
          <p:cNvSpPr>
            <a:spLocks noChangeArrowheads="1"/>
          </p:cNvSpPr>
          <p:nvPr/>
        </p:nvSpPr>
        <p:spPr bwMode="auto">
          <a:xfrm>
            <a:off x="6864350" y="431801"/>
            <a:ext cx="144463" cy="60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0" name="Freeform 58"/>
          <p:cNvSpPr>
            <a:spLocks/>
          </p:cNvSpPr>
          <p:nvPr/>
        </p:nvSpPr>
        <p:spPr bwMode="auto">
          <a:xfrm>
            <a:off x="6948488" y="279401"/>
            <a:ext cx="60325" cy="212725"/>
          </a:xfrm>
          <a:custGeom>
            <a:avLst/>
            <a:gdLst>
              <a:gd name="T0" fmla="*/ 14 w 14"/>
              <a:gd name="T1" fmla="*/ 43 h 50"/>
              <a:gd name="T2" fmla="*/ 7 w 14"/>
              <a:gd name="T3" fmla="*/ 50 h 50"/>
              <a:gd name="T4" fmla="*/ 0 w 14"/>
              <a:gd name="T5" fmla="*/ 43 h 50"/>
              <a:gd name="T6" fmla="*/ 0 w 14"/>
              <a:gd name="T7" fmla="*/ 7 h 50"/>
              <a:gd name="T8" fmla="*/ 7 w 14"/>
              <a:gd name="T9" fmla="*/ 0 h 50"/>
              <a:gd name="T10" fmla="*/ 14 w 14"/>
              <a:gd name="T11" fmla="*/ 7 h 50"/>
              <a:gd name="T12" fmla="*/ 14 w 14"/>
              <a:gd name="T13" fmla="*/ 43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" h="50">
                <a:moveTo>
                  <a:pt x="14" y="43"/>
                </a:moveTo>
                <a:cubicBezTo>
                  <a:pt x="14" y="47"/>
                  <a:pt x="11" y="50"/>
                  <a:pt x="7" y="50"/>
                </a:cubicBezTo>
                <a:cubicBezTo>
                  <a:pt x="3" y="50"/>
                  <a:pt x="0" y="47"/>
                  <a:pt x="0" y="43"/>
                </a:cubicBezTo>
                <a:cubicBezTo>
                  <a:pt x="0" y="7"/>
                  <a:pt x="0" y="7"/>
                  <a:pt x="0" y="7"/>
                </a:cubicBezTo>
                <a:cubicBezTo>
                  <a:pt x="0" y="4"/>
                  <a:pt x="3" y="0"/>
                  <a:pt x="7" y="0"/>
                </a:cubicBezTo>
                <a:cubicBezTo>
                  <a:pt x="11" y="0"/>
                  <a:pt x="14" y="4"/>
                  <a:pt x="14" y="7"/>
                </a:cubicBezTo>
                <a:lnTo>
                  <a:pt x="14" y="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1" name="Oval 59"/>
          <p:cNvSpPr>
            <a:spLocks noChangeArrowheads="1"/>
          </p:cNvSpPr>
          <p:nvPr/>
        </p:nvSpPr>
        <p:spPr bwMode="auto">
          <a:xfrm>
            <a:off x="6897688" y="231776"/>
            <a:ext cx="149225" cy="15398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2" name="Freeform 60"/>
          <p:cNvSpPr>
            <a:spLocks/>
          </p:cNvSpPr>
          <p:nvPr/>
        </p:nvSpPr>
        <p:spPr bwMode="auto">
          <a:xfrm>
            <a:off x="6677025" y="431801"/>
            <a:ext cx="207963" cy="238125"/>
          </a:xfrm>
          <a:custGeom>
            <a:avLst/>
            <a:gdLst>
              <a:gd name="T0" fmla="*/ 0 w 49"/>
              <a:gd name="T1" fmla="*/ 0 h 56"/>
              <a:gd name="T2" fmla="*/ 0 w 49"/>
              <a:gd name="T3" fmla="*/ 34 h 56"/>
              <a:gd name="T4" fmla="*/ 16 w 49"/>
              <a:gd name="T5" fmla="*/ 34 h 56"/>
              <a:gd name="T6" fmla="*/ 24 w 49"/>
              <a:gd name="T7" fmla="*/ 42 h 56"/>
              <a:gd name="T8" fmla="*/ 16 w 49"/>
              <a:gd name="T9" fmla="*/ 50 h 56"/>
              <a:gd name="T10" fmla="*/ 0 w 49"/>
              <a:gd name="T11" fmla="*/ 50 h 56"/>
              <a:gd name="T12" fmla="*/ 0 w 49"/>
              <a:gd name="T13" fmla="*/ 56 h 56"/>
              <a:gd name="T14" fmla="*/ 49 w 49"/>
              <a:gd name="T15" fmla="*/ 56 h 56"/>
              <a:gd name="T16" fmla="*/ 49 w 49"/>
              <a:gd name="T17" fmla="*/ 0 h 56"/>
              <a:gd name="T18" fmla="*/ 0 w 49"/>
              <a:gd name="T19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9" h="56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20" y="34"/>
                  <a:pt x="24" y="37"/>
                  <a:pt x="24" y="42"/>
                </a:cubicBezTo>
                <a:cubicBezTo>
                  <a:pt x="24" y="47"/>
                  <a:pt x="20" y="50"/>
                  <a:pt x="16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6"/>
                  <a:pt x="0" y="56"/>
                  <a:pt x="0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0"/>
                  <a:pt x="49" y="0"/>
                  <a:pt x="4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3" name="Freeform 61"/>
          <p:cNvSpPr>
            <a:spLocks/>
          </p:cNvSpPr>
          <p:nvPr/>
        </p:nvSpPr>
        <p:spPr bwMode="auto">
          <a:xfrm>
            <a:off x="6605588" y="431801"/>
            <a:ext cx="165100" cy="207963"/>
          </a:xfrm>
          <a:custGeom>
            <a:avLst/>
            <a:gdLst>
              <a:gd name="T0" fmla="*/ 33 w 39"/>
              <a:gd name="T1" fmla="*/ 35 h 49"/>
              <a:gd name="T2" fmla="*/ 15 w 39"/>
              <a:gd name="T3" fmla="*/ 35 h 49"/>
              <a:gd name="T4" fmla="*/ 15 w 39"/>
              <a:gd name="T5" fmla="*/ 0 h 49"/>
              <a:gd name="T6" fmla="*/ 0 w 39"/>
              <a:gd name="T7" fmla="*/ 0 h 49"/>
              <a:gd name="T8" fmla="*/ 0 w 39"/>
              <a:gd name="T9" fmla="*/ 40 h 49"/>
              <a:gd name="T10" fmla="*/ 0 w 39"/>
              <a:gd name="T11" fmla="*/ 40 h 49"/>
              <a:gd name="T12" fmla="*/ 0 w 39"/>
              <a:gd name="T13" fmla="*/ 42 h 49"/>
              <a:gd name="T14" fmla="*/ 7 w 39"/>
              <a:gd name="T15" fmla="*/ 49 h 49"/>
              <a:gd name="T16" fmla="*/ 33 w 39"/>
              <a:gd name="T17" fmla="*/ 49 h 49"/>
              <a:gd name="T18" fmla="*/ 39 w 39"/>
              <a:gd name="T19" fmla="*/ 42 h 49"/>
              <a:gd name="T20" fmla="*/ 33 w 39"/>
              <a:gd name="T21" fmla="*/ 3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49">
                <a:moveTo>
                  <a:pt x="33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5" y="0"/>
                  <a:pt x="15" y="0"/>
                  <a:pt x="1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1"/>
                  <a:pt x="0" y="41"/>
                  <a:pt x="0" y="42"/>
                </a:cubicBezTo>
                <a:cubicBezTo>
                  <a:pt x="0" y="46"/>
                  <a:pt x="3" y="49"/>
                  <a:pt x="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6" y="49"/>
                  <a:pt x="39" y="46"/>
                  <a:pt x="39" y="42"/>
                </a:cubicBezTo>
                <a:cubicBezTo>
                  <a:pt x="39" y="38"/>
                  <a:pt x="36" y="35"/>
                  <a:pt x="33" y="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4" name="Freeform 62"/>
          <p:cNvSpPr>
            <a:spLocks/>
          </p:cNvSpPr>
          <p:nvPr/>
        </p:nvSpPr>
        <p:spPr bwMode="auto">
          <a:xfrm>
            <a:off x="6707188" y="300039"/>
            <a:ext cx="139700" cy="123825"/>
          </a:xfrm>
          <a:custGeom>
            <a:avLst/>
            <a:gdLst>
              <a:gd name="T0" fmla="*/ 28 w 33"/>
              <a:gd name="T1" fmla="*/ 0 h 29"/>
              <a:gd name="T2" fmla="*/ 33 w 33"/>
              <a:gd name="T3" fmla="*/ 12 h 29"/>
              <a:gd name="T4" fmla="*/ 17 w 33"/>
              <a:gd name="T5" fmla="*/ 29 h 29"/>
              <a:gd name="T6" fmla="*/ 0 w 33"/>
              <a:gd name="T7" fmla="*/ 12 h 29"/>
              <a:gd name="T8" fmla="*/ 5 w 33"/>
              <a:gd name="T9" fmla="*/ 1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29">
                <a:moveTo>
                  <a:pt x="28" y="0"/>
                </a:moveTo>
                <a:cubicBezTo>
                  <a:pt x="31" y="3"/>
                  <a:pt x="33" y="8"/>
                  <a:pt x="33" y="12"/>
                </a:cubicBezTo>
                <a:cubicBezTo>
                  <a:pt x="33" y="21"/>
                  <a:pt x="26" y="29"/>
                  <a:pt x="17" y="29"/>
                </a:cubicBezTo>
                <a:cubicBezTo>
                  <a:pt x="8" y="29"/>
                  <a:pt x="0" y="21"/>
                  <a:pt x="0" y="12"/>
                </a:cubicBezTo>
                <a:cubicBezTo>
                  <a:pt x="0" y="8"/>
                  <a:pt x="2" y="4"/>
                  <a:pt x="5" y="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5" name="Freeform 63"/>
          <p:cNvSpPr>
            <a:spLocks/>
          </p:cNvSpPr>
          <p:nvPr/>
        </p:nvSpPr>
        <p:spPr bwMode="auto">
          <a:xfrm>
            <a:off x="6724650" y="258764"/>
            <a:ext cx="131763" cy="41275"/>
          </a:xfrm>
          <a:custGeom>
            <a:avLst/>
            <a:gdLst>
              <a:gd name="T0" fmla="*/ 67 w 83"/>
              <a:gd name="T1" fmla="*/ 21 h 26"/>
              <a:gd name="T2" fmla="*/ 0 w 83"/>
              <a:gd name="T3" fmla="*/ 26 h 26"/>
              <a:gd name="T4" fmla="*/ 0 w 83"/>
              <a:gd name="T5" fmla="*/ 2 h 26"/>
              <a:gd name="T6" fmla="*/ 83 w 83"/>
              <a:gd name="T7" fmla="*/ 0 h 26"/>
              <a:gd name="T8" fmla="*/ 67 w 83"/>
              <a:gd name="T9" fmla="*/ 2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3" h="26">
                <a:moveTo>
                  <a:pt x="67" y="21"/>
                </a:moveTo>
                <a:lnTo>
                  <a:pt x="0" y="26"/>
                </a:lnTo>
                <a:lnTo>
                  <a:pt x="0" y="2"/>
                </a:lnTo>
                <a:lnTo>
                  <a:pt x="83" y="0"/>
                </a:lnTo>
                <a:lnTo>
                  <a:pt x="67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6" name="Oval 64"/>
          <p:cNvSpPr>
            <a:spLocks noChangeArrowheads="1"/>
          </p:cNvSpPr>
          <p:nvPr/>
        </p:nvSpPr>
        <p:spPr bwMode="auto">
          <a:xfrm>
            <a:off x="7394575" y="228601"/>
            <a:ext cx="165100" cy="1603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7" name="Freeform 65"/>
          <p:cNvSpPr>
            <a:spLocks/>
          </p:cNvSpPr>
          <p:nvPr/>
        </p:nvSpPr>
        <p:spPr bwMode="auto">
          <a:xfrm>
            <a:off x="7500938" y="398464"/>
            <a:ext cx="220663" cy="266700"/>
          </a:xfrm>
          <a:custGeom>
            <a:avLst/>
            <a:gdLst>
              <a:gd name="T0" fmla="*/ 50 w 52"/>
              <a:gd name="T1" fmla="*/ 48 h 63"/>
              <a:gd name="T2" fmla="*/ 37 w 52"/>
              <a:gd name="T3" fmla="*/ 7 h 63"/>
              <a:gd name="T4" fmla="*/ 27 w 52"/>
              <a:gd name="T5" fmla="*/ 0 h 63"/>
              <a:gd name="T6" fmla="*/ 27 w 52"/>
              <a:gd name="T7" fmla="*/ 0 h 63"/>
              <a:gd name="T8" fmla="*/ 0 w 52"/>
              <a:gd name="T9" fmla="*/ 0 h 63"/>
              <a:gd name="T10" fmla="*/ 0 w 52"/>
              <a:gd name="T11" fmla="*/ 51 h 63"/>
              <a:gd name="T12" fmla="*/ 18 w 52"/>
              <a:gd name="T13" fmla="*/ 51 h 63"/>
              <a:gd name="T14" fmla="*/ 18 w 52"/>
              <a:gd name="T15" fmla="*/ 16 h 63"/>
              <a:gd name="T16" fmla="*/ 21 w 52"/>
              <a:gd name="T17" fmla="*/ 16 h 63"/>
              <a:gd name="T18" fmla="*/ 28 w 52"/>
              <a:gd name="T19" fmla="*/ 49 h 63"/>
              <a:gd name="T20" fmla="*/ 30 w 52"/>
              <a:gd name="T21" fmla="*/ 55 h 63"/>
              <a:gd name="T22" fmla="*/ 43 w 52"/>
              <a:gd name="T23" fmla="*/ 62 h 63"/>
              <a:gd name="T24" fmla="*/ 50 w 52"/>
              <a:gd name="T25" fmla="*/ 4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2" h="63">
                <a:moveTo>
                  <a:pt x="50" y="48"/>
                </a:moveTo>
                <a:cubicBezTo>
                  <a:pt x="37" y="7"/>
                  <a:pt x="37" y="7"/>
                  <a:pt x="37" y="7"/>
                </a:cubicBezTo>
                <a:cubicBezTo>
                  <a:pt x="35" y="3"/>
                  <a:pt x="31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16"/>
                  <a:pt x="18" y="16"/>
                  <a:pt x="18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8" y="49"/>
                  <a:pt x="28" y="49"/>
                  <a:pt x="28" y="49"/>
                </a:cubicBezTo>
                <a:cubicBezTo>
                  <a:pt x="30" y="55"/>
                  <a:pt x="30" y="55"/>
                  <a:pt x="30" y="55"/>
                </a:cubicBezTo>
                <a:cubicBezTo>
                  <a:pt x="31" y="60"/>
                  <a:pt x="37" y="63"/>
                  <a:pt x="43" y="62"/>
                </a:cubicBezTo>
                <a:cubicBezTo>
                  <a:pt x="49" y="60"/>
                  <a:pt x="52" y="54"/>
                  <a:pt x="5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8" name="Freeform 66"/>
          <p:cNvSpPr>
            <a:spLocks/>
          </p:cNvSpPr>
          <p:nvPr/>
        </p:nvSpPr>
        <p:spPr bwMode="auto">
          <a:xfrm>
            <a:off x="7232650" y="398464"/>
            <a:ext cx="220663" cy="266700"/>
          </a:xfrm>
          <a:custGeom>
            <a:avLst/>
            <a:gdLst>
              <a:gd name="T0" fmla="*/ 25 w 52"/>
              <a:gd name="T1" fmla="*/ 0 h 63"/>
              <a:gd name="T2" fmla="*/ 25 w 52"/>
              <a:gd name="T3" fmla="*/ 0 h 63"/>
              <a:gd name="T4" fmla="*/ 15 w 52"/>
              <a:gd name="T5" fmla="*/ 7 h 63"/>
              <a:gd name="T6" fmla="*/ 2 w 52"/>
              <a:gd name="T7" fmla="*/ 48 h 63"/>
              <a:gd name="T8" fmla="*/ 9 w 52"/>
              <a:gd name="T9" fmla="*/ 62 h 63"/>
              <a:gd name="T10" fmla="*/ 22 w 52"/>
              <a:gd name="T11" fmla="*/ 55 h 63"/>
              <a:gd name="T12" fmla="*/ 23 w 52"/>
              <a:gd name="T13" fmla="*/ 51 h 63"/>
              <a:gd name="T14" fmla="*/ 23 w 52"/>
              <a:gd name="T15" fmla="*/ 51 h 63"/>
              <a:gd name="T16" fmla="*/ 30 w 52"/>
              <a:gd name="T17" fmla="*/ 16 h 63"/>
              <a:gd name="T18" fmla="*/ 33 w 52"/>
              <a:gd name="T19" fmla="*/ 16 h 63"/>
              <a:gd name="T20" fmla="*/ 33 w 52"/>
              <a:gd name="T21" fmla="*/ 51 h 63"/>
              <a:gd name="T22" fmla="*/ 52 w 52"/>
              <a:gd name="T23" fmla="*/ 51 h 63"/>
              <a:gd name="T24" fmla="*/ 52 w 52"/>
              <a:gd name="T25" fmla="*/ 0 h 63"/>
              <a:gd name="T26" fmla="*/ 25 w 52"/>
              <a:gd name="T2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" h="63"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21" y="0"/>
                  <a:pt x="16" y="3"/>
                  <a:pt x="15" y="7"/>
                </a:cubicBezTo>
                <a:cubicBezTo>
                  <a:pt x="2" y="48"/>
                  <a:pt x="2" y="48"/>
                  <a:pt x="2" y="48"/>
                </a:cubicBezTo>
                <a:cubicBezTo>
                  <a:pt x="0" y="54"/>
                  <a:pt x="3" y="60"/>
                  <a:pt x="9" y="62"/>
                </a:cubicBezTo>
                <a:cubicBezTo>
                  <a:pt x="14" y="63"/>
                  <a:pt x="20" y="60"/>
                  <a:pt x="22" y="55"/>
                </a:cubicBezTo>
                <a:cubicBezTo>
                  <a:pt x="23" y="51"/>
                  <a:pt x="23" y="51"/>
                  <a:pt x="23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30" y="16"/>
                  <a:pt x="30" y="16"/>
                  <a:pt x="30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51"/>
                  <a:pt x="33" y="51"/>
                  <a:pt x="33" y="51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0"/>
                  <a:pt x="52" y="0"/>
                  <a:pt x="52" y="0"/>
                </a:cubicBezTo>
                <a:lnTo>
                  <a:pt x="2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9" name="Freeform 67"/>
          <p:cNvSpPr>
            <a:spLocks/>
          </p:cNvSpPr>
          <p:nvPr/>
        </p:nvSpPr>
        <p:spPr bwMode="auto">
          <a:xfrm>
            <a:off x="7373938" y="614364"/>
            <a:ext cx="211138" cy="47625"/>
          </a:xfrm>
          <a:custGeom>
            <a:avLst/>
            <a:gdLst>
              <a:gd name="T0" fmla="*/ 50 w 133"/>
              <a:gd name="T1" fmla="*/ 8 h 30"/>
              <a:gd name="T2" fmla="*/ 0 w 133"/>
              <a:gd name="T3" fmla="*/ 8 h 30"/>
              <a:gd name="T4" fmla="*/ 0 w 133"/>
              <a:gd name="T5" fmla="*/ 30 h 30"/>
              <a:gd name="T6" fmla="*/ 133 w 133"/>
              <a:gd name="T7" fmla="*/ 30 h 30"/>
              <a:gd name="T8" fmla="*/ 133 w 133"/>
              <a:gd name="T9" fmla="*/ 8 h 30"/>
              <a:gd name="T10" fmla="*/ 80 w 133"/>
              <a:gd name="T11" fmla="*/ 8 h 30"/>
              <a:gd name="T12" fmla="*/ 80 w 133"/>
              <a:gd name="T13" fmla="*/ 0 h 30"/>
              <a:gd name="T14" fmla="*/ 50 w 133"/>
              <a:gd name="T15" fmla="*/ 0 h 30"/>
              <a:gd name="T16" fmla="*/ 50 w 133"/>
              <a:gd name="T17" fmla="*/ 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3" h="30">
                <a:moveTo>
                  <a:pt x="50" y="8"/>
                </a:moveTo>
                <a:lnTo>
                  <a:pt x="0" y="8"/>
                </a:lnTo>
                <a:lnTo>
                  <a:pt x="0" y="30"/>
                </a:lnTo>
                <a:lnTo>
                  <a:pt x="133" y="30"/>
                </a:lnTo>
                <a:lnTo>
                  <a:pt x="133" y="8"/>
                </a:lnTo>
                <a:lnTo>
                  <a:pt x="80" y="8"/>
                </a:lnTo>
                <a:lnTo>
                  <a:pt x="80" y="0"/>
                </a:lnTo>
                <a:lnTo>
                  <a:pt x="50" y="0"/>
                </a:lnTo>
                <a:lnTo>
                  <a:pt x="50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0" name="Rectangle 68"/>
          <p:cNvSpPr>
            <a:spLocks noChangeArrowheads="1"/>
          </p:cNvSpPr>
          <p:nvPr/>
        </p:nvSpPr>
        <p:spPr bwMode="auto">
          <a:xfrm>
            <a:off x="7462838" y="401639"/>
            <a:ext cx="28575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1" name="Rectangle 69"/>
          <p:cNvSpPr>
            <a:spLocks noChangeArrowheads="1"/>
          </p:cNvSpPr>
          <p:nvPr/>
        </p:nvSpPr>
        <p:spPr bwMode="auto">
          <a:xfrm>
            <a:off x="7462838" y="444501"/>
            <a:ext cx="28575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2" name="Rectangle 70"/>
          <p:cNvSpPr>
            <a:spLocks noChangeArrowheads="1"/>
          </p:cNvSpPr>
          <p:nvPr/>
        </p:nvSpPr>
        <p:spPr bwMode="auto">
          <a:xfrm>
            <a:off x="7462838" y="487364"/>
            <a:ext cx="28575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3" name="Rectangle 71"/>
          <p:cNvSpPr>
            <a:spLocks noChangeArrowheads="1"/>
          </p:cNvSpPr>
          <p:nvPr/>
        </p:nvSpPr>
        <p:spPr bwMode="auto">
          <a:xfrm>
            <a:off x="7462838" y="533401"/>
            <a:ext cx="28575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4" name="Rectangle 72"/>
          <p:cNvSpPr>
            <a:spLocks noChangeArrowheads="1"/>
          </p:cNvSpPr>
          <p:nvPr/>
        </p:nvSpPr>
        <p:spPr bwMode="auto">
          <a:xfrm>
            <a:off x="7462838" y="576264"/>
            <a:ext cx="28575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5" name="Freeform 73"/>
          <p:cNvSpPr>
            <a:spLocks noEditPoints="1"/>
          </p:cNvSpPr>
          <p:nvPr/>
        </p:nvSpPr>
        <p:spPr bwMode="auto">
          <a:xfrm>
            <a:off x="677863" y="1052514"/>
            <a:ext cx="414338" cy="319088"/>
          </a:xfrm>
          <a:custGeom>
            <a:avLst/>
            <a:gdLst>
              <a:gd name="T0" fmla="*/ 0 w 98"/>
              <a:gd name="T1" fmla="*/ 0 h 75"/>
              <a:gd name="T2" fmla="*/ 0 w 98"/>
              <a:gd name="T3" fmla="*/ 12 h 75"/>
              <a:gd name="T4" fmla="*/ 11 w 98"/>
              <a:gd name="T5" fmla="*/ 12 h 75"/>
              <a:gd name="T6" fmla="*/ 11 w 98"/>
              <a:gd name="T7" fmla="*/ 22 h 75"/>
              <a:gd name="T8" fmla="*/ 0 w 98"/>
              <a:gd name="T9" fmla="*/ 22 h 75"/>
              <a:gd name="T10" fmla="*/ 0 w 98"/>
              <a:gd name="T11" fmla="*/ 33 h 75"/>
              <a:gd name="T12" fmla="*/ 11 w 98"/>
              <a:gd name="T13" fmla="*/ 33 h 75"/>
              <a:gd name="T14" fmla="*/ 11 w 98"/>
              <a:gd name="T15" fmla="*/ 43 h 75"/>
              <a:gd name="T16" fmla="*/ 0 w 98"/>
              <a:gd name="T17" fmla="*/ 43 h 75"/>
              <a:gd name="T18" fmla="*/ 0 w 98"/>
              <a:gd name="T19" fmla="*/ 53 h 75"/>
              <a:gd name="T20" fmla="*/ 11 w 98"/>
              <a:gd name="T21" fmla="*/ 53 h 75"/>
              <a:gd name="T22" fmla="*/ 11 w 98"/>
              <a:gd name="T23" fmla="*/ 63 h 75"/>
              <a:gd name="T24" fmla="*/ 0 w 98"/>
              <a:gd name="T25" fmla="*/ 63 h 75"/>
              <a:gd name="T26" fmla="*/ 0 w 98"/>
              <a:gd name="T27" fmla="*/ 75 h 75"/>
              <a:gd name="T28" fmla="*/ 58 w 98"/>
              <a:gd name="T29" fmla="*/ 75 h 75"/>
              <a:gd name="T30" fmla="*/ 58 w 98"/>
              <a:gd name="T31" fmla="*/ 63 h 75"/>
              <a:gd name="T32" fmla="*/ 62 w 98"/>
              <a:gd name="T33" fmla="*/ 63 h 75"/>
              <a:gd name="T34" fmla="*/ 62 w 98"/>
              <a:gd name="T35" fmla="*/ 66 h 75"/>
              <a:gd name="T36" fmla="*/ 86 w 98"/>
              <a:gd name="T37" fmla="*/ 66 h 75"/>
              <a:gd name="T38" fmla="*/ 86 w 98"/>
              <a:gd name="T39" fmla="*/ 63 h 75"/>
              <a:gd name="T40" fmla="*/ 89 w 98"/>
              <a:gd name="T41" fmla="*/ 63 h 75"/>
              <a:gd name="T42" fmla="*/ 89 w 98"/>
              <a:gd name="T43" fmla="*/ 75 h 75"/>
              <a:gd name="T44" fmla="*/ 98 w 98"/>
              <a:gd name="T45" fmla="*/ 75 h 75"/>
              <a:gd name="T46" fmla="*/ 98 w 98"/>
              <a:gd name="T47" fmla="*/ 0 h 75"/>
              <a:gd name="T48" fmla="*/ 0 w 98"/>
              <a:gd name="T49" fmla="*/ 0 h 75"/>
              <a:gd name="T50" fmla="*/ 53 w 98"/>
              <a:gd name="T51" fmla="*/ 39 h 75"/>
              <a:gd name="T52" fmla="*/ 40 w 98"/>
              <a:gd name="T53" fmla="*/ 33 h 75"/>
              <a:gd name="T54" fmla="*/ 28 w 98"/>
              <a:gd name="T55" fmla="*/ 49 h 75"/>
              <a:gd name="T56" fmla="*/ 24 w 98"/>
              <a:gd name="T57" fmla="*/ 48 h 75"/>
              <a:gd name="T58" fmla="*/ 40 w 98"/>
              <a:gd name="T59" fmla="*/ 29 h 75"/>
              <a:gd name="T60" fmla="*/ 55 w 98"/>
              <a:gd name="T61" fmla="*/ 37 h 75"/>
              <a:gd name="T62" fmla="*/ 65 w 98"/>
              <a:gd name="T63" fmla="*/ 40 h 75"/>
              <a:gd name="T64" fmla="*/ 69 w 98"/>
              <a:gd name="T65" fmla="*/ 31 h 75"/>
              <a:gd name="T66" fmla="*/ 73 w 98"/>
              <a:gd name="T67" fmla="*/ 31 h 75"/>
              <a:gd name="T68" fmla="*/ 66 w 98"/>
              <a:gd name="T69" fmla="*/ 43 h 75"/>
              <a:gd name="T70" fmla="*/ 53 w 98"/>
              <a:gd name="T71" fmla="*/ 39 h 75"/>
              <a:gd name="T72" fmla="*/ 86 w 98"/>
              <a:gd name="T73" fmla="*/ 63 h 75"/>
              <a:gd name="T74" fmla="*/ 86 w 98"/>
              <a:gd name="T75" fmla="*/ 63 h 75"/>
              <a:gd name="T76" fmla="*/ 74 w 98"/>
              <a:gd name="T77" fmla="*/ 51 h 75"/>
              <a:gd name="T78" fmla="*/ 62 w 98"/>
              <a:gd name="T79" fmla="*/ 63 h 75"/>
              <a:gd name="T80" fmla="*/ 62 w 98"/>
              <a:gd name="T81" fmla="*/ 63 h 75"/>
              <a:gd name="T82" fmla="*/ 58 w 98"/>
              <a:gd name="T83" fmla="*/ 63 h 75"/>
              <a:gd name="T84" fmla="*/ 73 w 98"/>
              <a:gd name="T85" fmla="*/ 48 h 75"/>
              <a:gd name="T86" fmla="*/ 89 w 98"/>
              <a:gd name="T87" fmla="*/ 63 h 75"/>
              <a:gd name="T88" fmla="*/ 86 w 98"/>
              <a:gd name="T89" fmla="*/ 63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8" h="75">
                <a:moveTo>
                  <a:pt x="0" y="0"/>
                </a:moveTo>
                <a:cubicBezTo>
                  <a:pt x="0" y="12"/>
                  <a:pt x="0" y="12"/>
                  <a:pt x="0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22"/>
                  <a:pt x="11" y="22"/>
                  <a:pt x="11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33"/>
                  <a:pt x="0" y="33"/>
                  <a:pt x="0" y="33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43"/>
                  <a:pt x="11" y="43"/>
                  <a:pt x="11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53"/>
                  <a:pt x="0" y="53"/>
                  <a:pt x="0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63"/>
                  <a:pt x="11" y="63"/>
                  <a:pt x="11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75"/>
                  <a:pt x="0" y="75"/>
                  <a:pt x="0" y="75"/>
                </a:cubicBezTo>
                <a:cubicBezTo>
                  <a:pt x="58" y="75"/>
                  <a:pt x="58" y="75"/>
                  <a:pt x="58" y="75"/>
                </a:cubicBezTo>
                <a:cubicBezTo>
                  <a:pt x="58" y="63"/>
                  <a:pt x="58" y="63"/>
                  <a:pt x="58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6"/>
                  <a:pt x="62" y="66"/>
                  <a:pt x="62" y="66"/>
                </a:cubicBezTo>
                <a:cubicBezTo>
                  <a:pt x="86" y="66"/>
                  <a:pt x="86" y="66"/>
                  <a:pt x="86" y="66"/>
                </a:cubicBezTo>
                <a:cubicBezTo>
                  <a:pt x="86" y="63"/>
                  <a:pt x="86" y="63"/>
                  <a:pt x="86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89" y="75"/>
                  <a:pt x="89" y="75"/>
                  <a:pt x="89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8" y="0"/>
                  <a:pt x="98" y="0"/>
                  <a:pt x="98" y="0"/>
                </a:cubicBezTo>
                <a:lnTo>
                  <a:pt x="0" y="0"/>
                </a:lnTo>
                <a:close/>
                <a:moveTo>
                  <a:pt x="53" y="39"/>
                </a:moveTo>
                <a:cubicBezTo>
                  <a:pt x="48" y="34"/>
                  <a:pt x="44" y="32"/>
                  <a:pt x="40" y="33"/>
                </a:cubicBezTo>
                <a:cubicBezTo>
                  <a:pt x="32" y="34"/>
                  <a:pt x="28" y="48"/>
                  <a:pt x="28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47"/>
                  <a:pt x="30" y="31"/>
                  <a:pt x="40" y="29"/>
                </a:cubicBezTo>
                <a:cubicBezTo>
                  <a:pt x="45" y="28"/>
                  <a:pt x="50" y="31"/>
                  <a:pt x="55" y="37"/>
                </a:cubicBezTo>
                <a:cubicBezTo>
                  <a:pt x="57" y="38"/>
                  <a:pt x="61" y="41"/>
                  <a:pt x="65" y="40"/>
                </a:cubicBezTo>
                <a:cubicBezTo>
                  <a:pt x="68" y="39"/>
                  <a:pt x="69" y="34"/>
                  <a:pt x="69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2" y="38"/>
                  <a:pt x="70" y="42"/>
                  <a:pt x="66" y="43"/>
                </a:cubicBezTo>
                <a:cubicBezTo>
                  <a:pt x="60" y="46"/>
                  <a:pt x="53" y="39"/>
                  <a:pt x="53" y="39"/>
                </a:cubicBezTo>
                <a:close/>
                <a:moveTo>
                  <a:pt x="86" y="63"/>
                </a:moveTo>
                <a:cubicBezTo>
                  <a:pt x="86" y="63"/>
                  <a:pt x="86" y="63"/>
                  <a:pt x="86" y="63"/>
                </a:cubicBezTo>
                <a:cubicBezTo>
                  <a:pt x="74" y="51"/>
                  <a:pt x="74" y="51"/>
                  <a:pt x="74" y="51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73" y="48"/>
                  <a:pt x="73" y="48"/>
                  <a:pt x="73" y="48"/>
                </a:cubicBezTo>
                <a:cubicBezTo>
                  <a:pt x="89" y="63"/>
                  <a:pt x="89" y="63"/>
                  <a:pt x="89" y="63"/>
                </a:cubicBezTo>
                <a:lnTo>
                  <a:pt x="86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6" name="Rectangle 74"/>
          <p:cNvSpPr>
            <a:spLocks noChangeArrowheads="1"/>
          </p:cNvSpPr>
          <p:nvPr/>
        </p:nvSpPr>
        <p:spPr bwMode="auto">
          <a:xfrm>
            <a:off x="939800" y="1341439"/>
            <a:ext cx="101600" cy="174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7" name="Rectangle 75"/>
          <p:cNvSpPr>
            <a:spLocks noChangeArrowheads="1"/>
          </p:cNvSpPr>
          <p:nvPr/>
        </p:nvSpPr>
        <p:spPr bwMode="auto">
          <a:xfrm>
            <a:off x="630238" y="1103314"/>
            <a:ext cx="47625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8" name="Rectangle 76"/>
          <p:cNvSpPr>
            <a:spLocks noChangeArrowheads="1"/>
          </p:cNvSpPr>
          <p:nvPr/>
        </p:nvSpPr>
        <p:spPr bwMode="auto">
          <a:xfrm>
            <a:off x="630238" y="1192214"/>
            <a:ext cx="47625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9" name="Rectangle 77"/>
          <p:cNvSpPr>
            <a:spLocks noChangeArrowheads="1"/>
          </p:cNvSpPr>
          <p:nvPr/>
        </p:nvSpPr>
        <p:spPr bwMode="auto">
          <a:xfrm>
            <a:off x="630238" y="1277939"/>
            <a:ext cx="47625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0" name="Freeform 78"/>
          <p:cNvSpPr>
            <a:spLocks noEditPoints="1"/>
          </p:cNvSpPr>
          <p:nvPr/>
        </p:nvSpPr>
        <p:spPr bwMode="auto">
          <a:xfrm>
            <a:off x="1389063" y="1090614"/>
            <a:ext cx="357188" cy="373063"/>
          </a:xfrm>
          <a:custGeom>
            <a:avLst/>
            <a:gdLst>
              <a:gd name="T0" fmla="*/ 225 w 225"/>
              <a:gd name="T1" fmla="*/ 171 h 235"/>
              <a:gd name="T2" fmla="*/ 225 w 225"/>
              <a:gd name="T3" fmla="*/ 163 h 235"/>
              <a:gd name="T4" fmla="*/ 163 w 225"/>
              <a:gd name="T5" fmla="*/ 163 h 235"/>
              <a:gd name="T6" fmla="*/ 163 w 225"/>
              <a:gd name="T7" fmla="*/ 75 h 235"/>
              <a:gd name="T8" fmla="*/ 225 w 225"/>
              <a:gd name="T9" fmla="*/ 75 h 235"/>
              <a:gd name="T10" fmla="*/ 225 w 225"/>
              <a:gd name="T11" fmla="*/ 64 h 235"/>
              <a:gd name="T12" fmla="*/ 163 w 225"/>
              <a:gd name="T13" fmla="*/ 64 h 235"/>
              <a:gd name="T14" fmla="*/ 163 w 225"/>
              <a:gd name="T15" fmla="*/ 0 h 235"/>
              <a:gd name="T16" fmla="*/ 155 w 225"/>
              <a:gd name="T17" fmla="*/ 0 h 235"/>
              <a:gd name="T18" fmla="*/ 155 w 225"/>
              <a:gd name="T19" fmla="*/ 64 h 235"/>
              <a:gd name="T20" fmla="*/ 67 w 225"/>
              <a:gd name="T21" fmla="*/ 64 h 235"/>
              <a:gd name="T22" fmla="*/ 67 w 225"/>
              <a:gd name="T23" fmla="*/ 0 h 235"/>
              <a:gd name="T24" fmla="*/ 56 w 225"/>
              <a:gd name="T25" fmla="*/ 0 h 235"/>
              <a:gd name="T26" fmla="*/ 56 w 225"/>
              <a:gd name="T27" fmla="*/ 64 h 235"/>
              <a:gd name="T28" fmla="*/ 0 w 225"/>
              <a:gd name="T29" fmla="*/ 64 h 235"/>
              <a:gd name="T30" fmla="*/ 0 w 225"/>
              <a:gd name="T31" fmla="*/ 75 h 235"/>
              <a:gd name="T32" fmla="*/ 56 w 225"/>
              <a:gd name="T33" fmla="*/ 75 h 235"/>
              <a:gd name="T34" fmla="*/ 56 w 225"/>
              <a:gd name="T35" fmla="*/ 163 h 235"/>
              <a:gd name="T36" fmla="*/ 0 w 225"/>
              <a:gd name="T37" fmla="*/ 163 h 235"/>
              <a:gd name="T38" fmla="*/ 0 w 225"/>
              <a:gd name="T39" fmla="*/ 171 h 235"/>
              <a:gd name="T40" fmla="*/ 56 w 225"/>
              <a:gd name="T41" fmla="*/ 171 h 235"/>
              <a:gd name="T42" fmla="*/ 56 w 225"/>
              <a:gd name="T43" fmla="*/ 235 h 235"/>
              <a:gd name="T44" fmla="*/ 67 w 225"/>
              <a:gd name="T45" fmla="*/ 235 h 235"/>
              <a:gd name="T46" fmla="*/ 67 w 225"/>
              <a:gd name="T47" fmla="*/ 171 h 235"/>
              <a:gd name="T48" fmla="*/ 155 w 225"/>
              <a:gd name="T49" fmla="*/ 171 h 235"/>
              <a:gd name="T50" fmla="*/ 155 w 225"/>
              <a:gd name="T51" fmla="*/ 235 h 235"/>
              <a:gd name="T52" fmla="*/ 163 w 225"/>
              <a:gd name="T53" fmla="*/ 235 h 235"/>
              <a:gd name="T54" fmla="*/ 163 w 225"/>
              <a:gd name="T55" fmla="*/ 171 h 235"/>
              <a:gd name="T56" fmla="*/ 225 w 225"/>
              <a:gd name="T57" fmla="*/ 171 h 235"/>
              <a:gd name="T58" fmla="*/ 67 w 225"/>
              <a:gd name="T59" fmla="*/ 163 h 235"/>
              <a:gd name="T60" fmla="*/ 67 w 225"/>
              <a:gd name="T61" fmla="*/ 75 h 235"/>
              <a:gd name="T62" fmla="*/ 155 w 225"/>
              <a:gd name="T63" fmla="*/ 75 h 235"/>
              <a:gd name="T64" fmla="*/ 155 w 225"/>
              <a:gd name="T65" fmla="*/ 163 h 235"/>
              <a:gd name="T66" fmla="*/ 67 w 225"/>
              <a:gd name="T67" fmla="*/ 163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25" h="235">
                <a:moveTo>
                  <a:pt x="225" y="171"/>
                </a:moveTo>
                <a:lnTo>
                  <a:pt x="225" y="163"/>
                </a:lnTo>
                <a:lnTo>
                  <a:pt x="163" y="163"/>
                </a:lnTo>
                <a:lnTo>
                  <a:pt x="163" y="75"/>
                </a:lnTo>
                <a:lnTo>
                  <a:pt x="225" y="75"/>
                </a:lnTo>
                <a:lnTo>
                  <a:pt x="225" y="64"/>
                </a:lnTo>
                <a:lnTo>
                  <a:pt x="163" y="64"/>
                </a:lnTo>
                <a:lnTo>
                  <a:pt x="163" y="0"/>
                </a:lnTo>
                <a:lnTo>
                  <a:pt x="155" y="0"/>
                </a:lnTo>
                <a:lnTo>
                  <a:pt x="155" y="64"/>
                </a:lnTo>
                <a:lnTo>
                  <a:pt x="67" y="64"/>
                </a:lnTo>
                <a:lnTo>
                  <a:pt x="67" y="0"/>
                </a:lnTo>
                <a:lnTo>
                  <a:pt x="56" y="0"/>
                </a:lnTo>
                <a:lnTo>
                  <a:pt x="56" y="64"/>
                </a:lnTo>
                <a:lnTo>
                  <a:pt x="0" y="64"/>
                </a:lnTo>
                <a:lnTo>
                  <a:pt x="0" y="75"/>
                </a:lnTo>
                <a:lnTo>
                  <a:pt x="56" y="75"/>
                </a:lnTo>
                <a:lnTo>
                  <a:pt x="56" y="163"/>
                </a:lnTo>
                <a:lnTo>
                  <a:pt x="0" y="163"/>
                </a:lnTo>
                <a:lnTo>
                  <a:pt x="0" y="171"/>
                </a:lnTo>
                <a:lnTo>
                  <a:pt x="56" y="171"/>
                </a:lnTo>
                <a:lnTo>
                  <a:pt x="56" y="235"/>
                </a:lnTo>
                <a:lnTo>
                  <a:pt x="67" y="235"/>
                </a:lnTo>
                <a:lnTo>
                  <a:pt x="67" y="171"/>
                </a:lnTo>
                <a:lnTo>
                  <a:pt x="155" y="171"/>
                </a:lnTo>
                <a:lnTo>
                  <a:pt x="155" y="235"/>
                </a:lnTo>
                <a:lnTo>
                  <a:pt x="163" y="235"/>
                </a:lnTo>
                <a:lnTo>
                  <a:pt x="163" y="171"/>
                </a:lnTo>
                <a:lnTo>
                  <a:pt x="225" y="171"/>
                </a:lnTo>
                <a:close/>
                <a:moveTo>
                  <a:pt x="67" y="163"/>
                </a:moveTo>
                <a:lnTo>
                  <a:pt x="67" y="75"/>
                </a:lnTo>
                <a:lnTo>
                  <a:pt x="155" y="75"/>
                </a:lnTo>
                <a:lnTo>
                  <a:pt x="155" y="163"/>
                </a:lnTo>
                <a:lnTo>
                  <a:pt x="67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1" name="Freeform 79"/>
          <p:cNvSpPr>
            <a:spLocks noEditPoints="1"/>
          </p:cNvSpPr>
          <p:nvPr/>
        </p:nvSpPr>
        <p:spPr bwMode="auto">
          <a:xfrm>
            <a:off x="1673225" y="1098551"/>
            <a:ext cx="80963" cy="80963"/>
          </a:xfrm>
          <a:custGeom>
            <a:avLst/>
            <a:gdLst>
              <a:gd name="T0" fmla="*/ 10 w 19"/>
              <a:gd name="T1" fmla="*/ 19 h 19"/>
              <a:gd name="T2" fmla="*/ 19 w 19"/>
              <a:gd name="T3" fmla="*/ 10 h 19"/>
              <a:gd name="T4" fmla="*/ 10 w 19"/>
              <a:gd name="T5" fmla="*/ 0 h 19"/>
              <a:gd name="T6" fmla="*/ 0 w 19"/>
              <a:gd name="T7" fmla="*/ 10 h 19"/>
              <a:gd name="T8" fmla="*/ 10 w 19"/>
              <a:gd name="T9" fmla="*/ 19 h 19"/>
              <a:gd name="T10" fmla="*/ 10 w 19"/>
              <a:gd name="T11" fmla="*/ 3 h 19"/>
              <a:gd name="T12" fmla="*/ 16 w 19"/>
              <a:gd name="T13" fmla="*/ 10 h 19"/>
              <a:gd name="T14" fmla="*/ 10 w 19"/>
              <a:gd name="T15" fmla="*/ 16 h 19"/>
              <a:gd name="T16" fmla="*/ 3 w 19"/>
              <a:gd name="T17" fmla="*/ 10 h 19"/>
              <a:gd name="T18" fmla="*/ 10 w 19"/>
              <a:gd name="T19" fmla="*/ 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19">
                <a:moveTo>
                  <a:pt x="10" y="19"/>
                </a:moveTo>
                <a:cubicBezTo>
                  <a:pt x="15" y="19"/>
                  <a:pt x="19" y="15"/>
                  <a:pt x="19" y="10"/>
                </a:cubicBez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5"/>
                  <a:pt x="4" y="19"/>
                  <a:pt x="10" y="19"/>
                </a:cubicBezTo>
                <a:close/>
                <a:moveTo>
                  <a:pt x="10" y="3"/>
                </a:moveTo>
                <a:cubicBezTo>
                  <a:pt x="13" y="3"/>
                  <a:pt x="16" y="6"/>
                  <a:pt x="16" y="10"/>
                </a:cubicBezTo>
                <a:cubicBezTo>
                  <a:pt x="16" y="13"/>
                  <a:pt x="13" y="16"/>
                  <a:pt x="10" y="16"/>
                </a:cubicBezTo>
                <a:cubicBezTo>
                  <a:pt x="6" y="16"/>
                  <a:pt x="3" y="13"/>
                  <a:pt x="3" y="10"/>
                </a:cubicBezTo>
                <a:cubicBezTo>
                  <a:pt x="3" y="6"/>
                  <a:pt x="6" y="3"/>
                  <a:pt x="1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2" name="Freeform 80"/>
          <p:cNvSpPr>
            <a:spLocks noEditPoints="1"/>
          </p:cNvSpPr>
          <p:nvPr/>
        </p:nvSpPr>
        <p:spPr bwMode="auto">
          <a:xfrm>
            <a:off x="1528763" y="1239839"/>
            <a:ext cx="80963" cy="79375"/>
          </a:xfrm>
          <a:custGeom>
            <a:avLst/>
            <a:gdLst>
              <a:gd name="T0" fmla="*/ 9 w 19"/>
              <a:gd name="T1" fmla="*/ 0 h 19"/>
              <a:gd name="T2" fmla="*/ 0 w 19"/>
              <a:gd name="T3" fmla="*/ 9 h 19"/>
              <a:gd name="T4" fmla="*/ 9 w 19"/>
              <a:gd name="T5" fmla="*/ 19 h 19"/>
              <a:gd name="T6" fmla="*/ 19 w 19"/>
              <a:gd name="T7" fmla="*/ 9 h 19"/>
              <a:gd name="T8" fmla="*/ 9 w 19"/>
              <a:gd name="T9" fmla="*/ 0 h 19"/>
              <a:gd name="T10" fmla="*/ 9 w 19"/>
              <a:gd name="T11" fmla="*/ 15 h 19"/>
              <a:gd name="T12" fmla="*/ 3 w 19"/>
              <a:gd name="T13" fmla="*/ 9 h 19"/>
              <a:gd name="T14" fmla="*/ 9 w 19"/>
              <a:gd name="T15" fmla="*/ 3 h 19"/>
              <a:gd name="T16" fmla="*/ 15 w 19"/>
              <a:gd name="T17" fmla="*/ 9 h 19"/>
              <a:gd name="T18" fmla="*/ 9 w 19"/>
              <a:gd name="T19" fmla="*/ 15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19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9"/>
                  <a:pt x="9" y="19"/>
                </a:cubicBezTo>
                <a:cubicBezTo>
                  <a:pt x="14" y="19"/>
                  <a:pt x="19" y="14"/>
                  <a:pt x="19" y="9"/>
                </a:cubicBezTo>
                <a:cubicBezTo>
                  <a:pt x="19" y="4"/>
                  <a:pt x="14" y="0"/>
                  <a:pt x="9" y="0"/>
                </a:cubicBezTo>
                <a:close/>
                <a:moveTo>
                  <a:pt x="9" y="15"/>
                </a:moveTo>
                <a:cubicBezTo>
                  <a:pt x="6" y="15"/>
                  <a:pt x="3" y="13"/>
                  <a:pt x="3" y="9"/>
                </a:cubicBezTo>
                <a:cubicBezTo>
                  <a:pt x="3" y="6"/>
                  <a:pt x="6" y="3"/>
                  <a:pt x="9" y="3"/>
                </a:cubicBezTo>
                <a:cubicBezTo>
                  <a:pt x="12" y="3"/>
                  <a:pt x="15" y="6"/>
                  <a:pt x="15" y="9"/>
                </a:cubicBezTo>
                <a:cubicBezTo>
                  <a:pt x="15" y="13"/>
                  <a:pt x="12" y="15"/>
                  <a:pt x="9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3" name="Freeform 81"/>
          <p:cNvSpPr>
            <a:spLocks/>
          </p:cNvSpPr>
          <p:nvPr/>
        </p:nvSpPr>
        <p:spPr bwMode="auto">
          <a:xfrm>
            <a:off x="1665288" y="1387476"/>
            <a:ext cx="88900" cy="76200"/>
          </a:xfrm>
          <a:custGeom>
            <a:avLst/>
            <a:gdLst>
              <a:gd name="T0" fmla="*/ 21 w 21"/>
              <a:gd name="T1" fmla="*/ 0 h 18"/>
              <a:gd name="T2" fmla="*/ 17 w 21"/>
              <a:gd name="T3" fmla="*/ 0 h 18"/>
              <a:gd name="T4" fmla="*/ 13 w 21"/>
              <a:gd name="T5" fmla="*/ 5 h 18"/>
              <a:gd name="T6" fmla="*/ 11 w 21"/>
              <a:gd name="T7" fmla="*/ 8 h 18"/>
              <a:gd name="T8" fmla="*/ 10 w 21"/>
              <a:gd name="T9" fmla="*/ 8 h 18"/>
              <a:gd name="T10" fmla="*/ 8 w 21"/>
              <a:gd name="T11" fmla="*/ 5 h 18"/>
              <a:gd name="T12" fmla="*/ 4 w 21"/>
              <a:gd name="T13" fmla="*/ 0 h 18"/>
              <a:gd name="T14" fmla="*/ 0 w 21"/>
              <a:gd name="T15" fmla="*/ 0 h 18"/>
              <a:gd name="T16" fmla="*/ 8 w 21"/>
              <a:gd name="T17" fmla="*/ 9 h 18"/>
              <a:gd name="T18" fmla="*/ 0 w 21"/>
              <a:gd name="T19" fmla="*/ 18 h 18"/>
              <a:gd name="T20" fmla="*/ 4 w 21"/>
              <a:gd name="T21" fmla="*/ 18 h 18"/>
              <a:gd name="T22" fmla="*/ 7 w 21"/>
              <a:gd name="T23" fmla="*/ 14 h 18"/>
              <a:gd name="T24" fmla="*/ 10 w 21"/>
              <a:gd name="T25" fmla="*/ 11 h 18"/>
              <a:gd name="T26" fmla="*/ 10 w 21"/>
              <a:gd name="T27" fmla="*/ 11 h 18"/>
              <a:gd name="T28" fmla="*/ 13 w 21"/>
              <a:gd name="T29" fmla="*/ 14 h 18"/>
              <a:gd name="T30" fmla="*/ 17 w 21"/>
              <a:gd name="T31" fmla="*/ 18 h 18"/>
              <a:gd name="T32" fmla="*/ 21 w 21"/>
              <a:gd name="T33" fmla="*/ 18 h 18"/>
              <a:gd name="T34" fmla="*/ 13 w 21"/>
              <a:gd name="T35" fmla="*/ 9 h 18"/>
              <a:gd name="T36" fmla="*/ 21 w 21"/>
              <a:gd name="T3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" h="18">
                <a:moveTo>
                  <a:pt x="21" y="0"/>
                </a:moveTo>
                <a:cubicBezTo>
                  <a:pt x="17" y="0"/>
                  <a:pt x="17" y="0"/>
                  <a:pt x="17" y="0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6"/>
                  <a:pt x="11" y="7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7"/>
                  <a:pt x="9" y="6"/>
                  <a:pt x="8" y="5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8" y="9"/>
                  <a:pt x="8" y="9"/>
                  <a:pt x="8" y="9"/>
                </a:cubicBezTo>
                <a:cubicBezTo>
                  <a:pt x="0" y="18"/>
                  <a:pt x="0" y="18"/>
                  <a:pt x="0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7" y="14"/>
                  <a:pt x="7" y="14"/>
                  <a:pt x="7" y="14"/>
                </a:cubicBezTo>
                <a:cubicBezTo>
                  <a:pt x="9" y="13"/>
                  <a:pt x="9" y="12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1" y="12"/>
                  <a:pt x="12" y="13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13" y="9"/>
                  <a:pt x="13" y="9"/>
                  <a:pt x="13" y="9"/>
                </a:cubicBezTo>
                <a:lnTo>
                  <a:pt x="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4" name="Freeform 82"/>
          <p:cNvSpPr>
            <a:spLocks/>
          </p:cNvSpPr>
          <p:nvPr/>
        </p:nvSpPr>
        <p:spPr bwMode="auto">
          <a:xfrm>
            <a:off x="1376363" y="1239839"/>
            <a:ext cx="88900" cy="76200"/>
          </a:xfrm>
          <a:custGeom>
            <a:avLst/>
            <a:gdLst>
              <a:gd name="T0" fmla="*/ 4 w 21"/>
              <a:gd name="T1" fmla="*/ 18 h 18"/>
              <a:gd name="T2" fmla="*/ 7 w 21"/>
              <a:gd name="T3" fmla="*/ 14 h 18"/>
              <a:gd name="T4" fmla="*/ 10 w 21"/>
              <a:gd name="T5" fmla="*/ 11 h 18"/>
              <a:gd name="T6" fmla="*/ 10 w 21"/>
              <a:gd name="T7" fmla="*/ 11 h 18"/>
              <a:gd name="T8" fmla="*/ 13 w 21"/>
              <a:gd name="T9" fmla="*/ 14 h 18"/>
              <a:gd name="T10" fmla="*/ 17 w 21"/>
              <a:gd name="T11" fmla="*/ 18 h 18"/>
              <a:gd name="T12" fmla="*/ 21 w 21"/>
              <a:gd name="T13" fmla="*/ 18 h 18"/>
              <a:gd name="T14" fmla="*/ 13 w 21"/>
              <a:gd name="T15" fmla="*/ 9 h 18"/>
              <a:gd name="T16" fmla="*/ 21 w 21"/>
              <a:gd name="T17" fmla="*/ 0 h 18"/>
              <a:gd name="T18" fmla="*/ 17 w 21"/>
              <a:gd name="T19" fmla="*/ 0 h 18"/>
              <a:gd name="T20" fmla="*/ 13 w 21"/>
              <a:gd name="T21" fmla="*/ 4 h 18"/>
              <a:gd name="T22" fmla="*/ 11 w 21"/>
              <a:gd name="T23" fmla="*/ 8 h 18"/>
              <a:gd name="T24" fmla="*/ 10 w 21"/>
              <a:gd name="T25" fmla="*/ 8 h 18"/>
              <a:gd name="T26" fmla="*/ 8 w 21"/>
              <a:gd name="T27" fmla="*/ 4 h 18"/>
              <a:gd name="T28" fmla="*/ 4 w 21"/>
              <a:gd name="T29" fmla="*/ 0 h 18"/>
              <a:gd name="T30" fmla="*/ 0 w 21"/>
              <a:gd name="T31" fmla="*/ 0 h 18"/>
              <a:gd name="T32" fmla="*/ 8 w 21"/>
              <a:gd name="T33" fmla="*/ 9 h 18"/>
              <a:gd name="T34" fmla="*/ 0 w 21"/>
              <a:gd name="T35" fmla="*/ 18 h 18"/>
              <a:gd name="T36" fmla="*/ 4 w 21"/>
              <a:gd name="T37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" h="18">
                <a:moveTo>
                  <a:pt x="4" y="18"/>
                </a:moveTo>
                <a:cubicBezTo>
                  <a:pt x="7" y="14"/>
                  <a:pt x="7" y="14"/>
                  <a:pt x="7" y="14"/>
                </a:cubicBezTo>
                <a:cubicBezTo>
                  <a:pt x="9" y="13"/>
                  <a:pt x="9" y="12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1" y="12"/>
                  <a:pt x="12" y="13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13" y="9"/>
                  <a:pt x="13" y="9"/>
                  <a:pt x="13" y="9"/>
                </a:cubicBez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3" y="4"/>
                  <a:pt x="13" y="4"/>
                  <a:pt x="13" y="4"/>
                </a:cubicBezTo>
                <a:cubicBezTo>
                  <a:pt x="12" y="6"/>
                  <a:pt x="11" y="6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7"/>
                  <a:pt x="9" y="6"/>
                  <a:pt x="8" y="4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8" y="9"/>
                  <a:pt x="8" y="9"/>
                  <a:pt x="8" y="9"/>
                </a:cubicBezTo>
                <a:cubicBezTo>
                  <a:pt x="0" y="18"/>
                  <a:pt x="0" y="18"/>
                  <a:pt x="0" y="18"/>
                </a:cubicBezTo>
                <a:lnTo>
                  <a:pt x="4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5" name="Freeform 83"/>
          <p:cNvSpPr>
            <a:spLocks noEditPoints="1"/>
          </p:cNvSpPr>
          <p:nvPr/>
        </p:nvSpPr>
        <p:spPr bwMode="auto">
          <a:xfrm>
            <a:off x="2187575" y="1214439"/>
            <a:ext cx="160338" cy="157163"/>
          </a:xfrm>
          <a:custGeom>
            <a:avLst/>
            <a:gdLst>
              <a:gd name="T0" fmla="*/ 38 w 38"/>
              <a:gd name="T1" fmla="*/ 19 h 37"/>
              <a:gd name="T2" fmla="*/ 38 w 38"/>
              <a:gd name="T3" fmla="*/ 17 h 37"/>
              <a:gd name="T4" fmla="*/ 38 w 38"/>
              <a:gd name="T5" fmla="*/ 17 h 37"/>
              <a:gd name="T6" fmla="*/ 19 w 38"/>
              <a:gd name="T7" fmla="*/ 0 h 37"/>
              <a:gd name="T8" fmla="*/ 0 w 38"/>
              <a:gd name="T9" fmla="*/ 17 h 37"/>
              <a:gd name="T10" fmla="*/ 0 w 38"/>
              <a:gd name="T11" fmla="*/ 17 h 37"/>
              <a:gd name="T12" fmla="*/ 0 w 38"/>
              <a:gd name="T13" fmla="*/ 19 h 37"/>
              <a:gd name="T14" fmla="*/ 0 w 38"/>
              <a:gd name="T15" fmla="*/ 37 h 37"/>
              <a:gd name="T16" fmla="*/ 38 w 38"/>
              <a:gd name="T17" fmla="*/ 37 h 37"/>
              <a:gd name="T18" fmla="*/ 38 w 38"/>
              <a:gd name="T19" fmla="*/ 19 h 37"/>
              <a:gd name="T20" fmla="*/ 35 w 38"/>
              <a:gd name="T21" fmla="*/ 20 h 37"/>
              <a:gd name="T22" fmla="*/ 35 w 38"/>
              <a:gd name="T23" fmla="*/ 29 h 37"/>
              <a:gd name="T24" fmla="*/ 35 w 38"/>
              <a:gd name="T25" fmla="*/ 34 h 37"/>
              <a:gd name="T26" fmla="*/ 3 w 38"/>
              <a:gd name="T27" fmla="*/ 34 h 37"/>
              <a:gd name="T28" fmla="*/ 3 w 38"/>
              <a:gd name="T29" fmla="*/ 29 h 37"/>
              <a:gd name="T30" fmla="*/ 3 w 38"/>
              <a:gd name="T31" fmla="*/ 20 h 37"/>
              <a:gd name="T32" fmla="*/ 3 w 38"/>
              <a:gd name="T33" fmla="*/ 20 h 37"/>
              <a:gd name="T34" fmla="*/ 3 w 38"/>
              <a:gd name="T35" fmla="*/ 19 h 37"/>
              <a:gd name="T36" fmla="*/ 3 w 38"/>
              <a:gd name="T37" fmla="*/ 17 h 37"/>
              <a:gd name="T38" fmla="*/ 19 w 38"/>
              <a:gd name="T39" fmla="*/ 3 h 37"/>
              <a:gd name="T40" fmla="*/ 35 w 38"/>
              <a:gd name="T41" fmla="*/ 17 h 37"/>
              <a:gd name="T42" fmla="*/ 35 w 38"/>
              <a:gd name="T43" fmla="*/ 19 h 37"/>
              <a:gd name="T44" fmla="*/ 35 w 38"/>
              <a:gd name="T45" fmla="*/ 2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" h="37">
                <a:moveTo>
                  <a:pt x="38" y="19"/>
                </a:move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7" y="7"/>
                  <a:pt x="29" y="0"/>
                  <a:pt x="19" y="0"/>
                </a:cubicBezTo>
                <a:cubicBezTo>
                  <a:pt x="9" y="0"/>
                  <a:pt x="1" y="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37"/>
                  <a:pt x="0" y="37"/>
                  <a:pt x="0" y="37"/>
                </a:cubicBezTo>
                <a:cubicBezTo>
                  <a:pt x="38" y="37"/>
                  <a:pt x="38" y="37"/>
                  <a:pt x="38" y="37"/>
                </a:cubicBezTo>
                <a:lnTo>
                  <a:pt x="38" y="19"/>
                </a:lnTo>
                <a:close/>
                <a:moveTo>
                  <a:pt x="35" y="20"/>
                </a:moveTo>
                <a:cubicBezTo>
                  <a:pt x="35" y="29"/>
                  <a:pt x="35" y="29"/>
                  <a:pt x="35" y="29"/>
                </a:cubicBezTo>
                <a:cubicBezTo>
                  <a:pt x="35" y="34"/>
                  <a:pt x="35" y="34"/>
                  <a:pt x="35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19"/>
                  <a:pt x="3" y="19"/>
                </a:cubicBezTo>
                <a:cubicBezTo>
                  <a:pt x="3" y="18"/>
                  <a:pt x="3" y="18"/>
                  <a:pt x="3" y="17"/>
                </a:cubicBezTo>
                <a:cubicBezTo>
                  <a:pt x="4" y="9"/>
                  <a:pt x="10" y="3"/>
                  <a:pt x="19" y="3"/>
                </a:cubicBezTo>
                <a:cubicBezTo>
                  <a:pt x="27" y="3"/>
                  <a:pt x="34" y="9"/>
                  <a:pt x="35" y="17"/>
                </a:cubicBezTo>
                <a:cubicBezTo>
                  <a:pt x="35" y="18"/>
                  <a:pt x="35" y="18"/>
                  <a:pt x="35" y="19"/>
                </a:cubicBezTo>
                <a:cubicBezTo>
                  <a:pt x="35" y="19"/>
                  <a:pt x="35" y="20"/>
                  <a:pt x="3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6" name="Freeform 84"/>
          <p:cNvSpPr>
            <a:spLocks noEditPoints="1"/>
          </p:cNvSpPr>
          <p:nvPr/>
        </p:nvSpPr>
        <p:spPr bwMode="auto">
          <a:xfrm>
            <a:off x="2051050" y="1108076"/>
            <a:ext cx="449263" cy="339725"/>
          </a:xfrm>
          <a:custGeom>
            <a:avLst/>
            <a:gdLst>
              <a:gd name="T0" fmla="*/ 136 w 283"/>
              <a:gd name="T1" fmla="*/ 61 h 214"/>
              <a:gd name="T2" fmla="*/ 211 w 283"/>
              <a:gd name="T3" fmla="*/ 16 h 214"/>
              <a:gd name="T4" fmla="*/ 200 w 283"/>
              <a:gd name="T5" fmla="*/ 101 h 214"/>
              <a:gd name="T6" fmla="*/ 267 w 283"/>
              <a:gd name="T7" fmla="*/ 160 h 214"/>
              <a:gd name="T8" fmla="*/ 187 w 283"/>
              <a:gd name="T9" fmla="*/ 176 h 214"/>
              <a:gd name="T10" fmla="*/ 187 w 283"/>
              <a:gd name="T11" fmla="*/ 174 h 214"/>
              <a:gd name="T12" fmla="*/ 86 w 283"/>
              <a:gd name="T13" fmla="*/ 174 h 214"/>
              <a:gd name="T14" fmla="*/ 86 w 283"/>
              <a:gd name="T15" fmla="*/ 179 h 214"/>
              <a:gd name="T16" fmla="*/ 16 w 283"/>
              <a:gd name="T17" fmla="*/ 174 h 214"/>
              <a:gd name="T18" fmla="*/ 78 w 283"/>
              <a:gd name="T19" fmla="*/ 109 h 214"/>
              <a:gd name="T20" fmla="*/ 59 w 283"/>
              <a:gd name="T21" fmla="*/ 24 h 214"/>
              <a:gd name="T22" fmla="*/ 136 w 283"/>
              <a:gd name="T23" fmla="*/ 61 h 214"/>
              <a:gd name="T24" fmla="*/ 222 w 283"/>
              <a:gd name="T25" fmla="*/ 0 h 214"/>
              <a:gd name="T26" fmla="*/ 136 w 283"/>
              <a:gd name="T27" fmla="*/ 51 h 214"/>
              <a:gd name="T28" fmla="*/ 45 w 283"/>
              <a:gd name="T29" fmla="*/ 10 h 214"/>
              <a:gd name="T30" fmla="*/ 67 w 283"/>
              <a:gd name="T31" fmla="*/ 107 h 214"/>
              <a:gd name="T32" fmla="*/ 0 w 283"/>
              <a:gd name="T33" fmla="*/ 179 h 214"/>
              <a:gd name="T34" fmla="*/ 86 w 283"/>
              <a:gd name="T35" fmla="*/ 187 h 214"/>
              <a:gd name="T36" fmla="*/ 86 w 283"/>
              <a:gd name="T37" fmla="*/ 214 h 214"/>
              <a:gd name="T38" fmla="*/ 187 w 283"/>
              <a:gd name="T39" fmla="*/ 214 h 214"/>
              <a:gd name="T40" fmla="*/ 187 w 283"/>
              <a:gd name="T41" fmla="*/ 184 h 214"/>
              <a:gd name="T42" fmla="*/ 283 w 283"/>
              <a:gd name="T43" fmla="*/ 166 h 214"/>
              <a:gd name="T44" fmla="*/ 211 w 283"/>
              <a:gd name="T45" fmla="*/ 99 h 214"/>
              <a:gd name="T46" fmla="*/ 222 w 283"/>
              <a:gd name="T47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3" h="214">
                <a:moveTo>
                  <a:pt x="136" y="61"/>
                </a:moveTo>
                <a:lnTo>
                  <a:pt x="211" y="16"/>
                </a:lnTo>
                <a:lnTo>
                  <a:pt x="200" y="101"/>
                </a:lnTo>
                <a:lnTo>
                  <a:pt x="267" y="160"/>
                </a:lnTo>
                <a:lnTo>
                  <a:pt x="187" y="176"/>
                </a:lnTo>
                <a:lnTo>
                  <a:pt x="187" y="174"/>
                </a:lnTo>
                <a:lnTo>
                  <a:pt x="86" y="174"/>
                </a:lnTo>
                <a:lnTo>
                  <a:pt x="86" y="179"/>
                </a:lnTo>
                <a:lnTo>
                  <a:pt x="16" y="174"/>
                </a:lnTo>
                <a:lnTo>
                  <a:pt x="78" y="109"/>
                </a:lnTo>
                <a:lnTo>
                  <a:pt x="59" y="24"/>
                </a:lnTo>
                <a:lnTo>
                  <a:pt x="136" y="61"/>
                </a:lnTo>
                <a:close/>
                <a:moveTo>
                  <a:pt x="222" y="0"/>
                </a:moveTo>
                <a:lnTo>
                  <a:pt x="136" y="51"/>
                </a:lnTo>
                <a:lnTo>
                  <a:pt x="45" y="10"/>
                </a:lnTo>
                <a:lnTo>
                  <a:pt x="67" y="107"/>
                </a:lnTo>
                <a:lnTo>
                  <a:pt x="0" y="179"/>
                </a:lnTo>
                <a:lnTo>
                  <a:pt x="86" y="187"/>
                </a:lnTo>
                <a:lnTo>
                  <a:pt x="86" y="214"/>
                </a:lnTo>
                <a:lnTo>
                  <a:pt x="187" y="214"/>
                </a:lnTo>
                <a:lnTo>
                  <a:pt x="187" y="184"/>
                </a:lnTo>
                <a:lnTo>
                  <a:pt x="283" y="166"/>
                </a:lnTo>
                <a:lnTo>
                  <a:pt x="211" y="99"/>
                </a:lnTo>
                <a:lnTo>
                  <a:pt x="22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7" name="Freeform 85"/>
          <p:cNvSpPr>
            <a:spLocks noEditPoints="1"/>
          </p:cNvSpPr>
          <p:nvPr/>
        </p:nvSpPr>
        <p:spPr bwMode="auto">
          <a:xfrm>
            <a:off x="2051050" y="1108076"/>
            <a:ext cx="449263" cy="339725"/>
          </a:xfrm>
          <a:custGeom>
            <a:avLst/>
            <a:gdLst>
              <a:gd name="T0" fmla="*/ 136 w 283"/>
              <a:gd name="T1" fmla="*/ 61 h 214"/>
              <a:gd name="T2" fmla="*/ 211 w 283"/>
              <a:gd name="T3" fmla="*/ 16 h 214"/>
              <a:gd name="T4" fmla="*/ 200 w 283"/>
              <a:gd name="T5" fmla="*/ 101 h 214"/>
              <a:gd name="T6" fmla="*/ 267 w 283"/>
              <a:gd name="T7" fmla="*/ 160 h 214"/>
              <a:gd name="T8" fmla="*/ 187 w 283"/>
              <a:gd name="T9" fmla="*/ 176 h 214"/>
              <a:gd name="T10" fmla="*/ 187 w 283"/>
              <a:gd name="T11" fmla="*/ 174 h 214"/>
              <a:gd name="T12" fmla="*/ 86 w 283"/>
              <a:gd name="T13" fmla="*/ 174 h 214"/>
              <a:gd name="T14" fmla="*/ 86 w 283"/>
              <a:gd name="T15" fmla="*/ 179 h 214"/>
              <a:gd name="T16" fmla="*/ 16 w 283"/>
              <a:gd name="T17" fmla="*/ 174 h 214"/>
              <a:gd name="T18" fmla="*/ 78 w 283"/>
              <a:gd name="T19" fmla="*/ 109 h 214"/>
              <a:gd name="T20" fmla="*/ 59 w 283"/>
              <a:gd name="T21" fmla="*/ 24 h 214"/>
              <a:gd name="T22" fmla="*/ 136 w 283"/>
              <a:gd name="T23" fmla="*/ 61 h 214"/>
              <a:gd name="T24" fmla="*/ 222 w 283"/>
              <a:gd name="T25" fmla="*/ 0 h 214"/>
              <a:gd name="T26" fmla="*/ 136 w 283"/>
              <a:gd name="T27" fmla="*/ 51 h 214"/>
              <a:gd name="T28" fmla="*/ 45 w 283"/>
              <a:gd name="T29" fmla="*/ 10 h 214"/>
              <a:gd name="T30" fmla="*/ 67 w 283"/>
              <a:gd name="T31" fmla="*/ 107 h 214"/>
              <a:gd name="T32" fmla="*/ 0 w 283"/>
              <a:gd name="T33" fmla="*/ 179 h 214"/>
              <a:gd name="T34" fmla="*/ 86 w 283"/>
              <a:gd name="T35" fmla="*/ 187 h 214"/>
              <a:gd name="T36" fmla="*/ 86 w 283"/>
              <a:gd name="T37" fmla="*/ 214 h 214"/>
              <a:gd name="T38" fmla="*/ 187 w 283"/>
              <a:gd name="T39" fmla="*/ 214 h 214"/>
              <a:gd name="T40" fmla="*/ 187 w 283"/>
              <a:gd name="T41" fmla="*/ 184 h 214"/>
              <a:gd name="T42" fmla="*/ 283 w 283"/>
              <a:gd name="T43" fmla="*/ 166 h 214"/>
              <a:gd name="T44" fmla="*/ 211 w 283"/>
              <a:gd name="T45" fmla="*/ 99 h 214"/>
              <a:gd name="T46" fmla="*/ 222 w 283"/>
              <a:gd name="T47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3" h="214">
                <a:moveTo>
                  <a:pt x="136" y="61"/>
                </a:moveTo>
                <a:lnTo>
                  <a:pt x="211" y="16"/>
                </a:lnTo>
                <a:lnTo>
                  <a:pt x="200" y="101"/>
                </a:lnTo>
                <a:lnTo>
                  <a:pt x="267" y="160"/>
                </a:lnTo>
                <a:lnTo>
                  <a:pt x="187" y="176"/>
                </a:lnTo>
                <a:lnTo>
                  <a:pt x="187" y="174"/>
                </a:lnTo>
                <a:lnTo>
                  <a:pt x="86" y="174"/>
                </a:lnTo>
                <a:lnTo>
                  <a:pt x="86" y="179"/>
                </a:lnTo>
                <a:lnTo>
                  <a:pt x="16" y="174"/>
                </a:lnTo>
                <a:lnTo>
                  <a:pt x="78" y="109"/>
                </a:lnTo>
                <a:lnTo>
                  <a:pt x="59" y="24"/>
                </a:lnTo>
                <a:lnTo>
                  <a:pt x="136" y="61"/>
                </a:lnTo>
                <a:moveTo>
                  <a:pt x="222" y="0"/>
                </a:moveTo>
                <a:lnTo>
                  <a:pt x="136" y="51"/>
                </a:lnTo>
                <a:lnTo>
                  <a:pt x="45" y="10"/>
                </a:lnTo>
                <a:lnTo>
                  <a:pt x="67" y="107"/>
                </a:lnTo>
                <a:lnTo>
                  <a:pt x="0" y="179"/>
                </a:lnTo>
                <a:lnTo>
                  <a:pt x="86" y="187"/>
                </a:lnTo>
                <a:lnTo>
                  <a:pt x="86" y="214"/>
                </a:lnTo>
                <a:lnTo>
                  <a:pt x="187" y="214"/>
                </a:lnTo>
                <a:lnTo>
                  <a:pt x="187" y="184"/>
                </a:lnTo>
                <a:lnTo>
                  <a:pt x="283" y="166"/>
                </a:lnTo>
                <a:lnTo>
                  <a:pt x="211" y="99"/>
                </a:lnTo>
                <a:lnTo>
                  <a:pt x="22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8" name="Freeform 86"/>
          <p:cNvSpPr>
            <a:spLocks noEditPoints="1"/>
          </p:cNvSpPr>
          <p:nvPr/>
        </p:nvSpPr>
        <p:spPr bwMode="auto">
          <a:xfrm>
            <a:off x="2713038" y="1123951"/>
            <a:ext cx="479425" cy="311150"/>
          </a:xfrm>
          <a:custGeom>
            <a:avLst/>
            <a:gdLst>
              <a:gd name="T0" fmla="*/ 113 w 113"/>
              <a:gd name="T1" fmla="*/ 7 h 73"/>
              <a:gd name="T2" fmla="*/ 112 w 113"/>
              <a:gd name="T3" fmla="*/ 0 h 73"/>
              <a:gd name="T4" fmla="*/ 70 w 113"/>
              <a:gd name="T5" fmla="*/ 16 h 73"/>
              <a:gd name="T6" fmla="*/ 41 w 113"/>
              <a:gd name="T7" fmla="*/ 41 h 73"/>
              <a:gd name="T8" fmla="*/ 36 w 113"/>
              <a:gd name="T9" fmla="*/ 28 h 73"/>
              <a:gd name="T10" fmla="*/ 36 w 113"/>
              <a:gd name="T11" fmla="*/ 28 h 73"/>
              <a:gd name="T12" fmla="*/ 32 w 113"/>
              <a:gd name="T13" fmla="*/ 26 h 73"/>
              <a:gd name="T14" fmla="*/ 17 w 113"/>
              <a:gd name="T15" fmla="*/ 31 h 73"/>
              <a:gd name="T16" fmla="*/ 2 w 113"/>
              <a:gd name="T17" fmla="*/ 43 h 73"/>
              <a:gd name="T18" fmla="*/ 3 w 113"/>
              <a:gd name="T19" fmla="*/ 44 h 73"/>
              <a:gd name="T20" fmla="*/ 10 w 113"/>
              <a:gd name="T21" fmla="*/ 60 h 73"/>
              <a:gd name="T22" fmla="*/ 34 w 113"/>
              <a:gd name="T23" fmla="*/ 69 h 73"/>
              <a:gd name="T24" fmla="*/ 42 w 113"/>
              <a:gd name="T25" fmla="*/ 63 h 73"/>
              <a:gd name="T26" fmla="*/ 42 w 113"/>
              <a:gd name="T27" fmla="*/ 63 h 73"/>
              <a:gd name="T28" fmla="*/ 42 w 113"/>
              <a:gd name="T29" fmla="*/ 63 h 73"/>
              <a:gd name="T30" fmla="*/ 42 w 113"/>
              <a:gd name="T31" fmla="*/ 62 h 73"/>
              <a:gd name="T32" fmla="*/ 113 w 113"/>
              <a:gd name="T33" fmla="*/ 7 h 73"/>
              <a:gd name="T34" fmla="*/ 20 w 113"/>
              <a:gd name="T35" fmla="*/ 38 h 73"/>
              <a:gd name="T36" fmla="*/ 6 w 113"/>
              <a:gd name="T37" fmla="*/ 42 h 73"/>
              <a:gd name="T38" fmla="*/ 5 w 113"/>
              <a:gd name="T39" fmla="*/ 42 h 73"/>
              <a:gd name="T40" fmla="*/ 18 w 113"/>
              <a:gd name="T41" fmla="*/ 33 h 73"/>
              <a:gd name="T42" fmla="*/ 32 w 113"/>
              <a:gd name="T43" fmla="*/ 29 h 73"/>
              <a:gd name="T44" fmla="*/ 33 w 113"/>
              <a:gd name="T45" fmla="*/ 30 h 73"/>
              <a:gd name="T46" fmla="*/ 20 w 113"/>
              <a:gd name="T47" fmla="*/ 3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13" h="73">
                <a:moveTo>
                  <a:pt x="113" y="7"/>
                </a:moveTo>
                <a:cubicBezTo>
                  <a:pt x="112" y="0"/>
                  <a:pt x="112" y="0"/>
                  <a:pt x="112" y="0"/>
                </a:cubicBezTo>
                <a:cubicBezTo>
                  <a:pt x="89" y="3"/>
                  <a:pt x="70" y="16"/>
                  <a:pt x="70" y="16"/>
                </a:cubicBezTo>
                <a:cubicBezTo>
                  <a:pt x="53" y="27"/>
                  <a:pt x="44" y="37"/>
                  <a:pt x="41" y="41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7"/>
                  <a:pt x="34" y="26"/>
                  <a:pt x="32" y="26"/>
                </a:cubicBezTo>
                <a:cubicBezTo>
                  <a:pt x="28" y="26"/>
                  <a:pt x="23" y="28"/>
                  <a:pt x="17" y="31"/>
                </a:cubicBezTo>
                <a:cubicBezTo>
                  <a:pt x="15" y="31"/>
                  <a:pt x="0" y="38"/>
                  <a:pt x="2" y="43"/>
                </a:cubicBezTo>
                <a:cubicBezTo>
                  <a:pt x="2" y="44"/>
                  <a:pt x="3" y="44"/>
                  <a:pt x="3" y="44"/>
                </a:cubicBezTo>
                <a:cubicBezTo>
                  <a:pt x="10" y="60"/>
                  <a:pt x="10" y="60"/>
                  <a:pt x="10" y="60"/>
                </a:cubicBezTo>
                <a:cubicBezTo>
                  <a:pt x="14" y="69"/>
                  <a:pt x="25" y="73"/>
                  <a:pt x="34" y="69"/>
                </a:cubicBezTo>
                <a:cubicBezTo>
                  <a:pt x="37" y="68"/>
                  <a:pt x="40" y="66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2"/>
                  <a:pt x="42" y="62"/>
                  <a:pt x="42" y="62"/>
                </a:cubicBezTo>
                <a:cubicBezTo>
                  <a:pt x="66" y="26"/>
                  <a:pt x="113" y="7"/>
                  <a:pt x="113" y="7"/>
                </a:cubicBezTo>
                <a:close/>
                <a:moveTo>
                  <a:pt x="20" y="38"/>
                </a:moveTo>
                <a:cubicBezTo>
                  <a:pt x="14" y="40"/>
                  <a:pt x="9" y="42"/>
                  <a:pt x="6" y="42"/>
                </a:cubicBezTo>
                <a:cubicBezTo>
                  <a:pt x="6" y="42"/>
                  <a:pt x="5" y="42"/>
                  <a:pt x="5" y="42"/>
                </a:cubicBezTo>
                <a:cubicBezTo>
                  <a:pt x="6" y="40"/>
                  <a:pt x="10" y="37"/>
                  <a:pt x="18" y="33"/>
                </a:cubicBezTo>
                <a:cubicBezTo>
                  <a:pt x="23" y="31"/>
                  <a:pt x="29" y="29"/>
                  <a:pt x="32" y="29"/>
                </a:cubicBezTo>
                <a:cubicBezTo>
                  <a:pt x="32" y="29"/>
                  <a:pt x="32" y="30"/>
                  <a:pt x="33" y="30"/>
                </a:cubicBezTo>
                <a:cubicBezTo>
                  <a:pt x="32" y="31"/>
                  <a:pt x="28" y="35"/>
                  <a:pt x="20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9" name="Freeform 87"/>
          <p:cNvSpPr>
            <a:spLocks/>
          </p:cNvSpPr>
          <p:nvPr/>
        </p:nvSpPr>
        <p:spPr bwMode="auto">
          <a:xfrm>
            <a:off x="3505200" y="989014"/>
            <a:ext cx="182563" cy="288925"/>
          </a:xfrm>
          <a:custGeom>
            <a:avLst/>
            <a:gdLst>
              <a:gd name="T0" fmla="*/ 20 w 43"/>
              <a:gd name="T1" fmla="*/ 1 h 68"/>
              <a:gd name="T2" fmla="*/ 3 w 43"/>
              <a:gd name="T3" fmla="*/ 34 h 68"/>
              <a:gd name="T4" fmla="*/ 20 w 43"/>
              <a:gd name="T5" fmla="*/ 67 h 68"/>
              <a:gd name="T6" fmla="*/ 31 w 43"/>
              <a:gd name="T7" fmla="*/ 68 h 68"/>
              <a:gd name="T8" fmla="*/ 40 w 43"/>
              <a:gd name="T9" fmla="*/ 23 h 68"/>
              <a:gd name="T10" fmla="*/ 20 w 43"/>
              <a:gd name="T11" fmla="*/ 1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68">
                <a:moveTo>
                  <a:pt x="20" y="1"/>
                </a:moveTo>
                <a:cubicBezTo>
                  <a:pt x="8" y="3"/>
                  <a:pt x="0" y="17"/>
                  <a:pt x="3" y="34"/>
                </a:cubicBezTo>
                <a:cubicBezTo>
                  <a:pt x="4" y="47"/>
                  <a:pt x="12" y="63"/>
                  <a:pt x="20" y="67"/>
                </a:cubicBezTo>
                <a:cubicBezTo>
                  <a:pt x="22" y="68"/>
                  <a:pt x="29" y="68"/>
                  <a:pt x="31" y="68"/>
                </a:cubicBezTo>
                <a:cubicBezTo>
                  <a:pt x="43" y="67"/>
                  <a:pt x="42" y="39"/>
                  <a:pt x="40" y="23"/>
                </a:cubicBezTo>
                <a:cubicBezTo>
                  <a:pt x="38" y="6"/>
                  <a:pt x="31" y="0"/>
                  <a:pt x="2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0" name="Freeform 88"/>
          <p:cNvSpPr>
            <a:spLocks/>
          </p:cNvSpPr>
          <p:nvPr/>
        </p:nvSpPr>
        <p:spPr bwMode="auto">
          <a:xfrm>
            <a:off x="3568700" y="1290639"/>
            <a:ext cx="114300" cy="139700"/>
          </a:xfrm>
          <a:custGeom>
            <a:avLst/>
            <a:gdLst>
              <a:gd name="T0" fmla="*/ 24 w 27"/>
              <a:gd name="T1" fmla="*/ 7 h 33"/>
              <a:gd name="T2" fmla="*/ 12 w 27"/>
              <a:gd name="T3" fmla="*/ 3 h 33"/>
              <a:gd name="T4" fmla="*/ 1 w 27"/>
              <a:gd name="T5" fmla="*/ 10 h 33"/>
              <a:gd name="T6" fmla="*/ 3 w 27"/>
              <a:gd name="T7" fmla="*/ 22 h 33"/>
              <a:gd name="T8" fmla="*/ 16 w 27"/>
              <a:gd name="T9" fmla="*/ 32 h 33"/>
              <a:gd name="T10" fmla="*/ 26 w 27"/>
              <a:gd name="T11" fmla="*/ 19 h 33"/>
              <a:gd name="T12" fmla="*/ 24 w 27"/>
              <a:gd name="T13" fmla="*/ 7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33">
                <a:moveTo>
                  <a:pt x="24" y="7"/>
                </a:moveTo>
                <a:cubicBezTo>
                  <a:pt x="23" y="0"/>
                  <a:pt x="18" y="3"/>
                  <a:pt x="12" y="3"/>
                </a:cubicBezTo>
                <a:cubicBezTo>
                  <a:pt x="6" y="4"/>
                  <a:pt x="0" y="3"/>
                  <a:pt x="1" y="10"/>
                </a:cubicBezTo>
                <a:cubicBezTo>
                  <a:pt x="3" y="22"/>
                  <a:pt x="3" y="22"/>
                  <a:pt x="3" y="22"/>
                </a:cubicBezTo>
                <a:cubicBezTo>
                  <a:pt x="4" y="28"/>
                  <a:pt x="9" y="33"/>
                  <a:pt x="16" y="32"/>
                </a:cubicBezTo>
                <a:cubicBezTo>
                  <a:pt x="22" y="31"/>
                  <a:pt x="27" y="25"/>
                  <a:pt x="26" y="19"/>
                </a:cubicBezTo>
                <a:lnTo>
                  <a:pt x="24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1" name="Freeform 89"/>
          <p:cNvSpPr>
            <a:spLocks/>
          </p:cNvSpPr>
          <p:nvPr/>
        </p:nvSpPr>
        <p:spPr bwMode="auto">
          <a:xfrm>
            <a:off x="3730625" y="989014"/>
            <a:ext cx="173038" cy="292100"/>
          </a:xfrm>
          <a:custGeom>
            <a:avLst/>
            <a:gdLst>
              <a:gd name="T0" fmla="*/ 21 w 41"/>
              <a:gd name="T1" fmla="*/ 1 h 69"/>
              <a:gd name="T2" fmla="*/ 2 w 41"/>
              <a:gd name="T3" fmla="*/ 23 h 69"/>
              <a:gd name="T4" fmla="*/ 11 w 41"/>
              <a:gd name="T5" fmla="*/ 68 h 69"/>
              <a:gd name="T6" fmla="*/ 23 w 41"/>
              <a:gd name="T7" fmla="*/ 67 h 69"/>
              <a:gd name="T8" fmla="*/ 39 w 41"/>
              <a:gd name="T9" fmla="*/ 34 h 69"/>
              <a:gd name="T10" fmla="*/ 21 w 41"/>
              <a:gd name="T11" fmla="*/ 1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69">
                <a:moveTo>
                  <a:pt x="21" y="1"/>
                </a:moveTo>
                <a:cubicBezTo>
                  <a:pt x="10" y="0"/>
                  <a:pt x="3" y="6"/>
                  <a:pt x="2" y="23"/>
                </a:cubicBezTo>
                <a:cubicBezTo>
                  <a:pt x="0" y="40"/>
                  <a:pt x="0" y="67"/>
                  <a:pt x="11" y="68"/>
                </a:cubicBezTo>
                <a:cubicBezTo>
                  <a:pt x="14" y="69"/>
                  <a:pt x="20" y="68"/>
                  <a:pt x="23" y="67"/>
                </a:cubicBezTo>
                <a:cubicBezTo>
                  <a:pt x="31" y="63"/>
                  <a:pt x="38" y="46"/>
                  <a:pt x="39" y="34"/>
                </a:cubicBezTo>
                <a:cubicBezTo>
                  <a:pt x="41" y="17"/>
                  <a:pt x="33" y="2"/>
                  <a:pt x="21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2" name="Freeform 90"/>
          <p:cNvSpPr>
            <a:spLocks/>
          </p:cNvSpPr>
          <p:nvPr/>
        </p:nvSpPr>
        <p:spPr bwMode="auto">
          <a:xfrm>
            <a:off x="3738563" y="1293814"/>
            <a:ext cx="106363" cy="136525"/>
          </a:xfrm>
          <a:custGeom>
            <a:avLst/>
            <a:gdLst>
              <a:gd name="T0" fmla="*/ 14 w 25"/>
              <a:gd name="T1" fmla="*/ 2 h 32"/>
              <a:gd name="T2" fmla="*/ 2 w 25"/>
              <a:gd name="T3" fmla="*/ 6 h 32"/>
              <a:gd name="T4" fmla="*/ 0 w 25"/>
              <a:gd name="T5" fmla="*/ 18 h 32"/>
              <a:gd name="T6" fmla="*/ 11 w 25"/>
              <a:gd name="T7" fmla="*/ 31 h 32"/>
              <a:gd name="T8" fmla="*/ 23 w 25"/>
              <a:gd name="T9" fmla="*/ 21 h 32"/>
              <a:gd name="T10" fmla="*/ 25 w 25"/>
              <a:gd name="T11" fmla="*/ 8 h 32"/>
              <a:gd name="T12" fmla="*/ 14 w 25"/>
              <a:gd name="T13" fmla="*/ 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32">
                <a:moveTo>
                  <a:pt x="14" y="2"/>
                </a:moveTo>
                <a:cubicBezTo>
                  <a:pt x="7" y="2"/>
                  <a:pt x="2" y="0"/>
                  <a:pt x="2" y="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5"/>
                  <a:pt x="4" y="31"/>
                  <a:pt x="11" y="31"/>
                </a:cubicBezTo>
                <a:cubicBezTo>
                  <a:pt x="17" y="32"/>
                  <a:pt x="23" y="27"/>
                  <a:pt x="23" y="21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2"/>
                  <a:pt x="20" y="3"/>
                  <a:pt x="14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3" name="Freeform 91"/>
          <p:cNvSpPr>
            <a:spLocks/>
          </p:cNvSpPr>
          <p:nvPr/>
        </p:nvSpPr>
        <p:spPr bwMode="auto">
          <a:xfrm>
            <a:off x="4367213" y="1039814"/>
            <a:ext cx="203200" cy="390525"/>
          </a:xfrm>
          <a:custGeom>
            <a:avLst/>
            <a:gdLst>
              <a:gd name="T0" fmla="*/ 31 w 48"/>
              <a:gd name="T1" fmla="*/ 49 h 92"/>
              <a:gd name="T2" fmla="*/ 27 w 48"/>
              <a:gd name="T3" fmla="*/ 32 h 92"/>
              <a:gd name="T4" fmla="*/ 27 w 48"/>
              <a:gd name="T5" fmla="*/ 30 h 92"/>
              <a:gd name="T6" fmla="*/ 27 w 48"/>
              <a:gd name="T7" fmla="*/ 30 h 92"/>
              <a:gd name="T8" fmla="*/ 33 w 48"/>
              <a:gd name="T9" fmla="*/ 24 h 92"/>
              <a:gd name="T10" fmla="*/ 38 w 48"/>
              <a:gd name="T11" fmla="*/ 24 h 92"/>
              <a:gd name="T12" fmla="*/ 47 w 48"/>
              <a:gd name="T13" fmla="*/ 12 h 92"/>
              <a:gd name="T14" fmla="*/ 35 w 48"/>
              <a:gd name="T15" fmla="*/ 0 h 92"/>
              <a:gd name="T16" fmla="*/ 27 w 48"/>
              <a:gd name="T17" fmla="*/ 0 h 92"/>
              <a:gd name="T18" fmla="*/ 13 w 48"/>
              <a:gd name="T19" fmla="*/ 3 h 92"/>
              <a:gd name="T20" fmla="*/ 2 w 48"/>
              <a:gd name="T21" fmla="*/ 20 h 92"/>
              <a:gd name="T22" fmla="*/ 8 w 48"/>
              <a:gd name="T23" fmla="*/ 34 h 92"/>
              <a:gd name="T24" fmla="*/ 15 w 48"/>
              <a:gd name="T25" fmla="*/ 55 h 92"/>
              <a:gd name="T26" fmla="*/ 18 w 48"/>
              <a:gd name="T27" fmla="*/ 74 h 92"/>
              <a:gd name="T28" fmla="*/ 36 w 48"/>
              <a:gd name="T29" fmla="*/ 91 h 92"/>
              <a:gd name="T30" fmla="*/ 47 w 48"/>
              <a:gd name="T31" fmla="*/ 72 h 92"/>
              <a:gd name="T32" fmla="*/ 31 w 48"/>
              <a:gd name="T33" fmla="*/ 4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" h="92">
                <a:moveTo>
                  <a:pt x="31" y="49"/>
                </a:moveTo>
                <a:cubicBezTo>
                  <a:pt x="26" y="41"/>
                  <a:pt x="27" y="34"/>
                  <a:pt x="27" y="32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7"/>
                  <a:pt x="30" y="24"/>
                  <a:pt x="33" y="24"/>
                </a:cubicBezTo>
                <a:cubicBezTo>
                  <a:pt x="35" y="24"/>
                  <a:pt x="35" y="25"/>
                  <a:pt x="38" y="24"/>
                </a:cubicBezTo>
                <a:cubicBezTo>
                  <a:pt x="42" y="24"/>
                  <a:pt x="47" y="17"/>
                  <a:pt x="47" y="12"/>
                </a:cubicBezTo>
                <a:cubicBezTo>
                  <a:pt x="47" y="4"/>
                  <a:pt x="43" y="0"/>
                  <a:pt x="35" y="0"/>
                </a:cubicBezTo>
                <a:cubicBezTo>
                  <a:pt x="35" y="0"/>
                  <a:pt x="29" y="0"/>
                  <a:pt x="27" y="0"/>
                </a:cubicBezTo>
                <a:cubicBezTo>
                  <a:pt x="25" y="1"/>
                  <a:pt x="13" y="3"/>
                  <a:pt x="13" y="3"/>
                </a:cubicBezTo>
                <a:cubicBezTo>
                  <a:pt x="5" y="5"/>
                  <a:pt x="0" y="12"/>
                  <a:pt x="2" y="20"/>
                </a:cubicBezTo>
                <a:cubicBezTo>
                  <a:pt x="3" y="24"/>
                  <a:pt x="7" y="33"/>
                  <a:pt x="8" y="34"/>
                </a:cubicBezTo>
                <a:cubicBezTo>
                  <a:pt x="15" y="55"/>
                  <a:pt x="15" y="55"/>
                  <a:pt x="15" y="55"/>
                </a:cubicBezTo>
                <a:cubicBezTo>
                  <a:pt x="16" y="60"/>
                  <a:pt x="17" y="69"/>
                  <a:pt x="18" y="74"/>
                </a:cubicBezTo>
                <a:cubicBezTo>
                  <a:pt x="20" y="85"/>
                  <a:pt x="28" y="92"/>
                  <a:pt x="36" y="91"/>
                </a:cubicBezTo>
                <a:cubicBezTo>
                  <a:pt x="45" y="89"/>
                  <a:pt x="48" y="84"/>
                  <a:pt x="47" y="72"/>
                </a:cubicBezTo>
                <a:cubicBezTo>
                  <a:pt x="44" y="56"/>
                  <a:pt x="35" y="58"/>
                  <a:pt x="31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4" name="Oval 92"/>
          <p:cNvSpPr>
            <a:spLocks noChangeArrowheads="1"/>
          </p:cNvSpPr>
          <p:nvPr/>
        </p:nvSpPr>
        <p:spPr bwMode="auto">
          <a:xfrm>
            <a:off x="4497388" y="950914"/>
            <a:ext cx="50800" cy="793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5" name="Freeform 93"/>
          <p:cNvSpPr>
            <a:spLocks/>
          </p:cNvSpPr>
          <p:nvPr/>
        </p:nvSpPr>
        <p:spPr bwMode="auto">
          <a:xfrm>
            <a:off x="4451350" y="966789"/>
            <a:ext cx="42863" cy="60325"/>
          </a:xfrm>
          <a:custGeom>
            <a:avLst/>
            <a:gdLst>
              <a:gd name="T0" fmla="*/ 6 w 10"/>
              <a:gd name="T1" fmla="*/ 14 h 14"/>
              <a:gd name="T2" fmla="*/ 9 w 10"/>
              <a:gd name="T3" fmla="*/ 7 h 14"/>
              <a:gd name="T4" fmla="*/ 4 w 10"/>
              <a:gd name="T5" fmla="*/ 1 h 14"/>
              <a:gd name="T6" fmla="*/ 1 w 10"/>
              <a:gd name="T7" fmla="*/ 8 h 14"/>
              <a:gd name="T8" fmla="*/ 6 w 10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4">
                <a:moveTo>
                  <a:pt x="6" y="14"/>
                </a:moveTo>
                <a:cubicBezTo>
                  <a:pt x="8" y="13"/>
                  <a:pt x="10" y="10"/>
                  <a:pt x="9" y="7"/>
                </a:cubicBezTo>
                <a:cubicBezTo>
                  <a:pt x="9" y="3"/>
                  <a:pt x="6" y="0"/>
                  <a:pt x="4" y="1"/>
                </a:cubicBezTo>
                <a:cubicBezTo>
                  <a:pt x="2" y="1"/>
                  <a:pt x="0" y="4"/>
                  <a:pt x="1" y="8"/>
                </a:cubicBezTo>
                <a:cubicBezTo>
                  <a:pt x="1" y="11"/>
                  <a:pt x="3" y="14"/>
                  <a:pt x="6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6" name="Freeform 94"/>
          <p:cNvSpPr>
            <a:spLocks/>
          </p:cNvSpPr>
          <p:nvPr/>
        </p:nvSpPr>
        <p:spPr bwMode="auto">
          <a:xfrm>
            <a:off x="4413250" y="989014"/>
            <a:ext cx="38100" cy="46038"/>
          </a:xfrm>
          <a:custGeom>
            <a:avLst/>
            <a:gdLst>
              <a:gd name="T0" fmla="*/ 6 w 9"/>
              <a:gd name="T1" fmla="*/ 11 h 11"/>
              <a:gd name="T2" fmla="*/ 8 w 9"/>
              <a:gd name="T3" fmla="*/ 5 h 11"/>
              <a:gd name="T4" fmla="*/ 3 w 9"/>
              <a:gd name="T5" fmla="*/ 0 h 11"/>
              <a:gd name="T6" fmla="*/ 1 w 9"/>
              <a:gd name="T7" fmla="*/ 6 h 11"/>
              <a:gd name="T8" fmla="*/ 6 w 9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1">
                <a:moveTo>
                  <a:pt x="6" y="11"/>
                </a:moveTo>
                <a:cubicBezTo>
                  <a:pt x="8" y="10"/>
                  <a:pt x="9" y="8"/>
                  <a:pt x="8" y="5"/>
                </a:cubicBezTo>
                <a:cubicBezTo>
                  <a:pt x="8" y="2"/>
                  <a:pt x="5" y="0"/>
                  <a:pt x="3" y="0"/>
                </a:cubicBezTo>
                <a:cubicBezTo>
                  <a:pt x="1" y="1"/>
                  <a:pt x="0" y="3"/>
                  <a:pt x="1" y="6"/>
                </a:cubicBezTo>
                <a:cubicBezTo>
                  <a:pt x="2" y="9"/>
                  <a:pt x="4" y="11"/>
                  <a:pt x="6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7" name="Freeform 95"/>
          <p:cNvSpPr>
            <a:spLocks/>
          </p:cNvSpPr>
          <p:nvPr/>
        </p:nvSpPr>
        <p:spPr bwMode="auto">
          <a:xfrm>
            <a:off x="4379913" y="1009651"/>
            <a:ext cx="33338" cy="42863"/>
          </a:xfrm>
          <a:custGeom>
            <a:avLst/>
            <a:gdLst>
              <a:gd name="T0" fmla="*/ 6 w 8"/>
              <a:gd name="T1" fmla="*/ 9 h 10"/>
              <a:gd name="T2" fmla="*/ 7 w 8"/>
              <a:gd name="T3" fmla="*/ 4 h 10"/>
              <a:gd name="T4" fmla="*/ 2 w 8"/>
              <a:gd name="T5" fmla="*/ 0 h 10"/>
              <a:gd name="T6" fmla="*/ 1 w 8"/>
              <a:gd name="T7" fmla="*/ 6 h 10"/>
              <a:gd name="T8" fmla="*/ 6 w 8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0">
                <a:moveTo>
                  <a:pt x="6" y="9"/>
                </a:moveTo>
                <a:cubicBezTo>
                  <a:pt x="7" y="9"/>
                  <a:pt x="8" y="6"/>
                  <a:pt x="7" y="4"/>
                </a:cubicBezTo>
                <a:cubicBezTo>
                  <a:pt x="6" y="1"/>
                  <a:pt x="4" y="0"/>
                  <a:pt x="2" y="0"/>
                </a:cubicBezTo>
                <a:cubicBezTo>
                  <a:pt x="0" y="1"/>
                  <a:pt x="0" y="4"/>
                  <a:pt x="1" y="6"/>
                </a:cubicBezTo>
                <a:cubicBezTo>
                  <a:pt x="2" y="9"/>
                  <a:pt x="4" y="10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8" name="Freeform 96"/>
          <p:cNvSpPr>
            <a:spLocks/>
          </p:cNvSpPr>
          <p:nvPr/>
        </p:nvSpPr>
        <p:spPr bwMode="auto">
          <a:xfrm>
            <a:off x="4354513" y="1035051"/>
            <a:ext cx="28575" cy="34925"/>
          </a:xfrm>
          <a:custGeom>
            <a:avLst/>
            <a:gdLst>
              <a:gd name="T0" fmla="*/ 6 w 7"/>
              <a:gd name="T1" fmla="*/ 3 h 8"/>
              <a:gd name="T2" fmla="*/ 2 w 7"/>
              <a:gd name="T3" fmla="*/ 1 h 8"/>
              <a:gd name="T4" fmla="*/ 1 w 7"/>
              <a:gd name="T5" fmla="*/ 5 h 8"/>
              <a:gd name="T6" fmla="*/ 5 w 7"/>
              <a:gd name="T7" fmla="*/ 8 h 8"/>
              <a:gd name="T8" fmla="*/ 6 w 7"/>
              <a:gd name="T9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8">
                <a:moveTo>
                  <a:pt x="6" y="3"/>
                </a:moveTo>
                <a:cubicBezTo>
                  <a:pt x="5" y="1"/>
                  <a:pt x="3" y="0"/>
                  <a:pt x="2" y="1"/>
                </a:cubicBezTo>
                <a:cubicBezTo>
                  <a:pt x="1" y="1"/>
                  <a:pt x="0" y="3"/>
                  <a:pt x="1" y="5"/>
                </a:cubicBezTo>
                <a:cubicBezTo>
                  <a:pt x="2" y="7"/>
                  <a:pt x="4" y="8"/>
                  <a:pt x="5" y="8"/>
                </a:cubicBezTo>
                <a:cubicBezTo>
                  <a:pt x="6" y="7"/>
                  <a:pt x="7" y="5"/>
                  <a:pt x="6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9" name="Freeform 97"/>
          <p:cNvSpPr>
            <a:spLocks/>
          </p:cNvSpPr>
          <p:nvPr/>
        </p:nvSpPr>
        <p:spPr bwMode="auto">
          <a:xfrm>
            <a:off x="4613275" y="1039814"/>
            <a:ext cx="198438" cy="390525"/>
          </a:xfrm>
          <a:custGeom>
            <a:avLst/>
            <a:gdLst>
              <a:gd name="T0" fmla="*/ 34 w 47"/>
              <a:gd name="T1" fmla="*/ 3 h 92"/>
              <a:gd name="T2" fmla="*/ 21 w 47"/>
              <a:gd name="T3" fmla="*/ 0 h 92"/>
              <a:gd name="T4" fmla="*/ 13 w 47"/>
              <a:gd name="T5" fmla="*/ 0 h 92"/>
              <a:gd name="T6" fmla="*/ 0 w 47"/>
              <a:gd name="T7" fmla="*/ 12 h 92"/>
              <a:gd name="T8" fmla="*/ 9 w 47"/>
              <a:gd name="T9" fmla="*/ 24 h 92"/>
              <a:gd name="T10" fmla="*/ 14 w 47"/>
              <a:gd name="T11" fmla="*/ 24 h 92"/>
              <a:gd name="T12" fmla="*/ 21 w 47"/>
              <a:gd name="T13" fmla="*/ 30 h 92"/>
              <a:gd name="T14" fmla="*/ 21 w 47"/>
              <a:gd name="T15" fmla="*/ 30 h 92"/>
              <a:gd name="T16" fmla="*/ 21 w 47"/>
              <a:gd name="T17" fmla="*/ 32 h 92"/>
              <a:gd name="T18" fmla="*/ 17 w 47"/>
              <a:gd name="T19" fmla="*/ 49 h 92"/>
              <a:gd name="T20" fmla="*/ 0 w 47"/>
              <a:gd name="T21" fmla="*/ 72 h 92"/>
              <a:gd name="T22" fmla="*/ 11 w 47"/>
              <a:gd name="T23" fmla="*/ 91 h 92"/>
              <a:gd name="T24" fmla="*/ 29 w 47"/>
              <a:gd name="T25" fmla="*/ 74 h 92"/>
              <a:gd name="T26" fmla="*/ 32 w 47"/>
              <a:gd name="T27" fmla="*/ 55 h 92"/>
              <a:gd name="T28" fmla="*/ 39 w 47"/>
              <a:gd name="T29" fmla="*/ 34 h 92"/>
              <a:gd name="T30" fmla="*/ 45 w 47"/>
              <a:gd name="T31" fmla="*/ 20 h 92"/>
              <a:gd name="T32" fmla="*/ 34 w 47"/>
              <a:gd name="T33" fmla="*/ 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7" h="92">
                <a:moveTo>
                  <a:pt x="34" y="3"/>
                </a:moveTo>
                <a:cubicBezTo>
                  <a:pt x="34" y="3"/>
                  <a:pt x="23" y="1"/>
                  <a:pt x="21" y="0"/>
                </a:cubicBezTo>
                <a:cubicBezTo>
                  <a:pt x="19" y="0"/>
                  <a:pt x="13" y="0"/>
                  <a:pt x="13" y="0"/>
                </a:cubicBezTo>
                <a:cubicBezTo>
                  <a:pt x="4" y="0"/>
                  <a:pt x="0" y="4"/>
                  <a:pt x="0" y="12"/>
                </a:cubicBezTo>
                <a:cubicBezTo>
                  <a:pt x="0" y="17"/>
                  <a:pt x="6" y="24"/>
                  <a:pt x="9" y="24"/>
                </a:cubicBezTo>
                <a:cubicBezTo>
                  <a:pt x="12" y="25"/>
                  <a:pt x="12" y="24"/>
                  <a:pt x="14" y="24"/>
                </a:cubicBezTo>
                <a:cubicBezTo>
                  <a:pt x="18" y="24"/>
                  <a:pt x="21" y="27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1"/>
                  <a:pt x="21" y="32"/>
                </a:cubicBezTo>
                <a:cubicBezTo>
                  <a:pt x="21" y="34"/>
                  <a:pt x="21" y="41"/>
                  <a:pt x="17" y="49"/>
                </a:cubicBezTo>
                <a:cubicBezTo>
                  <a:pt x="13" y="58"/>
                  <a:pt x="3" y="56"/>
                  <a:pt x="0" y="72"/>
                </a:cubicBezTo>
                <a:cubicBezTo>
                  <a:pt x="0" y="84"/>
                  <a:pt x="2" y="89"/>
                  <a:pt x="11" y="91"/>
                </a:cubicBezTo>
                <a:cubicBezTo>
                  <a:pt x="19" y="92"/>
                  <a:pt x="28" y="85"/>
                  <a:pt x="29" y="74"/>
                </a:cubicBezTo>
                <a:cubicBezTo>
                  <a:pt x="30" y="69"/>
                  <a:pt x="31" y="60"/>
                  <a:pt x="32" y="55"/>
                </a:cubicBezTo>
                <a:cubicBezTo>
                  <a:pt x="39" y="34"/>
                  <a:pt x="39" y="34"/>
                  <a:pt x="39" y="34"/>
                </a:cubicBezTo>
                <a:cubicBezTo>
                  <a:pt x="40" y="33"/>
                  <a:pt x="45" y="24"/>
                  <a:pt x="45" y="20"/>
                </a:cubicBezTo>
                <a:cubicBezTo>
                  <a:pt x="47" y="12"/>
                  <a:pt x="42" y="5"/>
                  <a:pt x="3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0" name="Oval 98"/>
          <p:cNvSpPr>
            <a:spLocks noChangeArrowheads="1"/>
          </p:cNvSpPr>
          <p:nvPr/>
        </p:nvSpPr>
        <p:spPr bwMode="auto">
          <a:xfrm>
            <a:off x="4629150" y="950914"/>
            <a:ext cx="50800" cy="793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1" name="Freeform 99"/>
          <p:cNvSpPr>
            <a:spLocks/>
          </p:cNvSpPr>
          <p:nvPr/>
        </p:nvSpPr>
        <p:spPr bwMode="auto">
          <a:xfrm>
            <a:off x="4684713" y="966789"/>
            <a:ext cx="42863" cy="60325"/>
          </a:xfrm>
          <a:custGeom>
            <a:avLst/>
            <a:gdLst>
              <a:gd name="T0" fmla="*/ 4 w 10"/>
              <a:gd name="T1" fmla="*/ 14 h 14"/>
              <a:gd name="T2" fmla="*/ 10 w 10"/>
              <a:gd name="T3" fmla="*/ 8 h 14"/>
              <a:gd name="T4" fmla="*/ 6 w 10"/>
              <a:gd name="T5" fmla="*/ 1 h 14"/>
              <a:gd name="T6" fmla="*/ 1 w 10"/>
              <a:gd name="T7" fmla="*/ 7 h 14"/>
              <a:gd name="T8" fmla="*/ 4 w 10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4">
                <a:moveTo>
                  <a:pt x="4" y="14"/>
                </a:moveTo>
                <a:cubicBezTo>
                  <a:pt x="7" y="14"/>
                  <a:pt x="9" y="11"/>
                  <a:pt x="10" y="8"/>
                </a:cubicBezTo>
                <a:cubicBezTo>
                  <a:pt x="10" y="4"/>
                  <a:pt x="9" y="1"/>
                  <a:pt x="6" y="1"/>
                </a:cubicBezTo>
                <a:cubicBezTo>
                  <a:pt x="4" y="0"/>
                  <a:pt x="1" y="3"/>
                  <a:pt x="1" y="7"/>
                </a:cubicBezTo>
                <a:cubicBezTo>
                  <a:pt x="0" y="10"/>
                  <a:pt x="2" y="13"/>
                  <a:pt x="4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2" name="Freeform 100"/>
          <p:cNvSpPr>
            <a:spLocks/>
          </p:cNvSpPr>
          <p:nvPr/>
        </p:nvSpPr>
        <p:spPr bwMode="auto">
          <a:xfrm>
            <a:off x="4727575" y="989014"/>
            <a:ext cx="38100" cy="46038"/>
          </a:xfrm>
          <a:custGeom>
            <a:avLst/>
            <a:gdLst>
              <a:gd name="T0" fmla="*/ 3 w 9"/>
              <a:gd name="T1" fmla="*/ 11 h 11"/>
              <a:gd name="T2" fmla="*/ 8 w 9"/>
              <a:gd name="T3" fmla="*/ 6 h 11"/>
              <a:gd name="T4" fmla="*/ 6 w 9"/>
              <a:gd name="T5" fmla="*/ 0 h 11"/>
              <a:gd name="T6" fmla="*/ 1 w 9"/>
              <a:gd name="T7" fmla="*/ 5 h 11"/>
              <a:gd name="T8" fmla="*/ 3 w 9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1">
                <a:moveTo>
                  <a:pt x="3" y="11"/>
                </a:moveTo>
                <a:cubicBezTo>
                  <a:pt x="5" y="11"/>
                  <a:pt x="8" y="9"/>
                  <a:pt x="8" y="6"/>
                </a:cubicBezTo>
                <a:cubicBezTo>
                  <a:pt x="9" y="3"/>
                  <a:pt x="8" y="1"/>
                  <a:pt x="6" y="0"/>
                </a:cubicBezTo>
                <a:cubicBezTo>
                  <a:pt x="4" y="0"/>
                  <a:pt x="2" y="2"/>
                  <a:pt x="1" y="5"/>
                </a:cubicBezTo>
                <a:cubicBezTo>
                  <a:pt x="0" y="8"/>
                  <a:pt x="1" y="10"/>
                  <a:pt x="3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3" name="Freeform 101"/>
          <p:cNvSpPr>
            <a:spLocks/>
          </p:cNvSpPr>
          <p:nvPr/>
        </p:nvSpPr>
        <p:spPr bwMode="auto">
          <a:xfrm>
            <a:off x="4765675" y="1009651"/>
            <a:ext cx="33338" cy="42863"/>
          </a:xfrm>
          <a:custGeom>
            <a:avLst/>
            <a:gdLst>
              <a:gd name="T0" fmla="*/ 3 w 8"/>
              <a:gd name="T1" fmla="*/ 9 h 10"/>
              <a:gd name="T2" fmla="*/ 7 w 8"/>
              <a:gd name="T3" fmla="*/ 6 h 10"/>
              <a:gd name="T4" fmla="*/ 6 w 8"/>
              <a:gd name="T5" fmla="*/ 0 h 10"/>
              <a:gd name="T6" fmla="*/ 1 w 8"/>
              <a:gd name="T7" fmla="*/ 4 h 10"/>
              <a:gd name="T8" fmla="*/ 3 w 8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0">
                <a:moveTo>
                  <a:pt x="3" y="9"/>
                </a:moveTo>
                <a:cubicBezTo>
                  <a:pt x="4" y="10"/>
                  <a:pt x="6" y="9"/>
                  <a:pt x="7" y="6"/>
                </a:cubicBezTo>
                <a:cubicBezTo>
                  <a:pt x="8" y="4"/>
                  <a:pt x="8" y="1"/>
                  <a:pt x="6" y="0"/>
                </a:cubicBezTo>
                <a:cubicBezTo>
                  <a:pt x="4" y="0"/>
                  <a:pt x="2" y="1"/>
                  <a:pt x="1" y="4"/>
                </a:cubicBezTo>
                <a:cubicBezTo>
                  <a:pt x="0" y="6"/>
                  <a:pt x="1" y="9"/>
                  <a:pt x="3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4" name="Freeform 102"/>
          <p:cNvSpPr>
            <a:spLocks/>
          </p:cNvSpPr>
          <p:nvPr/>
        </p:nvSpPr>
        <p:spPr bwMode="auto">
          <a:xfrm>
            <a:off x="4799013" y="1035051"/>
            <a:ext cx="25400" cy="34925"/>
          </a:xfrm>
          <a:custGeom>
            <a:avLst/>
            <a:gdLst>
              <a:gd name="T0" fmla="*/ 4 w 6"/>
              <a:gd name="T1" fmla="*/ 1 h 8"/>
              <a:gd name="T2" fmla="*/ 0 w 6"/>
              <a:gd name="T3" fmla="*/ 3 h 8"/>
              <a:gd name="T4" fmla="*/ 1 w 6"/>
              <a:gd name="T5" fmla="*/ 8 h 8"/>
              <a:gd name="T6" fmla="*/ 5 w 6"/>
              <a:gd name="T7" fmla="*/ 5 h 8"/>
              <a:gd name="T8" fmla="*/ 4 w 6"/>
              <a:gd name="T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8">
                <a:moveTo>
                  <a:pt x="4" y="1"/>
                </a:moveTo>
                <a:cubicBezTo>
                  <a:pt x="3" y="0"/>
                  <a:pt x="1" y="1"/>
                  <a:pt x="0" y="3"/>
                </a:cubicBezTo>
                <a:cubicBezTo>
                  <a:pt x="0" y="5"/>
                  <a:pt x="0" y="7"/>
                  <a:pt x="1" y="8"/>
                </a:cubicBezTo>
                <a:cubicBezTo>
                  <a:pt x="3" y="8"/>
                  <a:pt x="4" y="7"/>
                  <a:pt x="5" y="5"/>
                </a:cubicBezTo>
                <a:cubicBezTo>
                  <a:pt x="6" y="3"/>
                  <a:pt x="6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5" name="Freeform 103"/>
          <p:cNvSpPr>
            <a:spLocks/>
          </p:cNvSpPr>
          <p:nvPr/>
        </p:nvSpPr>
        <p:spPr bwMode="auto">
          <a:xfrm>
            <a:off x="5245100" y="1022351"/>
            <a:ext cx="257175" cy="369888"/>
          </a:xfrm>
          <a:custGeom>
            <a:avLst/>
            <a:gdLst>
              <a:gd name="T0" fmla="*/ 58 w 61"/>
              <a:gd name="T1" fmla="*/ 48 h 87"/>
              <a:gd name="T2" fmla="*/ 60 w 61"/>
              <a:gd name="T3" fmla="*/ 31 h 87"/>
              <a:gd name="T4" fmla="*/ 54 w 61"/>
              <a:gd name="T5" fmla="*/ 8 h 87"/>
              <a:gd name="T6" fmla="*/ 34 w 61"/>
              <a:gd name="T7" fmla="*/ 1 h 87"/>
              <a:gd name="T8" fmla="*/ 8 w 61"/>
              <a:gd name="T9" fmla="*/ 27 h 87"/>
              <a:gd name="T10" fmla="*/ 5 w 61"/>
              <a:gd name="T11" fmla="*/ 85 h 87"/>
              <a:gd name="T12" fmla="*/ 8 w 61"/>
              <a:gd name="T13" fmla="*/ 87 h 87"/>
              <a:gd name="T14" fmla="*/ 8 w 61"/>
              <a:gd name="T15" fmla="*/ 87 h 87"/>
              <a:gd name="T16" fmla="*/ 11 w 61"/>
              <a:gd name="T17" fmla="*/ 84 h 87"/>
              <a:gd name="T18" fmla="*/ 13 w 61"/>
              <a:gd name="T19" fmla="*/ 28 h 87"/>
              <a:gd name="T20" fmla="*/ 34 w 61"/>
              <a:gd name="T21" fmla="*/ 6 h 87"/>
              <a:gd name="T22" fmla="*/ 50 w 61"/>
              <a:gd name="T23" fmla="*/ 12 h 87"/>
              <a:gd name="T24" fmla="*/ 54 w 61"/>
              <a:gd name="T25" fmla="*/ 31 h 87"/>
              <a:gd name="T26" fmla="*/ 52 w 61"/>
              <a:gd name="T27" fmla="*/ 47 h 87"/>
              <a:gd name="T28" fmla="*/ 53 w 61"/>
              <a:gd name="T29" fmla="*/ 84 h 87"/>
              <a:gd name="T30" fmla="*/ 57 w 61"/>
              <a:gd name="T31" fmla="*/ 86 h 87"/>
              <a:gd name="T32" fmla="*/ 59 w 61"/>
              <a:gd name="T33" fmla="*/ 82 h 87"/>
              <a:gd name="T34" fmla="*/ 58 w 61"/>
              <a:gd name="T35" fmla="*/ 48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" h="87">
                <a:moveTo>
                  <a:pt x="58" y="48"/>
                </a:moveTo>
                <a:cubicBezTo>
                  <a:pt x="59" y="42"/>
                  <a:pt x="60" y="37"/>
                  <a:pt x="60" y="31"/>
                </a:cubicBezTo>
                <a:cubicBezTo>
                  <a:pt x="61" y="21"/>
                  <a:pt x="59" y="13"/>
                  <a:pt x="54" y="8"/>
                </a:cubicBezTo>
                <a:cubicBezTo>
                  <a:pt x="49" y="3"/>
                  <a:pt x="42" y="0"/>
                  <a:pt x="34" y="1"/>
                </a:cubicBezTo>
                <a:cubicBezTo>
                  <a:pt x="18" y="3"/>
                  <a:pt x="10" y="11"/>
                  <a:pt x="8" y="27"/>
                </a:cubicBezTo>
                <a:cubicBezTo>
                  <a:pt x="7" y="28"/>
                  <a:pt x="0" y="60"/>
                  <a:pt x="5" y="85"/>
                </a:cubicBezTo>
                <a:cubicBezTo>
                  <a:pt x="5" y="86"/>
                  <a:pt x="6" y="87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10" y="87"/>
                  <a:pt x="11" y="86"/>
                  <a:pt x="11" y="84"/>
                </a:cubicBezTo>
                <a:cubicBezTo>
                  <a:pt x="6" y="60"/>
                  <a:pt x="13" y="28"/>
                  <a:pt x="13" y="28"/>
                </a:cubicBezTo>
                <a:cubicBezTo>
                  <a:pt x="15" y="15"/>
                  <a:pt x="22" y="8"/>
                  <a:pt x="34" y="6"/>
                </a:cubicBezTo>
                <a:cubicBezTo>
                  <a:pt x="41" y="6"/>
                  <a:pt x="46" y="8"/>
                  <a:pt x="50" y="12"/>
                </a:cubicBezTo>
                <a:cubicBezTo>
                  <a:pt x="53" y="16"/>
                  <a:pt x="55" y="22"/>
                  <a:pt x="54" y="31"/>
                </a:cubicBezTo>
                <a:cubicBezTo>
                  <a:pt x="55" y="36"/>
                  <a:pt x="54" y="41"/>
                  <a:pt x="52" y="47"/>
                </a:cubicBezTo>
                <a:cubicBezTo>
                  <a:pt x="50" y="57"/>
                  <a:pt x="48" y="69"/>
                  <a:pt x="53" y="84"/>
                </a:cubicBezTo>
                <a:cubicBezTo>
                  <a:pt x="53" y="85"/>
                  <a:pt x="55" y="86"/>
                  <a:pt x="57" y="86"/>
                </a:cubicBezTo>
                <a:cubicBezTo>
                  <a:pt x="58" y="85"/>
                  <a:pt x="59" y="83"/>
                  <a:pt x="59" y="82"/>
                </a:cubicBezTo>
                <a:cubicBezTo>
                  <a:pt x="54" y="69"/>
                  <a:pt x="56" y="58"/>
                  <a:pt x="58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6" name="Freeform 104"/>
          <p:cNvSpPr>
            <a:spLocks/>
          </p:cNvSpPr>
          <p:nvPr/>
        </p:nvSpPr>
        <p:spPr bwMode="auto">
          <a:xfrm>
            <a:off x="5202238" y="979489"/>
            <a:ext cx="339725" cy="407988"/>
          </a:xfrm>
          <a:custGeom>
            <a:avLst/>
            <a:gdLst>
              <a:gd name="T0" fmla="*/ 79 w 80"/>
              <a:gd name="T1" fmla="*/ 92 h 96"/>
              <a:gd name="T2" fmla="*/ 77 w 80"/>
              <a:gd name="T3" fmla="*/ 57 h 96"/>
              <a:gd name="T4" fmla="*/ 79 w 80"/>
              <a:gd name="T5" fmla="*/ 38 h 96"/>
              <a:gd name="T6" fmla="*/ 72 w 80"/>
              <a:gd name="T7" fmla="*/ 10 h 96"/>
              <a:gd name="T8" fmla="*/ 44 w 80"/>
              <a:gd name="T9" fmla="*/ 0 h 96"/>
              <a:gd name="T10" fmla="*/ 10 w 80"/>
              <a:gd name="T11" fmla="*/ 32 h 96"/>
              <a:gd name="T12" fmla="*/ 6 w 80"/>
              <a:gd name="T13" fmla="*/ 93 h 96"/>
              <a:gd name="T14" fmla="*/ 10 w 80"/>
              <a:gd name="T15" fmla="*/ 96 h 96"/>
              <a:gd name="T16" fmla="*/ 12 w 80"/>
              <a:gd name="T17" fmla="*/ 92 h 96"/>
              <a:gd name="T18" fmla="*/ 15 w 80"/>
              <a:gd name="T19" fmla="*/ 33 h 96"/>
              <a:gd name="T20" fmla="*/ 44 w 80"/>
              <a:gd name="T21" fmla="*/ 6 h 96"/>
              <a:gd name="T22" fmla="*/ 68 w 80"/>
              <a:gd name="T23" fmla="*/ 14 h 96"/>
              <a:gd name="T24" fmla="*/ 73 w 80"/>
              <a:gd name="T25" fmla="*/ 38 h 96"/>
              <a:gd name="T26" fmla="*/ 71 w 80"/>
              <a:gd name="T27" fmla="*/ 56 h 96"/>
              <a:gd name="T28" fmla="*/ 74 w 80"/>
              <a:gd name="T29" fmla="*/ 94 h 96"/>
              <a:gd name="T30" fmla="*/ 77 w 80"/>
              <a:gd name="T31" fmla="*/ 96 h 96"/>
              <a:gd name="T32" fmla="*/ 78 w 80"/>
              <a:gd name="T33" fmla="*/ 96 h 96"/>
              <a:gd name="T34" fmla="*/ 79 w 80"/>
              <a:gd name="T35" fmla="*/ 9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0" h="96">
                <a:moveTo>
                  <a:pt x="79" y="92"/>
                </a:moveTo>
                <a:cubicBezTo>
                  <a:pt x="74" y="74"/>
                  <a:pt x="75" y="66"/>
                  <a:pt x="77" y="57"/>
                </a:cubicBezTo>
                <a:cubicBezTo>
                  <a:pt x="78" y="51"/>
                  <a:pt x="80" y="45"/>
                  <a:pt x="79" y="38"/>
                </a:cubicBezTo>
                <a:cubicBezTo>
                  <a:pt x="80" y="25"/>
                  <a:pt x="78" y="16"/>
                  <a:pt x="72" y="10"/>
                </a:cubicBezTo>
                <a:cubicBezTo>
                  <a:pt x="66" y="3"/>
                  <a:pt x="57" y="0"/>
                  <a:pt x="44" y="0"/>
                </a:cubicBezTo>
                <a:cubicBezTo>
                  <a:pt x="23" y="3"/>
                  <a:pt x="16" y="14"/>
                  <a:pt x="10" y="32"/>
                </a:cubicBezTo>
                <a:cubicBezTo>
                  <a:pt x="10" y="33"/>
                  <a:pt x="0" y="59"/>
                  <a:pt x="6" y="93"/>
                </a:cubicBezTo>
                <a:cubicBezTo>
                  <a:pt x="7" y="95"/>
                  <a:pt x="8" y="96"/>
                  <a:pt x="10" y="96"/>
                </a:cubicBezTo>
                <a:cubicBezTo>
                  <a:pt x="11" y="95"/>
                  <a:pt x="12" y="94"/>
                  <a:pt x="12" y="92"/>
                </a:cubicBezTo>
                <a:cubicBezTo>
                  <a:pt x="6" y="59"/>
                  <a:pt x="15" y="34"/>
                  <a:pt x="15" y="33"/>
                </a:cubicBezTo>
                <a:cubicBezTo>
                  <a:pt x="21" y="17"/>
                  <a:pt x="27" y="8"/>
                  <a:pt x="44" y="6"/>
                </a:cubicBezTo>
                <a:cubicBezTo>
                  <a:pt x="55" y="6"/>
                  <a:pt x="63" y="9"/>
                  <a:pt x="68" y="14"/>
                </a:cubicBezTo>
                <a:cubicBezTo>
                  <a:pt x="72" y="19"/>
                  <a:pt x="74" y="27"/>
                  <a:pt x="73" y="38"/>
                </a:cubicBezTo>
                <a:cubicBezTo>
                  <a:pt x="74" y="45"/>
                  <a:pt x="73" y="50"/>
                  <a:pt x="71" y="56"/>
                </a:cubicBezTo>
                <a:cubicBezTo>
                  <a:pt x="70" y="65"/>
                  <a:pt x="67" y="75"/>
                  <a:pt x="74" y="94"/>
                </a:cubicBezTo>
                <a:cubicBezTo>
                  <a:pt x="74" y="96"/>
                  <a:pt x="75" y="96"/>
                  <a:pt x="77" y="96"/>
                </a:cubicBezTo>
                <a:cubicBezTo>
                  <a:pt x="78" y="96"/>
                  <a:pt x="78" y="96"/>
                  <a:pt x="78" y="96"/>
                </a:cubicBezTo>
                <a:cubicBezTo>
                  <a:pt x="79" y="96"/>
                  <a:pt x="80" y="94"/>
                  <a:pt x="79" y="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7" name="Freeform 105"/>
          <p:cNvSpPr>
            <a:spLocks/>
          </p:cNvSpPr>
          <p:nvPr/>
        </p:nvSpPr>
        <p:spPr bwMode="auto">
          <a:xfrm>
            <a:off x="5286375" y="1065214"/>
            <a:ext cx="177800" cy="309563"/>
          </a:xfrm>
          <a:custGeom>
            <a:avLst/>
            <a:gdLst>
              <a:gd name="T0" fmla="*/ 42 w 42"/>
              <a:gd name="T1" fmla="*/ 21 h 73"/>
              <a:gd name="T2" fmla="*/ 38 w 42"/>
              <a:gd name="T3" fmla="*/ 5 h 73"/>
              <a:gd name="T4" fmla="*/ 24 w 42"/>
              <a:gd name="T5" fmla="*/ 0 h 73"/>
              <a:gd name="T6" fmla="*/ 7 w 42"/>
              <a:gd name="T7" fmla="*/ 18 h 73"/>
              <a:gd name="T8" fmla="*/ 6 w 42"/>
              <a:gd name="T9" fmla="*/ 71 h 73"/>
              <a:gd name="T10" fmla="*/ 9 w 42"/>
              <a:gd name="T11" fmla="*/ 73 h 73"/>
              <a:gd name="T12" fmla="*/ 10 w 42"/>
              <a:gd name="T13" fmla="*/ 72 h 73"/>
              <a:gd name="T14" fmla="*/ 11 w 42"/>
              <a:gd name="T15" fmla="*/ 69 h 73"/>
              <a:gd name="T16" fmla="*/ 12 w 42"/>
              <a:gd name="T17" fmla="*/ 18 h 73"/>
              <a:gd name="T18" fmla="*/ 24 w 42"/>
              <a:gd name="T19" fmla="*/ 6 h 73"/>
              <a:gd name="T20" fmla="*/ 33 w 42"/>
              <a:gd name="T21" fmla="*/ 9 h 73"/>
              <a:gd name="T22" fmla="*/ 36 w 42"/>
              <a:gd name="T23" fmla="*/ 21 h 73"/>
              <a:gd name="T24" fmla="*/ 34 w 42"/>
              <a:gd name="T25" fmla="*/ 32 h 73"/>
              <a:gd name="T26" fmla="*/ 32 w 42"/>
              <a:gd name="T27" fmla="*/ 70 h 73"/>
              <a:gd name="T28" fmla="*/ 36 w 42"/>
              <a:gd name="T29" fmla="*/ 73 h 73"/>
              <a:gd name="T30" fmla="*/ 38 w 42"/>
              <a:gd name="T31" fmla="*/ 69 h 73"/>
              <a:gd name="T32" fmla="*/ 39 w 42"/>
              <a:gd name="T33" fmla="*/ 34 h 73"/>
              <a:gd name="T34" fmla="*/ 42 w 42"/>
              <a:gd name="T35" fmla="*/ 21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" h="73">
                <a:moveTo>
                  <a:pt x="42" y="21"/>
                </a:moveTo>
                <a:cubicBezTo>
                  <a:pt x="42" y="14"/>
                  <a:pt x="41" y="9"/>
                  <a:pt x="38" y="5"/>
                </a:cubicBezTo>
                <a:cubicBezTo>
                  <a:pt x="35" y="2"/>
                  <a:pt x="30" y="0"/>
                  <a:pt x="24" y="0"/>
                </a:cubicBezTo>
                <a:cubicBezTo>
                  <a:pt x="14" y="0"/>
                  <a:pt x="7" y="8"/>
                  <a:pt x="7" y="18"/>
                </a:cubicBezTo>
                <a:cubicBezTo>
                  <a:pt x="6" y="19"/>
                  <a:pt x="0" y="57"/>
                  <a:pt x="6" y="71"/>
                </a:cubicBezTo>
                <a:cubicBezTo>
                  <a:pt x="6" y="72"/>
                  <a:pt x="7" y="73"/>
                  <a:pt x="9" y="73"/>
                </a:cubicBezTo>
                <a:cubicBezTo>
                  <a:pt x="9" y="73"/>
                  <a:pt x="9" y="73"/>
                  <a:pt x="10" y="72"/>
                </a:cubicBezTo>
                <a:cubicBezTo>
                  <a:pt x="11" y="72"/>
                  <a:pt x="12" y="70"/>
                  <a:pt x="11" y="69"/>
                </a:cubicBezTo>
                <a:cubicBezTo>
                  <a:pt x="7" y="58"/>
                  <a:pt x="11" y="29"/>
                  <a:pt x="12" y="18"/>
                </a:cubicBezTo>
                <a:cubicBezTo>
                  <a:pt x="12" y="12"/>
                  <a:pt x="18" y="6"/>
                  <a:pt x="24" y="6"/>
                </a:cubicBezTo>
                <a:cubicBezTo>
                  <a:pt x="28" y="6"/>
                  <a:pt x="31" y="7"/>
                  <a:pt x="33" y="9"/>
                </a:cubicBezTo>
                <a:cubicBezTo>
                  <a:pt x="35" y="12"/>
                  <a:pt x="36" y="15"/>
                  <a:pt x="36" y="21"/>
                </a:cubicBezTo>
                <a:cubicBezTo>
                  <a:pt x="36" y="25"/>
                  <a:pt x="35" y="28"/>
                  <a:pt x="34" y="32"/>
                </a:cubicBezTo>
                <a:cubicBezTo>
                  <a:pt x="32" y="41"/>
                  <a:pt x="29" y="51"/>
                  <a:pt x="32" y="70"/>
                </a:cubicBezTo>
                <a:cubicBezTo>
                  <a:pt x="33" y="72"/>
                  <a:pt x="34" y="73"/>
                  <a:pt x="36" y="73"/>
                </a:cubicBezTo>
                <a:cubicBezTo>
                  <a:pt x="37" y="72"/>
                  <a:pt x="39" y="71"/>
                  <a:pt x="38" y="69"/>
                </a:cubicBezTo>
                <a:cubicBezTo>
                  <a:pt x="35" y="51"/>
                  <a:pt x="37" y="42"/>
                  <a:pt x="39" y="34"/>
                </a:cubicBezTo>
                <a:cubicBezTo>
                  <a:pt x="41" y="30"/>
                  <a:pt x="42" y="26"/>
                  <a:pt x="42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8" name="Freeform 106"/>
          <p:cNvSpPr>
            <a:spLocks/>
          </p:cNvSpPr>
          <p:nvPr/>
        </p:nvSpPr>
        <p:spPr bwMode="auto">
          <a:xfrm>
            <a:off x="5334000" y="1111251"/>
            <a:ext cx="92075" cy="242888"/>
          </a:xfrm>
          <a:custGeom>
            <a:avLst/>
            <a:gdLst>
              <a:gd name="T0" fmla="*/ 21 w 22"/>
              <a:gd name="T1" fmla="*/ 18 h 57"/>
              <a:gd name="T2" fmla="*/ 22 w 22"/>
              <a:gd name="T3" fmla="*/ 10 h 57"/>
              <a:gd name="T4" fmla="*/ 20 w 22"/>
              <a:gd name="T5" fmla="*/ 2 h 57"/>
              <a:gd name="T6" fmla="*/ 14 w 22"/>
              <a:gd name="T7" fmla="*/ 0 h 57"/>
              <a:gd name="T8" fmla="*/ 5 w 22"/>
              <a:gd name="T9" fmla="*/ 8 h 57"/>
              <a:gd name="T10" fmla="*/ 3 w 22"/>
              <a:gd name="T11" fmla="*/ 56 h 57"/>
              <a:gd name="T12" fmla="*/ 6 w 22"/>
              <a:gd name="T13" fmla="*/ 57 h 57"/>
              <a:gd name="T14" fmla="*/ 7 w 22"/>
              <a:gd name="T15" fmla="*/ 54 h 57"/>
              <a:gd name="T16" fmla="*/ 10 w 22"/>
              <a:gd name="T17" fmla="*/ 9 h 57"/>
              <a:gd name="T18" fmla="*/ 14 w 22"/>
              <a:gd name="T19" fmla="*/ 4 h 57"/>
              <a:gd name="T20" fmla="*/ 17 w 22"/>
              <a:gd name="T21" fmla="*/ 5 h 57"/>
              <a:gd name="T22" fmla="*/ 18 w 22"/>
              <a:gd name="T23" fmla="*/ 10 h 57"/>
              <a:gd name="T24" fmla="*/ 16 w 22"/>
              <a:gd name="T25" fmla="*/ 17 h 57"/>
              <a:gd name="T26" fmla="*/ 14 w 22"/>
              <a:gd name="T27" fmla="*/ 55 h 57"/>
              <a:gd name="T28" fmla="*/ 16 w 22"/>
              <a:gd name="T29" fmla="*/ 57 h 57"/>
              <a:gd name="T30" fmla="*/ 17 w 22"/>
              <a:gd name="T31" fmla="*/ 57 h 57"/>
              <a:gd name="T32" fmla="*/ 18 w 22"/>
              <a:gd name="T33" fmla="*/ 54 h 57"/>
              <a:gd name="T34" fmla="*/ 21 w 22"/>
              <a:gd name="T35" fmla="*/ 1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" h="57">
                <a:moveTo>
                  <a:pt x="21" y="18"/>
                </a:moveTo>
                <a:cubicBezTo>
                  <a:pt x="22" y="14"/>
                  <a:pt x="22" y="11"/>
                  <a:pt x="22" y="10"/>
                </a:cubicBezTo>
                <a:cubicBezTo>
                  <a:pt x="22" y="7"/>
                  <a:pt x="22" y="4"/>
                  <a:pt x="20" y="2"/>
                </a:cubicBezTo>
                <a:cubicBezTo>
                  <a:pt x="19" y="1"/>
                  <a:pt x="17" y="0"/>
                  <a:pt x="14" y="0"/>
                </a:cubicBezTo>
                <a:cubicBezTo>
                  <a:pt x="9" y="0"/>
                  <a:pt x="5" y="4"/>
                  <a:pt x="5" y="8"/>
                </a:cubicBezTo>
                <a:cubicBezTo>
                  <a:pt x="4" y="15"/>
                  <a:pt x="0" y="50"/>
                  <a:pt x="3" y="56"/>
                </a:cubicBezTo>
                <a:cubicBezTo>
                  <a:pt x="3" y="57"/>
                  <a:pt x="5" y="57"/>
                  <a:pt x="6" y="57"/>
                </a:cubicBezTo>
                <a:cubicBezTo>
                  <a:pt x="7" y="56"/>
                  <a:pt x="7" y="55"/>
                  <a:pt x="7" y="54"/>
                </a:cubicBezTo>
                <a:cubicBezTo>
                  <a:pt x="5" y="50"/>
                  <a:pt x="8" y="25"/>
                  <a:pt x="10" y="9"/>
                </a:cubicBezTo>
                <a:cubicBezTo>
                  <a:pt x="10" y="6"/>
                  <a:pt x="12" y="4"/>
                  <a:pt x="14" y="4"/>
                </a:cubicBezTo>
                <a:cubicBezTo>
                  <a:pt x="15" y="5"/>
                  <a:pt x="16" y="5"/>
                  <a:pt x="17" y="5"/>
                </a:cubicBezTo>
                <a:cubicBezTo>
                  <a:pt x="18" y="6"/>
                  <a:pt x="18" y="8"/>
                  <a:pt x="18" y="10"/>
                </a:cubicBezTo>
                <a:cubicBezTo>
                  <a:pt x="18" y="11"/>
                  <a:pt x="17" y="14"/>
                  <a:pt x="16" y="17"/>
                </a:cubicBezTo>
                <a:cubicBezTo>
                  <a:pt x="14" y="27"/>
                  <a:pt x="10" y="42"/>
                  <a:pt x="14" y="55"/>
                </a:cubicBezTo>
                <a:cubicBezTo>
                  <a:pt x="15" y="56"/>
                  <a:pt x="15" y="57"/>
                  <a:pt x="16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8" y="57"/>
                  <a:pt x="19" y="55"/>
                  <a:pt x="18" y="54"/>
                </a:cubicBezTo>
                <a:cubicBezTo>
                  <a:pt x="15" y="42"/>
                  <a:pt x="18" y="28"/>
                  <a:pt x="21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9" name="Freeform 107"/>
          <p:cNvSpPr>
            <a:spLocks/>
          </p:cNvSpPr>
          <p:nvPr/>
        </p:nvSpPr>
        <p:spPr bwMode="auto">
          <a:xfrm>
            <a:off x="6070600" y="1123951"/>
            <a:ext cx="30163" cy="30163"/>
          </a:xfrm>
          <a:custGeom>
            <a:avLst/>
            <a:gdLst>
              <a:gd name="T0" fmla="*/ 4 w 7"/>
              <a:gd name="T1" fmla="*/ 1 h 7"/>
              <a:gd name="T2" fmla="*/ 0 w 7"/>
              <a:gd name="T3" fmla="*/ 3 h 7"/>
              <a:gd name="T4" fmla="*/ 2 w 7"/>
              <a:gd name="T5" fmla="*/ 7 h 7"/>
              <a:gd name="T6" fmla="*/ 6 w 7"/>
              <a:gd name="T7" fmla="*/ 5 h 7"/>
              <a:gd name="T8" fmla="*/ 4 w 7"/>
              <a:gd name="T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4" y="1"/>
                </a:moveTo>
                <a:cubicBezTo>
                  <a:pt x="2" y="0"/>
                  <a:pt x="1" y="1"/>
                  <a:pt x="0" y="3"/>
                </a:cubicBezTo>
                <a:cubicBezTo>
                  <a:pt x="0" y="5"/>
                  <a:pt x="1" y="6"/>
                  <a:pt x="2" y="7"/>
                </a:cubicBezTo>
                <a:cubicBezTo>
                  <a:pt x="4" y="7"/>
                  <a:pt x="6" y="6"/>
                  <a:pt x="6" y="5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0" name="Freeform 108"/>
          <p:cNvSpPr>
            <a:spLocks noEditPoints="1"/>
          </p:cNvSpPr>
          <p:nvPr/>
        </p:nvSpPr>
        <p:spPr bwMode="auto">
          <a:xfrm>
            <a:off x="5816600" y="950914"/>
            <a:ext cx="407988" cy="471488"/>
          </a:xfrm>
          <a:custGeom>
            <a:avLst/>
            <a:gdLst>
              <a:gd name="T0" fmla="*/ 93 w 96"/>
              <a:gd name="T1" fmla="*/ 56 h 111"/>
              <a:gd name="T2" fmla="*/ 90 w 96"/>
              <a:gd name="T3" fmla="*/ 48 h 111"/>
              <a:gd name="T4" fmla="*/ 91 w 96"/>
              <a:gd name="T5" fmla="*/ 43 h 111"/>
              <a:gd name="T6" fmla="*/ 90 w 96"/>
              <a:gd name="T7" fmla="*/ 37 h 111"/>
              <a:gd name="T8" fmla="*/ 87 w 96"/>
              <a:gd name="T9" fmla="*/ 30 h 111"/>
              <a:gd name="T10" fmla="*/ 84 w 96"/>
              <a:gd name="T11" fmla="*/ 23 h 111"/>
              <a:gd name="T12" fmla="*/ 84 w 96"/>
              <a:gd name="T13" fmla="*/ 17 h 111"/>
              <a:gd name="T14" fmla="*/ 80 w 96"/>
              <a:gd name="T15" fmla="*/ 13 h 111"/>
              <a:gd name="T16" fmla="*/ 79 w 96"/>
              <a:gd name="T17" fmla="*/ 9 h 111"/>
              <a:gd name="T18" fmla="*/ 74 w 96"/>
              <a:gd name="T19" fmla="*/ 6 h 111"/>
              <a:gd name="T20" fmla="*/ 69 w 96"/>
              <a:gd name="T21" fmla="*/ 4 h 111"/>
              <a:gd name="T22" fmla="*/ 62 w 96"/>
              <a:gd name="T23" fmla="*/ 2 h 111"/>
              <a:gd name="T24" fmla="*/ 56 w 96"/>
              <a:gd name="T25" fmla="*/ 1 h 111"/>
              <a:gd name="T26" fmla="*/ 49 w 96"/>
              <a:gd name="T27" fmla="*/ 0 h 111"/>
              <a:gd name="T28" fmla="*/ 42 w 96"/>
              <a:gd name="T29" fmla="*/ 1 h 111"/>
              <a:gd name="T30" fmla="*/ 35 w 96"/>
              <a:gd name="T31" fmla="*/ 2 h 111"/>
              <a:gd name="T32" fmla="*/ 28 w 96"/>
              <a:gd name="T33" fmla="*/ 4 h 111"/>
              <a:gd name="T34" fmla="*/ 21 w 96"/>
              <a:gd name="T35" fmla="*/ 7 h 111"/>
              <a:gd name="T36" fmla="*/ 15 w 96"/>
              <a:gd name="T37" fmla="*/ 10 h 111"/>
              <a:gd name="T38" fmla="*/ 10 w 96"/>
              <a:gd name="T39" fmla="*/ 15 h 111"/>
              <a:gd name="T40" fmla="*/ 6 w 96"/>
              <a:gd name="T41" fmla="*/ 20 h 111"/>
              <a:gd name="T42" fmla="*/ 3 w 96"/>
              <a:gd name="T43" fmla="*/ 26 h 111"/>
              <a:gd name="T44" fmla="*/ 1 w 96"/>
              <a:gd name="T45" fmla="*/ 33 h 111"/>
              <a:gd name="T46" fmla="*/ 0 w 96"/>
              <a:gd name="T47" fmla="*/ 44 h 111"/>
              <a:gd name="T48" fmla="*/ 3 w 96"/>
              <a:gd name="T49" fmla="*/ 57 h 111"/>
              <a:gd name="T50" fmla="*/ 24 w 96"/>
              <a:gd name="T51" fmla="*/ 110 h 111"/>
              <a:gd name="T52" fmla="*/ 73 w 96"/>
              <a:gd name="T53" fmla="*/ 105 h 111"/>
              <a:gd name="T54" fmla="*/ 74 w 96"/>
              <a:gd name="T55" fmla="*/ 94 h 111"/>
              <a:gd name="T56" fmla="*/ 76 w 96"/>
              <a:gd name="T57" fmla="*/ 93 h 111"/>
              <a:gd name="T58" fmla="*/ 79 w 96"/>
              <a:gd name="T59" fmla="*/ 92 h 111"/>
              <a:gd name="T60" fmla="*/ 82 w 96"/>
              <a:gd name="T61" fmla="*/ 92 h 111"/>
              <a:gd name="T62" fmla="*/ 82 w 96"/>
              <a:gd name="T63" fmla="*/ 93 h 111"/>
              <a:gd name="T64" fmla="*/ 86 w 96"/>
              <a:gd name="T65" fmla="*/ 93 h 111"/>
              <a:gd name="T66" fmla="*/ 89 w 96"/>
              <a:gd name="T67" fmla="*/ 92 h 111"/>
              <a:gd name="T68" fmla="*/ 91 w 96"/>
              <a:gd name="T69" fmla="*/ 89 h 111"/>
              <a:gd name="T70" fmla="*/ 91 w 96"/>
              <a:gd name="T71" fmla="*/ 84 h 111"/>
              <a:gd name="T72" fmla="*/ 92 w 96"/>
              <a:gd name="T73" fmla="*/ 82 h 111"/>
              <a:gd name="T74" fmla="*/ 92 w 96"/>
              <a:gd name="T75" fmla="*/ 80 h 111"/>
              <a:gd name="T76" fmla="*/ 91 w 96"/>
              <a:gd name="T77" fmla="*/ 78 h 111"/>
              <a:gd name="T78" fmla="*/ 90 w 96"/>
              <a:gd name="T79" fmla="*/ 77 h 111"/>
              <a:gd name="T80" fmla="*/ 93 w 96"/>
              <a:gd name="T81" fmla="*/ 75 h 111"/>
              <a:gd name="T82" fmla="*/ 92 w 96"/>
              <a:gd name="T83" fmla="*/ 71 h 111"/>
              <a:gd name="T84" fmla="*/ 92 w 96"/>
              <a:gd name="T85" fmla="*/ 66 h 111"/>
              <a:gd name="T86" fmla="*/ 95 w 96"/>
              <a:gd name="T87" fmla="*/ 64 h 111"/>
              <a:gd name="T88" fmla="*/ 48 w 96"/>
              <a:gd name="T89" fmla="*/ 51 h 111"/>
              <a:gd name="T90" fmla="*/ 33 w 96"/>
              <a:gd name="T91" fmla="*/ 55 h 111"/>
              <a:gd name="T92" fmla="*/ 19 w 96"/>
              <a:gd name="T93" fmla="*/ 48 h 111"/>
              <a:gd name="T94" fmla="*/ 15 w 96"/>
              <a:gd name="T95" fmla="*/ 33 h 111"/>
              <a:gd name="T96" fmla="*/ 22 w 96"/>
              <a:gd name="T97" fmla="*/ 19 h 111"/>
              <a:gd name="T98" fmla="*/ 37 w 96"/>
              <a:gd name="T99" fmla="*/ 15 h 111"/>
              <a:gd name="T100" fmla="*/ 51 w 96"/>
              <a:gd name="T101" fmla="*/ 22 h 111"/>
              <a:gd name="T102" fmla="*/ 56 w 96"/>
              <a:gd name="T103" fmla="*/ 37 h 111"/>
              <a:gd name="T104" fmla="*/ 48 w 96"/>
              <a:gd name="T105" fmla="*/ 51 h 111"/>
              <a:gd name="T106" fmla="*/ 69 w 96"/>
              <a:gd name="T107" fmla="*/ 53 h 111"/>
              <a:gd name="T108" fmla="*/ 62 w 96"/>
              <a:gd name="T109" fmla="*/ 55 h 111"/>
              <a:gd name="T110" fmla="*/ 55 w 96"/>
              <a:gd name="T111" fmla="*/ 51 h 111"/>
              <a:gd name="T112" fmla="*/ 53 w 96"/>
              <a:gd name="T113" fmla="*/ 44 h 111"/>
              <a:gd name="T114" fmla="*/ 57 w 96"/>
              <a:gd name="T115" fmla="*/ 37 h 111"/>
              <a:gd name="T116" fmla="*/ 64 w 96"/>
              <a:gd name="T117" fmla="*/ 35 h 111"/>
              <a:gd name="T118" fmla="*/ 71 w 96"/>
              <a:gd name="T119" fmla="*/ 39 h 111"/>
              <a:gd name="T120" fmla="*/ 73 w 96"/>
              <a:gd name="T121" fmla="*/ 4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6" h="111">
                <a:moveTo>
                  <a:pt x="95" y="63"/>
                </a:moveTo>
                <a:cubicBezTo>
                  <a:pt x="95" y="60"/>
                  <a:pt x="95" y="60"/>
                  <a:pt x="95" y="60"/>
                </a:cubicBezTo>
                <a:cubicBezTo>
                  <a:pt x="94" y="58"/>
                  <a:pt x="94" y="58"/>
                  <a:pt x="94" y="58"/>
                </a:cubicBezTo>
                <a:cubicBezTo>
                  <a:pt x="93" y="56"/>
                  <a:pt x="93" y="56"/>
                  <a:pt x="93" y="56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2"/>
                  <a:pt x="92" y="52"/>
                  <a:pt x="92" y="52"/>
                </a:cubicBezTo>
                <a:cubicBezTo>
                  <a:pt x="91" y="50"/>
                  <a:pt x="91" y="50"/>
                  <a:pt x="91" y="50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4"/>
                  <a:pt x="90" y="44"/>
                  <a:pt x="90" y="44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2"/>
                  <a:pt x="91" y="42"/>
                  <a:pt x="91" y="42"/>
                </a:cubicBezTo>
                <a:cubicBezTo>
                  <a:pt x="91" y="41"/>
                  <a:pt x="91" y="41"/>
                  <a:pt x="91" y="41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7"/>
                  <a:pt x="90" y="37"/>
                  <a:pt x="90" y="37"/>
                </a:cubicBezTo>
                <a:cubicBezTo>
                  <a:pt x="89" y="35"/>
                  <a:pt x="89" y="35"/>
                  <a:pt x="89" y="35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32"/>
                  <a:pt x="88" y="32"/>
                  <a:pt x="88" y="32"/>
                </a:cubicBezTo>
                <a:cubicBezTo>
                  <a:pt x="87" y="30"/>
                  <a:pt x="87" y="30"/>
                  <a:pt x="87" y="30"/>
                </a:cubicBezTo>
                <a:cubicBezTo>
                  <a:pt x="86" y="28"/>
                  <a:pt x="86" y="28"/>
                  <a:pt x="86" y="28"/>
                </a:cubicBezTo>
                <a:cubicBezTo>
                  <a:pt x="86" y="27"/>
                  <a:pt x="86" y="27"/>
                  <a:pt x="86" y="27"/>
                </a:cubicBezTo>
                <a:cubicBezTo>
                  <a:pt x="85" y="25"/>
                  <a:pt x="85" y="25"/>
                  <a:pt x="85" y="25"/>
                </a:cubicBezTo>
                <a:cubicBezTo>
                  <a:pt x="84" y="23"/>
                  <a:pt x="84" y="23"/>
                  <a:pt x="84" y="23"/>
                </a:cubicBezTo>
                <a:cubicBezTo>
                  <a:pt x="87" y="22"/>
                  <a:pt x="87" y="22"/>
                  <a:pt x="87" y="22"/>
                </a:cubicBezTo>
                <a:cubicBezTo>
                  <a:pt x="86" y="20"/>
                  <a:pt x="86" y="20"/>
                  <a:pt x="86" y="20"/>
                </a:cubicBezTo>
                <a:cubicBezTo>
                  <a:pt x="85" y="19"/>
                  <a:pt x="85" y="19"/>
                  <a:pt x="85" y="19"/>
                </a:cubicBezTo>
                <a:cubicBezTo>
                  <a:pt x="84" y="17"/>
                  <a:pt x="84" y="17"/>
                  <a:pt x="84" y="17"/>
                </a:cubicBezTo>
                <a:cubicBezTo>
                  <a:pt x="83" y="16"/>
                  <a:pt x="83" y="16"/>
                  <a:pt x="83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1" y="14"/>
                  <a:pt x="81" y="14"/>
                  <a:pt x="81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9" y="12"/>
                  <a:pt x="79" y="12"/>
                  <a:pt x="79" y="12"/>
                </a:cubicBezTo>
                <a:cubicBezTo>
                  <a:pt x="78" y="11"/>
                  <a:pt x="78" y="11"/>
                  <a:pt x="78" y="11"/>
                </a:cubicBezTo>
                <a:cubicBezTo>
                  <a:pt x="80" y="10"/>
                  <a:pt x="80" y="10"/>
                  <a:pt x="80" y="10"/>
                </a:cubicBezTo>
                <a:cubicBezTo>
                  <a:pt x="79" y="9"/>
                  <a:pt x="79" y="9"/>
                  <a:pt x="79" y="9"/>
                </a:cubicBezTo>
                <a:cubicBezTo>
                  <a:pt x="78" y="8"/>
                  <a:pt x="78" y="8"/>
                  <a:pt x="78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5" y="7"/>
                  <a:pt x="75" y="7"/>
                  <a:pt x="75" y="7"/>
                </a:cubicBezTo>
                <a:cubicBezTo>
                  <a:pt x="74" y="6"/>
                  <a:pt x="74" y="6"/>
                  <a:pt x="74" y="6"/>
                </a:cubicBezTo>
                <a:cubicBezTo>
                  <a:pt x="73" y="6"/>
                  <a:pt x="73" y="6"/>
                  <a:pt x="73" y="6"/>
                </a:cubicBezTo>
                <a:cubicBezTo>
                  <a:pt x="71" y="5"/>
                  <a:pt x="71" y="5"/>
                  <a:pt x="71" y="5"/>
                </a:cubicBezTo>
                <a:cubicBezTo>
                  <a:pt x="70" y="4"/>
                  <a:pt x="70" y="4"/>
                  <a:pt x="70" y="4"/>
                </a:cubicBezTo>
                <a:cubicBezTo>
                  <a:pt x="69" y="4"/>
                  <a:pt x="69" y="4"/>
                  <a:pt x="69" y="4"/>
                </a:cubicBezTo>
                <a:cubicBezTo>
                  <a:pt x="67" y="3"/>
                  <a:pt x="67" y="3"/>
                  <a:pt x="67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64" y="2"/>
                  <a:pt x="64" y="2"/>
                  <a:pt x="64" y="2"/>
                </a:cubicBezTo>
                <a:cubicBezTo>
                  <a:pt x="62" y="2"/>
                  <a:pt x="62" y="2"/>
                  <a:pt x="62" y="2"/>
                </a:cubicBezTo>
                <a:cubicBezTo>
                  <a:pt x="61" y="2"/>
                  <a:pt x="61" y="2"/>
                  <a:pt x="61" y="2"/>
                </a:cubicBezTo>
                <a:cubicBezTo>
                  <a:pt x="59" y="1"/>
                  <a:pt x="59" y="1"/>
                  <a:pt x="59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2" y="0"/>
                  <a:pt x="52" y="0"/>
                  <a:pt x="5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1"/>
                  <a:pt x="44" y="1"/>
                  <a:pt x="44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7" y="2"/>
                  <a:pt x="37" y="2"/>
                  <a:pt x="37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1" y="3"/>
                  <a:pt x="31" y="3"/>
                  <a:pt x="31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4"/>
                  <a:pt x="28" y="4"/>
                  <a:pt x="28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6"/>
                  <a:pt x="23" y="6"/>
                  <a:pt x="23" y="6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20" y="7"/>
                  <a:pt x="20" y="7"/>
                </a:cubicBezTo>
                <a:cubicBezTo>
                  <a:pt x="18" y="8"/>
                  <a:pt x="18" y="8"/>
                  <a:pt x="18" y="8"/>
                </a:cubicBezTo>
                <a:cubicBezTo>
                  <a:pt x="17" y="9"/>
                  <a:pt x="17" y="9"/>
                  <a:pt x="17" y="9"/>
                </a:cubicBezTo>
                <a:cubicBezTo>
                  <a:pt x="15" y="10"/>
                  <a:pt x="15" y="10"/>
                  <a:pt x="15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6"/>
                  <a:pt x="9" y="16"/>
                  <a:pt x="9" y="16"/>
                </a:cubicBezTo>
                <a:cubicBezTo>
                  <a:pt x="8" y="18"/>
                  <a:pt x="8" y="18"/>
                  <a:pt x="8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2"/>
                  <a:pt x="5" y="22"/>
                  <a:pt x="5" y="22"/>
                </a:cubicBezTo>
                <a:cubicBezTo>
                  <a:pt x="4" y="23"/>
                  <a:pt x="4" y="23"/>
                  <a:pt x="4" y="23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0" y="48"/>
                  <a:pt x="0" y="48"/>
                </a:cubicBezTo>
                <a:cubicBezTo>
                  <a:pt x="1" y="51"/>
                  <a:pt x="1" y="51"/>
                  <a:pt x="1" y="51"/>
                </a:cubicBezTo>
                <a:cubicBezTo>
                  <a:pt x="1" y="54"/>
                  <a:pt x="1" y="54"/>
                  <a:pt x="1" y="54"/>
                </a:cubicBezTo>
                <a:cubicBezTo>
                  <a:pt x="3" y="57"/>
                  <a:pt x="3" y="57"/>
                  <a:pt x="3" y="57"/>
                </a:cubicBezTo>
                <a:cubicBezTo>
                  <a:pt x="11" y="71"/>
                  <a:pt x="11" y="71"/>
                  <a:pt x="11" y="71"/>
                </a:cubicBezTo>
                <a:cubicBezTo>
                  <a:pt x="25" y="85"/>
                  <a:pt x="24" y="100"/>
                  <a:pt x="24" y="100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3" y="108"/>
                  <a:pt x="73" y="108"/>
                  <a:pt x="73" y="108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3" y="99"/>
                  <a:pt x="73" y="99"/>
                  <a:pt x="73" y="99"/>
                </a:cubicBezTo>
                <a:cubicBezTo>
                  <a:pt x="73" y="95"/>
                  <a:pt x="73" y="95"/>
                  <a:pt x="73" y="95"/>
                </a:cubicBezTo>
                <a:cubicBezTo>
                  <a:pt x="73" y="95"/>
                  <a:pt x="73" y="95"/>
                  <a:pt x="73" y="95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93"/>
                  <a:pt x="74" y="93"/>
                  <a:pt x="74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2"/>
                  <a:pt x="76" y="92"/>
                  <a:pt x="76" y="92"/>
                </a:cubicBezTo>
                <a:cubicBezTo>
                  <a:pt x="77" y="92"/>
                  <a:pt x="77" y="92"/>
                  <a:pt x="77" y="92"/>
                </a:cubicBezTo>
                <a:cubicBezTo>
                  <a:pt x="78" y="92"/>
                  <a:pt x="78" y="92"/>
                  <a:pt x="78" y="92"/>
                </a:cubicBezTo>
                <a:cubicBezTo>
                  <a:pt x="79" y="92"/>
                  <a:pt x="79" y="92"/>
                  <a:pt x="79" y="92"/>
                </a:cubicBezTo>
                <a:cubicBezTo>
                  <a:pt x="79" y="92"/>
                  <a:pt x="79" y="92"/>
                  <a:pt x="79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2" y="92"/>
                  <a:pt x="82" y="92"/>
                  <a:pt x="82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2" y="93"/>
                  <a:pt x="82" y="93"/>
                  <a:pt x="82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3"/>
                  <a:pt x="86" y="93"/>
                  <a:pt x="86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90" y="91"/>
                  <a:pt x="90" y="91"/>
                  <a:pt x="90" y="91"/>
                </a:cubicBezTo>
                <a:cubicBezTo>
                  <a:pt x="90" y="91"/>
                  <a:pt x="90" y="91"/>
                  <a:pt x="90" y="91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7"/>
                  <a:pt x="91" y="87"/>
                  <a:pt x="91" y="87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5"/>
                  <a:pt x="90" y="85"/>
                  <a:pt x="90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81"/>
                  <a:pt x="92" y="81"/>
                  <a:pt x="92" y="81"/>
                </a:cubicBezTo>
                <a:cubicBezTo>
                  <a:pt x="92" y="81"/>
                  <a:pt x="92" y="81"/>
                  <a:pt x="92" y="81"/>
                </a:cubicBezTo>
                <a:cubicBezTo>
                  <a:pt x="92" y="80"/>
                  <a:pt x="92" y="80"/>
                  <a:pt x="92" y="80"/>
                </a:cubicBezTo>
                <a:cubicBezTo>
                  <a:pt x="92" y="80"/>
                  <a:pt x="92" y="80"/>
                  <a:pt x="92" y="80"/>
                </a:cubicBezTo>
                <a:cubicBezTo>
                  <a:pt x="92" y="79"/>
                  <a:pt x="92" y="79"/>
                  <a:pt x="92" y="79"/>
                </a:cubicBezTo>
                <a:cubicBezTo>
                  <a:pt x="92" y="79"/>
                  <a:pt x="92" y="79"/>
                  <a:pt x="92" y="79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7"/>
                  <a:pt x="90" y="77"/>
                  <a:pt x="90" y="77"/>
                </a:cubicBezTo>
                <a:cubicBezTo>
                  <a:pt x="91" y="76"/>
                  <a:pt x="91" y="76"/>
                  <a:pt x="91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5"/>
                  <a:pt x="92" y="75"/>
                  <a:pt x="92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3" y="74"/>
                  <a:pt x="93" y="74"/>
                  <a:pt x="93" y="74"/>
                </a:cubicBezTo>
                <a:cubicBezTo>
                  <a:pt x="93" y="74"/>
                  <a:pt x="93" y="74"/>
                  <a:pt x="93" y="74"/>
                </a:cubicBezTo>
                <a:cubicBezTo>
                  <a:pt x="93" y="73"/>
                  <a:pt x="93" y="73"/>
                  <a:pt x="93" y="73"/>
                </a:cubicBezTo>
                <a:cubicBezTo>
                  <a:pt x="92" y="71"/>
                  <a:pt x="92" y="71"/>
                  <a:pt x="92" y="71"/>
                </a:cubicBezTo>
                <a:cubicBezTo>
                  <a:pt x="92" y="70"/>
                  <a:pt x="92" y="70"/>
                  <a:pt x="92" y="70"/>
                </a:cubicBezTo>
                <a:cubicBezTo>
                  <a:pt x="92" y="68"/>
                  <a:pt x="92" y="68"/>
                  <a:pt x="92" y="68"/>
                </a:cubicBezTo>
                <a:cubicBezTo>
                  <a:pt x="92" y="66"/>
                  <a:pt x="92" y="66"/>
                  <a:pt x="92" y="66"/>
                </a:cubicBezTo>
                <a:cubicBezTo>
                  <a:pt x="92" y="66"/>
                  <a:pt x="92" y="66"/>
                  <a:pt x="92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4" y="65"/>
                  <a:pt x="94" y="65"/>
                  <a:pt x="94" y="65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64"/>
                  <a:pt x="95" y="64"/>
                  <a:pt x="95" y="64"/>
                </a:cubicBezTo>
                <a:cubicBezTo>
                  <a:pt x="95" y="64"/>
                  <a:pt x="95" y="64"/>
                  <a:pt x="95" y="64"/>
                </a:cubicBezTo>
                <a:cubicBezTo>
                  <a:pt x="96" y="63"/>
                  <a:pt x="96" y="63"/>
                  <a:pt x="96" y="63"/>
                </a:cubicBezTo>
                <a:lnTo>
                  <a:pt x="95" y="63"/>
                </a:lnTo>
                <a:close/>
                <a:moveTo>
                  <a:pt x="48" y="51"/>
                </a:moveTo>
                <a:cubicBezTo>
                  <a:pt x="43" y="49"/>
                  <a:pt x="43" y="49"/>
                  <a:pt x="43" y="49"/>
                </a:cubicBezTo>
                <a:cubicBezTo>
                  <a:pt x="40" y="50"/>
                  <a:pt x="40" y="50"/>
                  <a:pt x="40" y="50"/>
                </a:cubicBezTo>
                <a:cubicBezTo>
                  <a:pt x="38" y="55"/>
                  <a:pt x="38" y="55"/>
                  <a:pt x="38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1" y="50"/>
                  <a:pt x="31" y="50"/>
                  <a:pt x="31" y="50"/>
                </a:cubicBezTo>
                <a:cubicBezTo>
                  <a:pt x="28" y="49"/>
                  <a:pt x="28" y="49"/>
                  <a:pt x="28" y="49"/>
                </a:cubicBezTo>
                <a:cubicBezTo>
                  <a:pt x="22" y="51"/>
                  <a:pt x="22" y="51"/>
                  <a:pt x="22" y="51"/>
                </a:cubicBezTo>
                <a:cubicBezTo>
                  <a:pt x="19" y="48"/>
                  <a:pt x="19" y="48"/>
                  <a:pt x="19" y="48"/>
                </a:cubicBezTo>
                <a:cubicBezTo>
                  <a:pt x="21" y="42"/>
                  <a:pt x="21" y="42"/>
                  <a:pt x="21" y="42"/>
                </a:cubicBezTo>
                <a:cubicBezTo>
                  <a:pt x="20" y="40"/>
                  <a:pt x="20" y="40"/>
                  <a:pt x="20" y="40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3"/>
                  <a:pt x="15" y="33"/>
                  <a:pt x="15" y="33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28"/>
                  <a:pt x="21" y="28"/>
                  <a:pt x="21" y="28"/>
                </a:cubicBezTo>
                <a:cubicBezTo>
                  <a:pt x="19" y="22"/>
                  <a:pt x="19" y="22"/>
                  <a:pt x="19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28" y="21"/>
                  <a:pt x="28" y="21"/>
                  <a:pt x="28" y="21"/>
                </a:cubicBezTo>
                <a:cubicBezTo>
                  <a:pt x="30" y="20"/>
                  <a:pt x="30" y="20"/>
                  <a:pt x="30" y="20"/>
                </a:cubicBezTo>
                <a:cubicBezTo>
                  <a:pt x="33" y="15"/>
                  <a:pt x="33" y="15"/>
                  <a:pt x="33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40" y="20"/>
                  <a:pt x="40" y="20"/>
                  <a:pt x="40" y="20"/>
                </a:cubicBezTo>
                <a:cubicBezTo>
                  <a:pt x="42" y="21"/>
                  <a:pt x="42" y="21"/>
                  <a:pt x="42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1" y="22"/>
                  <a:pt x="51" y="22"/>
                  <a:pt x="51" y="22"/>
                </a:cubicBezTo>
                <a:cubicBezTo>
                  <a:pt x="49" y="28"/>
                  <a:pt x="49" y="28"/>
                  <a:pt x="49" y="28"/>
                </a:cubicBezTo>
                <a:cubicBezTo>
                  <a:pt x="50" y="30"/>
                  <a:pt x="50" y="30"/>
                  <a:pt x="50" y="30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7"/>
                  <a:pt x="56" y="37"/>
                  <a:pt x="56" y="37"/>
                </a:cubicBezTo>
                <a:cubicBezTo>
                  <a:pt x="50" y="40"/>
                  <a:pt x="50" y="40"/>
                  <a:pt x="50" y="40"/>
                </a:cubicBezTo>
                <a:cubicBezTo>
                  <a:pt x="49" y="42"/>
                  <a:pt x="49" y="42"/>
                  <a:pt x="49" y="42"/>
                </a:cubicBezTo>
                <a:cubicBezTo>
                  <a:pt x="52" y="48"/>
                  <a:pt x="52" y="48"/>
                  <a:pt x="52" y="48"/>
                </a:cubicBezTo>
                <a:lnTo>
                  <a:pt x="48" y="51"/>
                </a:lnTo>
                <a:close/>
                <a:moveTo>
                  <a:pt x="72" y="48"/>
                </a:moveTo>
                <a:cubicBezTo>
                  <a:pt x="69" y="49"/>
                  <a:pt x="69" y="49"/>
                  <a:pt x="69" y="49"/>
                </a:cubicBezTo>
                <a:cubicBezTo>
                  <a:pt x="69" y="50"/>
                  <a:pt x="69" y="50"/>
                  <a:pt x="69" y="50"/>
                </a:cubicBezTo>
                <a:cubicBezTo>
                  <a:pt x="69" y="53"/>
                  <a:pt x="69" y="53"/>
                  <a:pt x="69" y="53"/>
                </a:cubicBezTo>
                <a:cubicBezTo>
                  <a:pt x="67" y="54"/>
                  <a:pt x="67" y="54"/>
                  <a:pt x="67" y="54"/>
                </a:cubicBezTo>
                <a:cubicBezTo>
                  <a:pt x="65" y="52"/>
                  <a:pt x="65" y="52"/>
                  <a:pt x="65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5"/>
                  <a:pt x="62" y="55"/>
                  <a:pt x="62" y="55"/>
                </a:cubicBezTo>
                <a:cubicBezTo>
                  <a:pt x="60" y="54"/>
                  <a:pt x="60" y="54"/>
                  <a:pt x="60" y="54"/>
                </a:cubicBezTo>
                <a:cubicBezTo>
                  <a:pt x="59" y="51"/>
                  <a:pt x="59" y="51"/>
                  <a:pt x="59" y="51"/>
                </a:cubicBezTo>
                <a:cubicBezTo>
                  <a:pt x="58" y="50"/>
                  <a:pt x="58" y="50"/>
                  <a:pt x="58" y="50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49"/>
                  <a:pt x="54" y="49"/>
                  <a:pt x="54" y="49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5"/>
                  <a:pt x="56" y="45"/>
                  <a:pt x="56" y="45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1"/>
                  <a:pt x="54" y="41"/>
                  <a:pt x="54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8" y="40"/>
                  <a:pt x="58" y="40"/>
                  <a:pt x="58" y="40"/>
                </a:cubicBezTo>
                <a:cubicBezTo>
                  <a:pt x="57" y="37"/>
                  <a:pt x="57" y="37"/>
                  <a:pt x="57" y="37"/>
                </a:cubicBezTo>
                <a:cubicBezTo>
                  <a:pt x="59" y="36"/>
                  <a:pt x="59" y="36"/>
                  <a:pt x="59" y="36"/>
                </a:cubicBezTo>
                <a:cubicBezTo>
                  <a:pt x="61" y="37"/>
                  <a:pt x="61" y="37"/>
                  <a:pt x="61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4" y="35"/>
                  <a:pt x="64" y="35"/>
                  <a:pt x="64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7" y="38"/>
                  <a:pt x="67" y="38"/>
                  <a:pt x="67" y="38"/>
                </a:cubicBezTo>
                <a:cubicBezTo>
                  <a:pt x="68" y="39"/>
                  <a:pt x="68" y="39"/>
                  <a:pt x="68" y="39"/>
                </a:cubicBezTo>
                <a:cubicBezTo>
                  <a:pt x="71" y="39"/>
                  <a:pt x="71" y="39"/>
                  <a:pt x="71" y="39"/>
                </a:cubicBezTo>
                <a:cubicBezTo>
                  <a:pt x="72" y="41"/>
                  <a:pt x="72" y="41"/>
                  <a:pt x="72" y="41"/>
                </a:cubicBezTo>
                <a:cubicBezTo>
                  <a:pt x="70" y="43"/>
                  <a:pt x="70" y="43"/>
                  <a:pt x="70" y="43"/>
                </a:cubicBezTo>
                <a:cubicBezTo>
                  <a:pt x="70" y="44"/>
                  <a:pt x="70" y="44"/>
                  <a:pt x="70" y="44"/>
                </a:cubicBezTo>
                <a:cubicBezTo>
                  <a:pt x="73" y="46"/>
                  <a:pt x="73" y="46"/>
                  <a:pt x="73" y="46"/>
                </a:cubicBezTo>
                <a:lnTo>
                  <a:pt x="72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1" name="Oval 109"/>
          <p:cNvSpPr>
            <a:spLocks noChangeArrowheads="1"/>
          </p:cNvSpPr>
          <p:nvPr/>
        </p:nvSpPr>
        <p:spPr bwMode="auto">
          <a:xfrm>
            <a:off x="5940425" y="1069976"/>
            <a:ext cx="53975" cy="539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2" name="Freeform 110"/>
          <p:cNvSpPr>
            <a:spLocks/>
          </p:cNvSpPr>
          <p:nvPr/>
        </p:nvSpPr>
        <p:spPr bwMode="auto">
          <a:xfrm>
            <a:off x="6537325" y="1004889"/>
            <a:ext cx="420688" cy="407988"/>
          </a:xfrm>
          <a:custGeom>
            <a:avLst/>
            <a:gdLst>
              <a:gd name="T0" fmla="*/ 79 w 99"/>
              <a:gd name="T1" fmla="*/ 51 h 96"/>
              <a:gd name="T2" fmla="*/ 86 w 99"/>
              <a:gd name="T3" fmla="*/ 53 h 96"/>
              <a:gd name="T4" fmla="*/ 99 w 99"/>
              <a:gd name="T5" fmla="*/ 41 h 96"/>
              <a:gd name="T6" fmla="*/ 86 w 99"/>
              <a:gd name="T7" fmla="*/ 28 h 96"/>
              <a:gd name="T8" fmla="*/ 74 w 99"/>
              <a:gd name="T9" fmla="*/ 36 h 96"/>
              <a:gd name="T10" fmla="*/ 63 w 99"/>
              <a:gd name="T11" fmla="*/ 34 h 96"/>
              <a:gd name="T12" fmla="*/ 57 w 99"/>
              <a:gd name="T13" fmla="*/ 23 h 96"/>
              <a:gd name="T14" fmla="*/ 62 w 99"/>
              <a:gd name="T15" fmla="*/ 13 h 96"/>
              <a:gd name="T16" fmla="*/ 49 w 99"/>
              <a:gd name="T17" fmla="*/ 0 h 96"/>
              <a:gd name="T18" fmla="*/ 37 w 99"/>
              <a:gd name="T19" fmla="*/ 13 h 96"/>
              <a:gd name="T20" fmla="*/ 42 w 99"/>
              <a:gd name="T21" fmla="*/ 23 h 96"/>
              <a:gd name="T22" fmla="*/ 36 w 99"/>
              <a:gd name="T23" fmla="*/ 34 h 96"/>
              <a:gd name="T24" fmla="*/ 24 w 99"/>
              <a:gd name="T25" fmla="*/ 36 h 96"/>
              <a:gd name="T26" fmla="*/ 13 w 99"/>
              <a:gd name="T27" fmla="*/ 28 h 96"/>
              <a:gd name="T28" fmla="*/ 0 w 99"/>
              <a:gd name="T29" fmla="*/ 41 h 96"/>
              <a:gd name="T30" fmla="*/ 13 w 99"/>
              <a:gd name="T31" fmla="*/ 53 h 96"/>
              <a:gd name="T32" fmla="*/ 20 w 99"/>
              <a:gd name="T33" fmla="*/ 51 h 96"/>
              <a:gd name="T34" fmla="*/ 28 w 99"/>
              <a:gd name="T35" fmla="*/ 59 h 96"/>
              <a:gd name="T36" fmla="*/ 26 w 99"/>
              <a:gd name="T37" fmla="*/ 71 h 96"/>
              <a:gd name="T38" fmla="*/ 25 w 99"/>
              <a:gd name="T39" fmla="*/ 70 h 96"/>
              <a:gd name="T40" fmla="*/ 13 w 99"/>
              <a:gd name="T41" fmla="*/ 83 h 96"/>
              <a:gd name="T42" fmla="*/ 25 w 99"/>
              <a:gd name="T43" fmla="*/ 96 h 96"/>
              <a:gd name="T44" fmla="*/ 38 w 99"/>
              <a:gd name="T45" fmla="*/ 83 h 96"/>
              <a:gd name="T46" fmla="*/ 38 w 99"/>
              <a:gd name="T47" fmla="*/ 81 h 96"/>
              <a:gd name="T48" fmla="*/ 49 w 99"/>
              <a:gd name="T49" fmla="*/ 75 h 96"/>
              <a:gd name="T50" fmla="*/ 61 w 99"/>
              <a:gd name="T51" fmla="*/ 81 h 96"/>
              <a:gd name="T52" fmla="*/ 61 w 99"/>
              <a:gd name="T53" fmla="*/ 83 h 96"/>
              <a:gd name="T54" fmla="*/ 73 w 99"/>
              <a:gd name="T55" fmla="*/ 96 h 96"/>
              <a:gd name="T56" fmla="*/ 86 w 99"/>
              <a:gd name="T57" fmla="*/ 83 h 96"/>
              <a:gd name="T58" fmla="*/ 73 w 99"/>
              <a:gd name="T59" fmla="*/ 70 h 96"/>
              <a:gd name="T60" fmla="*/ 73 w 99"/>
              <a:gd name="T61" fmla="*/ 71 h 96"/>
              <a:gd name="T62" fmla="*/ 71 w 99"/>
              <a:gd name="T63" fmla="*/ 59 h 96"/>
              <a:gd name="T64" fmla="*/ 79 w 99"/>
              <a:gd name="T65" fmla="*/ 5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9" h="96">
                <a:moveTo>
                  <a:pt x="79" y="51"/>
                </a:moveTo>
                <a:cubicBezTo>
                  <a:pt x="81" y="53"/>
                  <a:pt x="84" y="53"/>
                  <a:pt x="86" y="53"/>
                </a:cubicBezTo>
                <a:cubicBezTo>
                  <a:pt x="93" y="53"/>
                  <a:pt x="99" y="48"/>
                  <a:pt x="99" y="41"/>
                </a:cubicBezTo>
                <a:cubicBezTo>
                  <a:pt x="99" y="34"/>
                  <a:pt x="93" y="28"/>
                  <a:pt x="86" y="28"/>
                </a:cubicBezTo>
                <a:cubicBezTo>
                  <a:pt x="81" y="28"/>
                  <a:pt x="76" y="31"/>
                  <a:pt x="74" y="36"/>
                </a:cubicBezTo>
                <a:cubicBezTo>
                  <a:pt x="63" y="34"/>
                  <a:pt x="63" y="34"/>
                  <a:pt x="63" y="34"/>
                </a:cubicBezTo>
                <a:cubicBezTo>
                  <a:pt x="57" y="23"/>
                  <a:pt x="57" y="23"/>
                  <a:pt x="57" y="23"/>
                </a:cubicBezTo>
                <a:cubicBezTo>
                  <a:pt x="60" y="21"/>
                  <a:pt x="62" y="17"/>
                  <a:pt x="62" y="13"/>
                </a:cubicBezTo>
                <a:cubicBezTo>
                  <a:pt x="62" y="6"/>
                  <a:pt x="56" y="0"/>
                  <a:pt x="49" y="0"/>
                </a:cubicBezTo>
                <a:cubicBezTo>
                  <a:pt x="42" y="0"/>
                  <a:pt x="37" y="6"/>
                  <a:pt x="37" y="13"/>
                </a:cubicBezTo>
                <a:cubicBezTo>
                  <a:pt x="37" y="17"/>
                  <a:pt x="39" y="21"/>
                  <a:pt x="42" y="23"/>
                </a:cubicBezTo>
                <a:cubicBezTo>
                  <a:pt x="36" y="34"/>
                  <a:pt x="36" y="34"/>
                  <a:pt x="36" y="34"/>
                </a:cubicBezTo>
                <a:cubicBezTo>
                  <a:pt x="24" y="36"/>
                  <a:pt x="24" y="36"/>
                  <a:pt x="24" y="36"/>
                </a:cubicBezTo>
                <a:cubicBezTo>
                  <a:pt x="23" y="31"/>
                  <a:pt x="18" y="28"/>
                  <a:pt x="13" y="28"/>
                </a:cubicBezTo>
                <a:cubicBezTo>
                  <a:pt x="6" y="28"/>
                  <a:pt x="0" y="34"/>
                  <a:pt x="0" y="41"/>
                </a:cubicBezTo>
                <a:cubicBezTo>
                  <a:pt x="0" y="48"/>
                  <a:pt x="6" y="53"/>
                  <a:pt x="13" y="53"/>
                </a:cubicBezTo>
                <a:cubicBezTo>
                  <a:pt x="15" y="53"/>
                  <a:pt x="18" y="53"/>
                  <a:pt x="20" y="51"/>
                </a:cubicBezTo>
                <a:cubicBezTo>
                  <a:pt x="28" y="59"/>
                  <a:pt x="28" y="59"/>
                  <a:pt x="28" y="59"/>
                </a:cubicBezTo>
                <a:cubicBezTo>
                  <a:pt x="26" y="71"/>
                  <a:pt x="26" y="71"/>
                  <a:pt x="26" y="71"/>
                </a:cubicBezTo>
                <a:cubicBezTo>
                  <a:pt x="25" y="70"/>
                  <a:pt x="25" y="70"/>
                  <a:pt x="25" y="70"/>
                </a:cubicBezTo>
                <a:cubicBezTo>
                  <a:pt x="18" y="70"/>
                  <a:pt x="13" y="76"/>
                  <a:pt x="13" y="83"/>
                </a:cubicBezTo>
                <a:cubicBezTo>
                  <a:pt x="13" y="90"/>
                  <a:pt x="18" y="96"/>
                  <a:pt x="25" y="96"/>
                </a:cubicBezTo>
                <a:cubicBezTo>
                  <a:pt x="32" y="96"/>
                  <a:pt x="38" y="90"/>
                  <a:pt x="38" y="83"/>
                </a:cubicBezTo>
                <a:cubicBezTo>
                  <a:pt x="38" y="82"/>
                  <a:pt x="38" y="82"/>
                  <a:pt x="38" y="81"/>
                </a:cubicBezTo>
                <a:cubicBezTo>
                  <a:pt x="49" y="75"/>
                  <a:pt x="49" y="75"/>
                  <a:pt x="49" y="75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2"/>
                  <a:pt x="61" y="82"/>
                  <a:pt x="61" y="83"/>
                </a:cubicBezTo>
                <a:cubicBezTo>
                  <a:pt x="61" y="90"/>
                  <a:pt x="66" y="96"/>
                  <a:pt x="73" y="96"/>
                </a:cubicBezTo>
                <a:cubicBezTo>
                  <a:pt x="80" y="96"/>
                  <a:pt x="86" y="90"/>
                  <a:pt x="86" y="83"/>
                </a:cubicBezTo>
                <a:cubicBezTo>
                  <a:pt x="86" y="76"/>
                  <a:pt x="80" y="70"/>
                  <a:pt x="73" y="70"/>
                </a:cubicBezTo>
                <a:cubicBezTo>
                  <a:pt x="73" y="71"/>
                  <a:pt x="73" y="71"/>
                  <a:pt x="73" y="71"/>
                </a:cubicBezTo>
                <a:cubicBezTo>
                  <a:pt x="71" y="59"/>
                  <a:pt x="71" y="59"/>
                  <a:pt x="71" y="59"/>
                </a:cubicBezTo>
                <a:lnTo>
                  <a:pt x="79" y="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3" name="Freeform 111"/>
          <p:cNvSpPr>
            <a:spLocks noEditPoints="1"/>
          </p:cNvSpPr>
          <p:nvPr/>
        </p:nvSpPr>
        <p:spPr bwMode="auto">
          <a:xfrm>
            <a:off x="7212013" y="996951"/>
            <a:ext cx="431800" cy="425450"/>
          </a:xfrm>
          <a:custGeom>
            <a:avLst/>
            <a:gdLst>
              <a:gd name="T0" fmla="*/ 102 w 102"/>
              <a:gd name="T1" fmla="*/ 43 h 100"/>
              <a:gd name="T2" fmla="*/ 75 w 102"/>
              <a:gd name="T3" fmla="*/ 36 h 100"/>
              <a:gd name="T4" fmla="*/ 60 w 102"/>
              <a:gd name="T5" fmla="*/ 26 h 100"/>
              <a:gd name="T6" fmla="*/ 51 w 102"/>
              <a:gd name="T7" fmla="*/ 0 h 100"/>
              <a:gd name="T8" fmla="*/ 41 w 102"/>
              <a:gd name="T9" fmla="*/ 26 h 100"/>
              <a:gd name="T10" fmla="*/ 27 w 102"/>
              <a:gd name="T11" fmla="*/ 36 h 100"/>
              <a:gd name="T12" fmla="*/ 0 w 102"/>
              <a:gd name="T13" fmla="*/ 43 h 100"/>
              <a:gd name="T14" fmla="*/ 21 w 102"/>
              <a:gd name="T15" fmla="*/ 55 h 100"/>
              <a:gd name="T16" fmla="*/ 26 w 102"/>
              <a:gd name="T17" fmla="*/ 71 h 100"/>
              <a:gd name="T18" fmla="*/ 27 w 102"/>
              <a:gd name="T19" fmla="*/ 100 h 100"/>
              <a:gd name="T20" fmla="*/ 41 w 102"/>
              <a:gd name="T21" fmla="*/ 84 h 100"/>
              <a:gd name="T22" fmla="*/ 60 w 102"/>
              <a:gd name="T23" fmla="*/ 84 h 100"/>
              <a:gd name="T24" fmla="*/ 75 w 102"/>
              <a:gd name="T25" fmla="*/ 100 h 100"/>
              <a:gd name="T26" fmla="*/ 75 w 102"/>
              <a:gd name="T27" fmla="*/ 71 h 100"/>
              <a:gd name="T28" fmla="*/ 81 w 102"/>
              <a:gd name="T29" fmla="*/ 55 h 100"/>
              <a:gd name="T30" fmla="*/ 70 w 102"/>
              <a:gd name="T31" fmla="*/ 61 h 100"/>
              <a:gd name="T32" fmla="*/ 75 w 102"/>
              <a:gd name="T33" fmla="*/ 74 h 100"/>
              <a:gd name="T34" fmla="*/ 75 w 102"/>
              <a:gd name="T35" fmla="*/ 96 h 100"/>
              <a:gd name="T36" fmla="*/ 64 w 102"/>
              <a:gd name="T37" fmla="*/ 83 h 100"/>
              <a:gd name="T38" fmla="*/ 51 w 102"/>
              <a:gd name="T39" fmla="*/ 75 h 100"/>
              <a:gd name="T40" fmla="*/ 38 w 102"/>
              <a:gd name="T41" fmla="*/ 83 h 100"/>
              <a:gd name="T42" fmla="*/ 27 w 102"/>
              <a:gd name="T43" fmla="*/ 96 h 100"/>
              <a:gd name="T44" fmla="*/ 27 w 102"/>
              <a:gd name="T45" fmla="*/ 74 h 100"/>
              <a:gd name="T46" fmla="*/ 29 w 102"/>
              <a:gd name="T47" fmla="*/ 74 h 100"/>
              <a:gd name="T48" fmla="*/ 21 w 102"/>
              <a:gd name="T49" fmla="*/ 51 h 100"/>
              <a:gd name="T50" fmla="*/ 14 w 102"/>
              <a:gd name="T51" fmla="*/ 54 h 100"/>
              <a:gd name="T52" fmla="*/ 14 w 102"/>
              <a:gd name="T53" fmla="*/ 32 h 100"/>
              <a:gd name="T54" fmla="*/ 25 w 102"/>
              <a:gd name="T55" fmla="*/ 40 h 100"/>
              <a:gd name="T56" fmla="*/ 45 w 102"/>
              <a:gd name="T57" fmla="*/ 25 h 100"/>
              <a:gd name="T58" fmla="*/ 40 w 102"/>
              <a:gd name="T59" fmla="*/ 15 h 100"/>
              <a:gd name="T60" fmla="*/ 62 w 102"/>
              <a:gd name="T61" fmla="*/ 15 h 100"/>
              <a:gd name="T62" fmla="*/ 56 w 102"/>
              <a:gd name="T63" fmla="*/ 25 h 100"/>
              <a:gd name="T64" fmla="*/ 77 w 102"/>
              <a:gd name="T65" fmla="*/ 40 h 100"/>
              <a:gd name="T66" fmla="*/ 88 w 102"/>
              <a:gd name="T67" fmla="*/ 32 h 100"/>
              <a:gd name="T68" fmla="*/ 88 w 102"/>
              <a:gd name="T69" fmla="*/ 54 h 100"/>
              <a:gd name="T70" fmla="*/ 80 w 102"/>
              <a:gd name="T71" fmla="*/ 5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2" h="100">
                <a:moveTo>
                  <a:pt x="88" y="57"/>
                </a:moveTo>
                <a:cubicBezTo>
                  <a:pt x="96" y="57"/>
                  <a:pt x="102" y="51"/>
                  <a:pt x="102" y="43"/>
                </a:cubicBezTo>
                <a:cubicBezTo>
                  <a:pt x="102" y="35"/>
                  <a:pt x="96" y="28"/>
                  <a:pt x="88" y="28"/>
                </a:cubicBezTo>
                <a:cubicBezTo>
                  <a:pt x="82" y="28"/>
                  <a:pt x="77" y="31"/>
                  <a:pt x="75" y="36"/>
                </a:cubicBezTo>
                <a:cubicBezTo>
                  <a:pt x="65" y="35"/>
                  <a:pt x="65" y="35"/>
                  <a:pt x="65" y="35"/>
                </a:cubicBezTo>
                <a:cubicBezTo>
                  <a:pt x="60" y="26"/>
                  <a:pt x="60" y="26"/>
                  <a:pt x="60" y="26"/>
                </a:cubicBezTo>
                <a:cubicBezTo>
                  <a:pt x="64" y="23"/>
                  <a:pt x="65" y="19"/>
                  <a:pt x="65" y="15"/>
                </a:cubicBezTo>
                <a:cubicBezTo>
                  <a:pt x="65" y="7"/>
                  <a:pt x="59" y="0"/>
                  <a:pt x="51" y="0"/>
                </a:cubicBezTo>
                <a:cubicBezTo>
                  <a:pt x="43" y="0"/>
                  <a:pt x="36" y="7"/>
                  <a:pt x="36" y="15"/>
                </a:cubicBezTo>
                <a:cubicBezTo>
                  <a:pt x="36" y="19"/>
                  <a:pt x="38" y="23"/>
                  <a:pt x="41" y="26"/>
                </a:cubicBezTo>
                <a:cubicBezTo>
                  <a:pt x="36" y="35"/>
                  <a:pt x="36" y="35"/>
                  <a:pt x="36" y="35"/>
                </a:cubicBezTo>
                <a:cubicBezTo>
                  <a:pt x="27" y="36"/>
                  <a:pt x="27" y="36"/>
                  <a:pt x="27" y="36"/>
                </a:cubicBezTo>
                <a:cubicBezTo>
                  <a:pt x="24" y="31"/>
                  <a:pt x="20" y="28"/>
                  <a:pt x="14" y="28"/>
                </a:cubicBezTo>
                <a:cubicBezTo>
                  <a:pt x="6" y="28"/>
                  <a:pt x="0" y="35"/>
                  <a:pt x="0" y="43"/>
                </a:cubicBezTo>
                <a:cubicBezTo>
                  <a:pt x="0" y="51"/>
                  <a:pt x="6" y="57"/>
                  <a:pt x="14" y="57"/>
                </a:cubicBezTo>
                <a:cubicBezTo>
                  <a:pt x="16" y="57"/>
                  <a:pt x="19" y="57"/>
                  <a:pt x="21" y="55"/>
                </a:cubicBezTo>
                <a:cubicBezTo>
                  <a:pt x="28" y="62"/>
                  <a:pt x="28" y="62"/>
                  <a:pt x="28" y="62"/>
                </a:cubicBezTo>
                <a:cubicBezTo>
                  <a:pt x="26" y="71"/>
                  <a:pt x="26" y="71"/>
                  <a:pt x="26" y="71"/>
                </a:cubicBezTo>
                <a:cubicBezTo>
                  <a:pt x="18" y="71"/>
                  <a:pt x="12" y="77"/>
                  <a:pt x="12" y="85"/>
                </a:cubicBezTo>
                <a:cubicBezTo>
                  <a:pt x="12" y="93"/>
                  <a:pt x="19" y="100"/>
                  <a:pt x="27" y="100"/>
                </a:cubicBezTo>
                <a:cubicBezTo>
                  <a:pt x="35" y="100"/>
                  <a:pt x="41" y="93"/>
                  <a:pt x="41" y="85"/>
                </a:cubicBezTo>
                <a:cubicBezTo>
                  <a:pt x="41" y="85"/>
                  <a:pt x="41" y="84"/>
                  <a:pt x="41" y="84"/>
                </a:cubicBezTo>
                <a:cubicBezTo>
                  <a:pt x="51" y="79"/>
                  <a:pt x="51" y="79"/>
                  <a:pt x="51" y="79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0" y="85"/>
                  <a:pt x="60" y="85"/>
                </a:cubicBezTo>
                <a:cubicBezTo>
                  <a:pt x="60" y="93"/>
                  <a:pt x="67" y="100"/>
                  <a:pt x="75" y="100"/>
                </a:cubicBezTo>
                <a:cubicBezTo>
                  <a:pt x="83" y="100"/>
                  <a:pt x="89" y="93"/>
                  <a:pt x="89" y="85"/>
                </a:cubicBezTo>
                <a:cubicBezTo>
                  <a:pt x="89" y="77"/>
                  <a:pt x="83" y="71"/>
                  <a:pt x="75" y="71"/>
                </a:cubicBezTo>
                <a:cubicBezTo>
                  <a:pt x="74" y="62"/>
                  <a:pt x="74" y="62"/>
                  <a:pt x="74" y="62"/>
                </a:cubicBezTo>
                <a:cubicBezTo>
                  <a:pt x="81" y="55"/>
                  <a:pt x="81" y="55"/>
                  <a:pt x="81" y="55"/>
                </a:cubicBezTo>
                <a:cubicBezTo>
                  <a:pt x="83" y="57"/>
                  <a:pt x="85" y="57"/>
                  <a:pt x="88" y="57"/>
                </a:cubicBezTo>
                <a:close/>
                <a:moveTo>
                  <a:pt x="70" y="61"/>
                </a:moveTo>
                <a:cubicBezTo>
                  <a:pt x="73" y="74"/>
                  <a:pt x="73" y="74"/>
                  <a:pt x="73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81" y="74"/>
                  <a:pt x="86" y="79"/>
                  <a:pt x="86" y="85"/>
                </a:cubicBezTo>
                <a:cubicBezTo>
                  <a:pt x="86" y="91"/>
                  <a:pt x="81" y="96"/>
                  <a:pt x="75" y="96"/>
                </a:cubicBezTo>
                <a:cubicBezTo>
                  <a:pt x="69" y="96"/>
                  <a:pt x="64" y="91"/>
                  <a:pt x="64" y="85"/>
                </a:cubicBezTo>
                <a:cubicBezTo>
                  <a:pt x="64" y="85"/>
                  <a:pt x="64" y="84"/>
                  <a:pt x="64" y="83"/>
                </a:cubicBezTo>
                <a:cubicBezTo>
                  <a:pt x="64" y="82"/>
                  <a:pt x="64" y="82"/>
                  <a:pt x="64" y="82"/>
                </a:cubicBezTo>
                <a:cubicBezTo>
                  <a:pt x="51" y="75"/>
                  <a:pt x="51" y="75"/>
                  <a:pt x="51" y="75"/>
                </a:cubicBezTo>
                <a:cubicBezTo>
                  <a:pt x="37" y="82"/>
                  <a:pt x="37" y="82"/>
                  <a:pt x="37" y="82"/>
                </a:cubicBezTo>
                <a:cubicBezTo>
                  <a:pt x="38" y="83"/>
                  <a:pt x="38" y="83"/>
                  <a:pt x="38" y="83"/>
                </a:cubicBezTo>
                <a:cubicBezTo>
                  <a:pt x="38" y="84"/>
                  <a:pt x="38" y="85"/>
                  <a:pt x="38" y="85"/>
                </a:cubicBezTo>
                <a:cubicBezTo>
                  <a:pt x="38" y="91"/>
                  <a:pt x="33" y="96"/>
                  <a:pt x="27" y="96"/>
                </a:cubicBezTo>
                <a:cubicBezTo>
                  <a:pt x="21" y="96"/>
                  <a:pt x="16" y="91"/>
                  <a:pt x="16" y="85"/>
                </a:cubicBezTo>
                <a:cubicBezTo>
                  <a:pt x="16" y="79"/>
                  <a:pt x="21" y="74"/>
                  <a:pt x="27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9" y="74"/>
                  <a:pt x="29" y="74"/>
                  <a:pt x="29" y="74"/>
                </a:cubicBezTo>
                <a:cubicBezTo>
                  <a:pt x="31" y="61"/>
                  <a:pt x="31" y="61"/>
                  <a:pt x="31" y="61"/>
                </a:cubicBezTo>
                <a:cubicBezTo>
                  <a:pt x="21" y="51"/>
                  <a:pt x="21" y="51"/>
                  <a:pt x="21" y="51"/>
                </a:cubicBezTo>
                <a:cubicBezTo>
                  <a:pt x="20" y="52"/>
                  <a:pt x="20" y="52"/>
                  <a:pt x="20" y="52"/>
                </a:cubicBezTo>
                <a:cubicBezTo>
                  <a:pt x="18" y="53"/>
                  <a:pt x="16" y="54"/>
                  <a:pt x="14" y="54"/>
                </a:cubicBezTo>
                <a:cubicBezTo>
                  <a:pt x="8" y="54"/>
                  <a:pt x="3" y="49"/>
                  <a:pt x="3" y="43"/>
                </a:cubicBezTo>
                <a:cubicBezTo>
                  <a:pt x="3" y="37"/>
                  <a:pt x="8" y="32"/>
                  <a:pt x="14" y="32"/>
                </a:cubicBezTo>
                <a:cubicBezTo>
                  <a:pt x="19" y="32"/>
                  <a:pt x="23" y="34"/>
                  <a:pt x="24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39" y="38"/>
                  <a:pt x="39" y="38"/>
                  <a:pt x="39" y="38"/>
                </a:cubicBezTo>
                <a:cubicBezTo>
                  <a:pt x="45" y="25"/>
                  <a:pt x="45" y="25"/>
                  <a:pt x="45" y="25"/>
                </a:cubicBezTo>
                <a:cubicBezTo>
                  <a:pt x="44" y="24"/>
                  <a:pt x="44" y="24"/>
                  <a:pt x="44" y="24"/>
                </a:cubicBezTo>
                <a:cubicBezTo>
                  <a:pt x="41" y="22"/>
                  <a:pt x="40" y="18"/>
                  <a:pt x="40" y="15"/>
                </a:cubicBezTo>
                <a:cubicBezTo>
                  <a:pt x="40" y="9"/>
                  <a:pt x="45" y="4"/>
                  <a:pt x="51" y="4"/>
                </a:cubicBezTo>
                <a:cubicBezTo>
                  <a:pt x="57" y="4"/>
                  <a:pt x="62" y="9"/>
                  <a:pt x="62" y="15"/>
                </a:cubicBezTo>
                <a:cubicBezTo>
                  <a:pt x="62" y="18"/>
                  <a:pt x="60" y="22"/>
                  <a:pt x="57" y="24"/>
                </a:cubicBezTo>
                <a:cubicBezTo>
                  <a:pt x="56" y="25"/>
                  <a:pt x="56" y="25"/>
                  <a:pt x="56" y="25"/>
                </a:cubicBezTo>
                <a:cubicBezTo>
                  <a:pt x="63" y="38"/>
                  <a:pt x="63" y="38"/>
                  <a:pt x="63" y="38"/>
                </a:cubicBezTo>
                <a:cubicBezTo>
                  <a:pt x="77" y="40"/>
                  <a:pt x="77" y="40"/>
                  <a:pt x="77" y="40"/>
                </a:cubicBezTo>
                <a:cubicBezTo>
                  <a:pt x="77" y="39"/>
                  <a:pt x="77" y="39"/>
                  <a:pt x="77" y="39"/>
                </a:cubicBezTo>
                <a:cubicBezTo>
                  <a:pt x="79" y="34"/>
                  <a:pt x="83" y="32"/>
                  <a:pt x="88" y="32"/>
                </a:cubicBezTo>
                <a:cubicBezTo>
                  <a:pt x="94" y="32"/>
                  <a:pt x="99" y="37"/>
                  <a:pt x="99" y="43"/>
                </a:cubicBezTo>
                <a:cubicBezTo>
                  <a:pt x="99" y="49"/>
                  <a:pt x="94" y="54"/>
                  <a:pt x="88" y="54"/>
                </a:cubicBezTo>
                <a:cubicBezTo>
                  <a:pt x="85" y="54"/>
                  <a:pt x="83" y="53"/>
                  <a:pt x="81" y="52"/>
                </a:cubicBezTo>
                <a:cubicBezTo>
                  <a:pt x="80" y="51"/>
                  <a:pt x="80" y="51"/>
                  <a:pt x="80" y="51"/>
                </a:cubicBezTo>
                <a:lnTo>
                  <a:pt x="70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4" name="Rectangle 112"/>
          <p:cNvSpPr>
            <a:spLocks noChangeArrowheads="1"/>
          </p:cNvSpPr>
          <p:nvPr/>
        </p:nvSpPr>
        <p:spPr bwMode="auto">
          <a:xfrm>
            <a:off x="7356475" y="1179514"/>
            <a:ext cx="42863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5" name="Rectangle 113"/>
          <p:cNvSpPr>
            <a:spLocks noChangeArrowheads="1"/>
          </p:cNvSpPr>
          <p:nvPr/>
        </p:nvSpPr>
        <p:spPr bwMode="auto">
          <a:xfrm>
            <a:off x="7407275" y="1179514"/>
            <a:ext cx="42863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6" name="Rectangle 114"/>
          <p:cNvSpPr>
            <a:spLocks noChangeArrowheads="1"/>
          </p:cNvSpPr>
          <p:nvPr/>
        </p:nvSpPr>
        <p:spPr bwMode="auto">
          <a:xfrm>
            <a:off x="7458075" y="1179514"/>
            <a:ext cx="42863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7" name="Rectangle 115"/>
          <p:cNvSpPr>
            <a:spLocks noChangeArrowheads="1"/>
          </p:cNvSpPr>
          <p:nvPr/>
        </p:nvSpPr>
        <p:spPr bwMode="auto">
          <a:xfrm>
            <a:off x="7356475" y="1247776"/>
            <a:ext cx="428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8" name="Rectangle 116"/>
          <p:cNvSpPr>
            <a:spLocks noChangeArrowheads="1"/>
          </p:cNvSpPr>
          <p:nvPr/>
        </p:nvSpPr>
        <p:spPr bwMode="auto">
          <a:xfrm>
            <a:off x="7407275" y="1247776"/>
            <a:ext cx="428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9" name="Rectangle 117"/>
          <p:cNvSpPr>
            <a:spLocks noChangeArrowheads="1"/>
          </p:cNvSpPr>
          <p:nvPr/>
        </p:nvSpPr>
        <p:spPr bwMode="auto">
          <a:xfrm>
            <a:off x="7458075" y="1247776"/>
            <a:ext cx="428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0" name="Freeform 118"/>
          <p:cNvSpPr>
            <a:spLocks noEditPoints="1"/>
          </p:cNvSpPr>
          <p:nvPr/>
        </p:nvSpPr>
        <p:spPr bwMode="auto">
          <a:xfrm>
            <a:off x="592138" y="1765301"/>
            <a:ext cx="441325" cy="407988"/>
          </a:xfrm>
          <a:custGeom>
            <a:avLst/>
            <a:gdLst>
              <a:gd name="T0" fmla="*/ 103 w 104"/>
              <a:gd name="T1" fmla="*/ 57 h 96"/>
              <a:gd name="T2" fmla="*/ 87 w 104"/>
              <a:gd name="T3" fmla="*/ 5 h 96"/>
              <a:gd name="T4" fmla="*/ 87 w 104"/>
              <a:gd name="T5" fmla="*/ 4 h 96"/>
              <a:gd name="T6" fmla="*/ 55 w 104"/>
              <a:gd name="T7" fmla="*/ 4 h 96"/>
              <a:gd name="T8" fmla="*/ 55 w 104"/>
              <a:gd name="T9" fmla="*/ 0 h 96"/>
              <a:gd name="T10" fmla="*/ 48 w 104"/>
              <a:gd name="T11" fmla="*/ 0 h 96"/>
              <a:gd name="T12" fmla="*/ 48 w 104"/>
              <a:gd name="T13" fmla="*/ 4 h 96"/>
              <a:gd name="T14" fmla="*/ 17 w 104"/>
              <a:gd name="T15" fmla="*/ 4 h 96"/>
              <a:gd name="T16" fmla="*/ 17 w 104"/>
              <a:gd name="T17" fmla="*/ 5 h 96"/>
              <a:gd name="T18" fmla="*/ 1 w 104"/>
              <a:gd name="T19" fmla="*/ 57 h 96"/>
              <a:gd name="T20" fmla="*/ 0 w 104"/>
              <a:gd name="T21" fmla="*/ 57 h 96"/>
              <a:gd name="T22" fmla="*/ 17 w 104"/>
              <a:gd name="T23" fmla="*/ 74 h 96"/>
              <a:gd name="T24" fmla="*/ 34 w 104"/>
              <a:gd name="T25" fmla="*/ 57 h 96"/>
              <a:gd name="T26" fmla="*/ 33 w 104"/>
              <a:gd name="T27" fmla="*/ 57 h 96"/>
              <a:gd name="T28" fmla="*/ 19 w 104"/>
              <a:gd name="T29" fmla="*/ 12 h 96"/>
              <a:gd name="T30" fmla="*/ 48 w 104"/>
              <a:gd name="T31" fmla="*/ 12 h 96"/>
              <a:gd name="T32" fmla="*/ 48 w 104"/>
              <a:gd name="T33" fmla="*/ 90 h 96"/>
              <a:gd name="T34" fmla="*/ 39 w 104"/>
              <a:gd name="T35" fmla="*/ 90 h 96"/>
              <a:gd name="T36" fmla="*/ 39 w 104"/>
              <a:gd name="T37" fmla="*/ 96 h 96"/>
              <a:gd name="T38" fmla="*/ 65 w 104"/>
              <a:gd name="T39" fmla="*/ 96 h 96"/>
              <a:gd name="T40" fmla="*/ 65 w 104"/>
              <a:gd name="T41" fmla="*/ 90 h 96"/>
              <a:gd name="T42" fmla="*/ 55 w 104"/>
              <a:gd name="T43" fmla="*/ 90 h 96"/>
              <a:gd name="T44" fmla="*/ 55 w 104"/>
              <a:gd name="T45" fmla="*/ 12 h 96"/>
              <a:gd name="T46" fmla="*/ 84 w 104"/>
              <a:gd name="T47" fmla="*/ 12 h 96"/>
              <a:gd name="T48" fmla="*/ 70 w 104"/>
              <a:gd name="T49" fmla="*/ 57 h 96"/>
              <a:gd name="T50" fmla="*/ 69 w 104"/>
              <a:gd name="T51" fmla="*/ 57 h 96"/>
              <a:gd name="T52" fmla="*/ 87 w 104"/>
              <a:gd name="T53" fmla="*/ 74 h 96"/>
              <a:gd name="T54" fmla="*/ 104 w 104"/>
              <a:gd name="T55" fmla="*/ 57 h 96"/>
              <a:gd name="T56" fmla="*/ 103 w 104"/>
              <a:gd name="T57" fmla="*/ 57 h 96"/>
              <a:gd name="T58" fmla="*/ 31 w 104"/>
              <a:gd name="T59" fmla="*/ 57 h 96"/>
              <a:gd name="T60" fmla="*/ 3 w 104"/>
              <a:gd name="T61" fmla="*/ 57 h 96"/>
              <a:gd name="T62" fmla="*/ 17 w 104"/>
              <a:gd name="T63" fmla="*/ 11 h 96"/>
              <a:gd name="T64" fmla="*/ 17 w 104"/>
              <a:gd name="T65" fmla="*/ 12 h 96"/>
              <a:gd name="T66" fmla="*/ 17 w 104"/>
              <a:gd name="T67" fmla="*/ 12 h 96"/>
              <a:gd name="T68" fmla="*/ 31 w 104"/>
              <a:gd name="T69" fmla="*/ 57 h 96"/>
              <a:gd name="T70" fmla="*/ 72 w 104"/>
              <a:gd name="T71" fmla="*/ 57 h 96"/>
              <a:gd name="T72" fmla="*/ 86 w 104"/>
              <a:gd name="T73" fmla="*/ 12 h 96"/>
              <a:gd name="T74" fmla="*/ 87 w 104"/>
              <a:gd name="T75" fmla="*/ 12 h 96"/>
              <a:gd name="T76" fmla="*/ 87 w 104"/>
              <a:gd name="T77" fmla="*/ 11 h 96"/>
              <a:gd name="T78" fmla="*/ 101 w 104"/>
              <a:gd name="T79" fmla="*/ 57 h 96"/>
              <a:gd name="T80" fmla="*/ 72 w 104"/>
              <a:gd name="T81" fmla="*/ 5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6">
                <a:moveTo>
                  <a:pt x="103" y="57"/>
                </a:moveTo>
                <a:cubicBezTo>
                  <a:pt x="87" y="5"/>
                  <a:pt x="87" y="5"/>
                  <a:pt x="87" y="5"/>
                </a:cubicBezTo>
                <a:cubicBezTo>
                  <a:pt x="87" y="4"/>
                  <a:pt x="87" y="4"/>
                  <a:pt x="87" y="4"/>
                </a:cubicBezTo>
                <a:cubicBezTo>
                  <a:pt x="55" y="4"/>
                  <a:pt x="55" y="4"/>
                  <a:pt x="55" y="4"/>
                </a:cubicBezTo>
                <a:cubicBezTo>
                  <a:pt x="55" y="0"/>
                  <a:pt x="55" y="0"/>
                  <a:pt x="5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4"/>
                  <a:pt x="48" y="4"/>
                  <a:pt x="48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66"/>
                  <a:pt x="8" y="74"/>
                  <a:pt x="17" y="74"/>
                </a:cubicBezTo>
                <a:cubicBezTo>
                  <a:pt x="26" y="74"/>
                  <a:pt x="34" y="66"/>
                  <a:pt x="34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19" y="12"/>
                  <a:pt x="19" y="12"/>
                  <a:pt x="19" y="1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90"/>
                  <a:pt x="48" y="90"/>
                  <a:pt x="48" y="90"/>
                </a:cubicBezTo>
                <a:cubicBezTo>
                  <a:pt x="39" y="90"/>
                  <a:pt x="39" y="90"/>
                  <a:pt x="39" y="90"/>
                </a:cubicBezTo>
                <a:cubicBezTo>
                  <a:pt x="39" y="96"/>
                  <a:pt x="39" y="96"/>
                  <a:pt x="39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5" y="90"/>
                  <a:pt x="65" y="90"/>
                  <a:pt x="6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12"/>
                  <a:pt x="55" y="12"/>
                  <a:pt x="55" y="12"/>
                </a:cubicBezTo>
                <a:cubicBezTo>
                  <a:pt x="84" y="12"/>
                  <a:pt x="84" y="12"/>
                  <a:pt x="84" y="12"/>
                </a:cubicBezTo>
                <a:cubicBezTo>
                  <a:pt x="70" y="57"/>
                  <a:pt x="70" y="57"/>
                  <a:pt x="70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69" y="66"/>
                  <a:pt x="77" y="74"/>
                  <a:pt x="87" y="74"/>
                </a:cubicBezTo>
                <a:cubicBezTo>
                  <a:pt x="96" y="74"/>
                  <a:pt x="104" y="66"/>
                  <a:pt x="104" y="57"/>
                </a:cubicBezTo>
                <a:lnTo>
                  <a:pt x="103" y="57"/>
                </a:lnTo>
                <a:close/>
                <a:moveTo>
                  <a:pt x="31" y="57"/>
                </a:moveTo>
                <a:cubicBezTo>
                  <a:pt x="3" y="57"/>
                  <a:pt x="3" y="57"/>
                  <a:pt x="3" y="57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lnTo>
                  <a:pt x="31" y="57"/>
                </a:lnTo>
                <a:close/>
                <a:moveTo>
                  <a:pt x="72" y="57"/>
                </a:moveTo>
                <a:cubicBezTo>
                  <a:pt x="86" y="12"/>
                  <a:pt x="86" y="12"/>
                  <a:pt x="86" y="12"/>
                </a:cubicBezTo>
                <a:cubicBezTo>
                  <a:pt x="87" y="12"/>
                  <a:pt x="87" y="12"/>
                  <a:pt x="87" y="12"/>
                </a:cubicBezTo>
                <a:cubicBezTo>
                  <a:pt x="87" y="11"/>
                  <a:pt x="87" y="11"/>
                  <a:pt x="87" y="11"/>
                </a:cubicBezTo>
                <a:cubicBezTo>
                  <a:pt x="101" y="57"/>
                  <a:pt x="101" y="57"/>
                  <a:pt x="101" y="57"/>
                </a:cubicBezTo>
                <a:lnTo>
                  <a:pt x="72" y="5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1" name="Freeform 119"/>
          <p:cNvSpPr>
            <a:spLocks/>
          </p:cNvSpPr>
          <p:nvPr/>
        </p:nvSpPr>
        <p:spPr bwMode="auto">
          <a:xfrm>
            <a:off x="1360488" y="1881189"/>
            <a:ext cx="274638" cy="276225"/>
          </a:xfrm>
          <a:custGeom>
            <a:avLst/>
            <a:gdLst>
              <a:gd name="T0" fmla="*/ 0 w 173"/>
              <a:gd name="T1" fmla="*/ 158 h 174"/>
              <a:gd name="T2" fmla="*/ 16 w 173"/>
              <a:gd name="T3" fmla="*/ 174 h 174"/>
              <a:gd name="T4" fmla="*/ 173 w 173"/>
              <a:gd name="T5" fmla="*/ 16 h 174"/>
              <a:gd name="T6" fmla="*/ 173 w 173"/>
              <a:gd name="T7" fmla="*/ 0 h 174"/>
              <a:gd name="T8" fmla="*/ 157 w 173"/>
              <a:gd name="T9" fmla="*/ 0 h 174"/>
              <a:gd name="T10" fmla="*/ 0 w 173"/>
              <a:gd name="T11" fmla="*/ 15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" h="174">
                <a:moveTo>
                  <a:pt x="0" y="158"/>
                </a:moveTo>
                <a:lnTo>
                  <a:pt x="16" y="174"/>
                </a:lnTo>
                <a:lnTo>
                  <a:pt x="173" y="16"/>
                </a:lnTo>
                <a:lnTo>
                  <a:pt x="173" y="0"/>
                </a:lnTo>
                <a:lnTo>
                  <a:pt x="157" y="0"/>
                </a:lnTo>
                <a:lnTo>
                  <a:pt x="0" y="1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2" name="Freeform 120"/>
          <p:cNvSpPr>
            <a:spLocks/>
          </p:cNvSpPr>
          <p:nvPr/>
        </p:nvSpPr>
        <p:spPr bwMode="auto">
          <a:xfrm>
            <a:off x="1597025" y="1790701"/>
            <a:ext cx="127000" cy="128588"/>
          </a:xfrm>
          <a:custGeom>
            <a:avLst/>
            <a:gdLst>
              <a:gd name="T0" fmla="*/ 80 w 80"/>
              <a:gd name="T1" fmla="*/ 33 h 81"/>
              <a:gd name="T2" fmla="*/ 80 w 80"/>
              <a:gd name="T3" fmla="*/ 30 h 81"/>
              <a:gd name="T4" fmla="*/ 51 w 80"/>
              <a:gd name="T5" fmla="*/ 30 h 81"/>
              <a:gd name="T6" fmla="*/ 51 w 80"/>
              <a:gd name="T7" fmla="*/ 0 h 81"/>
              <a:gd name="T8" fmla="*/ 48 w 80"/>
              <a:gd name="T9" fmla="*/ 0 h 81"/>
              <a:gd name="T10" fmla="*/ 35 w 80"/>
              <a:gd name="T11" fmla="*/ 25 h 81"/>
              <a:gd name="T12" fmla="*/ 14 w 80"/>
              <a:gd name="T13" fmla="*/ 11 h 81"/>
              <a:gd name="T14" fmla="*/ 11 w 80"/>
              <a:gd name="T15" fmla="*/ 14 h 81"/>
              <a:gd name="T16" fmla="*/ 24 w 80"/>
              <a:gd name="T17" fmla="*/ 35 h 81"/>
              <a:gd name="T18" fmla="*/ 0 w 80"/>
              <a:gd name="T19" fmla="*/ 49 h 81"/>
              <a:gd name="T20" fmla="*/ 0 w 80"/>
              <a:gd name="T21" fmla="*/ 51 h 81"/>
              <a:gd name="T22" fmla="*/ 14 w 80"/>
              <a:gd name="T23" fmla="*/ 51 h 81"/>
              <a:gd name="T24" fmla="*/ 30 w 80"/>
              <a:gd name="T25" fmla="*/ 51 h 81"/>
              <a:gd name="T26" fmla="*/ 30 w 80"/>
              <a:gd name="T27" fmla="*/ 67 h 81"/>
              <a:gd name="T28" fmla="*/ 30 w 80"/>
              <a:gd name="T29" fmla="*/ 81 h 81"/>
              <a:gd name="T30" fmla="*/ 32 w 80"/>
              <a:gd name="T31" fmla="*/ 81 h 81"/>
              <a:gd name="T32" fmla="*/ 46 w 80"/>
              <a:gd name="T33" fmla="*/ 57 h 81"/>
              <a:gd name="T34" fmla="*/ 67 w 80"/>
              <a:gd name="T35" fmla="*/ 70 h 81"/>
              <a:gd name="T36" fmla="*/ 70 w 80"/>
              <a:gd name="T37" fmla="*/ 67 h 81"/>
              <a:gd name="T38" fmla="*/ 56 w 80"/>
              <a:gd name="T39" fmla="*/ 46 h 81"/>
              <a:gd name="T40" fmla="*/ 80 w 80"/>
              <a:gd name="T41" fmla="*/ 3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" h="81">
                <a:moveTo>
                  <a:pt x="80" y="33"/>
                </a:moveTo>
                <a:lnTo>
                  <a:pt x="80" y="30"/>
                </a:lnTo>
                <a:lnTo>
                  <a:pt x="51" y="30"/>
                </a:lnTo>
                <a:lnTo>
                  <a:pt x="51" y="0"/>
                </a:lnTo>
                <a:lnTo>
                  <a:pt x="48" y="0"/>
                </a:lnTo>
                <a:lnTo>
                  <a:pt x="35" y="25"/>
                </a:lnTo>
                <a:lnTo>
                  <a:pt x="14" y="11"/>
                </a:lnTo>
                <a:lnTo>
                  <a:pt x="11" y="14"/>
                </a:lnTo>
                <a:lnTo>
                  <a:pt x="24" y="35"/>
                </a:lnTo>
                <a:lnTo>
                  <a:pt x="0" y="49"/>
                </a:lnTo>
                <a:lnTo>
                  <a:pt x="0" y="51"/>
                </a:lnTo>
                <a:lnTo>
                  <a:pt x="14" y="51"/>
                </a:lnTo>
                <a:lnTo>
                  <a:pt x="30" y="51"/>
                </a:lnTo>
                <a:lnTo>
                  <a:pt x="30" y="67"/>
                </a:lnTo>
                <a:lnTo>
                  <a:pt x="30" y="81"/>
                </a:lnTo>
                <a:lnTo>
                  <a:pt x="32" y="81"/>
                </a:lnTo>
                <a:lnTo>
                  <a:pt x="46" y="57"/>
                </a:lnTo>
                <a:lnTo>
                  <a:pt x="67" y="70"/>
                </a:lnTo>
                <a:lnTo>
                  <a:pt x="70" y="67"/>
                </a:lnTo>
                <a:lnTo>
                  <a:pt x="56" y="46"/>
                </a:lnTo>
                <a:lnTo>
                  <a:pt x="80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3" name="Freeform 121"/>
          <p:cNvSpPr>
            <a:spLocks noEditPoints="1"/>
          </p:cNvSpPr>
          <p:nvPr/>
        </p:nvSpPr>
        <p:spPr bwMode="auto">
          <a:xfrm>
            <a:off x="2046288" y="1800226"/>
            <a:ext cx="438150" cy="352425"/>
          </a:xfrm>
          <a:custGeom>
            <a:avLst/>
            <a:gdLst>
              <a:gd name="T0" fmla="*/ 101 w 103"/>
              <a:gd name="T1" fmla="*/ 0 h 83"/>
              <a:gd name="T2" fmla="*/ 98 w 103"/>
              <a:gd name="T3" fmla="*/ 2 h 83"/>
              <a:gd name="T4" fmla="*/ 83 w 103"/>
              <a:gd name="T5" fmla="*/ 47 h 83"/>
              <a:gd name="T6" fmla="*/ 83 w 103"/>
              <a:gd name="T7" fmla="*/ 47 h 83"/>
              <a:gd name="T8" fmla="*/ 20 w 103"/>
              <a:gd name="T9" fmla="*/ 47 h 83"/>
              <a:gd name="T10" fmla="*/ 20 w 103"/>
              <a:gd name="T11" fmla="*/ 47 h 83"/>
              <a:gd name="T12" fmla="*/ 4 w 103"/>
              <a:gd name="T13" fmla="*/ 2 h 83"/>
              <a:gd name="T14" fmla="*/ 1 w 103"/>
              <a:gd name="T15" fmla="*/ 1 h 83"/>
              <a:gd name="T16" fmla="*/ 0 w 103"/>
              <a:gd name="T17" fmla="*/ 3 h 83"/>
              <a:gd name="T18" fmla="*/ 15 w 103"/>
              <a:gd name="T19" fmla="*/ 47 h 83"/>
              <a:gd name="T20" fmla="*/ 1 w 103"/>
              <a:gd name="T21" fmla="*/ 47 h 83"/>
              <a:gd name="T22" fmla="*/ 1 w 103"/>
              <a:gd name="T23" fmla="*/ 83 h 83"/>
              <a:gd name="T24" fmla="*/ 99 w 103"/>
              <a:gd name="T25" fmla="*/ 83 h 83"/>
              <a:gd name="T26" fmla="*/ 99 w 103"/>
              <a:gd name="T27" fmla="*/ 47 h 83"/>
              <a:gd name="T28" fmla="*/ 87 w 103"/>
              <a:gd name="T29" fmla="*/ 47 h 83"/>
              <a:gd name="T30" fmla="*/ 102 w 103"/>
              <a:gd name="T31" fmla="*/ 3 h 83"/>
              <a:gd name="T32" fmla="*/ 101 w 103"/>
              <a:gd name="T33" fmla="*/ 0 h 83"/>
              <a:gd name="T34" fmla="*/ 34 w 103"/>
              <a:gd name="T35" fmla="*/ 63 h 83"/>
              <a:gd name="T36" fmla="*/ 8 w 103"/>
              <a:gd name="T37" fmla="*/ 63 h 83"/>
              <a:gd name="T38" fmla="*/ 8 w 103"/>
              <a:gd name="T39" fmla="*/ 52 h 83"/>
              <a:gd name="T40" fmla="*/ 34 w 103"/>
              <a:gd name="T41" fmla="*/ 52 h 83"/>
              <a:gd name="T42" fmla="*/ 34 w 103"/>
              <a:gd name="T43" fmla="*/ 6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3" h="83">
                <a:moveTo>
                  <a:pt x="101" y="0"/>
                </a:moveTo>
                <a:cubicBezTo>
                  <a:pt x="100" y="0"/>
                  <a:pt x="99" y="1"/>
                  <a:pt x="98" y="2"/>
                </a:cubicBezTo>
                <a:cubicBezTo>
                  <a:pt x="83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4" y="2"/>
                  <a:pt x="4" y="2"/>
                  <a:pt x="4" y="2"/>
                </a:cubicBezTo>
                <a:cubicBezTo>
                  <a:pt x="3" y="1"/>
                  <a:pt x="2" y="0"/>
                  <a:pt x="1" y="1"/>
                </a:cubicBezTo>
                <a:cubicBezTo>
                  <a:pt x="0" y="1"/>
                  <a:pt x="0" y="2"/>
                  <a:pt x="0" y="3"/>
                </a:cubicBezTo>
                <a:cubicBezTo>
                  <a:pt x="15" y="47"/>
                  <a:pt x="15" y="47"/>
                  <a:pt x="15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83"/>
                  <a:pt x="1" y="83"/>
                  <a:pt x="1" y="83"/>
                </a:cubicBezTo>
                <a:cubicBezTo>
                  <a:pt x="99" y="83"/>
                  <a:pt x="99" y="83"/>
                  <a:pt x="99" y="83"/>
                </a:cubicBezTo>
                <a:cubicBezTo>
                  <a:pt x="99" y="47"/>
                  <a:pt x="99" y="47"/>
                  <a:pt x="99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102" y="3"/>
                  <a:pt x="102" y="3"/>
                  <a:pt x="102" y="3"/>
                </a:cubicBezTo>
                <a:cubicBezTo>
                  <a:pt x="103" y="2"/>
                  <a:pt x="102" y="1"/>
                  <a:pt x="101" y="0"/>
                </a:cubicBezTo>
                <a:close/>
                <a:moveTo>
                  <a:pt x="34" y="63"/>
                </a:moveTo>
                <a:cubicBezTo>
                  <a:pt x="8" y="63"/>
                  <a:pt x="8" y="63"/>
                  <a:pt x="8" y="63"/>
                </a:cubicBezTo>
                <a:cubicBezTo>
                  <a:pt x="8" y="52"/>
                  <a:pt x="8" y="52"/>
                  <a:pt x="8" y="52"/>
                </a:cubicBezTo>
                <a:cubicBezTo>
                  <a:pt x="34" y="52"/>
                  <a:pt x="34" y="52"/>
                  <a:pt x="34" y="52"/>
                </a:cubicBezTo>
                <a:lnTo>
                  <a:pt x="34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4" name="Oval 122"/>
          <p:cNvSpPr>
            <a:spLocks noChangeArrowheads="1"/>
          </p:cNvSpPr>
          <p:nvPr/>
        </p:nvSpPr>
        <p:spPr bwMode="auto">
          <a:xfrm>
            <a:off x="2916238" y="2028826"/>
            <a:ext cx="96838" cy="936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5" name="Freeform 123"/>
          <p:cNvSpPr>
            <a:spLocks/>
          </p:cNvSpPr>
          <p:nvPr/>
        </p:nvSpPr>
        <p:spPr bwMode="auto">
          <a:xfrm>
            <a:off x="2852738" y="1935164"/>
            <a:ext cx="220663" cy="93663"/>
          </a:xfrm>
          <a:custGeom>
            <a:avLst/>
            <a:gdLst>
              <a:gd name="T0" fmla="*/ 27 w 52"/>
              <a:gd name="T1" fmla="*/ 1 h 22"/>
              <a:gd name="T2" fmla="*/ 0 w 52"/>
              <a:gd name="T3" fmla="*/ 17 h 22"/>
              <a:gd name="T4" fmla="*/ 9 w 52"/>
              <a:gd name="T5" fmla="*/ 21 h 22"/>
              <a:gd name="T6" fmla="*/ 27 w 52"/>
              <a:gd name="T7" fmla="*/ 11 h 22"/>
              <a:gd name="T8" fmla="*/ 43 w 52"/>
              <a:gd name="T9" fmla="*/ 22 h 22"/>
              <a:gd name="T10" fmla="*/ 52 w 52"/>
              <a:gd name="T11" fmla="*/ 17 h 22"/>
              <a:gd name="T12" fmla="*/ 27 w 52"/>
              <a:gd name="T13" fmla="*/ 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22">
                <a:moveTo>
                  <a:pt x="27" y="1"/>
                </a:moveTo>
                <a:cubicBezTo>
                  <a:pt x="16" y="0"/>
                  <a:pt x="5" y="7"/>
                  <a:pt x="0" y="17"/>
                </a:cubicBezTo>
                <a:cubicBezTo>
                  <a:pt x="9" y="21"/>
                  <a:pt x="9" y="21"/>
                  <a:pt x="9" y="21"/>
                </a:cubicBezTo>
                <a:cubicBezTo>
                  <a:pt x="13" y="15"/>
                  <a:pt x="20" y="11"/>
                  <a:pt x="27" y="11"/>
                </a:cubicBezTo>
                <a:cubicBezTo>
                  <a:pt x="34" y="12"/>
                  <a:pt x="40" y="15"/>
                  <a:pt x="43" y="22"/>
                </a:cubicBezTo>
                <a:cubicBezTo>
                  <a:pt x="52" y="17"/>
                  <a:pt x="52" y="17"/>
                  <a:pt x="52" y="17"/>
                </a:cubicBezTo>
                <a:cubicBezTo>
                  <a:pt x="47" y="7"/>
                  <a:pt x="38" y="1"/>
                  <a:pt x="27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6" name="Freeform 124"/>
          <p:cNvSpPr>
            <a:spLocks/>
          </p:cNvSpPr>
          <p:nvPr/>
        </p:nvSpPr>
        <p:spPr bwMode="auto">
          <a:xfrm>
            <a:off x="2763838" y="1795464"/>
            <a:ext cx="398463" cy="165100"/>
          </a:xfrm>
          <a:custGeom>
            <a:avLst/>
            <a:gdLst>
              <a:gd name="T0" fmla="*/ 49 w 94"/>
              <a:gd name="T1" fmla="*/ 1 h 39"/>
              <a:gd name="T2" fmla="*/ 0 w 94"/>
              <a:gd name="T3" fmla="*/ 30 h 39"/>
              <a:gd name="T4" fmla="*/ 17 w 94"/>
              <a:gd name="T5" fmla="*/ 38 h 39"/>
              <a:gd name="T6" fmla="*/ 48 w 94"/>
              <a:gd name="T7" fmla="*/ 20 h 39"/>
              <a:gd name="T8" fmla="*/ 77 w 94"/>
              <a:gd name="T9" fmla="*/ 39 h 39"/>
              <a:gd name="T10" fmla="*/ 94 w 94"/>
              <a:gd name="T11" fmla="*/ 30 h 39"/>
              <a:gd name="T12" fmla="*/ 49 w 94"/>
              <a:gd name="T13" fmla="*/ 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39">
                <a:moveTo>
                  <a:pt x="49" y="1"/>
                </a:moveTo>
                <a:cubicBezTo>
                  <a:pt x="29" y="0"/>
                  <a:pt x="10" y="11"/>
                  <a:pt x="0" y="30"/>
                </a:cubicBezTo>
                <a:cubicBezTo>
                  <a:pt x="17" y="38"/>
                  <a:pt x="17" y="38"/>
                  <a:pt x="17" y="38"/>
                </a:cubicBezTo>
                <a:cubicBezTo>
                  <a:pt x="23" y="27"/>
                  <a:pt x="35" y="20"/>
                  <a:pt x="48" y="20"/>
                </a:cubicBezTo>
                <a:cubicBezTo>
                  <a:pt x="61" y="21"/>
                  <a:pt x="72" y="28"/>
                  <a:pt x="77" y="39"/>
                </a:cubicBezTo>
                <a:cubicBezTo>
                  <a:pt x="94" y="30"/>
                  <a:pt x="94" y="30"/>
                  <a:pt x="94" y="30"/>
                </a:cubicBezTo>
                <a:cubicBezTo>
                  <a:pt x="86" y="13"/>
                  <a:pt x="68" y="2"/>
                  <a:pt x="49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7" name="Oval 125"/>
          <p:cNvSpPr>
            <a:spLocks noChangeArrowheads="1"/>
          </p:cNvSpPr>
          <p:nvPr/>
        </p:nvSpPr>
        <p:spPr bwMode="auto">
          <a:xfrm>
            <a:off x="3598863" y="1965326"/>
            <a:ext cx="50800" cy="555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8" name="Oval 126"/>
          <p:cNvSpPr>
            <a:spLocks noChangeArrowheads="1"/>
          </p:cNvSpPr>
          <p:nvPr/>
        </p:nvSpPr>
        <p:spPr bwMode="auto">
          <a:xfrm>
            <a:off x="3786188" y="1965326"/>
            <a:ext cx="53975" cy="555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9" name="Freeform 127"/>
          <p:cNvSpPr>
            <a:spLocks noEditPoints="1"/>
          </p:cNvSpPr>
          <p:nvPr/>
        </p:nvSpPr>
        <p:spPr bwMode="auto">
          <a:xfrm>
            <a:off x="3505200" y="1858964"/>
            <a:ext cx="423863" cy="273050"/>
          </a:xfrm>
          <a:custGeom>
            <a:avLst/>
            <a:gdLst>
              <a:gd name="T0" fmla="*/ 97 w 100"/>
              <a:gd name="T1" fmla="*/ 0 h 64"/>
              <a:gd name="T2" fmla="*/ 3 w 100"/>
              <a:gd name="T3" fmla="*/ 0 h 64"/>
              <a:gd name="T4" fmla="*/ 0 w 100"/>
              <a:gd name="T5" fmla="*/ 4 h 64"/>
              <a:gd name="T6" fmla="*/ 0 w 100"/>
              <a:gd name="T7" fmla="*/ 61 h 64"/>
              <a:gd name="T8" fmla="*/ 3 w 100"/>
              <a:gd name="T9" fmla="*/ 64 h 64"/>
              <a:gd name="T10" fmla="*/ 97 w 100"/>
              <a:gd name="T11" fmla="*/ 64 h 64"/>
              <a:gd name="T12" fmla="*/ 100 w 100"/>
              <a:gd name="T13" fmla="*/ 61 h 64"/>
              <a:gd name="T14" fmla="*/ 100 w 100"/>
              <a:gd name="T15" fmla="*/ 4 h 64"/>
              <a:gd name="T16" fmla="*/ 97 w 100"/>
              <a:gd name="T17" fmla="*/ 0 h 64"/>
              <a:gd name="T18" fmla="*/ 72 w 100"/>
              <a:gd name="T19" fmla="*/ 48 h 64"/>
              <a:gd name="T20" fmla="*/ 28 w 100"/>
              <a:gd name="T21" fmla="*/ 48 h 64"/>
              <a:gd name="T22" fmla="*/ 12 w 100"/>
              <a:gd name="T23" fmla="*/ 32 h 64"/>
              <a:gd name="T24" fmla="*/ 28 w 100"/>
              <a:gd name="T25" fmla="*/ 16 h 64"/>
              <a:gd name="T26" fmla="*/ 44 w 100"/>
              <a:gd name="T27" fmla="*/ 32 h 64"/>
              <a:gd name="T28" fmla="*/ 43 w 100"/>
              <a:gd name="T29" fmla="*/ 37 h 64"/>
              <a:gd name="T30" fmla="*/ 57 w 100"/>
              <a:gd name="T31" fmla="*/ 37 h 64"/>
              <a:gd name="T32" fmla="*/ 56 w 100"/>
              <a:gd name="T33" fmla="*/ 32 h 64"/>
              <a:gd name="T34" fmla="*/ 72 w 100"/>
              <a:gd name="T35" fmla="*/ 16 h 64"/>
              <a:gd name="T36" fmla="*/ 88 w 100"/>
              <a:gd name="T37" fmla="*/ 32 h 64"/>
              <a:gd name="T38" fmla="*/ 72 w 100"/>
              <a:gd name="T3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64">
                <a:moveTo>
                  <a:pt x="9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4"/>
                  <a:pt x="3" y="64"/>
                </a:cubicBezTo>
                <a:cubicBezTo>
                  <a:pt x="97" y="64"/>
                  <a:pt x="97" y="64"/>
                  <a:pt x="97" y="64"/>
                </a:cubicBezTo>
                <a:cubicBezTo>
                  <a:pt x="98" y="64"/>
                  <a:pt x="100" y="63"/>
                  <a:pt x="100" y="61"/>
                </a:cubicBezTo>
                <a:cubicBezTo>
                  <a:pt x="100" y="4"/>
                  <a:pt x="100" y="4"/>
                  <a:pt x="100" y="4"/>
                </a:cubicBezTo>
                <a:cubicBezTo>
                  <a:pt x="100" y="2"/>
                  <a:pt x="98" y="0"/>
                  <a:pt x="97" y="0"/>
                </a:cubicBezTo>
                <a:close/>
                <a:moveTo>
                  <a:pt x="72" y="48"/>
                </a:moveTo>
                <a:cubicBezTo>
                  <a:pt x="28" y="48"/>
                  <a:pt x="28" y="48"/>
                  <a:pt x="28" y="48"/>
                </a:cubicBezTo>
                <a:cubicBezTo>
                  <a:pt x="19" y="48"/>
                  <a:pt x="12" y="41"/>
                  <a:pt x="12" y="32"/>
                </a:cubicBezTo>
                <a:cubicBezTo>
                  <a:pt x="12" y="24"/>
                  <a:pt x="19" y="16"/>
                  <a:pt x="28" y="16"/>
                </a:cubicBezTo>
                <a:cubicBezTo>
                  <a:pt x="37" y="16"/>
                  <a:pt x="44" y="24"/>
                  <a:pt x="44" y="32"/>
                </a:cubicBezTo>
                <a:cubicBezTo>
                  <a:pt x="44" y="34"/>
                  <a:pt x="43" y="35"/>
                  <a:pt x="4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6" y="35"/>
                  <a:pt x="56" y="34"/>
                  <a:pt x="56" y="32"/>
                </a:cubicBezTo>
                <a:cubicBezTo>
                  <a:pt x="56" y="24"/>
                  <a:pt x="63" y="16"/>
                  <a:pt x="72" y="16"/>
                </a:cubicBezTo>
                <a:cubicBezTo>
                  <a:pt x="81" y="16"/>
                  <a:pt x="88" y="24"/>
                  <a:pt x="88" y="32"/>
                </a:cubicBezTo>
                <a:cubicBezTo>
                  <a:pt x="88" y="41"/>
                  <a:pt x="81" y="48"/>
                  <a:pt x="72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0" name="Freeform 128"/>
          <p:cNvSpPr>
            <a:spLocks noEditPoints="1"/>
          </p:cNvSpPr>
          <p:nvPr/>
        </p:nvSpPr>
        <p:spPr bwMode="auto">
          <a:xfrm>
            <a:off x="4468813" y="1778001"/>
            <a:ext cx="223838" cy="366713"/>
          </a:xfrm>
          <a:custGeom>
            <a:avLst/>
            <a:gdLst>
              <a:gd name="T0" fmla="*/ 0 w 141"/>
              <a:gd name="T1" fmla="*/ 0 h 231"/>
              <a:gd name="T2" fmla="*/ 0 w 141"/>
              <a:gd name="T3" fmla="*/ 67 h 231"/>
              <a:gd name="T4" fmla="*/ 8 w 141"/>
              <a:gd name="T5" fmla="*/ 59 h 231"/>
              <a:gd name="T6" fmla="*/ 56 w 141"/>
              <a:gd name="T7" fmla="*/ 59 h 231"/>
              <a:gd name="T8" fmla="*/ 18 w 141"/>
              <a:gd name="T9" fmla="*/ 102 h 231"/>
              <a:gd name="T10" fmla="*/ 56 w 141"/>
              <a:gd name="T11" fmla="*/ 145 h 231"/>
              <a:gd name="T12" fmla="*/ 8 w 141"/>
              <a:gd name="T13" fmla="*/ 145 h 231"/>
              <a:gd name="T14" fmla="*/ 0 w 141"/>
              <a:gd name="T15" fmla="*/ 137 h 231"/>
              <a:gd name="T16" fmla="*/ 0 w 141"/>
              <a:gd name="T17" fmla="*/ 231 h 231"/>
              <a:gd name="T18" fmla="*/ 141 w 141"/>
              <a:gd name="T19" fmla="*/ 231 h 231"/>
              <a:gd name="T20" fmla="*/ 141 w 141"/>
              <a:gd name="T21" fmla="*/ 0 h 231"/>
              <a:gd name="T22" fmla="*/ 0 w 141"/>
              <a:gd name="T23" fmla="*/ 0 h 231"/>
              <a:gd name="T24" fmla="*/ 42 w 141"/>
              <a:gd name="T25" fmla="*/ 49 h 231"/>
              <a:gd name="T26" fmla="*/ 42 w 141"/>
              <a:gd name="T27" fmla="*/ 27 h 231"/>
              <a:gd name="T28" fmla="*/ 117 w 141"/>
              <a:gd name="T29" fmla="*/ 27 h 231"/>
              <a:gd name="T30" fmla="*/ 117 w 141"/>
              <a:gd name="T31" fmla="*/ 49 h 231"/>
              <a:gd name="T32" fmla="*/ 42 w 141"/>
              <a:gd name="T33" fmla="*/ 49 h 231"/>
              <a:gd name="T34" fmla="*/ 117 w 141"/>
              <a:gd name="T35" fmla="*/ 65 h 231"/>
              <a:gd name="T36" fmla="*/ 117 w 141"/>
              <a:gd name="T37" fmla="*/ 91 h 231"/>
              <a:gd name="T38" fmla="*/ 101 w 141"/>
              <a:gd name="T39" fmla="*/ 91 h 231"/>
              <a:gd name="T40" fmla="*/ 101 w 141"/>
              <a:gd name="T41" fmla="*/ 65 h 231"/>
              <a:gd name="T42" fmla="*/ 117 w 141"/>
              <a:gd name="T43" fmla="*/ 65 h 231"/>
              <a:gd name="T44" fmla="*/ 123 w 141"/>
              <a:gd name="T45" fmla="*/ 214 h 231"/>
              <a:gd name="T46" fmla="*/ 18 w 141"/>
              <a:gd name="T47" fmla="*/ 214 h 231"/>
              <a:gd name="T48" fmla="*/ 18 w 141"/>
              <a:gd name="T49" fmla="*/ 172 h 231"/>
              <a:gd name="T50" fmla="*/ 123 w 141"/>
              <a:gd name="T51" fmla="*/ 172 h 231"/>
              <a:gd name="T52" fmla="*/ 123 w 141"/>
              <a:gd name="T53" fmla="*/ 214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" h="231">
                <a:moveTo>
                  <a:pt x="0" y="0"/>
                </a:moveTo>
                <a:lnTo>
                  <a:pt x="0" y="67"/>
                </a:lnTo>
                <a:lnTo>
                  <a:pt x="8" y="59"/>
                </a:lnTo>
                <a:lnTo>
                  <a:pt x="56" y="59"/>
                </a:lnTo>
                <a:lnTo>
                  <a:pt x="18" y="102"/>
                </a:lnTo>
                <a:lnTo>
                  <a:pt x="56" y="145"/>
                </a:lnTo>
                <a:lnTo>
                  <a:pt x="8" y="145"/>
                </a:lnTo>
                <a:lnTo>
                  <a:pt x="0" y="137"/>
                </a:lnTo>
                <a:lnTo>
                  <a:pt x="0" y="231"/>
                </a:lnTo>
                <a:lnTo>
                  <a:pt x="141" y="231"/>
                </a:lnTo>
                <a:lnTo>
                  <a:pt x="141" y="0"/>
                </a:lnTo>
                <a:lnTo>
                  <a:pt x="0" y="0"/>
                </a:lnTo>
                <a:close/>
                <a:moveTo>
                  <a:pt x="42" y="49"/>
                </a:moveTo>
                <a:lnTo>
                  <a:pt x="42" y="27"/>
                </a:lnTo>
                <a:lnTo>
                  <a:pt x="117" y="27"/>
                </a:lnTo>
                <a:lnTo>
                  <a:pt x="117" y="49"/>
                </a:lnTo>
                <a:lnTo>
                  <a:pt x="42" y="49"/>
                </a:lnTo>
                <a:close/>
                <a:moveTo>
                  <a:pt x="117" y="65"/>
                </a:moveTo>
                <a:lnTo>
                  <a:pt x="117" y="91"/>
                </a:lnTo>
                <a:lnTo>
                  <a:pt x="101" y="91"/>
                </a:lnTo>
                <a:lnTo>
                  <a:pt x="101" y="65"/>
                </a:lnTo>
                <a:lnTo>
                  <a:pt x="117" y="65"/>
                </a:lnTo>
                <a:close/>
                <a:moveTo>
                  <a:pt x="123" y="214"/>
                </a:moveTo>
                <a:lnTo>
                  <a:pt x="18" y="214"/>
                </a:lnTo>
                <a:lnTo>
                  <a:pt x="18" y="172"/>
                </a:lnTo>
                <a:lnTo>
                  <a:pt x="123" y="172"/>
                </a:lnTo>
                <a:lnTo>
                  <a:pt x="123" y="2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1" name="Freeform 129"/>
          <p:cNvSpPr>
            <a:spLocks/>
          </p:cNvSpPr>
          <p:nvPr/>
        </p:nvSpPr>
        <p:spPr bwMode="auto">
          <a:xfrm>
            <a:off x="4387850" y="1881189"/>
            <a:ext cx="147638" cy="119063"/>
          </a:xfrm>
          <a:custGeom>
            <a:avLst/>
            <a:gdLst>
              <a:gd name="T0" fmla="*/ 93 w 93"/>
              <a:gd name="T1" fmla="*/ 75 h 75"/>
              <a:gd name="T2" fmla="*/ 59 w 93"/>
              <a:gd name="T3" fmla="*/ 37 h 75"/>
              <a:gd name="T4" fmla="*/ 93 w 93"/>
              <a:gd name="T5" fmla="*/ 0 h 75"/>
              <a:gd name="T6" fmla="*/ 67 w 93"/>
              <a:gd name="T7" fmla="*/ 0 h 75"/>
              <a:gd name="T8" fmla="*/ 45 w 93"/>
              <a:gd name="T9" fmla="*/ 24 h 75"/>
              <a:gd name="T10" fmla="*/ 27 w 93"/>
              <a:gd name="T11" fmla="*/ 0 h 75"/>
              <a:gd name="T12" fmla="*/ 0 w 93"/>
              <a:gd name="T13" fmla="*/ 0 h 75"/>
              <a:gd name="T14" fmla="*/ 32 w 93"/>
              <a:gd name="T15" fmla="*/ 37 h 75"/>
              <a:gd name="T16" fmla="*/ 0 w 93"/>
              <a:gd name="T17" fmla="*/ 75 h 75"/>
              <a:gd name="T18" fmla="*/ 27 w 93"/>
              <a:gd name="T19" fmla="*/ 75 h 75"/>
              <a:gd name="T20" fmla="*/ 45 w 93"/>
              <a:gd name="T21" fmla="*/ 53 h 75"/>
              <a:gd name="T22" fmla="*/ 67 w 93"/>
              <a:gd name="T23" fmla="*/ 75 h 75"/>
              <a:gd name="T24" fmla="*/ 93 w 93"/>
              <a:gd name="T25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" h="75">
                <a:moveTo>
                  <a:pt x="93" y="75"/>
                </a:moveTo>
                <a:lnTo>
                  <a:pt x="59" y="37"/>
                </a:lnTo>
                <a:lnTo>
                  <a:pt x="93" y="0"/>
                </a:lnTo>
                <a:lnTo>
                  <a:pt x="67" y="0"/>
                </a:lnTo>
                <a:lnTo>
                  <a:pt x="45" y="24"/>
                </a:lnTo>
                <a:lnTo>
                  <a:pt x="27" y="0"/>
                </a:lnTo>
                <a:lnTo>
                  <a:pt x="0" y="0"/>
                </a:lnTo>
                <a:lnTo>
                  <a:pt x="32" y="37"/>
                </a:lnTo>
                <a:lnTo>
                  <a:pt x="0" y="75"/>
                </a:lnTo>
                <a:lnTo>
                  <a:pt x="27" y="75"/>
                </a:lnTo>
                <a:lnTo>
                  <a:pt x="45" y="53"/>
                </a:lnTo>
                <a:lnTo>
                  <a:pt x="67" y="75"/>
                </a:lnTo>
                <a:lnTo>
                  <a:pt x="93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2" name="Freeform 130"/>
          <p:cNvSpPr>
            <a:spLocks noEditPoints="1"/>
          </p:cNvSpPr>
          <p:nvPr/>
        </p:nvSpPr>
        <p:spPr bwMode="auto">
          <a:xfrm>
            <a:off x="5245100" y="1817689"/>
            <a:ext cx="287338" cy="284163"/>
          </a:xfrm>
          <a:custGeom>
            <a:avLst/>
            <a:gdLst>
              <a:gd name="T0" fmla="*/ 0 w 68"/>
              <a:gd name="T1" fmla="*/ 0 h 67"/>
              <a:gd name="T2" fmla="*/ 0 w 68"/>
              <a:gd name="T3" fmla="*/ 67 h 67"/>
              <a:gd name="T4" fmla="*/ 68 w 68"/>
              <a:gd name="T5" fmla="*/ 67 h 67"/>
              <a:gd name="T6" fmla="*/ 68 w 68"/>
              <a:gd name="T7" fmla="*/ 0 h 67"/>
              <a:gd name="T8" fmla="*/ 0 w 68"/>
              <a:gd name="T9" fmla="*/ 0 h 67"/>
              <a:gd name="T10" fmla="*/ 49 w 68"/>
              <a:gd name="T11" fmla="*/ 45 h 67"/>
              <a:gd name="T12" fmla="*/ 44 w 68"/>
              <a:gd name="T13" fmla="*/ 50 h 67"/>
              <a:gd name="T14" fmla="*/ 37 w 68"/>
              <a:gd name="T15" fmla="*/ 47 h 67"/>
              <a:gd name="T16" fmla="*/ 41 w 68"/>
              <a:gd name="T17" fmla="*/ 41 h 67"/>
              <a:gd name="T18" fmla="*/ 46 w 68"/>
              <a:gd name="T19" fmla="*/ 41 h 67"/>
              <a:gd name="T20" fmla="*/ 46 w 68"/>
              <a:gd name="T21" fmla="*/ 23 h 67"/>
              <a:gd name="T22" fmla="*/ 29 w 68"/>
              <a:gd name="T23" fmla="*/ 26 h 67"/>
              <a:gd name="T24" fmla="*/ 29 w 68"/>
              <a:gd name="T25" fmla="*/ 49 h 67"/>
              <a:gd name="T26" fmla="*/ 29 w 68"/>
              <a:gd name="T27" fmla="*/ 49 h 67"/>
              <a:gd name="T28" fmla="*/ 24 w 68"/>
              <a:gd name="T29" fmla="*/ 54 h 67"/>
              <a:gd name="T30" fmla="*/ 17 w 68"/>
              <a:gd name="T31" fmla="*/ 51 h 67"/>
              <a:gd name="T32" fmla="*/ 22 w 68"/>
              <a:gd name="T33" fmla="*/ 45 h 67"/>
              <a:gd name="T34" fmla="*/ 26 w 68"/>
              <a:gd name="T35" fmla="*/ 45 h 67"/>
              <a:gd name="T36" fmla="*/ 26 w 68"/>
              <a:gd name="T37" fmla="*/ 17 h 67"/>
              <a:gd name="T38" fmla="*/ 49 w 68"/>
              <a:gd name="T39" fmla="*/ 14 h 67"/>
              <a:gd name="T40" fmla="*/ 49 w 68"/>
              <a:gd name="T41" fmla="*/ 45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8" h="67">
                <a:moveTo>
                  <a:pt x="0" y="0"/>
                </a:moveTo>
                <a:cubicBezTo>
                  <a:pt x="0" y="67"/>
                  <a:pt x="0" y="67"/>
                  <a:pt x="0" y="67"/>
                </a:cubicBezTo>
                <a:cubicBezTo>
                  <a:pt x="68" y="67"/>
                  <a:pt x="68" y="67"/>
                  <a:pt x="68" y="67"/>
                </a:cubicBezTo>
                <a:cubicBezTo>
                  <a:pt x="68" y="0"/>
                  <a:pt x="68" y="0"/>
                  <a:pt x="68" y="0"/>
                </a:cubicBezTo>
                <a:lnTo>
                  <a:pt x="0" y="0"/>
                </a:lnTo>
                <a:close/>
                <a:moveTo>
                  <a:pt x="49" y="45"/>
                </a:moveTo>
                <a:cubicBezTo>
                  <a:pt x="49" y="47"/>
                  <a:pt x="47" y="49"/>
                  <a:pt x="44" y="50"/>
                </a:cubicBezTo>
                <a:cubicBezTo>
                  <a:pt x="40" y="51"/>
                  <a:pt x="37" y="50"/>
                  <a:pt x="37" y="47"/>
                </a:cubicBezTo>
                <a:cubicBezTo>
                  <a:pt x="36" y="45"/>
                  <a:pt x="38" y="42"/>
                  <a:pt x="41" y="41"/>
                </a:cubicBezTo>
                <a:cubicBezTo>
                  <a:pt x="43" y="41"/>
                  <a:pt x="44" y="41"/>
                  <a:pt x="46" y="41"/>
                </a:cubicBezTo>
                <a:cubicBezTo>
                  <a:pt x="46" y="23"/>
                  <a:pt x="46" y="23"/>
                  <a:pt x="46" y="23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51"/>
                  <a:pt x="27" y="53"/>
                  <a:pt x="24" y="54"/>
                </a:cubicBezTo>
                <a:cubicBezTo>
                  <a:pt x="21" y="55"/>
                  <a:pt x="17" y="53"/>
                  <a:pt x="17" y="51"/>
                </a:cubicBezTo>
                <a:cubicBezTo>
                  <a:pt x="16" y="48"/>
                  <a:pt x="18" y="46"/>
                  <a:pt x="22" y="45"/>
                </a:cubicBezTo>
                <a:cubicBezTo>
                  <a:pt x="23" y="45"/>
                  <a:pt x="24" y="45"/>
                  <a:pt x="26" y="45"/>
                </a:cubicBezTo>
                <a:cubicBezTo>
                  <a:pt x="26" y="17"/>
                  <a:pt x="26" y="17"/>
                  <a:pt x="26" y="17"/>
                </a:cubicBezTo>
                <a:cubicBezTo>
                  <a:pt x="49" y="14"/>
                  <a:pt x="49" y="14"/>
                  <a:pt x="49" y="14"/>
                </a:cubicBezTo>
                <a:lnTo>
                  <a:pt x="49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3" name="Freeform 131"/>
          <p:cNvSpPr>
            <a:spLocks noEditPoints="1"/>
          </p:cNvSpPr>
          <p:nvPr/>
        </p:nvSpPr>
        <p:spPr bwMode="auto">
          <a:xfrm>
            <a:off x="5943600" y="1817689"/>
            <a:ext cx="284163" cy="287338"/>
          </a:xfrm>
          <a:custGeom>
            <a:avLst/>
            <a:gdLst>
              <a:gd name="T0" fmla="*/ 0 w 67"/>
              <a:gd name="T1" fmla="*/ 0 h 68"/>
              <a:gd name="T2" fmla="*/ 0 w 67"/>
              <a:gd name="T3" fmla="*/ 68 h 68"/>
              <a:gd name="T4" fmla="*/ 67 w 67"/>
              <a:gd name="T5" fmla="*/ 68 h 68"/>
              <a:gd name="T6" fmla="*/ 67 w 67"/>
              <a:gd name="T7" fmla="*/ 0 h 68"/>
              <a:gd name="T8" fmla="*/ 0 w 67"/>
              <a:gd name="T9" fmla="*/ 0 h 68"/>
              <a:gd name="T10" fmla="*/ 34 w 67"/>
              <a:gd name="T11" fmla="*/ 19 h 68"/>
              <a:gd name="T12" fmla="*/ 34 w 67"/>
              <a:gd name="T13" fmla="*/ 51 h 68"/>
              <a:gd name="T14" fmla="*/ 34 w 67"/>
              <a:gd name="T15" fmla="*/ 51 h 68"/>
              <a:gd name="T16" fmla="*/ 28 w 67"/>
              <a:gd name="T17" fmla="*/ 57 h 68"/>
              <a:gd name="T18" fmla="*/ 19 w 67"/>
              <a:gd name="T19" fmla="*/ 53 h 68"/>
              <a:gd name="T20" fmla="*/ 25 w 67"/>
              <a:gd name="T21" fmla="*/ 46 h 68"/>
              <a:gd name="T22" fmla="*/ 30 w 67"/>
              <a:gd name="T23" fmla="*/ 46 h 68"/>
              <a:gd name="T24" fmla="*/ 30 w 67"/>
              <a:gd name="T25" fmla="*/ 12 h 68"/>
              <a:gd name="T26" fmla="*/ 32 w 67"/>
              <a:gd name="T27" fmla="*/ 11 h 68"/>
              <a:gd name="T28" fmla="*/ 42 w 67"/>
              <a:gd name="T29" fmla="*/ 20 h 68"/>
              <a:gd name="T30" fmla="*/ 48 w 67"/>
              <a:gd name="T31" fmla="*/ 29 h 68"/>
              <a:gd name="T32" fmla="*/ 34 w 67"/>
              <a:gd name="T33" fmla="*/ 1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7" h="68">
                <a:moveTo>
                  <a:pt x="0" y="0"/>
                </a:moveTo>
                <a:cubicBezTo>
                  <a:pt x="0" y="68"/>
                  <a:pt x="0" y="68"/>
                  <a:pt x="0" y="68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0"/>
                  <a:pt x="67" y="0"/>
                  <a:pt x="67" y="0"/>
                </a:cubicBezTo>
                <a:lnTo>
                  <a:pt x="0" y="0"/>
                </a:lnTo>
                <a:close/>
                <a:moveTo>
                  <a:pt x="34" y="19"/>
                </a:moveTo>
                <a:cubicBezTo>
                  <a:pt x="34" y="51"/>
                  <a:pt x="34" y="51"/>
                  <a:pt x="34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4" y="53"/>
                  <a:pt x="31" y="56"/>
                  <a:pt x="28" y="57"/>
                </a:cubicBezTo>
                <a:cubicBezTo>
                  <a:pt x="24" y="58"/>
                  <a:pt x="20" y="56"/>
                  <a:pt x="19" y="53"/>
                </a:cubicBezTo>
                <a:cubicBezTo>
                  <a:pt x="18" y="50"/>
                  <a:pt x="21" y="47"/>
                  <a:pt x="25" y="46"/>
                </a:cubicBezTo>
                <a:cubicBezTo>
                  <a:pt x="27" y="46"/>
                  <a:pt x="29" y="46"/>
                  <a:pt x="30" y="46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1"/>
                  <a:pt x="32" y="11"/>
                </a:cubicBezTo>
                <a:cubicBezTo>
                  <a:pt x="32" y="11"/>
                  <a:pt x="32" y="12"/>
                  <a:pt x="42" y="20"/>
                </a:cubicBezTo>
                <a:cubicBezTo>
                  <a:pt x="48" y="24"/>
                  <a:pt x="48" y="29"/>
                  <a:pt x="48" y="29"/>
                </a:cubicBezTo>
                <a:cubicBezTo>
                  <a:pt x="41" y="18"/>
                  <a:pt x="34" y="19"/>
                  <a:pt x="34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4" name="Oval 132"/>
          <p:cNvSpPr>
            <a:spLocks noChangeArrowheads="1"/>
          </p:cNvSpPr>
          <p:nvPr/>
        </p:nvSpPr>
        <p:spPr bwMode="auto">
          <a:xfrm>
            <a:off x="6783388" y="1838326"/>
            <a:ext cx="73025" cy="714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5" name="Freeform 133"/>
          <p:cNvSpPr>
            <a:spLocks/>
          </p:cNvSpPr>
          <p:nvPr/>
        </p:nvSpPr>
        <p:spPr bwMode="auto">
          <a:xfrm>
            <a:off x="6762750" y="1927226"/>
            <a:ext cx="114300" cy="190500"/>
          </a:xfrm>
          <a:custGeom>
            <a:avLst/>
            <a:gdLst>
              <a:gd name="T0" fmla="*/ 14 w 27"/>
              <a:gd name="T1" fmla="*/ 0 h 45"/>
              <a:gd name="T2" fmla="*/ 0 w 27"/>
              <a:gd name="T3" fmla="*/ 14 h 45"/>
              <a:gd name="T4" fmla="*/ 14 w 27"/>
              <a:gd name="T5" fmla="*/ 45 h 45"/>
              <a:gd name="T6" fmla="*/ 27 w 27"/>
              <a:gd name="T7" fmla="*/ 14 h 45"/>
              <a:gd name="T8" fmla="*/ 14 w 27"/>
              <a:gd name="T9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45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14"/>
                  <a:pt x="6" y="45"/>
                  <a:pt x="14" y="45"/>
                </a:cubicBezTo>
                <a:cubicBezTo>
                  <a:pt x="21" y="45"/>
                  <a:pt x="27" y="14"/>
                  <a:pt x="27" y="14"/>
                </a:cubicBezTo>
                <a:cubicBezTo>
                  <a:pt x="27" y="7"/>
                  <a:pt x="21" y="0"/>
                  <a:pt x="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6" name="Freeform 134"/>
          <p:cNvSpPr>
            <a:spLocks/>
          </p:cNvSpPr>
          <p:nvPr/>
        </p:nvSpPr>
        <p:spPr bwMode="auto">
          <a:xfrm>
            <a:off x="6677025" y="1719264"/>
            <a:ext cx="284163" cy="144463"/>
          </a:xfrm>
          <a:custGeom>
            <a:avLst/>
            <a:gdLst>
              <a:gd name="T0" fmla="*/ 34 w 67"/>
              <a:gd name="T1" fmla="*/ 0 h 34"/>
              <a:gd name="T2" fmla="*/ 0 w 67"/>
              <a:gd name="T3" fmla="*/ 34 h 34"/>
              <a:gd name="T4" fmla="*/ 4 w 67"/>
              <a:gd name="T5" fmla="*/ 34 h 34"/>
              <a:gd name="T6" fmla="*/ 34 w 67"/>
              <a:gd name="T7" fmla="*/ 4 h 34"/>
              <a:gd name="T8" fmla="*/ 63 w 67"/>
              <a:gd name="T9" fmla="*/ 34 h 34"/>
              <a:gd name="T10" fmla="*/ 67 w 67"/>
              <a:gd name="T11" fmla="*/ 34 h 34"/>
              <a:gd name="T12" fmla="*/ 34 w 67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7" h="34">
                <a:moveTo>
                  <a:pt x="34" y="0"/>
                </a:moveTo>
                <a:cubicBezTo>
                  <a:pt x="15" y="0"/>
                  <a:pt x="0" y="16"/>
                  <a:pt x="0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4" y="18"/>
                  <a:pt x="17" y="4"/>
                  <a:pt x="34" y="4"/>
                </a:cubicBezTo>
                <a:cubicBezTo>
                  <a:pt x="50" y="4"/>
                  <a:pt x="63" y="18"/>
                  <a:pt x="63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16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7" name="Freeform 135"/>
          <p:cNvSpPr>
            <a:spLocks/>
          </p:cNvSpPr>
          <p:nvPr/>
        </p:nvSpPr>
        <p:spPr bwMode="auto">
          <a:xfrm>
            <a:off x="6732588" y="1774826"/>
            <a:ext cx="174625" cy="88900"/>
          </a:xfrm>
          <a:custGeom>
            <a:avLst/>
            <a:gdLst>
              <a:gd name="T0" fmla="*/ 21 w 41"/>
              <a:gd name="T1" fmla="*/ 0 h 21"/>
              <a:gd name="T2" fmla="*/ 0 w 41"/>
              <a:gd name="T3" fmla="*/ 21 h 21"/>
              <a:gd name="T4" fmla="*/ 2 w 41"/>
              <a:gd name="T5" fmla="*/ 21 h 21"/>
              <a:gd name="T6" fmla="*/ 21 w 41"/>
              <a:gd name="T7" fmla="*/ 3 h 21"/>
              <a:gd name="T8" fmla="*/ 39 w 41"/>
              <a:gd name="T9" fmla="*/ 21 h 21"/>
              <a:gd name="T10" fmla="*/ 41 w 41"/>
              <a:gd name="T11" fmla="*/ 21 h 21"/>
              <a:gd name="T12" fmla="*/ 21 w 41"/>
              <a:gd name="T13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21">
                <a:moveTo>
                  <a:pt x="21" y="0"/>
                </a:moveTo>
                <a:cubicBezTo>
                  <a:pt x="9" y="0"/>
                  <a:pt x="0" y="10"/>
                  <a:pt x="0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11"/>
                  <a:pt x="10" y="3"/>
                  <a:pt x="21" y="3"/>
                </a:cubicBezTo>
                <a:cubicBezTo>
                  <a:pt x="31" y="3"/>
                  <a:pt x="39" y="11"/>
                  <a:pt x="39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0"/>
                  <a:pt x="32" y="0"/>
                  <a:pt x="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8" name="Freeform 136"/>
          <p:cNvSpPr>
            <a:spLocks/>
          </p:cNvSpPr>
          <p:nvPr/>
        </p:nvSpPr>
        <p:spPr bwMode="auto">
          <a:xfrm>
            <a:off x="7267575" y="1838326"/>
            <a:ext cx="271463" cy="276225"/>
          </a:xfrm>
          <a:custGeom>
            <a:avLst/>
            <a:gdLst>
              <a:gd name="T0" fmla="*/ 83 w 171"/>
              <a:gd name="T1" fmla="*/ 21 h 174"/>
              <a:gd name="T2" fmla="*/ 40 w 171"/>
              <a:gd name="T3" fmla="*/ 64 h 174"/>
              <a:gd name="T4" fmla="*/ 58 w 171"/>
              <a:gd name="T5" fmla="*/ 83 h 174"/>
              <a:gd name="T6" fmla="*/ 0 w 171"/>
              <a:gd name="T7" fmla="*/ 144 h 174"/>
              <a:gd name="T8" fmla="*/ 29 w 171"/>
              <a:gd name="T9" fmla="*/ 174 h 174"/>
              <a:gd name="T10" fmla="*/ 91 w 171"/>
              <a:gd name="T11" fmla="*/ 112 h 174"/>
              <a:gd name="T12" fmla="*/ 109 w 171"/>
              <a:gd name="T13" fmla="*/ 134 h 174"/>
              <a:gd name="T14" fmla="*/ 152 w 171"/>
              <a:gd name="T15" fmla="*/ 91 h 174"/>
              <a:gd name="T16" fmla="*/ 141 w 171"/>
              <a:gd name="T17" fmla="*/ 80 h 174"/>
              <a:gd name="T18" fmla="*/ 171 w 171"/>
              <a:gd name="T19" fmla="*/ 48 h 174"/>
              <a:gd name="T20" fmla="*/ 160 w 171"/>
              <a:gd name="T21" fmla="*/ 37 h 174"/>
              <a:gd name="T22" fmla="*/ 128 w 171"/>
              <a:gd name="T23" fmla="*/ 67 h 174"/>
              <a:gd name="T24" fmla="*/ 104 w 171"/>
              <a:gd name="T25" fmla="*/ 43 h 174"/>
              <a:gd name="T26" fmla="*/ 136 w 171"/>
              <a:gd name="T27" fmla="*/ 13 h 174"/>
              <a:gd name="T28" fmla="*/ 123 w 171"/>
              <a:gd name="T29" fmla="*/ 0 h 174"/>
              <a:gd name="T30" fmla="*/ 93 w 171"/>
              <a:gd name="T31" fmla="*/ 32 h 174"/>
              <a:gd name="T32" fmla="*/ 83 w 171"/>
              <a:gd name="T33" fmla="*/ 21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1" h="174">
                <a:moveTo>
                  <a:pt x="83" y="21"/>
                </a:moveTo>
                <a:lnTo>
                  <a:pt x="40" y="64"/>
                </a:lnTo>
                <a:lnTo>
                  <a:pt x="58" y="83"/>
                </a:lnTo>
                <a:lnTo>
                  <a:pt x="0" y="144"/>
                </a:lnTo>
                <a:lnTo>
                  <a:pt x="29" y="174"/>
                </a:lnTo>
                <a:lnTo>
                  <a:pt x="91" y="112"/>
                </a:lnTo>
                <a:lnTo>
                  <a:pt x="109" y="134"/>
                </a:lnTo>
                <a:lnTo>
                  <a:pt x="152" y="91"/>
                </a:lnTo>
                <a:lnTo>
                  <a:pt x="141" y="80"/>
                </a:lnTo>
                <a:lnTo>
                  <a:pt x="171" y="48"/>
                </a:lnTo>
                <a:lnTo>
                  <a:pt x="160" y="37"/>
                </a:lnTo>
                <a:lnTo>
                  <a:pt x="128" y="67"/>
                </a:lnTo>
                <a:lnTo>
                  <a:pt x="104" y="43"/>
                </a:lnTo>
                <a:lnTo>
                  <a:pt x="136" y="13"/>
                </a:lnTo>
                <a:lnTo>
                  <a:pt x="123" y="0"/>
                </a:lnTo>
                <a:lnTo>
                  <a:pt x="93" y="32"/>
                </a:lnTo>
                <a:lnTo>
                  <a:pt x="83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9" name="Freeform 137"/>
          <p:cNvSpPr>
            <a:spLocks/>
          </p:cNvSpPr>
          <p:nvPr/>
        </p:nvSpPr>
        <p:spPr bwMode="auto">
          <a:xfrm>
            <a:off x="7453313" y="1681164"/>
            <a:ext cx="242888" cy="241300"/>
          </a:xfrm>
          <a:custGeom>
            <a:avLst/>
            <a:gdLst>
              <a:gd name="T0" fmla="*/ 64 w 153"/>
              <a:gd name="T1" fmla="*/ 61 h 152"/>
              <a:gd name="T2" fmla="*/ 43 w 153"/>
              <a:gd name="T3" fmla="*/ 40 h 152"/>
              <a:gd name="T4" fmla="*/ 0 w 153"/>
              <a:gd name="T5" fmla="*/ 83 h 152"/>
              <a:gd name="T6" fmla="*/ 70 w 153"/>
              <a:gd name="T7" fmla="*/ 152 h 152"/>
              <a:gd name="T8" fmla="*/ 112 w 153"/>
              <a:gd name="T9" fmla="*/ 110 h 152"/>
              <a:gd name="T10" fmla="*/ 94 w 153"/>
              <a:gd name="T11" fmla="*/ 91 h 152"/>
              <a:gd name="T12" fmla="*/ 153 w 153"/>
              <a:gd name="T13" fmla="*/ 32 h 152"/>
              <a:gd name="T14" fmla="*/ 123 w 153"/>
              <a:gd name="T15" fmla="*/ 0 h 152"/>
              <a:gd name="T16" fmla="*/ 64 w 153"/>
              <a:gd name="T17" fmla="*/ 6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3" h="152">
                <a:moveTo>
                  <a:pt x="64" y="61"/>
                </a:moveTo>
                <a:lnTo>
                  <a:pt x="43" y="40"/>
                </a:lnTo>
                <a:lnTo>
                  <a:pt x="0" y="83"/>
                </a:lnTo>
                <a:lnTo>
                  <a:pt x="70" y="152"/>
                </a:lnTo>
                <a:lnTo>
                  <a:pt x="112" y="110"/>
                </a:lnTo>
                <a:lnTo>
                  <a:pt x="94" y="91"/>
                </a:lnTo>
                <a:lnTo>
                  <a:pt x="153" y="32"/>
                </a:lnTo>
                <a:lnTo>
                  <a:pt x="123" y="0"/>
                </a:lnTo>
                <a:lnTo>
                  <a:pt x="64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0" name="Freeform 138"/>
          <p:cNvSpPr>
            <a:spLocks/>
          </p:cNvSpPr>
          <p:nvPr/>
        </p:nvSpPr>
        <p:spPr bwMode="auto">
          <a:xfrm>
            <a:off x="561975" y="2530476"/>
            <a:ext cx="217488" cy="276225"/>
          </a:xfrm>
          <a:custGeom>
            <a:avLst/>
            <a:gdLst>
              <a:gd name="T0" fmla="*/ 44 w 51"/>
              <a:gd name="T1" fmla="*/ 21 h 65"/>
              <a:gd name="T2" fmla="*/ 39 w 51"/>
              <a:gd name="T3" fmla="*/ 16 h 65"/>
              <a:gd name="T4" fmla="*/ 51 w 51"/>
              <a:gd name="T5" fmla="*/ 4 h 65"/>
              <a:gd name="T6" fmla="*/ 46 w 51"/>
              <a:gd name="T7" fmla="*/ 0 h 65"/>
              <a:gd name="T8" fmla="*/ 35 w 51"/>
              <a:gd name="T9" fmla="*/ 11 h 65"/>
              <a:gd name="T10" fmla="*/ 31 w 51"/>
              <a:gd name="T11" fmla="*/ 8 h 65"/>
              <a:gd name="T12" fmla="*/ 15 w 51"/>
              <a:gd name="T13" fmla="*/ 24 h 65"/>
              <a:gd name="T14" fmla="*/ 23 w 51"/>
              <a:gd name="T15" fmla="*/ 31 h 65"/>
              <a:gd name="T16" fmla="*/ 0 w 51"/>
              <a:gd name="T17" fmla="*/ 54 h 65"/>
              <a:gd name="T18" fmla="*/ 11 w 51"/>
              <a:gd name="T19" fmla="*/ 65 h 65"/>
              <a:gd name="T20" fmla="*/ 34 w 51"/>
              <a:gd name="T21" fmla="*/ 42 h 65"/>
              <a:gd name="T22" fmla="*/ 41 w 51"/>
              <a:gd name="T23" fmla="*/ 50 h 65"/>
              <a:gd name="T24" fmla="*/ 47 w 51"/>
              <a:gd name="T25" fmla="*/ 44 h 65"/>
              <a:gd name="T26" fmla="*/ 44 w 51"/>
              <a:gd name="T27" fmla="*/ 2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1" h="65">
                <a:moveTo>
                  <a:pt x="44" y="21"/>
                </a:moveTo>
                <a:cubicBezTo>
                  <a:pt x="39" y="16"/>
                  <a:pt x="39" y="16"/>
                  <a:pt x="39" y="16"/>
                </a:cubicBezTo>
                <a:cubicBezTo>
                  <a:pt x="51" y="4"/>
                  <a:pt x="51" y="4"/>
                  <a:pt x="51" y="4"/>
                </a:cubicBezTo>
                <a:cubicBezTo>
                  <a:pt x="46" y="0"/>
                  <a:pt x="46" y="0"/>
                  <a:pt x="46" y="0"/>
                </a:cubicBezTo>
                <a:cubicBezTo>
                  <a:pt x="35" y="11"/>
                  <a:pt x="35" y="11"/>
                  <a:pt x="35" y="11"/>
                </a:cubicBezTo>
                <a:cubicBezTo>
                  <a:pt x="31" y="8"/>
                  <a:pt x="31" y="8"/>
                  <a:pt x="31" y="8"/>
                </a:cubicBezTo>
                <a:cubicBezTo>
                  <a:pt x="15" y="24"/>
                  <a:pt x="15" y="24"/>
                  <a:pt x="15" y="24"/>
                </a:cubicBezTo>
                <a:cubicBezTo>
                  <a:pt x="23" y="31"/>
                  <a:pt x="23" y="31"/>
                  <a:pt x="23" y="31"/>
                </a:cubicBezTo>
                <a:cubicBezTo>
                  <a:pt x="0" y="54"/>
                  <a:pt x="0" y="54"/>
                  <a:pt x="0" y="54"/>
                </a:cubicBezTo>
                <a:cubicBezTo>
                  <a:pt x="11" y="65"/>
                  <a:pt x="11" y="65"/>
                  <a:pt x="11" y="65"/>
                </a:cubicBezTo>
                <a:cubicBezTo>
                  <a:pt x="34" y="42"/>
                  <a:pt x="34" y="42"/>
                  <a:pt x="34" y="42"/>
                </a:cubicBezTo>
                <a:cubicBezTo>
                  <a:pt x="41" y="50"/>
                  <a:pt x="41" y="50"/>
                  <a:pt x="41" y="50"/>
                </a:cubicBezTo>
                <a:cubicBezTo>
                  <a:pt x="47" y="44"/>
                  <a:pt x="47" y="44"/>
                  <a:pt x="47" y="44"/>
                </a:cubicBezTo>
                <a:cubicBezTo>
                  <a:pt x="43" y="37"/>
                  <a:pt x="42" y="28"/>
                  <a:pt x="44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1" name="Freeform 139"/>
          <p:cNvSpPr>
            <a:spLocks/>
          </p:cNvSpPr>
          <p:nvPr/>
        </p:nvSpPr>
        <p:spPr bwMode="auto">
          <a:xfrm>
            <a:off x="754063" y="2373314"/>
            <a:ext cx="241300" cy="174625"/>
          </a:xfrm>
          <a:custGeom>
            <a:avLst/>
            <a:gdLst>
              <a:gd name="T0" fmla="*/ 31 w 57"/>
              <a:gd name="T1" fmla="*/ 32 h 41"/>
              <a:gd name="T2" fmla="*/ 36 w 57"/>
              <a:gd name="T3" fmla="*/ 32 h 41"/>
              <a:gd name="T4" fmla="*/ 57 w 57"/>
              <a:gd name="T5" fmla="*/ 11 h 41"/>
              <a:gd name="T6" fmla="*/ 45 w 57"/>
              <a:gd name="T7" fmla="*/ 0 h 41"/>
              <a:gd name="T8" fmla="*/ 23 w 57"/>
              <a:gd name="T9" fmla="*/ 23 h 41"/>
              <a:gd name="T10" fmla="*/ 16 w 57"/>
              <a:gd name="T11" fmla="*/ 15 h 41"/>
              <a:gd name="T12" fmla="*/ 0 w 57"/>
              <a:gd name="T13" fmla="*/ 31 h 41"/>
              <a:gd name="T14" fmla="*/ 9 w 57"/>
              <a:gd name="T15" fmla="*/ 41 h 41"/>
              <a:gd name="T16" fmla="*/ 31 w 57"/>
              <a:gd name="T17" fmla="*/ 32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7" h="41">
                <a:moveTo>
                  <a:pt x="31" y="32"/>
                </a:moveTo>
                <a:cubicBezTo>
                  <a:pt x="33" y="32"/>
                  <a:pt x="34" y="32"/>
                  <a:pt x="36" y="32"/>
                </a:cubicBezTo>
                <a:cubicBezTo>
                  <a:pt x="57" y="11"/>
                  <a:pt x="57" y="11"/>
                  <a:pt x="57" y="11"/>
                </a:cubicBezTo>
                <a:cubicBezTo>
                  <a:pt x="45" y="0"/>
                  <a:pt x="45" y="0"/>
                  <a:pt x="45" y="0"/>
                </a:cubicBezTo>
                <a:cubicBezTo>
                  <a:pt x="23" y="23"/>
                  <a:pt x="23" y="23"/>
                  <a:pt x="23" y="23"/>
                </a:cubicBezTo>
                <a:cubicBezTo>
                  <a:pt x="16" y="15"/>
                  <a:pt x="16" y="15"/>
                  <a:pt x="16" y="15"/>
                </a:cubicBezTo>
                <a:cubicBezTo>
                  <a:pt x="0" y="31"/>
                  <a:pt x="0" y="31"/>
                  <a:pt x="0" y="31"/>
                </a:cubicBezTo>
                <a:cubicBezTo>
                  <a:pt x="9" y="41"/>
                  <a:pt x="9" y="41"/>
                  <a:pt x="9" y="41"/>
                </a:cubicBezTo>
                <a:cubicBezTo>
                  <a:pt x="15" y="35"/>
                  <a:pt x="23" y="32"/>
                  <a:pt x="31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2" name="Freeform 140"/>
          <p:cNvSpPr>
            <a:spLocks noEditPoints="1"/>
          </p:cNvSpPr>
          <p:nvPr/>
        </p:nvSpPr>
        <p:spPr bwMode="auto">
          <a:xfrm>
            <a:off x="749300" y="2513014"/>
            <a:ext cx="258763" cy="263525"/>
          </a:xfrm>
          <a:custGeom>
            <a:avLst/>
            <a:gdLst>
              <a:gd name="T0" fmla="*/ 51 w 61"/>
              <a:gd name="T1" fmla="*/ 11 h 62"/>
              <a:gd name="T2" fmla="*/ 11 w 61"/>
              <a:gd name="T3" fmla="*/ 11 h 62"/>
              <a:gd name="T4" fmla="*/ 11 w 61"/>
              <a:gd name="T5" fmla="*/ 51 h 62"/>
              <a:gd name="T6" fmla="*/ 51 w 61"/>
              <a:gd name="T7" fmla="*/ 51 h 62"/>
              <a:gd name="T8" fmla="*/ 51 w 61"/>
              <a:gd name="T9" fmla="*/ 11 h 62"/>
              <a:gd name="T10" fmla="*/ 16 w 61"/>
              <a:gd name="T11" fmla="*/ 46 h 62"/>
              <a:gd name="T12" fmla="*/ 13 w 61"/>
              <a:gd name="T13" fmla="*/ 21 h 62"/>
              <a:gd name="T14" fmla="*/ 41 w 61"/>
              <a:gd name="T15" fmla="*/ 49 h 62"/>
              <a:gd name="T16" fmla="*/ 16 w 61"/>
              <a:gd name="T17" fmla="*/ 46 h 62"/>
              <a:gd name="T18" fmla="*/ 49 w 61"/>
              <a:gd name="T19" fmla="*/ 42 h 62"/>
              <a:gd name="T20" fmla="*/ 20 w 61"/>
              <a:gd name="T21" fmla="*/ 13 h 62"/>
              <a:gd name="T22" fmla="*/ 46 w 61"/>
              <a:gd name="T23" fmla="*/ 16 h 62"/>
              <a:gd name="T24" fmla="*/ 49 w 61"/>
              <a:gd name="T25" fmla="*/ 4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1" h="62"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22" y="62"/>
                  <a:pt x="40" y="62"/>
                  <a:pt x="51" y="51"/>
                </a:cubicBezTo>
                <a:cubicBezTo>
                  <a:pt x="61" y="40"/>
                  <a:pt x="61" y="22"/>
                  <a:pt x="51" y="11"/>
                </a:cubicBezTo>
                <a:close/>
                <a:moveTo>
                  <a:pt x="16" y="46"/>
                </a:moveTo>
                <a:cubicBezTo>
                  <a:pt x="9" y="39"/>
                  <a:pt x="8" y="29"/>
                  <a:pt x="13" y="21"/>
                </a:cubicBezTo>
                <a:cubicBezTo>
                  <a:pt x="41" y="49"/>
                  <a:pt x="41" y="49"/>
                  <a:pt x="41" y="49"/>
                </a:cubicBezTo>
                <a:cubicBezTo>
                  <a:pt x="33" y="54"/>
                  <a:pt x="23" y="53"/>
                  <a:pt x="16" y="46"/>
                </a:cubicBezTo>
                <a:close/>
                <a:moveTo>
                  <a:pt x="49" y="42"/>
                </a:moveTo>
                <a:cubicBezTo>
                  <a:pt x="20" y="13"/>
                  <a:pt x="20" y="13"/>
                  <a:pt x="20" y="13"/>
                </a:cubicBezTo>
                <a:cubicBezTo>
                  <a:pt x="28" y="8"/>
                  <a:pt x="39" y="9"/>
                  <a:pt x="46" y="16"/>
                </a:cubicBezTo>
                <a:cubicBezTo>
                  <a:pt x="53" y="23"/>
                  <a:pt x="54" y="34"/>
                  <a:pt x="49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3" name="Freeform 141"/>
          <p:cNvSpPr>
            <a:spLocks/>
          </p:cNvSpPr>
          <p:nvPr/>
        </p:nvSpPr>
        <p:spPr bwMode="auto">
          <a:xfrm>
            <a:off x="1284288" y="2530476"/>
            <a:ext cx="215900" cy="276225"/>
          </a:xfrm>
          <a:custGeom>
            <a:avLst/>
            <a:gdLst>
              <a:gd name="T0" fmla="*/ 44 w 51"/>
              <a:gd name="T1" fmla="*/ 21 h 65"/>
              <a:gd name="T2" fmla="*/ 40 w 51"/>
              <a:gd name="T3" fmla="*/ 16 h 65"/>
              <a:gd name="T4" fmla="*/ 51 w 51"/>
              <a:gd name="T5" fmla="*/ 5 h 65"/>
              <a:gd name="T6" fmla="*/ 47 w 51"/>
              <a:gd name="T7" fmla="*/ 0 h 65"/>
              <a:gd name="T8" fmla="*/ 35 w 51"/>
              <a:gd name="T9" fmla="*/ 12 h 65"/>
              <a:gd name="T10" fmla="*/ 31 w 51"/>
              <a:gd name="T11" fmla="*/ 8 h 65"/>
              <a:gd name="T12" fmla="*/ 15 w 51"/>
              <a:gd name="T13" fmla="*/ 24 h 65"/>
              <a:gd name="T14" fmla="*/ 23 w 51"/>
              <a:gd name="T15" fmla="*/ 32 h 65"/>
              <a:gd name="T16" fmla="*/ 0 w 51"/>
              <a:gd name="T17" fmla="*/ 54 h 65"/>
              <a:gd name="T18" fmla="*/ 11 w 51"/>
              <a:gd name="T19" fmla="*/ 65 h 65"/>
              <a:gd name="T20" fmla="*/ 34 w 51"/>
              <a:gd name="T21" fmla="*/ 43 h 65"/>
              <a:gd name="T22" fmla="*/ 41 w 51"/>
              <a:gd name="T23" fmla="*/ 50 h 65"/>
              <a:gd name="T24" fmla="*/ 47 w 51"/>
              <a:gd name="T25" fmla="*/ 44 h 65"/>
              <a:gd name="T26" fmla="*/ 44 w 51"/>
              <a:gd name="T27" fmla="*/ 2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1" h="65">
                <a:moveTo>
                  <a:pt x="44" y="21"/>
                </a:moveTo>
                <a:cubicBezTo>
                  <a:pt x="40" y="16"/>
                  <a:pt x="40" y="16"/>
                  <a:pt x="40" y="16"/>
                </a:cubicBezTo>
                <a:cubicBezTo>
                  <a:pt x="51" y="5"/>
                  <a:pt x="51" y="5"/>
                  <a:pt x="51" y="5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12"/>
                  <a:pt x="35" y="12"/>
                  <a:pt x="35" y="12"/>
                </a:cubicBezTo>
                <a:cubicBezTo>
                  <a:pt x="31" y="8"/>
                  <a:pt x="31" y="8"/>
                  <a:pt x="31" y="8"/>
                </a:cubicBezTo>
                <a:cubicBezTo>
                  <a:pt x="15" y="24"/>
                  <a:pt x="15" y="24"/>
                  <a:pt x="15" y="24"/>
                </a:cubicBezTo>
                <a:cubicBezTo>
                  <a:pt x="23" y="32"/>
                  <a:pt x="23" y="32"/>
                  <a:pt x="23" y="32"/>
                </a:cubicBezTo>
                <a:cubicBezTo>
                  <a:pt x="0" y="54"/>
                  <a:pt x="0" y="54"/>
                  <a:pt x="0" y="54"/>
                </a:cubicBezTo>
                <a:cubicBezTo>
                  <a:pt x="11" y="65"/>
                  <a:pt x="11" y="65"/>
                  <a:pt x="11" y="65"/>
                </a:cubicBezTo>
                <a:cubicBezTo>
                  <a:pt x="34" y="43"/>
                  <a:pt x="34" y="43"/>
                  <a:pt x="34" y="43"/>
                </a:cubicBezTo>
                <a:cubicBezTo>
                  <a:pt x="41" y="50"/>
                  <a:pt x="41" y="50"/>
                  <a:pt x="41" y="50"/>
                </a:cubicBezTo>
                <a:cubicBezTo>
                  <a:pt x="47" y="44"/>
                  <a:pt x="47" y="44"/>
                  <a:pt x="47" y="44"/>
                </a:cubicBezTo>
                <a:cubicBezTo>
                  <a:pt x="44" y="37"/>
                  <a:pt x="43" y="29"/>
                  <a:pt x="44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4" name="Freeform 142"/>
          <p:cNvSpPr>
            <a:spLocks/>
          </p:cNvSpPr>
          <p:nvPr/>
        </p:nvSpPr>
        <p:spPr bwMode="auto">
          <a:xfrm>
            <a:off x="1474788" y="2378076"/>
            <a:ext cx="241300" cy="169863"/>
          </a:xfrm>
          <a:custGeom>
            <a:avLst/>
            <a:gdLst>
              <a:gd name="T0" fmla="*/ 32 w 57"/>
              <a:gd name="T1" fmla="*/ 31 h 40"/>
              <a:gd name="T2" fmla="*/ 36 w 57"/>
              <a:gd name="T3" fmla="*/ 32 h 40"/>
              <a:gd name="T4" fmla="*/ 57 w 57"/>
              <a:gd name="T5" fmla="*/ 11 h 40"/>
              <a:gd name="T6" fmla="*/ 46 w 57"/>
              <a:gd name="T7" fmla="*/ 0 h 40"/>
              <a:gd name="T8" fmla="*/ 23 w 57"/>
              <a:gd name="T9" fmla="*/ 22 h 40"/>
              <a:gd name="T10" fmla="*/ 16 w 57"/>
              <a:gd name="T11" fmla="*/ 15 h 40"/>
              <a:gd name="T12" fmla="*/ 0 w 57"/>
              <a:gd name="T13" fmla="*/ 31 h 40"/>
              <a:gd name="T14" fmla="*/ 9 w 57"/>
              <a:gd name="T15" fmla="*/ 40 h 40"/>
              <a:gd name="T16" fmla="*/ 32 w 57"/>
              <a:gd name="T17" fmla="*/ 31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7" h="40">
                <a:moveTo>
                  <a:pt x="32" y="31"/>
                </a:moveTo>
                <a:cubicBezTo>
                  <a:pt x="33" y="31"/>
                  <a:pt x="35" y="31"/>
                  <a:pt x="36" y="32"/>
                </a:cubicBezTo>
                <a:cubicBezTo>
                  <a:pt x="57" y="11"/>
                  <a:pt x="57" y="11"/>
                  <a:pt x="57" y="11"/>
                </a:cubicBezTo>
                <a:cubicBezTo>
                  <a:pt x="46" y="0"/>
                  <a:pt x="46" y="0"/>
                  <a:pt x="46" y="0"/>
                </a:cubicBezTo>
                <a:cubicBezTo>
                  <a:pt x="23" y="22"/>
                  <a:pt x="23" y="22"/>
                  <a:pt x="23" y="22"/>
                </a:cubicBezTo>
                <a:cubicBezTo>
                  <a:pt x="16" y="15"/>
                  <a:pt x="16" y="15"/>
                  <a:pt x="16" y="15"/>
                </a:cubicBezTo>
                <a:cubicBezTo>
                  <a:pt x="0" y="31"/>
                  <a:pt x="0" y="31"/>
                  <a:pt x="0" y="31"/>
                </a:cubicBezTo>
                <a:cubicBezTo>
                  <a:pt x="9" y="40"/>
                  <a:pt x="9" y="40"/>
                  <a:pt x="9" y="40"/>
                </a:cubicBezTo>
                <a:cubicBezTo>
                  <a:pt x="15" y="34"/>
                  <a:pt x="23" y="31"/>
                  <a:pt x="32" y="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5" name="Freeform 143"/>
          <p:cNvSpPr>
            <a:spLocks noEditPoints="1"/>
          </p:cNvSpPr>
          <p:nvPr/>
        </p:nvSpPr>
        <p:spPr bwMode="auto">
          <a:xfrm>
            <a:off x="1487488" y="2522539"/>
            <a:ext cx="246063" cy="246063"/>
          </a:xfrm>
          <a:custGeom>
            <a:avLst/>
            <a:gdLst>
              <a:gd name="T0" fmla="*/ 29 w 58"/>
              <a:gd name="T1" fmla="*/ 0 h 58"/>
              <a:gd name="T2" fmla="*/ 0 w 58"/>
              <a:gd name="T3" fmla="*/ 29 h 58"/>
              <a:gd name="T4" fmla="*/ 29 w 58"/>
              <a:gd name="T5" fmla="*/ 58 h 58"/>
              <a:gd name="T6" fmla="*/ 58 w 58"/>
              <a:gd name="T7" fmla="*/ 29 h 58"/>
              <a:gd name="T8" fmla="*/ 29 w 58"/>
              <a:gd name="T9" fmla="*/ 0 h 58"/>
              <a:gd name="T10" fmla="*/ 29 w 58"/>
              <a:gd name="T11" fmla="*/ 52 h 58"/>
              <a:gd name="T12" fmla="*/ 7 w 58"/>
              <a:gd name="T13" fmla="*/ 29 h 58"/>
              <a:gd name="T14" fmla="*/ 29 w 58"/>
              <a:gd name="T15" fmla="*/ 7 h 58"/>
              <a:gd name="T16" fmla="*/ 51 w 58"/>
              <a:gd name="T17" fmla="*/ 29 h 58"/>
              <a:gd name="T18" fmla="*/ 29 w 58"/>
              <a:gd name="T19" fmla="*/ 5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8" h="58">
                <a:moveTo>
                  <a:pt x="29" y="0"/>
                </a:moveTo>
                <a:cubicBezTo>
                  <a:pt x="13" y="0"/>
                  <a:pt x="0" y="13"/>
                  <a:pt x="0" y="29"/>
                </a:cubicBezTo>
                <a:cubicBezTo>
                  <a:pt x="0" y="45"/>
                  <a:pt x="13" y="58"/>
                  <a:pt x="29" y="58"/>
                </a:cubicBezTo>
                <a:cubicBezTo>
                  <a:pt x="45" y="58"/>
                  <a:pt x="58" y="45"/>
                  <a:pt x="58" y="29"/>
                </a:cubicBezTo>
                <a:cubicBezTo>
                  <a:pt x="58" y="13"/>
                  <a:pt x="45" y="0"/>
                  <a:pt x="29" y="0"/>
                </a:cubicBezTo>
                <a:close/>
                <a:moveTo>
                  <a:pt x="29" y="52"/>
                </a:moveTo>
                <a:cubicBezTo>
                  <a:pt x="17" y="52"/>
                  <a:pt x="7" y="42"/>
                  <a:pt x="7" y="29"/>
                </a:cubicBezTo>
                <a:cubicBezTo>
                  <a:pt x="7" y="17"/>
                  <a:pt x="17" y="7"/>
                  <a:pt x="29" y="7"/>
                </a:cubicBezTo>
                <a:cubicBezTo>
                  <a:pt x="41" y="7"/>
                  <a:pt x="51" y="17"/>
                  <a:pt x="51" y="29"/>
                </a:cubicBezTo>
                <a:cubicBezTo>
                  <a:pt x="51" y="42"/>
                  <a:pt x="41" y="52"/>
                  <a:pt x="29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6" name="Freeform 144"/>
          <p:cNvSpPr>
            <a:spLocks/>
          </p:cNvSpPr>
          <p:nvPr/>
        </p:nvSpPr>
        <p:spPr bwMode="auto">
          <a:xfrm>
            <a:off x="1546225" y="2590801"/>
            <a:ext cx="123825" cy="114300"/>
          </a:xfrm>
          <a:custGeom>
            <a:avLst/>
            <a:gdLst>
              <a:gd name="T0" fmla="*/ 54 w 78"/>
              <a:gd name="T1" fmla="*/ 0 h 72"/>
              <a:gd name="T2" fmla="*/ 40 w 78"/>
              <a:gd name="T3" fmla="*/ 18 h 72"/>
              <a:gd name="T4" fmla="*/ 27 w 78"/>
              <a:gd name="T5" fmla="*/ 0 h 72"/>
              <a:gd name="T6" fmla="*/ 0 w 78"/>
              <a:gd name="T7" fmla="*/ 0 h 72"/>
              <a:gd name="T8" fmla="*/ 27 w 78"/>
              <a:gd name="T9" fmla="*/ 34 h 72"/>
              <a:gd name="T10" fmla="*/ 0 w 78"/>
              <a:gd name="T11" fmla="*/ 72 h 72"/>
              <a:gd name="T12" fmla="*/ 27 w 78"/>
              <a:gd name="T13" fmla="*/ 72 h 72"/>
              <a:gd name="T14" fmla="*/ 40 w 78"/>
              <a:gd name="T15" fmla="*/ 53 h 72"/>
              <a:gd name="T16" fmla="*/ 54 w 78"/>
              <a:gd name="T17" fmla="*/ 72 h 72"/>
              <a:gd name="T18" fmla="*/ 78 w 78"/>
              <a:gd name="T19" fmla="*/ 72 h 72"/>
              <a:gd name="T20" fmla="*/ 54 w 78"/>
              <a:gd name="T21" fmla="*/ 34 h 72"/>
              <a:gd name="T22" fmla="*/ 78 w 78"/>
              <a:gd name="T23" fmla="*/ 0 h 72"/>
              <a:gd name="T24" fmla="*/ 54 w 78"/>
              <a:gd name="T2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8" h="72">
                <a:moveTo>
                  <a:pt x="54" y="0"/>
                </a:moveTo>
                <a:lnTo>
                  <a:pt x="40" y="18"/>
                </a:lnTo>
                <a:lnTo>
                  <a:pt x="27" y="0"/>
                </a:lnTo>
                <a:lnTo>
                  <a:pt x="0" y="0"/>
                </a:lnTo>
                <a:lnTo>
                  <a:pt x="27" y="34"/>
                </a:lnTo>
                <a:lnTo>
                  <a:pt x="0" y="72"/>
                </a:lnTo>
                <a:lnTo>
                  <a:pt x="27" y="72"/>
                </a:lnTo>
                <a:lnTo>
                  <a:pt x="40" y="53"/>
                </a:lnTo>
                <a:lnTo>
                  <a:pt x="54" y="72"/>
                </a:lnTo>
                <a:lnTo>
                  <a:pt x="78" y="72"/>
                </a:lnTo>
                <a:lnTo>
                  <a:pt x="54" y="34"/>
                </a:lnTo>
                <a:lnTo>
                  <a:pt x="78" y="0"/>
                </a:lnTo>
                <a:lnTo>
                  <a:pt x="5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7" name="Freeform 145"/>
          <p:cNvSpPr>
            <a:spLocks/>
          </p:cNvSpPr>
          <p:nvPr/>
        </p:nvSpPr>
        <p:spPr bwMode="auto">
          <a:xfrm>
            <a:off x="2132013" y="2416176"/>
            <a:ext cx="241300" cy="241300"/>
          </a:xfrm>
          <a:custGeom>
            <a:avLst/>
            <a:gdLst>
              <a:gd name="T0" fmla="*/ 57 w 57"/>
              <a:gd name="T1" fmla="*/ 0 h 57"/>
              <a:gd name="T2" fmla="*/ 0 w 57"/>
              <a:gd name="T3" fmla="*/ 0 h 57"/>
              <a:gd name="T4" fmla="*/ 0 w 57"/>
              <a:gd name="T5" fmla="*/ 57 h 57"/>
              <a:gd name="T6" fmla="*/ 23 w 57"/>
              <a:gd name="T7" fmla="*/ 57 h 57"/>
              <a:gd name="T8" fmla="*/ 23 w 57"/>
              <a:gd name="T9" fmla="*/ 55 h 57"/>
              <a:gd name="T10" fmla="*/ 53 w 57"/>
              <a:gd name="T11" fmla="*/ 25 h 57"/>
              <a:gd name="T12" fmla="*/ 57 w 57"/>
              <a:gd name="T13" fmla="*/ 25 h 57"/>
              <a:gd name="T14" fmla="*/ 57 w 57"/>
              <a:gd name="T1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7">
                <a:moveTo>
                  <a:pt x="5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23" y="57"/>
                  <a:pt x="23" y="57"/>
                  <a:pt x="23" y="57"/>
                </a:cubicBezTo>
                <a:cubicBezTo>
                  <a:pt x="23" y="57"/>
                  <a:pt x="23" y="56"/>
                  <a:pt x="23" y="55"/>
                </a:cubicBezTo>
                <a:cubicBezTo>
                  <a:pt x="23" y="39"/>
                  <a:pt x="36" y="25"/>
                  <a:pt x="53" y="25"/>
                </a:cubicBezTo>
                <a:cubicBezTo>
                  <a:pt x="54" y="25"/>
                  <a:pt x="56" y="25"/>
                  <a:pt x="57" y="25"/>
                </a:cubicBezTo>
                <a:cubicBezTo>
                  <a:pt x="57" y="0"/>
                  <a:pt x="57" y="0"/>
                  <a:pt x="5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8" name="Oval 146"/>
          <p:cNvSpPr>
            <a:spLocks noChangeArrowheads="1"/>
          </p:cNvSpPr>
          <p:nvPr/>
        </p:nvSpPr>
        <p:spPr bwMode="auto">
          <a:xfrm>
            <a:off x="2241550" y="2535239"/>
            <a:ext cx="233363" cy="2286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9" name="Freeform 147"/>
          <p:cNvSpPr>
            <a:spLocks/>
          </p:cNvSpPr>
          <p:nvPr/>
        </p:nvSpPr>
        <p:spPr bwMode="auto">
          <a:xfrm>
            <a:off x="2784475" y="2428876"/>
            <a:ext cx="509588" cy="382588"/>
          </a:xfrm>
          <a:custGeom>
            <a:avLst/>
            <a:gdLst>
              <a:gd name="T0" fmla="*/ 71 w 120"/>
              <a:gd name="T1" fmla="*/ 15 h 90"/>
              <a:gd name="T2" fmla="*/ 63 w 120"/>
              <a:gd name="T3" fmla="*/ 0 h 90"/>
              <a:gd name="T4" fmla="*/ 37 w 120"/>
              <a:gd name="T5" fmla="*/ 15 h 90"/>
              <a:gd name="T6" fmla="*/ 37 w 120"/>
              <a:gd name="T7" fmla="*/ 15 h 90"/>
              <a:gd name="T8" fmla="*/ 4 w 120"/>
              <a:gd name="T9" fmla="*/ 21 h 90"/>
              <a:gd name="T10" fmla="*/ 9 w 120"/>
              <a:gd name="T11" fmla="*/ 31 h 90"/>
              <a:gd name="T12" fmla="*/ 11 w 120"/>
              <a:gd name="T13" fmla="*/ 30 h 90"/>
              <a:gd name="T14" fmla="*/ 7 w 120"/>
              <a:gd name="T15" fmla="*/ 22 h 90"/>
              <a:gd name="T16" fmla="*/ 34 w 120"/>
              <a:gd name="T17" fmla="*/ 17 h 90"/>
              <a:gd name="T18" fmla="*/ 11 w 120"/>
              <a:gd name="T19" fmla="*/ 30 h 90"/>
              <a:gd name="T20" fmla="*/ 31 w 120"/>
              <a:gd name="T21" fmla="*/ 40 h 90"/>
              <a:gd name="T22" fmla="*/ 60 w 120"/>
              <a:gd name="T23" fmla="*/ 36 h 90"/>
              <a:gd name="T24" fmla="*/ 58 w 120"/>
              <a:gd name="T25" fmla="*/ 33 h 90"/>
              <a:gd name="T26" fmla="*/ 63 w 120"/>
              <a:gd name="T27" fmla="*/ 33 h 90"/>
              <a:gd name="T28" fmla="*/ 63 w 120"/>
              <a:gd name="T29" fmla="*/ 37 h 90"/>
              <a:gd name="T30" fmla="*/ 30 w 120"/>
              <a:gd name="T31" fmla="*/ 42 h 90"/>
              <a:gd name="T32" fmla="*/ 9 w 120"/>
              <a:gd name="T33" fmla="*/ 31 h 90"/>
              <a:gd name="T34" fmla="*/ 0 w 120"/>
              <a:gd name="T35" fmla="*/ 36 h 90"/>
              <a:gd name="T36" fmla="*/ 27 w 120"/>
              <a:gd name="T37" fmla="*/ 84 h 90"/>
              <a:gd name="T38" fmla="*/ 89 w 120"/>
              <a:gd name="T39" fmla="*/ 48 h 90"/>
              <a:gd name="T40" fmla="*/ 87 w 120"/>
              <a:gd name="T41" fmla="*/ 42 h 90"/>
              <a:gd name="T42" fmla="*/ 90 w 120"/>
              <a:gd name="T43" fmla="*/ 47 h 90"/>
              <a:gd name="T44" fmla="*/ 89 w 120"/>
              <a:gd name="T45" fmla="*/ 48 h 90"/>
              <a:gd name="T46" fmla="*/ 94 w 120"/>
              <a:gd name="T47" fmla="*/ 73 h 90"/>
              <a:gd name="T48" fmla="*/ 105 w 120"/>
              <a:gd name="T49" fmla="*/ 74 h 90"/>
              <a:gd name="T50" fmla="*/ 71 w 120"/>
              <a:gd name="T51" fmla="*/ 1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90">
                <a:moveTo>
                  <a:pt x="71" y="15"/>
                </a:moveTo>
                <a:cubicBezTo>
                  <a:pt x="63" y="0"/>
                  <a:pt x="63" y="0"/>
                  <a:pt x="63" y="0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21" y="11"/>
                  <a:pt x="6" y="13"/>
                  <a:pt x="4" y="21"/>
                </a:cubicBezTo>
                <a:cubicBezTo>
                  <a:pt x="3" y="24"/>
                  <a:pt x="5" y="28"/>
                  <a:pt x="9" y="31"/>
                </a:cubicBezTo>
                <a:cubicBezTo>
                  <a:pt x="11" y="30"/>
                  <a:pt x="11" y="30"/>
                  <a:pt x="11" y="30"/>
                </a:cubicBezTo>
                <a:cubicBezTo>
                  <a:pt x="8" y="27"/>
                  <a:pt x="7" y="24"/>
                  <a:pt x="7" y="22"/>
                </a:cubicBezTo>
                <a:cubicBezTo>
                  <a:pt x="9" y="16"/>
                  <a:pt x="21" y="14"/>
                  <a:pt x="34" y="17"/>
                </a:cubicBezTo>
                <a:cubicBezTo>
                  <a:pt x="11" y="30"/>
                  <a:pt x="11" y="30"/>
                  <a:pt x="11" y="30"/>
                </a:cubicBezTo>
                <a:cubicBezTo>
                  <a:pt x="15" y="34"/>
                  <a:pt x="22" y="38"/>
                  <a:pt x="31" y="40"/>
                </a:cubicBezTo>
                <a:cubicBezTo>
                  <a:pt x="45" y="44"/>
                  <a:pt x="58" y="42"/>
                  <a:pt x="60" y="36"/>
                </a:cubicBezTo>
                <a:cubicBezTo>
                  <a:pt x="59" y="36"/>
                  <a:pt x="57" y="35"/>
                  <a:pt x="58" y="33"/>
                </a:cubicBezTo>
                <a:cubicBezTo>
                  <a:pt x="58" y="33"/>
                  <a:pt x="61" y="31"/>
                  <a:pt x="63" y="33"/>
                </a:cubicBezTo>
                <a:cubicBezTo>
                  <a:pt x="64" y="35"/>
                  <a:pt x="63" y="36"/>
                  <a:pt x="63" y="37"/>
                </a:cubicBezTo>
                <a:cubicBezTo>
                  <a:pt x="61" y="44"/>
                  <a:pt x="46" y="47"/>
                  <a:pt x="30" y="42"/>
                </a:cubicBezTo>
                <a:cubicBezTo>
                  <a:pt x="21" y="40"/>
                  <a:pt x="13" y="36"/>
                  <a:pt x="9" y="31"/>
                </a:cubicBezTo>
                <a:cubicBezTo>
                  <a:pt x="0" y="36"/>
                  <a:pt x="0" y="36"/>
                  <a:pt x="0" y="36"/>
                </a:cubicBezTo>
                <a:cubicBezTo>
                  <a:pt x="27" y="84"/>
                  <a:pt x="27" y="84"/>
                  <a:pt x="27" y="84"/>
                </a:cubicBezTo>
                <a:cubicBezTo>
                  <a:pt x="89" y="48"/>
                  <a:pt x="89" y="48"/>
                  <a:pt x="89" y="48"/>
                </a:cubicBezTo>
                <a:cubicBezTo>
                  <a:pt x="88" y="44"/>
                  <a:pt x="87" y="42"/>
                  <a:pt x="87" y="42"/>
                </a:cubicBezTo>
                <a:cubicBezTo>
                  <a:pt x="90" y="47"/>
                  <a:pt x="90" y="47"/>
                  <a:pt x="90" y="47"/>
                </a:cubicBezTo>
                <a:cubicBezTo>
                  <a:pt x="89" y="48"/>
                  <a:pt x="89" y="48"/>
                  <a:pt x="89" y="48"/>
                </a:cubicBezTo>
                <a:cubicBezTo>
                  <a:pt x="91" y="54"/>
                  <a:pt x="93" y="63"/>
                  <a:pt x="94" y="73"/>
                </a:cubicBezTo>
                <a:cubicBezTo>
                  <a:pt x="94" y="73"/>
                  <a:pt x="98" y="90"/>
                  <a:pt x="105" y="74"/>
                </a:cubicBezTo>
                <a:cubicBezTo>
                  <a:pt x="105" y="74"/>
                  <a:pt x="120" y="20"/>
                  <a:pt x="71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0" name="Freeform 148"/>
          <p:cNvSpPr>
            <a:spLocks noEditPoints="1"/>
          </p:cNvSpPr>
          <p:nvPr/>
        </p:nvSpPr>
        <p:spPr bwMode="auto">
          <a:xfrm>
            <a:off x="3535363" y="2428876"/>
            <a:ext cx="373063" cy="314325"/>
          </a:xfrm>
          <a:custGeom>
            <a:avLst/>
            <a:gdLst>
              <a:gd name="T0" fmla="*/ 81 w 88"/>
              <a:gd name="T1" fmla="*/ 16 h 74"/>
              <a:gd name="T2" fmla="*/ 81 w 88"/>
              <a:gd name="T3" fmla="*/ 61 h 74"/>
              <a:gd name="T4" fmla="*/ 13 w 88"/>
              <a:gd name="T5" fmla="*/ 61 h 74"/>
              <a:gd name="T6" fmla="*/ 13 w 88"/>
              <a:gd name="T7" fmla="*/ 62 h 74"/>
              <a:gd name="T8" fmla="*/ 12 w 88"/>
              <a:gd name="T9" fmla="*/ 62 h 74"/>
              <a:gd name="T10" fmla="*/ 12 w 88"/>
              <a:gd name="T11" fmla="*/ 58 h 74"/>
              <a:gd name="T12" fmla="*/ 75 w 88"/>
              <a:gd name="T13" fmla="*/ 58 h 74"/>
              <a:gd name="T14" fmla="*/ 75 w 88"/>
              <a:gd name="T15" fmla="*/ 13 h 74"/>
              <a:gd name="T16" fmla="*/ 75 w 88"/>
              <a:gd name="T17" fmla="*/ 0 h 74"/>
              <a:gd name="T18" fmla="*/ 0 w 88"/>
              <a:gd name="T19" fmla="*/ 0 h 74"/>
              <a:gd name="T20" fmla="*/ 0 w 88"/>
              <a:gd name="T21" fmla="*/ 56 h 74"/>
              <a:gd name="T22" fmla="*/ 0 w 88"/>
              <a:gd name="T23" fmla="*/ 58 h 74"/>
              <a:gd name="T24" fmla="*/ 0 w 88"/>
              <a:gd name="T25" fmla="*/ 70 h 74"/>
              <a:gd name="T26" fmla="*/ 4 w 88"/>
              <a:gd name="T27" fmla="*/ 74 h 74"/>
              <a:gd name="T28" fmla="*/ 5 w 88"/>
              <a:gd name="T29" fmla="*/ 74 h 74"/>
              <a:gd name="T30" fmla="*/ 13 w 88"/>
              <a:gd name="T31" fmla="*/ 74 h 74"/>
              <a:gd name="T32" fmla="*/ 19 w 88"/>
              <a:gd name="T33" fmla="*/ 74 h 74"/>
              <a:gd name="T34" fmla="*/ 88 w 88"/>
              <a:gd name="T35" fmla="*/ 74 h 74"/>
              <a:gd name="T36" fmla="*/ 88 w 88"/>
              <a:gd name="T37" fmla="*/ 16 h 74"/>
              <a:gd name="T38" fmla="*/ 81 w 88"/>
              <a:gd name="T39" fmla="*/ 16 h 74"/>
              <a:gd name="T40" fmla="*/ 36 w 88"/>
              <a:gd name="T41" fmla="*/ 27 h 74"/>
              <a:gd name="T42" fmla="*/ 28 w 88"/>
              <a:gd name="T43" fmla="*/ 19 h 74"/>
              <a:gd name="T44" fmla="*/ 35 w 88"/>
              <a:gd name="T45" fmla="*/ 12 h 74"/>
              <a:gd name="T46" fmla="*/ 35 w 88"/>
              <a:gd name="T47" fmla="*/ 7 h 74"/>
              <a:gd name="T48" fmla="*/ 38 w 88"/>
              <a:gd name="T49" fmla="*/ 7 h 74"/>
              <a:gd name="T50" fmla="*/ 38 w 88"/>
              <a:gd name="T51" fmla="*/ 12 h 74"/>
              <a:gd name="T52" fmla="*/ 44 w 88"/>
              <a:gd name="T53" fmla="*/ 13 h 74"/>
              <a:gd name="T54" fmla="*/ 43 w 88"/>
              <a:gd name="T55" fmla="*/ 16 h 74"/>
              <a:gd name="T56" fmla="*/ 37 w 88"/>
              <a:gd name="T57" fmla="*/ 15 h 74"/>
              <a:gd name="T58" fmla="*/ 32 w 88"/>
              <a:gd name="T59" fmla="*/ 19 h 74"/>
              <a:gd name="T60" fmla="*/ 38 w 88"/>
              <a:gd name="T61" fmla="*/ 24 h 74"/>
              <a:gd name="T62" fmla="*/ 45 w 88"/>
              <a:gd name="T63" fmla="*/ 32 h 74"/>
              <a:gd name="T64" fmla="*/ 38 w 88"/>
              <a:gd name="T65" fmla="*/ 40 h 74"/>
              <a:gd name="T66" fmla="*/ 38 w 88"/>
              <a:gd name="T67" fmla="*/ 45 h 74"/>
              <a:gd name="T68" fmla="*/ 35 w 88"/>
              <a:gd name="T69" fmla="*/ 45 h 74"/>
              <a:gd name="T70" fmla="*/ 35 w 88"/>
              <a:gd name="T71" fmla="*/ 40 h 74"/>
              <a:gd name="T72" fmla="*/ 28 w 88"/>
              <a:gd name="T73" fmla="*/ 38 h 74"/>
              <a:gd name="T74" fmla="*/ 29 w 88"/>
              <a:gd name="T75" fmla="*/ 35 h 74"/>
              <a:gd name="T76" fmla="*/ 35 w 88"/>
              <a:gd name="T77" fmla="*/ 37 h 74"/>
              <a:gd name="T78" fmla="*/ 41 w 88"/>
              <a:gd name="T79" fmla="*/ 33 h 74"/>
              <a:gd name="T80" fmla="*/ 36 w 88"/>
              <a:gd name="T81" fmla="*/ 27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74">
                <a:moveTo>
                  <a:pt x="81" y="16"/>
                </a:moveTo>
                <a:cubicBezTo>
                  <a:pt x="81" y="61"/>
                  <a:pt x="81" y="61"/>
                  <a:pt x="81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2"/>
                  <a:pt x="13" y="62"/>
                  <a:pt x="13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12" y="58"/>
                  <a:pt x="12" y="58"/>
                  <a:pt x="12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13"/>
                  <a:pt x="75" y="13"/>
                  <a:pt x="75" y="13"/>
                </a:cubicBezTo>
                <a:cubicBezTo>
                  <a:pt x="75" y="0"/>
                  <a:pt x="75" y="0"/>
                  <a:pt x="7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2"/>
                  <a:pt x="1" y="73"/>
                  <a:pt x="4" y="74"/>
                </a:cubicBezTo>
                <a:cubicBezTo>
                  <a:pt x="4" y="74"/>
                  <a:pt x="5" y="74"/>
                  <a:pt x="5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9" y="74"/>
                  <a:pt x="19" y="74"/>
                  <a:pt x="19" y="74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16"/>
                  <a:pt x="88" y="16"/>
                  <a:pt x="88" y="16"/>
                </a:cubicBezTo>
                <a:cubicBezTo>
                  <a:pt x="81" y="16"/>
                  <a:pt x="81" y="16"/>
                  <a:pt x="81" y="16"/>
                </a:cubicBezTo>
                <a:moveTo>
                  <a:pt x="36" y="27"/>
                </a:moveTo>
                <a:cubicBezTo>
                  <a:pt x="31" y="25"/>
                  <a:pt x="28" y="23"/>
                  <a:pt x="28" y="19"/>
                </a:cubicBezTo>
                <a:cubicBezTo>
                  <a:pt x="28" y="15"/>
                  <a:pt x="31" y="13"/>
                  <a:pt x="35" y="12"/>
                </a:cubicBezTo>
                <a:cubicBezTo>
                  <a:pt x="35" y="7"/>
                  <a:pt x="35" y="7"/>
                  <a:pt x="35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12"/>
                  <a:pt x="38" y="12"/>
                  <a:pt x="38" y="12"/>
                </a:cubicBezTo>
                <a:cubicBezTo>
                  <a:pt x="41" y="12"/>
                  <a:pt x="42" y="13"/>
                  <a:pt x="44" y="13"/>
                </a:cubicBezTo>
                <a:cubicBezTo>
                  <a:pt x="43" y="16"/>
                  <a:pt x="43" y="16"/>
                  <a:pt x="43" y="16"/>
                </a:cubicBezTo>
                <a:cubicBezTo>
                  <a:pt x="42" y="16"/>
                  <a:pt x="40" y="15"/>
                  <a:pt x="37" y="15"/>
                </a:cubicBezTo>
                <a:cubicBezTo>
                  <a:pt x="33" y="15"/>
                  <a:pt x="32" y="17"/>
                  <a:pt x="32" y="19"/>
                </a:cubicBezTo>
                <a:cubicBezTo>
                  <a:pt x="32" y="21"/>
                  <a:pt x="34" y="22"/>
                  <a:pt x="38" y="24"/>
                </a:cubicBezTo>
                <a:cubicBezTo>
                  <a:pt x="42" y="26"/>
                  <a:pt x="45" y="28"/>
                  <a:pt x="45" y="32"/>
                </a:cubicBezTo>
                <a:cubicBezTo>
                  <a:pt x="45" y="36"/>
                  <a:pt x="42" y="39"/>
                  <a:pt x="38" y="40"/>
                </a:cubicBezTo>
                <a:cubicBezTo>
                  <a:pt x="38" y="45"/>
                  <a:pt x="38" y="45"/>
                  <a:pt x="38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0"/>
                  <a:pt x="35" y="40"/>
                  <a:pt x="35" y="40"/>
                </a:cubicBezTo>
                <a:cubicBezTo>
                  <a:pt x="32" y="40"/>
                  <a:pt x="29" y="39"/>
                  <a:pt x="28" y="38"/>
                </a:cubicBezTo>
                <a:cubicBezTo>
                  <a:pt x="29" y="35"/>
                  <a:pt x="29" y="35"/>
                  <a:pt x="29" y="35"/>
                </a:cubicBezTo>
                <a:cubicBezTo>
                  <a:pt x="30" y="36"/>
                  <a:pt x="33" y="37"/>
                  <a:pt x="35" y="37"/>
                </a:cubicBezTo>
                <a:cubicBezTo>
                  <a:pt x="39" y="37"/>
                  <a:pt x="41" y="35"/>
                  <a:pt x="41" y="33"/>
                </a:cubicBezTo>
                <a:cubicBezTo>
                  <a:pt x="41" y="30"/>
                  <a:pt x="39" y="29"/>
                  <a:pt x="36" y="27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1" name="Freeform 149"/>
          <p:cNvSpPr>
            <a:spLocks noEditPoints="1"/>
          </p:cNvSpPr>
          <p:nvPr/>
        </p:nvSpPr>
        <p:spPr bwMode="auto">
          <a:xfrm>
            <a:off x="3586163" y="2497139"/>
            <a:ext cx="292100" cy="195263"/>
          </a:xfrm>
          <a:custGeom>
            <a:avLst/>
            <a:gdLst>
              <a:gd name="T0" fmla="*/ 29 w 69"/>
              <a:gd name="T1" fmla="*/ 17 h 46"/>
              <a:gd name="T2" fmla="*/ 23 w 69"/>
              <a:gd name="T3" fmla="*/ 21 h 46"/>
              <a:gd name="T4" fmla="*/ 17 w 69"/>
              <a:gd name="T5" fmla="*/ 19 h 46"/>
              <a:gd name="T6" fmla="*/ 16 w 69"/>
              <a:gd name="T7" fmla="*/ 22 h 46"/>
              <a:gd name="T8" fmla="*/ 16 w 69"/>
              <a:gd name="T9" fmla="*/ 22 h 46"/>
              <a:gd name="T10" fmla="*/ 17 w 69"/>
              <a:gd name="T11" fmla="*/ 19 h 46"/>
              <a:gd name="T12" fmla="*/ 23 w 69"/>
              <a:gd name="T13" fmla="*/ 21 h 46"/>
              <a:gd name="T14" fmla="*/ 29 w 69"/>
              <a:gd name="T15" fmla="*/ 17 h 46"/>
              <a:gd name="T16" fmla="*/ 29 w 69"/>
              <a:gd name="T17" fmla="*/ 17 h 46"/>
              <a:gd name="T18" fmla="*/ 20 w 69"/>
              <a:gd name="T19" fmla="*/ 3 h 46"/>
              <a:gd name="T20" fmla="*/ 20 w 69"/>
              <a:gd name="T21" fmla="*/ 3 h 46"/>
              <a:gd name="T22" fmla="*/ 26 w 69"/>
              <a:gd name="T23" fmla="*/ 8 h 46"/>
              <a:gd name="T24" fmla="*/ 33 w 69"/>
              <a:gd name="T25" fmla="*/ 16 h 46"/>
              <a:gd name="T26" fmla="*/ 33 w 69"/>
              <a:gd name="T27" fmla="*/ 16 h 46"/>
              <a:gd name="T28" fmla="*/ 26 w 69"/>
              <a:gd name="T29" fmla="*/ 8 h 46"/>
              <a:gd name="T30" fmla="*/ 20 w 69"/>
              <a:gd name="T31" fmla="*/ 3 h 46"/>
              <a:gd name="T32" fmla="*/ 17 w 69"/>
              <a:gd name="T33" fmla="*/ 0 h 46"/>
              <a:gd name="T34" fmla="*/ 17 w 69"/>
              <a:gd name="T35" fmla="*/ 0 h 46"/>
              <a:gd name="T36" fmla="*/ 16 w 69"/>
              <a:gd name="T37" fmla="*/ 3 h 46"/>
              <a:gd name="T38" fmla="*/ 16 w 69"/>
              <a:gd name="T39" fmla="*/ 3 h 46"/>
              <a:gd name="T40" fmla="*/ 17 w 69"/>
              <a:gd name="T41" fmla="*/ 0 h 46"/>
              <a:gd name="T42" fmla="*/ 69 w 69"/>
              <a:gd name="T43" fmla="*/ 0 h 46"/>
              <a:gd name="T44" fmla="*/ 63 w 69"/>
              <a:gd name="T45" fmla="*/ 0 h 46"/>
              <a:gd name="T46" fmla="*/ 63 w 69"/>
              <a:gd name="T47" fmla="*/ 42 h 46"/>
              <a:gd name="T48" fmla="*/ 0 w 69"/>
              <a:gd name="T49" fmla="*/ 42 h 46"/>
              <a:gd name="T50" fmla="*/ 0 w 69"/>
              <a:gd name="T51" fmla="*/ 46 h 46"/>
              <a:gd name="T52" fmla="*/ 1 w 69"/>
              <a:gd name="T53" fmla="*/ 46 h 46"/>
              <a:gd name="T54" fmla="*/ 1 w 69"/>
              <a:gd name="T55" fmla="*/ 45 h 46"/>
              <a:gd name="T56" fmla="*/ 69 w 69"/>
              <a:gd name="T57" fmla="*/ 45 h 46"/>
              <a:gd name="T58" fmla="*/ 69 w 69"/>
              <a:gd name="T5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9" h="46">
                <a:moveTo>
                  <a:pt x="29" y="17"/>
                </a:moveTo>
                <a:cubicBezTo>
                  <a:pt x="29" y="19"/>
                  <a:pt x="27" y="21"/>
                  <a:pt x="23" y="21"/>
                </a:cubicBezTo>
                <a:cubicBezTo>
                  <a:pt x="21" y="21"/>
                  <a:pt x="18" y="20"/>
                  <a:pt x="17" y="19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20"/>
                  <a:pt x="21" y="21"/>
                  <a:pt x="23" y="21"/>
                </a:cubicBezTo>
                <a:cubicBezTo>
                  <a:pt x="27" y="21"/>
                  <a:pt x="29" y="19"/>
                  <a:pt x="29" y="17"/>
                </a:cubicBezTo>
                <a:cubicBezTo>
                  <a:pt x="29" y="17"/>
                  <a:pt x="29" y="17"/>
                  <a:pt x="29" y="17"/>
                </a:cubicBezTo>
                <a:moveTo>
                  <a:pt x="20" y="3"/>
                </a:moveTo>
                <a:cubicBezTo>
                  <a:pt x="20" y="3"/>
                  <a:pt x="20" y="3"/>
                  <a:pt x="20" y="3"/>
                </a:cubicBezTo>
                <a:cubicBezTo>
                  <a:pt x="20" y="5"/>
                  <a:pt x="22" y="6"/>
                  <a:pt x="26" y="8"/>
                </a:cubicBezTo>
                <a:cubicBezTo>
                  <a:pt x="30" y="10"/>
                  <a:pt x="33" y="12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2"/>
                  <a:pt x="30" y="10"/>
                  <a:pt x="26" y="8"/>
                </a:cubicBezTo>
                <a:cubicBezTo>
                  <a:pt x="22" y="6"/>
                  <a:pt x="20" y="5"/>
                  <a:pt x="20" y="3"/>
                </a:cubicBezTo>
                <a:moveTo>
                  <a:pt x="17" y="0"/>
                </a:moveTo>
                <a:cubicBezTo>
                  <a:pt x="17" y="0"/>
                  <a:pt x="17" y="0"/>
                  <a:pt x="17" y="0"/>
                </a:cubicBezTo>
                <a:cubicBezTo>
                  <a:pt x="16" y="1"/>
                  <a:pt x="16" y="2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2"/>
                  <a:pt x="16" y="1"/>
                  <a:pt x="17" y="0"/>
                </a:cubicBezTo>
                <a:moveTo>
                  <a:pt x="69" y="0"/>
                </a:moveTo>
                <a:cubicBezTo>
                  <a:pt x="63" y="0"/>
                  <a:pt x="63" y="0"/>
                  <a:pt x="63" y="0"/>
                </a:cubicBezTo>
                <a:cubicBezTo>
                  <a:pt x="63" y="42"/>
                  <a:pt x="63" y="42"/>
                  <a:pt x="63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6"/>
                  <a:pt x="0" y="46"/>
                  <a:pt x="0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0"/>
                  <a:pt x="69" y="0"/>
                  <a:pt x="6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2" name="Freeform 150"/>
          <p:cNvSpPr>
            <a:spLocks/>
          </p:cNvSpPr>
          <p:nvPr/>
        </p:nvSpPr>
        <p:spPr bwMode="auto">
          <a:xfrm>
            <a:off x="3568700" y="2497139"/>
            <a:ext cx="309563" cy="211138"/>
          </a:xfrm>
          <a:custGeom>
            <a:avLst/>
            <a:gdLst>
              <a:gd name="T0" fmla="*/ 73 w 73"/>
              <a:gd name="T1" fmla="*/ 0 h 50"/>
              <a:gd name="T2" fmla="*/ 73 w 73"/>
              <a:gd name="T3" fmla="*/ 0 h 50"/>
              <a:gd name="T4" fmla="*/ 73 w 73"/>
              <a:gd name="T5" fmla="*/ 45 h 50"/>
              <a:gd name="T6" fmla="*/ 5 w 73"/>
              <a:gd name="T7" fmla="*/ 45 h 50"/>
              <a:gd name="T8" fmla="*/ 5 w 73"/>
              <a:gd name="T9" fmla="*/ 46 h 50"/>
              <a:gd name="T10" fmla="*/ 4 w 73"/>
              <a:gd name="T11" fmla="*/ 46 h 50"/>
              <a:gd name="T12" fmla="*/ 4 w 73"/>
              <a:gd name="T13" fmla="*/ 42 h 50"/>
              <a:gd name="T14" fmla="*/ 67 w 73"/>
              <a:gd name="T15" fmla="*/ 42 h 50"/>
              <a:gd name="T16" fmla="*/ 67 w 73"/>
              <a:gd name="T17" fmla="*/ 0 h 50"/>
              <a:gd name="T18" fmla="*/ 25 w 73"/>
              <a:gd name="T19" fmla="*/ 0 h 50"/>
              <a:gd name="T20" fmla="*/ 24 w 73"/>
              <a:gd name="T21" fmla="*/ 3 h 50"/>
              <a:gd name="T22" fmla="*/ 30 w 73"/>
              <a:gd name="T23" fmla="*/ 8 h 50"/>
              <a:gd name="T24" fmla="*/ 37 w 73"/>
              <a:gd name="T25" fmla="*/ 16 h 50"/>
              <a:gd name="T26" fmla="*/ 37 w 73"/>
              <a:gd name="T27" fmla="*/ 16 h 50"/>
              <a:gd name="T28" fmla="*/ 37 w 73"/>
              <a:gd name="T29" fmla="*/ 16 h 50"/>
              <a:gd name="T30" fmla="*/ 30 w 73"/>
              <a:gd name="T31" fmla="*/ 24 h 50"/>
              <a:gd name="T32" fmla="*/ 30 w 73"/>
              <a:gd name="T33" fmla="*/ 29 h 50"/>
              <a:gd name="T34" fmla="*/ 27 w 73"/>
              <a:gd name="T35" fmla="*/ 29 h 50"/>
              <a:gd name="T36" fmla="*/ 27 w 73"/>
              <a:gd name="T37" fmla="*/ 29 h 50"/>
              <a:gd name="T38" fmla="*/ 27 w 73"/>
              <a:gd name="T39" fmla="*/ 24 h 50"/>
              <a:gd name="T40" fmla="*/ 20 w 73"/>
              <a:gd name="T41" fmla="*/ 22 h 50"/>
              <a:gd name="T42" fmla="*/ 20 w 73"/>
              <a:gd name="T43" fmla="*/ 22 h 50"/>
              <a:gd name="T44" fmla="*/ 20 w 73"/>
              <a:gd name="T45" fmla="*/ 22 h 50"/>
              <a:gd name="T46" fmla="*/ 21 w 73"/>
              <a:gd name="T47" fmla="*/ 19 h 50"/>
              <a:gd name="T48" fmla="*/ 27 w 73"/>
              <a:gd name="T49" fmla="*/ 21 h 50"/>
              <a:gd name="T50" fmla="*/ 33 w 73"/>
              <a:gd name="T51" fmla="*/ 17 h 50"/>
              <a:gd name="T52" fmla="*/ 28 w 73"/>
              <a:gd name="T53" fmla="*/ 11 h 50"/>
              <a:gd name="T54" fmla="*/ 20 w 73"/>
              <a:gd name="T55" fmla="*/ 3 h 50"/>
              <a:gd name="T56" fmla="*/ 20 w 73"/>
              <a:gd name="T57" fmla="*/ 3 h 50"/>
              <a:gd name="T58" fmla="*/ 20 w 73"/>
              <a:gd name="T59" fmla="*/ 3 h 50"/>
              <a:gd name="T60" fmla="*/ 21 w 73"/>
              <a:gd name="T61" fmla="*/ 0 h 50"/>
              <a:gd name="T62" fmla="*/ 0 w 73"/>
              <a:gd name="T63" fmla="*/ 0 h 50"/>
              <a:gd name="T64" fmla="*/ 0 w 73"/>
              <a:gd name="T65" fmla="*/ 50 h 50"/>
              <a:gd name="T66" fmla="*/ 73 w 73"/>
              <a:gd name="T67" fmla="*/ 50 h 50"/>
              <a:gd name="T68" fmla="*/ 73 w 73"/>
              <a:gd name="T6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" h="50"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ubicBezTo>
                  <a:pt x="73" y="45"/>
                  <a:pt x="73" y="45"/>
                  <a:pt x="73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2"/>
                  <a:pt x="4" y="42"/>
                  <a:pt x="4" y="42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0"/>
                  <a:pt x="67" y="0"/>
                  <a:pt x="67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4" y="1"/>
                  <a:pt x="24" y="2"/>
                  <a:pt x="24" y="3"/>
                </a:cubicBezTo>
                <a:cubicBezTo>
                  <a:pt x="24" y="5"/>
                  <a:pt x="26" y="6"/>
                  <a:pt x="30" y="8"/>
                </a:cubicBezTo>
                <a:cubicBezTo>
                  <a:pt x="34" y="10"/>
                  <a:pt x="37" y="12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20"/>
                  <a:pt x="34" y="23"/>
                  <a:pt x="30" y="24"/>
                </a:cubicBezTo>
                <a:cubicBezTo>
                  <a:pt x="30" y="29"/>
                  <a:pt x="30" y="29"/>
                  <a:pt x="30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4"/>
                  <a:pt x="27" y="24"/>
                  <a:pt x="27" y="24"/>
                </a:cubicBezTo>
                <a:cubicBezTo>
                  <a:pt x="24" y="24"/>
                  <a:pt x="21" y="23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20"/>
                  <a:pt x="25" y="21"/>
                  <a:pt x="27" y="21"/>
                </a:cubicBezTo>
                <a:cubicBezTo>
                  <a:pt x="31" y="21"/>
                  <a:pt x="33" y="19"/>
                  <a:pt x="33" y="17"/>
                </a:cubicBezTo>
                <a:cubicBezTo>
                  <a:pt x="33" y="14"/>
                  <a:pt x="31" y="13"/>
                  <a:pt x="28" y="11"/>
                </a:cubicBezTo>
                <a:cubicBezTo>
                  <a:pt x="23" y="9"/>
                  <a:pt x="20" y="7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1"/>
                  <a:pt x="2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0"/>
                  <a:pt x="0" y="50"/>
                  <a:pt x="0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0"/>
                  <a:pt x="73" y="0"/>
                  <a:pt x="7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3" name="Freeform 151"/>
          <p:cNvSpPr>
            <a:spLocks noEditPoints="1"/>
          </p:cNvSpPr>
          <p:nvPr/>
        </p:nvSpPr>
        <p:spPr bwMode="auto">
          <a:xfrm>
            <a:off x="4383088" y="2365376"/>
            <a:ext cx="347663" cy="395288"/>
          </a:xfrm>
          <a:custGeom>
            <a:avLst/>
            <a:gdLst>
              <a:gd name="T0" fmla="*/ 76 w 82"/>
              <a:gd name="T1" fmla="*/ 25 h 93"/>
              <a:gd name="T2" fmla="*/ 66 w 82"/>
              <a:gd name="T3" fmla="*/ 25 h 93"/>
              <a:gd name="T4" fmla="*/ 66 w 82"/>
              <a:gd name="T5" fmla="*/ 24 h 93"/>
              <a:gd name="T6" fmla="*/ 41 w 82"/>
              <a:gd name="T7" fmla="*/ 0 h 93"/>
              <a:gd name="T8" fmla="*/ 16 w 82"/>
              <a:gd name="T9" fmla="*/ 24 h 93"/>
              <a:gd name="T10" fmla="*/ 16 w 82"/>
              <a:gd name="T11" fmla="*/ 25 h 93"/>
              <a:gd name="T12" fmla="*/ 6 w 82"/>
              <a:gd name="T13" fmla="*/ 25 h 93"/>
              <a:gd name="T14" fmla="*/ 0 w 82"/>
              <a:gd name="T15" fmla="*/ 93 h 93"/>
              <a:gd name="T16" fmla="*/ 82 w 82"/>
              <a:gd name="T17" fmla="*/ 93 h 93"/>
              <a:gd name="T18" fmla="*/ 76 w 82"/>
              <a:gd name="T19" fmla="*/ 25 h 93"/>
              <a:gd name="T20" fmla="*/ 42 w 82"/>
              <a:gd name="T21" fmla="*/ 71 h 93"/>
              <a:gd name="T22" fmla="*/ 42 w 82"/>
              <a:gd name="T23" fmla="*/ 76 h 93"/>
              <a:gd name="T24" fmla="*/ 39 w 82"/>
              <a:gd name="T25" fmla="*/ 76 h 93"/>
              <a:gd name="T26" fmla="*/ 39 w 82"/>
              <a:gd name="T27" fmla="*/ 71 h 93"/>
              <a:gd name="T28" fmla="*/ 32 w 82"/>
              <a:gd name="T29" fmla="*/ 69 h 93"/>
              <a:gd name="T30" fmla="*/ 33 w 82"/>
              <a:gd name="T31" fmla="*/ 66 h 93"/>
              <a:gd name="T32" fmla="*/ 40 w 82"/>
              <a:gd name="T33" fmla="*/ 68 h 93"/>
              <a:gd name="T34" fmla="*/ 45 w 82"/>
              <a:gd name="T35" fmla="*/ 64 h 93"/>
              <a:gd name="T36" fmla="*/ 40 w 82"/>
              <a:gd name="T37" fmla="*/ 58 h 93"/>
              <a:gd name="T38" fmla="*/ 33 w 82"/>
              <a:gd name="T39" fmla="*/ 50 h 93"/>
              <a:gd name="T40" fmla="*/ 40 w 82"/>
              <a:gd name="T41" fmla="*/ 43 h 93"/>
              <a:gd name="T42" fmla="*/ 40 w 82"/>
              <a:gd name="T43" fmla="*/ 38 h 93"/>
              <a:gd name="T44" fmla="*/ 42 w 82"/>
              <a:gd name="T45" fmla="*/ 38 h 93"/>
              <a:gd name="T46" fmla="*/ 42 w 82"/>
              <a:gd name="T47" fmla="*/ 43 h 93"/>
              <a:gd name="T48" fmla="*/ 48 w 82"/>
              <a:gd name="T49" fmla="*/ 44 h 93"/>
              <a:gd name="T50" fmla="*/ 47 w 82"/>
              <a:gd name="T51" fmla="*/ 47 h 93"/>
              <a:gd name="T52" fmla="*/ 42 w 82"/>
              <a:gd name="T53" fmla="*/ 46 h 93"/>
              <a:gd name="T54" fmla="*/ 37 w 82"/>
              <a:gd name="T55" fmla="*/ 50 h 93"/>
              <a:gd name="T56" fmla="*/ 42 w 82"/>
              <a:gd name="T57" fmla="*/ 55 h 93"/>
              <a:gd name="T58" fmla="*/ 49 w 82"/>
              <a:gd name="T59" fmla="*/ 63 h 93"/>
              <a:gd name="T60" fmla="*/ 42 w 82"/>
              <a:gd name="T61" fmla="*/ 71 h 93"/>
              <a:gd name="T62" fmla="*/ 63 w 82"/>
              <a:gd name="T63" fmla="*/ 25 h 93"/>
              <a:gd name="T64" fmla="*/ 19 w 82"/>
              <a:gd name="T65" fmla="*/ 25 h 93"/>
              <a:gd name="T66" fmla="*/ 19 w 82"/>
              <a:gd name="T67" fmla="*/ 24 h 93"/>
              <a:gd name="T68" fmla="*/ 41 w 82"/>
              <a:gd name="T69" fmla="*/ 3 h 93"/>
              <a:gd name="T70" fmla="*/ 63 w 82"/>
              <a:gd name="T71" fmla="*/ 24 h 93"/>
              <a:gd name="T72" fmla="*/ 63 w 82"/>
              <a:gd name="T73" fmla="*/ 2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93">
                <a:moveTo>
                  <a:pt x="76" y="25"/>
                </a:moveTo>
                <a:cubicBezTo>
                  <a:pt x="66" y="25"/>
                  <a:pt x="66" y="25"/>
                  <a:pt x="66" y="25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11"/>
                  <a:pt x="55" y="0"/>
                  <a:pt x="41" y="0"/>
                </a:cubicBezTo>
                <a:cubicBezTo>
                  <a:pt x="27" y="0"/>
                  <a:pt x="16" y="11"/>
                  <a:pt x="16" y="24"/>
                </a:cubicBezTo>
                <a:cubicBezTo>
                  <a:pt x="16" y="25"/>
                  <a:pt x="16" y="25"/>
                  <a:pt x="1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0" y="93"/>
                  <a:pt x="0" y="93"/>
                  <a:pt x="0" y="93"/>
                </a:cubicBezTo>
                <a:cubicBezTo>
                  <a:pt x="82" y="93"/>
                  <a:pt x="82" y="93"/>
                  <a:pt x="82" y="93"/>
                </a:cubicBezTo>
                <a:lnTo>
                  <a:pt x="76" y="25"/>
                </a:lnTo>
                <a:close/>
                <a:moveTo>
                  <a:pt x="42" y="71"/>
                </a:moveTo>
                <a:cubicBezTo>
                  <a:pt x="42" y="76"/>
                  <a:pt x="42" y="76"/>
                  <a:pt x="42" y="76"/>
                </a:cubicBezTo>
                <a:cubicBezTo>
                  <a:pt x="39" y="76"/>
                  <a:pt x="39" y="76"/>
                  <a:pt x="39" y="76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1"/>
                  <a:pt x="34" y="70"/>
                  <a:pt x="32" y="69"/>
                </a:cubicBezTo>
                <a:cubicBezTo>
                  <a:pt x="33" y="66"/>
                  <a:pt x="33" y="66"/>
                  <a:pt x="33" y="66"/>
                </a:cubicBezTo>
                <a:cubicBezTo>
                  <a:pt x="35" y="67"/>
                  <a:pt x="37" y="68"/>
                  <a:pt x="40" y="68"/>
                </a:cubicBezTo>
                <a:cubicBezTo>
                  <a:pt x="43" y="68"/>
                  <a:pt x="45" y="66"/>
                  <a:pt x="45" y="64"/>
                </a:cubicBezTo>
                <a:cubicBezTo>
                  <a:pt x="45" y="61"/>
                  <a:pt x="44" y="59"/>
                  <a:pt x="40" y="58"/>
                </a:cubicBezTo>
                <a:cubicBezTo>
                  <a:pt x="36" y="56"/>
                  <a:pt x="33" y="54"/>
                  <a:pt x="33" y="50"/>
                </a:cubicBezTo>
                <a:cubicBezTo>
                  <a:pt x="33" y="46"/>
                  <a:pt x="35" y="43"/>
                  <a:pt x="40" y="43"/>
                </a:cubicBezTo>
                <a:cubicBezTo>
                  <a:pt x="40" y="38"/>
                  <a:pt x="40" y="38"/>
                  <a:pt x="40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43"/>
                  <a:pt x="42" y="43"/>
                  <a:pt x="42" y="43"/>
                </a:cubicBezTo>
                <a:cubicBezTo>
                  <a:pt x="45" y="43"/>
                  <a:pt x="47" y="43"/>
                  <a:pt x="48" y="44"/>
                </a:cubicBezTo>
                <a:cubicBezTo>
                  <a:pt x="47" y="47"/>
                  <a:pt x="47" y="47"/>
                  <a:pt x="47" y="47"/>
                </a:cubicBezTo>
                <a:cubicBezTo>
                  <a:pt x="46" y="47"/>
                  <a:pt x="44" y="46"/>
                  <a:pt x="42" y="46"/>
                </a:cubicBezTo>
                <a:cubicBezTo>
                  <a:pt x="38" y="46"/>
                  <a:pt x="37" y="48"/>
                  <a:pt x="37" y="50"/>
                </a:cubicBezTo>
                <a:cubicBezTo>
                  <a:pt x="37" y="52"/>
                  <a:pt x="38" y="53"/>
                  <a:pt x="42" y="55"/>
                </a:cubicBezTo>
                <a:cubicBezTo>
                  <a:pt x="47" y="57"/>
                  <a:pt x="49" y="59"/>
                  <a:pt x="49" y="63"/>
                </a:cubicBezTo>
                <a:cubicBezTo>
                  <a:pt x="49" y="67"/>
                  <a:pt x="47" y="70"/>
                  <a:pt x="42" y="71"/>
                </a:cubicBezTo>
                <a:close/>
                <a:moveTo>
                  <a:pt x="63" y="25"/>
                </a:moveTo>
                <a:cubicBezTo>
                  <a:pt x="19" y="25"/>
                  <a:pt x="19" y="25"/>
                  <a:pt x="19" y="25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12"/>
                  <a:pt x="29" y="3"/>
                  <a:pt x="41" y="3"/>
                </a:cubicBezTo>
                <a:cubicBezTo>
                  <a:pt x="53" y="3"/>
                  <a:pt x="63" y="12"/>
                  <a:pt x="63" y="24"/>
                </a:cubicBezTo>
                <a:lnTo>
                  <a:pt x="63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4" name="Freeform 152"/>
          <p:cNvSpPr>
            <a:spLocks noEditPoints="1"/>
          </p:cNvSpPr>
          <p:nvPr/>
        </p:nvSpPr>
        <p:spPr bwMode="auto">
          <a:xfrm>
            <a:off x="5222875" y="2365376"/>
            <a:ext cx="352425" cy="395288"/>
          </a:xfrm>
          <a:custGeom>
            <a:avLst/>
            <a:gdLst>
              <a:gd name="T0" fmla="*/ 77 w 83"/>
              <a:gd name="T1" fmla="*/ 25 h 93"/>
              <a:gd name="T2" fmla="*/ 66 w 83"/>
              <a:gd name="T3" fmla="*/ 25 h 93"/>
              <a:gd name="T4" fmla="*/ 66 w 83"/>
              <a:gd name="T5" fmla="*/ 24 h 93"/>
              <a:gd name="T6" fmla="*/ 41 w 83"/>
              <a:gd name="T7" fmla="*/ 0 h 93"/>
              <a:gd name="T8" fmla="*/ 16 w 83"/>
              <a:gd name="T9" fmla="*/ 24 h 93"/>
              <a:gd name="T10" fmla="*/ 16 w 83"/>
              <a:gd name="T11" fmla="*/ 25 h 93"/>
              <a:gd name="T12" fmla="*/ 6 w 83"/>
              <a:gd name="T13" fmla="*/ 25 h 93"/>
              <a:gd name="T14" fmla="*/ 0 w 83"/>
              <a:gd name="T15" fmla="*/ 93 h 93"/>
              <a:gd name="T16" fmla="*/ 83 w 83"/>
              <a:gd name="T17" fmla="*/ 93 h 93"/>
              <a:gd name="T18" fmla="*/ 77 w 83"/>
              <a:gd name="T19" fmla="*/ 25 h 93"/>
              <a:gd name="T20" fmla="*/ 41 w 83"/>
              <a:gd name="T21" fmla="*/ 3 h 93"/>
              <a:gd name="T22" fmla="*/ 61 w 83"/>
              <a:gd name="T23" fmla="*/ 16 h 93"/>
              <a:gd name="T24" fmla="*/ 41 w 83"/>
              <a:gd name="T25" fmla="*/ 5 h 93"/>
              <a:gd name="T26" fmla="*/ 21 w 83"/>
              <a:gd name="T27" fmla="*/ 16 h 93"/>
              <a:gd name="T28" fmla="*/ 41 w 83"/>
              <a:gd name="T29" fmla="*/ 3 h 93"/>
              <a:gd name="T30" fmla="*/ 21 w 83"/>
              <a:gd name="T31" fmla="*/ 25 h 93"/>
              <a:gd name="T32" fmla="*/ 41 w 83"/>
              <a:gd name="T33" fmla="*/ 9 h 93"/>
              <a:gd name="T34" fmla="*/ 62 w 83"/>
              <a:gd name="T35" fmla="*/ 25 h 93"/>
              <a:gd name="T36" fmla="*/ 21 w 83"/>
              <a:gd name="T37" fmla="*/ 2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3" h="93">
                <a:moveTo>
                  <a:pt x="77" y="25"/>
                </a:moveTo>
                <a:cubicBezTo>
                  <a:pt x="66" y="25"/>
                  <a:pt x="66" y="25"/>
                  <a:pt x="66" y="25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11"/>
                  <a:pt x="55" y="0"/>
                  <a:pt x="41" y="0"/>
                </a:cubicBezTo>
                <a:cubicBezTo>
                  <a:pt x="28" y="0"/>
                  <a:pt x="16" y="11"/>
                  <a:pt x="16" y="24"/>
                </a:cubicBezTo>
                <a:cubicBezTo>
                  <a:pt x="16" y="25"/>
                  <a:pt x="16" y="25"/>
                  <a:pt x="1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0" y="93"/>
                  <a:pt x="0" y="93"/>
                  <a:pt x="0" y="93"/>
                </a:cubicBezTo>
                <a:cubicBezTo>
                  <a:pt x="83" y="93"/>
                  <a:pt x="83" y="93"/>
                  <a:pt x="83" y="93"/>
                </a:cubicBezTo>
                <a:lnTo>
                  <a:pt x="77" y="25"/>
                </a:lnTo>
                <a:close/>
                <a:moveTo>
                  <a:pt x="41" y="3"/>
                </a:moveTo>
                <a:cubicBezTo>
                  <a:pt x="50" y="3"/>
                  <a:pt x="58" y="8"/>
                  <a:pt x="61" y="16"/>
                </a:cubicBezTo>
                <a:cubicBezTo>
                  <a:pt x="57" y="10"/>
                  <a:pt x="50" y="5"/>
                  <a:pt x="41" y="5"/>
                </a:cubicBezTo>
                <a:cubicBezTo>
                  <a:pt x="33" y="5"/>
                  <a:pt x="25" y="10"/>
                  <a:pt x="21" y="16"/>
                </a:cubicBezTo>
                <a:cubicBezTo>
                  <a:pt x="24" y="8"/>
                  <a:pt x="32" y="3"/>
                  <a:pt x="41" y="3"/>
                </a:cubicBezTo>
                <a:close/>
                <a:moveTo>
                  <a:pt x="21" y="25"/>
                </a:moveTo>
                <a:cubicBezTo>
                  <a:pt x="23" y="16"/>
                  <a:pt x="31" y="9"/>
                  <a:pt x="41" y="9"/>
                </a:cubicBezTo>
                <a:cubicBezTo>
                  <a:pt x="51" y="9"/>
                  <a:pt x="60" y="16"/>
                  <a:pt x="62" y="25"/>
                </a:cubicBezTo>
                <a:lnTo>
                  <a:pt x="2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5" name="Freeform 153"/>
          <p:cNvSpPr>
            <a:spLocks/>
          </p:cNvSpPr>
          <p:nvPr/>
        </p:nvSpPr>
        <p:spPr bwMode="auto">
          <a:xfrm>
            <a:off x="6049963" y="2368551"/>
            <a:ext cx="139700" cy="85725"/>
          </a:xfrm>
          <a:custGeom>
            <a:avLst/>
            <a:gdLst>
              <a:gd name="T0" fmla="*/ 33 w 33"/>
              <a:gd name="T1" fmla="*/ 17 h 20"/>
              <a:gd name="T2" fmla="*/ 16 w 33"/>
              <a:gd name="T3" fmla="*/ 0 h 20"/>
              <a:gd name="T4" fmla="*/ 0 w 33"/>
              <a:gd name="T5" fmla="*/ 17 h 20"/>
              <a:gd name="T6" fmla="*/ 0 w 33"/>
              <a:gd name="T7" fmla="*/ 20 h 20"/>
              <a:gd name="T8" fmla="*/ 33 w 33"/>
              <a:gd name="T9" fmla="*/ 20 h 20"/>
              <a:gd name="T10" fmla="*/ 33 w 33"/>
              <a:gd name="T11" fmla="*/ 1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20">
                <a:moveTo>
                  <a:pt x="33" y="17"/>
                </a:moveTo>
                <a:cubicBezTo>
                  <a:pt x="33" y="8"/>
                  <a:pt x="25" y="0"/>
                  <a:pt x="16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20"/>
                  <a:pt x="0" y="20"/>
                  <a:pt x="0" y="20"/>
                </a:cubicBezTo>
                <a:cubicBezTo>
                  <a:pt x="33" y="20"/>
                  <a:pt x="33" y="20"/>
                  <a:pt x="33" y="20"/>
                </a:cubicBezTo>
                <a:lnTo>
                  <a:pt x="33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6" name="Freeform 154"/>
          <p:cNvSpPr>
            <a:spLocks/>
          </p:cNvSpPr>
          <p:nvPr/>
        </p:nvSpPr>
        <p:spPr bwMode="auto">
          <a:xfrm>
            <a:off x="6049963" y="2563814"/>
            <a:ext cx="139700" cy="98425"/>
          </a:xfrm>
          <a:custGeom>
            <a:avLst/>
            <a:gdLst>
              <a:gd name="T0" fmla="*/ 16 w 33"/>
              <a:gd name="T1" fmla="*/ 23 h 23"/>
              <a:gd name="T2" fmla="*/ 33 w 33"/>
              <a:gd name="T3" fmla="*/ 7 h 23"/>
              <a:gd name="T4" fmla="*/ 33 w 33"/>
              <a:gd name="T5" fmla="*/ 0 h 23"/>
              <a:gd name="T6" fmla="*/ 0 w 33"/>
              <a:gd name="T7" fmla="*/ 0 h 23"/>
              <a:gd name="T8" fmla="*/ 0 w 33"/>
              <a:gd name="T9" fmla="*/ 7 h 23"/>
              <a:gd name="T10" fmla="*/ 16 w 33"/>
              <a:gd name="T1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23">
                <a:moveTo>
                  <a:pt x="16" y="23"/>
                </a:moveTo>
                <a:cubicBezTo>
                  <a:pt x="25" y="23"/>
                  <a:pt x="33" y="16"/>
                  <a:pt x="33" y="7"/>
                </a:cubicBezTo>
                <a:cubicBezTo>
                  <a:pt x="33" y="0"/>
                  <a:pt x="33" y="0"/>
                  <a:pt x="3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"/>
                  <a:pt x="0" y="7"/>
                  <a:pt x="0" y="7"/>
                </a:cubicBezTo>
                <a:cubicBezTo>
                  <a:pt x="0" y="16"/>
                  <a:pt x="7" y="23"/>
                  <a:pt x="16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7" name="Rectangle 155"/>
          <p:cNvSpPr>
            <a:spLocks noChangeArrowheads="1"/>
          </p:cNvSpPr>
          <p:nvPr/>
        </p:nvSpPr>
        <p:spPr bwMode="auto">
          <a:xfrm>
            <a:off x="6049963" y="2517776"/>
            <a:ext cx="139700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8" name="Rectangle 156"/>
          <p:cNvSpPr>
            <a:spLocks noChangeArrowheads="1"/>
          </p:cNvSpPr>
          <p:nvPr/>
        </p:nvSpPr>
        <p:spPr bwMode="auto">
          <a:xfrm>
            <a:off x="6049963" y="2471739"/>
            <a:ext cx="139700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9" name="Freeform 157"/>
          <p:cNvSpPr>
            <a:spLocks/>
          </p:cNvSpPr>
          <p:nvPr/>
        </p:nvSpPr>
        <p:spPr bwMode="auto">
          <a:xfrm>
            <a:off x="5991225" y="2500314"/>
            <a:ext cx="254000" cy="336550"/>
          </a:xfrm>
          <a:custGeom>
            <a:avLst/>
            <a:gdLst>
              <a:gd name="T0" fmla="*/ 56 w 60"/>
              <a:gd name="T1" fmla="*/ 0 h 79"/>
              <a:gd name="T2" fmla="*/ 50 w 60"/>
              <a:gd name="T3" fmla="*/ 0 h 79"/>
              <a:gd name="T4" fmla="*/ 50 w 60"/>
              <a:gd name="T5" fmla="*/ 4 h 79"/>
              <a:gd name="T6" fmla="*/ 56 w 60"/>
              <a:gd name="T7" fmla="*/ 4 h 79"/>
              <a:gd name="T8" fmla="*/ 56 w 60"/>
              <a:gd name="T9" fmla="*/ 22 h 79"/>
              <a:gd name="T10" fmla="*/ 30 w 60"/>
              <a:gd name="T11" fmla="*/ 48 h 79"/>
              <a:gd name="T12" fmla="*/ 4 w 60"/>
              <a:gd name="T13" fmla="*/ 22 h 79"/>
              <a:gd name="T14" fmla="*/ 4 w 60"/>
              <a:gd name="T15" fmla="*/ 4 h 79"/>
              <a:gd name="T16" fmla="*/ 10 w 60"/>
              <a:gd name="T17" fmla="*/ 4 h 79"/>
              <a:gd name="T18" fmla="*/ 10 w 60"/>
              <a:gd name="T19" fmla="*/ 0 h 79"/>
              <a:gd name="T20" fmla="*/ 4 w 60"/>
              <a:gd name="T21" fmla="*/ 0 h 79"/>
              <a:gd name="T22" fmla="*/ 0 w 60"/>
              <a:gd name="T23" fmla="*/ 0 h 79"/>
              <a:gd name="T24" fmla="*/ 0 w 60"/>
              <a:gd name="T25" fmla="*/ 4 h 79"/>
              <a:gd name="T26" fmla="*/ 0 w 60"/>
              <a:gd name="T27" fmla="*/ 22 h 79"/>
              <a:gd name="T28" fmla="*/ 22 w 60"/>
              <a:gd name="T29" fmla="*/ 50 h 79"/>
              <a:gd name="T30" fmla="*/ 22 w 60"/>
              <a:gd name="T31" fmla="*/ 79 h 79"/>
              <a:gd name="T32" fmla="*/ 38 w 60"/>
              <a:gd name="T33" fmla="*/ 79 h 79"/>
              <a:gd name="T34" fmla="*/ 38 w 60"/>
              <a:gd name="T35" fmla="*/ 50 h 79"/>
              <a:gd name="T36" fmla="*/ 60 w 60"/>
              <a:gd name="T37" fmla="*/ 22 h 79"/>
              <a:gd name="T38" fmla="*/ 60 w 60"/>
              <a:gd name="T39" fmla="*/ 4 h 79"/>
              <a:gd name="T40" fmla="*/ 60 w 60"/>
              <a:gd name="T41" fmla="*/ 0 h 79"/>
              <a:gd name="T42" fmla="*/ 56 w 60"/>
              <a:gd name="T4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0" h="79">
                <a:moveTo>
                  <a:pt x="56" y="0"/>
                </a:moveTo>
                <a:cubicBezTo>
                  <a:pt x="50" y="0"/>
                  <a:pt x="50" y="0"/>
                  <a:pt x="50" y="0"/>
                </a:cubicBezTo>
                <a:cubicBezTo>
                  <a:pt x="50" y="4"/>
                  <a:pt x="50" y="4"/>
                  <a:pt x="50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22"/>
                  <a:pt x="56" y="22"/>
                  <a:pt x="56" y="22"/>
                </a:cubicBezTo>
                <a:cubicBezTo>
                  <a:pt x="56" y="36"/>
                  <a:pt x="44" y="48"/>
                  <a:pt x="30" y="48"/>
                </a:cubicBezTo>
                <a:cubicBezTo>
                  <a:pt x="16" y="48"/>
                  <a:pt x="4" y="36"/>
                  <a:pt x="4" y="22"/>
                </a:cubicBezTo>
                <a:cubicBezTo>
                  <a:pt x="4" y="4"/>
                  <a:pt x="4" y="4"/>
                  <a:pt x="4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"/>
                  <a:pt x="0" y="4"/>
                  <a:pt x="0" y="4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35"/>
                  <a:pt x="10" y="47"/>
                  <a:pt x="22" y="50"/>
                </a:cubicBezTo>
                <a:cubicBezTo>
                  <a:pt x="22" y="79"/>
                  <a:pt x="22" y="79"/>
                  <a:pt x="22" y="79"/>
                </a:cubicBezTo>
                <a:cubicBezTo>
                  <a:pt x="38" y="79"/>
                  <a:pt x="38" y="79"/>
                  <a:pt x="38" y="79"/>
                </a:cubicBezTo>
                <a:cubicBezTo>
                  <a:pt x="38" y="50"/>
                  <a:pt x="38" y="50"/>
                  <a:pt x="38" y="50"/>
                </a:cubicBezTo>
                <a:cubicBezTo>
                  <a:pt x="51" y="47"/>
                  <a:pt x="60" y="35"/>
                  <a:pt x="60" y="22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0"/>
                  <a:pt x="60" y="0"/>
                  <a:pt x="60" y="0"/>
                </a:cubicBezTo>
                <a:lnTo>
                  <a:pt x="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0" name="Freeform 158"/>
          <p:cNvSpPr>
            <a:spLocks/>
          </p:cNvSpPr>
          <p:nvPr/>
        </p:nvSpPr>
        <p:spPr bwMode="auto">
          <a:xfrm>
            <a:off x="6818313" y="2551114"/>
            <a:ext cx="33338" cy="73025"/>
          </a:xfrm>
          <a:custGeom>
            <a:avLst/>
            <a:gdLst>
              <a:gd name="T0" fmla="*/ 4 w 8"/>
              <a:gd name="T1" fmla="*/ 8 h 17"/>
              <a:gd name="T2" fmla="*/ 2 w 8"/>
              <a:gd name="T3" fmla="*/ 5 h 17"/>
              <a:gd name="T4" fmla="*/ 4 w 8"/>
              <a:gd name="T5" fmla="*/ 3 h 17"/>
              <a:gd name="T6" fmla="*/ 7 w 8"/>
              <a:gd name="T7" fmla="*/ 4 h 17"/>
              <a:gd name="T8" fmla="*/ 7 w 8"/>
              <a:gd name="T9" fmla="*/ 3 h 17"/>
              <a:gd name="T10" fmla="*/ 4 w 8"/>
              <a:gd name="T11" fmla="*/ 2 h 17"/>
              <a:gd name="T12" fmla="*/ 4 w 8"/>
              <a:gd name="T13" fmla="*/ 0 h 17"/>
              <a:gd name="T14" fmla="*/ 3 w 8"/>
              <a:gd name="T15" fmla="*/ 0 h 17"/>
              <a:gd name="T16" fmla="*/ 3 w 8"/>
              <a:gd name="T17" fmla="*/ 2 h 17"/>
              <a:gd name="T18" fmla="*/ 0 w 8"/>
              <a:gd name="T19" fmla="*/ 6 h 17"/>
              <a:gd name="T20" fmla="*/ 3 w 8"/>
              <a:gd name="T21" fmla="*/ 9 h 17"/>
              <a:gd name="T22" fmla="*/ 6 w 8"/>
              <a:gd name="T23" fmla="*/ 12 h 17"/>
              <a:gd name="T24" fmla="*/ 3 w 8"/>
              <a:gd name="T25" fmla="*/ 14 h 17"/>
              <a:gd name="T26" fmla="*/ 0 w 8"/>
              <a:gd name="T27" fmla="*/ 13 h 17"/>
              <a:gd name="T28" fmla="*/ 0 w 8"/>
              <a:gd name="T29" fmla="*/ 14 h 17"/>
              <a:gd name="T30" fmla="*/ 3 w 8"/>
              <a:gd name="T31" fmla="*/ 15 h 17"/>
              <a:gd name="T32" fmla="*/ 3 w 8"/>
              <a:gd name="T33" fmla="*/ 17 h 17"/>
              <a:gd name="T34" fmla="*/ 4 w 8"/>
              <a:gd name="T35" fmla="*/ 17 h 17"/>
              <a:gd name="T36" fmla="*/ 4 w 8"/>
              <a:gd name="T37" fmla="*/ 15 h 17"/>
              <a:gd name="T38" fmla="*/ 8 w 8"/>
              <a:gd name="T39" fmla="*/ 12 h 17"/>
              <a:gd name="T40" fmla="*/ 4 w 8"/>
              <a:gd name="T41" fmla="*/ 8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" h="17">
                <a:moveTo>
                  <a:pt x="4" y="8"/>
                </a:moveTo>
                <a:cubicBezTo>
                  <a:pt x="3" y="7"/>
                  <a:pt x="2" y="6"/>
                  <a:pt x="2" y="5"/>
                </a:cubicBezTo>
                <a:cubicBezTo>
                  <a:pt x="2" y="4"/>
                  <a:pt x="2" y="3"/>
                  <a:pt x="4" y="3"/>
                </a:cubicBezTo>
                <a:cubicBezTo>
                  <a:pt x="5" y="3"/>
                  <a:pt x="6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7" y="2"/>
                  <a:pt x="6" y="2"/>
                  <a:pt x="4" y="2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2"/>
                  <a:pt x="0" y="4"/>
                  <a:pt x="0" y="6"/>
                </a:cubicBezTo>
                <a:cubicBezTo>
                  <a:pt x="0" y="7"/>
                  <a:pt x="1" y="8"/>
                  <a:pt x="3" y="9"/>
                </a:cubicBezTo>
                <a:cubicBezTo>
                  <a:pt x="5" y="10"/>
                  <a:pt x="6" y="11"/>
                  <a:pt x="6" y="12"/>
                </a:cubicBezTo>
                <a:cubicBezTo>
                  <a:pt x="6" y="13"/>
                  <a:pt x="5" y="14"/>
                  <a:pt x="3" y="14"/>
                </a:cubicBezTo>
                <a:cubicBezTo>
                  <a:pt x="2" y="14"/>
                  <a:pt x="1" y="13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5"/>
                  <a:pt x="2" y="15"/>
                  <a:pt x="3" y="15"/>
                </a:cubicBezTo>
                <a:cubicBezTo>
                  <a:pt x="3" y="17"/>
                  <a:pt x="3" y="17"/>
                  <a:pt x="3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5"/>
                  <a:pt x="4" y="15"/>
                  <a:pt x="4" y="15"/>
                </a:cubicBezTo>
                <a:cubicBezTo>
                  <a:pt x="7" y="15"/>
                  <a:pt x="8" y="13"/>
                  <a:pt x="8" y="12"/>
                </a:cubicBezTo>
                <a:cubicBezTo>
                  <a:pt x="8" y="10"/>
                  <a:pt x="7" y="9"/>
                  <a:pt x="4" y="8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1" name="Freeform 159"/>
          <p:cNvSpPr>
            <a:spLocks noEditPoints="1"/>
          </p:cNvSpPr>
          <p:nvPr/>
        </p:nvSpPr>
        <p:spPr bwMode="auto">
          <a:xfrm>
            <a:off x="6669088" y="2459039"/>
            <a:ext cx="347663" cy="254000"/>
          </a:xfrm>
          <a:custGeom>
            <a:avLst/>
            <a:gdLst>
              <a:gd name="T0" fmla="*/ 40 w 82"/>
              <a:gd name="T1" fmla="*/ 12 h 60"/>
              <a:gd name="T2" fmla="*/ 0 w 82"/>
              <a:gd name="T3" fmla="*/ 8 h 60"/>
              <a:gd name="T4" fmla="*/ 0 w 82"/>
              <a:gd name="T5" fmla="*/ 49 h 60"/>
              <a:gd name="T6" fmla="*/ 41 w 82"/>
              <a:gd name="T7" fmla="*/ 52 h 60"/>
              <a:gd name="T8" fmla="*/ 82 w 82"/>
              <a:gd name="T9" fmla="*/ 49 h 60"/>
              <a:gd name="T10" fmla="*/ 82 w 82"/>
              <a:gd name="T11" fmla="*/ 8 h 60"/>
              <a:gd name="T12" fmla="*/ 40 w 82"/>
              <a:gd name="T13" fmla="*/ 12 h 60"/>
              <a:gd name="T14" fmla="*/ 39 w 82"/>
              <a:gd name="T15" fmla="*/ 44 h 60"/>
              <a:gd name="T16" fmla="*/ 27 w 82"/>
              <a:gd name="T17" fmla="*/ 31 h 60"/>
              <a:gd name="T18" fmla="*/ 39 w 82"/>
              <a:gd name="T19" fmla="*/ 19 h 60"/>
              <a:gd name="T20" fmla="*/ 51 w 82"/>
              <a:gd name="T21" fmla="*/ 31 h 60"/>
              <a:gd name="T22" fmla="*/ 39 w 82"/>
              <a:gd name="T2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2" h="60">
                <a:moveTo>
                  <a:pt x="40" y="12"/>
                </a:moveTo>
                <a:cubicBezTo>
                  <a:pt x="14" y="24"/>
                  <a:pt x="0" y="8"/>
                  <a:pt x="0" y="8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27" y="60"/>
                  <a:pt x="41" y="52"/>
                </a:cubicBezTo>
                <a:cubicBezTo>
                  <a:pt x="54" y="44"/>
                  <a:pt x="82" y="49"/>
                  <a:pt x="82" y="49"/>
                </a:cubicBezTo>
                <a:cubicBezTo>
                  <a:pt x="82" y="8"/>
                  <a:pt x="82" y="8"/>
                  <a:pt x="82" y="8"/>
                </a:cubicBezTo>
                <a:cubicBezTo>
                  <a:pt x="82" y="8"/>
                  <a:pt x="66" y="0"/>
                  <a:pt x="40" y="12"/>
                </a:cubicBezTo>
                <a:moveTo>
                  <a:pt x="39" y="44"/>
                </a:moveTo>
                <a:cubicBezTo>
                  <a:pt x="32" y="44"/>
                  <a:pt x="27" y="38"/>
                  <a:pt x="27" y="31"/>
                </a:cubicBezTo>
                <a:cubicBezTo>
                  <a:pt x="27" y="25"/>
                  <a:pt x="32" y="19"/>
                  <a:pt x="39" y="19"/>
                </a:cubicBezTo>
                <a:cubicBezTo>
                  <a:pt x="46" y="19"/>
                  <a:pt x="51" y="25"/>
                  <a:pt x="51" y="31"/>
                </a:cubicBezTo>
                <a:cubicBezTo>
                  <a:pt x="51" y="38"/>
                  <a:pt x="46" y="44"/>
                  <a:pt x="39" y="4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2" name="Freeform 160"/>
          <p:cNvSpPr>
            <a:spLocks noEditPoints="1"/>
          </p:cNvSpPr>
          <p:nvPr/>
        </p:nvSpPr>
        <p:spPr bwMode="auto">
          <a:xfrm>
            <a:off x="6818313" y="2581276"/>
            <a:ext cx="33338" cy="42863"/>
          </a:xfrm>
          <a:custGeom>
            <a:avLst/>
            <a:gdLst>
              <a:gd name="T0" fmla="*/ 0 w 8"/>
              <a:gd name="T1" fmla="*/ 7 h 10"/>
              <a:gd name="T2" fmla="*/ 0 w 8"/>
              <a:gd name="T3" fmla="*/ 7 h 10"/>
              <a:gd name="T4" fmla="*/ 3 w 8"/>
              <a:gd name="T5" fmla="*/ 8 h 10"/>
              <a:gd name="T6" fmla="*/ 3 w 8"/>
              <a:gd name="T7" fmla="*/ 8 h 10"/>
              <a:gd name="T8" fmla="*/ 0 w 8"/>
              <a:gd name="T9" fmla="*/ 7 h 10"/>
              <a:gd name="T10" fmla="*/ 8 w 8"/>
              <a:gd name="T11" fmla="*/ 5 h 10"/>
              <a:gd name="T12" fmla="*/ 4 w 8"/>
              <a:gd name="T13" fmla="*/ 8 h 10"/>
              <a:gd name="T14" fmla="*/ 4 w 8"/>
              <a:gd name="T15" fmla="*/ 10 h 10"/>
              <a:gd name="T16" fmla="*/ 3 w 8"/>
              <a:gd name="T17" fmla="*/ 10 h 10"/>
              <a:gd name="T18" fmla="*/ 3 w 8"/>
              <a:gd name="T19" fmla="*/ 10 h 10"/>
              <a:gd name="T20" fmla="*/ 4 w 8"/>
              <a:gd name="T21" fmla="*/ 10 h 10"/>
              <a:gd name="T22" fmla="*/ 4 w 8"/>
              <a:gd name="T23" fmla="*/ 8 h 10"/>
              <a:gd name="T24" fmla="*/ 8 w 8"/>
              <a:gd name="T25" fmla="*/ 5 h 10"/>
              <a:gd name="T26" fmla="*/ 8 w 8"/>
              <a:gd name="T27" fmla="*/ 5 h 10"/>
              <a:gd name="T28" fmla="*/ 0 w 8"/>
              <a:gd name="T29" fmla="*/ 0 h 10"/>
              <a:gd name="T30" fmla="*/ 3 w 8"/>
              <a:gd name="T31" fmla="*/ 2 h 10"/>
              <a:gd name="T32" fmla="*/ 6 w 8"/>
              <a:gd name="T33" fmla="*/ 5 h 10"/>
              <a:gd name="T34" fmla="*/ 6 w 8"/>
              <a:gd name="T35" fmla="*/ 5 h 10"/>
              <a:gd name="T36" fmla="*/ 3 w 8"/>
              <a:gd name="T37" fmla="*/ 2 h 10"/>
              <a:gd name="T38" fmla="*/ 0 w 8"/>
              <a:gd name="T39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" h="10">
                <a:moveTo>
                  <a:pt x="0" y="7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2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2" y="8"/>
                  <a:pt x="1" y="8"/>
                  <a:pt x="0" y="7"/>
                </a:cubicBezTo>
                <a:moveTo>
                  <a:pt x="8" y="5"/>
                </a:moveTo>
                <a:cubicBezTo>
                  <a:pt x="8" y="6"/>
                  <a:pt x="7" y="8"/>
                  <a:pt x="4" y="8"/>
                </a:cubicBezTo>
                <a:cubicBezTo>
                  <a:pt x="4" y="10"/>
                  <a:pt x="4" y="10"/>
                  <a:pt x="4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8"/>
                  <a:pt x="4" y="8"/>
                  <a:pt x="4" y="8"/>
                </a:cubicBezTo>
                <a:cubicBezTo>
                  <a:pt x="7" y="8"/>
                  <a:pt x="8" y="6"/>
                  <a:pt x="8" y="5"/>
                </a:cubicBezTo>
                <a:cubicBezTo>
                  <a:pt x="8" y="5"/>
                  <a:pt x="8" y="5"/>
                  <a:pt x="8" y="5"/>
                </a:cubicBezTo>
                <a:moveTo>
                  <a:pt x="0" y="0"/>
                </a:moveTo>
                <a:cubicBezTo>
                  <a:pt x="1" y="1"/>
                  <a:pt x="2" y="2"/>
                  <a:pt x="3" y="2"/>
                </a:cubicBezTo>
                <a:cubicBezTo>
                  <a:pt x="5" y="3"/>
                  <a:pt x="6" y="4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4"/>
                  <a:pt x="5" y="3"/>
                  <a:pt x="3" y="2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3" name="Freeform 161"/>
          <p:cNvSpPr>
            <a:spLocks/>
          </p:cNvSpPr>
          <p:nvPr/>
        </p:nvSpPr>
        <p:spPr bwMode="auto">
          <a:xfrm>
            <a:off x="6818313" y="2573339"/>
            <a:ext cx="33338" cy="50800"/>
          </a:xfrm>
          <a:custGeom>
            <a:avLst/>
            <a:gdLst>
              <a:gd name="T0" fmla="*/ 2 w 8"/>
              <a:gd name="T1" fmla="*/ 0 h 12"/>
              <a:gd name="T2" fmla="*/ 0 w 8"/>
              <a:gd name="T3" fmla="*/ 1 h 12"/>
              <a:gd name="T4" fmla="*/ 0 w 8"/>
              <a:gd name="T5" fmla="*/ 2 h 12"/>
              <a:gd name="T6" fmla="*/ 3 w 8"/>
              <a:gd name="T7" fmla="*/ 4 h 12"/>
              <a:gd name="T8" fmla="*/ 6 w 8"/>
              <a:gd name="T9" fmla="*/ 7 h 12"/>
              <a:gd name="T10" fmla="*/ 6 w 8"/>
              <a:gd name="T11" fmla="*/ 7 h 12"/>
              <a:gd name="T12" fmla="*/ 6 w 8"/>
              <a:gd name="T13" fmla="*/ 7 h 12"/>
              <a:gd name="T14" fmla="*/ 3 w 8"/>
              <a:gd name="T15" fmla="*/ 9 h 12"/>
              <a:gd name="T16" fmla="*/ 0 w 8"/>
              <a:gd name="T17" fmla="*/ 8 h 12"/>
              <a:gd name="T18" fmla="*/ 0 w 8"/>
              <a:gd name="T19" fmla="*/ 9 h 12"/>
              <a:gd name="T20" fmla="*/ 3 w 8"/>
              <a:gd name="T21" fmla="*/ 10 h 12"/>
              <a:gd name="T22" fmla="*/ 3 w 8"/>
              <a:gd name="T23" fmla="*/ 10 h 12"/>
              <a:gd name="T24" fmla="*/ 3 w 8"/>
              <a:gd name="T25" fmla="*/ 10 h 12"/>
              <a:gd name="T26" fmla="*/ 3 w 8"/>
              <a:gd name="T27" fmla="*/ 12 h 12"/>
              <a:gd name="T28" fmla="*/ 4 w 8"/>
              <a:gd name="T29" fmla="*/ 12 h 12"/>
              <a:gd name="T30" fmla="*/ 4 w 8"/>
              <a:gd name="T31" fmla="*/ 10 h 12"/>
              <a:gd name="T32" fmla="*/ 8 w 8"/>
              <a:gd name="T33" fmla="*/ 7 h 12"/>
              <a:gd name="T34" fmla="*/ 4 w 8"/>
              <a:gd name="T35" fmla="*/ 3 h 12"/>
              <a:gd name="T36" fmla="*/ 2 w 8"/>
              <a:gd name="T3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" h="12">
                <a:moveTo>
                  <a:pt x="2" y="0"/>
                </a:moveTo>
                <a:cubicBezTo>
                  <a:pt x="1" y="1"/>
                  <a:pt x="1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1" y="3"/>
                  <a:pt x="2" y="4"/>
                  <a:pt x="3" y="4"/>
                </a:cubicBezTo>
                <a:cubicBezTo>
                  <a:pt x="5" y="5"/>
                  <a:pt x="6" y="6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8"/>
                  <a:pt x="5" y="9"/>
                  <a:pt x="3" y="9"/>
                </a:cubicBezTo>
                <a:cubicBezTo>
                  <a:pt x="2" y="9"/>
                  <a:pt x="1" y="9"/>
                  <a:pt x="0" y="8"/>
                </a:cubicBezTo>
                <a:cubicBezTo>
                  <a:pt x="0" y="9"/>
                  <a:pt x="0" y="9"/>
                  <a:pt x="0" y="9"/>
                </a:cubicBezTo>
                <a:cubicBezTo>
                  <a:pt x="1" y="10"/>
                  <a:pt x="2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0"/>
                  <a:pt x="4" y="10"/>
                  <a:pt x="4" y="10"/>
                </a:cubicBezTo>
                <a:cubicBezTo>
                  <a:pt x="7" y="10"/>
                  <a:pt x="8" y="8"/>
                  <a:pt x="8" y="7"/>
                </a:cubicBezTo>
                <a:cubicBezTo>
                  <a:pt x="8" y="5"/>
                  <a:pt x="7" y="4"/>
                  <a:pt x="4" y="3"/>
                </a:cubicBezTo>
                <a:cubicBezTo>
                  <a:pt x="3" y="2"/>
                  <a:pt x="2" y="2"/>
                  <a:pt x="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4" name="Freeform 162"/>
          <p:cNvSpPr>
            <a:spLocks/>
          </p:cNvSpPr>
          <p:nvPr/>
        </p:nvSpPr>
        <p:spPr bwMode="auto">
          <a:xfrm>
            <a:off x="6843713" y="2568576"/>
            <a:ext cx="3175" cy="0"/>
          </a:xfrm>
          <a:custGeom>
            <a:avLst/>
            <a:gdLst>
              <a:gd name="T0" fmla="*/ 1 w 1"/>
              <a:gd name="T1" fmla="*/ 1 w 1"/>
              <a:gd name="T2" fmla="*/ 1 w 1"/>
              <a:gd name="T3" fmla="*/ 1 w 1"/>
              <a:gd name="T4" fmla="*/ 0 w 1"/>
              <a:gd name="T5" fmla="*/ 1 w 1"/>
              <a:gd name="T6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5" name="Freeform 163"/>
          <p:cNvSpPr>
            <a:spLocks/>
          </p:cNvSpPr>
          <p:nvPr/>
        </p:nvSpPr>
        <p:spPr bwMode="auto">
          <a:xfrm>
            <a:off x="6846888" y="25685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6" name="Freeform 164"/>
          <p:cNvSpPr>
            <a:spLocks noEditPoints="1"/>
          </p:cNvSpPr>
          <p:nvPr/>
        </p:nvSpPr>
        <p:spPr bwMode="auto">
          <a:xfrm>
            <a:off x="6699250" y="2538414"/>
            <a:ext cx="347663" cy="204788"/>
          </a:xfrm>
          <a:custGeom>
            <a:avLst/>
            <a:gdLst>
              <a:gd name="T0" fmla="*/ 20 w 82"/>
              <a:gd name="T1" fmla="*/ 10 h 48"/>
              <a:gd name="T2" fmla="*/ 20 w 82"/>
              <a:gd name="T3" fmla="*/ 12 h 48"/>
              <a:gd name="T4" fmla="*/ 20 w 82"/>
              <a:gd name="T5" fmla="*/ 13 h 48"/>
              <a:gd name="T6" fmla="*/ 20 w 82"/>
              <a:gd name="T7" fmla="*/ 10 h 48"/>
              <a:gd name="T8" fmla="*/ 20 w 82"/>
              <a:gd name="T9" fmla="*/ 10 h 48"/>
              <a:gd name="T10" fmla="*/ 41 w 82"/>
              <a:gd name="T11" fmla="*/ 4 h 48"/>
              <a:gd name="T12" fmla="*/ 41 w 82"/>
              <a:gd name="T13" fmla="*/ 5 h 48"/>
              <a:gd name="T14" fmla="*/ 44 w 82"/>
              <a:gd name="T15" fmla="*/ 13 h 48"/>
              <a:gd name="T16" fmla="*/ 44 w 82"/>
              <a:gd name="T17" fmla="*/ 12 h 48"/>
              <a:gd name="T18" fmla="*/ 41 w 82"/>
              <a:gd name="T19" fmla="*/ 4 h 48"/>
              <a:gd name="T20" fmla="*/ 75 w 82"/>
              <a:gd name="T21" fmla="*/ 0 h 48"/>
              <a:gd name="T22" fmla="*/ 75 w 82"/>
              <a:gd name="T23" fmla="*/ 30 h 48"/>
              <a:gd name="T24" fmla="*/ 58 w 82"/>
              <a:gd name="T25" fmla="*/ 28 h 48"/>
              <a:gd name="T26" fmla="*/ 34 w 82"/>
              <a:gd name="T27" fmla="*/ 33 h 48"/>
              <a:gd name="T28" fmla="*/ 21 w 82"/>
              <a:gd name="T29" fmla="*/ 36 h 48"/>
              <a:gd name="T30" fmla="*/ 0 w 82"/>
              <a:gd name="T31" fmla="*/ 32 h 48"/>
              <a:gd name="T32" fmla="*/ 0 w 82"/>
              <a:gd name="T33" fmla="*/ 42 h 48"/>
              <a:gd name="T34" fmla="*/ 28 w 82"/>
              <a:gd name="T35" fmla="*/ 48 h 48"/>
              <a:gd name="T36" fmla="*/ 40 w 82"/>
              <a:gd name="T37" fmla="*/ 45 h 48"/>
              <a:gd name="T38" fmla="*/ 64 w 82"/>
              <a:gd name="T39" fmla="*/ 40 h 48"/>
              <a:gd name="T40" fmla="*/ 82 w 82"/>
              <a:gd name="T41" fmla="*/ 42 h 48"/>
              <a:gd name="T42" fmla="*/ 82 w 82"/>
              <a:gd name="T43" fmla="*/ 2 h 48"/>
              <a:gd name="T44" fmla="*/ 75 w 82"/>
              <a:gd name="T4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2" h="48">
                <a:moveTo>
                  <a:pt x="20" y="10"/>
                </a:move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2"/>
                  <a:pt x="20" y="13"/>
                </a:cubicBezTo>
                <a:cubicBezTo>
                  <a:pt x="20" y="12"/>
                  <a:pt x="20" y="11"/>
                  <a:pt x="20" y="10"/>
                </a:cubicBezTo>
                <a:cubicBezTo>
                  <a:pt x="20" y="10"/>
                  <a:pt x="20" y="10"/>
                  <a:pt x="20" y="10"/>
                </a:cubicBezTo>
                <a:moveTo>
                  <a:pt x="41" y="4"/>
                </a:moveTo>
                <a:cubicBezTo>
                  <a:pt x="41" y="5"/>
                  <a:pt x="41" y="5"/>
                  <a:pt x="41" y="5"/>
                </a:cubicBezTo>
                <a:cubicBezTo>
                  <a:pt x="43" y="7"/>
                  <a:pt x="44" y="9"/>
                  <a:pt x="44" y="13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9"/>
                  <a:pt x="43" y="7"/>
                  <a:pt x="41" y="4"/>
                </a:cubicBezTo>
                <a:moveTo>
                  <a:pt x="75" y="0"/>
                </a:moveTo>
                <a:cubicBezTo>
                  <a:pt x="75" y="30"/>
                  <a:pt x="75" y="30"/>
                  <a:pt x="75" y="30"/>
                </a:cubicBezTo>
                <a:cubicBezTo>
                  <a:pt x="75" y="30"/>
                  <a:pt x="67" y="28"/>
                  <a:pt x="58" y="28"/>
                </a:cubicBezTo>
                <a:cubicBezTo>
                  <a:pt x="50" y="28"/>
                  <a:pt x="40" y="29"/>
                  <a:pt x="34" y="33"/>
                </a:cubicBezTo>
                <a:cubicBezTo>
                  <a:pt x="30" y="35"/>
                  <a:pt x="26" y="36"/>
                  <a:pt x="21" y="36"/>
                </a:cubicBezTo>
                <a:cubicBezTo>
                  <a:pt x="13" y="36"/>
                  <a:pt x="5" y="34"/>
                  <a:pt x="0" y="3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2"/>
                  <a:pt x="14" y="48"/>
                  <a:pt x="28" y="48"/>
                </a:cubicBezTo>
                <a:cubicBezTo>
                  <a:pt x="32" y="48"/>
                  <a:pt x="37" y="47"/>
                  <a:pt x="40" y="45"/>
                </a:cubicBezTo>
                <a:cubicBezTo>
                  <a:pt x="47" y="41"/>
                  <a:pt x="56" y="40"/>
                  <a:pt x="64" y="40"/>
                </a:cubicBezTo>
                <a:cubicBezTo>
                  <a:pt x="74" y="40"/>
                  <a:pt x="82" y="42"/>
                  <a:pt x="82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2" y="2"/>
                  <a:pt x="79" y="1"/>
                  <a:pt x="7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7" name="Freeform 165"/>
          <p:cNvSpPr>
            <a:spLocks/>
          </p:cNvSpPr>
          <p:nvPr/>
        </p:nvSpPr>
        <p:spPr bwMode="auto">
          <a:xfrm>
            <a:off x="6699250" y="2535239"/>
            <a:ext cx="317500" cy="157163"/>
          </a:xfrm>
          <a:custGeom>
            <a:avLst/>
            <a:gdLst>
              <a:gd name="T0" fmla="*/ 66 w 75"/>
              <a:gd name="T1" fmla="*/ 0 h 37"/>
              <a:gd name="T2" fmla="*/ 41 w 75"/>
              <a:gd name="T3" fmla="*/ 5 h 37"/>
              <a:gd name="T4" fmla="*/ 44 w 75"/>
              <a:gd name="T5" fmla="*/ 13 h 37"/>
              <a:gd name="T6" fmla="*/ 44 w 75"/>
              <a:gd name="T7" fmla="*/ 14 h 37"/>
              <a:gd name="T8" fmla="*/ 44 w 75"/>
              <a:gd name="T9" fmla="*/ 14 h 37"/>
              <a:gd name="T10" fmla="*/ 32 w 75"/>
              <a:gd name="T11" fmla="*/ 26 h 37"/>
              <a:gd name="T12" fmla="*/ 20 w 75"/>
              <a:gd name="T13" fmla="*/ 14 h 37"/>
              <a:gd name="T14" fmla="*/ 20 w 75"/>
              <a:gd name="T15" fmla="*/ 14 h 37"/>
              <a:gd name="T16" fmla="*/ 20 w 75"/>
              <a:gd name="T17" fmla="*/ 13 h 37"/>
              <a:gd name="T18" fmla="*/ 20 w 75"/>
              <a:gd name="T19" fmla="*/ 11 h 37"/>
              <a:gd name="T20" fmla="*/ 0 w 75"/>
              <a:gd name="T21" fmla="*/ 3 h 37"/>
              <a:gd name="T22" fmla="*/ 0 w 75"/>
              <a:gd name="T23" fmla="*/ 33 h 37"/>
              <a:gd name="T24" fmla="*/ 21 w 75"/>
              <a:gd name="T25" fmla="*/ 37 h 37"/>
              <a:gd name="T26" fmla="*/ 34 w 75"/>
              <a:gd name="T27" fmla="*/ 34 h 37"/>
              <a:gd name="T28" fmla="*/ 58 w 75"/>
              <a:gd name="T29" fmla="*/ 29 h 37"/>
              <a:gd name="T30" fmla="*/ 75 w 75"/>
              <a:gd name="T31" fmla="*/ 31 h 37"/>
              <a:gd name="T32" fmla="*/ 75 w 75"/>
              <a:gd name="T33" fmla="*/ 1 h 37"/>
              <a:gd name="T34" fmla="*/ 66 w 75"/>
              <a:gd name="T35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5" h="37">
                <a:moveTo>
                  <a:pt x="66" y="0"/>
                </a:moveTo>
                <a:cubicBezTo>
                  <a:pt x="60" y="0"/>
                  <a:pt x="51" y="1"/>
                  <a:pt x="41" y="5"/>
                </a:cubicBezTo>
                <a:cubicBezTo>
                  <a:pt x="43" y="8"/>
                  <a:pt x="44" y="10"/>
                  <a:pt x="44" y="13"/>
                </a:cubicBezTo>
                <a:cubicBezTo>
                  <a:pt x="44" y="13"/>
                  <a:pt x="44" y="13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20"/>
                  <a:pt x="39" y="26"/>
                  <a:pt x="32" y="26"/>
                </a:cubicBezTo>
                <a:cubicBezTo>
                  <a:pt x="25" y="26"/>
                  <a:pt x="20" y="20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0" y="12"/>
                  <a:pt x="20" y="11"/>
                </a:cubicBezTo>
                <a:cubicBezTo>
                  <a:pt x="7" y="10"/>
                  <a:pt x="0" y="3"/>
                  <a:pt x="0" y="3"/>
                </a:cubicBezTo>
                <a:cubicBezTo>
                  <a:pt x="0" y="33"/>
                  <a:pt x="0" y="33"/>
                  <a:pt x="0" y="33"/>
                </a:cubicBezTo>
                <a:cubicBezTo>
                  <a:pt x="5" y="35"/>
                  <a:pt x="13" y="37"/>
                  <a:pt x="21" y="37"/>
                </a:cubicBezTo>
                <a:cubicBezTo>
                  <a:pt x="26" y="37"/>
                  <a:pt x="30" y="36"/>
                  <a:pt x="34" y="34"/>
                </a:cubicBezTo>
                <a:cubicBezTo>
                  <a:pt x="40" y="30"/>
                  <a:pt x="50" y="29"/>
                  <a:pt x="58" y="29"/>
                </a:cubicBezTo>
                <a:cubicBezTo>
                  <a:pt x="67" y="29"/>
                  <a:pt x="75" y="31"/>
                  <a:pt x="75" y="31"/>
                </a:cubicBezTo>
                <a:cubicBezTo>
                  <a:pt x="75" y="1"/>
                  <a:pt x="75" y="1"/>
                  <a:pt x="75" y="1"/>
                </a:cubicBezTo>
                <a:cubicBezTo>
                  <a:pt x="73" y="0"/>
                  <a:pt x="70" y="0"/>
                  <a:pt x="6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8" name="Freeform 166"/>
          <p:cNvSpPr>
            <a:spLocks/>
          </p:cNvSpPr>
          <p:nvPr/>
        </p:nvSpPr>
        <p:spPr bwMode="auto">
          <a:xfrm>
            <a:off x="7488238" y="2563814"/>
            <a:ext cx="28575" cy="73025"/>
          </a:xfrm>
          <a:custGeom>
            <a:avLst/>
            <a:gdLst>
              <a:gd name="T0" fmla="*/ 4 w 7"/>
              <a:gd name="T1" fmla="*/ 8 h 17"/>
              <a:gd name="T2" fmla="*/ 2 w 7"/>
              <a:gd name="T3" fmla="*/ 5 h 17"/>
              <a:gd name="T4" fmla="*/ 4 w 7"/>
              <a:gd name="T5" fmla="*/ 4 h 17"/>
              <a:gd name="T6" fmla="*/ 7 w 7"/>
              <a:gd name="T7" fmla="*/ 4 h 17"/>
              <a:gd name="T8" fmla="*/ 7 w 7"/>
              <a:gd name="T9" fmla="*/ 3 h 17"/>
              <a:gd name="T10" fmla="*/ 4 w 7"/>
              <a:gd name="T11" fmla="*/ 2 h 17"/>
              <a:gd name="T12" fmla="*/ 4 w 7"/>
              <a:gd name="T13" fmla="*/ 0 h 17"/>
              <a:gd name="T14" fmla="*/ 3 w 7"/>
              <a:gd name="T15" fmla="*/ 0 h 17"/>
              <a:gd name="T16" fmla="*/ 3 w 7"/>
              <a:gd name="T17" fmla="*/ 2 h 17"/>
              <a:gd name="T18" fmla="*/ 0 w 7"/>
              <a:gd name="T19" fmla="*/ 6 h 17"/>
              <a:gd name="T20" fmla="*/ 3 w 7"/>
              <a:gd name="T21" fmla="*/ 9 h 17"/>
              <a:gd name="T22" fmla="*/ 6 w 7"/>
              <a:gd name="T23" fmla="*/ 12 h 17"/>
              <a:gd name="T24" fmla="*/ 3 w 7"/>
              <a:gd name="T25" fmla="*/ 14 h 17"/>
              <a:gd name="T26" fmla="*/ 0 w 7"/>
              <a:gd name="T27" fmla="*/ 13 h 17"/>
              <a:gd name="T28" fmla="*/ 0 w 7"/>
              <a:gd name="T29" fmla="*/ 14 h 17"/>
              <a:gd name="T30" fmla="*/ 3 w 7"/>
              <a:gd name="T31" fmla="*/ 15 h 17"/>
              <a:gd name="T32" fmla="*/ 3 w 7"/>
              <a:gd name="T33" fmla="*/ 17 h 17"/>
              <a:gd name="T34" fmla="*/ 4 w 7"/>
              <a:gd name="T35" fmla="*/ 17 h 17"/>
              <a:gd name="T36" fmla="*/ 4 w 7"/>
              <a:gd name="T37" fmla="*/ 15 h 17"/>
              <a:gd name="T38" fmla="*/ 7 w 7"/>
              <a:gd name="T39" fmla="*/ 12 h 17"/>
              <a:gd name="T40" fmla="*/ 4 w 7"/>
              <a:gd name="T41" fmla="*/ 8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" h="17">
                <a:moveTo>
                  <a:pt x="4" y="8"/>
                </a:moveTo>
                <a:cubicBezTo>
                  <a:pt x="2" y="7"/>
                  <a:pt x="2" y="6"/>
                  <a:pt x="2" y="5"/>
                </a:cubicBezTo>
                <a:cubicBezTo>
                  <a:pt x="2" y="4"/>
                  <a:pt x="2" y="4"/>
                  <a:pt x="4" y="4"/>
                </a:cubicBezTo>
                <a:cubicBezTo>
                  <a:pt x="5" y="4"/>
                  <a:pt x="6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6" y="2"/>
                  <a:pt x="6" y="2"/>
                  <a:pt x="4" y="2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2"/>
                  <a:pt x="0" y="4"/>
                  <a:pt x="0" y="6"/>
                </a:cubicBezTo>
                <a:cubicBezTo>
                  <a:pt x="0" y="7"/>
                  <a:pt x="1" y="8"/>
                  <a:pt x="3" y="9"/>
                </a:cubicBezTo>
                <a:cubicBezTo>
                  <a:pt x="5" y="10"/>
                  <a:pt x="6" y="11"/>
                  <a:pt x="6" y="12"/>
                </a:cubicBezTo>
                <a:cubicBezTo>
                  <a:pt x="6" y="13"/>
                  <a:pt x="5" y="14"/>
                  <a:pt x="3" y="14"/>
                </a:cubicBezTo>
                <a:cubicBezTo>
                  <a:pt x="2" y="14"/>
                  <a:pt x="1" y="13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2" y="15"/>
                  <a:pt x="3" y="15"/>
                </a:cubicBezTo>
                <a:cubicBezTo>
                  <a:pt x="3" y="17"/>
                  <a:pt x="3" y="17"/>
                  <a:pt x="3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5"/>
                  <a:pt x="4" y="15"/>
                  <a:pt x="4" y="15"/>
                </a:cubicBezTo>
                <a:cubicBezTo>
                  <a:pt x="6" y="15"/>
                  <a:pt x="7" y="13"/>
                  <a:pt x="7" y="12"/>
                </a:cubicBezTo>
                <a:cubicBezTo>
                  <a:pt x="7" y="10"/>
                  <a:pt x="6" y="9"/>
                  <a:pt x="4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9" name="Freeform 167"/>
          <p:cNvSpPr>
            <a:spLocks noEditPoints="1"/>
          </p:cNvSpPr>
          <p:nvPr/>
        </p:nvSpPr>
        <p:spPr bwMode="auto">
          <a:xfrm>
            <a:off x="7339013" y="2471739"/>
            <a:ext cx="347663" cy="254000"/>
          </a:xfrm>
          <a:custGeom>
            <a:avLst/>
            <a:gdLst>
              <a:gd name="T0" fmla="*/ 40 w 82"/>
              <a:gd name="T1" fmla="*/ 12 h 60"/>
              <a:gd name="T2" fmla="*/ 0 w 82"/>
              <a:gd name="T3" fmla="*/ 8 h 60"/>
              <a:gd name="T4" fmla="*/ 0 w 82"/>
              <a:gd name="T5" fmla="*/ 49 h 60"/>
              <a:gd name="T6" fmla="*/ 40 w 82"/>
              <a:gd name="T7" fmla="*/ 52 h 60"/>
              <a:gd name="T8" fmla="*/ 82 w 82"/>
              <a:gd name="T9" fmla="*/ 49 h 60"/>
              <a:gd name="T10" fmla="*/ 82 w 82"/>
              <a:gd name="T11" fmla="*/ 8 h 60"/>
              <a:gd name="T12" fmla="*/ 40 w 82"/>
              <a:gd name="T13" fmla="*/ 12 h 60"/>
              <a:gd name="T14" fmla="*/ 39 w 82"/>
              <a:gd name="T15" fmla="*/ 44 h 60"/>
              <a:gd name="T16" fmla="*/ 26 w 82"/>
              <a:gd name="T17" fmla="*/ 32 h 60"/>
              <a:gd name="T18" fmla="*/ 39 w 82"/>
              <a:gd name="T19" fmla="*/ 19 h 60"/>
              <a:gd name="T20" fmla="*/ 51 w 82"/>
              <a:gd name="T21" fmla="*/ 32 h 60"/>
              <a:gd name="T22" fmla="*/ 39 w 82"/>
              <a:gd name="T2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2" h="60">
                <a:moveTo>
                  <a:pt x="40" y="12"/>
                </a:moveTo>
                <a:cubicBezTo>
                  <a:pt x="14" y="24"/>
                  <a:pt x="0" y="8"/>
                  <a:pt x="0" y="8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27" y="60"/>
                  <a:pt x="40" y="52"/>
                </a:cubicBezTo>
                <a:cubicBezTo>
                  <a:pt x="54" y="44"/>
                  <a:pt x="82" y="49"/>
                  <a:pt x="82" y="49"/>
                </a:cubicBezTo>
                <a:cubicBezTo>
                  <a:pt x="82" y="8"/>
                  <a:pt x="82" y="8"/>
                  <a:pt x="82" y="8"/>
                </a:cubicBezTo>
                <a:cubicBezTo>
                  <a:pt x="82" y="8"/>
                  <a:pt x="66" y="0"/>
                  <a:pt x="40" y="12"/>
                </a:cubicBezTo>
                <a:close/>
                <a:moveTo>
                  <a:pt x="39" y="44"/>
                </a:moveTo>
                <a:cubicBezTo>
                  <a:pt x="32" y="44"/>
                  <a:pt x="26" y="38"/>
                  <a:pt x="26" y="32"/>
                </a:cubicBezTo>
                <a:cubicBezTo>
                  <a:pt x="26" y="25"/>
                  <a:pt x="32" y="19"/>
                  <a:pt x="39" y="19"/>
                </a:cubicBezTo>
                <a:cubicBezTo>
                  <a:pt x="45" y="19"/>
                  <a:pt x="51" y="25"/>
                  <a:pt x="51" y="32"/>
                </a:cubicBezTo>
                <a:cubicBezTo>
                  <a:pt x="51" y="38"/>
                  <a:pt x="45" y="44"/>
                  <a:pt x="39" y="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0" name="Freeform 168"/>
          <p:cNvSpPr>
            <a:spLocks/>
          </p:cNvSpPr>
          <p:nvPr/>
        </p:nvSpPr>
        <p:spPr bwMode="auto">
          <a:xfrm>
            <a:off x="639763" y="3128964"/>
            <a:ext cx="411163" cy="285750"/>
          </a:xfrm>
          <a:custGeom>
            <a:avLst/>
            <a:gdLst>
              <a:gd name="T0" fmla="*/ 189 w 259"/>
              <a:gd name="T1" fmla="*/ 0 h 180"/>
              <a:gd name="T2" fmla="*/ 189 w 259"/>
              <a:gd name="T3" fmla="*/ 54 h 180"/>
              <a:gd name="T4" fmla="*/ 122 w 259"/>
              <a:gd name="T5" fmla="*/ 54 h 180"/>
              <a:gd name="T6" fmla="*/ 122 w 259"/>
              <a:gd name="T7" fmla="*/ 113 h 180"/>
              <a:gd name="T8" fmla="*/ 56 w 259"/>
              <a:gd name="T9" fmla="*/ 113 h 180"/>
              <a:gd name="T10" fmla="*/ 56 w 259"/>
              <a:gd name="T11" fmla="*/ 172 h 180"/>
              <a:gd name="T12" fmla="*/ 0 w 259"/>
              <a:gd name="T13" fmla="*/ 172 h 180"/>
              <a:gd name="T14" fmla="*/ 0 w 259"/>
              <a:gd name="T15" fmla="*/ 180 h 180"/>
              <a:gd name="T16" fmla="*/ 66 w 259"/>
              <a:gd name="T17" fmla="*/ 180 h 180"/>
              <a:gd name="T18" fmla="*/ 66 w 259"/>
              <a:gd name="T19" fmla="*/ 121 h 180"/>
              <a:gd name="T20" fmla="*/ 130 w 259"/>
              <a:gd name="T21" fmla="*/ 121 h 180"/>
              <a:gd name="T22" fmla="*/ 130 w 259"/>
              <a:gd name="T23" fmla="*/ 65 h 180"/>
              <a:gd name="T24" fmla="*/ 200 w 259"/>
              <a:gd name="T25" fmla="*/ 65 h 180"/>
              <a:gd name="T26" fmla="*/ 200 w 259"/>
              <a:gd name="T27" fmla="*/ 11 h 180"/>
              <a:gd name="T28" fmla="*/ 259 w 259"/>
              <a:gd name="T29" fmla="*/ 11 h 180"/>
              <a:gd name="T30" fmla="*/ 259 w 259"/>
              <a:gd name="T31" fmla="*/ 0 h 180"/>
              <a:gd name="T32" fmla="*/ 189 w 259"/>
              <a:gd name="T33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9" h="180">
                <a:moveTo>
                  <a:pt x="189" y="0"/>
                </a:moveTo>
                <a:lnTo>
                  <a:pt x="189" y="54"/>
                </a:lnTo>
                <a:lnTo>
                  <a:pt x="122" y="54"/>
                </a:lnTo>
                <a:lnTo>
                  <a:pt x="122" y="113"/>
                </a:lnTo>
                <a:lnTo>
                  <a:pt x="56" y="113"/>
                </a:lnTo>
                <a:lnTo>
                  <a:pt x="56" y="172"/>
                </a:lnTo>
                <a:lnTo>
                  <a:pt x="0" y="172"/>
                </a:lnTo>
                <a:lnTo>
                  <a:pt x="0" y="180"/>
                </a:lnTo>
                <a:lnTo>
                  <a:pt x="66" y="180"/>
                </a:lnTo>
                <a:lnTo>
                  <a:pt x="66" y="121"/>
                </a:lnTo>
                <a:lnTo>
                  <a:pt x="130" y="121"/>
                </a:lnTo>
                <a:lnTo>
                  <a:pt x="130" y="65"/>
                </a:lnTo>
                <a:lnTo>
                  <a:pt x="200" y="65"/>
                </a:lnTo>
                <a:lnTo>
                  <a:pt x="200" y="11"/>
                </a:lnTo>
                <a:lnTo>
                  <a:pt x="259" y="11"/>
                </a:lnTo>
                <a:lnTo>
                  <a:pt x="259" y="0"/>
                </a:lnTo>
                <a:lnTo>
                  <a:pt x="1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1" name="Freeform 169"/>
          <p:cNvSpPr>
            <a:spLocks/>
          </p:cNvSpPr>
          <p:nvPr/>
        </p:nvSpPr>
        <p:spPr bwMode="auto">
          <a:xfrm>
            <a:off x="693738" y="3100389"/>
            <a:ext cx="152400" cy="152400"/>
          </a:xfrm>
          <a:custGeom>
            <a:avLst/>
            <a:gdLst>
              <a:gd name="T0" fmla="*/ 22 w 96"/>
              <a:gd name="T1" fmla="*/ 96 h 96"/>
              <a:gd name="T2" fmla="*/ 64 w 96"/>
              <a:gd name="T3" fmla="*/ 53 h 96"/>
              <a:gd name="T4" fmla="*/ 78 w 96"/>
              <a:gd name="T5" fmla="*/ 66 h 96"/>
              <a:gd name="T6" fmla="*/ 96 w 96"/>
              <a:gd name="T7" fmla="*/ 0 h 96"/>
              <a:gd name="T8" fmla="*/ 30 w 96"/>
              <a:gd name="T9" fmla="*/ 18 h 96"/>
              <a:gd name="T10" fmla="*/ 43 w 96"/>
              <a:gd name="T11" fmla="*/ 29 h 96"/>
              <a:gd name="T12" fmla="*/ 0 w 96"/>
              <a:gd name="T13" fmla="*/ 72 h 96"/>
              <a:gd name="T14" fmla="*/ 22 w 96"/>
              <a:gd name="T1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96">
                <a:moveTo>
                  <a:pt x="22" y="96"/>
                </a:moveTo>
                <a:lnTo>
                  <a:pt x="64" y="53"/>
                </a:lnTo>
                <a:lnTo>
                  <a:pt x="78" y="66"/>
                </a:lnTo>
                <a:lnTo>
                  <a:pt x="96" y="0"/>
                </a:lnTo>
                <a:lnTo>
                  <a:pt x="30" y="18"/>
                </a:lnTo>
                <a:lnTo>
                  <a:pt x="43" y="29"/>
                </a:lnTo>
                <a:lnTo>
                  <a:pt x="0" y="72"/>
                </a:lnTo>
                <a:lnTo>
                  <a:pt x="22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2" name="Freeform 170"/>
          <p:cNvSpPr>
            <a:spLocks/>
          </p:cNvSpPr>
          <p:nvPr/>
        </p:nvSpPr>
        <p:spPr bwMode="auto">
          <a:xfrm>
            <a:off x="1347788" y="3154364"/>
            <a:ext cx="406400" cy="285750"/>
          </a:xfrm>
          <a:custGeom>
            <a:avLst/>
            <a:gdLst>
              <a:gd name="T0" fmla="*/ 187 w 256"/>
              <a:gd name="T1" fmla="*/ 0 h 180"/>
              <a:gd name="T2" fmla="*/ 187 w 256"/>
              <a:gd name="T3" fmla="*/ 54 h 180"/>
              <a:gd name="T4" fmla="*/ 120 w 256"/>
              <a:gd name="T5" fmla="*/ 54 h 180"/>
              <a:gd name="T6" fmla="*/ 120 w 256"/>
              <a:gd name="T7" fmla="*/ 113 h 180"/>
              <a:gd name="T8" fmla="*/ 56 w 256"/>
              <a:gd name="T9" fmla="*/ 113 h 180"/>
              <a:gd name="T10" fmla="*/ 56 w 256"/>
              <a:gd name="T11" fmla="*/ 169 h 180"/>
              <a:gd name="T12" fmla="*/ 0 w 256"/>
              <a:gd name="T13" fmla="*/ 169 h 180"/>
              <a:gd name="T14" fmla="*/ 0 w 256"/>
              <a:gd name="T15" fmla="*/ 180 h 180"/>
              <a:gd name="T16" fmla="*/ 64 w 256"/>
              <a:gd name="T17" fmla="*/ 180 h 180"/>
              <a:gd name="T18" fmla="*/ 64 w 256"/>
              <a:gd name="T19" fmla="*/ 121 h 180"/>
              <a:gd name="T20" fmla="*/ 128 w 256"/>
              <a:gd name="T21" fmla="*/ 121 h 180"/>
              <a:gd name="T22" fmla="*/ 128 w 256"/>
              <a:gd name="T23" fmla="*/ 65 h 180"/>
              <a:gd name="T24" fmla="*/ 197 w 256"/>
              <a:gd name="T25" fmla="*/ 65 h 180"/>
              <a:gd name="T26" fmla="*/ 197 w 256"/>
              <a:gd name="T27" fmla="*/ 11 h 180"/>
              <a:gd name="T28" fmla="*/ 256 w 256"/>
              <a:gd name="T29" fmla="*/ 11 h 180"/>
              <a:gd name="T30" fmla="*/ 256 w 256"/>
              <a:gd name="T31" fmla="*/ 0 h 180"/>
              <a:gd name="T32" fmla="*/ 187 w 256"/>
              <a:gd name="T33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6" h="180">
                <a:moveTo>
                  <a:pt x="187" y="0"/>
                </a:moveTo>
                <a:lnTo>
                  <a:pt x="187" y="54"/>
                </a:lnTo>
                <a:lnTo>
                  <a:pt x="120" y="54"/>
                </a:lnTo>
                <a:lnTo>
                  <a:pt x="120" y="113"/>
                </a:lnTo>
                <a:lnTo>
                  <a:pt x="56" y="113"/>
                </a:lnTo>
                <a:lnTo>
                  <a:pt x="56" y="169"/>
                </a:lnTo>
                <a:lnTo>
                  <a:pt x="0" y="169"/>
                </a:lnTo>
                <a:lnTo>
                  <a:pt x="0" y="180"/>
                </a:lnTo>
                <a:lnTo>
                  <a:pt x="64" y="180"/>
                </a:lnTo>
                <a:lnTo>
                  <a:pt x="64" y="121"/>
                </a:lnTo>
                <a:lnTo>
                  <a:pt x="128" y="121"/>
                </a:lnTo>
                <a:lnTo>
                  <a:pt x="128" y="65"/>
                </a:lnTo>
                <a:lnTo>
                  <a:pt x="197" y="65"/>
                </a:lnTo>
                <a:lnTo>
                  <a:pt x="197" y="11"/>
                </a:lnTo>
                <a:lnTo>
                  <a:pt x="256" y="11"/>
                </a:lnTo>
                <a:lnTo>
                  <a:pt x="256" y="0"/>
                </a:lnTo>
                <a:lnTo>
                  <a:pt x="18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3" name="Freeform 171"/>
          <p:cNvSpPr>
            <a:spLocks/>
          </p:cNvSpPr>
          <p:nvPr/>
        </p:nvSpPr>
        <p:spPr bwMode="auto">
          <a:xfrm>
            <a:off x="1414463" y="3103564"/>
            <a:ext cx="153988" cy="153988"/>
          </a:xfrm>
          <a:custGeom>
            <a:avLst/>
            <a:gdLst>
              <a:gd name="T0" fmla="*/ 56 w 97"/>
              <a:gd name="T1" fmla="*/ 67 h 97"/>
              <a:gd name="T2" fmla="*/ 97 w 97"/>
              <a:gd name="T3" fmla="*/ 24 h 97"/>
              <a:gd name="T4" fmla="*/ 75 w 97"/>
              <a:gd name="T5" fmla="*/ 0 h 97"/>
              <a:gd name="T6" fmla="*/ 32 w 97"/>
              <a:gd name="T7" fmla="*/ 43 h 97"/>
              <a:gd name="T8" fmla="*/ 19 w 97"/>
              <a:gd name="T9" fmla="*/ 32 h 97"/>
              <a:gd name="T10" fmla="*/ 0 w 97"/>
              <a:gd name="T11" fmla="*/ 97 h 97"/>
              <a:gd name="T12" fmla="*/ 67 w 97"/>
              <a:gd name="T13" fmla="*/ 81 h 97"/>
              <a:gd name="T14" fmla="*/ 56 w 97"/>
              <a:gd name="T15" fmla="*/ 6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7" h="97">
                <a:moveTo>
                  <a:pt x="56" y="67"/>
                </a:moveTo>
                <a:lnTo>
                  <a:pt x="97" y="24"/>
                </a:lnTo>
                <a:lnTo>
                  <a:pt x="75" y="0"/>
                </a:lnTo>
                <a:lnTo>
                  <a:pt x="32" y="43"/>
                </a:lnTo>
                <a:lnTo>
                  <a:pt x="19" y="32"/>
                </a:lnTo>
                <a:lnTo>
                  <a:pt x="0" y="97"/>
                </a:lnTo>
                <a:lnTo>
                  <a:pt x="67" y="81"/>
                </a:lnTo>
                <a:lnTo>
                  <a:pt x="56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4" name="Freeform 172"/>
          <p:cNvSpPr>
            <a:spLocks noEditPoints="1"/>
          </p:cNvSpPr>
          <p:nvPr/>
        </p:nvSpPr>
        <p:spPr bwMode="auto">
          <a:xfrm>
            <a:off x="2165350" y="3192464"/>
            <a:ext cx="373063" cy="260350"/>
          </a:xfrm>
          <a:custGeom>
            <a:avLst/>
            <a:gdLst>
              <a:gd name="T0" fmla="*/ 67 w 88"/>
              <a:gd name="T1" fmla="*/ 4 h 61"/>
              <a:gd name="T2" fmla="*/ 67 w 88"/>
              <a:gd name="T3" fmla="*/ 4 h 61"/>
              <a:gd name="T4" fmla="*/ 67 w 88"/>
              <a:gd name="T5" fmla="*/ 0 h 61"/>
              <a:gd name="T6" fmla="*/ 3 w 88"/>
              <a:gd name="T7" fmla="*/ 0 h 61"/>
              <a:gd name="T8" fmla="*/ 9 w 88"/>
              <a:gd name="T9" fmla="*/ 61 h 61"/>
              <a:gd name="T10" fmla="*/ 60 w 88"/>
              <a:gd name="T11" fmla="*/ 61 h 61"/>
              <a:gd name="T12" fmla="*/ 65 w 88"/>
              <a:gd name="T13" fmla="*/ 46 h 61"/>
              <a:gd name="T14" fmla="*/ 67 w 88"/>
              <a:gd name="T15" fmla="*/ 46 h 61"/>
              <a:gd name="T16" fmla="*/ 88 w 88"/>
              <a:gd name="T17" fmla="*/ 25 h 61"/>
              <a:gd name="T18" fmla="*/ 67 w 88"/>
              <a:gd name="T19" fmla="*/ 4 h 61"/>
              <a:gd name="T20" fmla="*/ 67 w 88"/>
              <a:gd name="T21" fmla="*/ 40 h 61"/>
              <a:gd name="T22" fmla="*/ 66 w 88"/>
              <a:gd name="T23" fmla="*/ 40 h 61"/>
              <a:gd name="T24" fmla="*/ 67 w 88"/>
              <a:gd name="T25" fmla="*/ 10 h 61"/>
              <a:gd name="T26" fmla="*/ 67 w 88"/>
              <a:gd name="T27" fmla="*/ 10 h 61"/>
              <a:gd name="T28" fmla="*/ 82 w 88"/>
              <a:gd name="T29" fmla="*/ 25 h 61"/>
              <a:gd name="T30" fmla="*/ 67 w 88"/>
              <a:gd name="T31" fmla="*/ 4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61">
                <a:moveTo>
                  <a:pt x="67" y="4"/>
                </a:moveTo>
                <a:cubicBezTo>
                  <a:pt x="67" y="4"/>
                  <a:pt x="67" y="4"/>
                  <a:pt x="67" y="4"/>
                </a:cubicBezTo>
                <a:cubicBezTo>
                  <a:pt x="67" y="1"/>
                  <a:pt x="67" y="0"/>
                  <a:pt x="67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0" y="51"/>
                  <a:pt x="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3" y="58"/>
                  <a:pt x="64" y="53"/>
                  <a:pt x="65" y="46"/>
                </a:cubicBezTo>
                <a:cubicBezTo>
                  <a:pt x="66" y="46"/>
                  <a:pt x="66" y="46"/>
                  <a:pt x="67" y="46"/>
                </a:cubicBezTo>
                <a:cubicBezTo>
                  <a:pt x="79" y="46"/>
                  <a:pt x="88" y="36"/>
                  <a:pt x="88" y="25"/>
                </a:cubicBezTo>
                <a:cubicBezTo>
                  <a:pt x="88" y="13"/>
                  <a:pt x="79" y="4"/>
                  <a:pt x="67" y="4"/>
                </a:cubicBezTo>
                <a:close/>
                <a:moveTo>
                  <a:pt x="67" y="40"/>
                </a:moveTo>
                <a:cubicBezTo>
                  <a:pt x="66" y="40"/>
                  <a:pt x="66" y="40"/>
                  <a:pt x="66" y="40"/>
                </a:cubicBezTo>
                <a:cubicBezTo>
                  <a:pt x="67" y="29"/>
                  <a:pt x="67" y="18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75" y="10"/>
                  <a:pt x="82" y="17"/>
                  <a:pt x="82" y="25"/>
                </a:cubicBezTo>
                <a:cubicBezTo>
                  <a:pt x="82" y="33"/>
                  <a:pt x="75" y="40"/>
                  <a:pt x="67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5" name="Freeform 173"/>
          <p:cNvSpPr>
            <a:spLocks/>
          </p:cNvSpPr>
          <p:nvPr/>
        </p:nvSpPr>
        <p:spPr bwMode="auto">
          <a:xfrm>
            <a:off x="2309813" y="3027364"/>
            <a:ext cx="55563" cy="123825"/>
          </a:xfrm>
          <a:custGeom>
            <a:avLst/>
            <a:gdLst>
              <a:gd name="T0" fmla="*/ 8 w 13"/>
              <a:gd name="T1" fmla="*/ 26 h 29"/>
              <a:gd name="T2" fmla="*/ 8 w 13"/>
              <a:gd name="T3" fmla="*/ 16 h 29"/>
              <a:gd name="T4" fmla="*/ 8 w 13"/>
              <a:gd name="T5" fmla="*/ 0 h 29"/>
              <a:gd name="T6" fmla="*/ 6 w 13"/>
              <a:gd name="T7" fmla="*/ 2 h 29"/>
              <a:gd name="T8" fmla="*/ 5 w 13"/>
              <a:gd name="T9" fmla="*/ 13 h 29"/>
              <a:gd name="T10" fmla="*/ 6 w 13"/>
              <a:gd name="T11" fmla="*/ 29 h 29"/>
              <a:gd name="T12" fmla="*/ 8 w 13"/>
              <a:gd name="T1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29">
                <a:moveTo>
                  <a:pt x="8" y="26"/>
                </a:moveTo>
                <a:cubicBezTo>
                  <a:pt x="8" y="26"/>
                  <a:pt x="3" y="21"/>
                  <a:pt x="8" y="16"/>
                </a:cubicBezTo>
                <a:cubicBezTo>
                  <a:pt x="13" y="9"/>
                  <a:pt x="10" y="3"/>
                  <a:pt x="8" y="0"/>
                </a:cubicBezTo>
                <a:cubicBezTo>
                  <a:pt x="6" y="2"/>
                  <a:pt x="6" y="2"/>
                  <a:pt x="6" y="2"/>
                </a:cubicBezTo>
                <a:cubicBezTo>
                  <a:pt x="6" y="3"/>
                  <a:pt x="10" y="8"/>
                  <a:pt x="5" y="13"/>
                </a:cubicBezTo>
                <a:cubicBezTo>
                  <a:pt x="0" y="20"/>
                  <a:pt x="3" y="26"/>
                  <a:pt x="6" y="29"/>
                </a:cubicBezTo>
                <a:lnTo>
                  <a:pt x="8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6" name="Freeform 174"/>
          <p:cNvSpPr>
            <a:spLocks/>
          </p:cNvSpPr>
          <p:nvPr/>
        </p:nvSpPr>
        <p:spPr bwMode="auto">
          <a:xfrm>
            <a:off x="2241550" y="3027364"/>
            <a:ext cx="55563" cy="123825"/>
          </a:xfrm>
          <a:custGeom>
            <a:avLst/>
            <a:gdLst>
              <a:gd name="T0" fmla="*/ 8 w 13"/>
              <a:gd name="T1" fmla="*/ 26 h 29"/>
              <a:gd name="T2" fmla="*/ 8 w 13"/>
              <a:gd name="T3" fmla="*/ 16 h 29"/>
              <a:gd name="T4" fmla="*/ 8 w 13"/>
              <a:gd name="T5" fmla="*/ 0 h 29"/>
              <a:gd name="T6" fmla="*/ 6 w 13"/>
              <a:gd name="T7" fmla="*/ 2 h 29"/>
              <a:gd name="T8" fmla="*/ 6 w 13"/>
              <a:gd name="T9" fmla="*/ 13 h 29"/>
              <a:gd name="T10" fmla="*/ 6 w 13"/>
              <a:gd name="T11" fmla="*/ 29 h 29"/>
              <a:gd name="T12" fmla="*/ 8 w 13"/>
              <a:gd name="T1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29">
                <a:moveTo>
                  <a:pt x="8" y="26"/>
                </a:moveTo>
                <a:cubicBezTo>
                  <a:pt x="8" y="26"/>
                  <a:pt x="3" y="21"/>
                  <a:pt x="8" y="16"/>
                </a:cubicBezTo>
                <a:cubicBezTo>
                  <a:pt x="13" y="9"/>
                  <a:pt x="10" y="3"/>
                  <a:pt x="8" y="0"/>
                </a:cubicBezTo>
                <a:cubicBezTo>
                  <a:pt x="6" y="2"/>
                  <a:pt x="6" y="2"/>
                  <a:pt x="6" y="2"/>
                </a:cubicBezTo>
                <a:cubicBezTo>
                  <a:pt x="6" y="3"/>
                  <a:pt x="11" y="8"/>
                  <a:pt x="6" y="13"/>
                </a:cubicBezTo>
                <a:cubicBezTo>
                  <a:pt x="0" y="20"/>
                  <a:pt x="3" y="26"/>
                  <a:pt x="6" y="29"/>
                </a:cubicBezTo>
                <a:lnTo>
                  <a:pt x="8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7" name="Freeform 175"/>
          <p:cNvSpPr>
            <a:spLocks noEditPoints="1"/>
          </p:cNvSpPr>
          <p:nvPr/>
        </p:nvSpPr>
        <p:spPr bwMode="auto">
          <a:xfrm>
            <a:off x="2776538" y="3151189"/>
            <a:ext cx="474663" cy="241300"/>
          </a:xfrm>
          <a:custGeom>
            <a:avLst/>
            <a:gdLst>
              <a:gd name="T0" fmla="*/ 110 w 112"/>
              <a:gd name="T1" fmla="*/ 51 h 57"/>
              <a:gd name="T2" fmla="*/ 57 w 112"/>
              <a:gd name="T3" fmla="*/ 19 h 57"/>
              <a:gd name="T4" fmla="*/ 57 w 112"/>
              <a:gd name="T5" fmla="*/ 19 h 57"/>
              <a:gd name="T6" fmla="*/ 57 w 112"/>
              <a:gd name="T7" fmla="*/ 12 h 57"/>
              <a:gd name="T8" fmla="*/ 56 w 112"/>
              <a:gd name="T9" fmla="*/ 12 h 57"/>
              <a:gd name="T10" fmla="*/ 56 w 112"/>
              <a:gd name="T11" fmla="*/ 12 h 57"/>
              <a:gd name="T12" fmla="*/ 55 w 112"/>
              <a:gd name="T13" fmla="*/ 12 h 57"/>
              <a:gd name="T14" fmla="*/ 50 w 112"/>
              <a:gd name="T15" fmla="*/ 8 h 57"/>
              <a:gd name="T16" fmla="*/ 55 w 112"/>
              <a:gd name="T17" fmla="*/ 3 h 57"/>
              <a:gd name="T18" fmla="*/ 58 w 112"/>
              <a:gd name="T19" fmla="*/ 4 h 57"/>
              <a:gd name="T20" fmla="*/ 59 w 112"/>
              <a:gd name="T21" fmla="*/ 6 h 57"/>
              <a:gd name="T22" fmla="*/ 59 w 112"/>
              <a:gd name="T23" fmla="*/ 8 h 57"/>
              <a:gd name="T24" fmla="*/ 63 w 112"/>
              <a:gd name="T25" fmla="*/ 7 h 57"/>
              <a:gd name="T26" fmla="*/ 62 w 112"/>
              <a:gd name="T27" fmla="*/ 5 h 57"/>
              <a:gd name="T28" fmla="*/ 60 w 112"/>
              <a:gd name="T29" fmla="*/ 2 h 57"/>
              <a:gd name="T30" fmla="*/ 55 w 112"/>
              <a:gd name="T31" fmla="*/ 0 h 57"/>
              <a:gd name="T32" fmla="*/ 47 w 112"/>
              <a:gd name="T33" fmla="*/ 8 h 57"/>
              <a:gd name="T34" fmla="*/ 54 w 112"/>
              <a:gd name="T35" fmla="*/ 16 h 57"/>
              <a:gd name="T36" fmla="*/ 54 w 112"/>
              <a:gd name="T37" fmla="*/ 19 h 57"/>
              <a:gd name="T38" fmla="*/ 54 w 112"/>
              <a:gd name="T39" fmla="*/ 19 h 57"/>
              <a:gd name="T40" fmla="*/ 2 w 112"/>
              <a:gd name="T41" fmla="*/ 51 h 57"/>
              <a:gd name="T42" fmla="*/ 0 w 112"/>
              <a:gd name="T43" fmla="*/ 55 h 57"/>
              <a:gd name="T44" fmla="*/ 3 w 112"/>
              <a:gd name="T45" fmla="*/ 57 h 57"/>
              <a:gd name="T46" fmla="*/ 108 w 112"/>
              <a:gd name="T47" fmla="*/ 57 h 57"/>
              <a:gd name="T48" fmla="*/ 111 w 112"/>
              <a:gd name="T49" fmla="*/ 55 h 57"/>
              <a:gd name="T50" fmla="*/ 110 w 112"/>
              <a:gd name="T51" fmla="*/ 51 h 57"/>
              <a:gd name="T52" fmla="*/ 3 w 112"/>
              <a:gd name="T53" fmla="*/ 54 h 57"/>
              <a:gd name="T54" fmla="*/ 55 w 112"/>
              <a:gd name="T55" fmla="*/ 22 h 57"/>
              <a:gd name="T56" fmla="*/ 108 w 112"/>
              <a:gd name="T57" fmla="*/ 54 h 57"/>
              <a:gd name="T58" fmla="*/ 3 w 112"/>
              <a:gd name="T59" fmla="*/ 5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57">
                <a:moveTo>
                  <a:pt x="110" y="51"/>
                </a:moveTo>
                <a:cubicBezTo>
                  <a:pt x="57" y="19"/>
                  <a:pt x="57" y="19"/>
                  <a:pt x="57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57" y="12"/>
                  <a:pt x="57" y="12"/>
                  <a:pt x="57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5" y="12"/>
                  <a:pt x="55" y="12"/>
                  <a:pt x="55" y="12"/>
                </a:cubicBezTo>
                <a:cubicBezTo>
                  <a:pt x="52" y="12"/>
                  <a:pt x="50" y="10"/>
                  <a:pt x="50" y="8"/>
                </a:cubicBezTo>
                <a:cubicBezTo>
                  <a:pt x="50" y="5"/>
                  <a:pt x="52" y="3"/>
                  <a:pt x="55" y="3"/>
                </a:cubicBezTo>
                <a:cubicBezTo>
                  <a:pt x="56" y="3"/>
                  <a:pt x="57" y="4"/>
                  <a:pt x="58" y="4"/>
                </a:cubicBezTo>
                <a:cubicBezTo>
                  <a:pt x="58" y="5"/>
                  <a:pt x="59" y="6"/>
                  <a:pt x="59" y="6"/>
                </a:cubicBezTo>
                <a:cubicBezTo>
                  <a:pt x="59" y="8"/>
                  <a:pt x="59" y="8"/>
                  <a:pt x="59" y="8"/>
                </a:cubicBezTo>
                <a:cubicBezTo>
                  <a:pt x="63" y="7"/>
                  <a:pt x="63" y="7"/>
                  <a:pt x="63" y="7"/>
                </a:cubicBezTo>
                <a:cubicBezTo>
                  <a:pt x="62" y="5"/>
                  <a:pt x="62" y="5"/>
                  <a:pt x="62" y="5"/>
                </a:cubicBezTo>
                <a:cubicBezTo>
                  <a:pt x="62" y="4"/>
                  <a:pt x="61" y="3"/>
                  <a:pt x="60" y="2"/>
                </a:cubicBezTo>
                <a:cubicBezTo>
                  <a:pt x="59" y="0"/>
                  <a:pt x="57" y="0"/>
                  <a:pt x="55" y="0"/>
                </a:cubicBezTo>
                <a:cubicBezTo>
                  <a:pt x="50" y="0"/>
                  <a:pt x="47" y="3"/>
                  <a:pt x="47" y="8"/>
                </a:cubicBezTo>
                <a:cubicBezTo>
                  <a:pt x="47" y="12"/>
                  <a:pt x="50" y="15"/>
                  <a:pt x="54" y="16"/>
                </a:cubicBezTo>
                <a:cubicBezTo>
                  <a:pt x="54" y="19"/>
                  <a:pt x="54" y="19"/>
                  <a:pt x="54" y="19"/>
                </a:cubicBezTo>
                <a:cubicBezTo>
                  <a:pt x="54" y="19"/>
                  <a:pt x="54" y="19"/>
                  <a:pt x="54" y="19"/>
                </a:cubicBezTo>
                <a:cubicBezTo>
                  <a:pt x="2" y="51"/>
                  <a:pt x="2" y="51"/>
                  <a:pt x="2" y="51"/>
                </a:cubicBezTo>
                <a:cubicBezTo>
                  <a:pt x="0" y="52"/>
                  <a:pt x="0" y="53"/>
                  <a:pt x="0" y="55"/>
                </a:cubicBezTo>
                <a:cubicBezTo>
                  <a:pt x="1" y="56"/>
                  <a:pt x="2" y="57"/>
                  <a:pt x="3" y="57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9" y="57"/>
                  <a:pt x="111" y="56"/>
                  <a:pt x="111" y="55"/>
                </a:cubicBezTo>
                <a:cubicBezTo>
                  <a:pt x="112" y="53"/>
                  <a:pt x="111" y="52"/>
                  <a:pt x="110" y="51"/>
                </a:cubicBezTo>
                <a:close/>
                <a:moveTo>
                  <a:pt x="3" y="54"/>
                </a:moveTo>
                <a:cubicBezTo>
                  <a:pt x="55" y="22"/>
                  <a:pt x="55" y="22"/>
                  <a:pt x="55" y="22"/>
                </a:cubicBezTo>
                <a:cubicBezTo>
                  <a:pt x="108" y="54"/>
                  <a:pt x="108" y="54"/>
                  <a:pt x="108" y="54"/>
                </a:cubicBezTo>
                <a:lnTo>
                  <a:pt x="3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8" name="Freeform 176"/>
          <p:cNvSpPr>
            <a:spLocks noEditPoints="1"/>
          </p:cNvSpPr>
          <p:nvPr/>
        </p:nvSpPr>
        <p:spPr bwMode="auto">
          <a:xfrm>
            <a:off x="3598863" y="3116264"/>
            <a:ext cx="309563" cy="311150"/>
          </a:xfrm>
          <a:custGeom>
            <a:avLst/>
            <a:gdLst>
              <a:gd name="T0" fmla="*/ 37 w 73"/>
              <a:gd name="T1" fmla="*/ 0 h 73"/>
              <a:gd name="T2" fmla="*/ 0 w 73"/>
              <a:gd name="T3" fmla="*/ 37 h 73"/>
              <a:gd name="T4" fmla="*/ 27 w 73"/>
              <a:gd name="T5" fmla="*/ 72 h 73"/>
              <a:gd name="T6" fmla="*/ 37 w 73"/>
              <a:gd name="T7" fmla="*/ 70 h 73"/>
              <a:gd name="T8" fmla="*/ 48 w 73"/>
              <a:gd name="T9" fmla="*/ 72 h 73"/>
              <a:gd name="T10" fmla="*/ 73 w 73"/>
              <a:gd name="T11" fmla="*/ 37 h 73"/>
              <a:gd name="T12" fmla="*/ 37 w 73"/>
              <a:gd name="T13" fmla="*/ 0 h 73"/>
              <a:gd name="T14" fmla="*/ 63 w 73"/>
              <a:gd name="T15" fmla="*/ 22 h 73"/>
              <a:gd name="T16" fmla="*/ 65 w 73"/>
              <a:gd name="T17" fmla="*/ 29 h 73"/>
              <a:gd name="T18" fmla="*/ 62 w 73"/>
              <a:gd name="T19" fmla="*/ 29 h 73"/>
              <a:gd name="T20" fmla="*/ 60 w 73"/>
              <a:gd name="T21" fmla="*/ 24 h 73"/>
              <a:gd name="T22" fmla="*/ 63 w 73"/>
              <a:gd name="T23" fmla="*/ 22 h 73"/>
              <a:gd name="T24" fmla="*/ 40 w 73"/>
              <a:gd name="T25" fmla="*/ 7 h 73"/>
              <a:gd name="T26" fmla="*/ 47 w 73"/>
              <a:gd name="T27" fmla="*/ 8 h 73"/>
              <a:gd name="T28" fmla="*/ 46 w 73"/>
              <a:gd name="T29" fmla="*/ 11 h 73"/>
              <a:gd name="T30" fmla="*/ 40 w 73"/>
              <a:gd name="T31" fmla="*/ 10 h 73"/>
              <a:gd name="T32" fmla="*/ 40 w 73"/>
              <a:gd name="T33" fmla="*/ 7 h 73"/>
              <a:gd name="T34" fmla="*/ 11 w 73"/>
              <a:gd name="T35" fmla="*/ 22 h 73"/>
              <a:gd name="T36" fmla="*/ 14 w 73"/>
              <a:gd name="T37" fmla="*/ 24 h 73"/>
              <a:gd name="T38" fmla="*/ 11 w 73"/>
              <a:gd name="T39" fmla="*/ 30 h 73"/>
              <a:gd name="T40" fmla="*/ 8 w 73"/>
              <a:gd name="T41" fmla="*/ 29 h 73"/>
              <a:gd name="T42" fmla="*/ 11 w 73"/>
              <a:gd name="T43" fmla="*/ 22 h 73"/>
              <a:gd name="T44" fmla="*/ 7 w 73"/>
              <a:gd name="T45" fmla="*/ 36 h 73"/>
              <a:gd name="T46" fmla="*/ 11 w 73"/>
              <a:gd name="T47" fmla="*/ 36 h 73"/>
              <a:gd name="T48" fmla="*/ 12 w 73"/>
              <a:gd name="T49" fmla="*/ 42 h 73"/>
              <a:gd name="T50" fmla="*/ 8 w 73"/>
              <a:gd name="T51" fmla="*/ 43 h 73"/>
              <a:gd name="T52" fmla="*/ 7 w 73"/>
              <a:gd name="T53" fmla="*/ 36 h 73"/>
              <a:gd name="T54" fmla="*/ 15 w 73"/>
              <a:gd name="T55" fmla="*/ 55 h 73"/>
              <a:gd name="T56" fmla="*/ 11 w 73"/>
              <a:gd name="T57" fmla="*/ 50 h 73"/>
              <a:gd name="T58" fmla="*/ 14 w 73"/>
              <a:gd name="T59" fmla="*/ 48 h 73"/>
              <a:gd name="T60" fmla="*/ 17 w 73"/>
              <a:gd name="T61" fmla="*/ 53 h 73"/>
              <a:gd name="T62" fmla="*/ 15 w 73"/>
              <a:gd name="T63" fmla="*/ 55 h 73"/>
              <a:gd name="T64" fmla="*/ 17 w 73"/>
              <a:gd name="T65" fmla="*/ 19 h 73"/>
              <a:gd name="T66" fmla="*/ 15 w 73"/>
              <a:gd name="T67" fmla="*/ 16 h 73"/>
              <a:gd name="T68" fmla="*/ 20 w 73"/>
              <a:gd name="T69" fmla="*/ 12 h 73"/>
              <a:gd name="T70" fmla="*/ 22 w 73"/>
              <a:gd name="T71" fmla="*/ 14 h 73"/>
              <a:gd name="T72" fmla="*/ 17 w 73"/>
              <a:gd name="T73" fmla="*/ 19 h 73"/>
              <a:gd name="T74" fmla="*/ 27 w 73"/>
              <a:gd name="T75" fmla="*/ 12 h 73"/>
              <a:gd name="T76" fmla="*/ 26 w 73"/>
              <a:gd name="T77" fmla="*/ 8 h 73"/>
              <a:gd name="T78" fmla="*/ 33 w 73"/>
              <a:gd name="T79" fmla="*/ 7 h 73"/>
              <a:gd name="T80" fmla="*/ 33 w 73"/>
              <a:gd name="T81" fmla="*/ 10 h 73"/>
              <a:gd name="T82" fmla="*/ 27 w 73"/>
              <a:gd name="T83" fmla="*/ 12 h 73"/>
              <a:gd name="T84" fmla="*/ 37 w 73"/>
              <a:gd name="T85" fmla="*/ 49 h 73"/>
              <a:gd name="T86" fmla="*/ 35 w 73"/>
              <a:gd name="T87" fmla="*/ 47 h 73"/>
              <a:gd name="T88" fmla="*/ 53 w 73"/>
              <a:gd name="T89" fmla="*/ 24 h 73"/>
              <a:gd name="T90" fmla="*/ 55 w 73"/>
              <a:gd name="T91" fmla="*/ 26 h 73"/>
              <a:gd name="T92" fmla="*/ 37 w 73"/>
              <a:gd name="T93" fmla="*/ 49 h 73"/>
              <a:gd name="T94" fmla="*/ 51 w 73"/>
              <a:gd name="T95" fmla="*/ 14 h 73"/>
              <a:gd name="T96" fmla="*/ 53 w 73"/>
              <a:gd name="T97" fmla="*/ 11 h 73"/>
              <a:gd name="T98" fmla="*/ 59 w 73"/>
              <a:gd name="T99" fmla="*/ 16 h 73"/>
              <a:gd name="T100" fmla="*/ 56 w 73"/>
              <a:gd name="T101" fmla="*/ 18 h 73"/>
              <a:gd name="T102" fmla="*/ 51 w 73"/>
              <a:gd name="T103" fmla="*/ 14 h 73"/>
              <a:gd name="T104" fmla="*/ 59 w 73"/>
              <a:gd name="T105" fmla="*/ 55 h 73"/>
              <a:gd name="T106" fmla="*/ 56 w 73"/>
              <a:gd name="T107" fmla="*/ 53 h 73"/>
              <a:gd name="T108" fmla="*/ 60 w 73"/>
              <a:gd name="T109" fmla="*/ 48 h 73"/>
              <a:gd name="T110" fmla="*/ 63 w 73"/>
              <a:gd name="T111" fmla="*/ 49 h 73"/>
              <a:gd name="T112" fmla="*/ 59 w 73"/>
              <a:gd name="T113" fmla="*/ 55 h 73"/>
              <a:gd name="T114" fmla="*/ 65 w 73"/>
              <a:gd name="T115" fmla="*/ 43 h 73"/>
              <a:gd name="T116" fmla="*/ 62 w 73"/>
              <a:gd name="T117" fmla="*/ 42 h 73"/>
              <a:gd name="T118" fmla="*/ 63 w 73"/>
              <a:gd name="T119" fmla="*/ 36 h 73"/>
              <a:gd name="T120" fmla="*/ 66 w 73"/>
              <a:gd name="T121" fmla="*/ 36 h 73"/>
              <a:gd name="T122" fmla="*/ 66 w 73"/>
              <a:gd name="T123" fmla="*/ 36 h 73"/>
              <a:gd name="T124" fmla="*/ 65 w 73"/>
              <a:gd name="T125" fmla="*/ 4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" h="73">
                <a:moveTo>
                  <a:pt x="37" y="0"/>
                </a:moveTo>
                <a:cubicBezTo>
                  <a:pt x="17" y="0"/>
                  <a:pt x="0" y="17"/>
                  <a:pt x="0" y="37"/>
                </a:cubicBezTo>
                <a:cubicBezTo>
                  <a:pt x="0" y="54"/>
                  <a:pt x="11" y="68"/>
                  <a:pt x="27" y="72"/>
                </a:cubicBezTo>
                <a:cubicBezTo>
                  <a:pt x="30" y="73"/>
                  <a:pt x="33" y="70"/>
                  <a:pt x="37" y="70"/>
                </a:cubicBezTo>
                <a:cubicBezTo>
                  <a:pt x="41" y="70"/>
                  <a:pt x="44" y="73"/>
                  <a:pt x="48" y="72"/>
                </a:cubicBezTo>
                <a:cubicBezTo>
                  <a:pt x="63" y="67"/>
                  <a:pt x="73" y="53"/>
                  <a:pt x="73" y="37"/>
                </a:cubicBezTo>
                <a:cubicBezTo>
                  <a:pt x="73" y="17"/>
                  <a:pt x="57" y="0"/>
                  <a:pt x="37" y="0"/>
                </a:cubicBezTo>
                <a:close/>
                <a:moveTo>
                  <a:pt x="63" y="22"/>
                </a:moveTo>
                <a:cubicBezTo>
                  <a:pt x="64" y="24"/>
                  <a:pt x="65" y="26"/>
                  <a:pt x="65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1" y="27"/>
                  <a:pt x="61" y="25"/>
                  <a:pt x="60" y="24"/>
                </a:cubicBezTo>
                <a:lnTo>
                  <a:pt x="63" y="22"/>
                </a:lnTo>
                <a:close/>
                <a:moveTo>
                  <a:pt x="40" y="7"/>
                </a:moveTo>
                <a:cubicBezTo>
                  <a:pt x="42" y="7"/>
                  <a:pt x="45" y="7"/>
                  <a:pt x="47" y="8"/>
                </a:cubicBezTo>
                <a:cubicBezTo>
                  <a:pt x="46" y="11"/>
                  <a:pt x="46" y="11"/>
                  <a:pt x="46" y="11"/>
                </a:cubicBezTo>
                <a:cubicBezTo>
                  <a:pt x="44" y="11"/>
                  <a:pt x="42" y="10"/>
                  <a:pt x="40" y="10"/>
                </a:cubicBezTo>
                <a:lnTo>
                  <a:pt x="40" y="7"/>
                </a:lnTo>
                <a:close/>
                <a:moveTo>
                  <a:pt x="11" y="22"/>
                </a:moveTo>
                <a:cubicBezTo>
                  <a:pt x="14" y="24"/>
                  <a:pt x="14" y="24"/>
                  <a:pt x="14" y="24"/>
                </a:cubicBezTo>
                <a:cubicBezTo>
                  <a:pt x="13" y="26"/>
                  <a:pt x="12" y="28"/>
                  <a:pt x="11" y="30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27"/>
                  <a:pt x="9" y="24"/>
                  <a:pt x="11" y="22"/>
                </a:cubicBezTo>
                <a:close/>
                <a:moveTo>
                  <a:pt x="7" y="36"/>
                </a:moveTo>
                <a:cubicBezTo>
                  <a:pt x="11" y="36"/>
                  <a:pt x="11" y="36"/>
                  <a:pt x="11" y="36"/>
                </a:cubicBezTo>
                <a:cubicBezTo>
                  <a:pt x="11" y="38"/>
                  <a:pt x="11" y="40"/>
                  <a:pt x="12" y="42"/>
                </a:cubicBezTo>
                <a:cubicBezTo>
                  <a:pt x="8" y="43"/>
                  <a:pt x="8" y="43"/>
                  <a:pt x="8" y="43"/>
                </a:cubicBezTo>
                <a:cubicBezTo>
                  <a:pt x="8" y="41"/>
                  <a:pt x="7" y="38"/>
                  <a:pt x="7" y="36"/>
                </a:cubicBezTo>
                <a:close/>
                <a:moveTo>
                  <a:pt x="15" y="55"/>
                </a:moveTo>
                <a:cubicBezTo>
                  <a:pt x="13" y="54"/>
                  <a:pt x="12" y="52"/>
                  <a:pt x="11" y="50"/>
                </a:cubicBezTo>
                <a:cubicBezTo>
                  <a:pt x="14" y="48"/>
                  <a:pt x="14" y="48"/>
                  <a:pt x="14" y="48"/>
                </a:cubicBezTo>
                <a:cubicBezTo>
                  <a:pt x="15" y="50"/>
                  <a:pt x="16" y="52"/>
                  <a:pt x="17" y="53"/>
                </a:cubicBezTo>
                <a:lnTo>
                  <a:pt x="15" y="55"/>
                </a:lnTo>
                <a:close/>
                <a:moveTo>
                  <a:pt x="17" y="19"/>
                </a:moveTo>
                <a:cubicBezTo>
                  <a:pt x="15" y="16"/>
                  <a:pt x="15" y="16"/>
                  <a:pt x="15" y="16"/>
                </a:cubicBezTo>
                <a:cubicBezTo>
                  <a:pt x="16" y="15"/>
                  <a:pt x="18" y="13"/>
                  <a:pt x="20" y="12"/>
                </a:cubicBezTo>
                <a:cubicBezTo>
                  <a:pt x="22" y="14"/>
                  <a:pt x="22" y="14"/>
                  <a:pt x="22" y="14"/>
                </a:cubicBezTo>
                <a:cubicBezTo>
                  <a:pt x="20" y="16"/>
                  <a:pt x="19" y="17"/>
                  <a:pt x="17" y="19"/>
                </a:cubicBezTo>
                <a:close/>
                <a:moveTo>
                  <a:pt x="27" y="12"/>
                </a:moveTo>
                <a:cubicBezTo>
                  <a:pt x="26" y="8"/>
                  <a:pt x="26" y="8"/>
                  <a:pt x="26" y="8"/>
                </a:cubicBezTo>
                <a:cubicBezTo>
                  <a:pt x="28" y="7"/>
                  <a:pt x="31" y="7"/>
                  <a:pt x="33" y="7"/>
                </a:cubicBezTo>
                <a:cubicBezTo>
                  <a:pt x="33" y="10"/>
                  <a:pt x="33" y="10"/>
                  <a:pt x="33" y="10"/>
                </a:cubicBezTo>
                <a:cubicBezTo>
                  <a:pt x="31" y="10"/>
                  <a:pt x="29" y="11"/>
                  <a:pt x="27" y="12"/>
                </a:cubicBezTo>
                <a:close/>
                <a:moveTo>
                  <a:pt x="37" y="49"/>
                </a:moveTo>
                <a:cubicBezTo>
                  <a:pt x="35" y="47"/>
                  <a:pt x="35" y="47"/>
                  <a:pt x="35" y="47"/>
                </a:cubicBezTo>
                <a:cubicBezTo>
                  <a:pt x="53" y="24"/>
                  <a:pt x="53" y="24"/>
                  <a:pt x="53" y="24"/>
                </a:cubicBezTo>
                <a:cubicBezTo>
                  <a:pt x="55" y="26"/>
                  <a:pt x="55" y="26"/>
                  <a:pt x="55" y="26"/>
                </a:cubicBezTo>
                <a:lnTo>
                  <a:pt x="37" y="49"/>
                </a:lnTo>
                <a:close/>
                <a:moveTo>
                  <a:pt x="51" y="14"/>
                </a:moveTo>
                <a:cubicBezTo>
                  <a:pt x="53" y="11"/>
                  <a:pt x="53" y="11"/>
                  <a:pt x="53" y="11"/>
                </a:cubicBezTo>
                <a:cubicBezTo>
                  <a:pt x="55" y="13"/>
                  <a:pt x="57" y="14"/>
                  <a:pt x="59" y="16"/>
                </a:cubicBezTo>
                <a:cubicBezTo>
                  <a:pt x="56" y="18"/>
                  <a:pt x="56" y="18"/>
                  <a:pt x="56" y="18"/>
                </a:cubicBezTo>
                <a:cubicBezTo>
                  <a:pt x="55" y="17"/>
                  <a:pt x="53" y="15"/>
                  <a:pt x="51" y="14"/>
                </a:cubicBezTo>
                <a:close/>
                <a:moveTo>
                  <a:pt x="59" y="55"/>
                </a:moveTo>
                <a:cubicBezTo>
                  <a:pt x="56" y="53"/>
                  <a:pt x="56" y="53"/>
                  <a:pt x="56" y="53"/>
                </a:cubicBezTo>
                <a:cubicBezTo>
                  <a:pt x="58" y="51"/>
                  <a:pt x="59" y="50"/>
                  <a:pt x="60" y="48"/>
                </a:cubicBezTo>
                <a:cubicBezTo>
                  <a:pt x="63" y="49"/>
                  <a:pt x="63" y="49"/>
                  <a:pt x="63" y="49"/>
                </a:cubicBezTo>
                <a:cubicBezTo>
                  <a:pt x="62" y="52"/>
                  <a:pt x="60" y="54"/>
                  <a:pt x="59" y="55"/>
                </a:cubicBezTo>
                <a:close/>
                <a:moveTo>
                  <a:pt x="65" y="43"/>
                </a:moveTo>
                <a:cubicBezTo>
                  <a:pt x="62" y="42"/>
                  <a:pt x="62" y="42"/>
                  <a:pt x="62" y="42"/>
                </a:cubicBezTo>
                <a:cubicBezTo>
                  <a:pt x="62" y="40"/>
                  <a:pt x="63" y="38"/>
                  <a:pt x="63" y="36"/>
                </a:cubicBezTo>
                <a:cubicBezTo>
                  <a:pt x="66" y="36"/>
                  <a:pt x="66" y="36"/>
                  <a:pt x="66" y="36"/>
                </a:cubicBezTo>
                <a:cubicBezTo>
                  <a:pt x="66" y="36"/>
                  <a:pt x="66" y="36"/>
                  <a:pt x="66" y="36"/>
                </a:cubicBezTo>
                <a:cubicBezTo>
                  <a:pt x="66" y="38"/>
                  <a:pt x="66" y="41"/>
                  <a:pt x="65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9" name="Freeform 177"/>
          <p:cNvSpPr>
            <a:spLocks/>
          </p:cNvSpPr>
          <p:nvPr/>
        </p:nvSpPr>
        <p:spPr bwMode="auto">
          <a:xfrm>
            <a:off x="4468813" y="3103564"/>
            <a:ext cx="63500" cy="128588"/>
          </a:xfrm>
          <a:custGeom>
            <a:avLst/>
            <a:gdLst>
              <a:gd name="T0" fmla="*/ 16 w 40"/>
              <a:gd name="T1" fmla="*/ 81 h 81"/>
              <a:gd name="T2" fmla="*/ 26 w 40"/>
              <a:gd name="T3" fmla="*/ 81 h 81"/>
              <a:gd name="T4" fmla="*/ 26 w 40"/>
              <a:gd name="T5" fmla="*/ 56 h 81"/>
              <a:gd name="T6" fmla="*/ 40 w 40"/>
              <a:gd name="T7" fmla="*/ 0 h 81"/>
              <a:gd name="T8" fmla="*/ 29 w 40"/>
              <a:gd name="T9" fmla="*/ 0 h 81"/>
              <a:gd name="T10" fmla="*/ 21 w 40"/>
              <a:gd name="T11" fmla="*/ 35 h 81"/>
              <a:gd name="T12" fmla="*/ 13 w 40"/>
              <a:gd name="T13" fmla="*/ 0 h 81"/>
              <a:gd name="T14" fmla="*/ 0 w 40"/>
              <a:gd name="T15" fmla="*/ 0 h 81"/>
              <a:gd name="T16" fmla="*/ 16 w 40"/>
              <a:gd name="T17" fmla="*/ 56 h 81"/>
              <a:gd name="T18" fmla="*/ 16 w 40"/>
              <a:gd name="T19" fmla="*/ 8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81">
                <a:moveTo>
                  <a:pt x="16" y="81"/>
                </a:moveTo>
                <a:lnTo>
                  <a:pt x="26" y="81"/>
                </a:lnTo>
                <a:lnTo>
                  <a:pt x="26" y="56"/>
                </a:lnTo>
                <a:lnTo>
                  <a:pt x="40" y="0"/>
                </a:lnTo>
                <a:lnTo>
                  <a:pt x="29" y="0"/>
                </a:lnTo>
                <a:lnTo>
                  <a:pt x="21" y="35"/>
                </a:lnTo>
                <a:lnTo>
                  <a:pt x="13" y="0"/>
                </a:lnTo>
                <a:lnTo>
                  <a:pt x="0" y="0"/>
                </a:lnTo>
                <a:lnTo>
                  <a:pt x="16" y="56"/>
                </a:lnTo>
                <a:lnTo>
                  <a:pt x="16" y="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0" name="Freeform 178"/>
          <p:cNvSpPr>
            <a:spLocks noEditPoints="1"/>
          </p:cNvSpPr>
          <p:nvPr/>
        </p:nvSpPr>
        <p:spPr bwMode="auto">
          <a:xfrm>
            <a:off x="4540250" y="3141664"/>
            <a:ext cx="50800" cy="90488"/>
          </a:xfrm>
          <a:custGeom>
            <a:avLst/>
            <a:gdLst>
              <a:gd name="T0" fmla="*/ 6 w 12"/>
              <a:gd name="T1" fmla="*/ 21 h 21"/>
              <a:gd name="T2" fmla="*/ 10 w 12"/>
              <a:gd name="T3" fmla="*/ 19 h 21"/>
              <a:gd name="T4" fmla="*/ 12 w 12"/>
              <a:gd name="T5" fmla="*/ 14 h 21"/>
              <a:gd name="T6" fmla="*/ 12 w 12"/>
              <a:gd name="T7" fmla="*/ 6 h 21"/>
              <a:gd name="T8" fmla="*/ 10 w 12"/>
              <a:gd name="T9" fmla="*/ 2 h 21"/>
              <a:gd name="T10" fmla="*/ 6 w 12"/>
              <a:gd name="T11" fmla="*/ 0 h 21"/>
              <a:gd name="T12" fmla="*/ 1 w 12"/>
              <a:gd name="T13" fmla="*/ 2 h 21"/>
              <a:gd name="T14" fmla="*/ 0 w 12"/>
              <a:gd name="T15" fmla="*/ 6 h 21"/>
              <a:gd name="T16" fmla="*/ 0 w 12"/>
              <a:gd name="T17" fmla="*/ 14 h 21"/>
              <a:gd name="T18" fmla="*/ 0 w 12"/>
              <a:gd name="T19" fmla="*/ 15 h 21"/>
              <a:gd name="T20" fmla="*/ 2 w 12"/>
              <a:gd name="T21" fmla="*/ 19 h 21"/>
              <a:gd name="T22" fmla="*/ 6 w 12"/>
              <a:gd name="T23" fmla="*/ 21 h 21"/>
              <a:gd name="T24" fmla="*/ 4 w 12"/>
              <a:gd name="T25" fmla="*/ 6 h 21"/>
              <a:gd name="T26" fmla="*/ 4 w 12"/>
              <a:gd name="T27" fmla="*/ 5 h 21"/>
              <a:gd name="T28" fmla="*/ 6 w 12"/>
              <a:gd name="T29" fmla="*/ 4 h 21"/>
              <a:gd name="T30" fmla="*/ 7 w 12"/>
              <a:gd name="T31" fmla="*/ 5 h 21"/>
              <a:gd name="T32" fmla="*/ 8 w 12"/>
              <a:gd name="T33" fmla="*/ 6 h 21"/>
              <a:gd name="T34" fmla="*/ 8 w 12"/>
              <a:gd name="T35" fmla="*/ 14 h 21"/>
              <a:gd name="T36" fmla="*/ 7 w 12"/>
              <a:gd name="T37" fmla="*/ 16 h 21"/>
              <a:gd name="T38" fmla="*/ 6 w 12"/>
              <a:gd name="T39" fmla="*/ 16 h 21"/>
              <a:gd name="T40" fmla="*/ 4 w 12"/>
              <a:gd name="T41" fmla="*/ 16 h 21"/>
              <a:gd name="T42" fmla="*/ 4 w 12"/>
              <a:gd name="T43" fmla="*/ 14 h 21"/>
              <a:gd name="T44" fmla="*/ 4 w 12"/>
              <a:gd name="T45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" h="21">
                <a:moveTo>
                  <a:pt x="6" y="21"/>
                </a:moveTo>
                <a:cubicBezTo>
                  <a:pt x="8" y="21"/>
                  <a:pt x="9" y="20"/>
                  <a:pt x="10" y="19"/>
                </a:cubicBezTo>
                <a:cubicBezTo>
                  <a:pt x="12" y="18"/>
                  <a:pt x="12" y="16"/>
                  <a:pt x="12" y="14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4"/>
                  <a:pt x="12" y="3"/>
                  <a:pt x="10" y="2"/>
                </a:cubicBezTo>
                <a:cubicBezTo>
                  <a:pt x="9" y="0"/>
                  <a:pt x="8" y="0"/>
                  <a:pt x="6" y="0"/>
                </a:cubicBezTo>
                <a:cubicBezTo>
                  <a:pt x="4" y="0"/>
                  <a:pt x="3" y="0"/>
                  <a:pt x="1" y="2"/>
                </a:cubicBezTo>
                <a:cubicBezTo>
                  <a:pt x="0" y="3"/>
                  <a:pt x="0" y="4"/>
                  <a:pt x="0" y="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6"/>
                  <a:pt x="0" y="18"/>
                  <a:pt x="2" y="19"/>
                </a:cubicBezTo>
                <a:cubicBezTo>
                  <a:pt x="3" y="20"/>
                  <a:pt x="4" y="21"/>
                  <a:pt x="6" y="21"/>
                </a:cubicBezTo>
                <a:close/>
                <a:moveTo>
                  <a:pt x="4" y="6"/>
                </a:moveTo>
                <a:cubicBezTo>
                  <a:pt x="4" y="6"/>
                  <a:pt x="4" y="5"/>
                  <a:pt x="4" y="5"/>
                </a:cubicBezTo>
                <a:cubicBezTo>
                  <a:pt x="5" y="4"/>
                  <a:pt x="5" y="4"/>
                  <a:pt x="6" y="4"/>
                </a:cubicBezTo>
                <a:cubicBezTo>
                  <a:pt x="6" y="4"/>
                  <a:pt x="7" y="4"/>
                  <a:pt x="7" y="5"/>
                </a:cubicBezTo>
                <a:cubicBezTo>
                  <a:pt x="8" y="5"/>
                  <a:pt x="8" y="6"/>
                  <a:pt x="8" y="6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8" y="15"/>
                  <a:pt x="7" y="16"/>
                </a:cubicBezTo>
                <a:cubicBezTo>
                  <a:pt x="7" y="16"/>
                  <a:pt x="6" y="16"/>
                  <a:pt x="6" y="16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15"/>
                  <a:pt x="4" y="15"/>
                  <a:pt x="4" y="14"/>
                </a:cubicBezTo>
                <a:lnTo>
                  <a:pt x="4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1" name="Freeform 179"/>
          <p:cNvSpPr>
            <a:spLocks/>
          </p:cNvSpPr>
          <p:nvPr/>
        </p:nvSpPr>
        <p:spPr bwMode="auto">
          <a:xfrm>
            <a:off x="4603750" y="3141664"/>
            <a:ext cx="55563" cy="90488"/>
          </a:xfrm>
          <a:custGeom>
            <a:avLst/>
            <a:gdLst>
              <a:gd name="T0" fmla="*/ 1 w 13"/>
              <a:gd name="T1" fmla="*/ 18 h 21"/>
              <a:gd name="T2" fmla="*/ 1 w 13"/>
              <a:gd name="T3" fmla="*/ 19 h 21"/>
              <a:gd name="T4" fmla="*/ 2 w 13"/>
              <a:gd name="T5" fmla="*/ 20 h 21"/>
              <a:gd name="T6" fmla="*/ 4 w 13"/>
              <a:gd name="T7" fmla="*/ 21 h 21"/>
              <a:gd name="T8" fmla="*/ 6 w 13"/>
              <a:gd name="T9" fmla="*/ 20 h 21"/>
              <a:gd name="T10" fmla="*/ 8 w 13"/>
              <a:gd name="T11" fmla="*/ 19 h 21"/>
              <a:gd name="T12" fmla="*/ 8 w 13"/>
              <a:gd name="T13" fmla="*/ 18 h 21"/>
              <a:gd name="T14" fmla="*/ 9 w 13"/>
              <a:gd name="T15" fmla="*/ 17 h 21"/>
              <a:gd name="T16" fmla="*/ 9 w 13"/>
              <a:gd name="T17" fmla="*/ 16 h 21"/>
              <a:gd name="T18" fmla="*/ 9 w 13"/>
              <a:gd name="T19" fmla="*/ 21 h 21"/>
              <a:gd name="T20" fmla="*/ 13 w 13"/>
              <a:gd name="T21" fmla="*/ 21 h 21"/>
              <a:gd name="T22" fmla="*/ 13 w 13"/>
              <a:gd name="T23" fmla="*/ 0 h 21"/>
              <a:gd name="T24" fmla="*/ 9 w 13"/>
              <a:gd name="T25" fmla="*/ 0 h 21"/>
              <a:gd name="T26" fmla="*/ 9 w 13"/>
              <a:gd name="T27" fmla="*/ 14 h 21"/>
              <a:gd name="T28" fmla="*/ 8 w 13"/>
              <a:gd name="T29" fmla="*/ 15 h 21"/>
              <a:gd name="T30" fmla="*/ 8 w 13"/>
              <a:gd name="T31" fmla="*/ 16 h 21"/>
              <a:gd name="T32" fmla="*/ 8 w 13"/>
              <a:gd name="T33" fmla="*/ 16 h 21"/>
              <a:gd name="T34" fmla="*/ 6 w 13"/>
              <a:gd name="T35" fmla="*/ 16 h 21"/>
              <a:gd name="T36" fmla="*/ 5 w 13"/>
              <a:gd name="T37" fmla="*/ 16 h 21"/>
              <a:gd name="T38" fmla="*/ 5 w 13"/>
              <a:gd name="T39" fmla="*/ 16 h 21"/>
              <a:gd name="T40" fmla="*/ 5 w 13"/>
              <a:gd name="T41" fmla="*/ 15 h 21"/>
              <a:gd name="T42" fmla="*/ 4 w 13"/>
              <a:gd name="T43" fmla="*/ 15 h 21"/>
              <a:gd name="T44" fmla="*/ 4 w 13"/>
              <a:gd name="T45" fmla="*/ 14 h 21"/>
              <a:gd name="T46" fmla="*/ 4 w 13"/>
              <a:gd name="T47" fmla="*/ 0 h 21"/>
              <a:gd name="T48" fmla="*/ 0 w 13"/>
              <a:gd name="T49" fmla="*/ 0 h 21"/>
              <a:gd name="T50" fmla="*/ 0 w 13"/>
              <a:gd name="T51" fmla="*/ 14 h 21"/>
              <a:gd name="T52" fmla="*/ 0 w 13"/>
              <a:gd name="T53" fmla="*/ 16 h 21"/>
              <a:gd name="T54" fmla="*/ 0 w 13"/>
              <a:gd name="T55" fmla="*/ 17 h 21"/>
              <a:gd name="T56" fmla="*/ 1 w 13"/>
              <a:gd name="T57" fmla="*/ 18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" h="21">
                <a:moveTo>
                  <a:pt x="1" y="18"/>
                </a:moveTo>
                <a:cubicBezTo>
                  <a:pt x="1" y="18"/>
                  <a:pt x="1" y="19"/>
                  <a:pt x="1" y="19"/>
                </a:cubicBezTo>
                <a:cubicBezTo>
                  <a:pt x="1" y="19"/>
                  <a:pt x="2" y="20"/>
                  <a:pt x="2" y="20"/>
                </a:cubicBezTo>
                <a:cubicBezTo>
                  <a:pt x="3" y="20"/>
                  <a:pt x="4" y="21"/>
                  <a:pt x="4" y="21"/>
                </a:cubicBezTo>
                <a:cubicBezTo>
                  <a:pt x="5" y="21"/>
                  <a:pt x="6" y="20"/>
                  <a:pt x="6" y="20"/>
                </a:cubicBezTo>
                <a:cubicBezTo>
                  <a:pt x="7" y="20"/>
                  <a:pt x="7" y="19"/>
                  <a:pt x="8" y="19"/>
                </a:cubicBezTo>
                <a:cubicBezTo>
                  <a:pt x="8" y="19"/>
                  <a:pt x="8" y="18"/>
                  <a:pt x="8" y="18"/>
                </a:cubicBezTo>
                <a:cubicBezTo>
                  <a:pt x="8" y="17"/>
                  <a:pt x="9" y="17"/>
                  <a:pt x="9" y="17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21"/>
                  <a:pt x="9" y="21"/>
                  <a:pt x="9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0"/>
                  <a:pt x="13" y="0"/>
                  <a:pt x="13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6"/>
                  <a:pt x="7" y="16"/>
                  <a:pt x="6" y="16"/>
                </a:cubicBezTo>
                <a:cubicBezTo>
                  <a:pt x="6" y="16"/>
                  <a:pt x="6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1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2" name="Freeform 180"/>
          <p:cNvSpPr>
            <a:spLocks/>
          </p:cNvSpPr>
          <p:nvPr/>
        </p:nvSpPr>
        <p:spPr bwMode="auto">
          <a:xfrm>
            <a:off x="4659313" y="3308351"/>
            <a:ext cx="17463" cy="15875"/>
          </a:xfrm>
          <a:custGeom>
            <a:avLst/>
            <a:gdLst>
              <a:gd name="T0" fmla="*/ 4 w 4"/>
              <a:gd name="T1" fmla="*/ 2 h 4"/>
              <a:gd name="T2" fmla="*/ 3 w 4"/>
              <a:gd name="T3" fmla="*/ 0 h 4"/>
              <a:gd name="T4" fmla="*/ 2 w 4"/>
              <a:gd name="T5" fmla="*/ 0 h 4"/>
              <a:gd name="T6" fmla="*/ 1 w 4"/>
              <a:gd name="T7" fmla="*/ 0 h 4"/>
              <a:gd name="T8" fmla="*/ 0 w 4"/>
              <a:gd name="T9" fmla="*/ 2 h 4"/>
              <a:gd name="T10" fmla="*/ 0 w 4"/>
              <a:gd name="T11" fmla="*/ 4 h 4"/>
              <a:gd name="T12" fmla="*/ 4 w 4"/>
              <a:gd name="T13" fmla="*/ 4 h 4"/>
              <a:gd name="T14" fmla="*/ 4 w 4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" h="4">
                <a:moveTo>
                  <a:pt x="4" y="2"/>
                </a:moveTo>
                <a:cubicBezTo>
                  <a:pt x="4" y="1"/>
                  <a:pt x="4" y="1"/>
                  <a:pt x="3" y="0"/>
                </a:cubicBezTo>
                <a:cubicBezTo>
                  <a:pt x="3" y="0"/>
                  <a:pt x="3" y="0"/>
                  <a:pt x="2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1"/>
                  <a:pt x="0" y="1"/>
                  <a:pt x="0" y="2"/>
                </a:cubicBezTo>
                <a:cubicBezTo>
                  <a:pt x="0" y="4"/>
                  <a:pt x="0" y="4"/>
                  <a:pt x="0" y="4"/>
                </a:cubicBezTo>
                <a:cubicBezTo>
                  <a:pt x="4" y="4"/>
                  <a:pt x="4" y="4"/>
                  <a:pt x="4" y="4"/>
                </a:cubicBezTo>
                <a:lnTo>
                  <a:pt x="4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3" name="Freeform 181"/>
          <p:cNvSpPr>
            <a:spLocks/>
          </p:cNvSpPr>
          <p:nvPr/>
        </p:nvSpPr>
        <p:spPr bwMode="auto">
          <a:xfrm>
            <a:off x="4591050" y="3308351"/>
            <a:ext cx="22225" cy="50800"/>
          </a:xfrm>
          <a:custGeom>
            <a:avLst/>
            <a:gdLst>
              <a:gd name="T0" fmla="*/ 4 w 5"/>
              <a:gd name="T1" fmla="*/ 1 h 12"/>
              <a:gd name="T2" fmla="*/ 4 w 5"/>
              <a:gd name="T3" fmla="*/ 0 h 12"/>
              <a:gd name="T4" fmla="*/ 2 w 5"/>
              <a:gd name="T5" fmla="*/ 0 h 12"/>
              <a:gd name="T6" fmla="*/ 1 w 5"/>
              <a:gd name="T7" fmla="*/ 0 h 12"/>
              <a:gd name="T8" fmla="*/ 1 w 5"/>
              <a:gd name="T9" fmla="*/ 1 h 12"/>
              <a:gd name="T10" fmla="*/ 0 w 5"/>
              <a:gd name="T11" fmla="*/ 1 h 12"/>
              <a:gd name="T12" fmla="*/ 0 w 5"/>
              <a:gd name="T13" fmla="*/ 2 h 12"/>
              <a:gd name="T14" fmla="*/ 0 w 5"/>
              <a:gd name="T15" fmla="*/ 2 h 12"/>
              <a:gd name="T16" fmla="*/ 0 w 5"/>
              <a:gd name="T17" fmla="*/ 10 h 12"/>
              <a:gd name="T18" fmla="*/ 0 w 5"/>
              <a:gd name="T19" fmla="*/ 10 h 12"/>
              <a:gd name="T20" fmla="*/ 1 w 5"/>
              <a:gd name="T21" fmla="*/ 11 h 12"/>
              <a:gd name="T22" fmla="*/ 1 w 5"/>
              <a:gd name="T23" fmla="*/ 12 h 12"/>
              <a:gd name="T24" fmla="*/ 1 w 5"/>
              <a:gd name="T25" fmla="*/ 12 h 12"/>
              <a:gd name="T26" fmla="*/ 2 w 5"/>
              <a:gd name="T27" fmla="*/ 12 h 12"/>
              <a:gd name="T28" fmla="*/ 3 w 5"/>
              <a:gd name="T29" fmla="*/ 12 h 12"/>
              <a:gd name="T30" fmla="*/ 4 w 5"/>
              <a:gd name="T31" fmla="*/ 12 h 12"/>
              <a:gd name="T32" fmla="*/ 4 w 5"/>
              <a:gd name="T33" fmla="*/ 11 h 12"/>
              <a:gd name="T34" fmla="*/ 5 w 5"/>
              <a:gd name="T35" fmla="*/ 10 h 12"/>
              <a:gd name="T36" fmla="*/ 5 w 5"/>
              <a:gd name="T37" fmla="*/ 10 h 12"/>
              <a:gd name="T38" fmla="*/ 5 w 5"/>
              <a:gd name="T39" fmla="*/ 2 h 12"/>
              <a:gd name="T40" fmla="*/ 4 w 5"/>
              <a:gd name="T41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" h="12">
                <a:moveTo>
                  <a:pt x="4" y="1"/>
                </a:moveTo>
                <a:cubicBezTo>
                  <a:pt x="4" y="1"/>
                  <a:pt x="4" y="1"/>
                  <a:pt x="4" y="0"/>
                </a:cubicBez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1" y="0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2"/>
                  <a:pt x="5" y="2"/>
                  <a:pt x="5" y="2"/>
                </a:cubicBezTo>
                <a:lnTo>
                  <a:pt x="4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4" name="Freeform 182"/>
          <p:cNvSpPr>
            <a:spLocks noEditPoints="1"/>
          </p:cNvSpPr>
          <p:nvPr/>
        </p:nvSpPr>
        <p:spPr bwMode="auto">
          <a:xfrm>
            <a:off x="4395788" y="3244851"/>
            <a:ext cx="369888" cy="152400"/>
          </a:xfrm>
          <a:custGeom>
            <a:avLst/>
            <a:gdLst>
              <a:gd name="T0" fmla="*/ 18 w 87"/>
              <a:gd name="T1" fmla="*/ 0 h 36"/>
              <a:gd name="T2" fmla="*/ 18 w 87"/>
              <a:gd name="T3" fmla="*/ 36 h 36"/>
              <a:gd name="T4" fmla="*/ 87 w 87"/>
              <a:gd name="T5" fmla="*/ 18 h 36"/>
              <a:gd name="T6" fmla="*/ 20 w 87"/>
              <a:gd name="T7" fmla="*/ 30 h 36"/>
              <a:gd name="T8" fmla="*/ 18 w 87"/>
              <a:gd name="T9" fmla="*/ 15 h 36"/>
              <a:gd name="T10" fmla="*/ 16 w 87"/>
              <a:gd name="T11" fmla="*/ 11 h 36"/>
              <a:gd name="T12" fmla="*/ 18 w 87"/>
              <a:gd name="T13" fmla="*/ 5 h 36"/>
              <a:gd name="T14" fmla="*/ 22 w 87"/>
              <a:gd name="T15" fmla="*/ 11 h 36"/>
              <a:gd name="T16" fmla="*/ 24 w 87"/>
              <a:gd name="T17" fmla="*/ 15 h 36"/>
              <a:gd name="T18" fmla="*/ 22 w 87"/>
              <a:gd name="T19" fmla="*/ 25 h 36"/>
              <a:gd name="T20" fmla="*/ 24 w 87"/>
              <a:gd name="T21" fmla="*/ 27 h 36"/>
              <a:gd name="T22" fmla="*/ 20 w 87"/>
              <a:gd name="T23" fmla="*/ 30 h 36"/>
              <a:gd name="T24" fmla="*/ 35 w 87"/>
              <a:gd name="T25" fmla="*/ 27 h 36"/>
              <a:gd name="T26" fmla="*/ 34 w 87"/>
              <a:gd name="T27" fmla="*/ 29 h 36"/>
              <a:gd name="T28" fmla="*/ 32 w 87"/>
              <a:gd name="T29" fmla="*/ 31 h 36"/>
              <a:gd name="T30" fmla="*/ 28 w 87"/>
              <a:gd name="T31" fmla="*/ 31 h 36"/>
              <a:gd name="T32" fmla="*/ 27 w 87"/>
              <a:gd name="T33" fmla="*/ 29 h 36"/>
              <a:gd name="T34" fmla="*/ 26 w 87"/>
              <a:gd name="T35" fmla="*/ 27 h 36"/>
              <a:gd name="T36" fmla="*/ 26 w 87"/>
              <a:gd name="T37" fmla="*/ 11 h 36"/>
              <a:gd name="T38" fmla="*/ 30 w 87"/>
              <a:gd name="T39" fmla="*/ 25 h 36"/>
              <a:gd name="T40" fmla="*/ 31 w 87"/>
              <a:gd name="T41" fmla="*/ 26 h 36"/>
              <a:gd name="T42" fmla="*/ 32 w 87"/>
              <a:gd name="T43" fmla="*/ 27 h 36"/>
              <a:gd name="T44" fmla="*/ 34 w 87"/>
              <a:gd name="T45" fmla="*/ 27 h 36"/>
              <a:gd name="T46" fmla="*/ 35 w 87"/>
              <a:gd name="T47" fmla="*/ 26 h 36"/>
              <a:gd name="T48" fmla="*/ 35 w 87"/>
              <a:gd name="T49" fmla="*/ 11 h 36"/>
              <a:gd name="T50" fmla="*/ 39 w 87"/>
              <a:gd name="T51" fmla="*/ 31 h 36"/>
              <a:gd name="T52" fmla="*/ 55 w 87"/>
              <a:gd name="T53" fmla="*/ 28 h 36"/>
              <a:gd name="T54" fmla="*/ 54 w 87"/>
              <a:gd name="T55" fmla="*/ 30 h 36"/>
              <a:gd name="T56" fmla="*/ 51 w 87"/>
              <a:gd name="T57" fmla="*/ 31 h 36"/>
              <a:gd name="T58" fmla="*/ 47 w 87"/>
              <a:gd name="T59" fmla="*/ 30 h 36"/>
              <a:gd name="T60" fmla="*/ 46 w 87"/>
              <a:gd name="T61" fmla="*/ 28 h 36"/>
              <a:gd name="T62" fmla="*/ 46 w 87"/>
              <a:gd name="T63" fmla="*/ 31 h 36"/>
              <a:gd name="T64" fmla="*/ 42 w 87"/>
              <a:gd name="T65" fmla="*/ 2 h 36"/>
              <a:gd name="T66" fmla="*/ 46 w 87"/>
              <a:gd name="T67" fmla="*/ 15 h 36"/>
              <a:gd name="T68" fmla="*/ 47 w 87"/>
              <a:gd name="T69" fmla="*/ 13 h 36"/>
              <a:gd name="T70" fmla="*/ 48 w 87"/>
              <a:gd name="T71" fmla="*/ 11 h 36"/>
              <a:gd name="T72" fmla="*/ 53 w 87"/>
              <a:gd name="T73" fmla="*/ 11 h 36"/>
              <a:gd name="T74" fmla="*/ 54 w 87"/>
              <a:gd name="T75" fmla="*/ 13 h 36"/>
              <a:gd name="T76" fmla="*/ 55 w 87"/>
              <a:gd name="T77" fmla="*/ 15 h 36"/>
              <a:gd name="T78" fmla="*/ 55 w 87"/>
              <a:gd name="T79" fmla="*/ 25 h 36"/>
              <a:gd name="T80" fmla="*/ 55 w 87"/>
              <a:gd name="T81" fmla="*/ 28 h 36"/>
              <a:gd name="T82" fmla="*/ 64 w 87"/>
              <a:gd name="T83" fmla="*/ 31 h 36"/>
              <a:gd name="T84" fmla="*/ 58 w 87"/>
              <a:gd name="T85" fmla="*/ 25 h 36"/>
              <a:gd name="T86" fmla="*/ 60 w 87"/>
              <a:gd name="T87" fmla="*/ 12 h 36"/>
              <a:gd name="T88" fmla="*/ 68 w 87"/>
              <a:gd name="T89" fmla="*/ 12 h 36"/>
              <a:gd name="T90" fmla="*/ 70 w 87"/>
              <a:gd name="T91" fmla="*/ 19 h 36"/>
              <a:gd name="T92" fmla="*/ 66 w 87"/>
              <a:gd name="T93" fmla="*/ 23 h 36"/>
              <a:gd name="T94" fmla="*/ 62 w 87"/>
              <a:gd name="T95" fmla="*/ 25 h 36"/>
              <a:gd name="T96" fmla="*/ 64 w 87"/>
              <a:gd name="T97" fmla="*/ 27 h 36"/>
              <a:gd name="T98" fmla="*/ 66 w 87"/>
              <a:gd name="T99" fmla="*/ 25 h 36"/>
              <a:gd name="T100" fmla="*/ 68 w 87"/>
              <a:gd name="T101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7" h="36">
                <a:moveTo>
                  <a:pt x="69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ubicBezTo>
                  <a:pt x="69" y="36"/>
                  <a:pt x="69" y="36"/>
                  <a:pt x="69" y="36"/>
                </a:cubicBezTo>
                <a:cubicBezTo>
                  <a:pt x="79" y="36"/>
                  <a:pt x="87" y="28"/>
                  <a:pt x="87" y="18"/>
                </a:cubicBezTo>
                <a:cubicBezTo>
                  <a:pt x="87" y="8"/>
                  <a:pt x="79" y="0"/>
                  <a:pt x="69" y="0"/>
                </a:cubicBezTo>
                <a:close/>
                <a:moveTo>
                  <a:pt x="20" y="30"/>
                </a:moveTo>
                <a:cubicBezTo>
                  <a:pt x="19" y="28"/>
                  <a:pt x="18" y="27"/>
                  <a:pt x="18" y="25"/>
                </a:cubicBezTo>
                <a:cubicBezTo>
                  <a:pt x="18" y="15"/>
                  <a:pt x="18" y="15"/>
                  <a:pt x="18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1"/>
                  <a:pt x="16" y="11"/>
                  <a:pt x="16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5"/>
                  <a:pt x="18" y="5"/>
                  <a:pt x="18" y="5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11"/>
                  <a:pt x="22" y="11"/>
                  <a:pt x="22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5"/>
                  <a:pt x="24" y="15"/>
                  <a:pt x="24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6"/>
                  <a:pt x="22" y="26"/>
                  <a:pt x="23" y="27"/>
                </a:cubicBezTo>
                <a:cubicBezTo>
                  <a:pt x="23" y="27"/>
                  <a:pt x="24" y="27"/>
                  <a:pt x="24" y="27"/>
                </a:cubicBezTo>
                <a:cubicBezTo>
                  <a:pt x="24" y="31"/>
                  <a:pt x="24" y="31"/>
                  <a:pt x="24" y="31"/>
                </a:cubicBezTo>
                <a:cubicBezTo>
                  <a:pt x="23" y="31"/>
                  <a:pt x="21" y="31"/>
                  <a:pt x="20" y="30"/>
                </a:cubicBezTo>
                <a:close/>
                <a:moveTo>
                  <a:pt x="35" y="31"/>
                </a:moveTo>
                <a:cubicBezTo>
                  <a:pt x="35" y="27"/>
                  <a:pt x="35" y="27"/>
                  <a:pt x="35" y="27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4" y="28"/>
                  <a:pt x="34" y="29"/>
                </a:cubicBezTo>
                <a:cubicBezTo>
                  <a:pt x="34" y="29"/>
                  <a:pt x="34" y="30"/>
                  <a:pt x="34" y="30"/>
                </a:cubicBezTo>
                <a:cubicBezTo>
                  <a:pt x="33" y="30"/>
                  <a:pt x="33" y="31"/>
                  <a:pt x="32" y="31"/>
                </a:cubicBezTo>
                <a:cubicBezTo>
                  <a:pt x="32" y="31"/>
                  <a:pt x="31" y="31"/>
                  <a:pt x="30" y="31"/>
                </a:cubicBezTo>
                <a:cubicBezTo>
                  <a:pt x="30" y="31"/>
                  <a:pt x="29" y="31"/>
                  <a:pt x="28" y="31"/>
                </a:cubicBezTo>
                <a:cubicBezTo>
                  <a:pt x="28" y="31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11"/>
                  <a:pt x="26" y="11"/>
                  <a:pt x="26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27"/>
                  <a:pt x="31" y="27"/>
                  <a:pt x="31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7"/>
                  <a:pt x="32" y="27"/>
                  <a:pt x="33" y="27"/>
                </a:cubicBezTo>
                <a:cubicBezTo>
                  <a:pt x="33" y="27"/>
                  <a:pt x="33" y="27"/>
                  <a:pt x="34" y="27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11"/>
                  <a:pt x="35" y="11"/>
                  <a:pt x="35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31"/>
                  <a:pt x="39" y="31"/>
                  <a:pt x="39" y="31"/>
                </a:cubicBezTo>
                <a:lnTo>
                  <a:pt x="35" y="31"/>
                </a:lnTo>
                <a:close/>
                <a:moveTo>
                  <a:pt x="55" y="28"/>
                </a:moveTo>
                <a:cubicBezTo>
                  <a:pt x="55" y="28"/>
                  <a:pt x="55" y="28"/>
                  <a:pt x="54" y="29"/>
                </a:cubicBezTo>
                <a:cubicBezTo>
                  <a:pt x="54" y="29"/>
                  <a:pt x="54" y="30"/>
                  <a:pt x="54" y="30"/>
                </a:cubicBezTo>
                <a:cubicBezTo>
                  <a:pt x="54" y="30"/>
                  <a:pt x="53" y="31"/>
                  <a:pt x="53" y="31"/>
                </a:cubicBezTo>
                <a:cubicBezTo>
                  <a:pt x="52" y="31"/>
                  <a:pt x="51" y="31"/>
                  <a:pt x="51" y="31"/>
                </a:cubicBezTo>
                <a:cubicBezTo>
                  <a:pt x="50" y="31"/>
                  <a:pt x="49" y="31"/>
                  <a:pt x="49" y="31"/>
                </a:cubicBezTo>
                <a:cubicBezTo>
                  <a:pt x="48" y="31"/>
                  <a:pt x="48" y="30"/>
                  <a:pt x="47" y="30"/>
                </a:cubicBezTo>
                <a:cubicBezTo>
                  <a:pt x="47" y="30"/>
                  <a:pt x="47" y="29"/>
                  <a:pt x="47" y="29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31"/>
                  <a:pt x="46" y="31"/>
                  <a:pt x="46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2"/>
                  <a:pt x="42" y="2"/>
                  <a:pt x="42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4"/>
                  <a:pt x="46" y="14"/>
                  <a:pt x="46" y="14"/>
                </a:cubicBezTo>
                <a:cubicBezTo>
                  <a:pt x="46" y="14"/>
                  <a:pt x="46" y="14"/>
                  <a:pt x="47" y="13"/>
                </a:cubicBezTo>
                <a:cubicBezTo>
                  <a:pt x="47" y="13"/>
                  <a:pt x="47" y="12"/>
                  <a:pt x="47" y="12"/>
                </a:cubicBezTo>
                <a:cubicBezTo>
                  <a:pt x="48" y="12"/>
                  <a:pt x="48" y="11"/>
                  <a:pt x="48" y="11"/>
                </a:cubicBezTo>
                <a:cubicBezTo>
                  <a:pt x="49" y="11"/>
                  <a:pt x="50" y="11"/>
                  <a:pt x="50" y="11"/>
                </a:cubicBezTo>
                <a:cubicBezTo>
                  <a:pt x="51" y="11"/>
                  <a:pt x="52" y="11"/>
                  <a:pt x="53" y="11"/>
                </a:cubicBezTo>
                <a:cubicBezTo>
                  <a:pt x="53" y="11"/>
                  <a:pt x="53" y="12"/>
                  <a:pt x="54" y="12"/>
                </a:cubicBezTo>
                <a:cubicBezTo>
                  <a:pt x="54" y="12"/>
                  <a:pt x="54" y="13"/>
                  <a:pt x="54" y="13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7"/>
                  <a:pt x="55" y="17"/>
                  <a:pt x="55" y="17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27"/>
                  <a:pt x="55" y="27"/>
                  <a:pt x="55" y="27"/>
                </a:cubicBezTo>
                <a:lnTo>
                  <a:pt x="55" y="28"/>
                </a:lnTo>
                <a:close/>
                <a:moveTo>
                  <a:pt x="68" y="30"/>
                </a:moveTo>
                <a:cubicBezTo>
                  <a:pt x="67" y="31"/>
                  <a:pt x="66" y="31"/>
                  <a:pt x="64" y="31"/>
                </a:cubicBezTo>
                <a:cubicBezTo>
                  <a:pt x="62" y="31"/>
                  <a:pt x="61" y="31"/>
                  <a:pt x="60" y="30"/>
                </a:cubicBezTo>
                <a:cubicBezTo>
                  <a:pt x="58" y="28"/>
                  <a:pt x="58" y="27"/>
                  <a:pt x="58" y="25"/>
                </a:cubicBezTo>
                <a:cubicBezTo>
                  <a:pt x="58" y="17"/>
                  <a:pt x="58" y="17"/>
                  <a:pt x="58" y="17"/>
                </a:cubicBezTo>
                <a:cubicBezTo>
                  <a:pt x="58" y="15"/>
                  <a:pt x="58" y="14"/>
                  <a:pt x="60" y="12"/>
                </a:cubicBezTo>
                <a:cubicBezTo>
                  <a:pt x="61" y="11"/>
                  <a:pt x="62" y="11"/>
                  <a:pt x="64" y="11"/>
                </a:cubicBezTo>
                <a:cubicBezTo>
                  <a:pt x="66" y="11"/>
                  <a:pt x="67" y="11"/>
                  <a:pt x="68" y="12"/>
                </a:cubicBezTo>
                <a:cubicBezTo>
                  <a:pt x="70" y="14"/>
                  <a:pt x="70" y="15"/>
                  <a:pt x="70" y="17"/>
                </a:cubicBezTo>
                <a:cubicBezTo>
                  <a:pt x="70" y="19"/>
                  <a:pt x="70" y="19"/>
                  <a:pt x="70" y="19"/>
                </a:cubicBezTo>
                <a:cubicBezTo>
                  <a:pt x="70" y="23"/>
                  <a:pt x="70" y="23"/>
                  <a:pt x="70" y="23"/>
                </a:cubicBezTo>
                <a:cubicBezTo>
                  <a:pt x="66" y="23"/>
                  <a:pt x="66" y="23"/>
                  <a:pt x="66" y="23"/>
                </a:cubicBezTo>
                <a:cubicBezTo>
                  <a:pt x="62" y="23"/>
                  <a:pt x="62" y="23"/>
                  <a:pt x="62" y="23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26"/>
                  <a:pt x="62" y="26"/>
                  <a:pt x="63" y="27"/>
                </a:cubicBezTo>
                <a:cubicBezTo>
                  <a:pt x="63" y="27"/>
                  <a:pt x="63" y="27"/>
                  <a:pt x="64" y="27"/>
                </a:cubicBezTo>
                <a:cubicBezTo>
                  <a:pt x="65" y="27"/>
                  <a:pt x="65" y="27"/>
                  <a:pt x="65" y="27"/>
                </a:cubicBezTo>
                <a:cubicBezTo>
                  <a:pt x="66" y="26"/>
                  <a:pt x="66" y="26"/>
                  <a:pt x="66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70" y="27"/>
                  <a:pt x="70" y="28"/>
                  <a:pt x="68" y="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5" name="Freeform 183"/>
          <p:cNvSpPr>
            <a:spLocks noEditPoints="1"/>
          </p:cNvSpPr>
          <p:nvPr/>
        </p:nvSpPr>
        <p:spPr bwMode="auto">
          <a:xfrm>
            <a:off x="5265738" y="3121026"/>
            <a:ext cx="261938" cy="296863"/>
          </a:xfrm>
          <a:custGeom>
            <a:avLst/>
            <a:gdLst>
              <a:gd name="T0" fmla="*/ 51 w 62"/>
              <a:gd name="T1" fmla="*/ 16 h 70"/>
              <a:gd name="T2" fmla="*/ 61 w 62"/>
              <a:gd name="T3" fmla="*/ 6 h 70"/>
              <a:gd name="T4" fmla="*/ 59 w 62"/>
              <a:gd name="T5" fmla="*/ 3 h 70"/>
              <a:gd name="T6" fmla="*/ 48 w 62"/>
              <a:gd name="T7" fmla="*/ 14 h 70"/>
              <a:gd name="T8" fmla="*/ 38 w 62"/>
              <a:gd name="T9" fmla="*/ 9 h 70"/>
              <a:gd name="T10" fmla="*/ 38 w 62"/>
              <a:gd name="T11" fmla="*/ 0 h 70"/>
              <a:gd name="T12" fmla="*/ 24 w 62"/>
              <a:gd name="T13" fmla="*/ 0 h 70"/>
              <a:gd name="T14" fmla="*/ 24 w 62"/>
              <a:gd name="T15" fmla="*/ 9 h 70"/>
              <a:gd name="T16" fmla="*/ 0 w 62"/>
              <a:gd name="T17" fmla="*/ 39 h 70"/>
              <a:gd name="T18" fmla="*/ 31 w 62"/>
              <a:gd name="T19" fmla="*/ 70 h 70"/>
              <a:gd name="T20" fmla="*/ 62 w 62"/>
              <a:gd name="T21" fmla="*/ 39 h 70"/>
              <a:gd name="T22" fmla="*/ 51 w 62"/>
              <a:gd name="T23" fmla="*/ 16 h 70"/>
              <a:gd name="T24" fmla="*/ 31 w 62"/>
              <a:gd name="T25" fmla="*/ 67 h 70"/>
              <a:gd name="T26" fmla="*/ 4 w 62"/>
              <a:gd name="T27" fmla="*/ 39 h 70"/>
              <a:gd name="T28" fmla="*/ 31 w 62"/>
              <a:gd name="T29" fmla="*/ 12 h 70"/>
              <a:gd name="T30" fmla="*/ 46 w 62"/>
              <a:gd name="T31" fmla="*/ 16 h 70"/>
              <a:gd name="T32" fmla="*/ 33 w 62"/>
              <a:gd name="T33" fmla="*/ 29 h 70"/>
              <a:gd name="T34" fmla="*/ 33 w 62"/>
              <a:gd name="T35" fmla="*/ 15 h 70"/>
              <a:gd name="T36" fmla="*/ 30 w 62"/>
              <a:gd name="T37" fmla="*/ 15 h 70"/>
              <a:gd name="T38" fmla="*/ 30 w 62"/>
              <a:gd name="T39" fmla="*/ 37 h 70"/>
              <a:gd name="T40" fmla="*/ 49 w 62"/>
              <a:gd name="T41" fmla="*/ 18 h 70"/>
              <a:gd name="T42" fmla="*/ 59 w 62"/>
              <a:gd name="T43" fmla="*/ 39 h 70"/>
              <a:gd name="T44" fmla="*/ 31 w 62"/>
              <a:gd name="T45" fmla="*/ 6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" h="70">
                <a:moveTo>
                  <a:pt x="51" y="16"/>
                </a:moveTo>
                <a:cubicBezTo>
                  <a:pt x="61" y="6"/>
                  <a:pt x="61" y="6"/>
                  <a:pt x="61" y="6"/>
                </a:cubicBezTo>
                <a:cubicBezTo>
                  <a:pt x="59" y="3"/>
                  <a:pt x="59" y="3"/>
                  <a:pt x="59" y="3"/>
                </a:cubicBezTo>
                <a:cubicBezTo>
                  <a:pt x="48" y="14"/>
                  <a:pt x="48" y="14"/>
                  <a:pt x="48" y="14"/>
                </a:cubicBezTo>
                <a:cubicBezTo>
                  <a:pt x="45" y="12"/>
                  <a:pt x="42" y="10"/>
                  <a:pt x="38" y="9"/>
                </a:cubicBezTo>
                <a:cubicBezTo>
                  <a:pt x="38" y="0"/>
                  <a:pt x="38" y="0"/>
                  <a:pt x="3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9"/>
                  <a:pt x="24" y="9"/>
                  <a:pt x="24" y="9"/>
                </a:cubicBezTo>
                <a:cubicBezTo>
                  <a:pt x="11" y="12"/>
                  <a:pt x="0" y="25"/>
                  <a:pt x="0" y="39"/>
                </a:cubicBezTo>
                <a:cubicBezTo>
                  <a:pt x="0" y="56"/>
                  <a:pt x="14" y="70"/>
                  <a:pt x="31" y="70"/>
                </a:cubicBezTo>
                <a:cubicBezTo>
                  <a:pt x="48" y="70"/>
                  <a:pt x="62" y="56"/>
                  <a:pt x="62" y="39"/>
                </a:cubicBezTo>
                <a:cubicBezTo>
                  <a:pt x="62" y="30"/>
                  <a:pt x="58" y="21"/>
                  <a:pt x="51" y="16"/>
                </a:cubicBezTo>
                <a:close/>
                <a:moveTo>
                  <a:pt x="31" y="67"/>
                </a:moveTo>
                <a:cubicBezTo>
                  <a:pt x="16" y="67"/>
                  <a:pt x="4" y="54"/>
                  <a:pt x="4" y="39"/>
                </a:cubicBezTo>
                <a:cubicBezTo>
                  <a:pt x="4" y="24"/>
                  <a:pt x="16" y="12"/>
                  <a:pt x="31" y="12"/>
                </a:cubicBezTo>
                <a:cubicBezTo>
                  <a:pt x="37" y="12"/>
                  <a:pt x="42" y="14"/>
                  <a:pt x="46" y="16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15"/>
                  <a:pt x="33" y="15"/>
                  <a:pt x="33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37"/>
                  <a:pt x="30" y="37"/>
                  <a:pt x="30" y="37"/>
                </a:cubicBezTo>
                <a:cubicBezTo>
                  <a:pt x="49" y="18"/>
                  <a:pt x="49" y="18"/>
                  <a:pt x="49" y="18"/>
                </a:cubicBezTo>
                <a:cubicBezTo>
                  <a:pt x="55" y="23"/>
                  <a:pt x="59" y="31"/>
                  <a:pt x="59" y="39"/>
                </a:cubicBezTo>
                <a:cubicBezTo>
                  <a:pt x="59" y="54"/>
                  <a:pt x="46" y="67"/>
                  <a:pt x="31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6" name="Freeform 184"/>
          <p:cNvSpPr>
            <a:spLocks/>
          </p:cNvSpPr>
          <p:nvPr/>
        </p:nvSpPr>
        <p:spPr bwMode="auto">
          <a:xfrm>
            <a:off x="5978525" y="3163889"/>
            <a:ext cx="317500" cy="185738"/>
          </a:xfrm>
          <a:custGeom>
            <a:avLst/>
            <a:gdLst>
              <a:gd name="T0" fmla="*/ 197 w 200"/>
              <a:gd name="T1" fmla="*/ 72 h 117"/>
              <a:gd name="T2" fmla="*/ 123 w 200"/>
              <a:gd name="T3" fmla="*/ 0 h 117"/>
              <a:gd name="T4" fmla="*/ 123 w 200"/>
              <a:gd name="T5" fmla="*/ 35 h 117"/>
              <a:gd name="T6" fmla="*/ 133 w 200"/>
              <a:gd name="T7" fmla="*/ 35 h 117"/>
              <a:gd name="T8" fmla="*/ 133 w 200"/>
              <a:gd name="T9" fmla="*/ 21 h 117"/>
              <a:gd name="T10" fmla="*/ 184 w 200"/>
              <a:gd name="T11" fmla="*/ 72 h 117"/>
              <a:gd name="T12" fmla="*/ 123 w 200"/>
              <a:gd name="T13" fmla="*/ 72 h 117"/>
              <a:gd name="T14" fmla="*/ 123 w 200"/>
              <a:gd name="T15" fmla="*/ 77 h 117"/>
              <a:gd name="T16" fmla="*/ 80 w 200"/>
              <a:gd name="T17" fmla="*/ 77 h 117"/>
              <a:gd name="T18" fmla="*/ 80 w 200"/>
              <a:gd name="T19" fmla="*/ 72 h 117"/>
              <a:gd name="T20" fmla="*/ 18 w 200"/>
              <a:gd name="T21" fmla="*/ 72 h 117"/>
              <a:gd name="T22" fmla="*/ 69 w 200"/>
              <a:gd name="T23" fmla="*/ 21 h 117"/>
              <a:gd name="T24" fmla="*/ 69 w 200"/>
              <a:gd name="T25" fmla="*/ 35 h 117"/>
              <a:gd name="T26" fmla="*/ 80 w 200"/>
              <a:gd name="T27" fmla="*/ 35 h 117"/>
              <a:gd name="T28" fmla="*/ 80 w 200"/>
              <a:gd name="T29" fmla="*/ 0 h 117"/>
              <a:gd name="T30" fmla="*/ 5 w 200"/>
              <a:gd name="T31" fmla="*/ 72 h 117"/>
              <a:gd name="T32" fmla="*/ 0 w 200"/>
              <a:gd name="T33" fmla="*/ 72 h 117"/>
              <a:gd name="T34" fmla="*/ 0 w 200"/>
              <a:gd name="T35" fmla="*/ 117 h 117"/>
              <a:gd name="T36" fmla="*/ 80 w 200"/>
              <a:gd name="T37" fmla="*/ 117 h 117"/>
              <a:gd name="T38" fmla="*/ 80 w 200"/>
              <a:gd name="T39" fmla="*/ 99 h 117"/>
              <a:gd name="T40" fmla="*/ 123 w 200"/>
              <a:gd name="T41" fmla="*/ 99 h 117"/>
              <a:gd name="T42" fmla="*/ 123 w 200"/>
              <a:gd name="T43" fmla="*/ 117 h 117"/>
              <a:gd name="T44" fmla="*/ 200 w 200"/>
              <a:gd name="T45" fmla="*/ 117 h 117"/>
              <a:gd name="T46" fmla="*/ 200 w 200"/>
              <a:gd name="T47" fmla="*/ 72 h 117"/>
              <a:gd name="T48" fmla="*/ 197 w 200"/>
              <a:gd name="T49" fmla="*/ 72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0" h="117">
                <a:moveTo>
                  <a:pt x="197" y="72"/>
                </a:moveTo>
                <a:lnTo>
                  <a:pt x="123" y="0"/>
                </a:lnTo>
                <a:lnTo>
                  <a:pt x="123" y="35"/>
                </a:lnTo>
                <a:lnTo>
                  <a:pt x="133" y="35"/>
                </a:lnTo>
                <a:lnTo>
                  <a:pt x="133" y="21"/>
                </a:lnTo>
                <a:lnTo>
                  <a:pt x="184" y="72"/>
                </a:lnTo>
                <a:lnTo>
                  <a:pt x="123" y="72"/>
                </a:lnTo>
                <a:lnTo>
                  <a:pt x="123" y="77"/>
                </a:lnTo>
                <a:lnTo>
                  <a:pt x="80" y="77"/>
                </a:lnTo>
                <a:lnTo>
                  <a:pt x="80" y="72"/>
                </a:lnTo>
                <a:lnTo>
                  <a:pt x="18" y="72"/>
                </a:lnTo>
                <a:lnTo>
                  <a:pt x="69" y="21"/>
                </a:lnTo>
                <a:lnTo>
                  <a:pt x="69" y="35"/>
                </a:lnTo>
                <a:lnTo>
                  <a:pt x="80" y="35"/>
                </a:lnTo>
                <a:lnTo>
                  <a:pt x="80" y="0"/>
                </a:lnTo>
                <a:lnTo>
                  <a:pt x="5" y="72"/>
                </a:lnTo>
                <a:lnTo>
                  <a:pt x="0" y="72"/>
                </a:lnTo>
                <a:lnTo>
                  <a:pt x="0" y="117"/>
                </a:lnTo>
                <a:lnTo>
                  <a:pt x="80" y="117"/>
                </a:lnTo>
                <a:lnTo>
                  <a:pt x="80" y="99"/>
                </a:lnTo>
                <a:lnTo>
                  <a:pt x="123" y="99"/>
                </a:lnTo>
                <a:lnTo>
                  <a:pt x="123" y="117"/>
                </a:lnTo>
                <a:lnTo>
                  <a:pt x="200" y="117"/>
                </a:lnTo>
                <a:lnTo>
                  <a:pt x="200" y="72"/>
                </a:lnTo>
                <a:lnTo>
                  <a:pt x="197" y="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7" name="Freeform 185"/>
          <p:cNvSpPr>
            <a:spLocks/>
          </p:cNvSpPr>
          <p:nvPr/>
        </p:nvSpPr>
        <p:spPr bwMode="auto">
          <a:xfrm>
            <a:off x="5978525" y="3163889"/>
            <a:ext cx="317500" cy="185738"/>
          </a:xfrm>
          <a:custGeom>
            <a:avLst/>
            <a:gdLst>
              <a:gd name="T0" fmla="*/ 197 w 200"/>
              <a:gd name="T1" fmla="*/ 72 h 117"/>
              <a:gd name="T2" fmla="*/ 123 w 200"/>
              <a:gd name="T3" fmla="*/ 0 h 117"/>
              <a:gd name="T4" fmla="*/ 123 w 200"/>
              <a:gd name="T5" fmla="*/ 35 h 117"/>
              <a:gd name="T6" fmla="*/ 133 w 200"/>
              <a:gd name="T7" fmla="*/ 35 h 117"/>
              <a:gd name="T8" fmla="*/ 133 w 200"/>
              <a:gd name="T9" fmla="*/ 21 h 117"/>
              <a:gd name="T10" fmla="*/ 184 w 200"/>
              <a:gd name="T11" fmla="*/ 72 h 117"/>
              <a:gd name="T12" fmla="*/ 123 w 200"/>
              <a:gd name="T13" fmla="*/ 72 h 117"/>
              <a:gd name="T14" fmla="*/ 123 w 200"/>
              <a:gd name="T15" fmla="*/ 77 h 117"/>
              <a:gd name="T16" fmla="*/ 80 w 200"/>
              <a:gd name="T17" fmla="*/ 77 h 117"/>
              <a:gd name="T18" fmla="*/ 80 w 200"/>
              <a:gd name="T19" fmla="*/ 72 h 117"/>
              <a:gd name="T20" fmla="*/ 18 w 200"/>
              <a:gd name="T21" fmla="*/ 72 h 117"/>
              <a:gd name="T22" fmla="*/ 69 w 200"/>
              <a:gd name="T23" fmla="*/ 21 h 117"/>
              <a:gd name="T24" fmla="*/ 69 w 200"/>
              <a:gd name="T25" fmla="*/ 35 h 117"/>
              <a:gd name="T26" fmla="*/ 80 w 200"/>
              <a:gd name="T27" fmla="*/ 35 h 117"/>
              <a:gd name="T28" fmla="*/ 80 w 200"/>
              <a:gd name="T29" fmla="*/ 0 h 117"/>
              <a:gd name="T30" fmla="*/ 5 w 200"/>
              <a:gd name="T31" fmla="*/ 72 h 117"/>
              <a:gd name="T32" fmla="*/ 0 w 200"/>
              <a:gd name="T33" fmla="*/ 72 h 117"/>
              <a:gd name="T34" fmla="*/ 0 w 200"/>
              <a:gd name="T35" fmla="*/ 117 h 117"/>
              <a:gd name="T36" fmla="*/ 80 w 200"/>
              <a:gd name="T37" fmla="*/ 117 h 117"/>
              <a:gd name="T38" fmla="*/ 80 w 200"/>
              <a:gd name="T39" fmla="*/ 99 h 117"/>
              <a:gd name="T40" fmla="*/ 123 w 200"/>
              <a:gd name="T41" fmla="*/ 99 h 117"/>
              <a:gd name="T42" fmla="*/ 123 w 200"/>
              <a:gd name="T43" fmla="*/ 117 h 117"/>
              <a:gd name="T44" fmla="*/ 200 w 200"/>
              <a:gd name="T45" fmla="*/ 117 h 117"/>
              <a:gd name="T46" fmla="*/ 200 w 200"/>
              <a:gd name="T47" fmla="*/ 72 h 117"/>
              <a:gd name="T48" fmla="*/ 197 w 200"/>
              <a:gd name="T49" fmla="*/ 72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0" h="117">
                <a:moveTo>
                  <a:pt x="197" y="72"/>
                </a:moveTo>
                <a:lnTo>
                  <a:pt x="123" y="0"/>
                </a:lnTo>
                <a:lnTo>
                  <a:pt x="123" y="35"/>
                </a:lnTo>
                <a:lnTo>
                  <a:pt x="133" y="35"/>
                </a:lnTo>
                <a:lnTo>
                  <a:pt x="133" y="21"/>
                </a:lnTo>
                <a:lnTo>
                  <a:pt x="184" y="72"/>
                </a:lnTo>
                <a:lnTo>
                  <a:pt x="123" y="72"/>
                </a:lnTo>
                <a:lnTo>
                  <a:pt x="123" y="77"/>
                </a:lnTo>
                <a:lnTo>
                  <a:pt x="80" y="77"/>
                </a:lnTo>
                <a:lnTo>
                  <a:pt x="80" y="72"/>
                </a:lnTo>
                <a:lnTo>
                  <a:pt x="18" y="72"/>
                </a:lnTo>
                <a:lnTo>
                  <a:pt x="69" y="21"/>
                </a:lnTo>
                <a:lnTo>
                  <a:pt x="69" y="35"/>
                </a:lnTo>
                <a:lnTo>
                  <a:pt x="80" y="35"/>
                </a:lnTo>
                <a:lnTo>
                  <a:pt x="80" y="0"/>
                </a:lnTo>
                <a:lnTo>
                  <a:pt x="5" y="72"/>
                </a:lnTo>
                <a:lnTo>
                  <a:pt x="0" y="72"/>
                </a:lnTo>
                <a:lnTo>
                  <a:pt x="0" y="117"/>
                </a:lnTo>
                <a:lnTo>
                  <a:pt x="80" y="117"/>
                </a:lnTo>
                <a:lnTo>
                  <a:pt x="80" y="99"/>
                </a:lnTo>
                <a:lnTo>
                  <a:pt x="123" y="99"/>
                </a:lnTo>
                <a:lnTo>
                  <a:pt x="123" y="117"/>
                </a:lnTo>
                <a:lnTo>
                  <a:pt x="200" y="117"/>
                </a:lnTo>
                <a:lnTo>
                  <a:pt x="200" y="72"/>
                </a:lnTo>
                <a:lnTo>
                  <a:pt x="197" y="72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8" name="Rectangle 186"/>
          <p:cNvSpPr>
            <a:spLocks noChangeArrowheads="1"/>
          </p:cNvSpPr>
          <p:nvPr/>
        </p:nvSpPr>
        <p:spPr bwMode="auto">
          <a:xfrm>
            <a:off x="5978525" y="3349626"/>
            <a:ext cx="127000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9" name="Freeform 187"/>
          <p:cNvSpPr>
            <a:spLocks/>
          </p:cNvSpPr>
          <p:nvPr/>
        </p:nvSpPr>
        <p:spPr bwMode="auto">
          <a:xfrm>
            <a:off x="6173788" y="3349626"/>
            <a:ext cx="122238" cy="47625"/>
          </a:xfrm>
          <a:custGeom>
            <a:avLst/>
            <a:gdLst>
              <a:gd name="T0" fmla="*/ 77 w 77"/>
              <a:gd name="T1" fmla="*/ 0 h 30"/>
              <a:gd name="T2" fmla="*/ 77 w 77"/>
              <a:gd name="T3" fmla="*/ 0 h 30"/>
              <a:gd name="T4" fmla="*/ 0 w 77"/>
              <a:gd name="T5" fmla="*/ 0 h 30"/>
              <a:gd name="T6" fmla="*/ 0 w 77"/>
              <a:gd name="T7" fmla="*/ 30 h 30"/>
              <a:gd name="T8" fmla="*/ 77 w 77"/>
              <a:gd name="T9" fmla="*/ 30 h 30"/>
              <a:gd name="T10" fmla="*/ 77 w 77"/>
              <a:gd name="T11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0">
                <a:moveTo>
                  <a:pt x="77" y="0"/>
                </a:moveTo>
                <a:lnTo>
                  <a:pt x="77" y="0"/>
                </a:lnTo>
                <a:lnTo>
                  <a:pt x="0" y="0"/>
                </a:lnTo>
                <a:lnTo>
                  <a:pt x="0" y="30"/>
                </a:lnTo>
                <a:lnTo>
                  <a:pt x="77" y="30"/>
                </a:lnTo>
                <a:lnTo>
                  <a:pt x="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0" name="Freeform 188"/>
          <p:cNvSpPr>
            <a:spLocks/>
          </p:cNvSpPr>
          <p:nvPr/>
        </p:nvSpPr>
        <p:spPr bwMode="auto">
          <a:xfrm>
            <a:off x="6173788" y="3349626"/>
            <a:ext cx="122238" cy="47625"/>
          </a:xfrm>
          <a:custGeom>
            <a:avLst/>
            <a:gdLst>
              <a:gd name="T0" fmla="*/ 77 w 77"/>
              <a:gd name="T1" fmla="*/ 0 h 30"/>
              <a:gd name="T2" fmla="*/ 77 w 77"/>
              <a:gd name="T3" fmla="*/ 0 h 30"/>
              <a:gd name="T4" fmla="*/ 0 w 77"/>
              <a:gd name="T5" fmla="*/ 0 h 30"/>
              <a:gd name="T6" fmla="*/ 0 w 77"/>
              <a:gd name="T7" fmla="*/ 30 h 30"/>
              <a:gd name="T8" fmla="*/ 77 w 77"/>
              <a:gd name="T9" fmla="*/ 30 h 30"/>
              <a:gd name="T10" fmla="*/ 77 w 77"/>
              <a:gd name="T11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0">
                <a:moveTo>
                  <a:pt x="77" y="0"/>
                </a:moveTo>
                <a:lnTo>
                  <a:pt x="77" y="0"/>
                </a:lnTo>
                <a:lnTo>
                  <a:pt x="0" y="0"/>
                </a:lnTo>
                <a:lnTo>
                  <a:pt x="0" y="30"/>
                </a:lnTo>
                <a:lnTo>
                  <a:pt x="77" y="30"/>
                </a:lnTo>
                <a:lnTo>
                  <a:pt x="7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1" name="Freeform 189"/>
          <p:cNvSpPr>
            <a:spLocks/>
          </p:cNvSpPr>
          <p:nvPr/>
        </p:nvSpPr>
        <p:spPr bwMode="auto">
          <a:xfrm>
            <a:off x="6843713" y="3232151"/>
            <a:ext cx="20638" cy="79375"/>
          </a:xfrm>
          <a:custGeom>
            <a:avLst/>
            <a:gdLst>
              <a:gd name="T0" fmla="*/ 2 w 5"/>
              <a:gd name="T1" fmla="*/ 0 h 19"/>
              <a:gd name="T2" fmla="*/ 0 w 5"/>
              <a:gd name="T3" fmla="*/ 1 h 19"/>
              <a:gd name="T4" fmla="*/ 0 w 5"/>
              <a:gd name="T5" fmla="*/ 2 h 19"/>
              <a:gd name="T6" fmla="*/ 0 w 5"/>
              <a:gd name="T7" fmla="*/ 7 h 19"/>
              <a:gd name="T8" fmla="*/ 0 w 5"/>
              <a:gd name="T9" fmla="*/ 12 h 19"/>
              <a:gd name="T10" fmla="*/ 0 w 5"/>
              <a:gd name="T11" fmla="*/ 17 h 19"/>
              <a:gd name="T12" fmla="*/ 0 w 5"/>
              <a:gd name="T13" fmla="*/ 18 h 19"/>
              <a:gd name="T14" fmla="*/ 2 w 5"/>
              <a:gd name="T15" fmla="*/ 19 h 19"/>
              <a:gd name="T16" fmla="*/ 4 w 5"/>
              <a:gd name="T17" fmla="*/ 18 h 19"/>
              <a:gd name="T18" fmla="*/ 5 w 5"/>
              <a:gd name="T19" fmla="*/ 17 h 19"/>
              <a:gd name="T20" fmla="*/ 5 w 5"/>
              <a:gd name="T21" fmla="*/ 12 h 19"/>
              <a:gd name="T22" fmla="*/ 5 w 5"/>
              <a:gd name="T23" fmla="*/ 7 h 19"/>
              <a:gd name="T24" fmla="*/ 5 w 5"/>
              <a:gd name="T25" fmla="*/ 2 h 19"/>
              <a:gd name="T26" fmla="*/ 4 w 5"/>
              <a:gd name="T27" fmla="*/ 1 h 19"/>
              <a:gd name="T28" fmla="*/ 2 w 5"/>
              <a:gd name="T2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" h="19">
                <a:moveTo>
                  <a:pt x="2" y="0"/>
                </a:moveTo>
                <a:cubicBezTo>
                  <a:pt x="2" y="0"/>
                  <a:pt x="1" y="1"/>
                  <a:pt x="0" y="1"/>
                </a:cubicBezTo>
                <a:cubicBezTo>
                  <a:pt x="0" y="1"/>
                  <a:pt x="0" y="2"/>
                  <a:pt x="0" y="2"/>
                </a:cubicBezTo>
                <a:cubicBezTo>
                  <a:pt x="0" y="7"/>
                  <a:pt x="0" y="7"/>
                  <a:pt x="0" y="7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8"/>
                  <a:pt x="0" y="18"/>
                </a:cubicBezTo>
                <a:cubicBezTo>
                  <a:pt x="1" y="18"/>
                  <a:pt x="2" y="19"/>
                  <a:pt x="2" y="19"/>
                </a:cubicBezTo>
                <a:cubicBezTo>
                  <a:pt x="3" y="19"/>
                  <a:pt x="4" y="18"/>
                  <a:pt x="4" y="18"/>
                </a:cubicBezTo>
                <a:cubicBezTo>
                  <a:pt x="5" y="18"/>
                  <a:pt x="5" y="17"/>
                  <a:pt x="5" y="17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7"/>
                  <a:pt x="5" y="7"/>
                  <a:pt x="5" y="7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1"/>
                  <a:pt x="4" y="1"/>
                </a:cubicBezTo>
                <a:cubicBezTo>
                  <a:pt x="4" y="1"/>
                  <a:pt x="3" y="0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2" name="Freeform 190"/>
          <p:cNvSpPr>
            <a:spLocks noEditPoints="1"/>
          </p:cNvSpPr>
          <p:nvPr/>
        </p:nvSpPr>
        <p:spPr bwMode="auto">
          <a:xfrm>
            <a:off x="6780213" y="3171826"/>
            <a:ext cx="236538" cy="200025"/>
          </a:xfrm>
          <a:custGeom>
            <a:avLst/>
            <a:gdLst>
              <a:gd name="T0" fmla="*/ 0 w 56"/>
              <a:gd name="T1" fmla="*/ 0 h 47"/>
              <a:gd name="T2" fmla="*/ 0 w 56"/>
              <a:gd name="T3" fmla="*/ 47 h 47"/>
              <a:gd name="T4" fmla="*/ 56 w 56"/>
              <a:gd name="T5" fmla="*/ 47 h 47"/>
              <a:gd name="T6" fmla="*/ 56 w 56"/>
              <a:gd name="T7" fmla="*/ 0 h 47"/>
              <a:gd name="T8" fmla="*/ 0 w 56"/>
              <a:gd name="T9" fmla="*/ 0 h 47"/>
              <a:gd name="T10" fmla="*/ 25 w 56"/>
              <a:gd name="T11" fmla="*/ 31 h 47"/>
              <a:gd name="T12" fmla="*/ 23 w 56"/>
              <a:gd name="T13" fmla="*/ 35 h 47"/>
              <a:gd name="T14" fmla="*/ 17 w 56"/>
              <a:gd name="T15" fmla="*/ 36 h 47"/>
              <a:gd name="T16" fmla="*/ 12 w 56"/>
              <a:gd name="T17" fmla="*/ 35 h 47"/>
              <a:gd name="T18" fmla="*/ 9 w 56"/>
              <a:gd name="T19" fmla="*/ 31 h 47"/>
              <a:gd name="T20" fmla="*/ 9 w 56"/>
              <a:gd name="T21" fmla="*/ 16 h 47"/>
              <a:gd name="T22" fmla="*/ 12 w 56"/>
              <a:gd name="T23" fmla="*/ 12 h 47"/>
              <a:gd name="T24" fmla="*/ 17 w 56"/>
              <a:gd name="T25" fmla="*/ 11 h 47"/>
              <a:gd name="T26" fmla="*/ 23 w 56"/>
              <a:gd name="T27" fmla="*/ 12 h 47"/>
              <a:gd name="T28" fmla="*/ 25 w 56"/>
              <a:gd name="T29" fmla="*/ 16 h 47"/>
              <a:gd name="T30" fmla="*/ 25 w 56"/>
              <a:gd name="T31" fmla="*/ 31 h 47"/>
              <a:gd name="T32" fmla="*/ 46 w 56"/>
              <a:gd name="T33" fmla="*/ 36 h 47"/>
              <a:gd name="T34" fmla="*/ 40 w 56"/>
              <a:gd name="T35" fmla="*/ 36 h 47"/>
              <a:gd name="T36" fmla="*/ 35 w 56"/>
              <a:gd name="T37" fmla="*/ 24 h 47"/>
              <a:gd name="T38" fmla="*/ 35 w 56"/>
              <a:gd name="T39" fmla="*/ 36 h 47"/>
              <a:gd name="T40" fmla="*/ 30 w 56"/>
              <a:gd name="T41" fmla="*/ 36 h 47"/>
              <a:gd name="T42" fmla="*/ 30 w 56"/>
              <a:gd name="T43" fmla="*/ 11 h 47"/>
              <a:gd name="T44" fmla="*/ 35 w 56"/>
              <a:gd name="T45" fmla="*/ 11 h 47"/>
              <a:gd name="T46" fmla="*/ 40 w 56"/>
              <a:gd name="T47" fmla="*/ 24 h 47"/>
              <a:gd name="T48" fmla="*/ 40 w 56"/>
              <a:gd name="T49" fmla="*/ 11 h 47"/>
              <a:gd name="T50" fmla="*/ 46 w 56"/>
              <a:gd name="T51" fmla="*/ 11 h 47"/>
              <a:gd name="T52" fmla="*/ 46 w 56"/>
              <a:gd name="T53" fmla="*/ 3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6" h="47">
                <a:moveTo>
                  <a:pt x="0" y="0"/>
                </a:moveTo>
                <a:cubicBezTo>
                  <a:pt x="0" y="47"/>
                  <a:pt x="0" y="47"/>
                  <a:pt x="0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0"/>
                  <a:pt x="56" y="0"/>
                  <a:pt x="56" y="0"/>
                </a:cubicBezTo>
                <a:lnTo>
                  <a:pt x="0" y="0"/>
                </a:lnTo>
                <a:close/>
                <a:moveTo>
                  <a:pt x="25" y="31"/>
                </a:moveTo>
                <a:cubicBezTo>
                  <a:pt x="25" y="32"/>
                  <a:pt x="24" y="34"/>
                  <a:pt x="23" y="35"/>
                </a:cubicBezTo>
                <a:cubicBezTo>
                  <a:pt x="21" y="36"/>
                  <a:pt x="19" y="36"/>
                  <a:pt x="17" y="36"/>
                </a:cubicBezTo>
                <a:cubicBezTo>
                  <a:pt x="15" y="36"/>
                  <a:pt x="13" y="36"/>
                  <a:pt x="12" y="35"/>
                </a:cubicBezTo>
                <a:cubicBezTo>
                  <a:pt x="10" y="34"/>
                  <a:pt x="9" y="32"/>
                  <a:pt x="9" y="31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5"/>
                  <a:pt x="10" y="13"/>
                  <a:pt x="12" y="12"/>
                </a:cubicBezTo>
                <a:cubicBezTo>
                  <a:pt x="13" y="11"/>
                  <a:pt x="15" y="11"/>
                  <a:pt x="17" y="11"/>
                </a:cubicBezTo>
                <a:cubicBezTo>
                  <a:pt x="19" y="11"/>
                  <a:pt x="21" y="11"/>
                  <a:pt x="23" y="12"/>
                </a:cubicBezTo>
                <a:cubicBezTo>
                  <a:pt x="24" y="13"/>
                  <a:pt x="25" y="15"/>
                  <a:pt x="25" y="16"/>
                </a:cubicBezTo>
                <a:lnTo>
                  <a:pt x="25" y="31"/>
                </a:lnTo>
                <a:close/>
                <a:moveTo>
                  <a:pt x="46" y="36"/>
                </a:moveTo>
                <a:cubicBezTo>
                  <a:pt x="40" y="36"/>
                  <a:pt x="40" y="36"/>
                  <a:pt x="40" y="36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36"/>
                  <a:pt x="35" y="36"/>
                  <a:pt x="35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11"/>
                  <a:pt x="30" y="11"/>
                  <a:pt x="30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11"/>
                  <a:pt x="40" y="11"/>
                  <a:pt x="40" y="11"/>
                </a:cubicBezTo>
                <a:cubicBezTo>
                  <a:pt x="46" y="11"/>
                  <a:pt x="46" y="11"/>
                  <a:pt x="46" y="11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3" name="Freeform 191"/>
          <p:cNvSpPr>
            <a:spLocks/>
          </p:cNvSpPr>
          <p:nvPr/>
        </p:nvSpPr>
        <p:spPr bwMode="auto">
          <a:xfrm>
            <a:off x="7475538" y="3232151"/>
            <a:ext cx="15875" cy="71438"/>
          </a:xfrm>
          <a:custGeom>
            <a:avLst/>
            <a:gdLst>
              <a:gd name="T0" fmla="*/ 2 w 4"/>
              <a:gd name="T1" fmla="*/ 0 h 17"/>
              <a:gd name="T2" fmla="*/ 0 w 4"/>
              <a:gd name="T3" fmla="*/ 0 h 17"/>
              <a:gd name="T4" fmla="*/ 0 w 4"/>
              <a:gd name="T5" fmla="*/ 1 h 17"/>
              <a:gd name="T6" fmla="*/ 0 w 4"/>
              <a:gd name="T7" fmla="*/ 6 h 17"/>
              <a:gd name="T8" fmla="*/ 0 w 4"/>
              <a:gd name="T9" fmla="*/ 10 h 17"/>
              <a:gd name="T10" fmla="*/ 0 w 4"/>
              <a:gd name="T11" fmla="*/ 15 h 17"/>
              <a:gd name="T12" fmla="*/ 0 w 4"/>
              <a:gd name="T13" fmla="*/ 17 h 17"/>
              <a:gd name="T14" fmla="*/ 2 w 4"/>
              <a:gd name="T15" fmla="*/ 17 h 17"/>
              <a:gd name="T16" fmla="*/ 3 w 4"/>
              <a:gd name="T17" fmla="*/ 17 h 17"/>
              <a:gd name="T18" fmla="*/ 4 w 4"/>
              <a:gd name="T19" fmla="*/ 15 h 17"/>
              <a:gd name="T20" fmla="*/ 4 w 4"/>
              <a:gd name="T21" fmla="*/ 10 h 17"/>
              <a:gd name="T22" fmla="*/ 4 w 4"/>
              <a:gd name="T23" fmla="*/ 6 h 17"/>
              <a:gd name="T24" fmla="*/ 4 w 4"/>
              <a:gd name="T25" fmla="*/ 1 h 17"/>
              <a:gd name="T26" fmla="*/ 3 w 4"/>
              <a:gd name="T27" fmla="*/ 0 h 17"/>
              <a:gd name="T28" fmla="*/ 2 w 4"/>
              <a:gd name="T29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" h="17">
                <a:moveTo>
                  <a:pt x="2" y="0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6"/>
                  <a:pt x="0" y="16"/>
                  <a:pt x="0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2" y="17"/>
                  <a:pt x="3" y="17"/>
                  <a:pt x="3" y="17"/>
                </a:cubicBezTo>
                <a:cubicBezTo>
                  <a:pt x="4" y="16"/>
                  <a:pt x="4" y="16"/>
                  <a:pt x="4" y="15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6"/>
                  <a:pt x="4" y="6"/>
                  <a:pt x="4" y="6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0"/>
                  <a:pt x="3" y="0"/>
                </a:cubicBezTo>
                <a:cubicBezTo>
                  <a:pt x="3" y="0"/>
                  <a:pt x="2" y="0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4" name="Freeform 192"/>
          <p:cNvSpPr>
            <a:spLocks noEditPoints="1"/>
          </p:cNvSpPr>
          <p:nvPr/>
        </p:nvSpPr>
        <p:spPr bwMode="auto">
          <a:xfrm>
            <a:off x="7419975" y="3171826"/>
            <a:ext cx="241300" cy="200025"/>
          </a:xfrm>
          <a:custGeom>
            <a:avLst/>
            <a:gdLst>
              <a:gd name="T0" fmla="*/ 0 w 57"/>
              <a:gd name="T1" fmla="*/ 0 h 47"/>
              <a:gd name="T2" fmla="*/ 0 w 57"/>
              <a:gd name="T3" fmla="*/ 47 h 47"/>
              <a:gd name="T4" fmla="*/ 57 w 57"/>
              <a:gd name="T5" fmla="*/ 47 h 47"/>
              <a:gd name="T6" fmla="*/ 57 w 57"/>
              <a:gd name="T7" fmla="*/ 0 h 47"/>
              <a:gd name="T8" fmla="*/ 0 w 57"/>
              <a:gd name="T9" fmla="*/ 0 h 47"/>
              <a:gd name="T10" fmla="*/ 21 w 57"/>
              <a:gd name="T11" fmla="*/ 29 h 47"/>
              <a:gd name="T12" fmla="*/ 19 w 57"/>
              <a:gd name="T13" fmla="*/ 33 h 47"/>
              <a:gd name="T14" fmla="*/ 15 w 57"/>
              <a:gd name="T15" fmla="*/ 35 h 47"/>
              <a:gd name="T16" fmla="*/ 10 w 57"/>
              <a:gd name="T17" fmla="*/ 33 h 47"/>
              <a:gd name="T18" fmla="*/ 8 w 57"/>
              <a:gd name="T19" fmla="*/ 29 h 47"/>
              <a:gd name="T20" fmla="*/ 8 w 57"/>
              <a:gd name="T21" fmla="*/ 15 h 47"/>
              <a:gd name="T22" fmla="*/ 10 w 57"/>
              <a:gd name="T23" fmla="*/ 12 h 47"/>
              <a:gd name="T24" fmla="*/ 15 w 57"/>
              <a:gd name="T25" fmla="*/ 10 h 47"/>
              <a:gd name="T26" fmla="*/ 19 w 57"/>
              <a:gd name="T27" fmla="*/ 12 h 47"/>
              <a:gd name="T28" fmla="*/ 21 w 57"/>
              <a:gd name="T29" fmla="*/ 15 h 47"/>
              <a:gd name="T30" fmla="*/ 21 w 57"/>
              <a:gd name="T31" fmla="*/ 29 h 47"/>
              <a:gd name="T32" fmla="*/ 37 w 57"/>
              <a:gd name="T33" fmla="*/ 14 h 47"/>
              <a:gd name="T34" fmla="*/ 29 w 57"/>
              <a:gd name="T35" fmla="*/ 14 h 47"/>
              <a:gd name="T36" fmla="*/ 29 w 57"/>
              <a:gd name="T37" fmla="*/ 21 h 47"/>
              <a:gd name="T38" fmla="*/ 35 w 57"/>
              <a:gd name="T39" fmla="*/ 21 h 47"/>
              <a:gd name="T40" fmla="*/ 35 w 57"/>
              <a:gd name="T41" fmla="*/ 24 h 47"/>
              <a:gd name="T42" fmla="*/ 29 w 57"/>
              <a:gd name="T43" fmla="*/ 24 h 47"/>
              <a:gd name="T44" fmla="*/ 29 w 57"/>
              <a:gd name="T45" fmla="*/ 35 h 47"/>
              <a:gd name="T46" fmla="*/ 25 w 57"/>
              <a:gd name="T47" fmla="*/ 35 h 47"/>
              <a:gd name="T48" fmla="*/ 25 w 57"/>
              <a:gd name="T49" fmla="*/ 10 h 47"/>
              <a:gd name="T50" fmla="*/ 37 w 57"/>
              <a:gd name="T51" fmla="*/ 10 h 47"/>
              <a:gd name="T52" fmla="*/ 37 w 57"/>
              <a:gd name="T53" fmla="*/ 14 h 47"/>
              <a:gd name="T54" fmla="*/ 52 w 57"/>
              <a:gd name="T55" fmla="*/ 14 h 47"/>
              <a:gd name="T56" fmla="*/ 44 w 57"/>
              <a:gd name="T57" fmla="*/ 14 h 47"/>
              <a:gd name="T58" fmla="*/ 44 w 57"/>
              <a:gd name="T59" fmla="*/ 21 h 47"/>
              <a:gd name="T60" fmla="*/ 50 w 57"/>
              <a:gd name="T61" fmla="*/ 21 h 47"/>
              <a:gd name="T62" fmla="*/ 50 w 57"/>
              <a:gd name="T63" fmla="*/ 24 h 47"/>
              <a:gd name="T64" fmla="*/ 44 w 57"/>
              <a:gd name="T65" fmla="*/ 24 h 47"/>
              <a:gd name="T66" fmla="*/ 44 w 57"/>
              <a:gd name="T67" fmla="*/ 35 h 47"/>
              <a:gd name="T68" fmla="*/ 40 w 57"/>
              <a:gd name="T69" fmla="*/ 35 h 47"/>
              <a:gd name="T70" fmla="*/ 40 w 57"/>
              <a:gd name="T71" fmla="*/ 10 h 47"/>
              <a:gd name="T72" fmla="*/ 52 w 57"/>
              <a:gd name="T73" fmla="*/ 10 h 47"/>
              <a:gd name="T74" fmla="*/ 52 w 57"/>
              <a:gd name="T75" fmla="*/ 1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7" h="47">
                <a:moveTo>
                  <a:pt x="0" y="0"/>
                </a:moveTo>
                <a:cubicBezTo>
                  <a:pt x="0" y="47"/>
                  <a:pt x="0" y="47"/>
                  <a:pt x="0" y="47"/>
                </a:cubicBezTo>
                <a:cubicBezTo>
                  <a:pt x="57" y="47"/>
                  <a:pt x="57" y="47"/>
                  <a:pt x="57" y="47"/>
                </a:cubicBezTo>
                <a:cubicBezTo>
                  <a:pt x="57" y="0"/>
                  <a:pt x="57" y="0"/>
                  <a:pt x="57" y="0"/>
                </a:cubicBezTo>
                <a:lnTo>
                  <a:pt x="0" y="0"/>
                </a:lnTo>
                <a:close/>
                <a:moveTo>
                  <a:pt x="21" y="29"/>
                </a:moveTo>
                <a:cubicBezTo>
                  <a:pt x="21" y="31"/>
                  <a:pt x="20" y="32"/>
                  <a:pt x="19" y="33"/>
                </a:cubicBezTo>
                <a:cubicBezTo>
                  <a:pt x="18" y="34"/>
                  <a:pt x="16" y="35"/>
                  <a:pt x="15" y="35"/>
                </a:cubicBezTo>
                <a:cubicBezTo>
                  <a:pt x="13" y="35"/>
                  <a:pt x="11" y="34"/>
                  <a:pt x="10" y="33"/>
                </a:cubicBezTo>
                <a:cubicBezTo>
                  <a:pt x="9" y="32"/>
                  <a:pt x="8" y="31"/>
                  <a:pt x="8" y="29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4"/>
                  <a:pt x="9" y="13"/>
                  <a:pt x="10" y="12"/>
                </a:cubicBezTo>
                <a:cubicBezTo>
                  <a:pt x="11" y="11"/>
                  <a:pt x="13" y="10"/>
                  <a:pt x="15" y="10"/>
                </a:cubicBezTo>
                <a:cubicBezTo>
                  <a:pt x="16" y="10"/>
                  <a:pt x="18" y="11"/>
                  <a:pt x="19" y="12"/>
                </a:cubicBezTo>
                <a:cubicBezTo>
                  <a:pt x="20" y="13"/>
                  <a:pt x="21" y="14"/>
                  <a:pt x="21" y="15"/>
                </a:cubicBezTo>
                <a:lnTo>
                  <a:pt x="21" y="29"/>
                </a:lnTo>
                <a:close/>
                <a:moveTo>
                  <a:pt x="37" y="14"/>
                </a:moveTo>
                <a:cubicBezTo>
                  <a:pt x="29" y="14"/>
                  <a:pt x="29" y="14"/>
                  <a:pt x="29" y="14"/>
                </a:cubicBezTo>
                <a:cubicBezTo>
                  <a:pt x="29" y="21"/>
                  <a:pt x="29" y="21"/>
                  <a:pt x="29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4"/>
                  <a:pt x="35" y="24"/>
                  <a:pt x="35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35"/>
                  <a:pt x="29" y="35"/>
                  <a:pt x="29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10"/>
                  <a:pt x="25" y="10"/>
                  <a:pt x="25" y="10"/>
                </a:cubicBezTo>
                <a:cubicBezTo>
                  <a:pt x="37" y="10"/>
                  <a:pt x="37" y="10"/>
                  <a:pt x="37" y="10"/>
                </a:cubicBezTo>
                <a:lnTo>
                  <a:pt x="37" y="14"/>
                </a:lnTo>
                <a:close/>
                <a:moveTo>
                  <a:pt x="52" y="14"/>
                </a:moveTo>
                <a:cubicBezTo>
                  <a:pt x="44" y="14"/>
                  <a:pt x="44" y="14"/>
                  <a:pt x="44" y="14"/>
                </a:cubicBezTo>
                <a:cubicBezTo>
                  <a:pt x="44" y="21"/>
                  <a:pt x="44" y="21"/>
                  <a:pt x="44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4"/>
                  <a:pt x="50" y="24"/>
                  <a:pt x="50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35"/>
                  <a:pt x="44" y="35"/>
                  <a:pt x="44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10"/>
                  <a:pt x="40" y="10"/>
                  <a:pt x="40" y="10"/>
                </a:cubicBezTo>
                <a:cubicBezTo>
                  <a:pt x="52" y="10"/>
                  <a:pt x="52" y="10"/>
                  <a:pt x="52" y="10"/>
                </a:cubicBezTo>
                <a:lnTo>
                  <a:pt x="52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5" name="Freeform 193"/>
          <p:cNvSpPr>
            <a:spLocks noEditPoints="1"/>
          </p:cNvSpPr>
          <p:nvPr/>
        </p:nvSpPr>
        <p:spPr bwMode="auto">
          <a:xfrm>
            <a:off x="561975" y="3678239"/>
            <a:ext cx="492125" cy="487363"/>
          </a:xfrm>
          <a:custGeom>
            <a:avLst/>
            <a:gdLst>
              <a:gd name="T0" fmla="*/ 58 w 116"/>
              <a:gd name="T1" fmla="*/ 115 h 115"/>
              <a:gd name="T2" fmla="*/ 0 w 116"/>
              <a:gd name="T3" fmla="*/ 58 h 115"/>
              <a:gd name="T4" fmla="*/ 58 w 116"/>
              <a:gd name="T5" fmla="*/ 0 h 115"/>
              <a:gd name="T6" fmla="*/ 116 w 116"/>
              <a:gd name="T7" fmla="*/ 58 h 115"/>
              <a:gd name="T8" fmla="*/ 58 w 116"/>
              <a:gd name="T9" fmla="*/ 115 h 115"/>
              <a:gd name="T10" fmla="*/ 58 w 116"/>
              <a:gd name="T11" fmla="*/ 3 h 115"/>
              <a:gd name="T12" fmla="*/ 3 w 116"/>
              <a:gd name="T13" fmla="*/ 58 h 115"/>
              <a:gd name="T14" fmla="*/ 58 w 116"/>
              <a:gd name="T15" fmla="*/ 112 h 115"/>
              <a:gd name="T16" fmla="*/ 112 w 116"/>
              <a:gd name="T17" fmla="*/ 58 h 115"/>
              <a:gd name="T18" fmla="*/ 58 w 116"/>
              <a:gd name="T19" fmla="*/ 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5">
                <a:moveTo>
                  <a:pt x="58" y="115"/>
                </a:moveTo>
                <a:cubicBezTo>
                  <a:pt x="26" y="115"/>
                  <a:pt x="0" y="89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89"/>
                  <a:pt x="90" y="115"/>
                  <a:pt x="58" y="115"/>
                </a:cubicBezTo>
                <a:moveTo>
                  <a:pt x="58" y="3"/>
                </a:moveTo>
                <a:cubicBezTo>
                  <a:pt x="28" y="3"/>
                  <a:pt x="3" y="28"/>
                  <a:pt x="3" y="58"/>
                </a:cubicBezTo>
                <a:cubicBezTo>
                  <a:pt x="3" y="88"/>
                  <a:pt x="28" y="112"/>
                  <a:pt x="58" y="112"/>
                </a:cubicBezTo>
                <a:cubicBezTo>
                  <a:pt x="88" y="112"/>
                  <a:pt x="112" y="88"/>
                  <a:pt x="112" y="58"/>
                </a:cubicBezTo>
                <a:cubicBezTo>
                  <a:pt x="112" y="28"/>
                  <a:pt x="88" y="3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6" name="Freeform 194"/>
          <p:cNvSpPr>
            <a:spLocks/>
          </p:cNvSpPr>
          <p:nvPr/>
        </p:nvSpPr>
        <p:spPr bwMode="auto">
          <a:xfrm>
            <a:off x="800100" y="3690939"/>
            <a:ext cx="200025" cy="381000"/>
          </a:xfrm>
          <a:custGeom>
            <a:avLst/>
            <a:gdLst>
              <a:gd name="T0" fmla="*/ 2 w 47"/>
              <a:gd name="T1" fmla="*/ 0 h 90"/>
              <a:gd name="T2" fmla="*/ 0 w 47"/>
              <a:gd name="T3" fmla="*/ 0 h 90"/>
              <a:gd name="T4" fmla="*/ 0 w 47"/>
              <a:gd name="T5" fmla="*/ 31 h 90"/>
              <a:gd name="T6" fmla="*/ 43 w 47"/>
              <a:gd name="T7" fmla="*/ 90 h 90"/>
              <a:gd name="T8" fmla="*/ 47 w 47"/>
              <a:gd name="T9" fmla="*/ 84 h 90"/>
              <a:gd name="T10" fmla="*/ 7 w 47"/>
              <a:gd name="T11" fmla="*/ 29 h 90"/>
              <a:gd name="T12" fmla="*/ 7 w 47"/>
              <a:gd name="T13" fmla="*/ 0 h 90"/>
              <a:gd name="T14" fmla="*/ 2 w 47"/>
              <a:gd name="T15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7" h="90">
                <a:moveTo>
                  <a:pt x="2" y="0"/>
                </a:moveTo>
                <a:cubicBezTo>
                  <a:pt x="1" y="0"/>
                  <a:pt x="1" y="0"/>
                  <a:pt x="0" y="0"/>
                </a:cubicBezTo>
                <a:cubicBezTo>
                  <a:pt x="0" y="31"/>
                  <a:pt x="0" y="31"/>
                  <a:pt x="0" y="31"/>
                </a:cubicBezTo>
                <a:cubicBezTo>
                  <a:pt x="43" y="90"/>
                  <a:pt x="43" y="90"/>
                  <a:pt x="43" y="90"/>
                </a:cubicBezTo>
                <a:cubicBezTo>
                  <a:pt x="45" y="88"/>
                  <a:pt x="46" y="86"/>
                  <a:pt x="47" y="84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0"/>
                  <a:pt x="7" y="0"/>
                  <a:pt x="7" y="0"/>
                </a:cubicBezTo>
                <a:cubicBezTo>
                  <a:pt x="5" y="0"/>
                  <a:pt x="3" y="0"/>
                  <a:pt x="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7" name="Freeform 195"/>
          <p:cNvSpPr>
            <a:spLocks noEditPoints="1"/>
          </p:cNvSpPr>
          <p:nvPr/>
        </p:nvSpPr>
        <p:spPr bwMode="auto">
          <a:xfrm>
            <a:off x="800100" y="3681414"/>
            <a:ext cx="207963" cy="395288"/>
          </a:xfrm>
          <a:custGeom>
            <a:avLst/>
            <a:gdLst>
              <a:gd name="T0" fmla="*/ 47 w 49"/>
              <a:gd name="T1" fmla="*/ 86 h 93"/>
              <a:gd name="T2" fmla="*/ 43 w 49"/>
              <a:gd name="T3" fmla="*/ 92 h 93"/>
              <a:gd name="T4" fmla="*/ 44 w 49"/>
              <a:gd name="T5" fmla="*/ 93 h 93"/>
              <a:gd name="T6" fmla="*/ 49 w 49"/>
              <a:gd name="T7" fmla="*/ 89 h 93"/>
              <a:gd name="T8" fmla="*/ 47 w 49"/>
              <a:gd name="T9" fmla="*/ 86 h 93"/>
              <a:gd name="T10" fmla="*/ 7 w 49"/>
              <a:gd name="T11" fmla="*/ 0 h 93"/>
              <a:gd name="T12" fmla="*/ 0 w 49"/>
              <a:gd name="T13" fmla="*/ 0 h 93"/>
              <a:gd name="T14" fmla="*/ 0 w 49"/>
              <a:gd name="T15" fmla="*/ 2 h 93"/>
              <a:gd name="T16" fmla="*/ 2 w 49"/>
              <a:gd name="T17" fmla="*/ 2 h 93"/>
              <a:gd name="T18" fmla="*/ 7 w 49"/>
              <a:gd name="T19" fmla="*/ 2 h 93"/>
              <a:gd name="T20" fmla="*/ 7 w 49"/>
              <a:gd name="T21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9" h="93">
                <a:moveTo>
                  <a:pt x="47" y="86"/>
                </a:moveTo>
                <a:cubicBezTo>
                  <a:pt x="46" y="88"/>
                  <a:pt x="45" y="90"/>
                  <a:pt x="43" y="92"/>
                </a:cubicBezTo>
                <a:cubicBezTo>
                  <a:pt x="44" y="93"/>
                  <a:pt x="44" y="93"/>
                  <a:pt x="44" y="93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6"/>
                  <a:pt x="47" y="86"/>
                  <a:pt x="47" y="86"/>
                </a:cubicBezTo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1" y="2"/>
                  <a:pt x="2" y="2"/>
                </a:cubicBezTo>
                <a:cubicBezTo>
                  <a:pt x="3" y="2"/>
                  <a:pt x="5" y="2"/>
                  <a:pt x="7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8" name="Freeform 196"/>
          <p:cNvSpPr>
            <a:spLocks/>
          </p:cNvSpPr>
          <p:nvPr/>
        </p:nvSpPr>
        <p:spPr bwMode="auto">
          <a:xfrm>
            <a:off x="766763" y="4013201"/>
            <a:ext cx="25400" cy="139700"/>
          </a:xfrm>
          <a:custGeom>
            <a:avLst/>
            <a:gdLst>
              <a:gd name="T0" fmla="*/ 6 w 6"/>
              <a:gd name="T1" fmla="*/ 0 h 33"/>
              <a:gd name="T2" fmla="*/ 0 w 6"/>
              <a:gd name="T3" fmla="*/ 0 h 33"/>
              <a:gd name="T4" fmla="*/ 0 w 6"/>
              <a:gd name="T5" fmla="*/ 32 h 33"/>
              <a:gd name="T6" fmla="*/ 6 w 6"/>
              <a:gd name="T7" fmla="*/ 33 h 33"/>
              <a:gd name="T8" fmla="*/ 6 w 6"/>
              <a:gd name="T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33">
                <a:moveTo>
                  <a:pt x="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2" y="33"/>
                  <a:pt x="4" y="33"/>
                  <a:pt x="6" y="33"/>
                </a:cubicBezTo>
                <a:cubicBezTo>
                  <a:pt x="6" y="0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9" name="Freeform 197"/>
          <p:cNvSpPr>
            <a:spLocks/>
          </p:cNvSpPr>
          <p:nvPr/>
        </p:nvSpPr>
        <p:spPr bwMode="auto">
          <a:xfrm>
            <a:off x="766763" y="4149726"/>
            <a:ext cx="25400" cy="12700"/>
          </a:xfrm>
          <a:custGeom>
            <a:avLst/>
            <a:gdLst>
              <a:gd name="T0" fmla="*/ 0 w 6"/>
              <a:gd name="T1" fmla="*/ 0 h 3"/>
              <a:gd name="T2" fmla="*/ 0 w 6"/>
              <a:gd name="T3" fmla="*/ 3 h 3"/>
              <a:gd name="T4" fmla="*/ 6 w 6"/>
              <a:gd name="T5" fmla="*/ 3 h 3"/>
              <a:gd name="T6" fmla="*/ 6 w 6"/>
              <a:gd name="T7" fmla="*/ 1 h 3"/>
              <a:gd name="T8" fmla="*/ 0 w 6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3">
                <a:moveTo>
                  <a:pt x="0" y="0"/>
                </a:moveTo>
                <a:cubicBezTo>
                  <a:pt x="0" y="3"/>
                  <a:pt x="0" y="3"/>
                  <a:pt x="0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1"/>
                  <a:pt x="6" y="1"/>
                  <a:pt x="6" y="1"/>
                </a:cubicBezTo>
                <a:cubicBezTo>
                  <a:pt x="4" y="1"/>
                  <a:pt x="2" y="1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0" name="Freeform 198"/>
          <p:cNvSpPr>
            <a:spLocks/>
          </p:cNvSpPr>
          <p:nvPr/>
        </p:nvSpPr>
        <p:spPr bwMode="auto">
          <a:xfrm>
            <a:off x="642938" y="3741739"/>
            <a:ext cx="238125" cy="373063"/>
          </a:xfrm>
          <a:custGeom>
            <a:avLst/>
            <a:gdLst>
              <a:gd name="T0" fmla="*/ 50 w 56"/>
              <a:gd name="T1" fmla="*/ 50 h 88"/>
              <a:gd name="T2" fmla="*/ 32 w 56"/>
              <a:gd name="T3" fmla="*/ 44 h 88"/>
              <a:gd name="T4" fmla="*/ 20 w 56"/>
              <a:gd name="T5" fmla="*/ 39 h 88"/>
              <a:gd name="T6" fmla="*/ 16 w 56"/>
              <a:gd name="T7" fmla="*/ 25 h 88"/>
              <a:gd name="T8" fmla="*/ 16 w 56"/>
              <a:gd name="T9" fmla="*/ 19 h 88"/>
              <a:gd name="T10" fmla="*/ 24 w 56"/>
              <a:gd name="T11" fmla="*/ 26 h 88"/>
              <a:gd name="T12" fmla="*/ 12 w 56"/>
              <a:gd name="T13" fmla="*/ 0 h 88"/>
              <a:gd name="T14" fmla="*/ 0 w 56"/>
              <a:gd name="T15" fmla="*/ 26 h 88"/>
              <a:gd name="T16" fmla="*/ 9 w 56"/>
              <a:gd name="T17" fmla="*/ 19 h 88"/>
              <a:gd name="T18" fmla="*/ 9 w 56"/>
              <a:gd name="T19" fmla="*/ 25 h 88"/>
              <a:gd name="T20" fmla="*/ 15 w 56"/>
              <a:gd name="T21" fmla="*/ 44 h 88"/>
              <a:gd name="T22" fmla="*/ 32 w 56"/>
              <a:gd name="T23" fmla="*/ 50 h 88"/>
              <a:gd name="T24" fmla="*/ 45 w 56"/>
              <a:gd name="T25" fmla="*/ 55 h 88"/>
              <a:gd name="T26" fmla="*/ 49 w 56"/>
              <a:gd name="T27" fmla="*/ 67 h 88"/>
              <a:gd name="T28" fmla="*/ 49 w 56"/>
              <a:gd name="T29" fmla="*/ 88 h 88"/>
              <a:gd name="T30" fmla="*/ 56 w 56"/>
              <a:gd name="T31" fmla="*/ 88 h 88"/>
              <a:gd name="T32" fmla="*/ 56 w 56"/>
              <a:gd name="T33" fmla="*/ 67 h 88"/>
              <a:gd name="T34" fmla="*/ 50 w 56"/>
              <a:gd name="T35" fmla="*/ 5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" h="88">
                <a:moveTo>
                  <a:pt x="50" y="50"/>
                </a:moveTo>
                <a:cubicBezTo>
                  <a:pt x="46" y="46"/>
                  <a:pt x="40" y="44"/>
                  <a:pt x="32" y="44"/>
                </a:cubicBezTo>
                <a:cubicBezTo>
                  <a:pt x="27" y="44"/>
                  <a:pt x="23" y="42"/>
                  <a:pt x="20" y="39"/>
                </a:cubicBezTo>
                <a:cubicBezTo>
                  <a:pt x="15" y="34"/>
                  <a:pt x="16" y="25"/>
                  <a:pt x="16" y="25"/>
                </a:cubicBezTo>
                <a:cubicBezTo>
                  <a:pt x="16" y="19"/>
                  <a:pt x="16" y="19"/>
                  <a:pt x="16" y="19"/>
                </a:cubicBezTo>
                <a:cubicBezTo>
                  <a:pt x="24" y="26"/>
                  <a:pt x="24" y="26"/>
                  <a:pt x="24" y="26"/>
                </a:cubicBezTo>
                <a:cubicBezTo>
                  <a:pt x="12" y="0"/>
                  <a:pt x="12" y="0"/>
                  <a:pt x="12" y="0"/>
                </a:cubicBezTo>
                <a:cubicBezTo>
                  <a:pt x="0" y="26"/>
                  <a:pt x="0" y="26"/>
                  <a:pt x="0" y="26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8" y="36"/>
                  <a:pt x="15" y="44"/>
                </a:cubicBezTo>
                <a:cubicBezTo>
                  <a:pt x="19" y="48"/>
                  <a:pt x="25" y="50"/>
                  <a:pt x="32" y="50"/>
                </a:cubicBezTo>
                <a:cubicBezTo>
                  <a:pt x="38" y="50"/>
                  <a:pt x="42" y="52"/>
                  <a:pt x="45" y="55"/>
                </a:cubicBezTo>
                <a:cubicBezTo>
                  <a:pt x="49" y="59"/>
                  <a:pt x="49" y="67"/>
                  <a:pt x="49" y="67"/>
                </a:cubicBezTo>
                <a:cubicBezTo>
                  <a:pt x="49" y="88"/>
                  <a:pt x="49" y="88"/>
                  <a:pt x="49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57"/>
                  <a:pt x="50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1" name="Freeform 199"/>
          <p:cNvSpPr>
            <a:spLocks noEditPoints="1"/>
          </p:cNvSpPr>
          <p:nvPr/>
        </p:nvSpPr>
        <p:spPr bwMode="auto">
          <a:xfrm>
            <a:off x="1271588" y="3678239"/>
            <a:ext cx="490538" cy="487363"/>
          </a:xfrm>
          <a:custGeom>
            <a:avLst/>
            <a:gdLst>
              <a:gd name="T0" fmla="*/ 58 w 116"/>
              <a:gd name="T1" fmla="*/ 115 h 115"/>
              <a:gd name="T2" fmla="*/ 0 w 116"/>
              <a:gd name="T3" fmla="*/ 58 h 115"/>
              <a:gd name="T4" fmla="*/ 58 w 116"/>
              <a:gd name="T5" fmla="*/ 0 h 115"/>
              <a:gd name="T6" fmla="*/ 116 w 116"/>
              <a:gd name="T7" fmla="*/ 58 h 115"/>
              <a:gd name="T8" fmla="*/ 58 w 116"/>
              <a:gd name="T9" fmla="*/ 115 h 115"/>
              <a:gd name="T10" fmla="*/ 58 w 116"/>
              <a:gd name="T11" fmla="*/ 3 h 115"/>
              <a:gd name="T12" fmla="*/ 3 w 116"/>
              <a:gd name="T13" fmla="*/ 58 h 115"/>
              <a:gd name="T14" fmla="*/ 58 w 116"/>
              <a:gd name="T15" fmla="*/ 112 h 115"/>
              <a:gd name="T16" fmla="*/ 112 w 116"/>
              <a:gd name="T17" fmla="*/ 58 h 115"/>
              <a:gd name="T18" fmla="*/ 58 w 116"/>
              <a:gd name="T19" fmla="*/ 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5">
                <a:moveTo>
                  <a:pt x="58" y="115"/>
                </a:moveTo>
                <a:cubicBezTo>
                  <a:pt x="26" y="115"/>
                  <a:pt x="0" y="89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89"/>
                  <a:pt x="90" y="115"/>
                  <a:pt x="58" y="115"/>
                </a:cubicBezTo>
                <a:moveTo>
                  <a:pt x="58" y="3"/>
                </a:moveTo>
                <a:cubicBezTo>
                  <a:pt x="28" y="3"/>
                  <a:pt x="3" y="28"/>
                  <a:pt x="3" y="58"/>
                </a:cubicBezTo>
                <a:cubicBezTo>
                  <a:pt x="3" y="88"/>
                  <a:pt x="28" y="112"/>
                  <a:pt x="58" y="112"/>
                </a:cubicBezTo>
                <a:cubicBezTo>
                  <a:pt x="88" y="112"/>
                  <a:pt x="112" y="88"/>
                  <a:pt x="112" y="58"/>
                </a:cubicBezTo>
                <a:cubicBezTo>
                  <a:pt x="112" y="28"/>
                  <a:pt x="88" y="3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2" name="Freeform 200"/>
          <p:cNvSpPr>
            <a:spLocks/>
          </p:cNvSpPr>
          <p:nvPr/>
        </p:nvSpPr>
        <p:spPr bwMode="auto">
          <a:xfrm>
            <a:off x="1495425" y="4013201"/>
            <a:ext cx="30163" cy="139700"/>
          </a:xfrm>
          <a:custGeom>
            <a:avLst/>
            <a:gdLst>
              <a:gd name="T0" fmla="*/ 7 w 7"/>
              <a:gd name="T1" fmla="*/ 0 h 33"/>
              <a:gd name="T2" fmla="*/ 0 w 7"/>
              <a:gd name="T3" fmla="*/ 0 h 33"/>
              <a:gd name="T4" fmla="*/ 0 w 7"/>
              <a:gd name="T5" fmla="*/ 33 h 33"/>
              <a:gd name="T6" fmla="*/ 5 w 7"/>
              <a:gd name="T7" fmla="*/ 33 h 33"/>
              <a:gd name="T8" fmla="*/ 7 w 7"/>
              <a:gd name="T9" fmla="*/ 33 h 33"/>
              <a:gd name="T10" fmla="*/ 7 w 7"/>
              <a:gd name="T1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33"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3"/>
                  <a:pt x="0" y="33"/>
                  <a:pt x="0" y="33"/>
                </a:cubicBezTo>
                <a:cubicBezTo>
                  <a:pt x="2" y="33"/>
                  <a:pt x="3" y="33"/>
                  <a:pt x="5" y="33"/>
                </a:cubicBezTo>
                <a:cubicBezTo>
                  <a:pt x="5" y="33"/>
                  <a:pt x="6" y="33"/>
                  <a:pt x="7" y="33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3" name="Freeform 201"/>
          <p:cNvSpPr>
            <a:spLocks/>
          </p:cNvSpPr>
          <p:nvPr/>
        </p:nvSpPr>
        <p:spPr bwMode="auto">
          <a:xfrm>
            <a:off x="1495425" y="4152901"/>
            <a:ext cx="30163" cy="9525"/>
          </a:xfrm>
          <a:custGeom>
            <a:avLst/>
            <a:gdLst>
              <a:gd name="T0" fmla="*/ 0 w 7"/>
              <a:gd name="T1" fmla="*/ 0 h 2"/>
              <a:gd name="T2" fmla="*/ 0 w 7"/>
              <a:gd name="T3" fmla="*/ 2 h 2"/>
              <a:gd name="T4" fmla="*/ 7 w 7"/>
              <a:gd name="T5" fmla="*/ 2 h 2"/>
              <a:gd name="T6" fmla="*/ 7 w 7"/>
              <a:gd name="T7" fmla="*/ 0 h 2"/>
              <a:gd name="T8" fmla="*/ 5 w 7"/>
              <a:gd name="T9" fmla="*/ 0 h 2"/>
              <a:gd name="T10" fmla="*/ 0 w 7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2">
                <a:moveTo>
                  <a:pt x="0" y="0"/>
                </a:moveTo>
                <a:cubicBezTo>
                  <a:pt x="0" y="2"/>
                  <a:pt x="0" y="2"/>
                  <a:pt x="0" y="2"/>
                </a:cubicBezTo>
                <a:cubicBezTo>
                  <a:pt x="7" y="2"/>
                  <a:pt x="7" y="2"/>
                  <a:pt x="7" y="2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5" y="0"/>
                  <a:pt x="5" y="0"/>
                </a:cubicBezTo>
                <a:cubicBezTo>
                  <a:pt x="3" y="0"/>
                  <a:pt x="2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4" name="Freeform 202"/>
          <p:cNvSpPr>
            <a:spLocks/>
          </p:cNvSpPr>
          <p:nvPr/>
        </p:nvSpPr>
        <p:spPr bwMode="auto">
          <a:xfrm>
            <a:off x="1495425" y="3690939"/>
            <a:ext cx="30163" cy="139700"/>
          </a:xfrm>
          <a:custGeom>
            <a:avLst/>
            <a:gdLst>
              <a:gd name="T0" fmla="*/ 5 w 7"/>
              <a:gd name="T1" fmla="*/ 0 h 33"/>
              <a:gd name="T2" fmla="*/ 0 w 7"/>
              <a:gd name="T3" fmla="*/ 0 h 33"/>
              <a:gd name="T4" fmla="*/ 0 w 7"/>
              <a:gd name="T5" fmla="*/ 33 h 33"/>
              <a:gd name="T6" fmla="*/ 7 w 7"/>
              <a:gd name="T7" fmla="*/ 33 h 33"/>
              <a:gd name="T8" fmla="*/ 7 w 7"/>
              <a:gd name="T9" fmla="*/ 0 h 33"/>
              <a:gd name="T10" fmla="*/ 5 w 7"/>
              <a:gd name="T1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33">
                <a:moveTo>
                  <a:pt x="5" y="0"/>
                </a:moveTo>
                <a:cubicBezTo>
                  <a:pt x="3" y="0"/>
                  <a:pt x="2" y="0"/>
                  <a:pt x="0" y="0"/>
                </a:cubicBezTo>
                <a:cubicBezTo>
                  <a:pt x="0" y="33"/>
                  <a:pt x="0" y="33"/>
                  <a:pt x="0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5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5" name="Freeform 203"/>
          <p:cNvSpPr>
            <a:spLocks/>
          </p:cNvSpPr>
          <p:nvPr/>
        </p:nvSpPr>
        <p:spPr bwMode="auto">
          <a:xfrm>
            <a:off x="1495425" y="3681414"/>
            <a:ext cx="30163" cy="9525"/>
          </a:xfrm>
          <a:custGeom>
            <a:avLst/>
            <a:gdLst>
              <a:gd name="T0" fmla="*/ 7 w 7"/>
              <a:gd name="T1" fmla="*/ 0 h 2"/>
              <a:gd name="T2" fmla="*/ 0 w 7"/>
              <a:gd name="T3" fmla="*/ 0 h 2"/>
              <a:gd name="T4" fmla="*/ 0 w 7"/>
              <a:gd name="T5" fmla="*/ 2 h 2"/>
              <a:gd name="T6" fmla="*/ 5 w 7"/>
              <a:gd name="T7" fmla="*/ 2 h 2"/>
              <a:gd name="T8" fmla="*/ 7 w 7"/>
              <a:gd name="T9" fmla="*/ 2 h 2"/>
              <a:gd name="T10" fmla="*/ 7 w 7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2"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2"/>
                  <a:pt x="0" y="2"/>
                </a:cubicBezTo>
                <a:cubicBezTo>
                  <a:pt x="2" y="2"/>
                  <a:pt x="3" y="2"/>
                  <a:pt x="5" y="2"/>
                </a:cubicBezTo>
                <a:cubicBezTo>
                  <a:pt x="5" y="2"/>
                  <a:pt x="6" y="2"/>
                  <a:pt x="7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6" name="Freeform 204"/>
          <p:cNvSpPr>
            <a:spLocks/>
          </p:cNvSpPr>
          <p:nvPr/>
        </p:nvSpPr>
        <p:spPr bwMode="auto">
          <a:xfrm>
            <a:off x="1363663" y="3741739"/>
            <a:ext cx="238125" cy="373063"/>
          </a:xfrm>
          <a:custGeom>
            <a:avLst/>
            <a:gdLst>
              <a:gd name="T0" fmla="*/ 49 w 56"/>
              <a:gd name="T1" fmla="*/ 50 h 88"/>
              <a:gd name="T2" fmla="*/ 32 w 56"/>
              <a:gd name="T3" fmla="*/ 44 h 88"/>
              <a:gd name="T4" fmla="*/ 20 w 56"/>
              <a:gd name="T5" fmla="*/ 39 h 88"/>
              <a:gd name="T6" fmla="*/ 15 w 56"/>
              <a:gd name="T7" fmla="*/ 25 h 88"/>
              <a:gd name="T8" fmla="*/ 15 w 56"/>
              <a:gd name="T9" fmla="*/ 19 h 88"/>
              <a:gd name="T10" fmla="*/ 24 w 56"/>
              <a:gd name="T11" fmla="*/ 26 h 88"/>
              <a:gd name="T12" fmla="*/ 12 w 56"/>
              <a:gd name="T13" fmla="*/ 0 h 88"/>
              <a:gd name="T14" fmla="*/ 0 w 56"/>
              <a:gd name="T15" fmla="*/ 26 h 88"/>
              <a:gd name="T16" fmla="*/ 8 w 56"/>
              <a:gd name="T17" fmla="*/ 19 h 88"/>
              <a:gd name="T18" fmla="*/ 8 w 56"/>
              <a:gd name="T19" fmla="*/ 25 h 88"/>
              <a:gd name="T20" fmla="*/ 15 w 56"/>
              <a:gd name="T21" fmla="*/ 44 h 88"/>
              <a:gd name="T22" fmla="*/ 32 w 56"/>
              <a:gd name="T23" fmla="*/ 50 h 88"/>
              <a:gd name="T24" fmla="*/ 44 w 56"/>
              <a:gd name="T25" fmla="*/ 55 h 88"/>
              <a:gd name="T26" fmla="*/ 49 w 56"/>
              <a:gd name="T27" fmla="*/ 67 h 88"/>
              <a:gd name="T28" fmla="*/ 49 w 56"/>
              <a:gd name="T29" fmla="*/ 88 h 88"/>
              <a:gd name="T30" fmla="*/ 55 w 56"/>
              <a:gd name="T31" fmla="*/ 88 h 88"/>
              <a:gd name="T32" fmla="*/ 55 w 56"/>
              <a:gd name="T33" fmla="*/ 67 h 88"/>
              <a:gd name="T34" fmla="*/ 49 w 56"/>
              <a:gd name="T35" fmla="*/ 5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" h="88">
                <a:moveTo>
                  <a:pt x="49" y="50"/>
                </a:moveTo>
                <a:cubicBezTo>
                  <a:pt x="45" y="46"/>
                  <a:pt x="39" y="44"/>
                  <a:pt x="32" y="44"/>
                </a:cubicBezTo>
                <a:cubicBezTo>
                  <a:pt x="26" y="44"/>
                  <a:pt x="22" y="42"/>
                  <a:pt x="20" y="39"/>
                </a:cubicBezTo>
                <a:cubicBezTo>
                  <a:pt x="15" y="34"/>
                  <a:pt x="15" y="25"/>
                  <a:pt x="15" y="25"/>
                </a:cubicBezTo>
                <a:cubicBezTo>
                  <a:pt x="15" y="19"/>
                  <a:pt x="15" y="19"/>
                  <a:pt x="15" y="19"/>
                </a:cubicBezTo>
                <a:cubicBezTo>
                  <a:pt x="24" y="26"/>
                  <a:pt x="24" y="26"/>
                  <a:pt x="24" y="26"/>
                </a:cubicBezTo>
                <a:cubicBezTo>
                  <a:pt x="12" y="0"/>
                  <a:pt x="12" y="0"/>
                  <a:pt x="12" y="0"/>
                </a:cubicBezTo>
                <a:cubicBezTo>
                  <a:pt x="0" y="26"/>
                  <a:pt x="0" y="26"/>
                  <a:pt x="0" y="26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8" y="36"/>
                  <a:pt x="15" y="44"/>
                </a:cubicBezTo>
                <a:cubicBezTo>
                  <a:pt x="19" y="48"/>
                  <a:pt x="24" y="50"/>
                  <a:pt x="32" y="50"/>
                </a:cubicBezTo>
                <a:cubicBezTo>
                  <a:pt x="37" y="50"/>
                  <a:pt x="41" y="52"/>
                  <a:pt x="44" y="55"/>
                </a:cubicBezTo>
                <a:cubicBezTo>
                  <a:pt x="49" y="59"/>
                  <a:pt x="49" y="67"/>
                  <a:pt x="49" y="67"/>
                </a:cubicBezTo>
                <a:cubicBezTo>
                  <a:pt x="49" y="88"/>
                  <a:pt x="49" y="88"/>
                  <a:pt x="49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67"/>
                  <a:pt x="55" y="67"/>
                  <a:pt x="55" y="67"/>
                </a:cubicBezTo>
                <a:cubicBezTo>
                  <a:pt x="55" y="67"/>
                  <a:pt x="56" y="57"/>
                  <a:pt x="49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" name="Freeform 206"/>
          <p:cNvSpPr>
            <a:spLocks noEditPoints="1"/>
          </p:cNvSpPr>
          <p:nvPr/>
        </p:nvSpPr>
        <p:spPr bwMode="auto">
          <a:xfrm>
            <a:off x="2046288" y="3668714"/>
            <a:ext cx="492125" cy="493713"/>
          </a:xfrm>
          <a:custGeom>
            <a:avLst/>
            <a:gdLst>
              <a:gd name="T0" fmla="*/ 58 w 116"/>
              <a:gd name="T1" fmla="*/ 116 h 116"/>
              <a:gd name="T2" fmla="*/ 0 w 116"/>
              <a:gd name="T3" fmla="*/ 58 h 116"/>
              <a:gd name="T4" fmla="*/ 58 w 116"/>
              <a:gd name="T5" fmla="*/ 0 h 116"/>
              <a:gd name="T6" fmla="*/ 116 w 116"/>
              <a:gd name="T7" fmla="*/ 58 h 116"/>
              <a:gd name="T8" fmla="*/ 58 w 116"/>
              <a:gd name="T9" fmla="*/ 116 h 116"/>
              <a:gd name="T10" fmla="*/ 58 w 116"/>
              <a:gd name="T11" fmla="*/ 3 h 116"/>
              <a:gd name="T12" fmla="*/ 4 w 116"/>
              <a:gd name="T13" fmla="*/ 58 h 116"/>
              <a:gd name="T14" fmla="*/ 58 w 116"/>
              <a:gd name="T15" fmla="*/ 112 h 116"/>
              <a:gd name="T16" fmla="*/ 113 w 116"/>
              <a:gd name="T17" fmla="*/ 58 h 116"/>
              <a:gd name="T18" fmla="*/ 58 w 116"/>
              <a:gd name="T19" fmla="*/ 3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58" y="116"/>
                </a:moveTo>
                <a:cubicBezTo>
                  <a:pt x="26" y="116"/>
                  <a:pt x="0" y="90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90"/>
                  <a:pt x="90" y="116"/>
                  <a:pt x="58" y="116"/>
                </a:cubicBezTo>
                <a:moveTo>
                  <a:pt x="58" y="3"/>
                </a:moveTo>
                <a:cubicBezTo>
                  <a:pt x="28" y="3"/>
                  <a:pt x="4" y="28"/>
                  <a:pt x="4" y="58"/>
                </a:cubicBezTo>
                <a:cubicBezTo>
                  <a:pt x="4" y="88"/>
                  <a:pt x="28" y="112"/>
                  <a:pt x="58" y="112"/>
                </a:cubicBezTo>
                <a:cubicBezTo>
                  <a:pt x="88" y="112"/>
                  <a:pt x="113" y="88"/>
                  <a:pt x="113" y="58"/>
                </a:cubicBezTo>
                <a:cubicBezTo>
                  <a:pt x="113" y="28"/>
                  <a:pt x="88" y="3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" name="Freeform 207"/>
          <p:cNvSpPr>
            <a:spLocks/>
          </p:cNvSpPr>
          <p:nvPr/>
        </p:nvSpPr>
        <p:spPr bwMode="auto">
          <a:xfrm>
            <a:off x="2276475" y="4008439"/>
            <a:ext cx="25400" cy="136525"/>
          </a:xfrm>
          <a:custGeom>
            <a:avLst/>
            <a:gdLst>
              <a:gd name="T0" fmla="*/ 6 w 6"/>
              <a:gd name="T1" fmla="*/ 0 h 32"/>
              <a:gd name="T2" fmla="*/ 0 w 6"/>
              <a:gd name="T3" fmla="*/ 0 h 32"/>
              <a:gd name="T4" fmla="*/ 0 w 6"/>
              <a:gd name="T5" fmla="*/ 32 h 32"/>
              <a:gd name="T6" fmla="*/ 4 w 6"/>
              <a:gd name="T7" fmla="*/ 32 h 32"/>
              <a:gd name="T8" fmla="*/ 6 w 6"/>
              <a:gd name="T9" fmla="*/ 32 h 32"/>
              <a:gd name="T10" fmla="*/ 6 w 6"/>
              <a:gd name="T1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32">
                <a:moveTo>
                  <a:pt x="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1" y="32"/>
                  <a:pt x="3" y="32"/>
                  <a:pt x="4" y="32"/>
                </a:cubicBezTo>
                <a:cubicBezTo>
                  <a:pt x="5" y="32"/>
                  <a:pt x="6" y="32"/>
                  <a:pt x="6" y="32"/>
                </a:cubicBezTo>
                <a:cubicBezTo>
                  <a:pt x="6" y="0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" name="Freeform 208"/>
          <p:cNvSpPr>
            <a:spLocks/>
          </p:cNvSpPr>
          <p:nvPr/>
        </p:nvSpPr>
        <p:spPr bwMode="auto">
          <a:xfrm>
            <a:off x="2276475" y="4144964"/>
            <a:ext cx="25400" cy="7938"/>
          </a:xfrm>
          <a:custGeom>
            <a:avLst/>
            <a:gdLst>
              <a:gd name="T0" fmla="*/ 0 w 6"/>
              <a:gd name="T1" fmla="*/ 0 h 2"/>
              <a:gd name="T2" fmla="*/ 0 w 6"/>
              <a:gd name="T3" fmla="*/ 2 h 2"/>
              <a:gd name="T4" fmla="*/ 6 w 6"/>
              <a:gd name="T5" fmla="*/ 2 h 2"/>
              <a:gd name="T6" fmla="*/ 6 w 6"/>
              <a:gd name="T7" fmla="*/ 0 h 2"/>
              <a:gd name="T8" fmla="*/ 4 w 6"/>
              <a:gd name="T9" fmla="*/ 0 h 2"/>
              <a:gd name="T10" fmla="*/ 0 w 6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2">
                <a:moveTo>
                  <a:pt x="0" y="0"/>
                </a:moveTo>
                <a:cubicBezTo>
                  <a:pt x="0" y="2"/>
                  <a:pt x="0" y="2"/>
                  <a:pt x="0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5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" name="Freeform 209"/>
          <p:cNvSpPr>
            <a:spLocks/>
          </p:cNvSpPr>
          <p:nvPr/>
        </p:nvSpPr>
        <p:spPr bwMode="auto">
          <a:xfrm>
            <a:off x="2276475" y="3681414"/>
            <a:ext cx="25400" cy="139700"/>
          </a:xfrm>
          <a:custGeom>
            <a:avLst/>
            <a:gdLst>
              <a:gd name="T0" fmla="*/ 4 w 6"/>
              <a:gd name="T1" fmla="*/ 0 h 33"/>
              <a:gd name="T2" fmla="*/ 0 w 6"/>
              <a:gd name="T3" fmla="*/ 1 h 33"/>
              <a:gd name="T4" fmla="*/ 0 w 6"/>
              <a:gd name="T5" fmla="*/ 33 h 33"/>
              <a:gd name="T6" fmla="*/ 6 w 6"/>
              <a:gd name="T7" fmla="*/ 33 h 33"/>
              <a:gd name="T8" fmla="*/ 6 w 6"/>
              <a:gd name="T9" fmla="*/ 0 h 33"/>
              <a:gd name="T10" fmla="*/ 4 w 6"/>
              <a:gd name="T1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33">
                <a:moveTo>
                  <a:pt x="4" y="0"/>
                </a:moveTo>
                <a:cubicBezTo>
                  <a:pt x="3" y="0"/>
                  <a:pt x="1" y="0"/>
                  <a:pt x="0" y="1"/>
                </a:cubicBezTo>
                <a:cubicBezTo>
                  <a:pt x="0" y="33"/>
                  <a:pt x="0" y="33"/>
                  <a:pt x="0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5" y="0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" name="Freeform 210"/>
          <p:cNvSpPr>
            <a:spLocks/>
          </p:cNvSpPr>
          <p:nvPr/>
        </p:nvSpPr>
        <p:spPr bwMode="auto">
          <a:xfrm>
            <a:off x="2276475" y="3678239"/>
            <a:ext cx="25400" cy="7938"/>
          </a:xfrm>
          <a:custGeom>
            <a:avLst/>
            <a:gdLst>
              <a:gd name="T0" fmla="*/ 6 w 6"/>
              <a:gd name="T1" fmla="*/ 0 h 2"/>
              <a:gd name="T2" fmla="*/ 0 w 6"/>
              <a:gd name="T3" fmla="*/ 0 h 2"/>
              <a:gd name="T4" fmla="*/ 0 w 6"/>
              <a:gd name="T5" fmla="*/ 2 h 2"/>
              <a:gd name="T6" fmla="*/ 4 w 6"/>
              <a:gd name="T7" fmla="*/ 1 h 2"/>
              <a:gd name="T8" fmla="*/ 6 w 6"/>
              <a:gd name="T9" fmla="*/ 1 h 2"/>
              <a:gd name="T10" fmla="*/ 6 w 6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2">
                <a:moveTo>
                  <a:pt x="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2"/>
                  <a:pt x="0" y="2"/>
                </a:cubicBezTo>
                <a:cubicBezTo>
                  <a:pt x="1" y="1"/>
                  <a:pt x="3" y="1"/>
                  <a:pt x="4" y="1"/>
                </a:cubicBezTo>
                <a:cubicBezTo>
                  <a:pt x="5" y="1"/>
                  <a:pt x="6" y="1"/>
                  <a:pt x="6" y="1"/>
                </a:cubicBezTo>
                <a:cubicBezTo>
                  <a:pt x="6" y="0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" name="Freeform 211"/>
          <p:cNvSpPr>
            <a:spLocks/>
          </p:cNvSpPr>
          <p:nvPr/>
        </p:nvSpPr>
        <p:spPr bwMode="auto">
          <a:xfrm>
            <a:off x="2182813" y="3729039"/>
            <a:ext cx="236538" cy="373063"/>
          </a:xfrm>
          <a:custGeom>
            <a:avLst/>
            <a:gdLst>
              <a:gd name="T0" fmla="*/ 7 w 56"/>
              <a:gd name="T1" fmla="*/ 50 h 88"/>
              <a:gd name="T2" fmla="*/ 24 w 56"/>
              <a:gd name="T3" fmla="*/ 43 h 88"/>
              <a:gd name="T4" fmla="*/ 36 w 56"/>
              <a:gd name="T5" fmla="*/ 39 h 88"/>
              <a:gd name="T6" fmla="*/ 41 w 56"/>
              <a:gd name="T7" fmla="*/ 25 h 88"/>
              <a:gd name="T8" fmla="*/ 41 w 56"/>
              <a:gd name="T9" fmla="*/ 19 h 88"/>
              <a:gd name="T10" fmla="*/ 32 w 56"/>
              <a:gd name="T11" fmla="*/ 26 h 88"/>
              <a:gd name="T12" fmla="*/ 44 w 56"/>
              <a:gd name="T13" fmla="*/ 0 h 88"/>
              <a:gd name="T14" fmla="*/ 56 w 56"/>
              <a:gd name="T15" fmla="*/ 26 h 88"/>
              <a:gd name="T16" fmla="*/ 48 w 56"/>
              <a:gd name="T17" fmla="*/ 19 h 88"/>
              <a:gd name="T18" fmla="*/ 48 w 56"/>
              <a:gd name="T19" fmla="*/ 24 h 88"/>
              <a:gd name="T20" fmla="*/ 41 w 56"/>
              <a:gd name="T21" fmla="*/ 43 h 88"/>
              <a:gd name="T22" fmla="*/ 24 w 56"/>
              <a:gd name="T23" fmla="*/ 50 h 88"/>
              <a:gd name="T24" fmla="*/ 12 w 56"/>
              <a:gd name="T25" fmla="*/ 54 h 88"/>
              <a:gd name="T26" fmla="*/ 7 w 56"/>
              <a:gd name="T27" fmla="*/ 66 h 88"/>
              <a:gd name="T28" fmla="*/ 7 w 56"/>
              <a:gd name="T29" fmla="*/ 88 h 88"/>
              <a:gd name="T30" fmla="*/ 0 w 56"/>
              <a:gd name="T31" fmla="*/ 88 h 88"/>
              <a:gd name="T32" fmla="*/ 0 w 56"/>
              <a:gd name="T33" fmla="*/ 66 h 88"/>
              <a:gd name="T34" fmla="*/ 7 w 56"/>
              <a:gd name="T35" fmla="*/ 5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" h="88">
                <a:moveTo>
                  <a:pt x="7" y="50"/>
                </a:moveTo>
                <a:cubicBezTo>
                  <a:pt x="11" y="45"/>
                  <a:pt x="17" y="43"/>
                  <a:pt x="24" y="43"/>
                </a:cubicBezTo>
                <a:cubicBezTo>
                  <a:pt x="29" y="43"/>
                  <a:pt x="33" y="41"/>
                  <a:pt x="36" y="39"/>
                </a:cubicBezTo>
                <a:cubicBezTo>
                  <a:pt x="41" y="33"/>
                  <a:pt x="41" y="25"/>
                  <a:pt x="41" y="25"/>
                </a:cubicBezTo>
                <a:cubicBezTo>
                  <a:pt x="41" y="19"/>
                  <a:pt x="41" y="19"/>
                  <a:pt x="41" y="19"/>
                </a:cubicBezTo>
                <a:cubicBezTo>
                  <a:pt x="32" y="26"/>
                  <a:pt x="32" y="26"/>
                  <a:pt x="32" y="26"/>
                </a:cubicBezTo>
                <a:cubicBezTo>
                  <a:pt x="44" y="0"/>
                  <a:pt x="44" y="0"/>
                  <a:pt x="44" y="0"/>
                </a:cubicBezTo>
                <a:cubicBezTo>
                  <a:pt x="56" y="26"/>
                  <a:pt x="56" y="26"/>
                  <a:pt x="56" y="26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5"/>
                  <a:pt x="48" y="36"/>
                  <a:pt x="41" y="43"/>
                </a:cubicBezTo>
                <a:cubicBezTo>
                  <a:pt x="37" y="48"/>
                  <a:pt x="31" y="50"/>
                  <a:pt x="24" y="50"/>
                </a:cubicBezTo>
                <a:cubicBezTo>
                  <a:pt x="19" y="50"/>
                  <a:pt x="14" y="51"/>
                  <a:pt x="12" y="54"/>
                </a:cubicBezTo>
                <a:cubicBezTo>
                  <a:pt x="7" y="59"/>
                  <a:pt x="7" y="66"/>
                  <a:pt x="7" y="66"/>
                </a:cubicBezTo>
                <a:cubicBezTo>
                  <a:pt x="7" y="88"/>
                  <a:pt x="7" y="88"/>
                  <a:pt x="7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6"/>
                  <a:pt x="0" y="56"/>
                  <a:pt x="7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" name="Freeform 212"/>
          <p:cNvSpPr>
            <a:spLocks noEditPoints="1"/>
          </p:cNvSpPr>
          <p:nvPr/>
        </p:nvSpPr>
        <p:spPr bwMode="auto">
          <a:xfrm>
            <a:off x="2759075" y="3678239"/>
            <a:ext cx="492125" cy="487363"/>
          </a:xfrm>
          <a:custGeom>
            <a:avLst/>
            <a:gdLst>
              <a:gd name="T0" fmla="*/ 58 w 116"/>
              <a:gd name="T1" fmla="*/ 115 h 115"/>
              <a:gd name="T2" fmla="*/ 0 w 116"/>
              <a:gd name="T3" fmla="*/ 58 h 115"/>
              <a:gd name="T4" fmla="*/ 58 w 116"/>
              <a:gd name="T5" fmla="*/ 0 h 115"/>
              <a:gd name="T6" fmla="*/ 116 w 116"/>
              <a:gd name="T7" fmla="*/ 58 h 115"/>
              <a:gd name="T8" fmla="*/ 58 w 116"/>
              <a:gd name="T9" fmla="*/ 115 h 115"/>
              <a:gd name="T10" fmla="*/ 58 w 116"/>
              <a:gd name="T11" fmla="*/ 3 h 115"/>
              <a:gd name="T12" fmla="*/ 3 w 116"/>
              <a:gd name="T13" fmla="*/ 58 h 115"/>
              <a:gd name="T14" fmla="*/ 58 w 116"/>
              <a:gd name="T15" fmla="*/ 112 h 115"/>
              <a:gd name="T16" fmla="*/ 112 w 116"/>
              <a:gd name="T17" fmla="*/ 58 h 115"/>
              <a:gd name="T18" fmla="*/ 58 w 116"/>
              <a:gd name="T19" fmla="*/ 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5">
                <a:moveTo>
                  <a:pt x="58" y="115"/>
                </a:moveTo>
                <a:cubicBezTo>
                  <a:pt x="26" y="115"/>
                  <a:pt x="0" y="89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89"/>
                  <a:pt x="90" y="115"/>
                  <a:pt x="58" y="115"/>
                </a:cubicBezTo>
                <a:moveTo>
                  <a:pt x="58" y="3"/>
                </a:moveTo>
                <a:cubicBezTo>
                  <a:pt x="28" y="3"/>
                  <a:pt x="3" y="28"/>
                  <a:pt x="3" y="58"/>
                </a:cubicBezTo>
                <a:cubicBezTo>
                  <a:pt x="3" y="88"/>
                  <a:pt x="28" y="112"/>
                  <a:pt x="58" y="112"/>
                </a:cubicBezTo>
                <a:cubicBezTo>
                  <a:pt x="88" y="112"/>
                  <a:pt x="112" y="88"/>
                  <a:pt x="112" y="58"/>
                </a:cubicBezTo>
                <a:cubicBezTo>
                  <a:pt x="112" y="28"/>
                  <a:pt x="88" y="3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" name="Freeform 213"/>
          <p:cNvSpPr>
            <a:spLocks/>
          </p:cNvSpPr>
          <p:nvPr/>
        </p:nvSpPr>
        <p:spPr bwMode="auto">
          <a:xfrm>
            <a:off x="2771775" y="3698876"/>
            <a:ext cx="177800" cy="279400"/>
          </a:xfrm>
          <a:custGeom>
            <a:avLst/>
            <a:gdLst>
              <a:gd name="T0" fmla="*/ 42 w 42"/>
              <a:gd name="T1" fmla="*/ 0 h 66"/>
              <a:gd name="T2" fmla="*/ 35 w 42"/>
              <a:gd name="T3" fmla="*/ 2 h 66"/>
              <a:gd name="T4" fmla="*/ 35 w 42"/>
              <a:gd name="T5" fmla="*/ 24 h 66"/>
              <a:gd name="T6" fmla="*/ 0 w 42"/>
              <a:gd name="T7" fmla="*/ 59 h 66"/>
              <a:gd name="T8" fmla="*/ 2 w 42"/>
              <a:gd name="T9" fmla="*/ 66 h 66"/>
              <a:gd name="T10" fmla="*/ 2 w 42"/>
              <a:gd name="T11" fmla="*/ 66 h 66"/>
              <a:gd name="T12" fmla="*/ 42 w 42"/>
              <a:gd name="T13" fmla="*/ 27 h 66"/>
              <a:gd name="T14" fmla="*/ 41 w 42"/>
              <a:gd name="T15" fmla="*/ 27 h 66"/>
              <a:gd name="T16" fmla="*/ 42 w 42"/>
              <a:gd name="T17" fmla="*/ 27 h 66"/>
              <a:gd name="T18" fmla="*/ 42 w 42"/>
              <a:gd name="T19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66">
                <a:moveTo>
                  <a:pt x="42" y="0"/>
                </a:moveTo>
                <a:cubicBezTo>
                  <a:pt x="39" y="0"/>
                  <a:pt x="37" y="1"/>
                  <a:pt x="35" y="2"/>
                </a:cubicBezTo>
                <a:cubicBezTo>
                  <a:pt x="35" y="24"/>
                  <a:pt x="35" y="24"/>
                  <a:pt x="35" y="24"/>
                </a:cubicBezTo>
                <a:cubicBezTo>
                  <a:pt x="0" y="59"/>
                  <a:pt x="0" y="59"/>
                  <a:pt x="0" y="59"/>
                </a:cubicBezTo>
                <a:cubicBezTo>
                  <a:pt x="1" y="61"/>
                  <a:pt x="1" y="64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42" y="27"/>
                  <a:pt x="42" y="27"/>
                  <a:pt x="42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0"/>
                  <a:pt x="42" y="0"/>
                  <a:pt x="4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" name="Freeform 214"/>
          <p:cNvSpPr>
            <a:spLocks noEditPoints="1"/>
          </p:cNvSpPr>
          <p:nvPr/>
        </p:nvSpPr>
        <p:spPr bwMode="auto">
          <a:xfrm>
            <a:off x="2759075" y="3698876"/>
            <a:ext cx="190500" cy="279400"/>
          </a:xfrm>
          <a:custGeom>
            <a:avLst/>
            <a:gdLst>
              <a:gd name="T0" fmla="*/ 3 w 45"/>
              <a:gd name="T1" fmla="*/ 59 h 66"/>
              <a:gd name="T2" fmla="*/ 0 w 45"/>
              <a:gd name="T3" fmla="*/ 62 h 66"/>
              <a:gd name="T4" fmla="*/ 5 w 45"/>
              <a:gd name="T5" fmla="*/ 66 h 66"/>
              <a:gd name="T6" fmla="*/ 3 w 45"/>
              <a:gd name="T7" fmla="*/ 59 h 66"/>
              <a:gd name="T8" fmla="*/ 45 w 45"/>
              <a:gd name="T9" fmla="*/ 0 h 66"/>
              <a:gd name="T10" fmla="*/ 38 w 45"/>
              <a:gd name="T11" fmla="*/ 0 h 66"/>
              <a:gd name="T12" fmla="*/ 38 w 45"/>
              <a:gd name="T13" fmla="*/ 2 h 66"/>
              <a:gd name="T14" fmla="*/ 45 w 45"/>
              <a:gd name="T15" fmla="*/ 0 h 66"/>
              <a:gd name="T16" fmla="*/ 45 w 45"/>
              <a:gd name="T1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66">
                <a:moveTo>
                  <a:pt x="3" y="59"/>
                </a:moveTo>
                <a:cubicBezTo>
                  <a:pt x="0" y="62"/>
                  <a:pt x="0" y="62"/>
                  <a:pt x="0" y="62"/>
                </a:cubicBezTo>
                <a:cubicBezTo>
                  <a:pt x="5" y="66"/>
                  <a:pt x="5" y="66"/>
                  <a:pt x="5" y="66"/>
                </a:cubicBezTo>
                <a:cubicBezTo>
                  <a:pt x="4" y="64"/>
                  <a:pt x="4" y="61"/>
                  <a:pt x="3" y="59"/>
                </a:cubicBezTo>
                <a:moveTo>
                  <a:pt x="45" y="0"/>
                </a:moveTo>
                <a:cubicBezTo>
                  <a:pt x="38" y="0"/>
                  <a:pt x="38" y="0"/>
                  <a:pt x="38" y="0"/>
                </a:cubicBezTo>
                <a:cubicBezTo>
                  <a:pt x="38" y="2"/>
                  <a:pt x="38" y="2"/>
                  <a:pt x="38" y="2"/>
                </a:cubicBezTo>
                <a:cubicBezTo>
                  <a:pt x="40" y="1"/>
                  <a:pt x="42" y="0"/>
                  <a:pt x="45" y="0"/>
                </a:cubicBezTo>
                <a:cubicBezTo>
                  <a:pt x="45" y="0"/>
                  <a:pt x="45" y="0"/>
                  <a:pt x="4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" name="Freeform 215"/>
          <p:cNvSpPr>
            <a:spLocks/>
          </p:cNvSpPr>
          <p:nvPr/>
        </p:nvSpPr>
        <p:spPr bwMode="auto">
          <a:xfrm>
            <a:off x="3017838" y="3851276"/>
            <a:ext cx="174625" cy="276225"/>
          </a:xfrm>
          <a:custGeom>
            <a:avLst/>
            <a:gdLst>
              <a:gd name="T0" fmla="*/ 5 w 41"/>
              <a:gd name="T1" fmla="*/ 37 h 65"/>
              <a:gd name="T2" fmla="*/ 18 w 41"/>
              <a:gd name="T3" fmla="*/ 32 h 65"/>
              <a:gd name="T4" fmla="*/ 27 w 41"/>
              <a:gd name="T5" fmla="*/ 29 h 65"/>
              <a:gd name="T6" fmla="*/ 30 w 41"/>
              <a:gd name="T7" fmla="*/ 18 h 65"/>
              <a:gd name="T8" fmla="*/ 30 w 41"/>
              <a:gd name="T9" fmla="*/ 14 h 65"/>
              <a:gd name="T10" fmla="*/ 24 w 41"/>
              <a:gd name="T11" fmla="*/ 19 h 65"/>
              <a:gd name="T12" fmla="*/ 32 w 41"/>
              <a:gd name="T13" fmla="*/ 0 h 65"/>
              <a:gd name="T14" fmla="*/ 41 w 41"/>
              <a:gd name="T15" fmla="*/ 19 h 65"/>
              <a:gd name="T16" fmla="*/ 35 w 41"/>
              <a:gd name="T17" fmla="*/ 14 h 65"/>
              <a:gd name="T18" fmla="*/ 35 w 41"/>
              <a:gd name="T19" fmla="*/ 18 h 65"/>
              <a:gd name="T20" fmla="*/ 30 w 41"/>
              <a:gd name="T21" fmla="*/ 32 h 65"/>
              <a:gd name="T22" fmla="*/ 18 w 41"/>
              <a:gd name="T23" fmla="*/ 37 h 65"/>
              <a:gd name="T24" fmla="*/ 8 w 41"/>
              <a:gd name="T25" fmla="*/ 40 h 65"/>
              <a:gd name="T26" fmla="*/ 5 w 41"/>
              <a:gd name="T27" fmla="*/ 49 h 65"/>
              <a:gd name="T28" fmla="*/ 5 w 41"/>
              <a:gd name="T29" fmla="*/ 65 h 65"/>
              <a:gd name="T30" fmla="*/ 0 w 41"/>
              <a:gd name="T31" fmla="*/ 65 h 65"/>
              <a:gd name="T32" fmla="*/ 0 w 41"/>
              <a:gd name="T33" fmla="*/ 49 h 65"/>
              <a:gd name="T34" fmla="*/ 5 w 41"/>
              <a:gd name="T35" fmla="*/ 37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1" h="65">
                <a:moveTo>
                  <a:pt x="5" y="37"/>
                </a:moveTo>
                <a:cubicBezTo>
                  <a:pt x="8" y="33"/>
                  <a:pt x="12" y="32"/>
                  <a:pt x="18" y="32"/>
                </a:cubicBezTo>
                <a:cubicBezTo>
                  <a:pt x="22" y="32"/>
                  <a:pt x="25" y="31"/>
                  <a:pt x="27" y="29"/>
                </a:cubicBezTo>
                <a:cubicBezTo>
                  <a:pt x="30" y="25"/>
                  <a:pt x="30" y="18"/>
                  <a:pt x="30" y="18"/>
                </a:cubicBezTo>
                <a:cubicBezTo>
                  <a:pt x="30" y="14"/>
                  <a:pt x="30" y="14"/>
                  <a:pt x="30" y="14"/>
                </a:cubicBezTo>
                <a:cubicBezTo>
                  <a:pt x="24" y="19"/>
                  <a:pt x="24" y="19"/>
                  <a:pt x="24" y="19"/>
                </a:cubicBezTo>
                <a:cubicBezTo>
                  <a:pt x="32" y="0"/>
                  <a:pt x="32" y="0"/>
                  <a:pt x="32" y="0"/>
                </a:cubicBezTo>
                <a:cubicBezTo>
                  <a:pt x="41" y="19"/>
                  <a:pt x="41" y="19"/>
                  <a:pt x="41" y="19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8"/>
                  <a:pt x="35" y="18"/>
                  <a:pt x="35" y="18"/>
                </a:cubicBezTo>
                <a:cubicBezTo>
                  <a:pt x="35" y="18"/>
                  <a:pt x="35" y="26"/>
                  <a:pt x="30" y="32"/>
                </a:cubicBezTo>
                <a:cubicBezTo>
                  <a:pt x="27" y="35"/>
                  <a:pt x="23" y="37"/>
                  <a:pt x="18" y="37"/>
                </a:cubicBezTo>
                <a:cubicBezTo>
                  <a:pt x="14" y="37"/>
                  <a:pt x="11" y="38"/>
                  <a:pt x="8" y="40"/>
                </a:cubicBezTo>
                <a:cubicBezTo>
                  <a:pt x="5" y="44"/>
                  <a:pt x="5" y="49"/>
                  <a:pt x="5" y="49"/>
                </a:cubicBezTo>
                <a:cubicBezTo>
                  <a:pt x="5" y="65"/>
                  <a:pt x="5" y="65"/>
                  <a:pt x="5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0" y="42"/>
                  <a:pt x="5" y="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" name="Rectangle 216"/>
          <p:cNvSpPr>
            <a:spLocks noChangeArrowheads="1"/>
          </p:cNvSpPr>
          <p:nvPr/>
        </p:nvSpPr>
        <p:spPr bwMode="auto">
          <a:xfrm>
            <a:off x="2928938" y="3987801"/>
            <a:ext cx="206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" name="Oval 217"/>
          <p:cNvSpPr>
            <a:spLocks noChangeArrowheads="1"/>
          </p:cNvSpPr>
          <p:nvPr/>
        </p:nvSpPr>
        <p:spPr bwMode="auto">
          <a:xfrm>
            <a:off x="2908300" y="3992564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" name="Oval 218"/>
          <p:cNvSpPr>
            <a:spLocks noChangeArrowheads="1"/>
          </p:cNvSpPr>
          <p:nvPr/>
        </p:nvSpPr>
        <p:spPr bwMode="auto">
          <a:xfrm>
            <a:off x="2954338" y="3992564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" name="Freeform 219"/>
          <p:cNvSpPr>
            <a:spLocks noEditPoints="1"/>
          </p:cNvSpPr>
          <p:nvPr/>
        </p:nvSpPr>
        <p:spPr bwMode="auto">
          <a:xfrm>
            <a:off x="2857500" y="3898901"/>
            <a:ext cx="165100" cy="165100"/>
          </a:xfrm>
          <a:custGeom>
            <a:avLst/>
            <a:gdLst>
              <a:gd name="T0" fmla="*/ 19 w 39"/>
              <a:gd name="T1" fmla="*/ 0 h 39"/>
              <a:gd name="T2" fmla="*/ 0 w 39"/>
              <a:gd name="T3" fmla="*/ 19 h 39"/>
              <a:gd name="T4" fmla="*/ 19 w 39"/>
              <a:gd name="T5" fmla="*/ 39 h 39"/>
              <a:gd name="T6" fmla="*/ 39 w 39"/>
              <a:gd name="T7" fmla="*/ 19 h 39"/>
              <a:gd name="T8" fmla="*/ 19 w 39"/>
              <a:gd name="T9" fmla="*/ 0 h 39"/>
              <a:gd name="T10" fmla="*/ 13 w 39"/>
              <a:gd name="T11" fmla="*/ 32 h 39"/>
              <a:gd name="T12" fmla="*/ 11 w 39"/>
              <a:gd name="T13" fmla="*/ 32 h 39"/>
              <a:gd name="T14" fmla="*/ 11 w 39"/>
              <a:gd name="T15" fmla="*/ 29 h 39"/>
              <a:gd name="T16" fmla="*/ 13 w 39"/>
              <a:gd name="T17" fmla="*/ 29 h 39"/>
              <a:gd name="T18" fmla="*/ 13 w 39"/>
              <a:gd name="T19" fmla="*/ 32 h 39"/>
              <a:gd name="T20" fmla="*/ 27 w 39"/>
              <a:gd name="T21" fmla="*/ 32 h 39"/>
              <a:gd name="T22" fmla="*/ 25 w 39"/>
              <a:gd name="T23" fmla="*/ 32 h 39"/>
              <a:gd name="T24" fmla="*/ 25 w 39"/>
              <a:gd name="T25" fmla="*/ 29 h 39"/>
              <a:gd name="T26" fmla="*/ 27 w 39"/>
              <a:gd name="T27" fmla="*/ 29 h 39"/>
              <a:gd name="T28" fmla="*/ 27 w 39"/>
              <a:gd name="T29" fmla="*/ 32 h 39"/>
              <a:gd name="T30" fmla="*/ 28 w 39"/>
              <a:gd name="T31" fmla="*/ 28 h 39"/>
              <a:gd name="T32" fmla="*/ 10 w 39"/>
              <a:gd name="T33" fmla="*/ 28 h 39"/>
              <a:gd name="T34" fmla="*/ 10 w 39"/>
              <a:gd name="T35" fmla="*/ 27 h 39"/>
              <a:gd name="T36" fmla="*/ 28 w 39"/>
              <a:gd name="T37" fmla="*/ 27 h 39"/>
              <a:gd name="T38" fmla="*/ 28 w 39"/>
              <a:gd name="T39" fmla="*/ 28 h 39"/>
              <a:gd name="T40" fmla="*/ 29 w 39"/>
              <a:gd name="T41" fmla="*/ 21 h 39"/>
              <a:gd name="T42" fmla="*/ 27 w 39"/>
              <a:gd name="T43" fmla="*/ 21 h 39"/>
              <a:gd name="T44" fmla="*/ 27 w 39"/>
              <a:gd name="T45" fmla="*/ 26 h 39"/>
              <a:gd name="T46" fmla="*/ 11 w 39"/>
              <a:gd name="T47" fmla="*/ 26 h 39"/>
              <a:gd name="T48" fmla="*/ 11 w 39"/>
              <a:gd name="T49" fmla="*/ 21 h 39"/>
              <a:gd name="T50" fmla="*/ 9 w 39"/>
              <a:gd name="T51" fmla="*/ 21 h 39"/>
              <a:gd name="T52" fmla="*/ 9 w 39"/>
              <a:gd name="T53" fmla="*/ 18 h 39"/>
              <a:gd name="T54" fmla="*/ 11 w 39"/>
              <a:gd name="T55" fmla="*/ 18 h 39"/>
              <a:gd name="T56" fmla="*/ 11 w 39"/>
              <a:gd name="T57" fmla="*/ 11 h 39"/>
              <a:gd name="T58" fmla="*/ 27 w 39"/>
              <a:gd name="T59" fmla="*/ 11 h 39"/>
              <a:gd name="T60" fmla="*/ 27 w 39"/>
              <a:gd name="T61" fmla="*/ 17 h 39"/>
              <a:gd name="T62" fmla="*/ 29 w 39"/>
              <a:gd name="T63" fmla="*/ 17 h 39"/>
              <a:gd name="T64" fmla="*/ 29 w 39"/>
              <a:gd name="T65" fmla="*/ 21 h 39"/>
              <a:gd name="T66" fmla="*/ 29 w 39"/>
              <a:gd name="T67" fmla="*/ 11 h 39"/>
              <a:gd name="T68" fmla="*/ 29 w 39"/>
              <a:gd name="T69" fmla="*/ 16 h 39"/>
              <a:gd name="T70" fmla="*/ 28 w 39"/>
              <a:gd name="T71" fmla="*/ 16 h 39"/>
              <a:gd name="T72" fmla="*/ 28 w 39"/>
              <a:gd name="T73" fmla="*/ 11 h 39"/>
              <a:gd name="T74" fmla="*/ 10 w 39"/>
              <a:gd name="T75" fmla="*/ 11 h 39"/>
              <a:gd name="T76" fmla="*/ 10 w 39"/>
              <a:gd name="T77" fmla="*/ 16 h 39"/>
              <a:gd name="T78" fmla="*/ 9 w 39"/>
              <a:gd name="T79" fmla="*/ 16 h 39"/>
              <a:gd name="T80" fmla="*/ 9 w 39"/>
              <a:gd name="T81" fmla="*/ 11 h 39"/>
              <a:gd name="T82" fmla="*/ 9 w 39"/>
              <a:gd name="T83" fmla="*/ 10 h 39"/>
              <a:gd name="T84" fmla="*/ 9 w 39"/>
              <a:gd name="T85" fmla="*/ 7 h 39"/>
              <a:gd name="T86" fmla="*/ 29 w 39"/>
              <a:gd name="T87" fmla="*/ 7 h 39"/>
              <a:gd name="T88" fmla="*/ 29 w 39"/>
              <a:gd name="T89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" h="39">
                <a:moveTo>
                  <a:pt x="19" y="0"/>
                </a:move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lose/>
                <a:moveTo>
                  <a:pt x="13" y="32"/>
                </a:moveTo>
                <a:cubicBezTo>
                  <a:pt x="11" y="32"/>
                  <a:pt x="11" y="32"/>
                  <a:pt x="11" y="32"/>
                </a:cubicBezTo>
                <a:cubicBezTo>
                  <a:pt x="11" y="29"/>
                  <a:pt x="11" y="29"/>
                  <a:pt x="11" y="29"/>
                </a:cubicBezTo>
                <a:cubicBezTo>
                  <a:pt x="13" y="29"/>
                  <a:pt x="13" y="29"/>
                  <a:pt x="13" y="29"/>
                </a:cubicBezTo>
                <a:lnTo>
                  <a:pt x="13" y="32"/>
                </a:lnTo>
                <a:close/>
                <a:moveTo>
                  <a:pt x="27" y="32"/>
                </a:moveTo>
                <a:cubicBezTo>
                  <a:pt x="25" y="32"/>
                  <a:pt x="25" y="32"/>
                  <a:pt x="25" y="32"/>
                </a:cubicBezTo>
                <a:cubicBezTo>
                  <a:pt x="25" y="29"/>
                  <a:pt x="25" y="29"/>
                  <a:pt x="25" y="29"/>
                </a:cubicBezTo>
                <a:cubicBezTo>
                  <a:pt x="27" y="29"/>
                  <a:pt x="27" y="29"/>
                  <a:pt x="27" y="29"/>
                </a:cubicBezTo>
                <a:lnTo>
                  <a:pt x="27" y="32"/>
                </a:lnTo>
                <a:close/>
                <a:moveTo>
                  <a:pt x="28" y="28"/>
                </a:moveTo>
                <a:cubicBezTo>
                  <a:pt x="10" y="28"/>
                  <a:pt x="10" y="28"/>
                  <a:pt x="10" y="28"/>
                </a:cubicBezTo>
                <a:cubicBezTo>
                  <a:pt x="10" y="27"/>
                  <a:pt x="10" y="27"/>
                  <a:pt x="10" y="27"/>
                </a:cubicBezTo>
                <a:cubicBezTo>
                  <a:pt x="28" y="27"/>
                  <a:pt x="28" y="27"/>
                  <a:pt x="28" y="27"/>
                </a:cubicBezTo>
                <a:lnTo>
                  <a:pt x="28" y="28"/>
                </a:lnTo>
                <a:close/>
                <a:moveTo>
                  <a:pt x="29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7" y="26"/>
                  <a:pt x="27" y="26"/>
                  <a:pt x="27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1"/>
                  <a:pt x="11" y="21"/>
                  <a:pt x="11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1"/>
                  <a:pt x="11" y="11"/>
                  <a:pt x="11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7"/>
                  <a:pt x="27" y="17"/>
                  <a:pt x="27" y="17"/>
                </a:cubicBezTo>
                <a:cubicBezTo>
                  <a:pt x="29" y="17"/>
                  <a:pt x="29" y="17"/>
                  <a:pt x="29" y="17"/>
                </a:cubicBezTo>
                <a:lnTo>
                  <a:pt x="29" y="21"/>
                </a:lnTo>
                <a:close/>
                <a:moveTo>
                  <a:pt x="29" y="11"/>
                </a:move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1"/>
                  <a:pt x="28" y="11"/>
                  <a:pt x="28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6"/>
                  <a:pt x="10" y="16"/>
                  <a:pt x="10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7"/>
                  <a:pt x="9" y="7"/>
                  <a:pt x="9" y="7"/>
                </a:cubicBezTo>
                <a:cubicBezTo>
                  <a:pt x="29" y="7"/>
                  <a:pt x="29" y="7"/>
                  <a:pt x="29" y="7"/>
                </a:cubicBezTo>
                <a:lnTo>
                  <a:pt x="29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" name="Freeform 220"/>
          <p:cNvSpPr>
            <a:spLocks noEditPoints="1"/>
          </p:cNvSpPr>
          <p:nvPr/>
        </p:nvSpPr>
        <p:spPr bwMode="auto">
          <a:xfrm>
            <a:off x="2908300" y="3957639"/>
            <a:ext cx="58738" cy="20638"/>
          </a:xfrm>
          <a:custGeom>
            <a:avLst/>
            <a:gdLst>
              <a:gd name="T0" fmla="*/ 37 w 37"/>
              <a:gd name="T1" fmla="*/ 0 h 13"/>
              <a:gd name="T2" fmla="*/ 0 w 37"/>
              <a:gd name="T3" fmla="*/ 0 h 13"/>
              <a:gd name="T4" fmla="*/ 0 w 37"/>
              <a:gd name="T5" fmla="*/ 13 h 13"/>
              <a:gd name="T6" fmla="*/ 37 w 37"/>
              <a:gd name="T7" fmla="*/ 13 h 13"/>
              <a:gd name="T8" fmla="*/ 37 w 37"/>
              <a:gd name="T9" fmla="*/ 0 h 13"/>
              <a:gd name="T10" fmla="*/ 24 w 37"/>
              <a:gd name="T11" fmla="*/ 5 h 13"/>
              <a:gd name="T12" fmla="*/ 13 w 37"/>
              <a:gd name="T13" fmla="*/ 5 h 13"/>
              <a:gd name="T14" fmla="*/ 13 w 37"/>
              <a:gd name="T15" fmla="*/ 3 h 13"/>
              <a:gd name="T16" fmla="*/ 24 w 37"/>
              <a:gd name="T17" fmla="*/ 3 h 13"/>
              <a:gd name="T18" fmla="*/ 24 w 37"/>
              <a:gd name="T19" fmla="*/ 5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7" h="13">
                <a:moveTo>
                  <a:pt x="37" y="0"/>
                </a:moveTo>
                <a:lnTo>
                  <a:pt x="0" y="0"/>
                </a:lnTo>
                <a:lnTo>
                  <a:pt x="0" y="13"/>
                </a:lnTo>
                <a:lnTo>
                  <a:pt x="37" y="13"/>
                </a:lnTo>
                <a:lnTo>
                  <a:pt x="37" y="0"/>
                </a:lnTo>
                <a:close/>
                <a:moveTo>
                  <a:pt x="24" y="5"/>
                </a:moveTo>
                <a:lnTo>
                  <a:pt x="13" y="5"/>
                </a:lnTo>
                <a:lnTo>
                  <a:pt x="13" y="3"/>
                </a:lnTo>
                <a:lnTo>
                  <a:pt x="24" y="3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" name="Rectangle 221"/>
          <p:cNvSpPr>
            <a:spLocks noChangeArrowheads="1"/>
          </p:cNvSpPr>
          <p:nvPr/>
        </p:nvSpPr>
        <p:spPr bwMode="auto">
          <a:xfrm>
            <a:off x="2903538" y="3975101"/>
            <a:ext cx="158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" name="Rectangle 222"/>
          <p:cNvSpPr>
            <a:spLocks noChangeArrowheads="1"/>
          </p:cNvSpPr>
          <p:nvPr/>
        </p:nvSpPr>
        <p:spPr bwMode="auto">
          <a:xfrm>
            <a:off x="2971800" y="3970339"/>
            <a:ext cx="15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" name="Freeform 223"/>
          <p:cNvSpPr>
            <a:spLocks/>
          </p:cNvSpPr>
          <p:nvPr/>
        </p:nvSpPr>
        <p:spPr bwMode="auto">
          <a:xfrm>
            <a:off x="2984500" y="3800476"/>
            <a:ext cx="109538" cy="149225"/>
          </a:xfrm>
          <a:custGeom>
            <a:avLst/>
            <a:gdLst>
              <a:gd name="T0" fmla="*/ 26 w 26"/>
              <a:gd name="T1" fmla="*/ 18 h 35"/>
              <a:gd name="T2" fmla="*/ 17 w 26"/>
              <a:gd name="T3" fmla="*/ 0 h 35"/>
              <a:gd name="T4" fmla="*/ 8 w 26"/>
              <a:gd name="T5" fmla="*/ 18 h 35"/>
              <a:gd name="T6" fmla="*/ 14 w 26"/>
              <a:gd name="T7" fmla="*/ 14 h 35"/>
              <a:gd name="T8" fmla="*/ 0 w 26"/>
              <a:gd name="T9" fmla="*/ 29 h 35"/>
              <a:gd name="T10" fmla="*/ 2 w 26"/>
              <a:gd name="T11" fmla="*/ 35 h 35"/>
              <a:gd name="T12" fmla="*/ 21 w 26"/>
              <a:gd name="T13" fmla="*/ 14 h 35"/>
              <a:gd name="T14" fmla="*/ 26 w 26"/>
              <a:gd name="T15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35">
                <a:moveTo>
                  <a:pt x="26" y="18"/>
                </a:moveTo>
                <a:cubicBezTo>
                  <a:pt x="17" y="0"/>
                  <a:pt x="17" y="0"/>
                  <a:pt x="17" y="0"/>
                </a:cubicBezTo>
                <a:cubicBezTo>
                  <a:pt x="8" y="18"/>
                  <a:pt x="8" y="18"/>
                  <a:pt x="8" y="18"/>
                </a:cubicBezTo>
                <a:cubicBezTo>
                  <a:pt x="14" y="14"/>
                  <a:pt x="14" y="14"/>
                  <a:pt x="14" y="14"/>
                </a:cubicBezTo>
                <a:cubicBezTo>
                  <a:pt x="13" y="25"/>
                  <a:pt x="1" y="29"/>
                  <a:pt x="0" y="29"/>
                </a:cubicBezTo>
                <a:cubicBezTo>
                  <a:pt x="2" y="35"/>
                  <a:pt x="2" y="35"/>
                  <a:pt x="2" y="35"/>
                </a:cubicBezTo>
                <a:cubicBezTo>
                  <a:pt x="9" y="34"/>
                  <a:pt x="20" y="27"/>
                  <a:pt x="21" y="14"/>
                </a:cubicBezTo>
                <a:lnTo>
                  <a:pt x="2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" name="Freeform 224"/>
          <p:cNvSpPr>
            <a:spLocks noEditPoints="1"/>
          </p:cNvSpPr>
          <p:nvPr/>
        </p:nvSpPr>
        <p:spPr bwMode="auto">
          <a:xfrm>
            <a:off x="3502025" y="3651251"/>
            <a:ext cx="490538" cy="493713"/>
          </a:xfrm>
          <a:custGeom>
            <a:avLst/>
            <a:gdLst>
              <a:gd name="T0" fmla="*/ 58 w 116"/>
              <a:gd name="T1" fmla="*/ 116 h 116"/>
              <a:gd name="T2" fmla="*/ 0 w 116"/>
              <a:gd name="T3" fmla="*/ 58 h 116"/>
              <a:gd name="T4" fmla="*/ 58 w 116"/>
              <a:gd name="T5" fmla="*/ 0 h 116"/>
              <a:gd name="T6" fmla="*/ 116 w 116"/>
              <a:gd name="T7" fmla="*/ 58 h 116"/>
              <a:gd name="T8" fmla="*/ 58 w 116"/>
              <a:gd name="T9" fmla="*/ 116 h 116"/>
              <a:gd name="T10" fmla="*/ 58 w 116"/>
              <a:gd name="T11" fmla="*/ 3 h 116"/>
              <a:gd name="T12" fmla="*/ 4 w 116"/>
              <a:gd name="T13" fmla="*/ 58 h 116"/>
              <a:gd name="T14" fmla="*/ 58 w 116"/>
              <a:gd name="T15" fmla="*/ 112 h 116"/>
              <a:gd name="T16" fmla="*/ 113 w 116"/>
              <a:gd name="T17" fmla="*/ 58 h 116"/>
              <a:gd name="T18" fmla="*/ 58 w 116"/>
              <a:gd name="T19" fmla="*/ 3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58" y="116"/>
                </a:moveTo>
                <a:cubicBezTo>
                  <a:pt x="26" y="116"/>
                  <a:pt x="0" y="90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90"/>
                  <a:pt x="90" y="116"/>
                  <a:pt x="58" y="116"/>
                </a:cubicBezTo>
                <a:moveTo>
                  <a:pt x="58" y="3"/>
                </a:moveTo>
                <a:cubicBezTo>
                  <a:pt x="28" y="3"/>
                  <a:pt x="4" y="28"/>
                  <a:pt x="4" y="58"/>
                </a:cubicBezTo>
                <a:cubicBezTo>
                  <a:pt x="4" y="88"/>
                  <a:pt x="28" y="112"/>
                  <a:pt x="58" y="112"/>
                </a:cubicBezTo>
                <a:cubicBezTo>
                  <a:pt x="88" y="112"/>
                  <a:pt x="113" y="88"/>
                  <a:pt x="113" y="58"/>
                </a:cubicBezTo>
                <a:cubicBezTo>
                  <a:pt x="113" y="28"/>
                  <a:pt x="88" y="3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" name="Freeform 225"/>
          <p:cNvSpPr>
            <a:spLocks/>
          </p:cNvSpPr>
          <p:nvPr/>
        </p:nvSpPr>
        <p:spPr bwMode="auto">
          <a:xfrm>
            <a:off x="3773488" y="3992564"/>
            <a:ext cx="28575" cy="134938"/>
          </a:xfrm>
          <a:custGeom>
            <a:avLst/>
            <a:gdLst>
              <a:gd name="T0" fmla="*/ 7 w 7"/>
              <a:gd name="T1" fmla="*/ 0 h 32"/>
              <a:gd name="T2" fmla="*/ 0 w 7"/>
              <a:gd name="T3" fmla="*/ 0 h 32"/>
              <a:gd name="T4" fmla="*/ 0 w 7"/>
              <a:gd name="T5" fmla="*/ 32 h 32"/>
              <a:gd name="T6" fmla="*/ 7 w 7"/>
              <a:gd name="T7" fmla="*/ 31 h 32"/>
              <a:gd name="T8" fmla="*/ 7 w 7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32"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2" y="32"/>
                  <a:pt x="4" y="31"/>
                  <a:pt x="7" y="31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" name="Freeform 226"/>
          <p:cNvSpPr>
            <a:spLocks/>
          </p:cNvSpPr>
          <p:nvPr/>
        </p:nvSpPr>
        <p:spPr bwMode="auto">
          <a:xfrm>
            <a:off x="3773488" y="4122739"/>
            <a:ext cx="28575" cy="12700"/>
          </a:xfrm>
          <a:custGeom>
            <a:avLst/>
            <a:gdLst>
              <a:gd name="T0" fmla="*/ 7 w 7"/>
              <a:gd name="T1" fmla="*/ 0 h 3"/>
              <a:gd name="T2" fmla="*/ 0 w 7"/>
              <a:gd name="T3" fmla="*/ 1 h 3"/>
              <a:gd name="T4" fmla="*/ 0 w 7"/>
              <a:gd name="T5" fmla="*/ 3 h 3"/>
              <a:gd name="T6" fmla="*/ 7 w 7"/>
              <a:gd name="T7" fmla="*/ 3 h 3"/>
              <a:gd name="T8" fmla="*/ 7 w 7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3">
                <a:moveTo>
                  <a:pt x="7" y="0"/>
                </a:moveTo>
                <a:cubicBezTo>
                  <a:pt x="4" y="0"/>
                  <a:pt x="2" y="1"/>
                  <a:pt x="0" y="1"/>
                </a:cubicBezTo>
                <a:cubicBezTo>
                  <a:pt x="0" y="3"/>
                  <a:pt x="0" y="3"/>
                  <a:pt x="0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" name="Freeform 227"/>
          <p:cNvSpPr>
            <a:spLocks/>
          </p:cNvSpPr>
          <p:nvPr/>
        </p:nvSpPr>
        <p:spPr bwMode="auto">
          <a:xfrm>
            <a:off x="3773488" y="3668714"/>
            <a:ext cx="28575" cy="136525"/>
          </a:xfrm>
          <a:custGeom>
            <a:avLst/>
            <a:gdLst>
              <a:gd name="T0" fmla="*/ 0 w 7"/>
              <a:gd name="T1" fmla="*/ 0 h 32"/>
              <a:gd name="T2" fmla="*/ 0 w 7"/>
              <a:gd name="T3" fmla="*/ 32 h 32"/>
              <a:gd name="T4" fmla="*/ 7 w 7"/>
              <a:gd name="T5" fmla="*/ 32 h 32"/>
              <a:gd name="T6" fmla="*/ 7 w 7"/>
              <a:gd name="T7" fmla="*/ 1 h 32"/>
              <a:gd name="T8" fmla="*/ 0 w 7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32">
                <a:moveTo>
                  <a:pt x="0" y="0"/>
                </a:moveTo>
                <a:cubicBezTo>
                  <a:pt x="0" y="32"/>
                  <a:pt x="0" y="32"/>
                  <a:pt x="0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1"/>
                  <a:pt x="7" y="1"/>
                  <a:pt x="7" y="1"/>
                </a:cubicBezTo>
                <a:cubicBezTo>
                  <a:pt x="4" y="0"/>
                  <a:pt x="2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" name="Freeform 228"/>
          <p:cNvSpPr>
            <a:spLocks/>
          </p:cNvSpPr>
          <p:nvPr/>
        </p:nvSpPr>
        <p:spPr bwMode="auto">
          <a:xfrm>
            <a:off x="3773488" y="3660776"/>
            <a:ext cx="28575" cy="12700"/>
          </a:xfrm>
          <a:custGeom>
            <a:avLst/>
            <a:gdLst>
              <a:gd name="T0" fmla="*/ 7 w 7"/>
              <a:gd name="T1" fmla="*/ 0 h 3"/>
              <a:gd name="T2" fmla="*/ 0 w 7"/>
              <a:gd name="T3" fmla="*/ 0 h 3"/>
              <a:gd name="T4" fmla="*/ 0 w 7"/>
              <a:gd name="T5" fmla="*/ 2 h 3"/>
              <a:gd name="T6" fmla="*/ 7 w 7"/>
              <a:gd name="T7" fmla="*/ 3 h 3"/>
              <a:gd name="T8" fmla="*/ 7 w 7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3"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2"/>
                  <a:pt x="0" y="2"/>
                </a:cubicBezTo>
                <a:cubicBezTo>
                  <a:pt x="2" y="2"/>
                  <a:pt x="4" y="2"/>
                  <a:pt x="7" y="3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" name="Freeform 229"/>
          <p:cNvSpPr>
            <a:spLocks/>
          </p:cNvSpPr>
          <p:nvPr/>
        </p:nvSpPr>
        <p:spPr bwMode="auto">
          <a:xfrm>
            <a:off x="3598863" y="3749676"/>
            <a:ext cx="161925" cy="250825"/>
          </a:xfrm>
          <a:custGeom>
            <a:avLst/>
            <a:gdLst>
              <a:gd name="T0" fmla="*/ 5 w 38"/>
              <a:gd name="T1" fmla="*/ 33 h 59"/>
              <a:gd name="T2" fmla="*/ 17 w 38"/>
              <a:gd name="T3" fmla="*/ 29 h 59"/>
              <a:gd name="T4" fmla="*/ 25 w 38"/>
              <a:gd name="T5" fmla="*/ 26 h 59"/>
              <a:gd name="T6" fmla="*/ 28 w 38"/>
              <a:gd name="T7" fmla="*/ 16 h 59"/>
              <a:gd name="T8" fmla="*/ 28 w 38"/>
              <a:gd name="T9" fmla="*/ 12 h 59"/>
              <a:gd name="T10" fmla="*/ 22 w 38"/>
              <a:gd name="T11" fmla="*/ 17 h 59"/>
              <a:gd name="T12" fmla="*/ 30 w 38"/>
              <a:gd name="T13" fmla="*/ 0 h 59"/>
              <a:gd name="T14" fmla="*/ 38 w 38"/>
              <a:gd name="T15" fmla="*/ 17 h 59"/>
              <a:gd name="T16" fmla="*/ 33 w 38"/>
              <a:gd name="T17" fmla="*/ 12 h 59"/>
              <a:gd name="T18" fmla="*/ 33 w 38"/>
              <a:gd name="T19" fmla="*/ 16 h 59"/>
              <a:gd name="T20" fmla="*/ 28 w 38"/>
              <a:gd name="T21" fmla="*/ 29 h 59"/>
              <a:gd name="T22" fmla="*/ 17 w 38"/>
              <a:gd name="T23" fmla="*/ 34 h 59"/>
              <a:gd name="T24" fmla="*/ 8 w 38"/>
              <a:gd name="T25" fmla="*/ 37 h 59"/>
              <a:gd name="T26" fmla="*/ 5 w 38"/>
              <a:gd name="T27" fmla="*/ 45 h 59"/>
              <a:gd name="T28" fmla="*/ 5 w 38"/>
              <a:gd name="T29" fmla="*/ 59 h 59"/>
              <a:gd name="T30" fmla="*/ 0 w 38"/>
              <a:gd name="T31" fmla="*/ 59 h 59"/>
              <a:gd name="T32" fmla="*/ 0 w 38"/>
              <a:gd name="T33" fmla="*/ 45 h 59"/>
              <a:gd name="T34" fmla="*/ 5 w 38"/>
              <a:gd name="T35" fmla="*/ 3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8" h="59">
                <a:moveTo>
                  <a:pt x="5" y="33"/>
                </a:moveTo>
                <a:cubicBezTo>
                  <a:pt x="8" y="30"/>
                  <a:pt x="12" y="29"/>
                  <a:pt x="17" y="29"/>
                </a:cubicBezTo>
                <a:cubicBezTo>
                  <a:pt x="20" y="29"/>
                  <a:pt x="23" y="28"/>
                  <a:pt x="25" y="26"/>
                </a:cubicBezTo>
                <a:cubicBezTo>
                  <a:pt x="28" y="22"/>
                  <a:pt x="28" y="17"/>
                  <a:pt x="28" y="16"/>
                </a:cubicBezTo>
                <a:cubicBezTo>
                  <a:pt x="28" y="12"/>
                  <a:pt x="28" y="12"/>
                  <a:pt x="28" y="12"/>
                </a:cubicBezTo>
                <a:cubicBezTo>
                  <a:pt x="22" y="17"/>
                  <a:pt x="22" y="17"/>
                  <a:pt x="22" y="17"/>
                </a:cubicBezTo>
                <a:cubicBezTo>
                  <a:pt x="30" y="0"/>
                  <a:pt x="30" y="0"/>
                  <a:pt x="30" y="0"/>
                </a:cubicBezTo>
                <a:cubicBezTo>
                  <a:pt x="38" y="17"/>
                  <a:pt x="38" y="17"/>
                  <a:pt x="38" y="17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7"/>
                  <a:pt x="33" y="24"/>
                  <a:pt x="28" y="29"/>
                </a:cubicBezTo>
                <a:cubicBezTo>
                  <a:pt x="25" y="32"/>
                  <a:pt x="22" y="34"/>
                  <a:pt x="17" y="34"/>
                </a:cubicBezTo>
                <a:cubicBezTo>
                  <a:pt x="13" y="34"/>
                  <a:pt x="10" y="35"/>
                  <a:pt x="8" y="37"/>
                </a:cubicBezTo>
                <a:cubicBezTo>
                  <a:pt x="5" y="40"/>
                  <a:pt x="5" y="45"/>
                  <a:pt x="5" y="45"/>
                </a:cubicBezTo>
                <a:cubicBezTo>
                  <a:pt x="5" y="59"/>
                  <a:pt x="5" y="59"/>
                  <a:pt x="5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5"/>
                  <a:pt x="0" y="38"/>
                  <a:pt x="5" y="3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" name="Freeform 230"/>
          <p:cNvSpPr>
            <a:spLocks noEditPoints="1"/>
          </p:cNvSpPr>
          <p:nvPr/>
        </p:nvSpPr>
        <p:spPr bwMode="auto">
          <a:xfrm>
            <a:off x="3517900" y="3663951"/>
            <a:ext cx="179388" cy="288925"/>
          </a:xfrm>
          <a:custGeom>
            <a:avLst/>
            <a:gdLst>
              <a:gd name="T0" fmla="*/ 42 w 42"/>
              <a:gd name="T1" fmla="*/ 2 h 68"/>
              <a:gd name="T2" fmla="*/ 35 w 42"/>
              <a:gd name="T3" fmla="*/ 4 h 68"/>
              <a:gd name="T4" fmla="*/ 35 w 42"/>
              <a:gd name="T5" fmla="*/ 24 h 68"/>
              <a:gd name="T6" fmla="*/ 0 w 42"/>
              <a:gd name="T7" fmla="*/ 59 h 68"/>
              <a:gd name="T8" fmla="*/ 1 w 42"/>
              <a:gd name="T9" fmla="*/ 68 h 68"/>
              <a:gd name="T10" fmla="*/ 42 w 42"/>
              <a:gd name="T11" fmla="*/ 27 h 68"/>
              <a:gd name="T12" fmla="*/ 41 w 42"/>
              <a:gd name="T13" fmla="*/ 27 h 68"/>
              <a:gd name="T14" fmla="*/ 42 w 42"/>
              <a:gd name="T15" fmla="*/ 27 h 68"/>
              <a:gd name="T16" fmla="*/ 42 w 42"/>
              <a:gd name="T17" fmla="*/ 2 h 68"/>
              <a:gd name="T18" fmla="*/ 36 w 42"/>
              <a:gd name="T19" fmla="*/ 0 h 68"/>
              <a:gd name="T20" fmla="*/ 35 w 42"/>
              <a:gd name="T21" fmla="*/ 0 h 68"/>
              <a:gd name="T22" fmla="*/ 35 w 42"/>
              <a:gd name="T23" fmla="*/ 0 h 68"/>
              <a:gd name="T24" fmla="*/ 36 w 42"/>
              <a:gd name="T25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2" h="68">
                <a:moveTo>
                  <a:pt x="42" y="2"/>
                </a:moveTo>
                <a:cubicBezTo>
                  <a:pt x="39" y="2"/>
                  <a:pt x="37" y="3"/>
                  <a:pt x="35" y="4"/>
                </a:cubicBezTo>
                <a:cubicBezTo>
                  <a:pt x="35" y="24"/>
                  <a:pt x="35" y="24"/>
                  <a:pt x="35" y="24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2"/>
                  <a:pt x="0" y="65"/>
                  <a:pt x="1" y="68"/>
                </a:cubicBezTo>
                <a:cubicBezTo>
                  <a:pt x="42" y="27"/>
                  <a:pt x="42" y="27"/>
                  <a:pt x="42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"/>
                  <a:pt x="42" y="2"/>
                  <a:pt x="42" y="2"/>
                </a:cubicBezTo>
                <a:moveTo>
                  <a:pt x="36" y="0"/>
                </a:move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6" y="0"/>
                  <a:pt x="3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" name="Freeform 231"/>
          <p:cNvSpPr>
            <a:spLocks noEditPoints="1"/>
          </p:cNvSpPr>
          <p:nvPr/>
        </p:nvSpPr>
        <p:spPr bwMode="auto">
          <a:xfrm>
            <a:off x="3505200" y="3663951"/>
            <a:ext cx="192088" cy="293688"/>
          </a:xfrm>
          <a:custGeom>
            <a:avLst/>
            <a:gdLst>
              <a:gd name="T0" fmla="*/ 3 w 45"/>
              <a:gd name="T1" fmla="*/ 59 h 69"/>
              <a:gd name="T2" fmla="*/ 0 w 45"/>
              <a:gd name="T3" fmla="*/ 62 h 69"/>
              <a:gd name="T4" fmla="*/ 3 w 45"/>
              <a:gd name="T5" fmla="*/ 69 h 69"/>
              <a:gd name="T6" fmla="*/ 4 w 45"/>
              <a:gd name="T7" fmla="*/ 68 h 69"/>
              <a:gd name="T8" fmla="*/ 3 w 45"/>
              <a:gd name="T9" fmla="*/ 59 h 69"/>
              <a:gd name="T10" fmla="*/ 45 w 45"/>
              <a:gd name="T11" fmla="*/ 0 h 69"/>
              <a:gd name="T12" fmla="*/ 39 w 45"/>
              <a:gd name="T13" fmla="*/ 0 h 69"/>
              <a:gd name="T14" fmla="*/ 38 w 45"/>
              <a:gd name="T15" fmla="*/ 0 h 69"/>
              <a:gd name="T16" fmla="*/ 38 w 45"/>
              <a:gd name="T17" fmla="*/ 4 h 69"/>
              <a:gd name="T18" fmla="*/ 45 w 45"/>
              <a:gd name="T19" fmla="*/ 2 h 69"/>
              <a:gd name="T20" fmla="*/ 45 w 45"/>
              <a:gd name="T21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5" h="69">
                <a:moveTo>
                  <a:pt x="3" y="59"/>
                </a:moveTo>
                <a:cubicBezTo>
                  <a:pt x="0" y="62"/>
                  <a:pt x="0" y="62"/>
                  <a:pt x="0" y="62"/>
                </a:cubicBezTo>
                <a:cubicBezTo>
                  <a:pt x="3" y="69"/>
                  <a:pt x="3" y="69"/>
                  <a:pt x="3" y="69"/>
                </a:cubicBezTo>
                <a:cubicBezTo>
                  <a:pt x="4" y="68"/>
                  <a:pt x="4" y="68"/>
                  <a:pt x="4" y="68"/>
                </a:cubicBezTo>
                <a:cubicBezTo>
                  <a:pt x="3" y="65"/>
                  <a:pt x="3" y="62"/>
                  <a:pt x="3" y="59"/>
                </a:cubicBezTo>
                <a:moveTo>
                  <a:pt x="45" y="0"/>
                </a:moveTo>
                <a:cubicBezTo>
                  <a:pt x="39" y="0"/>
                  <a:pt x="39" y="0"/>
                  <a:pt x="39" y="0"/>
                </a:cubicBezTo>
                <a:cubicBezTo>
                  <a:pt x="39" y="0"/>
                  <a:pt x="38" y="0"/>
                  <a:pt x="38" y="0"/>
                </a:cubicBezTo>
                <a:cubicBezTo>
                  <a:pt x="38" y="4"/>
                  <a:pt x="38" y="4"/>
                  <a:pt x="38" y="4"/>
                </a:cubicBezTo>
                <a:cubicBezTo>
                  <a:pt x="40" y="3"/>
                  <a:pt x="42" y="2"/>
                  <a:pt x="45" y="2"/>
                </a:cubicBezTo>
                <a:cubicBezTo>
                  <a:pt x="45" y="0"/>
                  <a:pt x="45" y="0"/>
                  <a:pt x="4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" name="Freeform 232"/>
          <p:cNvSpPr>
            <a:spLocks/>
          </p:cNvSpPr>
          <p:nvPr/>
        </p:nvSpPr>
        <p:spPr bwMode="auto">
          <a:xfrm>
            <a:off x="3709988" y="3770314"/>
            <a:ext cx="185738" cy="301625"/>
          </a:xfrm>
          <a:custGeom>
            <a:avLst/>
            <a:gdLst>
              <a:gd name="T0" fmla="*/ 5 w 44"/>
              <a:gd name="T1" fmla="*/ 40 h 71"/>
              <a:gd name="T2" fmla="*/ 19 w 44"/>
              <a:gd name="T3" fmla="*/ 35 h 71"/>
              <a:gd name="T4" fmla="*/ 28 w 44"/>
              <a:gd name="T5" fmla="*/ 31 h 71"/>
              <a:gd name="T6" fmla="*/ 32 w 44"/>
              <a:gd name="T7" fmla="*/ 20 h 71"/>
              <a:gd name="T8" fmla="*/ 32 w 44"/>
              <a:gd name="T9" fmla="*/ 15 h 71"/>
              <a:gd name="T10" fmla="*/ 25 w 44"/>
              <a:gd name="T11" fmla="*/ 21 h 71"/>
              <a:gd name="T12" fmla="*/ 35 w 44"/>
              <a:gd name="T13" fmla="*/ 0 h 71"/>
              <a:gd name="T14" fmla="*/ 44 w 44"/>
              <a:gd name="T15" fmla="*/ 21 h 71"/>
              <a:gd name="T16" fmla="*/ 37 w 44"/>
              <a:gd name="T17" fmla="*/ 15 h 71"/>
              <a:gd name="T18" fmla="*/ 37 w 44"/>
              <a:gd name="T19" fmla="*/ 20 h 71"/>
              <a:gd name="T20" fmla="*/ 32 w 44"/>
              <a:gd name="T21" fmla="*/ 35 h 71"/>
              <a:gd name="T22" fmla="*/ 19 w 44"/>
              <a:gd name="T23" fmla="*/ 40 h 71"/>
              <a:gd name="T24" fmla="*/ 9 w 44"/>
              <a:gd name="T25" fmla="*/ 44 h 71"/>
              <a:gd name="T26" fmla="*/ 5 w 44"/>
              <a:gd name="T27" fmla="*/ 53 h 71"/>
              <a:gd name="T28" fmla="*/ 5 w 44"/>
              <a:gd name="T29" fmla="*/ 71 h 71"/>
              <a:gd name="T30" fmla="*/ 0 w 44"/>
              <a:gd name="T31" fmla="*/ 71 h 71"/>
              <a:gd name="T32" fmla="*/ 0 w 44"/>
              <a:gd name="T33" fmla="*/ 54 h 71"/>
              <a:gd name="T34" fmla="*/ 5 w 44"/>
              <a:gd name="T35" fmla="*/ 4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4" h="71">
                <a:moveTo>
                  <a:pt x="5" y="40"/>
                </a:moveTo>
                <a:cubicBezTo>
                  <a:pt x="8" y="37"/>
                  <a:pt x="13" y="35"/>
                  <a:pt x="19" y="35"/>
                </a:cubicBezTo>
                <a:cubicBezTo>
                  <a:pt x="23" y="35"/>
                  <a:pt x="26" y="34"/>
                  <a:pt x="28" y="31"/>
                </a:cubicBezTo>
                <a:cubicBezTo>
                  <a:pt x="32" y="27"/>
                  <a:pt x="32" y="20"/>
                  <a:pt x="32" y="20"/>
                </a:cubicBezTo>
                <a:cubicBezTo>
                  <a:pt x="32" y="15"/>
                  <a:pt x="32" y="15"/>
                  <a:pt x="32" y="15"/>
                </a:cubicBezTo>
                <a:cubicBezTo>
                  <a:pt x="25" y="21"/>
                  <a:pt x="25" y="21"/>
                  <a:pt x="25" y="21"/>
                </a:cubicBezTo>
                <a:cubicBezTo>
                  <a:pt x="35" y="0"/>
                  <a:pt x="35" y="0"/>
                  <a:pt x="35" y="0"/>
                </a:cubicBezTo>
                <a:cubicBezTo>
                  <a:pt x="44" y="21"/>
                  <a:pt x="44" y="21"/>
                  <a:pt x="44" y="21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0"/>
                  <a:pt x="38" y="29"/>
                  <a:pt x="32" y="35"/>
                </a:cubicBezTo>
                <a:cubicBezTo>
                  <a:pt x="29" y="39"/>
                  <a:pt x="25" y="40"/>
                  <a:pt x="19" y="40"/>
                </a:cubicBezTo>
                <a:cubicBezTo>
                  <a:pt x="14" y="40"/>
                  <a:pt x="11" y="41"/>
                  <a:pt x="9" y="44"/>
                </a:cubicBezTo>
                <a:cubicBezTo>
                  <a:pt x="5" y="48"/>
                  <a:pt x="5" y="53"/>
                  <a:pt x="5" y="53"/>
                </a:cubicBezTo>
                <a:cubicBezTo>
                  <a:pt x="5" y="71"/>
                  <a:pt x="5" y="71"/>
                  <a:pt x="5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3"/>
                  <a:pt x="0" y="46"/>
                  <a:pt x="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" name="Freeform 233"/>
          <p:cNvSpPr>
            <a:spLocks noEditPoints="1"/>
          </p:cNvSpPr>
          <p:nvPr/>
        </p:nvSpPr>
        <p:spPr bwMode="auto">
          <a:xfrm>
            <a:off x="4311650" y="3651251"/>
            <a:ext cx="492125" cy="493713"/>
          </a:xfrm>
          <a:custGeom>
            <a:avLst/>
            <a:gdLst>
              <a:gd name="T0" fmla="*/ 58 w 116"/>
              <a:gd name="T1" fmla="*/ 116 h 116"/>
              <a:gd name="T2" fmla="*/ 0 w 116"/>
              <a:gd name="T3" fmla="*/ 58 h 116"/>
              <a:gd name="T4" fmla="*/ 58 w 116"/>
              <a:gd name="T5" fmla="*/ 0 h 116"/>
              <a:gd name="T6" fmla="*/ 116 w 116"/>
              <a:gd name="T7" fmla="*/ 58 h 116"/>
              <a:gd name="T8" fmla="*/ 58 w 116"/>
              <a:gd name="T9" fmla="*/ 116 h 116"/>
              <a:gd name="T10" fmla="*/ 58 w 116"/>
              <a:gd name="T11" fmla="*/ 3 h 116"/>
              <a:gd name="T12" fmla="*/ 4 w 116"/>
              <a:gd name="T13" fmla="*/ 58 h 116"/>
              <a:gd name="T14" fmla="*/ 58 w 116"/>
              <a:gd name="T15" fmla="*/ 112 h 116"/>
              <a:gd name="T16" fmla="*/ 113 w 116"/>
              <a:gd name="T17" fmla="*/ 58 h 116"/>
              <a:gd name="T18" fmla="*/ 58 w 116"/>
              <a:gd name="T19" fmla="*/ 3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58" y="116"/>
                </a:moveTo>
                <a:cubicBezTo>
                  <a:pt x="26" y="116"/>
                  <a:pt x="0" y="90"/>
                  <a:pt x="0" y="58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8"/>
                </a:cubicBezTo>
                <a:cubicBezTo>
                  <a:pt x="116" y="90"/>
                  <a:pt x="90" y="116"/>
                  <a:pt x="58" y="116"/>
                </a:cubicBezTo>
                <a:close/>
                <a:moveTo>
                  <a:pt x="58" y="3"/>
                </a:moveTo>
                <a:cubicBezTo>
                  <a:pt x="28" y="3"/>
                  <a:pt x="4" y="28"/>
                  <a:pt x="4" y="58"/>
                </a:cubicBezTo>
                <a:cubicBezTo>
                  <a:pt x="4" y="88"/>
                  <a:pt x="28" y="112"/>
                  <a:pt x="58" y="112"/>
                </a:cubicBezTo>
                <a:cubicBezTo>
                  <a:pt x="88" y="112"/>
                  <a:pt x="113" y="88"/>
                  <a:pt x="113" y="58"/>
                </a:cubicBezTo>
                <a:cubicBezTo>
                  <a:pt x="113" y="28"/>
                  <a:pt x="88" y="3"/>
                  <a:pt x="58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" name="Freeform 234"/>
          <p:cNvSpPr>
            <a:spLocks/>
          </p:cNvSpPr>
          <p:nvPr/>
        </p:nvSpPr>
        <p:spPr bwMode="auto">
          <a:xfrm>
            <a:off x="4433888" y="3749676"/>
            <a:ext cx="123825" cy="296863"/>
          </a:xfrm>
          <a:custGeom>
            <a:avLst/>
            <a:gdLst>
              <a:gd name="T0" fmla="*/ 27 w 78"/>
              <a:gd name="T1" fmla="*/ 54 h 187"/>
              <a:gd name="T2" fmla="*/ 43 w 78"/>
              <a:gd name="T3" fmla="*/ 40 h 187"/>
              <a:gd name="T4" fmla="*/ 43 w 78"/>
              <a:gd name="T5" fmla="*/ 78 h 187"/>
              <a:gd name="T6" fmla="*/ 0 w 78"/>
              <a:gd name="T7" fmla="*/ 120 h 187"/>
              <a:gd name="T8" fmla="*/ 0 w 78"/>
              <a:gd name="T9" fmla="*/ 187 h 187"/>
              <a:gd name="T10" fmla="*/ 19 w 78"/>
              <a:gd name="T11" fmla="*/ 187 h 187"/>
              <a:gd name="T12" fmla="*/ 19 w 78"/>
              <a:gd name="T13" fmla="*/ 128 h 187"/>
              <a:gd name="T14" fmla="*/ 43 w 78"/>
              <a:gd name="T15" fmla="*/ 104 h 187"/>
              <a:gd name="T16" fmla="*/ 43 w 78"/>
              <a:gd name="T17" fmla="*/ 187 h 187"/>
              <a:gd name="T18" fmla="*/ 62 w 78"/>
              <a:gd name="T19" fmla="*/ 187 h 187"/>
              <a:gd name="T20" fmla="*/ 62 w 78"/>
              <a:gd name="T21" fmla="*/ 40 h 187"/>
              <a:gd name="T22" fmla="*/ 78 w 78"/>
              <a:gd name="T23" fmla="*/ 54 h 187"/>
              <a:gd name="T24" fmla="*/ 51 w 78"/>
              <a:gd name="T25" fmla="*/ 0 h 187"/>
              <a:gd name="T26" fmla="*/ 27 w 78"/>
              <a:gd name="T27" fmla="*/ 54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187">
                <a:moveTo>
                  <a:pt x="27" y="54"/>
                </a:moveTo>
                <a:lnTo>
                  <a:pt x="43" y="40"/>
                </a:lnTo>
                <a:lnTo>
                  <a:pt x="43" y="78"/>
                </a:lnTo>
                <a:lnTo>
                  <a:pt x="0" y="120"/>
                </a:lnTo>
                <a:lnTo>
                  <a:pt x="0" y="187"/>
                </a:lnTo>
                <a:lnTo>
                  <a:pt x="19" y="187"/>
                </a:lnTo>
                <a:lnTo>
                  <a:pt x="19" y="128"/>
                </a:lnTo>
                <a:lnTo>
                  <a:pt x="43" y="104"/>
                </a:lnTo>
                <a:lnTo>
                  <a:pt x="43" y="187"/>
                </a:lnTo>
                <a:lnTo>
                  <a:pt x="62" y="187"/>
                </a:lnTo>
                <a:lnTo>
                  <a:pt x="62" y="40"/>
                </a:lnTo>
                <a:lnTo>
                  <a:pt x="78" y="54"/>
                </a:lnTo>
                <a:lnTo>
                  <a:pt x="51" y="0"/>
                </a:lnTo>
                <a:lnTo>
                  <a:pt x="27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" name="Freeform 235"/>
          <p:cNvSpPr>
            <a:spLocks/>
          </p:cNvSpPr>
          <p:nvPr/>
        </p:nvSpPr>
        <p:spPr bwMode="auto">
          <a:xfrm>
            <a:off x="4595813" y="3749676"/>
            <a:ext cx="76200" cy="296863"/>
          </a:xfrm>
          <a:custGeom>
            <a:avLst/>
            <a:gdLst>
              <a:gd name="T0" fmla="*/ 24 w 48"/>
              <a:gd name="T1" fmla="*/ 0 h 187"/>
              <a:gd name="T2" fmla="*/ 0 w 48"/>
              <a:gd name="T3" fmla="*/ 54 h 187"/>
              <a:gd name="T4" fmla="*/ 16 w 48"/>
              <a:gd name="T5" fmla="*/ 40 h 187"/>
              <a:gd name="T6" fmla="*/ 16 w 48"/>
              <a:gd name="T7" fmla="*/ 187 h 187"/>
              <a:gd name="T8" fmla="*/ 32 w 48"/>
              <a:gd name="T9" fmla="*/ 187 h 187"/>
              <a:gd name="T10" fmla="*/ 32 w 48"/>
              <a:gd name="T11" fmla="*/ 40 h 187"/>
              <a:gd name="T12" fmla="*/ 48 w 48"/>
              <a:gd name="T13" fmla="*/ 54 h 187"/>
              <a:gd name="T14" fmla="*/ 24 w 48"/>
              <a:gd name="T15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187">
                <a:moveTo>
                  <a:pt x="24" y="0"/>
                </a:moveTo>
                <a:lnTo>
                  <a:pt x="0" y="54"/>
                </a:lnTo>
                <a:lnTo>
                  <a:pt x="16" y="40"/>
                </a:lnTo>
                <a:lnTo>
                  <a:pt x="16" y="187"/>
                </a:lnTo>
                <a:lnTo>
                  <a:pt x="32" y="187"/>
                </a:lnTo>
                <a:lnTo>
                  <a:pt x="32" y="40"/>
                </a:lnTo>
                <a:lnTo>
                  <a:pt x="48" y="54"/>
                </a:lnTo>
                <a:lnTo>
                  <a:pt x="2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" name="Freeform 236"/>
          <p:cNvSpPr>
            <a:spLocks noEditPoints="1"/>
          </p:cNvSpPr>
          <p:nvPr/>
        </p:nvSpPr>
        <p:spPr bwMode="auto">
          <a:xfrm>
            <a:off x="5103813" y="3651251"/>
            <a:ext cx="488950" cy="493713"/>
          </a:xfrm>
          <a:custGeom>
            <a:avLst/>
            <a:gdLst>
              <a:gd name="T0" fmla="*/ 0 w 115"/>
              <a:gd name="T1" fmla="*/ 58 h 116"/>
              <a:gd name="T2" fmla="*/ 58 w 115"/>
              <a:gd name="T3" fmla="*/ 0 h 116"/>
              <a:gd name="T4" fmla="*/ 115 w 115"/>
              <a:gd name="T5" fmla="*/ 58 h 116"/>
              <a:gd name="T6" fmla="*/ 58 w 115"/>
              <a:gd name="T7" fmla="*/ 116 h 116"/>
              <a:gd name="T8" fmla="*/ 0 w 115"/>
              <a:gd name="T9" fmla="*/ 58 h 116"/>
              <a:gd name="T10" fmla="*/ 3 w 115"/>
              <a:gd name="T11" fmla="*/ 58 h 116"/>
              <a:gd name="T12" fmla="*/ 58 w 115"/>
              <a:gd name="T13" fmla="*/ 112 h 116"/>
              <a:gd name="T14" fmla="*/ 112 w 115"/>
              <a:gd name="T15" fmla="*/ 58 h 116"/>
              <a:gd name="T16" fmla="*/ 58 w 115"/>
              <a:gd name="T17" fmla="*/ 3 h 116"/>
              <a:gd name="T18" fmla="*/ 3 w 115"/>
              <a:gd name="T19" fmla="*/ 5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5" h="116">
                <a:moveTo>
                  <a:pt x="0" y="58"/>
                </a:move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5" y="26"/>
                  <a:pt x="115" y="58"/>
                </a:cubicBezTo>
                <a:cubicBezTo>
                  <a:pt x="115" y="90"/>
                  <a:pt x="90" y="116"/>
                  <a:pt x="58" y="116"/>
                </a:cubicBezTo>
                <a:cubicBezTo>
                  <a:pt x="26" y="116"/>
                  <a:pt x="0" y="90"/>
                  <a:pt x="0" y="58"/>
                </a:cubicBezTo>
                <a:close/>
                <a:moveTo>
                  <a:pt x="3" y="58"/>
                </a:moveTo>
                <a:cubicBezTo>
                  <a:pt x="3" y="88"/>
                  <a:pt x="28" y="112"/>
                  <a:pt x="58" y="112"/>
                </a:cubicBezTo>
                <a:cubicBezTo>
                  <a:pt x="88" y="112"/>
                  <a:pt x="112" y="88"/>
                  <a:pt x="112" y="58"/>
                </a:cubicBezTo>
                <a:cubicBezTo>
                  <a:pt x="112" y="28"/>
                  <a:pt x="88" y="3"/>
                  <a:pt x="58" y="3"/>
                </a:cubicBezTo>
                <a:cubicBezTo>
                  <a:pt x="28" y="3"/>
                  <a:pt x="3" y="28"/>
                  <a:pt x="3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" name="Freeform 237"/>
          <p:cNvSpPr>
            <a:spLocks/>
          </p:cNvSpPr>
          <p:nvPr/>
        </p:nvSpPr>
        <p:spPr bwMode="auto">
          <a:xfrm>
            <a:off x="5349875" y="3749676"/>
            <a:ext cx="119063" cy="296863"/>
          </a:xfrm>
          <a:custGeom>
            <a:avLst/>
            <a:gdLst>
              <a:gd name="T0" fmla="*/ 51 w 75"/>
              <a:gd name="T1" fmla="*/ 54 h 187"/>
              <a:gd name="T2" fmla="*/ 35 w 75"/>
              <a:gd name="T3" fmla="*/ 40 h 187"/>
              <a:gd name="T4" fmla="*/ 35 w 75"/>
              <a:gd name="T5" fmla="*/ 78 h 187"/>
              <a:gd name="T6" fmla="*/ 75 w 75"/>
              <a:gd name="T7" fmla="*/ 120 h 187"/>
              <a:gd name="T8" fmla="*/ 75 w 75"/>
              <a:gd name="T9" fmla="*/ 187 h 187"/>
              <a:gd name="T10" fmla="*/ 59 w 75"/>
              <a:gd name="T11" fmla="*/ 187 h 187"/>
              <a:gd name="T12" fmla="*/ 59 w 75"/>
              <a:gd name="T13" fmla="*/ 128 h 187"/>
              <a:gd name="T14" fmla="*/ 35 w 75"/>
              <a:gd name="T15" fmla="*/ 104 h 187"/>
              <a:gd name="T16" fmla="*/ 35 w 75"/>
              <a:gd name="T17" fmla="*/ 187 h 187"/>
              <a:gd name="T18" fmla="*/ 16 w 75"/>
              <a:gd name="T19" fmla="*/ 187 h 187"/>
              <a:gd name="T20" fmla="*/ 16 w 75"/>
              <a:gd name="T21" fmla="*/ 40 h 187"/>
              <a:gd name="T22" fmla="*/ 0 w 75"/>
              <a:gd name="T23" fmla="*/ 54 h 187"/>
              <a:gd name="T24" fmla="*/ 24 w 75"/>
              <a:gd name="T25" fmla="*/ 0 h 187"/>
              <a:gd name="T26" fmla="*/ 51 w 75"/>
              <a:gd name="T27" fmla="*/ 54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5" h="187">
                <a:moveTo>
                  <a:pt x="51" y="54"/>
                </a:moveTo>
                <a:lnTo>
                  <a:pt x="35" y="40"/>
                </a:lnTo>
                <a:lnTo>
                  <a:pt x="35" y="78"/>
                </a:lnTo>
                <a:lnTo>
                  <a:pt x="75" y="120"/>
                </a:lnTo>
                <a:lnTo>
                  <a:pt x="75" y="187"/>
                </a:lnTo>
                <a:lnTo>
                  <a:pt x="59" y="187"/>
                </a:lnTo>
                <a:lnTo>
                  <a:pt x="59" y="128"/>
                </a:lnTo>
                <a:lnTo>
                  <a:pt x="35" y="104"/>
                </a:lnTo>
                <a:lnTo>
                  <a:pt x="35" y="187"/>
                </a:lnTo>
                <a:lnTo>
                  <a:pt x="16" y="187"/>
                </a:lnTo>
                <a:lnTo>
                  <a:pt x="16" y="40"/>
                </a:lnTo>
                <a:lnTo>
                  <a:pt x="0" y="54"/>
                </a:lnTo>
                <a:lnTo>
                  <a:pt x="24" y="0"/>
                </a:lnTo>
                <a:lnTo>
                  <a:pt x="51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" name="Freeform 238"/>
          <p:cNvSpPr>
            <a:spLocks/>
          </p:cNvSpPr>
          <p:nvPr/>
        </p:nvSpPr>
        <p:spPr bwMode="auto">
          <a:xfrm>
            <a:off x="5232400" y="3749676"/>
            <a:ext cx="79375" cy="296863"/>
          </a:xfrm>
          <a:custGeom>
            <a:avLst/>
            <a:gdLst>
              <a:gd name="T0" fmla="*/ 26 w 50"/>
              <a:gd name="T1" fmla="*/ 0 h 187"/>
              <a:gd name="T2" fmla="*/ 50 w 50"/>
              <a:gd name="T3" fmla="*/ 54 h 187"/>
              <a:gd name="T4" fmla="*/ 34 w 50"/>
              <a:gd name="T5" fmla="*/ 40 h 187"/>
              <a:gd name="T6" fmla="*/ 34 w 50"/>
              <a:gd name="T7" fmla="*/ 187 h 187"/>
              <a:gd name="T8" fmla="*/ 16 w 50"/>
              <a:gd name="T9" fmla="*/ 187 h 187"/>
              <a:gd name="T10" fmla="*/ 16 w 50"/>
              <a:gd name="T11" fmla="*/ 40 h 187"/>
              <a:gd name="T12" fmla="*/ 0 w 50"/>
              <a:gd name="T13" fmla="*/ 54 h 187"/>
              <a:gd name="T14" fmla="*/ 26 w 50"/>
              <a:gd name="T15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" h="187">
                <a:moveTo>
                  <a:pt x="26" y="0"/>
                </a:moveTo>
                <a:lnTo>
                  <a:pt x="50" y="54"/>
                </a:lnTo>
                <a:lnTo>
                  <a:pt x="34" y="40"/>
                </a:lnTo>
                <a:lnTo>
                  <a:pt x="34" y="187"/>
                </a:lnTo>
                <a:lnTo>
                  <a:pt x="16" y="187"/>
                </a:lnTo>
                <a:lnTo>
                  <a:pt x="16" y="40"/>
                </a:lnTo>
                <a:lnTo>
                  <a:pt x="0" y="54"/>
                </a:lnTo>
                <a:lnTo>
                  <a:pt x="2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" name="Freeform 239"/>
          <p:cNvSpPr>
            <a:spLocks noEditPoints="1"/>
          </p:cNvSpPr>
          <p:nvPr/>
        </p:nvSpPr>
        <p:spPr bwMode="auto">
          <a:xfrm>
            <a:off x="5842000" y="3651251"/>
            <a:ext cx="492125" cy="493713"/>
          </a:xfrm>
          <a:custGeom>
            <a:avLst/>
            <a:gdLst>
              <a:gd name="T0" fmla="*/ 58 w 116"/>
              <a:gd name="T1" fmla="*/ 0 h 116"/>
              <a:gd name="T2" fmla="*/ 0 w 116"/>
              <a:gd name="T3" fmla="*/ 58 h 116"/>
              <a:gd name="T4" fmla="*/ 58 w 116"/>
              <a:gd name="T5" fmla="*/ 116 h 116"/>
              <a:gd name="T6" fmla="*/ 116 w 116"/>
              <a:gd name="T7" fmla="*/ 58 h 116"/>
              <a:gd name="T8" fmla="*/ 58 w 116"/>
              <a:gd name="T9" fmla="*/ 0 h 116"/>
              <a:gd name="T10" fmla="*/ 58 w 116"/>
              <a:gd name="T11" fmla="*/ 112 h 116"/>
              <a:gd name="T12" fmla="*/ 3 w 116"/>
              <a:gd name="T13" fmla="*/ 58 h 116"/>
              <a:gd name="T14" fmla="*/ 58 w 116"/>
              <a:gd name="T15" fmla="*/ 3 h 116"/>
              <a:gd name="T16" fmla="*/ 112 w 116"/>
              <a:gd name="T17" fmla="*/ 58 h 116"/>
              <a:gd name="T18" fmla="*/ 58 w 116"/>
              <a:gd name="T19" fmla="*/ 11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8" y="112"/>
                </a:moveTo>
                <a:cubicBezTo>
                  <a:pt x="28" y="112"/>
                  <a:pt x="3" y="88"/>
                  <a:pt x="3" y="58"/>
                </a:cubicBezTo>
                <a:cubicBezTo>
                  <a:pt x="3" y="28"/>
                  <a:pt x="28" y="3"/>
                  <a:pt x="58" y="3"/>
                </a:cubicBezTo>
                <a:cubicBezTo>
                  <a:pt x="88" y="3"/>
                  <a:pt x="112" y="28"/>
                  <a:pt x="112" y="58"/>
                </a:cubicBezTo>
                <a:cubicBezTo>
                  <a:pt x="112" y="88"/>
                  <a:pt x="88" y="112"/>
                  <a:pt x="58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" name="Freeform 240"/>
          <p:cNvSpPr>
            <a:spLocks noEditPoints="1"/>
          </p:cNvSpPr>
          <p:nvPr/>
        </p:nvSpPr>
        <p:spPr bwMode="auto">
          <a:xfrm>
            <a:off x="6011863" y="3719514"/>
            <a:ext cx="187325" cy="339725"/>
          </a:xfrm>
          <a:custGeom>
            <a:avLst/>
            <a:gdLst>
              <a:gd name="T0" fmla="*/ 44 w 44"/>
              <a:gd name="T1" fmla="*/ 37 h 80"/>
              <a:gd name="T2" fmla="*/ 38 w 44"/>
              <a:gd name="T3" fmla="*/ 31 h 80"/>
              <a:gd name="T4" fmla="*/ 34 w 44"/>
              <a:gd name="T5" fmla="*/ 32 h 80"/>
              <a:gd name="T6" fmla="*/ 17 w 44"/>
              <a:gd name="T7" fmla="*/ 22 h 80"/>
              <a:gd name="T8" fmla="*/ 17 w 44"/>
              <a:gd name="T9" fmla="*/ 15 h 80"/>
              <a:gd name="T10" fmla="*/ 23 w 44"/>
              <a:gd name="T11" fmla="*/ 20 h 80"/>
              <a:gd name="T12" fmla="*/ 14 w 44"/>
              <a:gd name="T13" fmla="*/ 0 h 80"/>
              <a:gd name="T14" fmla="*/ 4 w 44"/>
              <a:gd name="T15" fmla="*/ 20 h 80"/>
              <a:gd name="T16" fmla="*/ 10 w 44"/>
              <a:gd name="T17" fmla="*/ 15 h 80"/>
              <a:gd name="T18" fmla="*/ 10 w 44"/>
              <a:gd name="T19" fmla="*/ 35 h 80"/>
              <a:gd name="T20" fmla="*/ 0 w 44"/>
              <a:gd name="T21" fmla="*/ 48 h 80"/>
              <a:gd name="T22" fmla="*/ 10 w 44"/>
              <a:gd name="T23" fmla="*/ 61 h 80"/>
              <a:gd name="T24" fmla="*/ 10 w 44"/>
              <a:gd name="T25" fmla="*/ 80 h 80"/>
              <a:gd name="T26" fmla="*/ 17 w 44"/>
              <a:gd name="T27" fmla="*/ 80 h 80"/>
              <a:gd name="T28" fmla="*/ 17 w 44"/>
              <a:gd name="T29" fmla="*/ 77 h 80"/>
              <a:gd name="T30" fmla="*/ 35 w 44"/>
              <a:gd name="T31" fmla="*/ 66 h 80"/>
              <a:gd name="T32" fmla="*/ 38 w 44"/>
              <a:gd name="T33" fmla="*/ 67 h 80"/>
              <a:gd name="T34" fmla="*/ 44 w 44"/>
              <a:gd name="T35" fmla="*/ 60 h 80"/>
              <a:gd name="T36" fmla="*/ 41 w 44"/>
              <a:gd name="T37" fmla="*/ 55 h 80"/>
              <a:gd name="T38" fmla="*/ 41 w 44"/>
              <a:gd name="T39" fmla="*/ 43 h 80"/>
              <a:gd name="T40" fmla="*/ 44 w 44"/>
              <a:gd name="T41" fmla="*/ 37 h 80"/>
              <a:gd name="T42" fmla="*/ 13 w 44"/>
              <a:gd name="T43" fmla="*/ 38 h 80"/>
              <a:gd name="T44" fmla="*/ 22 w 44"/>
              <a:gd name="T45" fmla="*/ 45 h 80"/>
              <a:gd name="T46" fmla="*/ 4 w 44"/>
              <a:gd name="T47" fmla="*/ 45 h 80"/>
              <a:gd name="T48" fmla="*/ 13 w 44"/>
              <a:gd name="T49" fmla="*/ 38 h 80"/>
              <a:gd name="T50" fmla="*/ 4 w 44"/>
              <a:gd name="T51" fmla="*/ 50 h 80"/>
              <a:gd name="T52" fmla="*/ 22 w 44"/>
              <a:gd name="T53" fmla="*/ 50 h 80"/>
              <a:gd name="T54" fmla="*/ 13 w 44"/>
              <a:gd name="T55" fmla="*/ 58 h 80"/>
              <a:gd name="T56" fmla="*/ 4 w 44"/>
              <a:gd name="T57" fmla="*/ 50 h 80"/>
              <a:gd name="T58" fmla="*/ 34 w 44"/>
              <a:gd name="T59" fmla="*/ 56 h 80"/>
              <a:gd name="T60" fmla="*/ 32 w 44"/>
              <a:gd name="T61" fmla="*/ 60 h 80"/>
              <a:gd name="T62" fmla="*/ 17 w 44"/>
              <a:gd name="T63" fmla="*/ 69 h 80"/>
              <a:gd name="T64" fmla="*/ 17 w 44"/>
              <a:gd name="T65" fmla="*/ 60 h 80"/>
              <a:gd name="T66" fmla="*/ 26 w 44"/>
              <a:gd name="T67" fmla="*/ 48 h 80"/>
              <a:gd name="T68" fmla="*/ 17 w 44"/>
              <a:gd name="T69" fmla="*/ 35 h 80"/>
              <a:gd name="T70" fmla="*/ 17 w 44"/>
              <a:gd name="T71" fmla="*/ 30 h 80"/>
              <a:gd name="T72" fmla="*/ 32 w 44"/>
              <a:gd name="T73" fmla="*/ 39 h 80"/>
              <a:gd name="T74" fmla="*/ 34 w 44"/>
              <a:gd name="T75" fmla="*/ 42 h 80"/>
              <a:gd name="T76" fmla="*/ 34 w 44"/>
              <a:gd name="T77" fmla="*/ 5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" h="80">
                <a:moveTo>
                  <a:pt x="44" y="37"/>
                </a:moveTo>
                <a:cubicBezTo>
                  <a:pt x="44" y="34"/>
                  <a:pt x="41" y="31"/>
                  <a:pt x="38" y="31"/>
                </a:cubicBezTo>
                <a:cubicBezTo>
                  <a:pt x="37" y="31"/>
                  <a:pt x="35" y="31"/>
                  <a:pt x="34" y="3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15"/>
                  <a:pt x="17" y="15"/>
                  <a:pt x="17" y="15"/>
                </a:cubicBezTo>
                <a:cubicBezTo>
                  <a:pt x="23" y="20"/>
                  <a:pt x="23" y="20"/>
                  <a:pt x="23" y="20"/>
                </a:cubicBezTo>
                <a:cubicBezTo>
                  <a:pt x="14" y="0"/>
                  <a:pt x="14" y="0"/>
                  <a:pt x="14" y="0"/>
                </a:cubicBezTo>
                <a:cubicBezTo>
                  <a:pt x="4" y="20"/>
                  <a:pt x="4" y="20"/>
                  <a:pt x="4" y="20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35"/>
                  <a:pt x="10" y="35"/>
                  <a:pt x="10" y="35"/>
                </a:cubicBezTo>
                <a:cubicBezTo>
                  <a:pt x="4" y="36"/>
                  <a:pt x="0" y="42"/>
                  <a:pt x="0" y="48"/>
                </a:cubicBezTo>
                <a:cubicBezTo>
                  <a:pt x="0" y="54"/>
                  <a:pt x="4" y="60"/>
                  <a:pt x="10" y="61"/>
                </a:cubicBezTo>
                <a:cubicBezTo>
                  <a:pt x="10" y="80"/>
                  <a:pt x="10" y="80"/>
                  <a:pt x="10" y="80"/>
                </a:cubicBezTo>
                <a:cubicBezTo>
                  <a:pt x="17" y="80"/>
                  <a:pt x="17" y="80"/>
                  <a:pt x="17" y="80"/>
                </a:cubicBezTo>
                <a:cubicBezTo>
                  <a:pt x="17" y="77"/>
                  <a:pt x="17" y="77"/>
                  <a:pt x="17" y="77"/>
                </a:cubicBezTo>
                <a:cubicBezTo>
                  <a:pt x="35" y="66"/>
                  <a:pt x="35" y="66"/>
                  <a:pt x="35" y="66"/>
                </a:cubicBezTo>
                <a:cubicBezTo>
                  <a:pt x="36" y="66"/>
                  <a:pt x="37" y="67"/>
                  <a:pt x="38" y="67"/>
                </a:cubicBezTo>
                <a:cubicBezTo>
                  <a:pt x="41" y="67"/>
                  <a:pt x="44" y="64"/>
                  <a:pt x="44" y="60"/>
                </a:cubicBezTo>
                <a:cubicBezTo>
                  <a:pt x="44" y="58"/>
                  <a:pt x="43" y="56"/>
                  <a:pt x="41" y="55"/>
                </a:cubicBezTo>
                <a:cubicBezTo>
                  <a:pt x="41" y="43"/>
                  <a:pt x="41" y="43"/>
                  <a:pt x="41" y="43"/>
                </a:cubicBezTo>
                <a:cubicBezTo>
                  <a:pt x="43" y="42"/>
                  <a:pt x="44" y="39"/>
                  <a:pt x="44" y="37"/>
                </a:cubicBezTo>
                <a:close/>
                <a:moveTo>
                  <a:pt x="13" y="38"/>
                </a:moveTo>
                <a:cubicBezTo>
                  <a:pt x="17" y="38"/>
                  <a:pt x="21" y="41"/>
                  <a:pt x="22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5" y="41"/>
                  <a:pt x="8" y="38"/>
                  <a:pt x="13" y="38"/>
                </a:cubicBezTo>
                <a:close/>
                <a:moveTo>
                  <a:pt x="4" y="50"/>
                </a:moveTo>
                <a:cubicBezTo>
                  <a:pt x="22" y="50"/>
                  <a:pt x="22" y="50"/>
                  <a:pt x="22" y="50"/>
                </a:cubicBezTo>
                <a:cubicBezTo>
                  <a:pt x="21" y="55"/>
                  <a:pt x="17" y="58"/>
                  <a:pt x="13" y="58"/>
                </a:cubicBezTo>
                <a:cubicBezTo>
                  <a:pt x="8" y="58"/>
                  <a:pt x="5" y="55"/>
                  <a:pt x="4" y="50"/>
                </a:cubicBezTo>
                <a:close/>
                <a:moveTo>
                  <a:pt x="34" y="56"/>
                </a:moveTo>
                <a:cubicBezTo>
                  <a:pt x="33" y="57"/>
                  <a:pt x="32" y="58"/>
                  <a:pt x="32" y="60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0"/>
                  <a:pt x="17" y="60"/>
                  <a:pt x="17" y="60"/>
                </a:cubicBezTo>
                <a:cubicBezTo>
                  <a:pt x="22" y="59"/>
                  <a:pt x="26" y="54"/>
                  <a:pt x="26" y="48"/>
                </a:cubicBezTo>
                <a:cubicBezTo>
                  <a:pt x="26" y="42"/>
                  <a:pt x="22" y="37"/>
                  <a:pt x="17" y="35"/>
                </a:cubicBezTo>
                <a:cubicBezTo>
                  <a:pt x="17" y="30"/>
                  <a:pt x="17" y="30"/>
                  <a:pt x="17" y="30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40"/>
                  <a:pt x="33" y="41"/>
                  <a:pt x="34" y="42"/>
                </a:cubicBezTo>
                <a:lnTo>
                  <a:pt x="34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" name="Freeform 241"/>
          <p:cNvSpPr>
            <a:spLocks noEditPoints="1"/>
          </p:cNvSpPr>
          <p:nvPr/>
        </p:nvSpPr>
        <p:spPr bwMode="auto">
          <a:xfrm>
            <a:off x="7083425" y="4210051"/>
            <a:ext cx="488950" cy="493713"/>
          </a:xfrm>
          <a:custGeom>
            <a:avLst/>
            <a:gdLst>
              <a:gd name="T0" fmla="*/ 57 w 115"/>
              <a:gd name="T1" fmla="*/ 0 h 116"/>
              <a:gd name="T2" fmla="*/ 0 w 115"/>
              <a:gd name="T3" fmla="*/ 58 h 116"/>
              <a:gd name="T4" fmla="*/ 57 w 115"/>
              <a:gd name="T5" fmla="*/ 116 h 116"/>
              <a:gd name="T6" fmla="*/ 115 w 115"/>
              <a:gd name="T7" fmla="*/ 58 h 116"/>
              <a:gd name="T8" fmla="*/ 57 w 115"/>
              <a:gd name="T9" fmla="*/ 0 h 116"/>
              <a:gd name="T10" fmla="*/ 57 w 115"/>
              <a:gd name="T11" fmla="*/ 112 h 116"/>
              <a:gd name="T12" fmla="*/ 3 w 115"/>
              <a:gd name="T13" fmla="*/ 58 h 116"/>
              <a:gd name="T14" fmla="*/ 57 w 115"/>
              <a:gd name="T15" fmla="*/ 3 h 116"/>
              <a:gd name="T16" fmla="*/ 112 w 115"/>
              <a:gd name="T17" fmla="*/ 58 h 116"/>
              <a:gd name="T18" fmla="*/ 57 w 115"/>
              <a:gd name="T19" fmla="*/ 11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5" h="116">
                <a:moveTo>
                  <a:pt x="57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7" y="116"/>
                </a:cubicBezTo>
                <a:cubicBezTo>
                  <a:pt x="89" y="116"/>
                  <a:pt x="115" y="90"/>
                  <a:pt x="115" y="58"/>
                </a:cubicBezTo>
                <a:cubicBezTo>
                  <a:pt x="115" y="26"/>
                  <a:pt x="89" y="0"/>
                  <a:pt x="57" y="0"/>
                </a:cubicBezTo>
                <a:close/>
                <a:moveTo>
                  <a:pt x="57" y="112"/>
                </a:moveTo>
                <a:cubicBezTo>
                  <a:pt x="27" y="112"/>
                  <a:pt x="3" y="88"/>
                  <a:pt x="3" y="58"/>
                </a:cubicBezTo>
                <a:cubicBezTo>
                  <a:pt x="3" y="28"/>
                  <a:pt x="27" y="3"/>
                  <a:pt x="57" y="3"/>
                </a:cubicBezTo>
                <a:cubicBezTo>
                  <a:pt x="88" y="3"/>
                  <a:pt x="112" y="28"/>
                  <a:pt x="112" y="58"/>
                </a:cubicBezTo>
                <a:cubicBezTo>
                  <a:pt x="112" y="88"/>
                  <a:pt x="88" y="112"/>
                  <a:pt x="57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" name="Freeform 242"/>
          <p:cNvSpPr>
            <a:spLocks/>
          </p:cNvSpPr>
          <p:nvPr/>
        </p:nvSpPr>
        <p:spPr bwMode="auto">
          <a:xfrm>
            <a:off x="6767513" y="3729039"/>
            <a:ext cx="130175" cy="330200"/>
          </a:xfrm>
          <a:custGeom>
            <a:avLst/>
            <a:gdLst>
              <a:gd name="T0" fmla="*/ 37 w 82"/>
              <a:gd name="T1" fmla="*/ 45 h 208"/>
              <a:gd name="T2" fmla="*/ 53 w 82"/>
              <a:gd name="T3" fmla="*/ 61 h 208"/>
              <a:gd name="T4" fmla="*/ 26 w 82"/>
              <a:gd name="T5" fmla="*/ 0 h 208"/>
              <a:gd name="T6" fmla="*/ 0 w 82"/>
              <a:gd name="T7" fmla="*/ 61 h 208"/>
              <a:gd name="T8" fmla="*/ 16 w 82"/>
              <a:gd name="T9" fmla="*/ 45 h 208"/>
              <a:gd name="T10" fmla="*/ 16 w 82"/>
              <a:gd name="T11" fmla="*/ 208 h 208"/>
              <a:gd name="T12" fmla="*/ 37 w 82"/>
              <a:gd name="T13" fmla="*/ 208 h 208"/>
              <a:gd name="T14" fmla="*/ 37 w 82"/>
              <a:gd name="T15" fmla="*/ 117 h 208"/>
              <a:gd name="T16" fmla="*/ 64 w 82"/>
              <a:gd name="T17" fmla="*/ 144 h 208"/>
              <a:gd name="T18" fmla="*/ 64 w 82"/>
              <a:gd name="T19" fmla="*/ 208 h 208"/>
              <a:gd name="T20" fmla="*/ 82 w 82"/>
              <a:gd name="T21" fmla="*/ 208 h 208"/>
              <a:gd name="T22" fmla="*/ 82 w 82"/>
              <a:gd name="T23" fmla="*/ 136 h 208"/>
              <a:gd name="T24" fmla="*/ 37 w 82"/>
              <a:gd name="T25" fmla="*/ 88 h 208"/>
              <a:gd name="T26" fmla="*/ 37 w 82"/>
              <a:gd name="T27" fmla="*/ 45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" h="208">
                <a:moveTo>
                  <a:pt x="37" y="45"/>
                </a:moveTo>
                <a:lnTo>
                  <a:pt x="53" y="61"/>
                </a:lnTo>
                <a:lnTo>
                  <a:pt x="26" y="0"/>
                </a:lnTo>
                <a:lnTo>
                  <a:pt x="0" y="61"/>
                </a:lnTo>
                <a:lnTo>
                  <a:pt x="16" y="45"/>
                </a:lnTo>
                <a:lnTo>
                  <a:pt x="16" y="208"/>
                </a:lnTo>
                <a:lnTo>
                  <a:pt x="37" y="208"/>
                </a:lnTo>
                <a:lnTo>
                  <a:pt x="37" y="117"/>
                </a:lnTo>
                <a:lnTo>
                  <a:pt x="64" y="144"/>
                </a:lnTo>
                <a:lnTo>
                  <a:pt x="64" y="208"/>
                </a:lnTo>
                <a:lnTo>
                  <a:pt x="82" y="208"/>
                </a:lnTo>
                <a:lnTo>
                  <a:pt x="82" y="136"/>
                </a:lnTo>
                <a:lnTo>
                  <a:pt x="37" y="88"/>
                </a:lnTo>
                <a:lnTo>
                  <a:pt x="37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" name="Freeform 243"/>
          <p:cNvSpPr>
            <a:spLocks noEditPoints="1"/>
          </p:cNvSpPr>
          <p:nvPr/>
        </p:nvSpPr>
        <p:spPr bwMode="auto">
          <a:xfrm>
            <a:off x="7232650" y="3651251"/>
            <a:ext cx="492125" cy="493713"/>
          </a:xfrm>
          <a:custGeom>
            <a:avLst/>
            <a:gdLst>
              <a:gd name="T0" fmla="*/ 0 w 116"/>
              <a:gd name="T1" fmla="*/ 58 h 116"/>
              <a:gd name="T2" fmla="*/ 58 w 116"/>
              <a:gd name="T3" fmla="*/ 116 h 116"/>
              <a:gd name="T4" fmla="*/ 116 w 116"/>
              <a:gd name="T5" fmla="*/ 58 h 116"/>
              <a:gd name="T6" fmla="*/ 58 w 116"/>
              <a:gd name="T7" fmla="*/ 0 h 116"/>
              <a:gd name="T8" fmla="*/ 0 w 116"/>
              <a:gd name="T9" fmla="*/ 58 h 116"/>
              <a:gd name="T10" fmla="*/ 4 w 116"/>
              <a:gd name="T11" fmla="*/ 58 h 116"/>
              <a:gd name="T12" fmla="*/ 58 w 116"/>
              <a:gd name="T13" fmla="*/ 3 h 116"/>
              <a:gd name="T14" fmla="*/ 113 w 116"/>
              <a:gd name="T15" fmla="*/ 58 h 116"/>
              <a:gd name="T16" fmla="*/ 58 w 116"/>
              <a:gd name="T17" fmla="*/ 112 h 116"/>
              <a:gd name="T18" fmla="*/ 4 w 116"/>
              <a:gd name="T19" fmla="*/ 5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0" y="58"/>
                </a:move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ubicBezTo>
                  <a:pt x="26" y="0"/>
                  <a:pt x="0" y="26"/>
                  <a:pt x="0" y="58"/>
                </a:cubicBezTo>
                <a:close/>
                <a:moveTo>
                  <a:pt x="4" y="58"/>
                </a:moveTo>
                <a:cubicBezTo>
                  <a:pt x="4" y="28"/>
                  <a:pt x="28" y="3"/>
                  <a:pt x="58" y="3"/>
                </a:cubicBezTo>
                <a:cubicBezTo>
                  <a:pt x="88" y="3"/>
                  <a:pt x="113" y="28"/>
                  <a:pt x="113" y="58"/>
                </a:cubicBezTo>
                <a:cubicBezTo>
                  <a:pt x="113" y="88"/>
                  <a:pt x="88" y="112"/>
                  <a:pt x="58" y="112"/>
                </a:cubicBezTo>
                <a:cubicBezTo>
                  <a:pt x="28" y="112"/>
                  <a:pt x="4" y="88"/>
                  <a:pt x="4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" name="Freeform 244"/>
          <p:cNvSpPr>
            <a:spLocks/>
          </p:cNvSpPr>
          <p:nvPr/>
        </p:nvSpPr>
        <p:spPr bwMode="auto">
          <a:xfrm>
            <a:off x="7412038" y="3729039"/>
            <a:ext cx="134938" cy="330200"/>
          </a:xfrm>
          <a:custGeom>
            <a:avLst/>
            <a:gdLst>
              <a:gd name="T0" fmla="*/ 48 w 85"/>
              <a:gd name="T1" fmla="*/ 45 h 208"/>
              <a:gd name="T2" fmla="*/ 29 w 85"/>
              <a:gd name="T3" fmla="*/ 61 h 208"/>
              <a:gd name="T4" fmla="*/ 58 w 85"/>
              <a:gd name="T5" fmla="*/ 0 h 208"/>
              <a:gd name="T6" fmla="*/ 85 w 85"/>
              <a:gd name="T7" fmla="*/ 61 h 208"/>
              <a:gd name="T8" fmla="*/ 66 w 85"/>
              <a:gd name="T9" fmla="*/ 45 h 208"/>
              <a:gd name="T10" fmla="*/ 66 w 85"/>
              <a:gd name="T11" fmla="*/ 208 h 208"/>
              <a:gd name="T12" fmla="*/ 48 w 85"/>
              <a:gd name="T13" fmla="*/ 208 h 208"/>
              <a:gd name="T14" fmla="*/ 48 w 85"/>
              <a:gd name="T15" fmla="*/ 117 h 208"/>
              <a:gd name="T16" fmla="*/ 21 w 85"/>
              <a:gd name="T17" fmla="*/ 144 h 208"/>
              <a:gd name="T18" fmla="*/ 21 w 85"/>
              <a:gd name="T19" fmla="*/ 208 h 208"/>
              <a:gd name="T20" fmla="*/ 0 w 85"/>
              <a:gd name="T21" fmla="*/ 208 h 208"/>
              <a:gd name="T22" fmla="*/ 0 w 85"/>
              <a:gd name="T23" fmla="*/ 136 h 208"/>
              <a:gd name="T24" fmla="*/ 48 w 85"/>
              <a:gd name="T25" fmla="*/ 88 h 208"/>
              <a:gd name="T26" fmla="*/ 48 w 85"/>
              <a:gd name="T27" fmla="*/ 45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5" h="208">
                <a:moveTo>
                  <a:pt x="48" y="45"/>
                </a:moveTo>
                <a:lnTo>
                  <a:pt x="29" y="61"/>
                </a:lnTo>
                <a:lnTo>
                  <a:pt x="58" y="0"/>
                </a:lnTo>
                <a:lnTo>
                  <a:pt x="85" y="61"/>
                </a:lnTo>
                <a:lnTo>
                  <a:pt x="66" y="45"/>
                </a:lnTo>
                <a:lnTo>
                  <a:pt x="66" y="208"/>
                </a:lnTo>
                <a:lnTo>
                  <a:pt x="48" y="208"/>
                </a:lnTo>
                <a:lnTo>
                  <a:pt x="48" y="117"/>
                </a:lnTo>
                <a:lnTo>
                  <a:pt x="21" y="144"/>
                </a:lnTo>
                <a:lnTo>
                  <a:pt x="21" y="208"/>
                </a:lnTo>
                <a:lnTo>
                  <a:pt x="0" y="208"/>
                </a:lnTo>
                <a:lnTo>
                  <a:pt x="0" y="136"/>
                </a:lnTo>
                <a:lnTo>
                  <a:pt x="48" y="88"/>
                </a:lnTo>
                <a:lnTo>
                  <a:pt x="48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" name="Freeform 245"/>
          <p:cNvSpPr>
            <a:spLocks noEditPoints="1"/>
          </p:cNvSpPr>
          <p:nvPr/>
        </p:nvSpPr>
        <p:spPr bwMode="auto">
          <a:xfrm>
            <a:off x="1389063" y="4421189"/>
            <a:ext cx="157163" cy="461963"/>
          </a:xfrm>
          <a:custGeom>
            <a:avLst/>
            <a:gdLst>
              <a:gd name="T0" fmla="*/ 0 w 99"/>
              <a:gd name="T1" fmla="*/ 291 h 291"/>
              <a:gd name="T2" fmla="*/ 99 w 99"/>
              <a:gd name="T3" fmla="*/ 291 h 291"/>
              <a:gd name="T4" fmla="*/ 99 w 99"/>
              <a:gd name="T5" fmla="*/ 0 h 291"/>
              <a:gd name="T6" fmla="*/ 0 w 99"/>
              <a:gd name="T7" fmla="*/ 0 h 291"/>
              <a:gd name="T8" fmla="*/ 0 w 99"/>
              <a:gd name="T9" fmla="*/ 291 h 291"/>
              <a:gd name="T10" fmla="*/ 8 w 99"/>
              <a:gd name="T11" fmla="*/ 10 h 291"/>
              <a:gd name="T12" fmla="*/ 38 w 99"/>
              <a:gd name="T13" fmla="*/ 10 h 291"/>
              <a:gd name="T14" fmla="*/ 88 w 99"/>
              <a:gd name="T15" fmla="*/ 61 h 291"/>
              <a:gd name="T16" fmla="*/ 88 w 99"/>
              <a:gd name="T17" fmla="*/ 109 h 291"/>
              <a:gd name="T18" fmla="*/ 8 w 99"/>
              <a:gd name="T19" fmla="*/ 29 h 291"/>
              <a:gd name="T20" fmla="*/ 8 w 99"/>
              <a:gd name="T21" fmla="*/ 10 h 291"/>
              <a:gd name="T22" fmla="*/ 8 w 99"/>
              <a:gd name="T23" fmla="*/ 93 h 291"/>
              <a:gd name="T24" fmla="*/ 88 w 99"/>
              <a:gd name="T25" fmla="*/ 174 h 291"/>
              <a:gd name="T26" fmla="*/ 88 w 99"/>
              <a:gd name="T27" fmla="*/ 222 h 291"/>
              <a:gd name="T28" fmla="*/ 8 w 99"/>
              <a:gd name="T29" fmla="*/ 142 h 291"/>
              <a:gd name="T30" fmla="*/ 8 w 99"/>
              <a:gd name="T31" fmla="*/ 93 h 291"/>
              <a:gd name="T32" fmla="*/ 8 w 99"/>
              <a:gd name="T33" fmla="*/ 206 h 291"/>
              <a:gd name="T34" fmla="*/ 83 w 99"/>
              <a:gd name="T35" fmla="*/ 281 h 291"/>
              <a:gd name="T36" fmla="*/ 35 w 99"/>
              <a:gd name="T37" fmla="*/ 281 h 291"/>
              <a:gd name="T38" fmla="*/ 8 w 99"/>
              <a:gd name="T39" fmla="*/ 257 h 291"/>
              <a:gd name="T40" fmla="*/ 8 w 99"/>
              <a:gd name="T41" fmla="*/ 206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9" h="291">
                <a:moveTo>
                  <a:pt x="0" y="291"/>
                </a:moveTo>
                <a:lnTo>
                  <a:pt x="99" y="291"/>
                </a:lnTo>
                <a:lnTo>
                  <a:pt x="99" y="0"/>
                </a:lnTo>
                <a:lnTo>
                  <a:pt x="0" y="0"/>
                </a:lnTo>
                <a:lnTo>
                  <a:pt x="0" y="291"/>
                </a:lnTo>
                <a:close/>
                <a:moveTo>
                  <a:pt x="8" y="10"/>
                </a:moveTo>
                <a:lnTo>
                  <a:pt x="38" y="10"/>
                </a:lnTo>
                <a:lnTo>
                  <a:pt x="88" y="61"/>
                </a:lnTo>
                <a:lnTo>
                  <a:pt x="88" y="109"/>
                </a:lnTo>
                <a:lnTo>
                  <a:pt x="8" y="29"/>
                </a:lnTo>
                <a:lnTo>
                  <a:pt x="8" y="10"/>
                </a:lnTo>
                <a:close/>
                <a:moveTo>
                  <a:pt x="8" y="93"/>
                </a:moveTo>
                <a:lnTo>
                  <a:pt x="88" y="174"/>
                </a:lnTo>
                <a:lnTo>
                  <a:pt x="88" y="222"/>
                </a:lnTo>
                <a:lnTo>
                  <a:pt x="8" y="142"/>
                </a:lnTo>
                <a:lnTo>
                  <a:pt x="8" y="93"/>
                </a:lnTo>
                <a:close/>
                <a:moveTo>
                  <a:pt x="8" y="206"/>
                </a:moveTo>
                <a:lnTo>
                  <a:pt x="83" y="281"/>
                </a:lnTo>
                <a:lnTo>
                  <a:pt x="35" y="281"/>
                </a:lnTo>
                <a:lnTo>
                  <a:pt x="8" y="257"/>
                </a:lnTo>
                <a:lnTo>
                  <a:pt x="8" y="2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" name="Freeform 246"/>
          <p:cNvSpPr>
            <a:spLocks noEditPoints="1"/>
          </p:cNvSpPr>
          <p:nvPr/>
        </p:nvSpPr>
        <p:spPr bwMode="auto">
          <a:xfrm>
            <a:off x="1593850" y="4421189"/>
            <a:ext cx="152400" cy="461963"/>
          </a:xfrm>
          <a:custGeom>
            <a:avLst/>
            <a:gdLst>
              <a:gd name="T0" fmla="*/ 0 w 96"/>
              <a:gd name="T1" fmla="*/ 0 h 291"/>
              <a:gd name="T2" fmla="*/ 0 w 96"/>
              <a:gd name="T3" fmla="*/ 291 h 291"/>
              <a:gd name="T4" fmla="*/ 96 w 96"/>
              <a:gd name="T5" fmla="*/ 291 h 291"/>
              <a:gd name="T6" fmla="*/ 96 w 96"/>
              <a:gd name="T7" fmla="*/ 0 h 291"/>
              <a:gd name="T8" fmla="*/ 0 w 96"/>
              <a:gd name="T9" fmla="*/ 0 h 291"/>
              <a:gd name="T10" fmla="*/ 88 w 96"/>
              <a:gd name="T11" fmla="*/ 257 h 291"/>
              <a:gd name="T12" fmla="*/ 61 w 96"/>
              <a:gd name="T13" fmla="*/ 281 h 291"/>
              <a:gd name="T14" fmla="*/ 13 w 96"/>
              <a:gd name="T15" fmla="*/ 281 h 291"/>
              <a:gd name="T16" fmla="*/ 88 w 96"/>
              <a:gd name="T17" fmla="*/ 206 h 291"/>
              <a:gd name="T18" fmla="*/ 88 w 96"/>
              <a:gd name="T19" fmla="*/ 257 h 291"/>
              <a:gd name="T20" fmla="*/ 88 w 96"/>
              <a:gd name="T21" fmla="*/ 142 h 291"/>
              <a:gd name="T22" fmla="*/ 8 w 96"/>
              <a:gd name="T23" fmla="*/ 222 h 291"/>
              <a:gd name="T24" fmla="*/ 8 w 96"/>
              <a:gd name="T25" fmla="*/ 174 h 291"/>
              <a:gd name="T26" fmla="*/ 88 w 96"/>
              <a:gd name="T27" fmla="*/ 93 h 291"/>
              <a:gd name="T28" fmla="*/ 88 w 96"/>
              <a:gd name="T29" fmla="*/ 142 h 291"/>
              <a:gd name="T30" fmla="*/ 88 w 96"/>
              <a:gd name="T31" fmla="*/ 29 h 291"/>
              <a:gd name="T32" fmla="*/ 8 w 96"/>
              <a:gd name="T33" fmla="*/ 109 h 291"/>
              <a:gd name="T34" fmla="*/ 8 w 96"/>
              <a:gd name="T35" fmla="*/ 61 h 291"/>
              <a:gd name="T36" fmla="*/ 61 w 96"/>
              <a:gd name="T37" fmla="*/ 10 h 291"/>
              <a:gd name="T38" fmla="*/ 88 w 96"/>
              <a:gd name="T39" fmla="*/ 10 h 291"/>
              <a:gd name="T40" fmla="*/ 88 w 96"/>
              <a:gd name="T41" fmla="*/ 29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6" h="291">
                <a:moveTo>
                  <a:pt x="0" y="0"/>
                </a:moveTo>
                <a:lnTo>
                  <a:pt x="0" y="291"/>
                </a:lnTo>
                <a:lnTo>
                  <a:pt x="96" y="291"/>
                </a:lnTo>
                <a:lnTo>
                  <a:pt x="96" y="0"/>
                </a:lnTo>
                <a:lnTo>
                  <a:pt x="0" y="0"/>
                </a:lnTo>
                <a:close/>
                <a:moveTo>
                  <a:pt x="88" y="257"/>
                </a:moveTo>
                <a:lnTo>
                  <a:pt x="61" y="281"/>
                </a:lnTo>
                <a:lnTo>
                  <a:pt x="13" y="281"/>
                </a:lnTo>
                <a:lnTo>
                  <a:pt x="88" y="206"/>
                </a:lnTo>
                <a:lnTo>
                  <a:pt x="88" y="257"/>
                </a:lnTo>
                <a:close/>
                <a:moveTo>
                  <a:pt x="88" y="142"/>
                </a:moveTo>
                <a:lnTo>
                  <a:pt x="8" y="222"/>
                </a:lnTo>
                <a:lnTo>
                  <a:pt x="8" y="174"/>
                </a:lnTo>
                <a:lnTo>
                  <a:pt x="88" y="93"/>
                </a:lnTo>
                <a:lnTo>
                  <a:pt x="88" y="142"/>
                </a:lnTo>
                <a:close/>
                <a:moveTo>
                  <a:pt x="88" y="29"/>
                </a:moveTo>
                <a:lnTo>
                  <a:pt x="8" y="109"/>
                </a:lnTo>
                <a:lnTo>
                  <a:pt x="8" y="61"/>
                </a:lnTo>
                <a:lnTo>
                  <a:pt x="61" y="10"/>
                </a:lnTo>
                <a:lnTo>
                  <a:pt x="88" y="10"/>
                </a:lnTo>
                <a:lnTo>
                  <a:pt x="88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" name="Freeform 247"/>
          <p:cNvSpPr>
            <a:spLocks noEditPoints="1"/>
          </p:cNvSpPr>
          <p:nvPr/>
        </p:nvSpPr>
        <p:spPr bwMode="auto">
          <a:xfrm>
            <a:off x="2157413" y="4424364"/>
            <a:ext cx="339725" cy="455613"/>
          </a:xfrm>
          <a:custGeom>
            <a:avLst/>
            <a:gdLst>
              <a:gd name="T0" fmla="*/ 71 w 80"/>
              <a:gd name="T1" fmla="*/ 95 h 107"/>
              <a:gd name="T2" fmla="*/ 69 w 80"/>
              <a:gd name="T3" fmla="*/ 85 h 107"/>
              <a:gd name="T4" fmla="*/ 69 w 80"/>
              <a:gd name="T5" fmla="*/ 85 h 107"/>
              <a:gd name="T6" fmla="*/ 63 w 80"/>
              <a:gd name="T7" fmla="*/ 63 h 107"/>
              <a:gd name="T8" fmla="*/ 63 w 80"/>
              <a:gd name="T9" fmla="*/ 62 h 107"/>
              <a:gd name="T10" fmla="*/ 60 w 80"/>
              <a:gd name="T11" fmla="*/ 53 h 107"/>
              <a:gd name="T12" fmla="*/ 61 w 80"/>
              <a:gd name="T13" fmla="*/ 53 h 107"/>
              <a:gd name="T14" fmla="*/ 55 w 80"/>
              <a:gd name="T15" fmla="*/ 33 h 107"/>
              <a:gd name="T16" fmla="*/ 55 w 80"/>
              <a:gd name="T17" fmla="*/ 32 h 107"/>
              <a:gd name="T18" fmla="*/ 52 w 80"/>
              <a:gd name="T19" fmla="*/ 23 h 107"/>
              <a:gd name="T20" fmla="*/ 53 w 80"/>
              <a:gd name="T21" fmla="*/ 23 h 107"/>
              <a:gd name="T22" fmla="*/ 48 w 80"/>
              <a:gd name="T23" fmla="*/ 5 h 107"/>
              <a:gd name="T24" fmla="*/ 48 w 80"/>
              <a:gd name="T25" fmla="*/ 5 h 107"/>
              <a:gd name="T26" fmla="*/ 39 w 80"/>
              <a:gd name="T27" fmla="*/ 0 h 107"/>
              <a:gd name="T28" fmla="*/ 38 w 80"/>
              <a:gd name="T29" fmla="*/ 0 h 107"/>
              <a:gd name="T30" fmla="*/ 38 w 80"/>
              <a:gd name="T31" fmla="*/ 0 h 107"/>
              <a:gd name="T32" fmla="*/ 30 w 80"/>
              <a:gd name="T33" fmla="*/ 5 h 107"/>
              <a:gd name="T34" fmla="*/ 30 w 80"/>
              <a:gd name="T35" fmla="*/ 5 h 107"/>
              <a:gd name="T36" fmla="*/ 9 w 80"/>
              <a:gd name="T37" fmla="*/ 95 h 107"/>
              <a:gd name="T38" fmla="*/ 0 w 80"/>
              <a:gd name="T39" fmla="*/ 95 h 107"/>
              <a:gd name="T40" fmla="*/ 0 w 80"/>
              <a:gd name="T41" fmla="*/ 107 h 107"/>
              <a:gd name="T42" fmla="*/ 80 w 80"/>
              <a:gd name="T43" fmla="*/ 107 h 107"/>
              <a:gd name="T44" fmla="*/ 80 w 80"/>
              <a:gd name="T45" fmla="*/ 95 h 107"/>
              <a:gd name="T46" fmla="*/ 71 w 80"/>
              <a:gd name="T47" fmla="*/ 95 h 107"/>
              <a:gd name="T48" fmla="*/ 22 w 80"/>
              <a:gd name="T49" fmla="*/ 50 h 107"/>
              <a:gd name="T50" fmla="*/ 26 w 80"/>
              <a:gd name="T51" fmla="*/ 35 h 107"/>
              <a:gd name="T52" fmla="*/ 53 w 80"/>
              <a:gd name="T53" fmla="*/ 35 h 107"/>
              <a:gd name="T54" fmla="*/ 57 w 80"/>
              <a:gd name="T55" fmla="*/ 50 h 107"/>
              <a:gd name="T56" fmla="*/ 22 w 80"/>
              <a:gd name="T57" fmla="*/ 50 h 107"/>
              <a:gd name="T58" fmla="*/ 65 w 80"/>
              <a:gd name="T59" fmla="*/ 82 h 107"/>
              <a:gd name="T60" fmla="*/ 15 w 80"/>
              <a:gd name="T61" fmla="*/ 82 h 107"/>
              <a:gd name="T62" fmla="*/ 19 w 80"/>
              <a:gd name="T63" fmla="*/ 65 h 107"/>
              <a:gd name="T64" fmla="*/ 61 w 80"/>
              <a:gd name="T65" fmla="*/ 65 h 107"/>
              <a:gd name="T66" fmla="*/ 65 w 80"/>
              <a:gd name="T67" fmla="*/ 82 h 107"/>
              <a:gd name="T68" fmla="*/ 39 w 80"/>
              <a:gd name="T69" fmla="*/ 3 h 107"/>
              <a:gd name="T70" fmla="*/ 39 w 80"/>
              <a:gd name="T71" fmla="*/ 3 h 107"/>
              <a:gd name="T72" fmla="*/ 45 w 80"/>
              <a:gd name="T73" fmla="*/ 6 h 107"/>
              <a:gd name="T74" fmla="*/ 49 w 80"/>
              <a:gd name="T75" fmla="*/ 20 h 107"/>
              <a:gd name="T76" fmla="*/ 29 w 80"/>
              <a:gd name="T77" fmla="*/ 20 h 107"/>
              <a:gd name="T78" fmla="*/ 32 w 80"/>
              <a:gd name="T79" fmla="*/ 6 h 107"/>
              <a:gd name="T80" fmla="*/ 39 w 80"/>
              <a:gd name="T81" fmla="*/ 3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0" h="107">
                <a:moveTo>
                  <a:pt x="71" y="95"/>
                </a:moveTo>
                <a:cubicBezTo>
                  <a:pt x="69" y="85"/>
                  <a:pt x="69" y="85"/>
                  <a:pt x="69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3" y="63"/>
                  <a:pt x="63" y="63"/>
                  <a:pt x="63" y="63"/>
                </a:cubicBezTo>
                <a:cubicBezTo>
                  <a:pt x="63" y="62"/>
                  <a:pt x="63" y="62"/>
                  <a:pt x="63" y="62"/>
                </a:cubicBezTo>
                <a:cubicBezTo>
                  <a:pt x="60" y="53"/>
                  <a:pt x="60" y="53"/>
                  <a:pt x="60" y="53"/>
                </a:cubicBezTo>
                <a:cubicBezTo>
                  <a:pt x="61" y="53"/>
                  <a:pt x="61" y="53"/>
                  <a:pt x="61" y="5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2"/>
                  <a:pt x="55" y="32"/>
                  <a:pt x="55" y="32"/>
                </a:cubicBezTo>
                <a:cubicBezTo>
                  <a:pt x="52" y="23"/>
                  <a:pt x="52" y="23"/>
                  <a:pt x="52" y="23"/>
                </a:cubicBezTo>
                <a:cubicBezTo>
                  <a:pt x="53" y="23"/>
                  <a:pt x="53" y="23"/>
                  <a:pt x="53" y="2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4" y="0"/>
                  <a:pt x="3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5" y="0"/>
                  <a:pt x="32" y="2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9" y="95"/>
                  <a:pt x="9" y="95"/>
                  <a:pt x="9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7"/>
                  <a:pt x="0" y="107"/>
                  <a:pt x="0" y="107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80" y="95"/>
                  <a:pt x="80" y="95"/>
                  <a:pt x="80" y="95"/>
                </a:cubicBezTo>
                <a:lnTo>
                  <a:pt x="71" y="95"/>
                </a:lnTo>
                <a:close/>
                <a:moveTo>
                  <a:pt x="22" y="50"/>
                </a:moveTo>
                <a:cubicBezTo>
                  <a:pt x="26" y="35"/>
                  <a:pt x="26" y="35"/>
                  <a:pt x="26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7" y="50"/>
                  <a:pt x="57" y="50"/>
                  <a:pt x="57" y="50"/>
                </a:cubicBezTo>
                <a:lnTo>
                  <a:pt x="22" y="50"/>
                </a:lnTo>
                <a:close/>
                <a:moveTo>
                  <a:pt x="65" y="82"/>
                </a:moveTo>
                <a:cubicBezTo>
                  <a:pt x="15" y="82"/>
                  <a:pt x="15" y="82"/>
                  <a:pt x="15" y="82"/>
                </a:cubicBezTo>
                <a:cubicBezTo>
                  <a:pt x="19" y="65"/>
                  <a:pt x="19" y="65"/>
                  <a:pt x="19" y="65"/>
                </a:cubicBezTo>
                <a:cubicBezTo>
                  <a:pt x="61" y="65"/>
                  <a:pt x="61" y="65"/>
                  <a:pt x="61" y="65"/>
                </a:cubicBezTo>
                <a:lnTo>
                  <a:pt x="65" y="82"/>
                </a:lnTo>
                <a:close/>
                <a:moveTo>
                  <a:pt x="39" y="3"/>
                </a:moveTo>
                <a:cubicBezTo>
                  <a:pt x="39" y="3"/>
                  <a:pt x="39" y="3"/>
                  <a:pt x="39" y="3"/>
                </a:cubicBezTo>
                <a:cubicBezTo>
                  <a:pt x="42" y="3"/>
                  <a:pt x="44" y="6"/>
                  <a:pt x="45" y="6"/>
                </a:cubicBezTo>
                <a:cubicBezTo>
                  <a:pt x="49" y="20"/>
                  <a:pt x="49" y="20"/>
                  <a:pt x="4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2" y="6"/>
                  <a:pt x="32" y="6"/>
                  <a:pt x="32" y="6"/>
                </a:cubicBezTo>
                <a:cubicBezTo>
                  <a:pt x="35" y="4"/>
                  <a:pt x="37" y="3"/>
                  <a:pt x="39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" name="Freeform 248"/>
          <p:cNvSpPr>
            <a:spLocks noEditPoints="1"/>
          </p:cNvSpPr>
          <p:nvPr/>
        </p:nvSpPr>
        <p:spPr bwMode="auto">
          <a:xfrm>
            <a:off x="554038" y="4408489"/>
            <a:ext cx="492125" cy="487363"/>
          </a:xfrm>
          <a:custGeom>
            <a:avLst/>
            <a:gdLst>
              <a:gd name="T0" fmla="*/ 32 w 116"/>
              <a:gd name="T1" fmla="*/ 105 h 115"/>
              <a:gd name="T2" fmla="*/ 4 w 116"/>
              <a:gd name="T3" fmla="*/ 61 h 115"/>
              <a:gd name="T4" fmla="*/ 32 w 116"/>
              <a:gd name="T5" fmla="*/ 61 h 115"/>
              <a:gd name="T6" fmla="*/ 32 w 116"/>
              <a:gd name="T7" fmla="*/ 105 h 115"/>
              <a:gd name="T8" fmla="*/ 4 w 116"/>
              <a:gd name="T9" fmla="*/ 54 h 115"/>
              <a:gd name="T10" fmla="*/ 32 w 116"/>
              <a:gd name="T11" fmla="*/ 10 h 115"/>
              <a:gd name="T12" fmla="*/ 32 w 116"/>
              <a:gd name="T13" fmla="*/ 54 h 115"/>
              <a:gd name="T14" fmla="*/ 4 w 116"/>
              <a:gd name="T15" fmla="*/ 54 h 115"/>
              <a:gd name="T16" fmla="*/ 38 w 116"/>
              <a:gd name="T17" fmla="*/ 54 h 115"/>
              <a:gd name="T18" fmla="*/ 38 w 116"/>
              <a:gd name="T19" fmla="*/ 7 h 115"/>
              <a:gd name="T20" fmla="*/ 58 w 116"/>
              <a:gd name="T21" fmla="*/ 3 h 115"/>
              <a:gd name="T22" fmla="*/ 113 w 116"/>
              <a:gd name="T23" fmla="*/ 54 h 115"/>
              <a:gd name="T24" fmla="*/ 90 w 116"/>
              <a:gd name="T25" fmla="*/ 54 h 115"/>
              <a:gd name="T26" fmla="*/ 94 w 116"/>
              <a:gd name="T27" fmla="*/ 61 h 115"/>
              <a:gd name="T28" fmla="*/ 113 w 116"/>
              <a:gd name="T29" fmla="*/ 61 h 115"/>
              <a:gd name="T30" fmla="*/ 58 w 116"/>
              <a:gd name="T31" fmla="*/ 112 h 115"/>
              <a:gd name="T32" fmla="*/ 38 w 116"/>
              <a:gd name="T33" fmla="*/ 108 h 115"/>
              <a:gd name="T34" fmla="*/ 38 w 116"/>
              <a:gd name="T35" fmla="*/ 61 h 115"/>
              <a:gd name="T36" fmla="*/ 52 w 116"/>
              <a:gd name="T37" fmla="*/ 61 h 115"/>
              <a:gd name="T38" fmla="*/ 55 w 116"/>
              <a:gd name="T39" fmla="*/ 54 h 115"/>
              <a:gd name="T40" fmla="*/ 38 w 116"/>
              <a:gd name="T41" fmla="*/ 54 h 115"/>
              <a:gd name="T42" fmla="*/ 58 w 116"/>
              <a:gd name="T43" fmla="*/ 0 h 115"/>
              <a:gd name="T44" fmla="*/ 0 w 116"/>
              <a:gd name="T45" fmla="*/ 57 h 115"/>
              <a:gd name="T46" fmla="*/ 58 w 116"/>
              <a:gd name="T47" fmla="*/ 115 h 115"/>
              <a:gd name="T48" fmla="*/ 116 w 116"/>
              <a:gd name="T49" fmla="*/ 57 h 115"/>
              <a:gd name="T50" fmla="*/ 58 w 116"/>
              <a:gd name="T51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6" h="115">
                <a:moveTo>
                  <a:pt x="32" y="105"/>
                </a:moveTo>
                <a:cubicBezTo>
                  <a:pt x="16" y="96"/>
                  <a:pt x="5" y="80"/>
                  <a:pt x="4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105"/>
                  <a:pt x="32" y="105"/>
                  <a:pt x="32" y="105"/>
                </a:cubicBezTo>
                <a:moveTo>
                  <a:pt x="4" y="54"/>
                </a:moveTo>
                <a:cubicBezTo>
                  <a:pt x="5" y="35"/>
                  <a:pt x="16" y="19"/>
                  <a:pt x="32" y="10"/>
                </a:cubicBezTo>
                <a:cubicBezTo>
                  <a:pt x="32" y="54"/>
                  <a:pt x="32" y="54"/>
                  <a:pt x="32" y="54"/>
                </a:cubicBezTo>
                <a:cubicBezTo>
                  <a:pt x="4" y="54"/>
                  <a:pt x="4" y="54"/>
                  <a:pt x="4" y="54"/>
                </a:cubicBezTo>
                <a:moveTo>
                  <a:pt x="38" y="54"/>
                </a:moveTo>
                <a:cubicBezTo>
                  <a:pt x="38" y="7"/>
                  <a:pt x="38" y="7"/>
                  <a:pt x="38" y="7"/>
                </a:cubicBezTo>
                <a:cubicBezTo>
                  <a:pt x="44" y="4"/>
                  <a:pt x="51" y="3"/>
                  <a:pt x="58" y="3"/>
                </a:cubicBezTo>
                <a:cubicBezTo>
                  <a:pt x="87" y="3"/>
                  <a:pt x="111" y="26"/>
                  <a:pt x="113" y="54"/>
                </a:cubicBezTo>
                <a:cubicBezTo>
                  <a:pt x="90" y="54"/>
                  <a:pt x="90" y="54"/>
                  <a:pt x="90" y="54"/>
                </a:cubicBezTo>
                <a:cubicBezTo>
                  <a:pt x="94" y="61"/>
                  <a:pt x="94" y="61"/>
                  <a:pt x="94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1" y="89"/>
                  <a:pt x="87" y="112"/>
                  <a:pt x="58" y="112"/>
                </a:cubicBezTo>
                <a:cubicBezTo>
                  <a:pt x="51" y="112"/>
                  <a:pt x="44" y="111"/>
                  <a:pt x="38" y="108"/>
                </a:cubicBezTo>
                <a:cubicBezTo>
                  <a:pt x="38" y="61"/>
                  <a:pt x="38" y="61"/>
                  <a:pt x="38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55" y="54"/>
                  <a:pt x="55" y="54"/>
                  <a:pt x="55" y="54"/>
                </a:cubicBezTo>
                <a:cubicBezTo>
                  <a:pt x="38" y="54"/>
                  <a:pt x="38" y="54"/>
                  <a:pt x="38" y="54"/>
                </a:cubicBezTo>
                <a:moveTo>
                  <a:pt x="58" y="0"/>
                </a:moveTo>
                <a:cubicBezTo>
                  <a:pt x="26" y="0"/>
                  <a:pt x="0" y="26"/>
                  <a:pt x="0" y="57"/>
                </a:cubicBezTo>
                <a:cubicBezTo>
                  <a:pt x="0" y="89"/>
                  <a:pt x="26" y="115"/>
                  <a:pt x="58" y="115"/>
                </a:cubicBezTo>
                <a:cubicBezTo>
                  <a:pt x="90" y="115"/>
                  <a:pt x="116" y="89"/>
                  <a:pt x="116" y="57"/>
                </a:cubicBezTo>
                <a:cubicBezTo>
                  <a:pt x="116" y="26"/>
                  <a:pt x="90" y="0"/>
                  <a:pt x="5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" name="Freeform 249"/>
          <p:cNvSpPr>
            <a:spLocks noEditPoints="1"/>
          </p:cNvSpPr>
          <p:nvPr/>
        </p:nvSpPr>
        <p:spPr bwMode="auto">
          <a:xfrm>
            <a:off x="741363" y="4530726"/>
            <a:ext cx="246063" cy="217488"/>
          </a:xfrm>
          <a:custGeom>
            <a:avLst/>
            <a:gdLst>
              <a:gd name="T0" fmla="*/ 58 w 58"/>
              <a:gd name="T1" fmla="*/ 48 h 51"/>
              <a:gd name="T2" fmla="*/ 30 w 58"/>
              <a:gd name="T3" fmla="*/ 1 h 51"/>
              <a:gd name="T4" fmla="*/ 29 w 58"/>
              <a:gd name="T5" fmla="*/ 0 h 51"/>
              <a:gd name="T6" fmla="*/ 27 w 58"/>
              <a:gd name="T7" fmla="*/ 1 h 51"/>
              <a:gd name="T8" fmla="*/ 0 w 58"/>
              <a:gd name="T9" fmla="*/ 48 h 51"/>
              <a:gd name="T10" fmla="*/ 0 w 58"/>
              <a:gd name="T11" fmla="*/ 50 h 51"/>
              <a:gd name="T12" fmla="*/ 2 w 58"/>
              <a:gd name="T13" fmla="*/ 51 h 51"/>
              <a:gd name="T14" fmla="*/ 56 w 58"/>
              <a:gd name="T15" fmla="*/ 51 h 51"/>
              <a:gd name="T16" fmla="*/ 58 w 58"/>
              <a:gd name="T17" fmla="*/ 50 h 51"/>
              <a:gd name="T18" fmla="*/ 58 w 58"/>
              <a:gd name="T19" fmla="*/ 48 h 51"/>
              <a:gd name="T20" fmla="*/ 49 w 58"/>
              <a:gd name="T21" fmla="*/ 47 h 51"/>
              <a:gd name="T22" fmla="*/ 46 w 58"/>
              <a:gd name="T23" fmla="*/ 45 h 51"/>
              <a:gd name="T24" fmla="*/ 41 w 58"/>
              <a:gd name="T25" fmla="*/ 41 h 51"/>
              <a:gd name="T26" fmla="*/ 30 w 58"/>
              <a:gd name="T27" fmla="*/ 30 h 51"/>
              <a:gd name="T28" fmla="*/ 23 w 58"/>
              <a:gd name="T29" fmla="*/ 23 h 51"/>
              <a:gd name="T30" fmla="*/ 21 w 58"/>
              <a:gd name="T31" fmla="*/ 20 h 51"/>
              <a:gd name="T32" fmla="*/ 29 w 58"/>
              <a:gd name="T33" fmla="*/ 6 h 51"/>
              <a:gd name="T34" fmla="*/ 52 w 58"/>
              <a:gd name="T35" fmla="*/ 47 h 51"/>
              <a:gd name="T36" fmla="*/ 49 w 58"/>
              <a:gd name="T37" fmla="*/ 4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8" h="51">
                <a:moveTo>
                  <a:pt x="58" y="48"/>
                </a:move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29" y="0"/>
                  <a:pt x="29" y="0"/>
                </a:cubicBezTo>
                <a:cubicBezTo>
                  <a:pt x="28" y="0"/>
                  <a:pt x="27" y="0"/>
                  <a:pt x="27" y="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0" y="50"/>
                </a:cubicBezTo>
                <a:cubicBezTo>
                  <a:pt x="0" y="51"/>
                  <a:pt x="1" y="51"/>
                  <a:pt x="2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7" y="51"/>
                  <a:pt x="57" y="51"/>
                  <a:pt x="58" y="50"/>
                </a:cubicBezTo>
                <a:cubicBezTo>
                  <a:pt x="58" y="49"/>
                  <a:pt x="58" y="49"/>
                  <a:pt x="58" y="48"/>
                </a:cubicBezTo>
                <a:close/>
                <a:moveTo>
                  <a:pt x="49" y="47"/>
                </a:moveTo>
                <a:cubicBezTo>
                  <a:pt x="48" y="46"/>
                  <a:pt x="47" y="45"/>
                  <a:pt x="46" y="45"/>
                </a:cubicBezTo>
                <a:cubicBezTo>
                  <a:pt x="44" y="44"/>
                  <a:pt x="46" y="50"/>
                  <a:pt x="41" y="41"/>
                </a:cubicBezTo>
                <a:cubicBezTo>
                  <a:pt x="37" y="32"/>
                  <a:pt x="30" y="30"/>
                  <a:pt x="30" y="30"/>
                </a:cubicBezTo>
                <a:cubicBezTo>
                  <a:pt x="30" y="30"/>
                  <a:pt x="27" y="23"/>
                  <a:pt x="23" y="23"/>
                </a:cubicBezTo>
                <a:cubicBezTo>
                  <a:pt x="20" y="23"/>
                  <a:pt x="22" y="21"/>
                  <a:pt x="21" y="20"/>
                </a:cubicBezTo>
                <a:cubicBezTo>
                  <a:pt x="29" y="6"/>
                  <a:pt x="29" y="6"/>
                  <a:pt x="29" y="6"/>
                </a:cubicBezTo>
                <a:cubicBezTo>
                  <a:pt x="52" y="47"/>
                  <a:pt x="52" y="47"/>
                  <a:pt x="52" y="47"/>
                </a:cubicBezTo>
                <a:lnTo>
                  <a:pt x="49" y="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" name="Oval 250"/>
          <p:cNvSpPr>
            <a:spLocks noChangeArrowheads="1"/>
          </p:cNvSpPr>
          <p:nvPr/>
        </p:nvSpPr>
        <p:spPr bwMode="auto">
          <a:xfrm>
            <a:off x="863600" y="4641851"/>
            <a:ext cx="7938" cy="79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" name="Freeform 251"/>
          <p:cNvSpPr>
            <a:spLocks/>
          </p:cNvSpPr>
          <p:nvPr/>
        </p:nvSpPr>
        <p:spPr bwMode="auto">
          <a:xfrm>
            <a:off x="871538" y="4633914"/>
            <a:ext cx="17463" cy="12700"/>
          </a:xfrm>
          <a:custGeom>
            <a:avLst/>
            <a:gdLst>
              <a:gd name="T0" fmla="*/ 1 w 4"/>
              <a:gd name="T1" fmla="*/ 3 h 3"/>
              <a:gd name="T2" fmla="*/ 2 w 4"/>
              <a:gd name="T3" fmla="*/ 2 h 3"/>
              <a:gd name="T4" fmla="*/ 2 w 4"/>
              <a:gd name="T5" fmla="*/ 2 h 3"/>
              <a:gd name="T6" fmla="*/ 4 w 4"/>
              <a:gd name="T7" fmla="*/ 1 h 3"/>
              <a:gd name="T8" fmla="*/ 2 w 4"/>
              <a:gd name="T9" fmla="*/ 0 h 3"/>
              <a:gd name="T10" fmla="*/ 1 w 4"/>
              <a:gd name="T11" fmla="*/ 1 h 3"/>
              <a:gd name="T12" fmla="*/ 1 w 4"/>
              <a:gd name="T13" fmla="*/ 1 h 3"/>
              <a:gd name="T14" fmla="*/ 1 w 4"/>
              <a:gd name="T15" fmla="*/ 1 h 3"/>
              <a:gd name="T16" fmla="*/ 0 w 4"/>
              <a:gd name="T17" fmla="*/ 2 h 3"/>
              <a:gd name="T18" fmla="*/ 1 w 4"/>
              <a:gd name="T1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3">
                <a:moveTo>
                  <a:pt x="1" y="3"/>
                </a:moveTo>
                <a:cubicBezTo>
                  <a:pt x="1" y="3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3" y="2"/>
                  <a:pt x="4" y="2"/>
                  <a:pt x="4" y="1"/>
                </a:cubicBezTo>
                <a:cubicBezTo>
                  <a:pt x="4" y="0"/>
                  <a:pt x="3" y="0"/>
                  <a:pt x="2" y="0"/>
                </a:cubicBez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0" y="2"/>
                  <a:pt x="1" y="3"/>
                  <a:pt x="1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" name="Oval 252"/>
          <p:cNvSpPr>
            <a:spLocks noChangeArrowheads="1"/>
          </p:cNvSpPr>
          <p:nvPr/>
        </p:nvSpPr>
        <p:spPr bwMode="auto">
          <a:xfrm>
            <a:off x="906463" y="4675189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" name="Oval 253"/>
          <p:cNvSpPr>
            <a:spLocks noChangeArrowheads="1"/>
          </p:cNvSpPr>
          <p:nvPr/>
        </p:nvSpPr>
        <p:spPr bwMode="auto">
          <a:xfrm>
            <a:off x="931863" y="4697414"/>
            <a:ext cx="4763" cy="79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" name="Freeform 254"/>
          <p:cNvSpPr>
            <a:spLocks/>
          </p:cNvSpPr>
          <p:nvPr/>
        </p:nvSpPr>
        <p:spPr bwMode="auto">
          <a:xfrm>
            <a:off x="922338" y="4710114"/>
            <a:ext cx="4763" cy="3175"/>
          </a:xfrm>
          <a:custGeom>
            <a:avLst/>
            <a:gdLst>
              <a:gd name="T0" fmla="*/ 3 w 3"/>
              <a:gd name="T1" fmla="*/ 2 h 2"/>
              <a:gd name="T2" fmla="*/ 3 w 3"/>
              <a:gd name="T3" fmla="*/ 2 h 2"/>
              <a:gd name="T4" fmla="*/ 3 w 3"/>
              <a:gd name="T5" fmla="*/ 0 h 2"/>
              <a:gd name="T6" fmla="*/ 0 w 3"/>
              <a:gd name="T7" fmla="*/ 2 h 2"/>
              <a:gd name="T8" fmla="*/ 3 w 3"/>
              <a:gd name="T9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2">
                <a:moveTo>
                  <a:pt x="3" y="2"/>
                </a:moveTo>
                <a:lnTo>
                  <a:pt x="3" y="2"/>
                </a:ln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" name="Oval 255"/>
          <p:cNvSpPr>
            <a:spLocks noChangeArrowheads="1"/>
          </p:cNvSpPr>
          <p:nvPr/>
        </p:nvSpPr>
        <p:spPr bwMode="auto">
          <a:xfrm>
            <a:off x="884238" y="4646614"/>
            <a:ext cx="17463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" name="Oval 256"/>
          <p:cNvSpPr>
            <a:spLocks noChangeArrowheads="1"/>
          </p:cNvSpPr>
          <p:nvPr/>
        </p:nvSpPr>
        <p:spPr bwMode="auto">
          <a:xfrm>
            <a:off x="838200" y="4608514"/>
            <a:ext cx="20638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" name="Freeform 257"/>
          <p:cNvSpPr>
            <a:spLocks noEditPoints="1"/>
          </p:cNvSpPr>
          <p:nvPr/>
        </p:nvSpPr>
        <p:spPr bwMode="auto">
          <a:xfrm>
            <a:off x="554038" y="4408489"/>
            <a:ext cx="492125" cy="487363"/>
          </a:xfrm>
          <a:custGeom>
            <a:avLst/>
            <a:gdLst>
              <a:gd name="T0" fmla="*/ 58 w 116"/>
              <a:gd name="T1" fmla="*/ 115 h 115"/>
              <a:gd name="T2" fmla="*/ 0 w 116"/>
              <a:gd name="T3" fmla="*/ 57 h 115"/>
              <a:gd name="T4" fmla="*/ 58 w 116"/>
              <a:gd name="T5" fmla="*/ 0 h 115"/>
              <a:gd name="T6" fmla="*/ 116 w 116"/>
              <a:gd name="T7" fmla="*/ 57 h 115"/>
              <a:gd name="T8" fmla="*/ 58 w 116"/>
              <a:gd name="T9" fmla="*/ 115 h 115"/>
              <a:gd name="T10" fmla="*/ 58 w 116"/>
              <a:gd name="T11" fmla="*/ 3 h 115"/>
              <a:gd name="T12" fmla="*/ 4 w 116"/>
              <a:gd name="T13" fmla="*/ 57 h 115"/>
              <a:gd name="T14" fmla="*/ 58 w 116"/>
              <a:gd name="T15" fmla="*/ 112 h 115"/>
              <a:gd name="T16" fmla="*/ 113 w 116"/>
              <a:gd name="T17" fmla="*/ 57 h 115"/>
              <a:gd name="T18" fmla="*/ 58 w 116"/>
              <a:gd name="T19" fmla="*/ 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5">
                <a:moveTo>
                  <a:pt x="58" y="115"/>
                </a:moveTo>
                <a:cubicBezTo>
                  <a:pt x="26" y="115"/>
                  <a:pt x="0" y="89"/>
                  <a:pt x="0" y="57"/>
                </a:cubicBezTo>
                <a:cubicBezTo>
                  <a:pt x="0" y="26"/>
                  <a:pt x="26" y="0"/>
                  <a:pt x="58" y="0"/>
                </a:cubicBezTo>
                <a:cubicBezTo>
                  <a:pt x="90" y="0"/>
                  <a:pt x="116" y="26"/>
                  <a:pt x="116" y="57"/>
                </a:cubicBezTo>
                <a:cubicBezTo>
                  <a:pt x="116" y="89"/>
                  <a:pt x="90" y="115"/>
                  <a:pt x="58" y="115"/>
                </a:cubicBezTo>
                <a:close/>
                <a:moveTo>
                  <a:pt x="58" y="3"/>
                </a:moveTo>
                <a:cubicBezTo>
                  <a:pt x="28" y="3"/>
                  <a:pt x="4" y="27"/>
                  <a:pt x="4" y="57"/>
                </a:cubicBezTo>
                <a:cubicBezTo>
                  <a:pt x="4" y="87"/>
                  <a:pt x="28" y="112"/>
                  <a:pt x="58" y="112"/>
                </a:cubicBezTo>
                <a:cubicBezTo>
                  <a:pt x="88" y="112"/>
                  <a:pt x="113" y="87"/>
                  <a:pt x="113" y="57"/>
                </a:cubicBezTo>
                <a:cubicBezTo>
                  <a:pt x="113" y="27"/>
                  <a:pt x="88" y="3"/>
                  <a:pt x="58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" name="Freeform 258"/>
          <p:cNvSpPr>
            <a:spLocks noEditPoints="1"/>
          </p:cNvSpPr>
          <p:nvPr/>
        </p:nvSpPr>
        <p:spPr bwMode="auto">
          <a:xfrm>
            <a:off x="2797175" y="4433889"/>
            <a:ext cx="220663" cy="441325"/>
          </a:xfrm>
          <a:custGeom>
            <a:avLst/>
            <a:gdLst>
              <a:gd name="T0" fmla="*/ 26 w 52"/>
              <a:gd name="T1" fmla="*/ 0 h 104"/>
              <a:gd name="T2" fmla="*/ 0 w 52"/>
              <a:gd name="T3" fmla="*/ 26 h 104"/>
              <a:gd name="T4" fmla="*/ 22 w 52"/>
              <a:gd name="T5" fmla="*/ 52 h 104"/>
              <a:gd name="T6" fmla="*/ 22 w 52"/>
              <a:gd name="T7" fmla="*/ 104 h 104"/>
              <a:gd name="T8" fmla="*/ 31 w 52"/>
              <a:gd name="T9" fmla="*/ 104 h 104"/>
              <a:gd name="T10" fmla="*/ 31 w 52"/>
              <a:gd name="T11" fmla="*/ 52 h 104"/>
              <a:gd name="T12" fmla="*/ 52 w 52"/>
              <a:gd name="T13" fmla="*/ 26 h 104"/>
              <a:gd name="T14" fmla="*/ 26 w 52"/>
              <a:gd name="T15" fmla="*/ 0 h 104"/>
              <a:gd name="T16" fmla="*/ 30 w 52"/>
              <a:gd name="T17" fmla="*/ 49 h 104"/>
              <a:gd name="T18" fmla="*/ 23 w 52"/>
              <a:gd name="T19" fmla="*/ 49 h 104"/>
              <a:gd name="T20" fmla="*/ 2 w 52"/>
              <a:gd name="T21" fmla="*/ 26 h 104"/>
              <a:gd name="T22" fmla="*/ 26 w 52"/>
              <a:gd name="T23" fmla="*/ 2 h 104"/>
              <a:gd name="T24" fmla="*/ 50 w 52"/>
              <a:gd name="T25" fmla="*/ 26 h 104"/>
              <a:gd name="T26" fmla="*/ 30 w 52"/>
              <a:gd name="T27" fmla="*/ 4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" h="104">
                <a:moveTo>
                  <a:pt x="26" y="0"/>
                </a:moveTo>
                <a:cubicBezTo>
                  <a:pt x="12" y="0"/>
                  <a:pt x="0" y="12"/>
                  <a:pt x="0" y="26"/>
                </a:cubicBezTo>
                <a:cubicBezTo>
                  <a:pt x="0" y="39"/>
                  <a:pt x="9" y="50"/>
                  <a:pt x="22" y="52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52"/>
                  <a:pt x="31" y="52"/>
                  <a:pt x="31" y="52"/>
                </a:cubicBezTo>
                <a:cubicBezTo>
                  <a:pt x="43" y="50"/>
                  <a:pt x="52" y="39"/>
                  <a:pt x="52" y="26"/>
                </a:cubicBezTo>
                <a:cubicBezTo>
                  <a:pt x="52" y="12"/>
                  <a:pt x="41" y="0"/>
                  <a:pt x="26" y="0"/>
                </a:cubicBezTo>
                <a:close/>
                <a:moveTo>
                  <a:pt x="30" y="49"/>
                </a:moveTo>
                <a:cubicBezTo>
                  <a:pt x="23" y="49"/>
                  <a:pt x="23" y="49"/>
                  <a:pt x="23" y="49"/>
                </a:cubicBezTo>
                <a:cubicBezTo>
                  <a:pt x="11" y="48"/>
                  <a:pt x="2" y="38"/>
                  <a:pt x="2" y="26"/>
                </a:cubicBezTo>
                <a:cubicBezTo>
                  <a:pt x="2" y="13"/>
                  <a:pt x="13" y="2"/>
                  <a:pt x="26" y="2"/>
                </a:cubicBezTo>
                <a:cubicBezTo>
                  <a:pt x="39" y="2"/>
                  <a:pt x="50" y="13"/>
                  <a:pt x="50" y="26"/>
                </a:cubicBezTo>
                <a:cubicBezTo>
                  <a:pt x="50" y="38"/>
                  <a:pt x="41" y="48"/>
                  <a:pt x="30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" name="Rectangle 259"/>
          <p:cNvSpPr>
            <a:spLocks noChangeArrowheads="1"/>
          </p:cNvSpPr>
          <p:nvPr/>
        </p:nvSpPr>
        <p:spPr bwMode="auto">
          <a:xfrm>
            <a:off x="2840038" y="4527551"/>
            <a:ext cx="1349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" name="Freeform 260"/>
          <p:cNvSpPr>
            <a:spLocks noEditPoints="1"/>
          </p:cNvSpPr>
          <p:nvPr/>
        </p:nvSpPr>
        <p:spPr bwMode="auto">
          <a:xfrm>
            <a:off x="3035300" y="4433889"/>
            <a:ext cx="220663" cy="441325"/>
          </a:xfrm>
          <a:custGeom>
            <a:avLst/>
            <a:gdLst>
              <a:gd name="T0" fmla="*/ 26 w 52"/>
              <a:gd name="T1" fmla="*/ 0 h 104"/>
              <a:gd name="T2" fmla="*/ 0 w 52"/>
              <a:gd name="T3" fmla="*/ 26 h 104"/>
              <a:gd name="T4" fmla="*/ 22 w 52"/>
              <a:gd name="T5" fmla="*/ 52 h 104"/>
              <a:gd name="T6" fmla="*/ 22 w 52"/>
              <a:gd name="T7" fmla="*/ 104 h 104"/>
              <a:gd name="T8" fmla="*/ 31 w 52"/>
              <a:gd name="T9" fmla="*/ 104 h 104"/>
              <a:gd name="T10" fmla="*/ 31 w 52"/>
              <a:gd name="T11" fmla="*/ 52 h 104"/>
              <a:gd name="T12" fmla="*/ 52 w 52"/>
              <a:gd name="T13" fmla="*/ 26 h 104"/>
              <a:gd name="T14" fmla="*/ 26 w 52"/>
              <a:gd name="T15" fmla="*/ 0 h 104"/>
              <a:gd name="T16" fmla="*/ 30 w 52"/>
              <a:gd name="T17" fmla="*/ 49 h 104"/>
              <a:gd name="T18" fmla="*/ 23 w 52"/>
              <a:gd name="T19" fmla="*/ 49 h 104"/>
              <a:gd name="T20" fmla="*/ 2 w 52"/>
              <a:gd name="T21" fmla="*/ 26 h 104"/>
              <a:gd name="T22" fmla="*/ 26 w 52"/>
              <a:gd name="T23" fmla="*/ 2 h 104"/>
              <a:gd name="T24" fmla="*/ 50 w 52"/>
              <a:gd name="T25" fmla="*/ 26 h 104"/>
              <a:gd name="T26" fmla="*/ 30 w 52"/>
              <a:gd name="T27" fmla="*/ 4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" h="104">
                <a:moveTo>
                  <a:pt x="26" y="0"/>
                </a:moveTo>
                <a:cubicBezTo>
                  <a:pt x="12" y="0"/>
                  <a:pt x="0" y="12"/>
                  <a:pt x="0" y="26"/>
                </a:cubicBezTo>
                <a:cubicBezTo>
                  <a:pt x="0" y="39"/>
                  <a:pt x="9" y="50"/>
                  <a:pt x="22" y="52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52"/>
                  <a:pt x="31" y="52"/>
                  <a:pt x="31" y="52"/>
                </a:cubicBezTo>
                <a:cubicBezTo>
                  <a:pt x="43" y="50"/>
                  <a:pt x="52" y="39"/>
                  <a:pt x="52" y="26"/>
                </a:cubicBezTo>
                <a:cubicBezTo>
                  <a:pt x="52" y="12"/>
                  <a:pt x="41" y="0"/>
                  <a:pt x="26" y="0"/>
                </a:cubicBezTo>
                <a:moveTo>
                  <a:pt x="30" y="49"/>
                </a:moveTo>
                <a:cubicBezTo>
                  <a:pt x="23" y="49"/>
                  <a:pt x="23" y="49"/>
                  <a:pt x="23" y="49"/>
                </a:cubicBezTo>
                <a:cubicBezTo>
                  <a:pt x="11" y="48"/>
                  <a:pt x="2" y="38"/>
                  <a:pt x="2" y="26"/>
                </a:cubicBezTo>
                <a:cubicBezTo>
                  <a:pt x="2" y="13"/>
                  <a:pt x="13" y="2"/>
                  <a:pt x="26" y="2"/>
                </a:cubicBezTo>
                <a:cubicBezTo>
                  <a:pt x="39" y="2"/>
                  <a:pt x="50" y="13"/>
                  <a:pt x="50" y="26"/>
                </a:cubicBezTo>
                <a:cubicBezTo>
                  <a:pt x="50" y="38"/>
                  <a:pt x="41" y="48"/>
                  <a:pt x="30" y="4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" name="Freeform 261"/>
          <p:cNvSpPr>
            <a:spLocks/>
          </p:cNvSpPr>
          <p:nvPr/>
        </p:nvSpPr>
        <p:spPr bwMode="auto">
          <a:xfrm>
            <a:off x="3043238" y="4441826"/>
            <a:ext cx="203200" cy="200025"/>
          </a:xfrm>
          <a:custGeom>
            <a:avLst/>
            <a:gdLst>
              <a:gd name="T0" fmla="*/ 24 w 48"/>
              <a:gd name="T1" fmla="*/ 0 h 47"/>
              <a:gd name="T2" fmla="*/ 0 w 48"/>
              <a:gd name="T3" fmla="*/ 24 h 47"/>
              <a:gd name="T4" fmla="*/ 21 w 48"/>
              <a:gd name="T5" fmla="*/ 47 h 47"/>
              <a:gd name="T6" fmla="*/ 28 w 48"/>
              <a:gd name="T7" fmla="*/ 47 h 47"/>
              <a:gd name="T8" fmla="*/ 48 w 48"/>
              <a:gd name="T9" fmla="*/ 24 h 47"/>
              <a:gd name="T10" fmla="*/ 24 w 48"/>
              <a:gd name="T11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" h="47">
                <a:moveTo>
                  <a:pt x="24" y="0"/>
                </a:moveTo>
                <a:cubicBezTo>
                  <a:pt x="11" y="0"/>
                  <a:pt x="0" y="11"/>
                  <a:pt x="0" y="24"/>
                </a:cubicBezTo>
                <a:cubicBezTo>
                  <a:pt x="0" y="36"/>
                  <a:pt x="9" y="46"/>
                  <a:pt x="21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39" y="46"/>
                  <a:pt x="48" y="36"/>
                  <a:pt x="48" y="24"/>
                </a:cubicBezTo>
                <a:cubicBezTo>
                  <a:pt x="48" y="11"/>
                  <a:pt x="37" y="0"/>
                  <a:pt x="2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3" name="Freeform 262"/>
          <p:cNvSpPr>
            <a:spLocks noEditPoints="1"/>
          </p:cNvSpPr>
          <p:nvPr/>
        </p:nvSpPr>
        <p:spPr bwMode="auto">
          <a:xfrm>
            <a:off x="3043238" y="4441826"/>
            <a:ext cx="203200" cy="204788"/>
          </a:xfrm>
          <a:custGeom>
            <a:avLst/>
            <a:gdLst>
              <a:gd name="T0" fmla="*/ 21 w 48"/>
              <a:gd name="T1" fmla="*/ 47 h 48"/>
              <a:gd name="T2" fmla="*/ 0 w 48"/>
              <a:gd name="T3" fmla="*/ 24 h 48"/>
              <a:gd name="T4" fmla="*/ 24 w 48"/>
              <a:gd name="T5" fmla="*/ 0 h 48"/>
              <a:gd name="T6" fmla="*/ 48 w 48"/>
              <a:gd name="T7" fmla="*/ 24 h 48"/>
              <a:gd name="T8" fmla="*/ 28 w 48"/>
              <a:gd name="T9" fmla="*/ 47 h 48"/>
              <a:gd name="T10" fmla="*/ 21 w 48"/>
              <a:gd name="T11" fmla="*/ 47 h 48"/>
              <a:gd name="T12" fmla="*/ 24 w 48"/>
              <a:gd name="T13" fmla="*/ 0 h 48"/>
              <a:gd name="T14" fmla="*/ 0 w 48"/>
              <a:gd name="T15" fmla="*/ 24 h 48"/>
              <a:gd name="T16" fmla="*/ 21 w 48"/>
              <a:gd name="T17" fmla="*/ 48 h 48"/>
              <a:gd name="T18" fmla="*/ 28 w 48"/>
              <a:gd name="T19" fmla="*/ 48 h 48"/>
              <a:gd name="T20" fmla="*/ 48 w 48"/>
              <a:gd name="T21" fmla="*/ 24 h 48"/>
              <a:gd name="T22" fmla="*/ 24 w 48"/>
              <a:gd name="T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8" h="48">
                <a:moveTo>
                  <a:pt x="21" y="47"/>
                </a:moveTo>
                <a:cubicBezTo>
                  <a:pt x="9" y="46"/>
                  <a:pt x="0" y="36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6"/>
                  <a:pt x="39" y="46"/>
                  <a:pt x="28" y="47"/>
                </a:cubicBezTo>
                <a:cubicBezTo>
                  <a:pt x="21" y="47"/>
                  <a:pt x="21" y="47"/>
                  <a:pt x="21" y="47"/>
                </a:cubicBezTo>
                <a:moveTo>
                  <a:pt x="24" y="0"/>
                </a:moveTo>
                <a:cubicBezTo>
                  <a:pt x="11" y="0"/>
                  <a:pt x="0" y="11"/>
                  <a:pt x="0" y="24"/>
                </a:cubicBezTo>
                <a:cubicBezTo>
                  <a:pt x="0" y="36"/>
                  <a:pt x="9" y="46"/>
                  <a:pt x="21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39" y="46"/>
                  <a:pt x="48" y="36"/>
                  <a:pt x="48" y="24"/>
                </a:cubicBezTo>
                <a:cubicBezTo>
                  <a:pt x="48" y="11"/>
                  <a:pt x="37" y="0"/>
                  <a:pt x="2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4" name="Freeform 263"/>
          <p:cNvSpPr>
            <a:spLocks noEditPoints="1"/>
          </p:cNvSpPr>
          <p:nvPr/>
        </p:nvSpPr>
        <p:spPr bwMode="auto">
          <a:xfrm>
            <a:off x="3514725" y="4476751"/>
            <a:ext cx="520700" cy="360363"/>
          </a:xfrm>
          <a:custGeom>
            <a:avLst/>
            <a:gdLst>
              <a:gd name="T0" fmla="*/ 0 w 328"/>
              <a:gd name="T1" fmla="*/ 0 h 227"/>
              <a:gd name="T2" fmla="*/ 0 w 328"/>
              <a:gd name="T3" fmla="*/ 227 h 227"/>
              <a:gd name="T4" fmla="*/ 328 w 328"/>
              <a:gd name="T5" fmla="*/ 227 h 227"/>
              <a:gd name="T6" fmla="*/ 328 w 328"/>
              <a:gd name="T7" fmla="*/ 0 h 227"/>
              <a:gd name="T8" fmla="*/ 0 w 328"/>
              <a:gd name="T9" fmla="*/ 0 h 227"/>
              <a:gd name="T10" fmla="*/ 320 w 328"/>
              <a:gd name="T11" fmla="*/ 96 h 227"/>
              <a:gd name="T12" fmla="*/ 320 w 328"/>
              <a:gd name="T13" fmla="*/ 128 h 227"/>
              <a:gd name="T14" fmla="*/ 301 w 328"/>
              <a:gd name="T15" fmla="*/ 107 h 227"/>
              <a:gd name="T16" fmla="*/ 301 w 328"/>
              <a:gd name="T17" fmla="*/ 152 h 227"/>
              <a:gd name="T18" fmla="*/ 320 w 328"/>
              <a:gd name="T19" fmla="*/ 173 h 227"/>
              <a:gd name="T20" fmla="*/ 320 w 328"/>
              <a:gd name="T21" fmla="*/ 206 h 227"/>
              <a:gd name="T22" fmla="*/ 301 w 328"/>
              <a:gd name="T23" fmla="*/ 184 h 227"/>
              <a:gd name="T24" fmla="*/ 301 w 328"/>
              <a:gd name="T25" fmla="*/ 198 h 227"/>
              <a:gd name="T26" fmla="*/ 275 w 328"/>
              <a:gd name="T27" fmla="*/ 198 h 227"/>
              <a:gd name="T28" fmla="*/ 296 w 328"/>
              <a:gd name="T29" fmla="*/ 219 h 227"/>
              <a:gd name="T30" fmla="*/ 264 w 328"/>
              <a:gd name="T31" fmla="*/ 219 h 227"/>
              <a:gd name="T32" fmla="*/ 243 w 328"/>
              <a:gd name="T33" fmla="*/ 198 h 227"/>
              <a:gd name="T34" fmla="*/ 197 w 328"/>
              <a:gd name="T35" fmla="*/ 198 h 227"/>
              <a:gd name="T36" fmla="*/ 219 w 328"/>
              <a:gd name="T37" fmla="*/ 219 h 227"/>
              <a:gd name="T38" fmla="*/ 187 w 328"/>
              <a:gd name="T39" fmla="*/ 219 h 227"/>
              <a:gd name="T40" fmla="*/ 168 w 328"/>
              <a:gd name="T41" fmla="*/ 198 h 227"/>
              <a:gd name="T42" fmla="*/ 131 w 328"/>
              <a:gd name="T43" fmla="*/ 198 h 227"/>
              <a:gd name="T44" fmla="*/ 152 w 328"/>
              <a:gd name="T45" fmla="*/ 219 h 227"/>
              <a:gd name="T46" fmla="*/ 120 w 328"/>
              <a:gd name="T47" fmla="*/ 219 h 227"/>
              <a:gd name="T48" fmla="*/ 98 w 328"/>
              <a:gd name="T49" fmla="*/ 198 h 227"/>
              <a:gd name="T50" fmla="*/ 58 w 328"/>
              <a:gd name="T51" fmla="*/ 198 h 227"/>
              <a:gd name="T52" fmla="*/ 80 w 328"/>
              <a:gd name="T53" fmla="*/ 219 h 227"/>
              <a:gd name="T54" fmla="*/ 48 w 328"/>
              <a:gd name="T55" fmla="*/ 219 h 227"/>
              <a:gd name="T56" fmla="*/ 8 w 328"/>
              <a:gd name="T57" fmla="*/ 179 h 227"/>
              <a:gd name="T58" fmla="*/ 8 w 328"/>
              <a:gd name="T59" fmla="*/ 147 h 227"/>
              <a:gd name="T60" fmla="*/ 29 w 328"/>
              <a:gd name="T61" fmla="*/ 165 h 227"/>
              <a:gd name="T62" fmla="*/ 29 w 328"/>
              <a:gd name="T63" fmla="*/ 125 h 227"/>
              <a:gd name="T64" fmla="*/ 8 w 328"/>
              <a:gd name="T65" fmla="*/ 107 h 227"/>
              <a:gd name="T66" fmla="*/ 8 w 328"/>
              <a:gd name="T67" fmla="*/ 74 h 227"/>
              <a:gd name="T68" fmla="*/ 29 w 328"/>
              <a:gd name="T69" fmla="*/ 93 h 227"/>
              <a:gd name="T70" fmla="*/ 29 w 328"/>
              <a:gd name="T71" fmla="*/ 58 h 227"/>
              <a:gd name="T72" fmla="*/ 8 w 328"/>
              <a:gd name="T73" fmla="*/ 40 h 227"/>
              <a:gd name="T74" fmla="*/ 8 w 328"/>
              <a:gd name="T75" fmla="*/ 8 h 227"/>
              <a:gd name="T76" fmla="*/ 29 w 328"/>
              <a:gd name="T77" fmla="*/ 26 h 227"/>
              <a:gd name="T78" fmla="*/ 74 w 328"/>
              <a:gd name="T79" fmla="*/ 26 h 227"/>
              <a:gd name="T80" fmla="*/ 53 w 328"/>
              <a:gd name="T81" fmla="*/ 8 h 227"/>
              <a:gd name="T82" fmla="*/ 85 w 328"/>
              <a:gd name="T83" fmla="*/ 8 h 227"/>
              <a:gd name="T84" fmla="*/ 106 w 328"/>
              <a:gd name="T85" fmla="*/ 26 h 227"/>
              <a:gd name="T86" fmla="*/ 144 w 328"/>
              <a:gd name="T87" fmla="*/ 26 h 227"/>
              <a:gd name="T88" fmla="*/ 125 w 328"/>
              <a:gd name="T89" fmla="*/ 8 h 227"/>
              <a:gd name="T90" fmla="*/ 157 w 328"/>
              <a:gd name="T91" fmla="*/ 8 h 227"/>
              <a:gd name="T92" fmla="*/ 176 w 328"/>
              <a:gd name="T93" fmla="*/ 26 h 227"/>
              <a:gd name="T94" fmla="*/ 221 w 328"/>
              <a:gd name="T95" fmla="*/ 26 h 227"/>
              <a:gd name="T96" fmla="*/ 200 w 328"/>
              <a:gd name="T97" fmla="*/ 8 h 227"/>
              <a:gd name="T98" fmla="*/ 232 w 328"/>
              <a:gd name="T99" fmla="*/ 8 h 227"/>
              <a:gd name="T100" fmla="*/ 253 w 328"/>
              <a:gd name="T101" fmla="*/ 26 h 227"/>
              <a:gd name="T102" fmla="*/ 291 w 328"/>
              <a:gd name="T103" fmla="*/ 26 h 227"/>
              <a:gd name="T104" fmla="*/ 269 w 328"/>
              <a:gd name="T105" fmla="*/ 8 h 227"/>
              <a:gd name="T106" fmla="*/ 301 w 328"/>
              <a:gd name="T107" fmla="*/ 8 h 227"/>
              <a:gd name="T108" fmla="*/ 320 w 328"/>
              <a:gd name="T109" fmla="*/ 26 h 227"/>
              <a:gd name="T110" fmla="*/ 320 w 328"/>
              <a:gd name="T111" fmla="*/ 58 h 227"/>
              <a:gd name="T112" fmla="*/ 301 w 328"/>
              <a:gd name="T113" fmla="*/ 37 h 227"/>
              <a:gd name="T114" fmla="*/ 301 w 328"/>
              <a:gd name="T115" fmla="*/ 74 h 227"/>
              <a:gd name="T116" fmla="*/ 320 w 328"/>
              <a:gd name="T117" fmla="*/ 9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28" h="227">
                <a:moveTo>
                  <a:pt x="0" y="0"/>
                </a:moveTo>
                <a:lnTo>
                  <a:pt x="0" y="227"/>
                </a:lnTo>
                <a:lnTo>
                  <a:pt x="328" y="227"/>
                </a:lnTo>
                <a:lnTo>
                  <a:pt x="328" y="0"/>
                </a:lnTo>
                <a:lnTo>
                  <a:pt x="0" y="0"/>
                </a:lnTo>
                <a:close/>
                <a:moveTo>
                  <a:pt x="320" y="96"/>
                </a:moveTo>
                <a:lnTo>
                  <a:pt x="320" y="128"/>
                </a:lnTo>
                <a:lnTo>
                  <a:pt x="301" y="107"/>
                </a:lnTo>
                <a:lnTo>
                  <a:pt x="301" y="152"/>
                </a:lnTo>
                <a:lnTo>
                  <a:pt x="320" y="173"/>
                </a:lnTo>
                <a:lnTo>
                  <a:pt x="320" y="206"/>
                </a:lnTo>
                <a:lnTo>
                  <a:pt x="301" y="184"/>
                </a:lnTo>
                <a:lnTo>
                  <a:pt x="301" y="198"/>
                </a:lnTo>
                <a:lnTo>
                  <a:pt x="275" y="198"/>
                </a:lnTo>
                <a:lnTo>
                  <a:pt x="296" y="219"/>
                </a:lnTo>
                <a:lnTo>
                  <a:pt x="264" y="219"/>
                </a:lnTo>
                <a:lnTo>
                  <a:pt x="243" y="198"/>
                </a:lnTo>
                <a:lnTo>
                  <a:pt x="197" y="198"/>
                </a:lnTo>
                <a:lnTo>
                  <a:pt x="219" y="219"/>
                </a:lnTo>
                <a:lnTo>
                  <a:pt x="187" y="219"/>
                </a:lnTo>
                <a:lnTo>
                  <a:pt x="168" y="198"/>
                </a:lnTo>
                <a:lnTo>
                  <a:pt x="131" y="198"/>
                </a:lnTo>
                <a:lnTo>
                  <a:pt x="152" y="219"/>
                </a:lnTo>
                <a:lnTo>
                  <a:pt x="120" y="219"/>
                </a:lnTo>
                <a:lnTo>
                  <a:pt x="98" y="198"/>
                </a:lnTo>
                <a:lnTo>
                  <a:pt x="58" y="198"/>
                </a:lnTo>
                <a:lnTo>
                  <a:pt x="80" y="219"/>
                </a:lnTo>
                <a:lnTo>
                  <a:pt x="48" y="219"/>
                </a:lnTo>
                <a:lnTo>
                  <a:pt x="8" y="179"/>
                </a:lnTo>
                <a:lnTo>
                  <a:pt x="8" y="147"/>
                </a:lnTo>
                <a:lnTo>
                  <a:pt x="29" y="165"/>
                </a:lnTo>
                <a:lnTo>
                  <a:pt x="29" y="125"/>
                </a:lnTo>
                <a:lnTo>
                  <a:pt x="8" y="107"/>
                </a:lnTo>
                <a:lnTo>
                  <a:pt x="8" y="74"/>
                </a:lnTo>
                <a:lnTo>
                  <a:pt x="29" y="93"/>
                </a:lnTo>
                <a:lnTo>
                  <a:pt x="29" y="58"/>
                </a:lnTo>
                <a:lnTo>
                  <a:pt x="8" y="40"/>
                </a:lnTo>
                <a:lnTo>
                  <a:pt x="8" y="8"/>
                </a:lnTo>
                <a:lnTo>
                  <a:pt x="29" y="26"/>
                </a:lnTo>
                <a:lnTo>
                  <a:pt x="74" y="26"/>
                </a:lnTo>
                <a:lnTo>
                  <a:pt x="53" y="8"/>
                </a:lnTo>
                <a:lnTo>
                  <a:pt x="85" y="8"/>
                </a:lnTo>
                <a:lnTo>
                  <a:pt x="106" y="26"/>
                </a:lnTo>
                <a:lnTo>
                  <a:pt x="144" y="26"/>
                </a:lnTo>
                <a:lnTo>
                  <a:pt x="125" y="8"/>
                </a:lnTo>
                <a:lnTo>
                  <a:pt x="157" y="8"/>
                </a:lnTo>
                <a:lnTo>
                  <a:pt x="176" y="26"/>
                </a:lnTo>
                <a:lnTo>
                  <a:pt x="221" y="26"/>
                </a:lnTo>
                <a:lnTo>
                  <a:pt x="200" y="8"/>
                </a:lnTo>
                <a:lnTo>
                  <a:pt x="232" y="8"/>
                </a:lnTo>
                <a:lnTo>
                  <a:pt x="253" y="26"/>
                </a:lnTo>
                <a:lnTo>
                  <a:pt x="291" y="26"/>
                </a:lnTo>
                <a:lnTo>
                  <a:pt x="269" y="8"/>
                </a:lnTo>
                <a:lnTo>
                  <a:pt x="301" y="8"/>
                </a:lnTo>
                <a:lnTo>
                  <a:pt x="320" y="26"/>
                </a:lnTo>
                <a:lnTo>
                  <a:pt x="320" y="58"/>
                </a:lnTo>
                <a:lnTo>
                  <a:pt x="301" y="37"/>
                </a:lnTo>
                <a:lnTo>
                  <a:pt x="301" y="74"/>
                </a:lnTo>
                <a:lnTo>
                  <a:pt x="320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5" name="Freeform 264"/>
          <p:cNvSpPr>
            <a:spLocks noEditPoints="1"/>
          </p:cNvSpPr>
          <p:nvPr/>
        </p:nvSpPr>
        <p:spPr bwMode="auto">
          <a:xfrm>
            <a:off x="3514725" y="4476751"/>
            <a:ext cx="520700" cy="360363"/>
          </a:xfrm>
          <a:custGeom>
            <a:avLst/>
            <a:gdLst>
              <a:gd name="T0" fmla="*/ 0 w 328"/>
              <a:gd name="T1" fmla="*/ 0 h 227"/>
              <a:gd name="T2" fmla="*/ 0 w 328"/>
              <a:gd name="T3" fmla="*/ 227 h 227"/>
              <a:gd name="T4" fmla="*/ 328 w 328"/>
              <a:gd name="T5" fmla="*/ 227 h 227"/>
              <a:gd name="T6" fmla="*/ 328 w 328"/>
              <a:gd name="T7" fmla="*/ 0 h 227"/>
              <a:gd name="T8" fmla="*/ 0 w 328"/>
              <a:gd name="T9" fmla="*/ 0 h 227"/>
              <a:gd name="T10" fmla="*/ 320 w 328"/>
              <a:gd name="T11" fmla="*/ 96 h 227"/>
              <a:gd name="T12" fmla="*/ 320 w 328"/>
              <a:gd name="T13" fmla="*/ 128 h 227"/>
              <a:gd name="T14" fmla="*/ 301 w 328"/>
              <a:gd name="T15" fmla="*/ 107 h 227"/>
              <a:gd name="T16" fmla="*/ 301 w 328"/>
              <a:gd name="T17" fmla="*/ 152 h 227"/>
              <a:gd name="T18" fmla="*/ 320 w 328"/>
              <a:gd name="T19" fmla="*/ 173 h 227"/>
              <a:gd name="T20" fmla="*/ 320 w 328"/>
              <a:gd name="T21" fmla="*/ 206 h 227"/>
              <a:gd name="T22" fmla="*/ 301 w 328"/>
              <a:gd name="T23" fmla="*/ 184 h 227"/>
              <a:gd name="T24" fmla="*/ 301 w 328"/>
              <a:gd name="T25" fmla="*/ 198 h 227"/>
              <a:gd name="T26" fmla="*/ 275 w 328"/>
              <a:gd name="T27" fmla="*/ 198 h 227"/>
              <a:gd name="T28" fmla="*/ 296 w 328"/>
              <a:gd name="T29" fmla="*/ 219 h 227"/>
              <a:gd name="T30" fmla="*/ 264 w 328"/>
              <a:gd name="T31" fmla="*/ 219 h 227"/>
              <a:gd name="T32" fmla="*/ 243 w 328"/>
              <a:gd name="T33" fmla="*/ 198 h 227"/>
              <a:gd name="T34" fmla="*/ 197 w 328"/>
              <a:gd name="T35" fmla="*/ 198 h 227"/>
              <a:gd name="T36" fmla="*/ 219 w 328"/>
              <a:gd name="T37" fmla="*/ 219 h 227"/>
              <a:gd name="T38" fmla="*/ 187 w 328"/>
              <a:gd name="T39" fmla="*/ 219 h 227"/>
              <a:gd name="T40" fmla="*/ 168 w 328"/>
              <a:gd name="T41" fmla="*/ 198 h 227"/>
              <a:gd name="T42" fmla="*/ 131 w 328"/>
              <a:gd name="T43" fmla="*/ 198 h 227"/>
              <a:gd name="T44" fmla="*/ 152 w 328"/>
              <a:gd name="T45" fmla="*/ 219 h 227"/>
              <a:gd name="T46" fmla="*/ 120 w 328"/>
              <a:gd name="T47" fmla="*/ 219 h 227"/>
              <a:gd name="T48" fmla="*/ 98 w 328"/>
              <a:gd name="T49" fmla="*/ 198 h 227"/>
              <a:gd name="T50" fmla="*/ 58 w 328"/>
              <a:gd name="T51" fmla="*/ 198 h 227"/>
              <a:gd name="T52" fmla="*/ 80 w 328"/>
              <a:gd name="T53" fmla="*/ 219 h 227"/>
              <a:gd name="T54" fmla="*/ 48 w 328"/>
              <a:gd name="T55" fmla="*/ 219 h 227"/>
              <a:gd name="T56" fmla="*/ 8 w 328"/>
              <a:gd name="T57" fmla="*/ 179 h 227"/>
              <a:gd name="T58" fmla="*/ 8 w 328"/>
              <a:gd name="T59" fmla="*/ 147 h 227"/>
              <a:gd name="T60" fmla="*/ 29 w 328"/>
              <a:gd name="T61" fmla="*/ 165 h 227"/>
              <a:gd name="T62" fmla="*/ 29 w 328"/>
              <a:gd name="T63" fmla="*/ 125 h 227"/>
              <a:gd name="T64" fmla="*/ 8 w 328"/>
              <a:gd name="T65" fmla="*/ 107 h 227"/>
              <a:gd name="T66" fmla="*/ 8 w 328"/>
              <a:gd name="T67" fmla="*/ 74 h 227"/>
              <a:gd name="T68" fmla="*/ 29 w 328"/>
              <a:gd name="T69" fmla="*/ 93 h 227"/>
              <a:gd name="T70" fmla="*/ 29 w 328"/>
              <a:gd name="T71" fmla="*/ 58 h 227"/>
              <a:gd name="T72" fmla="*/ 8 w 328"/>
              <a:gd name="T73" fmla="*/ 40 h 227"/>
              <a:gd name="T74" fmla="*/ 8 w 328"/>
              <a:gd name="T75" fmla="*/ 8 h 227"/>
              <a:gd name="T76" fmla="*/ 29 w 328"/>
              <a:gd name="T77" fmla="*/ 26 h 227"/>
              <a:gd name="T78" fmla="*/ 74 w 328"/>
              <a:gd name="T79" fmla="*/ 26 h 227"/>
              <a:gd name="T80" fmla="*/ 53 w 328"/>
              <a:gd name="T81" fmla="*/ 8 h 227"/>
              <a:gd name="T82" fmla="*/ 85 w 328"/>
              <a:gd name="T83" fmla="*/ 8 h 227"/>
              <a:gd name="T84" fmla="*/ 106 w 328"/>
              <a:gd name="T85" fmla="*/ 26 h 227"/>
              <a:gd name="T86" fmla="*/ 144 w 328"/>
              <a:gd name="T87" fmla="*/ 26 h 227"/>
              <a:gd name="T88" fmla="*/ 125 w 328"/>
              <a:gd name="T89" fmla="*/ 8 h 227"/>
              <a:gd name="T90" fmla="*/ 157 w 328"/>
              <a:gd name="T91" fmla="*/ 8 h 227"/>
              <a:gd name="T92" fmla="*/ 176 w 328"/>
              <a:gd name="T93" fmla="*/ 26 h 227"/>
              <a:gd name="T94" fmla="*/ 221 w 328"/>
              <a:gd name="T95" fmla="*/ 26 h 227"/>
              <a:gd name="T96" fmla="*/ 200 w 328"/>
              <a:gd name="T97" fmla="*/ 8 h 227"/>
              <a:gd name="T98" fmla="*/ 232 w 328"/>
              <a:gd name="T99" fmla="*/ 8 h 227"/>
              <a:gd name="T100" fmla="*/ 253 w 328"/>
              <a:gd name="T101" fmla="*/ 26 h 227"/>
              <a:gd name="T102" fmla="*/ 291 w 328"/>
              <a:gd name="T103" fmla="*/ 26 h 227"/>
              <a:gd name="T104" fmla="*/ 269 w 328"/>
              <a:gd name="T105" fmla="*/ 8 h 227"/>
              <a:gd name="T106" fmla="*/ 301 w 328"/>
              <a:gd name="T107" fmla="*/ 8 h 227"/>
              <a:gd name="T108" fmla="*/ 320 w 328"/>
              <a:gd name="T109" fmla="*/ 26 h 227"/>
              <a:gd name="T110" fmla="*/ 320 w 328"/>
              <a:gd name="T111" fmla="*/ 58 h 227"/>
              <a:gd name="T112" fmla="*/ 301 w 328"/>
              <a:gd name="T113" fmla="*/ 37 h 227"/>
              <a:gd name="T114" fmla="*/ 301 w 328"/>
              <a:gd name="T115" fmla="*/ 74 h 227"/>
              <a:gd name="T116" fmla="*/ 320 w 328"/>
              <a:gd name="T117" fmla="*/ 9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28" h="227">
                <a:moveTo>
                  <a:pt x="0" y="0"/>
                </a:moveTo>
                <a:lnTo>
                  <a:pt x="0" y="227"/>
                </a:lnTo>
                <a:lnTo>
                  <a:pt x="328" y="227"/>
                </a:lnTo>
                <a:lnTo>
                  <a:pt x="328" y="0"/>
                </a:lnTo>
                <a:lnTo>
                  <a:pt x="0" y="0"/>
                </a:lnTo>
                <a:moveTo>
                  <a:pt x="320" y="96"/>
                </a:moveTo>
                <a:lnTo>
                  <a:pt x="320" y="128"/>
                </a:lnTo>
                <a:lnTo>
                  <a:pt x="301" y="107"/>
                </a:lnTo>
                <a:lnTo>
                  <a:pt x="301" y="152"/>
                </a:lnTo>
                <a:lnTo>
                  <a:pt x="320" y="173"/>
                </a:lnTo>
                <a:lnTo>
                  <a:pt x="320" y="206"/>
                </a:lnTo>
                <a:lnTo>
                  <a:pt x="301" y="184"/>
                </a:lnTo>
                <a:lnTo>
                  <a:pt x="301" y="198"/>
                </a:lnTo>
                <a:lnTo>
                  <a:pt x="275" y="198"/>
                </a:lnTo>
                <a:lnTo>
                  <a:pt x="296" y="219"/>
                </a:lnTo>
                <a:lnTo>
                  <a:pt x="264" y="219"/>
                </a:lnTo>
                <a:lnTo>
                  <a:pt x="243" y="198"/>
                </a:lnTo>
                <a:lnTo>
                  <a:pt x="197" y="198"/>
                </a:lnTo>
                <a:lnTo>
                  <a:pt x="219" y="219"/>
                </a:lnTo>
                <a:lnTo>
                  <a:pt x="187" y="219"/>
                </a:lnTo>
                <a:lnTo>
                  <a:pt x="168" y="198"/>
                </a:lnTo>
                <a:lnTo>
                  <a:pt x="131" y="198"/>
                </a:lnTo>
                <a:lnTo>
                  <a:pt x="152" y="219"/>
                </a:lnTo>
                <a:lnTo>
                  <a:pt x="120" y="219"/>
                </a:lnTo>
                <a:lnTo>
                  <a:pt x="98" y="198"/>
                </a:lnTo>
                <a:lnTo>
                  <a:pt x="58" y="198"/>
                </a:lnTo>
                <a:lnTo>
                  <a:pt x="80" y="219"/>
                </a:lnTo>
                <a:lnTo>
                  <a:pt x="48" y="219"/>
                </a:lnTo>
                <a:lnTo>
                  <a:pt x="8" y="179"/>
                </a:lnTo>
                <a:lnTo>
                  <a:pt x="8" y="147"/>
                </a:lnTo>
                <a:lnTo>
                  <a:pt x="29" y="165"/>
                </a:lnTo>
                <a:lnTo>
                  <a:pt x="29" y="125"/>
                </a:lnTo>
                <a:lnTo>
                  <a:pt x="8" y="107"/>
                </a:lnTo>
                <a:lnTo>
                  <a:pt x="8" y="74"/>
                </a:lnTo>
                <a:lnTo>
                  <a:pt x="29" y="93"/>
                </a:lnTo>
                <a:lnTo>
                  <a:pt x="29" y="58"/>
                </a:lnTo>
                <a:lnTo>
                  <a:pt x="8" y="40"/>
                </a:lnTo>
                <a:lnTo>
                  <a:pt x="8" y="8"/>
                </a:lnTo>
                <a:lnTo>
                  <a:pt x="29" y="26"/>
                </a:lnTo>
                <a:lnTo>
                  <a:pt x="74" y="26"/>
                </a:lnTo>
                <a:lnTo>
                  <a:pt x="53" y="8"/>
                </a:lnTo>
                <a:lnTo>
                  <a:pt x="85" y="8"/>
                </a:lnTo>
                <a:lnTo>
                  <a:pt x="106" y="26"/>
                </a:lnTo>
                <a:lnTo>
                  <a:pt x="144" y="26"/>
                </a:lnTo>
                <a:lnTo>
                  <a:pt x="125" y="8"/>
                </a:lnTo>
                <a:lnTo>
                  <a:pt x="157" y="8"/>
                </a:lnTo>
                <a:lnTo>
                  <a:pt x="176" y="26"/>
                </a:lnTo>
                <a:lnTo>
                  <a:pt x="221" y="26"/>
                </a:lnTo>
                <a:lnTo>
                  <a:pt x="200" y="8"/>
                </a:lnTo>
                <a:lnTo>
                  <a:pt x="232" y="8"/>
                </a:lnTo>
                <a:lnTo>
                  <a:pt x="253" y="26"/>
                </a:lnTo>
                <a:lnTo>
                  <a:pt x="291" y="26"/>
                </a:lnTo>
                <a:lnTo>
                  <a:pt x="269" y="8"/>
                </a:lnTo>
                <a:lnTo>
                  <a:pt x="301" y="8"/>
                </a:lnTo>
                <a:lnTo>
                  <a:pt x="320" y="26"/>
                </a:lnTo>
                <a:lnTo>
                  <a:pt x="320" y="58"/>
                </a:lnTo>
                <a:lnTo>
                  <a:pt x="301" y="37"/>
                </a:lnTo>
                <a:lnTo>
                  <a:pt x="301" y="74"/>
                </a:lnTo>
                <a:lnTo>
                  <a:pt x="320" y="96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6" name="Freeform 265"/>
          <p:cNvSpPr>
            <a:spLocks/>
          </p:cNvSpPr>
          <p:nvPr/>
        </p:nvSpPr>
        <p:spPr bwMode="auto">
          <a:xfrm>
            <a:off x="3556000" y="4518026"/>
            <a:ext cx="436563" cy="273050"/>
          </a:xfrm>
          <a:custGeom>
            <a:avLst/>
            <a:gdLst>
              <a:gd name="T0" fmla="*/ 275 w 275"/>
              <a:gd name="T1" fmla="*/ 0 h 172"/>
              <a:gd name="T2" fmla="*/ 265 w 275"/>
              <a:gd name="T3" fmla="*/ 0 h 172"/>
              <a:gd name="T4" fmla="*/ 227 w 275"/>
              <a:gd name="T5" fmla="*/ 0 h 172"/>
              <a:gd name="T6" fmla="*/ 195 w 275"/>
              <a:gd name="T7" fmla="*/ 0 h 172"/>
              <a:gd name="T8" fmla="*/ 150 w 275"/>
              <a:gd name="T9" fmla="*/ 0 h 172"/>
              <a:gd name="T10" fmla="*/ 118 w 275"/>
              <a:gd name="T11" fmla="*/ 0 h 172"/>
              <a:gd name="T12" fmla="*/ 80 w 275"/>
              <a:gd name="T13" fmla="*/ 0 h 172"/>
              <a:gd name="T14" fmla="*/ 48 w 275"/>
              <a:gd name="T15" fmla="*/ 0 h 172"/>
              <a:gd name="T16" fmla="*/ 3 w 275"/>
              <a:gd name="T17" fmla="*/ 0 h 172"/>
              <a:gd name="T18" fmla="*/ 0 w 275"/>
              <a:gd name="T19" fmla="*/ 0 h 172"/>
              <a:gd name="T20" fmla="*/ 0 w 275"/>
              <a:gd name="T21" fmla="*/ 32 h 172"/>
              <a:gd name="T22" fmla="*/ 3 w 275"/>
              <a:gd name="T23" fmla="*/ 32 h 172"/>
              <a:gd name="T24" fmla="*/ 3 w 275"/>
              <a:gd name="T25" fmla="*/ 67 h 172"/>
              <a:gd name="T26" fmla="*/ 0 w 275"/>
              <a:gd name="T27" fmla="*/ 67 h 172"/>
              <a:gd name="T28" fmla="*/ 0 w 275"/>
              <a:gd name="T29" fmla="*/ 99 h 172"/>
              <a:gd name="T30" fmla="*/ 3 w 275"/>
              <a:gd name="T31" fmla="*/ 99 h 172"/>
              <a:gd name="T32" fmla="*/ 3 w 275"/>
              <a:gd name="T33" fmla="*/ 139 h 172"/>
              <a:gd name="T34" fmla="*/ 0 w 275"/>
              <a:gd name="T35" fmla="*/ 139 h 172"/>
              <a:gd name="T36" fmla="*/ 0 w 275"/>
              <a:gd name="T37" fmla="*/ 172 h 172"/>
              <a:gd name="T38" fmla="*/ 3 w 275"/>
              <a:gd name="T39" fmla="*/ 172 h 172"/>
              <a:gd name="T40" fmla="*/ 275 w 275"/>
              <a:gd name="T41" fmla="*/ 172 h 172"/>
              <a:gd name="T42" fmla="*/ 275 w 275"/>
              <a:gd name="T43" fmla="*/ 158 h 172"/>
              <a:gd name="T44" fmla="*/ 275 w 275"/>
              <a:gd name="T45" fmla="*/ 126 h 172"/>
              <a:gd name="T46" fmla="*/ 275 w 275"/>
              <a:gd name="T47" fmla="*/ 81 h 172"/>
              <a:gd name="T48" fmla="*/ 275 w 275"/>
              <a:gd name="T49" fmla="*/ 48 h 172"/>
              <a:gd name="T50" fmla="*/ 275 w 275"/>
              <a:gd name="T51" fmla="*/ 11 h 172"/>
              <a:gd name="T52" fmla="*/ 275 w 275"/>
              <a:gd name="T53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75" h="172">
                <a:moveTo>
                  <a:pt x="275" y="0"/>
                </a:moveTo>
                <a:lnTo>
                  <a:pt x="265" y="0"/>
                </a:lnTo>
                <a:lnTo>
                  <a:pt x="227" y="0"/>
                </a:lnTo>
                <a:lnTo>
                  <a:pt x="195" y="0"/>
                </a:lnTo>
                <a:lnTo>
                  <a:pt x="150" y="0"/>
                </a:lnTo>
                <a:lnTo>
                  <a:pt x="118" y="0"/>
                </a:lnTo>
                <a:lnTo>
                  <a:pt x="80" y="0"/>
                </a:lnTo>
                <a:lnTo>
                  <a:pt x="48" y="0"/>
                </a:lnTo>
                <a:lnTo>
                  <a:pt x="3" y="0"/>
                </a:lnTo>
                <a:lnTo>
                  <a:pt x="0" y="0"/>
                </a:lnTo>
                <a:lnTo>
                  <a:pt x="0" y="32"/>
                </a:lnTo>
                <a:lnTo>
                  <a:pt x="3" y="32"/>
                </a:lnTo>
                <a:lnTo>
                  <a:pt x="3" y="67"/>
                </a:lnTo>
                <a:lnTo>
                  <a:pt x="0" y="67"/>
                </a:lnTo>
                <a:lnTo>
                  <a:pt x="0" y="99"/>
                </a:lnTo>
                <a:lnTo>
                  <a:pt x="3" y="99"/>
                </a:lnTo>
                <a:lnTo>
                  <a:pt x="3" y="139"/>
                </a:lnTo>
                <a:lnTo>
                  <a:pt x="0" y="139"/>
                </a:lnTo>
                <a:lnTo>
                  <a:pt x="0" y="172"/>
                </a:lnTo>
                <a:lnTo>
                  <a:pt x="3" y="172"/>
                </a:lnTo>
                <a:lnTo>
                  <a:pt x="275" y="172"/>
                </a:lnTo>
                <a:lnTo>
                  <a:pt x="275" y="158"/>
                </a:lnTo>
                <a:lnTo>
                  <a:pt x="275" y="126"/>
                </a:lnTo>
                <a:lnTo>
                  <a:pt x="275" y="81"/>
                </a:lnTo>
                <a:lnTo>
                  <a:pt x="275" y="48"/>
                </a:lnTo>
                <a:lnTo>
                  <a:pt x="275" y="11"/>
                </a:lnTo>
                <a:lnTo>
                  <a:pt x="2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7" name="Freeform 266"/>
          <p:cNvSpPr>
            <a:spLocks/>
          </p:cNvSpPr>
          <p:nvPr/>
        </p:nvSpPr>
        <p:spPr bwMode="auto">
          <a:xfrm>
            <a:off x="3556000" y="4518026"/>
            <a:ext cx="436563" cy="273050"/>
          </a:xfrm>
          <a:custGeom>
            <a:avLst/>
            <a:gdLst>
              <a:gd name="T0" fmla="*/ 275 w 275"/>
              <a:gd name="T1" fmla="*/ 0 h 172"/>
              <a:gd name="T2" fmla="*/ 265 w 275"/>
              <a:gd name="T3" fmla="*/ 0 h 172"/>
              <a:gd name="T4" fmla="*/ 227 w 275"/>
              <a:gd name="T5" fmla="*/ 0 h 172"/>
              <a:gd name="T6" fmla="*/ 195 w 275"/>
              <a:gd name="T7" fmla="*/ 0 h 172"/>
              <a:gd name="T8" fmla="*/ 150 w 275"/>
              <a:gd name="T9" fmla="*/ 0 h 172"/>
              <a:gd name="T10" fmla="*/ 118 w 275"/>
              <a:gd name="T11" fmla="*/ 0 h 172"/>
              <a:gd name="T12" fmla="*/ 80 w 275"/>
              <a:gd name="T13" fmla="*/ 0 h 172"/>
              <a:gd name="T14" fmla="*/ 48 w 275"/>
              <a:gd name="T15" fmla="*/ 0 h 172"/>
              <a:gd name="T16" fmla="*/ 3 w 275"/>
              <a:gd name="T17" fmla="*/ 0 h 172"/>
              <a:gd name="T18" fmla="*/ 0 w 275"/>
              <a:gd name="T19" fmla="*/ 0 h 172"/>
              <a:gd name="T20" fmla="*/ 0 w 275"/>
              <a:gd name="T21" fmla="*/ 32 h 172"/>
              <a:gd name="T22" fmla="*/ 3 w 275"/>
              <a:gd name="T23" fmla="*/ 32 h 172"/>
              <a:gd name="T24" fmla="*/ 3 w 275"/>
              <a:gd name="T25" fmla="*/ 67 h 172"/>
              <a:gd name="T26" fmla="*/ 0 w 275"/>
              <a:gd name="T27" fmla="*/ 67 h 172"/>
              <a:gd name="T28" fmla="*/ 0 w 275"/>
              <a:gd name="T29" fmla="*/ 99 h 172"/>
              <a:gd name="T30" fmla="*/ 3 w 275"/>
              <a:gd name="T31" fmla="*/ 99 h 172"/>
              <a:gd name="T32" fmla="*/ 3 w 275"/>
              <a:gd name="T33" fmla="*/ 139 h 172"/>
              <a:gd name="T34" fmla="*/ 0 w 275"/>
              <a:gd name="T35" fmla="*/ 139 h 172"/>
              <a:gd name="T36" fmla="*/ 0 w 275"/>
              <a:gd name="T37" fmla="*/ 172 h 172"/>
              <a:gd name="T38" fmla="*/ 3 w 275"/>
              <a:gd name="T39" fmla="*/ 172 h 172"/>
              <a:gd name="T40" fmla="*/ 275 w 275"/>
              <a:gd name="T41" fmla="*/ 172 h 172"/>
              <a:gd name="T42" fmla="*/ 275 w 275"/>
              <a:gd name="T43" fmla="*/ 158 h 172"/>
              <a:gd name="T44" fmla="*/ 275 w 275"/>
              <a:gd name="T45" fmla="*/ 126 h 172"/>
              <a:gd name="T46" fmla="*/ 275 w 275"/>
              <a:gd name="T47" fmla="*/ 81 h 172"/>
              <a:gd name="T48" fmla="*/ 275 w 275"/>
              <a:gd name="T49" fmla="*/ 48 h 172"/>
              <a:gd name="T50" fmla="*/ 275 w 275"/>
              <a:gd name="T51" fmla="*/ 11 h 172"/>
              <a:gd name="T52" fmla="*/ 275 w 275"/>
              <a:gd name="T53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75" h="172">
                <a:moveTo>
                  <a:pt x="275" y="0"/>
                </a:moveTo>
                <a:lnTo>
                  <a:pt x="265" y="0"/>
                </a:lnTo>
                <a:lnTo>
                  <a:pt x="227" y="0"/>
                </a:lnTo>
                <a:lnTo>
                  <a:pt x="195" y="0"/>
                </a:lnTo>
                <a:lnTo>
                  <a:pt x="150" y="0"/>
                </a:lnTo>
                <a:lnTo>
                  <a:pt x="118" y="0"/>
                </a:lnTo>
                <a:lnTo>
                  <a:pt x="80" y="0"/>
                </a:lnTo>
                <a:lnTo>
                  <a:pt x="48" y="0"/>
                </a:lnTo>
                <a:lnTo>
                  <a:pt x="3" y="0"/>
                </a:lnTo>
                <a:lnTo>
                  <a:pt x="0" y="0"/>
                </a:lnTo>
                <a:lnTo>
                  <a:pt x="0" y="32"/>
                </a:lnTo>
                <a:lnTo>
                  <a:pt x="3" y="32"/>
                </a:lnTo>
                <a:lnTo>
                  <a:pt x="3" y="67"/>
                </a:lnTo>
                <a:lnTo>
                  <a:pt x="0" y="67"/>
                </a:lnTo>
                <a:lnTo>
                  <a:pt x="0" y="99"/>
                </a:lnTo>
                <a:lnTo>
                  <a:pt x="3" y="99"/>
                </a:lnTo>
                <a:lnTo>
                  <a:pt x="3" y="139"/>
                </a:lnTo>
                <a:lnTo>
                  <a:pt x="0" y="139"/>
                </a:lnTo>
                <a:lnTo>
                  <a:pt x="0" y="172"/>
                </a:lnTo>
                <a:lnTo>
                  <a:pt x="3" y="172"/>
                </a:lnTo>
                <a:lnTo>
                  <a:pt x="275" y="172"/>
                </a:lnTo>
                <a:lnTo>
                  <a:pt x="275" y="158"/>
                </a:lnTo>
                <a:lnTo>
                  <a:pt x="275" y="126"/>
                </a:lnTo>
                <a:lnTo>
                  <a:pt x="275" y="81"/>
                </a:lnTo>
                <a:lnTo>
                  <a:pt x="275" y="48"/>
                </a:lnTo>
                <a:lnTo>
                  <a:pt x="275" y="11"/>
                </a:lnTo>
                <a:lnTo>
                  <a:pt x="27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8" name="Freeform 267"/>
          <p:cNvSpPr>
            <a:spLocks noEditPoints="1"/>
          </p:cNvSpPr>
          <p:nvPr/>
        </p:nvSpPr>
        <p:spPr bwMode="auto">
          <a:xfrm>
            <a:off x="3556000" y="4518026"/>
            <a:ext cx="436563" cy="273050"/>
          </a:xfrm>
          <a:custGeom>
            <a:avLst/>
            <a:gdLst>
              <a:gd name="T0" fmla="*/ 0 w 275"/>
              <a:gd name="T1" fmla="*/ 172 h 172"/>
              <a:gd name="T2" fmla="*/ 0 w 275"/>
              <a:gd name="T3" fmla="*/ 172 h 172"/>
              <a:gd name="T4" fmla="*/ 3 w 275"/>
              <a:gd name="T5" fmla="*/ 172 h 172"/>
              <a:gd name="T6" fmla="*/ 0 w 275"/>
              <a:gd name="T7" fmla="*/ 172 h 172"/>
              <a:gd name="T8" fmla="*/ 275 w 275"/>
              <a:gd name="T9" fmla="*/ 158 h 172"/>
              <a:gd name="T10" fmla="*/ 275 w 275"/>
              <a:gd name="T11" fmla="*/ 172 h 172"/>
              <a:gd name="T12" fmla="*/ 275 w 275"/>
              <a:gd name="T13" fmla="*/ 158 h 172"/>
              <a:gd name="T14" fmla="*/ 0 w 275"/>
              <a:gd name="T15" fmla="*/ 99 h 172"/>
              <a:gd name="T16" fmla="*/ 0 w 275"/>
              <a:gd name="T17" fmla="*/ 139 h 172"/>
              <a:gd name="T18" fmla="*/ 3 w 275"/>
              <a:gd name="T19" fmla="*/ 139 h 172"/>
              <a:gd name="T20" fmla="*/ 3 w 275"/>
              <a:gd name="T21" fmla="*/ 99 h 172"/>
              <a:gd name="T22" fmla="*/ 0 w 275"/>
              <a:gd name="T23" fmla="*/ 99 h 172"/>
              <a:gd name="T24" fmla="*/ 275 w 275"/>
              <a:gd name="T25" fmla="*/ 81 h 172"/>
              <a:gd name="T26" fmla="*/ 275 w 275"/>
              <a:gd name="T27" fmla="*/ 126 h 172"/>
              <a:gd name="T28" fmla="*/ 275 w 275"/>
              <a:gd name="T29" fmla="*/ 81 h 172"/>
              <a:gd name="T30" fmla="*/ 0 w 275"/>
              <a:gd name="T31" fmla="*/ 32 h 172"/>
              <a:gd name="T32" fmla="*/ 0 w 275"/>
              <a:gd name="T33" fmla="*/ 67 h 172"/>
              <a:gd name="T34" fmla="*/ 3 w 275"/>
              <a:gd name="T35" fmla="*/ 67 h 172"/>
              <a:gd name="T36" fmla="*/ 3 w 275"/>
              <a:gd name="T37" fmla="*/ 32 h 172"/>
              <a:gd name="T38" fmla="*/ 0 w 275"/>
              <a:gd name="T39" fmla="*/ 32 h 172"/>
              <a:gd name="T40" fmla="*/ 275 w 275"/>
              <a:gd name="T41" fmla="*/ 11 h 172"/>
              <a:gd name="T42" fmla="*/ 275 w 275"/>
              <a:gd name="T43" fmla="*/ 48 h 172"/>
              <a:gd name="T44" fmla="*/ 275 w 275"/>
              <a:gd name="T45" fmla="*/ 11 h 172"/>
              <a:gd name="T46" fmla="*/ 48 w 275"/>
              <a:gd name="T47" fmla="*/ 0 h 172"/>
              <a:gd name="T48" fmla="*/ 3 w 275"/>
              <a:gd name="T49" fmla="*/ 0 h 172"/>
              <a:gd name="T50" fmla="*/ 48 w 275"/>
              <a:gd name="T51" fmla="*/ 0 h 172"/>
              <a:gd name="T52" fmla="*/ 118 w 275"/>
              <a:gd name="T53" fmla="*/ 0 h 172"/>
              <a:gd name="T54" fmla="*/ 80 w 275"/>
              <a:gd name="T55" fmla="*/ 0 h 172"/>
              <a:gd name="T56" fmla="*/ 118 w 275"/>
              <a:gd name="T57" fmla="*/ 0 h 172"/>
              <a:gd name="T58" fmla="*/ 195 w 275"/>
              <a:gd name="T59" fmla="*/ 0 h 172"/>
              <a:gd name="T60" fmla="*/ 150 w 275"/>
              <a:gd name="T61" fmla="*/ 0 h 172"/>
              <a:gd name="T62" fmla="*/ 195 w 275"/>
              <a:gd name="T63" fmla="*/ 0 h 172"/>
              <a:gd name="T64" fmla="*/ 265 w 275"/>
              <a:gd name="T65" fmla="*/ 0 h 172"/>
              <a:gd name="T66" fmla="*/ 227 w 275"/>
              <a:gd name="T67" fmla="*/ 0 h 172"/>
              <a:gd name="T68" fmla="*/ 265 w 275"/>
              <a:gd name="T69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172">
                <a:moveTo>
                  <a:pt x="0" y="172"/>
                </a:moveTo>
                <a:lnTo>
                  <a:pt x="0" y="172"/>
                </a:lnTo>
                <a:lnTo>
                  <a:pt x="3" y="172"/>
                </a:lnTo>
                <a:lnTo>
                  <a:pt x="0" y="172"/>
                </a:lnTo>
                <a:close/>
                <a:moveTo>
                  <a:pt x="275" y="158"/>
                </a:moveTo>
                <a:lnTo>
                  <a:pt x="275" y="172"/>
                </a:lnTo>
                <a:lnTo>
                  <a:pt x="275" y="158"/>
                </a:lnTo>
                <a:close/>
                <a:moveTo>
                  <a:pt x="0" y="99"/>
                </a:moveTo>
                <a:lnTo>
                  <a:pt x="0" y="139"/>
                </a:lnTo>
                <a:lnTo>
                  <a:pt x="3" y="139"/>
                </a:lnTo>
                <a:lnTo>
                  <a:pt x="3" y="99"/>
                </a:lnTo>
                <a:lnTo>
                  <a:pt x="0" y="99"/>
                </a:lnTo>
                <a:close/>
                <a:moveTo>
                  <a:pt x="275" y="81"/>
                </a:moveTo>
                <a:lnTo>
                  <a:pt x="275" y="126"/>
                </a:lnTo>
                <a:lnTo>
                  <a:pt x="275" y="81"/>
                </a:lnTo>
                <a:close/>
                <a:moveTo>
                  <a:pt x="0" y="32"/>
                </a:moveTo>
                <a:lnTo>
                  <a:pt x="0" y="67"/>
                </a:lnTo>
                <a:lnTo>
                  <a:pt x="3" y="67"/>
                </a:lnTo>
                <a:lnTo>
                  <a:pt x="3" y="32"/>
                </a:lnTo>
                <a:lnTo>
                  <a:pt x="0" y="32"/>
                </a:lnTo>
                <a:close/>
                <a:moveTo>
                  <a:pt x="275" y="11"/>
                </a:moveTo>
                <a:lnTo>
                  <a:pt x="275" y="48"/>
                </a:lnTo>
                <a:lnTo>
                  <a:pt x="275" y="11"/>
                </a:lnTo>
                <a:close/>
                <a:moveTo>
                  <a:pt x="48" y="0"/>
                </a:moveTo>
                <a:lnTo>
                  <a:pt x="3" y="0"/>
                </a:lnTo>
                <a:lnTo>
                  <a:pt x="48" y="0"/>
                </a:lnTo>
                <a:close/>
                <a:moveTo>
                  <a:pt x="118" y="0"/>
                </a:moveTo>
                <a:lnTo>
                  <a:pt x="80" y="0"/>
                </a:lnTo>
                <a:lnTo>
                  <a:pt x="118" y="0"/>
                </a:lnTo>
                <a:close/>
                <a:moveTo>
                  <a:pt x="195" y="0"/>
                </a:moveTo>
                <a:lnTo>
                  <a:pt x="150" y="0"/>
                </a:lnTo>
                <a:lnTo>
                  <a:pt x="195" y="0"/>
                </a:lnTo>
                <a:close/>
                <a:moveTo>
                  <a:pt x="265" y="0"/>
                </a:moveTo>
                <a:lnTo>
                  <a:pt x="227" y="0"/>
                </a:lnTo>
                <a:lnTo>
                  <a:pt x="26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9" name="Freeform 268"/>
          <p:cNvSpPr>
            <a:spLocks noEditPoints="1"/>
          </p:cNvSpPr>
          <p:nvPr/>
        </p:nvSpPr>
        <p:spPr bwMode="auto">
          <a:xfrm>
            <a:off x="3556000" y="4518026"/>
            <a:ext cx="436563" cy="273050"/>
          </a:xfrm>
          <a:custGeom>
            <a:avLst/>
            <a:gdLst>
              <a:gd name="T0" fmla="*/ 0 w 275"/>
              <a:gd name="T1" fmla="*/ 172 h 172"/>
              <a:gd name="T2" fmla="*/ 0 w 275"/>
              <a:gd name="T3" fmla="*/ 172 h 172"/>
              <a:gd name="T4" fmla="*/ 3 w 275"/>
              <a:gd name="T5" fmla="*/ 172 h 172"/>
              <a:gd name="T6" fmla="*/ 0 w 275"/>
              <a:gd name="T7" fmla="*/ 172 h 172"/>
              <a:gd name="T8" fmla="*/ 275 w 275"/>
              <a:gd name="T9" fmla="*/ 158 h 172"/>
              <a:gd name="T10" fmla="*/ 275 w 275"/>
              <a:gd name="T11" fmla="*/ 172 h 172"/>
              <a:gd name="T12" fmla="*/ 275 w 275"/>
              <a:gd name="T13" fmla="*/ 158 h 172"/>
              <a:gd name="T14" fmla="*/ 0 w 275"/>
              <a:gd name="T15" fmla="*/ 99 h 172"/>
              <a:gd name="T16" fmla="*/ 0 w 275"/>
              <a:gd name="T17" fmla="*/ 139 h 172"/>
              <a:gd name="T18" fmla="*/ 3 w 275"/>
              <a:gd name="T19" fmla="*/ 139 h 172"/>
              <a:gd name="T20" fmla="*/ 3 w 275"/>
              <a:gd name="T21" fmla="*/ 99 h 172"/>
              <a:gd name="T22" fmla="*/ 0 w 275"/>
              <a:gd name="T23" fmla="*/ 99 h 172"/>
              <a:gd name="T24" fmla="*/ 275 w 275"/>
              <a:gd name="T25" fmla="*/ 81 h 172"/>
              <a:gd name="T26" fmla="*/ 275 w 275"/>
              <a:gd name="T27" fmla="*/ 126 h 172"/>
              <a:gd name="T28" fmla="*/ 275 w 275"/>
              <a:gd name="T29" fmla="*/ 81 h 172"/>
              <a:gd name="T30" fmla="*/ 0 w 275"/>
              <a:gd name="T31" fmla="*/ 32 h 172"/>
              <a:gd name="T32" fmla="*/ 0 w 275"/>
              <a:gd name="T33" fmla="*/ 67 h 172"/>
              <a:gd name="T34" fmla="*/ 3 w 275"/>
              <a:gd name="T35" fmla="*/ 67 h 172"/>
              <a:gd name="T36" fmla="*/ 3 w 275"/>
              <a:gd name="T37" fmla="*/ 32 h 172"/>
              <a:gd name="T38" fmla="*/ 0 w 275"/>
              <a:gd name="T39" fmla="*/ 32 h 172"/>
              <a:gd name="T40" fmla="*/ 275 w 275"/>
              <a:gd name="T41" fmla="*/ 11 h 172"/>
              <a:gd name="T42" fmla="*/ 275 w 275"/>
              <a:gd name="T43" fmla="*/ 48 h 172"/>
              <a:gd name="T44" fmla="*/ 275 w 275"/>
              <a:gd name="T45" fmla="*/ 11 h 172"/>
              <a:gd name="T46" fmla="*/ 48 w 275"/>
              <a:gd name="T47" fmla="*/ 0 h 172"/>
              <a:gd name="T48" fmla="*/ 3 w 275"/>
              <a:gd name="T49" fmla="*/ 0 h 172"/>
              <a:gd name="T50" fmla="*/ 48 w 275"/>
              <a:gd name="T51" fmla="*/ 0 h 172"/>
              <a:gd name="T52" fmla="*/ 118 w 275"/>
              <a:gd name="T53" fmla="*/ 0 h 172"/>
              <a:gd name="T54" fmla="*/ 80 w 275"/>
              <a:gd name="T55" fmla="*/ 0 h 172"/>
              <a:gd name="T56" fmla="*/ 118 w 275"/>
              <a:gd name="T57" fmla="*/ 0 h 172"/>
              <a:gd name="T58" fmla="*/ 195 w 275"/>
              <a:gd name="T59" fmla="*/ 0 h 172"/>
              <a:gd name="T60" fmla="*/ 150 w 275"/>
              <a:gd name="T61" fmla="*/ 0 h 172"/>
              <a:gd name="T62" fmla="*/ 195 w 275"/>
              <a:gd name="T63" fmla="*/ 0 h 172"/>
              <a:gd name="T64" fmla="*/ 265 w 275"/>
              <a:gd name="T65" fmla="*/ 0 h 172"/>
              <a:gd name="T66" fmla="*/ 227 w 275"/>
              <a:gd name="T67" fmla="*/ 0 h 172"/>
              <a:gd name="T68" fmla="*/ 265 w 275"/>
              <a:gd name="T69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172">
                <a:moveTo>
                  <a:pt x="0" y="172"/>
                </a:moveTo>
                <a:lnTo>
                  <a:pt x="0" y="172"/>
                </a:lnTo>
                <a:lnTo>
                  <a:pt x="3" y="172"/>
                </a:lnTo>
                <a:lnTo>
                  <a:pt x="0" y="172"/>
                </a:lnTo>
                <a:moveTo>
                  <a:pt x="275" y="158"/>
                </a:moveTo>
                <a:lnTo>
                  <a:pt x="275" y="172"/>
                </a:lnTo>
                <a:lnTo>
                  <a:pt x="275" y="158"/>
                </a:lnTo>
                <a:moveTo>
                  <a:pt x="0" y="99"/>
                </a:moveTo>
                <a:lnTo>
                  <a:pt x="0" y="139"/>
                </a:lnTo>
                <a:lnTo>
                  <a:pt x="3" y="139"/>
                </a:lnTo>
                <a:lnTo>
                  <a:pt x="3" y="99"/>
                </a:lnTo>
                <a:lnTo>
                  <a:pt x="0" y="99"/>
                </a:lnTo>
                <a:moveTo>
                  <a:pt x="275" y="81"/>
                </a:moveTo>
                <a:lnTo>
                  <a:pt x="275" y="126"/>
                </a:lnTo>
                <a:lnTo>
                  <a:pt x="275" y="81"/>
                </a:lnTo>
                <a:moveTo>
                  <a:pt x="0" y="32"/>
                </a:moveTo>
                <a:lnTo>
                  <a:pt x="0" y="67"/>
                </a:lnTo>
                <a:lnTo>
                  <a:pt x="3" y="67"/>
                </a:lnTo>
                <a:lnTo>
                  <a:pt x="3" y="32"/>
                </a:lnTo>
                <a:lnTo>
                  <a:pt x="0" y="32"/>
                </a:lnTo>
                <a:moveTo>
                  <a:pt x="275" y="11"/>
                </a:moveTo>
                <a:lnTo>
                  <a:pt x="275" y="48"/>
                </a:lnTo>
                <a:lnTo>
                  <a:pt x="275" y="11"/>
                </a:lnTo>
                <a:moveTo>
                  <a:pt x="48" y="0"/>
                </a:moveTo>
                <a:lnTo>
                  <a:pt x="3" y="0"/>
                </a:lnTo>
                <a:lnTo>
                  <a:pt x="48" y="0"/>
                </a:lnTo>
                <a:moveTo>
                  <a:pt x="118" y="0"/>
                </a:moveTo>
                <a:lnTo>
                  <a:pt x="80" y="0"/>
                </a:lnTo>
                <a:lnTo>
                  <a:pt x="118" y="0"/>
                </a:lnTo>
                <a:moveTo>
                  <a:pt x="195" y="0"/>
                </a:moveTo>
                <a:lnTo>
                  <a:pt x="150" y="0"/>
                </a:lnTo>
                <a:lnTo>
                  <a:pt x="195" y="0"/>
                </a:lnTo>
                <a:moveTo>
                  <a:pt x="265" y="0"/>
                </a:moveTo>
                <a:lnTo>
                  <a:pt x="227" y="0"/>
                </a:lnTo>
                <a:lnTo>
                  <a:pt x="26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0" name="Freeform 269"/>
          <p:cNvSpPr>
            <a:spLocks noEditPoints="1"/>
          </p:cNvSpPr>
          <p:nvPr/>
        </p:nvSpPr>
        <p:spPr bwMode="auto">
          <a:xfrm>
            <a:off x="5040313" y="4565651"/>
            <a:ext cx="484188" cy="144463"/>
          </a:xfrm>
          <a:custGeom>
            <a:avLst/>
            <a:gdLst>
              <a:gd name="T0" fmla="*/ 305 w 305"/>
              <a:gd name="T1" fmla="*/ 0 h 91"/>
              <a:gd name="T2" fmla="*/ 0 w 305"/>
              <a:gd name="T3" fmla="*/ 0 h 91"/>
              <a:gd name="T4" fmla="*/ 0 w 305"/>
              <a:gd name="T5" fmla="*/ 91 h 91"/>
              <a:gd name="T6" fmla="*/ 305 w 305"/>
              <a:gd name="T7" fmla="*/ 91 h 91"/>
              <a:gd name="T8" fmla="*/ 305 w 305"/>
              <a:gd name="T9" fmla="*/ 0 h 91"/>
              <a:gd name="T10" fmla="*/ 51 w 305"/>
              <a:gd name="T11" fmla="*/ 45 h 91"/>
              <a:gd name="T12" fmla="*/ 8 w 305"/>
              <a:gd name="T13" fmla="*/ 5 h 91"/>
              <a:gd name="T14" fmla="*/ 46 w 305"/>
              <a:gd name="T15" fmla="*/ 5 h 91"/>
              <a:gd name="T16" fmla="*/ 88 w 305"/>
              <a:gd name="T17" fmla="*/ 45 h 91"/>
              <a:gd name="T18" fmla="*/ 46 w 305"/>
              <a:gd name="T19" fmla="*/ 88 h 91"/>
              <a:gd name="T20" fmla="*/ 8 w 305"/>
              <a:gd name="T21" fmla="*/ 88 h 91"/>
              <a:gd name="T22" fmla="*/ 51 w 305"/>
              <a:gd name="T23" fmla="*/ 45 h 91"/>
              <a:gd name="T24" fmla="*/ 121 w 305"/>
              <a:gd name="T25" fmla="*/ 45 h 91"/>
              <a:gd name="T26" fmla="*/ 78 w 305"/>
              <a:gd name="T27" fmla="*/ 5 h 91"/>
              <a:gd name="T28" fmla="*/ 115 w 305"/>
              <a:gd name="T29" fmla="*/ 5 h 91"/>
              <a:gd name="T30" fmla="*/ 158 w 305"/>
              <a:gd name="T31" fmla="*/ 45 h 91"/>
              <a:gd name="T32" fmla="*/ 115 w 305"/>
              <a:gd name="T33" fmla="*/ 88 h 91"/>
              <a:gd name="T34" fmla="*/ 78 w 305"/>
              <a:gd name="T35" fmla="*/ 88 h 91"/>
              <a:gd name="T36" fmla="*/ 121 w 305"/>
              <a:gd name="T37" fmla="*/ 45 h 91"/>
              <a:gd name="T38" fmla="*/ 195 w 305"/>
              <a:gd name="T39" fmla="*/ 45 h 91"/>
              <a:gd name="T40" fmla="*/ 153 w 305"/>
              <a:gd name="T41" fmla="*/ 5 h 91"/>
              <a:gd name="T42" fmla="*/ 190 w 305"/>
              <a:gd name="T43" fmla="*/ 5 h 91"/>
              <a:gd name="T44" fmla="*/ 233 w 305"/>
              <a:gd name="T45" fmla="*/ 45 h 91"/>
              <a:gd name="T46" fmla="*/ 190 w 305"/>
              <a:gd name="T47" fmla="*/ 88 h 91"/>
              <a:gd name="T48" fmla="*/ 153 w 305"/>
              <a:gd name="T49" fmla="*/ 88 h 91"/>
              <a:gd name="T50" fmla="*/ 195 w 305"/>
              <a:gd name="T51" fmla="*/ 45 h 91"/>
              <a:gd name="T52" fmla="*/ 262 w 305"/>
              <a:gd name="T53" fmla="*/ 45 h 91"/>
              <a:gd name="T54" fmla="*/ 219 w 305"/>
              <a:gd name="T55" fmla="*/ 5 h 91"/>
              <a:gd name="T56" fmla="*/ 257 w 305"/>
              <a:gd name="T57" fmla="*/ 5 h 91"/>
              <a:gd name="T58" fmla="*/ 299 w 305"/>
              <a:gd name="T59" fmla="*/ 45 h 91"/>
              <a:gd name="T60" fmla="*/ 257 w 305"/>
              <a:gd name="T61" fmla="*/ 88 h 91"/>
              <a:gd name="T62" fmla="*/ 219 w 305"/>
              <a:gd name="T63" fmla="*/ 88 h 91"/>
              <a:gd name="T64" fmla="*/ 262 w 305"/>
              <a:gd name="T65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5" h="91">
                <a:moveTo>
                  <a:pt x="305" y="0"/>
                </a:moveTo>
                <a:lnTo>
                  <a:pt x="0" y="0"/>
                </a:lnTo>
                <a:lnTo>
                  <a:pt x="0" y="91"/>
                </a:lnTo>
                <a:lnTo>
                  <a:pt x="305" y="91"/>
                </a:lnTo>
                <a:lnTo>
                  <a:pt x="305" y="0"/>
                </a:lnTo>
                <a:close/>
                <a:moveTo>
                  <a:pt x="51" y="45"/>
                </a:moveTo>
                <a:lnTo>
                  <a:pt x="8" y="5"/>
                </a:lnTo>
                <a:lnTo>
                  <a:pt x="46" y="5"/>
                </a:lnTo>
                <a:lnTo>
                  <a:pt x="88" y="45"/>
                </a:lnTo>
                <a:lnTo>
                  <a:pt x="46" y="88"/>
                </a:lnTo>
                <a:lnTo>
                  <a:pt x="8" y="88"/>
                </a:lnTo>
                <a:lnTo>
                  <a:pt x="51" y="45"/>
                </a:lnTo>
                <a:close/>
                <a:moveTo>
                  <a:pt x="121" y="45"/>
                </a:moveTo>
                <a:lnTo>
                  <a:pt x="78" y="5"/>
                </a:lnTo>
                <a:lnTo>
                  <a:pt x="115" y="5"/>
                </a:lnTo>
                <a:lnTo>
                  <a:pt x="158" y="45"/>
                </a:lnTo>
                <a:lnTo>
                  <a:pt x="115" y="88"/>
                </a:lnTo>
                <a:lnTo>
                  <a:pt x="78" y="88"/>
                </a:lnTo>
                <a:lnTo>
                  <a:pt x="121" y="45"/>
                </a:lnTo>
                <a:close/>
                <a:moveTo>
                  <a:pt x="195" y="45"/>
                </a:moveTo>
                <a:lnTo>
                  <a:pt x="153" y="5"/>
                </a:lnTo>
                <a:lnTo>
                  <a:pt x="190" y="5"/>
                </a:lnTo>
                <a:lnTo>
                  <a:pt x="233" y="45"/>
                </a:lnTo>
                <a:lnTo>
                  <a:pt x="190" y="88"/>
                </a:lnTo>
                <a:lnTo>
                  <a:pt x="153" y="88"/>
                </a:lnTo>
                <a:lnTo>
                  <a:pt x="195" y="45"/>
                </a:lnTo>
                <a:close/>
                <a:moveTo>
                  <a:pt x="262" y="45"/>
                </a:moveTo>
                <a:lnTo>
                  <a:pt x="219" y="5"/>
                </a:lnTo>
                <a:lnTo>
                  <a:pt x="257" y="5"/>
                </a:lnTo>
                <a:lnTo>
                  <a:pt x="299" y="45"/>
                </a:lnTo>
                <a:lnTo>
                  <a:pt x="257" y="88"/>
                </a:lnTo>
                <a:lnTo>
                  <a:pt x="219" y="88"/>
                </a:lnTo>
                <a:lnTo>
                  <a:pt x="262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1" name="Freeform 270"/>
          <p:cNvSpPr>
            <a:spLocks noEditPoints="1"/>
          </p:cNvSpPr>
          <p:nvPr/>
        </p:nvSpPr>
        <p:spPr bwMode="auto">
          <a:xfrm>
            <a:off x="4316413" y="4552951"/>
            <a:ext cx="515938" cy="185738"/>
          </a:xfrm>
          <a:custGeom>
            <a:avLst/>
            <a:gdLst>
              <a:gd name="T0" fmla="*/ 240 w 325"/>
              <a:gd name="T1" fmla="*/ 0 h 117"/>
              <a:gd name="T2" fmla="*/ 0 w 325"/>
              <a:gd name="T3" fmla="*/ 0 h 117"/>
              <a:gd name="T4" fmla="*/ 0 w 325"/>
              <a:gd name="T5" fmla="*/ 117 h 117"/>
              <a:gd name="T6" fmla="*/ 240 w 325"/>
              <a:gd name="T7" fmla="*/ 117 h 117"/>
              <a:gd name="T8" fmla="*/ 325 w 325"/>
              <a:gd name="T9" fmla="*/ 56 h 117"/>
              <a:gd name="T10" fmla="*/ 240 w 325"/>
              <a:gd name="T11" fmla="*/ 0 h 117"/>
              <a:gd name="T12" fmla="*/ 56 w 325"/>
              <a:gd name="T13" fmla="*/ 59 h 117"/>
              <a:gd name="T14" fmla="*/ 8 w 325"/>
              <a:gd name="T15" fmla="*/ 107 h 117"/>
              <a:gd name="T16" fmla="*/ 8 w 325"/>
              <a:gd name="T17" fmla="*/ 8 h 117"/>
              <a:gd name="T18" fmla="*/ 56 w 325"/>
              <a:gd name="T19" fmla="*/ 59 h 117"/>
              <a:gd name="T20" fmla="*/ 101 w 325"/>
              <a:gd name="T21" fmla="*/ 59 h 117"/>
              <a:gd name="T22" fmla="*/ 53 w 325"/>
              <a:gd name="T23" fmla="*/ 5 h 117"/>
              <a:gd name="T24" fmla="*/ 93 w 325"/>
              <a:gd name="T25" fmla="*/ 5 h 117"/>
              <a:gd name="T26" fmla="*/ 141 w 325"/>
              <a:gd name="T27" fmla="*/ 59 h 117"/>
              <a:gd name="T28" fmla="*/ 90 w 325"/>
              <a:gd name="T29" fmla="*/ 109 h 117"/>
              <a:gd name="T30" fmla="*/ 50 w 325"/>
              <a:gd name="T31" fmla="*/ 109 h 117"/>
              <a:gd name="T32" fmla="*/ 101 w 325"/>
              <a:gd name="T33" fmla="*/ 59 h 117"/>
              <a:gd name="T34" fmla="*/ 187 w 325"/>
              <a:gd name="T35" fmla="*/ 59 h 117"/>
              <a:gd name="T36" fmla="*/ 138 w 325"/>
              <a:gd name="T37" fmla="*/ 5 h 117"/>
              <a:gd name="T38" fmla="*/ 184 w 325"/>
              <a:gd name="T39" fmla="*/ 5 h 117"/>
              <a:gd name="T40" fmla="*/ 232 w 325"/>
              <a:gd name="T41" fmla="*/ 59 h 117"/>
              <a:gd name="T42" fmla="*/ 184 w 325"/>
              <a:gd name="T43" fmla="*/ 109 h 117"/>
              <a:gd name="T44" fmla="*/ 138 w 325"/>
              <a:gd name="T45" fmla="*/ 109 h 117"/>
              <a:gd name="T46" fmla="*/ 187 w 325"/>
              <a:gd name="T47" fmla="*/ 5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5" h="117">
                <a:moveTo>
                  <a:pt x="240" y="0"/>
                </a:moveTo>
                <a:lnTo>
                  <a:pt x="0" y="0"/>
                </a:lnTo>
                <a:lnTo>
                  <a:pt x="0" y="117"/>
                </a:lnTo>
                <a:lnTo>
                  <a:pt x="240" y="117"/>
                </a:lnTo>
                <a:lnTo>
                  <a:pt x="325" y="56"/>
                </a:lnTo>
                <a:lnTo>
                  <a:pt x="240" y="0"/>
                </a:lnTo>
                <a:close/>
                <a:moveTo>
                  <a:pt x="56" y="59"/>
                </a:moveTo>
                <a:lnTo>
                  <a:pt x="8" y="107"/>
                </a:lnTo>
                <a:lnTo>
                  <a:pt x="8" y="8"/>
                </a:lnTo>
                <a:lnTo>
                  <a:pt x="56" y="59"/>
                </a:lnTo>
                <a:close/>
                <a:moveTo>
                  <a:pt x="101" y="59"/>
                </a:moveTo>
                <a:lnTo>
                  <a:pt x="53" y="5"/>
                </a:lnTo>
                <a:lnTo>
                  <a:pt x="93" y="5"/>
                </a:lnTo>
                <a:lnTo>
                  <a:pt x="141" y="59"/>
                </a:lnTo>
                <a:lnTo>
                  <a:pt x="90" y="109"/>
                </a:lnTo>
                <a:lnTo>
                  <a:pt x="50" y="109"/>
                </a:lnTo>
                <a:lnTo>
                  <a:pt x="101" y="59"/>
                </a:lnTo>
                <a:close/>
                <a:moveTo>
                  <a:pt x="187" y="59"/>
                </a:moveTo>
                <a:lnTo>
                  <a:pt x="138" y="5"/>
                </a:lnTo>
                <a:lnTo>
                  <a:pt x="184" y="5"/>
                </a:lnTo>
                <a:lnTo>
                  <a:pt x="232" y="59"/>
                </a:lnTo>
                <a:lnTo>
                  <a:pt x="184" y="109"/>
                </a:lnTo>
                <a:lnTo>
                  <a:pt x="138" y="109"/>
                </a:lnTo>
                <a:lnTo>
                  <a:pt x="187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2" name="Freeform 271"/>
          <p:cNvSpPr>
            <a:spLocks noEditPoints="1"/>
          </p:cNvSpPr>
          <p:nvPr/>
        </p:nvSpPr>
        <p:spPr bwMode="auto">
          <a:xfrm>
            <a:off x="5834063" y="4565651"/>
            <a:ext cx="482600" cy="144463"/>
          </a:xfrm>
          <a:custGeom>
            <a:avLst/>
            <a:gdLst>
              <a:gd name="T0" fmla="*/ 0 w 304"/>
              <a:gd name="T1" fmla="*/ 91 h 91"/>
              <a:gd name="T2" fmla="*/ 304 w 304"/>
              <a:gd name="T3" fmla="*/ 91 h 91"/>
              <a:gd name="T4" fmla="*/ 304 w 304"/>
              <a:gd name="T5" fmla="*/ 0 h 91"/>
              <a:gd name="T6" fmla="*/ 0 w 304"/>
              <a:gd name="T7" fmla="*/ 0 h 91"/>
              <a:gd name="T8" fmla="*/ 0 w 304"/>
              <a:gd name="T9" fmla="*/ 91 h 91"/>
              <a:gd name="T10" fmla="*/ 296 w 304"/>
              <a:gd name="T11" fmla="*/ 88 h 91"/>
              <a:gd name="T12" fmla="*/ 259 w 304"/>
              <a:gd name="T13" fmla="*/ 88 h 91"/>
              <a:gd name="T14" fmla="*/ 219 w 304"/>
              <a:gd name="T15" fmla="*/ 45 h 91"/>
              <a:gd name="T16" fmla="*/ 259 w 304"/>
              <a:gd name="T17" fmla="*/ 5 h 91"/>
              <a:gd name="T18" fmla="*/ 296 w 304"/>
              <a:gd name="T19" fmla="*/ 5 h 91"/>
              <a:gd name="T20" fmla="*/ 256 w 304"/>
              <a:gd name="T21" fmla="*/ 45 h 91"/>
              <a:gd name="T22" fmla="*/ 296 w 304"/>
              <a:gd name="T23" fmla="*/ 88 h 91"/>
              <a:gd name="T24" fmla="*/ 227 w 304"/>
              <a:gd name="T25" fmla="*/ 88 h 91"/>
              <a:gd name="T26" fmla="*/ 189 w 304"/>
              <a:gd name="T27" fmla="*/ 88 h 91"/>
              <a:gd name="T28" fmla="*/ 147 w 304"/>
              <a:gd name="T29" fmla="*/ 45 h 91"/>
              <a:gd name="T30" fmla="*/ 189 w 304"/>
              <a:gd name="T31" fmla="*/ 5 h 91"/>
              <a:gd name="T32" fmla="*/ 227 w 304"/>
              <a:gd name="T33" fmla="*/ 5 h 91"/>
              <a:gd name="T34" fmla="*/ 184 w 304"/>
              <a:gd name="T35" fmla="*/ 45 h 91"/>
              <a:gd name="T36" fmla="*/ 227 w 304"/>
              <a:gd name="T37" fmla="*/ 88 h 91"/>
              <a:gd name="T38" fmla="*/ 152 w 304"/>
              <a:gd name="T39" fmla="*/ 88 h 91"/>
              <a:gd name="T40" fmla="*/ 115 w 304"/>
              <a:gd name="T41" fmla="*/ 88 h 91"/>
              <a:gd name="T42" fmla="*/ 75 w 304"/>
              <a:gd name="T43" fmla="*/ 45 h 91"/>
              <a:gd name="T44" fmla="*/ 115 w 304"/>
              <a:gd name="T45" fmla="*/ 5 h 91"/>
              <a:gd name="T46" fmla="*/ 152 w 304"/>
              <a:gd name="T47" fmla="*/ 5 h 91"/>
              <a:gd name="T48" fmla="*/ 112 w 304"/>
              <a:gd name="T49" fmla="*/ 45 h 91"/>
              <a:gd name="T50" fmla="*/ 152 w 304"/>
              <a:gd name="T51" fmla="*/ 88 h 91"/>
              <a:gd name="T52" fmla="*/ 85 w 304"/>
              <a:gd name="T53" fmla="*/ 88 h 91"/>
              <a:gd name="T54" fmla="*/ 48 w 304"/>
              <a:gd name="T55" fmla="*/ 88 h 91"/>
              <a:gd name="T56" fmla="*/ 5 w 304"/>
              <a:gd name="T57" fmla="*/ 45 h 91"/>
              <a:gd name="T58" fmla="*/ 48 w 304"/>
              <a:gd name="T59" fmla="*/ 5 h 91"/>
              <a:gd name="T60" fmla="*/ 85 w 304"/>
              <a:gd name="T61" fmla="*/ 5 h 91"/>
              <a:gd name="T62" fmla="*/ 43 w 304"/>
              <a:gd name="T63" fmla="*/ 45 h 91"/>
              <a:gd name="T64" fmla="*/ 85 w 304"/>
              <a:gd name="T65" fmla="*/ 8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4" h="91">
                <a:moveTo>
                  <a:pt x="0" y="91"/>
                </a:moveTo>
                <a:lnTo>
                  <a:pt x="304" y="91"/>
                </a:lnTo>
                <a:lnTo>
                  <a:pt x="304" y="0"/>
                </a:lnTo>
                <a:lnTo>
                  <a:pt x="0" y="0"/>
                </a:lnTo>
                <a:lnTo>
                  <a:pt x="0" y="91"/>
                </a:lnTo>
                <a:close/>
                <a:moveTo>
                  <a:pt x="296" y="88"/>
                </a:moveTo>
                <a:lnTo>
                  <a:pt x="259" y="88"/>
                </a:lnTo>
                <a:lnTo>
                  <a:pt x="219" y="45"/>
                </a:lnTo>
                <a:lnTo>
                  <a:pt x="259" y="5"/>
                </a:lnTo>
                <a:lnTo>
                  <a:pt x="296" y="5"/>
                </a:lnTo>
                <a:lnTo>
                  <a:pt x="256" y="45"/>
                </a:lnTo>
                <a:lnTo>
                  <a:pt x="296" y="88"/>
                </a:lnTo>
                <a:close/>
                <a:moveTo>
                  <a:pt x="227" y="88"/>
                </a:moveTo>
                <a:lnTo>
                  <a:pt x="189" y="88"/>
                </a:lnTo>
                <a:lnTo>
                  <a:pt x="147" y="45"/>
                </a:lnTo>
                <a:lnTo>
                  <a:pt x="189" y="5"/>
                </a:lnTo>
                <a:lnTo>
                  <a:pt x="227" y="5"/>
                </a:lnTo>
                <a:lnTo>
                  <a:pt x="184" y="45"/>
                </a:lnTo>
                <a:lnTo>
                  <a:pt x="227" y="88"/>
                </a:lnTo>
                <a:close/>
                <a:moveTo>
                  <a:pt x="152" y="88"/>
                </a:moveTo>
                <a:lnTo>
                  <a:pt x="115" y="88"/>
                </a:lnTo>
                <a:lnTo>
                  <a:pt x="75" y="45"/>
                </a:lnTo>
                <a:lnTo>
                  <a:pt x="115" y="5"/>
                </a:lnTo>
                <a:lnTo>
                  <a:pt x="152" y="5"/>
                </a:lnTo>
                <a:lnTo>
                  <a:pt x="112" y="45"/>
                </a:lnTo>
                <a:lnTo>
                  <a:pt x="152" y="88"/>
                </a:lnTo>
                <a:close/>
                <a:moveTo>
                  <a:pt x="85" y="88"/>
                </a:moveTo>
                <a:lnTo>
                  <a:pt x="48" y="88"/>
                </a:lnTo>
                <a:lnTo>
                  <a:pt x="5" y="45"/>
                </a:lnTo>
                <a:lnTo>
                  <a:pt x="48" y="5"/>
                </a:lnTo>
                <a:lnTo>
                  <a:pt x="85" y="5"/>
                </a:lnTo>
                <a:lnTo>
                  <a:pt x="43" y="45"/>
                </a:lnTo>
                <a:lnTo>
                  <a:pt x="85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3" name="Freeform 272"/>
          <p:cNvSpPr>
            <a:spLocks noEditPoints="1"/>
          </p:cNvSpPr>
          <p:nvPr/>
        </p:nvSpPr>
        <p:spPr bwMode="auto">
          <a:xfrm>
            <a:off x="6757988" y="4433889"/>
            <a:ext cx="149225" cy="93663"/>
          </a:xfrm>
          <a:custGeom>
            <a:avLst/>
            <a:gdLst>
              <a:gd name="T0" fmla="*/ 94 w 94"/>
              <a:gd name="T1" fmla="*/ 35 h 59"/>
              <a:gd name="T2" fmla="*/ 80 w 94"/>
              <a:gd name="T3" fmla="*/ 0 h 59"/>
              <a:gd name="T4" fmla="*/ 0 w 94"/>
              <a:gd name="T5" fmla="*/ 21 h 59"/>
              <a:gd name="T6" fmla="*/ 3 w 94"/>
              <a:gd name="T7" fmla="*/ 59 h 59"/>
              <a:gd name="T8" fmla="*/ 94 w 94"/>
              <a:gd name="T9" fmla="*/ 35 h 59"/>
              <a:gd name="T10" fmla="*/ 51 w 94"/>
              <a:gd name="T11" fmla="*/ 11 h 59"/>
              <a:gd name="T12" fmla="*/ 51 w 94"/>
              <a:gd name="T13" fmla="*/ 16 h 59"/>
              <a:gd name="T14" fmla="*/ 30 w 94"/>
              <a:gd name="T15" fmla="*/ 21 h 59"/>
              <a:gd name="T16" fmla="*/ 30 w 94"/>
              <a:gd name="T17" fmla="*/ 16 h 59"/>
              <a:gd name="T18" fmla="*/ 51 w 94"/>
              <a:gd name="T19" fmla="*/ 1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4" h="59">
                <a:moveTo>
                  <a:pt x="94" y="35"/>
                </a:moveTo>
                <a:lnTo>
                  <a:pt x="80" y="0"/>
                </a:lnTo>
                <a:lnTo>
                  <a:pt x="0" y="21"/>
                </a:lnTo>
                <a:lnTo>
                  <a:pt x="3" y="59"/>
                </a:lnTo>
                <a:lnTo>
                  <a:pt x="94" y="35"/>
                </a:lnTo>
                <a:close/>
                <a:moveTo>
                  <a:pt x="51" y="11"/>
                </a:moveTo>
                <a:lnTo>
                  <a:pt x="51" y="16"/>
                </a:lnTo>
                <a:lnTo>
                  <a:pt x="30" y="21"/>
                </a:lnTo>
                <a:lnTo>
                  <a:pt x="30" y="16"/>
                </a:lnTo>
                <a:lnTo>
                  <a:pt x="51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4" name="Freeform 273"/>
          <p:cNvSpPr>
            <a:spLocks noEditPoints="1"/>
          </p:cNvSpPr>
          <p:nvPr/>
        </p:nvSpPr>
        <p:spPr bwMode="auto">
          <a:xfrm>
            <a:off x="6750050" y="4540251"/>
            <a:ext cx="50800" cy="33338"/>
          </a:xfrm>
          <a:custGeom>
            <a:avLst/>
            <a:gdLst>
              <a:gd name="T0" fmla="*/ 4 w 12"/>
              <a:gd name="T1" fmla="*/ 8 h 8"/>
              <a:gd name="T2" fmla="*/ 9 w 12"/>
              <a:gd name="T3" fmla="*/ 6 h 8"/>
              <a:gd name="T4" fmla="*/ 11 w 12"/>
              <a:gd name="T5" fmla="*/ 3 h 8"/>
              <a:gd name="T6" fmla="*/ 8 w 12"/>
              <a:gd name="T7" fmla="*/ 0 h 8"/>
              <a:gd name="T8" fmla="*/ 3 w 12"/>
              <a:gd name="T9" fmla="*/ 2 h 8"/>
              <a:gd name="T10" fmla="*/ 1 w 12"/>
              <a:gd name="T11" fmla="*/ 5 h 8"/>
              <a:gd name="T12" fmla="*/ 4 w 12"/>
              <a:gd name="T13" fmla="*/ 8 h 8"/>
              <a:gd name="T14" fmla="*/ 5 w 12"/>
              <a:gd name="T15" fmla="*/ 3 h 8"/>
              <a:gd name="T16" fmla="*/ 7 w 12"/>
              <a:gd name="T17" fmla="*/ 2 h 8"/>
              <a:gd name="T18" fmla="*/ 9 w 12"/>
              <a:gd name="T19" fmla="*/ 3 h 8"/>
              <a:gd name="T20" fmla="*/ 7 w 12"/>
              <a:gd name="T21" fmla="*/ 5 h 8"/>
              <a:gd name="T22" fmla="*/ 5 w 12"/>
              <a:gd name="T23" fmla="*/ 6 h 8"/>
              <a:gd name="T24" fmla="*/ 4 w 12"/>
              <a:gd name="T25" fmla="*/ 5 h 8"/>
              <a:gd name="T26" fmla="*/ 5 w 12"/>
              <a:gd name="T27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8">
                <a:moveTo>
                  <a:pt x="4" y="8"/>
                </a:moveTo>
                <a:cubicBezTo>
                  <a:pt x="9" y="6"/>
                  <a:pt x="9" y="6"/>
                  <a:pt x="9" y="6"/>
                </a:cubicBezTo>
                <a:cubicBezTo>
                  <a:pt x="11" y="6"/>
                  <a:pt x="12" y="4"/>
                  <a:pt x="11" y="3"/>
                </a:cubicBezTo>
                <a:cubicBezTo>
                  <a:pt x="11" y="1"/>
                  <a:pt x="9" y="0"/>
                  <a:pt x="8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2"/>
                  <a:pt x="0" y="4"/>
                  <a:pt x="1" y="5"/>
                </a:cubicBezTo>
                <a:cubicBezTo>
                  <a:pt x="1" y="7"/>
                  <a:pt x="3" y="8"/>
                  <a:pt x="4" y="8"/>
                </a:cubicBezTo>
                <a:close/>
                <a:moveTo>
                  <a:pt x="5" y="3"/>
                </a:moveTo>
                <a:cubicBezTo>
                  <a:pt x="7" y="2"/>
                  <a:pt x="7" y="2"/>
                  <a:pt x="7" y="2"/>
                </a:cubicBezTo>
                <a:cubicBezTo>
                  <a:pt x="8" y="2"/>
                  <a:pt x="8" y="3"/>
                  <a:pt x="9" y="3"/>
                </a:cubicBezTo>
                <a:cubicBezTo>
                  <a:pt x="9" y="4"/>
                  <a:pt x="8" y="5"/>
                  <a:pt x="7" y="5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4" y="5"/>
                  <a:pt x="4" y="5"/>
                </a:cubicBezTo>
                <a:cubicBezTo>
                  <a:pt x="3" y="4"/>
                  <a:pt x="4" y="3"/>
                  <a:pt x="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5" name="Freeform 274"/>
          <p:cNvSpPr>
            <a:spLocks noEditPoints="1"/>
          </p:cNvSpPr>
          <p:nvPr/>
        </p:nvSpPr>
        <p:spPr bwMode="auto">
          <a:xfrm>
            <a:off x="6881813" y="4505326"/>
            <a:ext cx="50800" cy="34925"/>
          </a:xfrm>
          <a:custGeom>
            <a:avLst/>
            <a:gdLst>
              <a:gd name="T0" fmla="*/ 1 w 12"/>
              <a:gd name="T1" fmla="*/ 5 h 8"/>
              <a:gd name="T2" fmla="*/ 4 w 12"/>
              <a:gd name="T3" fmla="*/ 8 h 8"/>
              <a:gd name="T4" fmla="*/ 9 w 12"/>
              <a:gd name="T5" fmla="*/ 7 h 8"/>
              <a:gd name="T6" fmla="*/ 11 w 12"/>
              <a:gd name="T7" fmla="*/ 3 h 8"/>
              <a:gd name="T8" fmla="*/ 8 w 12"/>
              <a:gd name="T9" fmla="*/ 1 h 8"/>
              <a:gd name="T10" fmla="*/ 3 w 12"/>
              <a:gd name="T11" fmla="*/ 2 h 8"/>
              <a:gd name="T12" fmla="*/ 1 w 12"/>
              <a:gd name="T13" fmla="*/ 5 h 8"/>
              <a:gd name="T14" fmla="*/ 5 w 12"/>
              <a:gd name="T15" fmla="*/ 3 h 8"/>
              <a:gd name="T16" fmla="*/ 7 w 12"/>
              <a:gd name="T17" fmla="*/ 2 h 8"/>
              <a:gd name="T18" fmla="*/ 8 w 12"/>
              <a:gd name="T19" fmla="*/ 3 h 8"/>
              <a:gd name="T20" fmla="*/ 7 w 12"/>
              <a:gd name="T21" fmla="*/ 5 h 8"/>
              <a:gd name="T22" fmla="*/ 5 w 12"/>
              <a:gd name="T23" fmla="*/ 6 h 8"/>
              <a:gd name="T24" fmla="*/ 3 w 12"/>
              <a:gd name="T25" fmla="*/ 5 h 8"/>
              <a:gd name="T26" fmla="*/ 5 w 12"/>
              <a:gd name="T27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8">
                <a:moveTo>
                  <a:pt x="1" y="5"/>
                </a:moveTo>
                <a:cubicBezTo>
                  <a:pt x="1" y="7"/>
                  <a:pt x="3" y="8"/>
                  <a:pt x="4" y="8"/>
                </a:cubicBezTo>
                <a:cubicBezTo>
                  <a:pt x="9" y="7"/>
                  <a:pt x="9" y="7"/>
                  <a:pt x="9" y="7"/>
                </a:cubicBezTo>
                <a:cubicBezTo>
                  <a:pt x="11" y="6"/>
                  <a:pt x="12" y="4"/>
                  <a:pt x="11" y="3"/>
                </a:cubicBezTo>
                <a:cubicBezTo>
                  <a:pt x="11" y="1"/>
                  <a:pt x="9" y="0"/>
                  <a:pt x="8" y="1"/>
                </a:cubicBezTo>
                <a:cubicBezTo>
                  <a:pt x="3" y="2"/>
                  <a:pt x="3" y="2"/>
                  <a:pt x="3" y="2"/>
                </a:cubicBezTo>
                <a:cubicBezTo>
                  <a:pt x="1" y="2"/>
                  <a:pt x="0" y="4"/>
                  <a:pt x="1" y="5"/>
                </a:cubicBezTo>
                <a:close/>
                <a:moveTo>
                  <a:pt x="5" y="3"/>
                </a:moveTo>
                <a:cubicBezTo>
                  <a:pt x="7" y="2"/>
                  <a:pt x="7" y="2"/>
                  <a:pt x="7" y="2"/>
                </a:cubicBezTo>
                <a:cubicBezTo>
                  <a:pt x="7" y="2"/>
                  <a:pt x="8" y="3"/>
                  <a:pt x="8" y="3"/>
                </a:cubicBezTo>
                <a:cubicBezTo>
                  <a:pt x="9" y="4"/>
                  <a:pt x="8" y="5"/>
                  <a:pt x="7" y="5"/>
                </a:cubicBezTo>
                <a:cubicBezTo>
                  <a:pt x="5" y="6"/>
                  <a:pt x="5" y="6"/>
                  <a:pt x="5" y="6"/>
                </a:cubicBezTo>
                <a:cubicBezTo>
                  <a:pt x="4" y="6"/>
                  <a:pt x="4" y="5"/>
                  <a:pt x="3" y="5"/>
                </a:cubicBezTo>
                <a:cubicBezTo>
                  <a:pt x="3" y="4"/>
                  <a:pt x="4" y="3"/>
                  <a:pt x="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6" name="Freeform 275"/>
          <p:cNvSpPr>
            <a:spLocks noEditPoints="1"/>
          </p:cNvSpPr>
          <p:nvPr/>
        </p:nvSpPr>
        <p:spPr bwMode="auto">
          <a:xfrm>
            <a:off x="6588125" y="4348164"/>
            <a:ext cx="488950" cy="488950"/>
          </a:xfrm>
          <a:custGeom>
            <a:avLst/>
            <a:gdLst>
              <a:gd name="T0" fmla="*/ 58 w 115"/>
              <a:gd name="T1" fmla="*/ 0 h 115"/>
              <a:gd name="T2" fmla="*/ 0 w 115"/>
              <a:gd name="T3" fmla="*/ 57 h 115"/>
              <a:gd name="T4" fmla="*/ 58 w 115"/>
              <a:gd name="T5" fmla="*/ 115 h 115"/>
              <a:gd name="T6" fmla="*/ 115 w 115"/>
              <a:gd name="T7" fmla="*/ 57 h 115"/>
              <a:gd name="T8" fmla="*/ 58 w 115"/>
              <a:gd name="T9" fmla="*/ 0 h 115"/>
              <a:gd name="T10" fmla="*/ 34 w 115"/>
              <a:gd name="T11" fmla="*/ 39 h 115"/>
              <a:gd name="T12" fmla="*/ 35 w 115"/>
              <a:gd name="T13" fmla="*/ 43 h 115"/>
              <a:gd name="T14" fmla="*/ 37 w 115"/>
              <a:gd name="T15" fmla="*/ 42 h 115"/>
              <a:gd name="T16" fmla="*/ 35 w 115"/>
              <a:gd name="T17" fmla="*/ 26 h 115"/>
              <a:gd name="T18" fmla="*/ 73 w 115"/>
              <a:gd name="T19" fmla="*/ 16 h 115"/>
              <a:gd name="T20" fmla="*/ 79 w 115"/>
              <a:gd name="T21" fmla="*/ 32 h 115"/>
              <a:gd name="T22" fmla="*/ 81 w 115"/>
              <a:gd name="T23" fmla="*/ 31 h 115"/>
              <a:gd name="T24" fmla="*/ 80 w 115"/>
              <a:gd name="T25" fmla="*/ 28 h 115"/>
              <a:gd name="T26" fmla="*/ 87 w 115"/>
              <a:gd name="T27" fmla="*/ 26 h 115"/>
              <a:gd name="T28" fmla="*/ 88 w 115"/>
              <a:gd name="T29" fmla="*/ 30 h 115"/>
              <a:gd name="T30" fmla="*/ 82 w 115"/>
              <a:gd name="T31" fmla="*/ 32 h 115"/>
              <a:gd name="T32" fmla="*/ 85 w 115"/>
              <a:gd name="T33" fmla="*/ 46 h 115"/>
              <a:gd name="T34" fmla="*/ 38 w 115"/>
              <a:gd name="T35" fmla="*/ 58 h 115"/>
              <a:gd name="T36" fmla="*/ 34 w 115"/>
              <a:gd name="T37" fmla="*/ 44 h 115"/>
              <a:gd name="T38" fmla="*/ 28 w 115"/>
              <a:gd name="T39" fmla="*/ 45 h 115"/>
              <a:gd name="T40" fmla="*/ 27 w 115"/>
              <a:gd name="T41" fmla="*/ 41 h 115"/>
              <a:gd name="T42" fmla="*/ 34 w 115"/>
              <a:gd name="T43" fmla="*/ 39 h 115"/>
              <a:gd name="T44" fmla="*/ 48 w 115"/>
              <a:gd name="T45" fmla="*/ 88 h 115"/>
              <a:gd name="T46" fmla="*/ 48 w 115"/>
              <a:gd name="T47" fmla="*/ 99 h 115"/>
              <a:gd name="T48" fmla="*/ 38 w 115"/>
              <a:gd name="T49" fmla="*/ 99 h 115"/>
              <a:gd name="T50" fmla="*/ 38 w 115"/>
              <a:gd name="T51" fmla="*/ 88 h 115"/>
              <a:gd name="T52" fmla="*/ 33 w 115"/>
              <a:gd name="T53" fmla="*/ 88 h 115"/>
              <a:gd name="T54" fmla="*/ 43 w 115"/>
              <a:gd name="T55" fmla="*/ 78 h 115"/>
              <a:gd name="T56" fmla="*/ 53 w 115"/>
              <a:gd name="T57" fmla="*/ 88 h 115"/>
              <a:gd name="T58" fmla="*/ 48 w 115"/>
              <a:gd name="T59" fmla="*/ 88 h 115"/>
              <a:gd name="T60" fmla="*/ 75 w 115"/>
              <a:gd name="T61" fmla="*/ 99 h 115"/>
              <a:gd name="T62" fmla="*/ 65 w 115"/>
              <a:gd name="T63" fmla="*/ 88 h 115"/>
              <a:gd name="T64" fmla="*/ 70 w 115"/>
              <a:gd name="T65" fmla="*/ 88 h 115"/>
              <a:gd name="T66" fmla="*/ 70 w 115"/>
              <a:gd name="T67" fmla="*/ 78 h 115"/>
              <a:gd name="T68" fmla="*/ 80 w 115"/>
              <a:gd name="T69" fmla="*/ 78 h 115"/>
              <a:gd name="T70" fmla="*/ 80 w 115"/>
              <a:gd name="T71" fmla="*/ 88 h 115"/>
              <a:gd name="T72" fmla="*/ 85 w 115"/>
              <a:gd name="T73" fmla="*/ 88 h 115"/>
              <a:gd name="T74" fmla="*/ 75 w 115"/>
              <a:gd name="T75" fmla="*/ 99 h 115"/>
              <a:gd name="T76" fmla="*/ 102 w 115"/>
              <a:gd name="T77" fmla="*/ 72 h 115"/>
              <a:gd name="T78" fmla="*/ 12 w 115"/>
              <a:gd name="T79" fmla="*/ 72 h 115"/>
              <a:gd name="T80" fmla="*/ 12 w 115"/>
              <a:gd name="T81" fmla="*/ 63 h 115"/>
              <a:gd name="T82" fmla="*/ 42 w 115"/>
              <a:gd name="T83" fmla="*/ 63 h 115"/>
              <a:gd name="T84" fmla="*/ 42 w 115"/>
              <a:gd name="T85" fmla="*/ 62 h 115"/>
              <a:gd name="T86" fmla="*/ 39 w 115"/>
              <a:gd name="T87" fmla="*/ 63 h 115"/>
              <a:gd name="T88" fmla="*/ 38 w 115"/>
              <a:gd name="T89" fmla="*/ 59 h 115"/>
              <a:gd name="T90" fmla="*/ 86 w 115"/>
              <a:gd name="T91" fmla="*/ 47 h 115"/>
              <a:gd name="T92" fmla="*/ 87 w 115"/>
              <a:gd name="T93" fmla="*/ 51 h 115"/>
              <a:gd name="T94" fmla="*/ 43 w 115"/>
              <a:gd name="T95" fmla="*/ 62 h 115"/>
              <a:gd name="T96" fmla="*/ 49 w 115"/>
              <a:gd name="T97" fmla="*/ 61 h 115"/>
              <a:gd name="T98" fmla="*/ 50 w 115"/>
              <a:gd name="T99" fmla="*/ 63 h 115"/>
              <a:gd name="T100" fmla="*/ 76 w 115"/>
              <a:gd name="T101" fmla="*/ 63 h 115"/>
              <a:gd name="T102" fmla="*/ 76 w 115"/>
              <a:gd name="T103" fmla="*/ 57 h 115"/>
              <a:gd name="T104" fmla="*/ 78 w 115"/>
              <a:gd name="T105" fmla="*/ 57 h 115"/>
              <a:gd name="T106" fmla="*/ 77 w 115"/>
              <a:gd name="T107" fmla="*/ 54 h 115"/>
              <a:gd name="T108" fmla="*/ 84 w 115"/>
              <a:gd name="T109" fmla="*/ 52 h 115"/>
              <a:gd name="T110" fmla="*/ 85 w 115"/>
              <a:gd name="T111" fmla="*/ 57 h 115"/>
              <a:gd name="T112" fmla="*/ 102 w 115"/>
              <a:gd name="T113" fmla="*/ 57 h 115"/>
              <a:gd name="T114" fmla="*/ 102 w 115"/>
              <a:gd name="T115" fmla="*/ 63 h 115"/>
              <a:gd name="T116" fmla="*/ 102 w 115"/>
              <a:gd name="T117" fmla="*/ 7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5" h="115">
                <a:moveTo>
                  <a:pt x="58" y="0"/>
                </a:moveTo>
                <a:cubicBezTo>
                  <a:pt x="26" y="0"/>
                  <a:pt x="0" y="25"/>
                  <a:pt x="0" y="57"/>
                </a:cubicBezTo>
                <a:cubicBezTo>
                  <a:pt x="0" y="89"/>
                  <a:pt x="26" y="115"/>
                  <a:pt x="58" y="115"/>
                </a:cubicBezTo>
                <a:cubicBezTo>
                  <a:pt x="90" y="115"/>
                  <a:pt x="115" y="89"/>
                  <a:pt x="115" y="57"/>
                </a:cubicBezTo>
                <a:cubicBezTo>
                  <a:pt x="115" y="25"/>
                  <a:pt x="90" y="0"/>
                  <a:pt x="58" y="0"/>
                </a:cubicBezTo>
                <a:close/>
                <a:moveTo>
                  <a:pt x="34" y="39"/>
                </a:moveTo>
                <a:cubicBezTo>
                  <a:pt x="35" y="43"/>
                  <a:pt x="35" y="43"/>
                  <a:pt x="35" y="43"/>
                </a:cubicBezTo>
                <a:cubicBezTo>
                  <a:pt x="37" y="42"/>
                  <a:pt x="37" y="42"/>
                  <a:pt x="37" y="42"/>
                </a:cubicBezTo>
                <a:cubicBezTo>
                  <a:pt x="35" y="26"/>
                  <a:pt x="35" y="26"/>
                  <a:pt x="35" y="26"/>
                </a:cubicBezTo>
                <a:cubicBezTo>
                  <a:pt x="73" y="16"/>
                  <a:pt x="73" y="16"/>
                  <a:pt x="73" y="16"/>
                </a:cubicBezTo>
                <a:cubicBezTo>
                  <a:pt x="79" y="32"/>
                  <a:pt x="79" y="32"/>
                  <a:pt x="79" y="32"/>
                </a:cubicBezTo>
                <a:cubicBezTo>
                  <a:pt x="81" y="31"/>
                  <a:pt x="81" y="31"/>
                  <a:pt x="81" y="31"/>
                </a:cubicBezTo>
                <a:cubicBezTo>
                  <a:pt x="80" y="28"/>
                  <a:pt x="80" y="28"/>
                  <a:pt x="80" y="28"/>
                </a:cubicBezTo>
                <a:cubicBezTo>
                  <a:pt x="87" y="26"/>
                  <a:pt x="87" y="26"/>
                  <a:pt x="87" y="26"/>
                </a:cubicBezTo>
                <a:cubicBezTo>
                  <a:pt x="88" y="30"/>
                  <a:pt x="88" y="30"/>
                  <a:pt x="88" y="30"/>
                </a:cubicBezTo>
                <a:cubicBezTo>
                  <a:pt x="82" y="32"/>
                  <a:pt x="82" y="32"/>
                  <a:pt x="82" y="32"/>
                </a:cubicBezTo>
                <a:cubicBezTo>
                  <a:pt x="85" y="46"/>
                  <a:pt x="85" y="46"/>
                  <a:pt x="85" y="46"/>
                </a:cubicBezTo>
                <a:cubicBezTo>
                  <a:pt x="38" y="58"/>
                  <a:pt x="38" y="58"/>
                  <a:pt x="38" y="58"/>
                </a:cubicBezTo>
                <a:cubicBezTo>
                  <a:pt x="34" y="44"/>
                  <a:pt x="34" y="44"/>
                  <a:pt x="34" y="44"/>
                </a:cubicBezTo>
                <a:cubicBezTo>
                  <a:pt x="28" y="45"/>
                  <a:pt x="28" y="45"/>
                  <a:pt x="28" y="45"/>
                </a:cubicBezTo>
                <a:cubicBezTo>
                  <a:pt x="27" y="41"/>
                  <a:pt x="27" y="41"/>
                  <a:pt x="27" y="41"/>
                </a:cubicBezTo>
                <a:lnTo>
                  <a:pt x="34" y="39"/>
                </a:lnTo>
                <a:close/>
                <a:moveTo>
                  <a:pt x="48" y="88"/>
                </a:moveTo>
                <a:cubicBezTo>
                  <a:pt x="48" y="99"/>
                  <a:pt x="48" y="99"/>
                  <a:pt x="4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88"/>
                  <a:pt x="38" y="88"/>
                  <a:pt x="38" y="88"/>
                </a:cubicBezTo>
                <a:cubicBezTo>
                  <a:pt x="33" y="88"/>
                  <a:pt x="33" y="88"/>
                  <a:pt x="33" y="88"/>
                </a:cubicBezTo>
                <a:cubicBezTo>
                  <a:pt x="43" y="78"/>
                  <a:pt x="43" y="78"/>
                  <a:pt x="43" y="78"/>
                </a:cubicBezTo>
                <a:cubicBezTo>
                  <a:pt x="53" y="88"/>
                  <a:pt x="53" y="88"/>
                  <a:pt x="53" y="88"/>
                </a:cubicBezTo>
                <a:lnTo>
                  <a:pt x="48" y="88"/>
                </a:lnTo>
                <a:close/>
                <a:moveTo>
                  <a:pt x="75" y="99"/>
                </a:moveTo>
                <a:cubicBezTo>
                  <a:pt x="65" y="88"/>
                  <a:pt x="65" y="88"/>
                  <a:pt x="65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78"/>
                  <a:pt x="70" y="78"/>
                  <a:pt x="70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0" y="88"/>
                  <a:pt x="80" y="88"/>
                  <a:pt x="80" y="88"/>
                </a:cubicBezTo>
                <a:cubicBezTo>
                  <a:pt x="85" y="88"/>
                  <a:pt x="85" y="88"/>
                  <a:pt x="85" y="88"/>
                </a:cubicBezTo>
                <a:lnTo>
                  <a:pt x="75" y="99"/>
                </a:lnTo>
                <a:close/>
                <a:moveTo>
                  <a:pt x="102" y="72"/>
                </a:moveTo>
                <a:cubicBezTo>
                  <a:pt x="12" y="72"/>
                  <a:pt x="12" y="72"/>
                  <a:pt x="12" y="72"/>
                </a:cubicBezTo>
                <a:cubicBezTo>
                  <a:pt x="12" y="63"/>
                  <a:pt x="12" y="63"/>
                  <a:pt x="1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2"/>
                  <a:pt x="42" y="62"/>
                  <a:pt x="42" y="62"/>
                </a:cubicBezTo>
                <a:cubicBezTo>
                  <a:pt x="39" y="63"/>
                  <a:pt x="39" y="63"/>
                  <a:pt x="39" y="63"/>
                </a:cubicBezTo>
                <a:cubicBezTo>
                  <a:pt x="38" y="59"/>
                  <a:pt x="38" y="59"/>
                  <a:pt x="38" y="59"/>
                </a:cubicBezTo>
                <a:cubicBezTo>
                  <a:pt x="86" y="47"/>
                  <a:pt x="86" y="47"/>
                  <a:pt x="86" y="47"/>
                </a:cubicBezTo>
                <a:cubicBezTo>
                  <a:pt x="87" y="51"/>
                  <a:pt x="87" y="51"/>
                  <a:pt x="87" y="51"/>
                </a:cubicBezTo>
                <a:cubicBezTo>
                  <a:pt x="43" y="62"/>
                  <a:pt x="43" y="62"/>
                  <a:pt x="43" y="62"/>
                </a:cubicBezTo>
                <a:cubicBezTo>
                  <a:pt x="49" y="61"/>
                  <a:pt x="49" y="61"/>
                  <a:pt x="49" y="61"/>
                </a:cubicBezTo>
                <a:cubicBezTo>
                  <a:pt x="50" y="63"/>
                  <a:pt x="50" y="63"/>
                  <a:pt x="50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57"/>
                  <a:pt x="76" y="57"/>
                  <a:pt x="76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4"/>
                  <a:pt x="77" y="54"/>
                  <a:pt x="77" y="54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7"/>
                  <a:pt x="85" y="57"/>
                  <a:pt x="85" y="57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63"/>
                  <a:pt x="102" y="63"/>
                  <a:pt x="102" y="63"/>
                </a:cubicBezTo>
                <a:lnTo>
                  <a:pt x="102" y="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7" name="Freeform 276"/>
          <p:cNvSpPr>
            <a:spLocks/>
          </p:cNvSpPr>
          <p:nvPr/>
        </p:nvSpPr>
        <p:spPr bwMode="auto">
          <a:xfrm>
            <a:off x="6767513" y="4616451"/>
            <a:ext cx="38100" cy="20638"/>
          </a:xfrm>
          <a:custGeom>
            <a:avLst/>
            <a:gdLst>
              <a:gd name="T0" fmla="*/ 24 w 24"/>
              <a:gd name="T1" fmla="*/ 11 h 13"/>
              <a:gd name="T2" fmla="*/ 21 w 24"/>
              <a:gd name="T3" fmla="*/ 0 h 13"/>
              <a:gd name="T4" fmla="*/ 0 w 24"/>
              <a:gd name="T5" fmla="*/ 0 h 13"/>
              <a:gd name="T6" fmla="*/ 5 w 24"/>
              <a:gd name="T7" fmla="*/ 13 h 13"/>
              <a:gd name="T8" fmla="*/ 24 w 24"/>
              <a:gd name="T9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13">
                <a:moveTo>
                  <a:pt x="24" y="11"/>
                </a:moveTo>
                <a:lnTo>
                  <a:pt x="21" y="0"/>
                </a:lnTo>
                <a:lnTo>
                  <a:pt x="0" y="0"/>
                </a:lnTo>
                <a:lnTo>
                  <a:pt x="5" y="13"/>
                </a:lnTo>
                <a:lnTo>
                  <a:pt x="24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8" name="Freeform 277"/>
          <p:cNvSpPr>
            <a:spLocks/>
          </p:cNvSpPr>
          <p:nvPr/>
        </p:nvSpPr>
        <p:spPr bwMode="auto">
          <a:xfrm>
            <a:off x="6767513" y="4611689"/>
            <a:ext cx="3175" cy="0"/>
          </a:xfrm>
          <a:custGeom>
            <a:avLst/>
            <a:gdLst>
              <a:gd name="T0" fmla="*/ 0 w 2"/>
              <a:gd name="T1" fmla="*/ 0 w 2"/>
              <a:gd name="T2" fmla="*/ 2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9" name="Freeform 278"/>
          <p:cNvSpPr>
            <a:spLocks/>
          </p:cNvSpPr>
          <p:nvPr/>
        </p:nvSpPr>
        <p:spPr bwMode="auto">
          <a:xfrm>
            <a:off x="6919913" y="4591051"/>
            <a:ext cx="28575" cy="12700"/>
          </a:xfrm>
          <a:custGeom>
            <a:avLst/>
            <a:gdLst>
              <a:gd name="T0" fmla="*/ 18 w 18"/>
              <a:gd name="T1" fmla="*/ 2 h 8"/>
              <a:gd name="T2" fmla="*/ 18 w 18"/>
              <a:gd name="T3" fmla="*/ 0 h 8"/>
              <a:gd name="T4" fmla="*/ 0 w 18"/>
              <a:gd name="T5" fmla="*/ 0 h 8"/>
              <a:gd name="T6" fmla="*/ 0 w 18"/>
              <a:gd name="T7" fmla="*/ 8 h 8"/>
              <a:gd name="T8" fmla="*/ 18 w 18"/>
              <a:gd name="T9" fmla="*/ 2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8">
                <a:moveTo>
                  <a:pt x="18" y="2"/>
                </a:moveTo>
                <a:lnTo>
                  <a:pt x="18" y="0"/>
                </a:lnTo>
                <a:lnTo>
                  <a:pt x="0" y="0"/>
                </a:lnTo>
                <a:lnTo>
                  <a:pt x="0" y="8"/>
                </a:lnTo>
                <a:lnTo>
                  <a:pt x="18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0" name="Rectangle 279"/>
          <p:cNvSpPr>
            <a:spLocks noChangeArrowheads="1"/>
          </p:cNvSpPr>
          <p:nvPr/>
        </p:nvSpPr>
        <p:spPr bwMode="auto">
          <a:xfrm>
            <a:off x="6932613" y="4479926"/>
            <a:ext cx="3175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1" name="Freeform 280"/>
          <p:cNvSpPr>
            <a:spLocks/>
          </p:cNvSpPr>
          <p:nvPr/>
        </p:nvSpPr>
        <p:spPr bwMode="auto">
          <a:xfrm>
            <a:off x="6732588" y="4530726"/>
            <a:ext cx="4763" cy="4763"/>
          </a:xfrm>
          <a:custGeom>
            <a:avLst/>
            <a:gdLst>
              <a:gd name="T0" fmla="*/ 0 w 3"/>
              <a:gd name="T1" fmla="*/ 3 h 3"/>
              <a:gd name="T2" fmla="*/ 3 w 3"/>
              <a:gd name="T3" fmla="*/ 0 h 3"/>
              <a:gd name="T4" fmla="*/ 3 w 3"/>
              <a:gd name="T5" fmla="*/ 0 h 3"/>
              <a:gd name="T6" fmla="*/ 0 w 3"/>
              <a:gd name="T7" fmla="*/ 0 h 3"/>
              <a:gd name="T8" fmla="*/ 0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3" y="0"/>
                </a:lnTo>
                <a:lnTo>
                  <a:pt x="3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2" name="Freeform 281"/>
          <p:cNvSpPr>
            <a:spLocks noEditPoints="1"/>
          </p:cNvSpPr>
          <p:nvPr/>
        </p:nvSpPr>
        <p:spPr bwMode="auto">
          <a:xfrm>
            <a:off x="7229475" y="4365626"/>
            <a:ext cx="500063" cy="501650"/>
          </a:xfrm>
          <a:custGeom>
            <a:avLst/>
            <a:gdLst>
              <a:gd name="T0" fmla="*/ 59 w 118"/>
              <a:gd name="T1" fmla="*/ 118 h 118"/>
              <a:gd name="T2" fmla="*/ 0 w 118"/>
              <a:gd name="T3" fmla="*/ 59 h 118"/>
              <a:gd name="T4" fmla="*/ 59 w 118"/>
              <a:gd name="T5" fmla="*/ 0 h 118"/>
              <a:gd name="T6" fmla="*/ 118 w 118"/>
              <a:gd name="T7" fmla="*/ 59 h 118"/>
              <a:gd name="T8" fmla="*/ 59 w 118"/>
              <a:gd name="T9" fmla="*/ 118 h 118"/>
              <a:gd name="T10" fmla="*/ 59 w 118"/>
              <a:gd name="T11" fmla="*/ 4 h 118"/>
              <a:gd name="T12" fmla="*/ 3 w 118"/>
              <a:gd name="T13" fmla="*/ 59 h 118"/>
              <a:gd name="T14" fmla="*/ 59 w 118"/>
              <a:gd name="T15" fmla="*/ 115 h 118"/>
              <a:gd name="T16" fmla="*/ 114 w 118"/>
              <a:gd name="T17" fmla="*/ 59 h 118"/>
              <a:gd name="T18" fmla="*/ 59 w 118"/>
              <a:gd name="T19" fmla="*/ 4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8" h="118">
                <a:moveTo>
                  <a:pt x="59" y="118"/>
                </a:moveTo>
                <a:cubicBezTo>
                  <a:pt x="26" y="118"/>
                  <a:pt x="0" y="92"/>
                  <a:pt x="0" y="59"/>
                </a:cubicBezTo>
                <a:cubicBezTo>
                  <a:pt x="0" y="27"/>
                  <a:pt x="26" y="0"/>
                  <a:pt x="59" y="0"/>
                </a:cubicBezTo>
                <a:cubicBezTo>
                  <a:pt x="91" y="0"/>
                  <a:pt x="118" y="27"/>
                  <a:pt x="118" y="59"/>
                </a:cubicBezTo>
                <a:cubicBezTo>
                  <a:pt x="118" y="92"/>
                  <a:pt x="91" y="118"/>
                  <a:pt x="59" y="118"/>
                </a:cubicBezTo>
                <a:close/>
                <a:moveTo>
                  <a:pt x="59" y="4"/>
                </a:moveTo>
                <a:cubicBezTo>
                  <a:pt x="28" y="4"/>
                  <a:pt x="3" y="29"/>
                  <a:pt x="3" y="59"/>
                </a:cubicBezTo>
                <a:cubicBezTo>
                  <a:pt x="3" y="90"/>
                  <a:pt x="28" y="115"/>
                  <a:pt x="59" y="115"/>
                </a:cubicBezTo>
                <a:cubicBezTo>
                  <a:pt x="89" y="115"/>
                  <a:pt x="114" y="90"/>
                  <a:pt x="114" y="59"/>
                </a:cubicBezTo>
                <a:cubicBezTo>
                  <a:pt x="114" y="29"/>
                  <a:pt x="89" y="4"/>
                  <a:pt x="59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3" name="Freeform 282"/>
          <p:cNvSpPr>
            <a:spLocks/>
          </p:cNvSpPr>
          <p:nvPr/>
        </p:nvSpPr>
        <p:spPr bwMode="auto">
          <a:xfrm>
            <a:off x="7305675" y="4649789"/>
            <a:ext cx="144463" cy="12700"/>
          </a:xfrm>
          <a:custGeom>
            <a:avLst/>
            <a:gdLst>
              <a:gd name="T0" fmla="*/ 91 w 91"/>
              <a:gd name="T1" fmla="*/ 6 h 8"/>
              <a:gd name="T2" fmla="*/ 0 w 91"/>
              <a:gd name="T3" fmla="*/ 8 h 8"/>
              <a:gd name="T4" fmla="*/ 0 w 91"/>
              <a:gd name="T5" fmla="*/ 0 h 8"/>
              <a:gd name="T6" fmla="*/ 88 w 91"/>
              <a:gd name="T7" fmla="*/ 0 h 8"/>
              <a:gd name="T8" fmla="*/ 91 w 91"/>
              <a:gd name="T9" fmla="*/ 6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8">
                <a:moveTo>
                  <a:pt x="91" y="6"/>
                </a:moveTo>
                <a:lnTo>
                  <a:pt x="0" y="8"/>
                </a:lnTo>
                <a:lnTo>
                  <a:pt x="0" y="0"/>
                </a:lnTo>
                <a:lnTo>
                  <a:pt x="88" y="0"/>
                </a:lnTo>
                <a:lnTo>
                  <a:pt x="91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4" name="Freeform 283"/>
          <p:cNvSpPr>
            <a:spLocks/>
          </p:cNvSpPr>
          <p:nvPr/>
        </p:nvSpPr>
        <p:spPr bwMode="auto">
          <a:xfrm>
            <a:off x="7318375" y="4662489"/>
            <a:ext cx="20638" cy="17463"/>
          </a:xfrm>
          <a:custGeom>
            <a:avLst/>
            <a:gdLst>
              <a:gd name="T0" fmla="*/ 13 w 13"/>
              <a:gd name="T1" fmla="*/ 11 h 11"/>
              <a:gd name="T2" fmla="*/ 0 w 13"/>
              <a:gd name="T3" fmla="*/ 11 h 11"/>
              <a:gd name="T4" fmla="*/ 0 w 13"/>
              <a:gd name="T5" fmla="*/ 0 h 11"/>
              <a:gd name="T6" fmla="*/ 10 w 13"/>
              <a:gd name="T7" fmla="*/ 0 h 11"/>
              <a:gd name="T8" fmla="*/ 13 w 13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1">
                <a:moveTo>
                  <a:pt x="13" y="11"/>
                </a:moveTo>
                <a:lnTo>
                  <a:pt x="0" y="11"/>
                </a:lnTo>
                <a:lnTo>
                  <a:pt x="0" y="0"/>
                </a:lnTo>
                <a:lnTo>
                  <a:pt x="10" y="0"/>
                </a:lnTo>
                <a:lnTo>
                  <a:pt x="13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5" name="Freeform 284"/>
          <p:cNvSpPr>
            <a:spLocks/>
          </p:cNvSpPr>
          <p:nvPr/>
        </p:nvSpPr>
        <p:spPr bwMode="auto">
          <a:xfrm>
            <a:off x="7419975" y="4659314"/>
            <a:ext cx="17463" cy="20638"/>
          </a:xfrm>
          <a:custGeom>
            <a:avLst/>
            <a:gdLst>
              <a:gd name="T0" fmla="*/ 11 w 11"/>
              <a:gd name="T1" fmla="*/ 10 h 13"/>
              <a:gd name="T2" fmla="*/ 0 w 11"/>
              <a:gd name="T3" fmla="*/ 13 h 13"/>
              <a:gd name="T4" fmla="*/ 0 w 11"/>
              <a:gd name="T5" fmla="*/ 0 h 13"/>
              <a:gd name="T6" fmla="*/ 11 w 11"/>
              <a:gd name="T7" fmla="*/ 0 h 13"/>
              <a:gd name="T8" fmla="*/ 11 w 11"/>
              <a:gd name="T9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3">
                <a:moveTo>
                  <a:pt x="11" y="10"/>
                </a:moveTo>
                <a:lnTo>
                  <a:pt x="0" y="13"/>
                </a:lnTo>
                <a:lnTo>
                  <a:pt x="0" y="0"/>
                </a:lnTo>
                <a:lnTo>
                  <a:pt x="11" y="0"/>
                </a:lnTo>
                <a:lnTo>
                  <a:pt x="11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6" name="Freeform 285"/>
          <p:cNvSpPr>
            <a:spLocks/>
          </p:cNvSpPr>
          <p:nvPr/>
        </p:nvSpPr>
        <p:spPr bwMode="auto">
          <a:xfrm>
            <a:off x="7359650" y="4568826"/>
            <a:ext cx="26988" cy="4763"/>
          </a:xfrm>
          <a:custGeom>
            <a:avLst/>
            <a:gdLst>
              <a:gd name="T0" fmla="*/ 17 w 17"/>
              <a:gd name="T1" fmla="*/ 3 h 3"/>
              <a:gd name="T2" fmla="*/ 3 w 17"/>
              <a:gd name="T3" fmla="*/ 3 h 3"/>
              <a:gd name="T4" fmla="*/ 0 w 17"/>
              <a:gd name="T5" fmla="*/ 0 h 3"/>
              <a:gd name="T6" fmla="*/ 17 w 17"/>
              <a:gd name="T7" fmla="*/ 0 h 3"/>
              <a:gd name="T8" fmla="*/ 17 w 17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3">
                <a:moveTo>
                  <a:pt x="17" y="3"/>
                </a:moveTo>
                <a:lnTo>
                  <a:pt x="3" y="3"/>
                </a:lnTo>
                <a:lnTo>
                  <a:pt x="0" y="0"/>
                </a:lnTo>
                <a:lnTo>
                  <a:pt x="17" y="0"/>
                </a:lnTo>
                <a:lnTo>
                  <a:pt x="17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7" name="Freeform 286"/>
          <p:cNvSpPr>
            <a:spLocks noEditPoints="1"/>
          </p:cNvSpPr>
          <p:nvPr/>
        </p:nvSpPr>
        <p:spPr bwMode="auto">
          <a:xfrm>
            <a:off x="7305675" y="4552951"/>
            <a:ext cx="139700" cy="93663"/>
          </a:xfrm>
          <a:custGeom>
            <a:avLst/>
            <a:gdLst>
              <a:gd name="T0" fmla="*/ 31 w 33"/>
              <a:gd name="T1" fmla="*/ 12 h 22"/>
              <a:gd name="T2" fmla="*/ 30 w 33"/>
              <a:gd name="T3" fmla="*/ 0 h 22"/>
              <a:gd name="T4" fmla="*/ 3 w 33"/>
              <a:gd name="T5" fmla="*/ 1 h 22"/>
              <a:gd name="T6" fmla="*/ 2 w 33"/>
              <a:gd name="T7" fmla="*/ 12 h 22"/>
              <a:gd name="T8" fmla="*/ 0 w 33"/>
              <a:gd name="T9" fmla="*/ 12 h 22"/>
              <a:gd name="T10" fmla="*/ 1 w 33"/>
              <a:gd name="T11" fmla="*/ 22 h 22"/>
              <a:gd name="T12" fmla="*/ 33 w 33"/>
              <a:gd name="T13" fmla="*/ 22 h 22"/>
              <a:gd name="T14" fmla="*/ 33 w 33"/>
              <a:gd name="T15" fmla="*/ 11 h 22"/>
              <a:gd name="T16" fmla="*/ 31 w 33"/>
              <a:gd name="T17" fmla="*/ 12 h 22"/>
              <a:gd name="T18" fmla="*/ 6 w 33"/>
              <a:gd name="T19" fmla="*/ 3 h 22"/>
              <a:gd name="T20" fmla="*/ 27 w 33"/>
              <a:gd name="T21" fmla="*/ 2 h 22"/>
              <a:gd name="T22" fmla="*/ 28 w 33"/>
              <a:gd name="T23" fmla="*/ 12 h 22"/>
              <a:gd name="T24" fmla="*/ 5 w 33"/>
              <a:gd name="T25" fmla="*/ 12 h 22"/>
              <a:gd name="T26" fmla="*/ 6 w 33"/>
              <a:gd name="T27" fmla="*/ 3 h 22"/>
              <a:gd name="T28" fmla="*/ 8 w 33"/>
              <a:gd name="T29" fmla="*/ 20 h 22"/>
              <a:gd name="T30" fmla="*/ 4 w 33"/>
              <a:gd name="T31" fmla="*/ 20 h 22"/>
              <a:gd name="T32" fmla="*/ 2 w 33"/>
              <a:gd name="T33" fmla="*/ 18 h 22"/>
              <a:gd name="T34" fmla="*/ 4 w 33"/>
              <a:gd name="T35" fmla="*/ 15 h 22"/>
              <a:gd name="T36" fmla="*/ 7 w 33"/>
              <a:gd name="T37" fmla="*/ 15 h 22"/>
              <a:gd name="T38" fmla="*/ 10 w 33"/>
              <a:gd name="T39" fmla="*/ 17 h 22"/>
              <a:gd name="T40" fmla="*/ 8 w 33"/>
              <a:gd name="T41" fmla="*/ 20 h 22"/>
              <a:gd name="T42" fmla="*/ 29 w 33"/>
              <a:gd name="T43" fmla="*/ 19 h 22"/>
              <a:gd name="T44" fmla="*/ 26 w 33"/>
              <a:gd name="T45" fmla="*/ 19 h 22"/>
              <a:gd name="T46" fmla="*/ 24 w 33"/>
              <a:gd name="T47" fmla="*/ 17 h 22"/>
              <a:gd name="T48" fmla="*/ 26 w 33"/>
              <a:gd name="T49" fmla="*/ 15 h 22"/>
              <a:gd name="T50" fmla="*/ 29 w 33"/>
              <a:gd name="T51" fmla="*/ 15 h 22"/>
              <a:gd name="T52" fmla="*/ 31 w 33"/>
              <a:gd name="T53" fmla="*/ 17 h 22"/>
              <a:gd name="T54" fmla="*/ 29 w 33"/>
              <a:gd name="T55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3" h="22">
                <a:moveTo>
                  <a:pt x="31" y="12"/>
                </a:moveTo>
                <a:cubicBezTo>
                  <a:pt x="30" y="0"/>
                  <a:pt x="30" y="0"/>
                  <a:pt x="30" y="0"/>
                </a:cubicBezTo>
                <a:cubicBezTo>
                  <a:pt x="3" y="1"/>
                  <a:pt x="3" y="1"/>
                  <a:pt x="3" y="1"/>
                </a:cubicBezTo>
                <a:cubicBezTo>
                  <a:pt x="2" y="12"/>
                  <a:pt x="2" y="12"/>
                  <a:pt x="2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1" y="22"/>
                  <a:pt x="1" y="22"/>
                  <a:pt x="1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11"/>
                  <a:pt x="33" y="11"/>
                  <a:pt x="33" y="11"/>
                </a:cubicBezTo>
                <a:lnTo>
                  <a:pt x="31" y="12"/>
                </a:lnTo>
                <a:close/>
                <a:moveTo>
                  <a:pt x="6" y="3"/>
                </a:moveTo>
                <a:cubicBezTo>
                  <a:pt x="27" y="2"/>
                  <a:pt x="27" y="2"/>
                  <a:pt x="27" y="2"/>
                </a:cubicBezTo>
                <a:cubicBezTo>
                  <a:pt x="28" y="12"/>
                  <a:pt x="28" y="12"/>
                  <a:pt x="28" y="12"/>
                </a:cubicBezTo>
                <a:cubicBezTo>
                  <a:pt x="5" y="12"/>
                  <a:pt x="5" y="12"/>
                  <a:pt x="5" y="12"/>
                </a:cubicBezTo>
                <a:lnTo>
                  <a:pt x="6" y="3"/>
                </a:lnTo>
                <a:close/>
                <a:moveTo>
                  <a:pt x="8" y="20"/>
                </a:moveTo>
                <a:cubicBezTo>
                  <a:pt x="4" y="20"/>
                  <a:pt x="4" y="20"/>
                  <a:pt x="4" y="20"/>
                </a:cubicBezTo>
                <a:cubicBezTo>
                  <a:pt x="3" y="20"/>
                  <a:pt x="2" y="19"/>
                  <a:pt x="2" y="18"/>
                </a:cubicBezTo>
                <a:cubicBezTo>
                  <a:pt x="2" y="16"/>
                  <a:pt x="3" y="16"/>
                  <a:pt x="4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9" y="15"/>
                  <a:pt x="10" y="16"/>
                  <a:pt x="10" y="17"/>
                </a:cubicBezTo>
                <a:cubicBezTo>
                  <a:pt x="10" y="19"/>
                  <a:pt x="9" y="20"/>
                  <a:pt x="8" y="20"/>
                </a:cubicBezTo>
                <a:close/>
                <a:moveTo>
                  <a:pt x="29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5" y="19"/>
                  <a:pt x="24" y="18"/>
                  <a:pt x="24" y="17"/>
                </a:cubicBezTo>
                <a:cubicBezTo>
                  <a:pt x="24" y="16"/>
                  <a:pt x="24" y="15"/>
                  <a:pt x="26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5"/>
                  <a:pt x="31" y="16"/>
                  <a:pt x="31" y="17"/>
                </a:cubicBezTo>
                <a:cubicBezTo>
                  <a:pt x="31" y="18"/>
                  <a:pt x="30" y="19"/>
                  <a:pt x="29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8" name="Freeform 287"/>
          <p:cNvSpPr>
            <a:spLocks/>
          </p:cNvSpPr>
          <p:nvPr/>
        </p:nvSpPr>
        <p:spPr bwMode="auto">
          <a:xfrm>
            <a:off x="7321550" y="4624389"/>
            <a:ext cx="17463" cy="9525"/>
          </a:xfrm>
          <a:custGeom>
            <a:avLst/>
            <a:gdLst>
              <a:gd name="T0" fmla="*/ 4 w 4"/>
              <a:gd name="T1" fmla="*/ 1 h 2"/>
              <a:gd name="T2" fmla="*/ 3 w 4"/>
              <a:gd name="T3" fmla="*/ 2 h 2"/>
              <a:gd name="T4" fmla="*/ 1 w 4"/>
              <a:gd name="T5" fmla="*/ 2 h 2"/>
              <a:gd name="T6" fmla="*/ 0 w 4"/>
              <a:gd name="T7" fmla="*/ 1 h 2"/>
              <a:gd name="T8" fmla="*/ 1 w 4"/>
              <a:gd name="T9" fmla="*/ 0 h 2"/>
              <a:gd name="T10" fmla="*/ 3 w 4"/>
              <a:gd name="T11" fmla="*/ 0 h 2"/>
              <a:gd name="T12" fmla="*/ 4 w 4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">
                <a:moveTo>
                  <a:pt x="4" y="1"/>
                </a:moveTo>
                <a:cubicBezTo>
                  <a:pt x="4" y="1"/>
                  <a:pt x="3" y="1"/>
                  <a:pt x="3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9" name="Freeform 288"/>
          <p:cNvSpPr>
            <a:spLocks/>
          </p:cNvSpPr>
          <p:nvPr/>
        </p:nvSpPr>
        <p:spPr bwMode="auto">
          <a:xfrm>
            <a:off x="7412038" y="4621214"/>
            <a:ext cx="15875" cy="7938"/>
          </a:xfrm>
          <a:custGeom>
            <a:avLst/>
            <a:gdLst>
              <a:gd name="T0" fmla="*/ 4 w 4"/>
              <a:gd name="T1" fmla="*/ 1 h 2"/>
              <a:gd name="T2" fmla="*/ 3 w 4"/>
              <a:gd name="T3" fmla="*/ 2 h 2"/>
              <a:gd name="T4" fmla="*/ 1 w 4"/>
              <a:gd name="T5" fmla="*/ 2 h 2"/>
              <a:gd name="T6" fmla="*/ 0 w 4"/>
              <a:gd name="T7" fmla="*/ 1 h 2"/>
              <a:gd name="T8" fmla="*/ 1 w 4"/>
              <a:gd name="T9" fmla="*/ 0 h 2"/>
              <a:gd name="T10" fmla="*/ 3 w 4"/>
              <a:gd name="T11" fmla="*/ 0 h 2"/>
              <a:gd name="T12" fmla="*/ 4 w 4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">
                <a:moveTo>
                  <a:pt x="4" y="1"/>
                </a:moveTo>
                <a:cubicBezTo>
                  <a:pt x="4" y="1"/>
                  <a:pt x="4" y="2"/>
                  <a:pt x="3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0"/>
                  <a:pt x="4" y="0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0" name="Rectangle 289"/>
          <p:cNvSpPr>
            <a:spLocks noChangeArrowheads="1"/>
          </p:cNvSpPr>
          <p:nvPr/>
        </p:nvSpPr>
        <p:spPr bwMode="auto">
          <a:xfrm>
            <a:off x="7445375" y="4591051"/>
            <a:ext cx="174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1" name="Freeform 290"/>
          <p:cNvSpPr>
            <a:spLocks/>
          </p:cNvSpPr>
          <p:nvPr/>
        </p:nvSpPr>
        <p:spPr bwMode="auto">
          <a:xfrm>
            <a:off x="7288213" y="4594226"/>
            <a:ext cx="20638" cy="14288"/>
          </a:xfrm>
          <a:custGeom>
            <a:avLst/>
            <a:gdLst>
              <a:gd name="T0" fmla="*/ 13 w 13"/>
              <a:gd name="T1" fmla="*/ 6 h 9"/>
              <a:gd name="T2" fmla="*/ 0 w 13"/>
              <a:gd name="T3" fmla="*/ 9 h 9"/>
              <a:gd name="T4" fmla="*/ 0 w 13"/>
              <a:gd name="T5" fmla="*/ 0 h 9"/>
              <a:gd name="T6" fmla="*/ 13 w 13"/>
              <a:gd name="T7" fmla="*/ 0 h 9"/>
              <a:gd name="T8" fmla="*/ 13 w 13"/>
              <a:gd name="T9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9">
                <a:moveTo>
                  <a:pt x="13" y="6"/>
                </a:moveTo>
                <a:lnTo>
                  <a:pt x="0" y="9"/>
                </a:lnTo>
                <a:lnTo>
                  <a:pt x="0" y="0"/>
                </a:lnTo>
                <a:lnTo>
                  <a:pt x="13" y="0"/>
                </a:lnTo>
                <a:lnTo>
                  <a:pt x="13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2" name="Freeform 291"/>
          <p:cNvSpPr>
            <a:spLocks/>
          </p:cNvSpPr>
          <p:nvPr/>
        </p:nvSpPr>
        <p:spPr bwMode="auto">
          <a:xfrm>
            <a:off x="7516813" y="4646614"/>
            <a:ext cx="144463" cy="12700"/>
          </a:xfrm>
          <a:custGeom>
            <a:avLst/>
            <a:gdLst>
              <a:gd name="T0" fmla="*/ 91 w 91"/>
              <a:gd name="T1" fmla="*/ 5 h 8"/>
              <a:gd name="T2" fmla="*/ 0 w 91"/>
              <a:gd name="T3" fmla="*/ 8 h 8"/>
              <a:gd name="T4" fmla="*/ 0 w 91"/>
              <a:gd name="T5" fmla="*/ 2 h 8"/>
              <a:gd name="T6" fmla="*/ 91 w 91"/>
              <a:gd name="T7" fmla="*/ 0 h 8"/>
              <a:gd name="T8" fmla="*/ 91 w 91"/>
              <a:gd name="T9" fmla="*/ 5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8">
                <a:moveTo>
                  <a:pt x="91" y="5"/>
                </a:moveTo>
                <a:lnTo>
                  <a:pt x="0" y="8"/>
                </a:lnTo>
                <a:lnTo>
                  <a:pt x="0" y="2"/>
                </a:lnTo>
                <a:lnTo>
                  <a:pt x="91" y="0"/>
                </a:lnTo>
                <a:lnTo>
                  <a:pt x="91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3" name="Freeform 292"/>
          <p:cNvSpPr>
            <a:spLocks/>
          </p:cNvSpPr>
          <p:nvPr/>
        </p:nvSpPr>
        <p:spPr bwMode="auto">
          <a:xfrm>
            <a:off x="7529513" y="4659314"/>
            <a:ext cx="22225" cy="15875"/>
          </a:xfrm>
          <a:custGeom>
            <a:avLst/>
            <a:gdLst>
              <a:gd name="T0" fmla="*/ 14 w 14"/>
              <a:gd name="T1" fmla="*/ 10 h 10"/>
              <a:gd name="T2" fmla="*/ 0 w 14"/>
              <a:gd name="T3" fmla="*/ 10 h 10"/>
              <a:gd name="T4" fmla="*/ 0 w 14"/>
              <a:gd name="T5" fmla="*/ 0 h 10"/>
              <a:gd name="T6" fmla="*/ 11 w 14"/>
              <a:gd name="T7" fmla="*/ 0 h 10"/>
              <a:gd name="T8" fmla="*/ 14 w 14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0">
                <a:moveTo>
                  <a:pt x="14" y="10"/>
                </a:moveTo>
                <a:lnTo>
                  <a:pt x="0" y="10"/>
                </a:lnTo>
                <a:lnTo>
                  <a:pt x="0" y="0"/>
                </a:lnTo>
                <a:lnTo>
                  <a:pt x="11" y="0"/>
                </a:lnTo>
                <a:lnTo>
                  <a:pt x="14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4" name="Freeform 293"/>
          <p:cNvSpPr>
            <a:spLocks/>
          </p:cNvSpPr>
          <p:nvPr/>
        </p:nvSpPr>
        <p:spPr bwMode="auto">
          <a:xfrm>
            <a:off x="7631113" y="4654551"/>
            <a:ext cx="17463" cy="20638"/>
          </a:xfrm>
          <a:custGeom>
            <a:avLst/>
            <a:gdLst>
              <a:gd name="T0" fmla="*/ 11 w 11"/>
              <a:gd name="T1" fmla="*/ 13 h 13"/>
              <a:gd name="T2" fmla="*/ 0 w 11"/>
              <a:gd name="T3" fmla="*/ 13 h 13"/>
              <a:gd name="T4" fmla="*/ 0 w 11"/>
              <a:gd name="T5" fmla="*/ 3 h 13"/>
              <a:gd name="T6" fmla="*/ 11 w 11"/>
              <a:gd name="T7" fmla="*/ 0 h 13"/>
              <a:gd name="T8" fmla="*/ 11 w 11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3">
                <a:moveTo>
                  <a:pt x="11" y="13"/>
                </a:moveTo>
                <a:lnTo>
                  <a:pt x="0" y="13"/>
                </a:lnTo>
                <a:lnTo>
                  <a:pt x="0" y="3"/>
                </a:lnTo>
                <a:lnTo>
                  <a:pt x="11" y="0"/>
                </a:lnTo>
                <a:lnTo>
                  <a:pt x="11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5" name="Rectangle 294"/>
          <p:cNvSpPr>
            <a:spLocks noChangeArrowheads="1"/>
          </p:cNvSpPr>
          <p:nvPr/>
        </p:nvSpPr>
        <p:spPr bwMode="auto">
          <a:xfrm>
            <a:off x="7577138" y="4565651"/>
            <a:ext cx="20638" cy="3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6" name="Freeform 295"/>
          <p:cNvSpPr>
            <a:spLocks noEditPoints="1"/>
          </p:cNvSpPr>
          <p:nvPr/>
        </p:nvSpPr>
        <p:spPr bwMode="auto">
          <a:xfrm>
            <a:off x="7516813" y="4552951"/>
            <a:ext cx="139700" cy="93663"/>
          </a:xfrm>
          <a:custGeom>
            <a:avLst/>
            <a:gdLst>
              <a:gd name="T0" fmla="*/ 31 w 33"/>
              <a:gd name="T1" fmla="*/ 11 h 22"/>
              <a:gd name="T2" fmla="*/ 30 w 33"/>
              <a:gd name="T3" fmla="*/ 0 h 22"/>
              <a:gd name="T4" fmla="*/ 3 w 33"/>
              <a:gd name="T5" fmla="*/ 0 h 22"/>
              <a:gd name="T6" fmla="*/ 2 w 33"/>
              <a:gd name="T7" fmla="*/ 11 h 22"/>
              <a:gd name="T8" fmla="*/ 0 w 33"/>
              <a:gd name="T9" fmla="*/ 11 h 22"/>
              <a:gd name="T10" fmla="*/ 1 w 33"/>
              <a:gd name="T11" fmla="*/ 22 h 22"/>
              <a:gd name="T12" fmla="*/ 33 w 33"/>
              <a:gd name="T13" fmla="*/ 21 h 22"/>
              <a:gd name="T14" fmla="*/ 33 w 33"/>
              <a:gd name="T15" fmla="*/ 11 h 22"/>
              <a:gd name="T16" fmla="*/ 31 w 33"/>
              <a:gd name="T17" fmla="*/ 11 h 22"/>
              <a:gd name="T18" fmla="*/ 6 w 33"/>
              <a:gd name="T19" fmla="*/ 2 h 22"/>
              <a:gd name="T20" fmla="*/ 27 w 33"/>
              <a:gd name="T21" fmla="*/ 2 h 22"/>
              <a:gd name="T22" fmla="*/ 28 w 33"/>
              <a:gd name="T23" fmla="*/ 11 h 22"/>
              <a:gd name="T24" fmla="*/ 5 w 33"/>
              <a:gd name="T25" fmla="*/ 12 h 22"/>
              <a:gd name="T26" fmla="*/ 6 w 33"/>
              <a:gd name="T27" fmla="*/ 2 h 22"/>
              <a:gd name="T28" fmla="*/ 8 w 33"/>
              <a:gd name="T29" fmla="*/ 19 h 22"/>
              <a:gd name="T30" fmla="*/ 4 w 33"/>
              <a:gd name="T31" fmla="*/ 19 h 22"/>
              <a:gd name="T32" fmla="*/ 2 w 33"/>
              <a:gd name="T33" fmla="*/ 17 h 22"/>
              <a:gd name="T34" fmla="*/ 4 w 33"/>
              <a:gd name="T35" fmla="*/ 15 h 22"/>
              <a:gd name="T36" fmla="*/ 7 w 33"/>
              <a:gd name="T37" fmla="*/ 15 h 22"/>
              <a:gd name="T38" fmla="*/ 10 w 33"/>
              <a:gd name="T39" fmla="*/ 17 h 22"/>
              <a:gd name="T40" fmla="*/ 8 w 33"/>
              <a:gd name="T41" fmla="*/ 19 h 22"/>
              <a:gd name="T42" fmla="*/ 29 w 33"/>
              <a:gd name="T43" fmla="*/ 18 h 22"/>
              <a:gd name="T44" fmla="*/ 26 w 33"/>
              <a:gd name="T45" fmla="*/ 18 h 22"/>
              <a:gd name="T46" fmla="*/ 24 w 33"/>
              <a:gd name="T47" fmla="*/ 16 h 22"/>
              <a:gd name="T48" fmla="*/ 26 w 33"/>
              <a:gd name="T49" fmla="*/ 14 h 22"/>
              <a:gd name="T50" fmla="*/ 29 w 33"/>
              <a:gd name="T51" fmla="*/ 14 h 22"/>
              <a:gd name="T52" fmla="*/ 31 w 33"/>
              <a:gd name="T53" fmla="*/ 16 h 22"/>
              <a:gd name="T54" fmla="*/ 29 w 33"/>
              <a:gd name="T55" fmla="*/ 1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3" h="22">
                <a:moveTo>
                  <a:pt x="31" y="11"/>
                </a:moveTo>
                <a:cubicBezTo>
                  <a:pt x="30" y="0"/>
                  <a:pt x="30" y="0"/>
                  <a:pt x="30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11"/>
                  <a:pt x="2" y="11"/>
                  <a:pt x="2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22"/>
                  <a:pt x="1" y="22"/>
                  <a:pt x="1" y="22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11"/>
                  <a:pt x="33" y="11"/>
                  <a:pt x="33" y="11"/>
                </a:cubicBezTo>
                <a:lnTo>
                  <a:pt x="31" y="11"/>
                </a:lnTo>
                <a:close/>
                <a:moveTo>
                  <a:pt x="6" y="2"/>
                </a:moveTo>
                <a:cubicBezTo>
                  <a:pt x="27" y="2"/>
                  <a:pt x="27" y="2"/>
                  <a:pt x="27" y="2"/>
                </a:cubicBezTo>
                <a:cubicBezTo>
                  <a:pt x="28" y="11"/>
                  <a:pt x="28" y="11"/>
                  <a:pt x="28" y="11"/>
                </a:cubicBezTo>
                <a:cubicBezTo>
                  <a:pt x="5" y="12"/>
                  <a:pt x="5" y="12"/>
                  <a:pt x="5" y="12"/>
                </a:cubicBezTo>
                <a:lnTo>
                  <a:pt x="6" y="2"/>
                </a:lnTo>
                <a:close/>
                <a:moveTo>
                  <a:pt x="8" y="19"/>
                </a:moveTo>
                <a:cubicBezTo>
                  <a:pt x="4" y="19"/>
                  <a:pt x="4" y="19"/>
                  <a:pt x="4" y="19"/>
                </a:cubicBezTo>
                <a:cubicBezTo>
                  <a:pt x="3" y="19"/>
                  <a:pt x="2" y="18"/>
                  <a:pt x="2" y="17"/>
                </a:cubicBezTo>
                <a:cubicBezTo>
                  <a:pt x="2" y="16"/>
                  <a:pt x="3" y="15"/>
                  <a:pt x="4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9" y="15"/>
                  <a:pt x="10" y="16"/>
                  <a:pt x="10" y="17"/>
                </a:cubicBezTo>
                <a:cubicBezTo>
                  <a:pt x="10" y="18"/>
                  <a:pt x="9" y="19"/>
                  <a:pt x="8" y="19"/>
                </a:cubicBezTo>
                <a:close/>
                <a:moveTo>
                  <a:pt x="29" y="18"/>
                </a:moveTo>
                <a:cubicBezTo>
                  <a:pt x="26" y="18"/>
                  <a:pt x="26" y="18"/>
                  <a:pt x="26" y="18"/>
                </a:cubicBezTo>
                <a:cubicBezTo>
                  <a:pt x="25" y="18"/>
                  <a:pt x="24" y="17"/>
                  <a:pt x="24" y="16"/>
                </a:cubicBezTo>
                <a:cubicBezTo>
                  <a:pt x="24" y="15"/>
                  <a:pt x="24" y="14"/>
                  <a:pt x="26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30" y="14"/>
                  <a:pt x="31" y="15"/>
                  <a:pt x="31" y="16"/>
                </a:cubicBezTo>
                <a:cubicBezTo>
                  <a:pt x="31" y="17"/>
                  <a:pt x="30" y="18"/>
                  <a:pt x="29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7" name="Freeform 296"/>
          <p:cNvSpPr>
            <a:spLocks/>
          </p:cNvSpPr>
          <p:nvPr/>
        </p:nvSpPr>
        <p:spPr bwMode="auto">
          <a:xfrm>
            <a:off x="7534275" y="4621214"/>
            <a:ext cx="17463" cy="7938"/>
          </a:xfrm>
          <a:custGeom>
            <a:avLst/>
            <a:gdLst>
              <a:gd name="T0" fmla="*/ 4 w 4"/>
              <a:gd name="T1" fmla="*/ 1 h 2"/>
              <a:gd name="T2" fmla="*/ 3 w 4"/>
              <a:gd name="T3" fmla="*/ 2 h 2"/>
              <a:gd name="T4" fmla="*/ 1 w 4"/>
              <a:gd name="T5" fmla="*/ 2 h 2"/>
              <a:gd name="T6" fmla="*/ 0 w 4"/>
              <a:gd name="T7" fmla="*/ 1 h 2"/>
              <a:gd name="T8" fmla="*/ 1 w 4"/>
              <a:gd name="T9" fmla="*/ 0 h 2"/>
              <a:gd name="T10" fmla="*/ 3 w 4"/>
              <a:gd name="T11" fmla="*/ 0 h 2"/>
              <a:gd name="T12" fmla="*/ 4 w 4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">
                <a:moveTo>
                  <a:pt x="4" y="1"/>
                </a:moveTo>
                <a:cubicBezTo>
                  <a:pt x="4" y="1"/>
                  <a:pt x="3" y="2"/>
                  <a:pt x="3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8" name="Freeform 297"/>
          <p:cNvSpPr>
            <a:spLocks/>
          </p:cNvSpPr>
          <p:nvPr/>
        </p:nvSpPr>
        <p:spPr bwMode="auto">
          <a:xfrm>
            <a:off x="7627938" y="4616451"/>
            <a:ext cx="12700" cy="7938"/>
          </a:xfrm>
          <a:custGeom>
            <a:avLst/>
            <a:gdLst>
              <a:gd name="T0" fmla="*/ 3 w 3"/>
              <a:gd name="T1" fmla="*/ 1 h 2"/>
              <a:gd name="T2" fmla="*/ 2 w 3"/>
              <a:gd name="T3" fmla="*/ 2 h 2"/>
              <a:gd name="T4" fmla="*/ 1 w 3"/>
              <a:gd name="T5" fmla="*/ 2 h 2"/>
              <a:gd name="T6" fmla="*/ 0 w 3"/>
              <a:gd name="T7" fmla="*/ 1 h 2"/>
              <a:gd name="T8" fmla="*/ 0 w 3"/>
              <a:gd name="T9" fmla="*/ 0 h 2"/>
              <a:gd name="T10" fmla="*/ 2 w 3"/>
              <a:gd name="T11" fmla="*/ 0 h 2"/>
              <a:gd name="T12" fmla="*/ 3 w 3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2">
                <a:moveTo>
                  <a:pt x="3" y="1"/>
                </a:moveTo>
                <a:cubicBezTo>
                  <a:pt x="3" y="2"/>
                  <a:pt x="3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9" name="Freeform 298"/>
          <p:cNvSpPr>
            <a:spLocks/>
          </p:cNvSpPr>
          <p:nvPr/>
        </p:nvSpPr>
        <p:spPr bwMode="auto">
          <a:xfrm>
            <a:off x="7656513" y="4586289"/>
            <a:ext cx="22225" cy="12700"/>
          </a:xfrm>
          <a:custGeom>
            <a:avLst/>
            <a:gdLst>
              <a:gd name="T0" fmla="*/ 14 w 14"/>
              <a:gd name="T1" fmla="*/ 8 h 8"/>
              <a:gd name="T2" fmla="*/ 0 w 14"/>
              <a:gd name="T3" fmla="*/ 8 h 8"/>
              <a:gd name="T4" fmla="*/ 0 w 14"/>
              <a:gd name="T5" fmla="*/ 0 h 8"/>
              <a:gd name="T6" fmla="*/ 11 w 14"/>
              <a:gd name="T7" fmla="*/ 0 h 8"/>
              <a:gd name="T8" fmla="*/ 14 w 14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8">
                <a:moveTo>
                  <a:pt x="14" y="8"/>
                </a:moveTo>
                <a:lnTo>
                  <a:pt x="0" y="8"/>
                </a:lnTo>
                <a:lnTo>
                  <a:pt x="0" y="0"/>
                </a:lnTo>
                <a:lnTo>
                  <a:pt x="11" y="0"/>
                </a:lnTo>
                <a:lnTo>
                  <a:pt x="14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0" name="Rectangle 299"/>
          <p:cNvSpPr>
            <a:spLocks noChangeArrowheads="1"/>
          </p:cNvSpPr>
          <p:nvPr/>
        </p:nvSpPr>
        <p:spPr bwMode="auto">
          <a:xfrm>
            <a:off x="7500938" y="4591051"/>
            <a:ext cx="206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1" name="Freeform 300"/>
          <p:cNvSpPr>
            <a:spLocks/>
          </p:cNvSpPr>
          <p:nvPr/>
        </p:nvSpPr>
        <p:spPr bwMode="auto">
          <a:xfrm>
            <a:off x="7270750" y="4411664"/>
            <a:ext cx="395288" cy="395288"/>
          </a:xfrm>
          <a:custGeom>
            <a:avLst/>
            <a:gdLst>
              <a:gd name="T0" fmla="*/ 249 w 249"/>
              <a:gd name="T1" fmla="*/ 33 h 249"/>
              <a:gd name="T2" fmla="*/ 32 w 249"/>
              <a:gd name="T3" fmla="*/ 249 h 249"/>
              <a:gd name="T4" fmla="*/ 0 w 249"/>
              <a:gd name="T5" fmla="*/ 217 h 249"/>
              <a:gd name="T6" fmla="*/ 217 w 249"/>
              <a:gd name="T7" fmla="*/ 0 h 249"/>
              <a:gd name="T8" fmla="*/ 249 w 249"/>
              <a:gd name="T9" fmla="*/ 33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9" h="249">
                <a:moveTo>
                  <a:pt x="249" y="33"/>
                </a:moveTo>
                <a:lnTo>
                  <a:pt x="32" y="249"/>
                </a:lnTo>
                <a:lnTo>
                  <a:pt x="0" y="217"/>
                </a:lnTo>
                <a:lnTo>
                  <a:pt x="217" y="0"/>
                </a:lnTo>
                <a:lnTo>
                  <a:pt x="249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2" name="Freeform 301"/>
          <p:cNvSpPr>
            <a:spLocks noEditPoints="1"/>
          </p:cNvSpPr>
          <p:nvPr/>
        </p:nvSpPr>
        <p:spPr bwMode="auto">
          <a:xfrm>
            <a:off x="546100" y="5189539"/>
            <a:ext cx="500063" cy="501650"/>
          </a:xfrm>
          <a:custGeom>
            <a:avLst/>
            <a:gdLst>
              <a:gd name="T0" fmla="*/ 59 w 118"/>
              <a:gd name="T1" fmla="*/ 118 h 118"/>
              <a:gd name="T2" fmla="*/ 0 w 118"/>
              <a:gd name="T3" fmla="*/ 59 h 118"/>
              <a:gd name="T4" fmla="*/ 59 w 118"/>
              <a:gd name="T5" fmla="*/ 0 h 118"/>
              <a:gd name="T6" fmla="*/ 118 w 118"/>
              <a:gd name="T7" fmla="*/ 59 h 118"/>
              <a:gd name="T8" fmla="*/ 59 w 118"/>
              <a:gd name="T9" fmla="*/ 118 h 118"/>
              <a:gd name="T10" fmla="*/ 59 w 118"/>
              <a:gd name="T11" fmla="*/ 3 h 118"/>
              <a:gd name="T12" fmla="*/ 3 w 118"/>
              <a:gd name="T13" fmla="*/ 59 h 118"/>
              <a:gd name="T14" fmla="*/ 59 w 118"/>
              <a:gd name="T15" fmla="*/ 115 h 118"/>
              <a:gd name="T16" fmla="*/ 115 w 118"/>
              <a:gd name="T17" fmla="*/ 59 h 118"/>
              <a:gd name="T18" fmla="*/ 59 w 118"/>
              <a:gd name="T19" fmla="*/ 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8" h="118">
                <a:moveTo>
                  <a:pt x="59" y="118"/>
                </a:moveTo>
                <a:cubicBezTo>
                  <a:pt x="26" y="118"/>
                  <a:pt x="0" y="91"/>
                  <a:pt x="0" y="59"/>
                </a:cubicBezTo>
                <a:cubicBezTo>
                  <a:pt x="0" y="26"/>
                  <a:pt x="26" y="0"/>
                  <a:pt x="59" y="0"/>
                </a:cubicBezTo>
                <a:cubicBezTo>
                  <a:pt x="92" y="0"/>
                  <a:pt x="118" y="26"/>
                  <a:pt x="118" y="59"/>
                </a:cubicBezTo>
                <a:cubicBezTo>
                  <a:pt x="118" y="91"/>
                  <a:pt x="92" y="118"/>
                  <a:pt x="59" y="118"/>
                </a:cubicBezTo>
                <a:close/>
                <a:moveTo>
                  <a:pt x="59" y="3"/>
                </a:moveTo>
                <a:cubicBezTo>
                  <a:pt x="28" y="3"/>
                  <a:pt x="3" y="28"/>
                  <a:pt x="3" y="59"/>
                </a:cubicBezTo>
                <a:cubicBezTo>
                  <a:pt x="3" y="90"/>
                  <a:pt x="28" y="115"/>
                  <a:pt x="59" y="115"/>
                </a:cubicBezTo>
                <a:cubicBezTo>
                  <a:pt x="90" y="115"/>
                  <a:pt x="115" y="90"/>
                  <a:pt x="115" y="59"/>
                </a:cubicBezTo>
                <a:cubicBezTo>
                  <a:pt x="115" y="28"/>
                  <a:pt x="90" y="3"/>
                  <a:pt x="59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3" name="Freeform 302"/>
          <p:cNvSpPr>
            <a:spLocks/>
          </p:cNvSpPr>
          <p:nvPr/>
        </p:nvSpPr>
        <p:spPr bwMode="auto">
          <a:xfrm>
            <a:off x="600075" y="5245101"/>
            <a:ext cx="390525" cy="395288"/>
          </a:xfrm>
          <a:custGeom>
            <a:avLst/>
            <a:gdLst>
              <a:gd name="T0" fmla="*/ 246 w 246"/>
              <a:gd name="T1" fmla="*/ 32 h 249"/>
              <a:gd name="T2" fmla="*/ 30 w 246"/>
              <a:gd name="T3" fmla="*/ 249 h 249"/>
              <a:gd name="T4" fmla="*/ 0 w 246"/>
              <a:gd name="T5" fmla="*/ 217 h 249"/>
              <a:gd name="T6" fmla="*/ 217 w 246"/>
              <a:gd name="T7" fmla="*/ 0 h 249"/>
              <a:gd name="T8" fmla="*/ 246 w 246"/>
              <a:gd name="T9" fmla="*/ 32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6" h="249">
                <a:moveTo>
                  <a:pt x="246" y="32"/>
                </a:moveTo>
                <a:lnTo>
                  <a:pt x="30" y="249"/>
                </a:lnTo>
                <a:lnTo>
                  <a:pt x="0" y="217"/>
                </a:lnTo>
                <a:lnTo>
                  <a:pt x="217" y="0"/>
                </a:lnTo>
                <a:lnTo>
                  <a:pt x="246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4" name="Freeform 303"/>
          <p:cNvSpPr>
            <a:spLocks noEditPoints="1"/>
          </p:cNvSpPr>
          <p:nvPr/>
        </p:nvSpPr>
        <p:spPr bwMode="auto">
          <a:xfrm>
            <a:off x="1284288" y="5176839"/>
            <a:ext cx="500063" cy="501650"/>
          </a:xfrm>
          <a:custGeom>
            <a:avLst/>
            <a:gdLst>
              <a:gd name="T0" fmla="*/ 59 w 118"/>
              <a:gd name="T1" fmla="*/ 118 h 118"/>
              <a:gd name="T2" fmla="*/ 0 w 118"/>
              <a:gd name="T3" fmla="*/ 59 h 118"/>
              <a:gd name="T4" fmla="*/ 59 w 118"/>
              <a:gd name="T5" fmla="*/ 0 h 118"/>
              <a:gd name="T6" fmla="*/ 118 w 118"/>
              <a:gd name="T7" fmla="*/ 59 h 118"/>
              <a:gd name="T8" fmla="*/ 59 w 118"/>
              <a:gd name="T9" fmla="*/ 118 h 118"/>
              <a:gd name="T10" fmla="*/ 59 w 118"/>
              <a:gd name="T11" fmla="*/ 3 h 118"/>
              <a:gd name="T12" fmla="*/ 3 w 118"/>
              <a:gd name="T13" fmla="*/ 59 h 118"/>
              <a:gd name="T14" fmla="*/ 59 w 118"/>
              <a:gd name="T15" fmla="*/ 114 h 118"/>
              <a:gd name="T16" fmla="*/ 114 w 118"/>
              <a:gd name="T17" fmla="*/ 59 h 118"/>
              <a:gd name="T18" fmla="*/ 59 w 118"/>
              <a:gd name="T19" fmla="*/ 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8" h="118">
                <a:moveTo>
                  <a:pt x="59" y="118"/>
                </a:moveTo>
                <a:cubicBezTo>
                  <a:pt x="26" y="118"/>
                  <a:pt x="0" y="91"/>
                  <a:pt x="0" y="59"/>
                </a:cubicBezTo>
                <a:cubicBezTo>
                  <a:pt x="0" y="26"/>
                  <a:pt x="26" y="0"/>
                  <a:pt x="59" y="0"/>
                </a:cubicBezTo>
                <a:cubicBezTo>
                  <a:pt x="91" y="0"/>
                  <a:pt x="118" y="26"/>
                  <a:pt x="118" y="59"/>
                </a:cubicBezTo>
                <a:cubicBezTo>
                  <a:pt x="118" y="91"/>
                  <a:pt x="91" y="118"/>
                  <a:pt x="59" y="118"/>
                </a:cubicBezTo>
                <a:moveTo>
                  <a:pt x="59" y="3"/>
                </a:moveTo>
                <a:cubicBezTo>
                  <a:pt x="28" y="3"/>
                  <a:pt x="3" y="28"/>
                  <a:pt x="3" y="59"/>
                </a:cubicBezTo>
                <a:cubicBezTo>
                  <a:pt x="3" y="89"/>
                  <a:pt x="28" y="114"/>
                  <a:pt x="59" y="114"/>
                </a:cubicBezTo>
                <a:cubicBezTo>
                  <a:pt x="89" y="114"/>
                  <a:pt x="114" y="89"/>
                  <a:pt x="114" y="59"/>
                </a:cubicBezTo>
                <a:cubicBezTo>
                  <a:pt x="114" y="28"/>
                  <a:pt x="89" y="3"/>
                  <a:pt x="59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5" name="Freeform 304"/>
          <p:cNvSpPr>
            <a:spLocks/>
          </p:cNvSpPr>
          <p:nvPr/>
        </p:nvSpPr>
        <p:spPr bwMode="auto">
          <a:xfrm>
            <a:off x="1427163" y="5521326"/>
            <a:ext cx="225425" cy="20638"/>
          </a:xfrm>
          <a:custGeom>
            <a:avLst/>
            <a:gdLst>
              <a:gd name="T0" fmla="*/ 142 w 142"/>
              <a:gd name="T1" fmla="*/ 11 h 13"/>
              <a:gd name="T2" fmla="*/ 3 w 142"/>
              <a:gd name="T3" fmla="*/ 13 h 13"/>
              <a:gd name="T4" fmla="*/ 0 w 142"/>
              <a:gd name="T5" fmla="*/ 2 h 13"/>
              <a:gd name="T6" fmla="*/ 142 w 142"/>
              <a:gd name="T7" fmla="*/ 0 h 13"/>
              <a:gd name="T8" fmla="*/ 142 w 142"/>
              <a:gd name="T9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2" h="13">
                <a:moveTo>
                  <a:pt x="142" y="11"/>
                </a:moveTo>
                <a:lnTo>
                  <a:pt x="3" y="13"/>
                </a:lnTo>
                <a:lnTo>
                  <a:pt x="0" y="2"/>
                </a:lnTo>
                <a:lnTo>
                  <a:pt x="142" y="0"/>
                </a:lnTo>
                <a:lnTo>
                  <a:pt x="142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6" name="Rectangle 305"/>
          <p:cNvSpPr>
            <a:spLocks noChangeArrowheads="1"/>
          </p:cNvSpPr>
          <p:nvPr/>
        </p:nvSpPr>
        <p:spPr bwMode="auto">
          <a:xfrm>
            <a:off x="1444625" y="5541964"/>
            <a:ext cx="33338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7" name="Rectangle 306"/>
          <p:cNvSpPr>
            <a:spLocks noChangeArrowheads="1"/>
          </p:cNvSpPr>
          <p:nvPr/>
        </p:nvSpPr>
        <p:spPr bwMode="auto">
          <a:xfrm>
            <a:off x="1606550" y="5538789"/>
            <a:ext cx="28575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8" name="Rectangle 307"/>
          <p:cNvSpPr>
            <a:spLocks noChangeArrowheads="1"/>
          </p:cNvSpPr>
          <p:nvPr/>
        </p:nvSpPr>
        <p:spPr bwMode="auto">
          <a:xfrm>
            <a:off x="1516063" y="5394326"/>
            <a:ext cx="3968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9" name="Freeform 308"/>
          <p:cNvSpPr>
            <a:spLocks noEditPoints="1"/>
          </p:cNvSpPr>
          <p:nvPr/>
        </p:nvSpPr>
        <p:spPr bwMode="auto">
          <a:xfrm>
            <a:off x="1427163" y="5372101"/>
            <a:ext cx="220663" cy="149225"/>
          </a:xfrm>
          <a:custGeom>
            <a:avLst/>
            <a:gdLst>
              <a:gd name="T0" fmla="*/ 49 w 52"/>
              <a:gd name="T1" fmla="*/ 18 h 35"/>
              <a:gd name="T2" fmla="*/ 46 w 52"/>
              <a:gd name="T3" fmla="*/ 0 h 35"/>
              <a:gd name="T4" fmla="*/ 5 w 52"/>
              <a:gd name="T5" fmla="*/ 1 h 35"/>
              <a:gd name="T6" fmla="*/ 3 w 52"/>
              <a:gd name="T7" fmla="*/ 19 h 35"/>
              <a:gd name="T8" fmla="*/ 0 w 52"/>
              <a:gd name="T9" fmla="*/ 19 h 35"/>
              <a:gd name="T10" fmla="*/ 1 w 52"/>
              <a:gd name="T11" fmla="*/ 35 h 35"/>
              <a:gd name="T12" fmla="*/ 52 w 52"/>
              <a:gd name="T13" fmla="*/ 34 h 35"/>
              <a:gd name="T14" fmla="*/ 52 w 52"/>
              <a:gd name="T15" fmla="*/ 18 h 35"/>
              <a:gd name="T16" fmla="*/ 49 w 52"/>
              <a:gd name="T17" fmla="*/ 18 h 35"/>
              <a:gd name="T18" fmla="*/ 10 w 52"/>
              <a:gd name="T19" fmla="*/ 4 h 35"/>
              <a:gd name="T20" fmla="*/ 42 w 52"/>
              <a:gd name="T21" fmla="*/ 3 h 35"/>
              <a:gd name="T22" fmla="*/ 44 w 52"/>
              <a:gd name="T23" fmla="*/ 18 h 35"/>
              <a:gd name="T24" fmla="*/ 8 w 52"/>
              <a:gd name="T25" fmla="*/ 19 h 35"/>
              <a:gd name="T26" fmla="*/ 10 w 52"/>
              <a:gd name="T27" fmla="*/ 4 h 35"/>
              <a:gd name="T28" fmla="*/ 12 w 52"/>
              <a:gd name="T29" fmla="*/ 30 h 35"/>
              <a:gd name="T30" fmla="*/ 7 w 52"/>
              <a:gd name="T31" fmla="*/ 30 h 35"/>
              <a:gd name="T32" fmla="*/ 3 w 52"/>
              <a:gd name="T33" fmla="*/ 27 h 35"/>
              <a:gd name="T34" fmla="*/ 7 w 52"/>
              <a:gd name="T35" fmla="*/ 24 h 35"/>
              <a:gd name="T36" fmla="*/ 12 w 52"/>
              <a:gd name="T37" fmla="*/ 24 h 35"/>
              <a:gd name="T38" fmla="*/ 15 w 52"/>
              <a:gd name="T39" fmla="*/ 27 h 35"/>
              <a:gd name="T40" fmla="*/ 12 w 52"/>
              <a:gd name="T41" fmla="*/ 30 h 35"/>
              <a:gd name="T42" fmla="*/ 45 w 52"/>
              <a:gd name="T43" fmla="*/ 29 h 35"/>
              <a:gd name="T44" fmla="*/ 40 w 52"/>
              <a:gd name="T45" fmla="*/ 29 h 35"/>
              <a:gd name="T46" fmla="*/ 37 w 52"/>
              <a:gd name="T47" fmla="*/ 26 h 35"/>
              <a:gd name="T48" fmla="*/ 40 w 52"/>
              <a:gd name="T49" fmla="*/ 23 h 35"/>
              <a:gd name="T50" fmla="*/ 45 w 52"/>
              <a:gd name="T51" fmla="*/ 23 h 35"/>
              <a:gd name="T52" fmla="*/ 48 w 52"/>
              <a:gd name="T53" fmla="*/ 26 h 35"/>
              <a:gd name="T54" fmla="*/ 45 w 52"/>
              <a:gd name="T55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2" h="35">
                <a:moveTo>
                  <a:pt x="49" y="18"/>
                </a:moveTo>
                <a:cubicBezTo>
                  <a:pt x="46" y="0"/>
                  <a:pt x="46" y="0"/>
                  <a:pt x="46" y="0"/>
                </a:cubicBezTo>
                <a:cubicBezTo>
                  <a:pt x="5" y="1"/>
                  <a:pt x="5" y="1"/>
                  <a:pt x="5" y="1"/>
                </a:cubicBezTo>
                <a:cubicBezTo>
                  <a:pt x="3" y="19"/>
                  <a:pt x="3" y="19"/>
                  <a:pt x="3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1" y="35"/>
                  <a:pt x="1" y="35"/>
                  <a:pt x="1" y="35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18"/>
                  <a:pt x="52" y="18"/>
                  <a:pt x="52" y="18"/>
                </a:cubicBezTo>
                <a:cubicBezTo>
                  <a:pt x="49" y="18"/>
                  <a:pt x="49" y="18"/>
                  <a:pt x="49" y="18"/>
                </a:cubicBezTo>
                <a:moveTo>
                  <a:pt x="10" y="4"/>
                </a:moveTo>
                <a:cubicBezTo>
                  <a:pt x="42" y="3"/>
                  <a:pt x="42" y="3"/>
                  <a:pt x="42" y="3"/>
                </a:cubicBezTo>
                <a:cubicBezTo>
                  <a:pt x="44" y="18"/>
                  <a:pt x="44" y="18"/>
                  <a:pt x="44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10" y="4"/>
                  <a:pt x="10" y="4"/>
                  <a:pt x="10" y="4"/>
                </a:cubicBezTo>
                <a:moveTo>
                  <a:pt x="12" y="30"/>
                </a:moveTo>
                <a:cubicBezTo>
                  <a:pt x="7" y="30"/>
                  <a:pt x="7" y="30"/>
                  <a:pt x="7" y="30"/>
                </a:cubicBezTo>
                <a:cubicBezTo>
                  <a:pt x="5" y="30"/>
                  <a:pt x="3" y="29"/>
                  <a:pt x="3" y="27"/>
                </a:cubicBezTo>
                <a:cubicBezTo>
                  <a:pt x="3" y="25"/>
                  <a:pt x="5" y="24"/>
                  <a:pt x="7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3" y="24"/>
                  <a:pt x="15" y="25"/>
                  <a:pt x="15" y="27"/>
                </a:cubicBezTo>
                <a:cubicBezTo>
                  <a:pt x="15" y="29"/>
                  <a:pt x="13" y="30"/>
                  <a:pt x="12" y="30"/>
                </a:cubicBezTo>
                <a:moveTo>
                  <a:pt x="45" y="29"/>
                </a:moveTo>
                <a:cubicBezTo>
                  <a:pt x="40" y="29"/>
                  <a:pt x="40" y="29"/>
                  <a:pt x="40" y="29"/>
                </a:cubicBezTo>
                <a:cubicBezTo>
                  <a:pt x="38" y="29"/>
                  <a:pt x="37" y="28"/>
                  <a:pt x="37" y="26"/>
                </a:cubicBezTo>
                <a:cubicBezTo>
                  <a:pt x="37" y="24"/>
                  <a:pt x="38" y="23"/>
                  <a:pt x="40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7" y="23"/>
                  <a:pt x="48" y="24"/>
                  <a:pt x="48" y="26"/>
                </a:cubicBezTo>
                <a:cubicBezTo>
                  <a:pt x="48" y="28"/>
                  <a:pt x="47" y="29"/>
                  <a:pt x="45" y="2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0" name="Freeform 309"/>
          <p:cNvSpPr>
            <a:spLocks/>
          </p:cNvSpPr>
          <p:nvPr/>
        </p:nvSpPr>
        <p:spPr bwMode="auto">
          <a:xfrm>
            <a:off x="1452563" y="5478464"/>
            <a:ext cx="25400" cy="17463"/>
          </a:xfrm>
          <a:custGeom>
            <a:avLst/>
            <a:gdLst>
              <a:gd name="T0" fmla="*/ 6 w 6"/>
              <a:gd name="T1" fmla="*/ 2 h 4"/>
              <a:gd name="T2" fmla="*/ 4 w 6"/>
              <a:gd name="T3" fmla="*/ 4 h 4"/>
              <a:gd name="T4" fmla="*/ 2 w 6"/>
              <a:gd name="T5" fmla="*/ 4 h 4"/>
              <a:gd name="T6" fmla="*/ 0 w 6"/>
              <a:gd name="T7" fmla="*/ 2 h 4"/>
              <a:gd name="T8" fmla="*/ 2 w 6"/>
              <a:gd name="T9" fmla="*/ 1 h 4"/>
              <a:gd name="T10" fmla="*/ 4 w 6"/>
              <a:gd name="T11" fmla="*/ 1 h 4"/>
              <a:gd name="T12" fmla="*/ 6 w 6"/>
              <a:gd name="T13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4">
                <a:moveTo>
                  <a:pt x="6" y="2"/>
                </a:moveTo>
                <a:cubicBezTo>
                  <a:pt x="6" y="3"/>
                  <a:pt x="5" y="4"/>
                  <a:pt x="4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1"/>
                  <a:pt x="2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0"/>
                  <a:pt x="6" y="1"/>
                  <a:pt x="6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1" name="Freeform 310"/>
          <p:cNvSpPr>
            <a:spLocks/>
          </p:cNvSpPr>
          <p:nvPr/>
        </p:nvSpPr>
        <p:spPr bwMode="auto">
          <a:xfrm>
            <a:off x="1597025" y="5473701"/>
            <a:ext cx="22225" cy="17463"/>
          </a:xfrm>
          <a:custGeom>
            <a:avLst/>
            <a:gdLst>
              <a:gd name="T0" fmla="*/ 5 w 5"/>
              <a:gd name="T1" fmla="*/ 2 h 4"/>
              <a:gd name="T2" fmla="*/ 4 w 5"/>
              <a:gd name="T3" fmla="*/ 3 h 4"/>
              <a:gd name="T4" fmla="*/ 2 w 5"/>
              <a:gd name="T5" fmla="*/ 4 h 4"/>
              <a:gd name="T6" fmla="*/ 0 w 5"/>
              <a:gd name="T7" fmla="*/ 2 h 4"/>
              <a:gd name="T8" fmla="*/ 2 w 5"/>
              <a:gd name="T9" fmla="*/ 0 h 4"/>
              <a:gd name="T10" fmla="*/ 4 w 5"/>
              <a:gd name="T11" fmla="*/ 0 h 4"/>
              <a:gd name="T12" fmla="*/ 5 w 5"/>
              <a:gd name="T13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4">
                <a:moveTo>
                  <a:pt x="5" y="2"/>
                </a:moveTo>
                <a:cubicBezTo>
                  <a:pt x="5" y="3"/>
                  <a:pt x="5" y="3"/>
                  <a:pt x="4" y="3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" y="0"/>
                  <a:pt x="4" y="0"/>
                  <a:pt x="4" y="0"/>
                </a:cubicBezTo>
                <a:cubicBezTo>
                  <a:pt x="5" y="0"/>
                  <a:pt x="5" y="1"/>
                  <a:pt x="5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2" name="Rectangle 311"/>
          <p:cNvSpPr>
            <a:spLocks noChangeArrowheads="1"/>
          </p:cNvSpPr>
          <p:nvPr/>
        </p:nvSpPr>
        <p:spPr bwMode="auto">
          <a:xfrm>
            <a:off x="1644650" y="5432426"/>
            <a:ext cx="33338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3" name="Rectangle 312"/>
          <p:cNvSpPr>
            <a:spLocks noChangeArrowheads="1"/>
          </p:cNvSpPr>
          <p:nvPr/>
        </p:nvSpPr>
        <p:spPr bwMode="auto">
          <a:xfrm>
            <a:off x="1401763" y="5435601"/>
            <a:ext cx="3492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4" name="Freeform 313"/>
          <p:cNvSpPr>
            <a:spLocks/>
          </p:cNvSpPr>
          <p:nvPr/>
        </p:nvSpPr>
        <p:spPr bwMode="auto">
          <a:xfrm>
            <a:off x="1439863" y="5245101"/>
            <a:ext cx="103188" cy="131763"/>
          </a:xfrm>
          <a:custGeom>
            <a:avLst/>
            <a:gdLst>
              <a:gd name="T0" fmla="*/ 4 w 24"/>
              <a:gd name="T1" fmla="*/ 0 h 31"/>
              <a:gd name="T2" fmla="*/ 3 w 24"/>
              <a:gd name="T3" fmla="*/ 14 h 31"/>
              <a:gd name="T4" fmla="*/ 0 w 24"/>
              <a:gd name="T5" fmla="*/ 24 h 31"/>
              <a:gd name="T6" fmla="*/ 5 w 24"/>
              <a:gd name="T7" fmla="*/ 31 h 31"/>
              <a:gd name="T8" fmla="*/ 8 w 24"/>
              <a:gd name="T9" fmla="*/ 31 h 31"/>
              <a:gd name="T10" fmla="*/ 9 w 24"/>
              <a:gd name="T11" fmla="*/ 25 h 31"/>
              <a:gd name="T12" fmla="*/ 11 w 24"/>
              <a:gd name="T13" fmla="*/ 17 h 31"/>
              <a:gd name="T14" fmla="*/ 16 w 24"/>
              <a:gd name="T15" fmla="*/ 22 h 31"/>
              <a:gd name="T16" fmla="*/ 19 w 24"/>
              <a:gd name="T17" fmla="*/ 31 h 31"/>
              <a:gd name="T18" fmla="*/ 19 w 24"/>
              <a:gd name="T19" fmla="*/ 31 h 31"/>
              <a:gd name="T20" fmla="*/ 23 w 24"/>
              <a:gd name="T21" fmla="*/ 18 h 31"/>
              <a:gd name="T22" fmla="*/ 11 w 24"/>
              <a:gd name="T23" fmla="*/ 2 h 31"/>
              <a:gd name="T24" fmla="*/ 10 w 24"/>
              <a:gd name="T25" fmla="*/ 12 h 31"/>
              <a:gd name="T26" fmla="*/ 4 w 24"/>
              <a:gd name="T27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31">
                <a:moveTo>
                  <a:pt x="4" y="0"/>
                </a:moveTo>
                <a:cubicBezTo>
                  <a:pt x="4" y="0"/>
                  <a:pt x="6" y="7"/>
                  <a:pt x="3" y="14"/>
                </a:cubicBezTo>
                <a:cubicBezTo>
                  <a:pt x="0" y="19"/>
                  <a:pt x="0" y="21"/>
                  <a:pt x="0" y="24"/>
                </a:cubicBezTo>
                <a:cubicBezTo>
                  <a:pt x="1" y="26"/>
                  <a:pt x="2" y="29"/>
                  <a:pt x="5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29"/>
                  <a:pt x="8" y="27"/>
                  <a:pt x="9" y="25"/>
                </a:cubicBezTo>
                <a:cubicBezTo>
                  <a:pt x="12" y="20"/>
                  <a:pt x="11" y="17"/>
                  <a:pt x="11" y="17"/>
                </a:cubicBezTo>
                <a:cubicBezTo>
                  <a:pt x="11" y="18"/>
                  <a:pt x="13" y="21"/>
                  <a:pt x="16" y="22"/>
                </a:cubicBezTo>
                <a:cubicBezTo>
                  <a:pt x="19" y="23"/>
                  <a:pt x="20" y="27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21" y="29"/>
                  <a:pt x="24" y="23"/>
                  <a:pt x="23" y="18"/>
                </a:cubicBezTo>
                <a:cubicBezTo>
                  <a:pt x="20" y="8"/>
                  <a:pt x="15" y="9"/>
                  <a:pt x="11" y="2"/>
                </a:cubicBezTo>
                <a:cubicBezTo>
                  <a:pt x="11" y="2"/>
                  <a:pt x="13" y="8"/>
                  <a:pt x="10" y="12"/>
                </a:cubicBezTo>
                <a:cubicBezTo>
                  <a:pt x="10" y="12"/>
                  <a:pt x="8" y="3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5" name="Freeform 314"/>
          <p:cNvSpPr>
            <a:spLocks noEditPoints="1"/>
          </p:cNvSpPr>
          <p:nvPr/>
        </p:nvSpPr>
        <p:spPr bwMode="auto">
          <a:xfrm>
            <a:off x="1462088" y="5376864"/>
            <a:ext cx="58738" cy="7938"/>
          </a:xfrm>
          <a:custGeom>
            <a:avLst/>
            <a:gdLst>
              <a:gd name="T0" fmla="*/ 3 w 14"/>
              <a:gd name="T1" fmla="*/ 0 h 2"/>
              <a:gd name="T2" fmla="*/ 0 w 14"/>
              <a:gd name="T3" fmla="*/ 0 h 2"/>
              <a:gd name="T4" fmla="*/ 5 w 14"/>
              <a:gd name="T5" fmla="*/ 2 h 2"/>
              <a:gd name="T6" fmla="*/ 3 w 14"/>
              <a:gd name="T7" fmla="*/ 0 h 2"/>
              <a:gd name="T8" fmla="*/ 14 w 14"/>
              <a:gd name="T9" fmla="*/ 0 h 2"/>
              <a:gd name="T10" fmla="*/ 14 w 14"/>
              <a:gd name="T11" fmla="*/ 0 h 2"/>
              <a:gd name="T12" fmla="*/ 14 w 14"/>
              <a:gd name="T13" fmla="*/ 0 h 2"/>
              <a:gd name="T14" fmla="*/ 14 w 14"/>
              <a:gd name="T1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2">
                <a:moveTo>
                  <a:pt x="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3" y="2"/>
                  <a:pt x="5" y="2"/>
                </a:cubicBezTo>
                <a:cubicBezTo>
                  <a:pt x="5" y="2"/>
                  <a:pt x="4" y="1"/>
                  <a:pt x="3" y="0"/>
                </a:cubicBezTo>
                <a:moveTo>
                  <a:pt x="14" y="0"/>
                </a:move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6" name="Freeform 315"/>
          <p:cNvSpPr>
            <a:spLocks/>
          </p:cNvSpPr>
          <p:nvPr/>
        </p:nvSpPr>
        <p:spPr bwMode="auto">
          <a:xfrm>
            <a:off x="1546225" y="5245101"/>
            <a:ext cx="101600" cy="131763"/>
          </a:xfrm>
          <a:custGeom>
            <a:avLst/>
            <a:gdLst>
              <a:gd name="T0" fmla="*/ 20 w 24"/>
              <a:gd name="T1" fmla="*/ 0 h 31"/>
              <a:gd name="T2" fmla="*/ 14 w 24"/>
              <a:gd name="T3" fmla="*/ 12 h 31"/>
              <a:gd name="T4" fmla="*/ 13 w 24"/>
              <a:gd name="T5" fmla="*/ 2 h 31"/>
              <a:gd name="T6" fmla="*/ 1 w 24"/>
              <a:gd name="T7" fmla="*/ 18 h 31"/>
              <a:gd name="T8" fmla="*/ 4 w 24"/>
              <a:gd name="T9" fmla="*/ 30 h 31"/>
              <a:gd name="T10" fmla="*/ 5 w 24"/>
              <a:gd name="T11" fmla="*/ 30 h 31"/>
              <a:gd name="T12" fmla="*/ 8 w 24"/>
              <a:gd name="T13" fmla="*/ 22 h 31"/>
              <a:gd name="T14" fmla="*/ 13 w 24"/>
              <a:gd name="T15" fmla="*/ 17 h 31"/>
              <a:gd name="T16" fmla="*/ 15 w 24"/>
              <a:gd name="T17" fmla="*/ 25 h 31"/>
              <a:gd name="T18" fmla="*/ 16 w 24"/>
              <a:gd name="T19" fmla="*/ 30 h 31"/>
              <a:gd name="T20" fmla="*/ 18 w 24"/>
              <a:gd name="T21" fmla="*/ 30 h 31"/>
              <a:gd name="T22" fmla="*/ 19 w 24"/>
              <a:gd name="T23" fmla="*/ 31 h 31"/>
              <a:gd name="T24" fmla="*/ 23 w 24"/>
              <a:gd name="T25" fmla="*/ 24 h 31"/>
              <a:gd name="T26" fmla="*/ 21 w 24"/>
              <a:gd name="T27" fmla="*/ 14 h 31"/>
              <a:gd name="T28" fmla="*/ 20 w 24"/>
              <a:gd name="T2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" h="31">
                <a:moveTo>
                  <a:pt x="20" y="0"/>
                </a:moveTo>
                <a:cubicBezTo>
                  <a:pt x="16" y="3"/>
                  <a:pt x="14" y="12"/>
                  <a:pt x="14" y="12"/>
                </a:cubicBezTo>
                <a:cubicBezTo>
                  <a:pt x="11" y="8"/>
                  <a:pt x="13" y="2"/>
                  <a:pt x="13" y="2"/>
                </a:cubicBezTo>
                <a:cubicBezTo>
                  <a:pt x="9" y="9"/>
                  <a:pt x="4" y="8"/>
                  <a:pt x="1" y="18"/>
                </a:cubicBezTo>
                <a:cubicBezTo>
                  <a:pt x="0" y="23"/>
                  <a:pt x="3" y="29"/>
                  <a:pt x="4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4" y="26"/>
                  <a:pt x="5" y="23"/>
                  <a:pt x="8" y="22"/>
                </a:cubicBezTo>
                <a:cubicBezTo>
                  <a:pt x="11" y="21"/>
                  <a:pt x="13" y="17"/>
                  <a:pt x="13" y="17"/>
                </a:cubicBezTo>
                <a:cubicBezTo>
                  <a:pt x="13" y="17"/>
                  <a:pt x="12" y="20"/>
                  <a:pt x="15" y="25"/>
                </a:cubicBezTo>
                <a:cubicBezTo>
                  <a:pt x="16" y="27"/>
                  <a:pt x="16" y="29"/>
                  <a:pt x="16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22" y="29"/>
                  <a:pt x="23" y="26"/>
                  <a:pt x="23" y="24"/>
                </a:cubicBezTo>
                <a:cubicBezTo>
                  <a:pt x="24" y="21"/>
                  <a:pt x="24" y="19"/>
                  <a:pt x="21" y="14"/>
                </a:cubicBezTo>
                <a:cubicBezTo>
                  <a:pt x="18" y="7"/>
                  <a:pt x="20" y="0"/>
                  <a:pt x="2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7" name="Freeform 316"/>
          <p:cNvSpPr>
            <a:spLocks noEditPoints="1"/>
          </p:cNvSpPr>
          <p:nvPr/>
        </p:nvSpPr>
        <p:spPr bwMode="auto">
          <a:xfrm>
            <a:off x="1563688" y="5372101"/>
            <a:ext cx="63500" cy="12700"/>
          </a:xfrm>
          <a:custGeom>
            <a:avLst/>
            <a:gdLst>
              <a:gd name="T0" fmla="*/ 1 w 15"/>
              <a:gd name="T1" fmla="*/ 0 h 3"/>
              <a:gd name="T2" fmla="*/ 0 w 15"/>
              <a:gd name="T3" fmla="*/ 0 h 3"/>
              <a:gd name="T4" fmla="*/ 1 w 15"/>
              <a:gd name="T5" fmla="*/ 1 h 3"/>
              <a:gd name="T6" fmla="*/ 1 w 15"/>
              <a:gd name="T7" fmla="*/ 0 h 3"/>
              <a:gd name="T8" fmla="*/ 14 w 15"/>
              <a:gd name="T9" fmla="*/ 0 h 3"/>
              <a:gd name="T10" fmla="*/ 12 w 15"/>
              <a:gd name="T11" fmla="*/ 0 h 3"/>
              <a:gd name="T12" fmla="*/ 10 w 15"/>
              <a:gd name="T13" fmla="*/ 3 h 3"/>
              <a:gd name="T14" fmla="*/ 15 w 15"/>
              <a:gd name="T15" fmla="*/ 1 h 3"/>
              <a:gd name="T16" fmla="*/ 14 w 15"/>
              <a:gd name="T1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" h="3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moveTo>
                  <a:pt x="14" y="0"/>
                </a:moveTo>
                <a:cubicBezTo>
                  <a:pt x="12" y="0"/>
                  <a:pt x="12" y="0"/>
                  <a:pt x="12" y="0"/>
                </a:cubicBezTo>
                <a:cubicBezTo>
                  <a:pt x="11" y="2"/>
                  <a:pt x="10" y="3"/>
                  <a:pt x="10" y="3"/>
                </a:cubicBezTo>
                <a:cubicBezTo>
                  <a:pt x="12" y="3"/>
                  <a:pt x="13" y="2"/>
                  <a:pt x="15" y="1"/>
                </a:cubicBezTo>
                <a:cubicBezTo>
                  <a:pt x="14" y="0"/>
                  <a:pt x="14" y="0"/>
                  <a:pt x="1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8" name="Freeform 317"/>
          <p:cNvSpPr>
            <a:spLocks noEditPoints="1"/>
          </p:cNvSpPr>
          <p:nvPr/>
        </p:nvSpPr>
        <p:spPr bwMode="auto">
          <a:xfrm>
            <a:off x="1992313" y="5176839"/>
            <a:ext cx="504825" cy="501650"/>
          </a:xfrm>
          <a:custGeom>
            <a:avLst/>
            <a:gdLst>
              <a:gd name="T0" fmla="*/ 60 w 119"/>
              <a:gd name="T1" fmla="*/ 118 h 118"/>
              <a:gd name="T2" fmla="*/ 0 w 119"/>
              <a:gd name="T3" fmla="*/ 59 h 118"/>
              <a:gd name="T4" fmla="*/ 60 w 119"/>
              <a:gd name="T5" fmla="*/ 0 h 118"/>
              <a:gd name="T6" fmla="*/ 119 w 119"/>
              <a:gd name="T7" fmla="*/ 59 h 118"/>
              <a:gd name="T8" fmla="*/ 60 w 119"/>
              <a:gd name="T9" fmla="*/ 118 h 118"/>
              <a:gd name="T10" fmla="*/ 60 w 119"/>
              <a:gd name="T11" fmla="*/ 3 h 118"/>
              <a:gd name="T12" fmla="*/ 4 w 119"/>
              <a:gd name="T13" fmla="*/ 59 h 118"/>
              <a:gd name="T14" fmla="*/ 60 w 119"/>
              <a:gd name="T15" fmla="*/ 114 h 118"/>
              <a:gd name="T16" fmla="*/ 115 w 119"/>
              <a:gd name="T17" fmla="*/ 59 h 118"/>
              <a:gd name="T18" fmla="*/ 60 w 119"/>
              <a:gd name="T19" fmla="*/ 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9" h="118">
                <a:moveTo>
                  <a:pt x="60" y="118"/>
                </a:moveTo>
                <a:cubicBezTo>
                  <a:pt x="27" y="118"/>
                  <a:pt x="0" y="91"/>
                  <a:pt x="0" y="59"/>
                </a:cubicBezTo>
                <a:cubicBezTo>
                  <a:pt x="0" y="26"/>
                  <a:pt x="27" y="0"/>
                  <a:pt x="60" y="0"/>
                </a:cubicBezTo>
                <a:cubicBezTo>
                  <a:pt x="92" y="0"/>
                  <a:pt x="119" y="26"/>
                  <a:pt x="119" y="59"/>
                </a:cubicBezTo>
                <a:cubicBezTo>
                  <a:pt x="119" y="91"/>
                  <a:pt x="92" y="118"/>
                  <a:pt x="60" y="118"/>
                </a:cubicBezTo>
                <a:close/>
                <a:moveTo>
                  <a:pt x="60" y="3"/>
                </a:moveTo>
                <a:cubicBezTo>
                  <a:pt x="29" y="3"/>
                  <a:pt x="4" y="28"/>
                  <a:pt x="4" y="59"/>
                </a:cubicBezTo>
                <a:cubicBezTo>
                  <a:pt x="4" y="89"/>
                  <a:pt x="29" y="114"/>
                  <a:pt x="60" y="114"/>
                </a:cubicBezTo>
                <a:cubicBezTo>
                  <a:pt x="90" y="114"/>
                  <a:pt x="115" y="89"/>
                  <a:pt x="115" y="59"/>
                </a:cubicBezTo>
                <a:cubicBezTo>
                  <a:pt x="115" y="28"/>
                  <a:pt x="90" y="3"/>
                  <a:pt x="6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9" name="Freeform 318"/>
          <p:cNvSpPr>
            <a:spLocks/>
          </p:cNvSpPr>
          <p:nvPr/>
        </p:nvSpPr>
        <p:spPr bwMode="auto">
          <a:xfrm>
            <a:off x="2071688" y="5465764"/>
            <a:ext cx="157163" cy="12700"/>
          </a:xfrm>
          <a:custGeom>
            <a:avLst/>
            <a:gdLst>
              <a:gd name="T0" fmla="*/ 99 w 99"/>
              <a:gd name="T1" fmla="*/ 8 h 8"/>
              <a:gd name="T2" fmla="*/ 3 w 99"/>
              <a:gd name="T3" fmla="*/ 8 h 8"/>
              <a:gd name="T4" fmla="*/ 0 w 99"/>
              <a:gd name="T5" fmla="*/ 3 h 8"/>
              <a:gd name="T6" fmla="*/ 99 w 99"/>
              <a:gd name="T7" fmla="*/ 0 h 8"/>
              <a:gd name="T8" fmla="*/ 99 w 99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8">
                <a:moveTo>
                  <a:pt x="99" y="8"/>
                </a:moveTo>
                <a:lnTo>
                  <a:pt x="3" y="8"/>
                </a:lnTo>
                <a:lnTo>
                  <a:pt x="0" y="3"/>
                </a:lnTo>
                <a:lnTo>
                  <a:pt x="99" y="0"/>
                </a:lnTo>
                <a:lnTo>
                  <a:pt x="9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0" name="Rectangle 319"/>
          <p:cNvSpPr>
            <a:spLocks noChangeArrowheads="1"/>
          </p:cNvSpPr>
          <p:nvPr/>
        </p:nvSpPr>
        <p:spPr bwMode="auto">
          <a:xfrm>
            <a:off x="2084388" y="5478464"/>
            <a:ext cx="222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1" name="Freeform 320"/>
          <p:cNvSpPr>
            <a:spLocks/>
          </p:cNvSpPr>
          <p:nvPr/>
        </p:nvSpPr>
        <p:spPr bwMode="auto">
          <a:xfrm>
            <a:off x="2195513" y="5478464"/>
            <a:ext cx="25400" cy="17463"/>
          </a:xfrm>
          <a:custGeom>
            <a:avLst/>
            <a:gdLst>
              <a:gd name="T0" fmla="*/ 16 w 16"/>
              <a:gd name="T1" fmla="*/ 11 h 11"/>
              <a:gd name="T2" fmla="*/ 0 w 16"/>
              <a:gd name="T3" fmla="*/ 11 h 11"/>
              <a:gd name="T4" fmla="*/ 0 w 16"/>
              <a:gd name="T5" fmla="*/ 0 h 11"/>
              <a:gd name="T6" fmla="*/ 13 w 16"/>
              <a:gd name="T7" fmla="*/ 0 h 11"/>
              <a:gd name="T8" fmla="*/ 16 w 16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1">
                <a:moveTo>
                  <a:pt x="16" y="11"/>
                </a:moveTo>
                <a:lnTo>
                  <a:pt x="0" y="11"/>
                </a:lnTo>
                <a:lnTo>
                  <a:pt x="0" y="0"/>
                </a:lnTo>
                <a:lnTo>
                  <a:pt x="13" y="0"/>
                </a:lnTo>
                <a:lnTo>
                  <a:pt x="16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2" name="Rectangle 321"/>
          <p:cNvSpPr>
            <a:spLocks noChangeArrowheads="1"/>
          </p:cNvSpPr>
          <p:nvPr/>
        </p:nvSpPr>
        <p:spPr bwMode="auto">
          <a:xfrm>
            <a:off x="2135188" y="5376864"/>
            <a:ext cx="26988" cy="3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3" name="Freeform 322"/>
          <p:cNvSpPr>
            <a:spLocks noEditPoints="1"/>
          </p:cNvSpPr>
          <p:nvPr/>
        </p:nvSpPr>
        <p:spPr bwMode="auto">
          <a:xfrm>
            <a:off x="2071688" y="5359401"/>
            <a:ext cx="157163" cy="101600"/>
          </a:xfrm>
          <a:custGeom>
            <a:avLst/>
            <a:gdLst>
              <a:gd name="T0" fmla="*/ 34 w 37"/>
              <a:gd name="T1" fmla="*/ 13 h 24"/>
              <a:gd name="T2" fmla="*/ 33 w 37"/>
              <a:gd name="T3" fmla="*/ 0 h 24"/>
              <a:gd name="T4" fmla="*/ 4 w 37"/>
              <a:gd name="T5" fmla="*/ 1 h 24"/>
              <a:gd name="T6" fmla="*/ 2 w 37"/>
              <a:gd name="T7" fmla="*/ 13 h 24"/>
              <a:gd name="T8" fmla="*/ 0 w 37"/>
              <a:gd name="T9" fmla="*/ 13 h 24"/>
              <a:gd name="T10" fmla="*/ 1 w 37"/>
              <a:gd name="T11" fmla="*/ 24 h 24"/>
              <a:gd name="T12" fmla="*/ 37 w 37"/>
              <a:gd name="T13" fmla="*/ 24 h 24"/>
              <a:gd name="T14" fmla="*/ 36 w 37"/>
              <a:gd name="T15" fmla="*/ 12 h 24"/>
              <a:gd name="T16" fmla="*/ 34 w 37"/>
              <a:gd name="T17" fmla="*/ 13 h 24"/>
              <a:gd name="T18" fmla="*/ 7 w 37"/>
              <a:gd name="T19" fmla="*/ 3 h 24"/>
              <a:gd name="T20" fmla="*/ 30 w 37"/>
              <a:gd name="T21" fmla="*/ 3 h 24"/>
              <a:gd name="T22" fmla="*/ 31 w 37"/>
              <a:gd name="T23" fmla="*/ 13 h 24"/>
              <a:gd name="T24" fmla="*/ 6 w 37"/>
              <a:gd name="T25" fmla="*/ 13 h 24"/>
              <a:gd name="T26" fmla="*/ 7 w 37"/>
              <a:gd name="T27" fmla="*/ 3 h 24"/>
              <a:gd name="T28" fmla="*/ 8 w 37"/>
              <a:gd name="T29" fmla="*/ 21 h 24"/>
              <a:gd name="T30" fmla="*/ 5 w 37"/>
              <a:gd name="T31" fmla="*/ 21 h 24"/>
              <a:gd name="T32" fmla="*/ 3 w 37"/>
              <a:gd name="T33" fmla="*/ 19 h 24"/>
              <a:gd name="T34" fmla="*/ 5 w 37"/>
              <a:gd name="T35" fmla="*/ 17 h 24"/>
              <a:gd name="T36" fmla="*/ 8 w 37"/>
              <a:gd name="T37" fmla="*/ 17 h 24"/>
              <a:gd name="T38" fmla="*/ 11 w 37"/>
              <a:gd name="T39" fmla="*/ 19 h 24"/>
              <a:gd name="T40" fmla="*/ 8 w 37"/>
              <a:gd name="T41" fmla="*/ 21 h 24"/>
              <a:gd name="T42" fmla="*/ 32 w 37"/>
              <a:gd name="T43" fmla="*/ 21 h 24"/>
              <a:gd name="T44" fmla="*/ 28 w 37"/>
              <a:gd name="T45" fmla="*/ 21 h 24"/>
              <a:gd name="T46" fmla="*/ 26 w 37"/>
              <a:gd name="T47" fmla="*/ 18 h 24"/>
              <a:gd name="T48" fmla="*/ 28 w 37"/>
              <a:gd name="T49" fmla="*/ 16 h 24"/>
              <a:gd name="T50" fmla="*/ 32 w 37"/>
              <a:gd name="T51" fmla="*/ 16 h 24"/>
              <a:gd name="T52" fmla="*/ 34 w 37"/>
              <a:gd name="T53" fmla="*/ 18 h 24"/>
              <a:gd name="T54" fmla="*/ 32 w 37"/>
              <a:gd name="T55" fmla="*/ 2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7" h="24">
                <a:moveTo>
                  <a:pt x="34" y="13"/>
                </a:moveTo>
                <a:cubicBezTo>
                  <a:pt x="33" y="0"/>
                  <a:pt x="33" y="0"/>
                  <a:pt x="33" y="0"/>
                </a:cubicBezTo>
                <a:cubicBezTo>
                  <a:pt x="4" y="1"/>
                  <a:pt x="4" y="1"/>
                  <a:pt x="4" y="1"/>
                </a:cubicBezTo>
                <a:cubicBezTo>
                  <a:pt x="2" y="13"/>
                  <a:pt x="2" y="13"/>
                  <a:pt x="2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1" y="24"/>
                  <a:pt x="1" y="24"/>
                  <a:pt x="1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6" y="12"/>
                  <a:pt x="36" y="12"/>
                  <a:pt x="36" y="12"/>
                </a:cubicBezTo>
                <a:lnTo>
                  <a:pt x="34" y="13"/>
                </a:lnTo>
                <a:close/>
                <a:moveTo>
                  <a:pt x="7" y="3"/>
                </a:moveTo>
                <a:cubicBezTo>
                  <a:pt x="30" y="3"/>
                  <a:pt x="30" y="3"/>
                  <a:pt x="30" y="3"/>
                </a:cubicBezTo>
                <a:cubicBezTo>
                  <a:pt x="31" y="13"/>
                  <a:pt x="31" y="13"/>
                  <a:pt x="31" y="13"/>
                </a:cubicBezTo>
                <a:cubicBezTo>
                  <a:pt x="6" y="13"/>
                  <a:pt x="6" y="13"/>
                  <a:pt x="6" y="13"/>
                </a:cubicBezTo>
                <a:lnTo>
                  <a:pt x="7" y="3"/>
                </a:lnTo>
                <a:close/>
                <a:moveTo>
                  <a:pt x="8" y="21"/>
                </a:move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3" y="20"/>
                  <a:pt x="3" y="19"/>
                </a:cubicBezTo>
                <a:cubicBezTo>
                  <a:pt x="3" y="18"/>
                  <a:pt x="4" y="17"/>
                  <a:pt x="5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10" y="17"/>
                  <a:pt x="11" y="18"/>
                  <a:pt x="11" y="19"/>
                </a:cubicBezTo>
                <a:cubicBezTo>
                  <a:pt x="11" y="20"/>
                  <a:pt x="10" y="21"/>
                  <a:pt x="8" y="21"/>
                </a:cubicBezTo>
                <a:close/>
                <a:moveTo>
                  <a:pt x="32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7"/>
                  <a:pt x="27" y="16"/>
                  <a:pt x="2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6"/>
                  <a:pt x="34" y="17"/>
                  <a:pt x="34" y="18"/>
                </a:cubicBezTo>
                <a:cubicBezTo>
                  <a:pt x="34" y="20"/>
                  <a:pt x="33" y="21"/>
                  <a:pt x="32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4" name="Freeform 323"/>
          <p:cNvSpPr>
            <a:spLocks/>
          </p:cNvSpPr>
          <p:nvPr/>
        </p:nvSpPr>
        <p:spPr bwMode="auto">
          <a:xfrm>
            <a:off x="2093913" y="5435601"/>
            <a:ext cx="12700" cy="9525"/>
          </a:xfrm>
          <a:custGeom>
            <a:avLst/>
            <a:gdLst>
              <a:gd name="T0" fmla="*/ 3 w 3"/>
              <a:gd name="T1" fmla="*/ 1 h 2"/>
              <a:gd name="T2" fmla="*/ 2 w 3"/>
              <a:gd name="T3" fmla="*/ 2 h 2"/>
              <a:gd name="T4" fmla="*/ 1 w 3"/>
              <a:gd name="T5" fmla="*/ 2 h 2"/>
              <a:gd name="T6" fmla="*/ 0 w 3"/>
              <a:gd name="T7" fmla="*/ 1 h 2"/>
              <a:gd name="T8" fmla="*/ 1 w 3"/>
              <a:gd name="T9" fmla="*/ 0 h 2"/>
              <a:gd name="T10" fmla="*/ 2 w 3"/>
              <a:gd name="T11" fmla="*/ 0 h 2"/>
              <a:gd name="T12" fmla="*/ 3 w 3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2">
                <a:moveTo>
                  <a:pt x="3" y="1"/>
                </a:moveTo>
                <a:cubicBezTo>
                  <a:pt x="3" y="2"/>
                  <a:pt x="3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5" name="Freeform 324"/>
          <p:cNvSpPr>
            <a:spLocks/>
          </p:cNvSpPr>
          <p:nvPr/>
        </p:nvSpPr>
        <p:spPr bwMode="auto">
          <a:xfrm>
            <a:off x="2190750" y="5432426"/>
            <a:ext cx="17463" cy="7938"/>
          </a:xfrm>
          <a:custGeom>
            <a:avLst/>
            <a:gdLst>
              <a:gd name="T0" fmla="*/ 4 w 4"/>
              <a:gd name="T1" fmla="*/ 1 h 2"/>
              <a:gd name="T2" fmla="*/ 3 w 4"/>
              <a:gd name="T3" fmla="*/ 2 h 2"/>
              <a:gd name="T4" fmla="*/ 1 w 4"/>
              <a:gd name="T5" fmla="*/ 2 h 2"/>
              <a:gd name="T6" fmla="*/ 0 w 4"/>
              <a:gd name="T7" fmla="*/ 1 h 2"/>
              <a:gd name="T8" fmla="*/ 1 w 4"/>
              <a:gd name="T9" fmla="*/ 0 h 2"/>
              <a:gd name="T10" fmla="*/ 3 w 4"/>
              <a:gd name="T11" fmla="*/ 0 h 2"/>
              <a:gd name="T12" fmla="*/ 4 w 4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">
                <a:moveTo>
                  <a:pt x="4" y="1"/>
                </a:moveTo>
                <a:cubicBezTo>
                  <a:pt x="4" y="2"/>
                  <a:pt x="3" y="2"/>
                  <a:pt x="3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2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6" name="Rectangle 325"/>
          <p:cNvSpPr>
            <a:spLocks noChangeArrowheads="1"/>
          </p:cNvSpPr>
          <p:nvPr/>
        </p:nvSpPr>
        <p:spPr bwMode="auto">
          <a:xfrm>
            <a:off x="2225675" y="5402264"/>
            <a:ext cx="206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7" name="Rectangle 326"/>
          <p:cNvSpPr>
            <a:spLocks noChangeArrowheads="1"/>
          </p:cNvSpPr>
          <p:nvPr/>
        </p:nvSpPr>
        <p:spPr bwMode="auto">
          <a:xfrm>
            <a:off x="2055813" y="5407026"/>
            <a:ext cx="206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8" name="Freeform 327"/>
          <p:cNvSpPr>
            <a:spLocks/>
          </p:cNvSpPr>
          <p:nvPr/>
        </p:nvSpPr>
        <p:spPr bwMode="auto">
          <a:xfrm>
            <a:off x="2271713" y="5461001"/>
            <a:ext cx="157163" cy="12700"/>
          </a:xfrm>
          <a:custGeom>
            <a:avLst/>
            <a:gdLst>
              <a:gd name="T0" fmla="*/ 99 w 99"/>
              <a:gd name="T1" fmla="*/ 8 h 8"/>
              <a:gd name="T2" fmla="*/ 0 w 99"/>
              <a:gd name="T3" fmla="*/ 8 h 8"/>
              <a:gd name="T4" fmla="*/ 0 w 99"/>
              <a:gd name="T5" fmla="*/ 3 h 8"/>
              <a:gd name="T6" fmla="*/ 99 w 99"/>
              <a:gd name="T7" fmla="*/ 0 h 8"/>
              <a:gd name="T8" fmla="*/ 99 w 99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8">
                <a:moveTo>
                  <a:pt x="99" y="8"/>
                </a:moveTo>
                <a:lnTo>
                  <a:pt x="0" y="8"/>
                </a:lnTo>
                <a:lnTo>
                  <a:pt x="0" y="3"/>
                </a:lnTo>
                <a:lnTo>
                  <a:pt x="99" y="0"/>
                </a:lnTo>
                <a:lnTo>
                  <a:pt x="9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9" name="Rectangle 328"/>
          <p:cNvSpPr>
            <a:spLocks noChangeArrowheads="1"/>
          </p:cNvSpPr>
          <p:nvPr/>
        </p:nvSpPr>
        <p:spPr bwMode="auto">
          <a:xfrm>
            <a:off x="2284413" y="5473701"/>
            <a:ext cx="20638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0" name="Rectangle 329"/>
          <p:cNvSpPr>
            <a:spLocks noChangeArrowheads="1"/>
          </p:cNvSpPr>
          <p:nvPr/>
        </p:nvSpPr>
        <p:spPr bwMode="auto">
          <a:xfrm>
            <a:off x="2393950" y="5473701"/>
            <a:ext cx="2222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1" name="Rectangle 330"/>
          <p:cNvSpPr>
            <a:spLocks noChangeArrowheads="1"/>
          </p:cNvSpPr>
          <p:nvPr/>
        </p:nvSpPr>
        <p:spPr bwMode="auto">
          <a:xfrm>
            <a:off x="2335213" y="5372101"/>
            <a:ext cx="25400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2" name="Freeform 331"/>
          <p:cNvSpPr>
            <a:spLocks noEditPoints="1"/>
          </p:cNvSpPr>
          <p:nvPr/>
        </p:nvSpPr>
        <p:spPr bwMode="auto">
          <a:xfrm>
            <a:off x="2271713" y="5354639"/>
            <a:ext cx="157163" cy="103188"/>
          </a:xfrm>
          <a:custGeom>
            <a:avLst/>
            <a:gdLst>
              <a:gd name="T0" fmla="*/ 34 w 37"/>
              <a:gd name="T1" fmla="*/ 13 h 24"/>
              <a:gd name="T2" fmla="*/ 33 w 37"/>
              <a:gd name="T3" fmla="*/ 0 h 24"/>
              <a:gd name="T4" fmla="*/ 4 w 37"/>
              <a:gd name="T5" fmla="*/ 1 h 24"/>
              <a:gd name="T6" fmla="*/ 2 w 37"/>
              <a:gd name="T7" fmla="*/ 13 h 24"/>
              <a:gd name="T8" fmla="*/ 0 w 37"/>
              <a:gd name="T9" fmla="*/ 13 h 24"/>
              <a:gd name="T10" fmla="*/ 1 w 37"/>
              <a:gd name="T11" fmla="*/ 24 h 24"/>
              <a:gd name="T12" fmla="*/ 37 w 37"/>
              <a:gd name="T13" fmla="*/ 24 h 24"/>
              <a:gd name="T14" fmla="*/ 36 w 37"/>
              <a:gd name="T15" fmla="*/ 13 h 24"/>
              <a:gd name="T16" fmla="*/ 34 w 37"/>
              <a:gd name="T17" fmla="*/ 13 h 24"/>
              <a:gd name="T18" fmla="*/ 7 w 37"/>
              <a:gd name="T19" fmla="*/ 3 h 24"/>
              <a:gd name="T20" fmla="*/ 30 w 37"/>
              <a:gd name="T21" fmla="*/ 3 h 24"/>
              <a:gd name="T22" fmla="*/ 31 w 37"/>
              <a:gd name="T23" fmla="*/ 13 h 24"/>
              <a:gd name="T24" fmla="*/ 6 w 37"/>
              <a:gd name="T25" fmla="*/ 13 h 24"/>
              <a:gd name="T26" fmla="*/ 7 w 37"/>
              <a:gd name="T27" fmla="*/ 3 h 24"/>
              <a:gd name="T28" fmla="*/ 8 w 37"/>
              <a:gd name="T29" fmla="*/ 21 h 24"/>
              <a:gd name="T30" fmla="*/ 5 w 37"/>
              <a:gd name="T31" fmla="*/ 21 h 24"/>
              <a:gd name="T32" fmla="*/ 2 w 37"/>
              <a:gd name="T33" fmla="*/ 19 h 24"/>
              <a:gd name="T34" fmla="*/ 5 w 37"/>
              <a:gd name="T35" fmla="*/ 17 h 24"/>
              <a:gd name="T36" fmla="*/ 8 w 37"/>
              <a:gd name="T37" fmla="*/ 17 h 24"/>
              <a:gd name="T38" fmla="*/ 11 w 37"/>
              <a:gd name="T39" fmla="*/ 19 h 24"/>
              <a:gd name="T40" fmla="*/ 8 w 37"/>
              <a:gd name="T41" fmla="*/ 21 h 24"/>
              <a:gd name="T42" fmla="*/ 32 w 37"/>
              <a:gd name="T43" fmla="*/ 21 h 24"/>
              <a:gd name="T44" fmla="*/ 28 w 37"/>
              <a:gd name="T45" fmla="*/ 21 h 24"/>
              <a:gd name="T46" fmla="*/ 26 w 37"/>
              <a:gd name="T47" fmla="*/ 19 h 24"/>
              <a:gd name="T48" fmla="*/ 28 w 37"/>
              <a:gd name="T49" fmla="*/ 16 h 24"/>
              <a:gd name="T50" fmla="*/ 32 w 37"/>
              <a:gd name="T51" fmla="*/ 16 h 24"/>
              <a:gd name="T52" fmla="*/ 34 w 37"/>
              <a:gd name="T53" fmla="*/ 18 h 24"/>
              <a:gd name="T54" fmla="*/ 32 w 37"/>
              <a:gd name="T55" fmla="*/ 2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7" h="24">
                <a:moveTo>
                  <a:pt x="34" y="13"/>
                </a:moveTo>
                <a:cubicBezTo>
                  <a:pt x="33" y="0"/>
                  <a:pt x="33" y="0"/>
                  <a:pt x="33" y="0"/>
                </a:cubicBezTo>
                <a:cubicBezTo>
                  <a:pt x="4" y="1"/>
                  <a:pt x="4" y="1"/>
                  <a:pt x="4" y="1"/>
                </a:cubicBezTo>
                <a:cubicBezTo>
                  <a:pt x="2" y="13"/>
                  <a:pt x="2" y="13"/>
                  <a:pt x="2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1" y="24"/>
                  <a:pt x="1" y="24"/>
                  <a:pt x="1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6" y="13"/>
                  <a:pt x="36" y="13"/>
                  <a:pt x="36" y="13"/>
                </a:cubicBezTo>
                <a:lnTo>
                  <a:pt x="34" y="13"/>
                </a:lnTo>
                <a:close/>
                <a:moveTo>
                  <a:pt x="7" y="3"/>
                </a:moveTo>
                <a:cubicBezTo>
                  <a:pt x="30" y="3"/>
                  <a:pt x="30" y="3"/>
                  <a:pt x="30" y="3"/>
                </a:cubicBezTo>
                <a:cubicBezTo>
                  <a:pt x="31" y="13"/>
                  <a:pt x="31" y="13"/>
                  <a:pt x="31" y="13"/>
                </a:cubicBezTo>
                <a:cubicBezTo>
                  <a:pt x="6" y="13"/>
                  <a:pt x="6" y="13"/>
                  <a:pt x="6" y="13"/>
                </a:cubicBezTo>
                <a:lnTo>
                  <a:pt x="7" y="3"/>
                </a:lnTo>
                <a:close/>
                <a:moveTo>
                  <a:pt x="8" y="21"/>
                </a:move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2" y="21"/>
                  <a:pt x="2" y="19"/>
                </a:cubicBezTo>
                <a:cubicBezTo>
                  <a:pt x="2" y="18"/>
                  <a:pt x="3" y="17"/>
                  <a:pt x="5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9" y="17"/>
                  <a:pt x="10" y="18"/>
                  <a:pt x="11" y="19"/>
                </a:cubicBezTo>
                <a:cubicBezTo>
                  <a:pt x="11" y="20"/>
                  <a:pt x="10" y="21"/>
                  <a:pt x="8" y="21"/>
                </a:cubicBezTo>
                <a:close/>
                <a:moveTo>
                  <a:pt x="32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6" y="20"/>
                  <a:pt x="26" y="19"/>
                </a:cubicBezTo>
                <a:cubicBezTo>
                  <a:pt x="26" y="17"/>
                  <a:pt x="27" y="16"/>
                  <a:pt x="2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6"/>
                  <a:pt x="34" y="17"/>
                  <a:pt x="34" y="18"/>
                </a:cubicBezTo>
                <a:cubicBezTo>
                  <a:pt x="34" y="20"/>
                  <a:pt x="33" y="21"/>
                  <a:pt x="32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3" name="Freeform 332"/>
          <p:cNvSpPr>
            <a:spLocks/>
          </p:cNvSpPr>
          <p:nvPr/>
        </p:nvSpPr>
        <p:spPr bwMode="auto">
          <a:xfrm>
            <a:off x="2292350" y="5432426"/>
            <a:ext cx="12700" cy="7938"/>
          </a:xfrm>
          <a:custGeom>
            <a:avLst/>
            <a:gdLst>
              <a:gd name="T0" fmla="*/ 3 w 3"/>
              <a:gd name="T1" fmla="*/ 1 h 2"/>
              <a:gd name="T2" fmla="*/ 2 w 3"/>
              <a:gd name="T3" fmla="*/ 2 h 2"/>
              <a:gd name="T4" fmla="*/ 1 w 3"/>
              <a:gd name="T5" fmla="*/ 2 h 2"/>
              <a:gd name="T6" fmla="*/ 0 w 3"/>
              <a:gd name="T7" fmla="*/ 1 h 2"/>
              <a:gd name="T8" fmla="*/ 1 w 3"/>
              <a:gd name="T9" fmla="*/ 0 h 2"/>
              <a:gd name="T10" fmla="*/ 2 w 3"/>
              <a:gd name="T11" fmla="*/ 0 h 2"/>
              <a:gd name="T12" fmla="*/ 3 w 3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2">
                <a:moveTo>
                  <a:pt x="3" y="1"/>
                </a:moveTo>
                <a:cubicBezTo>
                  <a:pt x="3" y="2"/>
                  <a:pt x="3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4" name="Freeform 333"/>
          <p:cNvSpPr>
            <a:spLocks/>
          </p:cNvSpPr>
          <p:nvPr/>
        </p:nvSpPr>
        <p:spPr bwMode="auto">
          <a:xfrm>
            <a:off x="2390775" y="5427664"/>
            <a:ext cx="15875" cy="12700"/>
          </a:xfrm>
          <a:custGeom>
            <a:avLst/>
            <a:gdLst>
              <a:gd name="T0" fmla="*/ 4 w 4"/>
              <a:gd name="T1" fmla="*/ 1 h 3"/>
              <a:gd name="T2" fmla="*/ 3 w 4"/>
              <a:gd name="T3" fmla="*/ 2 h 3"/>
              <a:gd name="T4" fmla="*/ 1 w 4"/>
              <a:gd name="T5" fmla="*/ 3 h 3"/>
              <a:gd name="T6" fmla="*/ 0 w 4"/>
              <a:gd name="T7" fmla="*/ 1 h 3"/>
              <a:gd name="T8" fmla="*/ 1 w 4"/>
              <a:gd name="T9" fmla="*/ 0 h 3"/>
              <a:gd name="T10" fmla="*/ 3 w 4"/>
              <a:gd name="T11" fmla="*/ 0 h 3"/>
              <a:gd name="T12" fmla="*/ 4 w 4"/>
              <a:gd name="T1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">
                <a:moveTo>
                  <a:pt x="4" y="1"/>
                </a:moveTo>
                <a:cubicBezTo>
                  <a:pt x="4" y="2"/>
                  <a:pt x="3" y="2"/>
                  <a:pt x="3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2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5" name="Rectangle 334"/>
          <p:cNvSpPr>
            <a:spLocks noChangeArrowheads="1"/>
          </p:cNvSpPr>
          <p:nvPr/>
        </p:nvSpPr>
        <p:spPr bwMode="auto">
          <a:xfrm>
            <a:off x="2424113" y="5397501"/>
            <a:ext cx="206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6" name="Rectangle 335"/>
          <p:cNvSpPr>
            <a:spLocks noChangeArrowheads="1"/>
          </p:cNvSpPr>
          <p:nvPr/>
        </p:nvSpPr>
        <p:spPr bwMode="auto">
          <a:xfrm>
            <a:off x="2254250" y="5402264"/>
            <a:ext cx="22225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7" name="Freeform 336"/>
          <p:cNvSpPr>
            <a:spLocks noEditPoints="1"/>
          </p:cNvSpPr>
          <p:nvPr/>
        </p:nvSpPr>
        <p:spPr bwMode="auto">
          <a:xfrm>
            <a:off x="2789238" y="5164139"/>
            <a:ext cx="525463" cy="522288"/>
          </a:xfrm>
          <a:custGeom>
            <a:avLst/>
            <a:gdLst>
              <a:gd name="T0" fmla="*/ 62 w 124"/>
              <a:gd name="T1" fmla="*/ 0 h 123"/>
              <a:gd name="T2" fmla="*/ 0 w 124"/>
              <a:gd name="T3" fmla="*/ 62 h 123"/>
              <a:gd name="T4" fmla="*/ 62 w 124"/>
              <a:gd name="T5" fmla="*/ 123 h 123"/>
              <a:gd name="T6" fmla="*/ 124 w 124"/>
              <a:gd name="T7" fmla="*/ 62 h 123"/>
              <a:gd name="T8" fmla="*/ 62 w 124"/>
              <a:gd name="T9" fmla="*/ 0 h 123"/>
              <a:gd name="T10" fmla="*/ 62 w 124"/>
              <a:gd name="T11" fmla="*/ 115 h 123"/>
              <a:gd name="T12" fmla="*/ 9 w 124"/>
              <a:gd name="T13" fmla="*/ 62 h 123"/>
              <a:gd name="T14" fmla="*/ 62 w 124"/>
              <a:gd name="T15" fmla="*/ 9 h 123"/>
              <a:gd name="T16" fmla="*/ 115 w 124"/>
              <a:gd name="T17" fmla="*/ 62 h 123"/>
              <a:gd name="T18" fmla="*/ 62 w 124"/>
              <a:gd name="T19" fmla="*/ 11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" h="123">
                <a:moveTo>
                  <a:pt x="62" y="0"/>
                </a:moveTo>
                <a:cubicBezTo>
                  <a:pt x="28" y="0"/>
                  <a:pt x="0" y="28"/>
                  <a:pt x="0" y="62"/>
                </a:cubicBezTo>
                <a:cubicBezTo>
                  <a:pt x="0" y="96"/>
                  <a:pt x="28" y="123"/>
                  <a:pt x="62" y="123"/>
                </a:cubicBezTo>
                <a:cubicBezTo>
                  <a:pt x="96" y="123"/>
                  <a:pt x="124" y="96"/>
                  <a:pt x="124" y="62"/>
                </a:cubicBezTo>
                <a:cubicBezTo>
                  <a:pt x="124" y="28"/>
                  <a:pt x="96" y="0"/>
                  <a:pt x="62" y="0"/>
                </a:cubicBezTo>
                <a:close/>
                <a:moveTo>
                  <a:pt x="62" y="115"/>
                </a:moveTo>
                <a:cubicBezTo>
                  <a:pt x="33" y="115"/>
                  <a:pt x="9" y="91"/>
                  <a:pt x="9" y="62"/>
                </a:cubicBezTo>
                <a:cubicBezTo>
                  <a:pt x="9" y="32"/>
                  <a:pt x="33" y="9"/>
                  <a:pt x="62" y="9"/>
                </a:cubicBezTo>
                <a:cubicBezTo>
                  <a:pt x="91" y="9"/>
                  <a:pt x="115" y="32"/>
                  <a:pt x="115" y="62"/>
                </a:cubicBezTo>
                <a:cubicBezTo>
                  <a:pt x="115" y="91"/>
                  <a:pt x="91" y="115"/>
                  <a:pt x="62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8" name="Freeform 337"/>
          <p:cNvSpPr>
            <a:spLocks noEditPoints="1"/>
          </p:cNvSpPr>
          <p:nvPr/>
        </p:nvSpPr>
        <p:spPr bwMode="auto">
          <a:xfrm>
            <a:off x="2898775" y="5329239"/>
            <a:ext cx="149225" cy="195263"/>
          </a:xfrm>
          <a:custGeom>
            <a:avLst/>
            <a:gdLst>
              <a:gd name="T0" fmla="*/ 29 w 35"/>
              <a:gd name="T1" fmla="*/ 0 h 46"/>
              <a:gd name="T2" fmla="*/ 19 w 35"/>
              <a:gd name="T3" fmla="*/ 0 h 46"/>
              <a:gd name="T4" fmla="*/ 0 w 35"/>
              <a:gd name="T5" fmla="*/ 28 h 46"/>
              <a:gd name="T6" fmla="*/ 0 w 35"/>
              <a:gd name="T7" fmla="*/ 34 h 46"/>
              <a:gd name="T8" fmla="*/ 21 w 35"/>
              <a:gd name="T9" fmla="*/ 34 h 46"/>
              <a:gd name="T10" fmla="*/ 21 w 35"/>
              <a:gd name="T11" fmla="*/ 46 h 46"/>
              <a:gd name="T12" fmla="*/ 29 w 35"/>
              <a:gd name="T13" fmla="*/ 46 h 46"/>
              <a:gd name="T14" fmla="*/ 29 w 35"/>
              <a:gd name="T15" fmla="*/ 34 h 46"/>
              <a:gd name="T16" fmla="*/ 35 w 35"/>
              <a:gd name="T17" fmla="*/ 34 h 46"/>
              <a:gd name="T18" fmla="*/ 35 w 35"/>
              <a:gd name="T19" fmla="*/ 27 h 46"/>
              <a:gd name="T20" fmla="*/ 29 w 35"/>
              <a:gd name="T21" fmla="*/ 27 h 46"/>
              <a:gd name="T22" fmla="*/ 29 w 35"/>
              <a:gd name="T23" fmla="*/ 0 h 46"/>
              <a:gd name="T24" fmla="*/ 21 w 35"/>
              <a:gd name="T25" fmla="*/ 15 h 46"/>
              <a:gd name="T26" fmla="*/ 21 w 35"/>
              <a:gd name="T27" fmla="*/ 27 h 46"/>
              <a:gd name="T28" fmla="*/ 8 w 35"/>
              <a:gd name="T29" fmla="*/ 27 h 46"/>
              <a:gd name="T30" fmla="*/ 8 w 35"/>
              <a:gd name="T31" fmla="*/ 27 h 46"/>
              <a:gd name="T32" fmla="*/ 17 w 35"/>
              <a:gd name="T33" fmla="*/ 15 h 46"/>
              <a:gd name="T34" fmla="*/ 21 w 35"/>
              <a:gd name="T35" fmla="*/ 7 h 46"/>
              <a:gd name="T36" fmla="*/ 21 w 35"/>
              <a:gd name="T37" fmla="*/ 7 h 46"/>
              <a:gd name="T38" fmla="*/ 21 w 35"/>
              <a:gd name="T39" fmla="*/ 15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" h="46">
                <a:moveTo>
                  <a:pt x="29" y="0"/>
                </a:moveTo>
                <a:cubicBezTo>
                  <a:pt x="19" y="0"/>
                  <a:pt x="19" y="0"/>
                  <a:pt x="19" y="0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34"/>
                  <a:pt x="0" y="34"/>
                  <a:pt x="0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46"/>
                  <a:pt x="21" y="46"/>
                  <a:pt x="21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34"/>
                  <a:pt x="29" y="34"/>
                  <a:pt x="29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27"/>
                  <a:pt x="35" y="27"/>
                  <a:pt x="35" y="27"/>
                </a:cubicBezTo>
                <a:cubicBezTo>
                  <a:pt x="29" y="27"/>
                  <a:pt x="29" y="27"/>
                  <a:pt x="29" y="27"/>
                </a:cubicBezTo>
                <a:lnTo>
                  <a:pt x="29" y="0"/>
                </a:lnTo>
                <a:close/>
                <a:moveTo>
                  <a:pt x="21" y="15"/>
                </a:moveTo>
                <a:cubicBezTo>
                  <a:pt x="21" y="27"/>
                  <a:pt x="21" y="27"/>
                  <a:pt x="21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17" y="15"/>
                  <a:pt x="17" y="15"/>
                  <a:pt x="17" y="15"/>
                </a:cubicBezTo>
                <a:cubicBezTo>
                  <a:pt x="18" y="12"/>
                  <a:pt x="19" y="10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10"/>
                  <a:pt x="21" y="12"/>
                  <a:pt x="21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9" name="Freeform 338"/>
          <p:cNvSpPr>
            <a:spLocks noEditPoints="1"/>
          </p:cNvSpPr>
          <p:nvPr/>
        </p:nvSpPr>
        <p:spPr bwMode="auto">
          <a:xfrm>
            <a:off x="3063875" y="5326064"/>
            <a:ext cx="141288" cy="198438"/>
          </a:xfrm>
          <a:custGeom>
            <a:avLst/>
            <a:gdLst>
              <a:gd name="T0" fmla="*/ 17 w 33"/>
              <a:gd name="T1" fmla="*/ 0 h 47"/>
              <a:gd name="T2" fmla="*/ 0 w 33"/>
              <a:gd name="T3" fmla="*/ 24 h 47"/>
              <a:gd name="T4" fmla="*/ 16 w 33"/>
              <a:gd name="T5" fmla="*/ 47 h 47"/>
              <a:gd name="T6" fmla="*/ 33 w 33"/>
              <a:gd name="T7" fmla="*/ 23 h 47"/>
              <a:gd name="T8" fmla="*/ 17 w 33"/>
              <a:gd name="T9" fmla="*/ 0 h 47"/>
              <a:gd name="T10" fmla="*/ 17 w 33"/>
              <a:gd name="T11" fmla="*/ 41 h 47"/>
              <a:gd name="T12" fmla="*/ 9 w 33"/>
              <a:gd name="T13" fmla="*/ 24 h 47"/>
              <a:gd name="T14" fmla="*/ 17 w 33"/>
              <a:gd name="T15" fmla="*/ 6 h 47"/>
              <a:gd name="T16" fmla="*/ 24 w 33"/>
              <a:gd name="T17" fmla="*/ 24 h 47"/>
              <a:gd name="T18" fmla="*/ 17 w 33"/>
              <a:gd name="T19" fmla="*/ 41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47">
                <a:moveTo>
                  <a:pt x="17" y="0"/>
                </a:moveTo>
                <a:cubicBezTo>
                  <a:pt x="6" y="0"/>
                  <a:pt x="0" y="9"/>
                  <a:pt x="0" y="24"/>
                </a:cubicBezTo>
                <a:cubicBezTo>
                  <a:pt x="0" y="38"/>
                  <a:pt x="6" y="47"/>
                  <a:pt x="16" y="47"/>
                </a:cubicBezTo>
                <a:cubicBezTo>
                  <a:pt x="27" y="47"/>
                  <a:pt x="33" y="38"/>
                  <a:pt x="33" y="23"/>
                </a:cubicBezTo>
                <a:cubicBezTo>
                  <a:pt x="33" y="10"/>
                  <a:pt x="28" y="0"/>
                  <a:pt x="17" y="0"/>
                </a:cubicBezTo>
                <a:close/>
                <a:moveTo>
                  <a:pt x="17" y="41"/>
                </a:moveTo>
                <a:cubicBezTo>
                  <a:pt x="12" y="41"/>
                  <a:pt x="9" y="35"/>
                  <a:pt x="9" y="24"/>
                </a:cubicBezTo>
                <a:cubicBezTo>
                  <a:pt x="9" y="12"/>
                  <a:pt x="12" y="6"/>
                  <a:pt x="17" y="6"/>
                </a:cubicBezTo>
                <a:cubicBezTo>
                  <a:pt x="22" y="6"/>
                  <a:pt x="24" y="13"/>
                  <a:pt x="24" y="24"/>
                </a:cubicBezTo>
                <a:cubicBezTo>
                  <a:pt x="24" y="35"/>
                  <a:pt x="22" y="41"/>
                  <a:pt x="17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0" name="Freeform 339"/>
          <p:cNvSpPr>
            <a:spLocks noEditPoints="1"/>
          </p:cNvSpPr>
          <p:nvPr/>
        </p:nvSpPr>
        <p:spPr bwMode="auto">
          <a:xfrm>
            <a:off x="3522663" y="5151439"/>
            <a:ext cx="538163" cy="484188"/>
          </a:xfrm>
          <a:custGeom>
            <a:avLst/>
            <a:gdLst>
              <a:gd name="T0" fmla="*/ 126 w 127"/>
              <a:gd name="T1" fmla="*/ 102 h 114"/>
              <a:gd name="T2" fmla="*/ 67 w 127"/>
              <a:gd name="T3" fmla="*/ 4 h 114"/>
              <a:gd name="T4" fmla="*/ 60 w 127"/>
              <a:gd name="T5" fmla="*/ 0 h 114"/>
              <a:gd name="T6" fmla="*/ 60 w 127"/>
              <a:gd name="T7" fmla="*/ 0 h 114"/>
              <a:gd name="T8" fmla="*/ 53 w 127"/>
              <a:gd name="T9" fmla="*/ 4 h 114"/>
              <a:gd name="T10" fmla="*/ 1 w 127"/>
              <a:gd name="T11" fmla="*/ 102 h 114"/>
              <a:gd name="T12" fmla="*/ 2 w 127"/>
              <a:gd name="T13" fmla="*/ 110 h 114"/>
              <a:gd name="T14" fmla="*/ 8 w 127"/>
              <a:gd name="T15" fmla="*/ 114 h 114"/>
              <a:gd name="T16" fmla="*/ 119 w 127"/>
              <a:gd name="T17" fmla="*/ 114 h 114"/>
              <a:gd name="T18" fmla="*/ 126 w 127"/>
              <a:gd name="T19" fmla="*/ 110 h 114"/>
              <a:gd name="T20" fmla="*/ 126 w 127"/>
              <a:gd name="T21" fmla="*/ 102 h 114"/>
              <a:gd name="T22" fmla="*/ 8 w 127"/>
              <a:gd name="T23" fmla="*/ 106 h 114"/>
              <a:gd name="T24" fmla="*/ 60 w 127"/>
              <a:gd name="T25" fmla="*/ 8 h 114"/>
              <a:gd name="T26" fmla="*/ 119 w 127"/>
              <a:gd name="T27" fmla="*/ 106 h 114"/>
              <a:gd name="T28" fmla="*/ 8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126" y="102"/>
                </a:moveTo>
                <a:cubicBezTo>
                  <a:pt x="67" y="4"/>
                  <a:pt x="67" y="4"/>
                  <a:pt x="67" y="4"/>
                </a:cubicBezTo>
                <a:cubicBezTo>
                  <a:pt x="66" y="1"/>
                  <a:pt x="63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7" y="0"/>
                  <a:pt x="54" y="2"/>
                  <a:pt x="53" y="4"/>
                </a:cubicBezTo>
                <a:cubicBezTo>
                  <a:pt x="1" y="102"/>
                  <a:pt x="1" y="102"/>
                  <a:pt x="1" y="102"/>
                </a:cubicBezTo>
                <a:cubicBezTo>
                  <a:pt x="0" y="105"/>
                  <a:pt x="0" y="108"/>
                  <a:pt x="2" y="110"/>
                </a:cubicBezTo>
                <a:cubicBezTo>
                  <a:pt x="3" y="113"/>
                  <a:pt x="6" y="114"/>
                  <a:pt x="8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2" y="114"/>
                  <a:pt x="124" y="113"/>
                  <a:pt x="126" y="110"/>
                </a:cubicBezTo>
                <a:cubicBezTo>
                  <a:pt x="127" y="108"/>
                  <a:pt x="127" y="104"/>
                  <a:pt x="126" y="102"/>
                </a:cubicBezTo>
                <a:close/>
                <a:moveTo>
                  <a:pt x="8" y="106"/>
                </a:moveTo>
                <a:cubicBezTo>
                  <a:pt x="60" y="8"/>
                  <a:pt x="60" y="8"/>
                  <a:pt x="60" y="8"/>
                </a:cubicBezTo>
                <a:cubicBezTo>
                  <a:pt x="119" y="106"/>
                  <a:pt x="119" y="106"/>
                  <a:pt x="119" y="106"/>
                </a:cubicBez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1" name="Freeform 340"/>
          <p:cNvSpPr>
            <a:spLocks/>
          </p:cNvSpPr>
          <p:nvPr/>
        </p:nvSpPr>
        <p:spPr bwMode="auto">
          <a:xfrm>
            <a:off x="3700463" y="5384801"/>
            <a:ext cx="76200" cy="161925"/>
          </a:xfrm>
          <a:custGeom>
            <a:avLst/>
            <a:gdLst>
              <a:gd name="T0" fmla="*/ 0 w 48"/>
              <a:gd name="T1" fmla="*/ 43 h 102"/>
              <a:gd name="T2" fmla="*/ 11 w 48"/>
              <a:gd name="T3" fmla="*/ 38 h 102"/>
              <a:gd name="T4" fmla="*/ 11 w 48"/>
              <a:gd name="T5" fmla="*/ 102 h 102"/>
              <a:gd name="T6" fmla="*/ 35 w 48"/>
              <a:gd name="T7" fmla="*/ 102 h 102"/>
              <a:gd name="T8" fmla="*/ 35 w 48"/>
              <a:gd name="T9" fmla="*/ 38 h 102"/>
              <a:gd name="T10" fmla="*/ 48 w 48"/>
              <a:gd name="T11" fmla="*/ 43 h 102"/>
              <a:gd name="T12" fmla="*/ 24 w 48"/>
              <a:gd name="T13" fmla="*/ 0 h 102"/>
              <a:gd name="T14" fmla="*/ 0 w 48"/>
              <a:gd name="T15" fmla="*/ 43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102">
                <a:moveTo>
                  <a:pt x="0" y="43"/>
                </a:moveTo>
                <a:lnTo>
                  <a:pt x="11" y="38"/>
                </a:lnTo>
                <a:lnTo>
                  <a:pt x="11" y="102"/>
                </a:lnTo>
                <a:lnTo>
                  <a:pt x="35" y="102"/>
                </a:lnTo>
                <a:lnTo>
                  <a:pt x="35" y="38"/>
                </a:lnTo>
                <a:lnTo>
                  <a:pt x="48" y="43"/>
                </a:lnTo>
                <a:lnTo>
                  <a:pt x="24" y="0"/>
                </a:lnTo>
                <a:lnTo>
                  <a:pt x="0" y="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2" name="Freeform 341"/>
          <p:cNvSpPr>
            <a:spLocks/>
          </p:cNvSpPr>
          <p:nvPr/>
        </p:nvSpPr>
        <p:spPr bwMode="auto">
          <a:xfrm>
            <a:off x="3806825" y="5384801"/>
            <a:ext cx="76200" cy="161925"/>
          </a:xfrm>
          <a:custGeom>
            <a:avLst/>
            <a:gdLst>
              <a:gd name="T0" fmla="*/ 48 w 48"/>
              <a:gd name="T1" fmla="*/ 59 h 102"/>
              <a:gd name="T2" fmla="*/ 37 w 48"/>
              <a:gd name="T3" fmla="*/ 64 h 102"/>
              <a:gd name="T4" fmla="*/ 37 w 48"/>
              <a:gd name="T5" fmla="*/ 0 h 102"/>
              <a:gd name="T6" fmla="*/ 13 w 48"/>
              <a:gd name="T7" fmla="*/ 0 h 102"/>
              <a:gd name="T8" fmla="*/ 13 w 48"/>
              <a:gd name="T9" fmla="*/ 64 h 102"/>
              <a:gd name="T10" fmla="*/ 0 w 48"/>
              <a:gd name="T11" fmla="*/ 59 h 102"/>
              <a:gd name="T12" fmla="*/ 24 w 48"/>
              <a:gd name="T13" fmla="*/ 102 h 102"/>
              <a:gd name="T14" fmla="*/ 48 w 48"/>
              <a:gd name="T15" fmla="*/ 59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102">
                <a:moveTo>
                  <a:pt x="48" y="59"/>
                </a:moveTo>
                <a:lnTo>
                  <a:pt x="37" y="64"/>
                </a:lnTo>
                <a:lnTo>
                  <a:pt x="37" y="0"/>
                </a:lnTo>
                <a:lnTo>
                  <a:pt x="13" y="0"/>
                </a:lnTo>
                <a:lnTo>
                  <a:pt x="13" y="64"/>
                </a:lnTo>
                <a:lnTo>
                  <a:pt x="0" y="59"/>
                </a:lnTo>
                <a:lnTo>
                  <a:pt x="24" y="102"/>
                </a:lnTo>
                <a:lnTo>
                  <a:pt x="48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3" name="Freeform 342"/>
          <p:cNvSpPr>
            <a:spLocks noEditPoints="1"/>
          </p:cNvSpPr>
          <p:nvPr/>
        </p:nvSpPr>
        <p:spPr bwMode="auto">
          <a:xfrm>
            <a:off x="4264025" y="5156201"/>
            <a:ext cx="539750" cy="484188"/>
          </a:xfrm>
          <a:custGeom>
            <a:avLst/>
            <a:gdLst>
              <a:gd name="T0" fmla="*/ 125 w 127"/>
              <a:gd name="T1" fmla="*/ 102 h 114"/>
              <a:gd name="T2" fmla="*/ 67 w 127"/>
              <a:gd name="T3" fmla="*/ 4 h 114"/>
              <a:gd name="T4" fmla="*/ 60 w 127"/>
              <a:gd name="T5" fmla="*/ 0 h 114"/>
              <a:gd name="T6" fmla="*/ 59 w 127"/>
              <a:gd name="T7" fmla="*/ 0 h 114"/>
              <a:gd name="T8" fmla="*/ 53 w 127"/>
              <a:gd name="T9" fmla="*/ 4 h 114"/>
              <a:gd name="T10" fmla="*/ 1 w 127"/>
              <a:gd name="T11" fmla="*/ 102 h 114"/>
              <a:gd name="T12" fmla="*/ 1 w 127"/>
              <a:gd name="T13" fmla="*/ 110 h 114"/>
              <a:gd name="T14" fmla="*/ 8 w 127"/>
              <a:gd name="T15" fmla="*/ 114 h 114"/>
              <a:gd name="T16" fmla="*/ 118 w 127"/>
              <a:gd name="T17" fmla="*/ 114 h 114"/>
              <a:gd name="T18" fmla="*/ 125 w 127"/>
              <a:gd name="T19" fmla="*/ 110 h 114"/>
              <a:gd name="T20" fmla="*/ 125 w 127"/>
              <a:gd name="T21" fmla="*/ 102 h 114"/>
              <a:gd name="T22" fmla="*/ 8 w 127"/>
              <a:gd name="T23" fmla="*/ 106 h 114"/>
              <a:gd name="T24" fmla="*/ 60 w 127"/>
              <a:gd name="T25" fmla="*/ 8 h 114"/>
              <a:gd name="T26" fmla="*/ 118 w 127"/>
              <a:gd name="T27" fmla="*/ 106 h 114"/>
              <a:gd name="T28" fmla="*/ 8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125" y="102"/>
                </a:moveTo>
                <a:cubicBezTo>
                  <a:pt x="67" y="4"/>
                  <a:pt x="67" y="4"/>
                  <a:pt x="67" y="4"/>
                </a:cubicBezTo>
                <a:cubicBezTo>
                  <a:pt x="65" y="1"/>
                  <a:pt x="63" y="0"/>
                  <a:pt x="60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7" y="0"/>
                  <a:pt x="54" y="2"/>
                  <a:pt x="53" y="4"/>
                </a:cubicBezTo>
                <a:cubicBezTo>
                  <a:pt x="1" y="102"/>
                  <a:pt x="1" y="102"/>
                  <a:pt x="1" y="102"/>
                </a:cubicBezTo>
                <a:cubicBezTo>
                  <a:pt x="0" y="105"/>
                  <a:pt x="0" y="108"/>
                  <a:pt x="1" y="110"/>
                </a:cubicBezTo>
                <a:cubicBezTo>
                  <a:pt x="3" y="113"/>
                  <a:pt x="5" y="114"/>
                  <a:pt x="8" y="114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21" y="114"/>
                  <a:pt x="124" y="112"/>
                  <a:pt x="125" y="110"/>
                </a:cubicBezTo>
                <a:cubicBezTo>
                  <a:pt x="127" y="107"/>
                  <a:pt x="127" y="104"/>
                  <a:pt x="125" y="102"/>
                </a:cubicBezTo>
                <a:close/>
                <a:moveTo>
                  <a:pt x="8" y="106"/>
                </a:moveTo>
                <a:cubicBezTo>
                  <a:pt x="60" y="8"/>
                  <a:pt x="60" y="8"/>
                  <a:pt x="60" y="8"/>
                </a:cubicBezTo>
                <a:cubicBezTo>
                  <a:pt x="118" y="106"/>
                  <a:pt x="118" y="106"/>
                  <a:pt x="118" y="106"/>
                </a:cubicBez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4" name="Rectangle 343"/>
          <p:cNvSpPr>
            <a:spLocks noChangeArrowheads="1"/>
          </p:cNvSpPr>
          <p:nvPr/>
        </p:nvSpPr>
        <p:spPr bwMode="auto">
          <a:xfrm>
            <a:off x="4540250" y="5351464"/>
            <a:ext cx="55563" cy="2286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5" name="Freeform 344"/>
          <p:cNvSpPr>
            <a:spLocks/>
          </p:cNvSpPr>
          <p:nvPr/>
        </p:nvSpPr>
        <p:spPr bwMode="auto">
          <a:xfrm>
            <a:off x="4446588" y="5351464"/>
            <a:ext cx="73025" cy="228600"/>
          </a:xfrm>
          <a:custGeom>
            <a:avLst/>
            <a:gdLst>
              <a:gd name="T0" fmla="*/ 8 w 46"/>
              <a:gd name="T1" fmla="*/ 53 h 144"/>
              <a:gd name="T2" fmla="*/ 0 w 46"/>
              <a:gd name="T3" fmla="*/ 91 h 144"/>
              <a:gd name="T4" fmla="*/ 0 w 46"/>
              <a:gd name="T5" fmla="*/ 144 h 144"/>
              <a:gd name="T6" fmla="*/ 35 w 46"/>
              <a:gd name="T7" fmla="*/ 144 h 144"/>
              <a:gd name="T8" fmla="*/ 35 w 46"/>
              <a:gd name="T9" fmla="*/ 91 h 144"/>
              <a:gd name="T10" fmla="*/ 46 w 46"/>
              <a:gd name="T11" fmla="*/ 53 h 144"/>
              <a:gd name="T12" fmla="*/ 46 w 46"/>
              <a:gd name="T13" fmla="*/ 0 h 144"/>
              <a:gd name="T14" fmla="*/ 8 w 46"/>
              <a:gd name="T15" fmla="*/ 0 h 144"/>
              <a:gd name="T16" fmla="*/ 8 w 46"/>
              <a:gd name="T17" fmla="*/ 53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6" h="144">
                <a:moveTo>
                  <a:pt x="8" y="53"/>
                </a:moveTo>
                <a:lnTo>
                  <a:pt x="0" y="91"/>
                </a:lnTo>
                <a:lnTo>
                  <a:pt x="0" y="144"/>
                </a:lnTo>
                <a:lnTo>
                  <a:pt x="35" y="144"/>
                </a:lnTo>
                <a:lnTo>
                  <a:pt x="35" y="91"/>
                </a:lnTo>
                <a:lnTo>
                  <a:pt x="46" y="53"/>
                </a:lnTo>
                <a:lnTo>
                  <a:pt x="46" y="0"/>
                </a:lnTo>
                <a:lnTo>
                  <a:pt x="8" y="0"/>
                </a:lnTo>
                <a:lnTo>
                  <a:pt x="8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6" name="Freeform 345"/>
          <p:cNvSpPr>
            <a:spLocks noEditPoints="1"/>
          </p:cNvSpPr>
          <p:nvPr/>
        </p:nvSpPr>
        <p:spPr bwMode="auto">
          <a:xfrm>
            <a:off x="5006975" y="5164139"/>
            <a:ext cx="538163" cy="484188"/>
          </a:xfrm>
          <a:custGeom>
            <a:avLst/>
            <a:gdLst>
              <a:gd name="T0" fmla="*/ 1 w 127"/>
              <a:gd name="T1" fmla="*/ 110 h 114"/>
              <a:gd name="T2" fmla="*/ 8 w 127"/>
              <a:gd name="T3" fmla="*/ 114 h 114"/>
              <a:gd name="T4" fmla="*/ 119 w 127"/>
              <a:gd name="T5" fmla="*/ 114 h 114"/>
              <a:gd name="T6" fmla="*/ 125 w 127"/>
              <a:gd name="T7" fmla="*/ 110 h 114"/>
              <a:gd name="T8" fmla="*/ 126 w 127"/>
              <a:gd name="T9" fmla="*/ 102 h 114"/>
              <a:gd name="T10" fmla="*/ 71 w 127"/>
              <a:gd name="T11" fmla="*/ 4 h 114"/>
              <a:gd name="T12" fmla="*/ 64 w 127"/>
              <a:gd name="T13" fmla="*/ 0 h 114"/>
              <a:gd name="T14" fmla="*/ 64 w 127"/>
              <a:gd name="T15" fmla="*/ 0 h 114"/>
              <a:gd name="T16" fmla="*/ 57 w 127"/>
              <a:gd name="T17" fmla="*/ 4 h 114"/>
              <a:gd name="T18" fmla="*/ 1 w 127"/>
              <a:gd name="T19" fmla="*/ 102 h 114"/>
              <a:gd name="T20" fmla="*/ 1 w 127"/>
              <a:gd name="T21" fmla="*/ 110 h 114"/>
              <a:gd name="T22" fmla="*/ 8 w 127"/>
              <a:gd name="T23" fmla="*/ 106 h 114"/>
              <a:gd name="T24" fmla="*/ 64 w 127"/>
              <a:gd name="T25" fmla="*/ 8 h 114"/>
              <a:gd name="T26" fmla="*/ 119 w 127"/>
              <a:gd name="T27" fmla="*/ 106 h 114"/>
              <a:gd name="T28" fmla="*/ 8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1" y="110"/>
                </a:moveTo>
                <a:cubicBezTo>
                  <a:pt x="3" y="112"/>
                  <a:pt x="5" y="114"/>
                  <a:pt x="8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1" y="114"/>
                  <a:pt x="124" y="112"/>
                  <a:pt x="125" y="110"/>
                </a:cubicBezTo>
                <a:cubicBezTo>
                  <a:pt x="127" y="108"/>
                  <a:pt x="127" y="105"/>
                  <a:pt x="126" y="102"/>
                </a:cubicBezTo>
                <a:cubicBezTo>
                  <a:pt x="71" y="4"/>
                  <a:pt x="71" y="4"/>
                  <a:pt x="71" y="4"/>
                </a:cubicBezTo>
                <a:cubicBezTo>
                  <a:pt x="69" y="1"/>
                  <a:pt x="67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1" y="0"/>
                  <a:pt x="58" y="1"/>
                  <a:pt x="57" y="4"/>
                </a:cubicBezTo>
                <a:cubicBezTo>
                  <a:pt x="1" y="102"/>
                  <a:pt x="1" y="102"/>
                  <a:pt x="1" y="102"/>
                </a:cubicBezTo>
                <a:cubicBezTo>
                  <a:pt x="0" y="104"/>
                  <a:pt x="0" y="107"/>
                  <a:pt x="1" y="110"/>
                </a:cubicBezTo>
                <a:close/>
                <a:moveTo>
                  <a:pt x="8" y="106"/>
                </a:moveTo>
                <a:cubicBezTo>
                  <a:pt x="64" y="8"/>
                  <a:pt x="64" y="8"/>
                  <a:pt x="64" y="8"/>
                </a:cubicBezTo>
                <a:cubicBezTo>
                  <a:pt x="119" y="106"/>
                  <a:pt x="119" y="106"/>
                  <a:pt x="119" y="106"/>
                </a:cubicBez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7" name="Rectangle 346"/>
          <p:cNvSpPr>
            <a:spLocks noChangeArrowheads="1"/>
          </p:cNvSpPr>
          <p:nvPr/>
        </p:nvSpPr>
        <p:spPr bwMode="auto">
          <a:xfrm>
            <a:off x="5210175" y="5359401"/>
            <a:ext cx="60325" cy="2254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8" name="Freeform 347"/>
          <p:cNvSpPr>
            <a:spLocks/>
          </p:cNvSpPr>
          <p:nvPr/>
        </p:nvSpPr>
        <p:spPr bwMode="auto">
          <a:xfrm>
            <a:off x="5291138" y="5359401"/>
            <a:ext cx="71438" cy="225425"/>
          </a:xfrm>
          <a:custGeom>
            <a:avLst/>
            <a:gdLst>
              <a:gd name="T0" fmla="*/ 35 w 45"/>
              <a:gd name="T1" fmla="*/ 54 h 142"/>
              <a:gd name="T2" fmla="*/ 45 w 45"/>
              <a:gd name="T3" fmla="*/ 91 h 142"/>
              <a:gd name="T4" fmla="*/ 45 w 45"/>
              <a:gd name="T5" fmla="*/ 142 h 142"/>
              <a:gd name="T6" fmla="*/ 8 w 45"/>
              <a:gd name="T7" fmla="*/ 142 h 142"/>
              <a:gd name="T8" fmla="*/ 8 w 45"/>
              <a:gd name="T9" fmla="*/ 91 h 142"/>
              <a:gd name="T10" fmla="*/ 0 w 45"/>
              <a:gd name="T11" fmla="*/ 54 h 142"/>
              <a:gd name="T12" fmla="*/ 0 w 45"/>
              <a:gd name="T13" fmla="*/ 0 h 142"/>
              <a:gd name="T14" fmla="*/ 35 w 45"/>
              <a:gd name="T15" fmla="*/ 0 h 142"/>
              <a:gd name="T16" fmla="*/ 35 w 45"/>
              <a:gd name="T17" fmla="*/ 54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42">
                <a:moveTo>
                  <a:pt x="35" y="54"/>
                </a:moveTo>
                <a:lnTo>
                  <a:pt x="45" y="91"/>
                </a:lnTo>
                <a:lnTo>
                  <a:pt x="45" y="142"/>
                </a:lnTo>
                <a:lnTo>
                  <a:pt x="8" y="142"/>
                </a:lnTo>
                <a:lnTo>
                  <a:pt x="8" y="91"/>
                </a:lnTo>
                <a:lnTo>
                  <a:pt x="0" y="54"/>
                </a:lnTo>
                <a:lnTo>
                  <a:pt x="0" y="0"/>
                </a:lnTo>
                <a:lnTo>
                  <a:pt x="35" y="0"/>
                </a:lnTo>
                <a:lnTo>
                  <a:pt x="35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9" name="Freeform 348"/>
          <p:cNvSpPr>
            <a:spLocks noEditPoints="1"/>
          </p:cNvSpPr>
          <p:nvPr/>
        </p:nvSpPr>
        <p:spPr bwMode="auto">
          <a:xfrm>
            <a:off x="5765800" y="5164139"/>
            <a:ext cx="538163" cy="484188"/>
          </a:xfrm>
          <a:custGeom>
            <a:avLst/>
            <a:gdLst>
              <a:gd name="T0" fmla="*/ 2 w 127"/>
              <a:gd name="T1" fmla="*/ 110 h 114"/>
              <a:gd name="T2" fmla="*/ 9 w 127"/>
              <a:gd name="T3" fmla="*/ 114 h 114"/>
              <a:gd name="T4" fmla="*/ 119 w 127"/>
              <a:gd name="T5" fmla="*/ 114 h 114"/>
              <a:gd name="T6" fmla="*/ 126 w 127"/>
              <a:gd name="T7" fmla="*/ 110 h 114"/>
              <a:gd name="T8" fmla="*/ 126 w 127"/>
              <a:gd name="T9" fmla="*/ 102 h 114"/>
              <a:gd name="T10" fmla="*/ 71 w 127"/>
              <a:gd name="T11" fmla="*/ 4 h 114"/>
              <a:gd name="T12" fmla="*/ 64 w 127"/>
              <a:gd name="T13" fmla="*/ 0 h 114"/>
              <a:gd name="T14" fmla="*/ 64 w 127"/>
              <a:gd name="T15" fmla="*/ 0 h 114"/>
              <a:gd name="T16" fmla="*/ 57 w 127"/>
              <a:gd name="T17" fmla="*/ 4 h 114"/>
              <a:gd name="T18" fmla="*/ 2 w 127"/>
              <a:gd name="T19" fmla="*/ 102 h 114"/>
              <a:gd name="T20" fmla="*/ 2 w 127"/>
              <a:gd name="T21" fmla="*/ 110 h 114"/>
              <a:gd name="T22" fmla="*/ 9 w 127"/>
              <a:gd name="T23" fmla="*/ 106 h 114"/>
              <a:gd name="T24" fmla="*/ 64 w 127"/>
              <a:gd name="T25" fmla="*/ 8 h 114"/>
              <a:gd name="T26" fmla="*/ 119 w 127"/>
              <a:gd name="T27" fmla="*/ 106 h 114"/>
              <a:gd name="T28" fmla="*/ 9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2" y="110"/>
                </a:moveTo>
                <a:cubicBezTo>
                  <a:pt x="3" y="112"/>
                  <a:pt x="6" y="114"/>
                  <a:pt x="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2" y="114"/>
                  <a:pt x="124" y="112"/>
                  <a:pt x="126" y="110"/>
                </a:cubicBezTo>
                <a:cubicBezTo>
                  <a:pt x="127" y="108"/>
                  <a:pt x="127" y="105"/>
                  <a:pt x="126" y="102"/>
                </a:cubicBezTo>
                <a:cubicBezTo>
                  <a:pt x="71" y="4"/>
                  <a:pt x="71" y="4"/>
                  <a:pt x="71" y="4"/>
                </a:cubicBezTo>
                <a:cubicBezTo>
                  <a:pt x="70" y="1"/>
                  <a:pt x="67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1" y="0"/>
                  <a:pt x="59" y="1"/>
                  <a:pt x="57" y="4"/>
                </a:cubicBezTo>
                <a:cubicBezTo>
                  <a:pt x="2" y="102"/>
                  <a:pt x="2" y="102"/>
                  <a:pt x="2" y="102"/>
                </a:cubicBezTo>
                <a:cubicBezTo>
                  <a:pt x="0" y="104"/>
                  <a:pt x="0" y="107"/>
                  <a:pt x="2" y="110"/>
                </a:cubicBezTo>
                <a:close/>
                <a:moveTo>
                  <a:pt x="9" y="106"/>
                </a:moveTo>
                <a:cubicBezTo>
                  <a:pt x="64" y="8"/>
                  <a:pt x="64" y="8"/>
                  <a:pt x="64" y="8"/>
                </a:cubicBezTo>
                <a:cubicBezTo>
                  <a:pt x="119" y="106"/>
                  <a:pt x="119" y="106"/>
                  <a:pt x="119" y="106"/>
                </a:cubicBezTo>
                <a:lnTo>
                  <a:pt x="9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0" name="Freeform 349"/>
          <p:cNvSpPr>
            <a:spLocks/>
          </p:cNvSpPr>
          <p:nvPr/>
        </p:nvSpPr>
        <p:spPr bwMode="auto">
          <a:xfrm>
            <a:off x="6049963" y="5359401"/>
            <a:ext cx="71438" cy="225425"/>
          </a:xfrm>
          <a:custGeom>
            <a:avLst/>
            <a:gdLst>
              <a:gd name="T0" fmla="*/ 37 w 45"/>
              <a:gd name="T1" fmla="*/ 54 h 142"/>
              <a:gd name="T2" fmla="*/ 45 w 45"/>
              <a:gd name="T3" fmla="*/ 91 h 142"/>
              <a:gd name="T4" fmla="*/ 45 w 45"/>
              <a:gd name="T5" fmla="*/ 142 h 142"/>
              <a:gd name="T6" fmla="*/ 11 w 45"/>
              <a:gd name="T7" fmla="*/ 142 h 142"/>
              <a:gd name="T8" fmla="*/ 11 w 45"/>
              <a:gd name="T9" fmla="*/ 91 h 142"/>
              <a:gd name="T10" fmla="*/ 0 w 45"/>
              <a:gd name="T11" fmla="*/ 54 h 142"/>
              <a:gd name="T12" fmla="*/ 0 w 45"/>
              <a:gd name="T13" fmla="*/ 0 h 142"/>
              <a:gd name="T14" fmla="*/ 37 w 45"/>
              <a:gd name="T15" fmla="*/ 0 h 142"/>
              <a:gd name="T16" fmla="*/ 37 w 45"/>
              <a:gd name="T17" fmla="*/ 54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42">
                <a:moveTo>
                  <a:pt x="37" y="54"/>
                </a:moveTo>
                <a:lnTo>
                  <a:pt x="45" y="91"/>
                </a:lnTo>
                <a:lnTo>
                  <a:pt x="45" y="142"/>
                </a:lnTo>
                <a:lnTo>
                  <a:pt x="11" y="142"/>
                </a:lnTo>
                <a:lnTo>
                  <a:pt x="11" y="91"/>
                </a:lnTo>
                <a:lnTo>
                  <a:pt x="0" y="54"/>
                </a:lnTo>
                <a:lnTo>
                  <a:pt x="0" y="0"/>
                </a:lnTo>
                <a:lnTo>
                  <a:pt x="37" y="0"/>
                </a:lnTo>
                <a:lnTo>
                  <a:pt x="37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1" name="Freeform 350"/>
          <p:cNvSpPr>
            <a:spLocks/>
          </p:cNvSpPr>
          <p:nvPr/>
        </p:nvSpPr>
        <p:spPr bwMode="auto">
          <a:xfrm>
            <a:off x="5965825" y="5359401"/>
            <a:ext cx="71438" cy="225425"/>
          </a:xfrm>
          <a:custGeom>
            <a:avLst/>
            <a:gdLst>
              <a:gd name="T0" fmla="*/ 10 w 45"/>
              <a:gd name="T1" fmla="*/ 54 h 142"/>
              <a:gd name="T2" fmla="*/ 0 w 45"/>
              <a:gd name="T3" fmla="*/ 91 h 142"/>
              <a:gd name="T4" fmla="*/ 0 w 45"/>
              <a:gd name="T5" fmla="*/ 142 h 142"/>
              <a:gd name="T6" fmla="*/ 37 w 45"/>
              <a:gd name="T7" fmla="*/ 142 h 142"/>
              <a:gd name="T8" fmla="*/ 37 w 45"/>
              <a:gd name="T9" fmla="*/ 91 h 142"/>
              <a:gd name="T10" fmla="*/ 45 w 45"/>
              <a:gd name="T11" fmla="*/ 54 h 142"/>
              <a:gd name="T12" fmla="*/ 45 w 45"/>
              <a:gd name="T13" fmla="*/ 0 h 142"/>
              <a:gd name="T14" fmla="*/ 10 w 45"/>
              <a:gd name="T15" fmla="*/ 0 h 142"/>
              <a:gd name="T16" fmla="*/ 10 w 45"/>
              <a:gd name="T17" fmla="*/ 54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42">
                <a:moveTo>
                  <a:pt x="10" y="54"/>
                </a:moveTo>
                <a:lnTo>
                  <a:pt x="0" y="91"/>
                </a:lnTo>
                <a:lnTo>
                  <a:pt x="0" y="142"/>
                </a:lnTo>
                <a:lnTo>
                  <a:pt x="37" y="142"/>
                </a:lnTo>
                <a:lnTo>
                  <a:pt x="37" y="91"/>
                </a:lnTo>
                <a:lnTo>
                  <a:pt x="45" y="54"/>
                </a:lnTo>
                <a:lnTo>
                  <a:pt x="45" y="0"/>
                </a:lnTo>
                <a:lnTo>
                  <a:pt x="10" y="0"/>
                </a:lnTo>
                <a:lnTo>
                  <a:pt x="10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2" name="Freeform 351"/>
          <p:cNvSpPr>
            <a:spLocks noEditPoints="1"/>
          </p:cNvSpPr>
          <p:nvPr/>
        </p:nvSpPr>
        <p:spPr bwMode="auto">
          <a:xfrm>
            <a:off x="6499225" y="5164139"/>
            <a:ext cx="538163" cy="484188"/>
          </a:xfrm>
          <a:custGeom>
            <a:avLst/>
            <a:gdLst>
              <a:gd name="T0" fmla="*/ 1 w 127"/>
              <a:gd name="T1" fmla="*/ 110 h 114"/>
              <a:gd name="T2" fmla="*/ 8 w 127"/>
              <a:gd name="T3" fmla="*/ 114 h 114"/>
              <a:gd name="T4" fmla="*/ 119 w 127"/>
              <a:gd name="T5" fmla="*/ 114 h 114"/>
              <a:gd name="T6" fmla="*/ 125 w 127"/>
              <a:gd name="T7" fmla="*/ 110 h 114"/>
              <a:gd name="T8" fmla="*/ 126 w 127"/>
              <a:gd name="T9" fmla="*/ 102 h 114"/>
              <a:gd name="T10" fmla="*/ 71 w 127"/>
              <a:gd name="T11" fmla="*/ 4 h 114"/>
              <a:gd name="T12" fmla="*/ 64 w 127"/>
              <a:gd name="T13" fmla="*/ 0 h 114"/>
              <a:gd name="T14" fmla="*/ 64 w 127"/>
              <a:gd name="T15" fmla="*/ 0 h 114"/>
              <a:gd name="T16" fmla="*/ 57 w 127"/>
              <a:gd name="T17" fmla="*/ 4 h 114"/>
              <a:gd name="T18" fmla="*/ 1 w 127"/>
              <a:gd name="T19" fmla="*/ 102 h 114"/>
              <a:gd name="T20" fmla="*/ 1 w 127"/>
              <a:gd name="T21" fmla="*/ 110 h 114"/>
              <a:gd name="T22" fmla="*/ 8 w 127"/>
              <a:gd name="T23" fmla="*/ 106 h 114"/>
              <a:gd name="T24" fmla="*/ 64 w 127"/>
              <a:gd name="T25" fmla="*/ 8 h 114"/>
              <a:gd name="T26" fmla="*/ 119 w 127"/>
              <a:gd name="T27" fmla="*/ 106 h 114"/>
              <a:gd name="T28" fmla="*/ 8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1" y="110"/>
                </a:moveTo>
                <a:cubicBezTo>
                  <a:pt x="3" y="112"/>
                  <a:pt x="5" y="114"/>
                  <a:pt x="8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1" y="114"/>
                  <a:pt x="124" y="112"/>
                  <a:pt x="125" y="110"/>
                </a:cubicBezTo>
                <a:cubicBezTo>
                  <a:pt x="127" y="108"/>
                  <a:pt x="127" y="105"/>
                  <a:pt x="126" y="102"/>
                </a:cubicBezTo>
                <a:cubicBezTo>
                  <a:pt x="71" y="4"/>
                  <a:pt x="71" y="4"/>
                  <a:pt x="71" y="4"/>
                </a:cubicBezTo>
                <a:cubicBezTo>
                  <a:pt x="69" y="1"/>
                  <a:pt x="67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1" y="0"/>
                  <a:pt x="58" y="1"/>
                  <a:pt x="57" y="4"/>
                </a:cubicBezTo>
                <a:cubicBezTo>
                  <a:pt x="1" y="102"/>
                  <a:pt x="1" y="102"/>
                  <a:pt x="1" y="102"/>
                </a:cubicBezTo>
                <a:cubicBezTo>
                  <a:pt x="0" y="104"/>
                  <a:pt x="0" y="107"/>
                  <a:pt x="1" y="110"/>
                </a:cubicBezTo>
                <a:close/>
                <a:moveTo>
                  <a:pt x="8" y="106"/>
                </a:moveTo>
                <a:cubicBezTo>
                  <a:pt x="64" y="8"/>
                  <a:pt x="64" y="8"/>
                  <a:pt x="64" y="8"/>
                </a:cubicBezTo>
                <a:cubicBezTo>
                  <a:pt x="119" y="106"/>
                  <a:pt x="119" y="106"/>
                  <a:pt x="119" y="106"/>
                </a:cubicBez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3" name="Freeform 352"/>
          <p:cNvSpPr>
            <a:spLocks/>
          </p:cNvSpPr>
          <p:nvPr/>
        </p:nvSpPr>
        <p:spPr bwMode="auto">
          <a:xfrm>
            <a:off x="6702425" y="5461001"/>
            <a:ext cx="157163" cy="47625"/>
          </a:xfrm>
          <a:custGeom>
            <a:avLst/>
            <a:gdLst>
              <a:gd name="T0" fmla="*/ 99 w 99"/>
              <a:gd name="T1" fmla="*/ 6 h 30"/>
              <a:gd name="T2" fmla="*/ 3 w 99"/>
              <a:gd name="T3" fmla="*/ 30 h 30"/>
              <a:gd name="T4" fmla="*/ 0 w 99"/>
              <a:gd name="T5" fmla="*/ 22 h 30"/>
              <a:gd name="T6" fmla="*/ 97 w 99"/>
              <a:gd name="T7" fmla="*/ 0 h 30"/>
              <a:gd name="T8" fmla="*/ 99 w 99"/>
              <a:gd name="T9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30">
                <a:moveTo>
                  <a:pt x="99" y="6"/>
                </a:moveTo>
                <a:lnTo>
                  <a:pt x="3" y="30"/>
                </a:lnTo>
                <a:lnTo>
                  <a:pt x="0" y="22"/>
                </a:lnTo>
                <a:lnTo>
                  <a:pt x="97" y="0"/>
                </a:lnTo>
                <a:lnTo>
                  <a:pt x="99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4" name="Freeform 353"/>
          <p:cNvSpPr>
            <a:spLocks/>
          </p:cNvSpPr>
          <p:nvPr/>
        </p:nvSpPr>
        <p:spPr bwMode="auto">
          <a:xfrm>
            <a:off x="6715125" y="5499101"/>
            <a:ext cx="30163" cy="25400"/>
          </a:xfrm>
          <a:custGeom>
            <a:avLst/>
            <a:gdLst>
              <a:gd name="T0" fmla="*/ 19 w 19"/>
              <a:gd name="T1" fmla="*/ 14 h 16"/>
              <a:gd name="T2" fmla="*/ 3 w 19"/>
              <a:gd name="T3" fmla="*/ 16 h 16"/>
              <a:gd name="T4" fmla="*/ 0 w 19"/>
              <a:gd name="T5" fmla="*/ 6 h 16"/>
              <a:gd name="T6" fmla="*/ 14 w 19"/>
              <a:gd name="T7" fmla="*/ 0 h 16"/>
              <a:gd name="T8" fmla="*/ 19 w 19"/>
              <a:gd name="T9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6">
                <a:moveTo>
                  <a:pt x="19" y="14"/>
                </a:moveTo>
                <a:lnTo>
                  <a:pt x="3" y="16"/>
                </a:lnTo>
                <a:lnTo>
                  <a:pt x="0" y="6"/>
                </a:lnTo>
                <a:lnTo>
                  <a:pt x="14" y="0"/>
                </a:lnTo>
                <a:lnTo>
                  <a:pt x="19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5" name="Freeform 354"/>
          <p:cNvSpPr>
            <a:spLocks/>
          </p:cNvSpPr>
          <p:nvPr/>
        </p:nvSpPr>
        <p:spPr bwMode="auto">
          <a:xfrm>
            <a:off x="6826250" y="5473701"/>
            <a:ext cx="30163" cy="25400"/>
          </a:xfrm>
          <a:custGeom>
            <a:avLst/>
            <a:gdLst>
              <a:gd name="T0" fmla="*/ 19 w 19"/>
              <a:gd name="T1" fmla="*/ 14 h 16"/>
              <a:gd name="T2" fmla="*/ 3 w 19"/>
              <a:gd name="T3" fmla="*/ 16 h 16"/>
              <a:gd name="T4" fmla="*/ 0 w 19"/>
              <a:gd name="T5" fmla="*/ 3 h 16"/>
              <a:gd name="T6" fmla="*/ 13 w 19"/>
              <a:gd name="T7" fmla="*/ 0 h 16"/>
              <a:gd name="T8" fmla="*/ 19 w 19"/>
              <a:gd name="T9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6">
                <a:moveTo>
                  <a:pt x="19" y="14"/>
                </a:moveTo>
                <a:lnTo>
                  <a:pt x="3" y="16"/>
                </a:lnTo>
                <a:lnTo>
                  <a:pt x="0" y="3"/>
                </a:lnTo>
                <a:lnTo>
                  <a:pt x="13" y="0"/>
                </a:lnTo>
                <a:lnTo>
                  <a:pt x="19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6" name="Freeform 355"/>
          <p:cNvSpPr>
            <a:spLocks/>
          </p:cNvSpPr>
          <p:nvPr/>
        </p:nvSpPr>
        <p:spPr bwMode="auto">
          <a:xfrm>
            <a:off x="6745288" y="5384801"/>
            <a:ext cx="25400" cy="12700"/>
          </a:xfrm>
          <a:custGeom>
            <a:avLst/>
            <a:gdLst>
              <a:gd name="T0" fmla="*/ 16 w 16"/>
              <a:gd name="T1" fmla="*/ 3 h 8"/>
              <a:gd name="T2" fmla="*/ 0 w 16"/>
              <a:gd name="T3" fmla="*/ 8 h 8"/>
              <a:gd name="T4" fmla="*/ 0 w 16"/>
              <a:gd name="T5" fmla="*/ 6 h 8"/>
              <a:gd name="T6" fmla="*/ 16 w 16"/>
              <a:gd name="T7" fmla="*/ 0 h 8"/>
              <a:gd name="T8" fmla="*/ 16 w 16"/>
              <a:gd name="T9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8">
                <a:moveTo>
                  <a:pt x="16" y="3"/>
                </a:moveTo>
                <a:lnTo>
                  <a:pt x="0" y="8"/>
                </a:lnTo>
                <a:lnTo>
                  <a:pt x="0" y="6"/>
                </a:lnTo>
                <a:lnTo>
                  <a:pt x="16" y="0"/>
                </a:lnTo>
                <a:lnTo>
                  <a:pt x="16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7" name="Freeform 356"/>
          <p:cNvSpPr>
            <a:spLocks noEditPoints="1"/>
          </p:cNvSpPr>
          <p:nvPr/>
        </p:nvSpPr>
        <p:spPr bwMode="auto">
          <a:xfrm>
            <a:off x="6689725" y="5359401"/>
            <a:ext cx="166688" cy="131763"/>
          </a:xfrm>
          <a:custGeom>
            <a:avLst/>
            <a:gdLst>
              <a:gd name="T0" fmla="*/ 34 w 39"/>
              <a:gd name="T1" fmla="*/ 12 h 31"/>
              <a:gd name="T2" fmla="*/ 30 w 39"/>
              <a:gd name="T3" fmla="*/ 0 h 31"/>
              <a:gd name="T4" fmla="*/ 1 w 39"/>
              <a:gd name="T5" fmla="*/ 7 h 31"/>
              <a:gd name="T6" fmla="*/ 2 w 39"/>
              <a:gd name="T7" fmla="*/ 20 h 31"/>
              <a:gd name="T8" fmla="*/ 0 w 39"/>
              <a:gd name="T9" fmla="*/ 20 h 31"/>
              <a:gd name="T10" fmla="*/ 3 w 39"/>
              <a:gd name="T11" fmla="*/ 31 h 31"/>
              <a:gd name="T12" fmla="*/ 39 w 39"/>
              <a:gd name="T13" fmla="*/ 23 h 31"/>
              <a:gd name="T14" fmla="*/ 36 w 39"/>
              <a:gd name="T15" fmla="*/ 11 h 31"/>
              <a:gd name="T16" fmla="*/ 34 w 39"/>
              <a:gd name="T17" fmla="*/ 12 h 31"/>
              <a:gd name="T18" fmla="*/ 4 w 39"/>
              <a:gd name="T19" fmla="*/ 9 h 31"/>
              <a:gd name="T20" fmla="*/ 27 w 39"/>
              <a:gd name="T21" fmla="*/ 3 h 31"/>
              <a:gd name="T22" fmla="*/ 31 w 39"/>
              <a:gd name="T23" fmla="*/ 13 h 31"/>
              <a:gd name="T24" fmla="*/ 6 w 39"/>
              <a:gd name="T25" fmla="*/ 19 h 31"/>
              <a:gd name="T26" fmla="*/ 4 w 39"/>
              <a:gd name="T27" fmla="*/ 9 h 31"/>
              <a:gd name="T28" fmla="*/ 10 w 39"/>
              <a:gd name="T29" fmla="*/ 27 h 31"/>
              <a:gd name="T30" fmla="*/ 7 w 39"/>
              <a:gd name="T31" fmla="*/ 27 h 31"/>
              <a:gd name="T32" fmla="*/ 4 w 39"/>
              <a:gd name="T33" fmla="*/ 26 h 31"/>
              <a:gd name="T34" fmla="*/ 5 w 39"/>
              <a:gd name="T35" fmla="*/ 23 h 31"/>
              <a:gd name="T36" fmla="*/ 9 w 39"/>
              <a:gd name="T37" fmla="*/ 22 h 31"/>
              <a:gd name="T38" fmla="*/ 12 w 39"/>
              <a:gd name="T39" fmla="*/ 24 h 31"/>
              <a:gd name="T40" fmla="*/ 10 w 39"/>
              <a:gd name="T41" fmla="*/ 27 h 31"/>
              <a:gd name="T42" fmla="*/ 33 w 39"/>
              <a:gd name="T43" fmla="*/ 21 h 31"/>
              <a:gd name="T44" fmla="*/ 30 w 39"/>
              <a:gd name="T45" fmla="*/ 21 h 31"/>
              <a:gd name="T46" fmla="*/ 27 w 39"/>
              <a:gd name="T47" fmla="*/ 20 h 31"/>
              <a:gd name="T48" fmla="*/ 29 w 39"/>
              <a:gd name="T49" fmla="*/ 17 h 31"/>
              <a:gd name="T50" fmla="*/ 32 w 39"/>
              <a:gd name="T51" fmla="*/ 16 h 31"/>
              <a:gd name="T52" fmla="*/ 35 w 39"/>
              <a:gd name="T53" fmla="*/ 18 h 31"/>
              <a:gd name="T54" fmla="*/ 33 w 39"/>
              <a:gd name="T55" fmla="*/ 2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" h="31">
                <a:moveTo>
                  <a:pt x="34" y="12"/>
                </a:moveTo>
                <a:cubicBezTo>
                  <a:pt x="30" y="0"/>
                  <a:pt x="30" y="0"/>
                  <a:pt x="30" y="0"/>
                </a:cubicBezTo>
                <a:cubicBezTo>
                  <a:pt x="1" y="7"/>
                  <a:pt x="1" y="7"/>
                  <a:pt x="1" y="7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3" y="31"/>
                  <a:pt x="3" y="31"/>
                  <a:pt x="3" y="31"/>
                </a:cubicBezTo>
                <a:cubicBezTo>
                  <a:pt x="39" y="23"/>
                  <a:pt x="39" y="23"/>
                  <a:pt x="39" y="23"/>
                </a:cubicBezTo>
                <a:cubicBezTo>
                  <a:pt x="36" y="11"/>
                  <a:pt x="36" y="11"/>
                  <a:pt x="36" y="11"/>
                </a:cubicBezTo>
                <a:lnTo>
                  <a:pt x="34" y="12"/>
                </a:lnTo>
                <a:close/>
                <a:moveTo>
                  <a:pt x="4" y="9"/>
                </a:moveTo>
                <a:cubicBezTo>
                  <a:pt x="27" y="3"/>
                  <a:pt x="27" y="3"/>
                  <a:pt x="27" y="3"/>
                </a:cubicBezTo>
                <a:cubicBezTo>
                  <a:pt x="31" y="13"/>
                  <a:pt x="31" y="13"/>
                  <a:pt x="31" y="13"/>
                </a:cubicBezTo>
                <a:cubicBezTo>
                  <a:pt x="6" y="19"/>
                  <a:pt x="6" y="19"/>
                  <a:pt x="6" y="19"/>
                </a:cubicBezTo>
                <a:lnTo>
                  <a:pt x="4" y="9"/>
                </a:lnTo>
                <a:close/>
                <a:moveTo>
                  <a:pt x="10" y="27"/>
                </a:moveTo>
                <a:cubicBezTo>
                  <a:pt x="7" y="27"/>
                  <a:pt x="7" y="27"/>
                  <a:pt x="7" y="27"/>
                </a:cubicBezTo>
                <a:cubicBezTo>
                  <a:pt x="5" y="28"/>
                  <a:pt x="4" y="27"/>
                  <a:pt x="4" y="26"/>
                </a:cubicBezTo>
                <a:cubicBezTo>
                  <a:pt x="3" y="24"/>
                  <a:pt x="4" y="23"/>
                  <a:pt x="5" y="23"/>
                </a:cubicBezTo>
                <a:cubicBezTo>
                  <a:pt x="9" y="22"/>
                  <a:pt x="9" y="22"/>
                  <a:pt x="9" y="22"/>
                </a:cubicBezTo>
                <a:cubicBezTo>
                  <a:pt x="10" y="22"/>
                  <a:pt x="11" y="23"/>
                  <a:pt x="12" y="24"/>
                </a:cubicBezTo>
                <a:cubicBezTo>
                  <a:pt x="12" y="25"/>
                  <a:pt x="11" y="26"/>
                  <a:pt x="10" y="27"/>
                </a:cubicBezTo>
                <a:close/>
                <a:moveTo>
                  <a:pt x="33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29" y="22"/>
                  <a:pt x="27" y="21"/>
                  <a:pt x="27" y="20"/>
                </a:cubicBezTo>
                <a:cubicBezTo>
                  <a:pt x="27" y="19"/>
                  <a:pt x="27" y="17"/>
                  <a:pt x="29" y="17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6"/>
                  <a:pt x="35" y="17"/>
                  <a:pt x="35" y="18"/>
                </a:cubicBezTo>
                <a:cubicBezTo>
                  <a:pt x="35" y="19"/>
                  <a:pt x="35" y="20"/>
                  <a:pt x="33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8" name="Freeform 357"/>
          <p:cNvSpPr>
            <a:spLocks/>
          </p:cNvSpPr>
          <p:nvPr/>
        </p:nvSpPr>
        <p:spPr bwMode="auto">
          <a:xfrm>
            <a:off x="6715125" y="5457826"/>
            <a:ext cx="17463" cy="12700"/>
          </a:xfrm>
          <a:custGeom>
            <a:avLst/>
            <a:gdLst>
              <a:gd name="T0" fmla="*/ 4 w 4"/>
              <a:gd name="T1" fmla="*/ 1 h 3"/>
              <a:gd name="T2" fmla="*/ 3 w 4"/>
              <a:gd name="T3" fmla="*/ 3 h 3"/>
              <a:gd name="T4" fmla="*/ 1 w 4"/>
              <a:gd name="T5" fmla="*/ 3 h 3"/>
              <a:gd name="T6" fmla="*/ 0 w 4"/>
              <a:gd name="T7" fmla="*/ 2 h 3"/>
              <a:gd name="T8" fmla="*/ 1 w 4"/>
              <a:gd name="T9" fmla="*/ 1 h 3"/>
              <a:gd name="T10" fmla="*/ 2 w 4"/>
              <a:gd name="T11" fmla="*/ 0 h 3"/>
              <a:gd name="T12" fmla="*/ 4 w 4"/>
              <a:gd name="T1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">
                <a:moveTo>
                  <a:pt x="4" y="1"/>
                </a:moveTo>
                <a:cubicBezTo>
                  <a:pt x="4" y="2"/>
                  <a:pt x="3" y="2"/>
                  <a:pt x="3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3"/>
                  <a:pt x="0" y="2"/>
                </a:cubicBezTo>
                <a:cubicBezTo>
                  <a:pt x="0" y="2"/>
                  <a:pt x="0" y="1"/>
                  <a:pt x="1" y="1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9" name="Freeform 358"/>
          <p:cNvSpPr>
            <a:spLocks/>
          </p:cNvSpPr>
          <p:nvPr/>
        </p:nvSpPr>
        <p:spPr bwMode="auto">
          <a:xfrm>
            <a:off x="6813550" y="5432426"/>
            <a:ext cx="17463" cy="12700"/>
          </a:xfrm>
          <a:custGeom>
            <a:avLst/>
            <a:gdLst>
              <a:gd name="T0" fmla="*/ 4 w 4"/>
              <a:gd name="T1" fmla="*/ 1 h 3"/>
              <a:gd name="T2" fmla="*/ 3 w 4"/>
              <a:gd name="T3" fmla="*/ 3 h 3"/>
              <a:gd name="T4" fmla="*/ 1 w 4"/>
              <a:gd name="T5" fmla="*/ 3 h 3"/>
              <a:gd name="T6" fmla="*/ 0 w 4"/>
              <a:gd name="T7" fmla="*/ 2 h 3"/>
              <a:gd name="T8" fmla="*/ 1 w 4"/>
              <a:gd name="T9" fmla="*/ 1 h 3"/>
              <a:gd name="T10" fmla="*/ 3 w 4"/>
              <a:gd name="T11" fmla="*/ 0 h 3"/>
              <a:gd name="T12" fmla="*/ 4 w 4"/>
              <a:gd name="T1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">
                <a:moveTo>
                  <a:pt x="4" y="1"/>
                </a:moveTo>
                <a:cubicBezTo>
                  <a:pt x="4" y="2"/>
                  <a:pt x="4" y="2"/>
                  <a:pt x="3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3"/>
                  <a:pt x="0" y="2"/>
                </a:cubicBezTo>
                <a:cubicBezTo>
                  <a:pt x="0" y="2"/>
                  <a:pt x="0" y="1"/>
                  <a:pt x="1" y="1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0" name="Freeform 359"/>
          <p:cNvSpPr>
            <a:spLocks/>
          </p:cNvSpPr>
          <p:nvPr/>
        </p:nvSpPr>
        <p:spPr bwMode="auto">
          <a:xfrm>
            <a:off x="6838950" y="5394326"/>
            <a:ext cx="25400" cy="15875"/>
          </a:xfrm>
          <a:custGeom>
            <a:avLst/>
            <a:gdLst>
              <a:gd name="T0" fmla="*/ 16 w 16"/>
              <a:gd name="T1" fmla="*/ 8 h 10"/>
              <a:gd name="T2" fmla="*/ 3 w 16"/>
              <a:gd name="T3" fmla="*/ 10 h 10"/>
              <a:gd name="T4" fmla="*/ 0 w 16"/>
              <a:gd name="T5" fmla="*/ 2 h 10"/>
              <a:gd name="T6" fmla="*/ 13 w 16"/>
              <a:gd name="T7" fmla="*/ 0 h 10"/>
              <a:gd name="T8" fmla="*/ 16 w 16"/>
              <a:gd name="T9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0">
                <a:moveTo>
                  <a:pt x="16" y="8"/>
                </a:moveTo>
                <a:lnTo>
                  <a:pt x="3" y="10"/>
                </a:lnTo>
                <a:lnTo>
                  <a:pt x="0" y="2"/>
                </a:lnTo>
                <a:lnTo>
                  <a:pt x="13" y="0"/>
                </a:lnTo>
                <a:lnTo>
                  <a:pt x="1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1" name="Freeform 360"/>
          <p:cNvSpPr>
            <a:spLocks/>
          </p:cNvSpPr>
          <p:nvPr/>
        </p:nvSpPr>
        <p:spPr bwMode="auto">
          <a:xfrm>
            <a:off x="6669088" y="5432426"/>
            <a:ext cx="25400" cy="20638"/>
          </a:xfrm>
          <a:custGeom>
            <a:avLst/>
            <a:gdLst>
              <a:gd name="T0" fmla="*/ 16 w 16"/>
              <a:gd name="T1" fmla="*/ 8 h 13"/>
              <a:gd name="T2" fmla="*/ 3 w 16"/>
              <a:gd name="T3" fmla="*/ 13 h 13"/>
              <a:gd name="T4" fmla="*/ 0 w 16"/>
              <a:gd name="T5" fmla="*/ 5 h 13"/>
              <a:gd name="T6" fmla="*/ 16 w 16"/>
              <a:gd name="T7" fmla="*/ 0 h 13"/>
              <a:gd name="T8" fmla="*/ 16 w 16"/>
              <a:gd name="T9" fmla="*/ 8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3">
                <a:moveTo>
                  <a:pt x="16" y="8"/>
                </a:moveTo>
                <a:lnTo>
                  <a:pt x="3" y="13"/>
                </a:lnTo>
                <a:lnTo>
                  <a:pt x="0" y="5"/>
                </a:lnTo>
                <a:lnTo>
                  <a:pt x="16" y="0"/>
                </a:lnTo>
                <a:lnTo>
                  <a:pt x="1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2" name="Rectangle 361"/>
          <p:cNvSpPr>
            <a:spLocks noChangeArrowheads="1"/>
          </p:cNvSpPr>
          <p:nvPr/>
        </p:nvSpPr>
        <p:spPr bwMode="auto">
          <a:xfrm>
            <a:off x="6788150" y="5499101"/>
            <a:ext cx="1270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3" name="Oval 362"/>
          <p:cNvSpPr>
            <a:spLocks noChangeArrowheads="1"/>
          </p:cNvSpPr>
          <p:nvPr/>
        </p:nvSpPr>
        <p:spPr bwMode="auto">
          <a:xfrm>
            <a:off x="6702425" y="5524501"/>
            <a:ext cx="12700" cy="1428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4" name="Oval 363"/>
          <p:cNvSpPr>
            <a:spLocks noChangeArrowheads="1"/>
          </p:cNvSpPr>
          <p:nvPr/>
        </p:nvSpPr>
        <p:spPr bwMode="auto">
          <a:xfrm>
            <a:off x="6745288" y="5538789"/>
            <a:ext cx="4763" cy="79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5" name="Oval 364"/>
          <p:cNvSpPr>
            <a:spLocks noChangeArrowheads="1"/>
          </p:cNvSpPr>
          <p:nvPr/>
        </p:nvSpPr>
        <p:spPr bwMode="auto">
          <a:xfrm>
            <a:off x="6757988" y="5524501"/>
            <a:ext cx="4763" cy="47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6" name="Oval 365"/>
          <p:cNvSpPr>
            <a:spLocks noChangeArrowheads="1"/>
          </p:cNvSpPr>
          <p:nvPr/>
        </p:nvSpPr>
        <p:spPr bwMode="auto">
          <a:xfrm>
            <a:off x="6775450" y="5499101"/>
            <a:ext cx="30163" cy="254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7" name="Oval 366"/>
          <p:cNvSpPr>
            <a:spLocks noChangeArrowheads="1"/>
          </p:cNvSpPr>
          <p:nvPr/>
        </p:nvSpPr>
        <p:spPr bwMode="auto">
          <a:xfrm>
            <a:off x="6767513" y="5524501"/>
            <a:ext cx="15875" cy="174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8" name="Oval 367"/>
          <p:cNvSpPr>
            <a:spLocks noChangeArrowheads="1"/>
          </p:cNvSpPr>
          <p:nvPr/>
        </p:nvSpPr>
        <p:spPr bwMode="auto">
          <a:xfrm>
            <a:off x="6762750" y="5554664"/>
            <a:ext cx="4763" cy="47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9" name="Oval 368"/>
          <p:cNvSpPr>
            <a:spLocks noChangeArrowheads="1"/>
          </p:cNvSpPr>
          <p:nvPr/>
        </p:nvSpPr>
        <p:spPr bwMode="auto">
          <a:xfrm>
            <a:off x="6757988" y="5534026"/>
            <a:ext cx="22225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0" name="Oval 369"/>
          <p:cNvSpPr>
            <a:spLocks noChangeArrowheads="1"/>
          </p:cNvSpPr>
          <p:nvPr/>
        </p:nvSpPr>
        <p:spPr bwMode="auto">
          <a:xfrm>
            <a:off x="6727825" y="5546726"/>
            <a:ext cx="25400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1" name="Oval 370"/>
          <p:cNvSpPr>
            <a:spLocks noChangeArrowheads="1"/>
          </p:cNvSpPr>
          <p:nvPr/>
        </p:nvSpPr>
        <p:spPr bwMode="auto">
          <a:xfrm>
            <a:off x="6702425" y="5541964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2" name="Oval 371"/>
          <p:cNvSpPr>
            <a:spLocks noChangeArrowheads="1"/>
          </p:cNvSpPr>
          <p:nvPr/>
        </p:nvSpPr>
        <p:spPr bwMode="auto">
          <a:xfrm>
            <a:off x="6689725" y="5559426"/>
            <a:ext cx="25400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3" name="Oval 372"/>
          <p:cNvSpPr>
            <a:spLocks noChangeArrowheads="1"/>
          </p:cNvSpPr>
          <p:nvPr/>
        </p:nvSpPr>
        <p:spPr bwMode="auto">
          <a:xfrm>
            <a:off x="6715125" y="5580064"/>
            <a:ext cx="17463" cy="174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4" name="Oval 373"/>
          <p:cNvSpPr>
            <a:spLocks noChangeArrowheads="1"/>
          </p:cNvSpPr>
          <p:nvPr/>
        </p:nvSpPr>
        <p:spPr bwMode="auto">
          <a:xfrm>
            <a:off x="6681788" y="5589589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5" name="Freeform 374"/>
          <p:cNvSpPr>
            <a:spLocks noEditPoints="1"/>
          </p:cNvSpPr>
          <p:nvPr/>
        </p:nvSpPr>
        <p:spPr bwMode="auto">
          <a:xfrm>
            <a:off x="7156450" y="5164139"/>
            <a:ext cx="539750" cy="484188"/>
          </a:xfrm>
          <a:custGeom>
            <a:avLst/>
            <a:gdLst>
              <a:gd name="T0" fmla="*/ 126 w 127"/>
              <a:gd name="T1" fmla="*/ 102 h 114"/>
              <a:gd name="T2" fmla="*/ 71 w 127"/>
              <a:gd name="T3" fmla="*/ 4 h 114"/>
              <a:gd name="T4" fmla="*/ 64 w 127"/>
              <a:gd name="T5" fmla="*/ 0 h 114"/>
              <a:gd name="T6" fmla="*/ 64 w 127"/>
              <a:gd name="T7" fmla="*/ 0 h 114"/>
              <a:gd name="T8" fmla="*/ 57 w 127"/>
              <a:gd name="T9" fmla="*/ 4 h 114"/>
              <a:gd name="T10" fmla="*/ 1 w 127"/>
              <a:gd name="T11" fmla="*/ 102 h 114"/>
              <a:gd name="T12" fmla="*/ 1 w 127"/>
              <a:gd name="T13" fmla="*/ 110 h 114"/>
              <a:gd name="T14" fmla="*/ 8 w 127"/>
              <a:gd name="T15" fmla="*/ 114 h 114"/>
              <a:gd name="T16" fmla="*/ 119 w 127"/>
              <a:gd name="T17" fmla="*/ 114 h 114"/>
              <a:gd name="T18" fmla="*/ 126 w 127"/>
              <a:gd name="T19" fmla="*/ 110 h 114"/>
              <a:gd name="T20" fmla="*/ 126 w 127"/>
              <a:gd name="T21" fmla="*/ 102 h 114"/>
              <a:gd name="T22" fmla="*/ 8 w 127"/>
              <a:gd name="T23" fmla="*/ 106 h 114"/>
              <a:gd name="T24" fmla="*/ 64 w 127"/>
              <a:gd name="T25" fmla="*/ 8 h 114"/>
              <a:gd name="T26" fmla="*/ 119 w 127"/>
              <a:gd name="T27" fmla="*/ 106 h 114"/>
              <a:gd name="T28" fmla="*/ 8 w 127"/>
              <a:gd name="T29" fmla="*/ 10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114">
                <a:moveTo>
                  <a:pt x="126" y="102"/>
                </a:moveTo>
                <a:cubicBezTo>
                  <a:pt x="71" y="4"/>
                  <a:pt x="71" y="4"/>
                  <a:pt x="71" y="4"/>
                </a:cubicBezTo>
                <a:cubicBezTo>
                  <a:pt x="70" y="1"/>
                  <a:pt x="67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1" y="0"/>
                  <a:pt x="58" y="1"/>
                  <a:pt x="57" y="4"/>
                </a:cubicBezTo>
                <a:cubicBezTo>
                  <a:pt x="1" y="102"/>
                  <a:pt x="1" y="102"/>
                  <a:pt x="1" y="102"/>
                </a:cubicBezTo>
                <a:cubicBezTo>
                  <a:pt x="0" y="104"/>
                  <a:pt x="0" y="107"/>
                  <a:pt x="1" y="110"/>
                </a:cubicBezTo>
                <a:cubicBezTo>
                  <a:pt x="3" y="112"/>
                  <a:pt x="5" y="114"/>
                  <a:pt x="8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2" y="114"/>
                  <a:pt x="124" y="113"/>
                  <a:pt x="126" y="110"/>
                </a:cubicBezTo>
                <a:cubicBezTo>
                  <a:pt x="127" y="108"/>
                  <a:pt x="127" y="105"/>
                  <a:pt x="126" y="102"/>
                </a:cubicBezTo>
                <a:close/>
                <a:moveTo>
                  <a:pt x="8" y="106"/>
                </a:moveTo>
                <a:cubicBezTo>
                  <a:pt x="64" y="8"/>
                  <a:pt x="64" y="8"/>
                  <a:pt x="64" y="8"/>
                </a:cubicBezTo>
                <a:cubicBezTo>
                  <a:pt x="119" y="106"/>
                  <a:pt x="119" y="106"/>
                  <a:pt x="119" y="106"/>
                </a:cubicBezTo>
                <a:lnTo>
                  <a:pt x="8" y="1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6" name="Freeform 375"/>
          <p:cNvSpPr>
            <a:spLocks/>
          </p:cNvSpPr>
          <p:nvPr/>
        </p:nvSpPr>
        <p:spPr bwMode="auto">
          <a:xfrm>
            <a:off x="7275513" y="5470526"/>
            <a:ext cx="296863" cy="106363"/>
          </a:xfrm>
          <a:custGeom>
            <a:avLst/>
            <a:gdLst>
              <a:gd name="T0" fmla="*/ 30 w 70"/>
              <a:gd name="T1" fmla="*/ 8 h 25"/>
              <a:gd name="T2" fmla="*/ 30 w 70"/>
              <a:gd name="T3" fmla="*/ 8 h 25"/>
              <a:gd name="T4" fmla="*/ 20 w 70"/>
              <a:gd name="T5" fmla="*/ 0 h 25"/>
              <a:gd name="T6" fmla="*/ 10 w 70"/>
              <a:gd name="T7" fmla="*/ 8 h 25"/>
              <a:gd name="T8" fmla="*/ 10 w 70"/>
              <a:gd name="T9" fmla="*/ 8 h 25"/>
              <a:gd name="T10" fmla="*/ 4 w 70"/>
              <a:gd name="T11" fmla="*/ 13 h 25"/>
              <a:gd name="T12" fmla="*/ 0 w 70"/>
              <a:gd name="T13" fmla="*/ 11 h 25"/>
              <a:gd name="T14" fmla="*/ 0 w 70"/>
              <a:gd name="T15" fmla="*/ 25 h 25"/>
              <a:gd name="T16" fmla="*/ 70 w 70"/>
              <a:gd name="T17" fmla="*/ 25 h 25"/>
              <a:gd name="T18" fmla="*/ 70 w 70"/>
              <a:gd name="T19" fmla="*/ 11 h 25"/>
              <a:gd name="T20" fmla="*/ 63 w 70"/>
              <a:gd name="T21" fmla="*/ 13 h 25"/>
              <a:gd name="T22" fmla="*/ 58 w 70"/>
              <a:gd name="T23" fmla="*/ 8 h 25"/>
              <a:gd name="T24" fmla="*/ 58 w 70"/>
              <a:gd name="T25" fmla="*/ 8 h 25"/>
              <a:gd name="T26" fmla="*/ 48 w 70"/>
              <a:gd name="T27" fmla="*/ 0 h 25"/>
              <a:gd name="T28" fmla="*/ 38 w 70"/>
              <a:gd name="T29" fmla="*/ 8 h 25"/>
              <a:gd name="T30" fmla="*/ 38 w 70"/>
              <a:gd name="T31" fmla="*/ 8 h 25"/>
              <a:gd name="T32" fmla="*/ 34 w 70"/>
              <a:gd name="T33" fmla="*/ 12 h 25"/>
              <a:gd name="T34" fmla="*/ 30 w 70"/>
              <a:gd name="T35" fmla="*/ 8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0" h="25">
                <a:moveTo>
                  <a:pt x="30" y="8"/>
                </a:moveTo>
                <a:cubicBezTo>
                  <a:pt x="30" y="8"/>
                  <a:pt x="30" y="8"/>
                  <a:pt x="30" y="8"/>
                </a:cubicBezTo>
                <a:cubicBezTo>
                  <a:pt x="29" y="3"/>
                  <a:pt x="25" y="0"/>
                  <a:pt x="20" y="0"/>
                </a:cubicBezTo>
                <a:cubicBezTo>
                  <a:pt x="15" y="0"/>
                  <a:pt x="11" y="3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11"/>
                  <a:pt x="7" y="13"/>
                  <a:pt x="4" y="13"/>
                </a:cubicBezTo>
                <a:cubicBezTo>
                  <a:pt x="3" y="13"/>
                  <a:pt x="1" y="12"/>
                  <a:pt x="0" y="11"/>
                </a:cubicBezTo>
                <a:cubicBezTo>
                  <a:pt x="0" y="25"/>
                  <a:pt x="0" y="25"/>
                  <a:pt x="0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70" y="11"/>
                  <a:pt x="70" y="11"/>
                  <a:pt x="70" y="11"/>
                </a:cubicBezTo>
                <a:cubicBezTo>
                  <a:pt x="69" y="12"/>
                  <a:pt x="65" y="13"/>
                  <a:pt x="63" y="13"/>
                </a:cubicBezTo>
                <a:cubicBezTo>
                  <a:pt x="61" y="13"/>
                  <a:pt x="58" y="11"/>
                  <a:pt x="58" y="8"/>
                </a:cubicBezTo>
                <a:cubicBezTo>
                  <a:pt x="58" y="8"/>
                  <a:pt x="58" y="8"/>
                  <a:pt x="58" y="8"/>
                </a:cubicBezTo>
                <a:cubicBezTo>
                  <a:pt x="57" y="3"/>
                  <a:pt x="53" y="0"/>
                  <a:pt x="48" y="0"/>
                </a:cubicBezTo>
                <a:cubicBezTo>
                  <a:pt x="43" y="0"/>
                  <a:pt x="39" y="3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10"/>
                  <a:pt x="36" y="12"/>
                  <a:pt x="34" y="12"/>
                </a:cubicBezTo>
                <a:cubicBezTo>
                  <a:pt x="32" y="12"/>
                  <a:pt x="30" y="10"/>
                  <a:pt x="3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7" name="Freeform 376"/>
          <p:cNvSpPr>
            <a:spLocks noEditPoints="1"/>
          </p:cNvSpPr>
          <p:nvPr/>
        </p:nvSpPr>
        <p:spPr bwMode="auto">
          <a:xfrm>
            <a:off x="652463" y="6073776"/>
            <a:ext cx="520700" cy="471488"/>
          </a:xfrm>
          <a:custGeom>
            <a:avLst/>
            <a:gdLst>
              <a:gd name="T0" fmla="*/ 1 w 123"/>
              <a:gd name="T1" fmla="*/ 107 h 111"/>
              <a:gd name="T2" fmla="*/ 8 w 123"/>
              <a:gd name="T3" fmla="*/ 111 h 111"/>
              <a:gd name="T4" fmla="*/ 115 w 123"/>
              <a:gd name="T5" fmla="*/ 111 h 111"/>
              <a:gd name="T6" fmla="*/ 122 w 123"/>
              <a:gd name="T7" fmla="*/ 108 h 111"/>
              <a:gd name="T8" fmla="*/ 122 w 123"/>
              <a:gd name="T9" fmla="*/ 100 h 111"/>
              <a:gd name="T10" fmla="*/ 69 w 123"/>
              <a:gd name="T11" fmla="*/ 4 h 111"/>
              <a:gd name="T12" fmla="*/ 62 w 123"/>
              <a:gd name="T13" fmla="*/ 0 h 111"/>
              <a:gd name="T14" fmla="*/ 62 w 123"/>
              <a:gd name="T15" fmla="*/ 0 h 111"/>
              <a:gd name="T16" fmla="*/ 55 w 123"/>
              <a:gd name="T17" fmla="*/ 4 h 111"/>
              <a:gd name="T18" fmla="*/ 1 w 123"/>
              <a:gd name="T19" fmla="*/ 100 h 111"/>
              <a:gd name="T20" fmla="*/ 1 w 123"/>
              <a:gd name="T21" fmla="*/ 107 h 111"/>
              <a:gd name="T22" fmla="*/ 8 w 123"/>
              <a:gd name="T23" fmla="*/ 104 h 111"/>
              <a:gd name="T24" fmla="*/ 62 w 123"/>
              <a:gd name="T25" fmla="*/ 8 h 111"/>
              <a:gd name="T26" fmla="*/ 115 w 123"/>
              <a:gd name="T27" fmla="*/ 104 h 111"/>
              <a:gd name="T28" fmla="*/ 8 w 123"/>
              <a:gd name="T29" fmla="*/ 10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3" h="111">
                <a:moveTo>
                  <a:pt x="1" y="107"/>
                </a:moveTo>
                <a:cubicBezTo>
                  <a:pt x="2" y="110"/>
                  <a:pt x="5" y="111"/>
                  <a:pt x="8" y="111"/>
                </a:cubicBezTo>
                <a:cubicBezTo>
                  <a:pt x="115" y="111"/>
                  <a:pt x="115" y="111"/>
                  <a:pt x="115" y="111"/>
                </a:cubicBezTo>
                <a:cubicBezTo>
                  <a:pt x="118" y="111"/>
                  <a:pt x="120" y="110"/>
                  <a:pt x="122" y="108"/>
                </a:cubicBezTo>
                <a:cubicBezTo>
                  <a:pt x="123" y="105"/>
                  <a:pt x="123" y="102"/>
                  <a:pt x="122" y="100"/>
                </a:cubicBezTo>
                <a:cubicBezTo>
                  <a:pt x="69" y="4"/>
                  <a:pt x="69" y="4"/>
                  <a:pt x="69" y="4"/>
                </a:cubicBezTo>
                <a:cubicBezTo>
                  <a:pt x="67" y="2"/>
                  <a:pt x="65" y="0"/>
                  <a:pt x="62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6" y="2"/>
                  <a:pt x="55" y="4"/>
                </a:cubicBezTo>
                <a:cubicBezTo>
                  <a:pt x="1" y="100"/>
                  <a:pt x="1" y="100"/>
                  <a:pt x="1" y="100"/>
                </a:cubicBezTo>
                <a:cubicBezTo>
                  <a:pt x="0" y="102"/>
                  <a:pt x="0" y="105"/>
                  <a:pt x="1" y="107"/>
                </a:cubicBezTo>
                <a:moveTo>
                  <a:pt x="8" y="104"/>
                </a:moveTo>
                <a:cubicBezTo>
                  <a:pt x="62" y="8"/>
                  <a:pt x="62" y="8"/>
                  <a:pt x="62" y="8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8" y="104"/>
                  <a:pt x="8" y="104"/>
                  <a:pt x="8" y="10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8" name="Freeform 377"/>
          <p:cNvSpPr>
            <a:spLocks/>
          </p:cNvSpPr>
          <p:nvPr/>
        </p:nvSpPr>
        <p:spPr bwMode="auto">
          <a:xfrm>
            <a:off x="846138" y="6365876"/>
            <a:ext cx="153988" cy="42863"/>
          </a:xfrm>
          <a:custGeom>
            <a:avLst/>
            <a:gdLst>
              <a:gd name="T0" fmla="*/ 97 w 97"/>
              <a:gd name="T1" fmla="*/ 8 h 27"/>
              <a:gd name="T2" fmla="*/ 3 w 97"/>
              <a:gd name="T3" fmla="*/ 27 h 27"/>
              <a:gd name="T4" fmla="*/ 0 w 97"/>
              <a:gd name="T5" fmla="*/ 19 h 27"/>
              <a:gd name="T6" fmla="*/ 97 w 97"/>
              <a:gd name="T7" fmla="*/ 0 h 27"/>
              <a:gd name="T8" fmla="*/ 97 w 97"/>
              <a:gd name="T9" fmla="*/ 8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7" h="27">
                <a:moveTo>
                  <a:pt x="97" y="8"/>
                </a:moveTo>
                <a:lnTo>
                  <a:pt x="3" y="27"/>
                </a:lnTo>
                <a:lnTo>
                  <a:pt x="0" y="19"/>
                </a:lnTo>
                <a:lnTo>
                  <a:pt x="97" y="0"/>
                </a:lnTo>
                <a:lnTo>
                  <a:pt x="97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9" name="Freeform 378"/>
          <p:cNvSpPr>
            <a:spLocks/>
          </p:cNvSpPr>
          <p:nvPr/>
        </p:nvSpPr>
        <p:spPr bwMode="auto">
          <a:xfrm>
            <a:off x="846138" y="6365876"/>
            <a:ext cx="153988" cy="42863"/>
          </a:xfrm>
          <a:custGeom>
            <a:avLst/>
            <a:gdLst>
              <a:gd name="T0" fmla="*/ 97 w 97"/>
              <a:gd name="T1" fmla="*/ 8 h 27"/>
              <a:gd name="T2" fmla="*/ 3 w 97"/>
              <a:gd name="T3" fmla="*/ 27 h 27"/>
              <a:gd name="T4" fmla="*/ 0 w 97"/>
              <a:gd name="T5" fmla="*/ 19 h 27"/>
              <a:gd name="T6" fmla="*/ 97 w 97"/>
              <a:gd name="T7" fmla="*/ 0 h 27"/>
              <a:gd name="T8" fmla="*/ 97 w 97"/>
              <a:gd name="T9" fmla="*/ 8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7" h="27">
                <a:moveTo>
                  <a:pt x="97" y="8"/>
                </a:moveTo>
                <a:lnTo>
                  <a:pt x="3" y="27"/>
                </a:lnTo>
                <a:lnTo>
                  <a:pt x="0" y="19"/>
                </a:lnTo>
                <a:lnTo>
                  <a:pt x="97" y="0"/>
                </a:lnTo>
                <a:lnTo>
                  <a:pt x="97" y="8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0" name="Freeform 379"/>
          <p:cNvSpPr>
            <a:spLocks/>
          </p:cNvSpPr>
          <p:nvPr/>
        </p:nvSpPr>
        <p:spPr bwMode="auto">
          <a:xfrm>
            <a:off x="858838" y="6403976"/>
            <a:ext cx="25400" cy="22225"/>
          </a:xfrm>
          <a:custGeom>
            <a:avLst/>
            <a:gdLst>
              <a:gd name="T0" fmla="*/ 16 w 16"/>
              <a:gd name="T1" fmla="*/ 11 h 14"/>
              <a:gd name="T2" fmla="*/ 3 w 16"/>
              <a:gd name="T3" fmla="*/ 14 h 14"/>
              <a:gd name="T4" fmla="*/ 0 w 16"/>
              <a:gd name="T5" fmla="*/ 3 h 14"/>
              <a:gd name="T6" fmla="*/ 14 w 16"/>
              <a:gd name="T7" fmla="*/ 0 h 14"/>
              <a:gd name="T8" fmla="*/ 16 w 16"/>
              <a:gd name="T9" fmla="*/ 1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4">
                <a:moveTo>
                  <a:pt x="16" y="11"/>
                </a:moveTo>
                <a:lnTo>
                  <a:pt x="3" y="14"/>
                </a:lnTo>
                <a:lnTo>
                  <a:pt x="0" y="3"/>
                </a:lnTo>
                <a:lnTo>
                  <a:pt x="14" y="0"/>
                </a:lnTo>
                <a:lnTo>
                  <a:pt x="16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1" name="Freeform 380"/>
          <p:cNvSpPr>
            <a:spLocks/>
          </p:cNvSpPr>
          <p:nvPr/>
        </p:nvSpPr>
        <p:spPr bwMode="auto">
          <a:xfrm>
            <a:off x="858838" y="6403976"/>
            <a:ext cx="25400" cy="22225"/>
          </a:xfrm>
          <a:custGeom>
            <a:avLst/>
            <a:gdLst>
              <a:gd name="T0" fmla="*/ 16 w 16"/>
              <a:gd name="T1" fmla="*/ 11 h 14"/>
              <a:gd name="T2" fmla="*/ 3 w 16"/>
              <a:gd name="T3" fmla="*/ 14 h 14"/>
              <a:gd name="T4" fmla="*/ 0 w 16"/>
              <a:gd name="T5" fmla="*/ 3 h 14"/>
              <a:gd name="T6" fmla="*/ 14 w 16"/>
              <a:gd name="T7" fmla="*/ 0 h 14"/>
              <a:gd name="T8" fmla="*/ 16 w 16"/>
              <a:gd name="T9" fmla="*/ 1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4">
                <a:moveTo>
                  <a:pt x="16" y="11"/>
                </a:moveTo>
                <a:lnTo>
                  <a:pt x="3" y="14"/>
                </a:lnTo>
                <a:lnTo>
                  <a:pt x="0" y="3"/>
                </a:lnTo>
                <a:lnTo>
                  <a:pt x="14" y="0"/>
                </a:lnTo>
                <a:lnTo>
                  <a:pt x="16" y="11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2" name="Freeform 381"/>
          <p:cNvSpPr>
            <a:spLocks/>
          </p:cNvSpPr>
          <p:nvPr/>
        </p:nvSpPr>
        <p:spPr bwMode="auto">
          <a:xfrm>
            <a:off x="969963" y="6378576"/>
            <a:ext cx="25400" cy="25400"/>
          </a:xfrm>
          <a:custGeom>
            <a:avLst/>
            <a:gdLst>
              <a:gd name="T0" fmla="*/ 16 w 16"/>
              <a:gd name="T1" fmla="*/ 14 h 16"/>
              <a:gd name="T2" fmla="*/ 3 w 16"/>
              <a:gd name="T3" fmla="*/ 16 h 16"/>
              <a:gd name="T4" fmla="*/ 0 w 16"/>
              <a:gd name="T5" fmla="*/ 3 h 16"/>
              <a:gd name="T6" fmla="*/ 13 w 16"/>
              <a:gd name="T7" fmla="*/ 0 h 16"/>
              <a:gd name="T8" fmla="*/ 16 w 16"/>
              <a:gd name="T9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16" y="14"/>
                </a:moveTo>
                <a:lnTo>
                  <a:pt x="3" y="16"/>
                </a:lnTo>
                <a:lnTo>
                  <a:pt x="0" y="3"/>
                </a:lnTo>
                <a:lnTo>
                  <a:pt x="13" y="0"/>
                </a:lnTo>
                <a:lnTo>
                  <a:pt x="16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3" name="Freeform 382"/>
          <p:cNvSpPr>
            <a:spLocks/>
          </p:cNvSpPr>
          <p:nvPr/>
        </p:nvSpPr>
        <p:spPr bwMode="auto">
          <a:xfrm>
            <a:off x="969963" y="6378576"/>
            <a:ext cx="25400" cy="25400"/>
          </a:xfrm>
          <a:custGeom>
            <a:avLst/>
            <a:gdLst>
              <a:gd name="T0" fmla="*/ 16 w 16"/>
              <a:gd name="T1" fmla="*/ 14 h 16"/>
              <a:gd name="T2" fmla="*/ 3 w 16"/>
              <a:gd name="T3" fmla="*/ 16 h 16"/>
              <a:gd name="T4" fmla="*/ 0 w 16"/>
              <a:gd name="T5" fmla="*/ 3 h 16"/>
              <a:gd name="T6" fmla="*/ 13 w 16"/>
              <a:gd name="T7" fmla="*/ 0 h 16"/>
              <a:gd name="T8" fmla="*/ 16 w 16"/>
              <a:gd name="T9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16" y="14"/>
                </a:moveTo>
                <a:lnTo>
                  <a:pt x="3" y="16"/>
                </a:lnTo>
                <a:lnTo>
                  <a:pt x="0" y="3"/>
                </a:lnTo>
                <a:lnTo>
                  <a:pt x="13" y="0"/>
                </a:lnTo>
                <a:lnTo>
                  <a:pt x="16" y="14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4" name="Freeform 383"/>
          <p:cNvSpPr>
            <a:spLocks/>
          </p:cNvSpPr>
          <p:nvPr/>
        </p:nvSpPr>
        <p:spPr bwMode="auto">
          <a:xfrm>
            <a:off x="889000" y="6289676"/>
            <a:ext cx="25400" cy="12700"/>
          </a:xfrm>
          <a:custGeom>
            <a:avLst/>
            <a:gdLst>
              <a:gd name="T0" fmla="*/ 16 w 16"/>
              <a:gd name="T1" fmla="*/ 5 h 8"/>
              <a:gd name="T2" fmla="*/ 0 w 16"/>
              <a:gd name="T3" fmla="*/ 8 h 8"/>
              <a:gd name="T4" fmla="*/ 0 w 16"/>
              <a:gd name="T5" fmla="*/ 5 h 8"/>
              <a:gd name="T6" fmla="*/ 16 w 16"/>
              <a:gd name="T7" fmla="*/ 0 h 8"/>
              <a:gd name="T8" fmla="*/ 16 w 16"/>
              <a:gd name="T9" fmla="*/ 5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8">
                <a:moveTo>
                  <a:pt x="16" y="5"/>
                </a:moveTo>
                <a:lnTo>
                  <a:pt x="0" y="8"/>
                </a:lnTo>
                <a:lnTo>
                  <a:pt x="0" y="5"/>
                </a:lnTo>
                <a:lnTo>
                  <a:pt x="16" y="0"/>
                </a:lnTo>
                <a:lnTo>
                  <a:pt x="16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5" name="Freeform 384"/>
          <p:cNvSpPr>
            <a:spLocks noEditPoints="1"/>
          </p:cNvSpPr>
          <p:nvPr/>
        </p:nvSpPr>
        <p:spPr bwMode="auto">
          <a:xfrm>
            <a:off x="838200" y="6269039"/>
            <a:ext cx="157163" cy="122238"/>
          </a:xfrm>
          <a:custGeom>
            <a:avLst/>
            <a:gdLst>
              <a:gd name="T0" fmla="*/ 88 w 99"/>
              <a:gd name="T1" fmla="*/ 29 h 77"/>
              <a:gd name="T2" fmla="*/ 78 w 99"/>
              <a:gd name="T3" fmla="*/ 0 h 77"/>
              <a:gd name="T4" fmla="*/ 3 w 99"/>
              <a:gd name="T5" fmla="*/ 16 h 77"/>
              <a:gd name="T6" fmla="*/ 5 w 99"/>
              <a:gd name="T7" fmla="*/ 48 h 77"/>
              <a:gd name="T8" fmla="*/ 0 w 99"/>
              <a:gd name="T9" fmla="*/ 48 h 77"/>
              <a:gd name="T10" fmla="*/ 5 w 99"/>
              <a:gd name="T11" fmla="*/ 77 h 77"/>
              <a:gd name="T12" fmla="*/ 99 w 99"/>
              <a:gd name="T13" fmla="*/ 59 h 77"/>
              <a:gd name="T14" fmla="*/ 94 w 99"/>
              <a:gd name="T15" fmla="*/ 29 h 77"/>
              <a:gd name="T16" fmla="*/ 88 w 99"/>
              <a:gd name="T17" fmla="*/ 29 h 77"/>
              <a:gd name="T18" fmla="*/ 11 w 99"/>
              <a:gd name="T19" fmla="*/ 18 h 77"/>
              <a:gd name="T20" fmla="*/ 70 w 99"/>
              <a:gd name="T21" fmla="*/ 5 h 77"/>
              <a:gd name="T22" fmla="*/ 80 w 99"/>
              <a:gd name="T23" fmla="*/ 32 h 77"/>
              <a:gd name="T24" fmla="*/ 13 w 99"/>
              <a:gd name="T25" fmla="*/ 48 h 77"/>
              <a:gd name="T26" fmla="*/ 11 w 99"/>
              <a:gd name="T27" fmla="*/ 1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" h="77">
                <a:moveTo>
                  <a:pt x="88" y="29"/>
                </a:moveTo>
                <a:lnTo>
                  <a:pt x="78" y="0"/>
                </a:lnTo>
                <a:lnTo>
                  <a:pt x="3" y="16"/>
                </a:lnTo>
                <a:lnTo>
                  <a:pt x="5" y="48"/>
                </a:lnTo>
                <a:lnTo>
                  <a:pt x="0" y="48"/>
                </a:lnTo>
                <a:lnTo>
                  <a:pt x="5" y="77"/>
                </a:lnTo>
                <a:lnTo>
                  <a:pt x="99" y="59"/>
                </a:lnTo>
                <a:lnTo>
                  <a:pt x="94" y="29"/>
                </a:lnTo>
                <a:lnTo>
                  <a:pt x="88" y="29"/>
                </a:lnTo>
                <a:close/>
                <a:moveTo>
                  <a:pt x="11" y="18"/>
                </a:moveTo>
                <a:lnTo>
                  <a:pt x="70" y="5"/>
                </a:lnTo>
                <a:lnTo>
                  <a:pt x="80" y="32"/>
                </a:lnTo>
                <a:lnTo>
                  <a:pt x="13" y="48"/>
                </a:lnTo>
                <a:lnTo>
                  <a:pt x="11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6" name="Freeform 385"/>
          <p:cNvSpPr>
            <a:spLocks/>
          </p:cNvSpPr>
          <p:nvPr/>
        </p:nvSpPr>
        <p:spPr bwMode="auto">
          <a:xfrm>
            <a:off x="982663" y="6297614"/>
            <a:ext cx="25400" cy="17463"/>
          </a:xfrm>
          <a:custGeom>
            <a:avLst/>
            <a:gdLst>
              <a:gd name="T0" fmla="*/ 16 w 16"/>
              <a:gd name="T1" fmla="*/ 8 h 11"/>
              <a:gd name="T2" fmla="*/ 0 w 16"/>
              <a:gd name="T3" fmla="*/ 11 h 11"/>
              <a:gd name="T4" fmla="*/ 0 w 16"/>
              <a:gd name="T5" fmla="*/ 3 h 11"/>
              <a:gd name="T6" fmla="*/ 13 w 16"/>
              <a:gd name="T7" fmla="*/ 0 h 11"/>
              <a:gd name="T8" fmla="*/ 16 w 16"/>
              <a:gd name="T9" fmla="*/ 8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1">
                <a:moveTo>
                  <a:pt x="16" y="8"/>
                </a:moveTo>
                <a:lnTo>
                  <a:pt x="0" y="11"/>
                </a:lnTo>
                <a:lnTo>
                  <a:pt x="0" y="3"/>
                </a:lnTo>
                <a:lnTo>
                  <a:pt x="13" y="0"/>
                </a:lnTo>
                <a:lnTo>
                  <a:pt x="1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7" name="Freeform 386"/>
          <p:cNvSpPr>
            <a:spLocks/>
          </p:cNvSpPr>
          <p:nvPr/>
        </p:nvSpPr>
        <p:spPr bwMode="auto">
          <a:xfrm>
            <a:off x="817563" y="6337301"/>
            <a:ext cx="25400" cy="15875"/>
          </a:xfrm>
          <a:custGeom>
            <a:avLst/>
            <a:gdLst>
              <a:gd name="T0" fmla="*/ 16 w 16"/>
              <a:gd name="T1" fmla="*/ 8 h 10"/>
              <a:gd name="T2" fmla="*/ 2 w 16"/>
              <a:gd name="T3" fmla="*/ 10 h 10"/>
              <a:gd name="T4" fmla="*/ 0 w 16"/>
              <a:gd name="T5" fmla="*/ 2 h 10"/>
              <a:gd name="T6" fmla="*/ 13 w 16"/>
              <a:gd name="T7" fmla="*/ 0 h 10"/>
              <a:gd name="T8" fmla="*/ 16 w 16"/>
              <a:gd name="T9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0">
                <a:moveTo>
                  <a:pt x="16" y="8"/>
                </a:moveTo>
                <a:lnTo>
                  <a:pt x="2" y="10"/>
                </a:lnTo>
                <a:lnTo>
                  <a:pt x="0" y="2"/>
                </a:lnTo>
                <a:lnTo>
                  <a:pt x="13" y="0"/>
                </a:lnTo>
                <a:lnTo>
                  <a:pt x="1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8" name="Freeform 387"/>
          <p:cNvSpPr>
            <a:spLocks/>
          </p:cNvSpPr>
          <p:nvPr/>
        </p:nvSpPr>
        <p:spPr bwMode="auto">
          <a:xfrm>
            <a:off x="838200" y="6421439"/>
            <a:ext cx="50800" cy="76200"/>
          </a:xfrm>
          <a:custGeom>
            <a:avLst/>
            <a:gdLst>
              <a:gd name="T0" fmla="*/ 11 w 12"/>
              <a:gd name="T1" fmla="*/ 0 h 18"/>
              <a:gd name="T2" fmla="*/ 11 w 12"/>
              <a:gd name="T3" fmla="*/ 0 h 18"/>
              <a:gd name="T4" fmla="*/ 8 w 12"/>
              <a:gd name="T5" fmla="*/ 1 h 18"/>
              <a:gd name="T6" fmla="*/ 9 w 12"/>
              <a:gd name="T7" fmla="*/ 2 h 18"/>
              <a:gd name="T8" fmla="*/ 5 w 12"/>
              <a:gd name="T9" fmla="*/ 7 h 18"/>
              <a:gd name="T10" fmla="*/ 1 w 12"/>
              <a:gd name="T11" fmla="*/ 14 h 18"/>
              <a:gd name="T12" fmla="*/ 2 w 12"/>
              <a:gd name="T13" fmla="*/ 18 h 18"/>
              <a:gd name="T14" fmla="*/ 6 w 12"/>
              <a:gd name="T15" fmla="*/ 18 h 18"/>
              <a:gd name="T16" fmla="*/ 4 w 12"/>
              <a:gd name="T17" fmla="*/ 14 h 18"/>
              <a:gd name="T18" fmla="*/ 7 w 12"/>
              <a:gd name="T19" fmla="*/ 10 h 18"/>
              <a:gd name="T20" fmla="*/ 12 w 12"/>
              <a:gd name="T21" fmla="*/ 3 h 18"/>
              <a:gd name="T22" fmla="*/ 11 w 12"/>
              <a:gd name="T2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2" h="18"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9" y="2"/>
                  <a:pt x="9" y="2"/>
                </a:cubicBezTo>
                <a:cubicBezTo>
                  <a:pt x="9" y="4"/>
                  <a:pt x="7" y="5"/>
                  <a:pt x="5" y="7"/>
                </a:cubicBezTo>
                <a:cubicBezTo>
                  <a:pt x="2" y="9"/>
                  <a:pt x="1" y="12"/>
                  <a:pt x="1" y="14"/>
                </a:cubicBezTo>
                <a:cubicBezTo>
                  <a:pt x="0" y="16"/>
                  <a:pt x="2" y="18"/>
                  <a:pt x="2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8"/>
                  <a:pt x="4" y="15"/>
                  <a:pt x="4" y="14"/>
                </a:cubicBezTo>
                <a:cubicBezTo>
                  <a:pt x="4" y="13"/>
                  <a:pt x="5" y="11"/>
                  <a:pt x="7" y="10"/>
                </a:cubicBezTo>
                <a:cubicBezTo>
                  <a:pt x="10" y="7"/>
                  <a:pt x="12" y="5"/>
                  <a:pt x="12" y="3"/>
                </a:cubicBezTo>
                <a:cubicBezTo>
                  <a:pt x="12" y="1"/>
                  <a:pt x="12" y="0"/>
                  <a:pt x="1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9" name="Freeform 388"/>
          <p:cNvSpPr>
            <a:spLocks/>
          </p:cNvSpPr>
          <p:nvPr/>
        </p:nvSpPr>
        <p:spPr bwMode="auto">
          <a:xfrm>
            <a:off x="871538" y="6416676"/>
            <a:ext cx="12700" cy="9525"/>
          </a:xfrm>
          <a:custGeom>
            <a:avLst/>
            <a:gdLst>
              <a:gd name="T0" fmla="*/ 3 w 3"/>
              <a:gd name="T1" fmla="*/ 0 h 2"/>
              <a:gd name="T2" fmla="*/ 0 w 3"/>
              <a:gd name="T3" fmla="*/ 2 h 2"/>
              <a:gd name="T4" fmla="*/ 0 w 3"/>
              <a:gd name="T5" fmla="*/ 2 h 2"/>
              <a:gd name="T6" fmla="*/ 3 w 3"/>
              <a:gd name="T7" fmla="*/ 1 h 2"/>
              <a:gd name="T8" fmla="*/ 3 w 3"/>
              <a:gd name="T9" fmla="*/ 1 h 2"/>
              <a:gd name="T10" fmla="*/ 3 w 3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2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0" name="Freeform 389"/>
          <p:cNvSpPr>
            <a:spLocks/>
          </p:cNvSpPr>
          <p:nvPr/>
        </p:nvSpPr>
        <p:spPr bwMode="auto">
          <a:xfrm>
            <a:off x="939800" y="6403976"/>
            <a:ext cx="60325" cy="103188"/>
          </a:xfrm>
          <a:custGeom>
            <a:avLst/>
            <a:gdLst>
              <a:gd name="T0" fmla="*/ 12 w 14"/>
              <a:gd name="T1" fmla="*/ 0 h 24"/>
              <a:gd name="T2" fmla="*/ 9 w 14"/>
              <a:gd name="T3" fmla="*/ 0 h 24"/>
              <a:gd name="T4" fmla="*/ 11 w 14"/>
              <a:gd name="T5" fmla="*/ 4 h 24"/>
              <a:gd name="T6" fmla="*/ 6 w 14"/>
              <a:gd name="T7" fmla="*/ 11 h 24"/>
              <a:gd name="T8" fmla="*/ 0 w 14"/>
              <a:gd name="T9" fmla="*/ 20 h 24"/>
              <a:gd name="T10" fmla="*/ 1 w 14"/>
              <a:gd name="T11" fmla="*/ 24 h 24"/>
              <a:gd name="T12" fmla="*/ 6 w 14"/>
              <a:gd name="T13" fmla="*/ 24 h 24"/>
              <a:gd name="T14" fmla="*/ 3 w 14"/>
              <a:gd name="T15" fmla="*/ 20 h 24"/>
              <a:gd name="T16" fmla="*/ 8 w 14"/>
              <a:gd name="T17" fmla="*/ 13 h 24"/>
              <a:gd name="T18" fmla="*/ 14 w 14"/>
              <a:gd name="T19" fmla="*/ 5 h 24"/>
              <a:gd name="T20" fmla="*/ 12 w 14"/>
              <a:gd name="T21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24">
                <a:moveTo>
                  <a:pt x="12" y="0"/>
                </a:moveTo>
                <a:cubicBezTo>
                  <a:pt x="9" y="0"/>
                  <a:pt x="9" y="0"/>
                  <a:pt x="9" y="0"/>
                </a:cubicBezTo>
                <a:cubicBezTo>
                  <a:pt x="9" y="0"/>
                  <a:pt x="11" y="3"/>
                  <a:pt x="11" y="4"/>
                </a:cubicBezTo>
                <a:cubicBezTo>
                  <a:pt x="10" y="6"/>
                  <a:pt x="10" y="8"/>
                  <a:pt x="6" y="11"/>
                </a:cubicBezTo>
                <a:cubicBezTo>
                  <a:pt x="2" y="14"/>
                  <a:pt x="0" y="17"/>
                  <a:pt x="0" y="20"/>
                </a:cubicBezTo>
                <a:cubicBezTo>
                  <a:pt x="0" y="22"/>
                  <a:pt x="1" y="24"/>
                  <a:pt x="1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3" y="21"/>
                  <a:pt x="3" y="20"/>
                </a:cubicBezTo>
                <a:cubicBezTo>
                  <a:pt x="3" y="18"/>
                  <a:pt x="4" y="16"/>
                  <a:pt x="8" y="13"/>
                </a:cubicBezTo>
                <a:cubicBezTo>
                  <a:pt x="12" y="11"/>
                  <a:pt x="14" y="8"/>
                  <a:pt x="14" y="5"/>
                </a:cubicBezTo>
                <a:cubicBezTo>
                  <a:pt x="14" y="2"/>
                  <a:pt x="12" y="0"/>
                  <a:pt x="1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1" name="Freeform 390"/>
          <p:cNvSpPr>
            <a:spLocks noEditPoints="1"/>
          </p:cNvSpPr>
          <p:nvPr/>
        </p:nvSpPr>
        <p:spPr bwMode="auto">
          <a:xfrm>
            <a:off x="1393825" y="6081714"/>
            <a:ext cx="525463" cy="471488"/>
          </a:xfrm>
          <a:custGeom>
            <a:avLst/>
            <a:gdLst>
              <a:gd name="T0" fmla="*/ 2 w 124"/>
              <a:gd name="T1" fmla="*/ 107 h 111"/>
              <a:gd name="T2" fmla="*/ 9 w 124"/>
              <a:gd name="T3" fmla="*/ 111 h 111"/>
              <a:gd name="T4" fmla="*/ 116 w 124"/>
              <a:gd name="T5" fmla="*/ 111 h 111"/>
              <a:gd name="T6" fmla="*/ 122 w 124"/>
              <a:gd name="T7" fmla="*/ 107 h 111"/>
              <a:gd name="T8" fmla="*/ 123 w 124"/>
              <a:gd name="T9" fmla="*/ 99 h 111"/>
              <a:gd name="T10" fmla="*/ 69 w 124"/>
              <a:gd name="T11" fmla="*/ 4 h 111"/>
              <a:gd name="T12" fmla="*/ 63 w 124"/>
              <a:gd name="T13" fmla="*/ 0 h 111"/>
              <a:gd name="T14" fmla="*/ 62 w 124"/>
              <a:gd name="T15" fmla="*/ 0 h 111"/>
              <a:gd name="T16" fmla="*/ 56 w 124"/>
              <a:gd name="T17" fmla="*/ 4 h 111"/>
              <a:gd name="T18" fmla="*/ 2 w 124"/>
              <a:gd name="T19" fmla="*/ 99 h 111"/>
              <a:gd name="T20" fmla="*/ 2 w 124"/>
              <a:gd name="T21" fmla="*/ 107 h 111"/>
              <a:gd name="T22" fmla="*/ 9 w 124"/>
              <a:gd name="T23" fmla="*/ 103 h 111"/>
              <a:gd name="T24" fmla="*/ 62 w 124"/>
              <a:gd name="T25" fmla="*/ 8 h 111"/>
              <a:gd name="T26" fmla="*/ 116 w 124"/>
              <a:gd name="T27" fmla="*/ 103 h 111"/>
              <a:gd name="T28" fmla="*/ 9 w 124"/>
              <a:gd name="T29" fmla="*/ 10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4" h="111">
                <a:moveTo>
                  <a:pt x="2" y="107"/>
                </a:moveTo>
                <a:cubicBezTo>
                  <a:pt x="3" y="109"/>
                  <a:pt x="6" y="111"/>
                  <a:pt x="9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9" y="111"/>
                  <a:pt x="121" y="109"/>
                  <a:pt x="122" y="107"/>
                </a:cubicBezTo>
                <a:cubicBezTo>
                  <a:pt x="124" y="105"/>
                  <a:pt x="124" y="102"/>
                  <a:pt x="123" y="99"/>
                </a:cubicBezTo>
                <a:cubicBezTo>
                  <a:pt x="69" y="4"/>
                  <a:pt x="69" y="4"/>
                  <a:pt x="69" y="4"/>
                </a:cubicBezTo>
                <a:cubicBezTo>
                  <a:pt x="68" y="1"/>
                  <a:pt x="65" y="0"/>
                  <a:pt x="63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7" y="1"/>
                  <a:pt x="56" y="4"/>
                </a:cubicBezTo>
                <a:cubicBezTo>
                  <a:pt x="2" y="99"/>
                  <a:pt x="2" y="99"/>
                  <a:pt x="2" y="99"/>
                </a:cubicBezTo>
                <a:cubicBezTo>
                  <a:pt x="0" y="101"/>
                  <a:pt x="0" y="104"/>
                  <a:pt x="2" y="107"/>
                </a:cubicBezTo>
                <a:moveTo>
                  <a:pt x="9" y="103"/>
                </a:moveTo>
                <a:cubicBezTo>
                  <a:pt x="62" y="8"/>
                  <a:pt x="62" y="8"/>
                  <a:pt x="62" y="8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9" y="103"/>
                  <a:pt x="9" y="103"/>
                  <a:pt x="9" y="10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2" name="Freeform 391"/>
          <p:cNvSpPr>
            <a:spLocks/>
          </p:cNvSpPr>
          <p:nvPr/>
        </p:nvSpPr>
        <p:spPr bwMode="auto">
          <a:xfrm>
            <a:off x="1419225" y="6489701"/>
            <a:ext cx="165100" cy="17463"/>
          </a:xfrm>
          <a:custGeom>
            <a:avLst/>
            <a:gdLst>
              <a:gd name="T0" fmla="*/ 39 w 39"/>
              <a:gd name="T1" fmla="*/ 0 h 4"/>
              <a:gd name="T2" fmla="*/ 2 w 39"/>
              <a:gd name="T3" fmla="*/ 1 h 4"/>
              <a:gd name="T4" fmla="*/ 0 w 39"/>
              <a:gd name="T5" fmla="*/ 4 h 4"/>
              <a:gd name="T6" fmla="*/ 34 w 39"/>
              <a:gd name="T7" fmla="*/ 3 h 4"/>
              <a:gd name="T8" fmla="*/ 36 w 39"/>
              <a:gd name="T9" fmla="*/ 3 h 4"/>
              <a:gd name="T10" fmla="*/ 39 w 39"/>
              <a:gd name="T11" fmla="*/ 3 h 4"/>
              <a:gd name="T12" fmla="*/ 39 w 39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4">
                <a:moveTo>
                  <a:pt x="39" y="0"/>
                </a:moveTo>
                <a:cubicBezTo>
                  <a:pt x="2" y="1"/>
                  <a:pt x="2" y="1"/>
                  <a:pt x="2" y="1"/>
                </a:cubicBezTo>
                <a:cubicBezTo>
                  <a:pt x="1" y="2"/>
                  <a:pt x="1" y="3"/>
                  <a:pt x="0" y="4"/>
                </a:cubicBezTo>
                <a:cubicBezTo>
                  <a:pt x="34" y="3"/>
                  <a:pt x="34" y="3"/>
                  <a:pt x="34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9" y="3"/>
                  <a:pt x="39" y="3"/>
                  <a:pt x="39" y="3"/>
                </a:cubicBezTo>
                <a:lnTo>
                  <a:pt x="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3" name="Rectangle 392"/>
          <p:cNvSpPr>
            <a:spLocks noChangeArrowheads="1"/>
          </p:cNvSpPr>
          <p:nvPr/>
        </p:nvSpPr>
        <p:spPr bwMode="auto">
          <a:xfrm>
            <a:off x="1427163" y="6507164"/>
            <a:ext cx="254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4" name="Freeform 393"/>
          <p:cNvSpPr>
            <a:spLocks/>
          </p:cNvSpPr>
          <p:nvPr/>
        </p:nvSpPr>
        <p:spPr bwMode="auto">
          <a:xfrm>
            <a:off x="1550988" y="6502401"/>
            <a:ext cx="20638" cy="25400"/>
          </a:xfrm>
          <a:custGeom>
            <a:avLst/>
            <a:gdLst>
              <a:gd name="T0" fmla="*/ 0 w 13"/>
              <a:gd name="T1" fmla="*/ 0 h 16"/>
              <a:gd name="T2" fmla="*/ 0 w 13"/>
              <a:gd name="T3" fmla="*/ 16 h 16"/>
              <a:gd name="T4" fmla="*/ 13 w 13"/>
              <a:gd name="T5" fmla="*/ 13 h 16"/>
              <a:gd name="T6" fmla="*/ 13 w 13"/>
              <a:gd name="T7" fmla="*/ 0 h 16"/>
              <a:gd name="T8" fmla="*/ 8 w 13"/>
              <a:gd name="T9" fmla="*/ 0 h 16"/>
              <a:gd name="T10" fmla="*/ 0 w 13"/>
              <a:gd name="T11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" h="16">
                <a:moveTo>
                  <a:pt x="0" y="0"/>
                </a:moveTo>
                <a:lnTo>
                  <a:pt x="0" y="16"/>
                </a:lnTo>
                <a:lnTo>
                  <a:pt x="13" y="13"/>
                </a:lnTo>
                <a:lnTo>
                  <a:pt x="13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5" name="Freeform 394"/>
          <p:cNvSpPr>
            <a:spLocks/>
          </p:cNvSpPr>
          <p:nvPr/>
        </p:nvSpPr>
        <p:spPr bwMode="auto">
          <a:xfrm>
            <a:off x="1500188" y="6391276"/>
            <a:ext cx="12700" cy="9525"/>
          </a:xfrm>
          <a:custGeom>
            <a:avLst/>
            <a:gdLst>
              <a:gd name="T0" fmla="*/ 3 w 3"/>
              <a:gd name="T1" fmla="*/ 1 h 2"/>
              <a:gd name="T2" fmla="*/ 3 w 3"/>
              <a:gd name="T3" fmla="*/ 0 h 2"/>
              <a:gd name="T4" fmla="*/ 1 w 3"/>
              <a:gd name="T5" fmla="*/ 0 h 2"/>
              <a:gd name="T6" fmla="*/ 0 w 3"/>
              <a:gd name="T7" fmla="*/ 2 h 2"/>
              <a:gd name="T8" fmla="*/ 3 w 3"/>
              <a:gd name="T9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2">
                <a:moveTo>
                  <a:pt x="3" y="1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1"/>
                  <a:pt x="0" y="1"/>
                  <a:pt x="0" y="2"/>
                </a:cubicBezTo>
                <a:lnTo>
                  <a:pt x="3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6" name="Freeform 395"/>
          <p:cNvSpPr>
            <a:spLocks noEditPoints="1"/>
          </p:cNvSpPr>
          <p:nvPr/>
        </p:nvSpPr>
        <p:spPr bwMode="auto">
          <a:xfrm>
            <a:off x="1431925" y="6375401"/>
            <a:ext cx="152400" cy="114300"/>
          </a:xfrm>
          <a:custGeom>
            <a:avLst/>
            <a:gdLst>
              <a:gd name="T0" fmla="*/ 28 w 36"/>
              <a:gd name="T1" fmla="*/ 3 h 27"/>
              <a:gd name="T2" fmla="*/ 30 w 36"/>
              <a:gd name="T3" fmla="*/ 14 h 27"/>
              <a:gd name="T4" fmla="*/ 9 w 36"/>
              <a:gd name="T5" fmla="*/ 15 h 27"/>
              <a:gd name="T6" fmla="*/ 6 w 36"/>
              <a:gd name="T7" fmla="*/ 19 h 27"/>
              <a:gd name="T8" fmla="*/ 7 w 36"/>
              <a:gd name="T9" fmla="*/ 21 h 27"/>
              <a:gd name="T10" fmla="*/ 5 w 36"/>
              <a:gd name="T11" fmla="*/ 23 h 27"/>
              <a:gd name="T12" fmla="*/ 2 w 36"/>
              <a:gd name="T13" fmla="*/ 23 h 27"/>
              <a:gd name="T14" fmla="*/ 0 w 36"/>
              <a:gd name="T15" fmla="*/ 27 h 27"/>
              <a:gd name="T16" fmla="*/ 36 w 36"/>
              <a:gd name="T17" fmla="*/ 26 h 27"/>
              <a:gd name="T18" fmla="*/ 35 w 36"/>
              <a:gd name="T19" fmla="*/ 14 h 27"/>
              <a:gd name="T20" fmla="*/ 35 w 36"/>
              <a:gd name="T21" fmla="*/ 14 h 27"/>
              <a:gd name="T22" fmla="*/ 35 w 36"/>
              <a:gd name="T23" fmla="*/ 14 h 27"/>
              <a:gd name="T24" fmla="*/ 33 w 36"/>
              <a:gd name="T25" fmla="*/ 14 h 27"/>
              <a:gd name="T26" fmla="*/ 31 w 36"/>
              <a:gd name="T27" fmla="*/ 0 h 27"/>
              <a:gd name="T28" fmla="*/ 20 w 36"/>
              <a:gd name="T29" fmla="*/ 0 h 27"/>
              <a:gd name="T30" fmla="*/ 18 w 36"/>
              <a:gd name="T31" fmla="*/ 3 h 27"/>
              <a:gd name="T32" fmla="*/ 28 w 36"/>
              <a:gd name="T33" fmla="*/ 3 h 27"/>
              <a:gd name="T34" fmla="*/ 33 w 36"/>
              <a:gd name="T35" fmla="*/ 20 h 27"/>
              <a:gd name="T36" fmla="*/ 30 w 36"/>
              <a:gd name="T37" fmla="*/ 23 h 27"/>
              <a:gd name="T38" fmla="*/ 27 w 36"/>
              <a:gd name="T39" fmla="*/ 23 h 27"/>
              <a:gd name="T40" fmla="*/ 24 w 36"/>
              <a:gd name="T41" fmla="*/ 20 h 27"/>
              <a:gd name="T42" fmla="*/ 26 w 36"/>
              <a:gd name="T43" fmla="*/ 18 h 27"/>
              <a:gd name="T44" fmla="*/ 30 w 36"/>
              <a:gd name="T45" fmla="*/ 18 h 27"/>
              <a:gd name="T46" fmla="*/ 33 w 36"/>
              <a:gd name="T47" fmla="*/ 2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27">
                <a:moveTo>
                  <a:pt x="28" y="3"/>
                </a:moveTo>
                <a:cubicBezTo>
                  <a:pt x="30" y="14"/>
                  <a:pt x="30" y="14"/>
                  <a:pt x="30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6"/>
                  <a:pt x="7" y="17"/>
                  <a:pt x="6" y="19"/>
                </a:cubicBezTo>
                <a:cubicBezTo>
                  <a:pt x="7" y="19"/>
                  <a:pt x="7" y="20"/>
                  <a:pt x="7" y="21"/>
                </a:cubicBezTo>
                <a:cubicBezTo>
                  <a:pt x="7" y="22"/>
                  <a:pt x="6" y="23"/>
                  <a:pt x="5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5"/>
                  <a:pt x="1" y="26"/>
                  <a:pt x="0" y="27"/>
                </a:cubicBezTo>
                <a:cubicBezTo>
                  <a:pt x="36" y="26"/>
                  <a:pt x="36" y="26"/>
                  <a:pt x="36" y="26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1" y="0"/>
                  <a:pt x="31" y="0"/>
                  <a:pt x="3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1"/>
                  <a:pt x="19" y="2"/>
                  <a:pt x="18" y="3"/>
                </a:cubicBezTo>
                <a:lnTo>
                  <a:pt x="28" y="3"/>
                </a:lnTo>
                <a:close/>
                <a:moveTo>
                  <a:pt x="33" y="20"/>
                </a:moveTo>
                <a:cubicBezTo>
                  <a:pt x="33" y="21"/>
                  <a:pt x="32" y="23"/>
                  <a:pt x="30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5" y="23"/>
                  <a:pt x="24" y="22"/>
                  <a:pt x="24" y="20"/>
                </a:cubicBezTo>
                <a:cubicBezTo>
                  <a:pt x="24" y="19"/>
                  <a:pt x="25" y="18"/>
                  <a:pt x="26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32" y="18"/>
                  <a:pt x="33" y="19"/>
                  <a:pt x="33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7" name="Freeform 396"/>
          <p:cNvSpPr>
            <a:spLocks/>
          </p:cNvSpPr>
          <p:nvPr/>
        </p:nvSpPr>
        <p:spPr bwMode="auto">
          <a:xfrm>
            <a:off x="1444625" y="6464301"/>
            <a:ext cx="7938" cy="3175"/>
          </a:xfrm>
          <a:custGeom>
            <a:avLst/>
            <a:gdLst>
              <a:gd name="T0" fmla="*/ 1 w 2"/>
              <a:gd name="T1" fmla="*/ 1 h 1"/>
              <a:gd name="T2" fmla="*/ 2 w 2"/>
              <a:gd name="T3" fmla="*/ 0 h 1"/>
              <a:gd name="T4" fmla="*/ 2 w 2"/>
              <a:gd name="T5" fmla="*/ 0 h 1"/>
              <a:gd name="T6" fmla="*/ 0 w 2"/>
              <a:gd name="T7" fmla="*/ 1 h 1"/>
              <a:gd name="T8" fmla="*/ 1 w 2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1" y="1"/>
                </a:moveTo>
                <a:cubicBezTo>
                  <a:pt x="1" y="1"/>
                  <a:pt x="2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1" y="1"/>
                  <a:pt x="0" y="1"/>
                </a:cubicBezTo>
                <a:lnTo>
                  <a:pt x="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8" name="Freeform 397"/>
          <p:cNvSpPr>
            <a:spLocks/>
          </p:cNvSpPr>
          <p:nvPr/>
        </p:nvSpPr>
        <p:spPr bwMode="auto">
          <a:xfrm>
            <a:off x="1543050" y="6454776"/>
            <a:ext cx="20638" cy="9525"/>
          </a:xfrm>
          <a:custGeom>
            <a:avLst/>
            <a:gdLst>
              <a:gd name="T0" fmla="*/ 2 w 5"/>
              <a:gd name="T1" fmla="*/ 2 h 2"/>
              <a:gd name="T2" fmla="*/ 3 w 5"/>
              <a:gd name="T3" fmla="*/ 2 h 2"/>
              <a:gd name="T4" fmla="*/ 4 w 5"/>
              <a:gd name="T5" fmla="*/ 1 h 2"/>
              <a:gd name="T6" fmla="*/ 3 w 5"/>
              <a:gd name="T7" fmla="*/ 0 h 2"/>
              <a:gd name="T8" fmla="*/ 1 w 5"/>
              <a:gd name="T9" fmla="*/ 0 h 2"/>
              <a:gd name="T10" fmla="*/ 0 w 5"/>
              <a:gd name="T11" fmla="*/ 1 h 2"/>
              <a:gd name="T12" fmla="*/ 2 w 5"/>
              <a:gd name="T13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2">
                <a:moveTo>
                  <a:pt x="2" y="2"/>
                </a:moveTo>
                <a:cubicBezTo>
                  <a:pt x="3" y="2"/>
                  <a:pt x="3" y="2"/>
                  <a:pt x="3" y="2"/>
                </a:cubicBezTo>
                <a:cubicBezTo>
                  <a:pt x="4" y="2"/>
                  <a:pt x="5" y="2"/>
                  <a:pt x="4" y="1"/>
                </a:cubicBezTo>
                <a:cubicBezTo>
                  <a:pt x="4" y="0"/>
                  <a:pt x="4" y="0"/>
                  <a:pt x="3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0" y="1"/>
                </a:cubicBezTo>
                <a:cubicBezTo>
                  <a:pt x="0" y="2"/>
                  <a:pt x="1" y="2"/>
                  <a:pt x="2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9" name="Freeform 398"/>
          <p:cNvSpPr>
            <a:spLocks/>
          </p:cNvSpPr>
          <p:nvPr/>
        </p:nvSpPr>
        <p:spPr bwMode="auto">
          <a:xfrm>
            <a:off x="1581150" y="6421439"/>
            <a:ext cx="25400" cy="12700"/>
          </a:xfrm>
          <a:custGeom>
            <a:avLst/>
            <a:gdLst>
              <a:gd name="T0" fmla="*/ 0 w 16"/>
              <a:gd name="T1" fmla="*/ 8 h 8"/>
              <a:gd name="T2" fmla="*/ 16 w 16"/>
              <a:gd name="T3" fmla="*/ 8 h 8"/>
              <a:gd name="T4" fmla="*/ 16 w 16"/>
              <a:gd name="T5" fmla="*/ 0 h 8"/>
              <a:gd name="T6" fmla="*/ 0 w 16"/>
              <a:gd name="T7" fmla="*/ 0 h 8"/>
              <a:gd name="T8" fmla="*/ 0 w 16"/>
              <a:gd name="T9" fmla="*/ 8 h 8"/>
              <a:gd name="T10" fmla="*/ 0 w 16"/>
              <a:gd name="T11" fmla="*/ 8 h 8"/>
              <a:gd name="T12" fmla="*/ 0 w 16"/>
              <a:gd name="T13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8">
                <a:moveTo>
                  <a:pt x="0" y="8"/>
                </a:moveTo>
                <a:lnTo>
                  <a:pt x="16" y="8"/>
                </a:lnTo>
                <a:lnTo>
                  <a:pt x="16" y="0"/>
                </a:lnTo>
                <a:lnTo>
                  <a:pt x="0" y="0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0" name="Freeform 399"/>
          <p:cNvSpPr>
            <a:spLocks/>
          </p:cNvSpPr>
          <p:nvPr/>
        </p:nvSpPr>
        <p:spPr bwMode="auto">
          <a:xfrm>
            <a:off x="1423988" y="6451601"/>
            <a:ext cx="33338" cy="25400"/>
          </a:xfrm>
          <a:custGeom>
            <a:avLst/>
            <a:gdLst>
              <a:gd name="T0" fmla="*/ 4 w 8"/>
              <a:gd name="T1" fmla="*/ 4 h 6"/>
              <a:gd name="T2" fmla="*/ 3 w 8"/>
              <a:gd name="T3" fmla="*/ 3 h 6"/>
              <a:gd name="T4" fmla="*/ 4 w 8"/>
              <a:gd name="T5" fmla="*/ 2 h 6"/>
              <a:gd name="T6" fmla="*/ 6 w 8"/>
              <a:gd name="T7" fmla="*/ 2 h 6"/>
              <a:gd name="T8" fmla="*/ 7 w 8"/>
              <a:gd name="T9" fmla="*/ 3 h 6"/>
              <a:gd name="T10" fmla="*/ 8 w 8"/>
              <a:gd name="T11" fmla="*/ 1 h 6"/>
              <a:gd name="T12" fmla="*/ 7 w 8"/>
              <a:gd name="T13" fmla="*/ 0 h 6"/>
              <a:gd name="T14" fmla="*/ 3 w 8"/>
              <a:gd name="T15" fmla="*/ 1 h 6"/>
              <a:gd name="T16" fmla="*/ 0 w 8"/>
              <a:gd name="T17" fmla="*/ 3 h 6"/>
              <a:gd name="T18" fmla="*/ 3 w 8"/>
              <a:gd name="T19" fmla="*/ 6 h 6"/>
              <a:gd name="T20" fmla="*/ 4 w 8"/>
              <a:gd name="T21" fmla="*/ 5 h 6"/>
              <a:gd name="T22" fmla="*/ 5 w 8"/>
              <a:gd name="T23" fmla="*/ 4 h 6"/>
              <a:gd name="T24" fmla="*/ 4 w 8"/>
              <a:gd name="T25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" h="6">
                <a:moveTo>
                  <a:pt x="4" y="4"/>
                </a:moveTo>
                <a:cubicBezTo>
                  <a:pt x="3" y="4"/>
                  <a:pt x="3" y="4"/>
                  <a:pt x="3" y="3"/>
                </a:cubicBezTo>
                <a:cubicBezTo>
                  <a:pt x="3" y="2"/>
                  <a:pt x="3" y="2"/>
                  <a:pt x="4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7" y="3"/>
                </a:cubicBezTo>
                <a:cubicBezTo>
                  <a:pt x="7" y="2"/>
                  <a:pt x="7" y="1"/>
                  <a:pt x="8" y="1"/>
                </a:cubicBezTo>
                <a:cubicBezTo>
                  <a:pt x="8" y="1"/>
                  <a:pt x="7" y="0"/>
                  <a:pt x="7" y="0"/>
                </a:cubicBezTo>
                <a:cubicBezTo>
                  <a:pt x="3" y="1"/>
                  <a:pt x="3" y="1"/>
                  <a:pt x="3" y="1"/>
                </a:cubicBezTo>
                <a:cubicBezTo>
                  <a:pt x="1" y="1"/>
                  <a:pt x="0" y="2"/>
                  <a:pt x="0" y="3"/>
                </a:cubicBezTo>
                <a:cubicBezTo>
                  <a:pt x="0" y="4"/>
                  <a:pt x="1" y="6"/>
                  <a:pt x="3" y="6"/>
                </a:cubicBezTo>
                <a:cubicBezTo>
                  <a:pt x="4" y="5"/>
                  <a:pt x="4" y="5"/>
                  <a:pt x="4" y="5"/>
                </a:cubicBezTo>
                <a:cubicBezTo>
                  <a:pt x="5" y="5"/>
                  <a:pt x="5" y="5"/>
                  <a:pt x="5" y="4"/>
                </a:cubicBezTo>
                <a:lnTo>
                  <a:pt x="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1" name="Freeform 400"/>
          <p:cNvSpPr>
            <a:spLocks/>
          </p:cNvSpPr>
          <p:nvPr/>
        </p:nvSpPr>
        <p:spPr bwMode="auto">
          <a:xfrm>
            <a:off x="1619250" y="6365876"/>
            <a:ext cx="109538" cy="111125"/>
          </a:xfrm>
          <a:custGeom>
            <a:avLst/>
            <a:gdLst>
              <a:gd name="T0" fmla="*/ 26 w 26"/>
              <a:gd name="T1" fmla="*/ 0 h 26"/>
              <a:gd name="T2" fmla="*/ 26 w 26"/>
              <a:gd name="T3" fmla="*/ 0 h 26"/>
              <a:gd name="T4" fmla="*/ 23 w 26"/>
              <a:gd name="T5" fmla="*/ 3 h 26"/>
              <a:gd name="T6" fmla="*/ 19 w 26"/>
              <a:gd name="T7" fmla="*/ 6 h 26"/>
              <a:gd name="T8" fmla="*/ 13 w 26"/>
              <a:gd name="T9" fmla="*/ 13 h 26"/>
              <a:gd name="T10" fmla="*/ 0 w 26"/>
              <a:gd name="T11" fmla="*/ 26 h 26"/>
              <a:gd name="T12" fmla="*/ 1 w 26"/>
              <a:gd name="T13" fmla="*/ 26 h 26"/>
              <a:gd name="T14" fmla="*/ 15 w 26"/>
              <a:gd name="T15" fmla="*/ 15 h 26"/>
              <a:gd name="T16" fmla="*/ 22 w 26"/>
              <a:gd name="T17" fmla="*/ 9 h 26"/>
              <a:gd name="T18" fmla="*/ 24 w 26"/>
              <a:gd name="T19" fmla="*/ 5 h 26"/>
              <a:gd name="T20" fmla="*/ 26 w 26"/>
              <a:gd name="T2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" h="2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5" y="2"/>
                  <a:pt x="24" y="2"/>
                  <a:pt x="23" y="3"/>
                </a:cubicBezTo>
                <a:cubicBezTo>
                  <a:pt x="22" y="4"/>
                  <a:pt x="20" y="5"/>
                  <a:pt x="19" y="6"/>
                </a:cubicBezTo>
                <a:cubicBezTo>
                  <a:pt x="17" y="8"/>
                  <a:pt x="15" y="11"/>
                  <a:pt x="13" y="13"/>
                </a:cubicBezTo>
                <a:cubicBezTo>
                  <a:pt x="0" y="26"/>
                  <a:pt x="0" y="26"/>
                  <a:pt x="0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5" y="23"/>
                  <a:pt x="10" y="19"/>
                  <a:pt x="15" y="15"/>
                </a:cubicBezTo>
                <a:cubicBezTo>
                  <a:pt x="17" y="13"/>
                  <a:pt x="20" y="11"/>
                  <a:pt x="22" y="9"/>
                </a:cubicBezTo>
                <a:cubicBezTo>
                  <a:pt x="23" y="7"/>
                  <a:pt x="24" y="6"/>
                  <a:pt x="24" y="5"/>
                </a:cubicBezTo>
                <a:cubicBezTo>
                  <a:pt x="25" y="4"/>
                  <a:pt x="26" y="2"/>
                  <a:pt x="2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2" name="Freeform 401"/>
          <p:cNvSpPr>
            <a:spLocks/>
          </p:cNvSpPr>
          <p:nvPr/>
        </p:nvSpPr>
        <p:spPr bwMode="auto">
          <a:xfrm>
            <a:off x="1622425" y="6350001"/>
            <a:ext cx="38100" cy="96838"/>
          </a:xfrm>
          <a:custGeom>
            <a:avLst/>
            <a:gdLst>
              <a:gd name="T0" fmla="*/ 6 w 9"/>
              <a:gd name="T1" fmla="*/ 12 h 23"/>
              <a:gd name="T2" fmla="*/ 8 w 9"/>
              <a:gd name="T3" fmla="*/ 7 h 23"/>
              <a:gd name="T4" fmla="*/ 8 w 9"/>
              <a:gd name="T5" fmla="*/ 4 h 23"/>
              <a:gd name="T6" fmla="*/ 8 w 9"/>
              <a:gd name="T7" fmla="*/ 0 h 23"/>
              <a:gd name="T8" fmla="*/ 8 w 9"/>
              <a:gd name="T9" fmla="*/ 0 h 23"/>
              <a:gd name="T10" fmla="*/ 5 w 9"/>
              <a:gd name="T11" fmla="*/ 6 h 23"/>
              <a:gd name="T12" fmla="*/ 3 w 9"/>
              <a:gd name="T13" fmla="*/ 11 h 23"/>
              <a:gd name="T14" fmla="*/ 0 w 9"/>
              <a:gd name="T15" fmla="*/ 22 h 23"/>
              <a:gd name="T16" fmla="*/ 0 w 9"/>
              <a:gd name="T17" fmla="*/ 23 h 23"/>
              <a:gd name="T18" fmla="*/ 6 w 9"/>
              <a:gd name="T19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23">
                <a:moveTo>
                  <a:pt x="6" y="12"/>
                </a:moveTo>
                <a:cubicBezTo>
                  <a:pt x="7" y="10"/>
                  <a:pt x="8" y="9"/>
                  <a:pt x="8" y="7"/>
                </a:cubicBezTo>
                <a:cubicBezTo>
                  <a:pt x="8" y="6"/>
                  <a:pt x="8" y="5"/>
                  <a:pt x="8" y="4"/>
                </a:cubicBezTo>
                <a:cubicBezTo>
                  <a:pt x="8" y="3"/>
                  <a:pt x="9" y="1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2"/>
                  <a:pt x="6" y="4"/>
                  <a:pt x="5" y="6"/>
                </a:cubicBezTo>
                <a:cubicBezTo>
                  <a:pt x="4" y="7"/>
                  <a:pt x="4" y="9"/>
                  <a:pt x="3" y="11"/>
                </a:cubicBezTo>
                <a:cubicBezTo>
                  <a:pt x="2" y="15"/>
                  <a:pt x="1" y="19"/>
                  <a:pt x="0" y="22"/>
                </a:cubicBezTo>
                <a:cubicBezTo>
                  <a:pt x="0" y="23"/>
                  <a:pt x="0" y="23"/>
                  <a:pt x="0" y="23"/>
                </a:cubicBezTo>
                <a:cubicBezTo>
                  <a:pt x="2" y="19"/>
                  <a:pt x="4" y="16"/>
                  <a:pt x="6" y="1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3" name="Freeform 402"/>
          <p:cNvSpPr>
            <a:spLocks/>
          </p:cNvSpPr>
          <p:nvPr/>
        </p:nvSpPr>
        <p:spPr bwMode="auto">
          <a:xfrm>
            <a:off x="1644650" y="6434139"/>
            <a:ext cx="92075" cy="42863"/>
          </a:xfrm>
          <a:custGeom>
            <a:avLst/>
            <a:gdLst>
              <a:gd name="T0" fmla="*/ 16 w 22"/>
              <a:gd name="T1" fmla="*/ 2 h 10"/>
              <a:gd name="T2" fmla="*/ 11 w 22"/>
              <a:gd name="T3" fmla="*/ 4 h 10"/>
              <a:gd name="T4" fmla="*/ 0 w 22"/>
              <a:gd name="T5" fmla="*/ 10 h 10"/>
              <a:gd name="T6" fmla="*/ 1 w 22"/>
              <a:gd name="T7" fmla="*/ 10 h 10"/>
              <a:gd name="T8" fmla="*/ 12 w 22"/>
              <a:gd name="T9" fmla="*/ 7 h 10"/>
              <a:gd name="T10" fmla="*/ 17 w 22"/>
              <a:gd name="T11" fmla="*/ 4 h 10"/>
              <a:gd name="T12" fmla="*/ 20 w 22"/>
              <a:gd name="T13" fmla="*/ 3 h 10"/>
              <a:gd name="T14" fmla="*/ 22 w 22"/>
              <a:gd name="T15" fmla="*/ 0 h 10"/>
              <a:gd name="T16" fmla="*/ 21 w 22"/>
              <a:gd name="T17" fmla="*/ 0 h 10"/>
              <a:gd name="T18" fmla="*/ 16 w 22"/>
              <a:gd name="T19" fmla="*/ 2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" h="10">
                <a:moveTo>
                  <a:pt x="16" y="2"/>
                </a:moveTo>
                <a:cubicBezTo>
                  <a:pt x="14" y="2"/>
                  <a:pt x="12" y="3"/>
                  <a:pt x="11" y="4"/>
                </a:cubicBezTo>
                <a:cubicBezTo>
                  <a:pt x="7" y="6"/>
                  <a:pt x="4" y="8"/>
                  <a:pt x="0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4" y="9"/>
                  <a:pt x="8" y="8"/>
                  <a:pt x="12" y="7"/>
                </a:cubicBezTo>
                <a:cubicBezTo>
                  <a:pt x="14" y="6"/>
                  <a:pt x="16" y="6"/>
                  <a:pt x="17" y="4"/>
                </a:cubicBezTo>
                <a:cubicBezTo>
                  <a:pt x="18" y="4"/>
                  <a:pt x="19" y="3"/>
                  <a:pt x="20" y="3"/>
                </a:cubicBezTo>
                <a:cubicBezTo>
                  <a:pt x="20" y="2"/>
                  <a:pt x="21" y="1"/>
                  <a:pt x="22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8" y="1"/>
                  <a:pt x="16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4" name="Oval 403"/>
          <p:cNvSpPr>
            <a:spLocks noChangeArrowheads="1"/>
          </p:cNvSpPr>
          <p:nvPr/>
        </p:nvSpPr>
        <p:spPr bwMode="auto">
          <a:xfrm>
            <a:off x="1690688" y="6319839"/>
            <a:ext cx="20638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5" name="Oval 404"/>
          <p:cNvSpPr>
            <a:spLocks noChangeArrowheads="1"/>
          </p:cNvSpPr>
          <p:nvPr/>
        </p:nvSpPr>
        <p:spPr bwMode="auto">
          <a:xfrm>
            <a:off x="1733550" y="6378576"/>
            <a:ext cx="33338" cy="301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6" name="Oval 405"/>
          <p:cNvSpPr>
            <a:spLocks noChangeArrowheads="1"/>
          </p:cNvSpPr>
          <p:nvPr/>
        </p:nvSpPr>
        <p:spPr bwMode="auto">
          <a:xfrm>
            <a:off x="1728788" y="6340476"/>
            <a:ext cx="20638" cy="222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" name="Oval 407"/>
          <p:cNvSpPr>
            <a:spLocks noChangeArrowheads="1"/>
          </p:cNvSpPr>
          <p:nvPr/>
        </p:nvSpPr>
        <p:spPr bwMode="auto">
          <a:xfrm>
            <a:off x="1665287" y="6337301"/>
            <a:ext cx="25400" cy="254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" name="Freeform 408"/>
          <p:cNvSpPr>
            <a:spLocks noEditPoints="1"/>
          </p:cNvSpPr>
          <p:nvPr/>
        </p:nvSpPr>
        <p:spPr bwMode="auto">
          <a:xfrm>
            <a:off x="2109787" y="6081713"/>
            <a:ext cx="530225" cy="471488"/>
          </a:xfrm>
          <a:custGeom>
            <a:avLst/>
            <a:gdLst>
              <a:gd name="T0" fmla="*/ 124 w 125"/>
              <a:gd name="T1" fmla="*/ 104 h 111"/>
              <a:gd name="T2" fmla="*/ 64 w 125"/>
              <a:gd name="T3" fmla="*/ 2 h 111"/>
              <a:gd name="T4" fmla="*/ 60 w 125"/>
              <a:gd name="T5" fmla="*/ 0 h 111"/>
              <a:gd name="T6" fmla="*/ 56 w 125"/>
              <a:gd name="T7" fmla="*/ 2 h 111"/>
              <a:gd name="T8" fmla="*/ 0 w 125"/>
              <a:gd name="T9" fmla="*/ 104 h 111"/>
              <a:gd name="T10" fmla="*/ 0 w 125"/>
              <a:gd name="T11" fmla="*/ 109 h 111"/>
              <a:gd name="T12" fmla="*/ 4 w 125"/>
              <a:gd name="T13" fmla="*/ 111 h 111"/>
              <a:gd name="T14" fmla="*/ 120 w 125"/>
              <a:gd name="T15" fmla="*/ 111 h 111"/>
              <a:gd name="T16" fmla="*/ 124 w 125"/>
              <a:gd name="T17" fmla="*/ 109 h 111"/>
              <a:gd name="T18" fmla="*/ 124 w 125"/>
              <a:gd name="T19" fmla="*/ 104 h 111"/>
              <a:gd name="T20" fmla="*/ 104 w 125"/>
              <a:gd name="T21" fmla="*/ 102 h 111"/>
              <a:gd name="T22" fmla="*/ 98 w 125"/>
              <a:gd name="T23" fmla="*/ 97 h 111"/>
              <a:gd name="T24" fmla="*/ 96 w 125"/>
              <a:gd name="T25" fmla="*/ 99 h 111"/>
              <a:gd name="T26" fmla="*/ 88 w 125"/>
              <a:gd name="T27" fmla="*/ 89 h 111"/>
              <a:gd name="T28" fmla="*/ 63 w 125"/>
              <a:gd name="T29" fmla="*/ 65 h 111"/>
              <a:gd name="T30" fmla="*/ 48 w 125"/>
              <a:gd name="T31" fmla="*/ 50 h 111"/>
              <a:gd name="T32" fmla="*/ 43 w 125"/>
              <a:gd name="T33" fmla="*/ 43 h 111"/>
              <a:gd name="T34" fmla="*/ 60 w 125"/>
              <a:gd name="T35" fmla="*/ 13 h 111"/>
              <a:gd name="T36" fmla="*/ 112 w 125"/>
              <a:gd name="T37" fmla="*/ 102 h 111"/>
              <a:gd name="T38" fmla="*/ 104 w 125"/>
              <a:gd name="T39" fmla="*/ 10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5" h="111">
                <a:moveTo>
                  <a:pt x="124" y="104"/>
                </a:moveTo>
                <a:cubicBezTo>
                  <a:pt x="64" y="2"/>
                  <a:pt x="64" y="2"/>
                  <a:pt x="64" y="2"/>
                </a:cubicBezTo>
                <a:cubicBezTo>
                  <a:pt x="63" y="1"/>
                  <a:pt x="62" y="0"/>
                  <a:pt x="60" y="0"/>
                </a:cubicBezTo>
                <a:cubicBezTo>
                  <a:pt x="58" y="0"/>
                  <a:pt x="57" y="1"/>
                  <a:pt x="56" y="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0" y="107"/>
                  <a:pt x="0" y="109"/>
                </a:cubicBezTo>
                <a:cubicBezTo>
                  <a:pt x="1" y="110"/>
                  <a:pt x="3" y="111"/>
                  <a:pt x="4" y="111"/>
                </a:cubicBezTo>
                <a:cubicBezTo>
                  <a:pt x="120" y="111"/>
                  <a:pt x="120" y="111"/>
                  <a:pt x="120" y="111"/>
                </a:cubicBezTo>
                <a:cubicBezTo>
                  <a:pt x="121" y="111"/>
                  <a:pt x="123" y="110"/>
                  <a:pt x="124" y="109"/>
                </a:cubicBezTo>
                <a:cubicBezTo>
                  <a:pt x="125" y="107"/>
                  <a:pt x="125" y="106"/>
                  <a:pt x="124" y="104"/>
                </a:cubicBezTo>
                <a:moveTo>
                  <a:pt x="104" y="102"/>
                </a:moveTo>
                <a:cubicBezTo>
                  <a:pt x="102" y="100"/>
                  <a:pt x="101" y="98"/>
                  <a:pt x="98" y="97"/>
                </a:cubicBezTo>
                <a:cubicBezTo>
                  <a:pt x="97" y="97"/>
                  <a:pt x="96" y="98"/>
                  <a:pt x="96" y="99"/>
                </a:cubicBezTo>
                <a:cubicBezTo>
                  <a:pt x="94" y="101"/>
                  <a:pt x="95" y="103"/>
                  <a:pt x="88" y="89"/>
                </a:cubicBezTo>
                <a:cubicBezTo>
                  <a:pt x="78" y="70"/>
                  <a:pt x="63" y="65"/>
                  <a:pt x="63" y="65"/>
                </a:cubicBezTo>
                <a:cubicBezTo>
                  <a:pt x="63" y="65"/>
                  <a:pt x="56" y="51"/>
                  <a:pt x="48" y="50"/>
                </a:cubicBezTo>
                <a:cubicBezTo>
                  <a:pt x="41" y="50"/>
                  <a:pt x="45" y="45"/>
                  <a:pt x="43" y="43"/>
                </a:cubicBezTo>
                <a:cubicBezTo>
                  <a:pt x="60" y="13"/>
                  <a:pt x="60" y="13"/>
                  <a:pt x="60" y="13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04" y="102"/>
                  <a:pt x="104" y="102"/>
                  <a:pt x="104" y="10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Oval 409"/>
          <p:cNvSpPr>
            <a:spLocks noChangeArrowheads="1"/>
          </p:cNvSpPr>
          <p:nvPr/>
        </p:nvSpPr>
        <p:spPr bwMode="auto">
          <a:xfrm>
            <a:off x="2373312" y="6327776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" name="Freeform 410"/>
          <p:cNvSpPr>
            <a:spLocks/>
          </p:cNvSpPr>
          <p:nvPr/>
        </p:nvSpPr>
        <p:spPr bwMode="auto">
          <a:xfrm>
            <a:off x="2390775" y="6302376"/>
            <a:ext cx="28575" cy="25400"/>
          </a:xfrm>
          <a:custGeom>
            <a:avLst/>
            <a:gdLst>
              <a:gd name="T0" fmla="*/ 4 w 7"/>
              <a:gd name="T1" fmla="*/ 0 h 6"/>
              <a:gd name="T2" fmla="*/ 2 w 7"/>
              <a:gd name="T3" fmla="*/ 2 h 6"/>
              <a:gd name="T4" fmla="*/ 2 w 7"/>
              <a:gd name="T5" fmla="*/ 3 h 6"/>
              <a:gd name="T6" fmla="*/ 1 w 7"/>
              <a:gd name="T7" fmla="*/ 3 h 6"/>
              <a:gd name="T8" fmla="*/ 0 w 7"/>
              <a:gd name="T9" fmla="*/ 5 h 6"/>
              <a:gd name="T10" fmla="*/ 1 w 7"/>
              <a:gd name="T11" fmla="*/ 6 h 6"/>
              <a:gd name="T12" fmla="*/ 3 w 7"/>
              <a:gd name="T13" fmla="*/ 5 h 6"/>
              <a:gd name="T14" fmla="*/ 4 w 7"/>
              <a:gd name="T15" fmla="*/ 5 h 6"/>
              <a:gd name="T16" fmla="*/ 7 w 7"/>
              <a:gd name="T17" fmla="*/ 2 h 6"/>
              <a:gd name="T18" fmla="*/ 4 w 7"/>
              <a:gd name="T1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" h="6">
                <a:moveTo>
                  <a:pt x="4" y="0"/>
                </a:moveTo>
                <a:cubicBezTo>
                  <a:pt x="3" y="0"/>
                  <a:pt x="2" y="1"/>
                  <a:pt x="2" y="2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5"/>
                </a:cubicBezTo>
                <a:cubicBezTo>
                  <a:pt x="0" y="6"/>
                  <a:pt x="0" y="6"/>
                  <a:pt x="1" y="6"/>
                </a:cubicBezTo>
                <a:cubicBezTo>
                  <a:pt x="2" y="6"/>
                  <a:pt x="3" y="6"/>
                  <a:pt x="3" y="5"/>
                </a:cubicBezTo>
                <a:cubicBezTo>
                  <a:pt x="4" y="5"/>
                  <a:pt x="4" y="5"/>
                  <a:pt x="4" y="5"/>
                </a:cubicBezTo>
                <a:cubicBezTo>
                  <a:pt x="6" y="5"/>
                  <a:pt x="7" y="4"/>
                  <a:pt x="7" y="2"/>
                </a:cubicBezTo>
                <a:cubicBezTo>
                  <a:pt x="7" y="1"/>
                  <a:pt x="6" y="0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" name="Oval 411"/>
          <p:cNvSpPr>
            <a:spLocks noChangeArrowheads="1"/>
          </p:cNvSpPr>
          <p:nvPr/>
        </p:nvSpPr>
        <p:spPr bwMode="auto">
          <a:xfrm>
            <a:off x="2462212" y="6400801"/>
            <a:ext cx="30163" cy="285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" name="Oval 412"/>
          <p:cNvSpPr>
            <a:spLocks noChangeArrowheads="1"/>
          </p:cNvSpPr>
          <p:nvPr/>
        </p:nvSpPr>
        <p:spPr bwMode="auto">
          <a:xfrm>
            <a:off x="2513012" y="6442076"/>
            <a:ext cx="17463" cy="174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" name="Oval 413"/>
          <p:cNvSpPr>
            <a:spLocks noChangeArrowheads="1"/>
          </p:cNvSpPr>
          <p:nvPr/>
        </p:nvSpPr>
        <p:spPr bwMode="auto">
          <a:xfrm>
            <a:off x="2500312" y="6472238"/>
            <a:ext cx="9525" cy="95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" name="Oval 414"/>
          <p:cNvSpPr>
            <a:spLocks noChangeArrowheads="1"/>
          </p:cNvSpPr>
          <p:nvPr/>
        </p:nvSpPr>
        <p:spPr bwMode="auto">
          <a:xfrm>
            <a:off x="2411412" y="6337301"/>
            <a:ext cx="42863" cy="381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" name="Oval 415"/>
          <p:cNvSpPr>
            <a:spLocks noChangeArrowheads="1"/>
          </p:cNvSpPr>
          <p:nvPr/>
        </p:nvSpPr>
        <p:spPr bwMode="auto">
          <a:xfrm>
            <a:off x="2314575" y="6251576"/>
            <a:ext cx="46038" cy="460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" name="Freeform 416"/>
          <p:cNvSpPr>
            <a:spLocks noEditPoints="1"/>
          </p:cNvSpPr>
          <p:nvPr/>
        </p:nvSpPr>
        <p:spPr bwMode="auto">
          <a:xfrm>
            <a:off x="2832100" y="6081713"/>
            <a:ext cx="525463" cy="471488"/>
          </a:xfrm>
          <a:custGeom>
            <a:avLst/>
            <a:gdLst>
              <a:gd name="T0" fmla="*/ 123 w 124"/>
              <a:gd name="T1" fmla="*/ 99 h 111"/>
              <a:gd name="T2" fmla="*/ 69 w 124"/>
              <a:gd name="T3" fmla="*/ 4 h 111"/>
              <a:gd name="T4" fmla="*/ 63 w 124"/>
              <a:gd name="T5" fmla="*/ 0 h 111"/>
              <a:gd name="T6" fmla="*/ 62 w 124"/>
              <a:gd name="T7" fmla="*/ 0 h 111"/>
              <a:gd name="T8" fmla="*/ 56 w 124"/>
              <a:gd name="T9" fmla="*/ 4 h 111"/>
              <a:gd name="T10" fmla="*/ 2 w 124"/>
              <a:gd name="T11" fmla="*/ 99 h 111"/>
              <a:gd name="T12" fmla="*/ 2 w 124"/>
              <a:gd name="T13" fmla="*/ 107 h 111"/>
              <a:gd name="T14" fmla="*/ 9 w 124"/>
              <a:gd name="T15" fmla="*/ 111 h 111"/>
              <a:gd name="T16" fmla="*/ 116 w 124"/>
              <a:gd name="T17" fmla="*/ 111 h 111"/>
              <a:gd name="T18" fmla="*/ 123 w 124"/>
              <a:gd name="T19" fmla="*/ 107 h 111"/>
              <a:gd name="T20" fmla="*/ 123 w 124"/>
              <a:gd name="T21" fmla="*/ 99 h 111"/>
              <a:gd name="T22" fmla="*/ 9 w 124"/>
              <a:gd name="T23" fmla="*/ 103 h 111"/>
              <a:gd name="T24" fmla="*/ 62 w 124"/>
              <a:gd name="T25" fmla="*/ 8 h 111"/>
              <a:gd name="T26" fmla="*/ 116 w 124"/>
              <a:gd name="T27" fmla="*/ 103 h 111"/>
              <a:gd name="T28" fmla="*/ 9 w 124"/>
              <a:gd name="T29" fmla="*/ 10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4" h="111">
                <a:moveTo>
                  <a:pt x="123" y="99"/>
                </a:moveTo>
                <a:cubicBezTo>
                  <a:pt x="69" y="4"/>
                  <a:pt x="69" y="4"/>
                  <a:pt x="69" y="4"/>
                </a:cubicBezTo>
                <a:cubicBezTo>
                  <a:pt x="68" y="1"/>
                  <a:pt x="65" y="0"/>
                  <a:pt x="63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7" y="1"/>
                  <a:pt x="56" y="4"/>
                </a:cubicBezTo>
                <a:cubicBezTo>
                  <a:pt x="2" y="99"/>
                  <a:pt x="2" y="99"/>
                  <a:pt x="2" y="99"/>
                </a:cubicBezTo>
                <a:cubicBezTo>
                  <a:pt x="0" y="101"/>
                  <a:pt x="0" y="104"/>
                  <a:pt x="2" y="107"/>
                </a:cubicBezTo>
                <a:cubicBezTo>
                  <a:pt x="3" y="109"/>
                  <a:pt x="6" y="111"/>
                  <a:pt x="9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9" y="111"/>
                  <a:pt x="121" y="109"/>
                  <a:pt x="123" y="107"/>
                </a:cubicBezTo>
                <a:cubicBezTo>
                  <a:pt x="124" y="105"/>
                  <a:pt x="124" y="102"/>
                  <a:pt x="123" y="99"/>
                </a:cubicBezTo>
                <a:close/>
                <a:moveTo>
                  <a:pt x="9" y="103"/>
                </a:moveTo>
                <a:cubicBezTo>
                  <a:pt x="62" y="8"/>
                  <a:pt x="62" y="8"/>
                  <a:pt x="62" y="8"/>
                </a:cubicBezTo>
                <a:cubicBezTo>
                  <a:pt x="116" y="103"/>
                  <a:pt x="116" y="103"/>
                  <a:pt x="116" y="103"/>
                </a:cubicBezTo>
                <a:lnTo>
                  <a:pt x="9" y="1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" name="Freeform 417"/>
          <p:cNvSpPr>
            <a:spLocks/>
          </p:cNvSpPr>
          <p:nvPr/>
        </p:nvSpPr>
        <p:spPr bwMode="auto">
          <a:xfrm>
            <a:off x="3060700" y="6413501"/>
            <a:ext cx="68263" cy="68263"/>
          </a:xfrm>
          <a:custGeom>
            <a:avLst/>
            <a:gdLst>
              <a:gd name="T0" fmla="*/ 8 w 16"/>
              <a:gd name="T1" fmla="*/ 0 h 16"/>
              <a:gd name="T2" fmla="*/ 0 w 16"/>
              <a:gd name="T3" fmla="*/ 8 h 16"/>
              <a:gd name="T4" fmla="*/ 8 w 16"/>
              <a:gd name="T5" fmla="*/ 16 h 16"/>
              <a:gd name="T6" fmla="*/ 8 w 16"/>
              <a:gd name="T7" fmla="*/ 16 h 16"/>
              <a:gd name="T8" fmla="*/ 16 w 16"/>
              <a:gd name="T9" fmla="*/ 8 h 16"/>
              <a:gd name="T10" fmla="*/ 8 w 16"/>
              <a:gd name="T11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6">
                <a:moveTo>
                  <a:pt x="8" y="0"/>
                </a:moveTo>
                <a:cubicBezTo>
                  <a:pt x="4" y="0"/>
                  <a:pt x="0" y="4"/>
                  <a:pt x="0" y="8"/>
                </a:cubicBezTo>
                <a:cubicBezTo>
                  <a:pt x="0" y="13"/>
                  <a:pt x="4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13" y="16"/>
                  <a:pt x="16" y="13"/>
                  <a:pt x="16" y="8"/>
                </a:cubicBezTo>
                <a:cubicBezTo>
                  <a:pt x="16" y="4"/>
                  <a:pt x="13" y="0"/>
                  <a:pt x="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" name="Freeform 418"/>
          <p:cNvSpPr>
            <a:spLocks/>
          </p:cNvSpPr>
          <p:nvPr/>
        </p:nvSpPr>
        <p:spPr bwMode="auto">
          <a:xfrm>
            <a:off x="3063875" y="6230938"/>
            <a:ext cx="60325" cy="165100"/>
          </a:xfrm>
          <a:custGeom>
            <a:avLst/>
            <a:gdLst>
              <a:gd name="T0" fmla="*/ 6 w 38"/>
              <a:gd name="T1" fmla="*/ 104 h 104"/>
              <a:gd name="T2" fmla="*/ 33 w 38"/>
              <a:gd name="T3" fmla="*/ 104 h 104"/>
              <a:gd name="T4" fmla="*/ 38 w 38"/>
              <a:gd name="T5" fmla="*/ 0 h 104"/>
              <a:gd name="T6" fmla="*/ 0 w 38"/>
              <a:gd name="T7" fmla="*/ 0 h 104"/>
              <a:gd name="T8" fmla="*/ 6 w 38"/>
              <a:gd name="T9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104">
                <a:moveTo>
                  <a:pt x="6" y="104"/>
                </a:moveTo>
                <a:lnTo>
                  <a:pt x="33" y="104"/>
                </a:lnTo>
                <a:lnTo>
                  <a:pt x="38" y="0"/>
                </a:lnTo>
                <a:lnTo>
                  <a:pt x="0" y="0"/>
                </a:lnTo>
                <a:lnTo>
                  <a:pt x="6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" name="Freeform 419"/>
          <p:cNvSpPr>
            <a:spLocks noEditPoints="1"/>
          </p:cNvSpPr>
          <p:nvPr/>
        </p:nvSpPr>
        <p:spPr bwMode="auto">
          <a:xfrm>
            <a:off x="4217987" y="6111876"/>
            <a:ext cx="542925" cy="492125"/>
          </a:xfrm>
          <a:custGeom>
            <a:avLst/>
            <a:gdLst>
              <a:gd name="T0" fmla="*/ 125 w 128"/>
              <a:gd name="T1" fmla="*/ 7 h 116"/>
              <a:gd name="T2" fmla="*/ 112 w 128"/>
              <a:gd name="T3" fmla="*/ 0 h 116"/>
              <a:gd name="T4" fmla="*/ 16 w 128"/>
              <a:gd name="T5" fmla="*/ 0 h 116"/>
              <a:gd name="T6" fmla="*/ 3 w 128"/>
              <a:gd name="T7" fmla="*/ 8 h 116"/>
              <a:gd name="T8" fmla="*/ 3 w 128"/>
              <a:gd name="T9" fmla="*/ 23 h 116"/>
              <a:gd name="T10" fmla="*/ 51 w 128"/>
              <a:gd name="T11" fmla="*/ 108 h 116"/>
              <a:gd name="T12" fmla="*/ 51 w 128"/>
              <a:gd name="T13" fmla="*/ 108 h 116"/>
              <a:gd name="T14" fmla="*/ 51 w 128"/>
              <a:gd name="T15" fmla="*/ 108 h 116"/>
              <a:gd name="T16" fmla="*/ 64 w 128"/>
              <a:gd name="T17" fmla="*/ 116 h 116"/>
              <a:gd name="T18" fmla="*/ 64 w 128"/>
              <a:gd name="T19" fmla="*/ 116 h 116"/>
              <a:gd name="T20" fmla="*/ 64 w 128"/>
              <a:gd name="T21" fmla="*/ 116 h 116"/>
              <a:gd name="T22" fmla="*/ 64 w 128"/>
              <a:gd name="T23" fmla="*/ 116 h 116"/>
              <a:gd name="T24" fmla="*/ 65 w 128"/>
              <a:gd name="T25" fmla="*/ 116 h 116"/>
              <a:gd name="T26" fmla="*/ 78 w 128"/>
              <a:gd name="T27" fmla="*/ 108 h 116"/>
              <a:gd name="T28" fmla="*/ 125 w 128"/>
              <a:gd name="T29" fmla="*/ 23 h 116"/>
              <a:gd name="T30" fmla="*/ 125 w 128"/>
              <a:gd name="T31" fmla="*/ 23 h 116"/>
              <a:gd name="T32" fmla="*/ 125 w 128"/>
              <a:gd name="T33" fmla="*/ 23 h 116"/>
              <a:gd name="T34" fmla="*/ 125 w 128"/>
              <a:gd name="T35" fmla="*/ 7 h 116"/>
              <a:gd name="T36" fmla="*/ 97 w 128"/>
              <a:gd name="T37" fmla="*/ 24 h 116"/>
              <a:gd name="T38" fmla="*/ 64 w 128"/>
              <a:gd name="T39" fmla="*/ 83 h 116"/>
              <a:gd name="T40" fmla="*/ 31 w 128"/>
              <a:gd name="T41" fmla="*/ 24 h 116"/>
              <a:gd name="T42" fmla="*/ 97 w 128"/>
              <a:gd name="T43" fmla="*/ 24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8" h="116">
                <a:moveTo>
                  <a:pt x="125" y="7"/>
                </a:moveTo>
                <a:cubicBezTo>
                  <a:pt x="122" y="3"/>
                  <a:pt x="117" y="0"/>
                  <a:pt x="11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1" y="0"/>
                  <a:pt x="6" y="3"/>
                  <a:pt x="3" y="8"/>
                </a:cubicBezTo>
                <a:cubicBezTo>
                  <a:pt x="0" y="13"/>
                  <a:pt x="0" y="18"/>
                  <a:pt x="3" y="23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4" y="113"/>
                  <a:pt x="59" y="116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70" y="116"/>
                  <a:pt x="75" y="112"/>
                  <a:pt x="78" y="108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8" y="18"/>
                  <a:pt x="128" y="12"/>
                  <a:pt x="125" y="7"/>
                </a:cubicBezTo>
                <a:close/>
                <a:moveTo>
                  <a:pt x="97" y="24"/>
                </a:moveTo>
                <a:cubicBezTo>
                  <a:pt x="64" y="83"/>
                  <a:pt x="64" y="83"/>
                  <a:pt x="64" y="83"/>
                </a:cubicBezTo>
                <a:cubicBezTo>
                  <a:pt x="31" y="24"/>
                  <a:pt x="31" y="24"/>
                  <a:pt x="31" y="24"/>
                </a:cubicBezTo>
                <a:lnTo>
                  <a:pt x="9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" name="Freeform 420"/>
          <p:cNvSpPr>
            <a:spLocks noEditPoints="1"/>
          </p:cNvSpPr>
          <p:nvPr/>
        </p:nvSpPr>
        <p:spPr bwMode="auto">
          <a:xfrm>
            <a:off x="3514725" y="6094413"/>
            <a:ext cx="495300" cy="492125"/>
          </a:xfrm>
          <a:custGeom>
            <a:avLst/>
            <a:gdLst>
              <a:gd name="T0" fmla="*/ 58 w 117"/>
              <a:gd name="T1" fmla="*/ 0 h 116"/>
              <a:gd name="T2" fmla="*/ 0 w 117"/>
              <a:gd name="T3" fmla="*/ 58 h 116"/>
              <a:gd name="T4" fmla="*/ 58 w 117"/>
              <a:gd name="T5" fmla="*/ 116 h 116"/>
              <a:gd name="T6" fmla="*/ 117 w 117"/>
              <a:gd name="T7" fmla="*/ 58 h 116"/>
              <a:gd name="T8" fmla="*/ 58 w 117"/>
              <a:gd name="T9" fmla="*/ 0 h 116"/>
              <a:gd name="T10" fmla="*/ 58 w 117"/>
              <a:gd name="T11" fmla="*/ 108 h 116"/>
              <a:gd name="T12" fmla="*/ 8 w 117"/>
              <a:gd name="T13" fmla="*/ 58 h 116"/>
              <a:gd name="T14" fmla="*/ 58 w 117"/>
              <a:gd name="T15" fmla="*/ 8 h 116"/>
              <a:gd name="T16" fmla="*/ 109 w 117"/>
              <a:gd name="T17" fmla="*/ 58 h 116"/>
              <a:gd name="T18" fmla="*/ 58 w 117"/>
              <a:gd name="T19" fmla="*/ 10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7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1" y="116"/>
                  <a:pt x="117" y="90"/>
                  <a:pt x="117" y="58"/>
                </a:cubicBezTo>
                <a:cubicBezTo>
                  <a:pt x="117" y="26"/>
                  <a:pt x="91" y="0"/>
                  <a:pt x="58" y="0"/>
                </a:cubicBezTo>
                <a:close/>
                <a:moveTo>
                  <a:pt x="58" y="108"/>
                </a:moveTo>
                <a:cubicBezTo>
                  <a:pt x="31" y="108"/>
                  <a:pt x="8" y="86"/>
                  <a:pt x="8" y="58"/>
                </a:cubicBezTo>
                <a:cubicBezTo>
                  <a:pt x="8" y="30"/>
                  <a:pt x="31" y="8"/>
                  <a:pt x="58" y="8"/>
                </a:cubicBezTo>
                <a:cubicBezTo>
                  <a:pt x="86" y="8"/>
                  <a:pt x="109" y="30"/>
                  <a:pt x="109" y="58"/>
                </a:cubicBezTo>
                <a:cubicBezTo>
                  <a:pt x="109" y="86"/>
                  <a:pt x="86" y="108"/>
                  <a:pt x="58" y="1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" name="Freeform 421"/>
          <p:cNvSpPr>
            <a:spLocks/>
          </p:cNvSpPr>
          <p:nvPr/>
        </p:nvSpPr>
        <p:spPr bwMode="auto">
          <a:xfrm>
            <a:off x="3624262" y="6208713"/>
            <a:ext cx="123825" cy="258763"/>
          </a:xfrm>
          <a:custGeom>
            <a:avLst/>
            <a:gdLst>
              <a:gd name="T0" fmla="*/ 0 w 78"/>
              <a:gd name="T1" fmla="*/ 67 h 163"/>
              <a:gd name="T2" fmla="*/ 19 w 78"/>
              <a:gd name="T3" fmla="*/ 62 h 163"/>
              <a:gd name="T4" fmla="*/ 19 w 78"/>
              <a:gd name="T5" fmla="*/ 163 h 163"/>
              <a:gd name="T6" fmla="*/ 56 w 78"/>
              <a:gd name="T7" fmla="*/ 163 h 163"/>
              <a:gd name="T8" fmla="*/ 56 w 78"/>
              <a:gd name="T9" fmla="*/ 62 h 163"/>
              <a:gd name="T10" fmla="*/ 78 w 78"/>
              <a:gd name="T11" fmla="*/ 67 h 163"/>
              <a:gd name="T12" fmla="*/ 37 w 78"/>
              <a:gd name="T13" fmla="*/ 0 h 163"/>
              <a:gd name="T14" fmla="*/ 0 w 78"/>
              <a:gd name="T15" fmla="*/ 6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8" h="163">
                <a:moveTo>
                  <a:pt x="0" y="67"/>
                </a:moveTo>
                <a:lnTo>
                  <a:pt x="19" y="62"/>
                </a:lnTo>
                <a:lnTo>
                  <a:pt x="19" y="163"/>
                </a:lnTo>
                <a:lnTo>
                  <a:pt x="56" y="163"/>
                </a:lnTo>
                <a:lnTo>
                  <a:pt x="56" y="62"/>
                </a:lnTo>
                <a:lnTo>
                  <a:pt x="78" y="67"/>
                </a:lnTo>
                <a:lnTo>
                  <a:pt x="37" y="0"/>
                </a:lnTo>
                <a:lnTo>
                  <a:pt x="0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" name="Freeform 422"/>
          <p:cNvSpPr>
            <a:spLocks/>
          </p:cNvSpPr>
          <p:nvPr/>
        </p:nvSpPr>
        <p:spPr bwMode="auto">
          <a:xfrm>
            <a:off x="3794125" y="6208713"/>
            <a:ext cx="122238" cy="258763"/>
          </a:xfrm>
          <a:custGeom>
            <a:avLst/>
            <a:gdLst>
              <a:gd name="T0" fmla="*/ 59 w 77"/>
              <a:gd name="T1" fmla="*/ 102 h 163"/>
              <a:gd name="T2" fmla="*/ 59 w 77"/>
              <a:gd name="T3" fmla="*/ 0 h 163"/>
              <a:gd name="T4" fmla="*/ 19 w 77"/>
              <a:gd name="T5" fmla="*/ 0 h 163"/>
              <a:gd name="T6" fmla="*/ 19 w 77"/>
              <a:gd name="T7" fmla="*/ 102 h 163"/>
              <a:gd name="T8" fmla="*/ 0 w 77"/>
              <a:gd name="T9" fmla="*/ 94 h 163"/>
              <a:gd name="T10" fmla="*/ 37 w 77"/>
              <a:gd name="T11" fmla="*/ 163 h 163"/>
              <a:gd name="T12" fmla="*/ 77 w 77"/>
              <a:gd name="T13" fmla="*/ 94 h 163"/>
              <a:gd name="T14" fmla="*/ 59 w 77"/>
              <a:gd name="T15" fmla="*/ 102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7" h="163">
                <a:moveTo>
                  <a:pt x="59" y="102"/>
                </a:moveTo>
                <a:lnTo>
                  <a:pt x="59" y="0"/>
                </a:lnTo>
                <a:lnTo>
                  <a:pt x="19" y="0"/>
                </a:lnTo>
                <a:lnTo>
                  <a:pt x="19" y="102"/>
                </a:lnTo>
                <a:lnTo>
                  <a:pt x="0" y="94"/>
                </a:lnTo>
                <a:lnTo>
                  <a:pt x="37" y="163"/>
                </a:lnTo>
                <a:lnTo>
                  <a:pt x="77" y="94"/>
                </a:lnTo>
                <a:lnTo>
                  <a:pt x="59" y="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" name="Freeform 423"/>
          <p:cNvSpPr>
            <a:spLocks noEditPoints="1"/>
          </p:cNvSpPr>
          <p:nvPr/>
        </p:nvSpPr>
        <p:spPr bwMode="auto">
          <a:xfrm>
            <a:off x="4948237" y="6099176"/>
            <a:ext cx="566738" cy="492125"/>
          </a:xfrm>
          <a:custGeom>
            <a:avLst/>
            <a:gdLst>
              <a:gd name="T0" fmla="*/ 267 w 357"/>
              <a:gd name="T1" fmla="*/ 0 h 310"/>
              <a:gd name="T2" fmla="*/ 88 w 357"/>
              <a:gd name="T3" fmla="*/ 0 h 310"/>
              <a:gd name="T4" fmla="*/ 0 w 357"/>
              <a:gd name="T5" fmla="*/ 155 h 310"/>
              <a:gd name="T6" fmla="*/ 88 w 357"/>
              <a:gd name="T7" fmla="*/ 310 h 310"/>
              <a:gd name="T8" fmla="*/ 267 w 357"/>
              <a:gd name="T9" fmla="*/ 310 h 310"/>
              <a:gd name="T10" fmla="*/ 357 w 357"/>
              <a:gd name="T11" fmla="*/ 155 h 310"/>
              <a:gd name="T12" fmla="*/ 267 w 357"/>
              <a:gd name="T13" fmla="*/ 0 h 310"/>
              <a:gd name="T14" fmla="*/ 253 w 357"/>
              <a:gd name="T15" fmla="*/ 286 h 310"/>
              <a:gd name="T16" fmla="*/ 101 w 357"/>
              <a:gd name="T17" fmla="*/ 286 h 310"/>
              <a:gd name="T18" fmla="*/ 26 w 357"/>
              <a:gd name="T19" fmla="*/ 155 h 310"/>
              <a:gd name="T20" fmla="*/ 101 w 357"/>
              <a:gd name="T21" fmla="*/ 21 h 310"/>
              <a:gd name="T22" fmla="*/ 253 w 357"/>
              <a:gd name="T23" fmla="*/ 21 h 310"/>
              <a:gd name="T24" fmla="*/ 331 w 357"/>
              <a:gd name="T25" fmla="*/ 155 h 310"/>
              <a:gd name="T26" fmla="*/ 253 w 357"/>
              <a:gd name="T27" fmla="*/ 286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7" h="310">
                <a:moveTo>
                  <a:pt x="267" y="0"/>
                </a:moveTo>
                <a:lnTo>
                  <a:pt x="88" y="0"/>
                </a:lnTo>
                <a:lnTo>
                  <a:pt x="0" y="155"/>
                </a:lnTo>
                <a:lnTo>
                  <a:pt x="88" y="310"/>
                </a:lnTo>
                <a:lnTo>
                  <a:pt x="267" y="310"/>
                </a:lnTo>
                <a:lnTo>
                  <a:pt x="357" y="155"/>
                </a:lnTo>
                <a:lnTo>
                  <a:pt x="267" y="0"/>
                </a:lnTo>
                <a:close/>
                <a:moveTo>
                  <a:pt x="253" y="286"/>
                </a:moveTo>
                <a:lnTo>
                  <a:pt x="101" y="286"/>
                </a:lnTo>
                <a:lnTo>
                  <a:pt x="26" y="155"/>
                </a:lnTo>
                <a:lnTo>
                  <a:pt x="101" y="21"/>
                </a:lnTo>
                <a:lnTo>
                  <a:pt x="253" y="21"/>
                </a:lnTo>
                <a:lnTo>
                  <a:pt x="331" y="155"/>
                </a:lnTo>
                <a:lnTo>
                  <a:pt x="253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" name="Freeform 424"/>
          <p:cNvSpPr>
            <a:spLocks/>
          </p:cNvSpPr>
          <p:nvPr/>
        </p:nvSpPr>
        <p:spPr bwMode="auto">
          <a:xfrm>
            <a:off x="5070475" y="6264276"/>
            <a:ext cx="76200" cy="174625"/>
          </a:xfrm>
          <a:custGeom>
            <a:avLst/>
            <a:gdLst>
              <a:gd name="T0" fmla="*/ 9 w 18"/>
              <a:gd name="T1" fmla="*/ 0 h 41"/>
              <a:gd name="T2" fmla="*/ 3 w 18"/>
              <a:gd name="T3" fmla="*/ 3 h 41"/>
              <a:gd name="T4" fmla="*/ 0 w 18"/>
              <a:gd name="T5" fmla="*/ 9 h 41"/>
              <a:gd name="T6" fmla="*/ 0 w 18"/>
              <a:gd name="T7" fmla="*/ 15 h 41"/>
              <a:gd name="T8" fmla="*/ 3 w 18"/>
              <a:gd name="T9" fmla="*/ 21 h 41"/>
              <a:gd name="T10" fmla="*/ 9 w 18"/>
              <a:gd name="T11" fmla="*/ 23 h 41"/>
              <a:gd name="T12" fmla="*/ 11 w 18"/>
              <a:gd name="T13" fmla="*/ 24 h 41"/>
              <a:gd name="T14" fmla="*/ 12 w 18"/>
              <a:gd name="T15" fmla="*/ 26 h 41"/>
              <a:gd name="T16" fmla="*/ 12 w 18"/>
              <a:gd name="T17" fmla="*/ 32 h 41"/>
              <a:gd name="T18" fmla="*/ 11 w 18"/>
              <a:gd name="T19" fmla="*/ 34 h 41"/>
              <a:gd name="T20" fmla="*/ 9 w 18"/>
              <a:gd name="T21" fmla="*/ 35 h 41"/>
              <a:gd name="T22" fmla="*/ 7 w 18"/>
              <a:gd name="T23" fmla="*/ 34 h 41"/>
              <a:gd name="T24" fmla="*/ 6 w 18"/>
              <a:gd name="T25" fmla="*/ 32 h 41"/>
              <a:gd name="T26" fmla="*/ 6 w 18"/>
              <a:gd name="T27" fmla="*/ 29 h 41"/>
              <a:gd name="T28" fmla="*/ 0 w 18"/>
              <a:gd name="T29" fmla="*/ 29 h 41"/>
              <a:gd name="T30" fmla="*/ 0 w 18"/>
              <a:gd name="T31" fmla="*/ 32 h 41"/>
              <a:gd name="T32" fmla="*/ 3 w 18"/>
              <a:gd name="T33" fmla="*/ 38 h 41"/>
              <a:gd name="T34" fmla="*/ 9 w 18"/>
              <a:gd name="T35" fmla="*/ 41 h 41"/>
              <a:gd name="T36" fmla="*/ 15 w 18"/>
              <a:gd name="T37" fmla="*/ 38 h 41"/>
              <a:gd name="T38" fmla="*/ 18 w 18"/>
              <a:gd name="T39" fmla="*/ 32 h 41"/>
              <a:gd name="T40" fmla="*/ 18 w 18"/>
              <a:gd name="T41" fmla="*/ 26 h 41"/>
              <a:gd name="T42" fmla="*/ 16 w 18"/>
              <a:gd name="T43" fmla="*/ 21 h 41"/>
              <a:gd name="T44" fmla="*/ 9 w 18"/>
              <a:gd name="T45" fmla="*/ 18 h 41"/>
              <a:gd name="T46" fmla="*/ 7 w 18"/>
              <a:gd name="T47" fmla="*/ 17 h 41"/>
              <a:gd name="T48" fmla="*/ 6 w 18"/>
              <a:gd name="T49" fmla="*/ 15 h 41"/>
              <a:gd name="T50" fmla="*/ 6 w 18"/>
              <a:gd name="T51" fmla="*/ 9 h 41"/>
              <a:gd name="T52" fmla="*/ 7 w 18"/>
              <a:gd name="T53" fmla="*/ 7 h 41"/>
              <a:gd name="T54" fmla="*/ 9 w 18"/>
              <a:gd name="T55" fmla="*/ 6 h 41"/>
              <a:gd name="T56" fmla="*/ 11 w 18"/>
              <a:gd name="T57" fmla="*/ 7 h 41"/>
              <a:gd name="T58" fmla="*/ 12 w 18"/>
              <a:gd name="T59" fmla="*/ 9 h 41"/>
              <a:gd name="T60" fmla="*/ 12 w 18"/>
              <a:gd name="T61" fmla="*/ 12 h 41"/>
              <a:gd name="T62" fmla="*/ 17 w 18"/>
              <a:gd name="T63" fmla="*/ 12 h 41"/>
              <a:gd name="T64" fmla="*/ 18 w 18"/>
              <a:gd name="T65" fmla="*/ 12 h 41"/>
              <a:gd name="T66" fmla="*/ 18 w 18"/>
              <a:gd name="T67" fmla="*/ 9 h 41"/>
              <a:gd name="T68" fmla="*/ 15 w 18"/>
              <a:gd name="T69" fmla="*/ 3 h 41"/>
              <a:gd name="T70" fmla="*/ 9 w 18"/>
              <a:gd name="T7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" h="41">
                <a:moveTo>
                  <a:pt x="9" y="0"/>
                </a:moveTo>
                <a:cubicBezTo>
                  <a:pt x="7" y="0"/>
                  <a:pt x="5" y="1"/>
                  <a:pt x="3" y="3"/>
                </a:cubicBezTo>
                <a:cubicBezTo>
                  <a:pt x="1" y="5"/>
                  <a:pt x="0" y="7"/>
                  <a:pt x="0" y="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7"/>
                  <a:pt x="1" y="19"/>
                  <a:pt x="3" y="21"/>
                </a:cubicBezTo>
                <a:cubicBezTo>
                  <a:pt x="4" y="22"/>
                  <a:pt x="6" y="23"/>
                  <a:pt x="9" y="23"/>
                </a:cubicBezTo>
                <a:cubicBezTo>
                  <a:pt x="10" y="23"/>
                  <a:pt x="11" y="24"/>
                  <a:pt x="11" y="24"/>
                </a:cubicBezTo>
                <a:cubicBezTo>
                  <a:pt x="12" y="25"/>
                  <a:pt x="12" y="26"/>
                  <a:pt x="12" y="26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3"/>
                  <a:pt x="12" y="34"/>
                  <a:pt x="11" y="34"/>
                </a:cubicBezTo>
                <a:cubicBezTo>
                  <a:pt x="11" y="35"/>
                  <a:pt x="10" y="35"/>
                  <a:pt x="9" y="35"/>
                </a:cubicBezTo>
                <a:cubicBezTo>
                  <a:pt x="8" y="35"/>
                  <a:pt x="8" y="35"/>
                  <a:pt x="7" y="34"/>
                </a:cubicBezTo>
                <a:cubicBezTo>
                  <a:pt x="6" y="34"/>
                  <a:pt x="6" y="33"/>
                  <a:pt x="6" y="32"/>
                </a:cubicBezTo>
                <a:cubicBezTo>
                  <a:pt x="6" y="29"/>
                  <a:pt x="6" y="29"/>
                  <a:pt x="6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5"/>
                  <a:pt x="1" y="37"/>
                  <a:pt x="3" y="38"/>
                </a:cubicBezTo>
                <a:cubicBezTo>
                  <a:pt x="5" y="40"/>
                  <a:pt x="7" y="41"/>
                  <a:pt x="9" y="41"/>
                </a:cubicBezTo>
                <a:cubicBezTo>
                  <a:pt x="11" y="41"/>
                  <a:pt x="13" y="40"/>
                  <a:pt x="15" y="38"/>
                </a:cubicBezTo>
                <a:cubicBezTo>
                  <a:pt x="17" y="37"/>
                  <a:pt x="18" y="35"/>
                  <a:pt x="18" y="3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4"/>
                  <a:pt x="17" y="22"/>
                  <a:pt x="16" y="21"/>
                </a:cubicBezTo>
                <a:cubicBezTo>
                  <a:pt x="14" y="19"/>
                  <a:pt x="12" y="18"/>
                  <a:pt x="9" y="18"/>
                </a:cubicBezTo>
                <a:cubicBezTo>
                  <a:pt x="8" y="18"/>
                  <a:pt x="8" y="17"/>
                  <a:pt x="7" y="17"/>
                </a:cubicBezTo>
                <a:cubicBezTo>
                  <a:pt x="6" y="16"/>
                  <a:pt x="6" y="16"/>
                  <a:pt x="6" y="15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7"/>
                  <a:pt x="7" y="7"/>
                </a:cubicBezTo>
                <a:cubicBezTo>
                  <a:pt x="8" y="6"/>
                  <a:pt x="8" y="6"/>
                  <a:pt x="9" y="6"/>
                </a:cubicBezTo>
                <a:cubicBezTo>
                  <a:pt x="10" y="6"/>
                  <a:pt x="11" y="6"/>
                  <a:pt x="11" y="7"/>
                </a:cubicBezTo>
                <a:cubicBezTo>
                  <a:pt x="12" y="7"/>
                  <a:pt x="12" y="8"/>
                  <a:pt x="12" y="9"/>
                </a:cubicBezTo>
                <a:cubicBezTo>
                  <a:pt x="12" y="12"/>
                  <a:pt x="12" y="12"/>
                  <a:pt x="12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7"/>
                  <a:pt x="17" y="5"/>
                  <a:pt x="15" y="3"/>
                </a:cubicBezTo>
                <a:cubicBezTo>
                  <a:pt x="13" y="1"/>
                  <a:pt x="11" y="0"/>
                  <a:pt x="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" name="Freeform 425"/>
          <p:cNvSpPr>
            <a:spLocks/>
          </p:cNvSpPr>
          <p:nvPr/>
        </p:nvSpPr>
        <p:spPr bwMode="auto">
          <a:xfrm>
            <a:off x="5151437" y="6264276"/>
            <a:ext cx="76200" cy="174625"/>
          </a:xfrm>
          <a:custGeom>
            <a:avLst/>
            <a:gdLst>
              <a:gd name="T0" fmla="*/ 0 w 48"/>
              <a:gd name="T1" fmla="*/ 16 h 110"/>
              <a:gd name="T2" fmla="*/ 16 w 48"/>
              <a:gd name="T3" fmla="*/ 16 h 110"/>
              <a:gd name="T4" fmla="*/ 16 w 48"/>
              <a:gd name="T5" fmla="*/ 110 h 110"/>
              <a:gd name="T6" fmla="*/ 32 w 48"/>
              <a:gd name="T7" fmla="*/ 110 h 110"/>
              <a:gd name="T8" fmla="*/ 32 w 48"/>
              <a:gd name="T9" fmla="*/ 16 h 110"/>
              <a:gd name="T10" fmla="*/ 48 w 48"/>
              <a:gd name="T11" fmla="*/ 16 h 110"/>
              <a:gd name="T12" fmla="*/ 48 w 48"/>
              <a:gd name="T13" fmla="*/ 0 h 110"/>
              <a:gd name="T14" fmla="*/ 0 w 48"/>
              <a:gd name="T15" fmla="*/ 0 h 110"/>
              <a:gd name="T16" fmla="*/ 0 w 48"/>
              <a:gd name="T17" fmla="*/ 1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110">
                <a:moveTo>
                  <a:pt x="0" y="16"/>
                </a:moveTo>
                <a:lnTo>
                  <a:pt x="16" y="16"/>
                </a:lnTo>
                <a:lnTo>
                  <a:pt x="16" y="110"/>
                </a:lnTo>
                <a:lnTo>
                  <a:pt x="32" y="110"/>
                </a:lnTo>
                <a:lnTo>
                  <a:pt x="32" y="16"/>
                </a:lnTo>
                <a:lnTo>
                  <a:pt x="48" y="16"/>
                </a:lnTo>
                <a:lnTo>
                  <a:pt x="48" y="0"/>
                </a:lnTo>
                <a:lnTo>
                  <a:pt x="0" y="0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" name="Freeform 426"/>
          <p:cNvSpPr>
            <a:spLocks noEditPoints="1"/>
          </p:cNvSpPr>
          <p:nvPr/>
        </p:nvSpPr>
        <p:spPr bwMode="auto">
          <a:xfrm>
            <a:off x="5232400" y="6264276"/>
            <a:ext cx="71438" cy="174625"/>
          </a:xfrm>
          <a:custGeom>
            <a:avLst/>
            <a:gdLst>
              <a:gd name="T0" fmla="*/ 9 w 17"/>
              <a:gd name="T1" fmla="*/ 0 h 41"/>
              <a:gd name="T2" fmla="*/ 3 w 17"/>
              <a:gd name="T3" fmla="*/ 3 h 41"/>
              <a:gd name="T4" fmla="*/ 0 w 17"/>
              <a:gd name="T5" fmla="*/ 9 h 41"/>
              <a:gd name="T6" fmla="*/ 0 w 17"/>
              <a:gd name="T7" fmla="*/ 32 h 41"/>
              <a:gd name="T8" fmla="*/ 3 w 17"/>
              <a:gd name="T9" fmla="*/ 38 h 41"/>
              <a:gd name="T10" fmla="*/ 9 w 17"/>
              <a:gd name="T11" fmla="*/ 41 h 41"/>
              <a:gd name="T12" fmla="*/ 15 w 17"/>
              <a:gd name="T13" fmla="*/ 38 h 41"/>
              <a:gd name="T14" fmla="*/ 17 w 17"/>
              <a:gd name="T15" fmla="*/ 32 h 41"/>
              <a:gd name="T16" fmla="*/ 17 w 17"/>
              <a:gd name="T17" fmla="*/ 9 h 41"/>
              <a:gd name="T18" fmla="*/ 15 w 17"/>
              <a:gd name="T19" fmla="*/ 3 h 41"/>
              <a:gd name="T20" fmla="*/ 9 w 17"/>
              <a:gd name="T21" fmla="*/ 0 h 41"/>
              <a:gd name="T22" fmla="*/ 12 w 17"/>
              <a:gd name="T23" fmla="*/ 17 h 41"/>
              <a:gd name="T24" fmla="*/ 12 w 17"/>
              <a:gd name="T25" fmla="*/ 24 h 41"/>
              <a:gd name="T26" fmla="*/ 12 w 17"/>
              <a:gd name="T27" fmla="*/ 32 h 41"/>
              <a:gd name="T28" fmla="*/ 11 w 17"/>
              <a:gd name="T29" fmla="*/ 34 h 41"/>
              <a:gd name="T30" fmla="*/ 9 w 17"/>
              <a:gd name="T31" fmla="*/ 35 h 41"/>
              <a:gd name="T32" fmla="*/ 7 w 17"/>
              <a:gd name="T33" fmla="*/ 34 h 41"/>
              <a:gd name="T34" fmla="*/ 6 w 17"/>
              <a:gd name="T35" fmla="*/ 32 h 41"/>
              <a:gd name="T36" fmla="*/ 6 w 17"/>
              <a:gd name="T37" fmla="*/ 24 h 41"/>
              <a:gd name="T38" fmla="*/ 6 w 17"/>
              <a:gd name="T39" fmla="*/ 17 h 41"/>
              <a:gd name="T40" fmla="*/ 6 w 17"/>
              <a:gd name="T41" fmla="*/ 9 h 41"/>
              <a:gd name="T42" fmla="*/ 7 w 17"/>
              <a:gd name="T43" fmla="*/ 7 h 41"/>
              <a:gd name="T44" fmla="*/ 9 w 17"/>
              <a:gd name="T45" fmla="*/ 6 h 41"/>
              <a:gd name="T46" fmla="*/ 11 w 17"/>
              <a:gd name="T47" fmla="*/ 7 h 41"/>
              <a:gd name="T48" fmla="*/ 12 w 17"/>
              <a:gd name="T49" fmla="*/ 9 h 41"/>
              <a:gd name="T50" fmla="*/ 12 w 17"/>
              <a:gd name="T51" fmla="*/ 17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" h="41">
                <a:moveTo>
                  <a:pt x="9" y="0"/>
                </a:moveTo>
                <a:cubicBezTo>
                  <a:pt x="6" y="0"/>
                  <a:pt x="4" y="1"/>
                  <a:pt x="3" y="3"/>
                </a:cubicBezTo>
                <a:cubicBezTo>
                  <a:pt x="1" y="5"/>
                  <a:pt x="0" y="7"/>
                  <a:pt x="0" y="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5"/>
                  <a:pt x="1" y="37"/>
                  <a:pt x="3" y="38"/>
                </a:cubicBezTo>
                <a:cubicBezTo>
                  <a:pt x="4" y="40"/>
                  <a:pt x="6" y="41"/>
                  <a:pt x="9" y="41"/>
                </a:cubicBezTo>
                <a:cubicBezTo>
                  <a:pt x="11" y="41"/>
                  <a:pt x="13" y="40"/>
                  <a:pt x="15" y="38"/>
                </a:cubicBezTo>
                <a:cubicBezTo>
                  <a:pt x="17" y="37"/>
                  <a:pt x="17" y="35"/>
                  <a:pt x="17" y="32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7"/>
                  <a:pt x="17" y="5"/>
                  <a:pt x="15" y="3"/>
                </a:cubicBezTo>
                <a:cubicBezTo>
                  <a:pt x="13" y="1"/>
                  <a:pt x="11" y="0"/>
                  <a:pt x="9" y="0"/>
                </a:cubicBezTo>
                <a:close/>
                <a:moveTo>
                  <a:pt x="12" y="17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3"/>
                  <a:pt x="11" y="34"/>
                  <a:pt x="11" y="34"/>
                </a:cubicBezTo>
                <a:cubicBezTo>
                  <a:pt x="10" y="35"/>
                  <a:pt x="10" y="35"/>
                  <a:pt x="9" y="35"/>
                </a:cubicBezTo>
                <a:cubicBezTo>
                  <a:pt x="8" y="35"/>
                  <a:pt x="7" y="35"/>
                  <a:pt x="7" y="34"/>
                </a:cubicBezTo>
                <a:cubicBezTo>
                  <a:pt x="6" y="34"/>
                  <a:pt x="6" y="33"/>
                  <a:pt x="6" y="32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7"/>
                  <a:pt x="7" y="7"/>
                </a:cubicBezTo>
                <a:cubicBezTo>
                  <a:pt x="7" y="6"/>
                  <a:pt x="8" y="6"/>
                  <a:pt x="9" y="6"/>
                </a:cubicBezTo>
                <a:cubicBezTo>
                  <a:pt x="10" y="6"/>
                  <a:pt x="10" y="6"/>
                  <a:pt x="11" y="7"/>
                </a:cubicBezTo>
                <a:cubicBezTo>
                  <a:pt x="11" y="7"/>
                  <a:pt x="12" y="8"/>
                  <a:pt x="12" y="9"/>
                </a:cubicBezTo>
                <a:lnTo>
                  <a:pt x="12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" name="Freeform 427"/>
          <p:cNvSpPr>
            <a:spLocks noEditPoints="1"/>
          </p:cNvSpPr>
          <p:nvPr/>
        </p:nvSpPr>
        <p:spPr bwMode="auto">
          <a:xfrm>
            <a:off x="5329237" y="6264276"/>
            <a:ext cx="71438" cy="174625"/>
          </a:xfrm>
          <a:custGeom>
            <a:avLst/>
            <a:gdLst>
              <a:gd name="T0" fmla="*/ 15 w 17"/>
              <a:gd name="T1" fmla="*/ 2 h 41"/>
              <a:gd name="T2" fmla="*/ 11 w 17"/>
              <a:gd name="T3" fmla="*/ 0 h 41"/>
              <a:gd name="T4" fmla="*/ 0 w 17"/>
              <a:gd name="T5" fmla="*/ 0 h 41"/>
              <a:gd name="T6" fmla="*/ 0 w 17"/>
              <a:gd name="T7" fmla="*/ 41 h 41"/>
              <a:gd name="T8" fmla="*/ 5 w 17"/>
              <a:gd name="T9" fmla="*/ 41 h 41"/>
              <a:gd name="T10" fmla="*/ 5 w 17"/>
              <a:gd name="T11" fmla="*/ 23 h 41"/>
              <a:gd name="T12" fmla="*/ 11 w 17"/>
              <a:gd name="T13" fmla="*/ 23 h 41"/>
              <a:gd name="T14" fmla="*/ 15 w 17"/>
              <a:gd name="T15" fmla="*/ 22 h 41"/>
              <a:gd name="T16" fmla="*/ 17 w 17"/>
              <a:gd name="T17" fmla="*/ 18 h 41"/>
              <a:gd name="T18" fmla="*/ 17 w 17"/>
              <a:gd name="T19" fmla="*/ 6 h 41"/>
              <a:gd name="T20" fmla="*/ 15 w 17"/>
              <a:gd name="T21" fmla="*/ 2 h 41"/>
              <a:gd name="T22" fmla="*/ 11 w 17"/>
              <a:gd name="T23" fmla="*/ 16 h 41"/>
              <a:gd name="T24" fmla="*/ 11 w 17"/>
              <a:gd name="T25" fmla="*/ 17 h 41"/>
              <a:gd name="T26" fmla="*/ 9 w 17"/>
              <a:gd name="T27" fmla="*/ 18 h 41"/>
              <a:gd name="T28" fmla="*/ 5 w 17"/>
              <a:gd name="T29" fmla="*/ 18 h 41"/>
              <a:gd name="T30" fmla="*/ 5 w 17"/>
              <a:gd name="T31" fmla="*/ 6 h 41"/>
              <a:gd name="T32" fmla="*/ 9 w 17"/>
              <a:gd name="T33" fmla="*/ 6 h 41"/>
              <a:gd name="T34" fmla="*/ 11 w 17"/>
              <a:gd name="T35" fmla="*/ 7 h 41"/>
              <a:gd name="T36" fmla="*/ 11 w 17"/>
              <a:gd name="T37" fmla="*/ 8 h 41"/>
              <a:gd name="T38" fmla="*/ 11 w 17"/>
              <a:gd name="T39" fmla="*/ 1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" h="41">
                <a:moveTo>
                  <a:pt x="15" y="2"/>
                </a:moveTo>
                <a:cubicBezTo>
                  <a:pt x="14" y="1"/>
                  <a:pt x="13" y="0"/>
                  <a:pt x="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1"/>
                  <a:pt x="0" y="41"/>
                  <a:pt x="0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23"/>
                  <a:pt x="5" y="23"/>
                  <a:pt x="5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3" y="23"/>
                  <a:pt x="14" y="23"/>
                  <a:pt x="15" y="22"/>
                </a:cubicBezTo>
                <a:cubicBezTo>
                  <a:pt x="17" y="21"/>
                  <a:pt x="17" y="19"/>
                  <a:pt x="17" y="18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5"/>
                  <a:pt x="17" y="3"/>
                  <a:pt x="15" y="2"/>
                </a:cubicBezTo>
                <a:close/>
                <a:moveTo>
                  <a:pt x="11" y="16"/>
                </a:moveTo>
                <a:cubicBezTo>
                  <a:pt x="11" y="16"/>
                  <a:pt x="11" y="17"/>
                  <a:pt x="11" y="17"/>
                </a:cubicBezTo>
                <a:cubicBezTo>
                  <a:pt x="10" y="18"/>
                  <a:pt x="10" y="18"/>
                  <a:pt x="9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6"/>
                  <a:pt x="5" y="6"/>
                  <a:pt x="5" y="6"/>
                </a:cubicBezTo>
                <a:cubicBezTo>
                  <a:pt x="9" y="6"/>
                  <a:pt x="9" y="6"/>
                  <a:pt x="9" y="6"/>
                </a:cubicBezTo>
                <a:cubicBezTo>
                  <a:pt x="10" y="6"/>
                  <a:pt x="10" y="6"/>
                  <a:pt x="11" y="7"/>
                </a:cubicBezTo>
                <a:cubicBezTo>
                  <a:pt x="11" y="7"/>
                  <a:pt x="11" y="8"/>
                  <a:pt x="11" y="8"/>
                </a:cubicBezTo>
                <a:lnTo>
                  <a:pt x="11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" name="Freeform 428"/>
          <p:cNvSpPr>
            <a:spLocks noEditPoints="1"/>
          </p:cNvSpPr>
          <p:nvPr/>
        </p:nvSpPr>
        <p:spPr bwMode="auto">
          <a:xfrm>
            <a:off x="5795962" y="6069013"/>
            <a:ext cx="436563" cy="573088"/>
          </a:xfrm>
          <a:custGeom>
            <a:avLst/>
            <a:gdLst>
              <a:gd name="T0" fmla="*/ 99 w 103"/>
              <a:gd name="T1" fmla="*/ 0 h 135"/>
              <a:gd name="T2" fmla="*/ 4 w 103"/>
              <a:gd name="T3" fmla="*/ 0 h 135"/>
              <a:gd name="T4" fmla="*/ 0 w 103"/>
              <a:gd name="T5" fmla="*/ 4 h 135"/>
              <a:gd name="T6" fmla="*/ 0 w 103"/>
              <a:gd name="T7" fmla="*/ 131 h 135"/>
              <a:gd name="T8" fmla="*/ 4 w 103"/>
              <a:gd name="T9" fmla="*/ 135 h 135"/>
              <a:gd name="T10" fmla="*/ 99 w 103"/>
              <a:gd name="T11" fmla="*/ 135 h 135"/>
              <a:gd name="T12" fmla="*/ 103 w 103"/>
              <a:gd name="T13" fmla="*/ 131 h 135"/>
              <a:gd name="T14" fmla="*/ 103 w 103"/>
              <a:gd name="T15" fmla="*/ 4 h 135"/>
              <a:gd name="T16" fmla="*/ 99 w 103"/>
              <a:gd name="T17" fmla="*/ 0 h 135"/>
              <a:gd name="T18" fmla="*/ 95 w 103"/>
              <a:gd name="T19" fmla="*/ 85 h 135"/>
              <a:gd name="T20" fmla="*/ 8 w 103"/>
              <a:gd name="T21" fmla="*/ 85 h 135"/>
              <a:gd name="T22" fmla="*/ 8 w 103"/>
              <a:gd name="T23" fmla="*/ 8 h 135"/>
              <a:gd name="T24" fmla="*/ 95 w 103"/>
              <a:gd name="T25" fmla="*/ 8 h 135"/>
              <a:gd name="T26" fmla="*/ 95 w 103"/>
              <a:gd name="T27" fmla="*/ 8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3" h="135">
                <a:moveTo>
                  <a:pt x="99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3"/>
                  <a:pt x="2" y="135"/>
                  <a:pt x="4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102" y="135"/>
                  <a:pt x="103" y="133"/>
                  <a:pt x="103" y="131"/>
                </a:cubicBezTo>
                <a:cubicBezTo>
                  <a:pt x="103" y="4"/>
                  <a:pt x="103" y="4"/>
                  <a:pt x="103" y="4"/>
                </a:cubicBezTo>
                <a:cubicBezTo>
                  <a:pt x="103" y="1"/>
                  <a:pt x="102" y="0"/>
                  <a:pt x="99" y="0"/>
                </a:cubicBezTo>
                <a:close/>
                <a:moveTo>
                  <a:pt x="95" y="85"/>
                </a:moveTo>
                <a:cubicBezTo>
                  <a:pt x="8" y="85"/>
                  <a:pt x="8" y="85"/>
                  <a:pt x="8" y="85"/>
                </a:cubicBezTo>
                <a:cubicBezTo>
                  <a:pt x="8" y="8"/>
                  <a:pt x="8" y="8"/>
                  <a:pt x="8" y="8"/>
                </a:cubicBezTo>
                <a:cubicBezTo>
                  <a:pt x="95" y="8"/>
                  <a:pt x="95" y="8"/>
                  <a:pt x="95" y="8"/>
                </a:cubicBezTo>
                <a:lnTo>
                  <a:pt x="95" y="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" name="Freeform 429"/>
          <p:cNvSpPr>
            <a:spLocks noEditPoints="1"/>
          </p:cNvSpPr>
          <p:nvPr/>
        </p:nvSpPr>
        <p:spPr bwMode="auto">
          <a:xfrm>
            <a:off x="5884862" y="6297613"/>
            <a:ext cx="42863" cy="47625"/>
          </a:xfrm>
          <a:custGeom>
            <a:avLst/>
            <a:gdLst>
              <a:gd name="T0" fmla="*/ 5 w 10"/>
              <a:gd name="T1" fmla="*/ 0 h 11"/>
              <a:gd name="T2" fmla="*/ 0 w 10"/>
              <a:gd name="T3" fmla="*/ 6 h 11"/>
              <a:gd name="T4" fmla="*/ 5 w 10"/>
              <a:gd name="T5" fmla="*/ 11 h 11"/>
              <a:gd name="T6" fmla="*/ 10 w 10"/>
              <a:gd name="T7" fmla="*/ 6 h 11"/>
              <a:gd name="T8" fmla="*/ 5 w 10"/>
              <a:gd name="T9" fmla="*/ 0 h 11"/>
              <a:gd name="T10" fmla="*/ 5 w 10"/>
              <a:gd name="T11" fmla="*/ 8 h 11"/>
              <a:gd name="T12" fmla="*/ 2 w 10"/>
              <a:gd name="T13" fmla="*/ 6 h 11"/>
              <a:gd name="T14" fmla="*/ 5 w 10"/>
              <a:gd name="T15" fmla="*/ 3 h 11"/>
              <a:gd name="T16" fmla="*/ 7 w 10"/>
              <a:gd name="T17" fmla="*/ 6 h 11"/>
              <a:gd name="T18" fmla="*/ 5 w 10"/>
              <a:gd name="T19" fmla="*/ 8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" h="11">
                <a:moveTo>
                  <a:pt x="5" y="0"/>
                </a:move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8" y="11"/>
                  <a:pt x="10" y="9"/>
                  <a:pt x="10" y="6"/>
                </a:cubicBezTo>
                <a:cubicBezTo>
                  <a:pt x="10" y="3"/>
                  <a:pt x="8" y="0"/>
                  <a:pt x="5" y="0"/>
                </a:cubicBezTo>
                <a:close/>
                <a:moveTo>
                  <a:pt x="5" y="8"/>
                </a:moveTo>
                <a:cubicBezTo>
                  <a:pt x="3" y="8"/>
                  <a:pt x="2" y="7"/>
                  <a:pt x="2" y="6"/>
                </a:cubicBezTo>
                <a:cubicBezTo>
                  <a:pt x="2" y="4"/>
                  <a:pt x="3" y="3"/>
                  <a:pt x="5" y="3"/>
                </a:cubicBezTo>
                <a:cubicBezTo>
                  <a:pt x="6" y="3"/>
                  <a:pt x="7" y="4"/>
                  <a:pt x="7" y="6"/>
                </a:cubicBezTo>
                <a:cubicBezTo>
                  <a:pt x="7" y="7"/>
                  <a:pt x="6" y="8"/>
                  <a:pt x="5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" name="Freeform 430"/>
          <p:cNvSpPr>
            <a:spLocks noEditPoints="1"/>
          </p:cNvSpPr>
          <p:nvPr/>
        </p:nvSpPr>
        <p:spPr bwMode="auto">
          <a:xfrm>
            <a:off x="6067425" y="6297613"/>
            <a:ext cx="46038" cy="47625"/>
          </a:xfrm>
          <a:custGeom>
            <a:avLst/>
            <a:gdLst>
              <a:gd name="T0" fmla="*/ 5 w 11"/>
              <a:gd name="T1" fmla="*/ 0 h 11"/>
              <a:gd name="T2" fmla="*/ 0 w 11"/>
              <a:gd name="T3" fmla="*/ 6 h 11"/>
              <a:gd name="T4" fmla="*/ 5 w 11"/>
              <a:gd name="T5" fmla="*/ 11 h 11"/>
              <a:gd name="T6" fmla="*/ 11 w 11"/>
              <a:gd name="T7" fmla="*/ 6 h 11"/>
              <a:gd name="T8" fmla="*/ 5 w 11"/>
              <a:gd name="T9" fmla="*/ 0 h 11"/>
              <a:gd name="T10" fmla="*/ 5 w 11"/>
              <a:gd name="T11" fmla="*/ 8 h 11"/>
              <a:gd name="T12" fmla="*/ 3 w 11"/>
              <a:gd name="T13" fmla="*/ 6 h 11"/>
              <a:gd name="T14" fmla="*/ 5 w 11"/>
              <a:gd name="T15" fmla="*/ 3 h 11"/>
              <a:gd name="T16" fmla="*/ 8 w 11"/>
              <a:gd name="T17" fmla="*/ 6 h 11"/>
              <a:gd name="T18" fmla="*/ 5 w 11"/>
              <a:gd name="T19" fmla="*/ 8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" h="11">
                <a:moveTo>
                  <a:pt x="5" y="0"/>
                </a:moveTo>
                <a:cubicBezTo>
                  <a:pt x="3" y="0"/>
                  <a:pt x="0" y="3"/>
                  <a:pt x="0" y="6"/>
                </a:cubicBezTo>
                <a:cubicBezTo>
                  <a:pt x="0" y="9"/>
                  <a:pt x="3" y="11"/>
                  <a:pt x="5" y="11"/>
                </a:cubicBezTo>
                <a:cubicBezTo>
                  <a:pt x="8" y="11"/>
                  <a:pt x="11" y="9"/>
                  <a:pt x="11" y="6"/>
                </a:cubicBezTo>
                <a:cubicBezTo>
                  <a:pt x="11" y="3"/>
                  <a:pt x="8" y="0"/>
                  <a:pt x="5" y="0"/>
                </a:cubicBezTo>
                <a:close/>
                <a:moveTo>
                  <a:pt x="5" y="8"/>
                </a:moveTo>
                <a:cubicBezTo>
                  <a:pt x="4" y="8"/>
                  <a:pt x="3" y="7"/>
                  <a:pt x="3" y="6"/>
                </a:cubicBezTo>
                <a:cubicBezTo>
                  <a:pt x="3" y="4"/>
                  <a:pt x="4" y="3"/>
                  <a:pt x="5" y="3"/>
                </a:cubicBezTo>
                <a:cubicBezTo>
                  <a:pt x="7" y="3"/>
                  <a:pt x="8" y="4"/>
                  <a:pt x="8" y="6"/>
                </a:cubicBezTo>
                <a:cubicBezTo>
                  <a:pt x="8" y="7"/>
                  <a:pt x="7" y="8"/>
                  <a:pt x="5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" name="Freeform 431"/>
          <p:cNvSpPr>
            <a:spLocks noEditPoints="1"/>
          </p:cNvSpPr>
          <p:nvPr/>
        </p:nvSpPr>
        <p:spPr bwMode="auto">
          <a:xfrm>
            <a:off x="5854700" y="6234113"/>
            <a:ext cx="319088" cy="90488"/>
          </a:xfrm>
          <a:custGeom>
            <a:avLst/>
            <a:gdLst>
              <a:gd name="T0" fmla="*/ 5 w 75"/>
              <a:gd name="T1" fmla="*/ 21 h 21"/>
              <a:gd name="T2" fmla="*/ 12 w 75"/>
              <a:gd name="T3" fmla="*/ 14 h 21"/>
              <a:gd name="T4" fmla="*/ 18 w 75"/>
              <a:gd name="T5" fmla="*/ 21 h 21"/>
              <a:gd name="T6" fmla="*/ 18 w 75"/>
              <a:gd name="T7" fmla="*/ 21 h 21"/>
              <a:gd name="T8" fmla="*/ 49 w 75"/>
              <a:gd name="T9" fmla="*/ 21 h 21"/>
              <a:gd name="T10" fmla="*/ 49 w 75"/>
              <a:gd name="T11" fmla="*/ 21 h 21"/>
              <a:gd name="T12" fmla="*/ 55 w 75"/>
              <a:gd name="T13" fmla="*/ 14 h 21"/>
              <a:gd name="T14" fmla="*/ 62 w 75"/>
              <a:gd name="T15" fmla="*/ 21 h 21"/>
              <a:gd name="T16" fmla="*/ 62 w 75"/>
              <a:gd name="T17" fmla="*/ 21 h 21"/>
              <a:gd name="T18" fmla="*/ 75 w 75"/>
              <a:gd name="T19" fmla="*/ 21 h 21"/>
              <a:gd name="T20" fmla="*/ 75 w 75"/>
              <a:gd name="T21" fmla="*/ 12 h 21"/>
              <a:gd name="T22" fmla="*/ 72 w 75"/>
              <a:gd name="T23" fmla="*/ 0 h 21"/>
              <a:gd name="T24" fmla="*/ 0 w 75"/>
              <a:gd name="T25" fmla="*/ 0 h 21"/>
              <a:gd name="T26" fmla="*/ 0 w 75"/>
              <a:gd name="T27" fmla="*/ 14 h 21"/>
              <a:gd name="T28" fmla="*/ 0 w 75"/>
              <a:gd name="T29" fmla="*/ 21 h 21"/>
              <a:gd name="T30" fmla="*/ 5 w 75"/>
              <a:gd name="T31" fmla="*/ 21 h 21"/>
              <a:gd name="T32" fmla="*/ 59 w 75"/>
              <a:gd name="T33" fmla="*/ 2 h 21"/>
              <a:gd name="T34" fmla="*/ 71 w 75"/>
              <a:gd name="T35" fmla="*/ 2 h 21"/>
              <a:gd name="T36" fmla="*/ 73 w 75"/>
              <a:gd name="T37" fmla="*/ 10 h 21"/>
              <a:gd name="T38" fmla="*/ 59 w 75"/>
              <a:gd name="T39" fmla="*/ 10 h 21"/>
              <a:gd name="T40" fmla="*/ 59 w 75"/>
              <a:gd name="T41" fmla="*/ 2 h 21"/>
              <a:gd name="T42" fmla="*/ 47 w 75"/>
              <a:gd name="T43" fmla="*/ 2 h 21"/>
              <a:gd name="T44" fmla="*/ 58 w 75"/>
              <a:gd name="T45" fmla="*/ 2 h 21"/>
              <a:gd name="T46" fmla="*/ 58 w 75"/>
              <a:gd name="T47" fmla="*/ 10 h 21"/>
              <a:gd name="T48" fmla="*/ 47 w 75"/>
              <a:gd name="T49" fmla="*/ 10 h 21"/>
              <a:gd name="T50" fmla="*/ 47 w 75"/>
              <a:gd name="T51" fmla="*/ 2 h 21"/>
              <a:gd name="T52" fmla="*/ 34 w 75"/>
              <a:gd name="T53" fmla="*/ 2 h 21"/>
              <a:gd name="T54" fmla="*/ 45 w 75"/>
              <a:gd name="T55" fmla="*/ 2 h 21"/>
              <a:gd name="T56" fmla="*/ 45 w 75"/>
              <a:gd name="T57" fmla="*/ 19 h 21"/>
              <a:gd name="T58" fmla="*/ 34 w 75"/>
              <a:gd name="T59" fmla="*/ 19 h 21"/>
              <a:gd name="T60" fmla="*/ 34 w 75"/>
              <a:gd name="T61" fmla="*/ 2 h 21"/>
              <a:gd name="T62" fmla="*/ 22 w 75"/>
              <a:gd name="T63" fmla="*/ 2 h 21"/>
              <a:gd name="T64" fmla="*/ 33 w 75"/>
              <a:gd name="T65" fmla="*/ 2 h 21"/>
              <a:gd name="T66" fmla="*/ 33 w 75"/>
              <a:gd name="T67" fmla="*/ 10 h 21"/>
              <a:gd name="T68" fmla="*/ 22 w 75"/>
              <a:gd name="T69" fmla="*/ 10 h 21"/>
              <a:gd name="T70" fmla="*/ 22 w 75"/>
              <a:gd name="T71" fmla="*/ 2 h 21"/>
              <a:gd name="T72" fmla="*/ 9 w 75"/>
              <a:gd name="T73" fmla="*/ 2 h 21"/>
              <a:gd name="T74" fmla="*/ 20 w 75"/>
              <a:gd name="T75" fmla="*/ 2 h 21"/>
              <a:gd name="T76" fmla="*/ 20 w 75"/>
              <a:gd name="T77" fmla="*/ 10 h 21"/>
              <a:gd name="T78" fmla="*/ 9 w 75"/>
              <a:gd name="T79" fmla="*/ 10 h 21"/>
              <a:gd name="T80" fmla="*/ 9 w 75"/>
              <a:gd name="T81" fmla="*/ 2 h 21"/>
              <a:gd name="T82" fmla="*/ 2 w 75"/>
              <a:gd name="T83" fmla="*/ 2 h 21"/>
              <a:gd name="T84" fmla="*/ 8 w 75"/>
              <a:gd name="T85" fmla="*/ 2 h 21"/>
              <a:gd name="T86" fmla="*/ 8 w 75"/>
              <a:gd name="T87" fmla="*/ 10 h 21"/>
              <a:gd name="T88" fmla="*/ 2 w 75"/>
              <a:gd name="T89" fmla="*/ 10 h 21"/>
              <a:gd name="T90" fmla="*/ 2 w 75"/>
              <a:gd name="T91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5" h="21">
                <a:moveTo>
                  <a:pt x="5" y="21"/>
                </a:moveTo>
                <a:cubicBezTo>
                  <a:pt x="5" y="17"/>
                  <a:pt x="8" y="14"/>
                  <a:pt x="12" y="14"/>
                </a:cubicBezTo>
                <a:cubicBezTo>
                  <a:pt x="15" y="14"/>
                  <a:pt x="18" y="17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17"/>
                  <a:pt x="52" y="14"/>
                  <a:pt x="55" y="14"/>
                </a:cubicBezTo>
                <a:cubicBezTo>
                  <a:pt x="59" y="14"/>
                  <a:pt x="62" y="17"/>
                  <a:pt x="62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12"/>
                  <a:pt x="75" y="12"/>
                  <a:pt x="75" y="12"/>
                </a:cubicBezTo>
                <a:cubicBezTo>
                  <a:pt x="72" y="0"/>
                  <a:pt x="72" y="0"/>
                  <a:pt x="7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1"/>
                  <a:pt x="0" y="21"/>
                  <a:pt x="0" y="21"/>
                </a:cubicBezTo>
                <a:cubicBezTo>
                  <a:pt x="5" y="21"/>
                  <a:pt x="5" y="21"/>
                  <a:pt x="5" y="21"/>
                </a:cubicBezTo>
                <a:close/>
                <a:moveTo>
                  <a:pt x="59" y="2"/>
                </a:moveTo>
                <a:cubicBezTo>
                  <a:pt x="71" y="2"/>
                  <a:pt x="71" y="2"/>
                  <a:pt x="71" y="2"/>
                </a:cubicBezTo>
                <a:cubicBezTo>
                  <a:pt x="73" y="10"/>
                  <a:pt x="73" y="10"/>
                  <a:pt x="73" y="10"/>
                </a:cubicBezTo>
                <a:cubicBezTo>
                  <a:pt x="59" y="10"/>
                  <a:pt x="59" y="10"/>
                  <a:pt x="59" y="10"/>
                </a:cubicBezTo>
                <a:lnTo>
                  <a:pt x="59" y="2"/>
                </a:lnTo>
                <a:close/>
                <a:moveTo>
                  <a:pt x="47" y="2"/>
                </a:moveTo>
                <a:cubicBezTo>
                  <a:pt x="58" y="2"/>
                  <a:pt x="58" y="2"/>
                  <a:pt x="58" y="2"/>
                </a:cubicBezTo>
                <a:cubicBezTo>
                  <a:pt x="58" y="10"/>
                  <a:pt x="58" y="10"/>
                  <a:pt x="58" y="10"/>
                </a:cubicBezTo>
                <a:cubicBezTo>
                  <a:pt x="47" y="10"/>
                  <a:pt x="47" y="10"/>
                  <a:pt x="47" y="10"/>
                </a:cubicBezTo>
                <a:lnTo>
                  <a:pt x="47" y="2"/>
                </a:lnTo>
                <a:close/>
                <a:moveTo>
                  <a:pt x="34" y="2"/>
                </a:moveTo>
                <a:cubicBezTo>
                  <a:pt x="45" y="2"/>
                  <a:pt x="45" y="2"/>
                  <a:pt x="45" y="2"/>
                </a:cubicBezTo>
                <a:cubicBezTo>
                  <a:pt x="45" y="19"/>
                  <a:pt x="45" y="19"/>
                  <a:pt x="45" y="19"/>
                </a:cubicBezTo>
                <a:cubicBezTo>
                  <a:pt x="34" y="19"/>
                  <a:pt x="34" y="19"/>
                  <a:pt x="34" y="19"/>
                </a:cubicBezTo>
                <a:lnTo>
                  <a:pt x="34" y="2"/>
                </a:lnTo>
                <a:close/>
                <a:moveTo>
                  <a:pt x="22" y="2"/>
                </a:moveTo>
                <a:cubicBezTo>
                  <a:pt x="33" y="2"/>
                  <a:pt x="33" y="2"/>
                  <a:pt x="33" y="2"/>
                </a:cubicBezTo>
                <a:cubicBezTo>
                  <a:pt x="33" y="10"/>
                  <a:pt x="33" y="10"/>
                  <a:pt x="33" y="10"/>
                </a:cubicBezTo>
                <a:cubicBezTo>
                  <a:pt x="22" y="10"/>
                  <a:pt x="22" y="10"/>
                  <a:pt x="22" y="10"/>
                </a:cubicBezTo>
                <a:lnTo>
                  <a:pt x="22" y="2"/>
                </a:lnTo>
                <a:close/>
                <a:moveTo>
                  <a:pt x="9" y="2"/>
                </a:moveTo>
                <a:cubicBezTo>
                  <a:pt x="20" y="2"/>
                  <a:pt x="20" y="2"/>
                  <a:pt x="20" y="2"/>
                </a:cubicBezTo>
                <a:cubicBezTo>
                  <a:pt x="20" y="10"/>
                  <a:pt x="20" y="10"/>
                  <a:pt x="20" y="10"/>
                </a:cubicBezTo>
                <a:cubicBezTo>
                  <a:pt x="9" y="10"/>
                  <a:pt x="9" y="10"/>
                  <a:pt x="9" y="10"/>
                </a:cubicBezTo>
                <a:lnTo>
                  <a:pt x="9" y="2"/>
                </a:lnTo>
                <a:close/>
                <a:moveTo>
                  <a:pt x="2" y="2"/>
                </a:moveTo>
                <a:cubicBezTo>
                  <a:pt x="8" y="2"/>
                  <a:pt x="8" y="2"/>
                  <a:pt x="8" y="2"/>
                </a:cubicBezTo>
                <a:cubicBezTo>
                  <a:pt x="8" y="10"/>
                  <a:pt x="8" y="10"/>
                  <a:pt x="8" y="10"/>
                </a:cubicBezTo>
                <a:cubicBezTo>
                  <a:pt x="2" y="10"/>
                  <a:pt x="2" y="10"/>
                  <a:pt x="2" y="10"/>
                </a:cubicBezTo>
                <a:lnTo>
                  <a:pt x="2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" name="Rectangle 432"/>
          <p:cNvSpPr>
            <a:spLocks noChangeArrowheads="1"/>
          </p:cNvSpPr>
          <p:nvPr/>
        </p:nvSpPr>
        <p:spPr bwMode="auto">
          <a:xfrm>
            <a:off x="6007100" y="6246813"/>
            <a:ext cx="12700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" name="Rectangle 433"/>
          <p:cNvSpPr>
            <a:spLocks noChangeArrowheads="1"/>
          </p:cNvSpPr>
          <p:nvPr/>
        </p:nvSpPr>
        <p:spPr bwMode="auto">
          <a:xfrm>
            <a:off x="6024562" y="6246813"/>
            <a:ext cx="17463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" name="Freeform 434"/>
          <p:cNvSpPr>
            <a:spLocks noEditPoints="1"/>
          </p:cNvSpPr>
          <p:nvPr/>
        </p:nvSpPr>
        <p:spPr bwMode="auto">
          <a:xfrm>
            <a:off x="6491287" y="6069013"/>
            <a:ext cx="441325" cy="573088"/>
          </a:xfrm>
          <a:custGeom>
            <a:avLst/>
            <a:gdLst>
              <a:gd name="T0" fmla="*/ 100 w 104"/>
              <a:gd name="T1" fmla="*/ 0 h 135"/>
              <a:gd name="T2" fmla="*/ 4 w 104"/>
              <a:gd name="T3" fmla="*/ 0 h 135"/>
              <a:gd name="T4" fmla="*/ 0 w 104"/>
              <a:gd name="T5" fmla="*/ 4 h 135"/>
              <a:gd name="T6" fmla="*/ 0 w 104"/>
              <a:gd name="T7" fmla="*/ 131 h 135"/>
              <a:gd name="T8" fmla="*/ 4 w 104"/>
              <a:gd name="T9" fmla="*/ 135 h 135"/>
              <a:gd name="T10" fmla="*/ 100 w 104"/>
              <a:gd name="T11" fmla="*/ 135 h 135"/>
              <a:gd name="T12" fmla="*/ 104 w 104"/>
              <a:gd name="T13" fmla="*/ 131 h 135"/>
              <a:gd name="T14" fmla="*/ 104 w 104"/>
              <a:gd name="T15" fmla="*/ 4 h 135"/>
              <a:gd name="T16" fmla="*/ 100 w 104"/>
              <a:gd name="T17" fmla="*/ 0 h 135"/>
              <a:gd name="T18" fmla="*/ 96 w 104"/>
              <a:gd name="T19" fmla="*/ 85 h 135"/>
              <a:gd name="T20" fmla="*/ 8 w 104"/>
              <a:gd name="T21" fmla="*/ 85 h 135"/>
              <a:gd name="T22" fmla="*/ 8 w 104"/>
              <a:gd name="T23" fmla="*/ 8 h 135"/>
              <a:gd name="T24" fmla="*/ 96 w 104"/>
              <a:gd name="T25" fmla="*/ 8 h 135"/>
              <a:gd name="T26" fmla="*/ 96 w 104"/>
              <a:gd name="T27" fmla="*/ 8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4" h="135">
                <a:moveTo>
                  <a:pt x="100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3"/>
                  <a:pt x="2" y="135"/>
                  <a:pt x="4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2" y="135"/>
                  <a:pt x="104" y="133"/>
                  <a:pt x="104" y="131"/>
                </a:cubicBezTo>
                <a:cubicBezTo>
                  <a:pt x="104" y="4"/>
                  <a:pt x="104" y="4"/>
                  <a:pt x="104" y="4"/>
                </a:cubicBezTo>
                <a:cubicBezTo>
                  <a:pt x="104" y="1"/>
                  <a:pt x="102" y="0"/>
                  <a:pt x="100" y="0"/>
                </a:cubicBezTo>
                <a:moveTo>
                  <a:pt x="96" y="85"/>
                </a:moveTo>
                <a:cubicBezTo>
                  <a:pt x="8" y="85"/>
                  <a:pt x="8" y="85"/>
                  <a:pt x="8" y="85"/>
                </a:cubicBezTo>
                <a:cubicBezTo>
                  <a:pt x="8" y="8"/>
                  <a:pt x="8" y="8"/>
                  <a:pt x="8" y="8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85"/>
                  <a:pt x="96" y="85"/>
                  <a:pt x="96" y="8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" name="Freeform 435"/>
          <p:cNvSpPr>
            <a:spLocks/>
          </p:cNvSpPr>
          <p:nvPr/>
        </p:nvSpPr>
        <p:spPr bwMode="auto">
          <a:xfrm>
            <a:off x="6648450" y="6307138"/>
            <a:ext cx="127000" cy="93663"/>
          </a:xfrm>
          <a:custGeom>
            <a:avLst/>
            <a:gdLst>
              <a:gd name="T0" fmla="*/ 72 w 80"/>
              <a:gd name="T1" fmla="*/ 59 h 59"/>
              <a:gd name="T2" fmla="*/ 69 w 80"/>
              <a:gd name="T3" fmla="*/ 8 h 59"/>
              <a:gd name="T4" fmla="*/ 8 w 80"/>
              <a:gd name="T5" fmla="*/ 8 h 59"/>
              <a:gd name="T6" fmla="*/ 5 w 80"/>
              <a:gd name="T7" fmla="*/ 59 h 59"/>
              <a:gd name="T8" fmla="*/ 0 w 80"/>
              <a:gd name="T9" fmla="*/ 59 h 59"/>
              <a:gd name="T10" fmla="*/ 2 w 80"/>
              <a:gd name="T11" fmla="*/ 0 h 59"/>
              <a:gd name="T12" fmla="*/ 77 w 80"/>
              <a:gd name="T13" fmla="*/ 0 h 59"/>
              <a:gd name="T14" fmla="*/ 80 w 80"/>
              <a:gd name="T15" fmla="*/ 59 h 59"/>
              <a:gd name="T16" fmla="*/ 72 w 80"/>
              <a:gd name="T17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0" h="59">
                <a:moveTo>
                  <a:pt x="72" y="59"/>
                </a:moveTo>
                <a:lnTo>
                  <a:pt x="69" y="8"/>
                </a:lnTo>
                <a:lnTo>
                  <a:pt x="8" y="8"/>
                </a:lnTo>
                <a:lnTo>
                  <a:pt x="5" y="59"/>
                </a:lnTo>
                <a:lnTo>
                  <a:pt x="0" y="59"/>
                </a:lnTo>
                <a:lnTo>
                  <a:pt x="2" y="0"/>
                </a:lnTo>
                <a:lnTo>
                  <a:pt x="77" y="0"/>
                </a:lnTo>
                <a:lnTo>
                  <a:pt x="80" y="59"/>
                </a:lnTo>
                <a:lnTo>
                  <a:pt x="72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" name="Freeform 436"/>
          <p:cNvSpPr>
            <a:spLocks/>
          </p:cNvSpPr>
          <p:nvPr/>
        </p:nvSpPr>
        <p:spPr bwMode="auto">
          <a:xfrm>
            <a:off x="6648450" y="6307138"/>
            <a:ext cx="127000" cy="93663"/>
          </a:xfrm>
          <a:custGeom>
            <a:avLst/>
            <a:gdLst>
              <a:gd name="T0" fmla="*/ 72 w 80"/>
              <a:gd name="T1" fmla="*/ 59 h 59"/>
              <a:gd name="T2" fmla="*/ 69 w 80"/>
              <a:gd name="T3" fmla="*/ 8 h 59"/>
              <a:gd name="T4" fmla="*/ 8 w 80"/>
              <a:gd name="T5" fmla="*/ 8 h 59"/>
              <a:gd name="T6" fmla="*/ 5 w 80"/>
              <a:gd name="T7" fmla="*/ 59 h 59"/>
              <a:gd name="T8" fmla="*/ 0 w 80"/>
              <a:gd name="T9" fmla="*/ 59 h 59"/>
              <a:gd name="T10" fmla="*/ 2 w 80"/>
              <a:gd name="T11" fmla="*/ 0 h 59"/>
              <a:gd name="T12" fmla="*/ 77 w 80"/>
              <a:gd name="T13" fmla="*/ 0 h 59"/>
              <a:gd name="T14" fmla="*/ 80 w 80"/>
              <a:gd name="T15" fmla="*/ 59 h 59"/>
              <a:gd name="T16" fmla="*/ 72 w 80"/>
              <a:gd name="T17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0" h="59">
                <a:moveTo>
                  <a:pt x="72" y="59"/>
                </a:moveTo>
                <a:lnTo>
                  <a:pt x="69" y="8"/>
                </a:lnTo>
                <a:lnTo>
                  <a:pt x="8" y="8"/>
                </a:lnTo>
                <a:lnTo>
                  <a:pt x="5" y="59"/>
                </a:lnTo>
                <a:lnTo>
                  <a:pt x="0" y="59"/>
                </a:lnTo>
                <a:lnTo>
                  <a:pt x="2" y="0"/>
                </a:lnTo>
                <a:lnTo>
                  <a:pt x="77" y="0"/>
                </a:lnTo>
                <a:lnTo>
                  <a:pt x="80" y="59"/>
                </a:lnTo>
                <a:lnTo>
                  <a:pt x="72" y="59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" name="Rectangle 437"/>
          <p:cNvSpPr>
            <a:spLocks noChangeArrowheads="1"/>
          </p:cNvSpPr>
          <p:nvPr/>
        </p:nvSpPr>
        <p:spPr bwMode="auto">
          <a:xfrm>
            <a:off x="6656387" y="6350001"/>
            <a:ext cx="106363" cy="508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" name="Rectangle 438"/>
          <p:cNvSpPr>
            <a:spLocks noChangeArrowheads="1"/>
          </p:cNvSpPr>
          <p:nvPr/>
        </p:nvSpPr>
        <p:spPr bwMode="auto">
          <a:xfrm>
            <a:off x="6648450" y="6345238"/>
            <a:ext cx="1222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" name="Freeform 439"/>
          <p:cNvSpPr>
            <a:spLocks noEditPoints="1"/>
          </p:cNvSpPr>
          <p:nvPr/>
        </p:nvSpPr>
        <p:spPr bwMode="auto">
          <a:xfrm>
            <a:off x="6638925" y="6183313"/>
            <a:ext cx="144463" cy="179388"/>
          </a:xfrm>
          <a:custGeom>
            <a:avLst/>
            <a:gdLst>
              <a:gd name="T0" fmla="*/ 18 w 34"/>
              <a:gd name="T1" fmla="*/ 0 h 42"/>
              <a:gd name="T2" fmla="*/ 16 w 34"/>
              <a:gd name="T3" fmla="*/ 0 h 42"/>
              <a:gd name="T4" fmla="*/ 0 w 34"/>
              <a:gd name="T5" fmla="*/ 9 h 42"/>
              <a:gd name="T6" fmla="*/ 0 w 34"/>
              <a:gd name="T7" fmla="*/ 22 h 42"/>
              <a:gd name="T8" fmla="*/ 12 w 34"/>
              <a:gd name="T9" fmla="*/ 38 h 42"/>
              <a:gd name="T10" fmla="*/ 20 w 34"/>
              <a:gd name="T11" fmla="*/ 38 h 42"/>
              <a:gd name="T12" fmla="*/ 34 w 34"/>
              <a:gd name="T13" fmla="*/ 22 h 42"/>
              <a:gd name="T14" fmla="*/ 34 w 34"/>
              <a:gd name="T15" fmla="*/ 9 h 42"/>
              <a:gd name="T16" fmla="*/ 18 w 34"/>
              <a:gd name="T17" fmla="*/ 0 h 42"/>
              <a:gd name="T18" fmla="*/ 11 w 34"/>
              <a:gd name="T19" fmla="*/ 29 h 42"/>
              <a:gd name="T20" fmla="*/ 4 w 34"/>
              <a:gd name="T21" fmla="*/ 29 h 42"/>
              <a:gd name="T22" fmla="*/ 4 w 34"/>
              <a:gd name="T23" fmla="*/ 26 h 42"/>
              <a:gd name="T24" fmla="*/ 11 w 34"/>
              <a:gd name="T25" fmla="*/ 26 h 42"/>
              <a:gd name="T26" fmla="*/ 11 w 34"/>
              <a:gd name="T27" fmla="*/ 29 h 42"/>
              <a:gd name="T28" fmla="*/ 29 w 34"/>
              <a:gd name="T29" fmla="*/ 29 h 42"/>
              <a:gd name="T30" fmla="*/ 22 w 34"/>
              <a:gd name="T31" fmla="*/ 29 h 42"/>
              <a:gd name="T32" fmla="*/ 22 w 34"/>
              <a:gd name="T33" fmla="*/ 26 h 42"/>
              <a:gd name="T34" fmla="*/ 29 w 34"/>
              <a:gd name="T35" fmla="*/ 26 h 42"/>
              <a:gd name="T36" fmla="*/ 29 w 34"/>
              <a:gd name="T37" fmla="*/ 29 h 42"/>
              <a:gd name="T38" fmla="*/ 29 w 34"/>
              <a:gd name="T39" fmla="*/ 21 h 42"/>
              <a:gd name="T40" fmla="*/ 4 w 34"/>
              <a:gd name="T41" fmla="*/ 21 h 42"/>
              <a:gd name="T42" fmla="*/ 4 w 34"/>
              <a:gd name="T43" fmla="*/ 7 h 42"/>
              <a:gd name="T44" fmla="*/ 29 w 34"/>
              <a:gd name="T45" fmla="*/ 7 h 42"/>
              <a:gd name="T46" fmla="*/ 29 w 34"/>
              <a:gd name="T47" fmla="*/ 2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4" h="42">
                <a:moveTo>
                  <a:pt x="1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0"/>
                  <a:pt x="0" y="9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42"/>
                  <a:pt x="3" y="38"/>
                  <a:pt x="12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9" y="38"/>
                  <a:pt x="34" y="42"/>
                  <a:pt x="34" y="22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0"/>
                  <a:pt x="26" y="0"/>
                  <a:pt x="18" y="0"/>
                </a:cubicBezTo>
                <a:close/>
                <a:moveTo>
                  <a:pt x="11" y="29"/>
                </a:moveTo>
                <a:cubicBezTo>
                  <a:pt x="4" y="29"/>
                  <a:pt x="4" y="29"/>
                  <a:pt x="4" y="29"/>
                </a:cubicBezTo>
                <a:cubicBezTo>
                  <a:pt x="4" y="26"/>
                  <a:pt x="4" y="26"/>
                  <a:pt x="4" y="26"/>
                </a:cubicBezTo>
                <a:cubicBezTo>
                  <a:pt x="11" y="26"/>
                  <a:pt x="11" y="26"/>
                  <a:pt x="11" y="26"/>
                </a:cubicBezTo>
                <a:lnTo>
                  <a:pt x="11" y="29"/>
                </a:lnTo>
                <a:close/>
                <a:moveTo>
                  <a:pt x="29" y="29"/>
                </a:moveTo>
                <a:cubicBezTo>
                  <a:pt x="22" y="29"/>
                  <a:pt x="22" y="29"/>
                  <a:pt x="22" y="29"/>
                </a:cubicBezTo>
                <a:cubicBezTo>
                  <a:pt x="22" y="26"/>
                  <a:pt x="22" y="26"/>
                  <a:pt x="22" y="26"/>
                </a:cubicBezTo>
                <a:cubicBezTo>
                  <a:pt x="29" y="26"/>
                  <a:pt x="29" y="26"/>
                  <a:pt x="29" y="26"/>
                </a:cubicBezTo>
                <a:lnTo>
                  <a:pt x="29" y="29"/>
                </a:lnTo>
                <a:close/>
                <a:moveTo>
                  <a:pt x="29" y="21"/>
                </a:moveTo>
                <a:cubicBezTo>
                  <a:pt x="4" y="21"/>
                  <a:pt x="4" y="21"/>
                  <a:pt x="4" y="21"/>
                </a:cubicBezTo>
                <a:cubicBezTo>
                  <a:pt x="4" y="7"/>
                  <a:pt x="4" y="7"/>
                  <a:pt x="4" y="7"/>
                </a:cubicBezTo>
                <a:cubicBezTo>
                  <a:pt x="29" y="7"/>
                  <a:pt x="29" y="7"/>
                  <a:pt x="29" y="7"/>
                </a:cubicBezTo>
                <a:lnTo>
                  <a:pt x="29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" name="Rectangle 440"/>
          <p:cNvSpPr>
            <a:spLocks noChangeArrowheads="1"/>
          </p:cNvSpPr>
          <p:nvPr/>
        </p:nvSpPr>
        <p:spPr bwMode="auto">
          <a:xfrm>
            <a:off x="6689725" y="6170613"/>
            <a:ext cx="428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" name="Rectangle 441"/>
          <p:cNvSpPr>
            <a:spLocks noChangeArrowheads="1"/>
          </p:cNvSpPr>
          <p:nvPr/>
        </p:nvSpPr>
        <p:spPr bwMode="auto">
          <a:xfrm>
            <a:off x="6699250" y="6132513"/>
            <a:ext cx="1588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" name="Rectangle 442"/>
          <p:cNvSpPr>
            <a:spLocks noChangeArrowheads="1"/>
          </p:cNvSpPr>
          <p:nvPr/>
        </p:nvSpPr>
        <p:spPr bwMode="auto">
          <a:xfrm>
            <a:off x="6724650" y="6132513"/>
            <a:ext cx="1588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" name="Rectangle 443"/>
          <p:cNvSpPr>
            <a:spLocks noChangeArrowheads="1"/>
          </p:cNvSpPr>
          <p:nvPr/>
        </p:nvSpPr>
        <p:spPr bwMode="auto">
          <a:xfrm>
            <a:off x="6681787" y="6132513"/>
            <a:ext cx="55563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" name="Freeform 444"/>
          <p:cNvSpPr>
            <a:spLocks noEditPoints="1"/>
          </p:cNvSpPr>
          <p:nvPr/>
        </p:nvSpPr>
        <p:spPr bwMode="auto">
          <a:xfrm>
            <a:off x="7173912" y="6061076"/>
            <a:ext cx="436563" cy="577850"/>
          </a:xfrm>
          <a:custGeom>
            <a:avLst/>
            <a:gdLst>
              <a:gd name="T0" fmla="*/ 99 w 103"/>
              <a:gd name="T1" fmla="*/ 0 h 136"/>
              <a:gd name="T2" fmla="*/ 4 w 103"/>
              <a:gd name="T3" fmla="*/ 0 h 136"/>
              <a:gd name="T4" fmla="*/ 0 w 103"/>
              <a:gd name="T5" fmla="*/ 4 h 136"/>
              <a:gd name="T6" fmla="*/ 0 w 103"/>
              <a:gd name="T7" fmla="*/ 132 h 136"/>
              <a:gd name="T8" fmla="*/ 4 w 103"/>
              <a:gd name="T9" fmla="*/ 136 h 136"/>
              <a:gd name="T10" fmla="*/ 99 w 103"/>
              <a:gd name="T11" fmla="*/ 136 h 136"/>
              <a:gd name="T12" fmla="*/ 103 w 103"/>
              <a:gd name="T13" fmla="*/ 132 h 136"/>
              <a:gd name="T14" fmla="*/ 103 w 103"/>
              <a:gd name="T15" fmla="*/ 4 h 136"/>
              <a:gd name="T16" fmla="*/ 99 w 103"/>
              <a:gd name="T17" fmla="*/ 0 h 136"/>
              <a:gd name="T18" fmla="*/ 95 w 103"/>
              <a:gd name="T19" fmla="*/ 86 h 136"/>
              <a:gd name="T20" fmla="*/ 8 w 103"/>
              <a:gd name="T21" fmla="*/ 86 h 136"/>
              <a:gd name="T22" fmla="*/ 8 w 103"/>
              <a:gd name="T23" fmla="*/ 8 h 136"/>
              <a:gd name="T24" fmla="*/ 95 w 103"/>
              <a:gd name="T25" fmla="*/ 8 h 136"/>
              <a:gd name="T26" fmla="*/ 95 w 103"/>
              <a:gd name="T27" fmla="*/ 8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3" h="136">
                <a:moveTo>
                  <a:pt x="99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4"/>
                  <a:pt x="2" y="136"/>
                  <a:pt x="4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2" y="136"/>
                  <a:pt x="103" y="134"/>
                  <a:pt x="103" y="132"/>
                </a:cubicBezTo>
                <a:cubicBezTo>
                  <a:pt x="103" y="4"/>
                  <a:pt x="103" y="4"/>
                  <a:pt x="103" y="4"/>
                </a:cubicBezTo>
                <a:cubicBezTo>
                  <a:pt x="103" y="2"/>
                  <a:pt x="102" y="0"/>
                  <a:pt x="99" y="0"/>
                </a:cubicBezTo>
                <a:close/>
                <a:moveTo>
                  <a:pt x="95" y="86"/>
                </a:moveTo>
                <a:cubicBezTo>
                  <a:pt x="8" y="86"/>
                  <a:pt x="8" y="86"/>
                  <a:pt x="8" y="86"/>
                </a:cubicBezTo>
                <a:cubicBezTo>
                  <a:pt x="8" y="8"/>
                  <a:pt x="8" y="8"/>
                  <a:pt x="8" y="8"/>
                </a:cubicBezTo>
                <a:cubicBezTo>
                  <a:pt x="95" y="8"/>
                  <a:pt x="95" y="8"/>
                  <a:pt x="95" y="8"/>
                </a:cubicBezTo>
                <a:lnTo>
                  <a:pt x="95" y="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" name="Freeform 445"/>
          <p:cNvSpPr>
            <a:spLocks/>
          </p:cNvSpPr>
          <p:nvPr/>
        </p:nvSpPr>
        <p:spPr bwMode="auto">
          <a:xfrm>
            <a:off x="7334250" y="6119813"/>
            <a:ext cx="115888" cy="73025"/>
          </a:xfrm>
          <a:custGeom>
            <a:avLst/>
            <a:gdLst>
              <a:gd name="T0" fmla="*/ 67 w 73"/>
              <a:gd name="T1" fmla="*/ 46 h 46"/>
              <a:gd name="T2" fmla="*/ 6 w 73"/>
              <a:gd name="T3" fmla="*/ 46 h 46"/>
              <a:gd name="T4" fmla="*/ 0 w 73"/>
              <a:gd name="T5" fmla="*/ 0 h 46"/>
              <a:gd name="T6" fmla="*/ 6 w 73"/>
              <a:gd name="T7" fmla="*/ 0 h 46"/>
              <a:gd name="T8" fmla="*/ 11 w 73"/>
              <a:gd name="T9" fmla="*/ 40 h 46"/>
              <a:gd name="T10" fmla="*/ 62 w 73"/>
              <a:gd name="T11" fmla="*/ 40 h 46"/>
              <a:gd name="T12" fmla="*/ 67 w 73"/>
              <a:gd name="T13" fmla="*/ 0 h 46"/>
              <a:gd name="T14" fmla="*/ 73 w 73"/>
              <a:gd name="T15" fmla="*/ 0 h 46"/>
              <a:gd name="T16" fmla="*/ 67 w 73"/>
              <a:gd name="T17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3" h="46">
                <a:moveTo>
                  <a:pt x="67" y="46"/>
                </a:moveTo>
                <a:lnTo>
                  <a:pt x="6" y="46"/>
                </a:lnTo>
                <a:lnTo>
                  <a:pt x="0" y="0"/>
                </a:lnTo>
                <a:lnTo>
                  <a:pt x="6" y="0"/>
                </a:lnTo>
                <a:lnTo>
                  <a:pt x="11" y="40"/>
                </a:lnTo>
                <a:lnTo>
                  <a:pt x="62" y="40"/>
                </a:lnTo>
                <a:lnTo>
                  <a:pt x="67" y="0"/>
                </a:lnTo>
                <a:lnTo>
                  <a:pt x="73" y="0"/>
                </a:lnTo>
                <a:lnTo>
                  <a:pt x="67" y="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" name="Rectangle 446"/>
          <p:cNvSpPr>
            <a:spLocks noChangeArrowheads="1"/>
          </p:cNvSpPr>
          <p:nvPr/>
        </p:nvSpPr>
        <p:spPr bwMode="auto">
          <a:xfrm>
            <a:off x="7343775" y="6153151"/>
            <a:ext cx="96838" cy="142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" name="Rectangle 447"/>
          <p:cNvSpPr>
            <a:spLocks noChangeArrowheads="1"/>
          </p:cNvSpPr>
          <p:nvPr/>
        </p:nvSpPr>
        <p:spPr bwMode="auto">
          <a:xfrm>
            <a:off x="7343775" y="6127751"/>
            <a:ext cx="1016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" name="Freeform 448"/>
          <p:cNvSpPr>
            <a:spLocks noEditPoints="1"/>
          </p:cNvSpPr>
          <p:nvPr/>
        </p:nvSpPr>
        <p:spPr bwMode="auto">
          <a:xfrm>
            <a:off x="7305675" y="6180138"/>
            <a:ext cx="173038" cy="157163"/>
          </a:xfrm>
          <a:custGeom>
            <a:avLst/>
            <a:gdLst>
              <a:gd name="T0" fmla="*/ 28 w 41"/>
              <a:gd name="T1" fmla="*/ 32 h 37"/>
              <a:gd name="T2" fmla="*/ 28 w 41"/>
              <a:gd name="T3" fmla="*/ 37 h 37"/>
              <a:gd name="T4" fmla="*/ 41 w 41"/>
              <a:gd name="T5" fmla="*/ 37 h 37"/>
              <a:gd name="T6" fmla="*/ 41 w 41"/>
              <a:gd name="T7" fmla="*/ 0 h 37"/>
              <a:gd name="T8" fmla="*/ 0 w 41"/>
              <a:gd name="T9" fmla="*/ 0 h 37"/>
              <a:gd name="T10" fmla="*/ 0 w 41"/>
              <a:gd name="T11" fmla="*/ 37 h 37"/>
              <a:gd name="T12" fmla="*/ 13 w 41"/>
              <a:gd name="T13" fmla="*/ 37 h 37"/>
              <a:gd name="T14" fmla="*/ 13 w 41"/>
              <a:gd name="T15" fmla="*/ 32 h 37"/>
              <a:gd name="T16" fmla="*/ 28 w 41"/>
              <a:gd name="T17" fmla="*/ 32 h 37"/>
              <a:gd name="T18" fmla="*/ 33 w 41"/>
              <a:gd name="T19" fmla="*/ 32 h 37"/>
              <a:gd name="T20" fmla="*/ 29 w 41"/>
              <a:gd name="T21" fmla="*/ 28 h 37"/>
              <a:gd name="T22" fmla="*/ 33 w 41"/>
              <a:gd name="T23" fmla="*/ 24 h 37"/>
              <a:gd name="T24" fmla="*/ 37 w 41"/>
              <a:gd name="T25" fmla="*/ 28 h 37"/>
              <a:gd name="T26" fmla="*/ 33 w 41"/>
              <a:gd name="T27" fmla="*/ 32 h 37"/>
              <a:gd name="T28" fmla="*/ 21 w 41"/>
              <a:gd name="T29" fmla="*/ 4 h 37"/>
              <a:gd name="T30" fmla="*/ 39 w 41"/>
              <a:gd name="T31" fmla="*/ 4 h 37"/>
              <a:gd name="T32" fmla="*/ 39 w 41"/>
              <a:gd name="T33" fmla="*/ 15 h 37"/>
              <a:gd name="T34" fmla="*/ 21 w 41"/>
              <a:gd name="T35" fmla="*/ 15 h 37"/>
              <a:gd name="T36" fmla="*/ 21 w 41"/>
              <a:gd name="T37" fmla="*/ 4 h 37"/>
              <a:gd name="T38" fmla="*/ 2 w 41"/>
              <a:gd name="T39" fmla="*/ 4 h 37"/>
              <a:gd name="T40" fmla="*/ 20 w 41"/>
              <a:gd name="T41" fmla="*/ 4 h 37"/>
              <a:gd name="T42" fmla="*/ 20 w 41"/>
              <a:gd name="T43" fmla="*/ 15 h 37"/>
              <a:gd name="T44" fmla="*/ 2 w 41"/>
              <a:gd name="T45" fmla="*/ 15 h 37"/>
              <a:gd name="T46" fmla="*/ 2 w 41"/>
              <a:gd name="T47" fmla="*/ 4 h 37"/>
              <a:gd name="T48" fmla="*/ 9 w 41"/>
              <a:gd name="T49" fmla="*/ 32 h 37"/>
              <a:gd name="T50" fmla="*/ 5 w 41"/>
              <a:gd name="T51" fmla="*/ 28 h 37"/>
              <a:gd name="T52" fmla="*/ 9 w 41"/>
              <a:gd name="T53" fmla="*/ 24 h 37"/>
              <a:gd name="T54" fmla="*/ 13 w 41"/>
              <a:gd name="T55" fmla="*/ 28 h 37"/>
              <a:gd name="T56" fmla="*/ 9 w 41"/>
              <a:gd name="T57" fmla="*/ 32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37">
                <a:moveTo>
                  <a:pt x="28" y="32"/>
                </a:moveTo>
                <a:cubicBezTo>
                  <a:pt x="28" y="37"/>
                  <a:pt x="28" y="37"/>
                  <a:pt x="28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0"/>
                  <a:pt x="41" y="0"/>
                  <a:pt x="4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7"/>
                  <a:pt x="0" y="37"/>
                  <a:pt x="0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2"/>
                  <a:pt x="13" y="32"/>
                  <a:pt x="13" y="32"/>
                </a:cubicBezTo>
                <a:lnTo>
                  <a:pt x="28" y="32"/>
                </a:lnTo>
                <a:close/>
                <a:moveTo>
                  <a:pt x="33" y="32"/>
                </a:moveTo>
                <a:cubicBezTo>
                  <a:pt x="31" y="32"/>
                  <a:pt x="29" y="30"/>
                  <a:pt x="29" y="28"/>
                </a:cubicBezTo>
                <a:cubicBezTo>
                  <a:pt x="29" y="26"/>
                  <a:pt x="31" y="24"/>
                  <a:pt x="33" y="24"/>
                </a:cubicBezTo>
                <a:cubicBezTo>
                  <a:pt x="35" y="24"/>
                  <a:pt x="37" y="26"/>
                  <a:pt x="37" y="28"/>
                </a:cubicBezTo>
                <a:cubicBezTo>
                  <a:pt x="37" y="30"/>
                  <a:pt x="35" y="32"/>
                  <a:pt x="33" y="32"/>
                </a:cubicBezTo>
                <a:close/>
                <a:moveTo>
                  <a:pt x="21" y="4"/>
                </a:moveTo>
                <a:cubicBezTo>
                  <a:pt x="39" y="4"/>
                  <a:pt x="39" y="4"/>
                  <a:pt x="39" y="4"/>
                </a:cubicBezTo>
                <a:cubicBezTo>
                  <a:pt x="39" y="15"/>
                  <a:pt x="39" y="15"/>
                  <a:pt x="39" y="15"/>
                </a:cubicBezTo>
                <a:cubicBezTo>
                  <a:pt x="21" y="15"/>
                  <a:pt x="21" y="15"/>
                  <a:pt x="21" y="15"/>
                </a:cubicBezTo>
                <a:lnTo>
                  <a:pt x="21" y="4"/>
                </a:lnTo>
                <a:close/>
                <a:moveTo>
                  <a:pt x="2" y="4"/>
                </a:moveTo>
                <a:cubicBezTo>
                  <a:pt x="20" y="4"/>
                  <a:pt x="20" y="4"/>
                  <a:pt x="20" y="4"/>
                </a:cubicBezTo>
                <a:cubicBezTo>
                  <a:pt x="20" y="15"/>
                  <a:pt x="20" y="15"/>
                  <a:pt x="20" y="15"/>
                </a:cubicBezTo>
                <a:cubicBezTo>
                  <a:pt x="2" y="15"/>
                  <a:pt x="2" y="15"/>
                  <a:pt x="2" y="15"/>
                </a:cubicBezTo>
                <a:lnTo>
                  <a:pt x="2" y="4"/>
                </a:lnTo>
                <a:close/>
                <a:moveTo>
                  <a:pt x="9" y="32"/>
                </a:moveTo>
                <a:cubicBezTo>
                  <a:pt x="7" y="32"/>
                  <a:pt x="5" y="30"/>
                  <a:pt x="5" y="28"/>
                </a:cubicBezTo>
                <a:cubicBezTo>
                  <a:pt x="5" y="26"/>
                  <a:pt x="7" y="24"/>
                  <a:pt x="9" y="24"/>
                </a:cubicBezTo>
                <a:cubicBezTo>
                  <a:pt x="11" y="24"/>
                  <a:pt x="13" y="26"/>
                  <a:pt x="13" y="28"/>
                </a:cubicBezTo>
                <a:cubicBezTo>
                  <a:pt x="13" y="30"/>
                  <a:pt x="11" y="32"/>
                  <a:pt x="9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" name="Freeform 449"/>
          <p:cNvSpPr>
            <a:spLocks/>
          </p:cNvSpPr>
          <p:nvPr/>
        </p:nvSpPr>
        <p:spPr bwMode="auto">
          <a:xfrm>
            <a:off x="7292975" y="6350001"/>
            <a:ext cx="198438" cy="15875"/>
          </a:xfrm>
          <a:custGeom>
            <a:avLst/>
            <a:gdLst>
              <a:gd name="T0" fmla="*/ 83 w 125"/>
              <a:gd name="T1" fmla="*/ 0 h 10"/>
              <a:gd name="T2" fmla="*/ 83 w 125"/>
              <a:gd name="T3" fmla="*/ 8 h 10"/>
              <a:gd name="T4" fmla="*/ 42 w 125"/>
              <a:gd name="T5" fmla="*/ 8 h 10"/>
              <a:gd name="T6" fmla="*/ 42 w 125"/>
              <a:gd name="T7" fmla="*/ 0 h 10"/>
              <a:gd name="T8" fmla="*/ 0 w 125"/>
              <a:gd name="T9" fmla="*/ 0 h 10"/>
              <a:gd name="T10" fmla="*/ 0 w 125"/>
              <a:gd name="T11" fmla="*/ 10 h 10"/>
              <a:gd name="T12" fmla="*/ 125 w 125"/>
              <a:gd name="T13" fmla="*/ 10 h 10"/>
              <a:gd name="T14" fmla="*/ 125 w 125"/>
              <a:gd name="T15" fmla="*/ 0 h 10"/>
              <a:gd name="T16" fmla="*/ 83 w 125"/>
              <a:gd name="T17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5" h="10">
                <a:moveTo>
                  <a:pt x="83" y="0"/>
                </a:moveTo>
                <a:lnTo>
                  <a:pt x="83" y="8"/>
                </a:lnTo>
                <a:lnTo>
                  <a:pt x="42" y="8"/>
                </a:lnTo>
                <a:lnTo>
                  <a:pt x="42" y="0"/>
                </a:lnTo>
                <a:lnTo>
                  <a:pt x="0" y="0"/>
                </a:lnTo>
                <a:lnTo>
                  <a:pt x="0" y="10"/>
                </a:lnTo>
                <a:lnTo>
                  <a:pt x="125" y="10"/>
                </a:lnTo>
                <a:lnTo>
                  <a:pt x="125" y="0"/>
                </a:lnTo>
                <a:lnTo>
                  <a:pt x="8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" name="Rectangle 450"/>
          <p:cNvSpPr>
            <a:spLocks noChangeArrowheads="1"/>
          </p:cNvSpPr>
          <p:nvPr/>
        </p:nvSpPr>
        <p:spPr bwMode="auto">
          <a:xfrm>
            <a:off x="7359650" y="6337301"/>
            <a:ext cx="6508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" name="Rectangle 451"/>
          <p:cNvSpPr>
            <a:spLocks noChangeArrowheads="1"/>
          </p:cNvSpPr>
          <p:nvPr/>
        </p:nvSpPr>
        <p:spPr bwMode="auto">
          <a:xfrm>
            <a:off x="7305675" y="6365876"/>
            <a:ext cx="25400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" name="Rectangle 452"/>
          <p:cNvSpPr>
            <a:spLocks noChangeArrowheads="1"/>
          </p:cNvSpPr>
          <p:nvPr/>
        </p:nvSpPr>
        <p:spPr bwMode="auto">
          <a:xfrm>
            <a:off x="7453312" y="6365876"/>
            <a:ext cx="25400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" name="Rectangle 453"/>
          <p:cNvSpPr>
            <a:spLocks noChangeArrowheads="1"/>
          </p:cNvSpPr>
          <p:nvPr/>
        </p:nvSpPr>
        <p:spPr bwMode="auto">
          <a:xfrm>
            <a:off x="7488237" y="6221413"/>
            <a:ext cx="20638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" name="Rectangle 454"/>
          <p:cNvSpPr>
            <a:spLocks noChangeArrowheads="1"/>
          </p:cNvSpPr>
          <p:nvPr/>
        </p:nvSpPr>
        <p:spPr bwMode="auto">
          <a:xfrm>
            <a:off x="7275512" y="6221413"/>
            <a:ext cx="20638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8" name="Freeform 5">
            <a:extLst>
              <a:ext uri="{FF2B5EF4-FFF2-40B4-BE49-F238E27FC236}">
                <a16:creationId xmlns:a16="http://schemas.microsoft.com/office/drawing/2014/main" id="{BBC4DF06-02DD-4A81-BB7B-B1ED2672C9D4}"/>
              </a:ext>
            </a:extLst>
          </p:cNvPr>
          <p:cNvSpPr>
            <a:spLocks/>
          </p:cNvSpPr>
          <p:nvPr/>
        </p:nvSpPr>
        <p:spPr bwMode="auto">
          <a:xfrm>
            <a:off x="8255001" y="206376"/>
            <a:ext cx="73025" cy="85725"/>
          </a:xfrm>
          <a:custGeom>
            <a:avLst/>
            <a:gdLst>
              <a:gd name="T0" fmla="*/ 3 w 46"/>
              <a:gd name="T1" fmla="*/ 0 h 54"/>
              <a:gd name="T2" fmla="*/ 0 w 46"/>
              <a:gd name="T3" fmla="*/ 11 h 54"/>
              <a:gd name="T4" fmla="*/ 6 w 46"/>
              <a:gd name="T5" fmla="*/ 9 h 54"/>
              <a:gd name="T6" fmla="*/ 3 w 46"/>
              <a:gd name="T7" fmla="*/ 22 h 54"/>
              <a:gd name="T8" fmla="*/ 11 w 46"/>
              <a:gd name="T9" fmla="*/ 19 h 54"/>
              <a:gd name="T10" fmla="*/ 8 w 46"/>
              <a:gd name="T11" fmla="*/ 35 h 54"/>
              <a:gd name="T12" fmla="*/ 14 w 46"/>
              <a:gd name="T13" fmla="*/ 33 h 54"/>
              <a:gd name="T14" fmla="*/ 11 w 46"/>
              <a:gd name="T15" fmla="*/ 49 h 54"/>
              <a:gd name="T16" fmla="*/ 27 w 46"/>
              <a:gd name="T17" fmla="*/ 41 h 54"/>
              <a:gd name="T18" fmla="*/ 38 w 46"/>
              <a:gd name="T19" fmla="*/ 54 h 54"/>
              <a:gd name="T20" fmla="*/ 40 w 46"/>
              <a:gd name="T21" fmla="*/ 54 h 54"/>
              <a:gd name="T22" fmla="*/ 30 w 46"/>
              <a:gd name="T23" fmla="*/ 38 h 54"/>
              <a:gd name="T24" fmla="*/ 46 w 46"/>
              <a:gd name="T25" fmla="*/ 27 h 54"/>
              <a:gd name="T26" fmla="*/ 27 w 46"/>
              <a:gd name="T27" fmla="*/ 22 h 54"/>
              <a:gd name="T28" fmla="*/ 35 w 46"/>
              <a:gd name="T29" fmla="*/ 19 h 54"/>
              <a:gd name="T30" fmla="*/ 16 w 46"/>
              <a:gd name="T31" fmla="*/ 14 h 54"/>
              <a:gd name="T32" fmla="*/ 24 w 46"/>
              <a:gd name="T33" fmla="*/ 9 h 54"/>
              <a:gd name="T34" fmla="*/ 8 w 46"/>
              <a:gd name="T35" fmla="*/ 6 h 54"/>
              <a:gd name="T36" fmla="*/ 14 w 46"/>
              <a:gd name="T37" fmla="*/ 3 h 54"/>
              <a:gd name="T38" fmla="*/ 3 w 46"/>
              <a:gd name="T39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6" h="54">
                <a:moveTo>
                  <a:pt x="3" y="0"/>
                </a:moveTo>
                <a:lnTo>
                  <a:pt x="0" y="11"/>
                </a:lnTo>
                <a:lnTo>
                  <a:pt x="6" y="9"/>
                </a:lnTo>
                <a:lnTo>
                  <a:pt x="3" y="22"/>
                </a:lnTo>
                <a:lnTo>
                  <a:pt x="11" y="19"/>
                </a:lnTo>
                <a:lnTo>
                  <a:pt x="8" y="35"/>
                </a:lnTo>
                <a:lnTo>
                  <a:pt x="14" y="33"/>
                </a:lnTo>
                <a:lnTo>
                  <a:pt x="11" y="49"/>
                </a:lnTo>
                <a:lnTo>
                  <a:pt x="27" y="41"/>
                </a:lnTo>
                <a:lnTo>
                  <a:pt x="38" y="54"/>
                </a:lnTo>
                <a:lnTo>
                  <a:pt x="40" y="54"/>
                </a:lnTo>
                <a:lnTo>
                  <a:pt x="30" y="38"/>
                </a:lnTo>
                <a:lnTo>
                  <a:pt x="46" y="27"/>
                </a:lnTo>
                <a:lnTo>
                  <a:pt x="27" y="22"/>
                </a:lnTo>
                <a:lnTo>
                  <a:pt x="35" y="19"/>
                </a:lnTo>
                <a:lnTo>
                  <a:pt x="16" y="14"/>
                </a:lnTo>
                <a:lnTo>
                  <a:pt x="24" y="9"/>
                </a:lnTo>
                <a:lnTo>
                  <a:pt x="8" y="6"/>
                </a:lnTo>
                <a:lnTo>
                  <a:pt x="14" y="3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9" name="Freeform 6">
            <a:extLst>
              <a:ext uri="{FF2B5EF4-FFF2-40B4-BE49-F238E27FC236}">
                <a16:creationId xmlns:a16="http://schemas.microsoft.com/office/drawing/2014/main" id="{0592C6A9-8575-4F6C-9632-5D52162AA9A9}"/>
              </a:ext>
            </a:extLst>
          </p:cNvPr>
          <p:cNvSpPr>
            <a:spLocks/>
          </p:cNvSpPr>
          <p:nvPr/>
        </p:nvSpPr>
        <p:spPr bwMode="auto">
          <a:xfrm>
            <a:off x="8255001" y="206376"/>
            <a:ext cx="73025" cy="85725"/>
          </a:xfrm>
          <a:custGeom>
            <a:avLst/>
            <a:gdLst>
              <a:gd name="T0" fmla="*/ 3 w 46"/>
              <a:gd name="T1" fmla="*/ 0 h 54"/>
              <a:gd name="T2" fmla="*/ 0 w 46"/>
              <a:gd name="T3" fmla="*/ 11 h 54"/>
              <a:gd name="T4" fmla="*/ 6 w 46"/>
              <a:gd name="T5" fmla="*/ 9 h 54"/>
              <a:gd name="T6" fmla="*/ 3 w 46"/>
              <a:gd name="T7" fmla="*/ 22 h 54"/>
              <a:gd name="T8" fmla="*/ 11 w 46"/>
              <a:gd name="T9" fmla="*/ 19 h 54"/>
              <a:gd name="T10" fmla="*/ 8 w 46"/>
              <a:gd name="T11" fmla="*/ 35 h 54"/>
              <a:gd name="T12" fmla="*/ 14 w 46"/>
              <a:gd name="T13" fmla="*/ 33 h 54"/>
              <a:gd name="T14" fmla="*/ 11 w 46"/>
              <a:gd name="T15" fmla="*/ 49 h 54"/>
              <a:gd name="T16" fmla="*/ 27 w 46"/>
              <a:gd name="T17" fmla="*/ 41 h 54"/>
              <a:gd name="T18" fmla="*/ 38 w 46"/>
              <a:gd name="T19" fmla="*/ 54 h 54"/>
              <a:gd name="T20" fmla="*/ 40 w 46"/>
              <a:gd name="T21" fmla="*/ 54 h 54"/>
              <a:gd name="T22" fmla="*/ 30 w 46"/>
              <a:gd name="T23" fmla="*/ 38 h 54"/>
              <a:gd name="T24" fmla="*/ 46 w 46"/>
              <a:gd name="T25" fmla="*/ 27 h 54"/>
              <a:gd name="T26" fmla="*/ 27 w 46"/>
              <a:gd name="T27" fmla="*/ 22 h 54"/>
              <a:gd name="T28" fmla="*/ 35 w 46"/>
              <a:gd name="T29" fmla="*/ 19 h 54"/>
              <a:gd name="T30" fmla="*/ 16 w 46"/>
              <a:gd name="T31" fmla="*/ 14 h 54"/>
              <a:gd name="T32" fmla="*/ 24 w 46"/>
              <a:gd name="T33" fmla="*/ 9 h 54"/>
              <a:gd name="T34" fmla="*/ 8 w 46"/>
              <a:gd name="T35" fmla="*/ 6 h 54"/>
              <a:gd name="T36" fmla="*/ 14 w 46"/>
              <a:gd name="T37" fmla="*/ 3 h 54"/>
              <a:gd name="T38" fmla="*/ 3 w 46"/>
              <a:gd name="T39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6" h="54">
                <a:moveTo>
                  <a:pt x="3" y="0"/>
                </a:moveTo>
                <a:lnTo>
                  <a:pt x="0" y="11"/>
                </a:lnTo>
                <a:lnTo>
                  <a:pt x="6" y="9"/>
                </a:lnTo>
                <a:lnTo>
                  <a:pt x="3" y="22"/>
                </a:lnTo>
                <a:lnTo>
                  <a:pt x="11" y="19"/>
                </a:lnTo>
                <a:lnTo>
                  <a:pt x="8" y="35"/>
                </a:lnTo>
                <a:lnTo>
                  <a:pt x="14" y="33"/>
                </a:lnTo>
                <a:lnTo>
                  <a:pt x="11" y="49"/>
                </a:lnTo>
                <a:lnTo>
                  <a:pt x="27" y="41"/>
                </a:lnTo>
                <a:lnTo>
                  <a:pt x="38" y="54"/>
                </a:lnTo>
                <a:lnTo>
                  <a:pt x="40" y="54"/>
                </a:lnTo>
                <a:lnTo>
                  <a:pt x="30" y="38"/>
                </a:lnTo>
                <a:lnTo>
                  <a:pt x="46" y="27"/>
                </a:lnTo>
                <a:lnTo>
                  <a:pt x="27" y="22"/>
                </a:lnTo>
                <a:lnTo>
                  <a:pt x="35" y="19"/>
                </a:lnTo>
                <a:lnTo>
                  <a:pt x="16" y="14"/>
                </a:lnTo>
                <a:lnTo>
                  <a:pt x="24" y="9"/>
                </a:lnTo>
                <a:lnTo>
                  <a:pt x="8" y="6"/>
                </a:lnTo>
                <a:lnTo>
                  <a:pt x="14" y="3"/>
                </a:lnTo>
                <a:lnTo>
                  <a:pt x="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0" name="Freeform 7">
            <a:extLst>
              <a:ext uri="{FF2B5EF4-FFF2-40B4-BE49-F238E27FC236}">
                <a16:creationId xmlns:a16="http://schemas.microsoft.com/office/drawing/2014/main" id="{63CC501B-6829-4440-8B14-D52CA885E4AE}"/>
              </a:ext>
            </a:extLst>
          </p:cNvPr>
          <p:cNvSpPr>
            <a:spLocks noEditPoints="1"/>
          </p:cNvSpPr>
          <p:nvPr/>
        </p:nvSpPr>
        <p:spPr bwMode="auto">
          <a:xfrm>
            <a:off x="8102601" y="134938"/>
            <a:ext cx="474663" cy="446088"/>
          </a:xfrm>
          <a:custGeom>
            <a:avLst/>
            <a:gdLst>
              <a:gd name="T0" fmla="*/ 198 w 299"/>
              <a:gd name="T1" fmla="*/ 88 h 281"/>
              <a:gd name="T2" fmla="*/ 102 w 299"/>
              <a:gd name="T3" fmla="*/ 193 h 281"/>
              <a:gd name="T4" fmla="*/ 123 w 299"/>
              <a:gd name="T5" fmla="*/ 147 h 281"/>
              <a:gd name="T6" fmla="*/ 53 w 299"/>
              <a:gd name="T7" fmla="*/ 169 h 281"/>
              <a:gd name="T8" fmla="*/ 134 w 299"/>
              <a:gd name="T9" fmla="*/ 126 h 281"/>
              <a:gd name="T10" fmla="*/ 134 w 299"/>
              <a:gd name="T11" fmla="*/ 147 h 281"/>
              <a:gd name="T12" fmla="*/ 176 w 299"/>
              <a:gd name="T13" fmla="*/ 86 h 281"/>
              <a:gd name="T14" fmla="*/ 102 w 299"/>
              <a:gd name="T15" fmla="*/ 99 h 281"/>
              <a:gd name="T16" fmla="*/ 0 w 299"/>
              <a:gd name="T17" fmla="*/ 99 h 281"/>
              <a:gd name="T18" fmla="*/ 0 w 299"/>
              <a:gd name="T19" fmla="*/ 281 h 281"/>
              <a:gd name="T20" fmla="*/ 299 w 299"/>
              <a:gd name="T21" fmla="*/ 281 h 281"/>
              <a:gd name="T22" fmla="*/ 299 w 299"/>
              <a:gd name="T23" fmla="*/ 102 h 281"/>
              <a:gd name="T24" fmla="*/ 198 w 299"/>
              <a:gd name="T25" fmla="*/ 88 h 281"/>
              <a:gd name="T26" fmla="*/ 190 w 299"/>
              <a:gd name="T27" fmla="*/ 177 h 281"/>
              <a:gd name="T28" fmla="*/ 171 w 299"/>
              <a:gd name="T29" fmla="*/ 201 h 281"/>
              <a:gd name="T30" fmla="*/ 142 w 299"/>
              <a:gd name="T31" fmla="*/ 155 h 281"/>
              <a:gd name="T32" fmla="*/ 150 w 299"/>
              <a:gd name="T33" fmla="*/ 155 h 281"/>
              <a:gd name="T34" fmla="*/ 171 w 299"/>
              <a:gd name="T35" fmla="*/ 174 h 281"/>
              <a:gd name="T36" fmla="*/ 198 w 299"/>
              <a:gd name="T37" fmla="*/ 153 h 281"/>
              <a:gd name="T38" fmla="*/ 216 w 299"/>
              <a:gd name="T39" fmla="*/ 257 h 281"/>
              <a:gd name="T40" fmla="*/ 190 w 299"/>
              <a:gd name="T41" fmla="*/ 177 h 281"/>
              <a:gd name="T42" fmla="*/ 174 w 299"/>
              <a:gd name="T43" fmla="*/ 67 h 281"/>
              <a:gd name="T44" fmla="*/ 150 w 299"/>
              <a:gd name="T45" fmla="*/ 48 h 281"/>
              <a:gd name="T46" fmla="*/ 160 w 299"/>
              <a:gd name="T47" fmla="*/ 45 h 281"/>
              <a:gd name="T48" fmla="*/ 139 w 299"/>
              <a:gd name="T49" fmla="*/ 29 h 281"/>
              <a:gd name="T50" fmla="*/ 150 w 299"/>
              <a:gd name="T51" fmla="*/ 27 h 281"/>
              <a:gd name="T52" fmla="*/ 131 w 299"/>
              <a:gd name="T53" fmla="*/ 13 h 281"/>
              <a:gd name="T54" fmla="*/ 136 w 299"/>
              <a:gd name="T55" fmla="*/ 11 h 281"/>
              <a:gd name="T56" fmla="*/ 123 w 299"/>
              <a:gd name="T57" fmla="*/ 0 h 281"/>
              <a:gd name="T58" fmla="*/ 118 w 299"/>
              <a:gd name="T59" fmla="*/ 16 h 281"/>
              <a:gd name="T60" fmla="*/ 123 w 299"/>
              <a:gd name="T61" fmla="*/ 16 h 281"/>
              <a:gd name="T62" fmla="*/ 115 w 299"/>
              <a:gd name="T63" fmla="*/ 35 h 281"/>
              <a:gd name="T64" fmla="*/ 126 w 299"/>
              <a:gd name="T65" fmla="*/ 32 h 281"/>
              <a:gd name="T66" fmla="*/ 112 w 299"/>
              <a:gd name="T67" fmla="*/ 56 h 281"/>
              <a:gd name="T68" fmla="*/ 123 w 299"/>
              <a:gd name="T69" fmla="*/ 54 h 281"/>
              <a:gd name="T70" fmla="*/ 110 w 299"/>
              <a:gd name="T71" fmla="*/ 80 h 281"/>
              <a:gd name="T72" fmla="*/ 139 w 299"/>
              <a:gd name="T73" fmla="*/ 75 h 281"/>
              <a:gd name="T74" fmla="*/ 144 w 299"/>
              <a:gd name="T75" fmla="*/ 102 h 281"/>
              <a:gd name="T76" fmla="*/ 150 w 299"/>
              <a:gd name="T77" fmla="*/ 99 h 281"/>
              <a:gd name="T78" fmla="*/ 144 w 299"/>
              <a:gd name="T79" fmla="*/ 72 h 281"/>
              <a:gd name="T80" fmla="*/ 174 w 299"/>
              <a:gd name="T81" fmla="*/ 67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9" h="281">
                <a:moveTo>
                  <a:pt x="198" y="88"/>
                </a:moveTo>
                <a:lnTo>
                  <a:pt x="102" y="193"/>
                </a:lnTo>
                <a:lnTo>
                  <a:pt x="123" y="147"/>
                </a:lnTo>
                <a:lnTo>
                  <a:pt x="53" y="169"/>
                </a:lnTo>
                <a:lnTo>
                  <a:pt x="134" y="126"/>
                </a:lnTo>
                <a:lnTo>
                  <a:pt x="134" y="147"/>
                </a:lnTo>
                <a:lnTo>
                  <a:pt x="176" y="86"/>
                </a:lnTo>
                <a:lnTo>
                  <a:pt x="102" y="99"/>
                </a:lnTo>
                <a:lnTo>
                  <a:pt x="0" y="99"/>
                </a:lnTo>
                <a:lnTo>
                  <a:pt x="0" y="281"/>
                </a:lnTo>
                <a:lnTo>
                  <a:pt x="299" y="281"/>
                </a:lnTo>
                <a:lnTo>
                  <a:pt x="299" y="102"/>
                </a:lnTo>
                <a:lnTo>
                  <a:pt x="198" y="88"/>
                </a:lnTo>
                <a:close/>
                <a:moveTo>
                  <a:pt x="190" y="177"/>
                </a:moveTo>
                <a:lnTo>
                  <a:pt x="171" y="201"/>
                </a:lnTo>
                <a:lnTo>
                  <a:pt x="142" y="155"/>
                </a:lnTo>
                <a:lnTo>
                  <a:pt x="150" y="155"/>
                </a:lnTo>
                <a:lnTo>
                  <a:pt x="171" y="174"/>
                </a:lnTo>
                <a:lnTo>
                  <a:pt x="198" y="153"/>
                </a:lnTo>
                <a:lnTo>
                  <a:pt x="216" y="257"/>
                </a:lnTo>
                <a:lnTo>
                  <a:pt x="190" y="177"/>
                </a:lnTo>
                <a:close/>
                <a:moveTo>
                  <a:pt x="174" y="67"/>
                </a:moveTo>
                <a:lnTo>
                  <a:pt x="150" y="48"/>
                </a:lnTo>
                <a:lnTo>
                  <a:pt x="160" y="45"/>
                </a:lnTo>
                <a:lnTo>
                  <a:pt x="139" y="29"/>
                </a:lnTo>
                <a:lnTo>
                  <a:pt x="150" y="27"/>
                </a:lnTo>
                <a:lnTo>
                  <a:pt x="131" y="13"/>
                </a:lnTo>
                <a:lnTo>
                  <a:pt x="136" y="11"/>
                </a:lnTo>
                <a:lnTo>
                  <a:pt x="123" y="0"/>
                </a:lnTo>
                <a:lnTo>
                  <a:pt x="118" y="16"/>
                </a:lnTo>
                <a:lnTo>
                  <a:pt x="123" y="16"/>
                </a:lnTo>
                <a:lnTo>
                  <a:pt x="115" y="35"/>
                </a:lnTo>
                <a:lnTo>
                  <a:pt x="126" y="32"/>
                </a:lnTo>
                <a:lnTo>
                  <a:pt x="112" y="56"/>
                </a:lnTo>
                <a:lnTo>
                  <a:pt x="123" y="54"/>
                </a:lnTo>
                <a:lnTo>
                  <a:pt x="110" y="80"/>
                </a:lnTo>
                <a:lnTo>
                  <a:pt x="139" y="75"/>
                </a:lnTo>
                <a:lnTo>
                  <a:pt x="144" y="102"/>
                </a:lnTo>
                <a:lnTo>
                  <a:pt x="150" y="99"/>
                </a:lnTo>
                <a:lnTo>
                  <a:pt x="144" y="72"/>
                </a:lnTo>
                <a:lnTo>
                  <a:pt x="174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1" name="Freeform 8">
            <a:extLst>
              <a:ext uri="{FF2B5EF4-FFF2-40B4-BE49-F238E27FC236}">
                <a16:creationId xmlns:a16="http://schemas.microsoft.com/office/drawing/2014/main" id="{256C40B9-623D-4E6B-A23B-54A2666767FD}"/>
              </a:ext>
            </a:extLst>
          </p:cNvPr>
          <p:cNvSpPr>
            <a:spLocks/>
          </p:cNvSpPr>
          <p:nvPr/>
        </p:nvSpPr>
        <p:spPr bwMode="auto">
          <a:xfrm>
            <a:off x="8858251" y="233363"/>
            <a:ext cx="647700" cy="411163"/>
          </a:xfrm>
          <a:custGeom>
            <a:avLst/>
            <a:gdLst>
              <a:gd name="T0" fmla="*/ 16 w 153"/>
              <a:gd name="T1" fmla="*/ 83 h 97"/>
              <a:gd name="T2" fmla="*/ 83 w 153"/>
              <a:gd name="T3" fmla="*/ 78 h 97"/>
              <a:gd name="T4" fmla="*/ 153 w 153"/>
              <a:gd name="T5" fmla="*/ 78 h 97"/>
              <a:gd name="T6" fmla="*/ 153 w 153"/>
              <a:gd name="T7" fmla="*/ 25 h 97"/>
              <a:gd name="T8" fmla="*/ 123 w 153"/>
              <a:gd name="T9" fmla="*/ 47 h 97"/>
              <a:gd name="T10" fmla="*/ 113 w 153"/>
              <a:gd name="T11" fmla="*/ 33 h 97"/>
              <a:gd name="T12" fmla="*/ 126 w 153"/>
              <a:gd name="T13" fmla="*/ 28 h 97"/>
              <a:gd name="T14" fmla="*/ 101 w 153"/>
              <a:gd name="T15" fmla="*/ 30 h 97"/>
              <a:gd name="T16" fmla="*/ 85 w 153"/>
              <a:gd name="T17" fmla="*/ 44 h 97"/>
              <a:gd name="T18" fmla="*/ 63 w 153"/>
              <a:gd name="T19" fmla="*/ 23 h 97"/>
              <a:gd name="T20" fmla="*/ 78 w 153"/>
              <a:gd name="T21" fmla="*/ 17 h 97"/>
              <a:gd name="T22" fmla="*/ 82 w 153"/>
              <a:gd name="T23" fmla="*/ 22 h 97"/>
              <a:gd name="T24" fmla="*/ 51 w 153"/>
              <a:gd name="T25" fmla="*/ 4 h 97"/>
              <a:gd name="T26" fmla="*/ 16 w 153"/>
              <a:gd name="T27" fmla="*/ 8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3" h="97">
                <a:moveTo>
                  <a:pt x="16" y="83"/>
                </a:moveTo>
                <a:cubicBezTo>
                  <a:pt x="16" y="83"/>
                  <a:pt x="51" y="63"/>
                  <a:pt x="83" y="78"/>
                </a:cubicBezTo>
                <a:cubicBezTo>
                  <a:pt x="83" y="78"/>
                  <a:pt x="131" y="97"/>
                  <a:pt x="153" y="78"/>
                </a:cubicBezTo>
                <a:cubicBezTo>
                  <a:pt x="153" y="25"/>
                  <a:pt x="153" y="25"/>
                  <a:pt x="153" y="25"/>
                </a:cubicBezTo>
                <a:cubicBezTo>
                  <a:pt x="153" y="25"/>
                  <a:pt x="144" y="49"/>
                  <a:pt x="123" y="47"/>
                </a:cubicBezTo>
                <a:cubicBezTo>
                  <a:pt x="123" y="47"/>
                  <a:pt x="110" y="46"/>
                  <a:pt x="113" y="33"/>
                </a:cubicBezTo>
                <a:cubicBezTo>
                  <a:pt x="113" y="33"/>
                  <a:pt x="117" y="24"/>
                  <a:pt x="126" y="28"/>
                </a:cubicBezTo>
                <a:cubicBezTo>
                  <a:pt x="126" y="23"/>
                  <a:pt x="111" y="15"/>
                  <a:pt x="101" y="30"/>
                </a:cubicBezTo>
                <a:cubicBezTo>
                  <a:pt x="101" y="30"/>
                  <a:pt x="95" y="44"/>
                  <a:pt x="85" y="44"/>
                </a:cubicBezTo>
                <a:cubicBezTo>
                  <a:pt x="74" y="46"/>
                  <a:pt x="59" y="34"/>
                  <a:pt x="63" y="23"/>
                </a:cubicBezTo>
                <a:cubicBezTo>
                  <a:pt x="63" y="23"/>
                  <a:pt x="66" y="13"/>
                  <a:pt x="78" y="17"/>
                </a:cubicBezTo>
                <a:cubicBezTo>
                  <a:pt x="78" y="17"/>
                  <a:pt x="81" y="19"/>
                  <a:pt x="82" y="22"/>
                </a:cubicBezTo>
                <a:cubicBezTo>
                  <a:pt x="83" y="22"/>
                  <a:pt x="81" y="0"/>
                  <a:pt x="51" y="4"/>
                </a:cubicBezTo>
                <a:cubicBezTo>
                  <a:pt x="20" y="8"/>
                  <a:pt x="0" y="47"/>
                  <a:pt x="16" y="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2" name="Freeform 81">
            <a:extLst>
              <a:ext uri="{FF2B5EF4-FFF2-40B4-BE49-F238E27FC236}">
                <a16:creationId xmlns:a16="http://schemas.microsoft.com/office/drawing/2014/main" id="{8D800A21-D05A-4D32-BF60-0DB35DD70BF3}"/>
              </a:ext>
            </a:extLst>
          </p:cNvPr>
          <p:cNvSpPr>
            <a:spLocks/>
          </p:cNvSpPr>
          <p:nvPr/>
        </p:nvSpPr>
        <p:spPr bwMode="auto">
          <a:xfrm>
            <a:off x="8120063" y="989013"/>
            <a:ext cx="152400" cy="177800"/>
          </a:xfrm>
          <a:custGeom>
            <a:avLst/>
            <a:gdLst>
              <a:gd name="T0" fmla="*/ 56 w 96"/>
              <a:gd name="T1" fmla="*/ 112 h 112"/>
              <a:gd name="T2" fmla="*/ 0 w 96"/>
              <a:gd name="T3" fmla="*/ 112 h 112"/>
              <a:gd name="T4" fmla="*/ 40 w 96"/>
              <a:gd name="T5" fmla="*/ 0 h 112"/>
              <a:gd name="T6" fmla="*/ 96 w 96"/>
              <a:gd name="T7" fmla="*/ 0 h 112"/>
              <a:gd name="T8" fmla="*/ 56 w 96"/>
              <a:gd name="T9" fmla="*/ 11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112">
                <a:moveTo>
                  <a:pt x="56" y="112"/>
                </a:moveTo>
                <a:lnTo>
                  <a:pt x="0" y="112"/>
                </a:lnTo>
                <a:lnTo>
                  <a:pt x="40" y="0"/>
                </a:lnTo>
                <a:lnTo>
                  <a:pt x="96" y="0"/>
                </a:lnTo>
                <a:lnTo>
                  <a:pt x="56" y="1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3" name="Freeform 82">
            <a:extLst>
              <a:ext uri="{FF2B5EF4-FFF2-40B4-BE49-F238E27FC236}">
                <a16:creationId xmlns:a16="http://schemas.microsoft.com/office/drawing/2014/main" id="{EF1DF85B-C555-4A83-8685-4609DF52E38F}"/>
              </a:ext>
            </a:extLst>
          </p:cNvPr>
          <p:cNvSpPr>
            <a:spLocks/>
          </p:cNvSpPr>
          <p:nvPr/>
        </p:nvSpPr>
        <p:spPr bwMode="auto">
          <a:xfrm>
            <a:off x="8161338" y="908051"/>
            <a:ext cx="47625" cy="42863"/>
          </a:xfrm>
          <a:custGeom>
            <a:avLst/>
            <a:gdLst>
              <a:gd name="T0" fmla="*/ 24 w 30"/>
              <a:gd name="T1" fmla="*/ 27 h 27"/>
              <a:gd name="T2" fmla="*/ 0 w 30"/>
              <a:gd name="T3" fmla="*/ 16 h 27"/>
              <a:gd name="T4" fmla="*/ 8 w 30"/>
              <a:gd name="T5" fmla="*/ 0 h 27"/>
              <a:gd name="T6" fmla="*/ 30 w 30"/>
              <a:gd name="T7" fmla="*/ 13 h 27"/>
              <a:gd name="T8" fmla="*/ 24 w 30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27">
                <a:moveTo>
                  <a:pt x="24" y="27"/>
                </a:moveTo>
                <a:lnTo>
                  <a:pt x="0" y="16"/>
                </a:lnTo>
                <a:lnTo>
                  <a:pt x="8" y="0"/>
                </a:lnTo>
                <a:lnTo>
                  <a:pt x="30" y="13"/>
                </a:lnTo>
                <a:lnTo>
                  <a:pt x="24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4" name="Rectangle 83">
            <a:extLst>
              <a:ext uri="{FF2B5EF4-FFF2-40B4-BE49-F238E27FC236}">
                <a16:creationId xmlns:a16="http://schemas.microsoft.com/office/drawing/2014/main" id="{670265ED-4B08-440E-BBAE-FEDF46D0E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0063" y="1162051"/>
            <a:ext cx="104775" cy="142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5" name="Freeform 84">
            <a:extLst>
              <a:ext uri="{FF2B5EF4-FFF2-40B4-BE49-F238E27FC236}">
                <a16:creationId xmlns:a16="http://schemas.microsoft.com/office/drawing/2014/main" id="{F060EDB6-DEE6-495E-8C9A-F23DB57661CC}"/>
              </a:ext>
            </a:extLst>
          </p:cNvPr>
          <p:cNvSpPr>
            <a:spLocks noEditPoints="1"/>
          </p:cNvSpPr>
          <p:nvPr/>
        </p:nvSpPr>
        <p:spPr bwMode="auto">
          <a:xfrm>
            <a:off x="8237538" y="976313"/>
            <a:ext cx="123825" cy="71438"/>
          </a:xfrm>
          <a:custGeom>
            <a:avLst/>
            <a:gdLst>
              <a:gd name="T0" fmla="*/ 20 w 29"/>
              <a:gd name="T1" fmla="*/ 17 h 17"/>
              <a:gd name="T2" fmla="*/ 8 w 29"/>
              <a:gd name="T3" fmla="*/ 17 h 17"/>
              <a:gd name="T4" fmla="*/ 0 w 29"/>
              <a:gd name="T5" fmla="*/ 8 h 17"/>
              <a:gd name="T6" fmla="*/ 8 w 29"/>
              <a:gd name="T7" fmla="*/ 0 h 17"/>
              <a:gd name="T8" fmla="*/ 20 w 29"/>
              <a:gd name="T9" fmla="*/ 0 h 17"/>
              <a:gd name="T10" fmla="*/ 29 w 29"/>
              <a:gd name="T11" fmla="*/ 8 h 17"/>
              <a:gd name="T12" fmla="*/ 20 w 29"/>
              <a:gd name="T13" fmla="*/ 17 h 17"/>
              <a:gd name="T14" fmla="*/ 8 w 29"/>
              <a:gd name="T15" fmla="*/ 3 h 17"/>
              <a:gd name="T16" fmla="*/ 3 w 29"/>
              <a:gd name="T17" fmla="*/ 8 h 17"/>
              <a:gd name="T18" fmla="*/ 8 w 29"/>
              <a:gd name="T19" fmla="*/ 14 h 17"/>
              <a:gd name="T20" fmla="*/ 20 w 29"/>
              <a:gd name="T21" fmla="*/ 14 h 17"/>
              <a:gd name="T22" fmla="*/ 26 w 29"/>
              <a:gd name="T23" fmla="*/ 8 h 17"/>
              <a:gd name="T24" fmla="*/ 20 w 29"/>
              <a:gd name="T25" fmla="*/ 3 h 17"/>
              <a:gd name="T26" fmla="*/ 8 w 29"/>
              <a:gd name="T27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9" h="17">
                <a:moveTo>
                  <a:pt x="20" y="17"/>
                </a:moveTo>
                <a:cubicBezTo>
                  <a:pt x="8" y="17"/>
                  <a:pt x="8" y="17"/>
                  <a:pt x="8" y="17"/>
                </a:cubicBezTo>
                <a:cubicBezTo>
                  <a:pt x="4" y="17"/>
                  <a:pt x="0" y="13"/>
                  <a:pt x="0" y="8"/>
                </a:cubicBezTo>
                <a:cubicBezTo>
                  <a:pt x="0" y="4"/>
                  <a:pt x="4" y="0"/>
                  <a:pt x="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5" y="0"/>
                  <a:pt x="29" y="4"/>
                  <a:pt x="29" y="8"/>
                </a:cubicBezTo>
                <a:cubicBezTo>
                  <a:pt x="29" y="13"/>
                  <a:pt x="25" y="17"/>
                  <a:pt x="20" y="17"/>
                </a:cubicBezTo>
                <a:close/>
                <a:moveTo>
                  <a:pt x="8" y="3"/>
                </a:moveTo>
                <a:cubicBezTo>
                  <a:pt x="5" y="3"/>
                  <a:pt x="3" y="5"/>
                  <a:pt x="3" y="8"/>
                </a:cubicBezTo>
                <a:cubicBezTo>
                  <a:pt x="3" y="12"/>
                  <a:pt x="5" y="14"/>
                  <a:pt x="8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3" y="14"/>
                  <a:pt x="26" y="12"/>
                  <a:pt x="26" y="8"/>
                </a:cubicBezTo>
                <a:cubicBezTo>
                  <a:pt x="26" y="5"/>
                  <a:pt x="23" y="3"/>
                  <a:pt x="20" y="3"/>
                </a:cubicBezTo>
                <a:lnTo>
                  <a:pt x="8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6" name="Rectangle 85">
            <a:extLst>
              <a:ext uri="{FF2B5EF4-FFF2-40B4-BE49-F238E27FC236}">
                <a16:creationId xmlns:a16="http://schemas.microsoft.com/office/drawing/2014/main" id="{00D923BD-D018-4B33-943A-FB43B93D2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6901" y="882651"/>
            <a:ext cx="809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7" name="Freeform 86">
            <a:extLst>
              <a:ext uri="{FF2B5EF4-FFF2-40B4-BE49-F238E27FC236}">
                <a16:creationId xmlns:a16="http://schemas.microsoft.com/office/drawing/2014/main" id="{8045A8AE-9987-4FF2-87A3-9F972EC96D4F}"/>
              </a:ext>
            </a:extLst>
          </p:cNvPr>
          <p:cNvSpPr>
            <a:spLocks noEditPoints="1"/>
          </p:cNvSpPr>
          <p:nvPr/>
        </p:nvSpPr>
        <p:spPr bwMode="auto">
          <a:xfrm>
            <a:off x="8183563" y="895351"/>
            <a:ext cx="406400" cy="93663"/>
          </a:xfrm>
          <a:custGeom>
            <a:avLst/>
            <a:gdLst>
              <a:gd name="T0" fmla="*/ 8 w 256"/>
              <a:gd name="T1" fmla="*/ 0 h 59"/>
              <a:gd name="T2" fmla="*/ 0 w 256"/>
              <a:gd name="T3" fmla="*/ 59 h 59"/>
              <a:gd name="T4" fmla="*/ 256 w 256"/>
              <a:gd name="T5" fmla="*/ 59 h 59"/>
              <a:gd name="T6" fmla="*/ 256 w 256"/>
              <a:gd name="T7" fmla="*/ 0 h 59"/>
              <a:gd name="T8" fmla="*/ 8 w 256"/>
              <a:gd name="T9" fmla="*/ 0 h 59"/>
              <a:gd name="T10" fmla="*/ 29 w 256"/>
              <a:gd name="T11" fmla="*/ 45 h 59"/>
              <a:gd name="T12" fmla="*/ 37 w 256"/>
              <a:gd name="T13" fmla="*/ 8 h 59"/>
              <a:gd name="T14" fmla="*/ 45 w 256"/>
              <a:gd name="T15" fmla="*/ 8 h 59"/>
              <a:gd name="T16" fmla="*/ 37 w 256"/>
              <a:gd name="T17" fmla="*/ 45 h 59"/>
              <a:gd name="T18" fmla="*/ 29 w 256"/>
              <a:gd name="T19" fmla="*/ 45 h 59"/>
              <a:gd name="T20" fmla="*/ 45 w 256"/>
              <a:gd name="T21" fmla="*/ 45 h 59"/>
              <a:gd name="T22" fmla="*/ 53 w 256"/>
              <a:gd name="T23" fmla="*/ 8 h 59"/>
              <a:gd name="T24" fmla="*/ 59 w 256"/>
              <a:gd name="T25" fmla="*/ 8 h 59"/>
              <a:gd name="T26" fmla="*/ 51 w 256"/>
              <a:gd name="T27" fmla="*/ 45 h 59"/>
              <a:gd name="T28" fmla="*/ 45 w 256"/>
              <a:gd name="T29" fmla="*/ 45 h 59"/>
              <a:gd name="T30" fmla="*/ 67 w 256"/>
              <a:gd name="T31" fmla="*/ 45 h 59"/>
              <a:gd name="T32" fmla="*/ 59 w 256"/>
              <a:gd name="T33" fmla="*/ 45 h 59"/>
              <a:gd name="T34" fmla="*/ 67 w 256"/>
              <a:gd name="T35" fmla="*/ 8 h 59"/>
              <a:gd name="T36" fmla="*/ 75 w 256"/>
              <a:gd name="T37" fmla="*/ 8 h 59"/>
              <a:gd name="T38" fmla="*/ 67 w 256"/>
              <a:gd name="T39" fmla="*/ 4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59">
                <a:moveTo>
                  <a:pt x="8" y="0"/>
                </a:moveTo>
                <a:lnTo>
                  <a:pt x="0" y="59"/>
                </a:lnTo>
                <a:lnTo>
                  <a:pt x="256" y="59"/>
                </a:lnTo>
                <a:lnTo>
                  <a:pt x="256" y="0"/>
                </a:lnTo>
                <a:lnTo>
                  <a:pt x="8" y="0"/>
                </a:lnTo>
                <a:close/>
                <a:moveTo>
                  <a:pt x="29" y="45"/>
                </a:moveTo>
                <a:lnTo>
                  <a:pt x="37" y="8"/>
                </a:lnTo>
                <a:lnTo>
                  <a:pt x="45" y="8"/>
                </a:lnTo>
                <a:lnTo>
                  <a:pt x="37" y="45"/>
                </a:lnTo>
                <a:lnTo>
                  <a:pt x="29" y="45"/>
                </a:lnTo>
                <a:close/>
                <a:moveTo>
                  <a:pt x="45" y="45"/>
                </a:moveTo>
                <a:lnTo>
                  <a:pt x="53" y="8"/>
                </a:lnTo>
                <a:lnTo>
                  <a:pt x="59" y="8"/>
                </a:lnTo>
                <a:lnTo>
                  <a:pt x="51" y="45"/>
                </a:lnTo>
                <a:lnTo>
                  <a:pt x="45" y="45"/>
                </a:lnTo>
                <a:close/>
                <a:moveTo>
                  <a:pt x="67" y="45"/>
                </a:moveTo>
                <a:lnTo>
                  <a:pt x="59" y="45"/>
                </a:lnTo>
                <a:lnTo>
                  <a:pt x="67" y="8"/>
                </a:lnTo>
                <a:lnTo>
                  <a:pt x="75" y="8"/>
                </a:lnTo>
                <a:lnTo>
                  <a:pt x="67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8" name="Freeform 87">
            <a:extLst>
              <a:ext uri="{FF2B5EF4-FFF2-40B4-BE49-F238E27FC236}">
                <a16:creationId xmlns:a16="http://schemas.microsoft.com/office/drawing/2014/main" id="{15A56FB1-1A00-4FE2-A24B-ED0E375D629B}"/>
              </a:ext>
            </a:extLst>
          </p:cNvPr>
          <p:cNvSpPr>
            <a:spLocks/>
          </p:cNvSpPr>
          <p:nvPr/>
        </p:nvSpPr>
        <p:spPr bwMode="auto">
          <a:xfrm>
            <a:off x="8302626" y="979488"/>
            <a:ext cx="20638" cy="47625"/>
          </a:xfrm>
          <a:custGeom>
            <a:avLst/>
            <a:gdLst>
              <a:gd name="T0" fmla="*/ 4 w 5"/>
              <a:gd name="T1" fmla="*/ 11 h 11"/>
              <a:gd name="T2" fmla="*/ 0 w 5"/>
              <a:gd name="T3" fmla="*/ 0 h 11"/>
              <a:gd name="T4" fmla="*/ 3 w 5"/>
              <a:gd name="T5" fmla="*/ 0 h 11"/>
              <a:gd name="T6" fmla="*/ 1 w 5"/>
              <a:gd name="T7" fmla="*/ 0 h 11"/>
              <a:gd name="T8" fmla="*/ 3 w 5"/>
              <a:gd name="T9" fmla="*/ 0 h 11"/>
              <a:gd name="T10" fmla="*/ 5 w 5"/>
              <a:gd name="T11" fmla="*/ 7 h 11"/>
              <a:gd name="T12" fmla="*/ 4 w 5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11">
                <a:moveTo>
                  <a:pt x="4" y="11"/>
                </a:moveTo>
                <a:cubicBezTo>
                  <a:pt x="0" y="7"/>
                  <a:pt x="0" y="0"/>
                  <a:pt x="0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1" y="0"/>
                  <a:pt x="1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2" y="5"/>
                  <a:pt x="5" y="7"/>
                </a:cubicBezTo>
                <a:lnTo>
                  <a:pt x="4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9" name="Rectangle 88">
            <a:extLst>
              <a:ext uri="{FF2B5EF4-FFF2-40B4-BE49-F238E27FC236}">
                <a16:creationId xmlns:a16="http://schemas.microsoft.com/office/drawing/2014/main" id="{7062E7A5-63A7-4001-985F-A9884FD66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263" y="915988"/>
            <a:ext cx="17463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0" name="Freeform 89">
            <a:extLst>
              <a:ext uri="{FF2B5EF4-FFF2-40B4-BE49-F238E27FC236}">
                <a16:creationId xmlns:a16="http://schemas.microsoft.com/office/drawing/2014/main" id="{50513BFF-0382-41C0-9DE1-C3A3B38F81AC}"/>
              </a:ext>
            </a:extLst>
          </p:cNvPr>
          <p:cNvSpPr>
            <a:spLocks/>
          </p:cNvSpPr>
          <p:nvPr/>
        </p:nvSpPr>
        <p:spPr bwMode="auto">
          <a:xfrm>
            <a:off x="9064626" y="1082676"/>
            <a:ext cx="131763" cy="127000"/>
          </a:xfrm>
          <a:custGeom>
            <a:avLst/>
            <a:gdLst>
              <a:gd name="T0" fmla="*/ 27 w 83"/>
              <a:gd name="T1" fmla="*/ 80 h 80"/>
              <a:gd name="T2" fmla="*/ 83 w 83"/>
              <a:gd name="T3" fmla="*/ 26 h 80"/>
              <a:gd name="T4" fmla="*/ 56 w 83"/>
              <a:gd name="T5" fmla="*/ 0 h 80"/>
              <a:gd name="T6" fmla="*/ 0 w 83"/>
              <a:gd name="T7" fmla="*/ 53 h 80"/>
              <a:gd name="T8" fmla="*/ 27 w 83"/>
              <a:gd name="T9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3" h="80">
                <a:moveTo>
                  <a:pt x="27" y="80"/>
                </a:moveTo>
                <a:lnTo>
                  <a:pt x="83" y="26"/>
                </a:lnTo>
                <a:lnTo>
                  <a:pt x="56" y="0"/>
                </a:lnTo>
                <a:lnTo>
                  <a:pt x="0" y="53"/>
                </a:lnTo>
                <a:lnTo>
                  <a:pt x="27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1" name="Freeform 90">
            <a:extLst>
              <a:ext uri="{FF2B5EF4-FFF2-40B4-BE49-F238E27FC236}">
                <a16:creationId xmlns:a16="http://schemas.microsoft.com/office/drawing/2014/main" id="{F221C76F-E386-4323-A51B-F19050A0540D}"/>
              </a:ext>
            </a:extLst>
          </p:cNvPr>
          <p:cNvSpPr>
            <a:spLocks noEditPoints="1"/>
          </p:cNvSpPr>
          <p:nvPr/>
        </p:nvSpPr>
        <p:spPr bwMode="auto">
          <a:xfrm>
            <a:off x="9170988" y="862013"/>
            <a:ext cx="225425" cy="241300"/>
          </a:xfrm>
          <a:custGeom>
            <a:avLst/>
            <a:gdLst>
              <a:gd name="T0" fmla="*/ 0 w 53"/>
              <a:gd name="T1" fmla="*/ 49 h 57"/>
              <a:gd name="T2" fmla="*/ 8 w 53"/>
              <a:gd name="T3" fmla="*/ 57 h 57"/>
              <a:gd name="T4" fmla="*/ 30 w 53"/>
              <a:gd name="T5" fmla="*/ 35 h 57"/>
              <a:gd name="T6" fmla="*/ 48 w 53"/>
              <a:gd name="T7" fmla="*/ 0 h 57"/>
              <a:gd name="T8" fmla="*/ 0 w 53"/>
              <a:gd name="T9" fmla="*/ 49 h 57"/>
              <a:gd name="T10" fmla="*/ 10 w 53"/>
              <a:gd name="T11" fmla="*/ 52 h 57"/>
              <a:gd name="T12" fmla="*/ 14 w 53"/>
              <a:gd name="T13" fmla="*/ 46 h 57"/>
              <a:gd name="T14" fmla="*/ 19 w 53"/>
              <a:gd name="T15" fmla="*/ 40 h 57"/>
              <a:gd name="T16" fmla="*/ 29 w 53"/>
              <a:gd name="T17" fmla="*/ 29 h 57"/>
              <a:gd name="T18" fmla="*/ 39 w 53"/>
              <a:gd name="T19" fmla="*/ 18 h 57"/>
              <a:gd name="T20" fmla="*/ 47 w 53"/>
              <a:gd name="T21" fmla="*/ 6 h 57"/>
              <a:gd name="T22" fmla="*/ 47 w 53"/>
              <a:gd name="T23" fmla="*/ 6 h 57"/>
              <a:gd name="T24" fmla="*/ 40 w 53"/>
              <a:gd name="T25" fmla="*/ 19 h 57"/>
              <a:gd name="T26" fmla="*/ 31 w 53"/>
              <a:gd name="T27" fmla="*/ 31 h 57"/>
              <a:gd name="T28" fmla="*/ 21 w 53"/>
              <a:gd name="T29" fmla="*/ 42 h 57"/>
              <a:gd name="T30" fmla="*/ 10 w 53"/>
              <a:gd name="T31" fmla="*/ 5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3" h="57">
                <a:moveTo>
                  <a:pt x="0" y="49"/>
                </a:moveTo>
                <a:cubicBezTo>
                  <a:pt x="8" y="57"/>
                  <a:pt x="8" y="57"/>
                  <a:pt x="8" y="57"/>
                </a:cubicBezTo>
                <a:cubicBezTo>
                  <a:pt x="30" y="35"/>
                  <a:pt x="30" y="35"/>
                  <a:pt x="30" y="35"/>
                </a:cubicBezTo>
                <a:cubicBezTo>
                  <a:pt x="53" y="9"/>
                  <a:pt x="48" y="0"/>
                  <a:pt x="48" y="0"/>
                </a:cubicBezTo>
                <a:lnTo>
                  <a:pt x="0" y="49"/>
                </a:lnTo>
                <a:close/>
                <a:moveTo>
                  <a:pt x="10" y="52"/>
                </a:moveTo>
                <a:cubicBezTo>
                  <a:pt x="11" y="50"/>
                  <a:pt x="13" y="48"/>
                  <a:pt x="14" y="46"/>
                </a:cubicBezTo>
                <a:cubicBezTo>
                  <a:pt x="19" y="40"/>
                  <a:pt x="19" y="40"/>
                  <a:pt x="19" y="40"/>
                </a:cubicBezTo>
                <a:cubicBezTo>
                  <a:pt x="23" y="37"/>
                  <a:pt x="26" y="33"/>
                  <a:pt x="29" y="29"/>
                </a:cubicBezTo>
                <a:cubicBezTo>
                  <a:pt x="33" y="26"/>
                  <a:pt x="36" y="22"/>
                  <a:pt x="39" y="18"/>
                </a:cubicBezTo>
                <a:cubicBezTo>
                  <a:pt x="41" y="14"/>
                  <a:pt x="44" y="10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5" y="10"/>
                  <a:pt x="43" y="15"/>
                  <a:pt x="40" y="19"/>
                </a:cubicBezTo>
                <a:cubicBezTo>
                  <a:pt x="38" y="23"/>
                  <a:pt x="35" y="27"/>
                  <a:pt x="31" y="31"/>
                </a:cubicBezTo>
                <a:cubicBezTo>
                  <a:pt x="28" y="35"/>
                  <a:pt x="24" y="38"/>
                  <a:pt x="21" y="42"/>
                </a:cubicBezTo>
                <a:cubicBezTo>
                  <a:pt x="10" y="52"/>
                  <a:pt x="10" y="52"/>
                  <a:pt x="10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2" name="Freeform 91">
            <a:extLst>
              <a:ext uri="{FF2B5EF4-FFF2-40B4-BE49-F238E27FC236}">
                <a16:creationId xmlns:a16="http://schemas.microsoft.com/office/drawing/2014/main" id="{E01C8AAC-4131-4194-99E1-8AFA566EFE5F}"/>
              </a:ext>
            </a:extLst>
          </p:cNvPr>
          <p:cNvSpPr>
            <a:spLocks/>
          </p:cNvSpPr>
          <p:nvPr/>
        </p:nvSpPr>
        <p:spPr bwMode="auto">
          <a:xfrm>
            <a:off x="9140826" y="1057276"/>
            <a:ext cx="80963" cy="79375"/>
          </a:xfrm>
          <a:custGeom>
            <a:avLst/>
            <a:gdLst>
              <a:gd name="T0" fmla="*/ 43 w 51"/>
              <a:gd name="T1" fmla="*/ 50 h 50"/>
              <a:gd name="T2" fmla="*/ 51 w 51"/>
              <a:gd name="T3" fmla="*/ 42 h 50"/>
              <a:gd name="T4" fmla="*/ 8 w 51"/>
              <a:gd name="T5" fmla="*/ 0 h 50"/>
              <a:gd name="T6" fmla="*/ 0 w 51"/>
              <a:gd name="T7" fmla="*/ 8 h 50"/>
              <a:gd name="T8" fmla="*/ 43 w 51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" h="50">
                <a:moveTo>
                  <a:pt x="43" y="50"/>
                </a:moveTo>
                <a:lnTo>
                  <a:pt x="51" y="42"/>
                </a:lnTo>
                <a:lnTo>
                  <a:pt x="8" y="0"/>
                </a:lnTo>
                <a:lnTo>
                  <a:pt x="0" y="8"/>
                </a:lnTo>
                <a:lnTo>
                  <a:pt x="43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3" name="Freeform 138">
            <a:extLst>
              <a:ext uri="{FF2B5EF4-FFF2-40B4-BE49-F238E27FC236}">
                <a16:creationId xmlns:a16="http://schemas.microsoft.com/office/drawing/2014/main" id="{64D8B572-F479-4FC8-A92A-8316A99CCD4F}"/>
              </a:ext>
            </a:extLst>
          </p:cNvPr>
          <p:cNvSpPr>
            <a:spLocks/>
          </p:cNvSpPr>
          <p:nvPr/>
        </p:nvSpPr>
        <p:spPr bwMode="auto">
          <a:xfrm>
            <a:off x="8140701" y="1592263"/>
            <a:ext cx="403225" cy="246063"/>
          </a:xfrm>
          <a:custGeom>
            <a:avLst/>
            <a:gdLst>
              <a:gd name="T0" fmla="*/ 60 w 95"/>
              <a:gd name="T1" fmla="*/ 0 h 58"/>
              <a:gd name="T2" fmla="*/ 36 w 95"/>
              <a:gd name="T3" fmla="*/ 0 h 58"/>
              <a:gd name="T4" fmla="*/ 36 w 95"/>
              <a:gd name="T5" fmla="*/ 37 h 58"/>
              <a:gd name="T6" fmla="*/ 30 w 95"/>
              <a:gd name="T7" fmla="*/ 40 h 58"/>
              <a:gd name="T8" fmla="*/ 20 w 95"/>
              <a:gd name="T9" fmla="*/ 39 h 58"/>
              <a:gd name="T10" fmla="*/ 0 w 95"/>
              <a:gd name="T11" fmla="*/ 53 h 58"/>
              <a:gd name="T12" fmla="*/ 11 w 95"/>
              <a:gd name="T13" fmla="*/ 58 h 58"/>
              <a:gd name="T14" fmla="*/ 81 w 95"/>
              <a:gd name="T15" fmla="*/ 57 h 58"/>
              <a:gd name="T16" fmla="*/ 95 w 95"/>
              <a:gd name="T17" fmla="*/ 55 h 58"/>
              <a:gd name="T18" fmla="*/ 77 w 95"/>
              <a:gd name="T19" fmla="*/ 39 h 58"/>
              <a:gd name="T20" fmla="*/ 66 w 95"/>
              <a:gd name="T21" fmla="*/ 40 h 58"/>
              <a:gd name="T22" fmla="*/ 60 w 95"/>
              <a:gd name="T23" fmla="*/ 37 h 58"/>
              <a:gd name="T24" fmla="*/ 60 w 95"/>
              <a:gd name="T25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5" h="58">
                <a:moveTo>
                  <a:pt x="60" y="0"/>
                </a:moveTo>
                <a:cubicBezTo>
                  <a:pt x="36" y="0"/>
                  <a:pt x="36" y="0"/>
                  <a:pt x="36" y="0"/>
                </a:cubicBezTo>
                <a:cubicBezTo>
                  <a:pt x="36" y="37"/>
                  <a:pt x="36" y="37"/>
                  <a:pt x="36" y="37"/>
                </a:cubicBezTo>
                <a:cubicBezTo>
                  <a:pt x="34" y="38"/>
                  <a:pt x="32" y="39"/>
                  <a:pt x="30" y="40"/>
                </a:cubicBezTo>
                <a:cubicBezTo>
                  <a:pt x="27" y="39"/>
                  <a:pt x="24" y="39"/>
                  <a:pt x="20" y="39"/>
                </a:cubicBezTo>
                <a:cubicBezTo>
                  <a:pt x="8" y="39"/>
                  <a:pt x="0" y="48"/>
                  <a:pt x="0" y="53"/>
                </a:cubicBezTo>
                <a:cubicBezTo>
                  <a:pt x="0" y="57"/>
                  <a:pt x="3" y="58"/>
                  <a:pt x="11" y="58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95" y="57"/>
                  <a:pt x="95" y="55"/>
                </a:cubicBezTo>
                <a:cubicBezTo>
                  <a:pt x="95" y="50"/>
                  <a:pt x="90" y="39"/>
                  <a:pt x="77" y="39"/>
                </a:cubicBezTo>
                <a:cubicBezTo>
                  <a:pt x="73" y="39"/>
                  <a:pt x="69" y="40"/>
                  <a:pt x="66" y="40"/>
                </a:cubicBezTo>
                <a:cubicBezTo>
                  <a:pt x="64" y="39"/>
                  <a:pt x="62" y="38"/>
                  <a:pt x="60" y="37"/>
                </a:cubicBezTo>
                <a:cubicBezTo>
                  <a:pt x="60" y="0"/>
                  <a:pt x="60" y="0"/>
                  <a:pt x="6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4" name="Freeform 139">
            <a:extLst>
              <a:ext uri="{FF2B5EF4-FFF2-40B4-BE49-F238E27FC236}">
                <a16:creationId xmlns:a16="http://schemas.microsoft.com/office/drawing/2014/main" id="{ED618E7C-7C20-4DE4-AC33-DA42F95F5D49}"/>
              </a:ext>
            </a:extLst>
          </p:cNvPr>
          <p:cNvSpPr>
            <a:spLocks/>
          </p:cNvSpPr>
          <p:nvPr/>
        </p:nvSpPr>
        <p:spPr bwMode="auto">
          <a:xfrm>
            <a:off x="8170863" y="1443038"/>
            <a:ext cx="342900" cy="217488"/>
          </a:xfrm>
          <a:custGeom>
            <a:avLst/>
            <a:gdLst>
              <a:gd name="T0" fmla="*/ 62 w 81"/>
              <a:gd name="T1" fmla="*/ 13 h 51"/>
              <a:gd name="T2" fmla="*/ 57 w 81"/>
              <a:gd name="T3" fmla="*/ 14 h 51"/>
              <a:gd name="T4" fmla="*/ 39 w 81"/>
              <a:gd name="T5" fmla="*/ 0 h 51"/>
              <a:gd name="T6" fmla="*/ 21 w 81"/>
              <a:gd name="T7" fmla="*/ 11 h 51"/>
              <a:gd name="T8" fmla="*/ 19 w 81"/>
              <a:gd name="T9" fmla="*/ 11 h 51"/>
              <a:gd name="T10" fmla="*/ 0 w 81"/>
              <a:gd name="T11" fmla="*/ 30 h 51"/>
              <a:gd name="T12" fmla="*/ 19 w 81"/>
              <a:gd name="T13" fmla="*/ 50 h 51"/>
              <a:gd name="T14" fmla="*/ 37 w 81"/>
              <a:gd name="T15" fmla="*/ 38 h 51"/>
              <a:gd name="T16" fmla="*/ 39 w 81"/>
              <a:gd name="T17" fmla="*/ 39 h 51"/>
              <a:gd name="T18" fmla="*/ 44 w 81"/>
              <a:gd name="T19" fmla="*/ 38 h 51"/>
              <a:gd name="T20" fmla="*/ 62 w 81"/>
              <a:gd name="T21" fmla="*/ 51 h 51"/>
              <a:gd name="T22" fmla="*/ 81 w 81"/>
              <a:gd name="T23" fmla="*/ 32 h 51"/>
              <a:gd name="T24" fmla="*/ 62 w 81"/>
              <a:gd name="T25" fmla="*/ 1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1" h="51">
                <a:moveTo>
                  <a:pt x="62" y="13"/>
                </a:moveTo>
                <a:cubicBezTo>
                  <a:pt x="60" y="13"/>
                  <a:pt x="59" y="13"/>
                  <a:pt x="57" y="14"/>
                </a:cubicBezTo>
                <a:cubicBezTo>
                  <a:pt x="54" y="6"/>
                  <a:pt x="47" y="0"/>
                  <a:pt x="39" y="0"/>
                </a:cubicBezTo>
                <a:cubicBezTo>
                  <a:pt x="31" y="0"/>
                  <a:pt x="24" y="5"/>
                  <a:pt x="21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9" y="11"/>
                  <a:pt x="0" y="20"/>
                  <a:pt x="0" y="30"/>
                </a:cubicBezTo>
                <a:cubicBezTo>
                  <a:pt x="0" y="41"/>
                  <a:pt x="9" y="50"/>
                  <a:pt x="19" y="50"/>
                </a:cubicBezTo>
                <a:cubicBezTo>
                  <a:pt x="27" y="50"/>
                  <a:pt x="34" y="45"/>
                  <a:pt x="37" y="38"/>
                </a:cubicBezTo>
                <a:cubicBezTo>
                  <a:pt x="37" y="38"/>
                  <a:pt x="38" y="39"/>
                  <a:pt x="39" y="39"/>
                </a:cubicBezTo>
                <a:cubicBezTo>
                  <a:pt x="40" y="39"/>
                  <a:pt x="42" y="38"/>
                  <a:pt x="44" y="38"/>
                </a:cubicBezTo>
                <a:cubicBezTo>
                  <a:pt x="46" y="46"/>
                  <a:pt x="54" y="51"/>
                  <a:pt x="62" y="51"/>
                </a:cubicBezTo>
                <a:cubicBezTo>
                  <a:pt x="73" y="51"/>
                  <a:pt x="81" y="43"/>
                  <a:pt x="81" y="32"/>
                </a:cubicBezTo>
                <a:cubicBezTo>
                  <a:pt x="81" y="22"/>
                  <a:pt x="73" y="13"/>
                  <a:pt x="62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5" name="Oval 140">
            <a:extLst>
              <a:ext uri="{FF2B5EF4-FFF2-40B4-BE49-F238E27FC236}">
                <a16:creationId xmlns:a16="http://schemas.microsoft.com/office/drawing/2014/main" id="{5ACA7E7D-8EB0-4B10-A141-C1E85C432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1676401"/>
            <a:ext cx="207963" cy="555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6" name="Freeform 141">
            <a:extLst>
              <a:ext uri="{FF2B5EF4-FFF2-40B4-BE49-F238E27FC236}">
                <a16:creationId xmlns:a16="http://schemas.microsoft.com/office/drawing/2014/main" id="{54071027-DF8D-4CB7-9305-FFCE6DDE0759}"/>
              </a:ext>
            </a:extLst>
          </p:cNvPr>
          <p:cNvSpPr>
            <a:spLocks noEditPoints="1"/>
          </p:cNvSpPr>
          <p:nvPr/>
        </p:nvSpPr>
        <p:spPr bwMode="auto">
          <a:xfrm>
            <a:off x="8896351" y="1617663"/>
            <a:ext cx="554038" cy="182563"/>
          </a:xfrm>
          <a:custGeom>
            <a:avLst/>
            <a:gdLst>
              <a:gd name="T0" fmla="*/ 22 w 131"/>
              <a:gd name="T1" fmla="*/ 40 h 43"/>
              <a:gd name="T2" fmla="*/ 4 w 131"/>
              <a:gd name="T3" fmla="*/ 22 h 43"/>
              <a:gd name="T4" fmla="*/ 22 w 131"/>
              <a:gd name="T5" fmla="*/ 4 h 43"/>
              <a:gd name="T6" fmla="*/ 109 w 131"/>
              <a:gd name="T7" fmla="*/ 4 h 43"/>
              <a:gd name="T8" fmla="*/ 127 w 131"/>
              <a:gd name="T9" fmla="*/ 22 h 43"/>
              <a:gd name="T10" fmla="*/ 109 w 131"/>
              <a:gd name="T11" fmla="*/ 40 h 43"/>
              <a:gd name="T12" fmla="*/ 22 w 131"/>
              <a:gd name="T13" fmla="*/ 40 h 43"/>
              <a:gd name="T14" fmla="*/ 109 w 131"/>
              <a:gd name="T15" fmla="*/ 0 h 43"/>
              <a:gd name="T16" fmla="*/ 22 w 131"/>
              <a:gd name="T17" fmla="*/ 0 h 43"/>
              <a:gd name="T18" fmla="*/ 0 w 131"/>
              <a:gd name="T19" fmla="*/ 22 h 43"/>
              <a:gd name="T20" fmla="*/ 22 w 131"/>
              <a:gd name="T21" fmla="*/ 43 h 43"/>
              <a:gd name="T22" fmla="*/ 109 w 131"/>
              <a:gd name="T23" fmla="*/ 43 h 43"/>
              <a:gd name="T24" fmla="*/ 131 w 131"/>
              <a:gd name="T25" fmla="*/ 22 h 43"/>
              <a:gd name="T26" fmla="*/ 109 w 131"/>
              <a:gd name="T2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1" h="43">
                <a:moveTo>
                  <a:pt x="22" y="40"/>
                </a:moveTo>
                <a:cubicBezTo>
                  <a:pt x="12" y="40"/>
                  <a:pt x="4" y="32"/>
                  <a:pt x="4" y="22"/>
                </a:cubicBezTo>
                <a:cubicBezTo>
                  <a:pt x="4" y="12"/>
                  <a:pt x="12" y="4"/>
                  <a:pt x="22" y="4"/>
                </a:cubicBezTo>
                <a:cubicBezTo>
                  <a:pt x="109" y="4"/>
                  <a:pt x="109" y="4"/>
                  <a:pt x="109" y="4"/>
                </a:cubicBezTo>
                <a:cubicBezTo>
                  <a:pt x="119" y="4"/>
                  <a:pt x="127" y="12"/>
                  <a:pt x="127" y="22"/>
                </a:cubicBezTo>
                <a:cubicBezTo>
                  <a:pt x="127" y="32"/>
                  <a:pt x="119" y="40"/>
                  <a:pt x="109" y="40"/>
                </a:cubicBezTo>
                <a:cubicBezTo>
                  <a:pt x="22" y="40"/>
                  <a:pt x="22" y="40"/>
                  <a:pt x="22" y="40"/>
                </a:cubicBezTo>
                <a:moveTo>
                  <a:pt x="109" y="0"/>
                </a:moveTo>
                <a:cubicBezTo>
                  <a:pt x="22" y="0"/>
                  <a:pt x="22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34"/>
                  <a:pt x="10" y="43"/>
                  <a:pt x="22" y="43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21" y="43"/>
                  <a:pt x="131" y="34"/>
                  <a:pt x="131" y="22"/>
                </a:cubicBezTo>
                <a:cubicBezTo>
                  <a:pt x="131" y="10"/>
                  <a:pt x="121" y="0"/>
                  <a:pt x="10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7" name="Freeform 142">
            <a:extLst>
              <a:ext uri="{FF2B5EF4-FFF2-40B4-BE49-F238E27FC236}">
                <a16:creationId xmlns:a16="http://schemas.microsoft.com/office/drawing/2014/main" id="{D525FC86-A41A-4E41-B2BF-05FD1BC2929E}"/>
              </a:ext>
            </a:extLst>
          </p:cNvPr>
          <p:cNvSpPr>
            <a:spLocks noEditPoints="1"/>
          </p:cNvSpPr>
          <p:nvPr/>
        </p:nvSpPr>
        <p:spPr bwMode="auto">
          <a:xfrm>
            <a:off x="8950326" y="1643063"/>
            <a:ext cx="131763" cy="131763"/>
          </a:xfrm>
          <a:custGeom>
            <a:avLst/>
            <a:gdLst>
              <a:gd name="T0" fmla="*/ 16 w 31"/>
              <a:gd name="T1" fmla="*/ 28 h 31"/>
              <a:gd name="T2" fmla="*/ 4 w 31"/>
              <a:gd name="T3" fmla="*/ 16 h 31"/>
              <a:gd name="T4" fmla="*/ 16 w 31"/>
              <a:gd name="T5" fmla="*/ 4 h 31"/>
              <a:gd name="T6" fmla="*/ 28 w 31"/>
              <a:gd name="T7" fmla="*/ 16 h 31"/>
              <a:gd name="T8" fmla="*/ 16 w 31"/>
              <a:gd name="T9" fmla="*/ 28 h 31"/>
              <a:gd name="T10" fmla="*/ 16 w 31"/>
              <a:gd name="T11" fmla="*/ 0 h 31"/>
              <a:gd name="T12" fmla="*/ 0 w 31"/>
              <a:gd name="T13" fmla="*/ 16 h 31"/>
              <a:gd name="T14" fmla="*/ 16 w 31"/>
              <a:gd name="T15" fmla="*/ 31 h 31"/>
              <a:gd name="T16" fmla="*/ 31 w 31"/>
              <a:gd name="T17" fmla="*/ 16 h 31"/>
              <a:gd name="T18" fmla="*/ 16 w 31"/>
              <a:gd name="T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1">
                <a:moveTo>
                  <a:pt x="16" y="28"/>
                </a:moveTo>
                <a:cubicBezTo>
                  <a:pt x="9" y="28"/>
                  <a:pt x="4" y="22"/>
                  <a:pt x="4" y="16"/>
                </a:cubicBezTo>
                <a:cubicBezTo>
                  <a:pt x="4" y="9"/>
                  <a:pt x="9" y="4"/>
                  <a:pt x="16" y="4"/>
                </a:cubicBezTo>
                <a:cubicBezTo>
                  <a:pt x="22" y="4"/>
                  <a:pt x="28" y="9"/>
                  <a:pt x="28" y="16"/>
                </a:cubicBezTo>
                <a:cubicBezTo>
                  <a:pt x="28" y="22"/>
                  <a:pt x="22" y="28"/>
                  <a:pt x="16" y="28"/>
                </a:cubicBezTo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4"/>
                  <a:pt x="7" y="31"/>
                  <a:pt x="16" y="31"/>
                </a:cubicBezTo>
                <a:cubicBezTo>
                  <a:pt x="24" y="31"/>
                  <a:pt x="31" y="24"/>
                  <a:pt x="31" y="16"/>
                </a:cubicBezTo>
                <a:cubicBezTo>
                  <a:pt x="31" y="7"/>
                  <a:pt x="24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8" name="Freeform 143">
            <a:extLst>
              <a:ext uri="{FF2B5EF4-FFF2-40B4-BE49-F238E27FC236}">
                <a16:creationId xmlns:a16="http://schemas.microsoft.com/office/drawing/2014/main" id="{CA98AE70-0AED-48FB-BED3-5D57BD5CBBFC}"/>
              </a:ext>
            </a:extLst>
          </p:cNvPr>
          <p:cNvSpPr>
            <a:spLocks noEditPoints="1"/>
          </p:cNvSpPr>
          <p:nvPr/>
        </p:nvSpPr>
        <p:spPr bwMode="auto">
          <a:xfrm>
            <a:off x="9107488" y="1643063"/>
            <a:ext cx="136525" cy="131763"/>
          </a:xfrm>
          <a:custGeom>
            <a:avLst/>
            <a:gdLst>
              <a:gd name="T0" fmla="*/ 16 w 32"/>
              <a:gd name="T1" fmla="*/ 28 h 31"/>
              <a:gd name="T2" fmla="*/ 4 w 32"/>
              <a:gd name="T3" fmla="*/ 16 h 31"/>
              <a:gd name="T4" fmla="*/ 16 w 32"/>
              <a:gd name="T5" fmla="*/ 4 h 31"/>
              <a:gd name="T6" fmla="*/ 28 w 32"/>
              <a:gd name="T7" fmla="*/ 16 h 31"/>
              <a:gd name="T8" fmla="*/ 16 w 32"/>
              <a:gd name="T9" fmla="*/ 28 h 31"/>
              <a:gd name="T10" fmla="*/ 16 w 32"/>
              <a:gd name="T11" fmla="*/ 0 h 31"/>
              <a:gd name="T12" fmla="*/ 0 w 32"/>
              <a:gd name="T13" fmla="*/ 16 h 31"/>
              <a:gd name="T14" fmla="*/ 16 w 32"/>
              <a:gd name="T15" fmla="*/ 31 h 31"/>
              <a:gd name="T16" fmla="*/ 32 w 32"/>
              <a:gd name="T17" fmla="*/ 16 h 31"/>
              <a:gd name="T18" fmla="*/ 16 w 32"/>
              <a:gd name="T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2" h="31">
                <a:moveTo>
                  <a:pt x="16" y="28"/>
                </a:moveTo>
                <a:cubicBezTo>
                  <a:pt x="9" y="28"/>
                  <a:pt x="4" y="22"/>
                  <a:pt x="4" y="16"/>
                </a:cubicBezTo>
                <a:cubicBezTo>
                  <a:pt x="4" y="9"/>
                  <a:pt x="9" y="4"/>
                  <a:pt x="16" y="4"/>
                </a:cubicBezTo>
                <a:cubicBezTo>
                  <a:pt x="23" y="4"/>
                  <a:pt x="28" y="9"/>
                  <a:pt x="28" y="16"/>
                </a:cubicBezTo>
                <a:cubicBezTo>
                  <a:pt x="28" y="22"/>
                  <a:pt x="23" y="28"/>
                  <a:pt x="16" y="28"/>
                </a:cubicBezTo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4"/>
                  <a:pt x="7" y="31"/>
                  <a:pt x="16" y="31"/>
                </a:cubicBezTo>
                <a:cubicBezTo>
                  <a:pt x="25" y="31"/>
                  <a:pt x="32" y="24"/>
                  <a:pt x="32" y="16"/>
                </a:cubicBezTo>
                <a:cubicBezTo>
                  <a:pt x="32" y="7"/>
                  <a:pt x="25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9" name="Freeform 144">
            <a:extLst>
              <a:ext uri="{FF2B5EF4-FFF2-40B4-BE49-F238E27FC236}">
                <a16:creationId xmlns:a16="http://schemas.microsoft.com/office/drawing/2014/main" id="{7B9BEDB6-6D7C-48C4-89F1-AE75002CF936}"/>
              </a:ext>
            </a:extLst>
          </p:cNvPr>
          <p:cNvSpPr>
            <a:spLocks noEditPoints="1"/>
          </p:cNvSpPr>
          <p:nvPr/>
        </p:nvSpPr>
        <p:spPr bwMode="auto">
          <a:xfrm>
            <a:off x="9269413" y="1643063"/>
            <a:ext cx="130175" cy="131763"/>
          </a:xfrm>
          <a:custGeom>
            <a:avLst/>
            <a:gdLst>
              <a:gd name="T0" fmla="*/ 15 w 31"/>
              <a:gd name="T1" fmla="*/ 28 h 31"/>
              <a:gd name="T2" fmla="*/ 3 w 31"/>
              <a:gd name="T3" fmla="*/ 16 h 31"/>
              <a:gd name="T4" fmla="*/ 15 w 31"/>
              <a:gd name="T5" fmla="*/ 4 h 31"/>
              <a:gd name="T6" fmla="*/ 28 w 31"/>
              <a:gd name="T7" fmla="*/ 16 h 31"/>
              <a:gd name="T8" fmla="*/ 15 w 31"/>
              <a:gd name="T9" fmla="*/ 28 h 31"/>
              <a:gd name="T10" fmla="*/ 15 w 31"/>
              <a:gd name="T11" fmla="*/ 0 h 31"/>
              <a:gd name="T12" fmla="*/ 0 w 31"/>
              <a:gd name="T13" fmla="*/ 16 h 31"/>
              <a:gd name="T14" fmla="*/ 15 w 31"/>
              <a:gd name="T15" fmla="*/ 31 h 31"/>
              <a:gd name="T16" fmla="*/ 31 w 31"/>
              <a:gd name="T17" fmla="*/ 16 h 31"/>
              <a:gd name="T18" fmla="*/ 15 w 31"/>
              <a:gd name="T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1">
                <a:moveTo>
                  <a:pt x="15" y="28"/>
                </a:moveTo>
                <a:cubicBezTo>
                  <a:pt x="9" y="28"/>
                  <a:pt x="3" y="22"/>
                  <a:pt x="3" y="16"/>
                </a:cubicBezTo>
                <a:cubicBezTo>
                  <a:pt x="3" y="9"/>
                  <a:pt x="9" y="4"/>
                  <a:pt x="15" y="4"/>
                </a:cubicBezTo>
                <a:cubicBezTo>
                  <a:pt x="22" y="4"/>
                  <a:pt x="28" y="9"/>
                  <a:pt x="28" y="16"/>
                </a:cubicBezTo>
                <a:cubicBezTo>
                  <a:pt x="28" y="22"/>
                  <a:pt x="22" y="28"/>
                  <a:pt x="15" y="28"/>
                </a:cubicBezTo>
                <a:moveTo>
                  <a:pt x="15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4"/>
                  <a:pt x="7" y="31"/>
                  <a:pt x="15" y="31"/>
                </a:cubicBezTo>
                <a:cubicBezTo>
                  <a:pt x="24" y="31"/>
                  <a:pt x="31" y="24"/>
                  <a:pt x="31" y="16"/>
                </a:cubicBezTo>
                <a:cubicBezTo>
                  <a:pt x="31" y="7"/>
                  <a:pt x="24" y="0"/>
                  <a:pt x="1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0" name="Freeform 145">
            <a:extLst>
              <a:ext uri="{FF2B5EF4-FFF2-40B4-BE49-F238E27FC236}">
                <a16:creationId xmlns:a16="http://schemas.microsoft.com/office/drawing/2014/main" id="{A5592C0B-64DE-456E-B8CF-26B8797F791D}"/>
              </a:ext>
            </a:extLst>
          </p:cNvPr>
          <p:cNvSpPr>
            <a:spLocks noEditPoints="1"/>
          </p:cNvSpPr>
          <p:nvPr/>
        </p:nvSpPr>
        <p:spPr bwMode="auto">
          <a:xfrm>
            <a:off x="8866188" y="1447801"/>
            <a:ext cx="495300" cy="157163"/>
          </a:xfrm>
          <a:custGeom>
            <a:avLst/>
            <a:gdLst>
              <a:gd name="T0" fmla="*/ 294 w 312"/>
              <a:gd name="T1" fmla="*/ 35 h 99"/>
              <a:gd name="T2" fmla="*/ 294 w 312"/>
              <a:gd name="T3" fmla="*/ 21 h 99"/>
              <a:gd name="T4" fmla="*/ 288 w 312"/>
              <a:gd name="T5" fmla="*/ 21 h 99"/>
              <a:gd name="T6" fmla="*/ 288 w 312"/>
              <a:gd name="T7" fmla="*/ 35 h 99"/>
              <a:gd name="T8" fmla="*/ 278 w 312"/>
              <a:gd name="T9" fmla="*/ 35 h 99"/>
              <a:gd name="T10" fmla="*/ 278 w 312"/>
              <a:gd name="T11" fmla="*/ 0 h 99"/>
              <a:gd name="T12" fmla="*/ 275 w 312"/>
              <a:gd name="T13" fmla="*/ 0 h 99"/>
              <a:gd name="T14" fmla="*/ 275 w 312"/>
              <a:gd name="T15" fmla="*/ 35 h 99"/>
              <a:gd name="T16" fmla="*/ 152 w 312"/>
              <a:gd name="T17" fmla="*/ 35 h 99"/>
              <a:gd name="T18" fmla="*/ 125 w 312"/>
              <a:gd name="T19" fmla="*/ 64 h 99"/>
              <a:gd name="T20" fmla="*/ 8 w 312"/>
              <a:gd name="T21" fmla="*/ 29 h 99"/>
              <a:gd name="T22" fmla="*/ 0 w 312"/>
              <a:gd name="T23" fmla="*/ 53 h 99"/>
              <a:gd name="T24" fmla="*/ 109 w 312"/>
              <a:gd name="T25" fmla="*/ 83 h 99"/>
              <a:gd name="T26" fmla="*/ 96 w 312"/>
              <a:gd name="T27" fmla="*/ 99 h 99"/>
              <a:gd name="T28" fmla="*/ 312 w 312"/>
              <a:gd name="T29" fmla="*/ 99 h 99"/>
              <a:gd name="T30" fmla="*/ 312 w 312"/>
              <a:gd name="T31" fmla="*/ 35 h 99"/>
              <a:gd name="T32" fmla="*/ 294 w 312"/>
              <a:gd name="T33" fmla="*/ 35 h 99"/>
              <a:gd name="T34" fmla="*/ 222 w 312"/>
              <a:gd name="T35" fmla="*/ 67 h 99"/>
              <a:gd name="T36" fmla="*/ 171 w 312"/>
              <a:gd name="T37" fmla="*/ 67 h 99"/>
              <a:gd name="T38" fmla="*/ 171 w 312"/>
              <a:gd name="T39" fmla="*/ 56 h 99"/>
              <a:gd name="T40" fmla="*/ 222 w 312"/>
              <a:gd name="T41" fmla="*/ 56 h 99"/>
              <a:gd name="T42" fmla="*/ 222 w 312"/>
              <a:gd name="T43" fmla="*/ 67 h 99"/>
              <a:gd name="T44" fmla="*/ 294 w 312"/>
              <a:gd name="T45" fmla="*/ 67 h 99"/>
              <a:gd name="T46" fmla="*/ 246 w 312"/>
              <a:gd name="T47" fmla="*/ 67 h 99"/>
              <a:gd name="T48" fmla="*/ 246 w 312"/>
              <a:gd name="T49" fmla="*/ 56 h 99"/>
              <a:gd name="T50" fmla="*/ 294 w 312"/>
              <a:gd name="T51" fmla="*/ 56 h 99"/>
              <a:gd name="T52" fmla="*/ 294 w 312"/>
              <a:gd name="T53" fmla="*/ 6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2" h="99">
                <a:moveTo>
                  <a:pt x="294" y="35"/>
                </a:moveTo>
                <a:lnTo>
                  <a:pt x="294" y="21"/>
                </a:lnTo>
                <a:lnTo>
                  <a:pt x="288" y="21"/>
                </a:lnTo>
                <a:lnTo>
                  <a:pt x="288" y="35"/>
                </a:lnTo>
                <a:lnTo>
                  <a:pt x="278" y="35"/>
                </a:lnTo>
                <a:lnTo>
                  <a:pt x="278" y="0"/>
                </a:lnTo>
                <a:lnTo>
                  <a:pt x="275" y="0"/>
                </a:lnTo>
                <a:lnTo>
                  <a:pt x="275" y="35"/>
                </a:lnTo>
                <a:lnTo>
                  <a:pt x="152" y="35"/>
                </a:lnTo>
                <a:lnTo>
                  <a:pt x="125" y="64"/>
                </a:lnTo>
                <a:lnTo>
                  <a:pt x="8" y="29"/>
                </a:lnTo>
                <a:lnTo>
                  <a:pt x="0" y="53"/>
                </a:lnTo>
                <a:lnTo>
                  <a:pt x="109" y="83"/>
                </a:lnTo>
                <a:lnTo>
                  <a:pt x="96" y="99"/>
                </a:lnTo>
                <a:lnTo>
                  <a:pt x="312" y="99"/>
                </a:lnTo>
                <a:lnTo>
                  <a:pt x="312" y="35"/>
                </a:lnTo>
                <a:lnTo>
                  <a:pt x="294" y="35"/>
                </a:lnTo>
                <a:close/>
                <a:moveTo>
                  <a:pt x="222" y="67"/>
                </a:moveTo>
                <a:lnTo>
                  <a:pt x="171" y="67"/>
                </a:lnTo>
                <a:lnTo>
                  <a:pt x="171" y="56"/>
                </a:lnTo>
                <a:lnTo>
                  <a:pt x="222" y="56"/>
                </a:lnTo>
                <a:lnTo>
                  <a:pt x="222" y="67"/>
                </a:lnTo>
                <a:close/>
                <a:moveTo>
                  <a:pt x="294" y="67"/>
                </a:moveTo>
                <a:lnTo>
                  <a:pt x="246" y="67"/>
                </a:lnTo>
                <a:lnTo>
                  <a:pt x="246" y="56"/>
                </a:lnTo>
                <a:lnTo>
                  <a:pt x="294" y="56"/>
                </a:lnTo>
                <a:lnTo>
                  <a:pt x="294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1" name="Freeform 192">
            <a:extLst>
              <a:ext uri="{FF2B5EF4-FFF2-40B4-BE49-F238E27FC236}">
                <a16:creationId xmlns:a16="http://schemas.microsoft.com/office/drawing/2014/main" id="{F3BDCF34-BCB3-428C-AD8C-DF8615E08F11}"/>
              </a:ext>
            </a:extLst>
          </p:cNvPr>
          <p:cNvSpPr>
            <a:spLocks/>
          </p:cNvSpPr>
          <p:nvPr/>
        </p:nvSpPr>
        <p:spPr bwMode="auto">
          <a:xfrm>
            <a:off x="8212138" y="2211388"/>
            <a:ext cx="309563" cy="357188"/>
          </a:xfrm>
          <a:custGeom>
            <a:avLst/>
            <a:gdLst>
              <a:gd name="T0" fmla="*/ 41 w 73"/>
              <a:gd name="T1" fmla="*/ 31 h 84"/>
              <a:gd name="T2" fmla="*/ 51 w 73"/>
              <a:gd name="T3" fmla="*/ 29 h 84"/>
              <a:gd name="T4" fmla="*/ 65 w 73"/>
              <a:gd name="T5" fmla="*/ 44 h 84"/>
              <a:gd name="T6" fmla="*/ 71 w 73"/>
              <a:gd name="T7" fmla="*/ 49 h 84"/>
              <a:gd name="T8" fmla="*/ 72 w 73"/>
              <a:gd name="T9" fmla="*/ 36 h 84"/>
              <a:gd name="T10" fmla="*/ 36 w 73"/>
              <a:gd name="T11" fmla="*/ 0 h 84"/>
              <a:gd name="T12" fmla="*/ 1 w 73"/>
              <a:gd name="T13" fmla="*/ 36 h 84"/>
              <a:gd name="T14" fmla="*/ 3 w 73"/>
              <a:gd name="T15" fmla="*/ 60 h 84"/>
              <a:gd name="T16" fmla="*/ 0 w 73"/>
              <a:gd name="T17" fmla="*/ 75 h 84"/>
              <a:gd name="T18" fmla="*/ 37 w 73"/>
              <a:gd name="T19" fmla="*/ 77 h 84"/>
              <a:gd name="T20" fmla="*/ 70 w 73"/>
              <a:gd name="T21" fmla="*/ 84 h 84"/>
              <a:gd name="T22" fmla="*/ 70 w 73"/>
              <a:gd name="T23" fmla="*/ 56 h 84"/>
              <a:gd name="T24" fmla="*/ 58 w 73"/>
              <a:gd name="T25" fmla="*/ 43 h 84"/>
              <a:gd name="T26" fmla="*/ 45 w 73"/>
              <a:gd name="T27" fmla="*/ 38 h 84"/>
              <a:gd name="T28" fmla="*/ 41 w 73"/>
              <a:gd name="T29" fmla="*/ 3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" h="84">
                <a:moveTo>
                  <a:pt x="41" y="31"/>
                </a:moveTo>
                <a:cubicBezTo>
                  <a:pt x="42" y="28"/>
                  <a:pt x="49" y="27"/>
                  <a:pt x="51" y="29"/>
                </a:cubicBezTo>
                <a:cubicBezTo>
                  <a:pt x="51" y="29"/>
                  <a:pt x="58" y="39"/>
                  <a:pt x="65" y="44"/>
                </a:cubicBezTo>
                <a:cubicBezTo>
                  <a:pt x="69" y="47"/>
                  <a:pt x="70" y="52"/>
                  <a:pt x="71" y="49"/>
                </a:cubicBezTo>
                <a:cubicBezTo>
                  <a:pt x="72" y="47"/>
                  <a:pt x="72" y="37"/>
                  <a:pt x="72" y="36"/>
                </a:cubicBezTo>
                <a:cubicBezTo>
                  <a:pt x="72" y="16"/>
                  <a:pt x="56" y="0"/>
                  <a:pt x="36" y="0"/>
                </a:cubicBezTo>
                <a:cubicBezTo>
                  <a:pt x="17" y="0"/>
                  <a:pt x="1" y="16"/>
                  <a:pt x="1" y="36"/>
                </a:cubicBezTo>
                <a:cubicBezTo>
                  <a:pt x="1" y="39"/>
                  <a:pt x="3" y="60"/>
                  <a:pt x="3" y="60"/>
                </a:cubicBezTo>
                <a:cubicBezTo>
                  <a:pt x="3" y="60"/>
                  <a:pt x="3" y="66"/>
                  <a:pt x="0" y="75"/>
                </a:cubicBezTo>
                <a:cubicBezTo>
                  <a:pt x="15" y="80"/>
                  <a:pt x="15" y="81"/>
                  <a:pt x="37" y="77"/>
                </a:cubicBezTo>
                <a:cubicBezTo>
                  <a:pt x="60" y="73"/>
                  <a:pt x="70" y="84"/>
                  <a:pt x="70" y="84"/>
                </a:cubicBezTo>
                <a:cubicBezTo>
                  <a:pt x="73" y="79"/>
                  <a:pt x="70" y="71"/>
                  <a:pt x="70" y="56"/>
                </a:cubicBezTo>
                <a:cubicBezTo>
                  <a:pt x="70" y="56"/>
                  <a:pt x="68" y="48"/>
                  <a:pt x="58" y="43"/>
                </a:cubicBezTo>
                <a:cubicBezTo>
                  <a:pt x="47" y="38"/>
                  <a:pt x="45" y="38"/>
                  <a:pt x="45" y="38"/>
                </a:cubicBezTo>
                <a:cubicBezTo>
                  <a:pt x="43" y="36"/>
                  <a:pt x="39" y="33"/>
                  <a:pt x="41" y="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2" name="Freeform 193">
            <a:extLst>
              <a:ext uri="{FF2B5EF4-FFF2-40B4-BE49-F238E27FC236}">
                <a16:creationId xmlns:a16="http://schemas.microsoft.com/office/drawing/2014/main" id="{807F3CF5-9D5A-4BCA-8BBC-47661E33B44C}"/>
              </a:ext>
            </a:extLst>
          </p:cNvPr>
          <p:cNvSpPr>
            <a:spLocks/>
          </p:cNvSpPr>
          <p:nvPr/>
        </p:nvSpPr>
        <p:spPr bwMode="auto">
          <a:xfrm>
            <a:off x="8047038" y="2097088"/>
            <a:ext cx="522288" cy="514350"/>
          </a:xfrm>
          <a:custGeom>
            <a:avLst/>
            <a:gdLst>
              <a:gd name="T0" fmla="*/ 76 w 123"/>
              <a:gd name="T1" fmla="*/ 0 h 121"/>
              <a:gd name="T2" fmla="*/ 18 w 123"/>
              <a:gd name="T3" fmla="*/ 65 h 121"/>
              <a:gd name="T4" fmla="*/ 0 w 123"/>
              <a:gd name="T5" fmla="*/ 121 h 121"/>
              <a:gd name="T6" fmla="*/ 2 w 123"/>
              <a:gd name="T7" fmla="*/ 121 h 121"/>
              <a:gd name="T8" fmla="*/ 34 w 123"/>
              <a:gd name="T9" fmla="*/ 66 h 121"/>
              <a:gd name="T10" fmla="*/ 77 w 123"/>
              <a:gd name="T11" fmla="*/ 20 h 121"/>
              <a:gd name="T12" fmla="*/ 80 w 123"/>
              <a:gd name="T13" fmla="*/ 20 h 121"/>
              <a:gd name="T14" fmla="*/ 107 w 123"/>
              <a:gd name="T15" fmla="*/ 35 h 121"/>
              <a:gd name="T16" fmla="*/ 123 w 123"/>
              <a:gd name="T17" fmla="*/ 19 h 121"/>
              <a:gd name="T18" fmla="*/ 119 w 123"/>
              <a:gd name="T19" fmla="*/ 16 h 121"/>
              <a:gd name="T20" fmla="*/ 112 w 123"/>
              <a:gd name="T21" fmla="*/ 18 h 121"/>
              <a:gd name="T22" fmla="*/ 109 w 123"/>
              <a:gd name="T23" fmla="*/ 9 h 121"/>
              <a:gd name="T24" fmla="*/ 76 w 123"/>
              <a:gd name="T2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3" h="121">
                <a:moveTo>
                  <a:pt x="76" y="0"/>
                </a:moveTo>
                <a:cubicBezTo>
                  <a:pt x="40" y="0"/>
                  <a:pt x="9" y="26"/>
                  <a:pt x="18" y="65"/>
                </a:cubicBezTo>
                <a:cubicBezTo>
                  <a:pt x="18" y="65"/>
                  <a:pt x="34" y="113"/>
                  <a:pt x="0" y="121"/>
                </a:cubicBezTo>
                <a:cubicBezTo>
                  <a:pt x="0" y="121"/>
                  <a:pt x="1" y="121"/>
                  <a:pt x="2" y="121"/>
                </a:cubicBezTo>
                <a:cubicBezTo>
                  <a:pt x="9" y="121"/>
                  <a:pt x="43" y="118"/>
                  <a:pt x="34" y="66"/>
                </a:cubicBezTo>
                <a:cubicBezTo>
                  <a:pt x="29" y="34"/>
                  <a:pt x="54" y="20"/>
                  <a:pt x="77" y="20"/>
                </a:cubicBezTo>
                <a:cubicBezTo>
                  <a:pt x="78" y="20"/>
                  <a:pt x="79" y="20"/>
                  <a:pt x="80" y="20"/>
                </a:cubicBezTo>
                <a:cubicBezTo>
                  <a:pt x="102" y="23"/>
                  <a:pt x="107" y="35"/>
                  <a:pt x="107" y="35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2" y="18"/>
                  <a:pt x="121" y="17"/>
                  <a:pt x="119" y="16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09" y="9"/>
                  <a:pt x="109" y="9"/>
                  <a:pt x="109" y="9"/>
                </a:cubicBezTo>
                <a:cubicBezTo>
                  <a:pt x="100" y="3"/>
                  <a:pt x="88" y="0"/>
                  <a:pt x="7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3" name="Freeform 194">
            <a:extLst>
              <a:ext uri="{FF2B5EF4-FFF2-40B4-BE49-F238E27FC236}">
                <a16:creationId xmlns:a16="http://schemas.microsoft.com/office/drawing/2014/main" id="{2FB5D030-C6B0-409C-ADD7-8520AD4FD397}"/>
              </a:ext>
            </a:extLst>
          </p:cNvPr>
          <p:cNvSpPr>
            <a:spLocks/>
          </p:cNvSpPr>
          <p:nvPr/>
        </p:nvSpPr>
        <p:spPr bwMode="auto">
          <a:xfrm>
            <a:off x="8959851" y="2403476"/>
            <a:ext cx="152400" cy="152400"/>
          </a:xfrm>
          <a:custGeom>
            <a:avLst/>
            <a:gdLst>
              <a:gd name="T0" fmla="*/ 37 w 96"/>
              <a:gd name="T1" fmla="*/ 0 h 96"/>
              <a:gd name="T2" fmla="*/ 24 w 96"/>
              <a:gd name="T3" fmla="*/ 16 h 96"/>
              <a:gd name="T4" fmla="*/ 42 w 96"/>
              <a:gd name="T5" fmla="*/ 35 h 96"/>
              <a:gd name="T6" fmla="*/ 0 w 96"/>
              <a:gd name="T7" fmla="*/ 77 h 96"/>
              <a:gd name="T8" fmla="*/ 18 w 96"/>
              <a:gd name="T9" fmla="*/ 96 h 96"/>
              <a:gd name="T10" fmla="*/ 61 w 96"/>
              <a:gd name="T11" fmla="*/ 53 h 96"/>
              <a:gd name="T12" fmla="*/ 82 w 96"/>
              <a:gd name="T13" fmla="*/ 72 h 96"/>
              <a:gd name="T14" fmla="*/ 96 w 96"/>
              <a:gd name="T15" fmla="*/ 59 h 96"/>
              <a:gd name="T16" fmla="*/ 37 w 96"/>
              <a:gd name="T17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6">
                <a:moveTo>
                  <a:pt x="37" y="0"/>
                </a:moveTo>
                <a:lnTo>
                  <a:pt x="24" y="16"/>
                </a:lnTo>
                <a:lnTo>
                  <a:pt x="42" y="35"/>
                </a:lnTo>
                <a:lnTo>
                  <a:pt x="0" y="77"/>
                </a:lnTo>
                <a:lnTo>
                  <a:pt x="18" y="96"/>
                </a:lnTo>
                <a:lnTo>
                  <a:pt x="61" y="53"/>
                </a:lnTo>
                <a:lnTo>
                  <a:pt x="82" y="72"/>
                </a:lnTo>
                <a:lnTo>
                  <a:pt x="96" y="59"/>
                </a:lnTo>
                <a:lnTo>
                  <a:pt x="3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4" name="Freeform 195">
            <a:extLst>
              <a:ext uri="{FF2B5EF4-FFF2-40B4-BE49-F238E27FC236}">
                <a16:creationId xmlns:a16="http://schemas.microsoft.com/office/drawing/2014/main" id="{70E716B9-60EA-4BCA-B2CE-057DB3A94BB7}"/>
              </a:ext>
            </a:extLst>
          </p:cNvPr>
          <p:cNvSpPr>
            <a:spLocks/>
          </p:cNvSpPr>
          <p:nvPr/>
        </p:nvSpPr>
        <p:spPr bwMode="auto">
          <a:xfrm>
            <a:off x="8959851" y="2403476"/>
            <a:ext cx="152400" cy="152400"/>
          </a:xfrm>
          <a:custGeom>
            <a:avLst/>
            <a:gdLst>
              <a:gd name="T0" fmla="*/ 37 w 96"/>
              <a:gd name="T1" fmla="*/ 0 h 96"/>
              <a:gd name="T2" fmla="*/ 24 w 96"/>
              <a:gd name="T3" fmla="*/ 16 h 96"/>
              <a:gd name="T4" fmla="*/ 42 w 96"/>
              <a:gd name="T5" fmla="*/ 35 h 96"/>
              <a:gd name="T6" fmla="*/ 0 w 96"/>
              <a:gd name="T7" fmla="*/ 77 h 96"/>
              <a:gd name="T8" fmla="*/ 18 w 96"/>
              <a:gd name="T9" fmla="*/ 96 h 96"/>
              <a:gd name="T10" fmla="*/ 61 w 96"/>
              <a:gd name="T11" fmla="*/ 53 h 96"/>
              <a:gd name="T12" fmla="*/ 82 w 96"/>
              <a:gd name="T13" fmla="*/ 72 h 96"/>
              <a:gd name="T14" fmla="*/ 96 w 96"/>
              <a:gd name="T15" fmla="*/ 59 h 96"/>
              <a:gd name="T16" fmla="*/ 37 w 96"/>
              <a:gd name="T17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6">
                <a:moveTo>
                  <a:pt x="37" y="0"/>
                </a:moveTo>
                <a:lnTo>
                  <a:pt x="24" y="16"/>
                </a:lnTo>
                <a:lnTo>
                  <a:pt x="42" y="35"/>
                </a:lnTo>
                <a:lnTo>
                  <a:pt x="0" y="77"/>
                </a:lnTo>
                <a:lnTo>
                  <a:pt x="18" y="96"/>
                </a:lnTo>
                <a:lnTo>
                  <a:pt x="61" y="53"/>
                </a:lnTo>
                <a:lnTo>
                  <a:pt x="82" y="72"/>
                </a:lnTo>
                <a:lnTo>
                  <a:pt x="96" y="59"/>
                </a:lnTo>
                <a:lnTo>
                  <a:pt x="3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5" name="Freeform 196">
            <a:extLst>
              <a:ext uri="{FF2B5EF4-FFF2-40B4-BE49-F238E27FC236}">
                <a16:creationId xmlns:a16="http://schemas.microsoft.com/office/drawing/2014/main" id="{650AF979-FC4A-47AD-B646-97AF6A0F11E4}"/>
              </a:ext>
            </a:extLst>
          </p:cNvPr>
          <p:cNvSpPr>
            <a:spLocks noEditPoints="1"/>
          </p:cNvSpPr>
          <p:nvPr/>
        </p:nvSpPr>
        <p:spPr bwMode="auto">
          <a:xfrm>
            <a:off x="9048751" y="2127251"/>
            <a:ext cx="342900" cy="344488"/>
          </a:xfrm>
          <a:custGeom>
            <a:avLst/>
            <a:gdLst>
              <a:gd name="T0" fmla="*/ 179 w 216"/>
              <a:gd name="T1" fmla="*/ 3 h 217"/>
              <a:gd name="T2" fmla="*/ 0 w 216"/>
              <a:gd name="T3" fmla="*/ 182 h 217"/>
              <a:gd name="T4" fmla="*/ 34 w 216"/>
              <a:gd name="T5" fmla="*/ 217 h 217"/>
              <a:gd name="T6" fmla="*/ 213 w 216"/>
              <a:gd name="T7" fmla="*/ 37 h 217"/>
              <a:gd name="T8" fmla="*/ 216 w 216"/>
              <a:gd name="T9" fmla="*/ 0 h 217"/>
              <a:gd name="T10" fmla="*/ 179 w 216"/>
              <a:gd name="T11" fmla="*/ 3 h 217"/>
              <a:gd name="T12" fmla="*/ 171 w 216"/>
              <a:gd name="T13" fmla="*/ 32 h 217"/>
              <a:gd name="T14" fmla="*/ 24 w 216"/>
              <a:gd name="T15" fmla="*/ 179 h 217"/>
              <a:gd name="T16" fmla="*/ 21 w 216"/>
              <a:gd name="T17" fmla="*/ 176 h 217"/>
              <a:gd name="T18" fmla="*/ 168 w 216"/>
              <a:gd name="T19" fmla="*/ 27 h 217"/>
              <a:gd name="T20" fmla="*/ 171 w 216"/>
              <a:gd name="T21" fmla="*/ 32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6" h="217">
                <a:moveTo>
                  <a:pt x="179" y="3"/>
                </a:moveTo>
                <a:lnTo>
                  <a:pt x="0" y="182"/>
                </a:lnTo>
                <a:lnTo>
                  <a:pt x="34" y="217"/>
                </a:lnTo>
                <a:lnTo>
                  <a:pt x="213" y="37"/>
                </a:lnTo>
                <a:lnTo>
                  <a:pt x="216" y="0"/>
                </a:lnTo>
                <a:lnTo>
                  <a:pt x="179" y="3"/>
                </a:lnTo>
                <a:close/>
                <a:moveTo>
                  <a:pt x="171" y="32"/>
                </a:moveTo>
                <a:lnTo>
                  <a:pt x="24" y="179"/>
                </a:lnTo>
                <a:lnTo>
                  <a:pt x="21" y="176"/>
                </a:lnTo>
                <a:lnTo>
                  <a:pt x="168" y="27"/>
                </a:lnTo>
                <a:lnTo>
                  <a:pt x="171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6" name="Freeform 243">
            <a:extLst>
              <a:ext uri="{FF2B5EF4-FFF2-40B4-BE49-F238E27FC236}">
                <a16:creationId xmlns:a16="http://schemas.microsoft.com/office/drawing/2014/main" id="{0DD8ACFF-C16C-4F87-8751-87CD7D6E9740}"/>
              </a:ext>
            </a:extLst>
          </p:cNvPr>
          <p:cNvSpPr>
            <a:spLocks noEditPoints="1"/>
          </p:cNvSpPr>
          <p:nvPr/>
        </p:nvSpPr>
        <p:spPr bwMode="auto">
          <a:xfrm>
            <a:off x="8132763" y="2865439"/>
            <a:ext cx="322263" cy="392113"/>
          </a:xfrm>
          <a:custGeom>
            <a:avLst/>
            <a:gdLst>
              <a:gd name="T0" fmla="*/ 71 w 76"/>
              <a:gd name="T1" fmla="*/ 30 h 92"/>
              <a:gd name="T2" fmla="*/ 59 w 76"/>
              <a:gd name="T3" fmla="*/ 15 h 92"/>
              <a:gd name="T4" fmla="*/ 53 w 76"/>
              <a:gd name="T5" fmla="*/ 8 h 92"/>
              <a:gd name="T6" fmla="*/ 49 w 76"/>
              <a:gd name="T7" fmla="*/ 0 h 92"/>
              <a:gd name="T8" fmla="*/ 48 w 76"/>
              <a:gd name="T9" fmla="*/ 4 h 92"/>
              <a:gd name="T10" fmla="*/ 22 w 76"/>
              <a:gd name="T11" fmla="*/ 9 h 92"/>
              <a:gd name="T12" fmla="*/ 14 w 76"/>
              <a:gd name="T13" fmla="*/ 92 h 92"/>
              <a:gd name="T14" fmla="*/ 57 w 76"/>
              <a:gd name="T15" fmla="*/ 92 h 92"/>
              <a:gd name="T16" fmla="*/ 60 w 76"/>
              <a:gd name="T17" fmla="*/ 73 h 92"/>
              <a:gd name="T18" fmla="*/ 39 w 76"/>
              <a:gd name="T19" fmla="*/ 35 h 92"/>
              <a:gd name="T20" fmla="*/ 45 w 76"/>
              <a:gd name="T21" fmla="*/ 35 h 92"/>
              <a:gd name="T22" fmla="*/ 54 w 76"/>
              <a:gd name="T23" fmla="*/ 39 h 92"/>
              <a:gd name="T24" fmla="*/ 62 w 76"/>
              <a:gd name="T25" fmla="*/ 42 h 92"/>
              <a:gd name="T26" fmla="*/ 69 w 76"/>
              <a:gd name="T27" fmla="*/ 46 h 92"/>
              <a:gd name="T28" fmla="*/ 73 w 76"/>
              <a:gd name="T29" fmla="*/ 39 h 92"/>
              <a:gd name="T30" fmla="*/ 71 w 76"/>
              <a:gd name="T31" fmla="*/ 30 h 92"/>
              <a:gd name="T32" fmla="*/ 47 w 76"/>
              <a:gd name="T33" fmla="*/ 58 h 92"/>
              <a:gd name="T34" fmla="*/ 52 w 76"/>
              <a:gd name="T35" fmla="*/ 67 h 92"/>
              <a:gd name="T36" fmla="*/ 56 w 76"/>
              <a:gd name="T37" fmla="*/ 76 h 92"/>
              <a:gd name="T38" fmla="*/ 56 w 76"/>
              <a:gd name="T39" fmla="*/ 82 h 92"/>
              <a:gd name="T40" fmla="*/ 53 w 76"/>
              <a:gd name="T41" fmla="*/ 86 h 92"/>
              <a:gd name="T42" fmla="*/ 54 w 76"/>
              <a:gd name="T43" fmla="*/ 82 h 92"/>
              <a:gd name="T44" fmla="*/ 53 w 76"/>
              <a:gd name="T45" fmla="*/ 77 h 92"/>
              <a:gd name="T46" fmla="*/ 49 w 76"/>
              <a:gd name="T47" fmla="*/ 68 h 92"/>
              <a:gd name="T48" fmla="*/ 41 w 76"/>
              <a:gd name="T49" fmla="*/ 50 h 92"/>
              <a:gd name="T50" fmla="*/ 47 w 76"/>
              <a:gd name="T51" fmla="*/ 5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" h="92">
                <a:moveTo>
                  <a:pt x="71" y="30"/>
                </a:moveTo>
                <a:cubicBezTo>
                  <a:pt x="67" y="27"/>
                  <a:pt x="61" y="20"/>
                  <a:pt x="59" y="15"/>
                </a:cubicBezTo>
                <a:cubicBezTo>
                  <a:pt x="58" y="11"/>
                  <a:pt x="55" y="9"/>
                  <a:pt x="53" y="8"/>
                </a:cubicBezTo>
                <a:cubicBezTo>
                  <a:pt x="54" y="6"/>
                  <a:pt x="53" y="4"/>
                  <a:pt x="49" y="0"/>
                </a:cubicBezTo>
                <a:cubicBezTo>
                  <a:pt x="48" y="1"/>
                  <a:pt x="49" y="3"/>
                  <a:pt x="48" y="4"/>
                </a:cubicBezTo>
                <a:cubicBezTo>
                  <a:pt x="41" y="2"/>
                  <a:pt x="30" y="3"/>
                  <a:pt x="22" y="9"/>
                </a:cubicBezTo>
                <a:cubicBezTo>
                  <a:pt x="0" y="26"/>
                  <a:pt x="5" y="80"/>
                  <a:pt x="14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64" y="89"/>
                  <a:pt x="60" y="73"/>
                </a:cubicBezTo>
                <a:cubicBezTo>
                  <a:pt x="56" y="57"/>
                  <a:pt x="39" y="43"/>
                  <a:pt x="39" y="35"/>
                </a:cubicBezTo>
                <a:cubicBezTo>
                  <a:pt x="39" y="33"/>
                  <a:pt x="44" y="33"/>
                  <a:pt x="45" y="35"/>
                </a:cubicBezTo>
                <a:cubicBezTo>
                  <a:pt x="45" y="38"/>
                  <a:pt x="47" y="41"/>
                  <a:pt x="54" y="39"/>
                </a:cubicBezTo>
                <a:cubicBezTo>
                  <a:pt x="58" y="38"/>
                  <a:pt x="59" y="41"/>
                  <a:pt x="62" y="42"/>
                </a:cubicBezTo>
                <a:cubicBezTo>
                  <a:pt x="65" y="43"/>
                  <a:pt x="66" y="44"/>
                  <a:pt x="69" y="46"/>
                </a:cubicBezTo>
                <a:cubicBezTo>
                  <a:pt x="69" y="46"/>
                  <a:pt x="71" y="43"/>
                  <a:pt x="73" y="39"/>
                </a:cubicBezTo>
                <a:cubicBezTo>
                  <a:pt x="75" y="36"/>
                  <a:pt x="76" y="33"/>
                  <a:pt x="71" y="30"/>
                </a:cubicBezTo>
                <a:close/>
                <a:moveTo>
                  <a:pt x="47" y="58"/>
                </a:moveTo>
                <a:cubicBezTo>
                  <a:pt x="49" y="61"/>
                  <a:pt x="51" y="64"/>
                  <a:pt x="52" y="67"/>
                </a:cubicBezTo>
                <a:cubicBezTo>
                  <a:pt x="54" y="70"/>
                  <a:pt x="55" y="73"/>
                  <a:pt x="56" y="76"/>
                </a:cubicBezTo>
                <a:cubicBezTo>
                  <a:pt x="56" y="78"/>
                  <a:pt x="56" y="80"/>
                  <a:pt x="56" y="82"/>
                </a:cubicBezTo>
                <a:cubicBezTo>
                  <a:pt x="56" y="83"/>
                  <a:pt x="54" y="85"/>
                  <a:pt x="53" y="86"/>
                </a:cubicBezTo>
                <a:cubicBezTo>
                  <a:pt x="54" y="85"/>
                  <a:pt x="54" y="83"/>
                  <a:pt x="54" y="82"/>
                </a:cubicBezTo>
                <a:cubicBezTo>
                  <a:pt x="54" y="80"/>
                  <a:pt x="54" y="78"/>
                  <a:pt x="53" y="77"/>
                </a:cubicBezTo>
                <a:cubicBezTo>
                  <a:pt x="52" y="74"/>
                  <a:pt x="51" y="71"/>
                  <a:pt x="49" y="68"/>
                </a:cubicBezTo>
                <a:cubicBezTo>
                  <a:pt x="46" y="62"/>
                  <a:pt x="43" y="56"/>
                  <a:pt x="41" y="50"/>
                </a:cubicBezTo>
                <a:cubicBezTo>
                  <a:pt x="43" y="52"/>
                  <a:pt x="45" y="55"/>
                  <a:pt x="47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7" name="Freeform 244">
            <a:extLst>
              <a:ext uri="{FF2B5EF4-FFF2-40B4-BE49-F238E27FC236}">
                <a16:creationId xmlns:a16="http://schemas.microsoft.com/office/drawing/2014/main" id="{93A5BB2D-2E99-407D-967D-D2823F2A7E5F}"/>
              </a:ext>
            </a:extLst>
          </p:cNvPr>
          <p:cNvSpPr>
            <a:spLocks/>
          </p:cNvSpPr>
          <p:nvPr/>
        </p:nvSpPr>
        <p:spPr bwMode="auto">
          <a:xfrm>
            <a:off x="8161338" y="3362326"/>
            <a:ext cx="242888" cy="30163"/>
          </a:xfrm>
          <a:custGeom>
            <a:avLst/>
            <a:gdLst>
              <a:gd name="T0" fmla="*/ 54 w 57"/>
              <a:gd name="T1" fmla="*/ 0 h 7"/>
              <a:gd name="T2" fmla="*/ 2 w 57"/>
              <a:gd name="T3" fmla="*/ 0 h 7"/>
              <a:gd name="T4" fmla="*/ 0 w 57"/>
              <a:gd name="T5" fmla="*/ 3 h 7"/>
              <a:gd name="T6" fmla="*/ 0 w 57"/>
              <a:gd name="T7" fmla="*/ 7 h 7"/>
              <a:gd name="T8" fmla="*/ 57 w 57"/>
              <a:gd name="T9" fmla="*/ 7 h 7"/>
              <a:gd name="T10" fmla="*/ 56 w 57"/>
              <a:gd name="T11" fmla="*/ 3 h 7"/>
              <a:gd name="T12" fmla="*/ 54 w 57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7">
                <a:moveTo>
                  <a:pt x="54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2"/>
                  <a:pt x="0" y="3"/>
                </a:cubicBezTo>
                <a:cubicBezTo>
                  <a:pt x="0" y="4"/>
                  <a:pt x="0" y="7"/>
                  <a:pt x="0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6" y="4"/>
                  <a:pt x="56" y="3"/>
                </a:cubicBezTo>
                <a:cubicBezTo>
                  <a:pt x="55" y="2"/>
                  <a:pt x="54" y="0"/>
                  <a:pt x="5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8" name="Freeform 245">
            <a:extLst>
              <a:ext uri="{FF2B5EF4-FFF2-40B4-BE49-F238E27FC236}">
                <a16:creationId xmlns:a16="http://schemas.microsoft.com/office/drawing/2014/main" id="{FB994105-1BDB-4B8D-950B-FDC8495ED737}"/>
              </a:ext>
            </a:extLst>
          </p:cNvPr>
          <p:cNvSpPr>
            <a:spLocks/>
          </p:cNvSpPr>
          <p:nvPr/>
        </p:nvSpPr>
        <p:spPr bwMode="auto">
          <a:xfrm>
            <a:off x="8174038" y="3290889"/>
            <a:ext cx="217488" cy="68263"/>
          </a:xfrm>
          <a:custGeom>
            <a:avLst/>
            <a:gdLst>
              <a:gd name="T0" fmla="*/ 129 w 137"/>
              <a:gd name="T1" fmla="*/ 0 h 43"/>
              <a:gd name="T2" fmla="*/ 8 w 137"/>
              <a:gd name="T3" fmla="*/ 0 h 43"/>
              <a:gd name="T4" fmla="*/ 0 w 137"/>
              <a:gd name="T5" fmla="*/ 43 h 43"/>
              <a:gd name="T6" fmla="*/ 137 w 137"/>
              <a:gd name="T7" fmla="*/ 43 h 43"/>
              <a:gd name="T8" fmla="*/ 129 w 137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7" h="43">
                <a:moveTo>
                  <a:pt x="129" y="0"/>
                </a:moveTo>
                <a:lnTo>
                  <a:pt x="8" y="0"/>
                </a:lnTo>
                <a:lnTo>
                  <a:pt x="0" y="43"/>
                </a:lnTo>
                <a:lnTo>
                  <a:pt x="137" y="43"/>
                </a:lnTo>
                <a:lnTo>
                  <a:pt x="1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9" name="Freeform 246">
            <a:extLst>
              <a:ext uri="{FF2B5EF4-FFF2-40B4-BE49-F238E27FC236}">
                <a16:creationId xmlns:a16="http://schemas.microsoft.com/office/drawing/2014/main" id="{CCC467B9-8C59-4304-80A7-0EB858A6AE28}"/>
              </a:ext>
            </a:extLst>
          </p:cNvPr>
          <p:cNvSpPr>
            <a:spLocks/>
          </p:cNvSpPr>
          <p:nvPr/>
        </p:nvSpPr>
        <p:spPr bwMode="auto">
          <a:xfrm>
            <a:off x="8174038" y="3290889"/>
            <a:ext cx="217488" cy="68263"/>
          </a:xfrm>
          <a:custGeom>
            <a:avLst/>
            <a:gdLst>
              <a:gd name="T0" fmla="*/ 129 w 137"/>
              <a:gd name="T1" fmla="*/ 0 h 43"/>
              <a:gd name="T2" fmla="*/ 8 w 137"/>
              <a:gd name="T3" fmla="*/ 0 h 43"/>
              <a:gd name="T4" fmla="*/ 0 w 137"/>
              <a:gd name="T5" fmla="*/ 43 h 43"/>
              <a:gd name="T6" fmla="*/ 137 w 137"/>
              <a:gd name="T7" fmla="*/ 43 h 43"/>
              <a:gd name="T8" fmla="*/ 129 w 137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7" h="43">
                <a:moveTo>
                  <a:pt x="129" y="0"/>
                </a:moveTo>
                <a:lnTo>
                  <a:pt x="8" y="0"/>
                </a:lnTo>
                <a:lnTo>
                  <a:pt x="0" y="43"/>
                </a:lnTo>
                <a:lnTo>
                  <a:pt x="137" y="43"/>
                </a:lnTo>
                <a:lnTo>
                  <a:pt x="12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0" name="Freeform 247">
            <a:extLst>
              <a:ext uri="{FF2B5EF4-FFF2-40B4-BE49-F238E27FC236}">
                <a16:creationId xmlns:a16="http://schemas.microsoft.com/office/drawing/2014/main" id="{9B469D62-6CE3-4D18-9FC8-CE11FECFBD47}"/>
              </a:ext>
            </a:extLst>
          </p:cNvPr>
          <p:cNvSpPr>
            <a:spLocks/>
          </p:cNvSpPr>
          <p:nvPr/>
        </p:nvSpPr>
        <p:spPr bwMode="auto">
          <a:xfrm>
            <a:off x="8178801" y="3260726"/>
            <a:ext cx="212725" cy="25400"/>
          </a:xfrm>
          <a:custGeom>
            <a:avLst/>
            <a:gdLst>
              <a:gd name="T0" fmla="*/ 23 w 50"/>
              <a:gd name="T1" fmla="*/ 6 h 6"/>
              <a:gd name="T2" fmla="*/ 47 w 50"/>
              <a:gd name="T3" fmla="*/ 6 h 6"/>
              <a:gd name="T4" fmla="*/ 49 w 50"/>
              <a:gd name="T5" fmla="*/ 3 h 6"/>
              <a:gd name="T6" fmla="*/ 46 w 50"/>
              <a:gd name="T7" fmla="*/ 0 h 6"/>
              <a:gd name="T8" fmla="*/ 25 w 50"/>
              <a:gd name="T9" fmla="*/ 0 h 6"/>
              <a:gd name="T10" fmla="*/ 21 w 50"/>
              <a:gd name="T11" fmla="*/ 0 h 6"/>
              <a:gd name="T12" fmla="*/ 3 w 50"/>
              <a:gd name="T13" fmla="*/ 0 h 6"/>
              <a:gd name="T14" fmla="*/ 0 w 50"/>
              <a:gd name="T15" fmla="*/ 3 h 6"/>
              <a:gd name="T16" fmla="*/ 2 w 50"/>
              <a:gd name="T17" fmla="*/ 6 h 6"/>
              <a:gd name="T18" fmla="*/ 23 w 50"/>
              <a:gd name="T1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0" h="6">
                <a:moveTo>
                  <a:pt x="23" y="6"/>
                </a:moveTo>
                <a:cubicBezTo>
                  <a:pt x="30" y="6"/>
                  <a:pt x="47" y="6"/>
                  <a:pt x="47" y="6"/>
                </a:cubicBezTo>
                <a:cubicBezTo>
                  <a:pt x="48" y="6"/>
                  <a:pt x="50" y="5"/>
                  <a:pt x="49" y="3"/>
                </a:cubicBezTo>
                <a:cubicBezTo>
                  <a:pt x="49" y="1"/>
                  <a:pt x="47" y="0"/>
                  <a:pt x="46" y="0"/>
                </a:cubicBezTo>
                <a:cubicBezTo>
                  <a:pt x="46" y="0"/>
                  <a:pt x="32" y="0"/>
                  <a:pt x="25" y="0"/>
                </a:cubicBezTo>
                <a:cubicBezTo>
                  <a:pt x="25" y="0"/>
                  <a:pt x="23" y="0"/>
                  <a:pt x="21" y="0"/>
                </a:cubicBezTo>
                <a:cubicBezTo>
                  <a:pt x="14" y="0"/>
                  <a:pt x="3" y="0"/>
                  <a:pt x="3" y="0"/>
                </a:cubicBezTo>
                <a:cubicBezTo>
                  <a:pt x="2" y="0"/>
                  <a:pt x="1" y="1"/>
                  <a:pt x="0" y="3"/>
                </a:cubicBezTo>
                <a:cubicBezTo>
                  <a:pt x="0" y="5"/>
                  <a:pt x="1" y="6"/>
                  <a:pt x="2" y="6"/>
                </a:cubicBezTo>
                <a:cubicBezTo>
                  <a:pt x="2" y="6"/>
                  <a:pt x="16" y="6"/>
                  <a:pt x="23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1" name="Freeform 248">
            <a:extLst>
              <a:ext uri="{FF2B5EF4-FFF2-40B4-BE49-F238E27FC236}">
                <a16:creationId xmlns:a16="http://schemas.microsoft.com/office/drawing/2014/main" id="{19618DA6-CFC7-467B-92BC-CC71F0E0EDB2}"/>
              </a:ext>
            </a:extLst>
          </p:cNvPr>
          <p:cNvSpPr>
            <a:spLocks/>
          </p:cNvSpPr>
          <p:nvPr/>
        </p:nvSpPr>
        <p:spPr bwMode="auto">
          <a:xfrm>
            <a:off x="9001126" y="2900364"/>
            <a:ext cx="268288" cy="101600"/>
          </a:xfrm>
          <a:custGeom>
            <a:avLst/>
            <a:gdLst>
              <a:gd name="T0" fmla="*/ 52 w 63"/>
              <a:gd name="T1" fmla="*/ 24 h 24"/>
              <a:gd name="T2" fmla="*/ 60 w 63"/>
              <a:gd name="T3" fmla="*/ 14 h 24"/>
              <a:gd name="T4" fmla="*/ 63 w 63"/>
              <a:gd name="T5" fmla="*/ 0 h 24"/>
              <a:gd name="T6" fmla="*/ 47 w 63"/>
              <a:gd name="T7" fmla="*/ 0 h 24"/>
              <a:gd name="T8" fmla="*/ 43 w 63"/>
              <a:gd name="T9" fmla="*/ 11 h 24"/>
              <a:gd name="T10" fmla="*/ 39 w 63"/>
              <a:gd name="T11" fmla="*/ 0 h 24"/>
              <a:gd name="T12" fmla="*/ 25 w 63"/>
              <a:gd name="T13" fmla="*/ 0 h 24"/>
              <a:gd name="T14" fmla="*/ 20 w 63"/>
              <a:gd name="T15" fmla="*/ 11 h 24"/>
              <a:gd name="T16" fmla="*/ 16 w 63"/>
              <a:gd name="T17" fmla="*/ 0 h 24"/>
              <a:gd name="T18" fmla="*/ 0 w 63"/>
              <a:gd name="T19" fmla="*/ 0 h 24"/>
              <a:gd name="T20" fmla="*/ 4 w 63"/>
              <a:gd name="T21" fmla="*/ 14 h 24"/>
              <a:gd name="T22" fmla="*/ 12 w 63"/>
              <a:gd name="T23" fmla="*/ 24 h 24"/>
              <a:gd name="T24" fmla="*/ 52 w 63"/>
              <a:gd name="T2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3" h="24">
                <a:moveTo>
                  <a:pt x="52" y="24"/>
                </a:moveTo>
                <a:cubicBezTo>
                  <a:pt x="52" y="24"/>
                  <a:pt x="57" y="20"/>
                  <a:pt x="60" y="14"/>
                </a:cubicBezTo>
                <a:cubicBezTo>
                  <a:pt x="62" y="8"/>
                  <a:pt x="63" y="0"/>
                  <a:pt x="6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7" y="0"/>
                  <a:pt x="47" y="11"/>
                  <a:pt x="43" y="11"/>
                </a:cubicBezTo>
                <a:cubicBezTo>
                  <a:pt x="40" y="11"/>
                  <a:pt x="39" y="0"/>
                  <a:pt x="39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23" y="11"/>
                  <a:pt x="20" y="11"/>
                </a:cubicBezTo>
                <a:cubicBezTo>
                  <a:pt x="17" y="11"/>
                  <a:pt x="16" y="0"/>
                  <a:pt x="1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7"/>
                  <a:pt x="4" y="14"/>
                </a:cubicBezTo>
                <a:cubicBezTo>
                  <a:pt x="7" y="21"/>
                  <a:pt x="12" y="24"/>
                  <a:pt x="12" y="24"/>
                </a:cubicBezTo>
                <a:lnTo>
                  <a:pt x="52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2" name="Freeform 249">
            <a:extLst>
              <a:ext uri="{FF2B5EF4-FFF2-40B4-BE49-F238E27FC236}">
                <a16:creationId xmlns:a16="http://schemas.microsoft.com/office/drawing/2014/main" id="{C375E1FB-CDCF-4196-BEDE-D1248714388E}"/>
              </a:ext>
            </a:extLst>
          </p:cNvPr>
          <p:cNvSpPr>
            <a:spLocks/>
          </p:cNvSpPr>
          <p:nvPr/>
        </p:nvSpPr>
        <p:spPr bwMode="auto">
          <a:xfrm>
            <a:off x="9013826" y="3244851"/>
            <a:ext cx="250825" cy="28575"/>
          </a:xfrm>
          <a:custGeom>
            <a:avLst/>
            <a:gdLst>
              <a:gd name="T0" fmla="*/ 58 w 59"/>
              <a:gd name="T1" fmla="*/ 3 h 7"/>
              <a:gd name="T2" fmla="*/ 55 w 59"/>
              <a:gd name="T3" fmla="*/ 0 h 7"/>
              <a:gd name="T4" fmla="*/ 30 w 59"/>
              <a:gd name="T5" fmla="*/ 0 h 7"/>
              <a:gd name="T6" fmla="*/ 26 w 59"/>
              <a:gd name="T7" fmla="*/ 0 h 7"/>
              <a:gd name="T8" fmla="*/ 3 w 59"/>
              <a:gd name="T9" fmla="*/ 0 h 7"/>
              <a:gd name="T10" fmla="*/ 0 w 59"/>
              <a:gd name="T11" fmla="*/ 4 h 7"/>
              <a:gd name="T12" fmla="*/ 2 w 59"/>
              <a:gd name="T13" fmla="*/ 7 h 7"/>
              <a:gd name="T14" fmla="*/ 28 w 59"/>
              <a:gd name="T15" fmla="*/ 7 h 7"/>
              <a:gd name="T16" fmla="*/ 56 w 59"/>
              <a:gd name="T17" fmla="*/ 7 h 7"/>
              <a:gd name="T18" fmla="*/ 58 w 59"/>
              <a:gd name="T1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" h="7">
                <a:moveTo>
                  <a:pt x="58" y="3"/>
                </a:moveTo>
                <a:cubicBezTo>
                  <a:pt x="58" y="1"/>
                  <a:pt x="55" y="0"/>
                  <a:pt x="55" y="0"/>
                </a:cubicBezTo>
                <a:cubicBezTo>
                  <a:pt x="54" y="0"/>
                  <a:pt x="38" y="0"/>
                  <a:pt x="30" y="0"/>
                </a:cubicBezTo>
                <a:cubicBezTo>
                  <a:pt x="30" y="0"/>
                  <a:pt x="28" y="0"/>
                  <a:pt x="26" y="0"/>
                </a:cubicBezTo>
                <a:cubicBezTo>
                  <a:pt x="18" y="0"/>
                  <a:pt x="4" y="0"/>
                  <a:pt x="3" y="0"/>
                </a:cubicBezTo>
                <a:cubicBezTo>
                  <a:pt x="3" y="0"/>
                  <a:pt x="1" y="1"/>
                  <a:pt x="0" y="4"/>
                </a:cubicBezTo>
                <a:cubicBezTo>
                  <a:pt x="0" y="5"/>
                  <a:pt x="2" y="7"/>
                  <a:pt x="2" y="7"/>
                </a:cubicBezTo>
                <a:cubicBezTo>
                  <a:pt x="3" y="7"/>
                  <a:pt x="21" y="7"/>
                  <a:pt x="28" y="7"/>
                </a:cubicBezTo>
                <a:cubicBezTo>
                  <a:pt x="35" y="7"/>
                  <a:pt x="55" y="7"/>
                  <a:pt x="56" y="7"/>
                </a:cubicBezTo>
                <a:cubicBezTo>
                  <a:pt x="56" y="7"/>
                  <a:pt x="59" y="5"/>
                  <a:pt x="58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3" name="Freeform 250">
            <a:extLst>
              <a:ext uri="{FF2B5EF4-FFF2-40B4-BE49-F238E27FC236}">
                <a16:creationId xmlns:a16="http://schemas.microsoft.com/office/drawing/2014/main" id="{196F7CA7-3782-4A3C-AFE8-B4B49447307E}"/>
              </a:ext>
            </a:extLst>
          </p:cNvPr>
          <p:cNvSpPr>
            <a:spLocks/>
          </p:cNvSpPr>
          <p:nvPr/>
        </p:nvSpPr>
        <p:spPr bwMode="auto">
          <a:xfrm>
            <a:off x="8997951" y="3367089"/>
            <a:ext cx="274638" cy="30163"/>
          </a:xfrm>
          <a:custGeom>
            <a:avLst/>
            <a:gdLst>
              <a:gd name="T0" fmla="*/ 62 w 65"/>
              <a:gd name="T1" fmla="*/ 0 h 7"/>
              <a:gd name="T2" fmla="*/ 3 w 65"/>
              <a:gd name="T3" fmla="*/ 0 h 7"/>
              <a:gd name="T4" fmla="*/ 1 w 65"/>
              <a:gd name="T5" fmla="*/ 3 h 7"/>
              <a:gd name="T6" fmla="*/ 0 w 65"/>
              <a:gd name="T7" fmla="*/ 7 h 7"/>
              <a:gd name="T8" fmla="*/ 65 w 65"/>
              <a:gd name="T9" fmla="*/ 7 h 7"/>
              <a:gd name="T10" fmla="*/ 64 w 65"/>
              <a:gd name="T11" fmla="*/ 3 h 7"/>
              <a:gd name="T12" fmla="*/ 62 w 65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7">
                <a:moveTo>
                  <a:pt x="62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2" y="1"/>
                  <a:pt x="1" y="3"/>
                </a:cubicBezTo>
                <a:cubicBezTo>
                  <a:pt x="0" y="4"/>
                  <a:pt x="0" y="7"/>
                  <a:pt x="0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7"/>
                  <a:pt x="65" y="4"/>
                  <a:pt x="64" y="3"/>
                </a:cubicBezTo>
                <a:cubicBezTo>
                  <a:pt x="64" y="1"/>
                  <a:pt x="62" y="0"/>
                  <a:pt x="6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4" name="Freeform 251">
            <a:extLst>
              <a:ext uri="{FF2B5EF4-FFF2-40B4-BE49-F238E27FC236}">
                <a16:creationId xmlns:a16="http://schemas.microsoft.com/office/drawing/2014/main" id="{34086DE0-3C09-41DB-993F-0CD277630C73}"/>
              </a:ext>
            </a:extLst>
          </p:cNvPr>
          <p:cNvSpPr>
            <a:spLocks/>
          </p:cNvSpPr>
          <p:nvPr/>
        </p:nvSpPr>
        <p:spPr bwMode="auto">
          <a:xfrm>
            <a:off x="9013826" y="3278189"/>
            <a:ext cx="246063" cy="80963"/>
          </a:xfrm>
          <a:custGeom>
            <a:avLst/>
            <a:gdLst>
              <a:gd name="T0" fmla="*/ 147 w 155"/>
              <a:gd name="T1" fmla="*/ 0 h 51"/>
              <a:gd name="T2" fmla="*/ 8 w 155"/>
              <a:gd name="T3" fmla="*/ 0 h 51"/>
              <a:gd name="T4" fmla="*/ 0 w 155"/>
              <a:gd name="T5" fmla="*/ 51 h 51"/>
              <a:gd name="T6" fmla="*/ 155 w 155"/>
              <a:gd name="T7" fmla="*/ 51 h 51"/>
              <a:gd name="T8" fmla="*/ 147 w 155"/>
              <a:gd name="T9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5" h="51">
                <a:moveTo>
                  <a:pt x="147" y="0"/>
                </a:moveTo>
                <a:lnTo>
                  <a:pt x="8" y="0"/>
                </a:lnTo>
                <a:lnTo>
                  <a:pt x="0" y="51"/>
                </a:lnTo>
                <a:lnTo>
                  <a:pt x="155" y="51"/>
                </a:lnTo>
                <a:lnTo>
                  <a:pt x="14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5" name="Freeform 252">
            <a:extLst>
              <a:ext uri="{FF2B5EF4-FFF2-40B4-BE49-F238E27FC236}">
                <a16:creationId xmlns:a16="http://schemas.microsoft.com/office/drawing/2014/main" id="{993BC98B-15E9-4C86-ADCF-3B2C69AC8A71}"/>
              </a:ext>
            </a:extLst>
          </p:cNvPr>
          <p:cNvSpPr>
            <a:spLocks/>
          </p:cNvSpPr>
          <p:nvPr/>
        </p:nvSpPr>
        <p:spPr bwMode="auto">
          <a:xfrm>
            <a:off x="9013826" y="3278189"/>
            <a:ext cx="246063" cy="80963"/>
          </a:xfrm>
          <a:custGeom>
            <a:avLst/>
            <a:gdLst>
              <a:gd name="T0" fmla="*/ 147 w 155"/>
              <a:gd name="T1" fmla="*/ 0 h 51"/>
              <a:gd name="T2" fmla="*/ 8 w 155"/>
              <a:gd name="T3" fmla="*/ 0 h 51"/>
              <a:gd name="T4" fmla="*/ 0 w 155"/>
              <a:gd name="T5" fmla="*/ 51 h 51"/>
              <a:gd name="T6" fmla="*/ 155 w 155"/>
              <a:gd name="T7" fmla="*/ 51 h 51"/>
              <a:gd name="T8" fmla="*/ 147 w 155"/>
              <a:gd name="T9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5" h="51">
                <a:moveTo>
                  <a:pt x="147" y="0"/>
                </a:moveTo>
                <a:lnTo>
                  <a:pt x="8" y="0"/>
                </a:lnTo>
                <a:lnTo>
                  <a:pt x="0" y="51"/>
                </a:lnTo>
                <a:lnTo>
                  <a:pt x="155" y="51"/>
                </a:lnTo>
                <a:lnTo>
                  <a:pt x="14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6" name="Freeform 253">
            <a:extLst>
              <a:ext uri="{FF2B5EF4-FFF2-40B4-BE49-F238E27FC236}">
                <a16:creationId xmlns:a16="http://schemas.microsoft.com/office/drawing/2014/main" id="{8329E5ED-C609-4B8F-9DAE-7A68D254C17E}"/>
              </a:ext>
            </a:extLst>
          </p:cNvPr>
          <p:cNvSpPr>
            <a:spLocks noEditPoints="1"/>
          </p:cNvSpPr>
          <p:nvPr/>
        </p:nvSpPr>
        <p:spPr bwMode="auto">
          <a:xfrm>
            <a:off x="9039226" y="3044826"/>
            <a:ext cx="195263" cy="195263"/>
          </a:xfrm>
          <a:custGeom>
            <a:avLst/>
            <a:gdLst>
              <a:gd name="T0" fmla="*/ 11 w 123"/>
              <a:gd name="T1" fmla="*/ 0 h 123"/>
              <a:gd name="T2" fmla="*/ 0 w 123"/>
              <a:gd name="T3" fmla="*/ 123 h 123"/>
              <a:gd name="T4" fmla="*/ 123 w 123"/>
              <a:gd name="T5" fmla="*/ 123 h 123"/>
              <a:gd name="T6" fmla="*/ 113 w 123"/>
              <a:gd name="T7" fmla="*/ 0 h 123"/>
              <a:gd name="T8" fmla="*/ 11 w 123"/>
              <a:gd name="T9" fmla="*/ 0 h 123"/>
              <a:gd name="T10" fmla="*/ 107 w 123"/>
              <a:gd name="T11" fmla="*/ 109 h 123"/>
              <a:gd name="T12" fmla="*/ 99 w 123"/>
              <a:gd name="T13" fmla="*/ 29 h 123"/>
              <a:gd name="T14" fmla="*/ 107 w 123"/>
              <a:gd name="T15" fmla="*/ 29 h 123"/>
              <a:gd name="T16" fmla="*/ 115 w 123"/>
              <a:gd name="T17" fmla="*/ 109 h 123"/>
              <a:gd name="T18" fmla="*/ 107 w 123"/>
              <a:gd name="T19" fmla="*/ 10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3" h="123">
                <a:moveTo>
                  <a:pt x="11" y="0"/>
                </a:moveTo>
                <a:lnTo>
                  <a:pt x="0" y="123"/>
                </a:lnTo>
                <a:lnTo>
                  <a:pt x="123" y="123"/>
                </a:lnTo>
                <a:lnTo>
                  <a:pt x="113" y="0"/>
                </a:lnTo>
                <a:lnTo>
                  <a:pt x="11" y="0"/>
                </a:lnTo>
                <a:close/>
                <a:moveTo>
                  <a:pt x="107" y="109"/>
                </a:moveTo>
                <a:lnTo>
                  <a:pt x="99" y="29"/>
                </a:lnTo>
                <a:lnTo>
                  <a:pt x="107" y="29"/>
                </a:lnTo>
                <a:lnTo>
                  <a:pt x="115" y="109"/>
                </a:lnTo>
                <a:lnTo>
                  <a:pt x="107" y="1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7" name="Freeform 254">
            <a:extLst>
              <a:ext uri="{FF2B5EF4-FFF2-40B4-BE49-F238E27FC236}">
                <a16:creationId xmlns:a16="http://schemas.microsoft.com/office/drawing/2014/main" id="{C343EB65-4677-4BCF-9DE6-38CFAC2B88BE}"/>
              </a:ext>
            </a:extLst>
          </p:cNvPr>
          <p:cNvSpPr>
            <a:spLocks/>
          </p:cNvSpPr>
          <p:nvPr/>
        </p:nvSpPr>
        <p:spPr bwMode="auto">
          <a:xfrm>
            <a:off x="9031288" y="3009901"/>
            <a:ext cx="207963" cy="30163"/>
          </a:xfrm>
          <a:custGeom>
            <a:avLst/>
            <a:gdLst>
              <a:gd name="T0" fmla="*/ 45 w 49"/>
              <a:gd name="T1" fmla="*/ 0 h 7"/>
              <a:gd name="T2" fmla="*/ 27 w 49"/>
              <a:gd name="T3" fmla="*/ 0 h 7"/>
              <a:gd name="T4" fmla="*/ 22 w 49"/>
              <a:gd name="T5" fmla="*/ 0 h 7"/>
              <a:gd name="T6" fmla="*/ 4 w 49"/>
              <a:gd name="T7" fmla="*/ 0 h 7"/>
              <a:gd name="T8" fmla="*/ 1 w 49"/>
              <a:gd name="T9" fmla="*/ 3 h 7"/>
              <a:gd name="T10" fmla="*/ 5 w 49"/>
              <a:gd name="T11" fmla="*/ 7 h 7"/>
              <a:gd name="T12" fmla="*/ 24 w 49"/>
              <a:gd name="T13" fmla="*/ 7 h 7"/>
              <a:gd name="T14" fmla="*/ 45 w 49"/>
              <a:gd name="T15" fmla="*/ 7 h 7"/>
              <a:gd name="T16" fmla="*/ 49 w 49"/>
              <a:gd name="T17" fmla="*/ 3 h 7"/>
              <a:gd name="T18" fmla="*/ 45 w 49"/>
              <a:gd name="T1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9" h="7">
                <a:moveTo>
                  <a:pt x="45" y="0"/>
                </a:moveTo>
                <a:cubicBezTo>
                  <a:pt x="45" y="0"/>
                  <a:pt x="34" y="0"/>
                  <a:pt x="27" y="0"/>
                </a:cubicBezTo>
                <a:cubicBezTo>
                  <a:pt x="27" y="0"/>
                  <a:pt x="25" y="0"/>
                  <a:pt x="22" y="0"/>
                </a:cubicBezTo>
                <a:cubicBezTo>
                  <a:pt x="15" y="0"/>
                  <a:pt x="5" y="0"/>
                  <a:pt x="4" y="0"/>
                </a:cubicBezTo>
                <a:cubicBezTo>
                  <a:pt x="4" y="0"/>
                  <a:pt x="1" y="0"/>
                  <a:pt x="1" y="3"/>
                </a:cubicBezTo>
                <a:cubicBezTo>
                  <a:pt x="0" y="5"/>
                  <a:pt x="4" y="7"/>
                  <a:pt x="5" y="7"/>
                </a:cubicBezTo>
                <a:cubicBezTo>
                  <a:pt x="5" y="7"/>
                  <a:pt x="17" y="7"/>
                  <a:pt x="24" y="7"/>
                </a:cubicBezTo>
                <a:cubicBezTo>
                  <a:pt x="32" y="7"/>
                  <a:pt x="45" y="7"/>
                  <a:pt x="45" y="7"/>
                </a:cubicBezTo>
                <a:cubicBezTo>
                  <a:pt x="46" y="7"/>
                  <a:pt x="49" y="5"/>
                  <a:pt x="49" y="3"/>
                </a:cubicBezTo>
                <a:cubicBezTo>
                  <a:pt x="48" y="0"/>
                  <a:pt x="46" y="0"/>
                  <a:pt x="4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8" name="Freeform 292">
            <a:extLst>
              <a:ext uri="{FF2B5EF4-FFF2-40B4-BE49-F238E27FC236}">
                <a16:creationId xmlns:a16="http://schemas.microsoft.com/office/drawing/2014/main" id="{2E822AA9-F4C4-49E6-A5BB-E2B6FD813FF4}"/>
              </a:ext>
            </a:extLst>
          </p:cNvPr>
          <p:cNvSpPr>
            <a:spLocks/>
          </p:cNvSpPr>
          <p:nvPr/>
        </p:nvSpPr>
        <p:spPr bwMode="auto">
          <a:xfrm>
            <a:off x="8140701" y="3808414"/>
            <a:ext cx="327025" cy="327025"/>
          </a:xfrm>
          <a:custGeom>
            <a:avLst/>
            <a:gdLst>
              <a:gd name="T0" fmla="*/ 35 w 77"/>
              <a:gd name="T1" fmla="*/ 0 h 77"/>
              <a:gd name="T2" fmla="*/ 11 w 77"/>
              <a:gd name="T3" fmla="*/ 11 h 77"/>
              <a:gd name="T4" fmla="*/ 0 w 77"/>
              <a:gd name="T5" fmla="*/ 35 h 77"/>
              <a:gd name="T6" fmla="*/ 28 w 77"/>
              <a:gd name="T7" fmla="*/ 49 h 77"/>
              <a:gd name="T8" fmla="*/ 42 w 77"/>
              <a:gd name="T9" fmla="*/ 77 h 77"/>
              <a:gd name="T10" fmla="*/ 66 w 77"/>
              <a:gd name="T11" fmla="*/ 66 h 77"/>
              <a:gd name="T12" fmla="*/ 77 w 77"/>
              <a:gd name="T13" fmla="*/ 42 h 77"/>
              <a:gd name="T14" fmla="*/ 49 w 77"/>
              <a:gd name="T15" fmla="*/ 28 h 77"/>
              <a:gd name="T16" fmla="*/ 35 w 77"/>
              <a:gd name="T17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7" h="77">
                <a:moveTo>
                  <a:pt x="35" y="0"/>
                </a:moveTo>
                <a:cubicBezTo>
                  <a:pt x="26" y="0"/>
                  <a:pt x="18" y="4"/>
                  <a:pt x="11" y="11"/>
                </a:cubicBezTo>
                <a:cubicBezTo>
                  <a:pt x="4" y="18"/>
                  <a:pt x="0" y="26"/>
                  <a:pt x="0" y="35"/>
                </a:cubicBezTo>
                <a:cubicBezTo>
                  <a:pt x="9" y="36"/>
                  <a:pt x="19" y="41"/>
                  <a:pt x="28" y="49"/>
                </a:cubicBezTo>
                <a:cubicBezTo>
                  <a:pt x="36" y="58"/>
                  <a:pt x="41" y="68"/>
                  <a:pt x="42" y="77"/>
                </a:cubicBezTo>
                <a:cubicBezTo>
                  <a:pt x="51" y="77"/>
                  <a:pt x="59" y="73"/>
                  <a:pt x="66" y="66"/>
                </a:cubicBezTo>
                <a:cubicBezTo>
                  <a:pt x="73" y="59"/>
                  <a:pt x="77" y="51"/>
                  <a:pt x="77" y="42"/>
                </a:cubicBezTo>
                <a:cubicBezTo>
                  <a:pt x="68" y="41"/>
                  <a:pt x="58" y="36"/>
                  <a:pt x="49" y="28"/>
                </a:cubicBezTo>
                <a:cubicBezTo>
                  <a:pt x="41" y="19"/>
                  <a:pt x="36" y="9"/>
                  <a:pt x="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9" name="Freeform 293">
            <a:extLst>
              <a:ext uri="{FF2B5EF4-FFF2-40B4-BE49-F238E27FC236}">
                <a16:creationId xmlns:a16="http://schemas.microsoft.com/office/drawing/2014/main" id="{CEABC37B-C10A-4062-8AC5-1E9D4A29E36C}"/>
              </a:ext>
            </a:extLst>
          </p:cNvPr>
          <p:cNvSpPr>
            <a:spLocks/>
          </p:cNvSpPr>
          <p:nvPr/>
        </p:nvSpPr>
        <p:spPr bwMode="auto">
          <a:xfrm>
            <a:off x="8310563" y="3805239"/>
            <a:ext cx="160338" cy="160338"/>
          </a:xfrm>
          <a:custGeom>
            <a:avLst/>
            <a:gdLst>
              <a:gd name="T0" fmla="*/ 38 w 38"/>
              <a:gd name="T1" fmla="*/ 38 h 38"/>
              <a:gd name="T2" fmla="*/ 26 w 38"/>
              <a:gd name="T3" fmla="*/ 12 h 38"/>
              <a:gd name="T4" fmla="*/ 0 w 38"/>
              <a:gd name="T5" fmla="*/ 0 h 38"/>
              <a:gd name="T6" fmla="*/ 13 w 38"/>
              <a:gd name="T7" fmla="*/ 25 h 38"/>
              <a:gd name="T8" fmla="*/ 38 w 38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8">
                <a:moveTo>
                  <a:pt x="38" y="38"/>
                </a:moveTo>
                <a:cubicBezTo>
                  <a:pt x="37" y="29"/>
                  <a:pt x="33" y="19"/>
                  <a:pt x="26" y="12"/>
                </a:cubicBezTo>
                <a:cubicBezTo>
                  <a:pt x="19" y="4"/>
                  <a:pt x="9" y="1"/>
                  <a:pt x="0" y="0"/>
                </a:cubicBezTo>
                <a:cubicBezTo>
                  <a:pt x="1" y="9"/>
                  <a:pt x="5" y="18"/>
                  <a:pt x="13" y="25"/>
                </a:cubicBezTo>
                <a:cubicBezTo>
                  <a:pt x="20" y="33"/>
                  <a:pt x="29" y="37"/>
                  <a:pt x="38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0" name="Freeform 294">
            <a:extLst>
              <a:ext uri="{FF2B5EF4-FFF2-40B4-BE49-F238E27FC236}">
                <a16:creationId xmlns:a16="http://schemas.microsoft.com/office/drawing/2014/main" id="{27337FE7-BCAD-4690-828C-451BE5F034D5}"/>
              </a:ext>
            </a:extLst>
          </p:cNvPr>
          <p:cNvSpPr>
            <a:spLocks/>
          </p:cNvSpPr>
          <p:nvPr/>
        </p:nvSpPr>
        <p:spPr bwMode="auto">
          <a:xfrm>
            <a:off x="8135938" y="3978276"/>
            <a:ext cx="161925" cy="157163"/>
          </a:xfrm>
          <a:custGeom>
            <a:avLst/>
            <a:gdLst>
              <a:gd name="T0" fmla="*/ 0 w 38"/>
              <a:gd name="T1" fmla="*/ 0 h 37"/>
              <a:gd name="T2" fmla="*/ 12 w 38"/>
              <a:gd name="T3" fmla="*/ 26 h 37"/>
              <a:gd name="T4" fmla="*/ 38 w 38"/>
              <a:gd name="T5" fmla="*/ 37 h 37"/>
              <a:gd name="T6" fmla="*/ 25 w 38"/>
              <a:gd name="T7" fmla="*/ 13 h 37"/>
              <a:gd name="T8" fmla="*/ 0 w 38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7">
                <a:moveTo>
                  <a:pt x="0" y="0"/>
                </a:moveTo>
                <a:cubicBezTo>
                  <a:pt x="1" y="9"/>
                  <a:pt x="5" y="19"/>
                  <a:pt x="12" y="26"/>
                </a:cubicBezTo>
                <a:cubicBezTo>
                  <a:pt x="19" y="33"/>
                  <a:pt x="29" y="37"/>
                  <a:pt x="38" y="37"/>
                </a:cubicBezTo>
                <a:cubicBezTo>
                  <a:pt x="37" y="29"/>
                  <a:pt x="33" y="20"/>
                  <a:pt x="25" y="13"/>
                </a:cubicBezTo>
                <a:cubicBezTo>
                  <a:pt x="18" y="5"/>
                  <a:pt x="9" y="1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1" name="Freeform 295">
            <a:extLst>
              <a:ext uri="{FF2B5EF4-FFF2-40B4-BE49-F238E27FC236}">
                <a16:creationId xmlns:a16="http://schemas.microsoft.com/office/drawing/2014/main" id="{329B336A-B3F4-46F0-9185-821E412CB986}"/>
              </a:ext>
            </a:extLst>
          </p:cNvPr>
          <p:cNvSpPr>
            <a:spLocks/>
          </p:cNvSpPr>
          <p:nvPr/>
        </p:nvSpPr>
        <p:spPr bwMode="auto">
          <a:xfrm>
            <a:off x="8942388" y="3813176"/>
            <a:ext cx="330200" cy="331788"/>
          </a:xfrm>
          <a:custGeom>
            <a:avLst/>
            <a:gdLst>
              <a:gd name="T0" fmla="*/ 70 w 78"/>
              <a:gd name="T1" fmla="*/ 49 h 78"/>
              <a:gd name="T2" fmla="*/ 65 w 78"/>
              <a:gd name="T3" fmla="*/ 47 h 78"/>
              <a:gd name="T4" fmla="*/ 68 w 78"/>
              <a:gd name="T5" fmla="*/ 40 h 78"/>
              <a:gd name="T6" fmla="*/ 62 w 78"/>
              <a:gd name="T7" fmla="*/ 37 h 78"/>
              <a:gd name="T8" fmla="*/ 58 w 78"/>
              <a:gd name="T9" fmla="*/ 43 h 78"/>
              <a:gd name="T10" fmla="*/ 54 w 78"/>
              <a:gd name="T11" fmla="*/ 40 h 78"/>
              <a:gd name="T12" fmla="*/ 57 w 78"/>
              <a:gd name="T13" fmla="*/ 34 h 78"/>
              <a:gd name="T14" fmla="*/ 51 w 78"/>
              <a:gd name="T15" fmla="*/ 29 h 78"/>
              <a:gd name="T16" fmla="*/ 46 w 78"/>
              <a:gd name="T17" fmla="*/ 34 h 78"/>
              <a:gd name="T18" fmla="*/ 42 w 78"/>
              <a:gd name="T19" fmla="*/ 30 h 78"/>
              <a:gd name="T20" fmla="*/ 47 w 78"/>
              <a:gd name="T21" fmla="*/ 25 h 78"/>
              <a:gd name="T22" fmla="*/ 42 w 78"/>
              <a:gd name="T23" fmla="*/ 18 h 78"/>
              <a:gd name="T24" fmla="*/ 35 w 78"/>
              <a:gd name="T25" fmla="*/ 21 h 78"/>
              <a:gd name="T26" fmla="*/ 33 w 78"/>
              <a:gd name="T27" fmla="*/ 17 h 78"/>
              <a:gd name="T28" fmla="*/ 40 w 78"/>
              <a:gd name="T29" fmla="*/ 14 h 78"/>
              <a:gd name="T30" fmla="*/ 37 w 78"/>
              <a:gd name="T31" fmla="*/ 8 h 78"/>
              <a:gd name="T32" fmla="*/ 29 w 78"/>
              <a:gd name="T33" fmla="*/ 10 h 78"/>
              <a:gd name="T34" fmla="*/ 27 w 78"/>
              <a:gd name="T35" fmla="*/ 5 h 78"/>
              <a:gd name="T36" fmla="*/ 36 w 78"/>
              <a:gd name="T37" fmla="*/ 3 h 78"/>
              <a:gd name="T38" fmla="*/ 35 w 78"/>
              <a:gd name="T39" fmla="*/ 0 h 78"/>
              <a:gd name="T40" fmla="*/ 11 w 78"/>
              <a:gd name="T41" fmla="*/ 11 h 78"/>
              <a:gd name="T42" fmla="*/ 0 w 78"/>
              <a:gd name="T43" fmla="*/ 35 h 78"/>
              <a:gd name="T44" fmla="*/ 4 w 78"/>
              <a:gd name="T45" fmla="*/ 36 h 78"/>
              <a:gd name="T46" fmla="*/ 7 w 78"/>
              <a:gd name="T47" fmla="*/ 27 h 78"/>
              <a:gd name="T48" fmla="*/ 12 w 78"/>
              <a:gd name="T49" fmla="*/ 29 h 78"/>
              <a:gd name="T50" fmla="*/ 9 w 78"/>
              <a:gd name="T51" fmla="*/ 37 h 78"/>
              <a:gd name="T52" fmla="*/ 16 w 78"/>
              <a:gd name="T53" fmla="*/ 40 h 78"/>
              <a:gd name="T54" fmla="*/ 20 w 78"/>
              <a:gd name="T55" fmla="*/ 33 h 78"/>
              <a:gd name="T56" fmla="*/ 24 w 78"/>
              <a:gd name="T57" fmla="*/ 36 h 78"/>
              <a:gd name="T58" fmla="*/ 20 w 78"/>
              <a:gd name="T59" fmla="*/ 43 h 78"/>
              <a:gd name="T60" fmla="*/ 27 w 78"/>
              <a:gd name="T61" fmla="*/ 48 h 78"/>
              <a:gd name="T62" fmla="*/ 32 w 78"/>
              <a:gd name="T63" fmla="*/ 42 h 78"/>
              <a:gd name="T64" fmla="*/ 36 w 78"/>
              <a:gd name="T65" fmla="*/ 46 h 78"/>
              <a:gd name="T66" fmla="*/ 30 w 78"/>
              <a:gd name="T67" fmla="*/ 52 h 78"/>
              <a:gd name="T68" fmla="*/ 35 w 78"/>
              <a:gd name="T69" fmla="*/ 58 h 78"/>
              <a:gd name="T70" fmla="*/ 42 w 78"/>
              <a:gd name="T71" fmla="*/ 55 h 78"/>
              <a:gd name="T72" fmla="*/ 45 w 78"/>
              <a:gd name="T73" fmla="*/ 60 h 78"/>
              <a:gd name="T74" fmla="*/ 38 w 78"/>
              <a:gd name="T75" fmla="*/ 63 h 78"/>
              <a:gd name="T76" fmla="*/ 40 w 78"/>
              <a:gd name="T77" fmla="*/ 68 h 78"/>
              <a:gd name="T78" fmla="*/ 49 w 78"/>
              <a:gd name="T79" fmla="*/ 66 h 78"/>
              <a:gd name="T80" fmla="*/ 50 w 78"/>
              <a:gd name="T81" fmla="*/ 71 h 78"/>
              <a:gd name="T82" fmla="*/ 42 w 78"/>
              <a:gd name="T83" fmla="*/ 73 h 78"/>
              <a:gd name="T84" fmla="*/ 43 w 78"/>
              <a:gd name="T85" fmla="*/ 78 h 78"/>
              <a:gd name="T86" fmla="*/ 67 w 78"/>
              <a:gd name="T87" fmla="*/ 66 h 78"/>
              <a:gd name="T88" fmla="*/ 78 w 78"/>
              <a:gd name="T89" fmla="*/ 42 h 78"/>
              <a:gd name="T90" fmla="*/ 73 w 78"/>
              <a:gd name="T91" fmla="*/ 41 h 78"/>
              <a:gd name="T92" fmla="*/ 70 w 78"/>
              <a:gd name="T93" fmla="*/ 4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8" h="78">
                <a:moveTo>
                  <a:pt x="70" y="49"/>
                </a:moveTo>
                <a:cubicBezTo>
                  <a:pt x="65" y="47"/>
                  <a:pt x="65" y="47"/>
                  <a:pt x="65" y="47"/>
                </a:cubicBezTo>
                <a:cubicBezTo>
                  <a:pt x="68" y="40"/>
                  <a:pt x="68" y="40"/>
                  <a:pt x="68" y="40"/>
                </a:cubicBezTo>
                <a:cubicBezTo>
                  <a:pt x="66" y="39"/>
                  <a:pt x="64" y="38"/>
                  <a:pt x="62" y="37"/>
                </a:cubicBezTo>
                <a:cubicBezTo>
                  <a:pt x="58" y="43"/>
                  <a:pt x="58" y="43"/>
                  <a:pt x="58" y="43"/>
                </a:cubicBezTo>
                <a:cubicBezTo>
                  <a:pt x="54" y="40"/>
                  <a:pt x="54" y="40"/>
                  <a:pt x="54" y="40"/>
                </a:cubicBezTo>
                <a:cubicBezTo>
                  <a:pt x="57" y="34"/>
                  <a:pt x="57" y="34"/>
                  <a:pt x="57" y="34"/>
                </a:cubicBezTo>
                <a:cubicBezTo>
                  <a:pt x="55" y="32"/>
                  <a:pt x="53" y="31"/>
                  <a:pt x="51" y="29"/>
                </a:cubicBezTo>
                <a:cubicBezTo>
                  <a:pt x="46" y="34"/>
                  <a:pt x="46" y="34"/>
                  <a:pt x="46" y="34"/>
                </a:cubicBezTo>
                <a:cubicBezTo>
                  <a:pt x="42" y="30"/>
                  <a:pt x="42" y="30"/>
                  <a:pt x="42" y="30"/>
                </a:cubicBezTo>
                <a:cubicBezTo>
                  <a:pt x="47" y="25"/>
                  <a:pt x="47" y="25"/>
                  <a:pt x="47" y="25"/>
                </a:cubicBezTo>
                <a:cubicBezTo>
                  <a:pt x="45" y="23"/>
                  <a:pt x="44" y="20"/>
                  <a:pt x="42" y="18"/>
                </a:cubicBezTo>
                <a:cubicBezTo>
                  <a:pt x="35" y="21"/>
                  <a:pt x="35" y="21"/>
                  <a:pt x="35" y="21"/>
                </a:cubicBezTo>
                <a:cubicBezTo>
                  <a:pt x="33" y="17"/>
                  <a:pt x="33" y="17"/>
                  <a:pt x="33" y="17"/>
                </a:cubicBezTo>
                <a:cubicBezTo>
                  <a:pt x="40" y="14"/>
                  <a:pt x="40" y="14"/>
                  <a:pt x="40" y="14"/>
                </a:cubicBezTo>
                <a:cubicBezTo>
                  <a:pt x="39" y="12"/>
                  <a:pt x="38" y="10"/>
                  <a:pt x="37" y="8"/>
                </a:cubicBezTo>
                <a:cubicBezTo>
                  <a:pt x="29" y="10"/>
                  <a:pt x="29" y="10"/>
                  <a:pt x="29" y="10"/>
                </a:cubicBezTo>
                <a:cubicBezTo>
                  <a:pt x="27" y="5"/>
                  <a:pt x="27" y="5"/>
                  <a:pt x="27" y="5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2"/>
                  <a:pt x="36" y="1"/>
                  <a:pt x="35" y="0"/>
                </a:cubicBezTo>
                <a:cubicBezTo>
                  <a:pt x="27" y="1"/>
                  <a:pt x="18" y="4"/>
                  <a:pt x="11" y="11"/>
                </a:cubicBezTo>
                <a:cubicBezTo>
                  <a:pt x="5" y="18"/>
                  <a:pt x="1" y="26"/>
                  <a:pt x="0" y="35"/>
                </a:cubicBezTo>
                <a:cubicBezTo>
                  <a:pt x="2" y="35"/>
                  <a:pt x="3" y="35"/>
                  <a:pt x="4" y="36"/>
                </a:cubicBezTo>
                <a:cubicBezTo>
                  <a:pt x="7" y="27"/>
                  <a:pt x="7" y="27"/>
                  <a:pt x="7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7"/>
                  <a:pt x="9" y="37"/>
                  <a:pt x="9" y="37"/>
                </a:cubicBezTo>
                <a:cubicBezTo>
                  <a:pt x="12" y="38"/>
                  <a:pt x="14" y="39"/>
                  <a:pt x="16" y="40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36"/>
                  <a:pt x="24" y="36"/>
                  <a:pt x="24" y="36"/>
                </a:cubicBezTo>
                <a:cubicBezTo>
                  <a:pt x="20" y="43"/>
                  <a:pt x="20" y="43"/>
                  <a:pt x="20" y="43"/>
                </a:cubicBezTo>
                <a:cubicBezTo>
                  <a:pt x="22" y="44"/>
                  <a:pt x="25" y="46"/>
                  <a:pt x="27" y="48"/>
                </a:cubicBezTo>
                <a:cubicBezTo>
                  <a:pt x="32" y="42"/>
                  <a:pt x="32" y="42"/>
                  <a:pt x="32" y="42"/>
                </a:cubicBezTo>
                <a:cubicBezTo>
                  <a:pt x="36" y="46"/>
                  <a:pt x="36" y="46"/>
                  <a:pt x="36" y="46"/>
                </a:cubicBezTo>
                <a:cubicBezTo>
                  <a:pt x="30" y="52"/>
                  <a:pt x="30" y="52"/>
                  <a:pt x="30" y="52"/>
                </a:cubicBezTo>
                <a:cubicBezTo>
                  <a:pt x="32" y="54"/>
                  <a:pt x="34" y="56"/>
                  <a:pt x="35" y="58"/>
                </a:cubicBezTo>
                <a:cubicBezTo>
                  <a:pt x="42" y="55"/>
                  <a:pt x="42" y="55"/>
                  <a:pt x="42" y="55"/>
                </a:cubicBezTo>
                <a:cubicBezTo>
                  <a:pt x="45" y="60"/>
                  <a:pt x="45" y="60"/>
                  <a:pt x="45" y="60"/>
                </a:cubicBezTo>
                <a:cubicBezTo>
                  <a:pt x="38" y="63"/>
                  <a:pt x="38" y="63"/>
                  <a:pt x="38" y="63"/>
                </a:cubicBezTo>
                <a:cubicBezTo>
                  <a:pt x="39" y="64"/>
                  <a:pt x="40" y="66"/>
                  <a:pt x="40" y="68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71"/>
                  <a:pt x="50" y="71"/>
                  <a:pt x="50" y="71"/>
                </a:cubicBezTo>
                <a:cubicBezTo>
                  <a:pt x="42" y="73"/>
                  <a:pt x="42" y="73"/>
                  <a:pt x="42" y="73"/>
                </a:cubicBezTo>
                <a:cubicBezTo>
                  <a:pt x="42" y="75"/>
                  <a:pt x="43" y="76"/>
                  <a:pt x="43" y="78"/>
                </a:cubicBezTo>
                <a:cubicBezTo>
                  <a:pt x="51" y="77"/>
                  <a:pt x="60" y="73"/>
                  <a:pt x="67" y="66"/>
                </a:cubicBezTo>
                <a:cubicBezTo>
                  <a:pt x="73" y="60"/>
                  <a:pt x="77" y="51"/>
                  <a:pt x="78" y="42"/>
                </a:cubicBezTo>
                <a:cubicBezTo>
                  <a:pt x="76" y="42"/>
                  <a:pt x="75" y="42"/>
                  <a:pt x="73" y="41"/>
                </a:cubicBezTo>
                <a:lnTo>
                  <a:pt x="70" y="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2" name="Freeform 296">
            <a:extLst>
              <a:ext uri="{FF2B5EF4-FFF2-40B4-BE49-F238E27FC236}">
                <a16:creationId xmlns:a16="http://schemas.microsoft.com/office/drawing/2014/main" id="{C77FE1E2-64BD-4F77-821A-72683B7A89BE}"/>
              </a:ext>
            </a:extLst>
          </p:cNvPr>
          <p:cNvSpPr>
            <a:spLocks/>
          </p:cNvSpPr>
          <p:nvPr/>
        </p:nvSpPr>
        <p:spPr bwMode="auto">
          <a:xfrm>
            <a:off x="9112251" y="3813176"/>
            <a:ext cx="160338" cy="157163"/>
          </a:xfrm>
          <a:custGeom>
            <a:avLst/>
            <a:gdLst>
              <a:gd name="T0" fmla="*/ 5 w 38"/>
              <a:gd name="T1" fmla="*/ 1 h 37"/>
              <a:gd name="T2" fmla="*/ 7 w 38"/>
              <a:gd name="T3" fmla="*/ 6 h 37"/>
              <a:gd name="T4" fmla="*/ 2 w 38"/>
              <a:gd name="T5" fmla="*/ 7 h 37"/>
              <a:gd name="T6" fmla="*/ 4 w 38"/>
              <a:gd name="T7" fmla="*/ 12 h 37"/>
              <a:gd name="T8" fmla="*/ 10 w 38"/>
              <a:gd name="T9" fmla="*/ 9 h 37"/>
              <a:gd name="T10" fmla="*/ 12 w 38"/>
              <a:gd name="T11" fmla="*/ 14 h 37"/>
              <a:gd name="T12" fmla="*/ 7 w 38"/>
              <a:gd name="T13" fmla="*/ 16 h 37"/>
              <a:gd name="T14" fmla="*/ 10 w 38"/>
              <a:gd name="T15" fmla="*/ 21 h 37"/>
              <a:gd name="T16" fmla="*/ 15 w 38"/>
              <a:gd name="T17" fmla="*/ 17 h 37"/>
              <a:gd name="T18" fmla="*/ 19 w 38"/>
              <a:gd name="T19" fmla="*/ 21 h 37"/>
              <a:gd name="T20" fmla="*/ 14 w 38"/>
              <a:gd name="T21" fmla="*/ 25 h 37"/>
              <a:gd name="T22" fmla="*/ 20 w 38"/>
              <a:gd name="T23" fmla="*/ 30 h 37"/>
              <a:gd name="T24" fmla="*/ 23 w 38"/>
              <a:gd name="T25" fmla="*/ 24 h 37"/>
              <a:gd name="T26" fmla="*/ 27 w 38"/>
              <a:gd name="T27" fmla="*/ 27 h 37"/>
              <a:gd name="T28" fmla="*/ 24 w 38"/>
              <a:gd name="T29" fmla="*/ 33 h 37"/>
              <a:gd name="T30" fmla="*/ 30 w 38"/>
              <a:gd name="T31" fmla="*/ 35 h 37"/>
              <a:gd name="T32" fmla="*/ 32 w 38"/>
              <a:gd name="T33" fmla="*/ 30 h 37"/>
              <a:gd name="T34" fmla="*/ 36 w 38"/>
              <a:gd name="T35" fmla="*/ 31 h 37"/>
              <a:gd name="T36" fmla="*/ 35 w 38"/>
              <a:gd name="T37" fmla="*/ 37 h 37"/>
              <a:gd name="T38" fmla="*/ 38 w 38"/>
              <a:gd name="T39" fmla="*/ 37 h 37"/>
              <a:gd name="T40" fmla="*/ 27 w 38"/>
              <a:gd name="T41" fmla="*/ 11 h 37"/>
              <a:gd name="T42" fmla="*/ 0 w 38"/>
              <a:gd name="T43" fmla="*/ 0 h 37"/>
              <a:gd name="T44" fmla="*/ 1 w 38"/>
              <a:gd name="T45" fmla="*/ 2 h 37"/>
              <a:gd name="T46" fmla="*/ 5 w 38"/>
              <a:gd name="T47" fmla="*/ 1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8" h="37">
                <a:moveTo>
                  <a:pt x="5" y="1"/>
                </a:moveTo>
                <a:cubicBezTo>
                  <a:pt x="7" y="6"/>
                  <a:pt x="7" y="6"/>
                  <a:pt x="7" y="6"/>
                </a:cubicBezTo>
                <a:cubicBezTo>
                  <a:pt x="2" y="7"/>
                  <a:pt x="2" y="7"/>
                  <a:pt x="2" y="7"/>
                </a:cubicBezTo>
                <a:cubicBezTo>
                  <a:pt x="3" y="8"/>
                  <a:pt x="3" y="10"/>
                  <a:pt x="4" y="12"/>
                </a:cubicBezTo>
                <a:cubicBezTo>
                  <a:pt x="10" y="9"/>
                  <a:pt x="10" y="9"/>
                  <a:pt x="10" y="9"/>
                </a:cubicBezTo>
                <a:cubicBezTo>
                  <a:pt x="12" y="14"/>
                  <a:pt x="12" y="14"/>
                  <a:pt x="12" y="14"/>
                </a:cubicBezTo>
                <a:cubicBezTo>
                  <a:pt x="7" y="16"/>
                  <a:pt x="7" y="16"/>
                  <a:pt x="7" y="16"/>
                </a:cubicBezTo>
                <a:cubicBezTo>
                  <a:pt x="8" y="18"/>
                  <a:pt x="9" y="20"/>
                  <a:pt x="10" y="21"/>
                </a:cubicBezTo>
                <a:cubicBezTo>
                  <a:pt x="15" y="17"/>
                  <a:pt x="15" y="17"/>
                  <a:pt x="15" y="17"/>
                </a:cubicBezTo>
                <a:cubicBezTo>
                  <a:pt x="19" y="21"/>
                  <a:pt x="19" y="21"/>
                  <a:pt x="19" y="21"/>
                </a:cubicBezTo>
                <a:cubicBezTo>
                  <a:pt x="14" y="25"/>
                  <a:pt x="14" y="25"/>
                  <a:pt x="14" y="25"/>
                </a:cubicBezTo>
                <a:cubicBezTo>
                  <a:pt x="16" y="27"/>
                  <a:pt x="18" y="28"/>
                  <a:pt x="20" y="30"/>
                </a:cubicBezTo>
                <a:cubicBezTo>
                  <a:pt x="23" y="24"/>
                  <a:pt x="23" y="24"/>
                  <a:pt x="23" y="24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6" y="34"/>
                  <a:pt x="28" y="34"/>
                  <a:pt x="30" y="35"/>
                </a:cubicBezTo>
                <a:cubicBezTo>
                  <a:pt x="32" y="30"/>
                  <a:pt x="32" y="30"/>
                  <a:pt x="32" y="30"/>
                </a:cubicBezTo>
                <a:cubicBezTo>
                  <a:pt x="36" y="31"/>
                  <a:pt x="36" y="31"/>
                  <a:pt x="36" y="31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7"/>
                  <a:pt x="37" y="37"/>
                  <a:pt x="38" y="37"/>
                </a:cubicBezTo>
                <a:cubicBezTo>
                  <a:pt x="38" y="28"/>
                  <a:pt x="34" y="18"/>
                  <a:pt x="27" y="11"/>
                </a:cubicBezTo>
                <a:cubicBezTo>
                  <a:pt x="19" y="4"/>
                  <a:pt x="10" y="0"/>
                  <a:pt x="0" y="0"/>
                </a:cubicBezTo>
                <a:cubicBezTo>
                  <a:pt x="0" y="0"/>
                  <a:pt x="0" y="1"/>
                  <a:pt x="1" y="2"/>
                </a:cubicBezTo>
                <a:lnTo>
                  <a:pt x="5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3" name="Freeform 297">
            <a:extLst>
              <a:ext uri="{FF2B5EF4-FFF2-40B4-BE49-F238E27FC236}">
                <a16:creationId xmlns:a16="http://schemas.microsoft.com/office/drawing/2014/main" id="{1792768B-0B01-4309-AD30-EFF78319890A}"/>
              </a:ext>
            </a:extLst>
          </p:cNvPr>
          <p:cNvSpPr>
            <a:spLocks/>
          </p:cNvSpPr>
          <p:nvPr/>
        </p:nvSpPr>
        <p:spPr bwMode="auto">
          <a:xfrm>
            <a:off x="8942388" y="3983039"/>
            <a:ext cx="160338" cy="161925"/>
          </a:xfrm>
          <a:custGeom>
            <a:avLst/>
            <a:gdLst>
              <a:gd name="T0" fmla="*/ 32 w 38"/>
              <a:gd name="T1" fmla="*/ 36 h 38"/>
              <a:gd name="T2" fmla="*/ 31 w 38"/>
              <a:gd name="T3" fmla="*/ 30 h 38"/>
              <a:gd name="T4" fmla="*/ 36 w 38"/>
              <a:gd name="T5" fmla="*/ 29 h 38"/>
              <a:gd name="T6" fmla="*/ 34 w 38"/>
              <a:gd name="T7" fmla="*/ 25 h 38"/>
              <a:gd name="T8" fmla="*/ 28 w 38"/>
              <a:gd name="T9" fmla="*/ 27 h 38"/>
              <a:gd name="T10" fmla="*/ 25 w 38"/>
              <a:gd name="T11" fmla="*/ 22 h 38"/>
              <a:gd name="T12" fmla="*/ 31 w 38"/>
              <a:gd name="T13" fmla="*/ 20 h 38"/>
              <a:gd name="T14" fmla="*/ 27 w 38"/>
              <a:gd name="T15" fmla="*/ 15 h 38"/>
              <a:gd name="T16" fmla="*/ 23 w 38"/>
              <a:gd name="T17" fmla="*/ 19 h 38"/>
              <a:gd name="T18" fmla="*/ 19 w 38"/>
              <a:gd name="T19" fmla="*/ 16 h 38"/>
              <a:gd name="T20" fmla="*/ 23 w 38"/>
              <a:gd name="T21" fmla="*/ 11 h 38"/>
              <a:gd name="T22" fmla="*/ 18 w 38"/>
              <a:gd name="T23" fmla="*/ 7 h 38"/>
              <a:gd name="T24" fmla="*/ 15 w 38"/>
              <a:gd name="T25" fmla="*/ 12 h 38"/>
              <a:gd name="T26" fmla="*/ 10 w 38"/>
              <a:gd name="T27" fmla="*/ 9 h 38"/>
              <a:gd name="T28" fmla="*/ 13 w 38"/>
              <a:gd name="T29" fmla="*/ 4 h 38"/>
              <a:gd name="T30" fmla="*/ 8 w 38"/>
              <a:gd name="T31" fmla="*/ 2 h 38"/>
              <a:gd name="T32" fmla="*/ 6 w 38"/>
              <a:gd name="T33" fmla="*/ 7 h 38"/>
              <a:gd name="T34" fmla="*/ 1 w 38"/>
              <a:gd name="T35" fmla="*/ 5 h 38"/>
              <a:gd name="T36" fmla="*/ 3 w 38"/>
              <a:gd name="T37" fmla="*/ 0 h 38"/>
              <a:gd name="T38" fmla="*/ 0 w 38"/>
              <a:gd name="T39" fmla="*/ 0 h 38"/>
              <a:gd name="T40" fmla="*/ 11 w 38"/>
              <a:gd name="T41" fmla="*/ 26 h 38"/>
              <a:gd name="T42" fmla="*/ 38 w 38"/>
              <a:gd name="T43" fmla="*/ 38 h 38"/>
              <a:gd name="T44" fmla="*/ 37 w 38"/>
              <a:gd name="T45" fmla="*/ 34 h 38"/>
              <a:gd name="T46" fmla="*/ 32 w 38"/>
              <a:gd name="T47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8" h="38">
                <a:moveTo>
                  <a:pt x="32" y="36"/>
                </a:moveTo>
                <a:cubicBezTo>
                  <a:pt x="31" y="30"/>
                  <a:pt x="31" y="30"/>
                  <a:pt x="31" y="30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28"/>
                  <a:pt x="34" y="26"/>
                  <a:pt x="34" y="25"/>
                </a:cubicBezTo>
                <a:cubicBezTo>
                  <a:pt x="28" y="27"/>
                  <a:pt x="28" y="27"/>
                  <a:pt x="28" y="27"/>
                </a:cubicBezTo>
                <a:cubicBezTo>
                  <a:pt x="25" y="22"/>
                  <a:pt x="25" y="22"/>
                  <a:pt x="25" y="22"/>
                </a:cubicBezTo>
                <a:cubicBezTo>
                  <a:pt x="31" y="20"/>
                  <a:pt x="31" y="20"/>
                  <a:pt x="31" y="20"/>
                </a:cubicBezTo>
                <a:cubicBezTo>
                  <a:pt x="30" y="18"/>
                  <a:pt x="28" y="17"/>
                  <a:pt x="27" y="15"/>
                </a:cubicBezTo>
                <a:cubicBezTo>
                  <a:pt x="23" y="19"/>
                  <a:pt x="23" y="19"/>
                  <a:pt x="23" y="19"/>
                </a:cubicBezTo>
                <a:cubicBezTo>
                  <a:pt x="19" y="16"/>
                  <a:pt x="19" y="16"/>
                  <a:pt x="19" y="16"/>
                </a:cubicBezTo>
                <a:cubicBezTo>
                  <a:pt x="23" y="11"/>
                  <a:pt x="23" y="11"/>
                  <a:pt x="23" y="11"/>
                </a:cubicBezTo>
                <a:cubicBezTo>
                  <a:pt x="21" y="10"/>
                  <a:pt x="20" y="8"/>
                  <a:pt x="18" y="7"/>
                </a:cubicBezTo>
                <a:cubicBezTo>
                  <a:pt x="15" y="12"/>
                  <a:pt x="15" y="12"/>
                  <a:pt x="15" y="12"/>
                </a:cubicBezTo>
                <a:cubicBezTo>
                  <a:pt x="10" y="9"/>
                  <a:pt x="10" y="9"/>
                  <a:pt x="10" y="9"/>
                </a:cubicBezTo>
                <a:cubicBezTo>
                  <a:pt x="13" y="4"/>
                  <a:pt x="13" y="4"/>
                  <a:pt x="13" y="4"/>
                </a:cubicBezTo>
                <a:cubicBezTo>
                  <a:pt x="11" y="3"/>
                  <a:pt x="10" y="2"/>
                  <a:pt x="8" y="2"/>
                </a:cubicBezTo>
                <a:cubicBezTo>
                  <a:pt x="6" y="7"/>
                  <a:pt x="6" y="7"/>
                  <a:pt x="6" y="7"/>
                </a:cubicBezTo>
                <a:cubicBezTo>
                  <a:pt x="1" y="5"/>
                  <a:pt x="1" y="5"/>
                  <a:pt x="1" y="5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  <a:cubicBezTo>
                  <a:pt x="0" y="9"/>
                  <a:pt x="4" y="19"/>
                  <a:pt x="11" y="26"/>
                </a:cubicBezTo>
                <a:cubicBezTo>
                  <a:pt x="19" y="34"/>
                  <a:pt x="28" y="37"/>
                  <a:pt x="38" y="38"/>
                </a:cubicBezTo>
                <a:cubicBezTo>
                  <a:pt x="38" y="37"/>
                  <a:pt x="38" y="35"/>
                  <a:pt x="37" y="34"/>
                </a:cubicBezTo>
                <a:lnTo>
                  <a:pt x="32" y="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4" name="Freeform 325">
            <a:extLst>
              <a:ext uri="{FF2B5EF4-FFF2-40B4-BE49-F238E27FC236}">
                <a16:creationId xmlns:a16="http://schemas.microsoft.com/office/drawing/2014/main" id="{D0A91FB4-815C-49F1-9BC0-A7F96004ECD6}"/>
              </a:ext>
            </a:extLst>
          </p:cNvPr>
          <p:cNvSpPr>
            <a:spLocks noEditPoints="1"/>
          </p:cNvSpPr>
          <p:nvPr/>
        </p:nvSpPr>
        <p:spPr bwMode="auto">
          <a:xfrm>
            <a:off x="8148638" y="4565651"/>
            <a:ext cx="296863" cy="301625"/>
          </a:xfrm>
          <a:custGeom>
            <a:avLst/>
            <a:gdLst>
              <a:gd name="T0" fmla="*/ 35 w 70"/>
              <a:gd name="T1" fmla="*/ 0 h 71"/>
              <a:gd name="T2" fmla="*/ 0 w 70"/>
              <a:gd name="T3" fmla="*/ 36 h 71"/>
              <a:gd name="T4" fmla="*/ 35 w 70"/>
              <a:gd name="T5" fmla="*/ 71 h 71"/>
              <a:gd name="T6" fmla="*/ 70 w 70"/>
              <a:gd name="T7" fmla="*/ 36 h 71"/>
              <a:gd name="T8" fmla="*/ 35 w 70"/>
              <a:gd name="T9" fmla="*/ 0 h 71"/>
              <a:gd name="T10" fmla="*/ 41 w 70"/>
              <a:gd name="T11" fmla="*/ 38 h 71"/>
              <a:gd name="T12" fmla="*/ 34 w 70"/>
              <a:gd name="T13" fmla="*/ 38 h 71"/>
              <a:gd name="T14" fmla="*/ 34 w 70"/>
              <a:gd name="T15" fmla="*/ 30 h 71"/>
              <a:gd name="T16" fmla="*/ 41 w 70"/>
              <a:gd name="T17" fmla="*/ 30 h 71"/>
              <a:gd name="T18" fmla="*/ 41 w 70"/>
              <a:gd name="T19" fmla="*/ 38 h 71"/>
              <a:gd name="T20" fmla="*/ 41 w 70"/>
              <a:gd name="T21" fmla="*/ 27 h 71"/>
              <a:gd name="T22" fmla="*/ 34 w 70"/>
              <a:gd name="T23" fmla="*/ 27 h 71"/>
              <a:gd name="T24" fmla="*/ 34 w 70"/>
              <a:gd name="T25" fmla="*/ 20 h 71"/>
              <a:gd name="T26" fmla="*/ 41 w 70"/>
              <a:gd name="T27" fmla="*/ 20 h 71"/>
              <a:gd name="T28" fmla="*/ 41 w 70"/>
              <a:gd name="T29" fmla="*/ 27 h 71"/>
              <a:gd name="T30" fmla="*/ 51 w 70"/>
              <a:gd name="T31" fmla="*/ 49 h 71"/>
              <a:gd name="T32" fmla="*/ 44 w 70"/>
              <a:gd name="T33" fmla="*/ 49 h 71"/>
              <a:gd name="T34" fmla="*/ 44 w 70"/>
              <a:gd name="T35" fmla="*/ 41 h 71"/>
              <a:gd name="T36" fmla="*/ 51 w 70"/>
              <a:gd name="T37" fmla="*/ 41 h 71"/>
              <a:gd name="T38" fmla="*/ 51 w 70"/>
              <a:gd name="T39" fmla="*/ 49 h 71"/>
              <a:gd name="T40" fmla="*/ 51 w 70"/>
              <a:gd name="T41" fmla="*/ 38 h 71"/>
              <a:gd name="T42" fmla="*/ 44 w 70"/>
              <a:gd name="T43" fmla="*/ 38 h 71"/>
              <a:gd name="T44" fmla="*/ 44 w 70"/>
              <a:gd name="T45" fmla="*/ 30 h 71"/>
              <a:gd name="T46" fmla="*/ 51 w 70"/>
              <a:gd name="T47" fmla="*/ 30 h 71"/>
              <a:gd name="T48" fmla="*/ 51 w 70"/>
              <a:gd name="T49" fmla="*/ 38 h 71"/>
              <a:gd name="T50" fmla="*/ 51 w 70"/>
              <a:gd name="T51" fmla="*/ 27 h 71"/>
              <a:gd name="T52" fmla="*/ 44 w 70"/>
              <a:gd name="T53" fmla="*/ 27 h 71"/>
              <a:gd name="T54" fmla="*/ 44 w 70"/>
              <a:gd name="T55" fmla="*/ 20 h 71"/>
              <a:gd name="T56" fmla="*/ 51 w 70"/>
              <a:gd name="T57" fmla="*/ 20 h 71"/>
              <a:gd name="T58" fmla="*/ 51 w 70"/>
              <a:gd name="T59" fmla="*/ 27 h 71"/>
              <a:gd name="T60" fmla="*/ 51 w 70"/>
              <a:gd name="T61" fmla="*/ 18 h 71"/>
              <a:gd name="T62" fmla="*/ 44 w 70"/>
              <a:gd name="T63" fmla="*/ 18 h 71"/>
              <a:gd name="T64" fmla="*/ 44 w 70"/>
              <a:gd name="T65" fmla="*/ 10 h 71"/>
              <a:gd name="T66" fmla="*/ 51 w 70"/>
              <a:gd name="T67" fmla="*/ 10 h 71"/>
              <a:gd name="T68" fmla="*/ 51 w 70"/>
              <a:gd name="T69" fmla="*/ 18 h 71"/>
              <a:gd name="T70" fmla="*/ 61 w 70"/>
              <a:gd name="T71" fmla="*/ 49 h 71"/>
              <a:gd name="T72" fmla="*/ 53 w 70"/>
              <a:gd name="T73" fmla="*/ 49 h 71"/>
              <a:gd name="T74" fmla="*/ 53 w 70"/>
              <a:gd name="T75" fmla="*/ 41 h 71"/>
              <a:gd name="T76" fmla="*/ 61 w 70"/>
              <a:gd name="T77" fmla="*/ 41 h 71"/>
              <a:gd name="T78" fmla="*/ 61 w 70"/>
              <a:gd name="T79" fmla="*/ 49 h 71"/>
              <a:gd name="T80" fmla="*/ 61 w 70"/>
              <a:gd name="T81" fmla="*/ 38 h 71"/>
              <a:gd name="T82" fmla="*/ 53 w 70"/>
              <a:gd name="T83" fmla="*/ 38 h 71"/>
              <a:gd name="T84" fmla="*/ 53 w 70"/>
              <a:gd name="T85" fmla="*/ 30 h 71"/>
              <a:gd name="T86" fmla="*/ 61 w 70"/>
              <a:gd name="T87" fmla="*/ 30 h 71"/>
              <a:gd name="T88" fmla="*/ 61 w 70"/>
              <a:gd name="T89" fmla="*/ 38 h 71"/>
              <a:gd name="T90" fmla="*/ 53 w 70"/>
              <a:gd name="T91" fmla="*/ 27 h 71"/>
              <a:gd name="T92" fmla="*/ 53 w 70"/>
              <a:gd name="T93" fmla="*/ 20 h 71"/>
              <a:gd name="T94" fmla="*/ 61 w 70"/>
              <a:gd name="T95" fmla="*/ 20 h 71"/>
              <a:gd name="T96" fmla="*/ 61 w 70"/>
              <a:gd name="T97" fmla="*/ 27 h 71"/>
              <a:gd name="T98" fmla="*/ 53 w 70"/>
              <a:gd name="T99" fmla="*/ 27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0" h="71">
                <a:moveTo>
                  <a:pt x="35" y="0"/>
                </a:moveTo>
                <a:cubicBezTo>
                  <a:pt x="15" y="0"/>
                  <a:pt x="0" y="16"/>
                  <a:pt x="0" y="36"/>
                </a:cubicBezTo>
                <a:cubicBezTo>
                  <a:pt x="0" y="55"/>
                  <a:pt x="15" y="71"/>
                  <a:pt x="35" y="71"/>
                </a:cubicBezTo>
                <a:cubicBezTo>
                  <a:pt x="54" y="71"/>
                  <a:pt x="70" y="55"/>
                  <a:pt x="70" y="36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1" y="38"/>
                </a:moveTo>
                <a:cubicBezTo>
                  <a:pt x="34" y="38"/>
                  <a:pt x="34" y="38"/>
                  <a:pt x="34" y="38"/>
                </a:cubicBezTo>
                <a:cubicBezTo>
                  <a:pt x="34" y="30"/>
                  <a:pt x="34" y="30"/>
                  <a:pt x="34" y="30"/>
                </a:cubicBezTo>
                <a:cubicBezTo>
                  <a:pt x="41" y="30"/>
                  <a:pt x="41" y="30"/>
                  <a:pt x="41" y="30"/>
                </a:cubicBezTo>
                <a:lnTo>
                  <a:pt x="41" y="38"/>
                </a:lnTo>
                <a:close/>
                <a:moveTo>
                  <a:pt x="41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0"/>
                  <a:pt x="34" y="20"/>
                  <a:pt x="34" y="20"/>
                </a:cubicBezTo>
                <a:cubicBezTo>
                  <a:pt x="41" y="20"/>
                  <a:pt x="41" y="20"/>
                  <a:pt x="41" y="20"/>
                </a:cubicBezTo>
                <a:lnTo>
                  <a:pt x="41" y="27"/>
                </a:lnTo>
                <a:close/>
                <a:moveTo>
                  <a:pt x="51" y="49"/>
                </a:moveTo>
                <a:cubicBezTo>
                  <a:pt x="44" y="49"/>
                  <a:pt x="44" y="49"/>
                  <a:pt x="44" y="49"/>
                </a:cubicBezTo>
                <a:cubicBezTo>
                  <a:pt x="44" y="41"/>
                  <a:pt x="44" y="41"/>
                  <a:pt x="44" y="41"/>
                </a:cubicBezTo>
                <a:cubicBezTo>
                  <a:pt x="51" y="41"/>
                  <a:pt x="51" y="41"/>
                  <a:pt x="51" y="41"/>
                </a:cubicBezTo>
                <a:lnTo>
                  <a:pt x="51" y="49"/>
                </a:lnTo>
                <a:close/>
                <a:moveTo>
                  <a:pt x="51" y="38"/>
                </a:moveTo>
                <a:cubicBezTo>
                  <a:pt x="44" y="38"/>
                  <a:pt x="44" y="38"/>
                  <a:pt x="44" y="38"/>
                </a:cubicBezTo>
                <a:cubicBezTo>
                  <a:pt x="44" y="30"/>
                  <a:pt x="44" y="30"/>
                  <a:pt x="44" y="30"/>
                </a:cubicBezTo>
                <a:cubicBezTo>
                  <a:pt x="51" y="30"/>
                  <a:pt x="51" y="30"/>
                  <a:pt x="51" y="30"/>
                </a:cubicBezTo>
                <a:lnTo>
                  <a:pt x="51" y="38"/>
                </a:lnTo>
                <a:close/>
                <a:moveTo>
                  <a:pt x="51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4" y="20"/>
                  <a:pt x="44" y="20"/>
                  <a:pt x="44" y="20"/>
                </a:cubicBezTo>
                <a:cubicBezTo>
                  <a:pt x="51" y="20"/>
                  <a:pt x="51" y="20"/>
                  <a:pt x="51" y="20"/>
                </a:cubicBezTo>
                <a:lnTo>
                  <a:pt x="51" y="27"/>
                </a:lnTo>
                <a:close/>
                <a:moveTo>
                  <a:pt x="51" y="18"/>
                </a:moveTo>
                <a:cubicBezTo>
                  <a:pt x="44" y="18"/>
                  <a:pt x="44" y="18"/>
                  <a:pt x="44" y="18"/>
                </a:cubicBezTo>
                <a:cubicBezTo>
                  <a:pt x="44" y="10"/>
                  <a:pt x="44" y="10"/>
                  <a:pt x="44" y="10"/>
                </a:cubicBezTo>
                <a:cubicBezTo>
                  <a:pt x="51" y="10"/>
                  <a:pt x="51" y="10"/>
                  <a:pt x="51" y="10"/>
                </a:cubicBezTo>
                <a:lnTo>
                  <a:pt x="51" y="18"/>
                </a:lnTo>
                <a:close/>
                <a:moveTo>
                  <a:pt x="61" y="49"/>
                </a:moveTo>
                <a:cubicBezTo>
                  <a:pt x="53" y="49"/>
                  <a:pt x="53" y="49"/>
                  <a:pt x="53" y="49"/>
                </a:cubicBezTo>
                <a:cubicBezTo>
                  <a:pt x="53" y="41"/>
                  <a:pt x="53" y="41"/>
                  <a:pt x="53" y="41"/>
                </a:cubicBezTo>
                <a:cubicBezTo>
                  <a:pt x="61" y="41"/>
                  <a:pt x="61" y="41"/>
                  <a:pt x="61" y="41"/>
                </a:cubicBezTo>
                <a:lnTo>
                  <a:pt x="61" y="49"/>
                </a:lnTo>
                <a:close/>
                <a:moveTo>
                  <a:pt x="61" y="38"/>
                </a:moveTo>
                <a:cubicBezTo>
                  <a:pt x="53" y="38"/>
                  <a:pt x="53" y="38"/>
                  <a:pt x="53" y="38"/>
                </a:cubicBezTo>
                <a:cubicBezTo>
                  <a:pt x="53" y="30"/>
                  <a:pt x="53" y="30"/>
                  <a:pt x="53" y="30"/>
                </a:cubicBezTo>
                <a:cubicBezTo>
                  <a:pt x="61" y="30"/>
                  <a:pt x="61" y="30"/>
                  <a:pt x="61" y="30"/>
                </a:cubicBezTo>
                <a:lnTo>
                  <a:pt x="61" y="38"/>
                </a:lnTo>
                <a:close/>
                <a:moveTo>
                  <a:pt x="53" y="27"/>
                </a:moveTo>
                <a:cubicBezTo>
                  <a:pt x="53" y="20"/>
                  <a:pt x="53" y="20"/>
                  <a:pt x="53" y="20"/>
                </a:cubicBezTo>
                <a:cubicBezTo>
                  <a:pt x="61" y="20"/>
                  <a:pt x="61" y="20"/>
                  <a:pt x="61" y="20"/>
                </a:cubicBezTo>
                <a:cubicBezTo>
                  <a:pt x="61" y="27"/>
                  <a:pt x="61" y="27"/>
                  <a:pt x="61" y="27"/>
                </a:cubicBezTo>
                <a:lnTo>
                  <a:pt x="53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5" name="Freeform 326">
            <a:extLst>
              <a:ext uri="{FF2B5EF4-FFF2-40B4-BE49-F238E27FC236}">
                <a16:creationId xmlns:a16="http://schemas.microsoft.com/office/drawing/2014/main" id="{3455E799-A494-4AE8-970E-159AD71825E5}"/>
              </a:ext>
            </a:extLst>
          </p:cNvPr>
          <p:cNvSpPr>
            <a:spLocks/>
          </p:cNvSpPr>
          <p:nvPr/>
        </p:nvSpPr>
        <p:spPr bwMode="auto">
          <a:xfrm>
            <a:off x="8242301" y="4870451"/>
            <a:ext cx="106363" cy="166688"/>
          </a:xfrm>
          <a:custGeom>
            <a:avLst/>
            <a:gdLst>
              <a:gd name="T0" fmla="*/ 0 w 25"/>
              <a:gd name="T1" fmla="*/ 0 h 39"/>
              <a:gd name="T2" fmla="*/ 9 w 25"/>
              <a:gd name="T3" fmla="*/ 10 h 39"/>
              <a:gd name="T4" fmla="*/ 9 w 25"/>
              <a:gd name="T5" fmla="*/ 10 h 39"/>
              <a:gd name="T6" fmla="*/ 12 w 25"/>
              <a:gd name="T7" fmla="*/ 39 h 39"/>
              <a:gd name="T8" fmla="*/ 14 w 25"/>
              <a:gd name="T9" fmla="*/ 39 h 39"/>
              <a:gd name="T10" fmla="*/ 16 w 25"/>
              <a:gd name="T11" fmla="*/ 10 h 39"/>
              <a:gd name="T12" fmla="*/ 16 w 25"/>
              <a:gd name="T13" fmla="*/ 10 h 39"/>
              <a:gd name="T14" fmla="*/ 25 w 25"/>
              <a:gd name="T15" fmla="*/ 0 h 39"/>
              <a:gd name="T16" fmla="*/ 0 w 25"/>
              <a:gd name="T17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" h="39">
                <a:moveTo>
                  <a:pt x="0" y="0"/>
                </a:move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2" y="39"/>
                  <a:pt x="12" y="39"/>
                  <a:pt x="12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11" y="2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6" name="Freeform 327">
            <a:extLst>
              <a:ext uri="{FF2B5EF4-FFF2-40B4-BE49-F238E27FC236}">
                <a16:creationId xmlns:a16="http://schemas.microsoft.com/office/drawing/2014/main" id="{2AA50BBE-B7B2-4A69-BB73-FB5A68CAE874}"/>
              </a:ext>
            </a:extLst>
          </p:cNvPr>
          <p:cNvSpPr>
            <a:spLocks noEditPoints="1"/>
          </p:cNvSpPr>
          <p:nvPr/>
        </p:nvSpPr>
        <p:spPr bwMode="auto">
          <a:xfrm>
            <a:off x="8870951" y="4565651"/>
            <a:ext cx="419100" cy="419100"/>
          </a:xfrm>
          <a:custGeom>
            <a:avLst/>
            <a:gdLst>
              <a:gd name="T0" fmla="*/ 50 w 99"/>
              <a:gd name="T1" fmla="*/ 0 h 99"/>
              <a:gd name="T2" fmla="*/ 0 w 99"/>
              <a:gd name="T3" fmla="*/ 50 h 99"/>
              <a:gd name="T4" fmla="*/ 50 w 99"/>
              <a:gd name="T5" fmla="*/ 99 h 99"/>
              <a:gd name="T6" fmla="*/ 99 w 99"/>
              <a:gd name="T7" fmla="*/ 50 h 99"/>
              <a:gd name="T8" fmla="*/ 50 w 99"/>
              <a:gd name="T9" fmla="*/ 0 h 99"/>
              <a:gd name="T10" fmla="*/ 50 w 99"/>
              <a:gd name="T11" fmla="*/ 87 h 99"/>
              <a:gd name="T12" fmla="*/ 18 w 99"/>
              <a:gd name="T13" fmla="*/ 56 h 99"/>
              <a:gd name="T14" fmla="*/ 50 w 99"/>
              <a:gd name="T15" fmla="*/ 24 h 99"/>
              <a:gd name="T16" fmla="*/ 81 w 99"/>
              <a:gd name="T17" fmla="*/ 56 h 99"/>
              <a:gd name="T18" fmla="*/ 50 w 99"/>
              <a:gd name="T19" fmla="*/ 8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9" h="99">
                <a:moveTo>
                  <a:pt x="50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99"/>
                  <a:pt x="50" y="99"/>
                </a:cubicBezTo>
                <a:cubicBezTo>
                  <a:pt x="77" y="99"/>
                  <a:pt x="99" y="77"/>
                  <a:pt x="99" y="50"/>
                </a:cubicBezTo>
                <a:cubicBezTo>
                  <a:pt x="99" y="22"/>
                  <a:pt x="77" y="0"/>
                  <a:pt x="50" y="0"/>
                </a:cubicBezTo>
                <a:close/>
                <a:moveTo>
                  <a:pt x="50" y="87"/>
                </a:moveTo>
                <a:cubicBezTo>
                  <a:pt x="32" y="87"/>
                  <a:pt x="18" y="73"/>
                  <a:pt x="18" y="56"/>
                </a:cubicBezTo>
                <a:cubicBezTo>
                  <a:pt x="18" y="38"/>
                  <a:pt x="32" y="24"/>
                  <a:pt x="50" y="24"/>
                </a:cubicBezTo>
                <a:cubicBezTo>
                  <a:pt x="67" y="24"/>
                  <a:pt x="81" y="38"/>
                  <a:pt x="81" y="56"/>
                </a:cubicBezTo>
                <a:cubicBezTo>
                  <a:pt x="81" y="73"/>
                  <a:pt x="67" y="87"/>
                  <a:pt x="50" y="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7" name="Freeform 328">
            <a:extLst>
              <a:ext uri="{FF2B5EF4-FFF2-40B4-BE49-F238E27FC236}">
                <a16:creationId xmlns:a16="http://schemas.microsoft.com/office/drawing/2014/main" id="{15DDC40B-7AA2-4CC5-BC85-C733C84882F4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4700589"/>
            <a:ext cx="131763" cy="204788"/>
          </a:xfrm>
          <a:custGeom>
            <a:avLst/>
            <a:gdLst>
              <a:gd name="T0" fmla="*/ 22 w 31"/>
              <a:gd name="T1" fmla="*/ 23 h 48"/>
              <a:gd name="T2" fmla="*/ 22 w 31"/>
              <a:gd name="T3" fmla="*/ 22 h 48"/>
              <a:gd name="T4" fmla="*/ 30 w 31"/>
              <a:gd name="T5" fmla="*/ 12 h 48"/>
              <a:gd name="T6" fmla="*/ 16 w 31"/>
              <a:gd name="T7" fmla="*/ 0 h 48"/>
              <a:gd name="T8" fmla="*/ 2 w 31"/>
              <a:gd name="T9" fmla="*/ 13 h 48"/>
              <a:gd name="T10" fmla="*/ 9 w 31"/>
              <a:gd name="T11" fmla="*/ 23 h 48"/>
              <a:gd name="T12" fmla="*/ 9 w 31"/>
              <a:gd name="T13" fmla="*/ 23 h 48"/>
              <a:gd name="T14" fmla="*/ 0 w 31"/>
              <a:gd name="T15" fmla="*/ 35 h 48"/>
              <a:gd name="T16" fmla="*/ 16 w 31"/>
              <a:gd name="T17" fmla="*/ 48 h 48"/>
              <a:gd name="T18" fmla="*/ 31 w 31"/>
              <a:gd name="T19" fmla="*/ 34 h 48"/>
              <a:gd name="T20" fmla="*/ 22 w 31"/>
              <a:gd name="T21" fmla="*/ 23 h 48"/>
              <a:gd name="T22" fmla="*/ 8 w 31"/>
              <a:gd name="T23" fmla="*/ 12 h 48"/>
              <a:gd name="T24" fmla="*/ 16 w 31"/>
              <a:gd name="T25" fmla="*/ 5 h 48"/>
              <a:gd name="T26" fmla="*/ 24 w 31"/>
              <a:gd name="T27" fmla="*/ 12 h 48"/>
              <a:gd name="T28" fmla="*/ 17 w 31"/>
              <a:gd name="T29" fmla="*/ 21 h 48"/>
              <a:gd name="T30" fmla="*/ 8 w 31"/>
              <a:gd name="T31" fmla="*/ 12 h 48"/>
              <a:gd name="T32" fmla="*/ 16 w 31"/>
              <a:gd name="T33" fmla="*/ 43 h 48"/>
              <a:gd name="T34" fmla="*/ 7 w 31"/>
              <a:gd name="T35" fmla="*/ 35 h 48"/>
              <a:gd name="T36" fmla="*/ 15 w 31"/>
              <a:gd name="T37" fmla="*/ 25 h 48"/>
              <a:gd name="T38" fmla="*/ 25 w 31"/>
              <a:gd name="T39" fmla="*/ 35 h 48"/>
              <a:gd name="T40" fmla="*/ 16 w 31"/>
              <a:gd name="T41" fmla="*/ 43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1" h="48">
                <a:moveTo>
                  <a:pt x="22" y="23"/>
                </a:moveTo>
                <a:cubicBezTo>
                  <a:pt x="22" y="22"/>
                  <a:pt x="22" y="22"/>
                  <a:pt x="22" y="22"/>
                </a:cubicBezTo>
                <a:cubicBezTo>
                  <a:pt x="28" y="20"/>
                  <a:pt x="30" y="15"/>
                  <a:pt x="30" y="12"/>
                </a:cubicBezTo>
                <a:cubicBezTo>
                  <a:pt x="30" y="6"/>
                  <a:pt x="25" y="0"/>
                  <a:pt x="16" y="0"/>
                </a:cubicBezTo>
                <a:cubicBezTo>
                  <a:pt x="8" y="0"/>
                  <a:pt x="2" y="5"/>
                  <a:pt x="2" y="13"/>
                </a:cubicBezTo>
                <a:cubicBezTo>
                  <a:pt x="2" y="16"/>
                  <a:pt x="4" y="20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5"/>
                  <a:pt x="0" y="30"/>
                  <a:pt x="0" y="35"/>
                </a:cubicBezTo>
                <a:cubicBezTo>
                  <a:pt x="0" y="42"/>
                  <a:pt x="6" y="48"/>
                  <a:pt x="16" y="48"/>
                </a:cubicBezTo>
                <a:cubicBezTo>
                  <a:pt x="24" y="48"/>
                  <a:pt x="31" y="42"/>
                  <a:pt x="31" y="34"/>
                </a:cubicBezTo>
                <a:cubicBezTo>
                  <a:pt x="31" y="29"/>
                  <a:pt x="28" y="25"/>
                  <a:pt x="22" y="23"/>
                </a:cubicBezTo>
                <a:close/>
                <a:moveTo>
                  <a:pt x="8" y="12"/>
                </a:moveTo>
                <a:cubicBezTo>
                  <a:pt x="8" y="8"/>
                  <a:pt x="11" y="5"/>
                  <a:pt x="16" y="5"/>
                </a:cubicBezTo>
                <a:cubicBezTo>
                  <a:pt x="21" y="5"/>
                  <a:pt x="24" y="9"/>
                  <a:pt x="24" y="12"/>
                </a:cubicBezTo>
                <a:cubicBezTo>
                  <a:pt x="24" y="16"/>
                  <a:pt x="20" y="19"/>
                  <a:pt x="17" y="21"/>
                </a:cubicBezTo>
                <a:cubicBezTo>
                  <a:pt x="11" y="19"/>
                  <a:pt x="8" y="17"/>
                  <a:pt x="8" y="12"/>
                </a:cubicBezTo>
                <a:close/>
                <a:moveTo>
                  <a:pt x="16" y="43"/>
                </a:moveTo>
                <a:cubicBezTo>
                  <a:pt x="10" y="43"/>
                  <a:pt x="6" y="39"/>
                  <a:pt x="7" y="35"/>
                </a:cubicBezTo>
                <a:cubicBezTo>
                  <a:pt x="7" y="30"/>
                  <a:pt x="9" y="27"/>
                  <a:pt x="15" y="25"/>
                </a:cubicBezTo>
                <a:cubicBezTo>
                  <a:pt x="21" y="27"/>
                  <a:pt x="25" y="30"/>
                  <a:pt x="25" y="35"/>
                </a:cubicBezTo>
                <a:cubicBezTo>
                  <a:pt x="25" y="40"/>
                  <a:pt x="21" y="43"/>
                  <a:pt x="16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8" name="Freeform 351">
            <a:extLst>
              <a:ext uri="{FF2B5EF4-FFF2-40B4-BE49-F238E27FC236}">
                <a16:creationId xmlns:a16="http://schemas.microsoft.com/office/drawing/2014/main" id="{D86FF28E-01C6-4166-975A-B4BF7D4EF3B3}"/>
              </a:ext>
            </a:extLst>
          </p:cNvPr>
          <p:cNvSpPr>
            <a:spLocks/>
          </p:cNvSpPr>
          <p:nvPr/>
        </p:nvSpPr>
        <p:spPr bwMode="auto">
          <a:xfrm>
            <a:off x="8158163" y="5376864"/>
            <a:ext cx="376238" cy="263525"/>
          </a:xfrm>
          <a:custGeom>
            <a:avLst/>
            <a:gdLst>
              <a:gd name="T0" fmla="*/ 28 w 89"/>
              <a:gd name="T1" fmla="*/ 0 h 62"/>
              <a:gd name="T2" fmla="*/ 0 w 89"/>
              <a:gd name="T3" fmla="*/ 13 h 62"/>
              <a:gd name="T4" fmla="*/ 0 w 89"/>
              <a:gd name="T5" fmla="*/ 62 h 62"/>
              <a:gd name="T6" fmla="*/ 89 w 89"/>
              <a:gd name="T7" fmla="*/ 62 h 62"/>
              <a:gd name="T8" fmla="*/ 89 w 89"/>
              <a:gd name="T9" fmla="*/ 9 h 62"/>
              <a:gd name="T10" fmla="*/ 55 w 89"/>
              <a:gd name="T11" fmla="*/ 9 h 62"/>
              <a:gd name="T12" fmla="*/ 38 w 89"/>
              <a:gd name="T13" fmla="*/ 0 h 62"/>
              <a:gd name="T14" fmla="*/ 28 w 89"/>
              <a:gd name="T15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9" h="62">
                <a:moveTo>
                  <a:pt x="28" y="0"/>
                </a:moveTo>
                <a:cubicBezTo>
                  <a:pt x="16" y="0"/>
                  <a:pt x="0" y="2"/>
                  <a:pt x="0" y="13"/>
                </a:cubicBezTo>
                <a:cubicBezTo>
                  <a:pt x="0" y="31"/>
                  <a:pt x="0" y="62"/>
                  <a:pt x="0" y="62"/>
                </a:cubicBezTo>
                <a:cubicBezTo>
                  <a:pt x="89" y="62"/>
                  <a:pt x="89" y="62"/>
                  <a:pt x="89" y="62"/>
                </a:cubicBezTo>
                <a:cubicBezTo>
                  <a:pt x="89" y="9"/>
                  <a:pt x="89" y="9"/>
                  <a:pt x="89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4" y="0"/>
                  <a:pt x="2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9" name="Rectangle 352">
            <a:extLst>
              <a:ext uri="{FF2B5EF4-FFF2-40B4-BE49-F238E27FC236}">
                <a16:creationId xmlns:a16="http://schemas.microsoft.com/office/drawing/2014/main" id="{3FB5B4F4-4D51-4731-AF18-E102EAF49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8163" y="5668964"/>
            <a:ext cx="376238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0" name="Rectangle 353">
            <a:extLst>
              <a:ext uri="{FF2B5EF4-FFF2-40B4-BE49-F238E27FC236}">
                <a16:creationId xmlns:a16="http://schemas.microsoft.com/office/drawing/2014/main" id="{9D08A84E-6366-4075-AB9A-1BE24AC5E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0863" y="5703889"/>
            <a:ext cx="428625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1" name="Rectangle 354">
            <a:extLst>
              <a:ext uri="{FF2B5EF4-FFF2-40B4-BE49-F238E27FC236}">
                <a16:creationId xmlns:a16="http://schemas.microsoft.com/office/drawing/2014/main" id="{DB963B49-6890-447A-ADBD-FFC79CAE3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9326" y="5757864"/>
            <a:ext cx="30163" cy="153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2" name="Rectangle 355">
            <a:extLst>
              <a:ext uri="{FF2B5EF4-FFF2-40B4-BE49-F238E27FC236}">
                <a16:creationId xmlns:a16="http://schemas.microsoft.com/office/drawing/2014/main" id="{4C352D09-7A6F-4669-94A3-7C6D37759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1338" y="5757864"/>
            <a:ext cx="30163" cy="153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3" name="Freeform 356">
            <a:extLst>
              <a:ext uri="{FF2B5EF4-FFF2-40B4-BE49-F238E27FC236}">
                <a16:creationId xmlns:a16="http://schemas.microsoft.com/office/drawing/2014/main" id="{5ACF6B41-1236-4804-9B3F-CBD59388EE6D}"/>
              </a:ext>
            </a:extLst>
          </p:cNvPr>
          <p:cNvSpPr>
            <a:spLocks/>
          </p:cNvSpPr>
          <p:nvPr/>
        </p:nvSpPr>
        <p:spPr bwMode="auto">
          <a:xfrm>
            <a:off x="9231313" y="5372101"/>
            <a:ext cx="0" cy="4763"/>
          </a:xfrm>
          <a:custGeom>
            <a:avLst/>
            <a:gdLst>
              <a:gd name="T0" fmla="*/ 0 h 3"/>
              <a:gd name="T1" fmla="*/ 3 h 3"/>
              <a:gd name="T2" fmla="*/ 0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4" name="Freeform 357">
            <a:extLst>
              <a:ext uri="{FF2B5EF4-FFF2-40B4-BE49-F238E27FC236}">
                <a16:creationId xmlns:a16="http://schemas.microsoft.com/office/drawing/2014/main" id="{745D56D7-1B36-455A-B2AB-693C5D51DE0A}"/>
              </a:ext>
            </a:extLst>
          </p:cNvPr>
          <p:cNvSpPr>
            <a:spLocks/>
          </p:cNvSpPr>
          <p:nvPr/>
        </p:nvSpPr>
        <p:spPr bwMode="auto">
          <a:xfrm>
            <a:off x="9358313" y="5665789"/>
            <a:ext cx="3175" cy="7938"/>
          </a:xfrm>
          <a:custGeom>
            <a:avLst/>
            <a:gdLst>
              <a:gd name="T0" fmla="*/ 1 w 1"/>
              <a:gd name="T1" fmla="*/ 1 h 2"/>
              <a:gd name="T2" fmla="*/ 0 w 1"/>
              <a:gd name="T3" fmla="*/ 2 h 2"/>
              <a:gd name="T4" fmla="*/ 1 w 1"/>
              <a:gd name="T5" fmla="*/ 0 h 2"/>
              <a:gd name="T6" fmla="*/ 1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1"/>
                  <a:pt x="1" y="0"/>
                </a:cubicBezTo>
                <a:lnTo>
                  <a:pt x="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5" name="Freeform 358">
            <a:extLst>
              <a:ext uri="{FF2B5EF4-FFF2-40B4-BE49-F238E27FC236}">
                <a16:creationId xmlns:a16="http://schemas.microsoft.com/office/drawing/2014/main" id="{92B1CFB5-ABE3-4C17-8B31-2DAACCDD4B13}"/>
              </a:ext>
            </a:extLst>
          </p:cNvPr>
          <p:cNvSpPr>
            <a:spLocks/>
          </p:cNvSpPr>
          <p:nvPr/>
        </p:nvSpPr>
        <p:spPr bwMode="auto">
          <a:xfrm>
            <a:off x="8924926" y="5334001"/>
            <a:ext cx="441325" cy="411163"/>
          </a:xfrm>
          <a:custGeom>
            <a:avLst/>
            <a:gdLst>
              <a:gd name="T0" fmla="*/ 2 w 104"/>
              <a:gd name="T1" fmla="*/ 70 h 97"/>
              <a:gd name="T2" fmla="*/ 2 w 104"/>
              <a:gd name="T3" fmla="*/ 70 h 97"/>
              <a:gd name="T4" fmla="*/ 5 w 104"/>
              <a:gd name="T5" fmla="*/ 65 h 97"/>
              <a:gd name="T6" fmla="*/ 42 w 104"/>
              <a:gd name="T7" fmla="*/ 14 h 97"/>
              <a:gd name="T8" fmla="*/ 48 w 104"/>
              <a:gd name="T9" fmla="*/ 2 h 97"/>
              <a:gd name="T10" fmla="*/ 57 w 104"/>
              <a:gd name="T11" fmla="*/ 1 h 97"/>
              <a:gd name="T12" fmla="*/ 49 w 104"/>
              <a:gd name="T13" fmla="*/ 19 h 97"/>
              <a:gd name="T14" fmla="*/ 50 w 104"/>
              <a:gd name="T15" fmla="*/ 23 h 97"/>
              <a:gd name="T16" fmla="*/ 59 w 104"/>
              <a:gd name="T17" fmla="*/ 2 h 97"/>
              <a:gd name="T18" fmla="*/ 72 w 104"/>
              <a:gd name="T19" fmla="*/ 9 h 97"/>
              <a:gd name="T20" fmla="*/ 70 w 104"/>
              <a:gd name="T21" fmla="*/ 9 h 97"/>
              <a:gd name="T22" fmla="*/ 53 w 104"/>
              <a:gd name="T23" fmla="*/ 34 h 97"/>
              <a:gd name="T24" fmla="*/ 54 w 104"/>
              <a:gd name="T25" fmla="*/ 37 h 97"/>
              <a:gd name="T26" fmla="*/ 72 w 104"/>
              <a:gd name="T27" fmla="*/ 10 h 97"/>
              <a:gd name="T28" fmla="*/ 82 w 104"/>
              <a:gd name="T29" fmla="*/ 20 h 97"/>
              <a:gd name="T30" fmla="*/ 58 w 104"/>
              <a:gd name="T31" fmla="*/ 46 h 97"/>
              <a:gd name="T32" fmla="*/ 59 w 104"/>
              <a:gd name="T33" fmla="*/ 48 h 97"/>
              <a:gd name="T34" fmla="*/ 85 w 104"/>
              <a:gd name="T35" fmla="*/ 22 h 97"/>
              <a:gd name="T36" fmla="*/ 91 w 104"/>
              <a:gd name="T37" fmla="*/ 32 h 97"/>
              <a:gd name="T38" fmla="*/ 100 w 104"/>
              <a:gd name="T39" fmla="*/ 50 h 97"/>
              <a:gd name="T40" fmla="*/ 62 w 104"/>
              <a:gd name="T41" fmla="*/ 54 h 97"/>
              <a:gd name="T42" fmla="*/ 63 w 104"/>
              <a:gd name="T43" fmla="*/ 56 h 97"/>
              <a:gd name="T44" fmla="*/ 101 w 104"/>
              <a:gd name="T45" fmla="*/ 54 h 97"/>
              <a:gd name="T46" fmla="*/ 103 w 104"/>
              <a:gd name="T47" fmla="*/ 63 h 97"/>
              <a:gd name="T48" fmla="*/ 68 w 104"/>
              <a:gd name="T49" fmla="*/ 62 h 97"/>
              <a:gd name="T50" fmla="*/ 69 w 104"/>
              <a:gd name="T51" fmla="*/ 64 h 97"/>
              <a:gd name="T52" fmla="*/ 103 w 104"/>
              <a:gd name="T53" fmla="*/ 66 h 97"/>
              <a:gd name="T54" fmla="*/ 103 w 104"/>
              <a:gd name="T55" fmla="*/ 64 h 97"/>
              <a:gd name="T56" fmla="*/ 103 w 104"/>
              <a:gd name="T57" fmla="*/ 78 h 97"/>
              <a:gd name="T58" fmla="*/ 77 w 104"/>
              <a:gd name="T59" fmla="*/ 72 h 97"/>
              <a:gd name="T60" fmla="*/ 80 w 104"/>
              <a:gd name="T61" fmla="*/ 74 h 97"/>
              <a:gd name="T62" fmla="*/ 101 w 104"/>
              <a:gd name="T63" fmla="*/ 81 h 97"/>
              <a:gd name="T64" fmla="*/ 102 w 104"/>
              <a:gd name="T65" fmla="*/ 80 h 97"/>
              <a:gd name="T66" fmla="*/ 98 w 104"/>
              <a:gd name="T67" fmla="*/ 85 h 97"/>
              <a:gd name="T68" fmla="*/ 83 w 104"/>
              <a:gd name="T69" fmla="*/ 84 h 97"/>
              <a:gd name="T70" fmla="*/ 25 w 104"/>
              <a:gd name="T71" fmla="*/ 93 h 97"/>
              <a:gd name="T72" fmla="*/ 20 w 104"/>
              <a:gd name="T73" fmla="*/ 95 h 97"/>
              <a:gd name="T74" fmla="*/ 1 w 104"/>
              <a:gd name="T75" fmla="*/ 81 h 97"/>
              <a:gd name="T76" fmla="*/ 2 w 104"/>
              <a:gd name="T77" fmla="*/ 7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4" h="97">
                <a:moveTo>
                  <a:pt x="2" y="70"/>
                </a:moveTo>
                <a:cubicBezTo>
                  <a:pt x="2" y="70"/>
                  <a:pt x="2" y="70"/>
                  <a:pt x="2" y="70"/>
                </a:cubicBezTo>
                <a:cubicBezTo>
                  <a:pt x="3" y="68"/>
                  <a:pt x="4" y="66"/>
                  <a:pt x="5" y="65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9"/>
                  <a:pt x="44" y="4"/>
                  <a:pt x="48" y="2"/>
                </a:cubicBezTo>
                <a:cubicBezTo>
                  <a:pt x="50" y="1"/>
                  <a:pt x="53" y="0"/>
                  <a:pt x="57" y="1"/>
                </a:cubicBezTo>
                <a:cubicBezTo>
                  <a:pt x="56" y="9"/>
                  <a:pt x="53" y="15"/>
                  <a:pt x="49" y="19"/>
                </a:cubicBezTo>
                <a:cubicBezTo>
                  <a:pt x="49" y="20"/>
                  <a:pt x="50" y="22"/>
                  <a:pt x="50" y="23"/>
                </a:cubicBezTo>
                <a:cubicBezTo>
                  <a:pt x="54" y="18"/>
                  <a:pt x="59" y="12"/>
                  <a:pt x="59" y="2"/>
                </a:cubicBezTo>
                <a:cubicBezTo>
                  <a:pt x="63" y="3"/>
                  <a:pt x="68" y="6"/>
                  <a:pt x="7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66" y="23"/>
                  <a:pt x="59" y="30"/>
                  <a:pt x="53" y="34"/>
                </a:cubicBezTo>
                <a:cubicBezTo>
                  <a:pt x="53" y="35"/>
                  <a:pt x="54" y="36"/>
                  <a:pt x="54" y="37"/>
                </a:cubicBezTo>
                <a:cubicBezTo>
                  <a:pt x="60" y="33"/>
                  <a:pt x="68" y="25"/>
                  <a:pt x="72" y="10"/>
                </a:cubicBezTo>
                <a:cubicBezTo>
                  <a:pt x="76" y="12"/>
                  <a:pt x="79" y="16"/>
                  <a:pt x="82" y="20"/>
                </a:cubicBezTo>
                <a:cubicBezTo>
                  <a:pt x="79" y="36"/>
                  <a:pt x="66" y="43"/>
                  <a:pt x="58" y="46"/>
                </a:cubicBezTo>
                <a:cubicBezTo>
                  <a:pt x="58" y="47"/>
                  <a:pt x="59" y="48"/>
                  <a:pt x="59" y="48"/>
                </a:cubicBezTo>
                <a:cubicBezTo>
                  <a:pt x="67" y="45"/>
                  <a:pt x="80" y="38"/>
                  <a:pt x="85" y="22"/>
                </a:cubicBezTo>
                <a:cubicBezTo>
                  <a:pt x="87" y="26"/>
                  <a:pt x="89" y="29"/>
                  <a:pt x="91" y="32"/>
                </a:cubicBezTo>
                <a:cubicBezTo>
                  <a:pt x="95" y="38"/>
                  <a:pt x="98" y="44"/>
                  <a:pt x="100" y="50"/>
                </a:cubicBezTo>
                <a:cubicBezTo>
                  <a:pt x="85" y="43"/>
                  <a:pt x="70" y="49"/>
                  <a:pt x="62" y="54"/>
                </a:cubicBezTo>
                <a:cubicBezTo>
                  <a:pt x="62" y="54"/>
                  <a:pt x="63" y="55"/>
                  <a:pt x="63" y="56"/>
                </a:cubicBezTo>
                <a:cubicBezTo>
                  <a:pt x="71" y="52"/>
                  <a:pt x="86" y="46"/>
                  <a:pt x="101" y="54"/>
                </a:cubicBezTo>
                <a:cubicBezTo>
                  <a:pt x="102" y="57"/>
                  <a:pt x="103" y="60"/>
                  <a:pt x="103" y="63"/>
                </a:cubicBezTo>
                <a:cubicBezTo>
                  <a:pt x="86" y="56"/>
                  <a:pt x="74" y="59"/>
                  <a:pt x="68" y="62"/>
                </a:cubicBezTo>
                <a:cubicBezTo>
                  <a:pt x="68" y="63"/>
                  <a:pt x="69" y="63"/>
                  <a:pt x="69" y="64"/>
                </a:cubicBezTo>
                <a:cubicBezTo>
                  <a:pt x="76" y="61"/>
                  <a:pt x="87" y="59"/>
                  <a:pt x="103" y="66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4" y="70"/>
                  <a:pt x="104" y="75"/>
                  <a:pt x="103" y="78"/>
                </a:cubicBezTo>
                <a:cubicBezTo>
                  <a:pt x="94" y="71"/>
                  <a:pt x="83" y="71"/>
                  <a:pt x="77" y="72"/>
                </a:cubicBezTo>
                <a:cubicBezTo>
                  <a:pt x="78" y="73"/>
                  <a:pt x="79" y="73"/>
                  <a:pt x="80" y="74"/>
                </a:cubicBezTo>
                <a:cubicBezTo>
                  <a:pt x="86" y="74"/>
                  <a:pt x="94" y="75"/>
                  <a:pt x="101" y="81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1" y="82"/>
                  <a:pt x="100" y="84"/>
                  <a:pt x="98" y="85"/>
                </a:cubicBezTo>
                <a:cubicBezTo>
                  <a:pt x="94" y="87"/>
                  <a:pt x="89" y="87"/>
                  <a:pt x="83" y="84"/>
                </a:cubicBezTo>
                <a:cubicBezTo>
                  <a:pt x="25" y="93"/>
                  <a:pt x="25" y="93"/>
                  <a:pt x="25" y="93"/>
                </a:cubicBezTo>
                <a:cubicBezTo>
                  <a:pt x="24" y="94"/>
                  <a:pt x="22" y="95"/>
                  <a:pt x="20" y="95"/>
                </a:cubicBezTo>
                <a:cubicBezTo>
                  <a:pt x="11" y="97"/>
                  <a:pt x="2" y="90"/>
                  <a:pt x="1" y="81"/>
                </a:cubicBezTo>
                <a:cubicBezTo>
                  <a:pt x="0" y="77"/>
                  <a:pt x="1" y="73"/>
                  <a:pt x="2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6" name="Rectangle 359">
            <a:extLst>
              <a:ext uri="{FF2B5EF4-FFF2-40B4-BE49-F238E27FC236}">
                <a16:creationId xmlns:a16="http://schemas.microsoft.com/office/drawing/2014/main" id="{9EE7A323-0E20-403D-8B11-F70B77276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088" y="5754689"/>
            <a:ext cx="220663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7" name="Rectangle 360">
            <a:extLst>
              <a:ext uri="{FF2B5EF4-FFF2-40B4-BE49-F238E27FC236}">
                <a16:creationId xmlns:a16="http://schemas.microsoft.com/office/drawing/2014/main" id="{3CB34A15-6A91-4BC5-AA2D-C86D19F64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088" y="5792789"/>
            <a:ext cx="220663" cy="809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8" name="Rectangle 361">
            <a:extLst>
              <a:ext uri="{FF2B5EF4-FFF2-40B4-BE49-F238E27FC236}">
                <a16:creationId xmlns:a16="http://schemas.microsoft.com/office/drawing/2014/main" id="{FA5986AB-761B-4C40-8869-CC2EED759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5751" y="5818189"/>
            <a:ext cx="301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9" name="Rectangle 362">
            <a:extLst>
              <a:ext uri="{FF2B5EF4-FFF2-40B4-BE49-F238E27FC236}">
                <a16:creationId xmlns:a16="http://schemas.microsoft.com/office/drawing/2014/main" id="{4420688E-0597-4EAD-AC79-D12494F2E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3213" y="5741989"/>
            <a:ext cx="12700" cy="841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0" name="Rectangle 363">
            <a:extLst>
              <a:ext uri="{FF2B5EF4-FFF2-40B4-BE49-F238E27FC236}">
                <a16:creationId xmlns:a16="http://schemas.microsoft.com/office/drawing/2014/main" id="{B908D489-F874-482D-A351-5EFAB7ED6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5426" y="5724526"/>
            <a:ext cx="904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1" name="Rectangle 364">
            <a:extLst>
              <a:ext uri="{FF2B5EF4-FFF2-40B4-BE49-F238E27FC236}">
                <a16:creationId xmlns:a16="http://schemas.microsoft.com/office/drawing/2014/main" id="{AB1A674A-8F4E-41B9-922A-A591813A5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2251" y="5719764"/>
            <a:ext cx="33338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2" name="Rectangle 365">
            <a:extLst>
              <a:ext uri="{FF2B5EF4-FFF2-40B4-BE49-F238E27FC236}">
                <a16:creationId xmlns:a16="http://schemas.microsoft.com/office/drawing/2014/main" id="{D0E0B0D8-5A03-4986-BB83-754467332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2251" y="5741989"/>
            <a:ext cx="3175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3" name="Rectangle 366">
            <a:extLst>
              <a:ext uri="{FF2B5EF4-FFF2-40B4-BE49-F238E27FC236}">
                <a16:creationId xmlns:a16="http://schemas.microsoft.com/office/drawing/2014/main" id="{AD9D4C87-E5F1-46C4-A19B-EA2497FC2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3026" y="5729289"/>
            <a:ext cx="80963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4" name="Freeform 431">
            <a:extLst>
              <a:ext uri="{FF2B5EF4-FFF2-40B4-BE49-F238E27FC236}">
                <a16:creationId xmlns:a16="http://schemas.microsoft.com/office/drawing/2014/main" id="{71F42723-00E4-4AA3-8F7E-A4B9FA68B5E2}"/>
              </a:ext>
            </a:extLst>
          </p:cNvPr>
          <p:cNvSpPr>
            <a:spLocks/>
          </p:cNvSpPr>
          <p:nvPr/>
        </p:nvSpPr>
        <p:spPr bwMode="auto">
          <a:xfrm>
            <a:off x="8135938" y="6188076"/>
            <a:ext cx="501650" cy="512763"/>
          </a:xfrm>
          <a:custGeom>
            <a:avLst/>
            <a:gdLst>
              <a:gd name="T0" fmla="*/ 118 w 118"/>
              <a:gd name="T1" fmla="*/ 49 h 121"/>
              <a:gd name="T2" fmla="*/ 85 w 118"/>
              <a:gd name="T3" fmla="*/ 16 h 121"/>
              <a:gd name="T4" fmla="*/ 83 w 118"/>
              <a:gd name="T5" fmla="*/ 16 h 121"/>
              <a:gd name="T6" fmla="*/ 57 w 118"/>
              <a:gd name="T7" fmla="*/ 0 h 121"/>
              <a:gd name="T8" fmla="*/ 31 w 118"/>
              <a:gd name="T9" fmla="*/ 16 h 121"/>
              <a:gd name="T10" fmla="*/ 0 w 118"/>
              <a:gd name="T11" fmla="*/ 49 h 121"/>
              <a:gd name="T12" fmla="*/ 22 w 118"/>
              <a:gd name="T13" fmla="*/ 80 h 121"/>
              <a:gd name="T14" fmla="*/ 22 w 118"/>
              <a:gd name="T15" fmla="*/ 121 h 121"/>
              <a:gd name="T16" fmla="*/ 92 w 118"/>
              <a:gd name="T17" fmla="*/ 121 h 121"/>
              <a:gd name="T18" fmla="*/ 92 w 118"/>
              <a:gd name="T19" fmla="*/ 81 h 121"/>
              <a:gd name="T20" fmla="*/ 118 w 118"/>
              <a:gd name="T21" fmla="*/ 4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121">
                <a:moveTo>
                  <a:pt x="118" y="49"/>
                </a:moveTo>
                <a:cubicBezTo>
                  <a:pt x="118" y="31"/>
                  <a:pt x="103" y="16"/>
                  <a:pt x="85" y="16"/>
                </a:cubicBezTo>
                <a:cubicBezTo>
                  <a:pt x="84" y="16"/>
                  <a:pt x="83" y="16"/>
                  <a:pt x="83" y="16"/>
                </a:cubicBezTo>
                <a:cubicBezTo>
                  <a:pt x="78" y="7"/>
                  <a:pt x="68" y="0"/>
                  <a:pt x="57" y="0"/>
                </a:cubicBezTo>
                <a:cubicBezTo>
                  <a:pt x="46" y="0"/>
                  <a:pt x="36" y="7"/>
                  <a:pt x="31" y="16"/>
                </a:cubicBezTo>
                <a:cubicBezTo>
                  <a:pt x="14" y="17"/>
                  <a:pt x="0" y="31"/>
                  <a:pt x="0" y="49"/>
                </a:cubicBezTo>
                <a:cubicBezTo>
                  <a:pt x="0" y="64"/>
                  <a:pt x="9" y="76"/>
                  <a:pt x="22" y="80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92" y="121"/>
                  <a:pt x="92" y="121"/>
                  <a:pt x="92" y="121"/>
                </a:cubicBezTo>
                <a:cubicBezTo>
                  <a:pt x="92" y="81"/>
                  <a:pt x="92" y="81"/>
                  <a:pt x="92" y="81"/>
                </a:cubicBezTo>
                <a:cubicBezTo>
                  <a:pt x="107" y="78"/>
                  <a:pt x="118" y="65"/>
                  <a:pt x="118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5" name="Freeform 432">
            <a:extLst>
              <a:ext uri="{FF2B5EF4-FFF2-40B4-BE49-F238E27FC236}">
                <a16:creationId xmlns:a16="http://schemas.microsoft.com/office/drawing/2014/main" id="{B0B0D966-AAAE-4E97-98C5-60391139086A}"/>
              </a:ext>
            </a:extLst>
          </p:cNvPr>
          <p:cNvSpPr>
            <a:spLocks noEditPoints="1"/>
          </p:cNvSpPr>
          <p:nvPr/>
        </p:nvSpPr>
        <p:spPr bwMode="auto">
          <a:xfrm>
            <a:off x="8861425" y="6315076"/>
            <a:ext cx="241300" cy="369888"/>
          </a:xfrm>
          <a:custGeom>
            <a:avLst/>
            <a:gdLst>
              <a:gd name="T0" fmla="*/ 31 w 57"/>
              <a:gd name="T1" fmla="*/ 37 h 87"/>
              <a:gd name="T2" fmla="*/ 22 w 57"/>
              <a:gd name="T3" fmla="*/ 35 h 87"/>
              <a:gd name="T4" fmla="*/ 10 w 57"/>
              <a:gd name="T5" fmla="*/ 24 h 87"/>
              <a:gd name="T6" fmla="*/ 17 w 57"/>
              <a:gd name="T7" fmla="*/ 21 h 87"/>
              <a:gd name="T8" fmla="*/ 26 w 57"/>
              <a:gd name="T9" fmla="*/ 23 h 87"/>
              <a:gd name="T10" fmla="*/ 37 w 57"/>
              <a:gd name="T11" fmla="*/ 34 h 87"/>
              <a:gd name="T12" fmla="*/ 31 w 57"/>
              <a:gd name="T13" fmla="*/ 37 h 87"/>
              <a:gd name="T14" fmla="*/ 6 w 57"/>
              <a:gd name="T15" fmla="*/ 0 h 87"/>
              <a:gd name="T16" fmla="*/ 0 w 57"/>
              <a:gd name="T17" fmla="*/ 12 h 87"/>
              <a:gd name="T18" fmla="*/ 46 w 57"/>
              <a:gd name="T19" fmla="*/ 87 h 87"/>
              <a:gd name="T20" fmla="*/ 57 w 57"/>
              <a:gd name="T21" fmla="*/ 84 h 87"/>
              <a:gd name="T22" fmla="*/ 47 w 57"/>
              <a:gd name="T23" fmla="*/ 72 h 87"/>
              <a:gd name="T24" fmla="*/ 46 w 57"/>
              <a:gd name="T25" fmla="*/ 72 h 87"/>
              <a:gd name="T26" fmla="*/ 33 w 57"/>
              <a:gd name="T27" fmla="*/ 67 h 87"/>
              <a:gd name="T28" fmla="*/ 34 w 57"/>
              <a:gd name="T29" fmla="*/ 65 h 87"/>
              <a:gd name="T30" fmla="*/ 44 w 57"/>
              <a:gd name="T31" fmla="*/ 67 h 87"/>
              <a:gd name="T32" fmla="*/ 40 w 57"/>
              <a:gd name="T33" fmla="*/ 12 h 87"/>
              <a:gd name="T34" fmla="*/ 6 w 57"/>
              <a:gd name="T35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87">
                <a:moveTo>
                  <a:pt x="31" y="37"/>
                </a:moveTo>
                <a:cubicBezTo>
                  <a:pt x="28" y="37"/>
                  <a:pt x="25" y="36"/>
                  <a:pt x="22" y="35"/>
                </a:cubicBezTo>
                <a:cubicBezTo>
                  <a:pt x="14" y="32"/>
                  <a:pt x="9" y="27"/>
                  <a:pt x="10" y="24"/>
                </a:cubicBezTo>
                <a:cubicBezTo>
                  <a:pt x="11" y="22"/>
                  <a:pt x="14" y="21"/>
                  <a:pt x="17" y="21"/>
                </a:cubicBezTo>
                <a:cubicBezTo>
                  <a:pt x="20" y="21"/>
                  <a:pt x="23" y="21"/>
                  <a:pt x="26" y="23"/>
                </a:cubicBezTo>
                <a:cubicBezTo>
                  <a:pt x="34" y="25"/>
                  <a:pt x="39" y="31"/>
                  <a:pt x="37" y="34"/>
                </a:cubicBezTo>
                <a:cubicBezTo>
                  <a:pt x="37" y="36"/>
                  <a:pt x="34" y="37"/>
                  <a:pt x="31" y="37"/>
                </a:cubicBezTo>
                <a:moveTo>
                  <a:pt x="6" y="0"/>
                </a:moveTo>
                <a:cubicBezTo>
                  <a:pt x="3" y="0"/>
                  <a:pt x="0" y="3"/>
                  <a:pt x="0" y="12"/>
                </a:cubicBezTo>
                <a:cubicBezTo>
                  <a:pt x="0" y="39"/>
                  <a:pt x="21" y="87"/>
                  <a:pt x="46" y="87"/>
                </a:cubicBezTo>
                <a:cubicBezTo>
                  <a:pt x="50" y="87"/>
                  <a:pt x="54" y="86"/>
                  <a:pt x="57" y="84"/>
                </a:cubicBezTo>
                <a:cubicBezTo>
                  <a:pt x="53" y="81"/>
                  <a:pt x="50" y="77"/>
                  <a:pt x="47" y="72"/>
                </a:cubicBezTo>
                <a:cubicBezTo>
                  <a:pt x="46" y="72"/>
                  <a:pt x="46" y="72"/>
                  <a:pt x="46" y="72"/>
                </a:cubicBezTo>
                <a:cubicBezTo>
                  <a:pt x="39" y="72"/>
                  <a:pt x="33" y="70"/>
                  <a:pt x="33" y="67"/>
                </a:cubicBezTo>
                <a:cubicBezTo>
                  <a:pt x="33" y="66"/>
                  <a:pt x="33" y="65"/>
                  <a:pt x="34" y="65"/>
                </a:cubicBezTo>
                <a:cubicBezTo>
                  <a:pt x="36" y="65"/>
                  <a:pt x="40" y="67"/>
                  <a:pt x="44" y="67"/>
                </a:cubicBezTo>
                <a:cubicBezTo>
                  <a:pt x="38" y="51"/>
                  <a:pt x="37" y="29"/>
                  <a:pt x="40" y="12"/>
                </a:cubicBezTo>
                <a:cubicBezTo>
                  <a:pt x="26" y="10"/>
                  <a:pt x="13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6" name="Freeform 433">
            <a:extLst>
              <a:ext uri="{FF2B5EF4-FFF2-40B4-BE49-F238E27FC236}">
                <a16:creationId xmlns:a16="http://schemas.microsoft.com/office/drawing/2014/main" id="{6594F6D0-0D97-4FBA-917E-6EEA76C27AD1}"/>
              </a:ext>
            </a:extLst>
          </p:cNvPr>
          <p:cNvSpPr>
            <a:spLocks noEditPoints="1"/>
          </p:cNvSpPr>
          <p:nvPr/>
        </p:nvSpPr>
        <p:spPr bwMode="auto">
          <a:xfrm>
            <a:off x="9018588" y="6203951"/>
            <a:ext cx="441325" cy="509588"/>
          </a:xfrm>
          <a:custGeom>
            <a:avLst/>
            <a:gdLst>
              <a:gd name="T0" fmla="*/ 52 w 104"/>
              <a:gd name="T1" fmla="*/ 41 h 120"/>
              <a:gd name="T2" fmla="*/ 9 w 104"/>
              <a:gd name="T3" fmla="*/ 26 h 120"/>
              <a:gd name="T4" fmla="*/ 27 w 104"/>
              <a:gd name="T5" fmla="*/ 112 h 120"/>
              <a:gd name="T6" fmla="*/ 95 w 104"/>
              <a:gd name="T7" fmla="*/ 56 h 120"/>
              <a:gd name="T8" fmla="*/ 52 w 104"/>
              <a:gd name="T9" fmla="*/ 41 h 120"/>
              <a:gd name="T10" fmla="*/ 14 w 104"/>
              <a:gd name="T11" fmla="*/ 40 h 120"/>
              <a:gd name="T12" fmla="*/ 30 w 104"/>
              <a:gd name="T13" fmla="*/ 44 h 120"/>
              <a:gd name="T14" fmla="*/ 37 w 104"/>
              <a:gd name="T15" fmla="*/ 59 h 120"/>
              <a:gd name="T16" fmla="*/ 21 w 104"/>
              <a:gd name="T17" fmla="*/ 55 h 120"/>
              <a:gd name="T18" fmla="*/ 14 w 104"/>
              <a:gd name="T19" fmla="*/ 40 h 120"/>
              <a:gd name="T20" fmla="*/ 46 w 104"/>
              <a:gd name="T21" fmla="*/ 97 h 120"/>
              <a:gd name="T22" fmla="*/ 32 w 104"/>
              <a:gd name="T23" fmla="*/ 98 h 120"/>
              <a:gd name="T24" fmla="*/ 21 w 104"/>
              <a:gd name="T25" fmla="*/ 88 h 120"/>
              <a:gd name="T26" fmla="*/ 34 w 104"/>
              <a:gd name="T27" fmla="*/ 93 h 120"/>
              <a:gd name="T28" fmla="*/ 46 w 104"/>
              <a:gd name="T29" fmla="*/ 97 h 120"/>
              <a:gd name="T30" fmla="*/ 67 w 104"/>
              <a:gd name="T31" fmla="*/ 71 h 120"/>
              <a:gd name="T32" fmla="*/ 53 w 104"/>
              <a:gd name="T33" fmla="*/ 65 h 120"/>
              <a:gd name="T34" fmla="*/ 67 w 104"/>
              <a:gd name="T35" fmla="*/ 58 h 120"/>
              <a:gd name="T36" fmla="*/ 82 w 104"/>
              <a:gd name="T37" fmla="*/ 64 h 120"/>
              <a:gd name="T38" fmla="*/ 67 w 104"/>
              <a:gd name="T39" fmla="*/ 7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20">
                <a:moveTo>
                  <a:pt x="52" y="41"/>
                </a:moveTo>
                <a:cubicBezTo>
                  <a:pt x="28" y="33"/>
                  <a:pt x="18" y="0"/>
                  <a:pt x="9" y="26"/>
                </a:cubicBezTo>
                <a:cubicBezTo>
                  <a:pt x="0" y="52"/>
                  <a:pt x="3" y="103"/>
                  <a:pt x="27" y="112"/>
                </a:cubicBezTo>
                <a:cubicBezTo>
                  <a:pt x="51" y="120"/>
                  <a:pt x="86" y="82"/>
                  <a:pt x="95" y="56"/>
                </a:cubicBezTo>
                <a:cubicBezTo>
                  <a:pt x="104" y="30"/>
                  <a:pt x="76" y="50"/>
                  <a:pt x="52" y="41"/>
                </a:cubicBezTo>
                <a:close/>
                <a:moveTo>
                  <a:pt x="14" y="40"/>
                </a:moveTo>
                <a:cubicBezTo>
                  <a:pt x="17" y="37"/>
                  <a:pt x="24" y="39"/>
                  <a:pt x="30" y="44"/>
                </a:cubicBezTo>
                <a:cubicBezTo>
                  <a:pt x="36" y="50"/>
                  <a:pt x="39" y="56"/>
                  <a:pt x="37" y="59"/>
                </a:cubicBezTo>
                <a:cubicBezTo>
                  <a:pt x="34" y="62"/>
                  <a:pt x="27" y="60"/>
                  <a:pt x="21" y="55"/>
                </a:cubicBezTo>
                <a:cubicBezTo>
                  <a:pt x="15" y="49"/>
                  <a:pt x="12" y="43"/>
                  <a:pt x="14" y="40"/>
                </a:cubicBezTo>
                <a:close/>
                <a:moveTo>
                  <a:pt x="46" y="97"/>
                </a:moveTo>
                <a:cubicBezTo>
                  <a:pt x="45" y="100"/>
                  <a:pt x="39" y="100"/>
                  <a:pt x="32" y="98"/>
                </a:cubicBezTo>
                <a:cubicBezTo>
                  <a:pt x="25" y="95"/>
                  <a:pt x="20" y="91"/>
                  <a:pt x="21" y="88"/>
                </a:cubicBezTo>
                <a:cubicBezTo>
                  <a:pt x="22" y="85"/>
                  <a:pt x="27" y="91"/>
                  <a:pt x="34" y="93"/>
                </a:cubicBezTo>
                <a:cubicBezTo>
                  <a:pt x="41" y="95"/>
                  <a:pt x="47" y="94"/>
                  <a:pt x="46" y="97"/>
                </a:cubicBezTo>
                <a:close/>
                <a:moveTo>
                  <a:pt x="67" y="71"/>
                </a:moveTo>
                <a:cubicBezTo>
                  <a:pt x="59" y="71"/>
                  <a:pt x="53" y="68"/>
                  <a:pt x="53" y="65"/>
                </a:cubicBezTo>
                <a:cubicBezTo>
                  <a:pt x="53" y="61"/>
                  <a:pt x="59" y="58"/>
                  <a:pt x="67" y="58"/>
                </a:cubicBezTo>
                <a:cubicBezTo>
                  <a:pt x="75" y="57"/>
                  <a:pt x="82" y="60"/>
                  <a:pt x="82" y="64"/>
                </a:cubicBezTo>
                <a:cubicBezTo>
                  <a:pt x="82" y="67"/>
                  <a:pt x="76" y="71"/>
                  <a:pt x="67" y="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7" name="Freeform 9">
            <a:extLst>
              <a:ext uri="{FF2B5EF4-FFF2-40B4-BE49-F238E27FC236}">
                <a16:creationId xmlns:a16="http://schemas.microsoft.com/office/drawing/2014/main" id="{0EA61334-F784-4445-A37C-B8B7D2768D0E}"/>
              </a:ext>
            </a:extLst>
          </p:cNvPr>
          <p:cNvSpPr>
            <a:spLocks/>
          </p:cNvSpPr>
          <p:nvPr/>
        </p:nvSpPr>
        <p:spPr bwMode="auto">
          <a:xfrm>
            <a:off x="9975852" y="236538"/>
            <a:ext cx="258763" cy="293688"/>
          </a:xfrm>
          <a:custGeom>
            <a:avLst/>
            <a:gdLst>
              <a:gd name="T0" fmla="*/ 51 w 61"/>
              <a:gd name="T1" fmla="*/ 52 h 69"/>
              <a:gd name="T2" fmla="*/ 61 w 61"/>
              <a:gd name="T3" fmla="*/ 56 h 69"/>
              <a:gd name="T4" fmla="*/ 61 w 61"/>
              <a:gd name="T5" fmla="*/ 23 h 69"/>
              <a:gd name="T6" fmla="*/ 29 w 61"/>
              <a:gd name="T7" fmla="*/ 0 h 69"/>
              <a:gd name="T8" fmla="*/ 0 w 61"/>
              <a:gd name="T9" fmla="*/ 23 h 69"/>
              <a:gd name="T10" fmla="*/ 0 w 61"/>
              <a:gd name="T11" fmla="*/ 56 h 69"/>
              <a:gd name="T12" fmla="*/ 14 w 61"/>
              <a:gd name="T13" fmla="*/ 52 h 69"/>
              <a:gd name="T14" fmla="*/ 51 w 61"/>
              <a:gd name="T15" fmla="*/ 5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1" h="69">
                <a:moveTo>
                  <a:pt x="51" y="52"/>
                </a:moveTo>
                <a:cubicBezTo>
                  <a:pt x="51" y="52"/>
                  <a:pt x="54" y="55"/>
                  <a:pt x="61" y="56"/>
                </a:cubicBezTo>
                <a:cubicBezTo>
                  <a:pt x="61" y="23"/>
                  <a:pt x="61" y="23"/>
                  <a:pt x="61" y="23"/>
                </a:cubicBezTo>
                <a:cubicBezTo>
                  <a:pt x="29" y="0"/>
                  <a:pt x="29" y="0"/>
                  <a:pt x="29" y="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56"/>
                  <a:pt x="0" y="56"/>
                  <a:pt x="0" y="56"/>
                </a:cubicBezTo>
                <a:cubicBezTo>
                  <a:pt x="3" y="56"/>
                  <a:pt x="8" y="55"/>
                  <a:pt x="14" y="52"/>
                </a:cubicBezTo>
                <a:cubicBezTo>
                  <a:pt x="14" y="52"/>
                  <a:pt x="34" y="69"/>
                  <a:pt x="51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8" name="Freeform 10">
            <a:extLst>
              <a:ext uri="{FF2B5EF4-FFF2-40B4-BE49-F238E27FC236}">
                <a16:creationId xmlns:a16="http://schemas.microsoft.com/office/drawing/2014/main" id="{430313F2-3003-43DA-A4EA-229213DB4EEC}"/>
              </a:ext>
            </a:extLst>
          </p:cNvPr>
          <p:cNvSpPr>
            <a:spLocks/>
          </p:cNvSpPr>
          <p:nvPr/>
        </p:nvSpPr>
        <p:spPr bwMode="auto">
          <a:xfrm>
            <a:off x="9928227" y="96838"/>
            <a:ext cx="527050" cy="377825"/>
          </a:xfrm>
          <a:custGeom>
            <a:avLst/>
            <a:gdLst>
              <a:gd name="T0" fmla="*/ 121 w 124"/>
              <a:gd name="T1" fmla="*/ 26 h 89"/>
              <a:gd name="T2" fmla="*/ 112 w 124"/>
              <a:gd name="T3" fmla="*/ 11 h 89"/>
              <a:gd name="T4" fmla="*/ 107 w 124"/>
              <a:gd name="T5" fmla="*/ 11 h 89"/>
              <a:gd name="T6" fmla="*/ 95 w 124"/>
              <a:gd name="T7" fmla="*/ 2 h 89"/>
              <a:gd name="T8" fmla="*/ 77 w 124"/>
              <a:gd name="T9" fmla="*/ 12 h 89"/>
              <a:gd name="T10" fmla="*/ 72 w 124"/>
              <a:gd name="T11" fmla="*/ 21 h 89"/>
              <a:gd name="T12" fmla="*/ 61 w 124"/>
              <a:gd name="T13" fmla="*/ 21 h 89"/>
              <a:gd name="T14" fmla="*/ 61 w 124"/>
              <a:gd name="T15" fmla="*/ 36 h 89"/>
              <a:gd name="T16" fmla="*/ 39 w 124"/>
              <a:gd name="T17" fmla="*/ 20 h 89"/>
              <a:gd name="T18" fmla="*/ 0 w 124"/>
              <a:gd name="T19" fmla="*/ 51 h 89"/>
              <a:gd name="T20" fmla="*/ 0 w 124"/>
              <a:gd name="T21" fmla="*/ 60 h 89"/>
              <a:gd name="T22" fmla="*/ 39 w 124"/>
              <a:gd name="T23" fmla="*/ 28 h 89"/>
              <a:gd name="T24" fmla="*/ 83 w 124"/>
              <a:gd name="T25" fmla="*/ 60 h 89"/>
              <a:gd name="T26" fmla="*/ 83 w 124"/>
              <a:gd name="T27" fmla="*/ 51 h 89"/>
              <a:gd name="T28" fmla="*/ 83 w 124"/>
              <a:gd name="T29" fmla="*/ 51 h 89"/>
              <a:gd name="T30" fmla="*/ 93 w 124"/>
              <a:gd name="T31" fmla="*/ 50 h 89"/>
              <a:gd name="T32" fmla="*/ 93 w 124"/>
              <a:gd name="T33" fmla="*/ 88 h 89"/>
              <a:gd name="T34" fmla="*/ 101 w 124"/>
              <a:gd name="T35" fmla="*/ 89 h 89"/>
              <a:gd name="T36" fmla="*/ 101 w 124"/>
              <a:gd name="T37" fmla="*/ 50 h 89"/>
              <a:gd name="T38" fmla="*/ 105 w 124"/>
              <a:gd name="T39" fmla="*/ 51 h 89"/>
              <a:gd name="T40" fmla="*/ 123 w 124"/>
              <a:gd name="T41" fmla="*/ 37 h 89"/>
              <a:gd name="T42" fmla="*/ 121 w 124"/>
              <a:gd name="T43" fmla="*/ 2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4" h="89">
                <a:moveTo>
                  <a:pt x="121" y="26"/>
                </a:moveTo>
                <a:cubicBezTo>
                  <a:pt x="122" y="20"/>
                  <a:pt x="118" y="13"/>
                  <a:pt x="112" y="11"/>
                </a:cubicBezTo>
                <a:cubicBezTo>
                  <a:pt x="110" y="11"/>
                  <a:pt x="109" y="11"/>
                  <a:pt x="107" y="11"/>
                </a:cubicBezTo>
                <a:cubicBezTo>
                  <a:pt x="105" y="6"/>
                  <a:pt x="101" y="2"/>
                  <a:pt x="95" y="2"/>
                </a:cubicBezTo>
                <a:cubicBezTo>
                  <a:pt x="87" y="0"/>
                  <a:pt x="80" y="5"/>
                  <a:pt x="77" y="12"/>
                </a:cubicBezTo>
                <a:cubicBezTo>
                  <a:pt x="74" y="14"/>
                  <a:pt x="72" y="17"/>
                  <a:pt x="72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36"/>
                  <a:pt x="61" y="36"/>
                  <a:pt x="61" y="36"/>
                </a:cubicBezTo>
                <a:cubicBezTo>
                  <a:pt x="39" y="20"/>
                  <a:pt x="39" y="20"/>
                  <a:pt x="39" y="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60"/>
                  <a:pt x="0" y="60"/>
                  <a:pt x="0" y="60"/>
                </a:cubicBezTo>
                <a:cubicBezTo>
                  <a:pt x="39" y="28"/>
                  <a:pt x="39" y="28"/>
                  <a:pt x="39" y="28"/>
                </a:cubicBezTo>
                <a:cubicBezTo>
                  <a:pt x="83" y="60"/>
                  <a:pt x="83" y="60"/>
                  <a:pt x="83" y="60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7" y="52"/>
                  <a:pt x="90" y="51"/>
                  <a:pt x="93" y="50"/>
                </a:cubicBezTo>
                <a:cubicBezTo>
                  <a:pt x="93" y="88"/>
                  <a:pt x="93" y="88"/>
                  <a:pt x="93" y="88"/>
                </a:cubicBezTo>
                <a:cubicBezTo>
                  <a:pt x="97" y="88"/>
                  <a:pt x="97" y="89"/>
                  <a:pt x="101" y="89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2" y="50"/>
                  <a:pt x="103" y="51"/>
                  <a:pt x="105" y="51"/>
                </a:cubicBezTo>
                <a:cubicBezTo>
                  <a:pt x="114" y="52"/>
                  <a:pt x="122" y="46"/>
                  <a:pt x="123" y="37"/>
                </a:cubicBezTo>
                <a:cubicBezTo>
                  <a:pt x="124" y="33"/>
                  <a:pt x="123" y="29"/>
                  <a:pt x="121" y="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9" name="Freeform 11">
            <a:extLst>
              <a:ext uri="{FF2B5EF4-FFF2-40B4-BE49-F238E27FC236}">
                <a16:creationId xmlns:a16="http://schemas.microsoft.com/office/drawing/2014/main" id="{A94D6E2C-12D2-479F-897E-ADA863E1C019}"/>
              </a:ext>
            </a:extLst>
          </p:cNvPr>
          <p:cNvSpPr>
            <a:spLocks/>
          </p:cNvSpPr>
          <p:nvPr/>
        </p:nvSpPr>
        <p:spPr bwMode="auto">
          <a:xfrm>
            <a:off x="9928227" y="492126"/>
            <a:ext cx="487363" cy="106363"/>
          </a:xfrm>
          <a:custGeom>
            <a:avLst/>
            <a:gdLst>
              <a:gd name="T0" fmla="*/ 101 w 115"/>
              <a:gd name="T1" fmla="*/ 3 h 25"/>
              <a:gd name="T2" fmla="*/ 93 w 115"/>
              <a:gd name="T3" fmla="*/ 2 h 25"/>
              <a:gd name="T4" fmla="*/ 86 w 115"/>
              <a:gd name="T5" fmla="*/ 0 h 25"/>
              <a:gd name="T6" fmla="*/ 72 w 115"/>
              <a:gd name="T7" fmla="*/ 3 h 25"/>
              <a:gd name="T8" fmla="*/ 62 w 115"/>
              <a:gd name="T9" fmla="*/ 0 h 25"/>
              <a:gd name="T10" fmla="*/ 26 w 115"/>
              <a:gd name="T11" fmla="*/ 0 h 25"/>
              <a:gd name="T12" fmla="*/ 11 w 115"/>
              <a:gd name="T13" fmla="*/ 3 h 25"/>
              <a:gd name="T14" fmla="*/ 0 w 115"/>
              <a:gd name="T15" fmla="*/ 0 h 25"/>
              <a:gd name="T16" fmla="*/ 0 w 115"/>
              <a:gd name="T17" fmla="*/ 14 h 25"/>
              <a:gd name="T18" fmla="*/ 0 w 115"/>
              <a:gd name="T19" fmla="*/ 25 h 25"/>
              <a:gd name="T20" fmla="*/ 115 w 115"/>
              <a:gd name="T21" fmla="*/ 25 h 25"/>
              <a:gd name="T22" fmla="*/ 115 w 115"/>
              <a:gd name="T23" fmla="*/ 14 h 25"/>
              <a:gd name="T24" fmla="*/ 115 w 115"/>
              <a:gd name="T25" fmla="*/ 0 h 25"/>
              <a:gd name="T26" fmla="*/ 101 w 115"/>
              <a:gd name="T27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5" h="25">
                <a:moveTo>
                  <a:pt x="101" y="3"/>
                </a:moveTo>
                <a:cubicBezTo>
                  <a:pt x="97" y="3"/>
                  <a:pt x="97" y="2"/>
                  <a:pt x="93" y="2"/>
                </a:cubicBezTo>
                <a:cubicBezTo>
                  <a:pt x="90" y="1"/>
                  <a:pt x="86" y="0"/>
                  <a:pt x="86" y="0"/>
                </a:cubicBezTo>
                <a:cubicBezTo>
                  <a:pt x="81" y="4"/>
                  <a:pt x="75" y="5"/>
                  <a:pt x="72" y="3"/>
                </a:cubicBezTo>
                <a:cubicBezTo>
                  <a:pt x="65" y="2"/>
                  <a:pt x="62" y="0"/>
                  <a:pt x="62" y="0"/>
                </a:cubicBezTo>
                <a:cubicBezTo>
                  <a:pt x="46" y="16"/>
                  <a:pt x="26" y="0"/>
                  <a:pt x="26" y="0"/>
                </a:cubicBezTo>
                <a:cubicBezTo>
                  <a:pt x="20" y="2"/>
                  <a:pt x="14" y="3"/>
                  <a:pt x="11" y="3"/>
                </a:cubicBezTo>
                <a:cubicBezTo>
                  <a:pt x="4" y="2"/>
                  <a:pt x="0" y="0"/>
                  <a:pt x="0" y="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5"/>
                  <a:pt x="0" y="25"/>
                  <a:pt x="0" y="25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0"/>
                  <a:pt x="115" y="0"/>
                  <a:pt x="115" y="0"/>
                </a:cubicBezTo>
                <a:cubicBezTo>
                  <a:pt x="112" y="4"/>
                  <a:pt x="104" y="4"/>
                  <a:pt x="101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0" name="Freeform 12">
            <a:extLst>
              <a:ext uri="{FF2B5EF4-FFF2-40B4-BE49-F238E27FC236}">
                <a16:creationId xmlns:a16="http://schemas.microsoft.com/office/drawing/2014/main" id="{E13CBB60-8EE1-49A7-88CF-2F1F5CC1B996}"/>
              </a:ext>
            </a:extLst>
          </p:cNvPr>
          <p:cNvSpPr>
            <a:spLocks noEditPoints="1"/>
          </p:cNvSpPr>
          <p:nvPr/>
        </p:nvSpPr>
        <p:spPr bwMode="auto">
          <a:xfrm>
            <a:off x="10747377" y="168276"/>
            <a:ext cx="469900" cy="458788"/>
          </a:xfrm>
          <a:custGeom>
            <a:avLst/>
            <a:gdLst>
              <a:gd name="T0" fmla="*/ 111 w 111"/>
              <a:gd name="T1" fmla="*/ 11 h 108"/>
              <a:gd name="T2" fmla="*/ 111 w 111"/>
              <a:gd name="T3" fmla="*/ 11 h 108"/>
              <a:gd name="T4" fmla="*/ 60 w 111"/>
              <a:gd name="T5" fmla="*/ 0 h 108"/>
              <a:gd name="T6" fmla="*/ 8 w 111"/>
              <a:gd name="T7" fmla="*/ 11 h 108"/>
              <a:gd name="T8" fmla="*/ 8 w 111"/>
              <a:gd name="T9" fmla="*/ 11 h 108"/>
              <a:gd name="T10" fmla="*/ 50 w 111"/>
              <a:gd name="T11" fmla="*/ 64 h 108"/>
              <a:gd name="T12" fmla="*/ 43 w 111"/>
              <a:gd name="T13" fmla="*/ 108 h 108"/>
              <a:gd name="T14" fmla="*/ 96 w 111"/>
              <a:gd name="T15" fmla="*/ 69 h 108"/>
              <a:gd name="T16" fmla="*/ 71 w 111"/>
              <a:gd name="T17" fmla="*/ 67 h 108"/>
              <a:gd name="T18" fmla="*/ 97 w 111"/>
              <a:gd name="T19" fmla="*/ 66 h 108"/>
              <a:gd name="T20" fmla="*/ 97 w 111"/>
              <a:gd name="T21" fmla="*/ 58 h 108"/>
              <a:gd name="T22" fmla="*/ 97 w 111"/>
              <a:gd name="T23" fmla="*/ 53 h 108"/>
              <a:gd name="T24" fmla="*/ 61 w 111"/>
              <a:gd name="T25" fmla="*/ 51 h 108"/>
              <a:gd name="T26" fmla="*/ 97 w 111"/>
              <a:gd name="T27" fmla="*/ 49 h 108"/>
              <a:gd name="T28" fmla="*/ 98 w 111"/>
              <a:gd name="T29" fmla="*/ 41 h 108"/>
              <a:gd name="T30" fmla="*/ 86 w 111"/>
              <a:gd name="T31" fmla="*/ 41 h 108"/>
              <a:gd name="T32" fmla="*/ 45 w 111"/>
              <a:gd name="T33" fmla="*/ 39 h 108"/>
              <a:gd name="T34" fmla="*/ 86 w 111"/>
              <a:gd name="T35" fmla="*/ 37 h 108"/>
              <a:gd name="T36" fmla="*/ 99 w 111"/>
              <a:gd name="T37" fmla="*/ 37 h 108"/>
              <a:gd name="T38" fmla="*/ 102 w 111"/>
              <a:gd name="T39" fmla="*/ 28 h 108"/>
              <a:gd name="T40" fmla="*/ 86 w 111"/>
              <a:gd name="T41" fmla="*/ 28 h 108"/>
              <a:gd name="T42" fmla="*/ 45 w 111"/>
              <a:gd name="T43" fmla="*/ 26 h 108"/>
              <a:gd name="T44" fmla="*/ 86 w 111"/>
              <a:gd name="T45" fmla="*/ 24 h 108"/>
              <a:gd name="T46" fmla="*/ 104 w 111"/>
              <a:gd name="T47" fmla="*/ 24 h 108"/>
              <a:gd name="T48" fmla="*/ 109 w 111"/>
              <a:gd name="T49" fmla="*/ 12 h 108"/>
              <a:gd name="T50" fmla="*/ 111 w 111"/>
              <a:gd name="T51" fmla="*/ 9 h 108"/>
              <a:gd name="T52" fmla="*/ 111 w 111"/>
              <a:gd name="T53" fmla="*/ 10 h 108"/>
              <a:gd name="T54" fmla="*/ 111 w 111"/>
              <a:gd name="T55" fmla="*/ 11 h 108"/>
              <a:gd name="T56" fmla="*/ 60 w 111"/>
              <a:gd name="T57" fmla="*/ 12 h 108"/>
              <a:gd name="T58" fmla="*/ 28 w 111"/>
              <a:gd name="T59" fmla="*/ 9 h 108"/>
              <a:gd name="T60" fmla="*/ 60 w 111"/>
              <a:gd name="T61" fmla="*/ 5 h 108"/>
              <a:gd name="T62" fmla="*/ 92 w 111"/>
              <a:gd name="T63" fmla="*/ 9 h 108"/>
              <a:gd name="T64" fmla="*/ 60 w 111"/>
              <a:gd name="T65" fmla="*/ 12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108">
                <a:moveTo>
                  <a:pt x="111" y="11"/>
                </a:moveTo>
                <a:cubicBezTo>
                  <a:pt x="111" y="11"/>
                  <a:pt x="111" y="11"/>
                  <a:pt x="111" y="11"/>
                </a:cubicBezTo>
                <a:cubicBezTo>
                  <a:pt x="109" y="4"/>
                  <a:pt x="87" y="0"/>
                  <a:pt x="60" y="0"/>
                </a:cubicBezTo>
                <a:cubicBezTo>
                  <a:pt x="33" y="0"/>
                  <a:pt x="10" y="4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0" y="39"/>
                  <a:pt x="50" y="64"/>
                </a:cubicBezTo>
                <a:cubicBezTo>
                  <a:pt x="50" y="64"/>
                  <a:pt x="82" y="81"/>
                  <a:pt x="43" y="108"/>
                </a:cubicBezTo>
                <a:cubicBezTo>
                  <a:pt x="43" y="108"/>
                  <a:pt x="89" y="94"/>
                  <a:pt x="96" y="69"/>
                </a:cubicBezTo>
                <a:cubicBezTo>
                  <a:pt x="81" y="69"/>
                  <a:pt x="71" y="68"/>
                  <a:pt x="71" y="67"/>
                </a:cubicBezTo>
                <a:cubicBezTo>
                  <a:pt x="71" y="67"/>
                  <a:pt x="82" y="66"/>
                  <a:pt x="97" y="66"/>
                </a:cubicBezTo>
                <a:cubicBezTo>
                  <a:pt x="97" y="63"/>
                  <a:pt x="97" y="61"/>
                  <a:pt x="97" y="58"/>
                </a:cubicBezTo>
                <a:cubicBezTo>
                  <a:pt x="97" y="58"/>
                  <a:pt x="97" y="56"/>
                  <a:pt x="97" y="53"/>
                </a:cubicBezTo>
                <a:cubicBezTo>
                  <a:pt x="77" y="53"/>
                  <a:pt x="61" y="52"/>
                  <a:pt x="61" y="51"/>
                </a:cubicBezTo>
                <a:cubicBezTo>
                  <a:pt x="61" y="50"/>
                  <a:pt x="77" y="50"/>
                  <a:pt x="97" y="49"/>
                </a:cubicBezTo>
                <a:cubicBezTo>
                  <a:pt x="97" y="47"/>
                  <a:pt x="98" y="44"/>
                  <a:pt x="98" y="41"/>
                </a:cubicBezTo>
                <a:cubicBezTo>
                  <a:pt x="94" y="41"/>
                  <a:pt x="90" y="41"/>
                  <a:pt x="86" y="41"/>
                </a:cubicBezTo>
                <a:cubicBezTo>
                  <a:pt x="63" y="41"/>
                  <a:pt x="45" y="40"/>
                  <a:pt x="45" y="39"/>
                </a:cubicBezTo>
                <a:cubicBezTo>
                  <a:pt x="45" y="38"/>
                  <a:pt x="63" y="37"/>
                  <a:pt x="86" y="37"/>
                </a:cubicBezTo>
                <a:cubicBezTo>
                  <a:pt x="90" y="37"/>
                  <a:pt x="95" y="37"/>
                  <a:pt x="99" y="37"/>
                </a:cubicBezTo>
                <a:cubicBezTo>
                  <a:pt x="100" y="34"/>
                  <a:pt x="101" y="31"/>
                  <a:pt x="102" y="28"/>
                </a:cubicBezTo>
                <a:cubicBezTo>
                  <a:pt x="97" y="28"/>
                  <a:pt x="92" y="28"/>
                  <a:pt x="86" y="28"/>
                </a:cubicBezTo>
                <a:cubicBezTo>
                  <a:pt x="63" y="28"/>
                  <a:pt x="45" y="27"/>
                  <a:pt x="45" y="26"/>
                </a:cubicBezTo>
                <a:cubicBezTo>
                  <a:pt x="45" y="25"/>
                  <a:pt x="63" y="24"/>
                  <a:pt x="86" y="24"/>
                </a:cubicBezTo>
                <a:cubicBezTo>
                  <a:pt x="92" y="24"/>
                  <a:pt x="98" y="23"/>
                  <a:pt x="104" y="24"/>
                </a:cubicBezTo>
                <a:cubicBezTo>
                  <a:pt x="105" y="20"/>
                  <a:pt x="107" y="16"/>
                  <a:pt x="109" y="12"/>
                </a:cubicBezTo>
                <a:cubicBezTo>
                  <a:pt x="111" y="11"/>
                  <a:pt x="111" y="10"/>
                  <a:pt x="111" y="9"/>
                </a:cubicBezTo>
                <a:cubicBezTo>
                  <a:pt x="111" y="10"/>
                  <a:pt x="111" y="10"/>
                  <a:pt x="111" y="10"/>
                </a:cubicBezTo>
                <a:lnTo>
                  <a:pt x="111" y="11"/>
                </a:lnTo>
                <a:close/>
                <a:moveTo>
                  <a:pt x="60" y="12"/>
                </a:moveTo>
                <a:cubicBezTo>
                  <a:pt x="42" y="12"/>
                  <a:pt x="28" y="10"/>
                  <a:pt x="28" y="9"/>
                </a:cubicBezTo>
                <a:cubicBezTo>
                  <a:pt x="28" y="7"/>
                  <a:pt x="42" y="5"/>
                  <a:pt x="60" y="5"/>
                </a:cubicBezTo>
                <a:cubicBezTo>
                  <a:pt x="77" y="5"/>
                  <a:pt x="92" y="7"/>
                  <a:pt x="92" y="9"/>
                </a:cubicBezTo>
                <a:cubicBezTo>
                  <a:pt x="92" y="10"/>
                  <a:pt x="77" y="12"/>
                  <a:pt x="60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1" name="Rectangle 92">
            <a:extLst>
              <a:ext uri="{FF2B5EF4-FFF2-40B4-BE49-F238E27FC236}">
                <a16:creationId xmlns:a16="http://schemas.microsoft.com/office/drawing/2014/main" id="{3EE64636-53C4-49D3-8079-F090FD744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8727" y="874713"/>
            <a:ext cx="131763" cy="165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2" name="Freeform 93">
            <a:extLst>
              <a:ext uri="{FF2B5EF4-FFF2-40B4-BE49-F238E27FC236}">
                <a16:creationId xmlns:a16="http://schemas.microsoft.com/office/drawing/2014/main" id="{D40FD7AA-EDA0-4FC5-AFEF-2A0E0D7C8DC7}"/>
              </a:ext>
            </a:extLst>
          </p:cNvPr>
          <p:cNvSpPr>
            <a:spLocks/>
          </p:cNvSpPr>
          <p:nvPr/>
        </p:nvSpPr>
        <p:spPr bwMode="auto">
          <a:xfrm>
            <a:off x="10055227" y="941388"/>
            <a:ext cx="263525" cy="230188"/>
          </a:xfrm>
          <a:custGeom>
            <a:avLst/>
            <a:gdLst>
              <a:gd name="T0" fmla="*/ 61 w 62"/>
              <a:gd name="T1" fmla="*/ 36 h 54"/>
              <a:gd name="T2" fmla="*/ 62 w 62"/>
              <a:gd name="T3" fmla="*/ 35 h 54"/>
              <a:gd name="T4" fmla="*/ 31 w 62"/>
              <a:gd name="T5" fmla="*/ 0 h 54"/>
              <a:gd name="T6" fmla="*/ 0 w 62"/>
              <a:gd name="T7" fmla="*/ 35 h 54"/>
              <a:gd name="T8" fmla="*/ 1 w 62"/>
              <a:gd name="T9" fmla="*/ 36 h 54"/>
              <a:gd name="T10" fmla="*/ 61 w 62"/>
              <a:gd name="T11" fmla="*/ 36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54">
                <a:moveTo>
                  <a:pt x="61" y="36"/>
                </a:moveTo>
                <a:cubicBezTo>
                  <a:pt x="61" y="36"/>
                  <a:pt x="62" y="35"/>
                  <a:pt x="62" y="35"/>
                </a:cubicBezTo>
                <a:cubicBezTo>
                  <a:pt x="62" y="15"/>
                  <a:pt x="48" y="0"/>
                  <a:pt x="31" y="0"/>
                </a:cubicBezTo>
                <a:cubicBezTo>
                  <a:pt x="14" y="0"/>
                  <a:pt x="0" y="15"/>
                  <a:pt x="0" y="35"/>
                </a:cubicBezTo>
                <a:cubicBezTo>
                  <a:pt x="0" y="36"/>
                  <a:pt x="1" y="36"/>
                  <a:pt x="1" y="36"/>
                </a:cubicBezTo>
                <a:cubicBezTo>
                  <a:pt x="1" y="36"/>
                  <a:pt x="31" y="54"/>
                  <a:pt x="61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3" name="Freeform 94">
            <a:extLst>
              <a:ext uri="{FF2B5EF4-FFF2-40B4-BE49-F238E27FC236}">
                <a16:creationId xmlns:a16="http://schemas.microsoft.com/office/drawing/2014/main" id="{DF02E083-06BC-40D4-8F1B-F7E1EAD9C328}"/>
              </a:ext>
            </a:extLst>
          </p:cNvPr>
          <p:cNvSpPr>
            <a:spLocks/>
          </p:cNvSpPr>
          <p:nvPr/>
        </p:nvSpPr>
        <p:spPr bwMode="auto">
          <a:xfrm>
            <a:off x="10055227" y="1108076"/>
            <a:ext cx="258763" cy="127000"/>
          </a:xfrm>
          <a:custGeom>
            <a:avLst/>
            <a:gdLst>
              <a:gd name="T0" fmla="*/ 32 w 61"/>
              <a:gd name="T1" fmla="*/ 8 h 30"/>
              <a:gd name="T2" fmla="*/ 0 w 61"/>
              <a:gd name="T3" fmla="*/ 0 h 30"/>
              <a:gd name="T4" fmla="*/ 31 w 61"/>
              <a:gd name="T5" fmla="*/ 30 h 30"/>
              <a:gd name="T6" fmla="*/ 61 w 61"/>
              <a:gd name="T7" fmla="*/ 0 h 30"/>
              <a:gd name="T8" fmla="*/ 32 w 61"/>
              <a:gd name="T9" fmla="*/ 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30">
                <a:moveTo>
                  <a:pt x="32" y="8"/>
                </a:moveTo>
                <a:cubicBezTo>
                  <a:pt x="16" y="8"/>
                  <a:pt x="4" y="2"/>
                  <a:pt x="0" y="0"/>
                </a:cubicBezTo>
                <a:cubicBezTo>
                  <a:pt x="2" y="17"/>
                  <a:pt x="15" y="30"/>
                  <a:pt x="31" y="30"/>
                </a:cubicBezTo>
                <a:cubicBezTo>
                  <a:pt x="46" y="30"/>
                  <a:pt x="59" y="17"/>
                  <a:pt x="61" y="0"/>
                </a:cubicBezTo>
                <a:cubicBezTo>
                  <a:pt x="51" y="6"/>
                  <a:pt x="41" y="8"/>
                  <a:pt x="3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4" name="Rectangle 95">
            <a:extLst>
              <a:ext uri="{FF2B5EF4-FFF2-40B4-BE49-F238E27FC236}">
                <a16:creationId xmlns:a16="http://schemas.microsoft.com/office/drawing/2014/main" id="{89B438A3-EF24-4D72-A2DB-3368F1DAD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8415" y="844551"/>
            <a:ext cx="10477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5" name="Freeform 96">
            <a:extLst>
              <a:ext uri="{FF2B5EF4-FFF2-40B4-BE49-F238E27FC236}">
                <a16:creationId xmlns:a16="http://schemas.microsoft.com/office/drawing/2014/main" id="{3D2995B3-5E07-45CF-AFAA-19BCF8405C7B}"/>
              </a:ext>
            </a:extLst>
          </p:cNvPr>
          <p:cNvSpPr>
            <a:spLocks/>
          </p:cNvSpPr>
          <p:nvPr/>
        </p:nvSpPr>
        <p:spPr bwMode="auto">
          <a:xfrm>
            <a:off x="10237790" y="847726"/>
            <a:ext cx="98425" cy="149225"/>
          </a:xfrm>
          <a:custGeom>
            <a:avLst/>
            <a:gdLst>
              <a:gd name="T0" fmla="*/ 62 w 62"/>
              <a:gd name="T1" fmla="*/ 86 h 94"/>
              <a:gd name="T2" fmla="*/ 46 w 62"/>
              <a:gd name="T3" fmla="*/ 94 h 94"/>
              <a:gd name="T4" fmla="*/ 0 w 62"/>
              <a:gd name="T5" fmla="*/ 9 h 94"/>
              <a:gd name="T6" fmla="*/ 14 w 62"/>
              <a:gd name="T7" fmla="*/ 0 h 94"/>
              <a:gd name="T8" fmla="*/ 62 w 62"/>
              <a:gd name="T9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94">
                <a:moveTo>
                  <a:pt x="62" y="86"/>
                </a:moveTo>
                <a:lnTo>
                  <a:pt x="46" y="94"/>
                </a:lnTo>
                <a:lnTo>
                  <a:pt x="0" y="9"/>
                </a:lnTo>
                <a:lnTo>
                  <a:pt x="14" y="0"/>
                </a:lnTo>
                <a:lnTo>
                  <a:pt x="62" y="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6" name="Freeform 97">
            <a:extLst>
              <a:ext uri="{FF2B5EF4-FFF2-40B4-BE49-F238E27FC236}">
                <a16:creationId xmlns:a16="http://schemas.microsoft.com/office/drawing/2014/main" id="{7BACC1D6-2A9E-4E16-B8E6-42DEE43293DE}"/>
              </a:ext>
            </a:extLst>
          </p:cNvPr>
          <p:cNvSpPr>
            <a:spLocks noEditPoints="1"/>
          </p:cNvSpPr>
          <p:nvPr/>
        </p:nvSpPr>
        <p:spPr bwMode="auto">
          <a:xfrm>
            <a:off x="10161590" y="819151"/>
            <a:ext cx="98425" cy="96838"/>
          </a:xfrm>
          <a:custGeom>
            <a:avLst/>
            <a:gdLst>
              <a:gd name="T0" fmla="*/ 12 w 23"/>
              <a:gd name="T1" fmla="*/ 23 h 23"/>
              <a:gd name="T2" fmla="*/ 0 w 23"/>
              <a:gd name="T3" fmla="*/ 11 h 23"/>
              <a:gd name="T4" fmla="*/ 12 w 23"/>
              <a:gd name="T5" fmla="*/ 0 h 23"/>
              <a:gd name="T6" fmla="*/ 23 w 23"/>
              <a:gd name="T7" fmla="*/ 11 h 23"/>
              <a:gd name="T8" fmla="*/ 12 w 23"/>
              <a:gd name="T9" fmla="*/ 23 h 23"/>
              <a:gd name="T10" fmla="*/ 12 w 23"/>
              <a:gd name="T11" fmla="*/ 1 h 23"/>
              <a:gd name="T12" fmla="*/ 1 w 23"/>
              <a:gd name="T13" fmla="*/ 11 h 23"/>
              <a:gd name="T14" fmla="*/ 12 w 23"/>
              <a:gd name="T15" fmla="*/ 21 h 23"/>
              <a:gd name="T16" fmla="*/ 22 w 23"/>
              <a:gd name="T17" fmla="*/ 11 h 23"/>
              <a:gd name="T18" fmla="*/ 12 w 23"/>
              <a:gd name="T19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3">
                <a:moveTo>
                  <a:pt x="12" y="23"/>
                </a:moveTo>
                <a:cubicBezTo>
                  <a:pt x="5" y="23"/>
                  <a:pt x="0" y="18"/>
                  <a:pt x="0" y="11"/>
                </a:cubicBezTo>
                <a:cubicBezTo>
                  <a:pt x="0" y="5"/>
                  <a:pt x="5" y="0"/>
                  <a:pt x="12" y="0"/>
                </a:cubicBezTo>
                <a:cubicBezTo>
                  <a:pt x="18" y="0"/>
                  <a:pt x="23" y="5"/>
                  <a:pt x="23" y="11"/>
                </a:cubicBezTo>
                <a:cubicBezTo>
                  <a:pt x="23" y="18"/>
                  <a:pt x="18" y="23"/>
                  <a:pt x="12" y="23"/>
                </a:cubicBezTo>
                <a:close/>
                <a:moveTo>
                  <a:pt x="12" y="1"/>
                </a:moveTo>
                <a:cubicBezTo>
                  <a:pt x="6" y="1"/>
                  <a:pt x="1" y="6"/>
                  <a:pt x="1" y="11"/>
                </a:cubicBezTo>
                <a:cubicBezTo>
                  <a:pt x="1" y="17"/>
                  <a:pt x="6" y="21"/>
                  <a:pt x="12" y="21"/>
                </a:cubicBezTo>
                <a:cubicBezTo>
                  <a:pt x="17" y="21"/>
                  <a:pt x="22" y="17"/>
                  <a:pt x="22" y="11"/>
                </a:cubicBezTo>
                <a:cubicBezTo>
                  <a:pt x="22" y="6"/>
                  <a:pt x="17" y="1"/>
                  <a:pt x="1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7" name="Rectangle 98">
            <a:extLst>
              <a:ext uri="{FF2B5EF4-FFF2-40B4-BE49-F238E27FC236}">
                <a16:creationId xmlns:a16="http://schemas.microsoft.com/office/drawing/2014/main" id="{A8350C44-2F08-47F5-8187-F44122A1B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2315" y="865188"/>
            <a:ext cx="28416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8" name="Freeform 99">
            <a:extLst>
              <a:ext uri="{FF2B5EF4-FFF2-40B4-BE49-F238E27FC236}">
                <a16:creationId xmlns:a16="http://schemas.microsoft.com/office/drawing/2014/main" id="{3EF90C06-16D4-458A-928E-856D00C77550}"/>
              </a:ext>
            </a:extLst>
          </p:cNvPr>
          <p:cNvSpPr>
            <a:spLocks/>
          </p:cNvSpPr>
          <p:nvPr/>
        </p:nvSpPr>
        <p:spPr bwMode="auto">
          <a:xfrm>
            <a:off x="11006140" y="827088"/>
            <a:ext cx="38100" cy="80963"/>
          </a:xfrm>
          <a:custGeom>
            <a:avLst/>
            <a:gdLst>
              <a:gd name="T0" fmla="*/ 9 w 9"/>
              <a:gd name="T1" fmla="*/ 14 h 19"/>
              <a:gd name="T2" fmla="*/ 4 w 9"/>
              <a:gd name="T3" fmla="*/ 19 h 19"/>
              <a:gd name="T4" fmla="*/ 0 w 9"/>
              <a:gd name="T5" fmla="*/ 14 h 19"/>
              <a:gd name="T6" fmla="*/ 0 w 9"/>
              <a:gd name="T7" fmla="*/ 4 h 19"/>
              <a:gd name="T8" fmla="*/ 4 w 9"/>
              <a:gd name="T9" fmla="*/ 0 h 19"/>
              <a:gd name="T10" fmla="*/ 9 w 9"/>
              <a:gd name="T11" fmla="*/ 4 h 19"/>
              <a:gd name="T12" fmla="*/ 9 w 9"/>
              <a:gd name="T13" fmla="*/ 14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19">
                <a:moveTo>
                  <a:pt x="9" y="14"/>
                </a:moveTo>
                <a:cubicBezTo>
                  <a:pt x="9" y="17"/>
                  <a:pt x="7" y="19"/>
                  <a:pt x="4" y="19"/>
                </a:cubicBezTo>
                <a:cubicBezTo>
                  <a:pt x="2" y="19"/>
                  <a:pt x="0" y="17"/>
                  <a:pt x="0" y="14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7" y="0"/>
                  <a:pt x="9" y="2"/>
                  <a:pt x="9" y="4"/>
                </a:cubicBezTo>
                <a:lnTo>
                  <a:pt x="9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9" name="Freeform 100">
            <a:extLst>
              <a:ext uri="{FF2B5EF4-FFF2-40B4-BE49-F238E27FC236}">
                <a16:creationId xmlns:a16="http://schemas.microsoft.com/office/drawing/2014/main" id="{E34CED09-492E-432F-8B2A-473F566805ED}"/>
              </a:ext>
            </a:extLst>
          </p:cNvPr>
          <p:cNvSpPr>
            <a:spLocks/>
          </p:cNvSpPr>
          <p:nvPr/>
        </p:nvSpPr>
        <p:spPr bwMode="auto">
          <a:xfrm>
            <a:off x="10942640" y="920751"/>
            <a:ext cx="165100" cy="169863"/>
          </a:xfrm>
          <a:custGeom>
            <a:avLst/>
            <a:gdLst>
              <a:gd name="T0" fmla="*/ 39 w 39"/>
              <a:gd name="T1" fmla="*/ 40 h 40"/>
              <a:gd name="T2" fmla="*/ 19 w 39"/>
              <a:gd name="T3" fmla="*/ 0 h 40"/>
              <a:gd name="T4" fmla="*/ 0 w 39"/>
              <a:gd name="T5" fmla="*/ 40 h 40"/>
              <a:gd name="T6" fmla="*/ 0 w 39"/>
              <a:gd name="T7" fmla="*/ 40 h 40"/>
              <a:gd name="T8" fmla="*/ 39 w 39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0">
                <a:moveTo>
                  <a:pt x="39" y="40"/>
                </a:moveTo>
                <a:cubicBezTo>
                  <a:pt x="39" y="18"/>
                  <a:pt x="30" y="0"/>
                  <a:pt x="19" y="0"/>
                </a:cubicBezTo>
                <a:cubicBezTo>
                  <a:pt x="9" y="0"/>
                  <a:pt x="0" y="18"/>
                  <a:pt x="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39" y="40"/>
                  <a:pt x="39" y="40"/>
                  <a:pt x="39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0" name="Freeform 101">
            <a:extLst>
              <a:ext uri="{FF2B5EF4-FFF2-40B4-BE49-F238E27FC236}">
                <a16:creationId xmlns:a16="http://schemas.microsoft.com/office/drawing/2014/main" id="{FA087823-677F-4BA8-9344-78116B9E401E}"/>
              </a:ext>
            </a:extLst>
          </p:cNvPr>
          <p:cNvSpPr>
            <a:spLocks/>
          </p:cNvSpPr>
          <p:nvPr/>
        </p:nvSpPr>
        <p:spPr bwMode="auto">
          <a:xfrm>
            <a:off x="10942640" y="1103313"/>
            <a:ext cx="165100" cy="152400"/>
          </a:xfrm>
          <a:custGeom>
            <a:avLst/>
            <a:gdLst>
              <a:gd name="T0" fmla="*/ 0 w 39"/>
              <a:gd name="T1" fmla="*/ 0 h 36"/>
              <a:gd name="T2" fmla="*/ 19 w 39"/>
              <a:gd name="T3" fmla="*/ 36 h 36"/>
              <a:gd name="T4" fmla="*/ 39 w 39"/>
              <a:gd name="T5" fmla="*/ 0 h 36"/>
              <a:gd name="T6" fmla="*/ 0 w 39"/>
              <a:gd name="T7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36">
                <a:moveTo>
                  <a:pt x="0" y="0"/>
                </a:moveTo>
                <a:cubicBezTo>
                  <a:pt x="0" y="22"/>
                  <a:pt x="9" y="36"/>
                  <a:pt x="19" y="36"/>
                </a:cubicBezTo>
                <a:cubicBezTo>
                  <a:pt x="30" y="36"/>
                  <a:pt x="39" y="22"/>
                  <a:pt x="3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1" name="Rectangle 102">
            <a:extLst>
              <a:ext uri="{FF2B5EF4-FFF2-40B4-BE49-F238E27FC236}">
                <a16:creationId xmlns:a16="http://schemas.microsoft.com/office/drawing/2014/main" id="{0D30AE74-BB4A-42C9-8CF2-F6E009099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22015" y="835026"/>
            <a:ext cx="682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2" name="Rectangle 103">
            <a:extLst>
              <a:ext uri="{FF2B5EF4-FFF2-40B4-BE49-F238E27FC236}">
                <a16:creationId xmlns:a16="http://schemas.microsoft.com/office/drawing/2014/main" id="{EC5FB162-9181-4986-B903-23F11FBB4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8515" y="835026"/>
            <a:ext cx="63500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3" name="Freeform 146">
            <a:extLst>
              <a:ext uri="{FF2B5EF4-FFF2-40B4-BE49-F238E27FC236}">
                <a16:creationId xmlns:a16="http://schemas.microsoft.com/office/drawing/2014/main" id="{F3833CD1-F219-4EE1-A0D9-723B1B283BA7}"/>
              </a:ext>
            </a:extLst>
          </p:cNvPr>
          <p:cNvSpPr>
            <a:spLocks/>
          </p:cNvSpPr>
          <p:nvPr/>
        </p:nvSpPr>
        <p:spPr bwMode="auto">
          <a:xfrm>
            <a:off x="9861552" y="1447801"/>
            <a:ext cx="627063" cy="415925"/>
          </a:xfrm>
          <a:custGeom>
            <a:avLst/>
            <a:gdLst>
              <a:gd name="T0" fmla="*/ 148 w 148"/>
              <a:gd name="T1" fmla="*/ 33 h 98"/>
              <a:gd name="T2" fmla="*/ 121 w 148"/>
              <a:gd name="T3" fmla="*/ 30 h 98"/>
              <a:gd name="T4" fmla="*/ 121 w 148"/>
              <a:gd name="T5" fmla="*/ 28 h 98"/>
              <a:gd name="T6" fmla="*/ 118 w 148"/>
              <a:gd name="T7" fmla="*/ 25 h 98"/>
              <a:gd name="T8" fmla="*/ 115 w 148"/>
              <a:gd name="T9" fmla="*/ 28 h 98"/>
              <a:gd name="T10" fmla="*/ 115 w 148"/>
              <a:gd name="T11" fmla="*/ 30 h 98"/>
              <a:gd name="T12" fmla="*/ 101 w 148"/>
              <a:gd name="T13" fmla="*/ 28 h 98"/>
              <a:gd name="T14" fmla="*/ 101 w 148"/>
              <a:gd name="T15" fmla="*/ 24 h 98"/>
              <a:gd name="T16" fmla="*/ 98 w 148"/>
              <a:gd name="T17" fmla="*/ 21 h 98"/>
              <a:gd name="T18" fmla="*/ 96 w 148"/>
              <a:gd name="T19" fmla="*/ 24 h 98"/>
              <a:gd name="T20" fmla="*/ 96 w 148"/>
              <a:gd name="T21" fmla="*/ 28 h 98"/>
              <a:gd name="T22" fmla="*/ 80 w 148"/>
              <a:gd name="T23" fmla="*/ 26 h 98"/>
              <a:gd name="T24" fmla="*/ 80 w 148"/>
              <a:gd name="T25" fmla="*/ 6 h 98"/>
              <a:gd name="T26" fmla="*/ 74 w 148"/>
              <a:gd name="T27" fmla="*/ 0 h 98"/>
              <a:gd name="T28" fmla="*/ 68 w 148"/>
              <a:gd name="T29" fmla="*/ 6 h 98"/>
              <a:gd name="T30" fmla="*/ 68 w 148"/>
              <a:gd name="T31" fmla="*/ 26 h 98"/>
              <a:gd name="T32" fmla="*/ 52 w 148"/>
              <a:gd name="T33" fmla="*/ 28 h 98"/>
              <a:gd name="T34" fmla="*/ 52 w 148"/>
              <a:gd name="T35" fmla="*/ 24 h 98"/>
              <a:gd name="T36" fmla="*/ 50 w 148"/>
              <a:gd name="T37" fmla="*/ 22 h 98"/>
              <a:gd name="T38" fmla="*/ 47 w 148"/>
              <a:gd name="T39" fmla="*/ 24 h 98"/>
              <a:gd name="T40" fmla="*/ 47 w 148"/>
              <a:gd name="T41" fmla="*/ 29 h 98"/>
              <a:gd name="T42" fmla="*/ 33 w 148"/>
              <a:gd name="T43" fmla="*/ 30 h 98"/>
              <a:gd name="T44" fmla="*/ 33 w 148"/>
              <a:gd name="T45" fmla="*/ 28 h 98"/>
              <a:gd name="T46" fmla="*/ 30 w 148"/>
              <a:gd name="T47" fmla="*/ 25 h 98"/>
              <a:gd name="T48" fmla="*/ 28 w 148"/>
              <a:gd name="T49" fmla="*/ 28 h 98"/>
              <a:gd name="T50" fmla="*/ 28 w 148"/>
              <a:gd name="T51" fmla="*/ 30 h 98"/>
              <a:gd name="T52" fmla="*/ 0 w 148"/>
              <a:gd name="T53" fmla="*/ 33 h 98"/>
              <a:gd name="T54" fmla="*/ 0 w 148"/>
              <a:gd name="T55" fmla="*/ 44 h 98"/>
              <a:gd name="T56" fmla="*/ 28 w 148"/>
              <a:gd name="T57" fmla="*/ 45 h 98"/>
              <a:gd name="T58" fmla="*/ 28 w 148"/>
              <a:gd name="T59" fmla="*/ 49 h 98"/>
              <a:gd name="T60" fmla="*/ 30 w 148"/>
              <a:gd name="T61" fmla="*/ 52 h 98"/>
              <a:gd name="T62" fmla="*/ 33 w 148"/>
              <a:gd name="T63" fmla="*/ 49 h 98"/>
              <a:gd name="T64" fmla="*/ 33 w 148"/>
              <a:gd name="T65" fmla="*/ 45 h 98"/>
              <a:gd name="T66" fmla="*/ 47 w 148"/>
              <a:gd name="T67" fmla="*/ 46 h 98"/>
              <a:gd name="T68" fmla="*/ 47 w 148"/>
              <a:gd name="T69" fmla="*/ 50 h 98"/>
              <a:gd name="T70" fmla="*/ 50 w 148"/>
              <a:gd name="T71" fmla="*/ 52 h 98"/>
              <a:gd name="T72" fmla="*/ 52 w 148"/>
              <a:gd name="T73" fmla="*/ 50 h 98"/>
              <a:gd name="T74" fmla="*/ 52 w 148"/>
              <a:gd name="T75" fmla="*/ 46 h 98"/>
              <a:gd name="T76" fmla="*/ 68 w 148"/>
              <a:gd name="T77" fmla="*/ 47 h 98"/>
              <a:gd name="T78" fmla="*/ 68 w 148"/>
              <a:gd name="T79" fmla="*/ 81 h 98"/>
              <a:gd name="T80" fmla="*/ 68 w 148"/>
              <a:gd name="T81" fmla="*/ 82 h 98"/>
              <a:gd name="T82" fmla="*/ 41 w 148"/>
              <a:gd name="T83" fmla="*/ 94 h 98"/>
              <a:gd name="T84" fmla="*/ 71 w 148"/>
              <a:gd name="T85" fmla="*/ 94 h 98"/>
              <a:gd name="T86" fmla="*/ 71 w 148"/>
              <a:gd name="T87" fmla="*/ 98 h 98"/>
              <a:gd name="T88" fmla="*/ 77 w 148"/>
              <a:gd name="T89" fmla="*/ 98 h 98"/>
              <a:gd name="T90" fmla="*/ 77 w 148"/>
              <a:gd name="T91" fmla="*/ 94 h 98"/>
              <a:gd name="T92" fmla="*/ 106 w 148"/>
              <a:gd name="T93" fmla="*/ 94 h 98"/>
              <a:gd name="T94" fmla="*/ 80 w 148"/>
              <a:gd name="T95" fmla="*/ 82 h 98"/>
              <a:gd name="T96" fmla="*/ 80 w 148"/>
              <a:gd name="T97" fmla="*/ 81 h 98"/>
              <a:gd name="T98" fmla="*/ 80 w 148"/>
              <a:gd name="T99" fmla="*/ 47 h 98"/>
              <a:gd name="T100" fmla="*/ 96 w 148"/>
              <a:gd name="T101" fmla="*/ 46 h 98"/>
              <a:gd name="T102" fmla="*/ 96 w 148"/>
              <a:gd name="T103" fmla="*/ 49 h 98"/>
              <a:gd name="T104" fmla="*/ 98 w 148"/>
              <a:gd name="T105" fmla="*/ 52 h 98"/>
              <a:gd name="T106" fmla="*/ 101 w 148"/>
              <a:gd name="T107" fmla="*/ 49 h 98"/>
              <a:gd name="T108" fmla="*/ 101 w 148"/>
              <a:gd name="T109" fmla="*/ 46 h 98"/>
              <a:gd name="T110" fmla="*/ 115 w 148"/>
              <a:gd name="T111" fmla="*/ 45 h 98"/>
              <a:gd name="T112" fmla="*/ 115 w 148"/>
              <a:gd name="T113" fmla="*/ 49 h 98"/>
              <a:gd name="T114" fmla="*/ 118 w 148"/>
              <a:gd name="T115" fmla="*/ 52 h 98"/>
              <a:gd name="T116" fmla="*/ 121 w 148"/>
              <a:gd name="T117" fmla="*/ 49 h 98"/>
              <a:gd name="T118" fmla="*/ 121 w 148"/>
              <a:gd name="T119" fmla="*/ 45 h 98"/>
              <a:gd name="T120" fmla="*/ 148 w 148"/>
              <a:gd name="T121" fmla="*/ 44 h 98"/>
              <a:gd name="T122" fmla="*/ 148 w 148"/>
              <a:gd name="T123" fmla="*/ 3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8" h="98">
                <a:moveTo>
                  <a:pt x="148" y="33"/>
                </a:moveTo>
                <a:cubicBezTo>
                  <a:pt x="121" y="30"/>
                  <a:pt x="121" y="30"/>
                  <a:pt x="121" y="30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6"/>
                  <a:pt x="120" y="25"/>
                  <a:pt x="118" y="25"/>
                </a:cubicBezTo>
                <a:cubicBezTo>
                  <a:pt x="117" y="25"/>
                  <a:pt x="115" y="26"/>
                  <a:pt x="115" y="28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2"/>
                  <a:pt x="100" y="21"/>
                  <a:pt x="98" y="21"/>
                </a:cubicBezTo>
                <a:cubicBezTo>
                  <a:pt x="97" y="21"/>
                  <a:pt x="96" y="22"/>
                  <a:pt x="96" y="24"/>
                </a:cubicBezTo>
                <a:cubicBezTo>
                  <a:pt x="96" y="28"/>
                  <a:pt x="96" y="28"/>
                  <a:pt x="96" y="28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6"/>
                  <a:pt x="80" y="6"/>
                  <a:pt x="80" y="6"/>
                </a:cubicBezTo>
                <a:cubicBezTo>
                  <a:pt x="80" y="3"/>
                  <a:pt x="77" y="0"/>
                  <a:pt x="74" y="0"/>
                </a:cubicBezTo>
                <a:cubicBezTo>
                  <a:pt x="71" y="0"/>
                  <a:pt x="68" y="3"/>
                  <a:pt x="68" y="6"/>
                </a:cubicBezTo>
                <a:cubicBezTo>
                  <a:pt x="68" y="26"/>
                  <a:pt x="68" y="26"/>
                  <a:pt x="68" y="26"/>
                </a:cubicBezTo>
                <a:cubicBezTo>
                  <a:pt x="52" y="28"/>
                  <a:pt x="52" y="28"/>
                  <a:pt x="52" y="28"/>
                </a:cubicBezTo>
                <a:cubicBezTo>
                  <a:pt x="52" y="24"/>
                  <a:pt x="52" y="24"/>
                  <a:pt x="52" y="24"/>
                </a:cubicBezTo>
                <a:cubicBezTo>
                  <a:pt x="52" y="23"/>
                  <a:pt x="51" y="22"/>
                  <a:pt x="50" y="22"/>
                </a:cubicBezTo>
                <a:cubicBezTo>
                  <a:pt x="48" y="22"/>
                  <a:pt x="47" y="23"/>
                  <a:pt x="47" y="24"/>
                </a:cubicBezTo>
                <a:cubicBezTo>
                  <a:pt x="47" y="29"/>
                  <a:pt x="47" y="29"/>
                  <a:pt x="47" y="29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6"/>
                  <a:pt x="32" y="25"/>
                  <a:pt x="30" y="25"/>
                </a:cubicBezTo>
                <a:cubicBezTo>
                  <a:pt x="29" y="25"/>
                  <a:pt x="28" y="26"/>
                  <a:pt x="28" y="28"/>
                </a:cubicBezTo>
                <a:cubicBezTo>
                  <a:pt x="28" y="30"/>
                  <a:pt x="28" y="30"/>
                  <a:pt x="28" y="30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44"/>
                  <a:pt x="0" y="44"/>
                  <a:pt x="0" y="44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9"/>
                  <a:pt x="28" y="49"/>
                  <a:pt x="28" y="49"/>
                </a:cubicBezTo>
                <a:cubicBezTo>
                  <a:pt x="28" y="51"/>
                  <a:pt x="29" y="52"/>
                  <a:pt x="30" y="52"/>
                </a:cubicBezTo>
                <a:cubicBezTo>
                  <a:pt x="32" y="52"/>
                  <a:pt x="33" y="51"/>
                  <a:pt x="33" y="49"/>
                </a:cubicBezTo>
                <a:cubicBezTo>
                  <a:pt x="33" y="45"/>
                  <a:pt x="33" y="45"/>
                  <a:pt x="33" y="45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50"/>
                  <a:pt x="47" y="50"/>
                  <a:pt x="47" y="50"/>
                </a:cubicBezTo>
                <a:cubicBezTo>
                  <a:pt x="47" y="51"/>
                  <a:pt x="48" y="52"/>
                  <a:pt x="50" y="52"/>
                </a:cubicBezTo>
                <a:cubicBezTo>
                  <a:pt x="51" y="52"/>
                  <a:pt x="52" y="51"/>
                  <a:pt x="52" y="50"/>
                </a:cubicBezTo>
                <a:cubicBezTo>
                  <a:pt x="52" y="46"/>
                  <a:pt x="52" y="46"/>
                  <a:pt x="52" y="46"/>
                </a:cubicBezTo>
                <a:cubicBezTo>
                  <a:pt x="68" y="47"/>
                  <a:pt x="68" y="47"/>
                  <a:pt x="68" y="47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82"/>
                  <a:pt x="68" y="82"/>
                  <a:pt x="68" y="82"/>
                </a:cubicBezTo>
                <a:cubicBezTo>
                  <a:pt x="41" y="94"/>
                  <a:pt x="41" y="94"/>
                  <a:pt x="41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71" y="98"/>
                  <a:pt x="71" y="98"/>
                  <a:pt x="71" y="98"/>
                </a:cubicBezTo>
                <a:cubicBezTo>
                  <a:pt x="77" y="98"/>
                  <a:pt x="77" y="98"/>
                  <a:pt x="77" y="98"/>
                </a:cubicBezTo>
                <a:cubicBezTo>
                  <a:pt x="77" y="94"/>
                  <a:pt x="77" y="94"/>
                  <a:pt x="77" y="94"/>
                </a:cubicBezTo>
                <a:cubicBezTo>
                  <a:pt x="106" y="94"/>
                  <a:pt x="106" y="94"/>
                  <a:pt x="106" y="94"/>
                </a:cubicBezTo>
                <a:cubicBezTo>
                  <a:pt x="80" y="82"/>
                  <a:pt x="80" y="82"/>
                  <a:pt x="80" y="82"/>
                </a:cubicBezTo>
                <a:cubicBezTo>
                  <a:pt x="80" y="81"/>
                  <a:pt x="80" y="81"/>
                  <a:pt x="80" y="81"/>
                </a:cubicBezTo>
                <a:cubicBezTo>
                  <a:pt x="80" y="47"/>
                  <a:pt x="80" y="47"/>
                  <a:pt x="80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96" y="49"/>
                  <a:pt x="96" y="49"/>
                  <a:pt x="96" y="49"/>
                </a:cubicBezTo>
                <a:cubicBezTo>
                  <a:pt x="96" y="51"/>
                  <a:pt x="97" y="52"/>
                  <a:pt x="98" y="52"/>
                </a:cubicBezTo>
                <a:cubicBezTo>
                  <a:pt x="100" y="52"/>
                  <a:pt x="101" y="51"/>
                  <a:pt x="101" y="49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15" y="51"/>
                  <a:pt x="117" y="52"/>
                  <a:pt x="118" y="52"/>
                </a:cubicBezTo>
                <a:cubicBezTo>
                  <a:pt x="120" y="52"/>
                  <a:pt x="121" y="51"/>
                  <a:pt x="121" y="49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48" y="44"/>
                  <a:pt x="148" y="44"/>
                  <a:pt x="148" y="44"/>
                </a:cubicBezTo>
                <a:lnTo>
                  <a:pt x="148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4" name="Oval 147">
            <a:extLst>
              <a:ext uri="{FF2B5EF4-FFF2-40B4-BE49-F238E27FC236}">
                <a16:creationId xmlns:a16="http://schemas.microsoft.com/office/drawing/2014/main" id="{D03AA67F-B510-4F21-BED4-1FF6AD55B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5177" y="1876426"/>
            <a:ext cx="508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5" name="Oval 148">
            <a:extLst>
              <a:ext uri="{FF2B5EF4-FFF2-40B4-BE49-F238E27FC236}">
                <a16:creationId xmlns:a16="http://schemas.microsoft.com/office/drawing/2014/main" id="{00C32383-44FE-462A-A1C2-DECAF1FD5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5977" y="1876426"/>
            <a:ext cx="46038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6" name="Freeform 149">
            <a:extLst>
              <a:ext uri="{FF2B5EF4-FFF2-40B4-BE49-F238E27FC236}">
                <a16:creationId xmlns:a16="http://schemas.microsoft.com/office/drawing/2014/main" id="{B9A20ADF-FA97-4C8E-9304-7BEE653E3AE9}"/>
              </a:ext>
            </a:extLst>
          </p:cNvPr>
          <p:cNvSpPr>
            <a:spLocks/>
          </p:cNvSpPr>
          <p:nvPr/>
        </p:nvSpPr>
        <p:spPr bwMode="auto">
          <a:xfrm>
            <a:off x="10874377" y="1812926"/>
            <a:ext cx="203200" cy="68263"/>
          </a:xfrm>
          <a:custGeom>
            <a:avLst/>
            <a:gdLst>
              <a:gd name="T0" fmla="*/ 128 w 128"/>
              <a:gd name="T1" fmla="*/ 43 h 43"/>
              <a:gd name="T2" fmla="*/ 0 w 128"/>
              <a:gd name="T3" fmla="*/ 43 h 43"/>
              <a:gd name="T4" fmla="*/ 0 w 128"/>
              <a:gd name="T5" fmla="*/ 21 h 43"/>
              <a:gd name="T6" fmla="*/ 64 w 128"/>
              <a:gd name="T7" fmla="*/ 0 h 43"/>
              <a:gd name="T8" fmla="*/ 128 w 128"/>
              <a:gd name="T9" fmla="*/ 21 h 43"/>
              <a:gd name="T10" fmla="*/ 128 w 128"/>
              <a:gd name="T11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8" h="43">
                <a:moveTo>
                  <a:pt x="128" y="43"/>
                </a:moveTo>
                <a:lnTo>
                  <a:pt x="0" y="43"/>
                </a:lnTo>
                <a:lnTo>
                  <a:pt x="0" y="21"/>
                </a:lnTo>
                <a:lnTo>
                  <a:pt x="64" y="0"/>
                </a:lnTo>
                <a:lnTo>
                  <a:pt x="128" y="21"/>
                </a:lnTo>
                <a:lnTo>
                  <a:pt x="128" y="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7" name="Freeform 150">
            <a:extLst>
              <a:ext uri="{FF2B5EF4-FFF2-40B4-BE49-F238E27FC236}">
                <a16:creationId xmlns:a16="http://schemas.microsoft.com/office/drawing/2014/main" id="{FB289A74-CD2E-4A9F-842C-40E7960FA426}"/>
              </a:ext>
            </a:extLst>
          </p:cNvPr>
          <p:cNvSpPr>
            <a:spLocks noEditPoints="1"/>
          </p:cNvSpPr>
          <p:nvPr/>
        </p:nvSpPr>
        <p:spPr bwMode="auto">
          <a:xfrm>
            <a:off x="10764840" y="1422401"/>
            <a:ext cx="419100" cy="458788"/>
          </a:xfrm>
          <a:custGeom>
            <a:avLst/>
            <a:gdLst>
              <a:gd name="T0" fmla="*/ 65 w 99"/>
              <a:gd name="T1" fmla="*/ 41 h 108"/>
              <a:gd name="T2" fmla="*/ 65 w 99"/>
              <a:gd name="T3" fmla="*/ 26 h 108"/>
              <a:gd name="T4" fmla="*/ 63 w 99"/>
              <a:gd name="T5" fmla="*/ 23 h 108"/>
              <a:gd name="T6" fmla="*/ 58 w 99"/>
              <a:gd name="T7" fmla="*/ 23 h 108"/>
              <a:gd name="T8" fmla="*/ 50 w 99"/>
              <a:gd name="T9" fmla="*/ 0 h 108"/>
              <a:gd name="T10" fmla="*/ 41 w 99"/>
              <a:gd name="T11" fmla="*/ 23 h 108"/>
              <a:gd name="T12" fmla="*/ 37 w 99"/>
              <a:gd name="T13" fmla="*/ 23 h 108"/>
              <a:gd name="T14" fmla="*/ 35 w 99"/>
              <a:gd name="T15" fmla="*/ 26 h 108"/>
              <a:gd name="T16" fmla="*/ 35 w 99"/>
              <a:gd name="T17" fmla="*/ 26 h 108"/>
              <a:gd name="T18" fmla="*/ 35 w 99"/>
              <a:gd name="T19" fmla="*/ 41 h 108"/>
              <a:gd name="T20" fmla="*/ 0 w 99"/>
              <a:gd name="T21" fmla="*/ 67 h 108"/>
              <a:gd name="T22" fmla="*/ 0 w 99"/>
              <a:gd name="T23" fmla="*/ 77 h 108"/>
              <a:gd name="T24" fmla="*/ 41 w 99"/>
              <a:gd name="T25" fmla="*/ 77 h 108"/>
              <a:gd name="T26" fmla="*/ 41 w 99"/>
              <a:gd name="T27" fmla="*/ 97 h 108"/>
              <a:gd name="T28" fmla="*/ 50 w 99"/>
              <a:gd name="T29" fmla="*/ 108 h 108"/>
              <a:gd name="T30" fmla="*/ 59 w 99"/>
              <a:gd name="T31" fmla="*/ 97 h 108"/>
              <a:gd name="T32" fmla="*/ 59 w 99"/>
              <a:gd name="T33" fmla="*/ 77 h 108"/>
              <a:gd name="T34" fmla="*/ 99 w 99"/>
              <a:gd name="T35" fmla="*/ 77 h 108"/>
              <a:gd name="T36" fmla="*/ 99 w 99"/>
              <a:gd name="T37" fmla="*/ 67 h 108"/>
              <a:gd name="T38" fmla="*/ 65 w 99"/>
              <a:gd name="T39" fmla="*/ 41 h 108"/>
              <a:gd name="T40" fmla="*/ 54 w 99"/>
              <a:gd name="T41" fmla="*/ 34 h 108"/>
              <a:gd name="T42" fmla="*/ 46 w 99"/>
              <a:gd name="T43" fmla="*/ 34 h 108"/>
              <a:gd name="T44" fmla="*/ 46 w 99"/>
              <a:gd name="T45" fmla="*/ 15 h 108"/>
              <a:gd name="T46" fmla="*/ 50 w 99"/>
              <a:gd name="T47" fmla="*/ 7 h 108"/>
              <a:gd name="T48" fmla="*/ 54 w 99"/>
              <a:gd name="T49" fmla="*/ 15 h 108"/>
              <a:gd name="T50" fmla="*/ 54 w 99"/>
              <a:gd name="T51" fmla="*/ 3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9" h="108">
                <a:moveTo>
                  <a:pt x="65" y="41"/>
                </a:moveTo>
                <a:cubicBezTo>
                  <a:pt x="65" y="26"/>
                  <a:pt x="65" y="26"/>
                  <a:pt x="65" y="26"/>
                </a:cubicBezTo>
                <a:cubicBezTo>
                  <a:pt x="65" y="25"/>
                  <a:pt x="64" y="23"/>
                  <a:pt x="63" y="23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14"/>
                  <a:pt x="55" y="0"/>
                  <a:pt x="50" y="0"/>
                </a:cubicBezTo>
                <a:cubicBezTo>
                  <a:pt x="45" y="0"/>
                  <a:pt x="42" y="14"/>
                  <a:pt x="41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5" y="25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41"/>
                  <a:pt x="35" y="41"/>
                  <a:pt x="35" y="41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7"/>
                  <a:pt x="0" y="77"/>
                  <a:pt x="0" y="77"/>
                </a:cubicBezTo>
                <a:cubicBezTo>
                  <a:pt x="41" y="77"/>
                  <a:pt x="41" y="77"/>
                  <a:pt x="41" y="77"/>
                </a:cubicBezTo>
                <a:cubicBezTo>
                  <a:pt x="41" y="97"/>
                  <a:pt x="41" y="97"/>
                  <a:pt x="41" y="97"/>
                </a:cubicBezTo>
                <a:cubicBezTo>
                  <a:pt x="41" y="103"/>
                  <a:pt x="43" y="108"/>
                  <a:pt x="50" y="108"/>
                </a:cubicBezTo>
                <a:cubicBezTo>
                  <a:pt x="56" y="108"/>
                  <a:pt x="59" y="103"/>
                  <a:pt x="59" y="97"/>
                </a:cubicBezTo>
                <a:cubicBezTo>
                  <a:pt x="59" y="77"/>
                  <a:pt x="59" y="77"/>
                  <a:pt x="59" y="77"/>
                </a:cubicBezTo>
                <a:cubicBezTo>
                  <a:pt x="99" y="77"/>
                  <a:pt x="99" y="77"/>
                  <a:pt x="99" y="77"/>
                </a:cubicBezTo>
                <a:cubicBezTo>
                  <a:pt x="99" y="67"/>
                  <a:pt x="99" y="67"/>
                  <a:pt x="99" y="67"/>
                </a:cubicBezTo>
                <a:cubicBezTo>
                  <a:pt x="65" y="41"/>
                  <a:pt x="65" y="41"/>
                  <a:pt x="65" y="41"/>
                </a:cubicBezTo>
                <a:moveTo>
                  <a:pt x="54" y="34"/>
                </a:moveTo>
                <a:cubicBezTo>
                  <a:pt x="46" y="34"/>
                  <a:pt x="46" y="34"/>
                  <a:pt x="46" y="34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5"/>
                  <a:pt x="47" y="7"/>
                  <a:pt x="50" y="7"/>
                </a:cubicBezTo>
                <a:cubicBezTo>
                  <a:pt x="53" y="7"/>
                  <a:pt x="54" y="15"/>
                  <a:pt x="54" y="15"/>
                </a:cubicBezTo>
                <a:cubicBezTo>
                  <a:pt x="54" y="34"/>
                  <a:pt x="54" y="34"/>
                  <a:pt x="54" y="3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8" name="Freeform 151">
            <a:extLst>
              <a:ext uri="{FF2B5EF4-FFF2-40B4-BE49-F238E27FC236}">
                <a16:creationId xmlns:a16="http://schemas.microsoft.com/office/drawing/2014/main" id="{099DD0D9-C5B7-46DA-A464-F3445170E79D}"/>
              </a:ext>
            </a:extLst>
          </p:cNvPr>
          <p:cNvSpPr>
            <a:spLocks/>
          </p:cNvSpPr>
          <p:nvPr/>
        </p:nvSpPr>
        <p:spPr bwMode="auto">
          <a:xfrm>
            <a:off x="10958515" y="1450976"/>
            <a:ext cx="34925" cy="115888"/>
          </a:xfrm>
          <a:custGeom>
            <a:avLst/>
            <a:gdLst>
              <a:gd name="T0" fmla="*/ 4 w 8"/>
              <a:gd name="T1" fmla="*/ 0 h 27"/>
              <a:gd name="T2" fmla="*/ 0 w 8"/>
              <a:gd name="T3" fmla="*/ 8 h 27"/>
              <a:gd name="T4" fmla="*/ 0 w 8"/>
              <a:gd name="T5" fmla="*/ 27 h 27"/>
              <a:gd name="T6" fmla="*/ 8 w 8"/>
              <a:gd name="T7" fmla="*/ 27 h 27"/>
              <a:gd name="T8" fmla="*/ 8 w 8"/>
              <a:gd name="T9" fmla="*/ 8 h 27"/>
              <a:gd name="T10" fmla="*/ 4 w 8"/>
              <a:gd name="T11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27">
                <a:moveTo>
                  <a:pt x="4" y="0"/>
                </a:moveTo>
                <a:cubicBezTo>
                  <a:pt x="1" y="0"/>
                  <a:pt x="0" y="8"/>
                  <a:pt x="0" y="8"/>
                </a:cubicBezTo>
                <a:cubicBezTo>
                  <a:pt x="0" y="27"/>
                  <a:pt x="0" y="27"/>
                  <a:pt x="0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7" y="0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9" name="Freeform 152">
            <a:extLst>
              <a:ext uri="{FF2B5EF4-FFF2-40B4-BE49-F238E27FC236}">
                <a16:creationId xmlns:a16="http://schemas.microsoft.com/office/drawing/2014/main" id="{7AFCA576-1D5B-41B9-8AE8-2BBE855575EF}"/>
              </a:ext>
            </a:extLst>
          </p:cNvPr>
          <p:cNvSpPr>
            <a:spLocks/>
          </p:cNvSpPr>
          <p:nvPr/>
        </p:nvSpPr>
        <p:spPr bwMode="auto">
          <a:xfrm>
            <a:off x="10958515" y="1450976"/>
            <a:ext cx="34925" cy="115888"/>
          </a:xfrm>
          <a:custGeom>
            <a:avLst/>
            <a:gdLst>
              <a:gd name="T0" fmla="*/ 4 w 8"/>
              <a:gd name="T1" fmla="*/ 0 h 27"/>
              <a:gd name="T2" fmla="*/ 0 w 8"/>
              <a:gd name="T3" fmla="*/ 8 h 27"/>
              <a:gd name="T4" fmla="*/ 0 w 8"/>
              <a:gd name="T5" fmla="*/ 8 h 27"/>
              <a:gd name="T6" fmla="*/ 4 w 8"/>
              <a:gd name="T7" fmla="*/ 0 h 27"/>
              <a:gd name="T8" fmla="*/ 8 w 8"/>
              <a:gd name="T9" fmla="*/ 8 h 27"/>
              <a:gd name="T10" fmla="*/ 8 w 8"/>
              <a:gd name="T11" fmla="*/ 27 h 27"/>
              <a:gd name="T12" fmla="*/ 8 w 8"/>
              <a:gd name="T13" fmla="*/ 8 h 27"/>
              <a:gd name="T14" fmla="*/ 4 w 8"/>
              <a:gd name="T15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" h="27">
                <a:moveTo>
                  <a:pt x="4" y="0"/>
                </a:moveTo>
                <a:cubicBezTo>
                  <a:pt x="1" y="0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1" y="0"/>
                  <a:pt x="4" y="0"/>
                </a:cubicBezTo>
                <a:cubicBezTo>
                  <a:pt x="7" y="0"/>
                  <a:pt x="8" y="8"/>
                  <a:pt x="8" y="8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7" y="0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0" name="Freeform 197">
            <a:extLst>
              <a:ext uri="{FF2B5EF4-FFF2-40B4-BE49-F238E27FC236}">
                <a16:creationId xmlns:a16="http://schemas.microsoft.com/office/drawing/2014/main" id="{193FA662-1C40-43BE-B846-C2E52F30C34F}"/>
              </a:ext>
            </a:extLst>
          </p:cNvPr>
          <p:cNvSpPr>
            <a:spLocks noEditPoints="1"/>
          </p:cNvSpPr>
          <p:nvPr/>
        </p:nvSpPr>
        <p:spPr bwMode="auto">
          <a:xfrm>
            <a:off x="9945690" y="2157413"/>
            <a:ext cx="428625" cy="368300"/>
          </a:xfrm>
          <a:custGeom>
            <a:avLst/>
            <a:gdLst>
              <a:gd name="T0" fmla="*/ 18 w 101"/>
              <a:gd name="T1" fmla="*/ 49 h 87"/>
              <a:gd name="T2" fmla="*/ 24 w 101"/>
              <a:gd name="T3" fmla="*/ 47 h 87"/>
              <a:gd name="T4" fmla="*/ 47 w 101"/>
              <a:gd name="T5" fmla="*/ 29 h 87"/>
              <a:gd name="T6" fmla="*/ 64 w 101"/>
              <a:gd name="T7" fmla="*/ 12 h 87"/>
              <a:gd name="T8" fmla="*/ 50 w 101"/>
              <a:gd name="T9" fmla="*/ 0 h 87"/>
              <a:gd name="T10" fmla="*/ 1 w 101"/>
              <a:gd name="T11" fmla="*/ 36 h 87"/>
              <a:gd name="T12" fmla="*/ 6 w 101"/>
              <a:gd name="T13" fmla="*/ 36 h 87"/>
              <a:gd name="T14" fmla="*/ 9 w 101"/>
              <a:gd name="T15" fmla="*/ 49 h 87"/>
              <a:gd name="T16" fmla="*/ 10 w 101"/>
              <a:gd name="T17" fmla="*/ 69 h 87"/>
              <a:gd name="T18" fmla="*/ 17 w 101"/>
              <a:gd name="T19" fmla="*/ 66 h 87"/>
              <a:gd name="T20" fmla="*/ 27 w 101"/>
              <a:gd name="T21" fmla="*/ 57 h 87"/>
              <a:gd name="T22" fmla="*/ 27 w 101"/>
              <a:gd name="T23" fmla="*/ 81 h 87"/>
              <a:gd name="T24" fmla="*/ 42 w 101"/>
              <a:gd name="T25" fmla="*/ 82 h 87"/>
              <a:gd name="T26" fmla="*/ 51 w 101"/>
              <a:gd name="T27" fmla="*/ 87 h 87"/>
              <a:gd name="T28" fmla="*/ 99 w 101"/>
              <a:gd name="T29" fmla="*/ 53 h 87"/>
              <a:gd name="T30" fmla="*/ 92 w 101"/>
              <a:gd name="T31" fmla="*/ 55 h 87"/>
              <a:gd name="T32" fmla="*/ 57 w 101"/>
              <a:gd name="T33" fmla="*/ 81 h 87"/>
              <a:gd name="T34" fmla="*/ 48 w 101"/>
              <a:gd name="T35" fmla="*/ 78 h 87"/>
              <a:gd name="T36" fmla="*/ 54 w 101"/>
              <a:gd name="T37" fmla="*/ 71 h 87"/>
              <a:gd name="T38" fmla="*/ 89 w 101"/>
              <a:gd name="T39" fmla="*/ 53 h 87"/>
              <a:gd name="T40" fmla="*/ 84 w 101"/>
              <a:gd name="T41" fmla="*/ 52 h 87"/>
              <a:gd name="T42" fmla="*/ 79 w 101"/>
              <a:gd name="T43" fmla="*/ 54 h 87"/>
              <a:gd name="T44" fmla="*/ 93 w 101"/>
              <a:gd name="T45" fmla="*/ 25 h 87"/>
              <a:gd name="T46" fmla="*/ 88 w 101"/>
              <a:gd name="T47" fmla="*/ 20 h 87"/>
              <a:gd name="T48" fmla="*/ 76 w 101"/>
              <a:gd name="T49" fmla="*/ 30 h 87"/>
              <a:gd name="T50" fmla="*/ 77 w 101"/>
              <a:gd name="T51" fmla="*/ 22 h 87"/>
              <a:gd name="T52" fmla="*/ 83 w 101"/>
              <a:gd name="T53" fmla="*/ 11 h 87"/>
              <a:gd name="T54" fmla="*/ 66 w 101"/>
              <a:gd name="T55" fmla="*/ 39 h 87"/>
              <a:gd name="T56" fmla="*/ 68 w 101"/>
              <a:gd name="T57" fmla="*/ 40 h 87"/>
              <a:gd name="T58" fmla="*/ 82 w 101"/>
              <a:gd name="T59" fmla="*/ 43 h 87"/>
              <a:gd name="T60" fmla="*/ 47 w 101"/>
              <a:gd name="T61" fmla="*/ 72 h 87"/>
              <a:gd name="T62" fmla="*/ 42 w 101"/>
              <a:gd name="T63" fmla="*/ 78 h 87"/>
              <a:gd name="T64" fmla="*/ 32 w 101"/>
              <a:gd name="T65" fmla="*/ 77 h 87"/>
              <a:gd name="T66" fmla="*/ 35 w 101"/>
              <a:gd name="T67" fmla="*/ 54 h 87"/>
              <a:gd name="T68" fmla="*/ 17 w 101"/>
              <a:gd name="T69" fmla="*/ 59 h 87"/>
              <a:gd name="T70" fmla="*/ 13 w 101"/>
              <a:gd name="T71" fmla="*/ 58 h 87"/>
              <a:gd name="T72" fmla="*/ 29 w 101"/>
              <a:gd name="T73" fmla="*/ 47 h 87"/>
              <a:gd name="T74" fmla="*/ 70 w 101"/>
              <a:gd name="T75" fmla="*/ 8 h 87"/>
              <a:gd name="T76" fmla="*/ 67 w 101"/>
              <a:gd name="T77" fmla="*/ 7 h 87"/>
              <a:gd name="T78" fmla="*/ 37 w 101"/>
              <a:gd name="T79" fmla="*/ 33 h 87"/>
              <a:gd name="T80" fmla="*/ 17 w 101"/>
              <a:gd name="T81" fmla="*/ 37 h 87"/>
              <a:gd name="T82" fmla="*/ 50 w 101"/>
              <a:gd name="T83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1" h="87">
                <a:moveTo>
                  <a:pt x="19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22" y="45"/>
                  <a:pt x="27" y="42"/>
                  <a:pt x="31" y="39"/>
                </a:cubicBezTo>
                <a:cubicBezTo>
                  <a:pt x="29" y="42"/>
                  <a:pt x="26" y="44"/>
                  <a:pt x="24" y="47"/>
                </a:cubicBezTo>
                <a:cubicBezTo>
                  <a:pt x="22" y="48"/>
                  <a:pt x="20" y="49"/>
                  <a:pt x="19" y="49"/>
                </a:cubicBezTo>
                <a:moveTo>
                  <a:pt x="47" y="29"/>
                </a:moveTo>
                <a:cubicBezTo>
                  <a:pt x="50" y="25"/>
                  <a:pt x="63" y="12"/>
                  <a:pt x="64" y="12"/>
                </a:cubicBezTo>
                <a:cubicBezTo>
                  <a:pt x="64" y="12"/>
                  <a:pt x="64" y="12"/>
                  <a:pt x="64" y="12"/>
                </a:cubicBezTo>
                <a:cubicBezTo>
                  <a:pt x="67" y="18"/>
                  <a:pt x="56" y="25"/>
                  <a:pt x="47" y="29"/>
                </a:cubicBezTo>
                <a:moveTo>
                  <a:pt x="50" y="0"/>
                </a:moveTo>
                <a:cubicBezTo>
                  <a:pt x="49" y="0"/>
                  <a:pt x="48" y="0"/>
                  <a:pt x="48" y="0"/>
                </a:cubicBezTo>
                <a:cubicBezTo>
                  <a:pt x="29" y="8"/>
                  <a:pt x="16" y="23"/>
                  <a:pt x="1" y="36"/>
                </a:cubicBezTo>
                <a:cubicBezTo>
                  <a:pt x="0" y="37"/>
                  <a:pt x="1" y="37"/>
                  <a:pt x="2" y="37"/>
                </a:cubicBezTo>
                <a:cubicBezTo>
                  <a:pt x="4" y="37"/>
                  <a:pt x="6" y="37"/>
                  <a:pt x="6" y="36"/>
                </a:cubicBezTo>
                <a:cubicBezTo>
                  <a:pt x="16" y="28"/>
                  <a:pt x="25" y="18"/>
                  <a:pt x="36" y="10"/>
                </a:cubicBezTo>
                <a:cubicBezTo>
                  <a:pt x="23" y="21"/>
                  <a:pt x="5" y="35"/>
                  <a:pt x="9" y="49"/>
                </a:cubicBezTo>
                <a:cubicBezTo>
                  <a:pt x="10" y="50"/>
                  <a:pt x="10" y="51"/>
                  <a:pt x="11" y="52"/>
                </a:cubicBezTo>
                <a:cubicBezTo>
                  <a:pt x="7" y="58"/>
                  <a:pt x="4" y="69"/>
                  <a:pt x="10" y="69"/>
                </a:cubicBezTo>
                <a:cubicBezTo>
                  <a:pt x="11" y="69"/>
                  <a:pt x="12" y="69"/>
                  <a:pt x="14" y="68"/>
                </a:cubicBezTo>
                <a:cubicBezTo>
                  <a:pt x="15" y="68"/>
                  <a:pt x="17" y="67"/>
                  <a:pt x="17" y="66"/>
                </a:cubicBezTo>
                <a:cubicBezTo>
                  <a:pt x="18" y="65"/>
                  <a:pt x="18" y="64"/>
                  <a:pt x="19" y="63"/>
                </a:cubicBezTo>
                <a:cubicBezTo>
                  <a:pt x="21" y="59"/>
                  <a:pt x="24" y="57"/>
                  <a:pt x="27" y="57"/>
                </a:cubicBezTo>
                <a:cubicBezTo>
                  <a:pt x="32" y="57"/>
                  <a:pt x="35" y="64"/>
                  <a:pt x="31" y="67"/>
                </a:cubicBezTo>
                <a:cubicBezTo>
                  <a:pt x="27" y="69"/>
                  <a:pt x="22" y="77"/>
                  <a:pt x="27" y="81"/>
                </a:cubicBezTo>
                <a:cubicBezTo>
                  <a:pt x="30" y="83"/>
                  <a:pt x="33" y="83"/>
                  <a:pt x="36" y="83"/>
                </a:cubicBezTo>
                <a:cubicBezTo>
                  <a:pt x="38" y="83"/>
                  <a:pt x="40" y="83"/>
                  <a:pt x="42" y="82"/>
                </a:cubicBezTo>
                <a:cubicBezTo>
                  <a:pt x="43" y="85"/>
                  <a:pt x="45" y="87"/>
                  <a:pt x="48" y="87"/>
                </a:cubicBezTo>
                <a:cubicBezTo>
                  <a:pt x="49" y="87"/>
                  <a:pt x="50" y="87"/>
                  <a:pt x="51" y="87"/>
                </a:cubicBezTo>
                <a:cubicBezTo>
                  <a:pt x="62" y="85"/>
                  <a:pt x="66" y="75"/>
                  <a:pt x="75" y="70"/>
                </a:cubicBezTo>
                <a:cubicBezTo>
                  <a:pt x="80" y="67"/>
                  <a:pt x="101" y="62"/>
                  <a:pt x="99" y="53"/>
                </a:cubicBezTo>
                <a:cubicBezTo>
                  <a:pt x="98" y="53"/>
                  <a:pt x="98" y="53"/>
                  <a:pt x="97" y="53"/>
                </a:cubicBezTo>
                <a:cubicBezTo>
                  <a:pt x="95" y="53"/>
                  <a:pt x="92" y="54"/>
                  <a:pt x="92" y="55"/>
                </a:cubicBezTo>
                <a:cubicBezTo>
                  <a:pt x="94" y="61"/>
                  <a:pt x="76" y="66"/>
                  <a:pt x="71" y="69"/>
                </a:cubicBezTo>
                <a:cubicBezTo>
                  <a:pt x="65" y="71"/>
                  <a:pt x="61" y="77"/>
                  <a:pt x="57" y="81"/>
                </a:cubicBezTo>
                <a:cubicBezTo>
                  <a:pt x="55" y="83"/>
                  <a:pt x="53" y="83"/>
                  <a:pt x="52" y="83"/>
                </a:cubicBezTo>
                <a:cubicBezTo>
                  <a:pt x="49" y="83"/>
                  <a:pt x="48" y="81"/>
                  <a:pt x="48" y="78"/>
                </a:cubicBezTo>
                <a:cubicBezTo>
                  <a:pt x="50" y="76"/>
                  <a:pt x="52" y="74"/>
                  <a:pt x="53" y="72"/>
                </a:cubicBezTo>
                <a:cubicBezTo>
                  <a:pt x="54" y="71"/>
                  <a:pt x="54" y="71"/>
                  <a:pt x="54" y="71"/>
                </a:cubicBezTo>
                <a:cubicBezTo>
                  <a:pt x="56" y="69"/>
                  <a:pt x="59" y="68"/>
                  <a:pt x="62" y="67"/>
                </a:cubicBezTo>
                <a:cubicBezTo>
                  <a:pt x="72" y="63"/>
                  <a:pt x="80" y="59"/>
                  <a:pt x="89" y="53"/>
                </a:cubicBezTo>
                <a:cubicBezTo>
                  <a:pt x="90" y="52"/>
                  <a:pt x="89" y="52"/>
                  <a:pt x="88" y="52"/>
                </a:cubicBezTo>
                <a:cubicBezTo>
                  <a:pt x="86" y="52"/>
                  <a:pt x="84" y="52"/>
                  <a:pt x="84" y="52"/>
                </a:cubicBezTo>
                <a:cubicBezTo>
                  <a:pt x="76" y="58"/>
                  <a:pt x="67" y="61"/>
                  <a:pt x="58" y="65"/>
                </a:cubicBezTo>
                <a:cubicBezTo>
                  <a:pt x="64" y="60"/>
                  <a:pt x="72" y="58"/>
                  <a:pt x="79" y="54"/>
                </a:cubicBezTo>
                <a:cubicBezTo>
                  <a:pt x="89" y="47"/>
                  <a:pt x="87" y="35"/>
                  <a:pt x="93" y="26"/>
                </a:cubicBezTo>
                <a:cubicBezTo>
                  <a:pt x="94" y="25"/>
                  <a:pt x="94" y="25"/>
                  <a:pt x="93" y="25"/>
                </a:cubicBezTo>
                <a:cubicBezTo>
                  <a:pt x="89" y="23"/>
                  <a:pt x="91" y="22"/>
                  <a:pt x="89" y="20"/>
                </a:cubicBezTo>
                <a:cubicBezTo>
                  <a:pt x="89" y="20"/>
                  <a:pt x="89" y="20"/>
                  <a:pt x="88" y="20"/>
                </a:cubicBezTo>
                <a:cubicBezTo>
                  <a:pt x="87" y="20"/>
                  <a:pt x="85" y="20"/>
                  <a:pt x="85" y="21"/>
                </a:cubicBezTo>
                <a:cubicBezTo>
                  <a:pt x="80" y="23"/>
                  <a:pt x="78" y="26"/>
                  <a:pt x="76" y="30"/>
                </a:cubicBezTo>
                <a:cubicBezTo>
                  <a:pt x="74" y="33"/>
                  <a:pt x="73" y="34"/>
                  <a:pt x="73" y="34"/>
                </a:cubicBezTo>
                <a:cubicBezTo>
                  <a:pt x="72" y="34"/>
                  <a:pt x="77" y="22"/>
                  <a:pt x="77" y="22"/>
                </a:cubicBezTo>
                <a:cubicBezTo>
                  <a:pt x="79" y="19"/>
                  <a:pt x="82" y="15"/>
                  <a:pt x="85" y="12"/>
                </a:cubicBezTo>
                <a:cubicBezTo>
                  <a:pt x="85" y="11"/>
                  <a:pt x="85" y="11"/>
                  <a:pt x="83" y="11"/>
                </a:cubicBezTo>
                <a:cubicBezTo>
                  <a:pt x="82" y="11"/>
                  <a:pt x="80" y="11"/>
                  <a:pt x="79" y="12"/>
                </a:cubicBezTo>
                <a:cubicBezTo>
                  <a:pt x="74" y="19"/>
                  <a:pt x="62" y="30"/>
                  <a:pt x="66" y="39"/>
                </a:cubicBezTo>
                <a:cubicBezTo>
                  <a:pt x="66" y="40"/>
                  <a:pt x="67" y="40"/>
                  <a:pt x="68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78" y="40"/>
                  <a:pt x="79" y="30"/>
                  <a:pt x="85" y="25"/>
                </a:cubicBezTo>
                <a:cubicBezTo>
                  <a:pt x="86" y="30"/>
                  <a:pt x="84" y="38"/>
                  <a:pt x="82" y="43"/>
                </a:cubicBezTo>
                <a:cubicBezTo>
                  <a:pt x="77" y="56"/>
                  <a:pt x="61" y="56"/>
                  <a:pt x="52" y="64"/>
                </a:cubicBezTo>
                <a:cubicBezTo>
                  <a:pt x="51" y="65"/>
                  <a:pt x="49" y="69"/>
                  <a:pt x="47" y="72"/>
                </a:cubicBezTo>
                <a:cubicBezTo>
                  <a:pt x="47" y="72"/>
                  <a:pt x="46" y="72"/>
                  <a:pt x="45" y="73"/>
                </a:cubicBezTo>
                <a:cubicBezTo>
                  <a:pt x="44" y="74"/>
                  <a:pt x="42" y="76"/>
                  <a:pt x="42" y="78"/>
                </a:cubicBezTo>
                <a:cubicBezTo>
                  <a:pt x="41" y="80"/>
                  <a:pt x="39" y="81"/>
                  <a:pt x="38" y="81"/>
                </a:cubicBezTo>
                <a:cubicBezTo>
                  <a:pt x="36" y="81"/>
                  <a:pt x="34" y="79"/>
                  <a:pt x="32" y="77"/>
                </a:cubicBezTo>
                <a:cubicBezTo>
                  <a:pt x="29" y="71"/>
                  <a:pt x="40" y="64"/>
                  <a:pt x="43" y="61"/>
                </a:cubicBezTo>
                <a:cubicBezTo>
                  <a:pt x="48" y="55"/>
                  <a:pt x="38" y="54"/>
                  <a:pt x="35" y="54"/>
                </a:cubicBezTo>
                <a:cubicBezTo>
                  <a:pt x="34" y="54"/>
                  <a:pt x="34" y="54"/>
                  <a:pt x="34" y="54"/>
                </a:cubicBezTo>
                <a:cubicBezTo>
                  <a:pt x="29" y="54"/>
                  <a:pt x="21" y="56"/>
                  <a:pt x="17" y="59"/>
                </a:cubicBezTo>
                <a:cubicBezTo>
                  <a:pt x="15" y="60"/>
                  <a:pt x="13" y="64"/>
                  <a:pt x="13" y="64"/>
                </a:cubicBezTo>
                <a:cubicBezTo>
                  <a:pt x="12" y="64"/>
                  <a:pt x="13" y="62"/>
                  <a:pt x="13" y="58"/>
                </a:cubicBezTo>
                <a:cubicBezTo>
                  <a:pt x="13" y="56"/>
                  <a:pt x="14" y="54"/>
                  <a:pt x="15" y="53"/>
                </a:cubicBezTo>
                <a:cubicBezTo>
                  <a:pt x="20" y="53"/>
                  <a:pt x="26" y="49"/>
                  <a:pt x="29" y="47"/>
                </a:cubicBezTo>
                <a:cubicBezTo>
                  <a:pt x="34" y="43"/>
                  <a:pt x="38" y="38"/>
                  <a:pt x="42" y="34"/>
                </a:cubicBezTo>
                <a:cubicBezTo>
                  <a:pt x="55" y="28"/>
                  <a:pt x="74" y="20"/>
                  <a:pt x="70" y="8"/>
                </a:cubicBezTo>
                <a:cubicBezTo>
                  <a:pt x="70" y="7"/>
                  <a:pt x="69" y="7"/>
                  <a:pt x="68" y="7"/>
                </a:cubicBezTo>
                <a:cubicBezTo>
                  <a:pt x="68" y="7"/>
                  <a:pt x="67" y="7"/>
                  <a:pt x="67" y="7"/>
                </a:cubicBezTo>
                <a:cubicBezTo>
                  <a:pt x="55" y="10"/>
                  <a:pt x="45" y="23"/>
                  <a:pt x="37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29" y="36"/>
                  <a:pt x="23" y="41"/>
                  <a:pt x="16" y="46"/>
                </a:cubicBezTo>
                <a:cubicBezTo>
                  <a:pt x="16" y="43"/>
                  <a:pt x="16" y="39"/>
                  <a:pt x="17" y="37"/>
                </a:cubicBezTo>
                <a:cubicBezTo>
                  <a:pt x="24" y="21"/>
                  <a:pt x="41" y="13"/>
                  <a:pt x="52" y="1"/>
                </a:cubicBezTo>
                <a:cubicBezTo>
                  <a:pt x="53" y="0"/>
                  <a:pt x="52" y="0"/>
                  <a:pt x="5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1" name="Freeform 198">
            <a:extLst>
              <a:ext uri="{FF2B5EF4-FFF2-40B4-BE49-F238E27FC236}">
                <a16:creationId xmlns:a16="http://schemas.microsoft.com/office/drawing/2014/main" id="{AC8BEC44-14FA-4162-B80F-032427956245}"/>
              </a:ext>
            </a:extLst>
          </p:cNvPr>
          <p:cNvSpPr>
            <a:spLocks/>
          </p:cNvSpPr>
          <p:nvPr/>
        </p:nvSpPr>
        <p:spPr bwMode="auto">
          <a:xfrm>
            <a:off x="10064752" y="2173288"/>
            <a:ext cx="127000" cy="111125"/>
          </a:xfrm>
          <a:custGeom>
            <a:avLst/>
            <a:gdLst>
              <a:gd name="T0" fmla="*/ 27 w 30"/>
              <a:gd name="T1" fmla="*/ 0 h 26"/>
              <a:gd name="T2" fmla="*/ 23 w 30"/>
              <a:gd name="T3" fmla="*/ 1 h 26"/>
              <a:gd name="T4" fmla="*/ 0 w 30"/>
              <a:gd name="T5" fmla="*/ 25 h 26"/>
              <a:gd name="T6" fmla="*/ 2 w 30"/>
              <a:gd name="T7" fmla="*/ 26 h 26"/>
              <a:gd name="T8" fmla="*/ 6 w 30"/>
              <a:gd name="T9" fmla="*/ 24 h 26"/>
              <a:gd name="T10" fmla="*/ 28 w 30"/>
              <a:gd name="T11" fmla="*/ 2 h 26"/>
              <a:gd name="T12" fmla="*/ 27 w 30"/>
              <a:gd name="T13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6">
                <a:moveTo>
                  <a:pt x="27" y="0"/>
                </a:moveTo>
                <a:cubicBezTo>
                  <a:pt x="26" y="0"/>
                  <a:pt x="24" y="0"/>
                  <a:pt x="23" y="1"/>
                </a:cubicBezTo>
                <a:cubicBezTo>
                  <a:pt x="15" y="8"/>
                  <a:pt x="3" y="13"/>
                  <a:pt x="0" y="25"/>
                </a:cubicBezTo>
                <a:cubicBezTo>
                  <a:pt x="0" y="26"/>
                  <a:pt x="1" y="26"/>
                  <a:pt x="2" y="26"/>
                </a:cubicBezTo>
                <a:cubicBezTo>
                  <a:pt x="4" y="26"/>
                  <a:pt x="6" y="25"/>
                  <a:pt x="6" y="24"/>
                </a:cubicBezTo>
                <a:cubicBezTo>
                  <a:pt x="9" y="13"/>
                  <a:pt x="21" y="9"/>
                  <a:pt x="28" y="2"/>
                </a:cubicBezTo>
                <a:cubicBezTo>
                  <a:pt x="30" y="1"/>
                  <a:pt x="29" y="0"/>
                  <a:pt x="2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2" name="Freeform 199">
            <a:extLst>
              <a:ext uri="{FF2B5EF4-FFF2-40B4-BE49-F238E27FC236}">
                <a16:creationId xmlns:a16="http://schemas.microsoft.com/office/drawing/2014/main" id="{005C06A3-6284-41B4-A5F3-A1201400D4CB}"/>
              </a:ext>
            </a:extLst>
          </p:cNvPr>
          <p:cNvSpPr>
            <a:spLocks noEditPoints="1"/>
          </p:cNvSpPr>
          <p:nvPr/>
        </p:nvSpPr>
        <p:spPr bwMode="auto">
          <a:xfrm>
            <a:off x="9937752" y="2127251"/>
            <a:ext cx="436563" cy="436563"/>
          </a:xfrm>
          <a:custGeom>
            <a:avLst/>
            <a:gdLst>
              <a:gd name="T0" fmla="*/ 51 w 103"/>
              <a:gd name="T1" fmla="*/ 14 h 103"/>
              <a:gd name="T2" fmla="*/ 89 w 103"/>
              <a:gd name="T3" fmla="*/ 51 h 103"/>
              <a:gd name="T4" fmla="*/ 51 w 103"/>
              <a:gd name="T5" fmla="*/ 88 h 103"/>
              <a:gd name="T6" fmla="*/ 14 w 103"/>
              <a:gd name="T7" fmla="*/ 51 h 103"/>
              <a:gd name="T8" fmla="*/ 51 w 103"/>
              <a:gd name="T9" fmla="*/ 14 h 103"/>
              <a:gd name="T10" fmla="*/ 51 w 103"/>
              <a:gd name="T11" fmla="*/ 0 h 103"/>
              <a:gd name="T12" fmla="*/ 0 w 103"/>
              <a:gd name="T13" fmla="*/ 51 h 103"/>
              <a:gd name="T14" fmla="*/ 51 w 103"/>
              <a:gd name="T15" fmla="*/ 103 h 103"/>
              <a:gd name="T16" fmla="*/ 103 w 103"/>
              <a:gd name="T17" fmla="*/ 51 h 103"/>
              <a:gd name="T18" fmla="*/ 51 w 103"/>
              <a:gd name="T19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3" h="103">
                <a:moveTo>
                  <a:pt x="51" y="14"/>
                </a:moveTo>
                <a:cubicBezTo>
                  <a:pt x="72" y="14"/>
                  <a:pt x="89" y="30"/>
                  <a:pt x="89" y="51"/>
                </a:cubicBezTo>
                <a:cubicBezTo>
                  <a:pt x="89" y="72"/>
                  <a:pt x="72" y="88"/>
                  <a:pt x="51" y="88"/>
                </a:cubicBezTo>
                <a:cubicBezTo>
                  <a:pt x="31" y="88"/>
                  <a:pt x="14" y="72"/>
                  <a:pt x="14" y="51"/>
                </a:cubicBezTo>
                <a:cubicBezTo>
                  <a:pt x="14" y="30"/>
                  <a:pt x="31" y="14"/>
                  <a:pt x="51" y="14"/>
                </a:cubicBezTo>
                <a:moveTo>
                  <a:pt x="51" y="0"/>
                </a:moveTo>
                <a:cubicBezTo>
                  <a:pt x="23" y="0"/>
                  <a:pt x="0" y="23"/>
                  <a:pt x="0" y="51"/>
                </a:cubicBezTo>
                <a:cubicBezTo>
                  <a:pt x="0" y="79"/>
                  <a:pt x="23" y="103"/>
                  <a:pt x="51" y="103"/>
                </a:cubicBezTo>
                <a:cubicBezTo>
                  <a:pt x="80" y="103"/>
                  <a:pt x="103" y="79"/>
                  <a:pt x="103" y="51"/>
                </a:cubicBezTo>
                <a:cubicBezTo>
                  <a:pt x="103" y="23"/>
                  <a:pt x="80" y="0"/>
                  <a:pt x="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3" name="Freeform 200">
            <a:extLst>
              <a:ext uri="{FF2B5EF4-FFF2-40B4-BE49-F238E27FC236}">
                <a16:creationId xmlns:a16="http://schemas.microsoft.com/office/drawing/2014/main" id="{4C1D30E4-FEFC-41BC-9887-CA2ED07562BF}"/>
              </a:ext>
            </a:extLst>
          </p:cNvPr>
          <p:cNvSpPr>
            <a:spLocks noEditPoints="1"/>
          </p:cNvSpPr>
          <p:nvPr/>
        </p:nvSpPr>
        <p:spPr bwMode="auto">
          <a:xfrm>
            <a:off x="10055227" y="2246313"/>
            <a:ext cx="200025" cy="195263"/>
          </a:xfrm>
          <a:custGeom>
            <a:avLst/>
            <a:gdLst>
              <a:gd name="T0" fmla="*/ 23 w 47"/>
              <a:gd name="T1" fmla="*/ 14 h 46"/>
              <a:gd name="T2" fmla="*/ 33 w 47"/>
              <a:gd name="T3" fmla="*/ 23 h 46"/>
              <a:gd name="T4" fmla="*/ 23 w 47"/>
              <a:gd name="T5" fmla="*/ 32 h 46"/>
              <a:gd name="T6" fmla="*/ 14 w 47"/>
              <a:gd name="T7" fmla="*/ 23 h 46"/>
              <a:gd name="T8" fmla="*/ 23 w 47"/>
              <a:gd name="T9" fmla="*/ 14 h 46"/>
              <a:gd name="T10" fmla="*/ 23 w 47"/>
              <a:gd name="T11" fmla="*/ 0 h 46"/>
              <a:gd name="T12" fmla="*/ 0 w 47"/>
              <a:gd name="T13" fmla="*/ 23 h 46"/>
              <a:gd name="T14" fmla="*/ 23 w 47"/>
              <a:gd name="T15" fmla="*/ 46 h 46"/>
              <a:gd name="T16" fmla="*/ 47 w 47"/>
              <a:gd name="T17" fmla="*/ 23 h 46"/>
              <a:gd name="T18" fmla="*/ 23 w 47"/>
              <a:gd name="T1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46">
                <a:moveTo>
                  <a:pt x="23" y="14"/>
                </a:moveTo>
                <a:cubicBezTo>
                  <a:pt x="29" y="14"/>
                  <a:pt x="33" y="18"/>
                  <a:pt x="33" y="23"/>
                </a:cubicBezTo>
                <a:cubicBezTo>
                  <a:pt x="33" y="28"/>
                  <a:pt x="29" y="32"/>
                  <a:pt x="23" y="32"/>
                </a:cubicBezTo>
                <a:cubicBezTo>
                  <a:pt x="18" y="32"/>
                  <a:pt x="14" y="28"/>
                  <a:pt x="14" y="23"/>
                </a:cubicBezTo>
                <a:cubicBezTo>
                  <a:pt x="14" y="18"/>
                  <a:pt x="18" y="14"/>
                  <a:pt x="23" y="14"/>
                </a:cubicBezTo>
                <a:moveTo>
                  <a:pt x="23" y="0"/>
                </a:moveTo>
                <a:cubicBezTo>
                  <a:pt x="10" y="0"/>
                  <a:pt x="0" y="10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7" y="36"/>
                  <a:pt x="47" y="23"/>
                </a:cubicBezTo>
                <a:cubicBezTo>
                  <a:pt x="47" y="10"/>
                  <a:pt x="36" y="0"/>
                  <a:pt x="2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4" name="Freeform 201">
            <a:extLst>
              <a:ext uri="{FF2B5EF4-FFF2-40B4-BE49-F238E27FC236}">
                <a16:creationId xmlns:a16="http://schemas.microsoft.com/office/drawing/2014/main" id="{1AF3C1EB-816D-4F25-B83C-F061E3A6E74D}"/>
              </a:ext>
            </a:extLst>
          </p:cNvPr>
          <p:cNvSpPr>
            <a:spLocks/>
          </p:cNvSpPr>
          <p:nvPr/>
        </p:nvSpPr>
        <p:spPr bwMode="auto">
          <a:xfrm>
            <a:off x="10815640" y="2271713"/>
            <a:ext cx="155575" cy="182563"/>
          </a:xfrm>
          <a:custGeom>
            <a:avLst/>
            <a:gdLst>
              <a:gd name="T0" fmla="*/ 37 w 37"/>
              <a:gd name="T1" fmla="*/ 0 h 43"/>
              <a:gd name="T2" fmla="*/ 0 w 37"/>
              <a:gd name="T3" fmla="*/ 43 h 43"/>
              <a:gd name="T4" fmla="*/ 37 w 37"/>
              <a:gd name="T5" fmla="*/ 43 h 43"/>
              <a:gd name="T6" fmla="*/ 37 w 37"/>
              <a:gd name="T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7" h="43">
                <a:moveTo>
                  <a:pt x="37" y="0"/>
                </a:moveTo>
                <a:cubicBezTo>
                  <a:pt x="16" y="3"/>
                  <a:pt x="0" y="21"/>
                  <a:pt x="0" y="43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0"/>
                  <a:pt x="37" y="0"/>
                  <a:pt x="3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5" name="Freeform 202">
            <a:extLst>
              <a:ext uri="{FF2B5EF4-FFF2-40B4-BE49-F238E27FC236}">
                <a16:creationId xmlns:a16="http://schemas.microsoft.com/office/drawing/2014/main" id="{D8593E31-E158-4FCA-98D9-8DE335A158B9}"/>
              </a:ext>
            </a:extLst>
          </p:cNvPr>
          <p:cNvSpPr>
            <a:spLocks/>
          </p:cNvSpPr>
          <p:nvPr/>
        </p:nvSpPr>
        <p:spPr bwMode="auto">
          <a:xfrm>
            <a:off x="11018840" y="2271713"/>
            <a:ext cx="157163" cy="182563"/>
          </a:xfrm>
          <a:custGeom>
            <a:avLst/>
            <a:gdLst>
              <a:gd name="T0" fmla="*/ 0 w 37"/>
              <a:gd name="T1" fmla="*/ 0 h 43"/>
              <a:gd name="T2" fmla="*/ 0 w 37"/>
              <a:gd name="T3" fmla="*/ 43 h 43"/>
              <a:gd name="T4" fmla="*/ 37 w 37"/>
              <a:gd name="T5" fmla="*/ 43 h 43"/>
              <a:gd name="T6" fmla="*/ 0 w 37"/>
              <a:gd name="T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7" h="43">
                <a:moveTo>
                  <a:pt x="0" y="0"/>
                </a:moveTo>
                <a:cubicBezTo>
                  <a:pt x="0" y="43"/>
                  <a:pt x="0" y="43"/>
                  <a:pt x="0" y="43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21"/>
                  <a:pt x="21" y="3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6" name="Freeform 203">
            <a:extLst>
              <a:ext uri="{FF2B5EF4-FFF2-40B4-BE49-F238E27FC236}">
                <a16:creationId xmlns:a16="http://schemas.microsoft.com/office/drawing/2014/main" id="{63F53C9E-60C5-464E-A470-FD70DC553282}"/>
              </a:ext>
            </a:extLst>
          </p:cNvPr>
          <p:cNvSpPr>
            <a:spLocks/>
          </p:cNvSpPr>
          <p:nvPr/>
        </p:nvSpPr>
        <p:spPr bwMode="auto">
          <a:xfrm>
            <a:off x="10971215" y="2246313"/>
            <a:ext cx="47625" cy="25400"/>
          </a:xfrm>
          <a:custGeom>
            <a:avLst/>
            <a:gdLst>
              <a:gd name="T0" fmla="*/ 11 w 11"/>
              <a:gd name="T1" fmla="*/ 0 h 6"/>
              <a:gd name="T2" fmla="*/ 0 w 11"/>
              <a:gd name="T3" fmla="*/ 0 h 6"/>
              <a:gd name="T4" fmla="*/ 0 w 11"/>
              <a:gd name="T5" fmla="*/ 6 h 6"/>
              <a:gd name="T6" fmla="*/ 5 w 11"/>
              <a:gd name="T7" fmla="*/ 6 h 6"/>
              <a:gd name="T8" fmla="*/ 11 w 11"/>
              <a:gd name="T9" fmla="*/ 6 h 6"/>
              <a:gd name="T10" fmla="*/ 11 w 11"/>
              <a:gd name="T1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6">
                <a:moveTo>
                  <a:pt x="1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2" y="6"/>
                  <a:pt x="3" y="6"/>
                  <a:pt x="5" y="6"/>
                </a:cubicBezTo>
                <a:cubicBezTo>
                  <a:pt x="7" y="6"/>
                  <a:pt x="9" y="6"/>
                  <a:pt x="11" y="6"/>
                </a:cubicBezTo>
                <a:cubicBezTo>
                  <a:pt x="11" y="0"/>
                  <a:pt x="11" y="0"/>
                  <a:pt x="1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7" name="Rectangle 204">
            <a:extLst>
              <a:ext uri="{FF2B5EF4-FFF2-40B4-BE49-F238E27FC236}">
                <a16:creationId xmlns:a16="http://schemas.microsoft.com/office/drawing/2014/main" id="{282F5742-3187-4156-BC7B-A64032443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1215" y="2454276"/>
            <a:ext cx="47625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8" name="Rectangle 206">
            <a:extLst>
              <a:ext uri="{FF2B5EF4-FFF2-40B4-BE49-F238E27FC236}">
                <a16:creationId xmlns:a16="http://schemas.microsoft.com/office/drawing/2014/main" id="{57734B3E-9140-47B4-9DAE-0D1F1321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1215" y="2454276"/>
            <a:ext cx="47625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9" name="Rectangle 207">
            <a:extLst>
              <a:ext uri="{FF2B5EF4-FFF2-40B4-BE49-F238E27FC236}">
                <a16:creationId xmlns:a16="http://schemas.microsoft.com/office/drawing/2014/main" id="{69408337-C957-48BA-ABDD-B641D8773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2940" y="2462214"/>
            <a:ext cx="385763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0" name="Rectangle 208">
            <a:extLst>
              <a:ext uri="{FF2B5EF4-FFF2-40B4-BE49-F238E27FC236}">
                <a16:creationId xmlns:a16="http://schemas.microsoft.com/office/drawing/2014/main" id="{BA43EE87-5943-47BF-9751-31E0A0EDE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3915" y="2279651"/>
            <a:ext cx="22225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1" name="Rectangle 209">
            <a:extLst>
              <a:ext uri="{FF2B5EF4-FFF2-40B4-BE49-F238E27FC236}">
                <a16:creationId xmlns:a16="http://schemas.microsoft.com/office/drawing/2014/main" id="{9A87E0DA-DA26-400C-879E-193F47660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3915" y="2368551"/>
            <a:ext cx="22225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2" name="Freeform 211">
            <a:extLst>
              <a:ext uri="{FF2B5EF4-FFF2-40B4-BE49-F238E27FC236}">
                <a16:creationId xmlns:a16="http://schemas.microsoft.com/office/drawing/2014/main" id="{16F46314-FB85-4EF9-B433-7D82CF7D8E5E}"/>
              </a:ext>
            </a:extLst>
          </p:cNvPr>
          <p:cNvSpPr>
            <a:spLocks/>
          </p:cNvSpPr>
          <p:nvPr/>
        </p:nvSpPr>
        <p:spPr bwMode="auto">
          <a:xfrm>
            <a:off x="10737852" y="2198689"/>
            <a:ext cx="144463" cy="161925"/>
          </a:xfrm>
          <a:custGeom>
            <a:avLst/>
            <a:gdLst>
              <a:gd name="T0" fmla="*/ 34 w 34"/>
              <a:gd name="T1" fmla="*/ 27 h 38"/>
              <a:gd name="T2" fmla="*/ 8 w 34"/>
              <a:gd name="T3" fmla="*/ 0 h 38"/>
              <a:gd name="T4" fmla="*/ 24 w 34"/>
              <a:gd name="T5" fmla="*/ 38 h 38"/>
              <a:gd name="T6" fmla="*/ 34 w 34"/>
              <a:gd name="T7" fmla="*/ 27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8">
                <a:moveTo>
                  <a:pt x="34" y="27"/>
                </a:moveTo>
                <a:cubicBezTo>
                  <a:pt x="34" y="27"/>
                  <a:pt x="8" y="11"/>
                  <a:pt x="8" y="0"/>
                </a:cubicBezTo>
                <a:cubicBezTo>
                  <a:pt x="0" y="2"/>
                  <a:pt x="4" y="30"/>
                  <a:pt x="24" y="38"/>
                </a:cubicBezTo>
                <a:lnTo>
                  <a:pt x="34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3" name="Freeform 255">
            <a:extLst>
              <a:ext uri="{FF2B5EF4-FFF2-40B4-BE49-F238E27FC236}">
                <a16:creationId xmlns:a16="http://schemas.microsoft.com/office/drawing/2014/main" id="{35413768-1359-4432-BF40-1F60B1F16EE4}"/>
              </a:ext>
            </a:extLst>
          </p:cNvPr>
          <p:cNvSpPr>
            <a:spLocks/>
          </p:cNvSpPr>
          <p:nvPr/>
        </p:nvSpPr>
        <p:spPr bwMode="auto">
          <a:xfrm>
            <a:off x="10848977" y="2811464"/>
            <a:ext cx="144463" cy="223838"/>
          </a:xfrm>
          <a:custGeom>
            <a:avLst/>
            <a:gdLst>
              <a:gd name="T0" fmla="*/ 4 w 34"/>
              <a:gd name="T1" fmla="*/ 50 h 53"/>
              <a:gd name="T2" fmla="*/ 6 w 34"/>
              <a:gd name="T3" fmla="*/ 53 h 53"/>
              <a:gd name="T4" fmla="*/ 28 w 34"/>
              <a:gd name="T5" fmla="*/ 53 h 53"/>
              <a:gd name="T6" fmla="*/ 31 w 34"/>
              <a:gd name="T7" fmla="*/ 50 h 53"/>
              <a:gd name="T8" fmla="*/ 28 w 34"/>
              <a:gd name="T9" fmla="*/ 47 h 53"/>
              <a:gd name="T10" fmla="*/ 32 w 34"/>
              <a:gd name="T11" fmla="*/ 30 h 53"/>
              <a:gd name="T12" fmla="*/ 19 w 34"/>
              <a:gd name="T13" fmla="*/ 9 h 53"/>
              <a:gd name="T14" fmla="*/ 22 w 34"/>
              <a:gd name="T15" fmla="*/ 5 h 53"/>
              <a:gd name="T16" fmla="*/ 17 w 34"/>
              <a:gd name="T17" fmla="*/ 0 h 53"/>
              <a:gd name="T18" fmla="*/ 13 w 34"/>
              <a:gd name="T19" fmla="*/ 5 h 53"/>
              <a:gd name="T20" fmla="*/ 15 w 34"/>
              <a:gd name="T21" fmla="*/ 9 h 53"/>
              <a:gd name="T22" fmla="*/ 9 w 34"/>
              <a:gd name="T23" fmla="*/ 18 h 53"/>
              <a:gd name="T24" fmla="*/ 14 w 34"/>
              <a:gd name="T25" fmla="*/ 28 h 53"/>
              <a:gd name="T26" fmla="*/ 13 w 34"/>
              <a:gd name="T27" fmla="*/ 29 h 53"/>
              <a:gd name="T28" fmla="*/ 11 w 34"/>
              <a:gd name="T29" fmla="*/ 28 h 53"/>
              <a:gd name="T30" fmla="*/ 8 w 34"/>
              <a:gd name="T31" fmla="*/ 20 h 53"/>
              <a:gd name="T32" fmla="*/ 2 w 34"/>
              <a:gd name="T33" fmla="*/ 30 h 53"/>
              <a:gd name="T34" fmla="*/ 6 w 34"/>
              <a:gd name="T35" fmla="*/ 47 h 53"/>
              <a:gd name="T36" fmla="*/ 4 w 34"/>
              <a:gd name="T37" fmla="*/ 5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53">
                <a:moveTo>
                  <a:pt x="4" y="50"/>
                </a:moveTo>
                <a:cubicBezTo>
                  <a:pt x="4" y="52"/>
                  <a:pt x="5" y="53"/>
                  <a:pt x="6" y="53"/>
                </a:cubicBezTo>
                <a:cubicBezTo>
                  <a:pt x="9" y="53"/>
                  <a:pt x="25" y="53"/>
                  <a:pt x="28" y="53"/>
                </a:cubicBezTo>
                <a:cubicBezTo>
                  <a:pt x="29" y="53"/>
                  <a:pt x="31" y="52"/>
                  <a:pt x="31" y="50"/>
                </a:cubicBezTo>
                <a:cubicBezTo>
                  <a:pt x="31" y="49"/>
                  <a:pt x="29" y="47"/>
                  <a:pt x="28" y="47"/>
                </a:cubicBezTo>
                <a:cubicBezTo>
                  <a:pt x="33" y="43"/>
                  <a:pt x="34" y="34"/>
                  <a:pt x="32" y="30"/>
                </a:cubicBezTo>
                <a:cubicBezTo>
                  <a:pt x="29" y="23"/>
                  <a:pt x="26" y="19"/>
                  <a:pt x="19" y="9"/>
                </a:cubicBezTo>
                <a:cubicBezTo>
                  <a:pt x="21" y="8"/>
                  <a:pt x="22" y="7"/>
                  <a:pt x="22" y="5"/>
                </a:cubicBezTo>
                <a:cubicBezTo>
                  <a:pt x="22" y="2"/>
                  <a:pt x="20" y="0"/>
                  <a:pt x="17" y="0"/>
                </a:cubicBezTo>
                <a:cubicBezTo>
                  <a:pt x="14" y="0"/>
                  <a:pt x="13" y="2"/>
                  <a:pt x="13" y="5"/>
                </a:cubicBezTo>
                <a:cubicBezTo>
                  <a:pt x="13" y="7"/>
                  <a:pt x="13" y="8"/>
                  <a:pt x="15" y="9"/>
                </a:cubicBezTo>
                <a:cubicBezTo>
                  <a:pt x="13" y="12"/>
                  <a:pt x="11" y="16"/>
                  <a:pt x="9" y="1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5" y="29"/>
                  <a:pt x="13" y="29"/>
                </a:cubicBezTo>
                <a:cubicBezTo>
                  <a:pt x="12" y="29"/>
                  <a:pt x="11" y="28"/>
                  <a:pt x="11" y="28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3"/>
                  <a:pt x="3" y="26"/>
                  <a:pt x="2" y="30"/>
                </a:cubicBezTo>
                <a:cubicBezTo>
                  <a:pt x="0" y="34"/>
                  <a:pt x="2" y="43"/>
                  <a:pt x="6" y="47"/>
                </a:cubicBezTo>
                <a:cubicBezTo>
                  <a:pt x="5" y="47"/>
                  <a:pt x="4" y="49"/>
                  <a:pt x="4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4" name="Freeform 256">
            <a:extLst>
              <a:ext uri="{FF2B5EF4-FFF2-40B4-BE49-F238E27FC236}">
                <a16:creationId xmlns:a16="http://schemas.microsoft.com/office/drawing/2014/main" id="{DB8CADC6-0D8C-4DB7-950E-67479C8A7E88}"/>
              </a:ext>
            </a:extLst>
          </p:cNvPr>
          <p:cNvSpPr>
            <a:spLocks/>
          </p:cNvSpPr>
          <p:nvPr/>
        </p:nvSpPr>
        <p:spPr bwMode="auto">
          <a:xfrm>
            <a:off x="10831515" y="3260726"/>
            <a:ext cx="177800" cy="25400"/>
          </a:xfrm>
          <a:custGeom>
            <a:avLst/>
            <a:gdLst>
              <a:gd name="T0" fmla="*/ 2 w 42"/>
              <a:gd name="T1" fmla="*/ 6 h 6"/>
              <a:gd name="T2" fmla="*/ 20 w 42"/>
              <a:gd name="T3" fmla="*/ 6 h 6"/>
              <a:gd name="T4" fmla="*/ 40 w 42"/>
              <a:gd name="T5" fmla="*/ 6 h 6"/>
              <a:gd name="T6" fmla="*/ 42 w 42"/>
              <a:gd name="T7" fmla="*/ 3 h 6"/>
              <a:gd name="T8" fmla="*/ 39 w 42"/>
              <a:gd name="T9" fmla="*/ 0 h 6"/>
              <a:gd name="T10" fmla="*/ 22 w 42"/>
              <a:gd name="T11" fmla="*/ 0 h 6"/>
              <a:gd name="T12" fmla="*/ 18 w 42"/>
              <a:gd name="T13" fmla="*/ 0 h 6"/>
              <a:gd name="T14" fmla="*/ 3 w 42"/>
              <a:gd name="T15" fmla="*/ 0 h 6"/>
              <a:gd name="T16" fmla="*/ 1 w 42"/>
              <a:gd name="T17" fmla="*/ 3 h 6"/>
              <a:gd name="T18" fmla="*/ 2 w 42"/>
              <a:gd name="T1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6">
                <a:moveTo>
                  <a:pt x="2" y="6"/>
                </a:moveTo>
                <a:cubicBezTo>
                  <a:pt x="3" y="6"/>
                  <a:pt x="14" y="6"/>
                  <a:pt x="20" y="6"/>
                </a:cubicBezTo>
                <a:cubicBezTo>
                  <a:pt x="26" y="6"/>
                  <a:pt x="39" y="6"/>
                  <a:pt x="40" y="6"/>
                </a:cubicBezTo>
                <a:cubicBezTo>
                  <a:pt x="40" y="6"/>
                  <a:pt x="42" y="5"/>
                  <a:pt x="42" y="3"/>
                </a:cubicBezTo>
                <a:cubicBezTo>
                  <a:pt x="41" y="1"/>
                  <a:pt x="39" y="0"/>
                  <a:pt x="39" y="0"/>
                </a:cubicBezTo>
                <a:cubicBezTo>
                  <a:pt x="38" y="0"/>
                  <a:pt x="28" y="0"/>
                  <a:pt x="22" y="0"/>
                </a:cubicBezTo>
                <a:cubicBezTo>
                  <a:pt x="22" y="0"/>
                  <a:pt x="20" y="0"/>
                  <a:pt x="18" y="0"/>
                </a:cubicBezTo>
                <a:cubicBezTo>
                  <a:pt x="12" y="0"/>
                  <a:pt x="4" y="0"/>
                  <a:pt x="3" y="0"/>
                </a:cubicBezTo>
                <a:cubicBezTo>
                  <a:pt x="3" y="0"/>
                  <a:pt x="1" y="1"/>
                  <a:pt x="1" y="3"/>
                </a:cubicBezTo>
                <a:cubicBezTo>
                  <a:pt x="0" y="5"/>
                  <a:pt x="2" y="6"/>
                  <a:pt x="2" y="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5" name="Freeform 257">
            <a:extLst>
              <a:ext uri="{FF2B5EF4-FFF2-40B4-BE49-F238E27FC236}">
                <a16:creationId xmlns:a16="http://schemas.microsoft.com/office/drawing/2014/main" id="{53FAB62D-D901-4BBB-BDBC-8831A8CD4960}"/>
              </a:ext>
            </a:extLst>
          </p:cNvPr>
          <p:cNvSpPr>
            <a:spLocks/>
          </p:cNvSpPr>
          <p:nvPr/>
        </p:nvSpPr>
        <p:spPr bwMode="auto">
          <a:xfrm>
            <a:off x="10806115" y="3371851"/>
            <a:ext cx="225425" cy="28575"/>
          </a:xfrm>
          <a:custGeom>
            <a:avLst/>
            <a:gdLst>
              <a:gd name="T0" fmla="*/ 52 w 53"/>
              <a:gd name="T1" fmla="*/ 3 h 7"/>
              <a:gd name="T2" fmla="*/ 50 w 53"/>
              <a:gd name="T3" fmla="*/ 0 h 7"/>
              <a:gd name="T4" fmla="*/ 3 w 53"/>
              <a:gd name="T5" fmla="*/ 0 h 7"/>
              <a:gd name="T6" fmla="*/ 1 w 53"/>
              <a:gd name="T7" fmla="*/ 2 h 7"/>
              <a:gd name="T8" fmla="*/ 0 w 53"/>
              <a:gd name="T9" fmla="*/ 7 h 7"/>
              <a:gd name="T10" fmla="*/ 53 w 53"/>
              <a:gd name="T11" fmla="*/ 7 h 7"/>
              <a:gd name="T12" fmla="*/ 52 w 53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7">
                <a:moveTo>
                  <a:pt x="52" y="3"/>
                </a:moveTo>
                <a:cubicBezTo>
                  <a:pt x="52" y="1"/>
                  <a:pt x="50" y="0"/>
                  <a:pt x="5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1" y="1"/>
                  <a:pt x="1" y="2"/>
                </a:cubicBezTo>
                <a:cubicBezTo>
                  <a:pt x="0" y="4"/>
                  <a:pt x="0" y="7"/>
                  <a:pt x="0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4"/>
                  <a:pt x="52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6" name="Freeform 258">
            <a:extLst>
              <a:ext uri="{FF2B5EF4-FFF2-40B4-BE49-F238E27FC236}">
                <a16:creationId xmlns:a16="http://schemas.microsoft.com/office/drawing/2014/main" id="{32ED0D58-1153-4210-BCF2-ED412F72CE88}"/>
              </a:ext>
            </a:extLst>
          </p:cNvPr>
          <p:cNvSpPr>
            <a:spLocks/>
          </p:cNvSpPr>
          <p:nvPr/>
        </p:nvSpPr>
        <p:spPr bwMode="auto">
          <a:xfrm>
            <a:off x="10823577" y="3290889"/>
            <a:ext cx="195263" cy="76200"/>
          </a:xfrm>
          <a:custGeom>
            <a:avLst/>
            <a:gdLst>
              <a:gd name="T0" fmla="*/ 117 w 123"/>
              <a:gd name="T1" fmla="*/ 0 h 48"/>
              <a:gd name="T2" fmla="*/ 8 w 123"/>
              <a:gd name="T3" fmla="*/ 0 h 48"/>
              <a:gd name="T4" fmla="*/ 0 w 123"/>
              <a:gd name="T5" fmla="*/ 48 h 48"/>
              <a:gd name="T6" fmla="*/ 123 w 123"/>
              <a:gd name="T7" fmla="*/ 48 h 48"/>
              <a:gd name="T8" fmla="*/ 117 w 123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8">
                <a:moveTo>
                  <a:pt x="117" y="0"/>
                </a:moveTo>
                <a:lnTo>
                  <a:pt x="8" y="0"/>
                </a:lnTo>
                <a:lnTo>
                  <a:pt x="0" y="48"/>
                </a:lnTo>
                <a:lnTo>
                  <a:pt x="123" y="48"/>
                </a:lnTo>
                <a:lnTo>
                  <a:pt x="11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7" name="Freeform 259">
            <a:extLst>
              <a:ext uri="{FF2B5EF4-FFF2-40B4-BE49-F238E27FC236}">
                <a16:creationId xmlns:a16="http://schemas.microsoft.com/office/drawing/2014/main" id="{FB2A8434-FFD6-46E0-85CB-E1204B1BECA6}"/>
              </a:ext>
            </a:extLst>
          </p:cNvPr>
          <p:cNvSpPr>
            <a:spLocks/>
          </p:cNvSpPr>
          <p:nvPr/>
        </p:nvSpPr>
        <p:spPr bwMode="auto">
          <a:xfrm>
            <a:off x="10823577" y="3290889"/>
            <a:ext cx="195263" cy="76200"/>
          </a:xfrm>
          <a:custGeom>
            <a:avLst/>
            <a:gdLst>
              <a:gd name="T0" fmla="*/ 117 w 123"/>
              <a:gd name="T1" fmla="*/ 0 h 48"/>
              <a:gd name="T2" fmla="*/ 8 w 123"/>
              <a:gd name="T3" fmla="*/ 0 h 48"/>
              <a:gd name="T4" fmla="*/ 0 w 123"/>
              <a:gd name="T5" fmla="*/ 48 h 48"/>
              <a:gd name="T6" fmla="*/ 123 w 123"/>
              <a:gd name="T7" fmla="*/ 48 h 48"/>
              <a:gd name="T8" fmla="*/ 117 w 123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8">
                <a:moveTo>
                  <a:pt x="117" y="0"/>
                </a:moveTo>
                <a:lnTo>
                  <a:pt x="8" y="0"/>
                </a:lnTo>
                <a:lnTo>
                  <a:pt x="0" y="48"/>
                </a:lnTo>
                <a:lnTo>
                  <a:pt x="123" y="48"/>
                </a:lnTo>
                <a:lnTo>
                  <a:pt x="11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8" name="Rectangle 260">
            <a:extLst>
              <a:ext uri="{FF2B5EF4-FFF2-40B4-BE49-F238E27FC236}">
                <a16:creationId xmlns:a16="http://schemas.microsoft.com/office/drawing/2014/main" id="{94411AB3-ABF9-46E9-820E-6AD49BC45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2315" y="3040064"/>
            <a:ext cx="76200" cy="730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9" name="Freeform 261">
            <a:extLst>
              <a:ext uri="{FF2B5EF4-FFF2-40B4-BE49-F238E27FC236}">
                <a16:creationId xmlns:a16="http://schemas.microsoft.com/office/drawing/2014/main" id="{11AE0555-A83A-4D7C-80F2-B5117F631E5C}"/>
              </a:ext>
            </a:extLst>
          </p:cNvPr>
          <p:cNvSpPr>
            <a:spLocks noEditPoints="1"/>
          </p:cNvSpPr>
          <p:nvPr/>
        </p:nvSpPr>
        <p:spPr bwMode="auto">
          <a:xfrm>
            <a:off x="10848977" y="3121026"/>
            <a:ext cx="144463" cy="136525"/>
          </a:xfrm>
          <a:custGeom>
            <a:avLst/>
            <a:gdLst>
              <a:gd name="T0" fmla="*/ 26 w 34"/>
              <a:gd name="T1" fmla="*/ 0 h 32"/>
              <a:gd name="T2" fmla="*/ 8 w 34"/>
              <a:gd name="T3" fmla="*/ 0 h 32"/>
              <a:gd name="T4" fmla="*/ 0 w 34"/>
              <a:gd name="T5" fmla="*/ 32 h 32"/>
              <a:gd name="T6" fmla="*/ 34 w 34"/>
              <a:gd name="T7" fmla="*/ 32 h 32"/>
              <a:gd name="T8" fmla="*/ 26 w 34"/>
              <a:gd name="T9" fmla="*/ 0 h 32"/>
              <a:gd name="T10" fmla="*/ 19 w 34"/>
              <a:gd name="T11" fmla="*/ 3 h 32"/>
              <a:gd name="T12" fmla="*/ 23 w 34"/>
              <a:gd name="T13" fmla="*/ 3 h 32"/>
              <a:gd name="T14" fmla="*/ 29 w 34"/>
              <a:gd name="T15" fmla="*/ 30 h 32"/>
              <a:gd name="T16" fmla="*/ 25 w 34"/>
              <a:gd name="T17" fmla="*/ 30 h 32"/>
              <a:gd name="T18" fmla="*/ 19 w 34"/>
              <a:gd name="T19" fmla="*/ 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2">
                <a:moveTo>
                  <a:pt x="26" y="0"/>
                </a:moveTo>
                <a:cubicBezTo>
                  <a:pt x="8" y="0"/>
                  <a:pt x="8" y="0"/>
                  <a:pt x="8" y="0"/>
                </a:cubicBezTo>
                <a:cubicBezTo>
                  <a:pt x="7" y="10"/>
                  <a:pt x="5" y="23"/>
                  <a:pt x="0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0" y="23"/>
                  <a:pt x="27" y="10"/>
                  <a:pt x="26" y="0"/>
                </a:cubicBezTo>
                <a:close/>
                <a:moveTo>
                  <a:pt x="19" y="3"/>
                </a:move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5" y="21"/>
                  <a:pt x="29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0" y="20"/>
                  <a:pt x="19" y="4"/>
                  <a:pt x="19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0" name="Freeform 262">
            <a:extLst>
              <a:ext uri="{FF2B5EF4-FFF2-40B4-BE49-F238E27FC236}">
                <a16:creationId xmlns:a16="http://schemas.microsoft.com/office/drawing/2014/main" id="{FAE824AC-5556-419B-A1DE-CA5DB3FE7B9C}"/>
              </a:ext>
            </a:extLst>
          </p:cNvPr>
          <p:cNvSpPr>
            <a:spLocks/>
          </p:cNvSpPr>
          <p:nvPr/>
        </p:nvSpPr>
        <p:spPr bwMode="auto">
          <a:xfrm>
            <a:off x="9988552" y="3257551"/>
            <a:ext cx="198438" cy="20638"/>
          </a:xfrm>
          <a:custGeom>
            <a:avLst/>
            <a:gdLst>
              <a:gd name="T0" fmla="*/ 2 w 47"/>
              <a:gd name="T1" fmla="*/ 5 h 5"/>
              <a:gd name="T2" fmla="*/ 22 w 47"/>
              <a:gd name="T3" fmla="*/ 5 h 5"/>
              <a:gd name="T4" fmla="*/ 45 w 47"/>
              <a:gd name="T5" fmla="*/ 5 h 5"/>
              <a:gd name="T6" fmla="*/ 47 w 47"/>
              <a:gd name="T7" fmla="*/ 2 h 5"/>
              <a:gd name="T8" fmla="*/ 44 w 47"/>
              <a:gd name="T9" fmla="*/ 0 h 5"/>
              <a:gd name="T10" fmla="*/ 24 w 47"/>
              <a:gd name="T11" fmla="*/ 0 h 5"/>
              <a:gd name="T12" fmla="*/ 20 w 47"/>
              <a:gd name="T13" fmla="*/ 0 h 5"/>
              <a:gd name="T14" fmla="*/ 3 w 47"/>
              <a:gd name="T15" fmla="*/ 0 h 5"/>
              <a:gd name="T16" fmla="*/ 1 w 47"/>
              <a:gd name="T17" fmla="*/ 2 h 5"/>
              <a:gd name="T18" fmla="*/ 2 w 47"/>
              <a:gd name="T1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5">
                <a:moveTo>
                  <a:pt x="2" y="5"/>
                </a:moveTo>
                <a:cubicBezTo>
                  <a:pt x="3" y="5"/>
                  <a:pt x="16" y="5"/>
                  <a:pt x="22" y="5"/>
                </a:cubicBezTo>
                <a:cubicBezTo>
                  <a:pt x="29" y="5"/>
                  <a:pt x="45" y="5"/>
                  <a:pt x="45" y="5"/>
                </a:cubicBezTo>
                <a:cubicBezTo>
                  <a:pt x="46" y="5"/>
                  <a:pt x="47" y="4"/>
                  <a:pt x="47" y="2"/>
                </a:cubicBezTo>
                <a:cubicBezTo>
                  <a:pt x="47" y="0"/>
                  <a:pt x="45" y="0"/>
                  <a:pt x="44" y="0"/>
                </a:cubicBezTo>
                <a:cubicBezTo>
                  <a:pt x="44" y="0"/>
                  <a:pt x="31" y="0"/>
                  <a:pt x="24" y="0"/>
                </a:cubicBezTo>
                <a:cubicBezTo>
                  <a:pt x="24" y="0"/>
                  <a:pt x="23" y="0"/>
                  <a:pt x="20" y="0"/>
                </a:cubicBezTo>
                <a:cubicBezTo>
                  <a:pt x="14" y="0"/>
                  <a:pt x="4" y="0"/>
                  <a:pt x="3" y="0"/>
                </a:cubicBezTo>
                <a:cubicBezTo>
                  <a:pt x="3" y="0"/>
                  <a:pt x="1" y="0"/>
                  <a:pt x="1" y="2"/>
                </a:cubicBezTo>
                <a:cubicBezTo>
                  <a:pt x="0" y="4"/>
                  <a:pt x="2" y="5"/>
                  <a:pt x="2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1" name="Freeform 263">
            <a:extLst>
              <a:ext uri="{FF2B5EF4-FFF2-40B4-BE49-F238E27FC236}">
                <a16:creationId xmlns:a16="http://schemas.microsoft.com/office/drawing/2014/main" id="{6F7BB99E-63D6-4E95-8BD7-1D98B936E0AA}"/>
              </a:ext>
            </a:extLst>
          </p:cNvPr>
          <p:cNvSpPr>
            <a:spLocks noEditPoints="1"/>
          </p:cNvSpPr>
          <p:nvPr/>
        </p:nvSpPr>
        <p:spPr bwMode="auto">
          <a:xfrm>
            <a:off x="10004427" y="2913064"/>
            <a:ext cx="169863" cy="339725"/>
          </a:xfrm>
          <a:custGeom>
            <a:avLst/>
            <a:gdLst>
              <a:gd name="T0" fmla="*/ 40 w 40"/>
              <a:gd name="T1" fmla="*/ 80 h 80"/>
              <a:gd name="T2" fmla="*/ 27 w 40"/>
              <a:gd name="T3" fmla="*/ 37 h 80"/>
              <a:gd name="T4" fmla="*/ 33 w 40"/>
              <a:gd name="T5" fmla="*/ 37 h 80"/>
              <a:gd name="T6" fmla="*/ 35 w 40"/>
              <a:gd name="T7" fmla="*/ 34 h 80"/>
              <a:gd name="T8" fmla="*/ 33 w 40"/>
              <a:gd name="T9" fmla="*/ 31 h 80"/>
              <a:gd name="T10" fmla="*/ 26 w 40"/>
              <a:gd name="T11" fmla="*/ 31 h 80"/>
              <a:gd name="T12" fmla="*/ 26 w 40"/>
              <a:gd name="T13" fmla="*/ 31 h 80"/>
              <a:gd name="T14" fmla="*/ 36 w 40"/>
              <a:gd name="T15" fmla="*/ 16 h 80"/>
              <a:gd name="T16" fmla="*/ 19 w 40"/>
              <a:gd name="T17" fmla="*/ 0 h 80"/>
              <a:gd name="T18" fmla="*/ 3 w 40"/>
              <a:gd name="T19" fmla="*/ 16 h 80"/>
              <a:gd name="T20" fmla="*/ 12 w 40"/>
              <a:gd name="T21" fmla="*/ 31 h 80"/>
              <a:gd name="T22" fmla="*/ 12 w 40"/>
              <a:gd name="T23" fmla="*/ 31 h 80"/>
              <a:gd name="T24" fmla="*/ 6 w 40"/>
              <a:gd name="T25" fmla="*/ 31 h 80"/>
              <a:gd name="T26" fmla="*/ 3 w 40"/>
              <a:gd name="T27" fmla="*/ 34 h 80"/>
              <a:gd name="T28" fmla="*/ 6 w 40"/>
              <a:gd name="T29" fmla="*/ 37 h 80"/>
              <a:gd name="T30" fmla="*/ 11 w 40"/>
              <a:gd name="T31" fmla="*/ 37 h 80"/>
              <a:gd name="T32" fmla="*/ 0 w 40"/>
              <a:gd name="T33" fmla="*/ 80 h 80"/>
              <a:gd name="T34" fmla="*/ 40 w 40"/>
              <a:gd name="T35" fmla="*/ 80 h 80"/>
              <a:gd name="T36" fmla="*/ 27 w 40"/>
              <a:gd name="T37" fmla="*/ 49 h 80"/>
              <a:gd name="T38" fmla="*/ 33 w 40"/>
              <a:gd name="T39" fmla="*/ 75 h 80"/>
              <a:gd name="T40" fmla="*/ 31 w 40"/>
              <a:gd name="T41" fmla="*/ 76 h 80"/>
              <a:gd name="T42" fmla="*/ 24 w 40"/>
              <a:gd name="T43" fmla="*/ 50 h 80"/>
              <a:gd name="T44" fmla="*/ 27 w 40"/>
              <a:gd name="T45" fmla="*/ 49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0" h="80">
                <a:moveTo>
                  <a:pt x="40" y="80"/>
                </a:moveTo>
                <a:cubicBezTo>
                  <a:pt x="35" y="71"/>
                  <a:pt x="29" y="47"/>
                  <a:pt x="27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5" y="35"/>
                  <a:pt x="35" y="34"/>
                </a:cubicBezTo>
                <a:cubicBezTo>
                  <a:pt x="35" y="32"/>
                  <a:pt x="34" y="31"/>
                  <a:pt x="33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32" y="28"/>
                  <a:pt x="36" y="23"/>
                  <a:pt x="36" y="16"/>
                </a:cubicBezTo>
                <a:cubicBezTo>
                  <a:pt x="36" y="7"/>
                  <a:pt x="28" y="0"/>
                  <a:pt x="19" y="0"/>
                </a:cubicBezTo>
                <a:cubicBezTo>
                  <a:pt x="10" y="0"/>
                  <a:pt x="3" y="7"/>
                  <a:pt x="3" y="16"/>
                </a:cubicBezTo>
                <a:cubicBezTo>
                  <a:pt x="3" y="23"/>
                  <a:pt x="7" y="28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4" y="31"/>
                  <a:pt x="3" y="32"/>
                  <a:pt x="3" y="34"/>
                </a:cubicBezTo>
                <a:cubicBezTo>
                  <a:pt x="3" y="35"/>
                  <a:pt x="4" y="37"/>
                  <a:pt x="6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9" y="47"/>
                  <a:pt x="5" y="70"/>
                  <a:pt x="0" y="80"/>
                </a:cubicBezTo>
                <a:lnTo>
                  <a:pt x="40" y="80"/>
                </a:lnTo>
                <a:close/>
                <a:moveTo>
                  <a:pt x="27" y="49"/>
                </a:moveTo>
                <a:cubicBezTo>
                  <a:pt x="27" y="50"/>
                  <a:pt x="28" y="65"/>
                  <a:pt x="33" y="75"/>
                </a:cubicBezTo>
                <a:cubicBezTo>
                  <a:pt x="31" y="76"/>
                  <a:pt x="31" y="76"/>
                  <a:pt x="31" y="76"/>
                </a:cubicBezTo>
                <a:cubicBezTo>
                  <a:pt x="25" y="66"/>
                  <a:pt x="24" y="50"/>
                  <a:pt x="24" y="50"/>
                </a:cubicBezTo>
                <a:lnTo>
                  <a:pt x="27" y="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2" name="Freeform 264">
            <a:extLst>
              <a:ext uri="{FF2B5EF4-FFF2-40B4-BE49-F238E27FC236}">
                <a16:creationId xmlns:a16="http://schemas.microsoft.com/office/drawing/2014/main" id="{D509BA36-745E-4884-9AAE-D545E658A9DF}"/>
              </a:ext>
            </a:extLst>
          </p:cNvPr>
          <p:cNvSpPr>
            <a:spLocks/>
          </p:cNvSpPr>
          <p:nvPr/>
        </p:nvSpPr>
        <p:spPr bwMode="auto">
          <a:xfrm>
            <a:off x="9975852" y="3362326"/>
            <a:ext cx="223838" cy="30163"/>
          </a:xfrm>
          <a:custGeom>
            <a:avLst/>
            <a:gdLst>
              <a:gd name="T0" fmla="*/ 52 w 53"/>
              <a:gd name="T1" fmla="*/ 3 h 7"/>
              <a:gd name="T2" fmla="*/ 50 w 53"/>
              <a:gd name="T3" fmla="*/ 0 h 7"/>
              <a:gd name="T4" fmla="*/ 3 w 53"/>
              <a:gd name="T5" fmla="*/ 0 h 7"/>
              <a:gd name="T6" fmla="*/ 1 w 53"/>
              <a:gd name="T7" fmla="*/ 3 h 7"/>
              <a:gd name="T8" fmla="*/ 0 w 53"/>
              <a:gd name="T9" fmla="*/ 7 h 7"/>
              <a:gd name="T10" fmla="*/ 53 w 53"/>
              <a:gd name="T11" fmla="*/ 7 h 7"/>
              <a:gd name="T12" fmla="*/ 52 w 53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7">
                <a:moveTo>
                  <a:pt x="52" y="3"/>
                </a:moveTo>
                <a:cubicBezTo>
                  <a:pt x="52" y="1"/>
                  <a:pt x="50" y="0"/>
                  <a:pt x="5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1" y="1"/>
                  <a:pt x="1" y="3"/>
                </a:cubicBezTo>
                <a:cubicBezTo>
                  <a:pt x="0" y="4"/>
                  <a:pt x="0" y="7"/>
                  <a:pt x="0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2" y="4"/>
                  <a:pt x="52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3" name="Freeform 265">
            <a:extLst>
              <a:ext uri="{FF2B5EF4-FFF2-40B4-BE49-F238E27FC236}">
                <a16:creationId xmlns:a16="http://schemas.microsoft.com/office/drawing/2014/main" id="{5BC76D6A-755B-4AAE-A31B-A557E48AC031}"/>
              </a:ext>
            </a:extLst>
          </p:cNvPr>
          <p:cNvSpPr>
            <a:spLocks/>
          </p:cNvSpPr>
          <p:nvPr/>
        </p:nvSpPr>
        <p:spPr bwMode="auto">
          <a:xfrm>
            <a:off x="9988552" y="3282951"/>
            <a:ext cx="198438" cy="76200"/>
          </a:xfrm>
          <a:custGeom>
            <a:avLst/>
            <a:gdLst>
              <a:gd name="T0" fmla="*/ 117 w 125"/>
              <a:gd name="T1" fmla="*/ 0 h 48"/>
              <a:gd name="T2" fmla="*/ 8 w 125"/>
              <a:gd name="T3" fmla="*/ 0 h 48"/>
              <a:gd name="T4" fmla="*/ 0 w 125"/>
              <a:gd name="T5" fmla="*/ 48 h 48"/>
              <a:gd name="T6" fmla="*/ 125 w 125"/>
              <a:gd name="T7" fmla="*/ 48 h 48"/>
              <a:gd name="T8" fmla="*/ 117 w 125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" h="48">
                <a:moveTo>
                  <a:pt x="117" y="0"/>
                </a:moveTo>
                <a:lnTo>
                  <a:pt x="8" y="0"/>
                </a:lnTo>
                <a:lnTo>
                  <a:pt x="0" y="48"/>
                </a:lnTo>
                <a:lnTo>
                  <a:pt x="125" y="48"/>
                </a:lnTo>
                <a:lnTo>
                  <a:pt x="11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4" name="Freeform 266">
            <a:extLst>
              <a:ext uri="{FF2B5EF4-FFF2-40B4-BE49-F238E27FC236}">
                <a16:creationId xmlns:a16="http://schemas.microsoft.com/office/drawing/2014/main" id="{248C17F5-36EB-46CF-81CA-CEA41D2F7892}"/>
              </a:ext>
            </a:extLst>
          </p:cNvPr>
          <p:cNvSpPr>
            <a:spLocks/>
          </p:cNvSpPr>
          <p:nvPr/>
        </p:nvSpPr>
        <p:spPr bwMode="auto">
          <a:xfrm>
            <a:off x="9988552" y="3282951"/>
            <a:ext cx="198438" cy="76200"/>
          </a:xfrm>
          <a:custGeom>
            <a:avLst/>
            <a:gdLst>
              <a:gd name="T0" fmla="*/ 117 w 125"/>
              <a:gd name="T1" fmla="*/ 0 h 48"/>
              <a:gd name="T2" fmla="*/ 8 w 125"/>
              <a:gd name="T3" fmla="*/ 0 h 48"/>
              <a:gd name="T4" fmla="*/ 0 w 125"/>
              <a:gd name="T5" fmla="*/ 48 h 48"/>
              <a:gd name="T6" fmla="*/ 125 w 125"/>
              <a:gd name="T7" fmla="*/ 48 h 48"/>
              <a:gd name="T8" fmla="*/ 117 w 125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" h="48">
                <a:moveTo>
                  <a:pt x="117" y="0"/>
                </a:moveTo>
                <a:lnTo>
                  <a:pt x="8" y="0"/>
                </a:lnTo>
                <a:lnTo>
                  <a:pt x="0" y="48"/>
                </a:lnTo>
                <a:lnTo>
                  <a:pt x="125" y="48"/>
                </a:lnTo>
                <a:lnTo>
                  <a:pt x="11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5" name="Freeform 298">
            <a:extLst>
              <a:ext uri="{FF2B5EF4-FFF2-40B4-BE49-F238E27FC236}">
                <a16:creationId xmlns:a16="http://schemas.microsoft.com/office/drawing/2014/main" id="{833F0757-FFFD-47B9-93B8-36D73147C7F5}"/>
              </a:ext>
            </a:extLst>
          </p:cNvPr>
          <p:cNvSpPr>
            <a:spLocks noEditPoints="1"/>
          </p:cNvSpPr>
          <p:nvPr/>
        </p:nvSpPr>
        <p:spPr bwMode="auto">
          <a:xfrm>
            <a:off x="9805990" y="3698876"/>
            <a:ext cx="571500" cy="560388"/>
          </a:xfrm>
          <a:custGeom>
            <a:avLst/>
            <a:gdLst>
              <a:gd name="T0" fmla="*/ 114 w 135"/>
              <a:gd name="T1" fmla="*/ 18 h 132"/>
              <a:gd name="T2" fmla="*/ 40 w 135"/>
              <a:gd name="T3" fmla="*/ 39 h 132"/>
              <a:gd name="T4" fmla="*/ 19 w 135"/>
              <a:gd name="T5" fmla="*/ 113 h 132"/>
              <a:gd name="T6" fmla="*/ 93 w 135"/>
              <a:gd name="T7" fmla="*/ 92 h 132"/>
              <a:gd name="T8" fmla="*/ 114 w 135"/>
              <a:gd name="T9" fmla="*/ 18 h 132"/>
              <a:gd name="T10" fmla="*/ 81 w 135"/>
              <a:gd name="T11" fmla="*/ 54 h 132"/>
              <a:gd name="T12" fmla="*/ 89 w 135"/>
              <a:gd name="T13" fmla="*/ 62 h 132"/>
              <a:gd name="T14" fmla="*/ 86 w 135"/>
              <a:gd name="T15" fmla="*/ 65 h 132"/>
              <a:gd name="T16" fmla="*/ 78 w 135"/>
              <a:gd name="T17" fmla="*/ 58 h 132"/>
              <a:gd name="T18" fmla="*/ 74 w 135"/>
              <a:gd name="T19" fmla="*/ 62 h 132"/>
              <a:gd name="T20" fmla="*/ 82 w 135"/>
              <a:gd name="T21" fmla="*/ 69 h 132"/>
              <a:gd name="T22" fmla="*/ 78 w 135"/>
              <a:gd name="T23" fmla="*/ 73 h 132"/>
              <a:gd name="T24" fmla="*/ 71 w 135"/>
              <a:gd name="T25" fmla="*/ 65 h 132"/>
              <a:gd name="T26" fmla="*/ 66 w 135"/>
              <a:gd name="T27" fmla="*/ 69 h 132"/>
              <a:gd name="T28" fmla="*/ 74 w 135"/>
              <a:gd name="T29" fmla="*/ 77 h 132"/>
              <a:gd name="T30" fmla="*/ 70 w 135"/>
              <a:gd name="T31" fmla="*/ 80 h 132"/>
              <a:gd name="T32" fmla="*/ 63 w 135"/>
              <a:gd name="T33" fmla="*/ 73 h 132"/>
              <a:gd name="T34" fmla="*/ 59 w 135"/>
              <a:gd name="T35" fmla="*/ 77 h 132"/>
              <a:gd name="T36" fmla="*/ 66 w 135"/>
              <a:gd name="T37" fmla="*/ 85 h 132"/>
              <a:gd name="T38" fmla="*/ 63 w 135"/>
              <a:gd name="T39" fmla="*/ 88 h 132"/>
              <a:gd name="T40" fmla="*/ 55 w 135"/>
              <a:gd name="T41" fmla="*/ 80 h 132"/>
              <a:gd name="T42" fmla="*/ 24 w 135"/>
              <a:gd name="T43" fmla="*/ 112 h 132"/>
              <a:gd name="T44" fmla="*/ 21 w 135"/>
              <a:gd name="T45" fmla="*/ 109 h 132"/>
              <a:gd name="T46" fmla="*/ 52 w 135"/>
              <a:gd name="T47" fmla="*/ 77 h 132"/>
              <a:gd name="T48" fmla="*/ 43 w 135"/>
              <a:gd name="T49" fmla="*/ 69 h 132"/>
              <a:gd name="T50" fmla="*/ 47 w 135"/>
              <a:gd name="T51" fmla="*/ 65 h 132"/>
              <a:gd name="T52" fmla="*/ 55 w 135"/>
              <a:gd name="T53" fmla="*/ 74 h 132"/>
              <a:gd name="T54" fmla="*/ 60 w 135"/>
              <a:gd name="T55" fmla="*/ 69 h 132"/>
              <a:gd name="T56" fmla="*/ 51 w 135"/>
              <a:gd name="T57" fmla="*/ 61 h 132"/>
              <a:gd name="T58" fmla="*/ 54 w 135"/>
              <a:gd name="T59" fmla="*/ 57 h 132"/>
              <a:gd name="T60" fmla="*/ 63 w 135"/>
              <a:gd name="T61" fmla="*/ 66 h 132"/>
              <a:gd name="T62" fmla="*/ 68 w 135"/>
              <a:gd name="T63" fmla="*/ 62 h 132"/>
              <a:gd name="T64" fmla="*/ 59 w 135"/>
              <a:gd name="T65" fmla="*/ 53 h 132"/>
              <a:gd name="T66" fmla="*/ 62 w 135"/>
              <a:gd name="T67" fmla="*/ 50 h 132"/>
              <a:gd name="T68" fmla="*/ 71 w 135"/>
              <a:gd name="T69" fmla="*/ 59 h 132"/>
              <a:gd name="T70" fmla="*/ 75 w 135"/>
              <a:gd name="T71" fmla="*/ 54 h 132"/>
              <a:gd name="T72" fmla="*/ 67 w 135"/>
              <a:gd name="T73" fmla="*/ 46 h 132"/>
              <a:gd name="T74" fmla="*/ 70 w 135"/>
              <a:gd name="T75" fmla="*/ 43 h 132"/>
              <a:gd name="T76" fmla="*/ 78 w 135"/>
              <a:gd name="T77" fmla="*/ 51 h 132"/>
              <a:gd name="T78" fmla="*/ 109 w 135"/>
              <a:gd name="T79" fmla="*/ 20 h 132"/>
              <a:gd name="T80" fmla="*/ 113 w 135"/>
              <a:gd name="T81" fmla="*/ 23 h 132"/>
              <a:gd name="T82" fmla="*/ 81 w 135"/>
              <a:gd name="T83" fmla="*/ 5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132">
                <a:moveTo>
                  <a:pt x="114" y="18"/>
                </a:moveTo>
                <a:cubicBezTo>
                  <a:pt x="114" y="18"/>
                  <a:pt x="79" y="0"/>
                  <a:pt x="40" y="39"/>
                </a:cubicBezTo>
                <a:cubicBezTo>
                  <a:pt x="0" y="79"/>
                  <a:pt x="19" y="113"/>
                  <a:pt x="19" y="113"/>
                </a:cubicBezTo>
                <a:cubicBezTo>
                  <a:pt x="19" y="113"/>
                  <a:pt x="54" y="132"/>
                  <a:pt x="93" y="92"/>
                </a:cubicBezTo>
                <a:cubicBezTo>
                  <a:pt x="135" y="50"/>
                  <a:pt x="114" y="18"/>
                  <a:pt x="114" y="18"/>
                </a:cubicBezTo>
                <a:close/>
                <a:moveTo>
                  <a:pt x="81" y="54"/>
                </a:moveTo>
                <a:cubicBezTo>
                  <a:pt x="89" y="62"/>
                  <a:pt x="89" y="62"/>
                  <a:pt x="89" y="62"/>
                </a:cubicBezTo>
                <a:cubicBezTo>
                  <a:pt x="86" y="65"/>
                  <a:pt x="86" y="65"/>
                  <a:pt x="86" y="65"/>
                </a:cubicBezTo>
                <a:cubicBezTo>
                  <a:pt x="78" y="58"/>
                  <a:pt x="78" y="58"/>
                  <a:pt x="78" y="58"/>
                </a:cubicBezTo>
                <a:cubicBezTo>
                  <a:pt x="74" y="62"/>
                  <a:pt x="74" y="62"/>
                  <a:pt x="74" y="62"/>
                </a:cubicBezTo>
                <a:cubicBezTo>
                  <a:pt x="82" y="69"/>
                  <a:pt x="82" y="69"/>
                  <a:pt x="82" y="69"/>
                </a:cubicBezTo>
                <a:cubicBezTo>
                  <a:pt x="78" y="73"/>
                  <a:pt x="78" y="73"/>
                  <a:pt x="78" y="73"/>
                </a:cubicBezTo>
                <a:cubicBezTo>
                  <a:pt x="71" y="65"/>
                  <a:pt x="71" y="65"/>
                  <a:pt x="71" y="65"/>
                </a:cubicBezTo>
                <a:cubicBezTo>
                  <a:pt x="66" y="69"/>
                  <a:pt x="66" y="69"/>
                  <a:pt x="66" y="69"/>
                </a:cubicBezTo>
                <a:cubicBezTo>
                  <a:pt x="74" y="77"/>
                  <a:pt x="74" y="77"/>
                  <a:pt x="74" y="77"/>
                </a:cubicBezTo>
                <a:cubicBezTo>
                  <a:pt x="70" y="80"/>
                  <a:pt x="70" y="80"/>
                  <a:pt x="70" y="80"/>
                </a:cubicBezTo>
                <a:cubicBezTo>
                  <a:pt x="63" y="73"/>
                  <a:pt x="63" y="73"/>
                  <a:pt x="63" y="73"/>
                </a:cubicBezTo>
                <a:cubicBezTo>
                  <a:pt x="59" y="77"/>
                  <a:pt x="59" y="77"/>
                  <a:pt x="59" y="77"/>
                </a:cubicBezTo>
                <a:cubicBezTo>
                  <a:pt x="66" y="85"/>
                  <a:pt x="66" y="85"/>
                  <a:pt x="66" y="85"/>
                </a:cubicBezTo>
                <a:cubicBezTo>
                  <a:pt x="63" y="88"/>
                  <a:pt x="63" y="88"/>
                  <a:pt x="63" y="88"/>
                </a:cubicBezTo>
                <a:cubicBezTo>
                  <a:pt x="55" y="80"/>
                  <a:pt x="55" y="80"/>
                  <a:pt x="55" y="8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52" y="77"/>
                  <a:pt x="52" y="77"/>
                  <a:pt x="52" y="77"/>
                </a:cubicBezTo>
                <a:cubicBezTo>
                  <a:pt x="43" y="69"/>
                  <a:pt x="43" y="69"/>
                  <a:pt x="43" y="69"/>
                </a:cubicBezTo>
                <a:cubicBezTo>
                  <a:pt x="47" y="65"/>
                  <a:pt x="47" y="65"/>
                  <a:pt x="47" y="65"/>
                </a:cubicBezTo>
                <a:cubicBezTo>
                  <a:pt x="55" y="74"/>
                  <a:pt x="55" y="74"/>
                  <a:pt x="55" y="74"/>
                </a:cubicBezTo>
                <a:cubicBezTo>
                  <a:pt x="60" y="69"/>
                  <a:pt x="60" y="69"/>
                  <a:pt x="60" y="69"/>
                </a:cubicBezTo>
                <a:cubicBezTo>
                  <a:pt x="51" y="61"/>
                  <a:pt x="51" y="61"/>
                  <a:pt x="51" y="61"/>
                </a:cubicBezTo>
                <a:cubicBezTo>
                  <a:pt x="54" y="57"/>
                  <a:pt x="54" y="57"/>
                  <a:pt x="54" y="57"/>
                </a:cubicBezTo>
                <a:cubicBezTo>
                  <a:pt x="63" y="66"/>
                  <a:pt x="63" y="66"/>
                  <a:pt x="63" y="66"/>
                </a:cubicBezTo>
                <a:cubicBezTo>
                  <a:pt x="68" y="62"/>
                  <a:pt x="68" y="62"/>
                  <a:pt x="68" y="62"/>
                </a:cubicBezTo>
                <a:cubicBezTo>
                  <a:pt x="59" y="53"/>
                  <a:pt x="59" y="53"/>
                  <a:pt x="59" y="53"/>
                </a:cubicBezTo>
                <a:cubicBezTo>
                  <a:pt x="62" y="50"/>
                  <a:pt x="62" y="50"/>
                  <a:pt x="62" y="50"/>
                </a:cubicBezTo>
                <a:cubicBezTo>
                  <a:pt x="71" y="59"/>
                  <a:pt x="71" y="59"/>
                  <a:pt x="71" y="59"/>
                </a:cubicBezTo>
                <a:cubicBezTo>
                  <a:pt x="75" y="54"/>
                  <a:pt x="75" y="54"/>
                  <a:pt x="75" y="54"/>
                </a:cubicBezTo>
                <a:cubicBezTo>
                  <a:pt x="67" y="46"/>
                  <a:pt x="67" y="46"/>
                  <a:pt x="67" y="46"/>
                </a:cubicBezTo>
                <a:cubicBezTo>
                  <a:pt x="70" y="43"/>
                  <a:pt x="70" y="43"/>
                  <a:pt x="70" y="43"/>
                </a:cubicBezTo>
                <a:cubicBezTo>
                  <a:pt x="78" y="51"/>
                  <a:pt x="78" y="51"/>
                  <a:pt x="78" y="51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113" y="23"/>
                  <a:pt x="113" y="23"/>
                  <a:pt x="113" y="23"/>
                </a:cubicBezTo>
                <a:lnTo>
                  <a:pt x="81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6" name="Freeform 299">
            <a:extLst>
              <a:ext uri="{FF2B5EF4-FFF2-40B4-BE49-F238E27FC236}">
                <a16:creationId xmlns:a16="http://schemas.microsoft.com/office/drawing/2014/main" id="{F860A962-51C9-49B9-9240-23C8A083CB6A}"/>
              </a:ext>
            </a:extLst>
          </p:cNvPr>
          <p:cNvSpPr>
            <a:spLocks noEditPoints="1"/>
          </p:cNvSpPr>
          <p:nvPr/>
        </p:nvSpPr>
        <p:spPr bwMode="auto">
          <a:xfrm>
            <a:off x="10696577" y="3736976"/>
            <a:ext cx="444500" cy="446088"/>
          </a:xfrm>
          <a:custGeom>
            <a:avLst/>
            <a:gdLst>
              <a:gd name="T0" fmla="*/ 53 w 105"/>
              <a:gd name="T1" fmla="*/ 105 h 105"/>
              <a:gd name="T2" fmla="*/ 43 w 105"/>
              <a:gd name="T3" fmla="*/ 65 h 105"/>
              <a:gd name="T4" fmla="*/ 37 w 105"/>
              <a:gd name="T5" fmla="*/ 47 h 105"/>
              <a:gd name="T6" fmla="*/ 54 w 105"/>
              <a:gd name="T7" fmla="*/ 36 h 105"/>
              <a:gd name="T8" fmla="*/ 68 w 105"/>
              <a:gd name="T9" fmla="*/ 47 h 105"/>
              <a:gd name="T10" fmla="*/ 59 w 105"/>
              <a:gd name="T11" fmla="*/ 65 h 105"/>
              <a:gd name="T12" fmla="*/ 36 w 105"/>
              <a:gd name="T13" fmla="*/ 79 h 105"/>
              <a:gd name="T14" fmla="*/ 45 w 105"/>
              <a:gd name="T15" fmla="*/ 67 h 105"/>
              <a:gd name="T16" fmla="*/ 53 w 105"/>
              <a:gd name="T17" fmla="*/ 21 h 105"/>
              <a:gd name="T18" fmla="*/ 53 w 105"/>
              <a:gd name="T19" fmla="*/ 34 h 105"/>
              <a:gd name="T20" fmla="*/ 70 w 105"/>
              <a:gd name="T21" fmla="*/ 77 h 105"/>
              <a:gd name="T22" fmla="*/ 60 w 105"/>
              <a:gd name="T23" fmla="*/ 67 h 105"/>
              <a:gd name="T24" fmla="*/ 70 w 105"/>
              <a:gd name="T25" fmla="*/ 46 h 105"/>
              <a:gd name="T26" fmla="*/ 69 w 105"/>
              <a:gd name="T27" fmla="*/ 49 h 105"/>
              <a:gd name="T28" fmla="*/ 66 w 105"/>
              <a:gd name="T29" fmla="*/ 15 h 105"/>
              <a:gd name="T30" fmla="*/ 41 w 105"/>
              <a:gd name="T31" fmla="*/ 6 h 105"/>
              <a:gd name="T32" fmla="*/ 63 w 105"/>
              <a:gd name="T33" fmla="*/ 3 h 105"/>
              <a:gd name="T34" fmla="*/ 67 w 105"/>
              <a:gd name="T35" fmla="*/ 13 h 105"/>
              <a:gd name="T36" fmla="*/ 53 w 105"/>
              <a:gd name="T37" fmla="*/ 19 h 105"/>
              <a:gd name="T38" fmla="*/ 38 w 105"/>
              <a:gd name="T39" fmla="*/ 13 h 105"/>
              <a:gd name="T40" fmla="*/ 36 w 105"/>
              <a:gd name="T41" fmla="*/ 14 h 105"/>
              <a:gd name="T42" fmla="*/ 22 w 105"/>
              <a:gd name="T43" fmla="*/ 24 h 105"/>
              <a:gd name="T44" fmla="*/ 35 w 105"/>
              <a:gd name="T45" fmla="*/ 46 h 105"/>
              <a:gd name="T46" fmla="*/ 23 w 105"/>
              <a:gd name="T47" fmla="*/ 42 h 105"/>
              <a:gd name="T48" fmla="*/ 3 w 105"/>
              <a:gd name="T49" fmla="*/ 47 h 105"/>
              <a:gd name="T50" fmla="*/ 21 w 105"/>
              <a:gd name="T51" fmla="*/ 26 h 105"/>
              <a:gd name="T52" fmla="*/ 22 w 105"/>
              <a:gd name="T53" fmla="*/ 42 h 105"/>
              <a:gd name="T54" fmla="*/ 14 w 105"/>
              <a:gd name="T55" fmla="*/ 52 h 105"/>
              <a:gd name="T56" fmla="*/ 12 w 105"/>
              <a:gd name="T57" fmla="*/ 57 h 105"/>
              <a:gd name="T58" fmla="*/ 17 w 105"/>
              <a:gd name="T59" fmla="*/ 72 h 105"/>
              <a:gd name="T60" fmla="*/ 33 w 105"/>
              <a:gd name="T61" fmla="*/ 97 h 105"/>
              <a:gd name="T62" fmla="*/ 18 w 105"/>
              <a:gd name="T63" fmla="*/ 75 h 105"/>
              <a:gd name="T64" fmla="*/ 34 w 105"/>
              <a:gd name="T65" fmla="*/ 78 h 105"/>
              <a:gd name="T66" fmla="*/ 41 w 105"/>
              <a:gd name="T67" fmla="*/ 89 h 105"/>
              <a:gd name="T68" fmla="*/ 36 w 105"/>
              <a:gd name="T69" fmla="*/ 96 h 105"/>
              <a:gd name="T70" fmla="*/ 43 w 105"/>
              <a:gd name="T71" fmla="*/ 90 h 105"/>
              <a:gd name="T72" fmla="*/ 61 w 105"/>
              <a:gd name="T73" fmla="*/ 92 h 105"/>
              <a:gd name="T74" fmla="*/ 69 w 105"/>
              <a:gd name="T75" fmla="*/ 96 h 105"/>
              <a:gd name="T76" fmla="*/ 65 w 105"/>
              <a:gd name="T77" fmla="*/ 89 h 105"/>
              <a:gd name="T78" fmla="*/ 87 w 105"/>
              <a:gd name="T79" fmla="*/ 74 h 105"/>
              <a:gd name="T80" fmla="*/ 89 w 105"/>
              <a:gd name="T81" fmla="*/ 85 h 105"/>
              <a:gd name="T82" fmla="*/ 85 w 105"/>
              <a:gd name="T83" fmla="*/ 73 h 105"/>
              <a:gd name="T84" fmla="*/ 88 w 105"/>
              <a:gd name="T85" fmla="*/ 72 h 105"/>
              <a:gd name="T86" fmla="*/ 91 w 105"/>
              <a:gd name="T87" fmla="*/ 52 h 105"/>
              <a:gd name="T88" fmla="*/ 84 w 105"/>
              <a:gd name="T89" fmla="*/ 42 h 105"/>
              <a:gd name="T90" fmla="*/ 85 w 105"/>
              <a:gd name="T91" fmla="*/ 26 h 105"/>
              <a:gd name="T92" fmla="*/ 102 w 105"/>
              <a:gd name="T93" fmla="*/ 4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5" h="105">
                <a:moveTo>
                  <a:pt x="53" y="0"/>
                </a:moveTo>
                <a:cubicBezTo>
                  <a:pt x="24" y="0"/>
                  <a:pt x="0" y="23"/>
                  <a:pt x="0" y="52"/>
                </a:cubicBezTo>
                <a:cubicBezTo>
                  <a:pt x="0" y="81"/>
                  <a:pt x="24" y="105"/>
                  <a:pt x="53" y="105"/>
                </a:cubicBezTo>
                <a:cubicBezTo>
                  <a:pt x="82" y="105"/>
                  <a:pt x="105" y="81"/>
                  <a:pt x="105" y="52"/>
                </a:cubicBezTo>
                <a:cubicBezTo>
                  <a:pt x="105" y="23"/>
                  <a:pt x="82" y="0"/>
                  <a:pt x="53" y="0"/>
                </a:cubicBezTo>
                <a:close/>
                <a:moveTo>
                  <a:pt x="43" y="65"/>
                </a:moveTo>
                <a:cubicBezTo>
                  <a:pt x="43" y="64"/>
                  <a:pt x="38" y="49"/>
                  <a:pt x="37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8" y="46"/>
                  <a:pt x="48" y="39"/>
                  <a:pt x="51" y="36"/>
                </a:cubicBezTo>
                <a:cubicBezTo>
                  <a:pt x="52" y="36"/>
                  <a:pt x="53" y="36"/>
                  <a:pt x="53" y="36"/>
                </a:cubicBezTo>
                <a:cubicBezTo>
                  <a:pt x="53" y="36"/>
                  <a:pt x="53" y="36"/>
                  <a:pt x="54" y="36"/>
                </a:cubicBezTo>
                <a:cubicBezTo>
                  <a:pt x="57" y="39"/>
                  <a:pt x="68" y="46"/>
                  <a:pt x="68" y="47"/>
                </a:cubicBezTo>
                <a:cubicBezTo>
                  <a:pt x="68" y="47"/>
                  <a:pt x="68" y="47"/>
                  <a:pt x="68" y="47"/>
                </a:cubicBezTo>
                <a:cubicBezTo>
                  <a:pt x="68" y="47"/>
                  <a:pt x="68" y="47"/>
                  <a:pt x="68" y="47"/>
                </a:cubicBezTo>
                <a:cubicBezTo>
                  <a:pt x="67" y="49"/>
                  <a:pt x="63" y="64"/>
                  <a:pt x="62" y="65"/>
                </a:cubicBezTo>
                <a:cubicBezTo>
                  <a:pt x="62" y="65"/>
                  <a:pt x="62" y="65"/>
                  <a:pt x="62" y="65"/>
                </a:cubicBezTo>
                <a:cubicBezTo>
                  <a:pt x="61" y="65"/>
                  <a:pt x="60" y="65"/>
                  <a:pt x="59" y="65"/>
                </a:cubicBezTo>
                <a:cubicBezTo>
                  <a:pt x="54" y="65"/>
                  <a:pt x="44" y="65"/>
                  <a:pt x="43" y="65"/>
                </a:cubicBezTo>
                <a:close/>
                <a:moveTo>
                  <a:pt x="45" y="67"/>
                </a:moveTo>
                <a:cubicBezTo>
                  <a:pt x="36" y="79"/>
                  <a:pt x="36" y="79"/>
                  <a:pt x="36" y="79"/>
                </a:cubicBezTo>
                <a:cubicBezTo>
                  <a:pt x="35" y="77"/>
                  <a:pt x="35" y="77"/>
                  <a:pt x="35" y="77"/>
                </a:cubicBezTo>
                <a:cubicBezTo>
                  <a:pt x="42" y="67"/>
                  <a:pt x="42" y="67"/>
                  <a:pt x="42" y="67"/>
                </a:cubicBezTo>
                <a:lnTo>
                  <a:pt x="45" y="67"/>
                </a:lnTo>
                <a:close/>
                <a:moveTo>
                  <a:pt x="51" y="34"/>
                </a:moveTo>
                <a:cubicBezTo>
                  <a:pt x="51" y="20"/>
                  <a:pt x="51" y="20"/>
                  <a:pt x="51" y="20"/>
                </a:cubicBezTo>
                <a:cubicBezTo>
                  <a:pt x="53" y="21"/>
                  <a:pt x="53" y="21"/>
                  <a:pt x="53" y="21"/>
                </a:cubicBezTo>
                <a:cubicBezTo>
                  <a:pt x="54" y="20"/>
                  <a:pt x="54" y="20"/>
                  <a:pt x="54" y="20"/>
                </a:cubicBezTo>
                <a:cubicBezTo>
                  <a:pt x="54" y="34"/>
                  <a:pt x="54" y="34"/>
                  <a:pt x="54" y="34"/>
                </a:cubicBezTo>
                <a:cubicBezTo>
                  <a:pt x="53" y="34"/>
                  <a:pt x="53" y="34"/>
                  <a:pt x="53" y="34"/>
                </a:cubicBezTo>
                <a:lnTo>
                  <a:pt x="51" y="34"/>
                </a:lnTo>
                <a:close/>
                <a:moveTo>
                  <a:pt x="63" y="67"/>
                </a:move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9"/>
                  <a:pt x="69" y="79"/>
                  <a:pt x="69" y="79"/>
                </a:cubicBezTo>
                <a:cubicBezTo>
                  <a:pt x="60" y="67"/>
                  <a:pt x="60" y="67"/>
                  <a:pt x="60" y="67"/>
                </a:cubicBezTo>
                <a:lnTo>
                  <a:pt x="63" y="67"/>
                </a:lnTo>
                <a:close/>
                <a:moveTo>
                  <a:pt x="69" y="49"/>
                </a:moveTo>
                <a:cubicBezTo>
                  <a:pt x="70" y="46"/>
                  <a:pt x="70" y="46"/>
                  <a:pt x="70" y="46"/>
                </a:cubicBezTo>
                <a:cubicBezTo>
                  <a:pt x="82" y="43"/>
                  <a:pt x="82" y="43"/>
                  <a:pt x="82" y="43"/>
                </a:cubicBezTo>
                <a:cubicBezTo>
                  <a:pt x="83" y="44"/>
                  <a:pt x="83" y="44"/>
                  <a:pt x="83" y="44"/>
                </a:cubicBezTo>
                <a:lnTo>
                  <a:pt x="69" y="49"/>
                </a:lnTo>
                <a:close/>
                <a:moveTo>
                  <a:pt x="83" y="24"/>
                </a:moveTo>
                <a:cubicBezTo>
                  <a:pt x="83" y="28"/>
                  <a:pt x="83" y="28"/>
                  <a:pt x="83" y="28"/>
                </a:cubicBezTo>
                <a:cubicBezTo>
                  <a:pt x="79" y="22"/>
                  <a:pt x="73" y="18"/>
                  <a:pt x="66" y="15"/>
                </a:cubicBezTo>
                <a:cubicBezTo>
                  <a:pt x="69" y="14"/>
                  <a:pt x="69" y="14"/>
                  <a:pt x="69" y="14"/>
                </a:cubicBezTo>
                <a:cubicBezTo>
                  <a:pt x="75" y="17"/>
                  <a:pt x="79" y="20"/>
                  <a:pt x="83" y="24"/>
                </a:cubicBezTo>
                <a:close/>
                <a:moveTo>
                  <a:pt x="41" y="6"/>
                </a:moveTo>
                <a:cubicBezTo>
                  <a:pt x="41" y="5"/>
                  <a:pt x="42" y="4"/>
                  <a:pt x="42" y="3"/>
                </a:cubicBezTo>
                <a:cubicBezTo>
                  <a:pt x="45" y="3"/>
                  <a:pt x="49" y="2"/>
                  <a:pt x="52" y="2"/>
                </a:cubicBezTo>
                <a:cubicBezTo>
                  <a:pt x="56" y="2"/>
                  <a:pt x="59" y="3"/>
                  <a:pt x="63" y="3"/>
                </a:cubicBezTo>
                <a:cubicBezTo>
                  <a:pt x="63" y="4"/>
                  <a:pt x="64" y="5"/>
                  <a:pt x="64" y="6"/>
                </a:cubicBezTo>
                <a:cubicBezTo>
                  <a:pt x="66" y="9"/>
                  <a:pt x="68" y="12"/>
                  <a:pt x="68" y="13"/>
                </a:cubicBezTo>
                <a:cubicBezTo>
                  <a:pt x="67" y="13"/>
                  <a:pt x="67" y="13"/>
                  <a:pt x="67" y="13"/>
                </a:cubicBezTo>
                <a:cubicBezTo>
                  <a:pt x="67" y="14"/>
                  <a:pt x="65" y="14"/>
                  <a:pt x="64" y="15"/>
                </a:cubicBezTo>
                <a:cubicBezTo>
                  <a:pt x="61" y="16"/>
                  <a:pt x="56" y="18"/>
                  <a:pt x="54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2" y="19"/>
                  <a:pt x="51" y="19"/>
                </a:cubicBezTo>
                <a:cubicBezTo>
                  <a:pt x="49" y="18"/>
                  <a:pt x="45" y="16"/>
                  <a:pt x="41" y="14"/>
                </a:cubicBezTo>
                <a:cubicBezTo>
                  <a:pt x="40" y="14"/>
                  <a:pt x="39" y="13"/>
                  <a:pt x="38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8" y="12"/>
                  <a:pt x="39" y="9"/>
                  <a:pt x="41" y="6"/>
                </a:cubicBezTo>
                <a:close/>
                <a:moveTo>
                  <a:pt x="36" y="14"/>
                </a:moveTo>
                <a:cubicBezTo>
                  <a:pt x="39" y="15"/>
                  <a:pt x="39" y="15"/>
                  <a:pt x="39" y="15"/>
                </a:cubicBezTo>
                <a:cubicBezTo>
                  <a:pt x="32" y="18"/>
                  <a:pt x="27" y="22"/>
                  <a:pt x="22" y="27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0"/>
                  <a:pt x="31" y="16"/>
                  <a:pt x="36" y="14"/>
                </a:cubicBezTo>
                <a:close/>
                <a:moveTo>
                  <a:pt x="23" y="42"/>
                </a:moveTo>
                <a:cubicBezTo>
                  <a:pt x="35" y="46"/>
                  <a:pt x="35" y="46"/>
                  <a:pt x="35" y="46"/>
                </a:cubicBezTo>
                <a:cubicBezTo>
                  <a:pt x="36" y="49"/>
                  <a:pt x="36" y="49"/>
                  <a:pt x="36" y="49"/>
                </a:cubicBezTo>
                <a:cubicBezTo>
                  <a:pt x="22" y="44"/>
                  <a:pt x="22" y="44"/>
                  <a:pt x="22" y="44"/>
                </a:cubicBezTo>
                <a:lnTo>
                  <a:pt x="23" y="42"/>
                </a:lnTo>
                <a:close/>
                <a:moveTo>
                  <a:pt x="11" y="55"/>
                </a:moveTo>
                <a:cubicBezTo>
                  <a:pt x="10" y="54"/>
                  <a:pt x="8" y="51"/>
                  <a:pt x="5" y="49"/>
                </a:cubicBezTo>
                <a:cubicBezTo>
                  <a:pt x="5" y="48"/>
                  <a:pt x="4" y="48"/>
                  <a:pt x="3" y="47"/>
                </a:cubicBezTo>
                <a:cubicBezTo>
                  <a:pt x="4" y="40"/>
                  <a:pt x="6" y="33"/>
                  <a:pt x="9" y="27"/>
                </a:cubicBezTo>
                <a:cubicBezTo>
                  <a:pt x="10" y="27"/>
                  <a:pt x="11" y="27"/>
                  <a:pt x="12" y="27"/>
                </a:cubicBezTo>
                <a:cubicBezTo>
                  <a:pt x="16" y="26"/>
                  <a:pt x="20" y="26"/>
                  <a:pt x="21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1" y="27"/>
                  <a:pt x="21" y="29"/>
                </a:cubicBezTo>
                <a:cubicBezTo>
                  <a:pt x="21" y="33"/>
                  <a:pt x="22" y="40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42"/>
                  <a:pt x="21" y="43"/>
                  <a:pt x="20" y="44"/>
                </a:cubicBezTo>
                <a:cubicBezTo>
                  <a:pt x="19" y="46"/>
                  <a:pt x="16" y="50"/>
                  <a:pt x="14" y="52"/>
                </a:cubicBezTo>
                <a:cubicBezTo>
                  <a:pt x="12" y="54"/>
                  <a:pt x="12" y="55"/>
                  <a:pt x="11" y="55"/>
                </a:cubicBezTo>
                <a:close/>
                <a:moveTo>
                  <a:pt x="12" y="57"/>
                </a:moveTo>
                <a:cubicBezTo>
                  <a:pt x="12" y="57"/>
                  <a:pt x="12" y="57"/>
                  <a:pt x="12" y="57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61"/>
                  <a:pt x="16" y="68"/>
                  <a:pt x="20" y="73"/>
                </a:cubicBezTo>
                <a:cubicBezTo>
                  <a:pt x="17" y="72"/>
                  <a:pt x="17" y="72"/>
                  <a:pt x="17" y="72"/>
                </a:cubicBezTo>
                <a:cubicBezTo>
                  <a:pt x="14" y="68"/>
                  <a:pt x="12" y="63"/>
                  <a:pt x="12" y="57"/>
                </a:cubicBezTo>
                <a:close/>
                <a:moveTo>
                  <a:pt x="36" y="96"/>
                </a:moveTo>
                <a:cubicBezTo>
                  <a:pt x="35" y="96"/>
                  <a:pt x="34" y="97"/>
                  <a:pt x="33" y="97"/>
                </a:cubicBezTo>
                <a:cubicBezTo>
                  <a:pt x="27" y="95"/>
                  <a:pt x="21" y="91"/>
                  <a:pt x="16" y="86"/>
                </a:cubicBezTo>
                <a:cubicBezTo>
                  <a:pt x="16" y="85"/>
                  <a:pt x="17" y="84"/>
                  <a:pt x="17" y="83"/>
                </a:cubicBezTo>
                <a:cubicBezTo>
                  <a:pt x="17" y="80"/>
                  <a:pt x="18" y="76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9" y="74"/>
                  <a:pt x="20" y="74"/>
                  <a:pt x="21" y="75"/>
                </a:cubicBezTo>
                <a:cubicBezTo>
                  <a:pt x="25" y="76"/>
                  <a:pt x="32" y="78"/>
                  <a:pt x="34" y="78"/>
                </a:cubicBezTo>
                <a:cubicBezTo>
                  <a:pt x="34" y="78"/>
                  <a:pt x="34" y="78"/>
                  <a:pt x="34" y="78"/>
                </a:cubicBezTo>
                <a:cubicBezTo>
                  <a:pt x="34" y="78"/>
                  <a:pt x="35" y="79"/>
                  <a:pt x="35" y="80"/>
                </a:cubicBezTo>
                <a:cubicBezTo>
                  <a:pt x="37" y="82"/>
                  <a:pt x="39" y="86"/>
                  <a:pt x="41" y="89"/>
                </a:cubicBezTo>
                <a:cubicBezTo>
                  <a:pt x="42" y="90"/>
                  <a:pt x="42" y="91"/>
                  <a:pt x="4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2" y="93"/>
                  <a:pt x="39" y="94"/>
                  <a:pt x="36" y="96"/>
                </a:cubicBezTo>
                <a:close/>
                <a:moveTo>
                  <a:pt x="52" y="93"/>
                </a:moveTo>
                <a:cubicBezTo>
                  <a:pt x="50" y="93"/>
                  <a:pt x="47" y="93"/>
                  <a:pt x="45" y="92"/>
                </a:cubicBezTo>
                <a:cubicBezTo>
                  <a:pt x="43" y="90"/>
                  <a:pt x="43" y="90"/>
                  <a:pt x="43" y="90"/>
                </a:cubicBezTo>
                <a:cubicBezTo>
                  <a:pt x="46" y="90"/>
                  <a:pt x="49" y="91"/>
                  <a:pt x="52" y="91"/>
                </a:cubicBezTo>
                <a:cubicBezTo>
                  <a:pt x="56" y="91"/>
                  <a:pt x="59" y="90"/>
                  <a:pt x="62" y="89"/>
                </a:cubicBezTo>
                <a:cubicBezTo>
                  <a:pt x="61" y="92"/>
                  <a:pt x="61" y="92"/>
                  <a:pt x="61" y="92"/>
                </a:cubicBezTo>
                <a:cubicBezTo>
                  <a:pt x="58" y="93"/>
                  <a:pt x="55" y="93"/>
                  <a:pt x="52" y="93"/>
                </a:cubicBezTo>
                <a:close/>
                <a:moveTo>
                  <a:pt x="72" y="97"/>
                </a:moveTo>
                <a:cubicBezTo>
                  <a:pt x="71" y="97"/>
                  <a:pt x="70" y="96"/>
                  <a:pt x="69" y="96"/>
                </a:cubicBezTo>
                <a:cubicBezTo>
                  <a:pt x="66" y="94"/>
                  <a:pt x="63" y="93"/>
                  <a:pt x="62" y="92"/>
                </a:cubicBezTo>
                <a:cubicBezTo>
                  <a:pt x="63" y="92"/>
                  <a:pt x="63" y="92"/>
                  <a:pt x="63" y="92"/>
                </a:cubicBezTo>
                <a:cubicBezTo>
                  <a:pt x="63" y="91"/>
                  <a:pt x="64" y="90"/>
                  <a:pt x="65" y="89"/>
                </a:cubicBezTo>
                <a:cubicBezTo>
                  <a:pt x="67" y="85"/>
                  <a:pt x="71" y="79"/>
                  <a:pt x="71" y="78"/>
                </a:cubicBezTo>
                <a:cubicBezTo>
                  <a:pt x="72" y="78"/>
                  <a:pt x="79" y="76"/>
                  <a:pt x="84" y="75"/>
                </a:cubicBezTo>
                <a:cubicBezTo>
                  <a:pt x="85" y="75"/>
                  <a:pt x="87" y="74"/>
                  <a:pt x="87" y="74"/>
                </a:cubicBezTo>
                <a:cubicBezTo>
                  <a:pt x="87" y="74"/>
                  <a:pt x="87" y="74"/>
                  <a:pt x="87" y="74"/>
                </a:cubicBezTo>
                <a:cubicBezTo>
                  <a:pt x="87" y="75"/>
                  <a:pt x="88" y="79"/>
                  <a:pt x="89" y="82"/>
                </a:cubicBezTo>
                <a:cubicBezTo>
                  <a:pt x="89" y="83"/>
                  <a:pt x="89" y="84"/>
                  <a:pt x="89" y="85"/>
                </a:cubicBezTo>
                <a:cubicBezTo>
                  <a:pt x="84" y="90"/>
                  <a:pt x="79" y="94"/>
                  <a:pt x="72" y="97"/>
                </a:cubicBezTo>
                <a:close/>
                <a:moveTo>
                  <a:pt x="88" y="72"/>
                </a:moveTo>
                <a:cubicBezTo>
                  <a:pt x="85" y="73"/>
                  <a:pt x="85" y="73"/>
                  <a:pt x="85" y="73"/>
                </a:cubicBezTo>
                <a:cubicBezTo>
                  <a:pt x="89" y="68"/>
                  <a:pt x="91" y="61"/>
                  <a:pt x="91" y="54"/>
                </a:cubicBezTo>
                <a:cubicBezTo>
                  <a:pt x="93" y="57"/>
                  <a:pt x="93" y="57"/>
                  <a:pt x="93" y="57"/>
                </a:cubicBezTo>
                <a:cubicBezTo>
                  <a:pt x="93" y="62"/>
                  <a:pt x="91" y="68"/>
                  <a:pt x="88" y="72"/>
                </a:cubicBezTo>
                <a:close/>
                <a:moveTo>
                  <a:pt x="94" y="55"/>
                </a:moveTo>
                <a:cubicBezTo>
                  <a:pt x="94" y="55"/>
                  <a:pt x="94" y="55"/>
                  <a:pt x="94" y="55"/>
                </a:cubicBezTo>
                <a:cubicBezTo>
                  <a:pt x="93" y="54"/>
                  <a:pt x="92" y="53"/>
                  <a:pt x="91" y="52"/>
                </a:cubicBezTo>
                <a:cubicBezTo>
                  <a:pt x="89" y="49"/>
                  <a:pt x="87" y="46"/>
                  <a:pt x="85" y="44"/>
                </a:cubicBezTo>
                <a:cubicBezTo>
                  <a:pt x="84" y="43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0"/>
                  <a:pt x="84" y="34"/>
                  <a:pt x="84" y="30"/>
                </a:cubicBezTo>
                <a:cubicBezTo>
                  <a:pt x="85" y="28"/>
                  <a:pt x="85" y="27"/>
                  <a:pt x="85" y="26"/>
                </a:cubicBezTo>
                <a:cubicBezTo>
                  <a:pt x="85" y="26"/>
                  <a:pt x="85" y="26"/>
                  <a:pt x="85" y="26"/>
                </a:cubicBezTo>
                <a:cubicBezTo>
                  <a:pt x="86" y="26"/>
                  <a:pt x="89" y="26"/>
                  <a:pt x="92" y="27"/>
                </a:cubicBezTo>
                <a:cubicBezTo>
                  <a:pt x="94" y="27"/>
                  <a:pt x="95" y="27"/>
                  <a:pt x="95" y="27"/>
                </a:cubicBezTo>
                <a:cubicBezTo>
                  <a:pt x="99" y="33"/>
                  <a:pt x="101" y="40"/>
                  <a:pt x="102" y="47"/>
                </a:cubicBezTo>
                <a:cubicBezTo>
                  <a:pt x="101" y="48"/>
                  <a:pt x="100" y="49"/>
                  <a:pt x="100" y="50"/>
                </a:cubicBezTo>
                <a:cubicBezTo>
                  <a:pt x="97" y="52"/>
                  <a:pt x="94" y="54"/>
                  <a:pt x="94" y="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7" name="Freeform 329">
            <a:extLst>
              <a:ext uri="{FF2B5EF4-FFF2-40B4-BE49-F238E27FC236}">
                <a16:creationId xmlns:a16="http://schemas.microsoft.com/office/drawing/2014/main" id="{108EFDF3-14C5-478F-BC2E-3BDDE0CEF4B3}"/>
              </a:ext>
            </a:extLst>
          </p:cNvPr>
          <p:cNvSpPr>
            <a:spLocks/>
          </p:cNvSpPr>
          <p:nvPr/>
        </p:nvSpPr>
        <p:spPr bwMode="auto">
          <a:xfrm>
            <a:off x="9847265" y="4713289"/>
            <a:ext cx="412750" cy="225425"/>
          </a:xfrm>
          <a:custGeom>
            <a:avLst/>
            <a:gdLst>
              <a:gd name="T0" fmla="*/ 49 w 97"/>
              <a:gd name="T1" fmla="*/ 20 h 53"/>
              <a:gd name="T2" fmla="*/ 0 w 97"/>
              <a:gd name="T3" fmla="*/ 0 h 53"/>
              <a:gd name="T4" fmla="*/ 0 w 97"/>
              <a:gd name="T5" fmla="*/ 32 h 53"/>
              <a:gd name="T6" fmla="*/ 0 w 97"/>
              <a:gd name="T7" fmla="*/ 32 h 53"/>
              <a:gd name="T8" fmla="*/ 49 w 97"/>
              <a:gd name="T9" fmla="*/ 53 h 53"/>
              <a:gd name="T10" fmla="*/ 97 w 97"/>
              <a:gd name="T11" fmla="*/ 32 h 53"/>
              <a:gd name="T12" fmla="*/ 97 w 97"/>
              <a:gd name="T13" fmla="*/ 32 h 53"/>
              <a:gd name="T14" fmla="*/ 97 w 97"/>
              <a:gd name="T15" fmla="*/ 0 h 53"/>
              <a:gd name="T16" fmla="*/ 49 w 97"/>
              <a:gd name="T17" fmla="*/ 2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53">
                <a:moveTo>
                  <a:pt x="49" y="20"/>
                </a:moveTo>
                <a:cubicBezTo>
                  <a:pt x="22" y="20"/>
                  <a:pt x="0" y="11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3"/>
                  <a:pt x="22" y="53"/>
                  <a:pt x="49" y="53"/>
                </a:cubicBezTo>
                <a:cubicBezTo>
                  <a:pt x="75" y="53"/>
                  <a:pt x="97" y="43"/>
                  <a:pt x="97" y="32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0"/>
                  <a:pt x="97" y="0"/>
                  <a:pt x="97" y="0"/>
                </a:cubicBezTo>
                <a:cubicBezTo>
                  <a:pt x="97" y="11"/>
                  <a:pt x="76" y="20"/>
                  <a:pt x="49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8" name="Oval 330">
            <a:extLst>
              <a:ext uri="{FF2B5EF4-FFF2-40B4-BE49-F238E27FC236}">
                <a16:creationId xmlns:a16="http://schemas.microsoft.com/office/drawing/2014/main" id="{50ABE7B7-6C1A-489F-BEE8-D10A6F786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7265" y="4616451"/>
            <a:ext cx="412750" cy="1651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9" name="Freeform 331">
            <a:extLst>
              <a:ext uri="{FF2B5EF4-FFF2-40B4-BE49-F238E27FC236}">
                <a16:creationId xmlns:a16="http://schemas.microsoft.com/office/drawing/2014/main" id="{B5796CC8-A6E6-4710-91BD-725DFBCC2869}"/>
              </a:ext>
            </a:extLst>
          </p:cNvPr>
          <p:cNvSpPr>
            <a:spLocks noEditPoints="1"/>
          </p:cNvSpPr>
          <p:nvPr/>
        </p:nvSpPr>
        <p:spPr bwMode="auto">
          <a:xfrm>
            <a:off x="10633077" y="4591051"/>
            <a:ext cx="469900" cy="377825"/>
          </a:xfrm>
          <a:custGeom>
            <a:avLst/>
            <a:gdLst>
              <a:gd name="T0" fmla="*/ 88 w 111"/>
              <a:gd name="T1" fmla="*/ 5 h 89"/>
              <a:gd name="T2" fmla="*/ 70 w 111"/>
              <a:gd name="T3" fmla="*/ 0 h 89"/>
              <a:gd name="T4" fmla="*/ 60 w 111"/>
              <a:gd name="T5" fmla="*/ 0 h 89"/>
              <a:gd name="T6" fmla="*/ 15 w 111"/>
              <a:gd name="T7" fmla="*/ 29 h 89"/>
              <a:gd name="T8" fmla="*/ 13 w 111"/>
              <a:gd name="T9" fmla="*/ 35 h 89"/>
              <a:gd name="T10" fmla="*/ 27 w 111"/>
              <a:gd name="T11" fmla="*/ 39 h 89"/>
              <a:gd name="T12" fmla="*/ 23 w 111"/>
              <a:gd name="T13" fmla="*/ 55 h 89"/>
              <a:gd name="T14" fmla="*/ 9 w 111"/>
              <a:gd name="T15" fmla="*/ 51 h 89"/>
              <a:gd name="T16" fmla="*/ 2 w 111"/>
              <a:gd name="T17" fmla="*/ 53 h 89"/>
              <a:gd name="T18" fmla="*/ 1 w 111"/>
              <a:gd name="T19" fmla="*/ 57 h 89"/>
              <a:gd name="T20" fmla="*/ 0 w 111"/>
              <a:gd name="T21" fmla="*/ 83 h 89"/>
              <a:gd name="T22" fmla="*/ 17 w 111"/>
              <a:gd name="T23" fmla="*/ 85 h 89"/>
              <a:gd name="T24" fmla="*/ 34 w 111"/>
              <a:gd name="T25" fmla="*/ 65 h 89"/>
              <a:gd name="T26" fmla="*/ 35 w 111"/>
              <a:gd name="T27" fmla="*/ 72 h 89"/>
              <a:gd name="T28" fmla="*/ 45 w 111"/>
              <a:gd name="T29" fmla="*/ 81 h 89"/>
              <a:gd name="T30" fmla="*/ 70 w 111"/>
              <a:gd name="T31" fmla="*/ 84 h 89"/>
              <a:gd name="T32" fmla="*/ 83 w 111"/>
              <a:gd name="T33" fmla="*/ 82 h 89"/>
              <a:gd name="T34" fmla="*/ 83 w 111"/>
              <a:gd name="T35" fmla="*/ 82 h 89"/>
              <a:gd name="T36" fmla="*/ 92 w 111"/>
              <a:gd name="T37" fmla="*/ 84 h 89"/>
              <a:gd name="T38" fmla="*/ 98 w 111"/>
              <a:gd name="T39" fmla="*/ 78 h 89"/>
              <a:gd name="T40" fmla="*/ 98 w 111"/>
              <a:gd name="T41" fmla="*/ 76 h 89"/>
              <a:gd name="T42" fmla="*/ 107 w 111"/>
              <a:gd name="T43" fmla="*/ 31 h 89"/>
              <a:gd name="T44" fmla="*/ 6 w 111"/>
              <a:gd name="T45" fmla="*/ 81 h 89"/>
              <a:gd name="T46" fmla="*/ 8 w 111"/>
              <a:gd name="T47" fmla="*/ 72 h 89"/>
              <a:gd name="T48" fmla="*/ 14 w 111"/>
              <a:gd name="T49" fmla="*/ 80 h 89"/>
              <a:gd name="T50" fmla="*/ 7 w 111"/>
              <a:gd name="T51" fmla="*/ 68 h 89"/>
              <a:gd name="T52" fmla="*/ 7 w 111"/>
              <a:gd name="T53" fmla="*/ 58 h 89"/>
              <a:gd name="T54" fmla="*/ 21 w 111"/>
              <a:gd name="T55" fmla="*/ 65 h 89"/>
              <a:gd name="T56" fmla="*/ 20 w 111"/>
              <a:gd name="T57" fmla="*/ 70 h 89"/>
              <a:gd name="T58" fmla="*/ 30 w 111"/>
              <a:gd name="T59" fmla="*/ 55 h 89"/>
              <a:gd name="T60" fmla="*/ 33 w 111"/>
              <a:gd name="T61" fmla="*/ 55 h 89"/>
              <a:gd name="T62" fmla="*/ 51 w 111"/>
              <a:gd name="T63" fmla="*/ 54 h 89"/>
              <a:gd name="T64" fmla="*/ 64 w 111"/>
              <a:gd name="T65" fmla="*/ 54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89">
                <a:moveTo>
                  <a:pt x="107" y="31"/>
                </a:moveTo>
                <a:cubicBezTo>
                  <a:pt x="104" y="19"/>
                  <a:pt x="97" y="10"/>
                  <a:pt x="88" y="5"/>
                </a:cubicBezTo>
                <a:cubicBezTo>
                  <a:pt x="82" y="2"/>
                  <a:pt x="76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7" y="0"/>
                  <a:pt x="64" y="0"/>
                  <a:pt x="60" y="0"/>
                </a:cubicBezTo>
                <a:cubicBezTo>
                  <a:pt x="28" y="2"/>
                  <a:pt x="16" y="24"/>
                  <a:pt x="16" y="24"/>
                </a:cubicBezTo>
                <a:cubicBezTo>
                  <a:pt x="16" y="24"/>
                  <a:pt x="15" y="27"/>
                  <a:pt x="15" y="29"/>
                </a:cubicBezTo>
                <a:cubicBezTo>
                  <a:pt x="15" y="30"/>
                  <a:pt x="15" y="31"/>
                  <a:pt x="15" y="32"/>
                </a:cubicBezTo>
                <a:cubicBezTo>
                  <a:pt x="14" y="32"/>
                  <a:pt x="13" y="34"/>
                  <a:pt x="13" y="35"/>
                </a:cubicBezTo>
                <a:cubicBezTo>
                  <a:pt x="14" y="37"/>
                  <a:pt x="15" y="38"/>
                  <a:pt x="17" y="38"/>
                </a:cubicBezTo>
                <a:cubicBezTo>
                  <a:pt x="21" y="37"/>
                  <a:pt x="24" y="38"/>
                  <a:pt x="27" y="39"/>
                </a:cubicBezTo>
                <a:cubicBezTo>
                  <a:pt x="27" y="39"/>
                  <a:pt x="27" y="40"/>
                  <a:pt x="27" y="40"/>
                </a:cubicBezTo>
                <a:cubicBezTo>
                  <a:pt x="26" y="45"/>
                  <a:pt x="25" y="50"/>
                  <a:pt x="23" y="55"/>
                </a:cubicBezTo>
                <a:cubicBezTo>
                  <a:pt x="23" y="55"/>
                  <a:pt x="22" y="55"/>
                  <a:pt x="21" y="55"/>
                </a:cubicBezTo>
                <a:cubicBezTo>
                  <a:pt x="18" y="55"/>
                  <a:pt x="17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6" y="51"/>
                  <a:pt x="4" y="52"/>
                  <a:pt x="2" y="53"/>
                </a:cubicBezTo>
                <a:cubicBezTo>
                  <a:pt x="1" y="54"/>
                  <a:pt x="1" y="56"/>
                  <a:pt x="1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1" y="59"/>
                  <a:pt x="0" y="74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5"/>
                  <a:pt x="1" y="86"/>
                  <a:pt x="2" y="86"/>
                </a:cubicBezTo>
                <a:cubicBezTo>
                  <a:pt x="8" y="88"/>
                  <a:pt x="13" y="88"/>
                  <a:pt x="17" y="85"/>
                </a:cubicBezTo>
                <a:cubicBezTo>
                  <a:pt x="24" y="81"/>
                  <a:pt x="25" y="75"/>
                  <a:pt x="28" y="65"/>
                </a:cubicBezTo>
                <a:cubicBezTo>
                  <a:pt x="30" y="65"/>
                  <a:pt x="31" y="65"/>
                  <a:pt x="34" y="65"/>
                </a:cubicBezTo>
                <a:cubicBezTo>
                  <a:pt x="34" y="66"/>
                  <a:pt x="34" y="68"/>
                  <a:pt x="3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7" y="77"/>
                  <a:pt x="41" y="80"/>
                  <a:pt x="45" y="81"/>
                </a:cubicBezTo>
                <a:cubicBezTo>
                  <a:pt x="54" y="84"/>
                  <a:pt x="62" y="89"/>
                  <a:pt x="70" y="84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4"/>
                  <a:pt x="70" y="84"/>
                  <a:pt x="70" y="84"/>
                </a:cubicBezTo>
                <a:cubicBezTo>
                  <a:pt x="72" y="82"/>
                  <a:pt x="77" y="80"/>
                  <a:pt x="83" y="82"/>
                </a:cubicBezTo>
                <a:cubicBezTo>
                  <a:pt x="83" y="82"/>
                  <a:pt x="83" y="82"/>
                  <a:pt x="83" y="82"/>
                </a:cubicBezTo>
                <a:cubicBezTo>
                  <a:pt x="83" y="82"/>
                  <a:pt x="83" y="82"/>
                  <a:pt x="83" y="82"/>
                </a:cubicBezTo>
                <a:cubicBezTo>
                  <a:pt x="83" y="82"/>
                  <a:pt x="83" y="82"/>
                  <a:pt x="83" y="82"/>
                </a:cubicBezTo>
                <a:cubicBezTo>
                  <a:pt x="86" y="83"/>
                  <a:pt x="91" y="84"/>
                  <a:pt x="92" y="84"/>
                </a:cubicBezTo>
                <a:cubicBezTo>
                  <a:pt x="94" y="84"/>
                  <a:pt x="96" y="84"/>
                  <a:pt x="96" y="82"/>
                </a:cubicBezTo>
                <a:cubicBezTo>
                  <a:pt x="97" y="81"/>
                  <a:pt x="97" y="80"/>
                  <a:pt x="98" y="78"/>
                </a:cubicBezTo>
                <a:cubicBezTo>
                  <a:pt x="98" y="78"/>
                  <a:pt x="98" y="77"/>
                  <a:pt x="98" y="77"/>
                </a:cubicBezTo>
                <a:cubicBezTo>
                  <a:pt x="98" y="76"/>
                  <a:pt x="98" y="76"/>
                  <a:pt x="98" y="76"/>
                </a:cubicBezTo>
                <a:cubicBezTo>
                  <a:pt x="98" y="76"/>
                  <a:pt x="98" y="74"/>
                  <a:pt x="98" y="73"/>
                </a:cubicBezTo>
                <a:cubicBezTo>
                  <a:pt x="100" y="66"/>
                  <a:pt x="111" y="43"/>
                  <a:pt x="107" y="31"/>
                </a:cubicBezTo>
                <a:close/>
                <a:moveTo>
                  <a:pt x="14" y="80"/>
                </a:moveTo>
                <a:cubicBezTo>
                  <a:pt x="12" y="81"/>
                  <a:pt x="9" y="81"/>
                  <a:pt x="6" y="81"/>
                </a:cubicBezTo>
                <a:cubicBezTo>
                  <a:pt x="6" y="79"/>
                  <a:pt x="7" y="76"/>
                  <a:pt x="7" y="74"/>
                </a:cubicBezTo>
                <a:cubicBezTo>
                  <a:pt x="7" y="73"/>
                  <a:pt x="7" y="72"/>
                  <a:pt x="8" y="72"/>
                </a:cubicBezTo>
                <a:cubicBezTo>
                  <a:pt x="10" y="70"/>
                  <a:pt x="10" y="72"/>
                  <a:pt x="18" y="73"/>
                </a:cubicBezTo>
                <a:cubicBezTo>
                  <a:pt x="16" y="78"/>
                  <a:pt x="17" y="78"/>
                  <a:pt x="14" y="80"/>
                </a:cubicBezTo>
                <a:close/>
                <a:moveTo>
                  <a:pt x="20" y="70"/>
                </a:moveTo>
                <a:cubicBezTo>
                  <a:pt x="13" y="69"/>
                  <a:pt x="11" y="66"/>
                  <a:pt x="7" y="68"/>
                </a:cubicBezTo>
                <a:cubicBezTo>
                  <a:pt x="7" y="64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8" y="58"/>
                  <a:pt x="8" y="57"/>
                  <a:pt x="9" y="57"/>
                </a:cubicBezTo>
                <a:cubicBezTo>
                  <a:pt x="17" y="57"/>
                  <a:pt x="18" y="65"/>
                  <a:pt x="21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8"/>
                  <a:pt x="20" y="70"/>
                </a:cubicBezTo>
                <a:close/>
                <a:moveTo>
                  <a:pt x="33" y="55"/>
                </a:moveTo>
                <a:cubicBezTo>
                  <a:pt x="32" y="55"/>
                  <a:pt x="31" y="55"/>
                  <a:pt x="30" y="55"/>
                </a:cubicBezTo>
                <a:cubicBezTo>
                  <a:pt x="31" y="51"/>
                  <a:pt x="31" y="48"/>
                  <a:pt x="32" y="44"/>
                </a:cubicBezTo>
                <a:cubicBezTo>
                  <a:pt x="33" y="48"/>
                  <a:pt x="33" y="52"/>
                  <a:pt x="33" y="55"/>
                </a:cubicBezTo>
                <a:close/>
                <a:moveTo>
                  <a:pt x="57" y="60"/>
                </a:moveTo>
                <a:cubicBezTo>
                  <a:pt x="54" y="60"/>
                  <a:pt x="51" y="57"/>
                  <a:pt x="51" y="54"/>
                </a:cubicBezTo>
                <a:cubicBezTo>
                  <a:pt x="51" y="50"/>
                  <a:pt x="54" y="47"/>
                  <a:pt x="57" y="47"/>
                </a:cubicBezTo>
                <a:cubicBezTo>
                  <a:pt x="61" y="47"/>
                  <a:pt x="64" y="50"/>
                  <a:pt x="64" y="54"/>
                </a:cubicBezTo>
                <a:cubicBezTo>
                  <a:pt x="64" y="57"/>
                  <a:pt x="61" y="60"/>
                  <a:pt x="57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0" name="Freeform 367">
            <a:extLst>
              <a:ext uri="{FF2B5EF4-FFF2-40B4-BE49-F238E27FC236}">
                <a16:creationId xmlns:a16="http://schemas.microsoft.com/office/drawing/2014/main" id="{4E1CDC75-DEA4-4515-8AC3-E858F42B2414}"/>
              </a:ext>
            </a:extLst>
          </p:cNvPr>
          <p:cNvSpPr>
            <a:spLocks/>
          </p:cNvSpPr>
          <p:nvPr/>
        </p:nvSpPr>
        <p:spPr bwMode="auto">
          <a:xfrm>
            <a:off x="9856790" y="5686426"/>
            <a:ext cx="119063" cy="123825"/>
          </a:xfrm>
          <a:custGeom>
            <a:avLst/>
            <a:gdLst>
              <a:gd name="T0" fmla="*/ 27 w 28"/>
              <a:gd name="T1" fmla="*/ 0 h 29"/>
              <a:gd name="T2" fmla="*/ 0 w 28"/>
              <a:gd name="T3" fmla="*/ 27 h 29"/>
              <a:gd name="T4" fmla="*/ 2 w 28"/>
              <a:gd name="T5" fmla="*/ 29 h 29"/>
              <a:gd name="T6" fmla="*/ 28 w 28"/>
              <a:gd name="T7" fmla="*/ 3 h 29"/>
              <a:gd name="T8" fmla="*/ 27 w 28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29">
                <a:moveTo>
                  <a:pt x="27" y="0"/>
                </a:moveTo>
                <a:cubicBezTo>
                  <a:pt x="0" y="27"/>
                  <a:pt x="0" y="27"/>
                  <a:pt x="0" y="27"/>
                </a:cubicBezTo>
                <a:cubicBezTo>
                  <a:pt x="2" y="29"/>
                  <a:pt x="2" y="29"/>
                  <a:pt x="2" y="29"/>
                </a:cubicBezTo>
                <a:cubicBezTo>
                  <a:pt x="28" y="3"/>
                  <a:pt x="28" y="3"/>
                  <a:pt x="28" y="3"/>
                </a:cubicBezTo>
                <a:cubicBezTo>
                  <a:pt x="27" y="2"/>
                  <a:pt x="27" y="1"/>
                  <a:pt x="2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1" name="Freeform 368">
            <a:extLst>
              <a:ext uri="{FF2B5EF4-FFF2-40B4-BE49-F238E27FC236}">
                <a16:creationId xmlns:a16="http://schemas.microsoft.com/office/drawing/2014/main" id="{6933191A-E294-49D3-A3AF-A96CC7EA3973}"/>
              </a:ext>
            </a:extLst>
          </p:cNvPr>
          <p:cNvSpPr>
            <a:spLocks noEditPoints="1"/>
          </p:cNvSpPr>
          <p:nvPr/>
        </p:nvSpPr>
        <p:spPr bwMode="auto">
          <a:xfrm>
            <a:off x="9775827" y="5384801"/>
            <a:ext cx="512763" cy="517525"/>
          </a:xfrm>
          <a:custGeom>
            <a:avLst/>
            <a:gdLst>
              <a:gd name="T0" fmla="*/ 118 w 121"/>
              <a:gd name="T1" fmla="*/ 3 h 122"/>
              <a:gd name="T2" fmla="*/ 107 w 121"/>
              <a:gd name="T3" fmla="*/ 3 h 122"/>
              <a:gd name="T4" fmla="*/ 99 w 121"/>
              <a:gd name="T5" fmla="*/ 12 h 122"/>
              <a:gd name="T6" fmla="*/ 97 w 121"/>
              <a:gd name="T7" fmla="*/ 19 h 122"/>
              <a:gd name="T8" fmla="*/ 59 w 121"/>
              <a:gd name="T9" fmla="*/ 56 h 122"/>
              <a:gd name="T10" fmla="*/ 39 w 121"/>
              <a:gd name="T11" fmla="*/ 59 h 122"/>
              <a:gd name="T12" fmla="*/ 32 w 121"/>
              <a:gd name="T13" fmla="*/ 71 h 122"/>
              <a:gd name="T14" fmla="*/ 10 w 121"/>
              <a:gd name="T15" fmla="*/ 80 h 122"/>
              <a:gd name="T16" fmla="*/ 9 w 121"/>
              <a:gd name="T17" fmla="*/ 113 h 122"/>
              <a:gd name="T18" fmla="*/ 42 w 121"/>
              <a:gd name="T19" fmla="*/ 112 h 122"/>
              <a:gd name="T20" fmla="*/ 50 w 121"/>
              <a:gd name="T21" fmla="*/ 89 h 122"/>
              <a:gd name="T22" fmla="*/ 63 w 121"/>
              <a:gd name="T23" fmla="*/ 83 h 122"/>
              <a:gd name="T24" fmla="*/ 65 w 121"/>
              <a:gd name="T25" fmla="*/ 62 h 122"/>
              <a:gd name="T26" fmla="*/ 102 w 121"/>
              <a:gd name="T27" fmla="*/ 25 h 122"/>
              <a:gd name="T28" fmla="*/ 110 w 121"/>
              <a:gd name="T29" fmla="*/ 23 h 122"/>
              <a:gd name="T30" fmla="*/ 118 w 121"/>
              <a:gd name="T31" fmla="*/ 14 h 122"/>
              <a:gd name="T32" fmla="*/ 118 w 121"/>
              <a:gd name="T33" fmla="*/ 3 h 122"/>
              <a:gd name="T34" fmla="*/ 109 w 121"/>
              <a:gd name="T35" fmla="*/ 20 h 122"/>
              <a:gd name="T36" fmla="*/ 108 w 121"/>
              <a:gd name="T37" fmla="*/ 20 h 122"/>
              <a:gd name="T38" fmla="*/ 107 w 121"/>
              <a:gd name="T39" fmla="*/ 19 h 122"/>
              <a:gd name="T40" fmla="*/ 55 w 121"/>
              <a:gd name="T41" fmla="*/ 71 h 122"/>
              <a:gd name="T42" fmla="*/ 54 w 121"/>
              <a:gd name="T43" fmla="*/ 74 h 122"/>
              <a:gd name="T44" fmla="*/ 51 w 121"/>
              <a:gd name="T45" fmla="*/ 76 h 122"/>
              <a:gd name="T46" fmla="*/ 24 w 121"/>
              <a:gd name="T47" fmla="*/ 103 h 122"/>
              <a:gd name="T48" fmla="*/ 26 w 121"/>
              <a:gd name="T49" fmla="*/ 105 h 122"/>
              <a:gd name="T50" fmla="*/ 23 w 121"/>
              <a:gd name="T51" fmla="*/ 108 h 122"/>
              <a:gd name="T52" fmla="*/ 12 w 121"/>
              <a:gd name="T53" fmla="*/ 98 h 122"/>
              <a:gd name="T54" fmla="*/ 16 w 121"/>
              <a:gd name="T55" fmla="*/ 94 h 122"/>
              <a:gd name="T56" fmla="*/ 19 w 121"/>
              <a:gd name="T57" fmla="*/ 97 h 122"/>
              <a:gd name="T58" fmla="*/ 46 w 121"/>
              <a:gd name="T59" fmla="*/ 70 h 122"/>
              <a:gd name="T60" fmla="*/ 47 w 121"/>
              <a:gd name="T61" fmla="*/ 67 h 122"/>
              <a:gd name="T62" fmla="*/ 50 w 121"/>
              <a:gd name="T63" fmla="*/ 66 h 122"/>
              <a:gd name="T64" fmla="*/ 103 w 121"/>
              <a:gd name="T65" fmla="*/ 13 h 122"/>
              <a:gd name="T66" fmla="*/ 103 w 121"/>
              <a:gd name="T67" fmla="*/ 11 h 122"/>
              <a:gd name="T68" fmla="*/ 105 w 121"/>
              <a:gd name="T69" fmla="*/ 11 h 122"/>
              <a:gd name="T70" fmla="*/ 105 w 121"/>
              <a:gd name="T71" fmla="*/ 13 h 122"/>
              <a:gd name="T72" fmla="*/ 103 w 121"/>
              <a:gd name="T73" fmla="*/ 13 h 122"/>
              <a:gd name="T74" fmla="*/ 51 w 121"/>
              <a:gd name="T75" fmla="*/ 66 h 122"/>
              <a:gd name="T76" fmla="*/ 53 w 121"/>
              <a:gd name="T77" fmla="*/ 67 h 122"/>
              <a:gd name="T78" fmla="*/ 105 w 121"/>
              <a:gd name="T79" fmla="*/ 15 h 122"/>
              <a:gd name="T80" fmla="*/ 105 w 121"/>
              <a:gd name="T81" fmla="*/ 15 h 122"/>
              <a:gd name="T82" fmla="*/ 107 w 121"/>
              <a:gd name="T83" fmla="*/ 15 h 122"/>
              <a:gd name="T84" fmla="*/ 107 w 121"/>
              <a:gd name="T85" fmla="*/ 17 h 122"/>
              <a:gd name="T86" fmla="*/ 105 w 121"/>
              <a:gd name="T87" fmla="*/ 17 h 122"/>
              <a:gd name="T88" fmla="*/ 105 w 121"/>
              <a:gd name="T89" fmla="*/ 16 h 122"/>
              <a:gd name="T90" fmla="*/ 54 w 121"/>
              <a:gd name="T91" fmla="*/ 67 h 122"/>
              <a:gd name="T92" fmla="*/ 54 w 121"/>
              <a:gd name="T93" fmla="*/ 67 h 122"/>
              <a:gd name="T94" fmla="*/ 55 w 121"/>
              <a:gd name="T95" fmla="*/ 70 h 122"/>
              <a:gd name="T96" fmla="*/ 107 w 121"/>
              <a:gd name="T97" fmla="*/ 18 h 122"/>
              <a:gd name="T98" fmla="*/ 108 w 121"/>
              <a:gd name="T99" fmla="*/ 18 h 122"/>
              <a:gd name="T100" fmla="*/ 109 w 121"/>
              <a:gd name="T101" fmla="*/ 18 h 122"/>
              <a:gd name="T102" fmla="*/ 109 w 121"/>
              <a:gd name="T103" fmla="*/ 2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1" h="122">
                <a:moveTo>
                  <a:pt x="118" y="3"/>
                </a:moveTo>
                <a:cubicBezTo>
                  <a:pt x="115" y="0"/>
                  <a:pt x="110" y="0"/>
                  <a:pt x="107" y="3"/>
                </a:cubicBezTo>
                <a:cubicBezTo>
                  <a:pt x="99" y="12"/>
                  <a:pt x="99" y="12"/>
                  <a:pt x="99" y="12"/>
                </a:cubicBezTo>
                <a:cubicBezTo>
                  <a:pt x="97" y="14"/>
                  <a:pt x="96" y="16"/>
                  <a:pt x="97" y="19"/>
                </a:cubicBezTo>
                <a:cubicBezTo>
                  <a:pt x="59" y="56"/>
                  <a:pt x="59" y="56"/>
                  <a:pt x="59" y="56"/>
                </a:cubicBezTo>
                <a:cubicBezTo>
                  <a:pt x="53" y="52"/>
                  <a:pt x="44" y="53"/>
                  <a:pt x="39" y="59"/>
                </a:cubicBezTo>
                <a:cubicBezTo>
                  <a:pt x="35" y="63"/>
                  <a:pt x="38" y="68"/>
                  <a:pt x="32" y="71"/>
                </a:cubicBezTo>
                <a:cubicBezTo>
                  <a:pt x="25" y="75"/>
                  <a:pt x="16" y="73"/>
                  <a:pt x="10" y="80"/>
                </a:cubicBezTo>
                <a:cubicBezTo>
                  <a:pt x="0" y="89"/>
                  <a:pt x="0" y="104"/>
                  <a:pt x="9" y="113"/>
                </a:cubicBezTo>
                <a:cubicBezTo>
                  <a:pt x="18" y="122"/>
                  <a:pt x="33" y="122"/>
                  <a:pt x="42" y="112"/>
                </a:cubicBezTo>
                <a:cubicBezTo>
                  <a:pt x="49" y="106"/>
                  <a:pt x="45" y="96"/>
                  <a:pt x="50" y="89"/>
                </a:cubicBezTo>
                <a:cubicBezTo>
                  <a:pt x="52" y="86"/>
                  <a:pt x="59" y="86"/>
                  <a:pt x="63" y="83"/>
                </a:cubicBezTo>
                <a:cubicBezTo>
                  <a:pt x="69" y="77"/>
                  <a:pt x="70" y="69"/>
                  <a:pt x="65" y="62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105" y="25"/>
                  <a:pt x="108" y="25"/>
                  <a:pt x="110" y="23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1" y="11"/>
                  <a:pt x="121" y="6"/>
                  <a:pt x="118" y="3"/>
                </a:cubicBezTo>
                <a:close/>
                <a:moveTo>
                  <a:pt x="109" y="20"/>
                </a:moveTo>
                <a:cubicBezTo>
                  <a:pt x="109" y="20"/>
                  <a:pt x="108" y="20"/>
                  <a:pt x="108" y="20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55" y="71"/>
                  <a:pt x="55" y="71"/>
                  <a:pt x="55" y="71"/>
                </a:cubicBezTo>
                <a:cubicBezTo>
                  <a:pt x="55" y="72"/>
                  <a:pt x="55" y="73"/>
                  <a:pt x="54" y="74"/>
                </a:cubicBezTo>
                <a:cubicBezTo>
                  <a:pt x="53" y="75"/>
                  <a:pt x="52" y="76"/>
                  <a:pt x="51" y="76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6" y="105"/>
                  <a:pt x="26" y="105"/>
                  <a:pt x="26" y="105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12" y="98"/>
                  <a:pt x="12" y="98"/>
                  <a:pt x="12" y="98"/>
                </a:cubicBezTo>
                <a:cubicBezTo>
                  <a:pt x="16" y="94"/>
                  <a:pt x="16" y="94"/>
                  <a:pt x="16" y="94"/>
                </a:cubicBezTo>
                <a:cubicBezTo>
                  <a:pt x="19" y="97"/>
                  <a:pt x="19" y="97"/>
                  <a:pt x="19" y="97"/>
                </a:cubicBezTo>
                <a:cubicBezTo>
                  <a:pt x="46" y="70"/>
                  <a:pt x="46" y="70"/>
                  <a:pt x="46" y="70"/>
                </a:cubicBezTo>
                <a:cubicBezTo>
                  <a:pt x="46" y="69"/>
                  <a:pt x="46" y="68"/>
                  <a:pt x="47" y="67"/>
                </a:cubicBezTo>
                <a:cubicBezTo>
                  <a:pt x="48" y="66"/>
                  <a:pt x="49" y="66"/>
                  <a:pt x="50" y="66"/>
                </a:cubicBezTo>
                <a:cubicBezTo>
                  <a:pt x="103" y="13"/>
                  <a:pt x="103" y="13"/>
                  <a:pt x="103" y="13"/>
                </a:cubicBezTo>
                <a:cubicBezTo>
                  <a:pt x="102" y="12"/>
                  <a:pt x="103" y="11"/>
                  <a:pt x="103" y="11"/>
                </a:cubicBezTo>
                <a:cubicBezTo>
                  <a:pt x="104" y="10"/>
                  <a:pt x="105" y="10"/>
                  <a:pt x="105" y="11"/>
                </a:cubicBezTo>
                <a:cubicBezTo>
                  <a:pt x="106" y="12"/>
                  <a:pt x="106" y="13"/>
                  <a:pt x="105" y="13"/>
                </a:cubicBezTo>
                <a:cubicBezTo>
                  <a:pt x="105" y="14"/>
                  <a:pt x="104" y="14"/>
                  <a:pt x="103" y="13"/>
                </a:cubicBezTo>
                <a:cubicBezTo>
                  <a:pt x="51" y="66"/>
                  <a:pt x="51" y="66"/>
                  <a:pt x="51" y="66"/>
                </a:cubicBezTo>
                <a:cubicBezTo>
                  <a:pt x="52" y="66"/>
                  <a:pt x="53" y="66"/>
                  <a:pt x="53" y="67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6" y="14"/>
                  <a:pt x="107" y="14"/>
                  <a:pt x="107" y="15"/>
                </a:cubicBezTo>
                <a:cubicBezTo>
                  <a:pt x="108" y="15"/>
                  <a:pt x="108" y="16"/>
                  <a:pt x="107" y="17"/>
                </a:cubicBezTo>
                <a:cubicBezTo>
                  <a:pt x="107" y="17"/>
                  <a:pt x="106" y="17"/>
                  <a:pt x="105" y="17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5" y="68"/>
                  <a:pt x="55" y="69"/>
                  <a:pt x="55" y="70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8" y="17"/>
                  <a:pt x="109" y="17"/>
                  <a:pt x="109" y="18"/>
                </a:cubicBezTo>
                <a:cubicBezTo>
                  <a:pt x="110" y="18"/>
                  <a:pt x="110" y="19"/>
                  <a:pt x="109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2" name="Freeform 369">
            <a:extLst>
              <a:ext uri="{FF2B5EF4-FFF2-40B4-BE49-F238E27FC236}">
                <a16:creationId xmlns:a16="http://schemas.microsoft.com/office/drawing/2014/main" id="{5DE137F0-684B-4677-B9B4-0D3C5D355FBA}"/>
              </a:ext>
            </a:extLst>
          </p:cNvPr>
          <p:cNvSpPr>
            <a:spLocks/>
          </p:cNvSpPr>
          <p:nvPr/>
        </p:nvSpPr>
        <p:spPr bwMode="auto">
          <a:xfrm>
            <a:off x="9864727" y="5699126"/>
            <a:ext cx="123825" cy="119063"/>
          </a:xfrm>
          <a:custGeom>
            <a:avLst/>
            <a:gdLst>
              <a:gd name="T0" fmla="*/ 26 w 29"/>
              <a:gd name="T1" fmla="*/ 0 h 28"/>
              <a:gd name="T2" fmla="*/ 0 w 29"/>
              <a:gd name="T3" fmla="*/ 26 h 28"/>
              <a:gd name="T4" fmla="*/ 2 w 29"/>
              <a:gd name="T5" fmla="*/ 28 h 28"/>
              <a:gd name="T6" fmla="*/ 29 w 29"/>
              <a:gd name="T7" fmla="*/ 2 h 28"/>
              <a:gd name="T8" fmla="*/ 26 w 29"/>
              <a:gd name="T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26" y="0"/>
                </a:moveTo>
                <a:cubicBezTo>
                  <a:pt x="0" y="26"/>
                  <a:pt x="0" y="26"/>
                  <a:pt x="0" y="26"/>
                </a:cubicBezTo>
                <a:cubicBezTo>
                  <a:pt x="2" y="28"/>
                  <a:pt x="2" y="28"/>
                  <a:pt x="2" y="28"/>
                </a:cubicBezTo>
                <a:cubicBezTo>
                  <a:pt x="29" y="2"/>
                  <a:pt x="29" y="2"/>
                  <a:pt x="29" y="2"/>
                </a:cubicBezTo>
                <a:cubicBezTo>
                  <a:pt x="28" y="1"/>
                  <a:pt x="27" y="1"/>
                  <a:pt x="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3" name="Freeform 370">
            <a:extLst>
              <a:ext uri="{FF2B5EF4-FFF2-40B4-BE49-F238E27FC236}">
                <a16:creationId xmlns:a16="http://schemas.microsoft.com/office/drawing/2014/main" id="{EDD9A30F-6A6B-4134-BC21-4634C44B94FE}"/>
              </a:ext>
            </a:extLst>
          </p:cNvPr>
          <p:cNvSpPr>
            <a:spLocks/>
          </p:cNvSpPr>
          <p:nvPr/>
        </p:nvSpPr>
        <p:spPr bwMode="auto">
          <a:xfrm>
            <a:off x="9971090" y="5665789"/>
            <a:ext cx="20638" cy="20638"/>
          </a:xfrm>
          <a:custGeom>
            <a:avLst/>
            <a:gdLst>
              <a:gd name="T0" fmla="*/ 13 w 13"/>
              <a:gd name="T1" fmla="*/ 0 h 13"/>
              <a:gd name="T2" fmla="*/ 11 w 13"/>
              <a:gd name="T3" fmla="*/ 0 h 13"/>
              <a:gd name="T4" fmla="*/ 0 w 13"/>
              <a:gd name="T5" fmla="*/ 10 h 13"/>
              <a:gd name="T6" fmla="*/ 0 w 13"/>
              <a:gd name="T7" fmla="*/ 13 h 13"/>
              <a:gd name="T8" fmla="*/ 13 w 13"/>
              <a:gd name="T9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3" y="0"/>
                </a:moveTo>
                <a:lnTo>
                  <a:pt x="11" y="0"/>
                </a:lnTo>
                <a:lnTo>
                  <a:pt x="0" y="10"/>
                </a:lnTo>
                <a:lnTo>
                  <a:pt x="0" y="13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4" name="Freeform 371">
            <a:extLst>
              <a:ext uri="{FF2B5EF4-FFF2-40B4-BE49-F238E27FC236}">
                <a16:creationId xmlns:a16="http://schemas.microsoft.com/office/drawing/2014/main" id="{D011E1A5-6831-4974-BDC3-4348D80385D9}"/>
              </a:ext>
            </a:extLst>
          </p:cNvPr>
          <p:cNvSpPr>
            <a:spLocks/>
          </p:cNvSpPr>
          <p:nvPr/>
        </p:nvSpPr>
        <p:spPr bwMode="auto">
          <a:xfrm>
            <a:off x="9975852" y="5668964"/>
            <a:ext cx="28575" cy="30163"/>
          </a:xfrm>
          <a:custGeom>
            <a:avLst/>
            <a:gdLst>
              <a:gd name="T0" fmla="*/ 0 w 18"/>
              <a:gd name="T1" fmla="*/ 19 h 19"/>
              <a:gd name="T2" fmla="*/ 18 w 18"/>
              <a:gd name="T3" fmla="*/ 0 h 19"/>
              <a:gd name="T4" fmla="*/ 16 w 18"/>
              <a:gd name="T5" fmla="*/ 0 h 19"/>
              <a:gd name="T6" fmla="*/ 0 w 18"/>
              <a:gd name="T7" fmla="*/ 19 h 19"/>
              <a:gd name="T8" fmla="*/ 0 w 18"/>
              <a:gd name="T9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9">
                <a:moveTo>
                  <a:pt x="0" y="19"/>
                </a:moveTo>
                <a:lnTo>
                  <a:pt x="18" y="0"/>
                </a:lnTo>
                <a:lnTo>
                  <a:pt x="16" y="0"/>
                </a:lnTo>
                <a:lnTo>
                  <a:pt x="0" y="19"/>
                </a:lnTo>
                <a:lnTo>
                  <a:pt x="0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5" name="Freeform 372">
            <a:extLst>
              <a:ext uri="{FF2B5EF4-FFF2-40B4-BE49-F238E27FC236}">
                <a16:creationId xmlns:a16="http://schemas.microsoft.com/office/drawing/2014/main" id="{A65853B5-BC38-418D-A26D-890118FC8184}"/>
              </a:ext>
            </a:extLst>
          </p:cNvPr>
          <p:cNvSpPr>
            <a:spLocks/>
          </p:cNvSpPr>
          <p:nvPr/>
        </p:nvSpPr>
        <p:spPr bwMode="auto">
          <a:xfrm>
            <a:off x="9988552" y="5681664"/>
            <a:ext cx="20638" cy="25400"/>
          </a:xfrm>
          <a:custGeom>
            <a:avLst/>
            <a:gdLst>
              <a:gd name="T0" fmla="*/ 0 w 13"/>
              <a:gd name="T1" fmla="*/ 16 h 16"/>
              <a:gd name="T2" fmla="*/ 2 w 13"/>
              <a:gd name="T3" fmla="*/ 16 h 16"/>
              <a:gd name="T4" fmla="*/ 13 w 13"/>
              <a:gd name="T5" fmla="*/ 3 h 16"/>
              <a:gd name="T6" fmla="*/ 13 w 13"/>
              <a:gd name="T7" fmla="*/ 0 h 16"/>
              <a:gd name="T8" fmla="*/ 0 w 13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6">
                <a:moveTo>
                  <a:pt x="0" y="16"/>
                </a:moveTo>
                <a:lnTo>
                  <a:pt x="2" y="16"/>
                </a:lnTo>
                <a:lnTo>
                  <a:pt x="13" y="3"/>
                </a:lnTo>
                <a:lnTo>
                  <a:pt x="13" y="0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6" name="Rectangle 373">
            <a:extLst>
              <a:ext uri="{FF2B5EF4-FFF2-40B4-BE49-F238E27FC236}">
                <a16:creationId xmlns:a16="http://schemas.microsoft.com/office/drawing/2014/main" id="{4FF4434C-A5C3-4A5E-BD10-849C80CE6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4727" y="5810251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7" name="Freeform 374">
            <a:extLst>
              <a:ext uri="{FF2B5EF4-FFF2-40B4-BE49-F238E27FC236}">
                <a16:creationId xmlns:a16="http://schemas.microsoft.com/office/drawing/2014/main" id="{1F510057-F529-49F6-BCE3-CB6300D9E182}"/>
              </a:ext>
            </a:extLst>
          </p:cNvPr>
          <p:cNvSpPr>
            <a:spLocks/>
          </p:cNvSpPr>
          <p:nvPr/>
        </p:nvSpPr>
        <p:spPr bwMode="auto">
          <a:xfrm>
            <a:off x="9852027" y="5797551"/>
            <a:ext cx="4763" cy="3175"/>
          </a:xfrm>
          <a:custGeom>
            <a:avLst/>
            <a:gdLst>
              <a:gd name="T0" fmla="*/ 3 w 3"/>
              <a:gd name="T1" fmla="*/ 2 h 2"/>
              <a:gd name="T2" fmla="*/ 3 w 3"/>
              <a:gd name="T3" fmla="*/ 2 h 2"/>
              <a:gd name="T4" fmla="*/ 3 w 3"/>
              <a:gd name="T5" fmla="*/ 0 h 2"/>
              <a:gd name="T6" fmla="*/ 0 w 3"/>
              <a:gd name="T7" fmla="*/ 2 h 2"/>
              <a:gd name="T8" fmla="*/ 3 w 3"/>
              <a:gd name="T9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2">
                <a:moveTo>
                  <a:pt x="3" y="2"/>
                </a:moveTo>
                <a:lnTo>
                  <a:pt x="3" y="2"/>
                </a:ln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8" name="Freeform 375">
            <a:extLst>
              <a:ext uri="{FF2B5EF4-FFF2-40B4-BE49-F238E27FC236}">
                <a16:creationId xmlns:a16="http://schemas.microsoft.com/office/drawing/2014/main" id="{2D499ABE-F010-452F-9DCF-422BA9B90965}"/>
              </a:ext>
            </a:extLst>
          </p:cNvPr>
          <p:cNvSpPr>
            <a:spLocks/>
          </p:cNvSpPr>
          <p:nvPr/>
        </p:nvSpPr>
        <p:spPr bwMode="auto">
          <a:xfrm>
            <a:off x="9874252" y="5818189"/>
            <a:ext cx="3175" cy="4763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  <a:gd name="T8" fmla="*/ 0 w 2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9" name="Freeform 376">
            <a:extLst>
              <a:ext uri="{FF2B5EF4-FFF2-40B4-BE49-F238E27FC236}">
                <a16:creationId xmlns:a16="http://schemas.microsoft.com/office/drawing/2014/main" id="{0EF62D14-F393-4EA8-90C3-4F8D80E30085}"/>
              </a:ext>
            </a:extLst>
          </p:cNvPr>
          <p:cNvSpPr>
            <a:spLocks/>
          </p:cNvSpPr>
          <p:nvPr/>
        </p:nvSpPr>
        <p:spPr bwMode="auto">
          <a:xfrm>
            <a:off x="10958515" y="5367339"/>
            <a:ext cx="93663" cy="98425"/>
          </a:xfrm>
          <a:custGeom>
            <a:avLst/>
            <a:gdLst>
              <a:gd name="T0" fmla="*/ 22 w 59"/>
              <a:gd name="T1" fmla="*/ 62 h 62"/>
              <a:gd name="T2" fmla="*/ 59 w 59"/>
              <a:gd name="T3" fmla="*/ 22 h 62"/>
              <a:gd name="T4" fmla="*/ 38 w 59"/>
              <a:gd name="T5" fmla="*/ 0 h 62"/>
              <a:gd name="T6" fmla="*/ 0 w 59"/>
              <a:gd name="T7" fmla="*/ 40 h 62"/>
              <a:gd name="T8" fmla="*/ 6 w 59"/>
              <a:gd name="T9" fmla="*/ 46 h 62"/>
              <a:gd name="T10" fmla="*/ 3 w 59"/>
              <a:gd name="T11" fmla="*/ 48 h 62"/>
              <a:gd name="T12" fmla="*/ 3 w 59"/>
              <a:gd name="T13" fmla="*/ 51 h 62"/>
              <a:gd name="T14" fmla="*/ 6 w 59"/>
              <a:gd name="T15" fmla="*/ 48 h 62"/>
              <a:gd name="T16" fmla="*/ 8 w 59"/>
              <a:gd name="T17" fmla="*/ 51 h 62"/>
              <a:gd name="T18" fmla="*/ 6 w 59"/>
              <a:gd name="T19" fmla="*/ 54 h 62"/>
              <a:gd name="T20" fmla="*/ 8 w 59"/>
              <a:gd name="T21" fmla="*/ 54 h 62"/>
              <a:gd name="T22" fmla="*/ 11 w 59"/>
              <a:gd name="T23" fmla="*/ 51 h 62"/>
              <a:gd name="T24" fmla="*/ 14 w 59"/>
              <a:gd name="T25" fmla="*/ 54 h 62"/>
              <a:gd name="T26" fmla="*/ 11 w 59"/>
              <a:gd name="T27" fmla="*/ 56 h 62"/>
              <a:gd name="T28" fmla="*/ 11 w 59"/>
              <a:gd name="T29" fmla="*/ 56 h 62"/>
              <a:gd name="T30" fmla="*/ 14 w 59"/>
              <a:gd name="T31" fmla="*/ 54 h 62"/>
              <a:gd name="T32" fmla="*/ 22 w 59"/>
              <a:gd name="T33" fmla="*/ 6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9" h="62">
                <a:moveTo>
                  <a:pt x="22" y="62"/>
                </a:moveTo>
                <a:lnTo>
                  <a:pt x="59" y="22"/>
                </a:lnTo>
                <a:lnTo>
                  <a:pt x="38" y="0"/>
                </a:lnTo>
                <a:lnTo>
                  <a:pt x="0" y="40"/>
                </a:lnTo>
                <a:lnTo>
                  <a:pt x="6" y="46"/>
                </a:lnTo>
                <a:lnTo>
                  <a:pt x="3" y="48"/>
                </a:lnTo>
                <a:lnTo>
                  <a:pt x="3" y="51"/>
                </a:lnTo>
                <a:lnTo>
                  <a:pt x="6" y="48"/>
                </a:lnTo>
                <a:lnTo>
                  <a:pt x="8" y="51"/>
                </a:lnTo>
                <a:lnTo>
                  <a:pt x="6" y="54"/>
                </a:lnTo>
                <a:lnTo>
                  <a:pt x="8" y="54"/>
                </a:lnTo>
                <a:lnTo>
                  <a:pt x="11" y="51"/>
                </a:lnTo>
                <a:lnTo>
                  <a:pt x="14" y="54"/>
                </a:lnTo>
                <a:lnTo>
                  <a:pt x="11" y="56"/>
                </a:lnTo>
                <a:lnTo>
                  <a:pt x="11" y="56"/>
                </a:lnTo>
                <a:lnTo>
                  <a:pt x="14" y="54"/>
                </a:lnTo>
                <a:lnTo>
                  <a:pt x="22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0" name="Freeform 377">
            <a:extLst>
              <a:ext uri="{FF2B5EF4-FFF2-40B4-BE49-F238E27FC236}">
                <a16:creationId xmlns:a16="http://schemas.microsoft.com/office/drawing/2014/main" id="{6F4DDF48-218B-4500-B294-8C995045101D}"/>
              </a:ext>
            </a:extLst>
          </p:cNvPr>
          <p:cNvSpPr>
            <a:spLocks/>
          </p:cNvSpPr>
          <p:nvPr/>
        </p:nvSpPr>
        <p:spPr bwMode="auto">
          <a:xfrm>
            <a:off x="10755315" y="5440364"/>
            <a:ext cx="207963" cy="207963"/>
          </a:xfrm>
          <a:custGeom>
            <a:avLst/>
            <a:gdLst>
              <a:gd name="T0" fmla="*/ 131 w 131"/>
              <a:gd name="T1" fmla="*/ 2 h 131"/>
              <a:gd name="T2" fmla="*/ 128 w 131"/>
              <a:gd name="T3" fmla="*/ 0 h 131"/>
              <a:gd name="T4" fmla="*/ 0 w 131"/>
              <a:gd name="T5" fmla="*/ 128 h 131"/>
              <a:gd name="T6" fmla="*/ 3 w 131"/>
              <a:gd name="T7" fmla="*/ 131 h 131"/>
              <a:gd name="T8" fmla="*/ 131 w 131"/>
              <a:gd name="T9" fmla="*/ 2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1" h="131">
                <a:moveTo>
                  <a:pt x="131" y="2"/>
                </a:moveTo>
                <a:lnTo>
                  <a:pt x="128" y="0"/>
                </a:lnTo>
                <a:lnTo>
                  <a:pt x="0" y="128"/>
                </a:lnTo>
                <a:lnTo>
                  <a:pt x="3" y="131"/>
                </a:lnTo>
                <a:lnTo>
                  <a:pt x="131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1" name="Freeform 378">
            <a:extLst>
              <a:ext uri="{FF2B5EF4-FFF2-40B4-BE49-F238E27FC236}">
                <a16:creationId xmlns:a16="http://schemas.microsoft.com/office/drawing/2014/main" id="{BD8E5EFF-AA5C-4E33-893F-6036DB9178EA}"/>
              </a:ext>
            </a:extLst>
          </p:cNvPr>
          <p:cNvSpPr>
            <a:spLocks/>
          </p:cNvSpPr>
          <p:nvPr/>
        </p:nvSpPr>
        <p:spPr bwMode="auto">
          <a:xfrm>
            <a:off x="10768015" y="5453064"/>
            <a:ext cx="207963" cy="207963"/>
          </a:xfrm>
          <a:custGeom>
            <a:avLst/>
            <a:gdLst>
              <a:gd name="T0" fmla="*/ 3 w 131"/>
              <a:gd name="T1" fmla="*/ 131 h 131"/>
              <a:gd name="T2" fmla="*/ 131 w 131"/>
              <a:gd name="T3" fmla="*/ 2 h 131"/>
              <a:gd name="T4" fmla="*/ 128 w 131"/>
              <a:gd name="T5" fmla="*/ 0 h 131"/>
              <a:gd name="T6" fmla="*/ 0 w 131"/>
              <a:gd name="T7" fmla="*/ 128 h 131"/>
              <a:gd name="T8" fmla="*/ 3 w 131"/>
              <a:gd name="T9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1" h="131">
                <a:moveTo>
                  <a:pt x="3" y="131"/>
                </a:moveTo>
                <a:lnTo>
                  <a:pt x="131" y="2"/>
                </a:lnTo>
                <a:lnTo>
                  <a:pt x="128" y="0"/>
                </a:lnTo>
                <a:lnTo>
                  <a:pt x="0" y="128"/>
                </a:lnTo>
                <a:lnTo>
                  <a:pt x="3" y="1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2" name="Freeform 379">
            <a:extLst>
              <a:ext uri="{FF2B5EF4-FFF2-40B4-BE49-F238E27FC236}">
                <a16:creationId xmlns:a16="http://schemas.microsoft.com/office/drawing/2014/main" id="{FA9EFE1F-A5F7-4D4A-9963-05DC1BF10D60}"/>
              </a:ext>
            </a:extLst>
          </p:cNvPr>
          <p:cNvSpPr>
            <a:spLocks/>
          </p:cNvSpPr>
          <p:nvPr/>
        </p:nvSpPr>
        <p:spPr bwMode="auto">
          <a:xfrm>
            <a:off x="10764840" y="5448301"/>
            <a:ext cx="203200" cy="204788"/>
          </a:xfrm>
          <a:custGeom>
            <a:avLst/>
            <a:gdLst>
              <a:gd name="T0" fmla="*/ 2 w 128"/>
              <a:gd name="T1" fmla="*/ 129 h 129"/>
              <a:gd name="T2" fmla="*/ 128 w 128"/>
              <a:gd name="T3" fmla="*/ 3 h 129"/>
              <a:gd name="T4" fmla="*/ 125 w 128"/>
              <a:gd name="T5" fmla="*/ 0 h 129"/>
              <a:gd name="T6" fmla="*/ 0 w 128"/>
              <a:gd name="T7" fmla="*/ 126 h 129"/>
              <a:gd name="T8" fmla="*/ 2 w 128"/>
              <a:gd name="T9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" h="129">
                <a:moveTo>
                  <a:pt x="2" y="129"/>
                </a:moveTo>
                <a:lnTo>
                  <a:pt x="128" y="3"/>
                </a:lnTo>
                <a:lnTo>
                  <a:pt x="125" y="0"/>
                </a:lnTo>
                <a:lnTo>
                  <a:pt x="0" y="126"/>
                </a:lnTo>
                <a:lnTo>
                  <a:pt x="2" y="1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3" name="Freeform 380">
            <a:extLst>
              <a:ext uri="{FF2B5EF4-FFF2-40B4-BE49-F238E27FC236}">
                <a16:creationId xmlns:a16="http://schemas.microsoft.com/office/drawing/2014/main" id="{A0BC205E-B82E-4B7D-BFB1-DEFAAE785D05}"/>
              </a:ext>
            </a:extLst>
          </p:cNvPr>
          <p:cNvSpPr>
            <a:spLocks/>
          </p:cNvSpPr>
          <p:nvPr/>
        </p:nvSpPr>
        <p:spPr bwMode="auto">
          <a:xfrm>
            <a:off x="10772777" y="5456239"/>
            <a:ext cx="207963" cy="209550"/>
          </a:xfrm>
          <a:custGeom>
            <a:avLst/>
            <a:gdLst>
              <a:gd name="T0" fmla="*/ 3 w 131"/>
              <a:gd name="T1" fmla="*/ 132 h 132"/>
              <a:gd name="T2" fmla="*/ 131 w 131"/>
              <a:gd name="T3" fmla="*/ 3 h 132"/>
              <a:gd name="T4" fmla="*/ 128 w 131"/>
              <a:gd name="T5" fmla="*/ 0 h 132"/>
              <a:gd name="T6" fmla="*/ 0 w 131"/>
              <a:gd name="T7" fmla="*/ 129 h 132"/>
              <a:gd name="T8" fmla="*/ 3 w 131"/>
              <a:gd name="T9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1" h="132">
                <a:moveTo>
                  <a:pt x="3" y="132"/>
                </a:moveTo>
                <a:lnTo>
                  <a:pt x="131" y="3"/>
                </a:lnTo>
                <a:lnTo>
                  <a:pt x="128" y="0"/>
                </a:lnTo>
                <a:lnTo>
                  <a:pt x="0" y="129"/>
                </a:lnTo>
                <a:lnTo>
                  <a:pt x="3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4" name="Freeform 381">
            <a:extLst>
              <a:ext uri="{FF2B5EF4-FFF2-40B4-BE49-F238E27FC236}">
                <a16:creationId xmlns:a16="http://schemas.microsoft.com/office/drawing/2014/main" id="{5809FA4C-B547-4E46-B19F-DFC676F63123}"/>
              </a:ext>
            </a:extLst>
          </p:cNvPr>
          <p:cNvSpPr>
            <a:spLocks/>
          </p:cNvSpPr>
          <p:nvPr/>
        </p:nvSpPr>
        <p:spPr bwMode="auto">
          <a:xfrm>
            <a:off x="10620377" y="5780089"/>
            <a:ext cx="28575" cy="30163"/>
          </a:xfrm>
          <a:custGeom>
            <a:avLst/>
            <a:gdLst>
              <a:gd name="T0" fmla="*/ 0 w 7"/>
              <a:gd name="T1" fmla="*/ 6 h 7"/>
              <a:gd name="T2" fmla="*/ 1 w 7"/>
              <a:gd name="T3" fmla="*/ 7 h 7"/>
              <a:gd name="T4" fmla="*/ 7 w 7"/>
              <a:gd name="T5" fmla="*/ 1 h 7"/>
              <a:gd name="T6" fmla="*/ 5 w 7"/>
              <a:gd name="T7" fmla="*/ 0 h 7"/>
              <a:gd name="T8" fmla="*/ 0 w 7"/>
              <a:gd name="T9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0" y="6"/>
                </a:moveTo>
                <a:cubicBezTo>
                  <a:pt x="1" y="7"/>
                  <a:pt x="1" y="7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5" y="0"/>
                </a:cubicBezTo>
                <a:lnTo>
                  <a:pt x="0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5" name="Freeform 382">
            <a:extLst>
              <a:ext uri="{FF2B5EF4-FFF2-40B4-BE49-F238E27FC236}">
                <a16:creationId xmlns:a16="http://schemas.microsoft.com/office/drawing/2014/main" id="{2A550913-AA23-40D7-83CA-92DA82A67FB5}"/>
              </a:ext>
            </a:extLst>
          </p:cNvPr>
          <p:cNvSpPr>
            <a:spLocks/>
          </p:cNvSpPr>
          <p:nvPr/>
        </p:nvSpPr>
        <p:spPr bwMode="auto">
          <a:xfrm>
            <a:off x="10610852" y="5775326"/>
            <a:ext cx="30163" cy="30163"/>
          </a:xfrm>
          <a:custGeom>
            <a:avLst/>
            <a:gdLst>
              <a:gd name="T0" fmla="*/ 0 w 7"/>
              <a:gd name="T1" fmla="*/ 6 h 7"/>
              <a:gd name="T2" fmla="*/ 1 w 7"/>
              <a:gd name="T3" fmla="*/ 7 h 7"/>
              <a:gd name="T4" fmla="*/ 7 w 7"/>
              <a:gd name="T5" fmla="*/ 1 h 7"/>
              <a:gd name="T6" fmla="*/ 6 w 7"/>
              <a:gd name="T7" fmla="*/ 0 h 7"/>
              <a:gd name="T8" fmla="*/ 0 w 7"/>
              <a:gd name="T9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0" y="6"/>
                </a:moveTo>
                <a:cubicBezTo>
                  <a:pt x="1" y="7"/>
                  <a:pt x="1" y="7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6" y="0"/>
                  <a:pt x="6" y="0"/>
                </a:cubicBezTo>
                <a:lnTo>
                  <a:pt x="0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6" name="Freeform 383">
            <a:extLst>
              <a:ext uri="{FF2B5EF4-FFF2-40B4-BE49-F238E27FC236}">
                <a16:creationId xmlns:a16="http://schemas.microsoft.com/office/drawing/2014/main" id="{C55FC1F3-AD0A-4919-AD1A-AE5C3CB829FA}"/>
              </a:ext>
            </a:extLst>
          </p:cNvPr>
          <p:cNvSpPr>
            <a:spLocks/>
          </p:cNvSpPr>
          <p:nvPr/>
        </p:nvSpPr>
        <p:spPr bwMode="auto">
          <a:xfrm>
            <a:off x="10458452" y="5643564"/>
            <a:ext cx="319088" cy="323850"/>
          </a:xfrm>
          <a:custGeom>
            <a:avLst/>
            <a:gdLst>
              <a:gd name="T0" fmla="*/ 73 w 75"/>
              <a:gd name="T1" fmla="*/ 6 h 76"/>
              <a:gd name="T2" fmla="*/ 61 w 75"/>
              <a:gd name="T3" fmla="*/ 18 h 76"/>
              <a:gd name="T4" fmla="*/ 60 w 75"/>
              <a:gd name="T5" fmla="*/ 22 h 76"/>
              <a:gd name="T6" fmla="*/ 50 w 75"/>
              <a:gd name="T7" fmla="*/ 32 h 76"/>
              <a:gd name="T8" fmla="*/ 45 w 75"/>
              <a:gd name="T9" fmla="*/ 33 h 76"/>
              <a:gd name="T10" fmla="*/ 39 w 75"/>
              <a:gd name="T11" fmla="*/ 39 h 76"/>
              <a:gd name="T12" fmla="*/ 40 w 75"/>
              <a:gd name="T13" fmla="*/ 41 h 76"/>
              <a:gd name="T14" fmla="*/ 39 w 75"/>
              <a:gd name="T15" fmla="*/ 42 h 76"/>
              <a:gd name="T16" fmla="*/ 33 w 75"/>
              <a:gd name="T17" fmla="*/ 36 h 76"/>
              <a:gd name="T18" fmla="*/ 35 w 75"/>
              <a:gd name="T19" fmla="*/ 35 h 76"/>
              <a:gd name="T20" fmla="*/ 36 w 75"/>
              <a:gd name="T21" fmla="*/ 36 h 76"/>
              <a:gd name="T22" fmla="*/ 42 w 75"/>
              <a:gd name="T23" fmla="*/ 30 h 76"/>
              <a:gd name="T24" fmla="*/ 43 w 75"/>
              <a:gd name="T25" fmla="*/ 26 h 76"/>
              <a:gd name="T26" fmla="*/ 53 w 75"/>
              <a:gd name="T27" fmla="*/ 16 h 76"/>
              <a:gd name="T28" fmla="*/ 58 w 75"/>
              <a:gd name="T29" fmla="*/ 15 h 76"/>
              <a:gd name="T30" fmla="*/ 70 w 75"/>
              <a:gd name="T31" fmla="*/ 3 h 76"/>
              <a:gd name="T32" fmla="*/ 68 w 75"/>
              <a:gd name="T33" fmla="*/ 1 h 76"/>
              <a:gd name="T34" fmla="*/ 70 w 75"/>
              <a:gd name="T35" fmla="*/ 0 h 76"/>
              <a:gd name="T36" fmla="*/ 70 w 75"/>
              <a:gd name="T37" fmla="*/ 0 h 76"/>
              <a:gd name="T38" fmla="*/ 0 w 75"/>
              <a:gd name="T39" fmla="*/ 42 h 76"/>
              <a:gd name="T40" fmla="*/ 33 w 75"/>
              <a:gd name="T41" fmla="*/ 44 h 76"/>
              <a:gd name="T42" fmla="*/ 34 w 75"/>
              <a:gd name="T43" fmla="*/ 76 h 76"/>
              <a:gd name="T44" fmla="*/ 75 w 75"/>
              <a:gd name="T45" fmla="*/ 5 h 76"/>
              <a:gd name="T46" fmla="*/ 75 w 75"/>
              <a:gd name="T47" fmla="*/ 5 h 76"/>
              <a:gd name="T48" fmla="*/ 74 w 75"/>
              <a:gd name="T49" fmla="*/ 7 h 76"/>
              <a:gd name="T50" fmla="*/ 73 w 75"/>
              <a:gd name="T51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5" h="76">
                <a:moveTo>
                  <a:pt x="73" y="6"/>
                </a:moveTo>
                <a:cubicBezTo>
                  <a:pt x="61" y="18"/>
                  <a:pt x="61" y="18"/>
                  <a:pt x="61" y="18"/>
                </a:cubicBezTo>
                <a:cubicBezTo>
                  <a:pt x="61" y="19"/>
                  <a:pt x="61" y="21"/>
                  <a:pt x="60" y="22"/>
                </a:cubicBezTo>
                <a:cubicBezTo>
                  <a:pt x="50" y="32"/>
                  <a:pt x="50" y="32"/>
                  <a:pt x="50" y="32"/>
                </a:cubicBezTo>
                <a:cubicBezTo>
                  <a:pt x="48" y="33"/>
                  <a:pt x="47" y="34"/>
                  <a:pt x="45" y="33"/>
                </a:cubicBezTo>
                <a:cubicBezTo>
                  <a:pt x="39" y="39"/>
                  <a:pt x="39" y="39"/>
                  <a:pt x="39" y="39"/>
                </a:cubicBezTo>
                <a:cubicBezTo>
                  <a:pt x="40" y="41"/>
                  <a:pt x="40" y="41"/>
                  <a:pt x="40" y="41"/>
                </a:cubicBezTo>
                <a:cubicBezTo>
                  <a:pt x="39" y="42"/>
                  <a:pt x="39" y="42"/>
                  <a:pt x="39" y="42"/>
                </a:cubicBezTo>
                <a:cubicBezTo>
                  <a:pt x="33" y="36"/>
                  <a:pt x="33" y="36"/>
                  <a:pt x="33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6"/>
                  <a:pt x="36" y="36"/>
                  <a:pt x="36" y="36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29"/>
                  <a:pt x="42" y="27"/>
                  <a:pt x="43" y="26"/>
                </a:cubicBezTo>
                <a:cubicBezTo>
                  <a:pt x="53" y="16"/>
                  <a:pt x="53" y="16"/>
                  <a:pt x="53" y="16"/>
                </a:cubicBezTo>
                <a:cubicBezTo>
                  <a:pt x="54" y="14"/>
                  <a:pt x="56" y="14"/>
                  <a:pt x="58" y="15"/>
                </a:cubicBezTo>
                <a:cubicBezTo>
                  <a:pt x="70" y="3"/>
                  <a:pt x="70" y="3"/>
                  <a:pt x="70" y="3"/>
                </a:cubicBezTo>
                <a:cubicBezTo>
                  <a:pt x="68" y="1"/>
                  <a:pt x="68" y="1"/>
                  <a:pt x="68" y="1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0" y="42"/>
                  <a:pt x="0" y="42"/>
                  <a:pt x="0" y="42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76"/>
                  <a:pt x="34" y="76"/>
                  <a:pt x="34" y="76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4" y="7"/>
                  <a:pt x="74" y="7"/>
                  <a:pt x="74" y="7"/>
                </a:cubicBezTo>
                <a:lnTo>
                  <a:pt x="73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7" name="Freeform 384">
            <a:extLst>
              <a:ext uri="{FF2B5EF4-FFF2-40B4-BE49-F238E27FC236}">
                <a16:creationId xmlns:a16="http://schemas.microsoft.com/office/drawing/2014/main" id="{A795C79E-5C3C-48C5-B945-ED05052AA2FF}"/>
              </a:ext>
            </a:extLst>
          </p:cNvPr>
          <p:cNvSpPr>
            <a:spLocks/>
          </p:cNvSpPr>
          <p:nvPr/>
        </p:nvSpPr>
        <p:spPr bwMode="auto">
          <a:xfrm>
            <a:off x="10704515" y="5656264"/>
            <a:ext cx="55563" cy="55563"/>
          </a:xfrm>
          <a:custGeom>
            <a:avLst/>
            <a:gdLst>
              <a:gd name="T0" fmla="*/ 13 w 13"/>
              <a:gd name="T1" fmla="*/ 1 h 13"/>
              <a:gd name="T2" fmla="*/ 12 w 13"/>
              <a:gd name="T3" fmla="*/ 0 h 13"/>
              <a:gd name="T4" fmla="*/ 0 w 13"/>
              <a:gd name="T5" fmla="*/ 12 h 13"/>
              <a:gd name="T6" fmla="*/ 1 w 13"/>
              <a:gd name="T7" fmla="*/ 13 h 13"/>
              <a:gd name="T8" fmla="*/ 13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3" y="1"/>
                </a:moveTo>
                <a:cubicBezTo>
                  <a:pt x="12" y="0"/>
                  <a:pt x="12" y="0"/>
                  <a:pt x="12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1" y="12"/>
                  <a:pt x="1" y="12"/>
                  <a:pt x="1" y="13"/>
                </a:cubicBezTo>
                <a:lnTo>
                  <a:pt x="13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8" name="Freeform 385">
            <a:extLst>
              <a:ext uri="{FF2B5EF4-FFF2-40B4-BE49-F238E27FC236}">
                <a16:creationId xmlns:a16="http://schemas.microsoft.com/office/drawing/2014/main" id="{F6F69310-C1EF-4289-B93E-A1D96B066E71}"/>
              </a:ext>
            </a:extLst>
          </p:cNvPr>
          <p:cNvSpPr>
            <a:spLocks/>
          </p:cNvSpPr>
          <p:nvPr/>
        </p:nvSpPr>
        <p:spPr bwMode="auto">
          <a:xfrm>
            <a:off x="10712452" y="5661026"/>
            <a:ext cx="52388" cy="55563"/>
          </a:xfrm>
          <a:custGeom>
            <a:avLst/>
            <a:gdLst>
              <a:gd name="T0" fmla="*/ 1 w 12"/>
              <a:gd name="T1" fmla="*/ 13 h 13"/>
              <a:gd name="T2" fmla="*/ 12 w 12"/>
              <a:gd name="T3" fmla="*/ 1 h 13"/>
              <a:gd name="T4" fmla="*/ 11 w 12"/>
              <a:gd name="T5" fmla="*/ 0 h 13"/>
              <a:gd name="T6" fmla="*/ 0 w 12"/>
              <a:gd name="T7" fmla="*/ 12 h 13"/>
              <a:gd name="T8" fmla="*/ 1 w 12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1" y="13"/>
                </a:moveTo>
                <a:cubicBezTo>
                  <a:pt x="12" y="1"/>
                  <a:pt x="12" y="1"/>
                  <a:pt x="12" y="1"/>
                </a:cubicBezTo>
                <a:cubicBezTo>
                  <a:pt x="11" y="0"/>
                  <a:pt x="11" y="0"/>
                  <a:pt x="11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3"/>
                  <a:pt x="1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9" name="Freeform 386">
            <a:extLst>
              <a:ext uri="{FF2B5EF4-FFF2-40B4-BE49-F238E27FC236}">
                <a16:creationId xmlns:a16="http://schemas.microsoft.com/office/drawing/2014/main" id="{E9662085-18BF-4F64-ACD7-88F96BF9C71F}"/>
              </a:ext>
            </a:extLst>
          </p:cNvPr>
          <p:cNvSpPr>
            <a:spLocks/>
          </p:cNvSpPr>
          <p:nvPr/>
        </p:nvSpPr>
        <p:spPr bwMode="auto">
          <a:xfrm>
            <a:off x="10636252" y="5707064"/>
            <a:ext cx="68263" cy="68263"/>
          </a:xfrm>
          <a:custGeom>
            <a:avLst/>
            <a:gdLst>
              <a:gd name="T0" fmla="*/ 43 w 43"/>
              <a:gd name="T1" fmla="*/ 0 h 43"/>
              <a:gd name="T2" fmla="*/ 43 w 43"/>
              <a:gd name="T3" fmla="*/ 0 h 43"/>
              <a:gd name="T4" fmla="*/ 0 w 43"/>
              <a:gd name="T5" fmla="*/ 40 h 43"/>
              <a:gd name="T6" fmla="*/ 0 w 43"/>
              <a:gd name="T7" fmla="*/ 43 h 43"/>
              <a:gd name="T8" fmla="*/ 43 w 43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43" y="0"/>
                </a:moveTo>
                <a:lnTo>
                  <a:pt x="43" y="0"/>
                </a:lnTo>
                <a:lnTo>
                  <a:pt x="0" y="40"/>
                </a:lnTo>
                <a:lnTo>
                  <a:pt x="0" y="43"/>
                </a:lnTo>
                <a:lnTo>
                  <a:pt x="4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0" name="Freeform 387">
            <a:extLst>
              <a:ext uri="{FF2B5EF4-FFF2-40B4-BE49-F238E27FC236}">
                <a16:creationId xmlns:a16="http://schemas.microsoft.com/office/drawing/2014/main" id="{4D9369DA-910D-4937-81F7-7BF32B406FFE}"/>
              </a:ext>
            </a:extLst>
          </p:cNvPr>
          <p:cNvSpPr>
            <a:spLocks/>
          </p:cNvSpPr>
          <p:nvPr/>
        </p:nvSpPr>
        <p:spPr bwMode="auto">
          <a:xfrm>
            <a:off x="10755315" y="5648326"/>
            <a:ext cx="9525" cy="7938"/>
          </a:xfrm>
          <a:custGeom>
            <a:avLst/>
            <a:gdLst>
              <a:gd name="T0" fmla="*/ 6 w 6"/>
              <a:gd name="T1" fmla="*/ 0 h 5"/>
              <a:gd name="T2" fmla="*/ 3 w 6"/>
              <a:gd name="T3" fmla="*/ 0 h 5"/>
              <a:gd name="T4" fmla="*/ 0 w 6"/>
              <a:gd name="T5" fmla="*/ 5 h 5"/>
              <a:gd name="T6" fmla="*/ 0 w 6"/>
              <a:gd name="T7" fmla="*/ 5 h 5"/>
              <a:gd name="T8" fmla="*/ 6 w 6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5">
                <a:moveTo>
                  <a:pt x="6" y="0"/>
                </a:moveTo>
                <a:lnTo>
                  <a:pt x="3" y="0"/>
                </a:lnTo>
                <a:lnTo>
                  <a:pt x="0" y="5"/>
                </a:lnTo>
                <a:lnTo>
                  <a:pt x="0" y="5"/>
                </a:lnTo>
                <a:lnTo>
                  <a:pt x="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1" name="Freeform 388">
            <a:extLst>
              <a:ext uri="{FF2B5EF4-FFF2-40B4-BE49-F238E27FC236}">
                <a16:creationId xmlns:a16="http://schemas.microsoft.com/office/drawing/2014/main" id="{77C0F3B1-2CF2-4B31-9626-CC7F12FF42AD}"/>
              </a:ext>
            </a:extLst>
          </p:cNvPr>
          <p:cNvSpPr>
            <a:spLocks/>
          </p:cNvSpPr>
          <p:nvPr/>
        </p:nvSpPr>
        <p:spPr bwMode="auto">
          <a:xfrm>
            <a:off x="10641015" y="5711826"/>
            <a:ext cx="71438" cy="68263"/>
          </a:xfrm>
          <a:custGeom>
            <a:avLst/>
            <a:gdLst>
              <a:gd name="T0" fmla="*/ 45 w 45"/>
              <a:gd name="T1" fmla="*/ 0 h 43"/>
              <a:gd name="T2" fmla="*/ 43 w 45"/>
              <a:gd name="T3" fmla="*/ 0 h 43"/>
              <a:gd name="T4" fmla="*/ 0 w 45"/>
              <a:gd name="T5" fmla="*/ 43 h 43"/>
              <a:gd name="T6" fmla="*/ 0 w 45"/>
              <a:gd name="T7" fmla="*/ 43 h 43"/>
              <a:gd name="T8" fmla="*/ 0 w 45"/>
              <a:gd name="T9" fmla="*/ 43 h 43"/>
              <a:gd name="T10" fmla="*/ 45 w 45"/>
              <a:gd name="T11" fmla="*/ 0 h 43"/>
              <a:gd name="T12" fmla="*/ 45 w 45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3">
                <a:moveTo>
                  <a:pt x="45" y="0"/>
                </a:moveTo>
                <a:lnTo>
                  <a:pt x="43" y="0"/>
                </a:lnTo>
                <a:lnTo>
                  <a:pt x="0" y="43"/>
                </a:lnTo>
                <a:lnTo>
                  <a:pt x="0" y="43"/>
                </a:lnTo>
                <a:lnTo>
                  <a:pt x="0" y="43"/>
                </a:lnTo>
                <a:lnTo>
                  <a:pt x="45" y="0"/>
                </a:lnTo>
                <a:lnTo>
                  <a:pt x="4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2" name="Freeform 389">
            <a:extLst>
              <a:ext uri="{FF2B5EF4-FFF2-40B4-BE49-F238E27FC236}">
                <a16:creationId xmlns:a16="http://schemas.microsoft.com/office/drawing/2014/main" id="{4229BADD-9045-4138-B507-3C93B7BE576D}"/>
              </a:ext>
            </a:extLst>
          </p:cNvPr>
          <p:cNvSpPr>
            <a:spLocks/>
          </p:cNvSpPr>
          <p:nvPr/>
        </p:nvSpPr>
        <p:spPr bwMode="auto">
          <a:xfrm>
            <a:off x="10760077" y="5653089"/>
            <a:ext cx="7938" cy="7938"/>
          </a:xfrm>
          <a:custGeom>
            <a:avLst/>
            <a:gdLst>
              <a:gd name="T0" fmla="*/ 0 w 5"/>
              <a:gd name="T1" fmla="*/ 5 h 5"/>
              <a:gd name="T2" fmla="*/ 5 w 5"/>
              <a:gd name="T3" fmla="*/ 2 h 5"/>
              <a:gd name="T4" fmla="*/ 5 w 5"/>
              <a:gd name="T5" fmla="*/ 0 h 5"/>
              <a:gd name="T6" fmla="*/ 0 w 5"/>
              <a:gd name="T7" fmla="*/ 5 h 5"/>
              <a:gd name="T8" fmla="*/ 0 w 5"/>
              <a:gd name="T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0" y="5"/>
                </a:moveTo>
                <a:lnTo>
                  <a:pt x="5" y="2"/>
                </a:lnTo>
                <a:lnTo>
                  <a:pt x="5" y="0"/>
                </a:lnTo>
                <a:lnTo>
                  <a:pt x="0" y="5"/>
                </a:lnTo>
                <a:lnTo>
                  <a:pt x="0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3" name="Freeform 390">
            <a:extLst>
              <a:ext uri="{FF2B5EF4-FFF2-40B4-BE49-F238E27FC236}">
                <a16:creationId xmlns:a16="http://schemas.microsoft.com/office/drawing/2014/main" id="{49727D3D-D9FD-4962-9AC7-E79D74D39D1A}"/>
              </a:ext>
            </a:extLst>
          </p:cNvPr>
          <p:cNvSpPr>
            <a:spLocks/>
          </p:cNvSpPr>
          <p:nvPr/>
        </p:nvSpPr>
        <p:spPr bwMode="auto">
          <a:xfrm>
            <a:off x="10648952" y="5716589"/>
            <a:ext cx="68263" cy="66675"/>
          </a:xfrm>
          <a:custGeom>
            <a:avLst/>
            <a:gdLst>
              <a:gd name="T0" fmla="*/ 0 w 43"/>
              <a:gd name="T1" fmla="*/ 42 h 42"/>
              <a:gd name="T2" fmla="*/ 0 w 43"/>
              <a:gd name="T3" fmla="*/ 42 h 42"/>
              <a:gd name="T4" fmla="*/ 43 w 43"/>
              <a:gd name="T5" fmla="*/ 2 h 42"/>
              <a:gd name="T6" fmla="*/ 43 w 43"/>
              <a:gd name="T7" fmla="*/ 0 h 42"/>
              <a:gd name="T8" fmla="*/ 0 w 43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2">
                <a:moveTo>
                  <a:pt x="0" y="42"/>
                </a:moveTo>
                <a:lnTo>
                  <a:pt x="0" y="42"/>
                </a:lnTo>
                <a:lnTo>
                  <a:pt x="43" y="2"/>
                </a:lnTo>
                <a:lnTo>
                  <a:pt x="43" y="0"/>
                </a:lnTo>
                <a:lnTo>
                  <a:pt x="0" y="4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4" name="Freeform 391">
            <a:extLst>
              <a:ext uri="{FF2B5EF4-FFF2-40B4-BE49-F238E27FC236}">
                <a16:creationId xmlns:a16="http://schemas.microsoft.com/office/drawing/2014/main" id="{F67B7A26-5801-4A23-8899-8852026D45E6}"/>
              </a:ext>
            </a:extLst>
          </p:cNvPr>
          <p:cNvSpPr>
            <a:spLocks/>
          </p:cNvSpPr>
          <p:nvPr/>
        </p:nvSpPr>
        <p:spPr bwMode="auto">
          <a:xfrm>
            <a:off x="10764840" y="5661026"/>
            <a:ext cx="7938" cy="7938"/>
          </a:xfrm>
          <a:custGeom>
            <a:avLst/>
            <a:gdLst>
              <a:gd name="T0" fmla="*/ 2 w 5"/>
              <a:gd name="T1" fmla="*/ 5 h 5"/>
              <a:gd name="T2" fmla="*/ 5 w 5"/>
              <a:gd name="T3" fmla="*/ 0 h 5"/>
              <a:gd name="T4" fmla="*/ 5 w 5"/>
              <a:gd name="T5" fmla="*/ 0 h 5"/>
              <a:gd name="T6" fmla="*/ 0 w 5"/>
              <a:gd name="T7" fmla="*/ 3 h 5"/>
              <a:gd name="T8" fmla="*/ 2 w 5"/>
              <a:gd name="T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2" y="5"/>
                </a:moveTo>
                <a:lnTo>
                  <a:pt x="5" y="0"/>
                </a:lnTo>
                <a:lnTo>
                  <a:pt x="5" y="0"/>
                </a:lnTo>
                <a:lnTo>
                  <a:pt x="0" y="3"/>
                </a:lnTo>
                <a:lnTo>
                  <a:pt x="2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5" name="Freeform 434">
            <a:extLst>
              <a:ext uri="{FF2B5EF4-FFF2-40B4-BE49-F238E27FC236}">
                <a16:creationId xmlns:a16="http://schemas.microsoft.com/office/drawing/2014/main" id="{EC0F83D7-9763-4FE8-BE3B-0FE41484C81B}"/>
              </a:ext>
            </a:extLst>
          </p:cNvPr>
          <p:cNvSpPr>
            <a:spLocks/>
          </p:cNvSpPr>
          <p:nvPr/>
        </p:nvSpPr>
        <p:spPr bwMode="auto">
          <a:xfrm>
            <a:off x="9742489" y="6294438"/>
            <a:ext cx="195263" cy="347663"/>
          </a:xfrm>
          <a:custGeom>
            <a:avLst/>
            <a:gdLst>
              <a:gd name="T0" fmla="*/ 0 w 46"/>
              <a:gd name="T1" fmla="*/ 0 h 82"/>
              <a:gd name="T2" fmla="*/ 0 w 46"/>
              <a:gd name="T3" fmla="*/ 82 h 82"/>
              <a:gd name="T4" fmla="*/ 8 w 46"/>
              <a:gd name="T5" fmla="*/ 82 h 82"/>
              <a:gd name="T6" fmla="*/ 8 w 46"/>
              <a:gd name="T7" fmla="*/ 65 h 82"/>
              <a:gd name="T8" fmla="*/ 18 w 46"/>
              <a:gd name="T9" fmla="*/ 41 h 82"/>
              <a:gd name="T10" fmla="*/ 46 w 46"/>
              <a:gd name="T11" fmla="*/ 0 h 82"/>
              <a:gd name="T12" fmla="*/ 8 w 46"/>
              <a:gd name="T13" fmla="*/ 0 h 82"/>
              <a:gd name="T14" fmla="*/ 0 w 46"/>
              <a:gd name="T1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82">
                <a:moveTo>
                  <a:pt x="0" y="0"/>
                </a:moveTo>
                <a:cubicBezTo>
                  <a:pt x="0" y="82"/>
                  <a:pt x="0" y="82"/>
                  <a:pt x="0" y="82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65"/>
                  <a:pt x="8" y="65"/>
                  <a:pt x="8" y="65"/>
                </a:cubicBezTo>
                <a:cubicBezTo>
                  <a:pt x="8" y="65"/>
                  <a:pt x="18" y="56"/>
                  <a:pt x="18" y="41"/>
                </a:cubicBezTo>
                <a:cubicBezTo>
                  <a:pt x="18" y="41"/>
                  <a:pt x="46" y="42"/>
                  <a:pt x="46" y="0"/>
                </a:cubicBezTo>
                <a:cubicBezTo>
                  <a:pt x="8" y="0"/>
                  <a:pt x="8" y="0"/>
                  <a:pt x="8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6" name="Freeform 435">
            <a:extLst>
              <a:ext uri="{FF2B5EF4-FFF2-40B4-BE49-F238E27FC236}">
                <a16:creationId xmlns:a16="http://schemas.microsoft.com/office/drawing/2014/main" id="{447D6CC1-CA75-437A-BEE8-7E097244394A}"/>
              </a:ext>
            </a:extLst>
          </p:cNvPr>
          <p:cNvSpPr>
            <a:spLocks/>
          </p:cNvSpPr>
          <p:nvPr/>
        </p:nvSpPr>
        <p:spPr bwMode="auto">
          <a:xfrm>
            <a:off x="9940927" y="6294438"/>
            <a:ext cx="182563" cy="347663"/>
          </a:xfrm>
          <a:custGeom>
            <a:avLst/>
            <a:gdLst>
              <a:gd name="T0" fmla="*/ 38 w 43"/>
              <a:gd name="T1" fmla="*/ 0 h 82"/>
              <a:gd name="T2" fmla="*/ 35 w 43"/>
              <a:gd name="T3" fmla="*/ 0 h 82"/>
              <a:gd name="T4" fmla="*/ 0 w 43"/>
              <a:gd name="T5" fmla="*/ 0 h 82"/>
              <a:gd name="T6" fmla="*/ 27 w 43"/>
              <a:gd name="T7" fmla="*/ 41 h 82"/>
              <a:gd name="T8" fmla="*/ 35 w 43"/>
              <a:gd name="T9" fmla="*/ 62 h 82"/>
              <a:gd name="T10" fmla="*/ 35 w 43"/>
              <a:gd name="T11" fmla="*/ 82 h 82"/>
              <a:gd name="T12" fmla="*/ 43 w 43"/>
              <a:gd name="T13" fmla="*/ 82 h 82"/>
              <a:gd name="T14" fmla="*/ 43 w 43"/>
              <a:gd name="T15" fmla="*/ 0 h 82"/>
              <a:gd name="T16" fmla="*/ 38 w 43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3" h="82">
                <a:moveTo>
                  <a:pt x="38" y="0"/>
                </a:moveTo>
                <a:cubicBezTo>
                  <a:pt x="35" y="0"/>
                  <a:pt x="35" y="0"/>
                  <a:pt x="3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2"/>
                  <a:pt x="27" y="41"/>
                  <a:pt x="27" y="41"/>
                </a:cubicBezTo>
                <a:cubicBezTo>
                  <a:pt x="27" y="51"/>
                  <a:pt x="32" y="58"/>
                  <a:pt x="35" y="62"/>
                </a:cubicBezTo>
                <a:cubicBezTo>
                  <a:pt x="35" y="82"/>
                  <a:pt x="35" y="82"/>
                  <a:pt x="35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0"/>
                  <a:pt x="43" y="0"/>
                  <a:pt x="43" y="0"/>
                </a:cubicBezTo>
                <a:lnTo>
                  <a:pt x="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7" name="Rectangle 436">
            <a:extLst>
              <a:ext uri="{FF2B5EF4-FFF2-40B4-BE49-F238E27FC236}">
                <a16:creationId xmlns:a16="http://schemas.microsoft.com/office/drawing/2014/main" id="{4A3D7DF2-255F-4FCF-8998-6E084AB19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3764" y="6540501"/>
            <a:ext cx="9525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8" name="Rectangle 437">
            <a:extLst>
              <a:ext uri="{FF2B5EF4-FFF2-40B4-BE49-F238E27FC236}">
                <a16:creationId xmlns:a16="http://schemas.microsoft.com/office/drawing/2014/main" id="{674AC2EF-F872-45DF-A7B1-6FD563A7B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6464" y="6515101"/>
            <a:ext cx="4763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9" name="Rectangle 438">
            <a:extLst>
              <a:ext uri="{FF2B5EF4-FFF2-40B4-BE49-F238E27FC236}">
                <a16:creationId xmlns:a16="http://schemas.microsoft.com/office/drawing/2014/main" id="{E077FA25-937E-428A-A6F9-AC8EC9756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77452" y="6530976"/>
            <a:ext cx="3175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0" name="Rectangle 439">
            <a:extLst>
              <a:ext uri="{FF2B5EF4-FFF2-40B4-BE49-F238E27FC236}">
                <a16:creationId xmlns:a16="http://schemas.microsoft.com/office/drawing/2014/main" id="{CC98A80F-E202-4603-85B5-301244213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4752" y="6510338"/>
            <a:ext cx="3175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1" name="Freeform 440">
            <a:extLst>
              <a:ext uri="{FF2B5EF4-FFF2-40B4-BE49-F238E27FC236}">
                <a16:creationId xmlns:a16="http://schemas.microsoft.com/office/drawing/2014/main" id="{57FC85FB-C6C6-48D1-B62D-9DBBB090F694}"/>
              </a:ext>
            </a:extLst>
          </p:cNvPr>
          <p:cNvSpPr>
            <a:spLocks/>
          </p:cNvSpPr>
          <p:nvPr/>
        </p:nvSpPr>
        <p:spPr bwMode="auto">
          <a:xfrm>
            <a:off x="9742489" y="6654801"/>
            <a:ext cx="381000" cy="50800"/>
          </a:xfrm>
          <a:custGeom>
            <a:avLst/>
            <a:gdLst>
              <a:gd name="T0" fmla="*/ 76 w 90"/>
              <a:gd name="T1" fmla="*/ 0 h 12"/>
              <a:gd name="T2" fmla="*/ 78 w 90"/>
              <a:gd name="T3" fmla="*/ 9 h 12"/>
              <a:gd name="T4" fmla="*/ 86 w 90"/>
              <a:gd name="T5" fmla="*/ 9 h 12"/>
              <a:gd name="T6" fmla="*/ 85 w 90"/>
              <a:gd name="T7" fmla="*/ 2 h 12"/>
              <a:gd name="T8" fmla="*/ 80 w 90"/>
              <a:gd name="T9" fmla="*/ 3 h 12"/>
              <a:gd name="T10" fmla="*/ 81 w 90"/>
              <a:gd name="T11" fmla="*/ 6 h 12"/>
              <a:gd name="T12" fmla="*/ 84 w 90"/>
              <a:gd name="T13" fmla="*/ 6 h 12"/>
              <a:gd name="T14" fmla="*/ 83 w 90"/>
              <a:gd name="T15" fmla="*/ 4 h 12"/>
              <a:gd name="T16" fmla="*/ 82 w 90"/>
              <a:gd name="T17" fmla="*/ 4 h 12"/>
              <a:gd name="T18" fmla="*/ 81 w 90"/>
              <a:gd name="T19" fmla="*/ 4 h 12"/>
              <a:gd name="T20" fmla="*/ 84 w 90"/>
              <a:gd name="T21" fmla="*/ 4 h 12"/>
              <a:gd name="T22" fmla="*/ 84 w 90"/>
              <a:gd name="T23" fmla="*/ 7 h 12"/>
              <a:gd name="T24" fmla="*/ 80 w 90"/>
              <a:gd name="T25" fmla="*/ 7 h 12"/>
              <a:gd name="T26" fmla="*/ 80 w 90"/>
              <a:gd name="T27" fmla="*/ 2 h 12"/>
              <a:gd name="T28" fmla="*/ 86 w 90"/>
              <a:gd name="T29" fmla="*/ 2 h 12"/>
              <a:gd name="T30" fmla="*/ 86 w 90"/>
              <a:gd name="T31" fmla="*/ 9 h 12"/>
              <a:gd name="T32" fmla="*/ 77 w 90"/>
              <a:gd name="T33" fmla="*/ 10 h 12"/>
              <a:gd name="T34" fmla="*/ 76 w 90"/>
              <a:gd name="T35" fmla="*/ 0 h 12"/>
              <a:gd name="T36" fmla="*/ 13 w 90"/>
              <a:gd name="T37" fmla="*/ 0 h 12"/>
              <a:gd name="T38" fmla="*/ 12 w 90"/>
              <a:gd name="T39" fmla="*/ 10 h 12"/>
              <a:gd name="T40" fmla="*/ 3 w 90"/>
              <a:gd name="T41" fmla="*/ 9 h 12"/>
              <a:gd name="T42" fmla="*/ 3 w 90"/>
              <a:gd name="T43" fmla="*/ 2 h 12"/>
              <a:gd name="T44" fmla="*/ 9 w 90"/>
              <a:gd name="T45" fmla="*/ 2 h 12"/>
              <a:gd name="T46" fmla="*/ 9 w 90"/>
              <a:gd name="T47" fmla="*/ 7 h 12"/>
              <a:gd name="T48" fmla="*/ 5 w 90"/>
              <a:gd name="T49" fmla="*/ 7 h 12"/>
              <a:gd name="T50" fmla="*/ 5 w 90"/>
              <a:gd name="T51" fmla="*/ 4 h 12"/>
              <a:gd name="T52" fmla="*/ 8 w 90"/>
              <a:gd name="T53" fmla="*/ 4 h 12"/>
              <a:gd name="T54" fmla="*/ 7 w 90"/>
              <a:gd name="T55" fmla="*/ 4 h 12"/>
              <a:gd name="T56" fmla="*/ 5 w 90"/>
              <a:gd name="T57" fmla="*/ 4 h 12"/>
              <a:gd name="T58" fmla="*/ 5 w 90"/>
              <a:gd name="T59" fmla="*/ 6 h 12"/>
              <a:gd name="T60" fmla="*/ 8 w 90"/>
              <a:gd name="T61" fmla="*/ 6 h 12"/>
              <a:gd name="T62" fmla="*/ 8 w 90"/>
              <a:gd name="T63" fmla="*/ 3 h 12"/>
              <a:gd name="T64" fmla="*/ 4 w 90"/>
              <a:gd name="T65" fmla="*/ 2 h 12"/>
              <a:gd name="T66" fmla="*/ 3 w 90"/>
              <a:gd name="T67" fmla="*/ 9 h 12"/>
              <a:gd name="T68" fmla="*/ 11 w 90"/>
              <a:gd name="T69" fmla="*/ 9 h 12"/>
              <a:gd name="T70" fmla="*/ 12 w 90"/>
              <a:gd name="T71" fmla="*/ 0 h 12"/>
              <a:gd name="T72" fmla="*/ 0 w 90"/>
              <a:gd name="T73" fmla="*/ 0 h 12"/>
              <a:gd name="T74" fmla="*/ 0 w 90"/>
              <a:gd name="T75" fmla="*/ 12 h 12"/>
              <a:gd name="T76" fmla="*/ 90 w 90"/>
              <a:gd name="T77" fmla="*/ 12 h 12"/>
              <a:gd name="T78" fmla="*/ 90 w 90"/>
              <a:gd name="T79" fmla="*/ 0 h 12"/>
              <a:gd name="T80" fmla="*/ 76 w 90"/>
              <a:gd name="T8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0" h="12">
                <a:moveTo>
                  <a:pt x="76" y="0"/>
                </a:moveTo>
                <a:cubicBezTo>
                  <a:pt x="75" y="3"/>
                  <a:pt x="75" y="7"/>
                  <a:pt x="78" y="9"/>
                </a:cubicBezTo>
                <a:cubicBezTo>
                  <a:pt x="80" y="11"/>
                  <a:pt x="83" y="11"/>
                  <a:pt x="86" y="9"/>
                </a:cubicBezTo>
                <a:cubicBezTo>
                  <a:pt x="87" y="7"/>
                  <a:pt x="87" y="4"/>
                  <a:pt x="85" y="2"/>
                </a:cubicBezTo>
                <a:cubicBezTo>
                  <a:pt x="84" y="1"/>
                  <a:pt x="82" y="1"/>
                  <a:pt x="80" y="3"/>
                </a:cubicBezTo>
                <a:cubicBezTo>
                  <a:pt x="79" y="4"/>
                  <a:pt x="79" y="5"/>
                  <a:pt x="81" y="6"/>
                </a:cubicBezTo>
                <a:cubicBezTo>
                  <a:pt x="81" y="7"/>
                  <a:pt x="83" y="7"/>
                  <a:pt x="84" y="6"/>
                </a:cubicBezTo>
                <a:cubicBezTo>
                  <a:pt x="84" y="6"/>
                  <a:pt x="84" y="5"/>
                  <a:pt x="83" y="4"/>
                </a:cubicBezTo>
                <a:cubicBezTo>
                  <a:pt x="83" y="4"/>
                  <a:pt x="82" y="4"/>
                  <a:pt x="82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82" y="3"/>
                  <a:pt x="83" y="3"/>
                  <a:pt x="84" y="4"/>
                </a:cubicBezTo>
                <a:cubicBezTo>
                  <a:pt x="85" y="4"/>
                  <a:pt x="85" y="6"/>
                  <a:pt x="84" y="7"/>
                </a:cubicBezTo>
                <a:cubicBezTo>
                  <a:pt x="83" y="8"/>
                  <a:pt x="81" y="8"/>
                  <a:pt x="80" y="7"/>
                </a:cubicBezTo>
                <a:cubicBezTo>
                  <a:pt x="79" y="6"/>
                  <a:pt x="79" y="4"/>
                  <a:pt x="80" y="2"/>
                </a:cubicBezTo>
                <a:cubicBezTo>
                  <a:pt x="81" y="0"/>
                  <a:pt x="84" y="0"/>
                  <a:pt x="86" y="2"/>
                </a:cubicBezTo>
                <a:cubicBezTo>
                  <a:pt x="88" y="4"/>
                  <a:pt x="88" y="7"/>
                  <a:pt x="86" y="9"/>
                </a:cubicBezTo>
                <a:cubicBezTo>
                  <a:pt x="84" y="12"/>
                  <a:pt x="80" y="12"/>
                  <a:pt x="77" y="10"/>
                </a:cubicBezTo>
                <a:cubicBezTo>
                  <a:pt x="74" y="7"/>
                  <a:pt x="74" y="3"/>
                  <a:pt x="76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5" y="3"/>
                  <a:pt x="15" y="7"/>
                  <a:pt x="12" y="10"/>
                </a:cubicBezTo>
                <a:cubicBezTo>
                  <a:pt x="9" y="12"/>
                  <a:pt x="5" y="12"/>
                  <a:pt x="3" y="9"/>
                </a:cubicBezTo>
                <a:cubicBezTo>
                  <a:pt x="1" y="7"/>
                  <a:pt x="1" y="4"/>
                  <a:pt x="3" y="2"/>
                </a:cubicBezTo>
                <a:cubicBezTo>
                  <a:pt x="5" y="0"/>
                  <a:pt x="7" y="0"/>
                  <a:pt x="9" y="2"/>
                </a:cubicBezTo>
                <a:cubicBezTo>
                  <a:pt x="10" y="4"/>
                  <a:pt x="10" y="6"/>
                  <a:pt x="9" y="7"/>
                </a:cubicBezTo>
                <a:cubicBezTo>
                  <a:pt x="8" y="8"/>
                  <a:pt x="6" y="8"/>
                  <a:pt x="5" y="7"/>
                </a:cubicBezTo>
                <a:cubicBezTo>
                  <a:pt x="4" y="6"/>
                  <a:pt x="4" y="4"/>
                  <a:pt x="5" y="4"/>
                </a:cubicBezTo>
                <a:cubicBezTo>
                  <a:pt x="6" y="3"/>
                  <a:pt x="7" y="3"/>
                  <a:pt x="8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6" y="4"/>
                  <a:pt x="5" y="4"/>
                </a:cubicBezTo>
                <a:cubicBezTo>
                  <a:pt x="5" y="5"/>
                  <a:pt x="5" y="6"/>
                  <a:pt x="5" y="6"/>
                </a:cubicBezTo>
                <a:cubicBezTo>
                  <a:pt x="6" y="7"/>
                  <a:pt x="7" y="7"/>
                  <a:pt x="8" y="6"/>
                </a:cubicBezTo>
                <a:cubicBezTo>
                  <a:pt x="9" y="5"/>
                  <a:pt x="10" y="4"/>
                  <a:pt x="8" y="3"/>
                </a:cubicBezTo>
                <a:cubicBezTo>
                  <a:pt x="7" y="1"/>
                  <a:pt x="5" y="1"/>
                  <a:pt x="4" y="2"/>
                </a:cubicBezTo>
                <a:cubicBezTo>
                  <a:pt x="2" y="4"/>
                  <a:pt x="2" y="7"/>
                  <a:pt x="3" y="9"/>
                </a:cubicBezTo>
                <a:cubicBezTo>
                  <a:pt x="5" y="11"/>
                  <a:pt x="9" y="11"/>
                  <a:pt x="11" y="9"/>
                </a:cubicBezTo>
                <a:cubicBezTo>
                  <a:pt x="14" y="7"/>
                  <a:pt x="14" y="3"/>
                  <a:pt x="1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0"/>
                  <a:pt x="90" y="0"/>
                  <a:pt x="90" y="0"/>
                </a:cubicBezTo>
                <a:lnTo>
                  <a:pt x="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2" name="Freeform 441">
            <a:extLst>
              <a:ext uri="{FF2B5EF4-FFF2-40B4-BE49-F238E27FC236}">
                <a16:creationId xmlns:a16="http://schemas.microsoft.com/office/drawing/2014/main" id="{8EBA6EEB-1C58-4E27-82B1-922EA4EAAE79}"/>
              </a:ext>
            </a:extLst>
          </p:cNvPr>
          <p:cNvSpPr>
            <a:spLocks/>
          </p:cNvSpPr>
          <p:nvPr/>
        </p:nvSpPr>
        <p:spPr bwMode="auto">
          <a:xfrm>
            <a:off x="10514014" y="6497638"/>
            <a:ext cx="258763" cy="207963"/>
          </a:xfrm>
          <a:custGeom>
            <a:avLst/>
            <a:gdLst>
              <a:gd name="T0" fmla="*/ 1 w 61"/>
              <a:gd name="T1" fmla="*/ 8 h 49"/>
              <a:gd name="T2" fmla="*/ 15 w 61"/>
              <a:gd name="T3" fmla="*/ 49 h 49"/>
              <a:gd name="T4" fmla="*/ 46 w 61"/>
              <a:gd name="T5" fmla="*/ 49 h 49"/>
              <a:gd name="T6" fmla="*/ 59 w 61"/>
              <a:gd name="T7" fmla="*/ 8 h 49"/>
              <a:gd name="T8" fmla="*/ 59 w 61"/>
              <a:gd name="T9" fmla="*/ 0 h 49"/>
              <a:gd name="T10" fmla="*/ 1 w 61"/>
              <a:gd name="T11" fmla="*/ 0 h 49"/>
              <a:gd name="T12" fmla="*/ 1 w 61"/>
              <a:gd name="T13" fmla="*/ 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49">
                <a:moveTo>
                  <a:pt x="1" y="8"/>
                </a:moveTo>
                <a:cubicBezTo>
                  <a:pt x="1" y="42"/>
                  <a:pt x="0" y="49"/>
                  <a:pt x="15" y="49"/>
                </a:cubicBezTo>
                <a:cubicBezTo>
                  <a:pt x="46" y="49"/>
                  <a:pt x="46" y="49"/>
                  <a:pt x="46" y="49"/>
                </a:cubicBezTo>
                <a:cubicBezTo>
                  <a:pt x="61" y="49"/>
                  <a:pt x="59" y="41"/>
                  <a:pt x="59" y="8"/>
                </a:cubicBezTo>
                <a:cubicBezTo>
                  <a:pt x="59" y="0"/>
                  <a:pt x="59" y="0"/>
                  <a:pt x="59" y="0"/>
                </a:cubicBezTo>
                <a:cubicBezTo>
                  <a:pt x="1" y="0"/>
                  <a:pt x="1" y="0"/>
                  <a:pt x="1" y="0"/>
                </a:cubicBezTo>
                <a:lnTo>
                  <a:pt x="1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3" name="Rectangle 442">
            <a:extLst>
              <a:ext uri="{FF2B5EF4-FFF2-40B4-BE49-F238E27FC236}">
                <a16:creationId xmlns:a16="http://schemas.microsoft.com/office/drawing/2014/main" id="{E2195486-C993-45C5-B043-95E91CBC8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67977" y="6424613"/>
            <a:ext cx="347663" cy="60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4" name="Freeform 443">
            <a:extLst>
              <a:ext uri="{FF2B5EF4-FFF2-40B4-BE49-F238E27FC236}">
                <a16:creationId xmlns:a16="http://schemas.microsoft.com/office/drawing/2014/main" id="{6C5DED7F-56F3-4152-8F62-B1C95D06397A}"/>
              </a:ext>
            </a:extLst>
          </p:cNvPr>
          <p:cNvSpPr>
            <a:spLocks noEditPoints="1"/>
          </p:cNvSpPr>
          <p:nvPr/>
        </p:nvSpPr>
        <p:spPr bwMode="auto">
          <a:xfrm>
            <a:off x="10534652" y="6242051"/>
            <a:ext cx="215900" cy="169863"/>
          </a:xfrm>
          <a:custGeom>
            <a:avLst/>
            <a:gdLst>
              <a:gd name="T0" fmla="*/ 11 w 51"/>
              <a:gd name="T1" fmla="*/ 32 h 40"/>
              <a:gd name="T2" fmla="*/ 11 w 51"/>
              <a:gd name="T3" fmla="*/ 25 h 40"/>
              <a:gd name="T4" fmla="*/ 17 w 51"/>
              <a:gd name="T5" fmla="*/ 25 h 40"/>
              <a:gd name="T6" fmla="*/ 17 w 51"/>
              <a:gd name="T7" fmla="*/ 32 h 40"/>
              <a:gd name="T8" fmla="*/ 11 w 51"/>
              <a:gd name="T9" fmla="*/ 32 h 40"/>
              <a:gd name="T10" fmla="*/ 29 w 51"/>
              <a:gd name="T11" fmla="*/ 32 h 40"/>
              <a:gd name="T12" fmla="*/ 29 w 51"/>
              <a:gd name="T13" fmla="*/ 25 h 40"/>
              <a:gd name="T14" fmla="*/ 36 w 51"/>
              <a:gd name="T15" fmla="*/ 25 h 40"/>
              <a:gd name="T16" fmla="*/ 36 w 51"/>
              <a:gd name="T17" fmla="*/ 32 h 40"/>
              <a:gd name="T18" fmla="*/ 29 w 51"/>
              <a:gd name="T19" fmla="*/ 32 h 40"/>
              <a:gd name="T20" fmla="*/ 35 w 51"/>
              <a:gd name="T21" fmla="*/ 16 h 40"/>
              <a:gd name="T22" fmla="*/ 46 w 51"/>
              <a:gd name="T23" fmla="*/ 3 h 40"/>
              <a:gd name="T24" fmla="*/ 39 w 51"/>
              <a:gd name="T25" fmla="*/ 18 h 40"/>
              <a:gd name="T26" fmla="*/ 35 w 51"/>
              <a:gd name="T27" fmla="*/ 16 h 40"/>
              <a:gd name="T28" fmla="*/ 35 w 51"/>
              <a:gd name="T29" fmla="*/ 16 h 40"/>
              <a:gd name="T30" fmla="*/ 48 w 51"/>
              <a:gd name="T31" fmla="*/ 0 h 40"/>
              <a:gd name="T32" fmla="*/ 47 w 51"/>
              <a:gd name="T33" fmla="*/ 0 h 40"/>
              <a:gd name="T34" fmla="*/ 32 w 51"/>
              <a:gd name="T35" fmla="*/ 15 h 40"/>
              <a:gd name="T36" fmla="*/ 24 w 51"/>
              <a:gd name="T37" fmla="*/ 14 h 40"/>
              <a:gd name="T38" fmla="*/ 1 w 51"/>
              <a:gd name="T39" fmla="*/ 30 h 40"/>
              <a:gd name="T40" fmla="*/ 0 w 51"/>
              <a:gd name="T41" fmla="*/ 40 h 40"/>
              <a:gd name="T42" fmla="*/ 47 w 51"/>
              <a:gd name="T43" fmla="*/ 40 h 40"/>
              <a:gd name="T44" fmla="*/ 47 w 51"/>
              <a:gd name="T45" fmla="*/ 31 h 40"/>
              <a:gd name="T46" fmla="*/ 41 w 51"/>
              <a:gd name="T47" fmla="*/ 20 h 40"/>
              <a:gd name="T48" fmla="*/ 49 w 51"/>
              <a:gd name="T49" fmla="*/ 1 h 40"/>
              <a:gd name="T50" fmla="*/ 48 w 51"/>
              <a:gd name="T51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" h="40">
                <a:moveTo>
                  <a:pt x="11" y="32"/>
                </a:moveTo>
                <a:cubicBezTo>
                  <a:pt x="11" y="25"/>
                  <a:pt x="11" y="25"/>
                  <a:pt x="11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32"/>
                  <a:pt x="17" y="32"/>
                  <a:pt x="17" y="32"/>
                </a:cubicBezTo>
                <a:cubicBezTo>
                  <a:pt x="11" y="32"/>
                  <a:pt x="11" y="32"/>
                  <a:pt x="11" y="32"/>
                </a:cubicBezTo>
                <a:moveTo>
                  <a:pt x="29" y="32"/>
                </a:moveTo>
                <a:cubicBezTo>
                  <a:pt x="29" y="25"/>
                  <a:pt x="29" y="25"/>
                  <a:pt x="29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32"/>
                  <a:pt x="36" y="32"/>
                  <a:pt x="36" y="32"/>
                </a:cubicBezTo>
                <a:cubicBezTo>
                  <a:pt x="29" y="32"/>
                  <a:pt x="29" y="32"/>
                  <a:pt x="29" y="32"/>
                </a:cubicBezTo>
                <a:moveTo>
                  <a:pt x="35" y="16"/>
                </a:moveTo>
                <a:cubicBezTo>
                  <a:pt x="35" y="16"/>
                  <a:pt x="38" y="6"/>
                  <a:pt x="46" y="3"/>
                </a:cubicBezTo>
                <a:cubicBezTo>
                  <a:pt x="46" y="5"/>
                  <a:pt x="45" y="11"/>
                  <a:pt x="39" y="18"/>
                </a:cubicBezTo>
                <a:cubicBezTo>
                  <a:pt x="37" y="17"/>
                  <a:pt x="36" y="17"/>
                  <a:pt x="35" y="16"/>
                </a:cubicBezTo>
                <a:cubicBezTo>
                  <a:pt x="35" y="16"/>
                  <a:pt x="35" y="16"/>
                  <a:pt x="35" y="16"/>
                </a:cubicBezTo>
                <a:moveTo>
                  <a:pt x="48" y="0"/>
                </a:moveTo>
                <a:cubicBezTo>
                  <a:pt x="47" y="0"/>
                  <a:pt x="47" y="0"/>
                  <a:pt x="47" y="0"/>
                </a:cubicBezTo>
                <a:cubicBezTo>
                  <a:pt x="37" y="2"/>
                  <a:pt x="33" y="13"/>
                  <a:pt x="32" y="15"/>
                </a:cubicBezTo>
                <a:cubicBezTo>
                  <a:pt x="29" y="14"/>
                  <a:pt x="25" y="14"/>
                  <a:pt x="24" y="14"/>
                </a:cubicBezTo>
                <a:cubicBezTo>
                  <a:pt x="13" y="14"/>
                  <a:pt x="4" y="21"/>
                  <a:pt x="1" y="30"/>
                </a:cubicBezTo>
                <a:cubicBezTo>
                  <a:pt x="0" y="32"/>
                  <a:pt x="0" y="38"/>
                  <a:pt x="0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38"/>
                  <a:pt x="47" y="33"/>
                  <a:pt x="47" y="31"/>
                </a:cubicBezTo>
                <a:cubicBezTo>
                  <a:pt x="46" y="26"/>
                  <a:pt x="43" y="23"/>
                  <a:pt x="41" y="20"/>
                </a:cubicBezTo>
                <a:cubicBezTo>
                  <a:pt x="51" y="8"/>
                  <a:pt x="49" y="1"/>
                  <a:pt x="49" y="1"/>
                </a:cubicBezTo>
                <a:cubicBezTo>
                  <a:pt x="48" y="0"/>
                  <a:pt x="48" y="0"/>
                  <a:pt x="4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5" name="Freeform 444">
            <a:extLst>
              <a:ext uri="{FF2B5EF4-FFF2-40B4-BE49-F238E27FC236}">
                <a16:creationId xmlns:a16="http://schemas.microsoft.com/office/drawing/2014/main" id="{A95C6868-1F64-4887-BC46-F59DD098B5AB}"/>
              </a:ext>
            </a:extLst>
          </p:cNvPr>
          <p:cNvSpPr>
            <a:spLocks/>
          </p:cNvSpPr>
          <p:nvPr/>
        </p:nvSpPr>
        <p:spPr bwMode="auto">
          <a:xfrm>
            <a:off x="10518777" y="6242051"/>
            <a:ext cx="79375" cy="90488"/>
          </a:xfrm>
          <a:custGeom>
            <a:avLst/>
            <a:gdLst>
              <a:gd name="T0" fmla="*/ 3 w 19"/>
              <a:gd name="T1" fmla="*/ 0 h 21"/>
              <a:gd name="T2" fmla="*/ 3 w 19"/>
              <a:gd name="T3" fmla="*/ 1 h 21"/>
              <a:gd name="T4" fmla="*/ 10 w 19"/>
              <a:gd name="T5" fmla="*/ 21 h 21"/>
              <a:gd name="T6" fmla="*/ 12 w 19"/>
              <a:gd name="T7" fmla="*/ 19 h 21"/>
              <a:gd name="T8" fmla="*/ 5 w 19"/>
              <a:gd name="T9" fmla="*/ 3 h 21"/>
              <a:gd name="T10" fmla="*/ 16 w 19"/>
              <a:gd name="T11" fmla="*/ 17 h 21"/>
              <a:gd name="T12" fmla="*/ 19 w 19"/>
              <a:gd name="T13" fmla="*/ 15 h 21"/>
              <a:gd name="T14" fmla="*/ 4 w 19"/>
              <a:gd name="T15" fmla="*/ 0 h 21"/>
              <a:gd name="T16" fmla="*/ 3 w 19"/>
              <a:gd name="T1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" h="21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0" y="11"/>
                  <a:pt x="10" y="20"/>
                  <a:pt x="10" y="21"/>
                </a:cubicBezTo>
                <a:cubicBezTo>
                  <a:pt x="12" y="19"/>
                  <a:pt x="12" y="19"/>
                  <a:pt x="12" y="19"/>
                </a:cubicBezTo>
                <a:cubicBezTo>
                  <a:pt x="12" y="18"/>
                  <a:pt x="4" y="11"/>
                  <a:pt x="5" y="3"/>
                </a:cubicBezTo>
                <a:cubicBezTo>
                  <a:pt x="7" y="4"/>
                  <a:pt x="12" y="7"/>
                  <a:pt x="16" y="17"/>
                </a:cubicBezTo>
                <a:cubicBezTo>
                  <a:pt x="19" y="15"/>
                  <a:pt x="19" y="15"/>
                  <a:pt x="19" y="15"/>
                </a:cubicBezTo>
                <a:cubicBezTo>
                  <a:pt x="12" y="1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6" name="Freeform 210">
            <a:extLst>
              <a:ext uri="{FF2B5EF4-FFF2-40B4-BE49-F238E27FC236}">
                <a16:creationId xmlns:a16="http://schemas.microsoft.com/office/drawing/2014/main" id="{F9D836B8-494A-4030-95F5-4A8D85F66D10}"/>
              </a:ext>
            </a:extLst>
          </p:cNvPr>
          <p:cNvSpPr>
            <a:spLocks/>
          </p:cNvSpPr>
          <p:nvPr/>
        </p:nvSpPr>
        <p:spPr bwMode="auto">
          <a:xfrm>
            <a:off x="11079165" y="2198689"/>
            <a:ext cx="144463" cy="161925"/>
          </a:xfrm>
          <a:custGeom>
            <a:avLst/>
            <a:gdLst>
              <a:gd name="T0" fmla="*/ 0 w 34"/>
              <a:gd name="T1" fmla="*/ 27 h 38"/>
              <a:gd name="T2" fmla="*/ 27 w 34"/>
              <a:gd name="T3" fmla="*/ 0 h 38"/>
              <a:gd name="T4" fmla="*/ 11 w 34"/>
              <a:gd name="T5" fmla="*/ 38 h 38"/>
              <a:gd name="T6" fmla="*/ 0 w 34"/>
              <a:gd name="T7" fmla="*/ 27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8">
                <a:moveTo>
                  <a:pt x="0" y="27"/>
                </a:moveTo>
                <a:cubicBezTo>
                  <a:pt x="0" y="27"/>
                  <a:pt x="27" y="11"/>
                  <a:pt x="27" y="0"/>
                </a:cubicBezTo>
                <a:cubicBezTo>
                  <a:pt x="34" y="2"/>
                  <a:pt x="31" y="30"/>
                  <a:pt x="11" y="38"/>
                </a:cubicBezTo>
                <a:lnTo>
                  <a:pt x="0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710163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Freeform 13"/>
          <p:cNvSpPr>
            <a:spLocks/>
          </p:cNvSpPr>
          <p:nvPr/>
        </p:nvSpPr>
        <p:spPr bwMode="auto">
          <a:xfrm>
            <a:off x="385763" y="322263"/>
            <a:ext cx="238125" cy="304800"/>
          </a:xfrm>
          <a:custGeom>
            <a:avLst/>
            <a:gdLst>
              <a:gd name="T0" fmla="*/ 48 w 56"/>
              <a:gd name="T1" fmla="*/ 60 h 72"/>
              <a:gd name="T2" fmla="*/ 45 w 56"/>
              <a:gd name="T3" fmla="*/ 30 h 72"/>
              <a:gd name="T4" fmla="*/ 45 w 56"/>
              <a:gd name="T5" fmla="*/ 0 h 72"/>
              <a:gd name="T6" fmla="*/ 45 w 56"/>
              <a:gd name="T7" fmla="*/ 0 h 72"/>
              <a:gd name="T8" fmla="*/ 40 w 56"/>
              <a:gd name="T9" fmla="*/ 0 h 72"/>
              <a:gd name="T10" fmla="*/ 0 w 56"/>
              <a:gd name="T11" fmla="*/ 72 h 72"/>
              <a:gd name="T12" fmla="*/ 55 w 56"/>
              <a:gd name="T13" fmla="*/ 72 h 72"/>
              <a:gd name="T14" fmla="*/ 48 w 56"/>
              <a:gd name="T15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72">
                <a:moveTo>
                  <a:pt x="48" y="60"/>
                </a:moveTo>
                <a:cubicBezTo>
                  <a:pt x="33" y="45"/>
                  <a:pt x="45" y="30"/>
                  <a:pt x="45" y="30"/>
                </a:cubicBezTo>
                <a:cubicBezTo>
                  <a:pt x="56" y="12"/>
                  <a:pt x="45" y="0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0" y="72"/>
                  <a:pt x="0" y="72"/>
                  <a:pt x="0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4" y="65"/>
                  <a:pt x="48" y="60"/>
                  <a:pt x="48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9" name="Freeform 14"/>
          <p:cNvSpPr>
            <a:spLocks/>
          </p:cNvSpPr>
          <p:nvPr/>
        </p:nvSpPr>
        <p:spPr bwMode="auto">
          <a:xfrm>
            <a:off x="547688" y="322263"/>
            <a:ext cx="249238" cy="304800"/>
          </a:xfrm>
          <a:custGeom>
            <a:avLst/>
            <a:gdLst>
              <a:gd name="T0" fmla="*/ 10 w 59"/>
              <a:gd name="T1" fmla="*/ 32 h 72"/>
              <a:gd name="T2" fmla="*/ 12 w 59"/>
              <a:gd name="T3" fmla="*/ 57 h 72"/>
              <a:gd name="T4" fmla="*/ 21 w 59"/>
              <a:gd name="T5" fmla="*/ 72 h 72"/>
              <a:gd name="T6" fmla="*/ 59 w 59"/>
              <a:gd name="T7" fmla="*/ 72 h 72"/>
              <a:gd name="T8" fmla="*/ 20 w 59"/>
              <a:gd name="T9" fmla="*/ 0 h 72"/>
              <a:gd name="T10" fmla="*/ 12 w 59"/>
              <a:gd name="T11" fmla="*/ 0 h 72"/>
              <a:gd name="T12" fmla="*/ 10 w 59"/>
              <a:gd name="T13" fmla="*/ 3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72">
                <a:moveTo>
                  <a:pt x="10" y="32"/>
                </a:moveTo>
                <a:cubicBezTo>
                  <a:pt x="10" y="33"/>
                  <a:pt x="0" y="45"/>
                  <a:pt x="12" y="57"/>
                </a:cubicBezTo>
                <a:cubicBezTo>
                  <a:pt x="13" y="58"/>
                  <a:pt x="20" y="64"/>
                  <a:pt x="21" y="72"/>
                </a:cubicBezTo>
                <a:cubicBezTo>
                  <a:pt x="59" y="72"/>
                  <a:pt x="59" y="72"/>
                  <a:pt x="59" y="72"/>
                </a:cubicBezTo>
                <a:cubicBezTo>
                  <a:pt x="20" y="0"/>
                  <a:pt x="20" y="0"/>
                  <a:pt x="20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5" y="5"/>
                  <a:pt x="19" y="16"/>
                  <a:pt x="10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0" name="Freeform 15"/>
          <p:cNvSpPr>
            <a:spLocks/>
          </p:cNvSpPr>
          <p:nvPr/>
        </p:nvSpPr>
        <p:spPr bwMode="auto">
          <a:xfrm>
            <a:off x="568325" y="223838"/>
            <a:ext cx="220663" cy="76200"/>
          </a:xfrm>
          <a:custGeom>
            <a:avLst/>
            <a:gdLst>
              <a:gd name="T0" fmla="*/ 4 w 52"/>
              <a:gd name="T1" fmla="*/ 18 h 18"/>
              <a:gd name="T2" fmla="*/ 0 w 52"/>
              <a:gd name="T3" fmla="*/ 17 h 18"/>
              <a:gd name="T4" fmla="*/ 7 w 52"/>
              <a:gd name="T5" fmla="*/ 7 h 18"/>
              <a:gd name="T6" fmla="*/ 22 w 52"/>
              <a:gd name="T7" fmla="*/ 5 h 18"/>
              <a:gd name="T8" fmla="*/ 44 w 52"/>
              <a:gd name="T9" fmla="*/ 6 h 18"/>
              <a:gd name="T10" fmla="*/ 49 w 52"/>
              <a:gd name="T11" fmla="*/ 0 h 18"/>
              <a:gd name="T12" fmla="*/ 52 w 52"/>
              <a:gd name="T13" fmla="*/ 1 h 18"/>
              <a:gd name="T14" fmla="*/ 46 w 52"/>
              <a:gd name="T15" fmla="*/ 9 h 18"/>
              <a:gd name="T16" fmla="*/ 21 w 52"/>
              <a:gd name="T17" fmla="*/ 8 h 18"/>
              <a:gd name="T18" fmla="*/ 9 w 52"/>
              <a:gd name="T19" fmla="*/ 10 h 18"/>
              <a:gd name="T20" fmla="*/ 4 w 52"/>
              <a:gd name="T2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2" h="18">
                <a:moveTo>
                  <a:pt x="4" y="18"/>
                </a:move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1" y="11"/>
                  <a:pt x="7" y="7"/>
                </a:cubicBezTo>
                <a:cubicBezTo>
                  <a:pt x="11" y="4"/>
                  <a:pt x="16" y="4"/>
                  <a:pt x="22" y="5"/>
                </a:cubicBezTo>
                <a:cubicBezTo>
                  <a:pt x="23" y="5"/>
                  <a:pt x="36" y="10"/>
                  <a:pt x="44" y="6"/>
                </a:cubicBezTo>
                <a:cubicBezTo>
                  <a:pt x="47" y="4"/>
                  <a:pt x="48" y="2"/>
                  <a:pt x="49" y="0"/>
                </a:cubicBezTo>
                <a:cubicBezTo>
                  <a:pt x="52" y="1"/>
                  <a:pt x="52" y="1"/>
                  <a:pt x="52" y="1"/>
                </a:cubicBezTo>
                <a:cubicBezTo>
                  <a:pt x="51" y="4"/>
                  <a:pt x="49" y="7"/>
                  <a:pt x="46" y="9"/>
                </a:cubicBezTo>
                <a:cubicBezTo>
                  <a:pt x="37" y="14"/>
                  <a:pt x="22" y="9"/>
                  <a:pt x="21" y="8"/>
                </a:cubicBezTo>
                <a:cubicBezTo>
                  <a:pt x="16" y="7"/>
                  <a:pt x="12" y="8"/>
                  <a:pt x="9" y="10"/>
                </a:cubicBezTo>
                <a:cubicBezTo>
                  <a:pt x="5" y="13"/>
                  <a:pt x="4" y="18"/>
                  <a:pt x="4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1" name="Freeform 16"/>
          <p:cNvSpPr>
            <a:spLocks/>
          </p:cNvSpPr>
          <p:nvPr/>
        </p:nvSpPr>
        <p:spPr bwMode="auto">
          <a:xfrm>
            <a:off x="615950" y="258763"/>
            <a:ext cx="122238" cy="41275"/>
          </a:xfrm>
          <a:custGeom>
            <a:avLst/>
            <a:gdLst>
              <a:gd name="T0" fmla="*/ 4 w 29"/>
              <a:gd name="T1" fmla="*/ 10 h 10"/>
              <a:gd name="T2" fmla="*/ 0 w 29"/>
              <a:gd name="T3" fmla="*/ 9 h 10"/>
              <a:gd name="T4" fmla="*/ 4 w 29"/>
              <a:gd name="T5" fmla="*/ 3 h 10"/>
              <a:gd name="T6" fmla="*/ 12 w 29"/>
              <a:gd name="T7" fmla="*/ 2 h 10"/>
              <a:gd name="T8" fmla="*/ 23 w 29"/>
              <a:gd name="T9" fmla="*/ 3 h 10"/>
              <a:gd name="T10" fmla="*/ 25 w 29"/>
              <a:gd name="T11" fmla="*/ 0 h 10"/>
              <a:gd name="T12" fmla="*/ 29 w 29"/>
              <a:gd name="T13" fmla="*/ 1 h 10"/>
              <a:gd name="T14" fmla="*/ 25 w 29"/>
              <a:gd name="T15" fmla="*/ 6 h 10"/>
              <a:gd name="T16" fmla="*/ 11 w 29"/>
              <a:gd name="T17" fmla="*/ 6 h 10"/>
              <a:gd name="T18" fmla="*/ 6 w 29"/>
              <a:gd name="T19" fmla="*/ 6 h 10"/>
              <a:gd name="T20" fmla="*/ 4 w 29"/>
              <a:gd name="T2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9" h="10">
                <a:moveTo>
                  <a:pt x="4" y="10"/>
                </a:move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6"/>
                  <a:pt x="4" y="3"/>
                </a:cubicBezTo>
                <a:cubicBezTo>
                  <a:pt x="6" y="2"/>
                  <a:pt x="9" y="1"/>
                  <a:pt x="12" y="2"/>
                </a:cubicBezTo>
                <a:cubicBezTo>
                  <a:pt x="15" y="3"/>
                  <a:pt x="20" y="4"/>
                  <a:pt x="23" y="3"/>
                </a:cubicBezTo>
                <a:cubicBezTo>
                  <a:pt x="24" y="2"/>
                  <a:pt x="25" y="1"/>
                  <a:pt x="25" y="0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3"/>
                  <a:pt x="27" y="5"/>
                  <a:pt x="25" y="6"/>
                </a:cubicBezTo>
                <a:cubicBezTo>
                  <a:pt x="20" y="8"/>
                  <a:pt x="12" y="6"/>
                  <a:pt x="11" y="6"/>
                </a:cubicBezTo>
                <a:cubicBezTo>
                  <a:pt x="9" y="5"/>
                  <a:pt x="7" y="5"/>
                  <a:pt x="6" y="6"/>
                </a:cubicBezTo>
                <a:cubicBezTo>
                  <a:pt x="4" y="8"/>
                  <a:pt x="4" y="10"/>
                  <a:pt x="4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2" name="Freeform 17"/>
          <p:cNvSpPr>
            <a:spLocks noEditPoints="1"/>
          </p:cNvSpPr>
          <p:nvPr/>
        </p:nvSpPr>
        <p:spPr bwMode="auto">
          <a:xfrm>
            <a:off x="1128713" y="287338"/>
            <a:ext cx="220663" cy="285750"/>
          </a:xfrm>
          <a:custGeom>
            <a:avLst/>
            <a:gdLst>
              <a:gd name="T0" fmla="*/ 37 w 52"/>
              <a:gd name="T1" fmla="*/ 10 h 67"/>
              <a:gd name="T2" fmla="*/ 27 w 52"/>
              <a:gd name="T3" fmla="*/ 8 h 67"/>
              <a:gd name="T4" fmla="*/ 14 w 52"/>
              <a:gd name="T5" fmla="*/ 12 h 67"/>
              <a:gd name="T6" fmla="*/ 2 w 52"/>
              <a:gd name="T7" fmla="*/ 33 h 67"/>
              <a:gd name="T8" fmla="*/ 13 w 52"/>
              <a:gd name="T9" fmla="*/ 55 h 67"/>
              <a:gd name="T10" fmla="*/ 27 w 52"/>
              <a:gd name="T11" fmla="*/ 59 h 67"/>
              <a:gd name="T12" fmla="*/ 48 w 52"/>
              <a:gd name="T13" fmla="*/ 47 h 67"/>
              <a:gd name="T14" fmla="*/ 52 w 52"/>
              <a:gd name="T15" fmla="*/ 33 h 67"/>
              <a:gd name="T16" fmla="*/ 37 w 52"/>
              <a:gd name="T17" fmla="*/ 10 h 67"/>
              <a:gd name="T18" fmla="*/ 12 w 52"/>
              <a:gd name="T19" fmla="*/ 28 h 67"/>
              <a:gd name="T20" fmla="*/ 8 w 52"/>
              <a:gd name="T21" fmla="*/ 24 h 67"/>
              <a:gd name="T22" fmla="*/ 12 w 52"/>
              <a:gd name="T23" fmla="*/ 21 h 67"/>
              <a:gd name="T24" fmla="*/ 15 w 52"/>
              <a:gd name="T25" fmla="*/ 24 h 67"/>
              <a:gd name="T26" fmla="*/ 12 w 52"/>
              <a:gd name="T27" fmla="*/ 28 h 67"/>
              <a:gd name="T28" fmla="*/ 31 w 52"/>
              <a:gd name="T29" fmla="*/ 42 h 67"/>
              <a:gd name="T30" fmla="*/ 27 w 52"/>
              <a:gd name="T31" fmla="*/ 38 h 67"/>
              <a:gd name="T32" fmla="*/ 31 w 52"/>
              <a:gd name="T33" fmla="*/ 33 h 67"/>
              <a:gd name="T34" fmla="*/ 36 w 52"/>
              <a:gd name="T35" fmla="*/ 38 h 67"/>
              <a:gd name="T36" fmla="*/ 31 w 52"/>
              <a:gd name="T37" fmla="*/ 42 h 67"/>
              <a:gd name="T38" fmla="*/ 36 w 52"/>
              <a:gd name="T39" fmla="*/ 30 h 67"/>
              <a:gd name="T40" fmla="*/ 31 w 52"/>
              <a:gd name="T41" fmla="*/ 25 h 67"/>
              <a:gd name="T42" fmla="*/ 36 w 52"/>
              <a:gd name="T43" fmla="*/ 21 h 67"/>
              <a:gd name="T44" fmla="*/ 40 w 52"/>
              <a:gd name="T45" fmla="*/ 25 h 67"/>
              <a:gd name="T46" fmla="*/ 36 w 52"/>
              <a:gd name="T47" fmla="*/ 3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2" h="67">
                <a:moveTo>
                  <a:pt x="37" y="10"/>
                </a:moveTo>
                <a:cubicBezTo>
                  <a:pt x="36" y="0"/>
                  <a:pt x="30" y="8"/>
                  <a:pt x="27" y="8"/>
                </a:cubicBezTo>
                <a:cubicBezTo>
                  <a:pt x="22" y="8"/>
                  <a:pt x="26" y="16"/>
                  <a:pt x="14" y="12"/>
                </a:cubicBezTo>
                <a:cubicBezTo>
                  <a:pt x="1" y="8"/>
                  <a:pt x="0" y="20"/>
                  <a:pt x="2" y="33"/>
                </a:cubicBezTo>
                <a:cubicBezTo>
                  <a:pt x="3" y="46"/>
                  <a:pt x="17" y="43"/>
                  <a:pt x="13" y="55"/>
                </a:cubicBezTo>
                <a:cubicBezTo>
                  <a:pt x="10" y="67"/>
                  <a:pt x="22" y="59"/>
                  <a:pt x="27" y="59"/>
                </a:cubicBezTo>
                <a:cubicBezTo>
                  <a:pt x="36" y="59"/>
                  <a:pt x="45" y="51"/>
                  <a:pt x="48" y="47"/>
                </a:cubicBezTo>
                <a:cubicBezTo>
                  <a:pt x="52" y="43"/>
                  <a:pt x="52" y="38"/>
                  <a:pt x="52" y="33"/>
                </a:cubicBezTo>
                <a:cubicBezTo>
                  <a:pt x="52" y="23"/>
                  <a:pt x="38" y="20"/>
                  <a:pt x="37" y="10"/>
                </a:cubicBezTo>
                <a:close/>
                <a:moveTo>
                  <a:pt x="12" y="28"/>
                </a:moveTo>
                <a:cubicBezTo>
                  <a:pt x="10" y="28"/>
                  <a:pt x="8" y="26"/>
                  <a:pt x="8" y="24"/>
                </a:cubicBezTo>
                <a:cubicBezTo>
                  <a:pt x="8" y="22"/>
                  <a:pt x="10" y="21"/>
                  <a:pt x="12" y="21"/>
                </a:cubicBezTo>
                <a:cubicBezTo>
                  <a:pt x="14" y="21"/>
                  <a:pt x="15" y="22"/>
                  <a:pt x="15" y="24"/>
                </a:cubicBezTo>
                <a:cubicBezTo>
                  <a:pt x="15" y="26"/>
                  <a:pt x="14" y="28"/>
                  <a:pt x="12" y="28"/>
                </a:cubicBezTo>
                <a:close/>
                <a:moveTo>
                  <a:pt x="31" y="42"/>
                </a:moveTo>
                <a:cubicBezTo>
                  <a:pt x="29" y="42"/>
                  <a:pt x="27" y="40"/>
                  <a:pt x="27" y="38"/>
                </a:cubicBezTo>
                <a:cubicBezTo>
                  <a:pt x="27" y="35"/>
                  <a:pt x="29" y="33"/>
                  <a:pt x="31" y="33"/>
                </a:cubicBezTo>
                <a:cubicBezTo>
                  <a:pt x="34" y="33"/>
                  <a:pt x="36" y="35"/>
                  <a:pt x="36" y="38"/>
                </a:cubicBezTo>
                <a:cubicBezTo>
                  <a:pt x="36" y="40"/>
                  <a:pt x="34" y="42"/>
                  <a:pt x="31" y="42"/>
                </a:cubicBezTo>
                <a:close/>
                <a:moveTo>
                  <a:pt x="36" y="30"/>
                </a:moveTo>
                <a:cubicBezTo>
                  <a:pt x="33" y="30"/>
                  <a:pt x="31" y="28"/>
                  <a:pt x="31" y="25"/>
                </a:cubicBezTo>
                <a:cubicBezTo>
                  <a:pt x="31" y="23"/>
                  <a:pt x="33" y="21"/>
                  <a:pt x="36" y="21"/>
                </a:cubicBezTo>
                <a:cubicBezTo>
                  <a:pt x="38" y="21"/>
                  <a:pt x="40" y="23"/>
                  <a:pt x="40" y="25"/>
                </a:cubicBezTo>
                <a:cubicBezTo>
                  <a:pt x="40" y="28"/>
                  <a:pt x="38" y="30"/>
                  <a:pt x="36" y="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3" name="Freeform 18"/>
          <p:cNvSpPr>
            <a:spLocks/>
          </p:cNvSpPr>
          <p:nvPr/>
        </p:nvSpPr>
        <p:spPr bwMode="auto">
          <a:xfrm>
            <a:off x="1077913" y="165101"/>
            <a:ext cx="441325" cy="433388"/>
          </a:xfrm>
          <a:custGeom>
            <a:avLst/>
            <a:gdLst>
              <a:gd name="T0" fmla="*/ 83 w 104"/>
              <a:gd name="T1" fmla="*/ 1 h 102"/>
              <a:gd name="T2" fmla="*/ 65 w 104"/>
              <a:gd name="T3" fmla="*/ 18 h 102"/>
              <a:gd name="T4" fmla="*/ 55 w 104"/>
              <a:gd name="T5" fmla="*/ 25 h 102"/>
              <a:gd name="T6" fmla="*/ 42 w 104"/>
              <a:gd name="T7" fmla="*/ 27 h 102"/>
              <a:gd name="T8" fmla="*/ 42 w 104"/>
              <a:gd name="T9" fmla="*/ 27 h 102"/>
              <a:gd name="T10" fmla="*/ 21 w 104"/>
              <a:gd name="T11" fmla="*/ 34 h 102"/>
              <a:gd name="T12" fmla="*/ 8 w 104"/>
              <a:gd name="T13" fmla="*/ 51 h 102"/>
              <a:gd name="T14" fmla="*/ 5 w 104"/>
              <a:gd name="T15" fmla="*/ 73 h 102"/>
              <a:gd name="T16" fmla="*/ 16 w 104"/>
              <a:gd name="T17" fmla="*/ 91 h 102"/>
              <a:gd name="T18" fmla="*/ 35 w 104"/>
              <a:gd name="T19" fmla="*/ 97 h 102"/>
              <a:gd name="T20" fmla="*/ 56 w 104"/>
              <a:gd name="T21" fmla="*/ 90 h 102"/>
              <a:gd name="T22" fmla="*/ 64 w 104"/>
              <a:gd name="T23" fmla="*/ 82 h 102"/>
              <a:gd name="T24" fmla="*/ 67 w 104"/>
              <a:gd name="T25" fmla="*/ 78 h 102"/>
              <a:gd name="T26" fmla="*/ 69 w 104"/>
              <a:gd name="T27" fmla="*/ 73 h 102"/>
              <a:gd name="T28" fmla="*/ 72 w 104"/>
              <a:gd name="T29" fmla="*/ 51 h 102"/>
              <a:gd name="T30" fmla="*/ 72 w 104"/>
              <a:gd name="T31" fmla="*/ 51 h 102"/>
              <a:gd name="T32" fmla="*/ 72 w 104"/>
              <a:gd name="T33" fmla="*/ 46 h 102"/>
              <a:gd name="T34" fmla="*/ 74 w 104"/>
              <a:gd name="T35" fmla="*/ 41 h 102"/>
              <a:gd name="T36" fmla="*/ 82 w 104"/>
              <a:gd name="T37" fmla="*/ 36 h 102"/>
              <a:gd name="T38" fmla="*/ 82 w 104"/>
              <a:gd name="T39" fmla="*/ 36 h 102"/>
              <a:gd name="T40" fmla="*/ 104 w 104"/>
              <a:gd name="T41" fmla="*/ 23 h 102"/>
              <a:gd name="T42" fmla="*/ 104 w 104"/>
              <a:gd name="T43" fmla="*/ 23 h 102"/>
              <a:gd name="T44" fmla="*/ 83 w 104"/>
              <a:gd name="T45" fmla="*/ 37 h 102"/>
              <a:gd name="T46" fmla="*/ 83 w 104"/>
              <a:gd name="T47" fmla="*/ 37 h 102"/>
              <a:gd name="T48" fmla="*/ 83 w 104"/>
              <a:gd name="T49" fmla="*/ 37 h 102"/>
              <a:gd name="T50" fmla="*/ 76 w 104"/>
              <a:gd name="T51" fmla="*/ 42 h 102"/>
              <a:gd name="T52" fmla="*/ 74 w 104"/>
              <a:gd name="T53" fmla="*/ 46 h 102"/>
              <a:gd name="T54" fmla="*/ 74 w 104"/>
              <a:gd name="T55" fmla="*/ 50 h 102"/>
              <a:gd name="T56" fmla="*/ 74 w 104"/>
              <a:gd name="T57" fmla="*/ 50 h 102"/>
              <a:gd name="T58" fmla="*/ 74 w 104"/>
              <a:gd name="T59" fmla="*/ 50 h 102"/>
              <a:gd name="T60" fmla="*/ 58 w 104"/>
              <a:gd name="T61" fmla="*/ 93 h 102"/>
              <a:gd name="T62" fmla="*/ 36 w 104"/>
              <a:gd name="T63" fmla="*/ 101 h 102"/>
              <a:gd name="T64" fmla="*/ 13 w 104"/>
              <a:gd name="T65" fmla="*/ 94 h 102"/>
              <a:gd name="T66" fmla="*/ 1 w 104"/>
              <a:gd name="T67" fmla="*/ 73 h 102"/>
              <a:gd name="T68" fmla="*/ 4 w 104"/>
              <a:gd name="T69" fmla="*/ 49 h 102"/>
              <a:gd name="T70" fmla="*/ 42 w 104"/>
              <a:gd name="T71" fmla="*/ 23 h 102"/>
              <a:gd name="T72" fmla="*/ 42 w 104"/>
              <a:gd name="T73" fmla="*/ 23 h 102"/>
              <a:gd name="T74" fmla="*/ 42 w 104"/>
              <a:gd name="T75" fmla="*/ 23 h 102"/>
              <a:gd name="T76" fmla="*/ 54 w 104"/>
              <a:gd name="T77" fmla="*/ 22 h 102"/>
              <a:gd name="T78" fmla="*/ 64 w 104"/>
              <a:gd name="T79" fmla="*/ 16 h 102"/>
              <a:gd name="T80" fmla="*/ 82 w 104"/>
              <a:gd name="T81" fmla="*/ 0 h 102"/>
              <a:gd name="T82" fmla="*/ 83 w 104"/>
              <a:gd name="T83" fmla="*/ 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4" h="102">
                <a:moveTo>
                  <a:pt x="83" y="1"/>
                </a:moveTo>
                <a:cubicBezTo>
                  <a:pt x="77" y="7"/>
                  <a:pt x="72" y="13"/>
                  <a:pt x="65" y="18"/>
                </a:cubicBezTo>
                <a:cubicBezTo>
                  <a:pt x="62" y="21"/>
                  <a:pt x="59" y="23"/>
                  <a:pt x="55" y="25"/>
                </a:cubicBezTo>
                <a:cubicBezTo>
                  <a:pt x="51" y="26"/>
                  <a:pt x="46" y="27"/>
                  <a:pt x="42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35" y="27"/>
                  <a:pt x="27" y="30"/>
                  <a:pt x="21" y="34"/>
                </a:cubicBezTo>
                <a:cubicBezTo>
                  <a:pt x="15" y="39"/>
                  <a:pt x="11" y="45"/>
                  <a:pt x="8" y="51"/>
                </a:cubicBezTo>
                <a:cubicBezTo>
                  <a:pt x="5" y="58"/>
                  <a:pt x="4" y="66"/>
                  <a:pt x="5" y="73"/>
                </a:cubicBezTo>
                <a:cubicBezTo>
                  <a:pt x="6" y="80"/>
                  <a:pt x="10" y="86"/>
                  <a:pt x="16" y="91"/>
                </a:cubicBezTo>
                <a:cubicBezTo>
                  <a:pt x="21" y="95"/>
                  <a:pt x="28" y="98"/>
                  <a:pt x="35" y="97"/>
                </a:cubicBezTo>
                <a:cubicBezTo>
                  <a:pt x="43" y="97"/>
                  <a:pt x="50" y="94"/>
                  <a:pt x="56" y="90"/>
                </a:cubicBezTo>
                <a:cubicBezTo>
                  <a:pt x="59" y="88"/>
                  <a:pt x="61" y="85"/>
                  <a:pt x="64" y="82"/>
                </a:cubicBezTo>
                <a:cubicBezTo>
                  <a:pt x="65" y="81"/>
                  <a:pt x="66" y="79"/>
                  <a:pt x="67" y="78"/>
                </a:cubicBezTo>
                <a:cubicBezTo>
                  <a:pt x="68" y="76"/>
                  <a:pt x="69" y="74"/>
                  <a:pt x="69" y="73"/>
                </a:cubicBezTo>
                <a:cubicBezTo>
                  <a:pt x="72" y="66"/>
                  <a:pt x="73" y="58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1" y="49"/>
                  <a:pt x="71" y="47"/>
                  <a:pt x="72" y="46"/>
                </a:cubicBezTo>
                <a:cubicBezTo>
                  <a:pt x="72" y="44"/>
                  <a:pt x="73" y="42"/>
                  <a:pt x="74" y="41"/>
                </a:cubicBezTo>
                <a:cubicBezTo>
                  <a:pt x="76" y="39"/>
                  <a:pt x="79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9" y="31"/>
                  <a:pt x="96" y="27"/>
                  <a:pt x="104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0" y="39"/>
                  <a:pt x="78" y="40"/>
                  <a:pt x="76" y="42"/>
                </a:cubicBezTo>
                <a:cubicBezTo>
                  <a:pt x="75" y="43"/>
                  <a:pt x="75" y="45"/>
                  <a:pt x="74" y="46"/>
                </a:cubicBezTo>
                <a:cubicBezTo>
                  <a:pt x="74" y="47"/>
                  <a:pt x="74" y="49"/>
                  <a:pt x="74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8" y="66"/>
                  <a:pt x="71" y="83"/>
                  <a:pt x="58" y="93"/>
                </a:cubicBezTo>
                <a:cubicBezTo>
                  <a:pt x="52" y="98"/>
                  <a:pt x="44" y="101"/>
                  <a:pt x="36" y="101"/>
                </a:cubicBezTo>
                <a:cubicBezTo>
                  <a:pt x="27" y="102"/>
                  <a:pt x="19" y="99"/>
                  <a:pt x="13" y="94"/>
                </a:cubicBezTo>
                <a:cubicBezTo>
                  <a:pt x="6" y="89"/>
                  <a:pt x="2" y="81"/>
                  <a:pt x="1" y="73"/>
                </a:cubicBezTo>
                <a:cubicBezTo>
                  <a:pt x="0" y="65"/>
                  <a:pt x="1" y="56"/>
                  <a:pt x="4" y="49"/>
                </a:cubicBezTo>
                <a:cubicBezTo>
                  <a:pt x="11" y="34"/>
                  <a:pt x="26" y="23"/>
                  <a:pt x="42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6" y="23"/>
                  <a:pt x="50" y="23"/>
                  <a:pt x="54" y="22"/>
                </a:cubicBezTo>
                <a:cubicBezTo>
                  <a:pt x="58" y="21"/>
                  <a:pt x="61" y="19"/>
                  <a:pt x="64" y="16"/>
                </a:cubicBezTo>
                <a:cubicBezTo>
                  <a:pt x="71" y="11"/>
                  <a:pt x="77" y="6"/>
                  <a:pt x="82" y="0"/>
                </a:cubicBezTo>
                <a:lnTo>
                  <a:pt x="83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4" name="Freeform 19"/>
          <p:cNvSpPr>
            <a:spLocks/>
          </p:cNvSpPr>
          <p:nvPr/>
        </p:nvSpPr>
        <p:spPr bwMode="auto">
          <a:xfrm>
            <a:off x="1276350" y="296863"/>
            <a:ext cx="22225" cy="20638"/>
          </a:xfrm>
          <a:custGeom>
            <a:avLst/>
            <a:gdLst>
              <a:gd name="T0" fmla="*/ 14 w 14"/>
              <a:gd name="T1" fmla="*/ 10 h 13"/>
              <a:gd name="T2" fmla="*/ 8 w 14"/>
              <a:gd name="T3" fmla="*/ 10 h 13"/>
              <a:gd name="T4" fmla="*/ 6 w 14"/>
              <a:gd name="T5" fmla="*/ 13 h 13"/>
              <a:gd name="T6" fmla="*/ 6 w 14"/>
              <a:gd name="T7" fmla="*/ 8 h 13"/>
              <a:gd name="T8" fmla="*/ 0 w 14"/>
              <a:gd name="T9" fmla="*/ 5 h 13"/>
              <a:gd name="T10" fmla="*/ 6 w 14"/>
              <a:gd name="T11" fmla="*/ 5 h 13"/>
              <a:gd name="T12" fmla="*/ 6 w 14"/>
              <a:gd name="T13" fmla="*/ 0 h 13"/>
              <a:gd name="T14" fmla="*/ 8 w 14"/>
              <a:gd name="T15" fmla="*/ 2 h 13"/>
              <a:gd name="T16" fmla="*/ 14 w 14"/>
              <a:gd name="T17" fmla="*/ 2 h 13"/>
              <a:gd name="T18" fmla="*/ 11 w 14"/>
              <a:gd name="T19" fmla="*/ 5 h 13"/>
              <a:gd name="T20" fmla="*/ 14 w 14"/>
              <a:gd name="T21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" h="13">
                <a:moveTo>
                  <a:pt x="14" y="10"/>
                </a:moveTo>
                <a:lnTo>
                  <a:pt x="8" y="10"/>
                </a:lnTo>
                <a:lnTo>
                  <a:pt x="6" y="13"/>
                </a:lnTo>
                <a:lnTo>
                  <a:pt x="6" y="8"/>
                </a:lnTo>
                <a:lnTo>
                  <a:pt x="0" y="5"/>
                </a:lnTo>
                <a:lnTo>
                  <a:pt x="6" y="5"/>
                </a:lnTo>
                <a:lnTo>
                  <a:pt x="6" y="0"/>
                </a:lnTo>
                <a:lnTo>
                  <a:pt x="8" y="2"/>
                </a:lnTo>
                <a:lnTo>
                  <a:pt x="14" y="2"/>
                </a:lnTo>
                <a:lnTo>
                  <a:pt x="11" y="5"/>
                </a:lnTo>
                <a:lnTo>
                  <a:pt x="14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5" name="Freeform 20"/>
          <p:cNvSpPr>
            <a:spLocks/>
          </p:cNvSpPr>
          <p:nvPr/>
        </p:nvSpPr>
        <p:spPr bwMode="auto">
          <a:xfrm>
            <a:off x="1133475" y="461963"/>
            <a:ext cx="15875" cy="20638"/>
          </a:xfrm>
          <a:custGeom>
            <a:avLst/>
            <a:gdLst>
              <a:gd name="T0" fmla="*/ 10 w 10"/>
              <a:gd name="T1" fmla="*/ 11 h 13"/>
              <a:gd name="T2" fmla="*/ 8 w 10"/>
              <a:gd name="T3" fmla="*/ 11 h 13"/>
              <a:gd name="T4" fmla="*/ 2 w 10"/>
              <a:gd name="T5" fmla="*/ 13 h 13"/>
              <a:gd name="T6" fmla="*/ 2 w 10"/>
              <a:gd name="T7" fmla="*/ 8 h 13"/>
              <a:gd name="T8" fmla="*/ 0 w 10"/>
              <a:gd name="T9" fmla="*/ 5 h 13"/>
              <a:gd name="T10" fmla="*/ 2 w 10"/>
              <a:gd name="T11" fmla="*/ 5 h 13"/>
              <a:gd name="T12" fmla="*/ 2 w 10"/>
              <a:gd name="T13" fmla="*/ 0 h 13"/>
              <a:gd name="T14" fmla="*/ 8 w 10"/>
              <a:gd name="T15" fmla="*/ 3 h 13"/>
              <a:gd name="T16" fmla="*/ 10 w 10"/>
              <a:gd name="T17" fmla="*/ 3 h 13"/>
              <a:gd name="T18" fmla="*/ 8 w 10"/>
              <a:gd name="T19" fmla="*/ 8 h 13"/>
              <a:gd name="T20" fmla="*/ 10 w 10"/>
              <a:gd name="T21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" h="13">
                <a:moveTo>
                  <a:pt x="10" y="11"/>
                </a:moveTo>
                <a:lnTo>
                  <a:pt x="8" y="11"/>
                </a:lnTo>
                <a:lnTo>
                  <a:pt x="2" y="13"/>
                </a:lnTo>
                <a:lnTo>
                  <a:pt x="2" y="8"/>
                </a:lnTo>
                <a:lnTo>
                  <a:pt x="0" y="5"/>
                </a:lnTo>
                <a:lnTo>
                  <a:pt x="2" y="5"/>
                </a:lnTo>
                <a:lnTo>
                  <a:pt x="2" y="0"/>
                </a:lnTo>
                <a:lnTo>
                  <a:pt x="8" y="3"/>
                </a:lnTo>
                <a:lnTo>
                  <a:pt x="10" y="3"/>
                </a:lnTo>
                <a:lnTo>
                  <a:pt x="8" y="8"/>
                </a:lnTo>
                <a:lnTo>
                  <a:pt x="10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6" name="Freeform 21"/>
          <p:cNvSpPr>
            <a:spLocks/>
          </p:cNvSpPr>
          <p:nvPr/>
        </p:nvSpPr>
        <p:spPr bwMode="auto">
          <a:xfrm>
            <a:off x="1331913" y="423863"/>
            <a:ext cx="20638" cy="20638"/>
          </a:xfrm>
          <a:custGeom>
            <a:avLst/>
            <a:gdLst>
              <a:gd name="T0" fmla="*/ 13 w 13"/>
              <a:gd name="T1" fmla="*/ 11 h 13"/>
              <a:gd name="T2" fmla="*/ 8 w 13"/>
              <a:gd name="T3" fmla="*/ 11 h 13"/>
              <a:gd name="T4" fmla="*/ 5 w 13"/>
              <a:gd name="T5" fmla="*/ 13 h 13"/>
              <a:gd name="T6" fmla="*/ 5 w 13"/>
              <a:gd name="T7" fmla="*/ 11 h 13"/>
              <a:gd name="T8" fmla="*/ 0 w 13"/>
              <a:gd name="T9" fmla="*/ 8 h 13"/>
              <a:gd name="T10" fmla="*/ 5 w 13"/>
              <a:gd name="T11" fmla="*/ 5 h 13"/>
              <a:gd name="T12" fmla="*/ 5 w 13"/>
              <a:gd name="T13" fmla="*/ 0 h 13"/>
              <a:gd name="T14" fmla="*/ 8 w 13"/>
              <a:gd name="T15" fmla="*/ 5 h 13"/>
              <a:gd name="T16" fmla="*/ 13 w 13"/>
              <a:gd name="T17" fmla="*/ 3 h 13"/>
              <a:gd name="T18" fmla="*/ 11 w 13"/>
              <a:gd name="T19" fmla="*/ 8 h 13"/>
              <a:gd name="T20" fmla="*/ 13 w 13"/>
              <a:gd name="T21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" h="13">
                <a:moveTo>
                  <a:pt x="13" y="11"/>
                </a:moveTo>
                <a:lnTo>
                  <a:pt x="8" y="11"/>
                </a:lnTo>
                <a:lnTo>
                  <a:pt x="5" y="13"/>
                </a:lnTo>
                <a:lnTo>
                  <a:pt x="5" y="11"/>
                </a:lnTo>
                <a:lnTo>
                  <a:pt x="0" y="8"/>
                </a:lnTo>
                <a:lnTo>
                  <a:pt x="5" y="5"/>
                </a:lnTo>
                <a:lnTo>
                  <a:pt x="5" y="0"/>
                </a:lnTo>
                <a:lnTo>
                  <a:pt x="8" y="5"/>
                </a:lnTo>
                <a:lnTo>
                  <a:pt x="13" y="3"/>
                </a:lnTo>
                <a:lnTo>
                  <a:pt x="11" y="8"/>
                </a:lnTo>
                <a:lnTo>
                  <a:pt x="13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7" name="Oval 22"/>
          <p:cNvSpPr>
            <a:spLocks noChangeArrowheads="1"/>
          </p:cNvSpPr>
          <p:nvPr/>
        </p:nvSpPr>
        <p:spPr bwMode="auto">
          <a:xfrm>
            <a:off x="1311275" y="350838"/>
            <a:ext cx="7938" cy="47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8" name="Freeform 23"/>
          <p:cNvSpPr>
            <a:spLocks/>
          </p:cNvSpPr>
          <p:nvPr/>
        </p:nvSpPr>
        <p:spPr bwMode="auto">
          <a:xfrm>
            <a:off x="1158875" y="495301"/>
            <a:ext cx="3175" cy="4763"/>
          </a:xfrm>
          <a:custGeom>
            <a:avLst/>
            <a:gdLst>
              <a:gd name="T0" fmla="*/ 2 w 2"/>
              <a:gd name="T1" fmla="*/ 0 h 3"/>
              <a:gd name="T2" fmla="*/ 2 w 2"/>
              <a:gd name="T3" fmla="*/ 3 h 3"/>
              <a:gd name="T4" fmla="*/ 0 w 2"/>
              <a:gd name="T5" fmla="*/ 0 h 3"/>
              <a:gd name="T6" fmla="*/ 2 w 2"/>
              <a:gd name="T7" fmla="*/ 0 h 3"/>
              <a:gd name="T8" fmla="*/ 2 w 2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3">
                <a:moveTo>
                  <a:pt x="2" y="0"/>
                </a:moveTo>
                <a:lnTo>
                  <a:pt x="2" y="3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9" name="Oval 24"/>
          <p:cNvSpPr>
            <a:spLocks noChangeArrowheads="1"/>
          </p:cNvSpPr>
          <p:nvPr/>
        </p:nvSpPr>
        <p:spPr bwMode="auto">
          <a:xfrm>
            <a:off x="1106488" y="406401"/>
            <a:ext cx="9525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0" name="Freeform 25"/>
          <p:cNvSpPr>
            <a:spLocks/>
          </p:cNvSpPr>
          <p:nvPr/>
        </p:nvSpPr>
        <p:spPr bwMode="auto">
          <a:xfrm>
            <a:off x="1260475" y="547688"/>
            <a:ext cx="3175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  <a:gd name="T4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1" name="Oval 26"/>
          <p:cNvSpPr>
            <a:spLocks noChangeArrowheads="1"/>
          </p:cNvSpPr>
          <p:nvPr/>
        </p:nvSpPr>
        <p:spPr bwMode="auto">
          <a:xfrm>
            <a:off x="1123950" y="512763"/>
            <a:ext cx="17463" cy="174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2" name="Freeform 27"/>
          <p:cNvSpPr>
            <a:spLocks/>
          </p:cNvSpPr>
          <p:nvPr/>
        </p:nvSpPr>
        <p:spPr bwMode="auto">
          <a:xfrm>
            <a:off x="1314450" y="520701"/>
            <a:ext cx="4763" cy="0"/>
          </a:xfrm>
          <a:custGeom>
            <a:avLst/>
            <a:gdLst>
              <a:gd name="T0" fmla="*/ 3 w 3"/>
              <a:gd name="T1" fmla="*/ 0 w 3"/>
              <a:gd name="T2" fmla="*/ 0 w 3"/>
              <a:gd name="T3" fmla="*/ 0 w 3"/>
              <a:gd name="T4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3" name="Freeform 28"/>
          <p:cNvSpPr>
            <a:spLocks/>
          </p:cNvSpPr>
          <p:nvPr/>
        </p:nvSpPr>
        <p:spPr bwMode="auto">
          <a:xfrm>
            <a:off x="1327150" y="185738"/>
            <a:ext cx="179388" cy="136525"/>
          </a:xfrm>
          <a:custGeom>
            <a:avLst/>
            <a:gdLst>
              <a:gd name="T0" fmla="*/ 0 w 113"/>
              <a:gd name="T1" fmla="*/ 78 h 86"/>
              <a:gd name="T2" fmla="*/ 113 w 113"/>
              <a:gd name="T3" fmla="*/ 0 h 86"/>
              <a:gd name="T4" fmla="*/ 8 w 113"/>
              <a:gd name="T5" fmla="*/ 86 h 86"/>
              <a:gd name="T6" fmla="*/ 0 w 113"/>
              <a:gd name="T7" fmla="*/ 7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" h="86">
                <a:moveTo>
                  <a:pt x="0" y="78"/>
                </a:moveTo>
                <a:lnTo>
                  <a:pt x="113" y="0"/>
                </a:lnTo>
                <a:lnTo>
                  <a:pt x="8" y="86"/>
                </a:lnTo>
                <a:lnTo>
                  <a:pt x="0" y="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4" name="Freeform 29"/>
          <p:cNvSpPr>
            <a:spLocks/>
          </p:cNvSpPr>
          <p:nvPr/>
        </p:nvSpPr>
        <p:spPr bwMode="auto">
          <a:xfrm>
            <a:off x="1803400" y="173038"/>
            <a:ext cx="388938" cy="400050"/>
          </a:xfrm>
          <a:custGeom>
            <a:avLst/>
            <a:gdLst>
              <a:gd name="T0" fmla="*/ 0 w 92"/>
              <a:gd name="T1" fmla="*/ 0 h 94"/>
              <a:gd name="T2" fmla="*/ 0 w 92"/>
              <a:gd name="T3" fmla="*/ 93 h 94"/>
              <a:gd name="T4" fmla="*/ 92 w 92"/>
              <a:gd name="T5" fmla="*/ 93 h 94"/>
              <a:gd name="T6" fmla="*/ 82 w 92"/>
              <a:gd name="T7" fmla="*/ 78 h 94"/>
              <a:gd name="T8" fmla="*/ 67 w 92"/>
              <a:gd name="T9" fmla="*/ 67 h 94"/>
              <a:gd name="T10" fmla="*/ 33 w 92"/>
              <a:gd name="T11" fmla="*/ 33 h 94"/>
              <a:gd name="T12" fmla="*/ 12 w 92"/>
              <a:gd name="T13" fmla="*/ 12 h 94"/>
              <a:gd name="T14" fmla="*/ 0 w 92"/>
              <a:gd name="T15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94">
                <a:moveTo>
                  <a:pt x="0" y="0"/>
                </a:moveTo>
                <a:cubicBezTo>
                  <a:pt x="0" y="93"/>
                  <a:pt x="0" y="93"/>
                  <a:pt x="0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89" y="80"/>
                  <a:pt x="82" y="78"/>
                </a:cubicBezTo>
                <a:cubicBezTo>
                  <a:pt x="74" y="76"/>
                  <a:pt x="81" y="94"/>
                  <a:pt x="67" y="67"/>
                </a:cubicBezTo>
                <a:cubicBezTo>
                  <a:pt x="53" y="40"/>
                  <a:pt x="33" y="33"/>
                  <a:pt x="33" y="33"/>
                </a:cubicBezTo>
                <a:cubicBezTo>
                  <a:pt x="33" y="33"/>
                  <a:pt x="23" y="13"/>
                  <a:pt x="12" y="12"/>
                </a:cubicBezTo>
                <a:cubicBezTo>
                  <a:pt x="0" y="11"/>
                  <a:pt x="11" y="1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5" name="Freeform 30"/>
          <p:cNvSpPr>
            <a:spLocks/>
          </p:cNvSpPr>
          <p:nvPr/>
        </p:nvSpPr>
        <p:spPr bwMode="auto">
          <a:xfrm>
            <a:off x="1908175" y="215901"/>
            <a:ext cx="4763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  <a:gd name="T4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6" name="Oval 31"/>
          <p:cNvSpPr>
            <a:spLocks noChangeArrowheads="1"/>
          </p:cNvSpPr>
          <p:nvPr/>
        </p:nvSpPr>
        <p:spPr bwMode="auto">
          <a:xfrm>
            <a:off x="1933575" y="266701"/>
            <a:ext cx="17463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7" name="Oval 32"/>
          <p:cNvSpPr>
            <a:spLocks noChangeArrowheads="1"/>
          </p:cNvSpPr>
          <p:nvPr/>
        </p:nvSpPr>
        <p:spPr bwMode="auto">
          <a:xfrm>
            <a:off x="1968500" y="233363"/>
            <a:ext cx="33338" cy="285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8" name="Oval 33"/>
          <p:cNvSpPr>
            <a:spLocks noChangeArrowheads="1"/>
          </p:cNvSpPr>
          <p:nvPr/>
        </p:nvSpPr>
        <p:spPr bwMode="auto">
          <a:xfrm>
            <a:off x="1955800" y="249238"/>
            <a:ext cx="20638" cy="222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9" name="Oval 34"/>
          <p:cNvSpPr>
            <a:spLocks noChangeArrowheads="1"/>
          </p:cNvSpPr>
          <p:nvPr/>
        </p:nvSpPr>
        <p:spPr bwMode="auto">
          <a:xfrm>
            <a:off x="2062163" y="368301"/>
            <a:ext cx="38100" cy="428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0" name="Oval 35"/>
          <p:cNvSpPr>
            <a:spLocks noChangeArrowheads="1"/>
          </p:cNvSpPr>
          <p:nvPr/>
        </p:nvSpPr>
        <p:spPr bwMode="auto">
          <a:xfrm>
            <a:off x="2128838" y="431801"/>
            <a:ext cx="25400" cy="222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1" name="Oval 36"/>
          <p:cNvSpPr>
            <a:spLocks noChangeArrowheads="1"/>
          </p:cNvSpPr>
          <p:nvPr/>
        </p:nvSpPr>
        <p:spPr bwMode="auto">
          <a:xfrm>
            <a:off x="2112963" y="469901"/>
            <a:ext cx="12700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2" name="Oval 37"/>
          <p:cNvSpPr>
            <a:spLocks noChangeArrowheads="1"/>
          </p:cNvSpPr>
          <p:nvPr/>
        </p:nvSpPr>
        <p:spPr bwMode="auto">
          <a:xfrm>
            <a:off x="1989138" y="284163"/>
            <a:ext cx="55563" cy="539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3" name="Oval 38"/>
          <p:cNvSpPr>
            <a:spLocks noChangeArrowheads="1"/>
          </p:cNvSpPr>
          <p:nvPr/>
        </p:nvSpPr>
        <p:spPr bwMode="auto">
          <a:xfrm>
            <a:off x="1854200" y="160338"/>
            <a:ext cx="63500" cy="635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4" name="Freeform 39"/>
          <p:cNvSpPr>
            <a:spLocks/>
          </p:cNvSpPr>
          <p:nvPr/>
        </p:nvSpPr>
        <p:spPr bwMode="auto">
          <a:xfrm>
            <a:off x="2570163" y="508001"/>
            <a:ext cx="479425" cy="47625"/>
          </a:xfrm>
          <a:custGeom>
            <a:avLst/>
            <a:gdLst>
              <a:gd name="T0" fmla="*/ 0 w 113"/>
              <a:gd name="T1" fmla="*/ 5 h 11"/>
              <a:gd name="T2" fmla="*/ 14 w 113"/>
              <a:gd name="T3" fmla="*/ 1 h 11"/>
              <a:gd name="T4" fmla="*/ 28 w 113"/>
              <a:gd name="T5" fmla="*/ 0 h 11"/>
              <a:gd name="T6" fmla="*/ 57 w 113"/>
              <a:gd name="T7" fmla="*/ 4 h 11"/>
              <a:gd name="T8" fmla="*/ 85 w 113"/>
              <a:gd name="T9" fmla="*/ 8 h 11"/>
              <a:gd name="T10" fmla="*/ 99 w 113"/>
              <a:gd name="T11" fmla="*/ 8 h 11"/>
              <a:gd name="T12" fmla="*/ 106 w 113"/>
              <a:gd name="T13" fmla="*/ 8 h 11"/>
              <a:gd name="T14" fmla="*/ 113 w 113"/>
              <a:gd name="T15" fmla="*/ 5 h 11"/>
              <a:gd name="T16" fmla="*/ 113 w 113"/>
              <a:gd name="T17" fmla="*/ 6 h 11"/>
              <a:gd name="T18" fmla="*/ 107 w 113"/>
              <a:gd name="T19" fmla="*/ 9 h 11"/>
              <a:gd name="T20" fmla="*/ 100 w 113"/>
              <a:gd name="T21" fmla="*/ 11 h 11"/>
              <a:gd name="T22" fmla="*/ 85 w 113"/>
              <a:gd name="T23" fmla="*/ 11 h 11"/>
              <a:gd name="T24" fmla="*/ 56 w 113"/>
              <a:gd name="T25" fmla="*/ 7 h 11"/>
              <a:gd name="T26" fmla="*/ 28 w 113"/>
              <a:gd name="T27" fmla="*/ 2 h 11"/>
              <a:gd name="T28" fmla="*/ 14 w 113"/>
              <a:gd name="T29" fmla="*/ 2 h 11"/>
              <a:gd name="T30" fmla="*/ 0 w 113"/>
              <a:gd name="T31" fmla="*/ 6 h 11"/>
              <a:gd name="T32" fmla="*/ 0 w 113"/>
              <a:gd name="T33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3" h="11">
                <a:moveTo>
                  <a:pt x="0" y="5"/>
                </a:moveTo>
                <a:cubicBezTo>
                  <a:pt x="4" y="3"/>
                  <a:pt x="9" y="2"/>
                  <a:pt x="14" y="1"/>
                </a:cubicBezTo>
                <a:cubicBezTo>
                  <a:pt x="18" y="1"/>
                  <a:pt x="23" y="0"/>
                  <a:pt x="28" y="0"/>
                </a:cubicBezTo>
                <a:cubicBezTo>
                  <a:pt x="38" y="1"/>
                  <a:pt x="47" y="2"/>
                  <a:pt x="57" y="4"/>
                </a:cubicBezTo>
                <a:cubicBezTo>
                  <a:pt x="66" y="6"/>
                  <a:pt x="76" y="7"/>
                  <a:pt x="85" y="8"/>
                </a:cubicBezTo>
                <a:cubicBezTo>
                  <a:pt x="90" y="8"/>
                  <a:pt x="95" y="8"/>
                  <a:pt x="99" y="8"/>
                </a:cubicBezTo>
                <a:cubicBezTo>
                  <a:pt x="102" y="8"/>
                  <a:pt x="104" y="8"/>
                  <a:pt x="106" y="8"/>
                </a:cubicBezTo>
                <a:cubicBezTo>
                  <a:pt x="109" y="7"/>
                  <a:pt x="111" y="7"/>
                  <a:pt x="113" y="5"/>
                </a:cubicBezTo>
                <a:cubicBezTo>
                  <a:pt x="113" y="6"/>
                  <a:pt x="113" y="6"/>
                  <a:pt x="113" y="6"/>
                </a:cubicBezTo>
                <a:cubicBezTo>
                  <a:pt x="111" y="8"/>
                  <a:pt x="109" y="9"/>
                  <a:pt x="107" y="9"/>
                </a:cubicBezTo>
                <a:cubicBezTo>
                  <a:pt x="104" y="10"/>
                  <a:pt x="102" y="10"/>
                  <a:pt x="100" y="11"/>
                </a:cubicBezTo>
                <a:cubicBezTo>
                  <a:pt x="95" y="11"/>
                  <a:pt x="90" y="11"/>
                  <a:pt x="85" y="11"/>
                </a:cubicBezTo>
                <a:cubicBezTo>
                  <a:pt x="75" y="11"/>
                  <a:pt x="66" y="9"/>
                  <a:pt x="56" y="7"/>
                </a:cubicBezTo>
                <a:cubicBezTo>
                  <a:pt x="47" y="5"/>
                  <a:pt x="38" y="3"/>
                  <a:pt x="28" y="2"/>
                </a:cubicBezTo>
                <a:cubicBezTo>
                  <a:pt x="23" y="2"/>
                  <a:pt x="18" y="2"/>
                  <a:pt x="14" y="2"/>
                </a:cubicBezTo>
                <a:cubicBezTo>
                  <a:pt x="9" y="3"/>
                  <a:pt x="4" y="4"/>
                  <a:pt x="0" y="6"/>
                </a:cubicBezTo>
                <a:lnTo>
                  <a:pt x="0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5" name="Freeform 40"/>
          <p:cNvSpPr>
            <a:spLocks/>
          </p:cNvSpPr>
          <p:nvPr/>
        </p:nvSpPr>
        <p:spPr bwMode="auto">
          <a:xfrm>
            <a:off x="2570163" y="538163"/>
            <a:ext cx="479425" cy="47625"/>
          </a:xfrm>
          <a:custGeom>
            <a:avLst/>
            <a:gdLst>
              <a:gd name="T0" fmla="*/ 0 w 113"/>
              <a:gd name="T1" fmla="*/ 5 h 11"/>
              <a:gd name="T2" fmla="*/ 14 w 113"/>
              <a:gd name="T3" fmla="*/ 1 h 11"/>
              <a:gd name="T4" fmla="*/ 28 w 113"/>
              <a:gd name="T5" fmla="*/ 0 h 11"/>
              <a:gd name="T6" fmla="*/ 57 w 113"/>
              <a:gd name="T7" fmla="*/ 4 h 11"/>
              <a:gd name="T8" fmla="*/ 85 w 113"/>
              <a:gd name="T9" fmla="*/ 7 h 11"/>
              <a:gd name="T10" fmla="*/ 99 w 113"/>
              <a:gd name="T11" fmla="*/ 8 h 11"/>
              <a:gd name="T12" fmla="*/ 106 w 113"/>
              <a:gd name="T13" fmla="*/ 7 h 11"/>
              <a:gd name="T14" fmla="*/ 113 w 113"/>
              <a:gd name="T15" fmla="*/ 5 h 11"/>
              <a:gd name="T16" fmla="*/ 113 w 113"/>
              <a:gd name="T17" fmla="*/ 5 h 11"/>
              <a:gd name="T18" fmla="*/ 107 w 113"/>
              <a:gd name="T19" fmla="*/ 9 h 11"/>
              <a:gd name="T20" fmla="*/ 100 w 113"/>
              <a:gd name="T21" fmla="*/ 10 h 11"/>
              <a:gd name="T22" fmla="*/ 85 w 113"/>
              <a:gd name="T23" fmla="*/ 11 h 11"/>
              <a:gd name="T24" fmla="*/ 56 w 113"/>
              <a:gd name="T25" fmla="*/ 7 h 11"/>
              <a:gd name="T26" fmla="*/ 28 w 113"/>
              <a:gd name="T27" fmla="*/ 2 h 11"/>
              <a:gd name="T28" fmla="*/ 14 w 113"/>
              <a:gd name="T29" fmla="*/ 2 h 11"/>
              <a:gd name="T30" fmla="*/ 0 w 113"/>
              <a:gd name="T31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3" h="11">
                <a:moveTo>
                  <a:pt x="0" y="5"/>
                </a:moveTo>
                <a:cubicBezTo>
                  <a:pt x="4" y="3"/>
                  <a:pt x="9" y="2"/>
                  <a:pt x="14" y="1"/>
                </a:cubicBezTo>
                <a:cubicBezTo>
                  <a:pt x="18" y="0"/>
                  <a:pt x="23" y="0"/>
                  <a:pt x="28" y="0"/>
                </a:cubicBezTo>
                <a:cubicBezTo>
                  <a:pt x="38" y="0"/>
                  <a:pt x="47" y="2"/>
                  <a:pt x="57" y="4"/>
                </a:cubicBezTo>
                <a:cubicBezTo>
                  <a:pt x="66" y="6"/>
                  <a:pt x="76" y="7"/>
                  <a:pt x="85" y="7"/>
                </a:cubicBezTo>
                <a:cubicBezTo>
                  <a:pt x="90" y="8"/>
                  <a:pt x="95" y="8"/>
                  <a:pt x="99" y="8"/>
                </a:cubicBezTo>
                <a:cubicBezTo>
                  <a:pt x="102" y="8"/>
                  <a:pt x="104" y="8"/>
                  <a:pt x="106" y="7"/>
                </a:cubicBezTo>
                <a:cubicBezTo>
                  <a:pt x="109" y="7"/>
                  <a:pt x="111" y="7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1" y="7"/>
                  <a:pt x="109" y="8"/>
                  <a:pt x="107" y="9"/>
                </a:cubicBezTo>
                <a:cubicBezTo>
                  <a:pt x="104" y="10"/>
                  <a:pt x="102" y="10"/>
                  <a:pt x="100" y="10"/>
                </a:cubicBezTo>
                <a:cubicBezTo>
                  <a:pt x="95" y="11"/>
                  <a:pt x="90" y="11"/>
                  <a:pt x="85" y="11"/>
                </a:cubicBezTo>
                <a:cubicBezTo>
                  <a:pt x="75" y="10"/>
                  <a:pt x="66" y="9"/>
                  <a:pt x="56" y="7"/>
                </a:cubicBezTo>
                <a:cubicBezTo>
                  <a:pt x="47" y="4"/>
                  <a:pt x="38" y="2"/>
                  <a:pt x="28" y="2"/>
                </a:cubicBezTo>
                <a:cubicBezTo>
                  <a:pt x="23" y="1"/>
                  <a:pt x="18" y="1"/>
                  <a:pt x="14" y="2"/>
                </a:cubicBezTo>
                <a:cubicBezTo>
                  <a:pt x="9" y="2"/>
                  <a:pt x="4" y="3"/>
                  <a:pt x="0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6" name="Freeform 41"/>
          <p:cNvSpPr>
            <a:spLocks/>
          </p:cNvSpPr>
          <p:nvPr/>
        </p:nvSpPr>
        <p:spPr bwMode="auto">
          <a:xfrm>
            <a:off x="2578100" y="193676"/>
            <a:ext cx="382588" cy="196850"/>
          </a:xfrm>
          <a:custGeom>
            <a:avLst/>
            <a:gdLst>
              <a:gd name="T0" fmla="*/ 241 w 241"/>
              <a:gd name="T1" fmla="*/ 124 h 124"/>
              <a:gd name="T2" fmla="*/ 241 w 241"/>
              <a:gd name="T3" fmla="*/ 97 h 124"/>
              <a:gd name="T4" fmla="*/ 121 w 241"/>
              <a:gd name="T5" fmla="*/ 0 h 124"/>
              <a:gd name="T6" fmla="*/ 0 w 241"/>
              <a:gd name="T7" fmla="*/ 97 h 124"/>
              <a:gd name="T8" fmla="*/ 0 w 241"/>
              <a:gd name="T9" fmla="*/ 124 h 124"/>
              <a:gd name="T10" fmla="*/ 121 w 241"/>
              <a:gd name="T11" fmla="*/ 27 h 124"/>
              <a:gd name="T12" fmla="*/ 241 w 241"/>
              <a:gd name="T13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124">
                <a:moveTo>
                  <a:pt x="241" y="124"/>
                </a:moveTo>
                <a:lnTo>
                  <a:pt x="241" y="97"/>
                </a:lnTo>
                <a:lnTo>
                  <a:pt x="121" y="0"/>
                </a:lnTo>
                <a:lnTo>
                  <a:pt x="0" y="97"/>
                </a:lnTo>
                <a:lnTo>
                  <a:pt x="0" y="124"/>
                </a:lnTo>
                <a:lnTo>
                  <a:pt x="121" y="27"/>
                </a:lnTo>
                <a:lnTo>
                  <a:pt x="241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7" name="Freeform 42"/>
          <p:cNvSpPr>
            <a:spLocks/>
          </p:cNvSpPr>
          <p:nvPr/>
        </p:nvSpPr>
        <p:spPr bwMode="auto">
          <a:xfrm>
            <a:off x="2625725" y="258763"/>
            <a:ext cx="292100" cy="266700"/>
          </a:xfrm>
          <a:custGeom>
            <a:avLst/>
            <a:gdLst>
              <a:gd name="T0" fmla="*/ 12 w 69"/>
              <a:gd name="T1" fmla="*/ 56 h 63"/>
              <a:gd name="T2" fmla="*/ 41 w 69"/>
              <a:gd name="T3" fmla="*/ 60 h 63"/>
              <a:gd name="T4" fmla="*/ 69 w 69"/>
              <a:gd name="T5" fmla="*/ 63 h 63"/>
              <a:gd name="T6" fmla="*/ 69 w 69"/>
              <a:gd name="T7" fmla="*/ 26 h 63"/>
              <a:gd name="T8" fmla="*/ 33 w 69"/>
              <a:gd name="T9" fmla="*/ 0 h 63"/>
              <a:gd name="T10" fmla="*/ 0 w 69"/>
              <a:gd name="T11" fmla="*/ 26 h 63"/>
              <a:gd name="T12" fmla="*/ 0 w 69"/>
              <a:gd name="T13" fmla="*/ 57 h 63"/>
              <a:gd name="T14" fmla="*/ 12 w 69"/>
              <a:gd name="T15" fmla="*/ 56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9" h="63">
                <a:moveTo>
                  <a:pt x="12" y="56"/>
                </a:moveTo>
                <a:cubicBezTo>
                  <a:pt x="22" y="56"/>
                  <a:pt x="32" y="58"/>
                  <a:pt x="41" y="60"/>
                </a:cubicBezTo>
                <a:cubicBezTo>
                  <a:pt x="50" y="62"/>
                  <a:pt x="61" y="62"/>
                  <a:pt x="69" y="63"/>
                </a:cubicBezTo>
                <a:cubicBezTo>
                  <a:pt x="69" y="26"/>
                  <a:pt x="69" y="26"/>
                  <a:pt x="69" y="26"/>
                </a:cubicBezTo>
                <a:cubicBezTo>
                  <a:pt x="33" y="0"/>
                  <a:pt x="33" y="0"/>
                  <a:pt x="33" y="0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57"/>
                  <a:pt x="0" y="57"/>
                  <a:pt x="0" y="57"/>
                </a:cubicBezTo>
                <a:cubicBezTo>
                  <a:pt x="4" y="56"/>
                  <a:pt x="8" y="56"/>
                  <a:pt x="1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8" name="Freeform 43"/>
          <p:cNvSpPr>
            <a:spLocks/>
          </p:cNvSpPr>
          <p:nvPr/>
        </p:nvSpPr>
        <p:spPr bwMode="auto">
          <a:xfrm>
            <a:off x="2900363" y="185738"/>
            <a:ext cx="30163" cy="106363"/>
          </a:xfrm>
          <a:custGeom>
            <a:avLst/>
            <a:gdLst>
              <a:gd name="T0" fmla="*/ 19 w 19"/>
              <a:gd name="T1" fmla="*/ 0 h 67"/>
              <a:gd name="T2" fmla="*/ 0 w 19"/>
              <a:gd name="T3" fmla="*/ 0 h 67"/>
              <a:gd name="T4" fmla="*/ 0 w 19"/>
              <a:gd name="T5" fmla="*/ 46 h 67"/>
              <a:gd name="T6" fmla="*/ 19 w 19"/>
              <a:gd name="T7" fmla="*/ 67 h 67"/>
              <a:gd name="T8" fmla="*/ 19 w 19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67">
                <a:moveTo>
                  <a:pt x="19" y="0"/>
                </a:moveTo>
                <a:lnTo>
                  <a:pt x="0" y="0"/>
                </a:lnTo>
                <a:lnTo>
                  <a:pt x="0" y="46"/>
                </a:lnTo>
                <a:lnTo>
                  <a:pt x="19" y="67"/>
                </a:lnTo>
                <a:lnTo>
                  <a:pt x="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9" name="Oval 44"/>
          <p:cNvSpPr>
            <a:spLocks noChangeArrowheads="1"/>
          </p:cNvSpPr>
          <p:nvPr/>
        </p:nvSpPr>
        <p:spPr bwMode="auto">
          <a:xfrm>
            <a:off x="2668588" y="185738"/>
            <a:ext cx="12700" cy="79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0" name="Oval 45"/>
          <p:cNvSpPr>
            <a:spLocks noChangeArrowheads="1"/>
          </p:cNvSpPr>
          <p:nvPr/>
        </p:nvSpPr>
        <p:spPr bwMode="auto">
          <a:xfrm>
            <a:off x="2732088" y="130176"/>
            <a:ext cx="12700" cy="95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1" name="Oval 46"/>
          <p:cNvSpPr>
            <a:spLocks noChangeArrowheads="1"/>
          </p:cNvSpPr>
          <p:nvPr/>
        </p:nvSpPr>
        <p:spPr bwMode="auto">
          <a:xfrm>
            <a:off x="2798763" y="139701"/>
            <a:ext cx="42863" cy="460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2" name="Oval 47"/>
          <p:cNvSpPr>
            <a:spLocks noChangeArrowheads="1"/>
          </p:cNvSpPr>
          <p:nvPr/>
        </p:nvSpPr>
        <p:spPr bwMode="auto">
          <a:xfrm>
            <a:off x="2625725" y="249238"/>
            <a:ext cx="25400" cy="254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3" name="Oval 48"/>
          <p:cNvSpPr>
            <a:spLocks noChangeArrowheads="1"/>
          </p:cNvSpPr>
          <p:nvPr/>
        </p:nvSpPr>
        <p:spPr bwMode="auto">
          <a:xfrm>
            <a:off x="2557463" y="249238"/>
            <a:ext cx="17463" cy="222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4" name="Line 49"/>
          <p:cNvSpPr>
            <a:spLocks noChangeShapeType="1"/>
          </p:cNvSpPr>
          <p:nvPr/>
        </p:nvSpPr>
        <p:spPr bwMode="auto">
          <a:xfrm>
            <a:off x="2582863" y="193676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5" name="Line 50"/>
          <p:cNvSpPr>
            <a:spLocks noChangeShapeType="1"/>
          </p:cNvSpPr>
          <p:nvPr/>
        </p:nvSpPr>
        <p:spPr bwMode="auto">
          <a:xfrm>
            <a:off x="2582863" y="193676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6" name="Oval 51"/>
          <p:cNvSpPr>
            <a:spLocks noChangeArrowheads="1"/>
          </p:cNvSpPr>
          <p:nvPr/>
        </p:nvSpPr>
        <p:spPr bwMode="auto">
          <a:xfrm>
            <a:off x="2990850" y="279401"/>
            <a:ext cx="7938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7" name="Oval 52"/>
          <p:cNvSpPr>
            <a:spLocks noChangeArrowheads="1"/>
          </p:cNvSpPr>
          <p:nvPr/>
        </p:nvSpPr>
        <p:spPr bwMode="auto">
          <a:xfrm>
            <a:off x="2990850" y="190501"/>
            <a:ext cx="7938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8" name="Oval 53"/>
          <p:cNvSpPr>
            <a:spLocks noChangeArrowheads="1"/>
          </p:cNvSpPr>
          <p:nvPr/>
        </p:nvSpPr>
        <p:spPr bwMode="auto">
          <a:xfrm>
            <a:off x="3044825" y="373063"/>
            <a:ext cx="1588" cy="127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9" name="Oval 54"/>
          <p:cNvSpPr>
            <a:spLocks noChangeArrowheads="1"/>
          </p:cNvSpPr>
          <p:nvPr/>
        </p:nvSpPr>
        <p:spPr bwMode="auto">
          <a:xfrm>
            <a:off x="2978150" y="449263"/>
            <a:ext cx="41275" cy="428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0" name="Oval 55"/>
          <p:cNvSpPr>
            <a:spLocks noChangeArrowheads="1"/>
          </p:cNvSpPr>
          <p:nvPr/>
        </p:nvSpPr>
        <p:spPr bwMode="auto">
          <a:xfrm>
            <a:off x="3028950" y="373063"/>
            <a:ext cx="15875" cy="174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1" name="Freeform 56"/>
          <p:cNvSpPr>
            <a:spLocks/>
          </p:cNvSpPr>
          <p:nvPr/>
        </p:nvSpPr>
        <p:spPr bwMode="auto">
          <a:xfrm>
            <a:off x="3262313" y="377826"/>
            <a:ext cx="130175" cy="173038"/>
          </a:xfrm>
          <a:custGeom>
            <a:avLst/>
            <a:gdLst>
              <a:gd name="T0" fmla="*/ 13 w 31"/>
              <a:gd name="T1" fmla="*/ 0 h 41"/>
              <a:gd name="T2" fmla="*/ 7 w 31"/>
              <a:gd name="T3" fmla="*/ 5 h 41"/>
              <a:gd name="T4" fmla="*/ 1 w 31"/>
              <a:gd name="T5" fmla="*/ 10 h 41"/>
              <a:gd name="T6" fmla="*/ 2 w 31"/>
              <a:gd name="T7" fmla="*/ 14 h 41"/>
              <a:gd name="T8" fmla="*/ 0 w 31"/>
              <a:gd name="T9" fmla="*/ 19 h 41"/>
              <a:gd name="T10" fmla="*/ 3 w 31"/>
              <a:gd name="T11" fmla="*/ 24 h 41"/>
              <a:gd name="T12" fmla="*/ 3 w 31"/>
              <a:gd name="T13" fmla="*/ 26 h 41"/>
              <a:gd name="T14" fmla="*/ 7 w 31"/>
              <a:gd name="T15" fmla="*/ 32 h 41"/>
              <a:gd name="T16" fmla="*/ 12 w 31"/>
              <a:gd name="T17" fmla="*/ 34 h 41"/>
              <a:gd name="T18" fmla="*/ 16 w 31"/>
              <a:gd name="T19" fmla="*/ 33 h 41"/>
              <a:gd name="T20" fmla="*/ 16 w 31"/>
              <a:gd name="T21" fmla="*/ 41 h 41"/>
              <a:gd name="T22" fmla="*/ 16 w 31"/>
              <a:gd name="T23" fmla="*/ 33 h 41"/>
              <a:gd name="T24" fmla="*/ 16 w 31"/>
              <a:gd name="T25" fmla="*/ 33 h 41"/>
              <a:gd name="T26" fmla="*/ 16 w 31"/>
              <a:gd name="T27" fmla="*/ 33 h 41"/>
              <a:gd name="T28" fmla="*/ 20 w 31"/>
              <a:gd name="T29" fmla="*/ 34 h 41"/>
              <a:gd name="T30" fmla="*/ 26 w 31"/>
              <a:gd name="T31" fmla="*/ 29 h 41"/>
              <a:gd name="T32" fmla="*/ 31 w 31"/>
              <a:gd name="T33" fmla="*/ 23 h 41"/>
              <a:gd name="T34" fmla="*/ 30 w 31"/>
              <a:gd name="T35" fmla="*/ 20 h 41"/>
              <a:gd name="T36" fmla="*/ 31 w 31"/>
              <a:gd name="T37" fmla="*/ 17 h 41"/>
              <a:gd name="T38" fmla="*/ 27 w 31"/>
              <a:gd name="T39" fmla="*/ 11 h 41"/>
              <a:gd name="T40" fmla="*/ 28 w 31"/>
              <a:gd name="T41" fmla="*/ 8 h 41"/>
              <a:gd name="T42" fmla="*/ 21 w 31"/>
              <a:gd name="T43" fmla="*/ 2 h 41"/>
              <a:gd name="T44" fmla="*/ 18 w 31"/>
              <a:gd name="T45" fmla="*/ 3 h 41"/>
              <a:gd name="T46" fmla="*/ 13 w 3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1" h="41">
                <a:moveTo>
                  <a:pt x="13" y="0"/>
                </a:moveTo>
                <a:cubicBezTo>
                  <a:pt x="10" y="0"/>
                  <a:pt x="7" y="2"/>
                  <a:pt x="7" y="5"/>
                </a:cubicBezTo>
                <a:cubicBezTo>
                  <a:pt x="4" y="5"/>
                  <a:pt x="2" y="7"/>
                  <a:pt x="1" y="10"/>
                </a:cubicBezTo>
                <a:cubicBezTo>
                  <a:pt x="1" y="12"/>
                  <a:pt x="2" y="13"/>
                  <a:pt x="2" y="14"/>
                </a:cubicBezTo>
                <a:cubicBezTo>
                  <a:pt x="1" y="15"/>
                  <a:pt x="0" y="17"/>
                  <a:pt x="0" y="19"/>
                </a:cubicBezTo>
                <a:cubicBezTo>
                  <a:pt x="0" y="21"/>
                  <a:pt x="1" y="23"/>
                  <a:pt x="3" y="24"/>
                </a:cubicBezTo>
                <a:cubicBezTo>
                  <a:pt x="3" y="25"/>
                  <a:pt x="3" y="26"/>
                  <a:pt x="3" y="26"/>
                </a:cubicBezTo>
                <a:cubicBezTo>
                  <a:pt x="3" y="29"/>
                  <a:pt x="4" y="31"/>
                  <a:pt x="7" y="32"/>
                </a:cubicBezTo>
                <a:cubicBezTo>
                  <a:pt x="8" y="33"/>
                  <a:pt x="10" y="34"/>
                  <a:pt x="12" y="34"/>
                </a:cubicBezTo>
                <a:cubicBezTo>
                  <a:pt x="13" y="34"/>
                  <a:pt x="12" y="34"/>
                  <a:pt x="16" y="33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9" y="34"/>
                  <a:pt x="18" y="34"/>
                  <a:pt x="20" y="34"/>
                </a:cubicBezTo>
                <a:cubicBezTo>
                  <a:pt x="23" y="34"/>
                  <a:pt x="25" y="32"/>
                  <a:pt x="26" y="29"/>
                </a:cubicBezTo>
                <a:cubicBezTo>
                  <a:pt x="29" y="29"/>
                  <a:pt x="31" y="26"/>
                  <a:pt x="31" y="23"/>
                </a:cubicBezTo>
                <a:cubicBezTo>
                  <a:pt x="31" y="22"/>
                  <a:pt x="31" y="21"/>
                  <a:pt x="30" y="20"/>
                </a:cubicBezTo>
                <a:cubicBezTo>
                  <a:pt x="31" y="19"/>
                  <a:pt x="31" y="18"/>
                  <a:pt x="31" y="17"/>
                </a:cubicBezTo>
                <a:cubicBezTo>
                  <a:pt x="31" y="14"/>
                  <a:pt x="29" y="12"/>
                  <a:pt x="27" y="11"/>
                </a:cubicBezTo>
                <a:cubicBezTo>
                  <a:pt x="27" y="10"/>
                  <a:pt x="28" y="9"/>
                  <a:pt x="28" y="8"/>
                </a:cubicBezTo>
                <a:cubicBezTo>
                  <a:pt x="28" y="5"/>
                  <a:pt x="25" y="2"/>
                  <a:pt x="21" y="2"/>
                </a:cubicBezTo>
                <a:cubicBezTo>
                  <a:pt x="20" y="2"/>
                  <a:pt x="19" y="2"/>
                  <a:pt x="18" y="3"/>
                </a:cubicBezTo>
                <a:cubicBezTo>
                  <a:pt x="17" y="1"/>
                  <a:pt x="15" y="0"/>
                  <a:pt x="1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2" name="Freeform 57"/>
          <p:cNvSpPr>
            <a:spLocks/>
          </p:cNvSpPr>
          <p:nvPr/>
        </p:nvSpPr>
        <p:spPr bwMode="auto">
          <a:xfrm>
            <a:off x="3422650" y="377826"/>
            <a:ext cx="131763" cy="173038"/>
          </a:xfrm>
          <a:custGeom>
            <a:avLst/>
            <a:gdLst>
              <a:gd name="T0" fmla="*/ 12 w 31"/>
              <a:gd name="T1" fmla="*/ 0 h 41"/>
              <a:gd name="T2" fmla="*/ 6 w 31"/>
              <a:gd name="T3" fmla="*/ 5 h 41"/>
              <a:gd name="T4" fmla="*/ 1 w 31"/>
              <a:gd name="T5" fmla="*/ 10 h 41"/>
              <a:gd name="T6" fmla="*/ 2 w 31"/>
              <a:gd name="T7" fmla="*/ 14 h 41"/>
              <a:gd name="T8" fmla="*/ 0 w 31"/>
              <a:gd name="T9" fmla="*/ 19 h 41"/>
              <a:gd name="T10" fmla="*/ 3 w 31"/>
              <a:gd name="T11" fmla="*/ 24 h 41"/>
              <a:gd name="T12" fmla="*/ 2 w 31"/>
              <a:gd name="T13" fmla="*/ 26 h 41"/>
              <a:gd name="T14" fmla="*/ 6 w 31"/>
              <a:gd name="T15" fmla="*/ 32 h 41"/>
              <a:gd name="T16" fmla="*/ 11 w 31"/>
              <a:gd name="T17" fmla="*/ 34 h 41"/>
              <a:gd name="T18" fmla="*/ 13 w 31"/>
              <a:gd name="T19" fmla="*/ 33 h 41"/>
              <a:gd name="T20" fmla="*/ 13 w 31"/>
              <a:gd name="T21" fmla="*/ 41 h 41"/>
              <a:gd name="T22" fmla="*/ 17 w 31"/>
              <a:gd name="T23" fmla="*/ 41 h 41"/>
              <a:gd name="T24" fmla="*/ 17 w 31"/>
              <a:gd name="T25" fmla="*/ 33 h 41"/>
              <a:gd name="T26" fmla="*/ 20 w 31"/>
              <a:gd name="T27" fmla="*/ 34 h 41"/>
              <a:gd name="T28" fmla="*/ 26 w 31"/>
              <a:gd name="T29" fmla="*/ 29 h 41"/>
              <a:gd name="T30" fmla="*/ 31 w 31"/>
              <a:gd name="T31" fmla="*/ 23 h 41"/>
              <a:gd name="T32" fmla="*/ 30 w 31"/>
              <a:gd name="T33" fmla="*/ 20 h 41"/>
              <a:gd name="T34" fmla="*/ 31 w 31"/>
              <a:gd name="T35" fmla="*/ 17 h 41"/>
              <a:gd name="T36" fmla="*/ 27 w 31"/>
              <a:gd name="T37" fmla="*/ 11 h 41"/>
              <a:gd name="T38" fmla="*/ 27 w 31"/>
              <a:gd name="T39" fmla="*/ 8 h 41"/>
              <a:gd name="T40" fmla="*/ 21 w 31"/>
              <a:gd name="T41" fmla="*/ 2 h 41"/>
              <a:gd name="T42" fmla="*/ 18 w 31"/>
              <a:gd name="T43" fmla="*/ 3 h 41"/>
              <a:gd name="T44" fmla="*/ 12 w 31"/>
              <a:gd name="T45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" h="41">
                <a:moveTo>
                  <a:pt x="12" y="0"/>
                </a:moveTo>
                <a:cubicBezTo>
                  <a:pt x="9" y="0"/>
                  <a:pt x="7" y="2"/>
                  <a:pt x="6" y="5"/>
                </a:cubicBezTo>
                <a:cubicBezTo>
                  <a:pt x="4" y="5"/>
                  <a:pt x="1" y="7"/>
                  <a:pt x="1" y="10"/>
                </a:cubicBezTo>
                <a:cubicBezTo>
                  <a:pt x="1" y="12"/>
                  <a:pt x="1" y="13"/>
                  <a:pt x="2" y="14"/>
                </a:cubicBezTo>
                <a:cubicBezTo>
                  <a:pt x="1" y="15"/>
                  <a:pt x="0" y="17"/>
                  <a:pt x="0" y="19"/>
                </a:cubicBezTo>
                <a:cubicBezTo>
                  <a:pt x="0" y="21"/>
                  <a:pt x="1" y="23"/>
                  <a:pt x="3" y="24"/>
                </a:cubicBezTo>
                <a:cubicBezTo>
                  <a:pt x="3" y="25"/>
                  <a:pt x="2" y="26"/>
                  <a:pt x="2" y="26"/>
                </a:cubicBezTo>
                <a:cubicBezTo>
                  <a:pt x="2" y="29"/>
                  <a:pt x="4" y="31"/>
                  <a:pt x="6" y="32"/>
                </a:cubicBezTo>
                <a:cubicBezTo>
                  <a:pt x="8" y="33"/>
                  <a:pt x="9" y="34"/>
                  <a:pt x="11" y="34"/>
                </a:cubicBezTo>
                <a:cubicBezTo>
                  <a:pt x="12" y="34"/>
                  <a:pt x="13" y="34"/>
                  <a:pt x="13" y="33"/>
                </a:cubicBezTo>
                <a:cubicBezTo>
                  <a:pt x="13" y="41"/>
                  <a:pt x="13" y="41"/>
                  <a:pt x="13" y="41"/>
                </a:cubicBezTo>
                <a:cubicBezTo>
                  <a:pt x="17" y="41"/>
                  <a:pt x="17" y="41"/>
                  <a:pt x="17" y="41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4"/>
                  <a:pt x="19" y="34"/>
                  <a:pt x="20" y="34"/>
                </a:cubicBezTo>
                <a:cubicBezTo>
                  <a:pt x="23" y="34"/>
                  <a:pt x="25" y="32"/>
                  <a:pt x="26" y="29"/>
                </a:cubicBezTo>
                <a:cubicBezTo>
                  <a:pt x="29" y="29"/>
                  <a:pt x="31" y="26"/>
                  <a:pt x="31" y="23"/>
                </a:cubicBezTo>
                <a:cubicBezTo>
                  <a:pt x="31" y="22"/>
                  <a:pt x="31" y="21"/>
                  <a:pt x="30" y="20"/>
                </a:cubicBezTo>
                <a:cubicBezTo>
                  <a:pt x="30" y="19"/>
                  <a:pt x="31" y="18"/>
                  <a:pt x="31" y="17"/>
                </a:cubicBezTo>
                <a:cubicBezTo>
                  <a:pt x="31" y="14"/>
                  <a:pt x="29" y="12"/>
                  <a:pt x="27" y="11"/>
                </a:cubicBezTo>
                <a:cubicBezTo>
                  <a:pt x="27" y="10"/>
                  <a:pt x="27" y="9"/>
                  <a:pt x="27" y="8"/>
                </a:cubicBezTo>
                <a:cubicBezTo>
                  <a:pt x="27" y="5"/>
                  <a:pt x="25" y="2"/>
                  <a:pt x="21" y="2"/>
                </a:cubicBezTo>
                <a:cubicBezTo>
                  <a:pt x="20" y="2"/>
                  <a:pt x="19" y="2"/>
                  <a:pt x="18" y="3"/>
                </a:cubicBezTo>
                <a:cubicBezTo>
                  <a:pt x="17" y="1"/>
                  <a:pt x="15" y="0"/>
                  <a:pt x="1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3" name="Freeform 58"/>
          <p:cNvSpPr>
            <a:spLocks/>
          </p:cNvSpPr>
          <p:nvPr/>
        </p:nvSpPr>
        <p:spPr bwMode="auto">
          <a:xfrm>
            <a:off x="3262313" y="155576"/>
            <a:ext cx="292100" cy="412750"/>
          </a:xfrm>
          <a:custGeom>
            <a:avLst/>
            <a:gdLst>
              <a:gd name="T0" fmla="*/ 45 w 69"/>
              <a:gd name="T1" fmla="*/ 76 h 97"/>
              <a:gd name="T2" fmla="*/ 58 w 69"/>
              <a:gd name="T3" fmla="*/ 65 h 97"/>
              <a:gd name="T4" fmla="*/ 69 w 69"/>
              <a:gd name="T5" fmla="*/ 51 h 97"/>
              <a:gd name="T6" fmla="*/ 67 w 69"/>
              <a:gd name="T7" fmla="*/ 44 h 97"/>
              <a:gd name="T8" fmla="*/ 68 w 69"/>
              <a:gd name="T9" fmla="*/ 38 h 97"/>
              <a:gd name="T10" fmla="*/ 59 w 69"/>
              <a:gd name="T11" fmla="*/ 25 h 97"/>
              <a:gd name="T12" fmla="*/ 61 w 69"/>
              <a:gd name="T13" fmla="*/ 18 h 97"/>
              <a:gd name="T14" fmla="*/ 47 w 69"/>
              <a:gd name="T15" fmla="*/ 5 h 97"/>
              <a:gd name="T16" fmla="*/ 40 w 69"/>
              <a:gd name="T17" fmla="*/ 7 h 97"/>
              <a:gd name="T18" fmla="*/ 28 w 69"/>
              <a:gd name="T19" fmla="*/ 0 h 97"/>
              <a:gd name="T20" fmla="*/ 14 w 69"/>
              <a:gd name="T21" fmla="*/ 11 h 97"/>
              <a:gd name="T22" fmla="*/ 3 w 69"/>
              <a:gd name="T23" fmla="*/ 22 h 97"/>
              <a:gd name="T24" fmla="*/ 5 w 69"/>
              <a:gd name="T25" fmla="*/ 31 h 97"/>
              <a:gd name="T26" fmla="*/ 0 w 69"/>
              <a:gd name="T27" fmla="*/ 42 h 97"/>
              <a:gd name="T28" fmla="*/ 7 w 69"/>
              <a:gd name="T29" fmla="*/ 53 h 97"/>
              <a:gd name="T30" fmla="*/ 6 w 69"/>
              <a:gd name="T31" fmla="*/ 58 h 97"/>
              <a:gd name="T32" fmla="*/ 15 w 69"/>
              <a:gd name="T33" fmla="*/ 71 h 97"/>
              <a:gd name="T34" fmla="*/ 24 w 69"/>
              <a:gd name="T35" fmla="*/ 76 h 97"/>
              <a:gd name="T36" fmla="*/ 30 w 69"/>
              <a:gd name="T37" fmla="*/ 74 h 97"/>
              <a:gd name="T38" fmla="*/ 30 w 69"/>
              <a:gd name="T39" fmla="*/ 93 h 97"/>
              <a:gd name="T40" fmla="*/ 5 w 69"/>
              <a:gd name="T41" fmla="*/ 93 h 97"/>
              <a:gd name="T42" fmla="*/ 5 w 69"/>
              <a:gd name="T43" fmla="*/ 97 h 97"/>
              <a:gd name="T44" fmla="*/ 62 w 69"/>
              <a:gd name="T45" fmla="*/ 97 h 97"/>
              <a:gd name="T46" fmla="*/ 62 w 69"/>
              <a:gd name="T47" fmla="*/ 93 h 97"/>
              <a:gd name="T48" fmla="*/ 37 w 69"/>
              <a:gd name="T49" fmla="*/ 93 h 97"/>
              <a:gd name="T50" fmla="*/ 37 w 69"/>
              <a:gd name="T51" fmla="*/ 73 h 97"/>
              <a:gd name="T52" fmla="*/ 45 w 69"/>
              <a:gd name="T53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9" h="97">
                <a:moveTo>
                  <a:pt x="45" y="76"/>
                </a:moveTo>
                <a:cubicBezTo>
                  <a:pt x="51" y="76"/>
                  <a:pt x="56" y="71"/>
                  <a:pt x="58" y="65"/>
                </a:cubicBezTo>
                <a:cubicBezTo>
                  <a:pt x="64" y="64"/>
                  <a:pt x="69" y="58"/>
                  <a:pt x="69" y="51"/>
                </a:cubicBezTo>
                <a:cubicBezTo>
                  <a:pt x="69" y="48"/>
                  <a:pt x="68" y="46"/>
                  <a:pt x="67" y="44"/>
                </a:cubicBezTo>
                <a:cubicBezTo>
                  <a:pt x="68" y="42"/>
                  <a:pt x="68" y="40"/>
                  <a:pt x="68" y="38"/>
                </a:cubicBezTo>
                <a:cubicBezTo>
                  <a:pt x="68" y="32"/>
                  <a:pt x="64" y="27"/>
                  <a:pt x="59" y="25"/>
                </a:cubicBezTo>
                <a:cubicBezTo>
                  <a:pt x="60" y="23"/>
                  <a:pt x="61" y="21"/>
                  <a:pt x="61" y="18"/>
                </a:cubicBezTo>
                <a:cubicBezTo>
                  <a:pt x="61" y="11"/>
                  <a:pt x="55" y="5"/>
                  <a:pt x="47" y="5"/>
                </a:cubicBezTo>
                <a:cubicBezTo>
                  <a:pt x="44" y="5"/>
                  <a:pt x="42" y="6"/>
                  <a:pt x="40" y="7"/>
                </a:cubicBezTo>
                <a:cubicBezTo>
                  <a:pt x="37" y="3"/>
                  <a:pt x="33" y="0"/>
                  <a:pt x="28" y="0"/>
                </a:cubicBezTo>
                <a:cubicBezTo>
                  <a:pt x="21" y="0"/>
                  <a:pt x="16" y="5"/>
                  <a:pt x="14" y="11"/>
                </a:cubicBezTo>
                <a:cubicBezTo>
                  <a:pt x="9" y="12"/>
                  <a:pt x="4" y="16"/>
                  <a:pt x="3" y="22"/>
                </a:cubicBezTo>
                <a:cubicBezTo>
                  <a:pt x="2" y="26"/>
                  <a:pt x="3" y="29"/>
                  <a:pt x="5" y="31"/>
                </a:cubicBezTo>
                <a:cubicBezTo>
                  <a:pt x="2" y="34"/>
                  <a:pt x="0" y="38"/>
                  <a:pt x="0" y="42"/>
                </a:cubicBezTo>
                <a:cubicBezTo>
                  <a:pt x="0" y="47"/>
                  <a:pt x="3" y="51"/>
                  <a:pt x="7" y="53"/>
                </a:cubicBezTo>
                <a:cubicBezTo>
                  <a:pt x="6" y="55"/>
                  <a:pt x="6" y="56"/>
                  <a:pt x="6" y="58"/>
                </a:cubicBezTo>
                <a:cubicBezTo>
                  <a:pt x="6" y="64"/>
                  <a:pt x="9" y="69"/>
                  <a:pt x="15" y="71"/>
                </a:cubicBezTo>
                <a:cubicBezTo>
                  <a:pt x="17" y="74"/>
                  <a:pt x="20" y="76"/>
                  <a:pt x="24" y="76"/>
                </a:cubicBezTo>
                <a:cubicBezTo>
                  <a:pt x="26" y="76"/>
                  <a:pt x="30" y="75"/>
                  <a:pt x="30" y="74"/>
                </a:cubicBezTo>
                <a:cubicBezTo>
                  <a:pt x="30" y="93"/>
                  <a:pt x="30" y="93"/>
                  <a:pt x="30" y="93"/>
                </a:cubicBezTo>
                <a:cubicBezTo>
                  <a:pt x="5" y="93"/>
                  <a:pt x="5" y="93"/>
                  <a:pt x="5" y="93"/>
                </a:cubicBezTo>
                <a:cubicBezTo>
                  <a:pt x="5" y="97"/>
                  <a:pt x="5" y="97"/>
                  <a:pt x="5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3"/>
                  <a:pt x="62" y="93"/>
                  <a:pt x="62" y="93"/>
                </a:cubicBezTo>
                <a:cubicBezTo>
                  <a:pt x="37" y="93"/>
                  <a:pt x="37" y="93"/>
                  <a:pt x="37" y="93"/>
                </a:cubicBezTo>
                <a:cubicBezTo>
                  <a:pt x="37" y="73"/>
                  <a:pt x="37" y="73"/>
                  <a:pt x="37" y="73"/>
                </a:cubicBezTo>
                <a:cubicBezTo>
                  <a:pt x="37" y="75"/>
                  <a:pt x="42" y="76"/>
                  <a:pt x="45" y="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4" name="Freeform 59"/>
          <p:cNvSpPr>
            <a:spLocks noEditPoints="1"/>
          </p:cNvSpPr>
          <p:nvPr/>
        </p:nvSpPr>
        <p:spPr bwMode="auto">
          <a:xfrm>
            <a:off x="3257550" y="403226"/>
            <a:ext cx="304800" cy="160338"/>
          </a:xfrm>
          <a:custGeom>
            <a:avLst/>
            <a:gdLst>
              <a:gd name="T0" fmla="*/ 66 w 72"/>
              <a:gd name="T1" fmla="*/ 23 h 38"/>
              <a:gd name="T2" fmla="*/ 66 w 72"/>
              <a:gd name="T3" fmla="*/ 20 h 38"/>
              <a:gd name="T4" fmla="*/ 68 w 72"/>
              <a:gd name="T5" fmla="*/ 0 h 38"/>
              <a:gd name="T6" fmla="*/ 58 w 72"/>
              <a:gd name="T7" fmla="*/ 21 h 38"/>
              <a:gd name="T8" fmla="*/ 55 w 72"/>
              <a:gd name="T9" fmla="*/ 19 h 38"/>
              <a:gd name="T10" fmla="*/ 50 w 72"/>
              <a:gd name="T11" fmla="*/ 18 h 38"/>
              <a:gd name="T12" fmla="*/ 54 w 72"/>
              <a:gd name="T13" fmla="*/ 27 h 38"/>
              <a:gd name="T14" fmla="*/ 51 w 72"/>
              <a:gd name="T15" fmla="*/ 28 h 38"/>
              <a:gd name="T16" fmla="*/ 45 w 72"/>
              <a:gd name="T17" fmla="*/ 32 h 38"/>
              <a:gd name="T18" fmla="*/ 46 w 72"/>
              <a:gd name="T19" fmla="*/ 21 h 38"/>
              <a:gd name="T20" fmla="*/ 44 w 72"/>
              <a:gd name="T21" fmla="*/ 21 h 38"/>
              <a:gd name="T22" fmla="*/ 40 w 72"/>
              <a:gd name="T23" fmla="*/ 20 h 38"/>
              <a:gd name="T24" fmla="*/ 38 w 72"/>
              <a:gd name="T25" fmla="*/ 9 h 38"/>
              <a:gd name="T26" fmla="*/ 35 w 72"/>
              <a:gd name="T27" fmla="*/ 8 h 38"/>
              <a:gd name="T28" fmla="*/ 36 w 72"/>
              <a:gd name="T29" fmla="*/ 12 h 38"/>
              <a:gd name="T30" fmla="*/ 28 w 72"/>
              <a:gd name="T31" fmla="*/ 2 h 38"/>
              <a:gd name="T32" fmla="*/ 36 w 72"/>
              <a:gd name="T33" fmla="*/ 15 h 38"/>
              <a:gd name="T34" fmla="*/ 31 w 72"/>
              <a:gd name="T35" fmla="*/ 15 h 38"/>
              <a:gd name="T36" fmla="*/ 35 w 72"/>
              <a:gd name="T37" fmla="*/ 25 h 38"/>
              <a:gd name="T38" fmla="*/ 29 w 72"/>
              <a:gd name="T39" fmla="*/ 22 h 38"/>
              <a:gd name="T40" fmla="*/ 18 w 72"/>
              <a:gd name="T41" fmla="*/ 12 h 38"/>
              <a:gd name="T42" fmla="*/ 16 w 72"/>
              <a:gd name="T43" fmla="*/ 11 h 38"/>
              <a:gd name="T44" fmla="*/ 25 w 72"/>
              <a:gd name="T45" fmla="*/ 21 h 38"/>
              <a:gd name="T46" fmla="*/ 20 w 72"/>
              <a:gd name="T47" fmla="*/ 20 h 38"/>
              <a:gd name="T48" fmla="*/ 17 w 72"/>
              <a:gd name="T49" fmla="*/ 31 h 38"/>
              <a:gd name="T50" fmla="*/ 17 w 72"/>
              <a:gd name="T51" fmla="*/ 24 h 38"/>
              <a:gd name="T52" fmla="*/ 17 w 72"/>
              <a:gd name="T53" fmla="*/ 18 h 38"/>
              <a:gd name="T54" fmla="*/ 14 w 72"/>
              <a:gd name="T55" fmla="*/ 20 h 38"/>
              <a:gd name="T56" fmla="*/ 4 w 72"/>
              <a:gd name="T57" fmla="*/ 0 h 38"/>
              <a:gd name="T58" fmla="*/ 7 w 72"/>
              <a:gd name="T59" fmla="*/ 19 h 38"/>
              <a:gd name="T60" fmla="*/ 6 w 72"/>
              <a:gd name="T61" fmla="*/ 22 h 38"/>
              <a:gd name="T62" fmla="*/ 3 w 72"/>
              <a:gd name="T63" fmla="*/ 27 h 38"/>
              <a:gd name="T64" fmla="*/ 63 w 72"/>
              <a:gd name="T65" fmla="*/ 38 h 38"/>
              <a:gd name="T66" fmla="*/ 72 w 72"/>
              <a:gd name="T67" fmla="*/ 20 h 38"/>
              <a:gd name="T68" fmla="*/ 16 w 72"/>
              <a:gd name="T69" fmla="*/ 2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38">
                <a:moveTo>
                  <a:pt x="72" y="20"/>
                </a:moveTo>
                <a:cubicBezTo>
                  <a:pt x="72" y="20"/>
                  <a:pt x="66" y="19"/>
                  <a:pt x="66" y="23"/>
                </a:cubicBezTo>
                <a:cubicBezTo>
                  <a:pt x="66" y="23"/>
                  <a:pt x="66" y="27"/>
                  <a:pt x="62" y="26"/>
                </a:cubicBezTo>
                <a:cubicBezTo>
                  <a:pt x="58" y="25"/>
                  <a:pt x="63" y="22"/>
                  <a:pt x="66" y="20"/>
                </a:cubicBezTo>
                <a:cubicBezTo>
                  <a:pt x="67" y="19"/>
                  <a:pt x="72" y="16"/>
                  <a:pt x="67" y="10"/>
                </a:cubicBezTo>
                <a:cubicBezTo>
                  <a:pt x="63" y="5"/>
                  <a:pt x="66" y="3"/>
                  <a:pt x="68" y="0"/>
                </a:cubicBezTo>
                <a:cubicBezTo>
                  <a:pt x="61" y="5"/>
                  <a:pt x="64" y="9"/>
                  <a:pt x="66" y="12"/>
                </a:cubicBezTo>
                <a:cubicBezTo>
                  <a:pt x="69" y="16"/>
                  <a:pt x="61" y="22"/>
                  <a:pt x="58" y="21"/>
                </a:cubicBezTo>
                <a:cubicBezTo>
                  <a:pt x="55" y="19"/>
                  <a:pt x="63" y="19"/>
                  <a:pt x="64" y="15"/>
                </a:cubicBezTo>
                <a:cubicBezTo>
                  <a:pt x="62" y="18"/>
                  <a:pt x="58" y="17"/>
                  <a:pt x="55" y="19"/>
                </a:cubicBezTo>
                <a:cubicBezTo>
                  <a:pt x="53" y="20"/>
                  <a:pt x="53" y="21"/>
                  <a:pt x="54" y="22"/>
                </a:cubicBezTo>
                <a:cubicBezTo>
                  <a:pt x="49" y="19"/>
                  <a:pt x="50" y="18"/>
                  <a:pt x="50" y="18"/>
                </a:cubicBezTo>
                <a:cubicBezTo>
                  <a:pt x="48" y="19"/>
                  <a:pt x="51" y="22"/>
                  <a:pt x="52" y="23"/>
                </a:cubicBezTo>
                <a:cubicBezTo>
                  <a:pt x="53" y="24"/>
                  <a:pt x="57" y="26"/>
                  <a:pt x="54" y="27"/>
                </a:cubicBezTo>
                <a:cubicBezTo>
                  <a:pt x="51" y="28"/>
                  <a:pt x="51" y="26"/>
                  <a:pt x="50" y="26"/>
                </a:cubicBezTo>
                <a:cubicBezTo>
                  <a:pt x="50" y="26"/>
                  <a:pt x="49" y="26"/>
                  <a:pt x="51" y="28"/>
                </a:cubicBezTo>
                <a:cubicBezTo>
                  <a:pt x="52" y="29"/>
                  <a:pt x="52" y="30"/>
                  <a:pt x="51" y="31"/>
                </a:cubicBezTo>
                <a:cubicBezTo>
                  <a:pt x="51" y="32"/>
                  <a:pt x="48" y="34"/>
                  <a:pt x="45" y="32"/>
                </a:cubicBezTo>
                <a:cubicBezTo>
                  <a:pt x="42" y="31"/>
                  <a:pt x="42" y="29"/>
                  <a:pt x="47" y="27"/>
                </a:cubicBezTo>
                <a:cubicBezTo>
                  <a:pt x="51" y="24"/>
                  <a:pt x="49" y="21"/>
                  <a:pt x="46" y="21"/>
                </a:cubicBezTo>
                <a:cubicBezTo>
                  <a:pt x="45" y="21"/>
                  <a:pt x="44" y="20"/>
                  <a:pt x="42" y="19"/>
                </a:cubicBezTo>
                <a:cubicBezTo>
                  <a:pt x="42" y="20"/>
                  <a:pt x="44" y="21"/>
                  <a:pt x="44" y="21"/>
                </a:cubicBezTo>
                <a:cubicBezTo>
                  <a:pt x="44" y="21"/>
                  <a:pt x="46" y="23"/>
                  <a:pt x="44" y="24"/>
                </a:cubicBezTo>
                <a:cubicBezTo>
                  <a:pt x="39" y="25"/>
                  <a:pt x="39" y="21"/>
                  <a:pt x="40" y="20"/>
                </a:cubicBezTo>
                <a:cubicBezTo>
                  <a:pt x="40" y="19"/>
                  <a:pt x="43" y="14"/>
                  <a:pt x="43" y="14"/>
                </a:cubicBezTo>
                <a:cubicBezTo>
                  <a:pt x="44" y="11"/>
                  <a:pt x="41" y="10"/>
                  <a:pt x="38" y="9"/>
                </a:cubicBezTo>
                <a:cubicBezTo>
                  <a:pt x="33" y="8"/>
                  <a:pt x="33" y="6"/>
                  <a:pt x="33" y="6"/>
                </a:cubicBezTo>
                <a:cubicBezTo>
                  <a:pt x="33" y="6"/>
                  <a:pt x="33" y="7"/>
                  <a:pt x="35" y="8"/>
                </a:cubicBezTo>
                <a:cubicBezTo>
                  <a:pt x="37" y="9"/>
                  <a:pt x="37" y="10"/>
                  <a:pt x="37" y="10"/>
                </a:cubicBezTo>
                <a:cubicBezTo>
                  <a:pt x="37" y="10"/>
                  <a:pt x="38" y="12"/>
                  <a:pt x="36" y="12"/>
                </a:cubicBezTo>
                <a:cubicBezTo>
                  <a:pt x="32" y="12"/>
                  <a:pt x="31" y="10"/>
                  <a:pt x="30" y="8"/>
                </a:cubicBezTo>
                <a:cubicBezTo>
                  <a:pt x="28" y="6"/>
                  <a:pt x="31" y="4"/>
                  <a:pt x="28" y="2"/>
                </a:cubicBezTo>
                <a:cubicBezTo>
                  <a:pt x="30" y="4"/>
                  <a:pt x="28" y="4"/>
                  <a:pt x="28" y="7"/>
                </a:cubicBezTo>
                <a:cubicBezTo>
                  <a:pt x="27" y="10"/>
                  <a:pt x="32" y="12"/>
                  <a:pt x="36" y="15"/>
                </a:cubicBezTo>
                <a:cubicBezTo>
                  <a:pt x="39" y="17"/>
                  <a:pt x="38" y="19"/>
                  <a:pt x="35" y="19"/>
                </a:cubicBezTo>
                <a:cubicBezTo>
                  <a:pt x="33" y="19"/>
                  <a:pt x="30" y="17"/>
                  <a:pt x="31" y="15"/>
                </a:cubicBezTo>
                <a:cubicBezTo>
                  <a:pt x="28" y="17"/>
                  <a:pt x="32" y="21"/>
                  <a:pt x="34" y="22"/>
                </a:cubicBezTo>
                <a:cubicBezTo>
                  <a:pt x="36" y="24"/>
                  <a:pt x="35" y="25"/>
                  <a:pt x="35" y="25"/>
                </a:cubicBezTo>
                <a:cubicBezTo>
                  <a:pt x="35" y="27"/>
                  <a:pt x="33" y="30"/>
                  <a:pt x="28" y="29"/>
                </a:cubicBezTo>
                <a:cubicBezTo>
                  <a:pt x="24" y="27"/>
                  <a:pt x="29" y="22"/>
                  <a:pt x="29" y="22"/>
                </a:cubicBezTo>
                <a:cubicBezTo>
                  <a:pt x="29" y="22"/>
                  <a:pt x="31" y="19"/>
                  <a:pt x="24" y="17"/>
                </a:cubicBezTo>
                <a:cubicBezTo>
                  <a:pt x="18" y="15"/>
                  <a:pt x="18" y="12"/>
                  <a:pt x="18" y="12"/>
                </a:cubicBezTo>
                <a:cubicBezTo>
                  <a:pt x="18" y="11"/>
                  <a:pt x="19" y="9"/>
                  <a:pt x="17" y="7"/>
                </a:cubicBezTo>
                <a:cubicBezTo>
                  <a:pt x="18" y="9"/>
                  <a:pt x="17" y="10"/>
                  <a:pt x="16" y="11"/>
                </a:cubicBezTo>
                <a:cubicBezTo>
                  <a:pt x="16" y="12"/>
                  <a:pt x="16" y="13"/>
                  <a:pt x="16" y="13"/>
                </a:cubicBezTo>
                <a:cubicBezTo>
                  <a:pt x="15" y="17"/>
                  <a:pt x="24" y="19"/>
                  <a:pt x="25" y="21"/>
                </a:cubicBezTo>
                <a:cubicBezTo>
                  <a:pt x="26" y="24"/>
                  <a:pt x="23" y="24"/>
                  <a:pt x="21" y="24"/>
                </a:cubicBezTo>
                <a:cubicBezTo>
                  <a:pt x="19" y="23"/>
                  <a:pt x="19" y="22"/>
                  <a:pt x="20" y="20"/>
                </a:cubicBezTo>
                <a:cubicBezTo>
                  <a:pt x="15" y="24"/>
                  <a:pt x="24" y="27"/>
                  <a:pt x="22" y="30"/>
                </a:cubicBezTo>
                <a:cubicBezTo>
                  <a:pt x="20" y="32"/>
                  <a:pt x="17" y="31"/>
                  <a:pt x="17" y="31"/>
                </a:cubicBezTo>
                <a:cubicBezTo>
                  <a:pt x="14" y="29"/>
                  <a:pt x="17" y="26"/>
                  <a:pt x="17" y="26"/>
                </a:cubicBezTo>
                <a:cubicBezTo>
                  <a:pt x="17" y="25"/>
                  <a:pt x="17" y="24"/>
                  <a:pt x="17" y="24"/>
                </a:cubicBezTo>
                <a:cubicBezTo>
                  <a:pt x="17" y="23"/>
                  <a:pt x="17" y="23"/>
                  <a:pt x="17" y="23"/>
                </a:cubicBezTo>
                <a:cubicBezTo>
                  <a:pt x="19" y="22"/>
                  <a:pt x="20" y="20"/>
                  <a:pt x="17" y="18"/>
                </a:cubicBezTo>
                <a:cubicBezTo>
                  <a:pt x="15" y="16"/>
                  <a:pt x="11" y="17"/>
                  <a:pt x="9" y="14"/>
                </a:cubicBezTo>
                <a:cubicBezTo>
                  <a:pt x="9" y="18"/>
                  <a:pt x="18" y="18"/>
                  <a:pt x="14" y="20"/>
                </a:cubicBezTo>
                <a:cubicBezTo>
                  <a:pt x="11" y="22"/>
                  <a:pt x="4" y="15"/>
                  <a:pt x="6" y="12"/>
                </a:cubicBezTo>
                <a:cubicBezTo>
                  <a:pt x="8" y="9"/>
                  <a:pt x="12" y="5"/>
                  <a:pt x="4" y="0"/>
                </a:cubicBezTo>
                <a:cubicBezTo>
                  <a:pt x="7" y="2"/>
                  <a:pt x="9" y="5"/>
                  <a:pt x="5" y="10"/>
                </a:cubicBezTo>
                <a:cubicBezTo>
                  <a:pt x="0" y="15"/>
                  <a:pt x="6" y="18"/>
                  <a:pt x="7" y="19"/>
                </a:cubicBezTo>
                <a:cubicBezTo>
                  <a:pt x="10" y="21"/>
                  <a:pt x="15" y="24"/>
                  <a:pt x="10" y="26"/>
                </a:cubicBezTo>
                <a:cubicBezTo>
                  <a:pt x="6" y="26"/>
                  <a:pt x="6" y="22"/>
                  <a:pt x="6" y="22"/>
                </a:cubicBezTo>
                <a:cubicBezTo>
                  <a:pt x="6" y="18"/>
                  <a:pt x="1" y="19"/>
                  <a:pt x="1" y="19"/>
                </a:cubicBezTo>
                <a:cubicBezTo>
                  <a:pt x="8" y="19"/>
                  <a:pt x="1" y="23"/>
                  <a:pt x="3" y="27"/>
                </a:cubicBezTo>
                <a:cubicBezTo>
                  <a:pt x="4" y="31"/>
                  <a:pt x="5" y="37"/>
                  <a:pt x="9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7" y="35"/>
                  <a:pt x="70" y="28"/>
                </a:cubicBezTo>
                <a:cubicBezTo>
                  <a:pt x="71" y="24"/>
                  <a:pt x="65" y="20"/>
                  <a:pt x="72" y="20"/>
                </a:cubicBezTo>
                <a:close/>
                <a:moveTo>
                  <a:pt x="14" y="27"/>
                </a:moveTo>
                <a:cubicBezTo>
                  <a:pt x="14" y="26"/>
                  <a:pt x="15" y="25"/>
                  <a:pt x="16" y="25"/>
                </a:cubicBezTo>
                <a:cubicBezTo>
                  <a:pt x="16" y="25"/>
                  <a:pt x="15" y="26"/>
                  <a:pt x="14" y="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5" name="Freeform 60"/>
          <p:cNvSpPr>
            <a:spLocks/>
          </p:cNvSpPr>
          <p:nvPr/>
        </p:nvSpPr>
        <p:spPr bwMode="auto">
          <a:xfrm>
            <a:off x="3940175" y="284163"/>
            <a:ext cx="200025" cy="228600"/>
          </a:xfrm>
          <a:custGeom>
            <a:avLst/>
            <a:gdLst>
              <a:gd name="T0" fmla="*/ 0 w 47"/>
              <a:gd name="T1" fmla="*/ 18 h 54"/>
              <a:gd name="T2" fmla="*/ 0 w 47"/>
              <a:gd name="T3" fmla="*/ 43 h 54"/>
              <a:gd name="T4" fmla="*/ 11 w 47"/>
              <a:gd name="T5" fmla="*/ 41 h 54"/>
              <a:gd name="T6" fmla="*/ 40 w 47"/>
              <a:gd name="T7" fmla="*/ 41 h 54"/>
              <a:gd name="T8" fmla="*/ 47 w 47"/>
              <a:gd name="T9" fmla="*/ 44 h 54"/>
              <a:gd name="T10" fmla="*/ 47 w 47"/>
              <a:gd name="T11" fmla="*/ 18 h 54"/>
              <a:gd name="T12" fmla="*/ 23 w 47"/>
              <a:gd name="T13" fmla="*/ 0 h 54"/>
              <a:gd name="T14" fmla="*/ 0 w 47"/>
              <a:gd name="T15" fmla="*/ 1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7" h="54">
                <a:moveTo>
                  <a:pt x="0" y="18"/>
                </a:moveTo>
                <a:cubicBezTo>
                  <a:pt x="0" y="43"/>
                  <a:pt x="0" y="43"/>
                  <a:pt x="0" y="43"/>
                </a:cubicBezTo>
                <a:cubicBezTo>
                  <a:pt x="3" y="44"/>
                  <a:pt x="6" y="43"/>
                  <a:pt x="11" y="41"/>
                </a:cubicBezTo>
                <a:cubicBezTo>
                  <a:pt x="11" y="41"/>
                  <a:pt x="27" y="54"/>
                  <a:pt x="40" y="41"/>
                </a:cubicBezTo>
                <a:cubicBezTo>
                  <a:pt x="40" y="41"/>
                  <a:pt x="42" y="43"/>
                  <a:pt x="47" y="44"/>
                </a:cubicBezTo>
                <a:cubicBezTo>
                  <a:pt x="47" y="18"/>
                  <a:pt x="47" y="18"/>
                  <a:pt x="47" y="18"/>
                </a:cubicBezTo>
                <a:cubicBezTo>
                  <a:pt x="23" y="0"/>
                  <a:pt x="23" y="0"/>
                  <a:pt x="23" y="0"/>
                </a:cubicBezTo>
                <a:lnTo>
                  <a:pt x="0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6" name="Freeform 61"/>
          <p:cNvSpPr>
            <a:spLocks/>
          </p:cNvSpPr>
          <p:nvPr/>
        </p:nvSpPr>
        <p:spPr bwMode="auto">
          <a:xfrm>
            <a:off x="3906838" y="482601"/>
            <a:ext cx="376238" cy="80963"/>
          </a:xfrm>
          <a:custGeom>
            <a:avLst/>
            <a:gdLst>
              <a:gd name="T0" fmla="*/ 78 w 89"/>
              <a:gd name="T1" fmla="*/ 2 h 19"/>
              <a:gd name="T2" fmla="*/ 72 w 89"/>
              <a:gd name="T3" fmla="*/ 2 h 19"/>
              <a:gd name="T4" fmla="*/ 67 w 89"/>
              <a:gd name="T5" fmla="*/ 0 h 19"/>
              <a:gd name="T6" fmla="*/ 56 w 89"/>
              <a:gd name="T7" fmla="*/ 3 h 19"/>
              <a:gd name="T8" fmla="*/ 48 w 89"/>
              <a:gd name="T9" fmla="*/ 0 h 19"/>
              <a:gd name="T10" fmla="*/ 20 w 89"/>
              <a:gd name="T11" fmla="*/ 0 h 19"/>
              <a:gd name="T12" fmla="*/ 8 w 89"/>
              <a:gd name="T13" fmla="*/ 2 h 19"/>
              <a:gd name="T14" fmla="*/ 0 w 89"/>
              <a:gd name="T15" fmla="*/ 0 h 19"/>
              <a:gd name="T16" fmla="*/ 0 w 89"/>
              <a:gd name="T17" fmla="*/ 11 h 19"/>
              <a:gd name="T18" fmla="*/ 0 w 89"/>
              <a:gd name="T19" fmla="*/ 19 h 19"/>
              <a:gd name="T20" fmla="*/ 89 w 89"/>
              <a:gd name="T21" fmla="*/ 19 h 19"/>
              <a:gd name="T22" fmla="*/ 89 w 89"/>
              <a:gd name="T23" fmla="*/ 11 h 19"/>
              <a:gd name="T24" fmla="*/ 89 w 89"/>
              <a:gd name="T25" fmla="*/ 0 h 19"/>
              <a:gd name="T26" fmla="*/ 78 w 89"/>
              <a:gd name="T27" fmla="*/ 2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" h="19">
                <a:moveTo>
                  <a:pt x="78" y="2"/>
                </a:moveTo>
                <a:cubicBezTo>
                  <a:pt x="75" y="2"/>
                  <a:pt x="75" y="2"/>
                  <a:pt x="72" y="2"/>
                </a:cubicBezTo>
                <a:cubicBezTo>
                  <a:pt x="69" y="1"/>
                  <a:pt x="67" y="0"/>
                  <a:pt x="67" y="0"/>
                </a:cubicBezTo>
                <a:cubicBezTo>
                  <a:pt x="63" y="3"/>
                  <a:pt x="58" y="4"/>
                  <a:pt x="56" y="3"/>
                </a:cubicBezTo>
                <a:cubicBezTo>
                  <a:pt x="50" y="2"/>
                  <a:pt x="48" y="0"/>
                  <a:pt x="48" y="0"/>
                </a:cubicBezTo>
                <a:cubicBezTo>
                  <a:pt x="35" y="13"/>
                  <a:pt x="20" y="0"/>
                  <a:pt x="20" y="0"/>
                </a:cubicBezTo>
                <a:cubicBezTo>
                  <a:pt x="15" y="2"/>
                  <a:pt x="11" y="2"/>
                  <a:pt x="8" y="2"/>
                </a:cubicBezTo>
                <a:cubicBezTo>
                  <a:pt x="3" y="2"/>
                  <a:pt x="0" y="0"/>
                  <a:pt x="0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9"/>
                  <a:pt x="0" y="19"/>
                  <a:pt x="0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89" y="11"/>
                  <a:pt x="89" y="11"/>
                  <a:pt x="89" y="11"/>
                </a:cubicBezTo>
                <a:cubicBezTo>
                  <a:pt x="89" y="0"/>
                  <a:pt x="89" y="0"/>
                  <a:pt x="89" y="0"/>
                </a:cubicBezTo>
                <a:cubicBezTo>
                  <a:pt x="86" y="3"/>
                  <a:pt x="80" y="3"/>
                  <a:pt x="78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7" name="Freeform 62"/>
          <p:cNvSpPr>
            <a:spLocks/>
          </p:cNvSpPr>
          <p:nvPr/>
        </p:nvSpPr>
        <p:spPr bwMode="auto">
          <a:xfrm>
            <a:off x="3894138" y="228601"/>
            <a:ext cx="292100" cy="149225"/>
          </a:xfrm>
          <a:custGeom>
            <a:avLst/>
            <a:gdLst>
              <a:gd name="T0" fmla="*/ 184 w 184"/>
              <a:gd name="T1" fmla="*/ 94 h 94"/>
              <a:gd name="T2" fmla="*/ 184 w 184"/>
              <a:gd name="T3" fmla="*/ 75 h 94"/>
              <a:gd name="T4" fmla="*/ 90 w 184"/>
              <a:gd name="T5" fmla="*/ 0 h 94"/>
              <a:gd name="T6" fmla="*/ 0 w 184"/>
              <a:gd name="T7" fmla="*/ 75 h 94"/>
              <a:gd name="T8" fmla="*/ 0 w 184"/>
              <a:gd name="T9" fmla="*/ 94 h 94"/>
              <a:gd name="T10" fmla="*/ 90 w 184"/>
              <a:gd name="T11" fmla="*/ 21 h 94"/>
              <a:gd name="T12" fmla="*/ 184 w 184"/>
              <a:gd name="T13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4" h="94">
                <a:moveTo>
                  <a:pt x="184" y="94"/>
                </a:moveTo>
                <a:lnTo>
                  <a:pt x="184" y="75"/>
                </a:lnTo>
                <a:lnTo>
                  <a:pt x="90" y="0"/>
                </a:lnTo>
                <a:lnTo>
                  <a:pt x="0" y="75"/>
                </a:lnTo>
                <a:lnTo>
                  <a:pt x="0" y="94"/>
                </a:lnTo>
                <a:lnTo>
                  <a:pt x="90" y="21"/>
                </a:lnTo>
                <a:lnTo>
                  <a:pt x="184" y="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8" name="Freeform 63"/>
          <p:cNvSpPr>
            <a:spLocks/>
          </p:cNvSpPr>
          <p:nvPr/>
        </p:nvSpPr>
        <p:spPr bwMode="auto">
          <a:xfrm>
            <a:off x="4140200" y="220663"/>
            <a:ext cx="25400" cy="79375"/>
          </a:xfrm>
          <a:custGeom>
            <a:avLst/>
            <a:gdLst>
              <a:gd name="T0" fmla="*/ 16 w 16"/>
              <a:gd name="T1" fmla="*/ 0 h 50"/>
              <a:gd name="T2" fmla="*/ 0 w 16"/>
              <a:gd name="T3" fmla="*/ 0 h 50"/>
              <a:gd name="T4" fmla="*/ 0 w 16"/>
              <a:gd name="T5" fmla="*/ 37 h 50"/>
              <a:gd name="T6" fmla="*/ 16 w 16"/>
              <a:gd name="T7" fmla="*/ 50 h 50"/>
              <a:gd name="T8" fmla="*/ 16 w 1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50">
                <a:moveTo>
                  <a:pt x="16" y="0"/>
                </a:moveTo>
                <a:lnTo>
                  <a:pt x="0" y="0"/>
                </a:lnTo>
                <a:lnTo>
                  <a:pt x="0" y="37"/>
                </a:lnTo>
                <a:lnTo>
                  <a:pt x="16" y="50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9" name="Rectangle 64"/>
          <p:cNvSpPr>
            <a:spLocks noChangeArrowheads="1"/>
          </p:cNvSpPr>
          <p:nvPr/>
        </p:nvSpPr>
        <p:spPr bwMode="auto">
          <a:xfrm>
            <a:off x="4211638" y="271463"/>
            <a:ext cx="1270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0" name="Rectangle 65"/>
          <p:cNvSpPr>
            <a:spLocks noChangeArrowheads="1"/>
          </p:cNvSpPr>
          <p:nvPr/>
        </p:nvSpPr>
        <p:spPr bwMode="auto">
          <a:xfrm>
            <a:off x="4084638" y="160338"/>
            <a:ext cx="1587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1" name="Rectangle 66"/>
          <p:cNvSpPr>
            <a:spLocks noChangeArrowheads="1"/>
          </p:cNvSpPr>
          <p:nvPr/>
        </p:nvSpPr>
        <p:spPr bwMode="auto">
          <a:xfrm>
            <a:off x="4140200" y="168276"/>
            <a:ext cx="20638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2" name="Rectangle 67"/>
          <p:cNvSpPr>
            <a:spLocks noChangeArrowheads="1"/>
          </p:cNvSpPr>
          <p:nvPr/>
        </p:nvSpPr>
        <p:spPr bwMode="auto">
          <a:xfrm>
            <a:off x="3948113" y="190501"/>
            <a:ext cx="127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3" name="Rectangle 68"/>
          <p:cNvSpPr>
            <a:spLocks noChangeArrowheads="1"/>
          </p:cNvSpPr>
          <p:nvPr/>
        </p:nvSpPr>
        <p:spPr bwMode="auto">
          <a:xfrm>
            <a:off x="3990975" y="203201"/>
            <a:ext cx="174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4" name="Rectangle 69"/>
          <p:cNvSpPr>
            <a:spLocks noChangeArrowheads="1"/>
          </p:cNvSpPr>
          <p:nvPr/>
        </p:nvSpPr>
        <p:spPr bwMode="auto">
          <a:xfrm>
            <a:off x="4092575" y="220663"/>
            <a:ext cx="79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5" name="Rectangle 70"/>
          <p:cNvSpPr>
            <a:spLocks noChangeArrowheads="1"/>
          </p:cNvSpPr>
          <p:nvPr/>
        </p:nvSpPr>
        <p:spPr bwMode="auto">
          <a:xfrm>
            <a:off x="3914775" y="249238"/>
            <a:ext cx="254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6" name="Rectangle 71"/>
          <p:cNvSpPr>
            <a:spLocks noChangeArrowheads="1"/>
          </p:cNvSpPr>
          <p:nvPr/>
        </p:nvSpPr>
        <p:spPr bwMode="auto">
          <a:xfrm>
            <a:off x="4186238" y="317501"/>
            <a:ext cx="254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7" name="Rectangle 72"/>
          <p:cNvSpPr>
            <a:spLocks noChangeArrowheads="1"/>
          </p:cNvSpPr>
          <p:nvPr/>
        </p:nvSpPr>
        <p:spPr bwMode="auto">
          <a:xfrm>
            <a:off x="4198938" y="390526"/>
            <a:ext cx="30163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8" name="Rectangle 73"/>
          <p:cNvSpPr>
            <a:spLocks noChangeArrowheads="1"/>
          </p:cNvSpPr>
          <p:nvPr/>
        </p:nvSpPr>
        <p:spPr bwMode="auto">
          <a:xfrm>
            <a:off x="4165600" y="423863"/>
            <a:ext cx="2063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9" name="Line 74"/>
          <p:cNvSpPr>
            <a:spLocks noChangeShapeType="1"/>
          </p:cNvSpPr>
          <p:nvPr/>
        </p:nvSpPr>
        <p:spPr bwMode="auto">
          <a:xfrm>
            <a:off x="4041775" y="168276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0" name="Line 75"/>
          <p:cNvSpPr>
            <a:spLocks noChangeShapeType="1"/>
          </p:cNvSpPr>
          <p:nvPr/>
        </p:nvSpPr>
        <p:spPr bwMode="auto">
          <a:xfrm>
            <a:off x="4041775" y="168276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1" name="Rectangle 76"/>
          <p:cNvSpPr>
            <a:spLocks noChangeArrowheads="1"/>
          </p:cNvSpPr>
          <p:nvPr/>
        </p:nvSpPr>
        <p:spPr bwMode="auto">
          <a:xfrm>
            <a:off x="3978275" y="233363"/>
            <a:ext cx="12700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2" name="Rectangle 77"/>
          <p:cNvSpPr>
            <a:spLocks noChangeArrowheads="1"/>
          </p:cNvSpPr>
          <p:nvPr/>
        </p:nvSpPr>
        <p:spPr bwMode="auto">
          <a:xfrm>
            <a:off x="3990975" y="168276"/>
            <a:ext cx="174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3" name="Rectangle 78"/>
          <p:cNvSpPr>
            <a:spLocks noChangeArrowheads="1"/>
          </p:cNvSpPr>
          <p:nvPr/>
        </p:nvSpPr>
        <p:spPr bwMode="auto">
          <a:xfrm>
            <a:off x="4029075" y="190501"/>
            <a:ext cx="12700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4" name="Rectangle 79"/>
          <p:cNvSpPr>
            <a:spLocks noChangeArrowheads="1"/>
          </p:cNvSpPr>
          <p:nvPr/>
        </p:nvSpPr>
        <p:spPr bwMode="auto">
          <a:xfrm>
            <a:off x="3932238" y="211138"/>
            <a:ext cx="127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5" name="Rectangle 80"/>
          <p:cNvSpPr>
            <a:spLocks noChangeArrowheads="1"/>
          </p:cNvSpPr>
          <p:nvPr/>
        </p:nvSpPr>
        <p:spPr bwMode="auto">
          <a:xfrm>
            <a:off x="4062413" y="185738"/>
            <a:ext cx="127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9" name="Freeform 104"/>
          <p:cNvSpPr>
            <a:spLocks/>
          </p:cNvSpPr>
          <p:nvPr/>
        </p:nvSpPr>
        <p:spPr bwMode="auto">
          <a:xfrm>
            <a:off x="500063" y="806451"/>
            <a:ext cx="306388" cy="301625"/>
          </a:xfrm>
          <a:custGeom>
            <a:avLst/>
            <a:gdLst>
              <a:gd name="T0" fmla="*/ 193 w 193"/>
              <a:gd name="T1" fmla="*/ 8 h 190"/>
              <a:gd name="T2" fmla="*/ 11 w 193"/>
              <a:gd name="T3" fmla="*/ 190 h 190"/>
              <a:gd name="T4" fmla="*/ 0 w 193"/>
              <a:gd name="T5" fmla="*/ 179 h 190"/>
              <a:gd name="T6" fmla="*/ 182 w 193"/>
              <a:gd name="T7" fmla="*/ 0 h 190"/>
              <a:gd name="T8" fmla="*/ 193 w 193"/>
              <a:gd name="T9" fmla="*/ 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" h="190">
                <a:moveTo>
                  <a:pt x="193" y="8"/>
                </a:moveTo>
                <a:lnTo>
                  <a:pt x="11" y="190"/>
                </a:lnTo>
                <a:lnTo>
                  <a:pt x="0" y="179"/>
                </a:lnTo>
                <a:lnTo>
                  <a:pt x="182" y="0"/>
                </a:lnTo>
                <a:lnTo>
                  <a:pt x="193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0" name="Freeform 105"/>
          <p:cNvSpPr>
            <a:spLocks/>
          </p:cNvSpPr>
          <p:nvPr/>
        </p:nvSpPr>
        <p:spPr bwMode="auto">
          <a:xfrm>
            <a:off x="377825" y="1009651"/>
            <a:ext cx="225425" cy="255588"/>
          </a:xfrm>
          <a:custGeom>
            <a:avLst/>
            <a:gdLst>
              <a:gd name="T0" fmla="*/ 48 w 53"/>
              <a:gd name="T1" fmla="*/ 0 h 60"/>
              <a:gd name="T2" fmla="*/ 25 w 53"/>
              <a:gd name="T3" fmla="*/ 23 h 60"/>
              <a:gd name="T4" fmla="*/ 23 w 53"/>
              <a:gd name="T5" fmla="*/ 24 h 60"/>
              <a:gd name="T6" fmla="*/ 23 w 53"/>
              <a:gd name="T7" fmla="*/ 30 h 60"/>
              <a:gd name="T8" fmla="*/ 18 w 53"/>
              <a:gd name="T9" fmla="*/ 30 h 60"/>
              <a:gd name="T10" fmla="*/ 0 w 53"/>
              <a:gd name="T11" fmla="*/ 48 h 60"/>
              <a:gd name="T12" fmla="*/ 12 w 53"/>
              <a:gd name="T13" fmla="*/ 60 h 60"/>
              <a:gd name="T14" fmla="*/ 34 w 53"/>
              <a:gd name="T15" fmla="*/ 32 h 60"/>
              <a:gd name="T16" fmla="*/ 40 w 53"/>
              <a:gd name="T17" fmla="*/ 29 h 60"/>
              <a:gd name="T18" fmla="*/ 37 w 53"/>
              <a:gd name="T19" fmla="*/ 22 h 60"/>
              <a:gd name="T20" fmla="*/ 45 w 53"/>
              <a:gd name="T21" fmla="*/ 14 h 60"/>
              <a:gd name="T22" fmla="*/ 48 w 53"/>
              <a:gd name="T23" fmla="*/ 15 h 60"/>
              <a:gd name="T24" fmla="*/ 53 w 53"/>
              <a:gd name="T25" fmla="*/ 5 h 60"/>
              <a:gd name="T26" fmla="*/ 48 w 53"/>
              <a:gd name="T27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3" h="60">
                <a:moveTo>
                  <a:pt x="48" y="0"/>
                </a:moveTo>
                <a:cubicBezTo>
                  <a:pt x="25" y="23"/>
                  <a:pt x="25" y="23"/>
                  <a:pt x="25" y="23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0" y="27"/>
                  <a:pt x="18" y="30"/>
                </a:cubicBezTo>
                <a:cubicBezTo>
                  <a:pt x="15" y="33"/>
                  <a:pt x="0" y="48"/>
                  <a:pt x="0" y="48"/>
                </a:cubicBezTo>
                <a:cubicBezTo>
                  <a:pt x="12" y="60"/>
                  <a:pt x="12" y="60"/>
                  <a:pt x="12" y="60"/>
                </a:cubicBezTo>
                <a:cubicBezTo>
                  <a:pt x="34" y="32"/>
                  <a:pt x="34" y="32"/>
                  <a:pt x="34" y="32"/>
                </a:cubicBezTo>
                <a:cubicBezTo>
                  <a:pt x="40" y="29"/>
                  <a:pt x="40" y="29"/>
                  <a:pt x="40" y="29"/>
                </a:cubicBezTo>
                <a:cubicBezTo>
                  <a:pt x="38" y="27"/>
                  <a:pt x="37" y="25"/>
                  <a:pt x="37" y="22"/>
                </a:cubicBezTo>
                <a:cubicBezTo>
                  <a:pt x="38" y="17"/>
                  <a:pt x="41" y="14"/>
                  <a:pt x="45" y="14"/>
                </a:cubicBezTo>
                <a:cubicBezTo>
                  <a:pt x="46" y="14"/>
                  <a:pt x="47" y="15"/>
                  <a:pt x="48" y="15"/>
                </a:cubicBezTo>
                <a:cubicBezTo>
                  <a:pt x="53" y="5"/>
                  <a:pt x="53" y="5"/>
                  <a:pt x="53" y="5"/>
                </a:cubicBez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1" name="Freeform 106"/>
          <p:cNvSpPr>
            <a:spLocks/>
          </p:cNvSpPr>
          <p:nvPr/>
        </p:nvSpPr>
        <p:spPr bwMode="auto">
          <a:xfrm>
            <a:off x="539750" y="1069976"/>
            <a:ext cx="28575" cy="63500"/>
          </a:xfrm>
          <a:custGeom>
            <a:avLst/>
            <a:gdLst>
              <a:gd name="T0" fmla="*/ 0 w 18"/>
              <a:gd name="T1" fmla="*/ 40 h 40"/>
              <a:gd name="T2" fmla="*/ 18 w 18"/>
              <a:gd name="T3" fmla="*/ 21 h 40"/>
              <a:gd name="T4" fmla="*/ 16 w 18"/>
              <a:gd name="T5" fmla="*/ 0 h 40"/>
              <a:gd name="T6" fmla="*/ 0 w 18"/>
              <a:gd name="T7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40">
                <a:moveTo>
                  <a:pt x="0" y="40"/>
                </a:moveTo>
                <a:lnTo>
                  <a:pt x="18" y="21"/>
                </a:lnTo>
                <a:lnTo>
                  <a:pt x="16" y="0"/>
                </a:lnTo>
                <a:lnTo>
                  <a:pt x="0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2" name="Freeform 107"/>
          <p:cNvSpPr>
            <a:spLocks/>
          </p:cNvSpPr>
          <p:nvPr/>
        </p:nvSpPr>
        <p:spPr bwMode="auto">
          <a:xfrm>
            <a:off x="539750" y="1069976"/>
            <a:ext cx="28575" cy="63500"/>
          </a:xfrm>
          <a:custGeom>
            <a:avLst/>
            <a:gdLst>
              <a:gd name="T0" fmla="*/ 0 w 18"/>
              <a:gd name="T1" fmla="*/ 40 h 40"/>
              <a:gd name="T2" fmla="*/ 18 w 18"/>
              <a:gd name="T3" fmla="*/ 21 h 40"/>
              <a:gd name="T4" fmla="*/ 16 w 18"/>
              <a:gd name="T5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40">
                <a:moveTo>
                  <a:pt x="0" y="40"/>
                </a:moveTo>
                <a:lnTo>
                  <a:pt x="18" y="21"/>
                </a:lnTo>
                <a:lnTo>
                  <a:pt x="1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3" name="Freeform 108"/>
          <p:cNvSpPr>
            <a:spLocks/>
          </p:cNvSpPr>
          <p:nvPr/>
        </p:nvSpPr>
        <p:spPr bwMode="auto">
          <a:xfrm>
            <a:off x="530225" y="1103313"/>
            <a:ext cx="22225" cy="4763"/>
          </a:xfrm>
          <a:custGeom>
            <a:avLst/>
            <a:gdLst>
              <a:gd name="T0" fmla="*/ 0 w 14"/>
              <a:gd name="T1" fmla="*/ 0 h 3"/>
              <a:gd name="T2" fmla="*/ 14 w 14"/>
              <a:gd name="T3" fmla="*/ 3 h 3"/>
              <a:gd name="T4" fmla="*/ 0 w 14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3">
                <a:moveTo>
                  <a:pt x="0" y="0"/>
                </a:moveTo>
                <a:lnTo>
                  <a:pt x="14" y="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4" name="Line 109"/>
          <p:cNvSpPr>
            <a:spLocks noChangeShapeType="1"/>
          </p:cNvSpPr>
          <p:nvPr/>
        </p:nvSpPr>
        <p:spPr bwMode="auto">
          <a:xfrm>
            <a:off x="530225" y="1103313"/>
            <a:ext cx="22225" cy="47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5" name="Freeform 110"/>
          <p:cNvSpPr>
            <a:spLocks/>
          </p:cNvSpPr>
          <p:nvPr/>
        </p:nvSpPr>
        <p:spPr bwMode="auto">
          <a:xfrm>
            <a:off x="487363" y="1014413"/>
            <a:ext cx="90488" cy="88900"/>
          </a:xfrm>
          <a:custGeom>
            <a:avLst/>
            <a:gdLst>
              <a:gd name="T0" fmla="*/ 57 w 57"/>
              <a:gd name="T1" fmla="*/ 5 h 56"/>
              <a:gd name="T2" fmla="*/ 6 w 57"/>
              <a:gd name="T3" fmla="*/ 56 h 56"/>
              <a:gd name="T4" fmla="*/ 0 w 57"/>
              <a:gd name="T5" fmla="*/ 48 h 56"/>
              <a:gd name="T6" fmla="*/ 49 w 57"/>
              <a:gd name="T7" fmla="*/ 0 h 56"/>
              <a:gd name="T8" fmla="*/ 57 w 57"/>
              <a:gd name="T9" fmla="*/ 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56">
                <a:moveTo>
                  <a:pt x="57" y="5"/>
                </a:moveTo>
                <a:lnTo>
                  <a:pt x="6" y="56"/>
                </a:lnTo>
                <a:lnTo>
                  <a:pt x="0" y="48"/>
                </a:lnTo>
                <a:lnTo>
                  <a:pt x="49" y="0"/>
                </a:lnTo>
                <a:lnTo>
                  <a:pt x="57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6" name="Freeform 111"/>
          <p:cNvSpPr>
            <a:spLocks/>
          </p:cNvSpPr>
          <p:nvPr/>
        </p:nvSpPr>
        <p:spPr bwMode="auto">
          <a:xfrm>
            <a:off x="763588" y="796926"/>
            <a:ext cx="17463" cy="17463"/>
          </a:xfrm>
          <a:custGeom>
            <a:avLst/>
            <a:gdLst>
              <a:gd name="T0" fmla="*/ 11 w 11"/>
              <a:gd name="T1" fmla="*/ 11 h 11"/>
              <a:gd name="T2" fmla="*/ 0 w 11"/>
              <a:gd name="T3" fmla="*/ 0 h 11"/>
              <a:gd name="T4" fmla="*/ 11 w 11"/>
              <a:gd name="T5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1">
                <a:moveTo>
                  <a:pt x="11" y="11"/>
                </a:moveTo>
                <a:lnTo>
                  <a:pt x="0" y="0"/>
                </a:lnTo>
                <a:lnTo>
                  <a:pt x="11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7" name="Line 112"/>
          <p:cNvSpPr>
            <a:spLocks noChangeShapeType="1"/>
          </p:cNvSpPr>
          <p:nvPr/>
        </p:nvSpPr>
        <p:spPr bwMode="auto">
          <a:xfrm flipH="1" flipV="1">
            <a:off x="763588" y="796926"/>
            <a:ext cx="17463" cy="174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8" name="Rectangle 113"/>
          <p:cNvSpPr>
            <a:spLocks noChangeArrowheads="1"/>
          </p:cNvSpPr>
          <p:nvPr/>
        </p:nvSpPr>
        <p:spPr bwMode="auto">
          <a:xfrm>
            <a:off x="1081088" y="1052513"/>
            <a:ext cx="77788" cy="190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9" name="Rectangle 114"/>
          <p:cNvSpPr>
            <a:spLocks noChangeArrowheads="1"/>
          </p:cNvSpPr>
          <p:nvPr/>
        </p:nvSpPr>
        <p:spPr bwMode="auto">
          <a:xfrm>
            <a:off x="1081088" y="1255713"/>
            <a:ext cx="77788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0" name="Freeform 115"/>
          <p:cNvSpPr>
            <a:spLocks/>
          </p:cNvSpPr>
          <p:nvPr/>
        </p:nvSpPr>
        <p:spPr bwMode="auto">
          <a:xfrm>
            <a:off x="1085850" y="958851"/>
            <a:ext cx="63500" cy="88900"/>
          </a:xfrm>
          <a:custGeom>
            <a:avLst/>
            <a:gdLst>
              <a:gd name="T0" fmla="*/ 0 w 15"/>
              <a:gd name="T1" fmla="*/ 21 h 21"/>
              <a:gd name="T2" fmla="*/ 0 w 15"/>
              <a:gd name="T3" fmla="*/ 10 h 21"/>
              <a:gd name="T4" fmla="*/ 8 w 15"/>
              <a:gd name="T5" fmla="*/ 0 h 21"/>
              <a:gd name="T6" fmla="*/ 15 w 15"/>
              <a:gd name="T7" fmla="*/ 10 h 21"/>
              <a:gd name="T8" fmla="*/ 15 w 15"/>
              <a:gd name="T9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1">
                <a:moveTo>
                  <a:pt x="0" y="21"/>
                </a:moveTo>
                <a:cubicBezTo>
                  <a:pt x="0" y="10"/>
                  <a:pt x="0" y="10"/>
                  <a:pt x="0" y="10"/>
                </a:cubicBezTo>
                <a:cubicBezTo>
                  <a:pt x="0" y="6"/>
                  <a:pt x="4" y="0"/>
                  <a:pt x="8" y="0"/>
                </a:cubicBezTo>
                <a:cubicBezTo>
                  <a:pt x="12" y="0"/>
                  <a:pt x="15" y="6"/>
                  <a:pt x="15" y="10"/>
                </a:cubicBezTo>
                <a:cubicBezTo>
                  <a:pt x="15" y="21"/>
                  <a:pt x="15" y="21"/>
                  <a:pt x="15" y="2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1" name="Rectangle 116"/>
          <p:cNvSpPr>
            <a:spLocks noChangeArrowheads="1"/>
          </p:cNvSpPr>
          <p:nvPr/>
        </p:nvSpPr>
        <p:spPr bwMode="auto">
          <a:xfrm>
            <a:off x="1184275" y="996951"/>
            <a:ext cx="96838" cy="2428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2" name="Rectangle 117"/>
          <p:cNvSpPr>
            <a:spLocks noChangeArrowheads="1"/>
          </p:cNvSpPr>
          <p:nvPr/>
        </p:nvSpPr>
        <p:spPr bwMode="auto">
          <a:xfrm>
            <a:off x="1184275" y="1252538"/>
            <a:ext cx="968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3" name="Freeform 118"/>
          <p:cNvSpPr>
            <a:spLocks/>
          </p:cNvSpPr>
          <p:nvPr/>
        </p:nvSpPr>
        <p:spPr bwMode="auto">
          <a:xfrm>
            <a:off x="1192213" y="877888"/>
            <a:ext cx="80963" cy="111125"/>
          </a:xfrm>
          <a:custGeom>
            <a:avLst/>
            <a:gdLst>
              <a:gd name="T0" fmla="*/ 0 w 19"/>
              <a:gd name="T1" fmla="*/ 26 h 26"/>
              <a:gd name="T2" fmla="*/ 0 w 19"/>
              <a:gd name="T3" fmla="*/ 13 h 26"/>
              <a:gd name="T4" fmla="*/ 9 w 19"/>
              <a:gd name="T5" fmla="*/ 0 h 26"/>
              <a:gd name="T6" fmla="*/ 19 w 19"/>
              <a:gd name="T7" fmla="*/ 13 h 26"/>
              <a:gd name="T8" fmla="*/ 19 w 19"/>
              <a:gd name="T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6">
                <a:moveTo>
                  <a:pt x="0" y="26"/>
                </a:moveTo>
                <a:cubicBezTo>
                  <a:pt x="0" y="13"/>
                  <a:pt x="0" y="13"/>
                  <a:pt x="0" y="13"/>
                </a:cubicBezTo>
                <a:cubicBezTo>
                  <a:pt x="0" y="8"/>
                  <a:pt x="4" y="0"/>
                  <a:pt x="9" y="0"/>
                </a:cubicBezTo>
                <a:cubicBezTo>
                  <a:pt x="15" y="0"/>
                  <a:pt x="19" y="8"/>
                  <a:pt x="19" y="13"/>
                </a:cubicBezTo>
                <a:cubicBezTo>
                  <a:pt x="19" y="26"/>
                  <a:pt x="19" y="26"/>
                  <a:pt x="19" y="2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4" name="Rectangle 119"/>
          <p:cNvSpPr>
            <a:spLocks noChangeArrowheads="1"/>
          </p:cNvSpPr>
          <p:nvPr/>
        </p:nvSpPr>
        <p:spPr bwMode="auto">
          <a:xfrm>
            <a:off x="1301750" y="963613"/>
            <a:ext cx="106363" cy="271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5" name="Rectangle 120"/>
          <p:cNvSpPr>
            <a:spLocks noChangeArrowheads="1"/>
          </p:cNvSpPr>
          <p:nvPr/>
        </p:nvSpPr>
        <p:spPr bwMode="auto">
          <a:xfrm>
            <a:off x="1301750" y="1247776"/>
            <a:ext cx="1063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6" name="Freeform 121"/>
          <p:cNvSpPr>
            <a:spLocks/>
          </p:cNvSpPr>
          <p:nvPr/>
        </p:nvSpPr>
        <p:spPr bwMode="auto">
          <a:xfrm>
            <a:off x="1311275" y="831851"/>
            <a:ext cx="88900" cy="122238"/>
          </a:xfrm>
          <a:custGeom>
            <a:avLst/>
            <a:gdLst>
              <a:gd name="T0" fmla="*/ 0 w 21"/>
              <a:gd name="T1" fmla="*/ 29 h 29"/>
              <a:gd name="T2" fmla="*/ 0 w 21"/>
              <a:gd name="T3" fmla="*/ 17 h 29"/>
              <a:gd name="T4" fmla="*/ 10 w 21"/>
              <a:gd name="T5" fmla="*/ 0 h 29"/>
              <a:gd name="T6" fmla="*/ 21 w 21"/>
              <a:gd name="T7" fmla="*/ 17 h 29"/>
              <a:gd name="T8" fmla="*/ 21 w 21"/>
              <a:gd name="T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9">
                <a:moveTo>
                  <a:pt x="0" y="29"/>
                </a:moveTo>
                <a:cubicBezTo>
                  <a:pt x="0" y="17"/>
                  <a:pt x="0" y="17"/>
                  <a:pt x="0" y="17"/>
                </a:cubicBezTo>
                <a:cubicBezTo>
                  <a:pt x="0" y="11"/>
                  <a:pt x="5" y="0"/>
                  <a:pt x="10" y="0"/>
                </a:cubicBezTo>
                <a:cubicBezTo>
                  <a:pt x="16" y="0"/>
                  <a:pt x="21" y="11"/>
                  <a:pt x="21" y="17"/>
                </a:cubicBezTo>
                <a:cubicBezTo>
                  <a:pt x="21" y="29"/>
                  <a:pt x="21" y="29"/>
                  <a:pt x="21" y="2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7" name="Rectangle 122"/>
          <p:cNvSpPr>
            <a:spLocks noChangeArrowheads="1"/>
          </p:cNvSpPr>
          <p:nvPr/>
        </p:nvSpPr>
        <p:spPr bwMode="auto">
          <a:xfrm>
            <a:off x="1311275" y="1230313"/>
            <a:ext cx="889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8" name="Rectangle 123"/>
          <p:cNvSpPr>
            <a:spLocks noChangeArrowheads="1"/>
          </p:cNvSpPr>
          <p:nvPr/>
        </p:nvSpPr>
        <p:spPr bwMode="auto">
          <a:xfrm>
            <a:off x="1192213" y="1230313"/>
            <a:ext cx="809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9" name="Rectangle 124"/>
          <p:cNvSpPr>
            <a:spLocks noChangeArrowheads="1"/>
          </p:cNvSpPr>
          <p:nvPr/>
        </p:nvSpPr>
        <p:spPr bwMode="auto">
          <a:xfrm>
            <a:off x="1085850" y="1230313"/>
            <a:ext cx="635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0" name="Freeform 125"/>
          <p:cNvSpPr>
            <a:spLocks/>
          </p:cNvSpPr>
          <p:nvPr/>
        </p:nvSpPr>
        <p:spPr bwMode="auto">
          <a:xfrm>
            <a:off x="1841500" y="1057276"/>
            <a:ext cx="173038" cy="173038"/>
          </a:xfrm>
          <a:custGeom>
            <a:avLst/>
            <a:gdLst>
              <a:gd name="T0" fmla="*/ 34 w 41"/>
              <a:gd name="T1" fmla="*/ 0 h 41"/>
              <a:gd name="T2" fmla="*/ 0 w 41"/>
              <a:gd name="T3" fmla="*/ 0 h 41"/>
              <a:gd name="T4" fmla="*/ 28 w 41"/>
              <a:gd name="T5" fmla="*/ 13 h 41"/>
              <a:gd name="T6" fmla="*/ 41 w 41"/>
              <a:gd name="T7" fmla="*/ 41 h 41"/>
              <a:gd name="T8" fmla="*/ 41 w 41"/>
              <a:gd name="T9" fmla="*/ 7 h 41"/>
              <a:gd name="T10" fmla="*/ 34 w 41"/>
              <a:gd name="T1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41">
                <a:moveTo>
                  <a:pt x="34" y="0"/>
                </a:moveTo>
                <a:cubicBezTo>
                  <a:pt x="0" y="0"/>
                  <a:pt x="0" y="0"/>
                  <a:pt x="0" y="0"/>
                </a:cubicBezTo>
                <a:cubicBezTo>
                  <a:pt x="28" y="13"/>
                  <a:pt x="28" y="13"/>
                  <a:pt x="28" y="13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7"/>
                  <a:pt x="41" y="7"/>
                  <a:pt x="41" y="7"/>
                </a:cubicBezTo>
                <a:cubicBezTo>
                  <a:pt x="37" y="7"/>
                  <a:pt x="34" y="4"/>
                  <a:pt x="3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1" name="Freeform 126"/>
          <p:cNvSpPr>
            <a:spLocks/>
          </p:cNvSpPr>
          <p:nvPr/>
        </p:nvSpPr>
        <p:spPr bwMode="auto">
          <a:xfrm>
            <a:off x="2014538" y="882651"/>
            <a:ext cx="174625" cy="174625"/>
          </a:xfrm>
          <a:custGeom>
            <a:avLst/>
            <a:gdLst>
              <a:gd name="T0" fmla="*/ 7 w 41"/>
              <a:gd name="T1" fmla="*/ 41 h 41"/>
              <a:gd name="T2" fmla="*/ 41 w 41"/>
              <a:gd name="T3" fmla="*/ 41 h 41"/>
              <a:gd name="T4" fmla="*/ 13 w 41"/>
              <a:gd name="T5" fmla="*/ 28 h 41"/>
              <a:gd name="T6" fmla="*/ 0 w 41"/>
              <a:gd name="T7" fmla="*/ 0 h 41"/>
              <a:gd name="T8" fmla="*/ 0 w 41"/>
              <a:gd name="T9" fmla="*/ 34 h 41"/>
              <a:gd name="T10" fmla="*/ 7 w 41"/>
              <a:gd name="T11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41">
                <a:moveTo>
                  <a:pt x="7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13" y="28"/>
                  <a:pt x="13" y="28"/>
                  <a:pt x="13" y="28"/>
                </a:cubicBezTo>
                <a:cubicBezTo>
                  <a:pt x="0" y="0"/>
                  <a:pt x="0" y="0"/>
                  <a:pt x="0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4" y="34"/>
                  <a:pt x="7" y="37"/>
                  <a:pt x="7" y="4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2" name="Freeform 127"/>
          <p:cNvSpPr>
            <a:spLocks/>
          </p:cNvSpPr>
          <p:nvPr/>
        </p:nvSpPr>
        <p:spPr bwMode="auto">
          <a:xfrm>
            <a:off x="2014538" y="1057276"/>
            <a:ext cx="174625" cy="173038"/>
          </a:xfrm>
          <a:custGeom>
            <a:avLst/>
            <a:gdLst>
              <a:gd name="T0" fmla="*/ 41 w 41"/>
              <a:gd name="T1" fmla="*/ 0 h 41"/>
              <a:gd name="T2" fmla="*/ 7 w 41"/>
              <a:gd name="T3" fmla="*/ 0 h 41"/>
              <a:gd name="T4" fmla="*/ 7 w 41"/>
              <a:gd name="T5" fmla="*/ 0 h 41"/>
              <a:gd name="T6" fmla="*/ 0 w 41"/>
              <a:gd name="T7" fmla="*/ 7 h 41"/>
              <a:gd name="T8" fmla="*/ 0 w 41"/>
              <a:gd name="T9" fmla="*/ 41 h 41"/>
              <a:gd name="T10" fmla="*/ 13 w 41"/>
              <a:gd name="T11" fmla="*/ 13 h 41"/>
              <a:gd name="T12" fmla="*/ 41 w 41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41">
                <a:moveTo>
                  <a:pt x="41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4"/>
                  <a:pt x="4" y="7"/>
                  <a:pt x="0" y="7"/>
                </a:cubicBezTo>
                <a:cubicBezTo>
                  <a:pt x="0" y="41"/>
                  <a:pt x="0" y="41"/>
                  <a:pt x="0" y="41"/>
                </a:cubicBezTo>
                <a:cubicBezTo>
                  <a:pt x="13" y="13"/>
                  <a:pt x="13" y="13"/>
                  <a:pt x="13" y="13"/>
                </a:cubicBezTo>
                <a:cubicBezTo>
                  <a:pt x="41" y="0"/>
                  <a:pt x="41" y="0"/>
                  <a:pt x="4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3" name="Freeform 128"/>
          <p:cNvSpPr>
            <a:spLocks/>
          </p:cNvSpPr>
          <p:nvPr/>
        </p:nvSpPr>
        <p:spPr bwMode="auto">
          <a:xfrm>
            <a:off x="1841500" y="882651"/>
            <a:ext cx="173038" cy="174625"/>
          </a:xfrm>
          <a:custGeom>
            <a:avLst/>
            <a:gdLst>
              <a:gd name="T0" fmla="*/ 41 w 41"/>
              <a:gd name="T1" fmla="*/ 0 h 41"/>
              <a:gd name="T2" fmla="*/ 26 w 41"/>
              <a:gd name="T3" fmla="*/ 29 h 41"/>
              <a:gd name="T4" fmla="*/ 0 w 41"/>
              <a:gd name="T5" fmla="*/ 41 h 41"/>
              <a:gd name="T6" fmla="*/ 34 w 41"/>
              <a:gd name="T7" fmla="*/ 41 h 41"/>
              <a:gd name="T8" fmla="*/ 41 w 41"/>
              <a:gd name="T9" fmla="*/ 34 h 41"/>
              <a:gd name="T10" fmla="*/ 41 w 41"/>
              <a:gd name="T1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41">
                <a:moveTo>
                  <a:pt x="41" y="0"/>
                </a:moveTo>
                <a:cubicBezTo>
                  <a:pt x="26" y="29"/>
                  <a:pt x="26" y="29"/>
                  <a:pt x="26" y="29"/>
                </a:cubicBezTo>
                <a:cubicBezTo>
                  <a:pt x="0" y="41"/>
                  <a:pt x="0" y="41"/>
                  <a:pt x="0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37"/>
                  <a:pt x="37" y="34"/>
                  <a:pt x="41" y="34"/>
                </a:cubicBezTo>
                <a:cubicBezTo>
                  <a:pt x="41" y="0"/>
                  <a:pt x="41" y="0"/>
                  <a:pt x="4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4" name="Freeform 129"/>
          <p:cNvSpPr>
            <a:spLocks/>
          </p:cNvSpPr>
          <p:nvPr/>
        </p:nvSpPr>
        <p:spPr bwMode="auto">
          <a:xfrm>
            <a:off x="2633663" y="912813"/>
            <a:ext cx="365125" cy="365125"/>
          </a:xfrm>
          <a:custGeom>
            <a:avLst/>
            <a:gdLst>
              <a:gd name="T0" fmla="*/ 83 w 86"/>
              <a:gd name="T1" fmla="*/ 66 h 86"/>
              <a:gd name="T2" fmla="*/ 86 w 86"/>
              <a:gd name="T3" fmla="*/ 63 h 86"/>
              <a:gd name="T4" fmla="*/ 30 w 86"/>
              <a:gd name="T5" fmla="*/ 7 h 86"/>
              <a:gd name="T6" fmla="*/ 28 w 86"/>
              <a:gd name="T7" fmla="*/ 8 h 86"/>
              <a:gd name="T8" fmla="*/ 6 w 86"/>
              <a:gd name="T9" fmla="*/ 5 h 86"/>
              <a:gd name="T10" fmla="*/ 8 w 86"/>
              <a:gd name="T11" fmla="*/ 28 h 86"/>
              <a:gd name="T12" fmla="*/ 7 w 86"/>
              <a:gd name="T13" fmla="*/ 30 h 86"/>
              <a:gd name="T14" fmla="*/ 63 w 86"/>
              <a:gd name="T15" fmla="*/ 86 h 86"/>
              <a:gd name="T16" fmla="*/ 66 w 86"/>
              <a:gd name="T17" fmla="*/ 83 h 86"/>
              <a:gd name="T18" fmla="*/ 32 w 86"/>
              <a:gd name="T19" fmla="*/ 49 h 86"/>
              <a:gd name="T20" fmla="*/ 34 w 86"/>
              <a:gd name="T21" fmla="*/ 47 h 86"/>
              <a:gd name="T22" fmla="*/ 68 w 86"/>
              <a:gd name="T23" fmla="*/ 81 h 86"/>
              <a:gd name="T24" fmla="*/ 71 w 86"/>
              <a:gd name="T25" fmla="*/ 78 h 86"/>
              <a:gd name="T26" fmla="*/ 26 w 86"/>
              <a:gd name="T27" fmla="*/ 33 h 86"/>
              <a:gd name="T28" fmla="*/ 24 w 86"/>
              <a:gd name="T29" fmla="*/ 31 h 86"/>
              <a:gd name="T30" fmla="*/ 15 w 86"/>
              <a:gd name="T31" fmla="*/ 22 h 86"/>
              <a:gd name="T32" fmla="*/ 10 w 86"/>
              <a:gd name="T33" fmla="*/ 26 h 86"/>
              <a:gd name="T34" fmla="*/ 8 w 86"/>
              <a:gd name="T35" fmla="*/ 7 h 86"/>
              <a:gd name="T36" fmla="*/ 27 w 86"/>
              <a:gd name="T37" fmla="*/ 10 h 86"/>
              <a:gd name="T38" fmla="*/ 22 w 86"/>
              <a:gd name="T39" fmla="*/ 15 h 86"/>
              <a:gd name="T40" fmla="*/ 31 w 86"/>
              <a:gd name="T41" fmla="*/ 24 h 86"/>
              <a:gd name="T42" fmla="*/ 34 w 86"/>
              <a:gd name="T43" fmla="*/ 26 h 86"/>
              <a:gd name="T44" fmla="*/ 78 w 86"/>
              <a:gd name="T45" fmla="*/ 71 h 86"/>
              <a:gd name="T46" fmla="*/ 81 w 86"/>
              <a:gd name="T47" fmla="*/ 68 h 86"/>
              <a:gd name="T48" fmla="*/ 47 w 86"/>
              <a:gd name="T49" fmla="*/ 34 h 86"/>
              <a:gd name="T50" fmla="*/ 49 w 86"/>
              <a:gd name="T51" fmla="*/ 32 h 86"/>
              <a:gd name="T52" fmla="*/ 83 w 86"/>
              <a:gd name="T53" fmla="*/ 6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6" h="86">
                <a:moveTo>
                  <a:pt x="83" y="66"/>
                </a:moveTo>
                <a:cubicBezTo>
                  <a:pt x="86" y="63"/>
                  <a:pt x="86" y="63"/>
                  <a:pt x="86" y="63"/>
                </a:cubicBezTo>
                <a:cubicBezTo>
                  <a:pt x="30" y="7"/>
                  <a:pt x="30" y="7"/>
                  <a:pt x="30" y="7"/>
                </a:cubicBezTo>
                <a:cubicBezTo>
                  <a:pt x="28" y="8"/>
                  <a:pt x="28" y="8"/>
                  <a:pt x="28" y="8"/>
                </a:cubicBezTo>
                <a:cubicBezTo>
                  <a:pt x="22" y="1"/>
                  <a:pt x="11" y="0"/>
                  <a:pt x="6" y="5"/>
                </a:cubicBezTo>
                <a:cubicBezTo>
                  <a:pt x="0" y="11"/>
                  <a:pt x="1" y="21"/>
                  <a:pt x="8" y="28"/>
                </a:cubicBezTo>
                <a:cubicBezTo>
                  <a:pt x="7" y="30"/>
                  <a:pt x="7" y="30"/>
                  <a:pt x="7" y="30"/>
                </a:cubicBezTo>
                <a:cubicBezTo>
                  <a:pt x="63" y="86"/>
                  <a:pt x="63" y="86"/>
                  <a:pt x="63" y="86"/>
                </a:cubicBezTo>
                <a:cubicBezTo>
                  <a:pt x="66" y="83"/>
                  <a:pt x="66" y="83"/>
                  <a:pt x="66" y="83"/>
                </a:cubicBezTo>
                <a:cubicBezTo>
                  <a:pt x="32" y="49"/>
                  <a:pt x="32" y="49"/>
                  <a:pt x="32" y="49"/>
                </a:cubicBezTo>
                <a:cubicBezTo>
                  <a:pt x="34" y="47"/>
                  <a:pt x="34" y="47"/>
                  <a:pt x="34" y="47"/>
                </a:cubicBezTo>
                <a:cubicBezTo>
                  <a:pt x="68" y="81"/>
                  <a:pt x="68" y="81"/>
                  <a:pt x="68" y="81"/>
                </a:cubicBezTo>
                <a:cubicBezTo>
                  <a:pt x="71" y="78"/>
                  <a:pt x="71" y="78"/>
                  <a:pt x="71" y="78"/>
                </a:cubicBezTo>
                <a:cubicBezTo>
                  <a:pt x="26" y="33"/>
                  <a:pt x="26" y="33"/>
                  <a:pt x="26" y="33"/>
                </a:cubicBezTo>
                <a:cubicBezTo>
                  <a:pt x="24" y="31"/>
                  <a:pt x="24" y="31"/>
                  <a:pt x="24" y="31"/>
                </a:cubicBezTo>
                <a:cubicBezTo>
                  <a:pt x="15" y="22"/>
                  <a:pt x="15" y="22"/>
                  <a:pt x="15" y="22"/>
                </a:cubicBezTo>
                <a:cubicBezTo>
                  <a:pt x="10" y="26"/>
                  <a:pt x="10" y="26"/>
                  <a:pt x="10" y="26"/>
                </a:cubicBezTo>
                <a:cubicBezTo>
                  <a:pt x="4" y="20"/>
                  <a:pt x="3" y="12"/>
                  <a:pt x="8" y="7"/>
                </a:cubicBezTo>
                <a:cubicBezTo>
                  <a:pt x="12" y="3"/>
                  <a:pt x="21" y="4"/>
                  <a:pt x="27" y="10"/>
                </a:cubicBezTo>
                <a:cubicBezTo>
                  <a:pt x="22" y="15"/>
                  <a:pt x="22" y="15"/>
                  <a:pt x="22" y="15"/>
                </a:cubicBezTo>
                <a:cubicBezTo>
                  <a:pt x="31" y="24"/>
                  <a:pt x="31" y="24"/>
                  <a:pt x="31" y="24"/>
                </a:cubicBezTo>
                <a:cubicBezTo>
                  <a:pt x="34" y="26"/>
                  <a:pt x="34" y="26"/>
                  <a:pt x="34" y="26"/>
                </a:cubicBezTo>
                <a:cubicBezTo>
                  <a:pt x="78" y="71"/>
                  <a:pt x="78" y="71"/>
                  <a:pt x="78" y="71"/>
                </a:cubicBezTo>
                <a:cubicBezTo>
                  <a:pt x="81" y="68"/>
                  <a:pt x="81" y="68"/>
                  <a:pt x="81" y="68"/>
                </a:cubicBezTo>
                <a:cubicBezTo>
                  <a:pt x="47" y="34"/>
                  <a:pt x="47" y="34"/>
                  <a:pt x="47" y="34"/>
                </a:cubicBezTo>
                <a:cubicBezTo>
                  <a:pt x="49" y="32"/>
                  <a:pt x="49" y="32"/>
                  <a:pt x="49" y="32"/>
                </a:cubicBezTo>
                <a:lnTo>
                  <a:pt x="83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5" name="Freeform 130"/>
          <p:cNvSpPr>
            <a:spLocks/>
          </p:cNvSpPr>
          <p:nvPr/>
        </p:nvSpPr>
        <p:spPr bwMode="auto">
          <a:xfrm>
            <a:off x="3244850" y="887413"/>
            <a:ext cx="355600" cy="360363"/>
          </a:xfrm>
          <a:custGeom>
            <a:avLst/>
            <a:gdLst>
              <a:gd name="T0" fmla="*/ 83 w 84"/>
              <a:gd name="T1" fmla="*/ 74 h 85"/>
              <a:gd name="T2" fmla="*/ 80 w 84"/>
              <a:gd name="T3" fmla="*/ 74 h 85"/>
              <a:gd name="T4" fmla="*/ 80 w 84"/>
              <a:gd name="T5" fmla="*/ 75 h 85"/>
              <a:gd name="T6" fmla="*/ 64 w 84"/>
              <a:gd name="T7" fmla="*/ 59 h 85"/>
              <a:gd name="T8" fmla="*/ 58 w 84"/>
              <a:gd name="T9" fmla="*/ 44 h 85"/>
              <a:gd name="T10" fmla="*/ 54 w 84"/>
              <a:gd name="T11" fmla="*/ 36 h 85"/>
              <a:gd name="T12" fmla="*/ 57 w 84"/>
              <a:gd name="T13" fmla="*/ 30 h 85"/>
              <a:gd name="T14" fmla="*/ 56 w 84"/>
              <a:gd name="T15" fmla="*/ 28 h 85"/>
              <a:gd name="T16" fmla="*/ 51 w 84"/>
              <a:gd name="T17" fmla="*/ 36 h 85"/>
              <a:gd name="T18" fmla="*/ 55 w 84"/>
              <a:gd name="T19" fmla="*/ 46 h 85"/>
              <a:gd name="T20" fmla="*/ 61 w 84"/>
              <a:gd name="T21" fmla="*/ 58 h 85"/>
              <a:gd name="T22" fmla="*/ 60 w 84"/>
              <a:gd name="T23" fmla="*/ 59 h 85"/>
              <a:gd name="T24" fmla="*/ 2 w 84"/>
              <a:gd name="T25" fmla="*/ 0 h 85"/>
              <a:gd name="T26" fmla="*/ 0 w 84"/>
              <a:gd name="T27" fmla="*/ 2 h 85"/>
              <a:gd name="T28" fmla="*/ 58 w 84"/>
              <a:gd name="T29" fmla="*/ 61 h 85"/>
              <a:gd name="T30" fmla="*/ 56 w 84"/>
              <a:gd name="T31" fmla="*/ 62 h 85"/>
              <a:gd name="T32" fmla="*/ 56 w 84"/>
              <a:gd name="T33" fmla="*/ 62 h 85"/>
              <a:gd name="T34" fmla="*/ 44 w 84"/>
              <a:gd name="T35" fmla="*/ 57 h 85"/>
              <a:gd name="T36" fmla="*/ 34 w 84"/>
              <a:gd name="T37" fmla="*/ 52 h 85"/>
              <a:gd name="T38" fmla="*/ 26 w 84"/>
              <a:gd name="T39" fmla="*/ 57 h 85"/>
              <a:gd name="T40" fmla="*/ 29 w 84"/>
              <a:gd name="T41" fmla="*/ 59 h 85"/>
              <a:gd name="T42" fmla="*/ 34 w 84"/>
              <a:gd name="T43" fmla="*/ 55 h 85"/>
              <a:gd name="T44" fmla="*/ 42 w 84"/>
              <a:gd name="T45" fmla="*/ 59 h 85"/>
              <a:gd name="T46" fmla="*/ 59 w 84"/>
              <a:gd name="T47" fmla="*/ 65 h 85"/>
              <a:gd name="T48" fmla="*/ 74 w 84"/>
              <a:gd name="T49" fmla="*/ 80 h 85"/>
              <a:gd name="T50" fmla="*/ 74 w 84"/>
              <a:gd name="T51" fmla="*/ 81 h 85"/>
              <a:gd name="T52" fmla="*/ 74 w 84"/>
              <a:gd name="T53" fmla="*/ 84 h 85"/>
              <a:gd name="T54" fmla="*/ 77 w 84"/>
              <a:gd name="T55" fmla="*/ 84 h 85"/>
              <a:gd name="T56" fmla="*/ 83 w 84"/>
              <a:gd name="T57" fmla="*/ 78 h 85"/>
              <a:gd name="T58" fmla="*/ 83 w 84"/>
              <a:gd name="T59" fmla="*/ 7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4" h="85">
                <a:moveTo>
                  <a:pt x="83" y="74"/>
                </a:moveTo>
                <a:cubicBezTo>
                  <a:pt x="82" y="74"/>
                  <a:pt x="81" y="74"/>
                  <a:pt x="80" y="74"/>
                </a:cubicBezTo>
                <a:cubicBezTo>
                  <a:pt x="80" y="75"/>
                  <a:pt x="80" y="75"/>
                  <a:pt x="80" y="75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6"/>
                  <a:pt x="64" y="51"/>
                  <a:pt x="58" y="44"/>
                </a:cubicBezTo>
                <a:cubicBezTo>
                  <a:pt x="57" y="44"/>
                  <a:pt x="53" y="40"/>
                  <a:pt x="54" y="36"/>
                </a:cubicBezTo>
                <a:cubicBezTo>
                  <a:pt x="54" y="34"/>
                  <a:pt x="55" y="32"/>
                  <a:pt x="57" y="30"/>
                </a:cubicBezTo>
                <a:cubicBezTo>
                  <a:pt x="56" y="28"/>
                  <a:pt x="56" y="28"/>
                  <a:pt x="56" y="28"/>
                </a:cubicBezTo>
                <a:cubicBezTo>
                  <a:pt x="53" y="30"/>
                  <a:pt x="51" y="33"/>
                  <a:pt x="51" y="36"/>
                </a:cubicBezTo>
                <a:cubicBezTo>
                  <a:pt x="50" y="41"/>
                  <a:pt x="55" y="46"/>
                  <a:pt x="55" y="46"/>
                </a:cubicBezTo>
                <a:cubicBezTo>
                  <a:pt x="61" y="52"/>
                  <a:pt x="61" y="56"/>
                  <a:pt x="61" y="58"/>
                </a:cubicBezTo>
                <a:cubicBezTo>
                  <a:pt x="60" y="59"/>
                  <a:pt x="60" y="59"/>
                  <a:pt x="60" y="59"/>
                </a:cubicBezTo>
                <a:cubicBezTo>
                  <a:pt x="2" y="0"/>
                  <a:pt x="2" y="0"/>
                  <a:pt x="2" y="0"/>
                </a:cubicBezTo>
                <a:cubicBezTo>
                  <a:pt x="0" y="2"/>
                  <a:pt x="0" y="2"/>
                  <a:pt x="0" y="2"/>
                </a:cubicBezTo>
                <a:cubicBezTo>
                  <a:pt x="58" y="61"/>
                  <a:pt x="58" y="61"/>
                  <a:pt x="58" y="61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4" y="63"/>
                  <a:pt x="51" y="63"/>
                  <a:pt x="44" y="57"/>
                </a:cubicBezTo>
                <a:cubicBezTo>
                  <a:pt x="44" y="57"/>
                  <a:pt x="40" y="52"/>
                  <a:pt x="34" y="52"/>
                </a:cubicBezTo>
                <a:cubicBezTo>
                  <a:pt x="31" y="52"/>
                  <a:pt x="29" y="54"/>
                  <a:pt x="26" y="57"/>
                </a:cubicBezTo>
                <a:cubicBezTo>
                  <a:pt x="29" y="59"/>
                  <a:pt x="29" y="59"/>
                  <a:pt x="29" y="59"/>
                </a:cubicBezTo>
                <a:cubicBezTo>
                  <a:pt x="30" y="56"/>
                  <a:pt x="32" y="55"/>
                  <a:pt x="34" y="55"/>
                </a:cubicBezTo>
                <a:cubicBezTo>
                  <a:pt x="38" y="55"/>
                  <a:pt x="42" y="59"/>
                  <a:pt x="42" y="59"/>
                </a:cubicBezTo>
                <a:cubicBezTo>
                  <a:pt x="51" y="67"/>
                  <a:pt x="56" y="66"/>
                  <a:pt x="59" y="65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81"/>
                  <a:pt x="74" y="81"/>
                  <a:pt x="74" y="81"/>
                </a:cubicBezTo>
                <a:cubicBezTo>
                  <a:pt x="73" y="82"/>
                  <a:pt x="73" y="83"/>
                  <a:pt x="74" y="84"/>
                </a:cubicBezTo>
                <a:cubicBezTo>
                  <a:pt x="75" y="85"/>
                  <a:pt x="76" y="85"/>
                  <a:pt x="77" y="84"/>
                </a:cubicBezTo>
                <a:cubicBezTo>
                  <a:pt x="83" y="78"/>
                  <a:pt x="83" y="78"/>
                  <a:pt x="83" y="78"/>
                </a:cubicBezTo>
                <a:cubicBezTo>
                  <a:pt x="84" y="77"/>
                  <a:pt x="84" y="75"/>
                  <a:pt x="83" y="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6" name="Rectangle 131"/>
          <p:cNvSpPr>
            <a:spLocks noChangeArrowheads="1"/>
          </p:cNvSpPr>
          <p:nvPr/>
        </p:nvSpPr>
        <p:spPr bwMode="auto">
          <a:xfrm>
            <a:off x="3894138" y="1065213"/>
            <a:ext cx="36036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7" name="Rectangle 132"/>
          <p:cNvSpPr>
            <a:spLocks noChangeArrowheads="1"/>
          </p:cNvSpPr>
          <p:nvPr/>
        </p:nvSpPr>
        <p:spPr bwMode="auto">
          <a:xfrm>
            <a:off x="3894138" y="1019176"/>
            <a:ext cx="36036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8" name="Freeform 133"/>
          <p:cNvSpPr>
            <a:spLocks/>
          </p:cNvSpPr>
          <p:nvPr/>
        </p:nvSpPr>
        <p:spPr bwMode="auto">
          <a:xfrm>
            <a:off x="4117975" y="874713"/>
            <a:ext cx="76200" cy="117475"/>
          </a:xfrm>
          <a:custGeom>
            <a:avLst/>
            <a:gdLst>
              <a:gd name="T0" fmla="*/ 48 w 48"/>
              <a:gd name="T1" fmla="*/ 0 h 74"/>
              <a:gd name="T2" fmla="*/ 0 w 48"/>
              <a:gd name="T3" fmla="*/ 48 h 74"/>
              <a:gd name="T4" fmla="*/ 14 w 48"/>
              <a:gd name="T5" fmla="*/ 74 h 74"/>
              <a:gd name="T6" fmla="*/ 48 w 48"/>
              <a:gd name="T7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" h="74">
                <a:moveTo>
                  <a:pt x="48" y="0"/>
                </a:moveTo>
                <a:lnTo>
                  <a:pt x="0" y="48"/>
                </a:lnTo>
                <a:lnTo>
                  <a:pt x="14" y="74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9" name="Freeform 134"/>
          <p:cNvSpPr>
            <a:spLocks/>
          </p:cNvSpPr>
          <p:nvPr/>
        </p:nvSpPr>
        <p:spPr bwMode="auto">
          <a:xfrm>
            <a:off x="3944938" y="1108076"/>
            <a:ext cx="76200" cy="119063"/>
          </a:xfrm>
          <a:custGeom>
            <a:avLst/>
            <a:gdLst>
              <a:gd name="T0" fmla="*/ 0 w 48"/>
              <a:gd name="T1" fmla="*/ 75 h 75"/>
              <a:gd name="T2" fmla="*/ 48 w 48"/>
              <a:gd name="T3" fmla="*/ 26 h 75"/>
              <a:gd name="T4" fmla="*/ 32 w 48"/>
              <a:gd name="T5" fmla="*/ 0 h 75"/>
              <a:gd name="T6" fmla="*/ 0 w 48"/>
              <a:gd name="T7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" h="75">
                <a:moveTo>
                  <a:pt x="0" y="75"/>
                </a:moveTo>
                <a:lnTo>
                  <a:pt x="48" y="26"/>
                </a:lnTo>
                <a:lnTo>
                  <a:pt x="32" y="0"/>
                </a:lnTo>
                <a:lnTo>
                  <a:pt x="0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0" name="Freeform 135"/>
          <p:cNvSpPr>
            <a:spLocks/>
          </p:cNvSpPr>
          <p:nvPr/>
        </p:nvSpPr>
        <p:spPr bwMode="auto">
          <a:xfrm>
            <a:off x="3990975" y="950913"/>
            <a:ext cx="152400" cy="207963"/>
          </a:xfrm>
          <a:custGeom>
            <a:avLst/>
            <a:gdLst>
              <a:gd name="T0" fmla="*/ 0 w 96"/>
              <a:gd name="T1" fmla="*/ 16 h 131"/>
              <a:gd name="T2" fmla="*/ 72 w 96"/>
              <a:gd name="T3" fmla="*/ 131 h 131"/>
              <a:gd name="T4" fmla="*/ 96 w 96"/>
              <a:gd name="T5" fmla="*/ 115 h 131"/>
              <a:gd name="T6" fmla="*/ 24 w 96"/>
              <a:gd name="T7" fmla="*/ 0 h 131"/>
              <a:gd name="T8" fmla="*/ 0 w 96"/>
              <a:gd name="T9" fmla="*/ 1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131">
                <a:moveTo>
                  <a:pt x="0" y="16"/>
                </a:moveTo>
                <a:lnTo>
                  <a:pt x="72" y="131"/>
                </a:lnTo>
                <a:lnTo>
                  <a:pt x="96" y="115"/>
                </a:lnTo>
                <a:lnTo>
                  <a:pt x="24" y="0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1" name="Freeform 136"/>
          <p:cNvSpPr>
            <a:spLocks/>
          </p:cNvSpPr>
          <p:nvPr/>
        </p:nvSpPr>
        <p:spPr bwMode="auto">
          <a:xfrm>
            <a:off x="4059238" y="950913"/>
            <a:ext cx="211138" cy="292100"/>
          </a:xfrm>
          <a:custGeom>
            <a:avLst/>
            <a:gdLst>
              <a:gd name="T0" fmla="*/ 69 w 133"/>
              <a:gd name="T1" fmla="*/ 131 h 184"/>
              <a:gd name="T2" fmla="*/ 133 w 133"/>
              <a:gd name="T3" fmla="*/ 184 h 184"/>
              <a:gd name="T4" fmla="*/ 93 w 133"/>
              <a:gd name="T5" fmla="*/ 115 h 184"/>
              <a:gd name="T6" fmla="*/ 93 w 133"/>
              <a:gd name="T7" fmla="*/ 117 h 184"/>
              <a:gd name="T8" fmla="*/ 93 w 133"/>
              <a:gd name="T9" fmla="*/ 115 h 184"/>
              <a:gd name="T10" fmla="*/ 24 w 133"/>
              <a:gd name="T11" fmla="*/ 0 h 184"/>
              <a:gd name="T12" fmla="*/ 0 w 133"/>
              <a:gd name="T13" fmla="*/ 16 h 184"/>
              <a:gd name="T14" fmla="*/ 69 w 133"/>
              <a:gd name="T15" fmla="*/ 128 h 184"/>
              <a:gd name="T16" fmla="*/ 69 w 133"/>
              <a:gd name="T17" fmla="*/ 128 h 184"/>
              <a:gd name="T18" fmla="*/ 69 w 133"/>
              <a:gd name="T19" fmla="*/ 131 h 184"/>
              <a:gd name="T20" fmla="*/ 69 w 133"/>
              <a:gd name="T21" fmla="*/ 131 h 184"/>
              <a:gd name="T22" fmla="*/ 69 w 133"/>
              <a:gd name="T23" fmla="*/ 131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3" h="184">
                <a:moveTo>
                  <a:pt x="69" y="131"/>
                </a:moveTo>
                <a:lnTo>
                  <a:pt x="133" y="184"/>
                </a:lnTo>
                <a:lnTo>
                  <a:pt x="93" y="115"/>
                </a:lnTo>
                <a:lnTo>
                  <a:pt x="93" y="117"/>
                </a:lnTo>
                <a:lnTo>
                  <a:pt x="93" y="115"/>
                </a:lnTo>
                <a:lnTo>
                  <a:pt x="24" y="0"/>
                </a:lnTo>
                <a:lnTo>
                  <a:pt x="0" y="16"/>
                </a:lnTo>
                <a:lnTo>
                  <a:pt x="69" y="128"/>
                </a:lnTo>
                <a:lnTo>
                  <a:pt x="69" y="128"/>
                </a:lnTo>
                <a:lnTo>
                  <a:pt x="69" y="131"/>
                </a:lnTo>
                <a:lnTo>
                  <a:pt x="69" y="131"/>
                </a:lnTo>
                <a:lnTo>
                  <a:pt x="69" y="1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2" name="Freeform 137"/>
          <p:cNvSpPr>
            <a:spLocks/>
          </p:cNvSpPr>
          <p:nvPr/>
        </p:nvSpPr>
        <p:spPr bwMode="auto">
          <a:xfrm>
            <a:off x="3863975" y="869951"/>
            <a:ext cx="211138" cy="288925"/>
          </a:xfrm>
          <a:custGeom>
            <a:avLst/>
            <a:gdLst>
              <a:gd name="T0" fmla="*/ 64 w 133"/>
              <a:gd name="T1" fmla="*/ 53 h 182"/>
              <a:gd name="T2" fmla="*/ 64 w 133"/>
              <a:gd name="T3" fmla="*/ 53 h 182"/>
              <a:gd name="T4" fmla="*/ 64 w 133"/>
              <a:gd name="T5" fmla="*/ 51 h 182"/>
              <a:gd name="T6" fmla="*/ 64 w 133"/>
              <a:gd name="T7" fmla="*/ 51 h 182"/>
              <a:gd name="T8" fmla="*/ 0 w 133"/>
              <a:gd name="T9" fmla="*/ 0 h 182"/>
              <a:gd name="T10" fmla="*/ 40 w 133"/>
              <a:gd name="T11" fmla="*/ 67 h 182"/>
              <a:gd name="T12" fmla="*/ 40 w 133"/>
              <a:gd name="T13" fmla="*/ 67 h 182"/>
              <a:gd name="T14" fmla="*/ 112 w 133"/>
              <a:gd name="T15" fmla="*/ 182 h 182"/>
              <a:gd name="T16" fmla="*/ 133 w 133"/>
              <a:gd name="T17" fmla="*/ 166 h 182"/>
              <a:gd name="T18" fmla="*/ 64 w 133"/>
              <a:gd name="T19" fmla="*/ 53 h 182"/>
              <a:gd name="T20" fmla="*/ 64 w 133"/>
              <a:gd name="T21" fmla="*/ 53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3" h="182">
                <a:moveTo>
                  <a:pt x="64" y="53"/>
                </a:moveTo>
                <a:lnTo>
                  <a:pt x="64" y="53"/>
                </a:lnTo>
                <a:lnTo>
                  <a:pt x="64" y="51"/>
                </a:lnTo>
                <a:lnTo>
                  <a:pt x="64" y="51"/>
                </a:lnTo>
                <a:lnTo>
                  <a:pt x="0" y="0"/>
                </a:lnTo>
                <a:lnTo>
                  <a:pt x="40" y="67"/>
                </a:lnTo>
                <a:lnTo>
                  <a:pt x="40" y="67"/>
                </a:lnTo>
                <a:lnTo>
                  <a:pt x="112" y="182"/>
                </a:lnTo>
                <a:lnTo>
                  <a:pt x="133" y="166"/>
                </a:lnTo>
                <a:lnTo>
                  <a:pt x="64" y="53"/>
                </a:lnTo>
                <a:lnTo>
                  <a:pt x="64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8" name="Freeform 153"/>
          <p:cNvSpPr>
            <a:spLocks/>
          </p:cNvSpPr>
          <p:nvPr/>
        </p:nvSpPr>
        <p:spPr bwMode="auto">
          <a:xfrm>
            <a:off x="250825" y="1450976"/>
            <a:ext cx="530225" cy="382588"/>
          </a:xfrm>
          <a:custGeom>
            <a:avLst/>
            <a:gdLst>
              <a:gd name="T0" fmla="*/ 72 w 125"/>
              <a:gd name="T1" fmla="*/ 46 h 90"/>
              <a:gd name="T2" fmla="*/ 122 w 125"/>
              <a:gd name="T3" fmla="*/ 46 h 90"/>
              <a:gd name="T4" fmla="*/ 125 w 125"/>
              <a:gd name="T5" fmla="*/ 32 h 90"/>
              <a:gd name="T6" fmla="*/ 73 w 125"/>
              <a:gd name="T7" fmla="*/ 32 h 90"/>
              <a:gd name="T8" fmla="*/ 75 w 125"/>
              <a:gd name="T9" fmla="*/ 15 h 90"/>
              <a:gd name="T10" fmla="*/ 63 w 125"/>
              <a:gd name="T11" fmla="*/ 7 h 90"/>
              <a:gd name="T12" fmla="*/ 63 w 125"/>
              <a:gd name="T13" fmla="*/ 4 h 90"/>
              <a:gd name="T14" fmla="*/ 81 w 125"/>
              <a:gd name="T15" fmla="*/ 4 h 90"/>
              <a:gd name="T16" fmla="*/ 81 w 125"/>
              <a:gd name="T17" fmla="*/ 1 h 90"/>
              <a:gd name="T18" fmla="*/ 63 w 125"/>
              <a:gd name="T19" fmla="*/ 1 h 90"/>
              <a:gd name="T20" fmla="*/ 63 w 125"/>
              <a:gd name="T21" fmla="*/ 0 h 90"/>
              <a:gd name="T22" fmla="*/ 62 w 125"/>
              <a:gd name="T23" fmla="*/ 0 h 90"/>
              <a:gd name="T24" fmla="*/ 62 w 125"/>
              <a:gd name="T25" fmla="*/ 1 h 90"/>
              <a:gd name="T26" fmla="*/ 44 w 125"/>
              <a:gd name="T27" fmla="*/ 1 h 90"/>
              <a:gd name="T28" fmla="*/ 44 w 125"/>
              <a:gd name="T29" fmla="*/ 4 h 90"/>
              <a:gd name="T30" fmla="*/ 62 w 125"/>
              <a:gd name="T31" fmla="*/ 4 h 90"/>
              <a:gd name="T32" fmla="*/ 62 w 125"/>
              <a:gd name="T33" fmla="*/ 8 h 90"/>
              <a:gd name="T34" fmla="*/ 50 w 125"/>
              <a:gd name="T35" fmla="*/ 15 h 90"/>
              <a:gd name="T36" fmla="*/ 52 w 125"/>
              <a:gd name="T37" fmla="*/ 32 h 90"/>
              <a:gd name="T38" fmla="*/ 0 w 125"/>
              <a:gd name="T39" fmla="*/ 32 h 90"/>
              <a:gd name="T40" fmla="*/ 3 w 125"/>
              <a:gd name="T41" fmla="*/ 46 h 90"/>
              <a:gd name="T42" fmla="*/ 54 w 125"/>
              <a:gd name="T43" fmla="*/ 46 h 90"/>
              <a:gd name="T44" fmla="*/ 59 w 125"/>
              <a:gd name="T45" fmla="*/ 89 h 90"/>
              <a:gd name="T46" fmla="*/ 61 w 125"/>
              <a:gd name="T47" fmla="*/ 90 h 90"/>
              <a:gd name="T48" fmla="*/ 65 w 125"/>
              <a:gd name="T49" fmla="*/ 90 h 90"/>
              <a:gd name="T50" fmla="*/ 67 w 125"/>
              <a:gd name="T51" fmla="*/ 89 h 90"/>
              <a:gd name="T52" fmla="*/ 72 w 125"/>
              <a:gd name="T5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5" h="90">
                <a:moveTo>
                  <a:pt x="72" y="46"/>
                </a:moveTo>
                <a:cubicBezTo>
                  <a:pt x="122" y="46"/>
                  <a:pt x="122" y="46"/>
                  <a:pt x="122" y="46"/>
                </a:cubicBezTo>
                <a:cubicBezTo>
                  <a:pt x="125" y="32"/>
                  <a:pt x="125" y="32"/>
                  <a:pt x="125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5" y="15"/>
                  <a:pt x="75" y="15"/>
                  <a:pt x="75" y="15"/>
                </a:cubicBezTo>
                <a:cubicBezTo>
                  <a:pt x="75" y="15"/>
                  <a:pt x="71" y="8"/>
                  <a:pt x="63" y="7"/>
                </a:cubicBezTo>
                <a:cubicBezTo>
                  <a:pt x="63" y="4"/>
                  <a:pt x="63" y="4"/>
                  <a:pt x="63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81" y="1"/>
                  <a:pt x="81" y="1"/>
                  <a:pt x="81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63" y="0"/>
                  <a:pt x="63" y="0"/>
                  <a:pt x="63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1"/>
                  <a:pt x="62" y="1"/>
                  <a:pt x="62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4"/>
                  <a:pt x="44" y="4"/>
                  <a:pt x="44" y="4"/>
                </a:cubicBezTo>
                <a:cubicBezTo>
                  <a:pt x="62" y="4"/>
                  <a:pt x="62" y="4"/>
                  <a:pt x="62" y="4"/>
                </a:cubicBezTo>
                <a:cubicBezTo>
                  <a:pt x="62" y="8"/>
                  <a:pt x="62" y="8"/>
                  <a:pt x="62" y="8"/>
                </a:cubicBezTo>
                <a:cubicBezTo>
                  <a:pt x="58" y="8"/>
                  <a:pt x="54" y="10"/>
                  <a:pt x="50" y="15"/>
                </a:cubicBezTo>
                <a:cubicBezTo>
                  <a:pt x="52" y="32"/>
                  <a:pt x="52" y="32"/>
                  <a:pt x="52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3" y="46"/>
                  <a:pt x="3" y="46"/>
                  <a:pt x="3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9" y="89"/>
                  <a:pt x="59" y="89"/>
                  <a:pt x="59" y="89"/>
                </a:cubicBezTo>
                <a:cubicBezTo>
                  <a:pt x="61" y="90"/>
                  <a:pt x="61" y="90"/>
                  <a:pt x="61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7" y="89"/>
                  <a:pt x="67" y="89"/>
                  <a:pt x="67" y="89"/>
                </a:cubicBezTo>
                <a:lnTo>
                  <a:pt x="72" y="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9" name="Freeform 154"/>
          <p:cNvSpPr>
            <a:spLocks/>
          </p:cNvSpPr>
          <p:nvPr/>
        </p:nvSpPr>
        <p:spPr bwMode="auto">
          <a:xfrm>
            <a:off x="398463" y="1833563"/>
            <a:ext cx="233363" cy="34925"/>
          </a:xfrm>
          <a:custGeom>
            <a:avLst/>
            <a:gdLst>
              <a:gd name="T0" fmla="*/ 70 w 147"/>
              <a:gd name="T1" fmla="*/ 0 h 22"/>
              <a:gd name="T2" fmla="*/ 0 w 147"/>
              <a:gd name="T3" fmla="*/ 0 h 22"/>
              <a:gd name="T4" fmla="*/ 8 w 147"/>
              <a:gd name="T5" fmla="*/ 22 h 22"/>
              <a:gd name="T6" fmla="*/ 139 w 147"/>
              <a:gd name="T7" fmla="*/ 22 h 22"/>
              <a:gd name="T8" fmla="*/ 147 w 147"/>
              <a:gd name="T9" fmla="*/ 0 h 22"/>
              <a:gd name="T10" fmla="*/ 81 w 147"/>
              <a:gd name="T11" fmla="*/ 0 h 22"/>
              <a:gd name="T12" fmla="*/ 75 w 147"/>
              <a:gd name="T13" fmla="*/ 6 h 22"/>
              <a:gd name="T14" fmla="*/ 70 w 147"/>
              <a:gd name="T1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7" h="22">
                <a:moveTo>
                  <a:pt x="70" y="0"/>
                </a:moveTo>
                <a:lnTo>
                  <a:pt x="0" y="0"/>
                </a:lnTo>
                <a:lnTo>
                  <a:pt x="8" y="22"/>
                </a:lnTo>
                <a:lnTo>
                  <a:pt x="139" y="22"/>
                </a:lnTo>
                <a:lnTo>
                  <a:pt x="147" y="0"/>
                </a:lnTo>
                <a:lnTo>
                  <a:pt x="81" y="0"/>
                </a:lnTo>
                <a:lnTo>
                  <a:pt x="75" y="6"/>
                </a:lnTo>
                <a:lnTo>
                  <a:pt x="7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0" name="Freeform 155"/>
          <p:cNvSpPr>
            <a:spLocks/>
          </p:cNvSpPr>
          <p:nvPr/>
        </p:nvSpPr>
        <p:spPr bwMode="auto">
          <a:xfrm>
            <a:off x="950913" y="1592263"/>
            <a:ext cx="495300" cy="152400"/>
          </a:xfrm>
          <a:custGeom>
            <a:avLst/>
            <a:gdLst>
              <a:gd name="T0" fmla="*/ 312 w 312"/>
              <a:gd name="T1" fmla="*/ 96 h 96"/>
              <a:gd name="T2" fmla="*/ 37 w 312"/>
              <a:gd name="T3" fmla="*/ 96 h 96"/>
              <a:gd name="T4" fmla="*/ 37 w 312"/>
              <a:gd name="T5" fmla="*/ 48 h 96"/>
              <a:gd name="T6" fmla="*/ 0 w 312"/>
              <a:gd name="T7" fmla="*/ 0 h 96"/>
              <a:gd name="T8" fmla="*/ 312 w 312"/>
              <a:gd name="T9" fmla="*/ 0 h 96"/>
              <a:gd name="T10" fmla="*/ 312 w 312"/>
              <a:gd name="T11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2" h="96">
                <a:moveTo>
                  <a:pt x="312" y="96"/>
                </a:moveTo>
                <a:lnTo>
                  <a:pt x="37" y="96"/>
                </a:lnTo>
                <a:lnTo>
                  <a:pt x="37" y="48"/>
                </a:lnTo>
                <a:lnTo>
                  <a:pt x="0" y="0"/>
                </a:lnTo>
                <a:lnTo>
                  <a:pt x="312" y="0"/>
                </a:lnTo>
                <a:lnTo>
                  <a:pt x="312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1" name="Freeform 156"/>
          <p:cNvSpPr>
            <a:spLocks/>
          </p:cNvSpPr>
          <p:nvPr/>
        </p:nvSpPr>
        <p:spPr bwMode="auto">
          <a:xfrm>
            <a:off x="1250950" y="1503363"/>
            <a:ext cx="119063" cy="134938"/>
          </a:xfrm>
          <a:custGeom>
            <a:avLst/>
            <a:gdLst>
              <a:gd name="T0" fmla="*/ 75 w 75"/>
              <a:gd name="T1" fmla="*/ 85 h 85"/>
              <a:gd name="T2" fmla="*/ 0 w 75"/>
              <a:gd name="T3" fmla="*/ 85 h 85"/>
              <a:gd name="T4" fmla="*/ 0 w 75"/>
              <a:gd name="T5" fmla="*/ 0 h 85"/>
              <a:gd name="T6" fmla="*/ 27 w 75"/>
              <a:gd name="T7" fmla="*/ 0 h 85"/>
              <a:gd name="T8" fmla="*/ 75 w 75"/>
              <a:gd name="T9" fmla="*/ 8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" h="85">
                <a:moveTo>
                  <a:pt x="75" y="85"/>
                </a:moveTo>
                <a:lnTo>
                  <a:pt x="0" y="85"/>
                </a:lnTo>
                <a:lnTo>
                  <a:pt x="0" y="0"/>
                </a:lnTo>
                <a:lnTo>
                  <a:pt x="27" y="0"/>
                </a:lnTo>
                <a:lnTo>
                  <a:pt x="75" y="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2" name="Freeform 157"/>
          <p:cNvSpPr>
            <a:spLocks/>
          </p:cNvSpPr>
          <p:nvPr/>
        </p:nvSpPr>
        <p:spPr bwMode="auto">
          <a:xfrm>
            <a:off x="1374775" y="1643063"/>
            <a:ext cx="157163" cy="101600"/>
          </a:xfrm>
          <a:custGeom>
            <a:avLst/>
            <a:gdLst>
              <a:gd name="T0" fmla="*/ 0 w 99"/>
              <a:gd name="T1" fmla="*/ 64 h 64"/>
              <a:gd name="T2" fmla="*/ 61 w 99"/>
              <a:gd name="T3" fmla="*/ 64 h 64"/>
              <a:gd name="T4" fmla="*/ 99 w 99"/>
              <a:gd name="T5" fmla="*/ 0 h 64"/>
              <a:gd name="T6" fmla="*/ 0 w 99"/>
              <a:gd name="T7" fmla="*/ 0 h 64"/>
              <a:gd name="T8" fmla="*/ 0 w 99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64">
                <a:moveTo>
                  <a:pt x="0" y="64"/>
                </a:moveTo>
                <a:lnTo>
                  <a:pt x="61" y="64"/>
                </a:lnTo>
                <a:lnTo>
                  <a:pt x="99" y="0"/>
                </a:lnTo>
                <a:lnTo>
                  <a:pt x="0" y="0"/>
                </a:lnTo>
                <a:lnTo>
                  <a:pt x="0" y="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3" name="Freeform 158"/>
          <p:cNvSpPr>
            <a:spLocks/>
          </p:cNvSpPr>
          <p:nvPr/>
        </p:nvSpPr>
        <p:spPr bwMode="auto">
          <a:xfrm>
            <a:off x="1081088" y="1468438"/>
            <a:ext cx="123825" cy="157163"/>
          </a:xfrm>
          <a:custGeom>
            <a:avLst/>
            <a:gdLst>
              <a:gd name="T0" fmla="*/ 26 w 29"/>
              <a:gd name="T1" fmla="*/ 0 h 37"/>
              <a:gd name="T2" fmla="*/ 3 w 29"/>
              <a:gd name="T3" fmla="*/ 0 h 37"/>
              <a:gd name="T4" fmla="*/ 0 w 29"/>
              <a:gd name="T5" fmla="*/ 2 h 37"/>
              <a:gd name="T6" fmla="*/ 3 w 29"/>
              <a:gd name="T7" fmla="*/ 4 h 37"/>
              <a:gd name="T8" fmla="*/ 11 w 29"/>
              <a:gd name="T9" fmla="*/ 4 h 37"/>
              <a:gd name="T10" fmla="*/ 11 w 29"/>
              <a:gd name="T11" fmla="*/ 21 h 37"/>
              <a:gd name="T12" fmla="*/ 5 w 29"/>
              <a:gd name="T13" fmla="*/ 21 h 37"/>
              <a:gd name="T14" fmla="*/ 5 w 29"/>
              <a:gd name="T15" fmla="*/ 30 h 37"/>
              <a:gd name="T16" fmla="*/ 11 w 29"/>
              <a:gd name="T17" fmla="*/ 30 h 37"/>
              <a:gd name="T18" fmla="*/ 11 w 29"/>
              <a:gd name="T19" fmla="*/ 37 h 37"/>
              <a:gd name="T20" fmla="*/ 18 w 29"/>
              <a:gd name="T21" fmla="*/ 37 h 37"/>
              <a:gd name="T22" fmla="*/ 18 w 29"/>
              <a:gd name="T23" fmla="*/ 30 h 37"/>
              <a:gd name="T24" fmla="*/ 24 w 29"/>
              <a:gd name="T25" fmla="*/ 30 h 37"/>
              <a:gd name="T26" fmla="*/ 24 w 29"/>
              <a:gd name="T27" fmla="*/ 21 h 37"/>
              <a:gd name="T28" fmla="*/ 18 w 29"/>
              <a:gd name="T29" fmla="*/ 21 h 37"/>
              <a:gd name="T30" fmla="*/ 18 w 29"/>
              <a:gd name="T31" fmla="*/ 4 h 37"/>
              <a:gd name="T32" fmla="*/ 26 w 29"/>
              <a:gd name="T33" fmla="*/ 4 h 37"/>
              <a:gd name="T34" fmla="*/ 29 w 29"/>
              <a:gd name="T35" fmla="*/ 2 h 37"/>
              <a:gd name="T36" fmla="*/ 26 w 29"/>
              <a:gd name="T3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" h="37">
                <a:moveTo>
                  <a:pt x="26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21"/>
                  <a:pt x="11" y="21"/>
                  <a:pt x="11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30"/>
                  <a:pt x="5" y="30"/>
                  <a:pt x="5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7"/>
                  <a:pt x="11" y="37"/>
                  <a:pt x="11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0"/>
                  <a:pt x="18" y="30"/>
                  <a:pt x="18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1"/>
                  <a:pt x="24" y="21"/>
                  <a:pt x="24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4"/>
                  <a:pt x="18" y="4"/>
                  <a:pt x="18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8" y="4"/>
                  <a:pt x="29" y="3"/>
                  <a:pt x="29" y="2"/>
                </a:cubicBezTo>
                <a:cubicBezTo>
                  <a:pt x="29" y="1"/>
                  <a:pt x="28" y="0"/>
                  <a:pt x="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4" name="Freeform 159"/>
          <p:cNvSpPr>
            <a:spLocks/>
          </p:cNvSpPr>
          <p:nvPr/>
        </p:nvSpPr>
        <p:spPr bwMode="auto">
          <a:xfrm>
            <a:off x="1225550" y="1493838"/>
            <a:ext cx="80963" cy="34925"/>
          </a:xfrm>
          <a:custGeom>
            <a:avLst/>
            <a:gdLst>
              <a:gd name="T0" fmla="*/ 51 w 51"/>
              <a:gd name="T1" fmla="*/ 22 h 22"/>
              <a:gd name="T2" fmla="*/ 0 w 51"/>
              <a:gd name="T3" fmla="*/ 22 h 22"/>
              <a:gd name="T4" fmla="*/ 0 w 51"/>
              <a:gd name="T5" fmla="*/ 0 h 22"/>
              <a:gd name="T6" fmla="*/ 40 w 51"/>
              <a:gd name="T7" fmla="*/ 0 h 22"/>
              <a:gd name="T8" fmla="*/ 51 w 51"/>
              <a:gd name="T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" h="22">
                <a:moveTo>
                  <a:pt x="51" y="22"/>
                </a:moveTo>
                <a:lnTo>
                  <a:pt x="0" y="22"/>
                </a:lnTo>
                <a:lnTo>
                  <a:pt x="0" y="0"/>
                </a:lnTo>
                <a:lnTo>
                  <a:pt x="40" y="0"/>
                </a:lnTo>
                <a:lnTo>
                  <a:pt x="51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5" name="Freeform 160"/>
          <p:cNvSpPr>
            <a:spLocks/>
          </p:cNvSpPr>
          <p:nvPr/>
        </p:nvSpPr>
        <p:spPr bwMode="auto">
          <a:xfrm>
            <a:off x="1760538" y="1595438"/>
            <a:ext cx="444500" cy="106363"/>
          </a:xfrm>
          <a:custGeom>
            <a:avLst/>
            <a:gdLst>
              <a:gd name="T0" fmla="*/ 105 w 105"/>
              <a:gd name="T1" fmla="*/ 12 h 25"/>
              <a:gd name="T2" fmla="*/ 93 w 105"/>
              <a:gd name="T3" fmla="*/ 25 h 25"/>
              <a:gd name="T4" fmla="*/ 12 w 105"/>
              <a:gd name="T5" fmla="*/ 25 h 25"/>
              <a:gd name="T6" fmla="*/ 0 w 105"/>
              <a:gd name="T7" fmla="*/ 12 h 25"/>
              <a:gd name="T8" fmla="*/ 12 w 105"/>
              <a:gd name="T9" fmla="*/ 0 h 25"/>
              <a:gd name="T10" fmla="*/ 93 w 105"/>
              <a:gd name="T11" fmla="*/ 0 h 25"/>
              <a:gd name="T12" fmla="*/ 105 w 105"/>
              <a:gd name="T13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5" h="25">
                <a:moveTo>
                  <a:pt x="105" y="12"/>
                </a:moveTo>
                <a:cubicBezTo>
                  <a:pt x="105" y="19"/>
                  <a:pt x="100" y="25"/>
                  <a:pt x="93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5" y="25"/>
                  <a:pt x="0" y="19"/>
                  <a:pt x="0" y="12"/>
                </a:cubicBezTo>
                <a:cubicBezTo>
                  <a:pt x="0" y="6"/>
                  <a:pt x="5" y="0"/>
                  <a:pt x="12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0" y="0"/>
                  <a:pt x="105" y="6"/>
                  <a:pt x="105" y="1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6" name="Freeform 161"/>
          <p:cNvSpPr>
            <a:spLocks/>
          </p:cNvSpPr>
          <p:nvPr/>
        </p:nvSpPr>
        <p:spPr bwMode="auto">
          <a:xfrm>
            <a:off x="1739900" y="1554163"/>
            <a:ext cx="76200" cy="195263"/>
          </a:xfrm>
          <a:custGeom>
            <a:avLst/>
            <a:gdLst>
              <a:gd name="T0" fmla="*/ 48 w 48"/>
              <a:gd name="T1" fmla="*/ 101 h 123"/>
              <a:gd name="T2" fmla="*/ 0 w 48"/>
              <a:gd name="T3" fmla="*/ 123 h 123"/>
              <a:gd name="T4" fmla="*/ 0 w 48"/>
              <a:gd name="T5" fmla="*/ 0 h 123"/>
              <a:gd name="T6" fmla="*/ 48 w 48"/>
              <a:gd name="T7" fmla="*/ 21 h 123"/>
              <a:gd name="T8" fmla="*/ 48 w 48"/>
              <a:gd name="T9" fmla="*/ 10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123">
                <a:moveTo>
                  <a:pt x="48" y="101"/>
                </a:moveTo>
                <a:lnTo>
                  <a:pt x="0" y="123"/>
                </a:lnTo>
                <a:lnTo>
                  <a:pt x="0" y="0"/>
                </a:lnTo>
                <a:lnTo>
                  <a:pt x="48" y="21"/>
                </a:lnTo>
                <a:lnTo>
                  <a:pt x="48" y="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7" name="Freeform 162"/>
          <p:cNvSpPr>
            <a:spLocks/>
          </p:cNvSpPr>
          <p:nvPr/>
        </p:nvSpPr>
        <p:spPr bwMode="auto">
          <a:xfrm>
            <a:off x="1925638" y="1460501"/>
            <a:ext cx="131763" cy="134938"/>
          </a:xfrm>
          <a:custGeom>
            <a:avLst/>
            <a:gdLst>
              <a:gd name="T0" fmla="*/ 29 w 83"/>
              <a:gd name="T1" fmla="*/ 0 h 85"/>
              <a:gd name="T2" fmla="*/ 19 w 83"/>
              <a:gd name="T3" fmla="*/ 0 h 85"/>
              <a:gd name="T4" fmla="*/ 19 w 83"/>
              <a:gd name="T5" fmla="*/ 43 h 85"/>
              <a:gd name="T6" fmla="*/ 0 w 83"/>
              <a:gd name="T7" fmla="*/ 43 h 85"/>
              <a:gd name="T8" fmla="*/ 0 w 83"/>
              <a:gd name="T9" fmla="*/ 61 h 85"/>
              <a:gd name="T10" fmla="*/ 8 w 83"/>
              <a:gd name="T11" fmla="*/ 61 h 85"/>
              <a:gd name="T12" fmla="*/ 8 w 83"/>
              <a:gd name="T13" fmla="*/ 85 h 85"/>
              <a:gd name="T14" fmla="*/ 75 w 83"/>
              <a:gd name="T15" fmla="*/ 85 h 85"/>
              <a:gd name="T16" fmla="*/ 75 w 83"/>
              <a:gd name="T17" fmla="*/ 75 h 85"/>
              <a:gd name="T18" fmla="*/ 56 w 83"/>
              <a:gd name="T19" fmla="*/ 75 h 85"/>
              <a:gd name="T20" fmla="*/ 56 w 83"/>
              <a:gd name="T21" fmla="*/ 69 h 85"/>
              <a:gd name="T22" fmla="*/ 75 w 83"/>
              <a:gd name="T23" fmla="*/ 69 h 85"/>
              <a:gd name="T24" fmla="*/ 75 w 83"/>
              <a:gd name="T25" fmla="*/ 61 h 85"/>
              <a:gd name="T26" fmla="*/ 83 w 83"/>
              <a:gd name="T27" fmla="*/ 61 h 85"/>
              <a:gd name="T28" fmla="*/ 83 w 83"/>
              <a:gd name="T29" fmla="*/ 43 h 85"/>
              <a:gd name="T30" fmla="*/ 48 w 83"/>
              <a:gd name="T31" fmla="*/ 43 h 85"/>
              <a:gd name="T32" fmla="*/ 48 w 83"/>
              <a:gd name="T33" fmla="*/ 21 h 85"/>
              <a:gd name="T34" fmla="*/ 35 w 83"/>
              <a:gd name="T35" fmla="*/ 21 h 85"/>
              <a:gd name="T36" fmla="*/ 35 w 83"/>
              <a:gd name="T37" fmla="*/ 43 h 85"/>
              <a:gd name="T38" fmla="*/ 29 w 83"/>
              <a:gd name="T39" fmla="*/ 43 h 85"/>
              <a:gd name="T40" fmla="*/ 29 w 83"/>
              <a:gd name="T41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3" h="85">
                <a:moveTo>
                  <a:pt x="29" y="0"/>
                </a:moveTo>
                <a:lnTo>
                  <a:pt x="19" y="0"/>
                </a:lnTo>
                <a:lnTo>
                  <a:pt x="19" y="43"/>
                </a:lnTo>
                <a:lnTo>
                  <a:pt x="0" y="43"/>
                </a:lnTo>
                <a:lnTo>
                  <a:pt x="0" y="61"/>
                </a:lnTo>
                <a:lnTo>
                  <a:pt x="8" y="61"/>
                </a:lnTo>
                <a:lnTo>
                  <a:pt x="8" y="85"/>
                </a:lnTo>
                <a:lnTo>
                  <a:pt x="75" y="85"/>
                </a:lnTo>
                <a:lnTo>
                  <a:pt x="75" y="75"/>
                </a:lnTo>
                <a:lnTo>
                  <a:pt x="56" y="75"/>
                </a:lnTo>
                <a:lnTo>
                  <a:pt x="56" y="69"/>
                </a:lnTo>
                <a:lnTo>
                  <a:pt x="75" y="69"/>
                </a:lnTo>
                <a:lnTo>
                  <a:pt x="75" y="61"/>
                </a:lnTo>
                <a:lnTo>
                  <a:pt x="83" y="61"/>
                </a:lnTo>
                <a:lnTo>
                  <a:pt x="83" y="43"/>
                </a:lnTo>
                <a:lnTo>
                  <a:pt x="48" y="43"/>
                </a:lnTo>
                <a:lnTo>
                  <a:pt x="48" y="21"/>
                </a:lnTo>
                <a:lnTo>
                  <a:pt x="35" y="21"/>
                </a:lnTo>
                <a:lnTo>
                  <a:pt x="35" y="43"/>
                </a:lnTo>
                <a:lnTo>
                  <a:pt x="29" y="43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8" name="Freeform 163"/>
          <p:cNvSpPr>
            <a:spLocks/>
          </p:cNvSpPr>
          <p:nvPr/>
        </p:nvSpPr>
        <p:spPr bwMode="auto">
          <a:xfrm>
            <a:off x="1925638" y="1460501"/>
            <a:ext cx="131763" cy="134938"/>
          </a:xfrm>
          <a:custGeom>
            <a:avLst/>
            <a:gdLst>
              <a:gd name="T0" fmla="*/ 29 w 83"/>
              <a:gd name="T1" fmla="*/ 0 h 85"/>
              <a:gd name="T2" fmla="*/ 19 w 83"/>
              <a:gd name="T3" fmla="*/ 0 h 85"/>
              <a:gd name="T4" fmla="*/ 19 w 83"/>
              <a:gd name="T5" fmla="*/ 43 h 85"/>
              <a:gd name="T6" fmla="*/ 0 w 83"/>
              <a:gd name="T7" fmla="*/ 43 h 85"/>
              <a:gd name="T8" fmla="*/ 0 w 83"/>
              <a:gd name="T9" fmla="*/ 61 h 85"/>
              <a:gd name="T10" fmla="*/ 8 w 83"/>
              <a:gd name="T11" fmla="*/ 61 h 85"/>
              <a:gd name="T12" fmla="*/ 8 w 83"/>
              <a:gd name="T13" fmla="*/ 85 h 85"/>
              <a:gd name="T14" fmla="*/ 75 w 83"/>
              <a:gd name="T15" fmla="*/ 85 h 85"/>
              <a:gd name="T16" fmla="*/ 75 w 83"/>
              <a:gd name="T17" fmla="*/ 75 h 85"/>
              <a:gd name="T18" fmla="*/ 56 w 83"/>
              <a:gd name="T19" fmla="*/ 75 h 85"/>
              <a:gd name="T20" fmla="*/ 56 w 83"/>
              <a:gd name="T21" fmla="*/ 69 h 85"/>
              <a:gd name="T22" fmla="*/ 75 w 83"/>
              <a:gd name="T23" fmla="*/ 69 h 85"/>
              <a:gd name="T24" fmla="*/ 75 w 83"/>
              <a:gd name="T25" fmla="*/ 61 h 85"/>
              <a:gd name="T26" fmla="*/ 83 w 83"/>
              <a:gd name="T27" fmla="*/ 61 h 85"/>
              <a:gd name="T28" fmla="*/ 83 w 83"/>
              <a:gd name="T29" fmla="*/ 43 h 85"/>
              <a:gd name="T30" fmla="*/ 48 w 83"/>
              <a:gd name="T31" fmla="*/ 43 h 85"/>
              <a:gd name="T32" fmla="*/ 48 w 83"/>
              <a:gd name="T33" fmla="*/ 21 h 85"/>
              <a:gd name="T34" fmla="*/ 35 w 83"/>
              <a:gd name="T35" fmla="*/ 21 h 85"/>
              <a:gd name="T36" fmla="*/ 35 w 83"/>
              <a:gd name="T37" fmla="*/ 43 h 85"/>
              <a:gd name="T38" fmla="*/ 29 w 83"/>
              <a:gd name="T39" fmla="*/ 43 h 85"/>
              <a:gd name="T40" fmla="*/ 29 w 83"/>
              <a:gd name="T41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3" h="85">
                <a:moveTo>
                  <a:pt x="29" y="0"/>
                </a:moveTo>
                <a:lnTo>
                  <a:pt x="19" y="0"/>
                </a:lnTo>
                <a:lnTo>
                  <a:pt x="19" y="43"/>
                </a:lnTo>
                <a:lnTo>
                  <a:pt x="0" y="43"/>
                </a:lnTo>
                <a:lnTo>
                  <a:pt x="0" y="61"/>
                </a:lnTo>
                <a:lnTo>
                  <a:pt x="8" y="61"/>
                </a:lnTo>
                <a:lnTo>
                  <a:pt x="8" y="85"/>
                </a:lnTo>
                <a:lnTo>
                  <a:pt x="75" y="85"/>
                </a:lnTo>
                <a:lnTo>
                  <a:pt x="75" y="75"/>
                </a:lnTo>
                <a:lnTo>
                  <a:pt x="56" y="75"/>
                </a:lnTo>
                <a:lnTo>
                  <a:pt x="56" y="69"/>
                </a:lnTo>
                <a:lnTo>
                  <a:pt x="75" y="69"/>
                </a:lnTo>
                <a:lnTo>
                  <a:pt x="75" y="61"/>
                </a:lnTo>
                <a:lnTo>
                  <a:pt x="83" y="61"/>
                </a:lnTo>
                <a:lnTo>
                  <a:pt x="83" y="43"/>
                </a:lnTo>
                <a:lnTo>
                  <a:pt x="48" y="43"/>
                </a:lnTo>
                <a:lnTo>
                  <a:pt x="48" y="21"/>
                </a:lnTo>
                <a:lnTo>
                  <a:pt x="35" y="21"/>
                </a:lnTo>
                <a:lnTo>
                  <a:pt x="35" y="43"/>
                </a:lnTo>
                <a:lnTo>
                  <a:pt x="29" y="43"/>
                </a:lnTo>
                <a:lnTo>
                  <a:pt x="2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9" name="Rectangle 164"/>
          <p:cNvSpPr>
            <a:spLocks noChangeArrowheads="1"/>
          </p:cNvSpPr>
          <p:nvPr/>
        </p:nvSpPr>
        <p:spPr bwMode="auto">
          <a:xfrm>
            <a:off x="1938338" y="1595438"/>
            <a:ext cx="1063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0" name="Rectangle 165"/>
          <p:cNvSpPr>
            <a:spLocks noChangeArrowheads="1"/>
          </p:cNvSpPr>
          <p:nvPr/>
        </p:nvSpPr>
        <p:spPr bwMode="auto">
          <a:xfrm>
            <a:off x="1938338" y="1595438"/>
            <a:ext cx="1063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1" name="Freeform 166"/>
          <p:cNvSpPr>
            <a:spLocks/>
          </p:cNvSpPr>
          <p:nvPr/>
        </p:nvSpPr>
        <p:spPr bwMode="auto">
          <a:xfrm>
            <a:off x="1717675" y="1630363"/>
            <a:ext cx="80963" cy="46038"/>
          </a:xfrm>
          <a:custGeom>
            <a:avLst/>
            <a:gdLst>
              <a:gd name="T0" fmla="*/ 51 w 51"/>
              <a:gd name="T1" fmla="*/ 29 h 29"/>
              <a:gd name="T2" fmla="*/ 0 w 51"/>
              <a:gd name="T3" fmla="*/ 29 h 29"/>
              <a:gd name="T4" fmla="*/ 22 w 51"/>
              <a:gd name="T5" fmla="*/ 0 h 29"/>
              <a:gd name="T6" fmla="*/ 51 w 51"/>
              <a:gd name="T7" fmla="*/ 0 h 29"/>
              <a:gd name="T8" fmla="*/ 51 w 51"/>
              <a:gd name="T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" h="29">
                <a:moveTo>
                  <a:pt x="51" y="29"/>
                </a:moveTo>
                <a:lnTo>
                  <a:pt x="0" y="29"/>
                </a:lnTo>
                <a:lnTo>
                  <a:pt x="22" y="0"/>
                </a:lnTo>
                <a:lnTo>
                  <a:pt x="51" y="0"/>
                </a:lnTo>
                <a:lnTo>
                  <a:pt x="51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2" name="Freeform 167"/>
          <p:cNvSpPr>
            <a:spLocks/>
          </p:cNvSpPr>
          <p:nvPr/>
        </p:nvSpPr>
        <p:spPr bwMode="auto">
          <a:xfrm>
            <a:off x="1717675" y="1604963"/>
            <a:ext cx="80963" cy="46038"/>
          </a:xfrm>
          <a:custGeom>
            <a:avLst/>
            <a:gdLst>
              <a:gd name="T0" fmla="*/ 51 w 51"/>
              <a:gd name="T1" fmla="*/ 0 h 29"/>
              <a:gd name="T2" fmla="*/ 0 w 51"/>
              <a:gd name="T3" fmla="*/ 0 h 29"/>
              <a:gd name="T4" fmla="*/ 22 w 51"/>
              <a:gd name="T5" fmla="*/ 29 h 29"/>
              <a:gd name="T6" fmla="*/ 51 w 51"/>
              <a:gd name="T7" fmla="*/ 29 h 29"/>
              <a:gd name="T8" fmla="*/ 51 w 51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" h="29">
                <a:moveTo>
                  <a:pt x="51" y="0"/>
                </a:moveTo>
                <a:lnTo>
                  <a:pt x="0" y="0"/>
                </a:lnTo>
                <a:lnTo>
                  <a:pt x="22" y="29"/>
                </a:lnTo>
                <a:lnTo>
                  <a:pt x="51" y="29"/>
                </a:lnTo>
                <a:lnTo>
                  <a:pt x="5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3" name="Freeform 168"/>
          <p:cNvSpPr>
            <a:spLocks/>
          </p:cNvSpPr>
          <p:nvPr/>
        </p:nvSpPr>
        <p:spPr bwMode="auto">
          <a:xfrm>
            <a:off x="2620963" y="1422401"/>
            <a:ext cx="296863" cy="258763"/>
          </a:xfrm>
          <a:custGeom>
            <a:avLst/>
            <a:gdLst>
              <a:gd name="T0" fmla="*/ 69 w 70"/>
              <a:gd name="T1" fmla="*/ 14 h 61"/>
              <a:gd name="T2" fmla="*/ 56 w 70"/>
              <a:gd name="T3" fmla="*/ 1 h 61"/>
              <a:gd name="T4" fmla="*/ 52 w 70"/>
              <a:gd name="T5" fmla="*/ 1 h 61"/>
              <a:gd name="T6" fmla="*/ 52 w 70"/>
              <a:gd name="T7" fmla="*/ 4 h 61"/>
              <a:gd name="T8" fmla="*/ 0 w 70"/>
              <a:gd name="T9" fmla="*/ 44 h 61"/>
              <a:gd name="T10" fmla="*/ 16 w 70"/>
              <a:gd name="T11" fmla="*/ 60 h 61"/>
              <a:gd name="T12" fmla="*/ 23 w 70"/>
              <a:gd name="T13" fmla="*/ 58 h 61"/>
              <a:gd name="T14" fmla="*/ 33 w 70"/>
              <a:gd name="T15" fmla="*/ 61 h 61"/>
              <a:gd name="T16" fmla="*/ 66 w 70"/>
              <a:gd name="T17" fmla="*/ 18 h 61"/>
              <a:gd name="T18" fmla="*/ 69 w 70"/>
              <a:gd name="T19" fmla="*/ 18 h 61"/>
              <a:gd name="T20" fmla="*/ 69 w 70"/>
              <a:gd name="T21" fmla="*/ 1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0" h="61">
                <a:moveTo>
                  <a:pt x="69" y="14"/>
                </a:move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3" y="0"/>
                  <a:pt x="52" y="1"/>
                </a:cubicBezTo>
                <a:cubicBezTo>
                  <a:pt x="51" y="2"/>
                  <a:pt x="51" y="3"/>
                  <a:pt x="52" y="4"/>
                </a:cubicBezTo>
                <a:cubicBezTo>
                  <a:pt x="0" y="44"/>
                  <a:pt x="0" y="44"/>
                  <a:pt x="0" y="44"/>
                </a:cubicBezTo>
                <a:cubicBezTo>
                  <a:pt x="16" y="60"/>
                  <a:pt x="16" y="60"/>
                  <a:pt x="16" y="60"/>
                </a:cubicBezTo>
                <a:cubicBezTo>
                  <a:pt x="18" y="59"/>
                  <a:pt x="21" y="58"/>
                  <a:pt x="23" y="58"/>
                </a:cubicBezTo>
                <a:cubicBezTo>
                  <a:pt x="27" y="58"/>
                  <a:pt x="30" y="60"/>
                  <a:pt x="33" y="61"/>
                </a:cubicBezTo>
                <a:cubicBezTo>
                  <a:pt x="66" y="18"/>
                  <a:pt x="66" y="18"/>
                  <a:pt x="66" y="18"/>
                </a:cubicBezTo>
                <a:cubicBezTo>
                  <a:pt x="67" y="19"/>
                  <a:pt x="68" y="19"/>
                  <a:pt x="69" y="18"/>
                </a:cubicBezTo>
                <a:cubicBezTo>
                  <a:pt x="70" y="17"/>
                  <a:pt x="70" y="15"/>
                  <a:pt x="69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4" name="Freeform 169"/>
          <p:cNvSpPr>
            <a:spLocks/>
          </p:cNvSpPr>
          <p:nvPr/>
        </p:nvSpPr>
        <p:spPr bwMode="auto">
          <a:xfrm>
            <a:off x="2460625" y="1612901"/>
            <a:ext cx="220663" cy="165100"/>
          </a:xfrm>
          <a:custGeom>
            <a:avLst/>
            <a:gdLst>
              <a:gd name="T0" fmla="*/ 52 w 52"/>
              <a:gd name="T1" fmla="*/ 16 h 39"/>
              <a:gd name="T2" fmla="*/ 36 w 52"/>
              <a:gd name="T3" fmla="*/ 0 h 39"/>
              <a:gd name="T4" fmla="*/ 35 w 52"/>
              <a:gd name="T5" fmla="*/ 1 h 39"/>
              <a:gd name="T6" fmla="*/ 23 w 52"/>
              <a:gd name="T7" fmla="*/ 19 h 39"/>
              <a:gd name="T8" fmla="*/ 28 w 52"/>
              <a:gd name="T9" fmla="*/ 32 h 39"/>
              <a:gd name="T10" fmla="*/ 12 w 52"/>
              <a:gd name="T11" fmla="*/ 31 h 39"/>
              <a:gd name="T12" fmla="*/ 3 w 52"/>
              <a:gd name="T13" fmla="*/ 13 h 39"/>
              <a:gd name="T14" fmla="*/ 0 w 52"/>
              <a:gd name="T15" fmla="*/ 13 h 39"/>
              <a:gd name="T16" fmla="*/ 11 w 52"/>
              <a:gd name="T17" fmla="*/ 33 h 39"/>
              <a:gd name="T18" fmla="*/ 21 w 52"/>
              <a:gd name="T19" fmla="*/ 36 h 39"/>
              <a:gd name="T20" fmla="*/ 30 w 52"/>
              <a:gd name="T21" fmla="*/ 35 h 39"/>
              <a:gd name="T22" fmla="*/ 29 w 52"/>
              <a:gd name="T23" fmla="*/ 33 h 39"/>
              <a:gd name="T24" fmla="*/ 44 w 52"/>
              <a:gd name="T25" fmla="*/ 39 h 39"/>
              <a:gd name="T26" fmla="*/ 45 w 52"/>
              <a:gd name="T27" fmla="*/ 39 h 39"/>
              <a:gd name="T28" fmla="*/ 43 w 52"/>
              <a:gd name="T29" fmla="*/ 31 h 39"/>
              <a:gd name="T30" fmla="*/ 52 w 52"/>
              <a:gd name="T31" fmla="*/ 16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2" h="39">
                <a:moveTo>
                  <a:pt x="52" y="16"/>
                </a:moveTo>
                <a:cubicBezTo>
                  <a:pt x="36" y="0"/>
                  <a:pt x="36" y="0"/>
                  <a:pt x="36" y="0"/>
                </a:cubicBezTo>
                <a:cubicBezTo>
                  <a:pt x="35" y="1"/>
                  <a:pt x="35" y="1"/>
                  <a:pt x="35" y="1"/>
                </a:cubicBezTo>
                <a:cubicBezTo>
                  <a:pt x="28" y="4"/>
                  <a:pt x="23" y="11"/>
                  <a:pt x="23" y="19"/>
                </a:cubicBezTo>
                <a:cubicBezTo>
                  <a:pt x="23" y="24"/>
                  <a:pt x="25" y="29"/>
                  <a:pt x="28" y="32"/>
                </a:cubicBezTo>
                <a:cubicBezTo>
                  <a:pt x="22" y="34"/>
                  <a:pt x="17" y="33"/>
                  <a:pt x="12" y="31"/>
                </a:cubicBezTo>
                <a:cubicBezTo>
                  <a:pt x="4" y="25"/>
                  <a:pt x="3" y="13"/>
                  <a:pt x="3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4"/>
                  <a:pt x="2" y="27"/>
                  <a:pt x="11" y="33"/>
                </a:cubicBezTo>
                <a:cubicBezTo>
                  <a:pt x="14" y="35"/>
                  <a:pt x="17" y="36"/>
                  <a:pt x="21" y="36"/>
                </a:cubicBezTo>
                <a:cubicBezTo>
                  <a:pt x="24" y="36"/>
                  <a:pt x="27" y="36"/>
                  <a:pt x="30" y="35"/>
                </a:cubicBezTo>
                <a:cubicBezTo>
                  <a:pt x="29" y="33"/>
                  <a:pt x="29" y="33"/>
                  <a:pt x="29" y="33"/>
                </a:cubicBezTo>
                <a:cubicBezTo>
                  <a:pt x="33" y="37"/>
                  <a:pt x="38" y="39"/>
                  <a:pt x="44" y="39"/>
                </a:cubicBezTo>
                <a:cubicBezTo>
                  <a:pt x="44" y="39"/>
                  <a:pt x="45" y="39"/>
                  <a:pt x="45" y="39"/>
                </a:cubicBezTo>
                <a:cubicBezTo>
                  <a:pt x="44" y="37"/>
                  <a:pt x="43" y="34"/>
                  <a:pt x="43" y="31"/>
                </a:cubicBezTo>
                <a:cubicBezTo>
                  <a:pt x="43" y="25"/>
                  <a:pt x="47" y="19"/>
                  <a:pt x="52" y="1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5" name="Rectangle 170"/>
          <p:cNvSpPr>
            <a:spLocks noChangeArrowheads="1"/>
          </p:cNvSpPr>
          <p:nvPr/>
        </p:nvSpPr>
        <p:spPr bwMode="auto">
          <a:xfrm>
            <a:off x="2425700" y="1668463"/>
            <a:ext cx="22225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6" name="Rectangle 171"/>
          <p:cNvSpPr>
            <a:spLocks noChangeArrowheads="1"/>
          </p:cNvSpPr>
          <p:nvPr/>
        </p:nvSpPr>
        <p:spPr bwMode="auto">
          <a:xfrm>
            <a:off x="2425700" y="1668463"/>
            <a:ext cx="22225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7" name="Freeform 172"/>
          <p:cNvSpPr>
            <a:spLocks/>
          </p:cNvSpPr>
          <p:nvPr/>
        </p:nvSpPr>
        <p:spPr bwMode="auto">
          <a:xfrm>
            <a:off x="2435225" y="1638301"/>
            <a:ext cx="25400" cy="25400"/>
          </a:xfrm>
          <a:custGeom>
            <a:avLst/>
            <a:gdLst>
              <a:gd name="T0" fmla="*/ 5 w 16"/>
              <a:gd name="T1" fmla="*/ 0 h 16"/>
              <a:gd name="T2" fmla="*/ 0 w 16"/>
              <a:gd name="T3" fmla="*/ 5 h 16"/>
              <a:gd name="T4" fmla="*/ 10 w 16"/>
              <a:gd name="T5" fmla="*/ 16 h 16"/>
              <a:gd name="T6" fmla="*/ 16 w 16"/>
              <a:gd name="T7" fmla="*/ 11 h 16"/>
              <a:gd name="T8" fmla="*/ 5 w 16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5" y="0"/>
                </a:moveTo>
                <a:lnTo>
                  <a:pt x="0" y="5"/>
                </a:lnTo>
                <a:lnTo>
                  <a:pt x="10" y="16"/>
                </a:lnTo>
                <a:lnTo>
                  <a:pt x="16" y="11"/>
                </a:lnTo>
                <a:lnTo>
                  <a:pt x="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8" name="Freeform 173"/>
          <p:cNvSpPr>
            <a:spLocks/>
          </p:cNvSpPr>
          <p:nvPr/>
        </p:nvSpPr>
        <p:spPr bwMode="auto">
          <a:xfrm>
            <a:off x="2435225" y="1638301"/>
            <a:ext cx="25400" cy="25400"/>
          </a:xfrm>
          <a:custGeom>
            <a:avLst/>
            <a:gdLst>
              <a:gd name="T0" fmla="*/ 5 w 16"/>
              <a:gd name="T1" fmla="*/ 0 h 16"/>
              <a:gd name="T2" fmla="*/ 0 w 16"/>
              <a:gd name="T3" fmla="*/ 5 h 16"/>
              <a:gd name="T4" fmla="*/ 10 w 16"/>
              <a:gd name="T5" fmla="*/ 16 h 16"/>
              <a:gd name="T6" fmla="*/ 16 w 16"/>
              <a:gd name="T7" fmla="*/ 11 h 16"/>
              <a:gd name="T8" fmla="*/ 5 w 16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5" y="0"/>
                </a:moveTo>
                <a:lnTo>
                  <a:pt x="0" y="5"/>
                </a:lnTo>
                <a:lnTo>
                  <a:pt x="10" y="16"/>
                </a:lnTo>
                <a:lnTo>
                  <a:pt x="16" y="11"/>
                </a:lnTo>
                <a:lnTo>
                  <a:pt x="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9" name="Rectangle 174"/>
          <p:cNvSpPr>
            <a:spLocks noChangeArrowheads="1"/>
          </p:cNvSpPr>
          <p:nvPr/>
        </p:nvSpPr>
        <p:spPr bwMode="auto">
          <a:xfrm>
            <a:off x="2463800" y="1630363"/>
            <a:ext cx="127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0" name="Rectangle 175"/>
          <p:cNvSpPr>
            <a:spLocks noChangeArrowheads="1"/>
          </p:cNvSpPr>
          <p:nvPr/>
        </p:nvSpPr>
        <p:spPr bwMode="auto">
          <a:xfrm>
            <a:off x="2463800" y="1630363"/>
            <a:ext cx="127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1" name="Freeform 176"/>
          <p:cNvSpPr>
            <a:spLocks/>
          </p:cNvSpPr>
          <p:nvPr/>
        </p:nvSpPr>
        <p:spPr bwMode="auto">
          <a:xfrm>
            <a:off x="2476500" y="1643063"/>
            <a:ext cx="25400" cy="25400"/>
          </a:xfrm>
          <a:custGeom>
            <a:avLst/>
            <a:gdLst>
              <a:gd name="T0" fmla="*/ 11 w 16"/>
              <a:gd name="T1" fmla="*/ 0 h 16"/>
              <a:gd name="T2" fmla="*/ 0 w 16"/>
              <a:gd name="T3" fmla="*/ 11 h 16"/>
              <a:gd name="T4" fmla="*/ 6 w 16"/>
              <a:gd name="T5" fmla="*/ 16 h 16"/>
              <a:gd name="T6" fmla="*/ 16 w 16"/>
              <a:gd name="T7" fmla="*/ 5 h 16"/>
              <a:gd name="T8" fmla="*/ 11 w 16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11" y="0"/>
                </a:moveTo>
                <a:lnTo>
                  <a:pt x="0" y="11"/>
                </a:lnTo>
                <a:lnTo>
                  <a:pt x="6" y="16"/>
                </a:lnTo>
                <a:lnTo>
                  <a:pt x="16" y="5"/>
                </a:lnTo>
                <a:lnTo>
                  <a:pt x="1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2" name="Freeform 177"/>
          <p:cNvSpPr>
            <a:spLocks/>
          </p:cNvSpPr>
          <p:nvPr/>
        </p:nvSpPr>
        <p:spPr bwMode="auto">
          <a:xfrm>
            <a:off x="2476500" y="1643063"/>
            <a:ext cx="25400" cy="25400"/>
          </a:xfrm>
          <a:custGeom>
            <a:avLst/>
            <a:gdLst>
              <a:gd name="T0" fmla="*/ 11 w 16"/>
              <a:gd name="T1" fmla="*/ 0 h 16"/>
              <a:gd name="T2" fmla="*/ 0 w 16"/>
              <a:gd name="T3" fmla="*/ 11 h 16"/>
              <a:gd name="T4" fmla="*/ 6 w 16"/>
              <a:gd name="T5" fmla="*/ 16 h 16"/>
              <a:gd name="T6" fmla="*/ 16 w 16"/>
              <a:gd name="T7" fmla="*/ 5 h 16"/>
              <a:gd name="T8" fmla="*/ 11 w 16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6">
                <a:moveTo>
                  <a:pt x="11" y="0"/>
                </a:moveTo>
                <a:lnTo>
                  <a:pt x="0" y="11"/>
                </a:lnTo>
                <a:lnTo>
                  <a:pt x="6" y="16"/>
                </a:lnTo>
                <a:lnTo>
                  <a:pt x="16" y="5"/>
                </a:lnTo>
                <a:lnTo>
                  <a:pt x="1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3" name="Freeform 178"/>
          <p:cNvSpPr>
            <a:spLocks noEditPoints="1"/>
          </p:cNvSpPr>
          <p:nvPr/>
        </p:nvSpPr>
        <p:spPr bwMode="auto">
          <a:xfrm>
            <a:off x="2651125" y="1681163"/>
            <a:ext cx="144463" cy="144463"/>
          </a:xfrm>
          <a:custGeom>
            <a:avLst/>
            <a:gdLst>
              <a:gd name="T0" fmla="*/ 17 w 34"/>
              <a:gd name="T1" fmla="*/ 34 h 34"/>
              <a:gd name="T2" fmla="*/ 0 w 34"/>
              <a:gd name="T3" fmla="*/ 17 h 34"/>
              <a:gd name="T4" fmla="*/ 17 w 34"/>
              <a:gd name="T5" fmla="*/ 0 h 34"/>
              <a:gd name="T6" fmla="*/ 34 w 34"/>
              <a:gd name="T7" fmla="*/ 17 h 34"/>
              <a:gd name="T8" fmla="*/ 17 w 34"/>
              <a:gd name="T9" fmla="*/ 34 h 34"/>
              <a:gd name="T10" fmla="*/ 17 w 34"/>
              <a:gd name="T11" fmla="*/ 11 h 34"/>
              <a:gd name="T12" fmla="*/ 11 w 34"/>
              <a:gd name="T13" fmla="*/ 17 h 34"/>
              <a:gd name="T14" fmla="*/ 17 w 34"/>
              <a:gd name="T15" fmla="*/ 23 h 34"/>
              <a:gd name="T16" fmla="*/ 23 w 34"/>
              <a:gd name="T17" fmla="*/ 17 h 34"/>
              <a:gd name="T18" fmla="*/ 17 w 34"/>
              <a:gd name="T19" fmla="*/ 1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34"/>
                </a:moveTo>
                <a:cubicBezTo>
                  <a:pt x="8" y="34"/>
                  <a:pt x="0" y="26"/>
                  <a:pt x="0" y="17"/>
                </a:cubicBezTo>
                <a:cubicBezTo>
                  <a:pt x="0" y="8"/>
                  <a:pt x="8" y="0"/>
                  <a:pt x="17" y="0"/>
                </a:cubicBezTo>
                <a:cubicBezTo>
                  <a:pt x="26" y="0"/>
                  <a:pt x="34" y="8"/>
                  <a:pt x="34" y="17"/>
                </a:cubicBezTo>
                <a:cubicBezTo>
                  <a:pt x="34" y="26"/>
                  <a:pt x="26" y="34"/>
                  <a:pt x="17" y="34"/>
                </a:cubicBezTo>
                <a:close/>
                <a:moveTo>
                  <a:pt x="17" y="11"/>
                </a:moveTo>
                <a:cubicBezTo>
                  <a:pt x="14" y="11"/>
                  <a:pt x="11" y="14"/>
                  <a:pt x="11" y="17"/>
                </a:cubicBezTo>
                <a:cubicBezTo>
                  <a:pt x="11" y="20"/>
                  <a:pt x="14" y="23"/>
                  <a:pt x="17" y="23"/>
                </a:cubicBezTo>
                <a:cubicBezTo>
                  <a:pt x="20" y="23"/>
                  <a:pt x="23" y="20"/>
                  <a:pt x="23" y="17"/>
                </a:cubicBezTo>
                <a:cubicBezTo>
                  <a:pt x="23" y="14"/>
                  <a:pt x="20" y="11"/>
                  <a:pt x="17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4" name="Freeform 179"/>
          <p:cNvSpPr>
            <a:spLocks/>
          </p:cNvSpPr>
          <p:nvPr/>
        </p:nvSpPr>
        <p:spPr bwMode="auto">
          <a:xfrm>
            <a:off x="3171825" y="1450976"/>
            <a:ext cx="174625" cy="255588"/>
          </a:xfrm>
          <a:custGeom>
            <a:avLst/>
            <a:gdLst>
              <a:gd name="T0" fmla="*/ 110 w 110"/>
              <a:gd name="T1" fmla="*/ 46 h 161"/>
              <a:gd name="T2" fmla="*/ 54 w 110"/>
              <a:gd name="T3" fmla="*/ 0 h 161"/>
              <a:gd name="T4" fmla="*/ 30 w 110"/>
              <a:gd name="T5" fmla="*/ 0 h 161"/>
              <a:gd name="T6" fmla="*/ 30 w 110"/>
              <a:gd name="T7" fmla="*/ 86 h 161"/>
              <a:gd name="T8" fmla="*/ 0 w 110"/>
              <a:gd name="T9" fmla="*/ 99 h 161"/>
              <a:gd name="T10" fmla="*/ 0 w 110"/>
              <a:gd name="T11" fmla="*/ 161 h 161"/>
              <a:gd name="T12" fmla="*/ 110 w 110"/>
              <a:gd name="T13" fmla="*/ 161 h 161"/>
              <a:gd name="T14" fmla="*/ 110 w 110"/>
              <a:gd name="T15" fmla="*/ 4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61">
                <a:moveTo>
                  <a:pt x="110" y="46"/>
                </a:moveTo>
                <a:lnTo>
                  <a:pt x="54" y="0"/>
                </a:lnTo>
                <a:lnTo>
                  <a:pt x="30" y="0"/>
                </a:lnTo>
                <a:lnTo>
                  <a:pt x="30" y="86"/>
                </a:lnTo>
                <a:lnTo>
                  <a:pt x="0" y="99"/>
                </a:lnTo>
                <a:lnTo>
                  <a:pt x="0" y="161"/>
                </a:lnTo>
                <a:lnTo>
                  <a:pt x="110" y="161"/>
                </a:lnTo>
                <a:lnTo>
                  <a:pt x="110" y="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5" name="Freeform 180"/>
          <p:cNvSpPr>
            <a:spLocks/>
          </p:cNvSpPr>
          <p:nvPr/>
        </p:nvSpPr>
        <p:spPr bwMode="auto">
          <a:xfrm>
            <a:off x="3171825" y="1739901"/>
            <a:ext cx="174625" cy="68263"/>
          </a:xfrm>
          <a:custGeom>
            <a:avLst/>
            <a:gdLst>
              <a:gd name="T0" fmla="*/ 110 w 110"/>
              <a:gd name="T1" fmla="*/ 0 h 43"/>
              <a:gd name="T2" fmla="*/ 0 w 110"/>
              <a:gd name="T3" fmla="*/ 0 h 43"/>
              <a:gd name="T4" fmla="*/ 0 w 110"/>
              <a:gd name="T5" fmla="*/ 43 h 43"/>
              <a:gd name="T6" fmla="*/ 30 w 110"/>
              <a:gd name="T7" fmla="*/ 43 h 43"/>
              <a:gd name="T8" fmla="*/ 67 w 110"/>
              <a:gd name="T9" fmla="*/ 43 h 43"/>
              <a:gd name="T10" fmla="*/ 110 w 110"/>
              <a:gd name="T11" fmla="*/ 43 h 43"/>
              <a:gd name="T12" fmla="*/ 110 w 110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43">
                <a:moveTo>
                  <a:pt x="110" y="0"/>
                </a:moveTo>
                <a:lnTo>
                  <a:pt x="0" y="0"/>
                </a:lnTo>
                <a:lnTo>
                  <a:pt x="0" y="43"/>
                </a:lnTo>
                <a:lnTo>
                  <a:pt x="30" y="43"/>
                </a:lnTo>
                <a:lnTo>
                  <a:pt x="67" y="43"/>
                </a:lnTo>
                <a:lnTo>
                  <a:pt x="110" y="43"/>
                </a:lnTo>
                <a:lnTo>
                  <a:pt x="1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6" name="Freeform 181"/>
          <p:cNvSpPr>
            <a:spLocks/>
          </p:cNvSpPr>
          <p:nvPr/>
        </p:nvSpPr>
        <p:spPr bwMode="auto">
          <a:xfrm>
            <a:off x="3171825" y="1739901"/>
            <a:ext cx="174625" cy="68263"/>
          </a:xfrm>
          <a:custGeom>
            <a:avLst/>
            <a:gdLst>
              <a:gd name="T0" fmla="*/ 110 w 110"/>
              <a:gd name="T1" fmla="*/ 0 h 43"/>
              <a:gd name="T2" fmla="*/ 0 w 110"/>
              <a:gd name="T3" fmla="*/ 0 h 43"/>
              <a:gd name="T4" fmla="*/ 0 w 110"/>
              <a:gd name="T5" fmla="*/ 43 h 43"/>
              <a:gd name="T6" fmla="*/ 30 w 110"/>
              <a:gd name="T7" fmla="*/ 43 h 43"/>
              <a:gd name="T8" fmla="*/ 67 w 110"/>
              <a:gd name="T9" fmla="*/ 43 h 43"/>
              <a:gd name="T10" fmla="*/ 110 w 110"/>
              <a:gd name="T11" fmla="*/ 43 h 43"/>
              <a:gd name="T12" fmla="*/ 110 w 110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43">
                <a:moveTo>
                  <a:pt x="110" y="0"/>
                </a:moveTo>
                <a:lnTo>
                  <a:pt x="0" y="0"/>
                </a:lnTo>
                <a:lnTo>
                  <a:pt x="0" y="43"/>
                </a:lnTo>
                <a:lnTo>
                  <a:pt x="30" y="43"/>
                </a:lnTo>
                <a:lnTo>
                  <a:pt x="67" y="43"/>
                </a:lnTo>
                <a:lnTo>
                  <a:pt x="110" y="43"/>
                </a:lnTo>
                <a:lnTo>
                  <a:pt x="11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7" name="Freeform 182"/>
          <p:cNvSpPr>
            <a:spLocks/>
          </p:cNvSpPr>
          <p:nvPr/>
        </p:nvSpPr>
        <p:spPr bwMode="auto">
          <a:xfrm>
            <a:off x="3371850" y="1739901"/>
            <a:ext cx="174625" cy="68263"/>
          </a:xfrm>
          <a:custGeom>
            <a:avLst/>
            <a:gdLst>
              <a:gd name="T0" fmla="*/ 110 w 110"/>
              <a:gd name="T1" fmla="*/ 0 h 43"/>
              <a:gd name="T2" fmla="*/ 0 w 110"/>
              <a:gd name="T3" fmla="*/ 0 h 43"/>
              <a:gd name="T4" fmla="*/ 0 w 110"/>
              <a:gd name="T5" fmla="*/ 43 h 43"/>
              <a:gd name="T6" fmla="*/ 43 w 110"/>
              <a:gd name="T7" fmla="*/ 43 h 43"/>
              <a:gd name="T8" fmla="*/ 80 w 110"/>
              <a:gd name="T9" fmla="*/ 43 h 43"/>
              <a:gd name="T10" fmla="*/ 110 w 110"/>
              <a:gd name="T11" fmla="*/ 43 h 43"/>
              <a:gd name="T12" fmla="*/ 110 w 110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43">
                <a:moveTo>
                  <a:pt x="110" y="0"/>
                </a:moveTo>
                <a:lnTo>
                  <a:pt x="0" y="0"/>
                </a:lnTo>
                <a:lnTo>
                  <a:pt x="0" y="43"/>
                </a:lnTo>
                <a:lnTo>
                  <a:pt x="43" y="43"/>
                </a:lnTo>
                <a:lnTo>
                  <a:pt x="80" y="43"/>
                </a:lnTo>
                <a:lnTo>
                  <a:pt x="110" y="43"/>
                </a:lnTo>
                <a:lnTo>
                  <a:pt x="1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8" name="Freeform 183"/>
          <p:cNvSpPr>
            <a:spLocks/>
          </p:cNvSpPr>
          <p:nvPr/>
        </p:nvSpPr>
        <p:spPr bwMode="auto">
          <a:xfrm>
            <a:off x="3371850" y="1739901"/>
            <a:ext cx="174625" cy="68263"/>
          </a:xfrm>
          <a:custGeom>
            <a:avLst/>
            <a:gdLst>
              <a:gd name="T0" fmla="*/ 110 w 110"/>
              <a:gd name="T1" fmla="*/ 0 h 43"/>
              <a:gd name="T2" fmla="*/ 0 w 110"/>
              <a:gd name="T3" fmla="*/ 0 h 43"/>
              <a:gd name="T4" fmla="*/ 0 w 110"/>
              <a:gd name="T5" fmla="*/ 43 h 43"/>
              <a:gd name="T6" fmla="*/ 43 w 110"/>
              <a:gd name="T7" fmla="*/ 43 h 43"/>
              <a:gd name="T8" fmla="*/ 80 w 110"/>
              <a:gd name="T9" fmla="*/ 43 h 43"/>
              <a:gd name="T10" fmla="*/ 110 w 110"/>
              <a:gd name="T11" fmla="*/ 43 h 43"/>
              <a:gd name="T12" fmla="*/ 110 w 110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43">
                <a:moveTo>
                  <a:pt x="110" y="0"/>
                </a:moveTo>
                <a:lnTo>
                  <a:pt x="0" y="0"/>
                </a:lnTo>
                <a:lnTo>
                  <a:pt x="0" y="43"/>
                </a:lnTo>
                <a:lnTo>
                  <a:pt x="43" y="43"/>
                </a:lnTo>
                <a:lnTo>
                  <a:pt x="80" y="43"/>
                </a:lnTo>
                <a:lnTo>
                  <a:pt x="110" y="43"/>
                </a:lnTo>
                <a:lnTo>
                  <a:pt x="11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9" name="Freeform 184"/>
          <p:cNvSpPr>
            <a:spLocks/>
          </p:cNvSpPr>
          <p:nvPr/>
        </p:nvSpPr>
        <p:spPr bwMode="auto">
          <a:xfrm>
            <a:off x="3371850" y="1447801"/>
            <a:ext cx="174625" cy="258763"/>
          </a:xfrm>
          <a:custGeom>
            <a:avLst/>
            <a:gdLst>
              <a:gd name="T0" fmla="*/ 110 w 110"/>
              <a:gd name="T1" fmla="*/ 101 h 163"/>
              <a:gd name="T2" fmla="*/ 80 w 110"/>
              <a:gd name="T3" fmla="*/ 88 h 163"/>
              <a:gd name="T4" fmla="*/ 80 w 110"/>
              <a:gd name="T5" fmla="*/ 0 h 163"/>
              <a:gd name="T6" fmla="*/ 56 w 110"/>
              <a:gd name="T7" fmla="*/ 0 h 163"/>
              <a:gd name="T8" fmla="*/ 0 w 110"/>
              <a:gd name="T9" fmla="*/ 48 h 163"/>
              <a:gd name="T10" fmla="*/ 0 w 110"/>
              <a:gd name="T11" fmla="*/ 163 h 163"/>
              <a:gd name="T12" fmla="*/ 110 w 110"/>
              <a:gd name="T13" fmla="*/ 163 h 163"/>
              <a:gd name="T14" fmla="*/ 110 w 110"/>
              <a:gd name="T15" fmla="*/ 10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63">
                <a:moveTo>
                  <a:pt x="110" y="101"/>
                </a:moveTo>
                <a:lnTo>
                  <a:pt x="80" y="88"/>
                </a:lnTo>
                <a:lnTo>
                  <a:pt x="80" y="0"/>
                </a:lnTo>
                <a:lnTo>
                  <a:pt x="56" y="0"/>
                </a:lnTo>
                <a:lnTo>
                  <a:pt x="0" y="48"/>
                </a:lnTo>
                <a:lnTo>
                  <a:pt x="0" y="163"/>
                </a:lnTo>
                <a:lnTo>
                  <a:pt x="110" y="163"/>
                </a:lnTo>
                <a:lnTo>
                  <a:pt x="110" y="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0" name="Rectangle 185"/>
          <p:cNvSpPr>
            <a:spLocks noChangeArrowheads="1"/>
          </p:cNvSpPr>
          <p:nvPr/>
        </p:nvSpPr>
        <p:spPr bwMode="auto">
          <a:xfrm>
            <a:off x="3346450" y="1706563"/>
            <a:ext cx="25400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1" name="Rectangle 186"/>
          <p:cNvSpPr>
            <a:spLocks noChangeArrowheads="1"/>
          </p:cNvSpPr>
          <p:nvPr/>
        </p:nvSpPr>
        <p:spPr bwMode="auto">
          <a:xfrm>
            <a:off x="3308350" y="1719263"/>
            <a:ext cx="106363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2" name="Freeform 187"/>
          <p:cNvSpPr>
            <a:spLocks noEditPoints="1"/>
          </p:cNvSpPr>
          <p:nvPr/>
        </p:nvSpPr>
        <p:spPr bwMode="auto">
          <a:xfrm>
            <a:off x="3795713" y="1587501"/>
            <a:ext cx="212725" cy="230188"/>
          </a:xfrm>
          <a:custGeom>
            <a:avLst/>
            <a:gdLst>
              <a:gd name="T0" fmla="*/ 40 w 50"/>
              <a:gd name="T1" fmla="*/ 13 h 54"/>
              <a:gd name="T2" fmla="*/ 40 w 50"/>
              <a:gd name="T3" fmla="*/ 0 h 54"/>
              <a:gd name="T4" fmla="*/ 9 w 50"/>
              <a:gd name="T5" fmla="*/ 0 h 54"/>
              <a:gd name="T6" fmla="*/ 9 w 50"/>
              <a:gd name="T7" fmla="*/ 13 h 54"/>
              <a:gd name="T8" fmla="*/ 0 w 50"/>
              <a:gd name="T9" fmla="*/ 31 h 54"/>
              <a:gd name="T10" fmla="*/ 25 w 50"/>
              <a:gd name="T11" fmla="*/ 54 h 54"/>
              <a:gd name="T12" fmla="*/ 50 w 50"/>
              <a:gd name="T13" fmla="*/ 31 h 54"/>
              <a:gd name="T14" fmla="*/ 40 w 50"/>
              <a:gd name="T15" fmla="*/ 13 h 54"/>
              <a:gd name="T16" fmla="*/ 25 w 50"/>
              <a:gd name="T17" fmla="*/ 44 h 54"/>
              <a:gd name="T18" fmla="*/ 9 w 50"/>
              <a:gd name="T19" fmla="*/ 31 h 54"/>
              <a:gd name="T20" fmla="*/ 25 w 50"/>
              <a:gd name="T21" fmla="*/ 18 h 54"/>
              <a:gd name="T22" fmla="*/ 40 w 50"/>
              <a:gd name="T23" fmla="*/ 31 h 54"/>
              <a:gd name="T24" fmla="*/ 25 w 50"/>
              <a:gd name="T25" fmla="*/ 4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0" h="54">
                <a:moveTo>
                  <a:pt x="40" y="13"/>
                </a:moveTo>
                <a:cubicBezTo>
                  <a:pt x="40" y="0"/>
                  <a:pt x="40" y="0"/>
                  <a:pt x="40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13"/>
                  <a:pt x="9" y="13"/>
                  <a:pt x="9" y="13"/>
                </a:cubicBezTo>
                <a:cubicBezTo>
                  <a:pt x="3" y="18"/>
                  <a:pt x="0" y="24"/>
                  <a:pt x="0" y="31"/>
                </a:cubicBezTo>
                <a:cubicBezTo>
                  <a:pt x="0" y="43"/>
                  <a:pt x="11" y="54"/>
                  <a:pt x="25" y="54"/>
                </a:cubicBezTo>
                <a:cubicBezTo>
                  <a:pt x="38" y="54"/>
                  <a:pt x="50" y="43"/>
                  <a:pt x="50" y="31"/>
                </a:cubicBezTo>
                <a:cubicBezTo>
                  <a:pt x="50" y="24"/>
                  <a:pt x="46" y="18"/>
                  <a:pt x="40" y="13"/>
                </a:cubicBezTo>
                <a:close/>
                <a:moveTo>
                  <a:pt x="25" y="44"/>
                </a:moveTo>
                <a:cubicBezTo>
                  <a:pt x="16" y="44"/>
                  <a:pt x="9" y="38"/>
                  <a:pt x="9" y="31"/>
                </a:cubicBezTo>
                <a:cubicBezTo>
                  <a:pt x="9" y="24"/>
                  <a:pt x="16" y="18"/>
                  <a:pt x="25" y="18"/>
                </a:cubicBezTo>
                <a:cubicBezTo>
                  <a:pt x="33" y="18"/>
                  <a:pt x="40" y="24"/>
                  <a:pt x="40" y="31"/>
                </a:cubicBezTo>
                <a:cubicBezTo>
                  <a:pt x="40" y="38"/>
                  <a:pt x="33" y="44"/>
                  <a:pt x="25" y="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3" name="Freeform 188"/>
          <p:cNvSpPr>
            <a:spLocks noEditPoints="1"/>
          </p:cNvSpPr>
          <p:nvPr/>
        </p:nvSpPr>
        <p:spPr bwMode="auto">
          <a:xfrm>
            <a:off x="4008438" y="1460501"/>
            <a:ext cx="249238" cy="254000"/>
          </a:xfrm>
          <a:custGeom>
            <a:avLst/>
            <a:gdLst>
              <a:gd name="T0" fmla="*/ 31 w 59"/>
              <a:gd name="T1" fmla="*/ 10 h 60"/>
              <a:gd name="T2" fmla="*/ 22 w 59"/>
              <a:gd name="T3" fmla="*/ 0 h 60"/>
              <a:gd name="T4" fmla="*/ 0 w 59"/>
              <a:gd name="T5" fmla="*/ 23 h 60"/>
              <a:gd name="T6" fmla="*/ 9 w 59"/>
              <a:gd name="T7" fmla="*/ 32 h 60"/>
              <a:gd name="T8" fmla="*/ 15 w 59"/>
              <a:gd name="T9" fmla="*/ 51 h 60"/>
              <a:gd name="T10" fmla="*/ 49 w 59"/>
              <a:gd name="T11" fmla="*/ 49 h 60"/>
              <a:gd name="T12" fmla="*/ 50 w 59"/>
              <a:gd name="T13" fmla="*/ 15 h 60"/>
              <a:gd name="T14" fmla="*/ 31 w 59"/>
              <a:gd name="T15" fmla="*/ 10 h 60"/>
              <a:gd name="T16" fmla="*/ 42 w 59"/>
              <a:gd name="T17" fmla="*/ 43 h 60"/>
              <a:gd name="T18" fmla="*/ 21 w 59"/>
              <a:gd name="T19" fmla="*/ 44 h 60"/>
              <a:gd name="T20" fmla="*/ 23 w 59"/>
              <a:gd name="T21" fmla="*/ 24 h 60"/>
              <a:gd name="T22" fmla="*/ 44 w 59"/>
              <a:gd name="T23" fmla="*/ 22 h 60"/>
              <a:gd name="T24" fmla="*/ 42 w 59"/>
              <a:gd name="T25" fmla="*/ 43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9" h="60">
                <a:moveTo>
                  <a:pt x="31" y="10"/>
                </a:moveTo>
                <a:cubicBezTo>
                  <a:pt x="22" y="0"/>
                  <a:pt x="22" y="0"/>
                  <a:pt x="22" y="0"/>
                </a:cubicBezTo>
                <a:cubicBezTo>
                  <a:pt x="0" y="23"/>
                  <a:pt x="0" y="23"/>
                  <a:pt x="0" y="23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9"/>
                  <a:pt x="10" y="46"/>
                  <a:pt x="15" y="51"/>
                </a:cubicBezTo>
                <a:cubicBezTo>
                  <a:pt x="24" y="60"/>
                  <a:pt x="39" y="59"/>
                  <a:pt x="49" y="49"/>
                </a:cubicBezTo>
                <a:cubicBezTo>
                  <a:pt x="58" y="39"/>
                  <a:pt x="59" y="24"/>
                  <a:pt x="50" y="15"/>
                </a:cubicBezTo>
                <a:cubicBezTo>
                  <a:pt x="45" y="10"/>
                  <a:pt x="38" y="8"/>
                  <a:pt x="31" y="10"/>
                </a:cubicBezTo>
                <a:close/>
                <a:moveTo>
                  <a:pt x="42" y="43"/>
                </a:moveTo>
                <a:cubicBezTo>
                  <a:pt x="36" y="49"/>
                  <a:pt x="27" y="49"/>
                  <a:pt x="21" y="44"/>
                </a:cubicBezTo>
                <a:cubicBezTo>
                  <a:pt x="16" y="39"/>
                  <a:pt x="17" y="30"/>
                  <a:pt x="23" y="24"/>
                </a:cubicBezTo>
                <a:cubicBezTo>
                  <a:pt x="29" y="18"/>
                  <a:pt x="39" y="17"/>
                  <a:pt x="44" y="22"/>
                </a:cubicBezTo>
                <a:cubicBezTo>
                  <a:pt x="49" y="27"/>
                  <a:pt x="48" y="36"/>
                  <a:pt x="42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4" name="Freeform 189"/>
          <p:cNvSpPr>
            <a:spLocks/>
          </p:cNvSpPr>
          <p:nvPr/>
        </p:nvSpPr>
        <p:spPr bwMode="auto">
          <a:xfrm>
            <a:off x="3884613" y="1604963"/>
            <a:ext cx="12700" cy="3175"/>
          </a:xfrm>
          <a:custGeom>
            <a:avLst/>
            <a:gdLst>
              <a:gd name="T0" fmla="*/ 0 w 3"/>
              <a:gd name="T1" fmla="*/ 1 h 1"/>
              <a:gd name="T2" fmla="*/ 0 w 3"/>
              <a:gd name="T3" fmla="*/ 0 h 1"/>
              <a:gd name="T4" fmla="*/ 3 w 3"/>
              <a:gd name="T5" fmla="*/ 0 h 1"/>
              <a:gd name="T6" fmla="*/ 3 w 3"/>
              <a:gd name="T7" fmla="*/ 0 h 1"/>
              <a:gd name="T8" fmla="*/ 0 w 3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5" name="Freeform 190"/>
          <p:cNvSpPr>
            <a:spLocks noEditPoints="1"/>
          </p:cNvSpPr>
          <p:nvPr/>
        </p:nvSpPr>
        <p:spPr bwMode="auto">
          <a:xfrm>
            <a:off x="3884613" y="1493838"/>
            <a:ext cx="182563" cy="101600"/>
          </a:xfrm>
          <a:custGeom>
            <a:avLst/>
            <a:gdLst>
              <a:gd name="T0" fmla="*/ 0 w 43"/>
              <a:gd name="T1" fmla="*/ 24 h 24"/>
              <a:gd name="T2" fmla="*/ 3 w 43"/>
              <a:gd name="T3" fmla="*/ 23 h 24"/>
              <a:gd name="T4" fmla="*/ 4 w 43"/>
              <a:gd name="T5" fmla="*/ 21 h 24"/>
              <a:gd name="T6" fmla="*/ 1 w 43"/>
              <a:gd name="T7" fmla="*/ 19 h 24"/>
              <a:gd name="T8" fmla="*/ 4 w 43"/>
              <a:gd name="T9" fmla="*/ 21 h 24"/>
              <a:gd name="T10" fmla="*/ 1 w 43"/>
              <a:gd name="T11" fmla="*/ 18 h 24"/>
              <a:gd name="T12" fmla="*/ 5 w 43"/>
              <a:gd name="T13" fmla="*/ 17 h 24"/>
              <a:gd name="T14" fmla="*/ 5 w 43"/>
              <a:gd name="T15" fmla="*/ 16 h 24"/>
              <a:gd name="T16" fmla="*/ 3 w 43"/>
              <a:gd name="T17" fmla="*/ 13 h 24"/>
              <a:gd name="T18" fmla="*/ 5 w 43"/>
              <a:gd name="T19" fmla="*/ 16 h 24"/>
              <a:gd name="T20" fmla="*/ 4 w 43"/>
              <a:gd name="T21" fmla="*/ 12 h 24"/>
              <a:gd name="T22" fmla="*/ 8 w 43"/>
              <a:gd name="T23" fmla="*/ 12 h 24"/>
              <a:gd name="T24" fmla="*/ 8 w 43"/>
              <a:gd name="T25" fmla="*/ 11 h 24"/>
              <a:gd name="T26" fmla="*/ 7 w 43"/>
              <a:gd name="T27" fmla="*/ 8 h 24"/>
              <a:gd name="T28" fmla="*/ 8 w 43"/>
              <a:gd name="T29" fmla="*/ 11 h 24"/>
              <a:gd name="T30" fmla="*/ 8 w 43"/>
              <a:gd name="T31" fmla="*/ 7 h 24"/>
              <a:gd name="T32" fmla="*/ 12 w 43"/>
              <a:gd name="T33" fmla="*/ 8 h 24"/>
              <a:gd name="T34" fmla="*/ 13 w 43"/>
              <a:gd name="T35" fmla="*/ 7 h 24"/>
              <a:gd name="T36" fmla="*/ 12 w 43"/>
              <a:gd name="T37" fmla="*/ 4 h 24"/>
              <a:gd name="T38" fmla="*/ 13 w 43"/>
              <a:gd name="T39" fmla="*/ 7 h 24"/>
              <a:gd name="T40" fmla="*/ 14 w 43"/>
              <a:gd name="T41" fmla="*/ 3 h 24"/>
              <a:gd name="T42" fmla="*/ 16 w 43"/>
              <a:gd name="T43" fmla="*/ 5 h 24"/>
              <a:gd name="T44" fmla="*/ 18 w 43"/>
              <a:gd name="T45" fmla="*/ 5 h 24"/>
              <a:gd name="T46" fmla="*/ 18 w 43"/>
              <a:gd name="T47" fmla="*/ 1 h 24"/>
              <a:gd name="T48" fmla="*/ 18 w 43"/>
              <a:gd name="T49" fmla="*/ 5 h 24"/>
              <a:gd name="T50" fmla="*/ 41 w 43"/>
              <a:gd name="T51" fmla="*/ 4 h 24"/>
              <a:gd name="T52" fmla="*/ 43 w 43"/>
              <a:gd name="T53" fmla="*/ 1 h 24"/>
              <a:gd name="T54" fmla="*/ 21 w 43"/>
              <a:gd name="T55" fmla="*/ 4 h 24"/>
              <a:gd name="T56" fmla="*/ 21 w 43"/>
              <a:gd name="T57" fmla="*/ 1 h 24"/>
              <a:gd name="T58" fmla="*/ 21 w 43"/>
              <a:gd name="T59" fmla="*/ 4 h 24"/>
              <a:gd name="T60" fmla="*/ 38 w 43"/>
              <a:gd name="T61" fmla="*/ 4 h 24"/>
              <a:gd name="T62" fmla="*/ 40 w 43"/>
              <a:gd name="T63" fmla="*/ 1 h 24"/>
              <a:gd name="T64" fmla="*/ 23 w 43"/>
              <a:gd name="T65" fmla="*/ 4 h 24"/>
              <a:gd name="T66" fmla="*/ 25 w 43"/>
              <a:gd name="T67" fmla="*/ 0 h 24"/>
              <a:gd name="T68" fmla="*/ 23 w 43"/>
              <a:gd name="T69" fmla="*/ 4 h 24"/>
              <a:gd name="T70" fmla="*/ 35 w 43"/>
              <a:gd name="T71" fmla="*/ 3 h 24"/>
              <a:gd name="T72" fmla="*/ 37 w 43"/>
              <a:gd name="T73" fmla="*/ 0 h 24"/>
              <a:gd name="T74" fmla="*/ 34 w 43"/>
              <a:gd name="T75" fmla="*/ 3 h 24"/>
              <a:gd name="T76" fmla="*/ 32 w 43"/>
              <a:gd name="T77" fmla="*/ 0 h 24"/>
              <a:gd name="T78" fmla="*/ 34 w 43"/>
              <a:gd name="T79" fmla="*/ 3 h 24"/>
              <a:gd name="T80" fmla="*/ 26 w 43"/>
              <a:gd name="T81" fmla="*/ 0 h 24"/>
              <a:gd name="T82" fmla="*/ 28 w 43"/>
              <a:gd name="T83" fmla="*/ 3 h 24"/>
              <a:gd name="T84" fmla="*/ 31 w 43"/>
              <a:gd name="T85" fmla="*/ 3 h 24"/>
              <a:gd name="T86" fmla="*/ 29 w 43"/>
              <a:gd name="T87" fmla="*/ 3 h 24"/>
              <a:gd name="T88" fmla="*/ 30 w 43"/>
              <a:gd name="T89" fmla="*/ 0 h 24"/>
              <a:gd name="T90" fmla="*/ 31 w 43"/>
              <a:gd name="T91" fmla="*/ 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3" h="24">
                <a:moveTo>
                  <a:pt x="3" y="24"/>
                </a:move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4"/>
                  <a:pt x="3" y="24"/>
                </a:cubicBezTo>
                <a:close/>
                <a:moveTo>
                  <a:pt x="4" y="21"/>
                </a:moveTo>
                <a:cubicBezTo>
                  <a:pt x="1" y="21"/>
                  <a:pt x="1" y="21"/>
                  <a:pt x="1" y="21"/>
                </a:cubicBezTo>
                <a:cubicBezTo>
                  <a:pt x="1" y="20"/>
                  <a:pt x="1" y="20"/>
                  <a:pt x="1" y="19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1"/>
                  <a:pt x="4" y="21"/>
                  <a:pt x="4" y="21"/>
                </a:cubicBezTo>
                <a:close/>
                <a:moveTo>
                  <a:pt x="4" y="19"/>
                </a:moveTo>
                <a:cubicBezTo>
                  <a:pt x="1" y="18"/>
                  <a:pt x="1" y="18"/>
                  <a:pt x="1" y="18"/>
                </a:cubicBezTo>
                <a:cubicBezTo>
                  <a:pt x="2" y="17"/>
                  <a:pt x="2" y="17"/>
                  <a:pt x="2" y="16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8"/>
                  <a:pt x="4" y="19"/>
                </a:cubicBezTo>
                <a:close/>
                <a:moveTo>
                  <a:pt x="5" y="16"/>
                </a:moveTo>
                <a:cubicBezTo>
                  <a:pt x="3" y="15"/>
                  <a:pt x="3" y="15"/>
                  <a:pt x="3" y="15"/>
                </a:cubicBezTo>
                <a:cubicBezTo>
                  <a:pt x="3" y="14"/>
                  <a:pt x="3" y="14"/>
                  <a:pt x="3" y="13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6"/>
                  <a:pt x="5" y="16"/>
                </a:cubicBezTo>
                <a:close/>
                <a:moveTo>
                  <a:pt x="7" y="13"/>
                </a:move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1"/>
                  <a:pt x="5" y="10"/>
                </a:cubicBezTo>
                <a:cubicBezTo>
                  <a:pt x="8" y="12"/>
                  <a:pt x="8" y="12"/>
                  <a:pt x="8" y="12"/>
                </a:cubicBezTo>
                <a:cubicBezTo>
                  <a:pt x="7" y="13"/>
                  <a:pt x="7" y="13"/>
                  <a:pt x="7" y="13"/>
                </a:cubicBezTo>
                <a:close/>
                <a:moveTo>
                  <a:pt x="8" y="11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7" y="8"/>
                  <a:pt x="7" y="8"/>
                </a:cubicBezTo>
                <a:cubicBezTo>
                  <a:pt x="9" y="10"/>
                  <a:pt x="9" y="10"/>
                  <a:pt x="9" y="10"/>
                </a:cubicBezTo>
                <a:lnTo>
                  <a:pt x="8" y="11"/>
                </a:lnTo>
                <a:close/>
                <a:moveTo>
                  <a:pt x="10" y="9"/>
                </a:moveTo>
                <a:cubicBezTo>
                  <a:pt x="8" y="7"/>
                  <a:pt x="8" y="7"/>
                  <a:pt x="8" y="7"/>
                </a:cubicBezTo>
                <a:cubicBezTo>
                  <a:pt x="9" y="6"/>
                  <a:pt x="9" y="6"/>
                  <a:pt x="10" y="6"/>
                </a:cubicBezTo>
                <a:cubicBezTo>
                  <a:pt x="12" y="8"/>
                  <a:pt x="12" y="8"/>
                  <a:pt x="12" y="8"/>
                </a:cubicBezTo>
                <a:cubicBezTo>
                  <a:pt x="11" y="9"/>
                  <a:pt x="11" y="9"/>
                  <a:pt x="10" y="9"/>
                </a:cubicBezTo>
                <a:close/>
                <a:moveTo>
                  <a:pt x="13" y="7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2" y="4"/>
                  <a:pt x="12" y="4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3" y="7"/>
                  <a:pt x="13" y="7"/>
                </a:cubicBezTo>
                <a:close/>
                <a:moveTo>
                  <a:pt x="15" y="6"/>
                </a:move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6"/>
                  <a:pt x="16" y="6"/>
                  <a:pt x="15" y="6"/>
                </a:cubicBezTo>
                <a:close/>
                <a:moveTo>
                  <a:pt x="18" y="5"/>
                </a:move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8" y="2"/>
                  <a:pt x="18" y="1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5"/>
                  <a:pt x="18" y="5"/>
                  <a:pt x="18" y="5"/>
                </a:cubicBezTo>
                <a:close/>
                <a:moveTo>
                  <a:pt x="43" y="4"/>
                </a:moveTo>
                <a:cubicBezTo>
                  <a:pt x="41" y="4"/>
                  <a:pt x="41" y="4"/>
                  <a:pt x="41" y="4"/>
                </a:cubicBezTo>
                <a:cubicBezTo>
                  <a:pt x="42" y="1"/>
                  <a:pt x="42" y="1"/>
                  <a:pt x="42" y="1"/>
                </a:cubicBezTo>
                <a:cubicBezTo>
                  <a:pt x="43" y="1"/>
                  <a:pt x="43" y="1"/>
                  <a:pt x="43" y="1"/>
                </a:cubicBezTo>
                <a:lnTo>
                  <a:pt x="43" y="4"/>
                </a:lnTo>
                <a:close/>
                <a:moveTo>
                  <a:pt x="21" y="4"/>
                </a:move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1" y="1"/>
                  <a:pt x="21" y="1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lose/>
                <a:moveTo>
                  <a:pt x="40" y="4"/>
                </a:moveTo>
                <a:cubicBezTo>
                  <a:pt x="38" y="4"/>
                  <a:pt x="38" y="4"/>
                  <a:pt x="38" y="4"/>
                </a:cubicBezTo>
                <a:cubicBezTo>
                  <a:pt x="39" y="1"/>
                  <a:pt x="39" y="1"/>
                  <a:pt x="39" y="1"/>
                </a:cubicBezTo>
                <a:cubicBezTo>
                  <a:pt x="40" y="1"/>
                  <a:pt x="40" y="1"/>
                  <a:pt x="40" y="1"/>
                </a:cubicBezTo>
                <a:lnTo>
                  <a:pt x="40" y="4"/>
                </a:lnTo>
                <a:close/>
                <a:moveTo>
                  <a:pt x="23" y="4"/>
                </a:move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4" y="0"/>
                  <a:pt x="25" y="0"/>
                </a:cubicBezTo>
                <a:cubicBezTo>
                  <a:pt x="25" y="3"/>
                  <a:pt x="25" y="3"/>
                  <a:pt x="25" y="3"/>
                </a:cubicBezTo>
                <a:cubicBezTo>
                  <a:pt x="24" y="3"/>
                  <a:pt x="24" y="3"/>
                  <a:pt x="23" y="4"/>
                </a:cubicBezTo>
                <a:close/>
                <a:moveTo>
                  <a:pt x="37" y="3"/>
                </a:moveTo>
                <a:cubicBezTo>
                  <a:pt x="35" y="3"/>
                  <a:pt x="35" y="3"/>
                  <a:pt x="35" y="3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7" y="0"/>
                  <a:pt x="37" y="0"/>
                </a:cubicBezTo>
                <a:lnTo>
                  <a:pt x="37" y="3"/>
                </a:lnTo>
                <a:close/>
                <a:moveTo>
                  <a:pt x="34" y="3"/>
                </a:moveTo>
                <a:cubicBezTo>
                  <a:pt x="33" y="3"/>
                  <a:pt x="33" y="3"/>
                  <a:pt x="32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3" y="0"/>
                  <a:pt x="34" y="0"/>
                </a:cubicBezTo>
                <a:lnTo>
                  <a:pt x="34" y="3"/>
                </a:lnTo>
                <a:close/>
                <a:moveTo>
                  <a:pt x="26" y="3"/>
                </a:move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7" y="0"/>
                  <a:pt x="28" y="0"/>
                </a:cubicBezTo>
                <a:cubicBezTo>
                  <a:pt x="28" y="3"/>
                  <a:pt x="28" y="3"/>
                  <a:pt x="28" y="3"/>
                </a:cubicBezTo>
                <a:cubicBezTo>
                  <a:pt x="27" y="3"/>
                  <a:pt x="27" y="3"/>
                  <a:pt x="26" y="3"/>
                </a:cubicBezTo>
                <a:close/>
                <a:moveTo>
                  <a:pt x="31" y="3"/>
                </a:moveTo>
                <a:cubicBezTo>
                  <a:pt x="30" y="3"/>
                  <a:pt x="30" y="3"/>
                  <a:pt x="30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1" y="0"/>
                  <a:pt x="31" y="0"/>
                </a:cubicBezTo>
                <a:lnTo>
                  <a:pt x="31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6" name="Freeform 191"/>
          <p:cNvSpPr>
            <a:spLocks/>
          </p:cNvSpPr>
          <p:nvPr/>
        </p:nvSpPr>
        <p:spPr bwMode="auto">
          <a:xfrm>
            <a:off x="4071938" y="1503363"/>
            <a:ext cx="7938" cy="12700"/>
          </a:xfrm>
          <a:custGeom>
            <a:avLst/>
            <a:gdLst>
              <a:gd name="T0" fmla="*/ 2 w 5"/>
              <a:gd name="T1" fmla="*/ 8 h 8"/>
              <a:gd name="T2" fmla="*/ 0 w 5"/>
              <a:gd name="T3" fmla="*/ 8 h 8"/>
              <a:gd name="T4" fmla="*/ 2 w 5"/>
              <a:gd name="T5" fmla="*/ 0 h 8"/>
              <a:gd name="T6" fmla="*/ 5 w 5"/>
              <a:gd name="T7" fmla="*/ 0 h 8"/>
              <a:gd name="T8" fmla="*/ 2 w 5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8">
                <a:moveTo>
                  <a:pt x="2" y="8"/>
                </a:moveTo>
                <a:lnTo>
                  <a:pt x="0" y="8"/>
                </a:lnTo>
                <a:lnTo>
                  <a:pt x="2" y="0"/>
                </a:lnTo>
                <a:lnTo>
                  <a:pt x="5" y="0"/>
                </a:lnTo>
                <a:lnTo>
                  <a:pt x="2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" name="Freeform 212"/>
          <p:cNvSpPr>
            <a:spLocks/>
          </p:cNvSpPr>
          <p:nvPr/>
        </p:nvSpPr>
        <p:spPr bwMode="auto">
          <a:xfrm>
            <a:off x="407988" y="2236789"/>
            <a:ext cx="334963" cy="336550"/>
          </a:xfrm>
          <a:custGeom>
            <a:avLst/>
            <a:gdLst>
              <a:gd name="T0" fmla="*/ 197 w 211"/>
              <a:gd name="T1" fmla="*/ 0 h 212"/>
              <a:gd name="T2" fmla="*/ 0 w 211"/>
              <a:gd name="T3" fmla="*/ 196 h 212"/>
              <a:gd name="T4" fmla="*/ 16 w 211"/>
              <a:gd name="T5" fmla="*/ 212 h 212"/>
              <a:gd name="T6" fmla="*/ 211 w 211"/>
              <a:gd name="T7" fmla="*/ 16 h 212"/>
              <a:gd name="T8" fmla="*/ 197 w 211"/>
              <a:gd name="T9" fmla="*/ 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1" h="212">
                <a:moveTo>
                  <a:pt x="197" y="0"/>
                </a:moveTo>
                <a:lnTo>
                  <a:pt x="0" y="196"/>
                </a:lnTo>
                <a:lnTo>
                  <a:pt x="16" y="212"/>
                </a:lnTo>
                <a:lnTo>
                  <a:pt x="211" y="16"/>
                </a:lnTo>
                <a:lnTo>
                  <a:pt x="19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" name="Freeform 213"/>
          <p:cNvSpPr>
            <a:spLocks/>
          </p:cNvSpPr>
          <p:nvPr/>
        </p:nvSpPr>
        <p:spPr bwMode="auto">
          <a:xfrm>
            <a:off x="407988" y="2236789"/>
            <a:ext cx="334963" cy="336550"/>
          </a:xfrm>
          <a:custGeom>
            <a:avLst/>
            <a:gdLst>
              <a:gd name="T0" fmla="*/ 197 w 211"/>
              <a:gd name="T1" fmla="*/ 0 h 212"/>
              <a:gd name="T2" fmla="*/ 0 w 211"/>
              <a:gd name="T3" fmla="*/ 196 h 212"/>
              <a:gd name="T4" fmla="*/ 16 w 211"/>
              <a:gd name="T5" fmla="*/ 212 h 212"/>
              <a:gd name="T6" fmla="*/ 211 w 211"/>
              <a:gd name="T7" fmla="*/ 16 h 212"/>
              <a:gd name="T8" fmla="*/ 197 w 211"/>
              <a:gd name="T9" fmla="*/ 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1" h="212">
                <a:moveTo>
                  <a:pt x="197" y="0"/>
                </a:moveTo>
                <a:lnTo>
                  <a:pt x="0" y="196"/>
                </a:lnTo>
                <a:lnTo>
                  <a:pt x="16" y="212"/>
                </a:lnTo>
                <a:lnTo>
                  <a:pt x="211" y="16"/>
                </a:lnTo>
                <a:lnTo>
                  <a:pt x="19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" name="Freeform 214"/>
          <p:cNvSpPr>
            <a:spLocks/>
          </p:cNvSpPr>
          <p:nvPr/>
        </p:nvSpPr>
        <p:spPr bwMode="auto">
          <a:xfrm>
            <a:off x="496888" y="2147889"/>
            <a:ext cx="182563" cy="182563"/>
          </a:xfrm>
          <a:custGeom>
            <a:avLst/>
            <a:gdLst>
              <a:gd name="T0" fmla="*/ 33 w 43"/>
              <a:gd name="T1" fmla="*/ 0 h 43"/>
              <a:gd name="T2" fmla="*/ 13 w 43"/>
              <a:gd name="T3" fmla="*/ 13 h 43"/>
              <a:gd name="T4" fmla="*/ 0 w 43"/>
              <a:gd name="T5" fmla="*/ 33 h 43"/>
              <a:gd name="T6" fmla="*/ 2 w 43"/>
              <a:gd name="T7" fmla="*/ 33 h 43"/>
              <a:gd name="T8" fmla="*/ 26 w 43"/>
              <a:gd name="T9" fmla="*/ 43 h 43"/>
              <a:gd name="T10" fmla="*/ 43 w 43"/>
              <a:gd name="T11" fmla="*/ 26 h 43"/>
              <a:gd name="T12" fmla="*/ 33 w 43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43">
                <a:moveTo>
                  <a:pt x="33" y="0"/>
                </a:moveTo>
                <a:cubicBezTo>
                  <a:pt x="33" y="0"/>
                  <a:pt x="23" y="3"/>
                  <a:pt x="13" y="13"/>
                </a:cubicBezTo>
                <a:cubicBezTo>
                  <a:pt x="2" y="23"/>
                  <a:pt x="0" y="33"/>
                  <a:pt x="0" y="33"/>
                </a:cubicBezTo>
                <a:cubicBezTo>
                  <a:pt x="0" y="33"/>
                  <a:pt x="1" y="33"/>
                  <a:pt x="2" y="33"/>
                </a:cubicBezTo>
                <a:cubicBezTo>
                  <a:pt x="6" y="33"/>
                  <a:pt x="16" y="34"/>
                  <a:pt x="26" y="43"/>
                </a:cubicBezTo>
                <a:cubicBezTo>
                  <a:pt x="26" y="43"/>
                  <a:pt x="35" y="34"/>
                  <a:pt x="43" y="26"/>
                </a:cubicBezTo>
                <a:cubicBezTo>
                  <a:pt x="32" y="15"/>
                  <a:pt x="33" y="0"/>
                  <a:pt x="3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" name="Freeform 215"/>
          <p:cNvSpPr>
            <a:spLocks/>
          </p:cNvSpPr>
          <p:nvPr/>
        </p:nvSpPr>
        <p:spPr bwMode="auto">
          <a:xfrm>
            <a:off x="649288" y="2301876"/>
            <a:ext cx="182563" cy="182563"/>
          </a:xfrm>
          <a:custGeom>
            <a:avLst/>
            <a:gdLst>
              <a:gd name="T0" fmla="*/ 17 w 43"/>
              <a:gd name="T1" fmla="*/ 0 h 43"/>
              <a:gd name="T2" fmla="*/ 0 w 43"/>
              <a:gd name="T3" fmla="*/ 17 h 43"/>
              <a:gd name="T4" fmla="*/ 10 w 43"/>
              <a:gd name="T5" fmla="*/ 43 h 43"/>
              <a:gd name="T6" fmla="*/ 30 w 43"/>
              <a:gd name="T7" fmla="*/ 30 h 43"/>
              <a:gd name="T8" fmla="*/ 43 w 43"/>
              <a:gd name="T9" fmla="*/ 10 h 43"/>
              <a:gd name="T10" fmla="*/ 17 w 43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43">
                <a:moveTo>
                  <a:pt x="17" y="0"/>
                </a:moveTo>
                <a:cubicBezTo>
                  <a:pt x="17" y="0"/>
                  <a:pt x="7" y="9"/>
                  <a:pt x="0" y="17"/>
                </a:cubicBezTo>
                <a:cubicBezTo>
                  <a:pt x="11" y="29"/>
                  <a:pt x="10" y="43"/>
                  <a:pt x="10" y="43"/>
                </a:cubicBezTo>
                <a:cubicBezTo>
                  <a:pt x="10" y="43"/>
                  <a:pt x="20" y="41"/>
                  <a:pt x="30" y="30"/>
                </a:cubicBezTo>
                <a:cubicBezTo>
                  <a:pt x="40" y="20"/>
                  <a:pt x="43" y="10"/>
                  <a:pt x="43" y="10"/>
                </a:cubicBezTo>
                <a:cubicBezTo>
                  <a:pt x="43" y="10"/>
                  <a:pt x="29" y="12"/>
                  <a:pt x="1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" name="Rectangle 216"/>
          <p:cNvSpPr>
            <a:spLocks noChangeArrowheads="1"/>
          </p:cNvSpPr>
          <p:nvPr/>
        </p:nvSpPr>
        <p:spPr bwMode="auto">
          <a:xfrm>
            <a:off x="1106488" y="2500314"/>
            <a:ext cx="301625" cy="508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" name="Rectangle 217"/>
          <p:cNvSpPr>
            <a:spLocks noChangeArrowheads="1"/>
          </p:cNvSpPr>
          <p:nvPr/>
        </p:nvSpPr>
        <p:spPr bwMode="auto">
          <a:xfrm>
            <a:off x="1106488" y="2292351"/>
            <a:ext cx="301625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" name="Rectangle 218"/>
          <p:cNvSpPr>
            <a:spLocks noChangeArrowheads="1"/>
          </p:cNvSpPr>
          <p:nvPr/>
        </p:nvSpPr>
        <p:spPr bwMode="auto">
          <a:xfrm>
            <a:off x="1106488" y="2352676"/>
            <a:ext cx="6032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" name="Rectangle 219"/>
          <p:cNvSpPr>
            <a:spLocks noChangeArrowheads="1"/>
          </p:cNvSpPr>
          <p:nvPr/>
        </p:nvSpPr>
        <p:spPr bwMode="auto">
          <a:xfrm>
            <a:off x="1106488" y="2352676"/>
            <a:ext cx="6032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" name="Rectangle 220"/>
          <p:cNvSpPr>
            <a:spLocks noChangeArrowheads="1"/>
          </p:cNvSpPr>
          <p:nvPr/>
        </p:nvSpPr>
        <p:spPr bwMode="auto">
          <a:xfrm>
            <a:off x="1187450" y="2352676"/>
            <a:ext cx="6032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" name="Rectangle 221"/>
          <p:cNvSpPr>
            <a:spLocks noChangeArrowheads="1"/>
          </p:cNvSpPr>
          <p:nvPr/>
        </p:nvSpPr>
        <p:spPr bwMode="auto">
          <a:xfrm>
            <a:off x="1187450" y="2352676"/>
            <a:ext cx="6032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" name="Rectangle 222"/>
          <p:cNvSpPr>
            <a:spLocks noChangeArrowheads="1"/>
          </p:cNvSpPr>
          <p:nvPr/>
        </p:nvSpPr>
        <p:spPr bwMode="auto">
          <a:xfrm>
            <a:off x="1268413" y="2352676"/>
            <a:ext cx="58738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" name="Rectangle 223"/>
          <p:cNvSpPr>
            <a:spLocks noChangeArrowheads="1"/>
          </p:cNvSpPr>
          <p:nvPr/>
        </p:nvSpPr>
        <p:spPr bwMode="auto">
          <a:xfrm>
            <a:off x="1268413" y="2352676"/>
            <a:ext cx="58738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" name="Rectangle 224"/>
          <p:cNvSpPr>
            <a:spLocks noChangeArrowheads="1"/>
          </p:cNvSpPr>
          <p:nvPr/>
        </p:nvSpPr>
        <p:spPr bwMode="auto">
          <a:xfrm>
            <a:off x="1344613" y="2352676"/>
            <a:ext cx="63500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" name="Rectangle 225"/>
          <p:cNvSpPr>
            <a:spLocks noChangeArrowheads="1"/>
          </p:cNvSpPr>
          <p:nvPr/>
        </p:nvSpPr>
        <p:spPr bwMode="auto">
          <a:xfrm>
            <a:off x="1344613" y="2352676"/>
            <a:ext cx="63500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" name="Rectangle 226"/>
          <p:cNvSpPr>
            <a:spLocks noChangeArrowheads="1"/>
          </p:cNvSpPr>
          <p:nvPr/>
        </p:nvSpPr>
        <p:spPr bwMode="auto">
          <a:xfrm>
            <a:off x="1222375" y="2262189"/>
            <a:ext cx="71438" cy="42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" name="Freeform 227"/>
          <p:cNvSpPr>
            <a:spLocks noEditPoints="1"/>
          </p:cNvSpPr>
          <p:nvPr/>
        </p:nvSpPr>
        <p:spPr bwMode="auto">
          <a:xfrm>
            <a:off x="1090613" y="2147889"/>
            <a:ext cx="330200" cy="131763"/>
          </a:xfrm>
          <a:custGeom>
            <a:avLst/>
            <a:gdLst>
              <a:gd name="T0" fmla="*/ 73 w 78"/>
              <a:gd name="T1" fmla="*/ 5 h 31"/>
              <a:gd name="T2" fmla="*/ 62 w 78"/>
              <a:gd name="T3" fmla="*/ 0 h 31"/>
              <a:gd name="T4" fmla="*/ 16 w 78"/>
              <a:gd name="T5" fmla="*/ 0 h 31"/>
              <a:gd name="T6" fmla="*/ 5 w 78"/>
              <a:gd name="T7" fmla="*/ 5 h 31"/>
              <a:gd name="T8" fmla="*/ 0 w 78"/>
              <a:gd name="T9" fmla="*/ 17 h 31"/>
              <a:gd name="T10" fmla="*/ 14 w 78"/>
              <a:gd name="T11" fmla="*/ 31 h 31"/>
              <a:gd name="T12" fmla="*/ 22 w 78"/>
              <a:gd name="T13" fmla="*/ 27 h 31"/>
              <a:gd name="T14" fmla="*/ 26 w 78"/>
              <a:gd name="T15" fmla="*/ 19 h 31"/>
              <a:gd name="T16" fmla="*/ 15 w 78"/>
              <a:gd name="T17" fmla="*/ 8 h 31"/>
              <a:gd name="T18" fmla="*/ 11 w 78"/>
              <a:gd name="T19" fmla="*/ 10 h 31"/>
              <a:gd name="T20" fmla="*/ 16 w 78"/>
              <a:gd name="T21" fmla="*/ 8 h 31"/>
              <a:gd name="T22" fmla="*/ 62 w 78"/>
              <a:gd name="T23" fmla="*/ 8 h 31"/>
              <a:gd name="T24" fmla="*/ 67 w 78"/>
              <a:gd name="T25" fmla="*/ 10 h 31"/>
              <a:gd name="T26" fmla="*/ 63 w 78"/>
              <a:gd name="T27" fmla="*/ 8 h 31"/>
              <a:gd name="T28" fmla="*/ 52 w 78"/>
              <a:gd name="T29" fmla="*/ 19 h 31"/>
              <a:gd name="T30" fmla="*/ 56 w 78"/>
              <a:gd name="T31" fmla="*/ 27 h 31"/>
              <a:gd name="T32" fmla="*/ 64 w 78"/>
              <a:gd name="T33" fmla="*/ 31 h 31"/>
              <a:gd name="T34" fmla="*/ 78 w 78"/>
              <a:gd name="T35" fmla="*/ 17 h 31"/>
              <a:gd name="T36" fmla="*/ 73 w 78"/>
              <a:gd name="T37" fmla="*/ 5 h 31"/>
              <a:gd name="T38" fmla="*/ 64 w 78"/>
              <a:gd name="T39" fmla="*/ 28 h 31"/>
              <a:gd name="T40" fmla="*/ 55 w 78"/>
              <a:gd name="T41" fmla="*/ 19 h 31"/>
              <a:gd name="T42" fmla="*/ 63 w 78"/>
              <a:gd name="T43" fmla="*/ 11 h 31"/>
              <a:gd name="T44" fmla="*/ 69 w 78"/>
              <a:gd name="T45" fmla="*/ 17 h 31"/>
              <a:gd name="T46" fmla="*/ 64 w 78"/>
              <a:gd name="T47" fmla="*/ 23 h 31"/>
              <a:gd name="T48" fmla="*/ 59 w 78"/>
              <a:gd name="T49" fmla="*/ 18 h 31"/>
              <a:gd name="T50" fmla="*/ 62 w 78"/>
              <a:gd name="T51" fmla="*/ 18 h 31"/>
              <a:gd name="T52" fmla="*/ 64 w 78"/>
              <a:gd name="T53" fmla="*/ 20 h 31"/>
              <a:gd name="T54" fmla="*/ 67 w 78"/>
              <a:gd name="T55" fmla="*/ 17 h 31"/>
              <a:gd name="T56" fmla="*/ 63 w 78"/>
              <a:gd name="T57" fmla="*/ 13 h 31"/>
              <a:gd name="T58" fmla="*/ 57 w 78"/>
              <a:gd name="T59" fmla="*/ 19 h 31"/>
              <a:gd name="T60" fmla="*/ 64 w 78"/>
              <a:gd name="T61" fmla="*/ 26 h 31"/>
              <a:gd name="T62" fmla="*/ 64 w 78"/>
              <a:gd name="T63" fmla="*/ 26 h 31"/>
              <a:gd name="T64" fmla="*/ 73 w 78"/>
              <a:gd name="T65" fmla="*/ 17 h 31"/>
              <a:gd name="T66" fmla="*/ 62 w 78"/>
              <a:gd name="T67" fmla="*/ 5 h 31"/>
              <a:gd name="T68" fmla="*/ 16 w 78"/>
              <a:gd name="T69" fmla="*/ 5 h 31"/>
              <a:gd name="T70" fmla="*/ 5 w 78"/>
              <a:gd name="T71" fmla="*/ 17 h 31"/>
              <a:gd name="T72" fmla="*/ 14 w 78"/>
              <a:gd name="T73" fmla="*/ 26 h 31"/>
              <a:gd name="T74" fmla="*/ 21 w 78"/>
              <a:gd name="T75" fmla="*/ 19 h 31"/>
              <a:gd name="T76" fmla="*/ 15 w 78"/>
              <a:gd name="T77" fmla="*/ 13 h 31"/>
              <a:gd name="T78" fmla="*/ 11 w 78"/>
              <a:gd name="T79" fmla="*/ 17 h 31"/>
              <a:gd name="T80" fmla="*/ 14 w 78"/>
              <a:gd name="T81" fmla="*/ 20 h 31"/>
              <a:gd name="T82" fmla="*/ 17 w 78"/>
              <a:gd name="T83" fmla="*/ 18 h 31"/>
              <a:gd name="T84" fmla="*/ 19 w 78"/>
              <a:gd name="T85" fmla="*/ 18 h 31"/>
              <a:gd name="T86" fmla="*/ 14 w 78"/>
              <a:gd name="T87" fmla="*/ 23 h 31"/>
              <a:gd name="T88" fmla="*/ 9 w 78"/>
              <a:gd name="T89" fmla="*/ 17 h 31"/>
              <a:gd name="T90" fmla="*/ 15 w 78"/>
              <a:gd name="T91" fmla="*/ 11 h 31"/>
              <a:gd name="T92" fmla="*/ 15 w 78"/>
              <a:gd name="T93" fmla="*/ 11 h 31"/>
              <a:gd name="T94" fmla="*/ 23 w 78"/>
              <a:gd name="T95" fmla="*/ 19 h 31"/>
              <a:gd name="T96" fmla="*/ 14 w 78"/>
              <a:gd name="T97" fmla="*/ 28 h 31"/>
              <a:gd name="T98" fmla="*/ 2 w 78"/>
              <a:gd name="T99" fmla="*/ 17 h 31"/>
              <a:gd name="T100" fmla="*/ 7 w 78"/>
              <a:gd name="T101" fmla="*/ 7 h 31"/>
              <a:gd name="T102" fmla="*/ 16 w 78"/>
              <a:gd name="T103" fmla="*/ 3 h 31"/>
              <a:gd name="T104" fmla="*/ 62 w 78"/>
              <a:gd name="T105" fmla="*/ 3 h 31"/>
              <a:gd name="T106" fmla="*/ 72 w 78"/>
              <a:gd name="T107" fmla="*/ 7 h 31"/>
              <a:gd name="T108" fmla="*/ 76 w 78"/>
              <a:gd name="T109" fmla="*/ 17 h 31"/>
              <a:gd name="T110" fmla="*/ 64 w 78"/>
              <a:gd name="T111" fmla="*/ 2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8" h="31">
                <a:moveTo>
                  <a:pt x="73" y="5"/>
                </a:moveTo>
                <a:cubicBezTo>
                  <a:pt x="70" y="2"/>
                  <a:pt x="66" y="0"/>
                  <a:pt x="6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4"/>
                  <a:pt x="6" y="31"/>
                  <a:pt x="14" y="31"/>
                </a:cubicBezTo>
                <a:cubicBezTo>
                  <a:pt x="17" y="31"/>
                  <a:pt x="20" y="29"/>
                  <a:pt x="22" y="27"/>
                </a:cubicBezTo>
                <a:cubicBezTo>
                  <a:pt x="25" y="25"/>
                  <a:pt x="26" y="22"/>
                  <a:pt x="26" y="19"/>
                </a:cubicBezTo>
                <a:cubicBezTo>
                  <a:pt x="26" y="13"/>
                  <a:pt x="21" y="8"/>
                  <a:pt x="15" y="8"/>
                </a:cubicBezTo>
                <a:cubicBezTo>
                  <a:pt x="14" y="8"/>
                  <a:pt x="12" y="9"/>
                  <a:pt x="11" y="10"/>
                </a:cubicBezTo>
                <a:cubicBezTo>
                  <a:pt x="12" y="8"/>
                  <a:pt x="14" y="8"/>
                  <a:pt x="16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64" y="8"/>
                  <a:pt x="66" y="8"/>
                  <a:pt x="67" y="10"/>
                </a:cubicBezTo>
                <a:cubicBezTo>
                  <a:pt x="66" y="9"/>
                  <a:pt x="64" y="8"/>
                  <a:pt x="63" y="8"/>
                </a:cubicBezTo>
                <a:cubicBezTo>
                  <a:pt x="57" y="8"/>
                  <a:pt x="52" y="13"/>
                  <a:pt x="52" y="19"/>
                </a:cubicBezTo>
                <a:cubicBezTo>
                  <a:pt x="52" y="22"/>
                  <a:pt x="54" y="25"/>
                  <a:pt x="56" y="27"/>
                </a:cubicBezTo>
                <a:cubicBezTo>
                  <a:pt x="58" y="29"/>
                  <a:pt x="61" y="31"/>
                  <a:pt x="64" y="31"/>
                </a:cubicBezTo>
                <a:cubicBezTo>
                  <a:pt x="72" y="31"/>
                  <a:pt x="78" y="24"/>
                  <a:pt x="78" y="17"/>
                </a:cubicBezTo>
                <a:cubicBezTo>
                  <a:pt x="78" y="12"/>
                  <a:pt x="77" y="8"/>
                  <a:pt x="73" y="5"/>
                </a:cubicBezTo>
                <a:close/>
                <a:moveTo>
                  <a:pt x="64" y="28"/>
                </a:moveTo>
                <a:cubicBezTo>
                  <a:pt x="59" y="28"/>
                  <a:pt x="55" y="24"/>
                  <a:pt x="55" y="19"/>
                </a:cubicBezTo>
                <a:cubicBezTo>
                  <a:pt x="55" y="14"/>
                  <a:pt x="58" y="11"/>
                  <a:pt x="63" y="11"/>
                </a:cubicBezTo>
                <a:cubicBezTo>
                  <a:pt x="66" y="11"/>
                  <a:pt x="69" y="14"/>
                  <a:pt x="69" y="17"/>
                </a:cubicBezTo>
                <a:cubicBezTo>
                  <a:pt x="69" y="20"/>
                  <a:pt x="67" y="23"/>
                  <a:pt x="64" y="23"/>
                </a:cubicBezTo>
                <a:cubicBezTo>
                  <a:pt x="61" y="23"/>
                  <a:pt x="59" y="21"/>
                  <a:pt x="59" y="18"/>
                </a:cubicBezTo>
                <a:cubicBezTo>
                  <a:pt x="62" y="18"/>
                  <a:pt x="62" y="18"/>
                  <a:pt x="62" y="18"/>
                </a:cubicBezTo>
                <a:cubicBezTo>
                  <a:pt x="62" y="19"/>
                  <a:pt x="63" y="20"/>
                  <a:pt x="64" y="20"/>
                </a:cubicBezTo>
                <a:cubicBezTo>
                  <a:pt x="65" y="20"/>
                  <a:pt x="67" y="19"/>
                  <a:pt x="67" y="17"/>
                </a:cubicBezTo>
                <a:cubicBezTo>
                  <a:pt x="67" y="15"/>
                  <a:pt x="65" y="13"/>
                  <a:pt x="63" y="13"/>
                </a:cubicBezTo>
                <a:cubicBezTo>
                  <a:pt x="60" y="13"/>
                  <a:pt x="57" y="16"/>
                  <a:pt x="57" y="19"/>
                </a:cubicBezTo>
                <a:cubicBezTo>
                  <a:pt x="57" y="22"/>
                  <a:pt x="61" y="26"/>
                  <a:pt x="6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9" y="26"/>
                  <a:pt x="73" y="22"/>
                  <a:pt x="73" y="17"/>
                </a:cubicBezTo>
                <a:cubicBezTo>
                  <a:pt x="73" y="10"/>
                  <a:pt x="68" y="5"/>
                  <a:pt x="62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0" y="5"/>
                  <a:pt x="5" y="10"/>
                  <a:pt x="5" y="17"/>
                </a:cubicBezTo>
                <a:cubicBezTo>
                  <a:pt x="5" y="22"/>
                  <a:pt x="9" y="26"/>
                  <a:pt x="14" y="26"/>
                </a:cubicBezTo>
                <a:cubicBezTo>
                  <a:pt x="18" y="26"/>
                  <a:pt x="21" y="22"/>
                  <a:pt x="21" y="19"/>
                </a:cubicBezTo>
                <a:cubicBezTo>
                  <a:pt x="21" y="16"/>
                  <a:pt x="18" y="13"/>
                  <a:pt x="15" y="13"/>
                </a:cubicBezTo>
                <a:cubicBezTo>
                  <a:pt x="13" y="13"/>
                  <a:pt x="11" y="15"/>
                  <a:pt x="11" y="17"/>
                </a:cubicBezTo>
                <a:cubicBezTo>
                  <a:pt x="11" y="19"/>
                  <a:pt x="13" y="20"/>
                  <a:pt x="14" y="20"/>
                </a:cubicBezTo>
                <a:cubicBezTo>
                  <a:pt x="16" y="20"/>
                  <a:pt x="17" y="19"/>
                  <a:pt x="17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21"/>
                  <a:pt x="17" y="23"/>
                  <a:pt x="14" y="23"/>
                </a:cubicBezTo>
                <a:cubicBezTo>
                  <a:pt x="11" y="23"/>
                  <a:pt x="9" y="20"/>
                  <a:pt x="9" y="17"/>
                </a:cubicBezTo>
                <a:cubicBezTo>
                  <a:pt x="9" y="14"/>
                  <a:pt x="12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20" y="11"/>
                  <a:pt x="23" y="14"/>
                  <a:pt x="23" y="19"/>
                </a:cubicBezTo>
                <a:cubicBezTo>
                  <a:pt x="23" y="24"/>
                  <a:pt x="19" y="28"/>
                  <a:pt x="14" y="28"/>
                </a:cubicBezTo>
                <a:cubicBezTo>
                  <a:pt x="8" y="28"/>
                  <a:pt x="2" y="23"/>
                  <a:pt x="2" y="17"/>
                </a:cubicBezTo>
                <a:cubicBezTo>
                  <a:pt x="2" y="13"/>
                  <a:pt x="4" y="9"/>
                  <a:pt x="7" y="7"/>
                </a:cubicBezTo>
                <a:cubicBezTo>
                  <a:pt x="9" y="4"/>
                  <a:pt x="13" y="3"/>
                  <a:pt x="16" y="3"/>
                </a:cubicBezTo>
                <a:cubicBezTo>
                  <a:pt x="62" y="3"/>
                  <a:pt x="62" y="3"/>
                  <a:pt x="62" y="3"/>
                </a:cubicBezTo>
                <a:cubicBezTo>
                  <a:pt x="66" y="3"/>
                  <a:pt x="69" y="4"/>
                  <a:pt x="72" y="7"/>
                </a:cubicBezTo>
                <a:cubicBezTo>
                  <a:pt x="74" y="9"/>
                  <a:pt x="76" y="13"/>
                  <a:pt x="76" y="17"/>
                </a:cubicBezTo>
                <a:cubicBezTo>
                  <a:pt x="76" y="23"/>
                  <a:pt x="71" y="28"/>
                  <a:pt x="64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" name="Rectangle 228"/>
          <p:cNvSpPr>
            <a:spLocks noChangeArrowheads="1"/>
          </p:cNvSpPr>
          <p:nvPr/>
        </p:nvSpPr>
        <p:spPr bwMode="auto">
          <a:xfrm>
            <a:off x="1222375" y="2208214"/>
            <a:ext cx="20638" cy="714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" name="Rectangle 229"/>
          <p:cNvSpPr>
            <a:spLocks noChangeArrowheads="1"/>
          </p:cNvSpPr>
          <p:nvPr/>
        </p:nvSpPr>
        <p:spPr bwMode="auto">
          <a:xfrm>
            <a:off x="1268413" y="2208214"/>
            <a:ext cx="25400" cy="714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" name="Freeform 230"/>
          <p:cNvSpPr>
            <a:spLocks noEditPoints="1"/>
          </p:cNvSpPr>
          <p:nvPr/>
        </p:nvSpPr>
        <p:spPr bwMode="auto">
          <a:xfrm>
            <a:off x="1870075" y="2157414"/>
            <a:ext cx="204788" cy="398463"/>
          </a:xfrm>
          <a:custGeom>
            <a:avLst/>
            <a:gdLst>
              <a:gd name="T0" fmla="*/ 3 w 48"/>
              <a:gd name="T1" fmla="*/ 91 h 94"/>
              <a:gd name="T2" fmla="*/ 3 w 48"/>
              <a:gd name="T3" fmla="*/ 3 h 94"/>
              <a:gd name="T4" fmla="*/ 36 w 48"/>
              <a:gd name="T5" fmla="*/ 20 h 94"/>
              <a:gd name="T6" fmla="*/ 45 w 48"/>
              <a:gd name="T7" fmla="*/ 47 h 94"/>
              <a:gd name="T8" fmla="*/ 39 w 48"/>
              <a:gd name="T9" fmla="*/ 70 h 94"/>
              <a:gd name="T10" fmla="*/ 3 w 48"/>
              <a:gd name="T11" fmla="*/ 91 h 94"/>
              <a:gd name="T12" fmla="*/ 1 w 48"/>
              <a:gd name="T13" fmla="*/ 0 h 94"/>
              <a:gd name="T14" fmla="*/ 0 w 48"/>
              <a:gd name="T15" fmla="*/ 0 h 94"/>
              <a:gd name="T16" fmla="*/ 0 w 48"/>
              <a:gd name="T17" fmla="*/ 94 h 94"/>
              <a:gd name="T18" fmla="*/ 1 w 48"/>
              <a:gd name="T19" fmla="*/ 94 h 94"/>
              <a:gd name="T20" fmla="*/ 41 w 48"/>
              <a:gd name="T21" fmla="*/ 71 h 94"/>
              <a:gd name="T22" fmla="*/ 48 w 48"/>
              <a:gd name="T23" fmla="*/ 47 h 94"/>
              <a:gd name="T24" fmla="*/ 38 w 48"/>
              <a:gd name="T25" fmla="*/ 18 h 94"/>
              <a:gd name="T26" fmla="*/ 1 w 48"/>
              <a:gd name="T27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8" h="94">
                <a:moveTo>
                  <a:pt x="3" y="91"/>
                </a:moveTo>
                <a:cubicBezTo>
                  <a:pt x="3" y="3"/>
                  <a:pt x="3" y="3"/>
                  <a:pt x="3" y="3"/>
                </a:cubicBezTo>
                <a:cubicBezTo>
                  <a:pt x="16" y="4"/>
                  <a:pt x="28" y="10"/>
                  <a:pt x="36" y="20"/>
                </a:cubicBezTo>
                <a:cubicBezTo>
                  <a:pt x="42" y="28"/>
                  <a:pt x="45" y="37"/>
                  <a:pt x="45" y="47"/>
                </a:cubicBezTo>
                <a:cubicBezTo>
                  <a:pt x="45" y="55"/>
                  <a:pt x="43" y="63"/>
                  <a:pt x="39" y="70"/>
                </a:cubicBezTo>
                <a:cubicBezTo>
                  <a:pt x="31" y="82"/>
                  <a:pt x="18" y="90"/>
                  <a:pt x="3" y="91"/>
                </a:cubicBezTo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94"/>
                  <a:pt x="0" y="94"/>
                  <a:pt x="0" y="94"/>
                </a:cubicBezTo>
                <a:cubicBezTo>
                  <a:pt x="1" y="94"/>
                  <a:pt x="1" y="94"/>
                  <a:pt x="1" y="94"/>
                </a:cubicBezTo>
                <a:cubicBezTo>
                  <a:pt x="17" y="94"/>
                  <a:pt x="33" y="85"/>
                  <a:pt x="41" y="71"/>
                </a:cubicBezTo>
                <a:cubicBezTo>
                  <a:pt x="46" y="64"/>
                  <a:pt x="48" y="56"/>
                  <a:pt x="48" y="47"/>
                </a:cubicBezTo>
                <a:cubicBezTo>
                  <a:pt x="48" y="37"/>
                  <a:pt x="44" y="27"/>
                  <a:pt x="38" y="18"/>
                </a:cubicBezTo>
                <a:cubicBezTo>
                  <a:pt x="29" y="7"/>
                  <a:pt x="16" y="0"/>
                  <a:pt x="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" name="Rectangle 231"/>
          <p:cNvSpPr>
            <a:spLocks noChangeArrowheads="1"/>
          </p:cNvSpPr>
          <p:nvPr/>
        </p:nvSpPr>
        <p:spPr bwMode="auto">
          <a:xfrm>
            <a:off x="1870075" y="2139951"/>
            <a:ext cx="30163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" name="Rectangle 232"/>
          <p:cNvSpPr>
            <a:spLocks noChangeArrowheads="1"/>
          </p:cNvSpPr>
          <p:nvPr/>
        </p:nvSpPr>
        <p:spPr bwMode="auto">
          <a:xfrm>
            <a:off x="1870075" y="2525714"/>
            <a:ext cx="30163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" name="Freeform 233"/>
          <p:cNvSpPr>
            <a:spLocks/>
          </p:cNvSpPr>
          <p:nvPr/>
        </p:nvSpPr>
        <p:spPr bwMode="auto">
          <a:xfrm>
            <a:off x="1730375" y="2327276"/>
            <a:ext cx="471488" cy="63500"/>
          </a:xfrm>
          <a:custGeom>
            <a:avLst/>
            <a:gdLst>
              <a:gd name="T0" fmla="*/ 297 w 297"/>
              <a:gd name="T1" fmla="*/ 18 h 40"/>
              <a:gd name="T2" fmla="*/ 254 w 297"/>
              <a:gd name="T3" fmla="*/ 0 h 40"/>
              <a:gd name="T4" fmla="*/ 267 w 297"/>
              <a:gd name="T5" fmla="*/ 16 h 40"/>
              <a:gd name="T6" fmla="*/ 35 w 297"/>
              <a:gd name="T7" fmla="*/ 16 h 40"/>
              <a:gd name="T8" fmla="*/ 27 w 297"/>
              <a:gd name="T9" fmla="*/ 10 h 40"/>
              <a:gd name="T10" fmla="*/ 0 w 297"/>
              <a:gd name="T11" fmla="*/ 10 h 40"/>
              <a:gd name="T12" fmla="*/ 8 w 297"/>
              <a:gd name="T13" fmla="*/ 18 h 40"/>
              <a:gd name="T14" fmla="*/ 0 w 297"/>
              <a:gd name="T15" fmla="*/ 26 h 40"/>
              <a:gd name="T16" fmla="*/ 27 w 297"/>
              <a:gd name="T17" fmla="*/ 26 h 40"/>
              <a:gd name="T18" fmla="*/ 35 w 297"/>
              <a:gd name="T19" fmla="*/ 21 h 40"/>
              <a:gd name="T20" fmla="*/ 267 w 297"/>
              <a:gd name="T21" fmla="*/ 21 h 40"/>
              <a:gd name="T22" fmla="*/ 254 w 297"/>
              <a:gd name="T23" fmla="*/ 40 h 40"/>
              <a:gd name="T24" fmla="*/ 297 w 297"/>
              <a:gd name="T25" fmla="*/ 1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7" h="40">
                <a:moveTo>
                  <a:pt x="297" y="18"/>
                </a:moveTo>
                <a:lnTo>
                  <a:pt x="254" y="0"/>
                </a:lnTo>
                <a:lnTo>
                  <a:pt x="267" y="16"/>
                </a:lnTo>
                <a:lnTo>
                  <a:pt x="35" y="16"/>
                </a:lnTo>
                <a:lnTo>
                  <a:pt x="27" y="10"/>
                </a:lnTo>
                <a:lnTo>
                  <a:pt x="0" y="10"/>
                </a:lnTo>
                <a:lnTo>
                  <a:pt x="8" y="18"/>
                </a:lnTo>
                <a:lnTo>
                  <a:pt x="0" y="26"/>
                </a:lnTo>
                <a:lnTo>
                  <a:pt x="27" y="26"/>
                </a:lnTo>
                <a:lnTo>
                  <a:pt x="35" y="21"/>
                </a:lnTo>
                <a:lnTo>
                  <a:pt x="267" y="21"/>
                </a:lnTo>
                <a:lnTo>
                  <a:pt x="254" y="40"/>
                </a:lnTo>
                <a:lnTo>
                  <a:pt x="297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" name="Freeform 234"/>
          <p:cNvSpPr>
            <a:spLocks/>
          </p:cNvSpPr>
          <p:nvPr/>
        </p:nvSpPr>
        <p:spPr bwMode="auto">
          <a:xfrm>
            <a:off x="2473325" y="2216151"/>
            <a:ext cx="330200" cy="395288"/>
          </a:xfrm>
          <a:custGeom>
            <a:avLst/>
            <a:gdLst>
              <a:gd name="T0" fmla="*/ 26 w 78"/>
              <a:gd name="T1" fmla="*/ 62 h 93"/>
              <a:gd name="T2" fmla="*/ 19 w 78"/>
              <a:gd name="T3" fmla="*/ 81 h 93"/>
              <a:gd name="T4" fmla="*/ 0 w 78"/>
              <a:gd name="T5" fmla="*/ 67 h 93"/>
              <a:gd name="T6" fmla="*/ 68 w 78"/>
              <a:gd name="T7" fmla="*/ 0 h 93"/>
              <a:gd name="T8" fmla="*/ 78 w 78"/>
              <a:gd name="T9" fmla="*/ 10 h 93"/>
              <a:gd name="T10" fmla="*/ 26 w 78"/>
              <a:gd name="T11" fmla="*/ 6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8" h="93">
                <a:moveTo>
                  <a:pt x="26" y="62"/>
                </a:moveTo>
                <a:cubicBezTo>
                  <a:pt x="26" y="62"/>
                  <a:pt x="17" y="70"/>
                  <a:pt x="19" y="81"/>
                </a:cubicBezTo>
                <a:cubicBezTo>
                  <a:pt x="20" y="93"/>
                  <a:pt x="0" y="67"/>
                  <a:pt x="0" y="67"/>
                </a:cubicBezTo>
                <a:cubicBezTo>
                  <a:pt x="68" y="0"/>
                  <a:pt x="68" y="0"/>
                  <a:pt x="68" y="0"/>
                </a:cubicBezTo>
                <a:cubicBezTo>
                  <a:pt x="78" y="10"/>
                  <a:pt x="78" y="10"/>
                  <a:pt x="78" y="10"/>
                </a:cubicBezTo>
                <a:cubicBezTo>
                  <a:pt x="26" y="62"/>
                  <a:pt x="26" y="62"/>
                  <a:pt x="26" y="6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" name="Freeform 235"/>
          <p:cNvSpPr>
            <a:spLocks/>
          </p:cNvSpPr>
          <p:nvPr/>
        </p:nvSpPr>
        <p:spPr bwMode="auto">
          <a:xfrm>
            <a:off x="2770188" y="2127251"/>
            <a:ext cx="169863" cy="187325"/>
          </a:xfrm>
          <a:custGeom>
            <a:avLst/>
            <a:gdLst>
              <a:gd name="T0" fmla="*/ 18 w 40"/>
              <a:gd name="T1" fmla="*/ 0 h 44"/>
              <a:gd name="T2" fmla="*/ 0 w 40"/>
              <a:gd name="T3" fmla="*/ 19 h 44"/>
              <a:gd name="T4" fmla="*/ 13 w 40"/>
              <a:gd name="T5" fmla="*/ 31 h 44"/>
              <a:gd name="T6" fmla="*/ 21 w 40"/>
              <a:gd name="T7" fmla="*/ 44 h 44"/>
              <a:gd name="T8" fmla="*/ 40 w 40"/>
              <a:gd name="T9" fmla="*/ 23 h 44"/>
              <a:gd name="T10" fmla="*/ 18 w 40"/>
              <a:gd name="T11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44">
                <a:moveTo>
                  <a:pt x="18" y="0"/>
                </a:moveTo>
                <a:cubicBezTo>
                  <a:pt x="0" y="19"/>
                  <a:pt x="0" y="19"/>
                  <a:pt x="0" y="19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20" y="38"/>
                  <a:pt x="21" y="44"/>
                </a:cubicBezTo>
                <a:cubicBezTo>
                  <a:pt x="26" y="40"/>
                  <a:pt x="34" y="32"/>
                  <a:pt x="40" y="23"/>
                </a:cubicBezTo>
                <a:cubicBezTo>
                  <a:pt x="18" y="0"/>
                  <a:pt x="18" y="0"/>
                  <a:pt x="1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" name="Freeform 236"/>
          <p:cNvSpPr>
            <a:spLocks/>
          </p:cNvSpPr>
          <p:nvPr/>
        </p:nvSpPr>
        <p:spPr bwMode="auto">
          <a:xfrm>
            <a:off x="2862263" y="2224089"/>
            <a:ext cx="119063" cy="136525"/>
          </a:xfrm>
          <a:custGeom>
            <a:avLst/>
            <a:gdLst>
              <a:gd name="T0" fmla="*/ 19 w 28"/>
              <a:gd name="T1" fmla="*/ 0 h 32"/>
              <a:gd name="T2" fmla="*/ 28 w 28"/>
              <a:gd name="T3" fmla="*/ 9 h 32"/>
              <a:gd name="T4" fmla="*/ 4 w 28"/>
              <a:gd name="T5" fmla="*/ 32 h 32"/>
              <a:gd name="T6" fmla="*/ 0 w 28"/>
              <a:gd name="T7" fmla="*/ 22 h 32"/>
              <a:gd name="T8" fmla="*/ 19 w 28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32">
                <a:moveTo>
                  <a:pt x="19" y="0"/>
                </a:move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3" y="24"/>
                  <a:pt x="4" y="32"/>
                </a:cubicBezTo>
                <a:cubicBezTo>
                  <a:pt x="3" y="29"/>
                  <a:pt x="2" y="27"/>
                  <a:pt x="0" y="22"/>
                </a:cubicBezTo>
                <a:cubicBezTo>
                  <a:pt x="6" y="18"/>
                  <a:pt x="13" y="10"/>
                  <a:pt x="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" name="Oval 237"/>
          <p:cNvSpPr>
            <a:spLocks noChangeArrowheads="1"/>
          </p:cNvSpPr>
          <p:nvPr/>
        </p:nvSpPr>
        <p:spPr bwMode="auto">
          <a:xfrm>
            <a:off x="3328988" y="2322514"/>
            <a:ext cx="76200" cy="809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" name="Freeform 238"/>
          <p:cNvSpPr>
            <a:spLocks noEditPoints="1"/>
          </p:cNvSpPr>
          <p:nvPr/>
        </p:nvSpPr>
        <p:spPr bwMode="auto">
          <a:xfrm>
            <a:off x="3176588" y="2178051"/>
            <a:ext cx="385763" cy="385763"/>
          </a:xfrm>
          <a:custGeom>
            <a:avLst/>
            <a:gdLst>
              <a:gd name="T0" fmla="*/ 91 w 91"/>
              <a:gd name="T1" fmla="*/ 45 h 91"/>
              <a:gd name="T2" fmla="*/ 77 w 91"/>
              <a:gd name="T3" fmla="*/ 45 h 91"/>
              <a:gd name="T4" fmla="*/ 77 w 91"/>
              <a:gd name="T5" fmla="*/ 13 h 91"/>
              <a:gd name="T6" fmla="*/ 68 w 91"/>
              <a:gd name="T7" fmla="*/ 23 h 91"/>
              <a:gd name="T8" fmla="*/ 45 w 91"/>
              <a:gd name="T9" fmla="*/ 0 h 91"/>
              <a:gd name="T10" fmla="*/ 45 w 91"/>
              <a:gd name="T11" fmla="*/ 13 h 91"/>
              <a:gd name="T12" fmla="*/ 13 w 91"/>
              <a:gd name="T13" fmla="*/ 13 h 91"/>
              <a:gd name="T14" fmla="*/ 22 w 91"/>
              <a:gd name="T15" fmla="*/ 23 h 91"/>
              <a:gd name="T16" fmla="*/ 0 w 91"/>
              <a:gd name="T17" fmla="*/ 45 h 91"/>
              <a:gd name="T18" fmla="*/ 14 w 91"/>
              <a:gd name="T19" fmla="*/ 45 h 91"/>
              <a:gd name="T20" fmla="*/ 14 w 91"/>
              <a:gd name="T21" fmla="*/ 77 h 91"/>
              <a:gd name="T22" fmla="*/ 23 w 91"/>
              <a:gd name="T23" fmla="*/ 68 h 91"/>
              <a:gd name="T24" fmla="*/ 46 w 91"/>
              <a:gd name="T25" fmla="*/ 91 h 91"/>
              <a:gd name="T26" fmla="*/ 46 w 91"/>
              <a:gd name="T27" fmla="*/ 77 h 91"/>
              <a:gd name="T28" fmla="*/ 78 w 91"/>
              <a:gd name="T29" fmla="*/ 77 h 91"/>
              <a:gd name="T30" fmla="*/ 68 w 91"/>
              <a:gd name="T31" fmla="*/ 68 h 91"/>
              <a:gd name="T32" fmla="*/ 91 w 91"/>
              <a:gd name="T33" fmla="*/ 45 h 91"/>
              <a:gd name="T34" fmla="*/ 45 w 91"/>
              <a:gd name="T35" fmla="*/ 57 h 91"/>
              <a:gd name="T36" fmla="*/ 32 w 91"/>
              <a:gd name="T37" fmla="*/ 44 h 91"/>
              <a:gd name="T38" fmla="*/ 45 w 91"/>
              <a:gd name="T39" fmla="*/ 31 h 91"/>
              <a:gd name="T40" fmla="*/ 58 w 91"/>
              <a:gd name="T41" fmla="*/ 44 h 91"/>
              <a:gd name="T42" fmla="*/ 45 w 91"/>
              <a:gd name="T43" fmla="*/ 57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1" h="91">
                <a:moveTo>
                  <a:pt x="91" y="45"/>
                </a:moveTo>
                <a:cubicBezTo>
                  <a:pt x="77" y="45"/>
                  <a:pt x="77" y="45"/>
                  <a:pt x="77" y="45"/>
                </a:cubicBezTo>
                <a:cubicBezTo>
                  <a:pt x="77" y="13"/>
                  <a:pt x="77" y="13"/>
                  <a:pt x="77" y="13"/>
                </a:cubicBezTo>
                <a:cubicBezTo>
                  <a:pt x="68" y="23"/>
                  <a:pt x="68" y="23"/>
                  <a:pt x="68" y="23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13"/>
                  <a:pt x="45" y="13"/>
                  <a:pt x="45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22" y="23"/>
                  <a:pt x="22" y="23"/>
                  <a:pt x="22" y="23"/>
                </a:cubicBezTo>
                <a:cubicBezTo>
                  <a:pt x="0" y="45"/>
                  <a:pt x="0" y="45"/>
                  <a:pt x="0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77"/>
                  <a:pt x="14" y="77"/>
                  <a:pt x="14" y="77"/>
                </a:cubicBezTo>
                <a:cubicBezTo>
                  <a:pt x="23" y="68"/>
                  <a:pt x="23" y="68"/>
                  <a:pt x="23" y="68"/>
                </a:cubicBezTo>
                <a:cubicBezTo>
                  <a:pt x="46" y="91"/>
                  <a:pt x="46" y="91"/>
                  <a:pt x="46" y="91"/>
                </a:cubicBezTo>
                <a:cubicBezTo>
                  <a:pt x="46" y="77"/>
                  <a:pt x="46" y="77"/>
                  <a:pt x="46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68" y="68"/>
                  <a:pt x="68" y="68"/>
                  <a:pt x="68" y="68"/>
                </a:cubicBezTo>
                <a:lnTo>
                  <a:pt x="91" y="45"/>
                </a:lnTo>
                <a:close/>
                <a:moveTo>
                  <a:pt x="45" y="57"/>
                </a:moveTo>
                <a:cubicBezTo>
                  <a:pt x="38" y="57"/>
                  <a:pt x="32" y="51"/>
                  <a:pt x="32" y="44"/>
                </a:cubicBezTo>
                <a:cubicBezTo>
                  <a:pt x="32" y="36"/>
                  <a:pt x="38" y="31"/>
                  <a:pt x="45" y="31"/>
                </a:cubicBezTo>
                <a:cubicBezTo>
                  <a:pt x="52" y="31"/>
                  <a:pt x="58" y="36"/>
                  <a:pt x="58" y="44"/>
                </a:cubicBezTo>
                <a:cubicBezTo>
                  <a:pt x="58" y="51"/>
                  <a:pt x="52" y="57"/>
                  <a:pt x="45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" name="Freeform 239"/>
          <p:cNvSpPr>
            <a:spLocks/>
          </p:cNvSpPr>
          <p:nvPr/>
        </p:nvSpPr>
        <p:spPr bwMode="auto">
          <a:xfrm>
            <a:off x="4008438" y="2170114"/>
            <a:ext cx="182563" cy="355600"/>
          </a:xfrm>
          <a:custGeom>
            <a:avLst/>
            <a:gdLst>
              <a:gd name="T0" fmla="*/ 43 w 43"/>
              <a:gd name="T1" fmla="*/ 22 h 84"/>
              <a:gd name="T2" fmla="*/ 22 w 43"/>
              <a:gd name="T3" fmla="*/ 0 h 84"/>
              <a:gd name="T4" fmla="*/ 0 w 43"/>
              <a:gd name="T5" fmla="*/ 22 h 84"/>
              <a:gd name="T6" fmla="*/ 7 w 43"/>
              <a:gd name="T7" fmla="*/ 37 h 84"/>
              <a:gd name="T8" fmla="*/ 7 w 43"/>
              <a:gd name="T9" fmla="*/ 84 h 84"/>
              <a:gd name="T10" fmla="*/ 11 w 43"/>
              <a:gd name="T11" fmla="*/ 84 h 84"/>
              <a:gd name="T12" fmla="*/ 11 w 43"/>
              <a:gd name="T13" fmla="*/ 40 h 84"/>
              <a:gd name="T14" fmla="*/ 19 w 43"/>
              <a:gd name="T15" fmla="*/ 43 h 84"/>
              <a:gd name="T16" fmla="*/ 19 w 43"/>
              <a:gd name="T17" fmla="*/ 67 h 84"/>
              <a:gd name="T18" fmla="*/ 24 w 43"/>
              <a:gd name="T19" fmla="*/ 67 h 84"/>
              <a:gd name="T20" fmla="*/ 24 w 43"/>
              <a:gd name="T21" fmla="*/ 43 h 84"/>
              <a:gd name="T22" fmla="*/ 30 w 43"/>
              <a:gd name="T23" fmla="*/ 41 h 84"/>
              <a:gd name="T24" fmla="*/ 30 w 43"/>
              <a:gd name="T25" fmla="*/ 80 h 84"/>
              <a:gd name="T26" fmla="*/ 34 w 43"/>
              <a:gd name="T27" fmla="*/ 80 h 84"/>
              <a:gd name="T28" fmla="*/ 34 w 43"/>
              <a:gd name="T29" fmla="*/ 39 h 84"/>
              <a:gd name="T30" fmla="*/ 43 w 43"/>
              <a:gd name="T31" fmla="*/ 2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" h="84">
                <a:moveTo>
                  <a:pt x="43" y="22"/>
                </a:moveTo>
                <a:cubicBezTo>
                  <a:pt x="43" y="10"/>
                  <a:pt x="33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28"/>
                  <a:pt x="3" y="33"/>
                  <a:pt x="7" y="37"/>
                </a:cubicBezTo>
                <a:cubicBezTo>
                  <a:pt x="7" y="84"/>
                  <a:pt x="7" y="84"/>
                  <a:pt x="7" y="84"/>
                </a:cubicBezTo>
                <a:cubicBezTo>
                  <a:pt x="11" y="84"/>
                  <a:pt x="11" y="84"/>
                  <a:pt x="11" y="84"/>
                </a:cubicBezTo>
                <a:cubicBezTo>
                  <a:pt x="11" y="40"/>
                  <a:pt x="11" y="40"/>
                  <a:pt x="11" y="40"/>
                </a:cubicBezTo>
                <a:cubicBezTo>
                  <a:pt x="13" y="42"/>
                  <a:pt x="16" y="43"/>
                  <a:pt x="19" y="43"/>
                </a:cubicBezTo>
                <a:cubicBezTo>
                  <a:pt x="19" y="67"/>
                  <a:pt x="19" y="67"/>
                  <a:pt x="19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4" y="43"/>
                  <a:pt x="24" y="43"/>
                  <a:pt x="24" y="43"/>
                </a:cubicBezTo>
                <a:cubicBezTo>
                  <a:pt x="26" y="43"/>
                  <a:pt x="28" y="42"/>
                  <a:pt x="30" y="41"/>
                </a:cubicBezTo>
                <a:cubicBezTo>
                  <a:pt x="30" y="80"/>
                  <a:pt x="30" y="80"/>
                  <a:pt x="30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39"/>
                  <a:pt x="34" y="39"/>
                  <a:pt x="34" y="39"/>
                </a:cubicBezTo>
                <a:cubicBezTo>
                  <a:pt x="39" y="35"/>
                  <a:pt x="43" y="29"/>
                  <a:pt x="43" y="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" name="Freeform 240"/>
          <p:cNvSpPr>
            <a:spLocks/>
          </p:cNvSpPr>
          <p:nvPr/>
        </p:nvSpPr>
        <p:spPr bwMode="auto">
          <a:xfrm>
            <a:off x="3935413" y="2317751"/>
            <a:ext cx="55563" cy="106363"/>
          </a:xfrm>
          <a:custGeom>
            <a:avLst/>
            <a:gdLst>
              <a:gd name="T0" fmla="*/ 6 w 13"/>
              <a:gd name="T1" fmla="*/ 0 h 25"/>
              <a:gd name="T2" fmla="*/ 0 w 13"/>
              <a:gd name="T3" fmla="*/ 6 h 25"/>
              <a:gd name="T4" fmla="*/ 2 w 13"/>
              <a:gd name="T5" fmla="*/ 10 h 25"/>
              <a:gd name="T6" fmla="*/ 2 w 13"/>
              <a:gd name="T7" fmla="*/ 25 h 25"/>
              <a:gd name="T8" fmla="*/ 3 w 13"/>
              <a:gd name="T9" fmla="*/ 25 h 25"/>
              <a:gd name="T10" fmla="*/ 3 w 13"/>
              <a:gd name="T11" fmla="*/ 11 h 25"/>
              <a:gd name="T12" fmla="*/ 6 w 13"/>
              <a:gd name="T13" fmla="*/ 12 h 25"/>
              <a:gd name="T14" fmla="*/ 6 w 13"/>
              <a:gd name="T15" fmla="*/ 19 h 25"/>
              <a:gd name="T16" fmla="*/ 7 w 13"/>
              <a:gd name="T17" fmla="*/ 19 h 25"/>
              <a:gd name="T18" fmla="*/ 7 w 13"/>
              <a:gd name="T19" fmla="*/ 12 h 25"/>
              <a:gd name="T20" fmla="*/ 9 w 13"/>
              <a:gd name="T21" fmla="*/ 12 h 25"/>
              <a:gd name="T22" fmla="*/ 9 w 13"/>
              <a:gd name="T23" fmla="*/ 23 h 25"/>
              <a:gd name="T24" fmla="*/ 10 w 13"/>
              <a:gd name="T25" fmla="*/ 23 h 25"/>
              <a:gd name="T26" fmla="*/ 10 w 13"/>
              <a:gd name="T27" fmla="*/ 11 h 25"/>
              <a:gd name="T28" fmla="*/ 13 w 13"/>
              <a:gd name="T29" fmla="*/ 6 h 25"/>
              <a:gd name="T30" fmla="*/ 6 w 13"/>
              <a:gd name="T31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" h="25">
                <a:moveTo>
                  <a:pt x="6" y="0"/>
                </a:moveTo>
                <a:cubicBezTo>
                  <a:pt x="3" y="0"/>
                  <a:pt x="0" y="2"/>
                  <a:pt x="0" y="6"/>
                </a:cubicBezTo>
                <a:cubicBezTo>
                  <a:pt x="0" y="8"/>
                  <a:pt x="1" y="9"/>
                  <a:pt x="2" y="10"/>
                </a:cubicBezTo>
                <a:cubicBezTo>
                  <a:pt x="2" y="25"/>
                  <a:pt x="2" y="25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11"/>
                  <a:pt x="3" y="11"/>
                  <a:pt x="3" y="11"/>
                </a:cubicBezTo>
                <a:cubicBezTo>
                  <a:pt x="4" y="12"/>
                  <a:pt x="5" y="12"/>
                  <a:pt x="6" y="12"/>
                </a:cubicBezTo>
                <a:cubicBezTo>
                  <a:pt x="6" y="19"/>
                  <a:pt x="6" y="19"/>
                  <a:pt x="6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2"/>
                  <a:pt x="7" y="12"/>
                  <a:pt x="7" y="12"/>
                </a:cubicBezTo>
                <a:cubicBezTo>
                  <a:pt x="8" y="12"/>
                  <a:pt x="8" y="12"/>
                  <a:pt x="9" y="12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11"/>
                  <a:pt x="10" y="11"/>
                  <a:pt x="10" y="11"/>
                </a:cubicBezTo>
                <a:cubicBezTo>
                  <a:pt x="12" y="10"/>
                  <a:pt x="13" y="8"/>
                  <a:pt x="13" y="6"/>
                </a:cubicBezTo>
                <a:cubicBezTo>
                  <a:pt x="13" y="2"/>
                  <a:pt x="10" y="0"/>
                  <a:pt x="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" name="Freeform 241"/>
          <p:cNvSpPr>
            <a:spLocks/>
          </p:cNvSpPr>
          <p:nvPr/>
        </p:nvSpPr>
        <p:spPr bwMode="auto">
          <a:xfrm>
            <a:off x="3833813" y="2373314"/>
            <a:ext cx="80963" cy="139700"/>
          </a:xfrm>
          <a:custGeom>
            <a:avLst/>
            <a:gdLst>
              <a:gd name="T0" fmla="*/ 10 w 19"/>
              <a:gd name="T1" fmla="*/ 0 h 33"/>
              <a:gd name="T2" fmla="*/ 0 w 19"/>
              <a:gd name="T3" fmla="*/ 10 h 33"/>
              <a:gd name="T4" fmla="*/ 7 w 19"/>
              <a:gd name="T5" fmla="*/ 19 h 33"/>
              <a:gd name="T6" fmla="*/ 8 w 19"/>
              <a:gd name="T7" fmla="*/ 20 h 33"/>
              <a:gd name="T8" fmla="*/ 8 w 19"/>
              <a:gd name="T9" fmla="*/ 29 h 33"/>
              <a:gd name="T10" fmla="*/ 9 w 19"/>
              <a:gd name="T11" fmla="*/ 29 h 33"/>
              <a:gd name="T12" fmla="*/ 9 w 19"/>
              <a:gd name="T13" fmla="*/ 22 h 33"/>
              <a:gd name="T14" fmla="*/ 11 w 19"/>
              <a:gd name="T15" fmla="*/ 22 h 33"/>
              <a:gd name="T16" fmla="*/ 11 w 19"/>
              <a:gd name="T17" fmla="*/ 33 h 33"/>
              <a:gd name="T18" fmla="*/ 12 w 19"/>
              <a:gd name="T19" fmla="*/ 33 h 33"/>
              <a:gd name="T20" fmla="*/ 12 w 19"/>
              <a:gd name="T21" fmla="*/ 22 h 33"/>
              <a:gd name="T22" fmla="*/ 17 w 19"/>
              <a:gd name="T23" fmla="*/ 16 h 33"/>
              <a:gd name="T24" fmla="*/ 19 w 19"/>
              <a:gd name="T25" fmla="*/ 10 h 33"/>
              <a:gd name="T26" fmla="*/ 10 w 19"/>
              <a:gd name="T27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9" h="33">
                <a:moveTo>
                  <a:pt x="10" y="0"/>
                </a:moveTo>
                <a:cubicBezTo>
                  <a:pt x="4" y="0"/>
                  <a:pt x="0" y="4"/>
                  <a:pt x="0" y="10"/>
                </a:cubicBezTo>
                <a:cubicBezTo>
                  <a:pt x="0" y="14"/>
                  <a:pt x="3" y="18"/>
                  <a:pt x="7" y="19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2"/>
                  <a:pt x="9" y="22"/>
                  <a:pt x="9" y="22"/>
                </a:cubicBezTo>
                <a:cubicBezTo>
                  <a:pt x="10" y="22"/>
                  <a:pt x="10" y="22"/>
                  <a:pt x="11" y="22"/>
                </a:cubicBezTo>
                <a:cubicBezTo>
                  <a:pt x="11" y="33"/>
                  <a:pt x="11" y="33"/>
                  <a:pt x="11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4" y="22"/>
                  <a:pt x="16" y="19"/>
                  <a:pt x="17" y="16"/>
                </a:cubicBezTo>
                <a:cubicBezTo>
                  <a:pt x="18" y="15"/>
                  <a:pt x="19" y="12"/>
                  <a:pt x="19" y="10"/>
                </a:cubicBezTo>
                <a:cubicBezTo>
                  <a:pt x="19" y="4"/>
                  <a:pt x="15" y="0"/>
                  <a:pt x="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" name="Freeform 242"/>
          <p:cNvSpPr>
            <a:spLocks/>
          </p:cNvSpPr>
          <p:nvPr/>
        </p:nvSpPr>
        <p:spPr bwMode="auto">
          <a:xfrm>
            <a:off x="3871913" y="2190751"/>
            <a:ext cx="93663" cy="144463"/>
          </a:xfrm>
          <a:custGeom>
            <a:avLst/>
            <a:gdLst>
              <a:gd name="T0" fmla="*/ 16 w 22"/>
              <a:gd name="T1" fmla="*/ 21 h 34"/>
              <a:gd name="T2" fmla="*/ 22 w 22"/>
              <a:gd name="T3" fmla="*/ 11 h 34"/>
              <a:gd name="T4" fmla="*/ 11 w 22"/>
              <a:gd name="T5" fmla="*/ 0 h 34"/>
              <a:gd name="T6" fmla="*/ 0 w 22"/>
              <a:gd name="T7" fmla="*/ 11 h 34"/>
              <a:gd name="T8" fmla="*/ 6 w 22"/>
              <a:gd name="T9" fmla="*/ 21 h 34"/>
              <a:gd name="T10" fmla="*/ 7 w 22"/>
              <a:gd name="T11" fmla="*/ 25 h 34"/>
              <a:gd name="T12" fmla="*/ 7 w 22"/>
              <a:gd name="T13" fmla="*/ 30 h 34"/>
              <a:gd name="T14" fmla="*/ 8 w 22"/>
              <a:gd name="T15" fmla="*/ 30 h 34"/>
              <a:gd name="T16" fmla="*/ 8 w 22"/>
              <a:gd name="T17" fmla="*/ 26 h 34"/>
              <a:gd name="T18" fmla="*/ 10 w 22"/>
              <a:gd name="T19" fmla="*/ 26 h 34"/>
              <a:gd name="T20" fmla="*/ 10 w 22"/>
              <a:gd name="T21" fmla="*/ 34 h 34"/>
              <a:gd name="T22" fmla="*/ 11 w 22"/>
              <a:gd name="T23" fmla="*/ 34 h 34"/>
              <a:gd name="T24" fmla="*/ 11 w 22"/>
              <a:gd name="T25" fmla="*/ 26 h 34"/>
              <a:gd name="T26" fmla="*/ 16 w 22"/>
              <a:gd name="T27" fmla="*/ 2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34">
                <a:moveTo>
                  <a:pt x="16" y="21"/>
                </a:moveTo>
                <a:cubicBezTo>
                  <a:pt x="19" y="19"/>
                  <a:pt x="22" y="15"/>
                  <a:pt x="22" y="11"/>
                </a:cubicBezTo>
                <a:cubicBezTo>
                  <a:pt x="22" y="5"/>
                  <a:pt x="17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5"/>
                  <a:pt x="2" y="19"/>
                  <a:pt x="6" y="21"/>
                </a:cubicBezTo>
                <a:cubicBezTo>
                  <a:pt x="6" y="22"/>
                  <a:pt x="6" y="23"/>
                  <a:pt x="7" y="25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26"/>
                  <a:pt x="8" y="26"/>
                  <a:pt x="8" y="26"/>
                </a:cubicBezTo>
                <a:cubicBezTo>
                  <a:pt x="9" y="26"/>
                  <a:pt x="9" y="26"/>
                  <a:pt x="10" y="26"/>
                </a:cubicBezTo>
                <a:cubicBezTo>
                  <a:pt x="10" y="34"/>
                  <a:pt x="10" y="34"/>
                  <a:pt x="10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26"/>
                  <a:pt x="11" y="26"/>
                  <a:pt x="11" y="26"/>
                </a:cubicBezTo>
                <a:cubicBezTo>
                  <a:pt x="13" y="26"/>
                  <a:pt x="15" y="24"/>
                  <a:pt x="16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1" name="Freeform 267"/>
          <p:cNvSpPr>
            <a:spLocks/>
          </p:cNvSpPr>
          <p:nvPr/>
        </p:nvSpPr>
        <p:spPr bwMode="auto">
          <a:xfrm>
            <a:off x="411163" y="3270251"/>
            <a:ext cx="195263" cy="15875"/>
          </a:xfrm>
          <a:custGeom>
            <a:avLst/>
            <a:gdLst>
              <a:gd name="T0" fmla="*/ 45 w 46"/>
              <a:gd name="T1" fmla="*/ 2 h 4"/>
              <a:gd name="T2" fmla="*/ 43 w 46"/>
              <a:gd name="T3" fmla="*/ 0 h 4"/>
              <a:gd name="T4" fmla="*/ 25 w 46"/>
              <a:gd name="T5" fmla="*/ 0 h 4"/>
              <a:gd name="T6" fmla="*/ 21 w 46"/>
              <a:gd name="T7" fmla="*/ 0 h 4"/>
              <a:gd name="T8" fmla="*/ 3 w 46"/>
              <a:gd name="T9" fmla="*/ 0 h 4"/>
              <a:gd name="T10" fmla="*/ 1 w 46"/>
              <a:gd name="T11" fmla="*/ 2 h 4"/>
              <a:gd name="T12" fmla="*/ 2 w 46"/>
              <a:gd name="T13" fmla="*/ 4 h 4"/>
              <a:gd name="T14" fmla="*/ 23 w 46"/>
              <a:gd name="T15" fmla="*/ 4 h 4"/>
              <a:gd name="T16" fmla="*/ 44 w 46"/>
              <a:gd name="T17" fmla="*/ 4 h 4"/>
              <a:gd name="T18" fmla="*/ 45 w 46"/>
              <a:gd name="T1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4">
                <a:moveTo>
                  <a:pt x="45" y="2"/>
                </a:moveTo>
                <a:cubicBezTo>
                  <a:pt x="45" y="0"/>
                  <a:pt x="43" y="0"/>
                  <a:pt x="43" y="0"/>
                </a:cubicBezTo>
                <a:cubicBezTo>
                  <a:pt x="42" y="0"/>
                  <a:pt x="31" y="0"/>
                  <a:pt x="25" y="0"/>
                </a:cubicBezTo>
                <a:cubicBezTo>
                  <a:pt x="25" y="0"/>
                  <a:pt x="23" y="0"/>
                  <a:pt x="21" y="0"/>
                </a:cubicBezTo>
                <a:cubicBezTo>
                  <a:pt x="15" y="0"/>
                  <a:pt x="3" y="0"/>
                  <a:pt x="3" y="0"/>
                </a:cubicBezTo>
                <a:cubicBezTo>
                  <a:pt x="2" y="0"/>
                  <a:pt x="1" y="0"/>
                  <a:pt x="1" y="2"/>
                </a:cubicBezTo>
                <a:cubicBezTo>
                  <a:pt x="0" y="3"/>
                  <a:pt x="2" y="4"/>
                  <a:pt x="2" y="4"/>
                </a:cubicBezTo>
                <a:cubicBezTo>
                  <a:pt x="2" y="4"/>
                  <a:pt x="17" y="4"/>
                  <a:pt x="23" y="4"/>
                </a:cubicBezTo>
                <a:cubicBezTo>
                  <a:pt x="29" y="4"/>
                  <a:pt x="43" y="4"/>
                  <a:pt x="44" y="4"/>
                </a:cubicBezTo>
                <a:cubicBezTo>
                  <a:pt x="44" y="4"/>
                  <a:pt x="46" y="3"/>
                  <a:pt x="45" y="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2" name="Freeform 268"/>
          <p:cNvSpPr>
            <a:spLocks/>
          </p:cNvSpPr>
          <p:nvPr/>
        </p:nvSpPr>
        <p:spPr bwMode="auto">
          <a:xfrm>
            <a:off x="471488" y="2781301"/>
            <a:ext cx="76200" cy="80963"/>
          </a:xfrm>
          <a:custGeom>
            <a:avLst/>
            <a:gdLst>
              <a:gd name="T0" fmla="*/ 16 w 18"/>
              <a:gd name="T1" fmla="*/ 6 h 19"/>
              <a:gd name="T2" fmla="*/ 11 w 18"/>
              <a:gd name="T3" fmla="*/ 8 h 19"/>
              <a:gd name="T4" fmla="*/ 13 w 18"/>
              <a:gd name="T5" fmla="*/ 2 h 19"/>
              <a:gd name="T6" fmla="*/ 13 w 18"/>
              <a:gd name="T7" fmla="*/ 2 h 19"/>
              <a:gd name="T8" fmla="*/ 9 w 18"/>
              <a:gd name="T9" fmla="*/ 0 h 19"/>
              <a:gd name="T10" fmla="*/ 4 w 18"/>
              <a:gd name="T11" fmla="*/ 2 h 19"/>
              <a:gd name="T12" fmla="*/ 5 w 18"/>
              <a:gd name="T13" fmla="*/ 3 h 19"/>
              <a:gd name="T14" fmla="*/ 7 w 18"/>
              <a:gd name="T15" fmla="*/ 8 h 19"/>
              <a:gd name="T16" fmla="*/ 2 w 18"/>
              <a:gd name="T17" fmla="*/ 6 h 19"/>
              <a:gd name="T18" fmla="*/ 1 w 18"/>
              <a:gd name="T19" fmla="*/ 5 h 19"/>
              <a:gd name="T20" fmla="*/ 0 w 18"/>
              <a:gd name="T21" fmla="*/ 10 h 19"/>
              <a:gd name="T22" fmla="*/ 1 w 18"/>
              <a:gd name="T23" fmla="*/ 14 h 19"/>
              <a:gd name="T24" fmla="*/ 2 w 18"/>
              <a:gd name="T25" fmla="*/ 13 h 19"/>
              <a:gd name="T26" fmla="*/ 7 w 18"/>
              <a:gd name="T27" fmla="*/ 11 h 19"/>
              <a:gd name="T28" fmla="*/ 5 w 18"/>
              <a:gd name="T29" fmla="*/ 17 h 19"/>
              <a:gd name="T30" fmla="*/ 4 w 18"/>
              <a:gd name="T31" fmla="*/ 18 h 19"/>
              <a:gd name="T32" fmla="*/ 9 w 18"/>
              <a:gd name="T33" fmla="*/ 19 h 19"/>
              <a:gd name="T34" fmla="*/ 13 w 18"/>
              <a:gd name="T35" fmla="*/ 18 h 19"/>
              <a:gd name="T36" fmla="*/ 12 w 18"/>
              <a:gd name="T37" fmla="*/ 17 h 19"/>
              <a:gd name="T38" fmla="*/ 11 w 18"/>
              <a:gd name="T39" fmla="*/ 11 h 19"/>
              <a:gd name="T40" fmla="*/ 16 w 18"/>
              <a:gd name="T41" fmla="*/ 13 h 19"/>
              <a:gd name="T42" fmla="*/ 17 w 18"/>
              <a:gd name="T43" fmla="*/ 14 h 19"/>
              <a:gd name="T44" fmla="*/ 18 w 18"/>
              <a:gd name="T45" fmla="*/ 10 h 19"/>
              <a:gd name="T46" fmla="*/ 17 w 18"/>
              <a:gd name="T47" fmla="*/ 5 h 19"/>
              <a:gd name="T48" fmla="*/ 16 w 18"/>
              <a:gd name="T49" fmla="*/ 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" h="19">
                <a:moveTo>
                  <a:pt x="16" y="6"/>
                </a:moveTo>
                <a:cubicBezTo>
                  <a:pt x="14" y="8"/>
                  <a:pt x="12" y="9"/>
                  <a:pt x="11" y="8"/>
                </a:cubicBezTo>
                <a:cubicBezTo>
                  <a:pt x="10" y="7"/>
                  <a:pt x="11" y="4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1"/>
                  <a:pt x="11" y="0"/>
                  <a:pt x="9" y="0"/>
                </a:cubicBezTo>
                <a:cubicBezTo>
                  <a:pt x="7" y="0"/>
                  <a:pt x="6" y="1"/>
                  <a:pt x="4" y="2"/>
                </a:cubicBezTo>
                <a:cubicBezTo>
                  <a:pt x="5" y="3"/>
                  <a:pt x="5" y="3"/>
                  <a:pt x="5" y="3"/>
                </a:cubicBezTo>
                <a:cubicBezTo>
                  <a:pt x="7" y="5"/>
                  <a:pt x="8" y="7"/>
                  <a:pt x="7" y="8"/>
                </a:cubicBezTo>
                <a:cubicBezTo>
                  <a:pt x="6" y="9"/>
                  <a:pt x="4" y="8"/>
                  <a:pt x="2" y="6"/>
                </a:cubicBezTo>
                <a:cubicBezTo>
                  <a:pt x="1" y="5"/>
                  <a:pt x="1" y="5"/>
                  <a:pt x="1" y="5"/>
                </a:cubicBezTo>
                <a:cubicBezTo>
                  <a:pt x="0" y="6"/>
                  <a:pt x="0" y="8"/>
                  <a:pt x="0" y="10"/>
                </a:cubicBezTo>
                <a:cubicBezTo>
                  <a:pt x="0" y="11"/>
                  <a:pt x="0" y="13"/>
                  <a:pt x="1" y="14"/>
                </a:cubicBezTo>
                <a:cubicBezTo>
                  <a:pt x="2" y="13"/>
                  <a:pt x="2" y="13"/>
                  <a:pt x="2" y="13"/>
                </a:cubicBezTo>
                <a:cubicBezTo>
                  <a:pt x="4" y="11"/>
                  <a:pt x="6" y="10"/>
                  <a:pt x="7" y="11"/>
                </a:cubicBezTo>
                <a:cubicBezTo>
                  <a:pt x="8" y="12"/>
                  <a:pt x="7" y="15"/>
                  <a:pt x="5" y="17"/>
                </a:cubicBezTo>
                <a:cubicBezTo>
                  <a:pt x="4" y="18"/>
                  <a:pt x="4" y="18"/>
                  <a:pt x="4" y="18"/>
                </a:cubicBezTo>
                <a:cubicBezTo>
                  <a:pt x="6" y="18"/>
                  <a:pt x="7" y="19"/>
                  <a:pt x="9" y="19"/>
                </a:cubicBezTo>
                <a:cubicBezTo>
                  <a:pt x="11" y="19"/>
                  <a:pt x="12" y="18"/>
                  <a:pt x="13" y="18"/>
                </a:cubicBezTo>
                <a:cubicBezTo>
                  <a:pt x="12" y="17"/>
                  <a:pt x="12" y="17"/>
                  <a:pt x="12" y="17"/>
                </a:cubicBezTo>
                <a:cubicBezTo>
                  <a:pt x="11" y="15"/>
                  <a:pt x="10" y="12"/>
                  <a:pt x="11" y="11"/>
                </a:cubicBezTo>
                <a:cubicBezTo>
                  <a:pt x="11" y="10"/>
                  <a:pt x="14" y="11"/>
                  <a:pt x="16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8" y="11"/>
                  <a:pt x="18" y="10"/>
                </a:cubicBezTo>
                <a:cubicBezTo>
                  <a:pt x="18" y="8"/>
                  <a:pt x="17" y="6"/>
                  <a:pt x="17" y="5"/>
                </a:cubicBezTo>
                <a:lnTo>
                  <a:pt x="16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3" name="Freeform 269"/>
          <p:cNvSpPr>
            <a:spLocks/>
          </p:cNvSpPr>
          <p:nvPr/>
        </p:nvSpPr>
        <p:spPr bwMode="auto">
          <a:xfrm>
            <a:off x="403225" y="2865439"/>
            <a:ext cx="207963" cy="192088"/>
          </a:xfrm>
          <a:custGeom>
            <a:avLst/>
            <a:gdLst>
              <a:gd name="T0" fmla="*/ 35 w 49"/>
              <a:gd name="T1" fmla="*/ 45 h 45"/>
              <a:gd name="T2" fmla="*/ 35 w 49"/>
              <a:gd name="T3" fmla="*/ 31 h 45"/>
              <a:gd name="T4" fmla="*/ 47 w 49"/>
              <a:gd name="T5" fmla="*/ 3 h 45"/>
              <a:gd name="T6" fmla="*/ 38 w 49"/>
              <a:gd name="T7" fmla="*/ 4 h 45"/>
              <a:gd name="T8" fmla="*/ 34 w 49"/>
              <a:gd name="T9" fmla="*/ 4 h 45"/>
              <a:gd name="T10" fmla="*/ 34 w 49"/>
              <a:gd name="T11" fmla="*/ 2 h 45"/>
              <a:gd name="T12" fmla="*/ 32 w 49"/>
              <a:gd name="T13" fmla="*/ 0 h 45"/>
              <a:gd name="T14" fmla="*/ 17 w 49"/>
              <a:gd name="T15" fmla="*/ 0 h 45"/>
              <a:gd name="T16" fmla="*/ 15 w 49"/>
              <a:gd name="T17" fmla="*/ 2 h 45"/>
              <a:gd name="T18" fmla="*/ 15 w 49"/>
              <a:gd name="T19" fmla="*/ 4 h 45"/>
              <a:gd name="T20" fmla="*/ 11 w 49"/>
              <a:gd name="T21" fmla="*/ 4 h 45"/>
              <a:gd name="T22" fmla="*/ 2 w 49"/>
              <a:gd name="T23" fmla="*/ 3 h 45"/>
              <a:gd name="T24" fmla="*/ 14 w 49"/>
              <a:gd name="T25" fmla="*/ 31 h 45"/>
              <a:gd name="T26" fmla="*/ 14 w 49"/>
              <a:gd name="T27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9" h="45">
                <a:moveTo>
                  <a:pt x="35" y="45"/>
                </a:moveTo>
                <a:cubicBezTo>
                  <a:pt x="35" y="31"/>
                  <a:pt x="35" y="31"/>
                  <a:pt x="35" y="31"/>
                </a:cubicBezTo>
                <a:cubicBezTo>
                  <a:pt x="35" y="31"/>
                  <a:pt x="49" y="4"/>
                  <a:pt x="47" y="3"/>
                </a:cubicBezTo>
                <a:cubicBezTo>
                  <a:pt x="46" y="1"/>
                  <a:pt x="40" y="4"/>
                  <a:pt x="38" y="4"/>
                </a:cubicBezTo>
                <a:cubicBezTo>
                  <a:pt x="37" y="4"/>
                  <a:pt x="35" y="4"/>
                  <a:pt x="34" y="4"/>
                </a:cubicBezTo>
                <a:cubicBezTo>
                  <a:pt x="34" y="4"/>
                  <a:pt x="34" y="3"/>
                  <a:pt x="34" y="2"/>
                </a:cubicBezTo>
                <a:cubicBezTo>
                  <a:pt x="34" y="1"/>
                  <a:pt x="33" y="0"/>
                  <a:pt x="32" y="0"/>
                </a:cubicBezTo>
                <a:cubicBezTo>
                  <a:pt x="30" y="0"/>
                  <a:pt x="20" y="0"/>
                  <a:pt x="17" y="0"/>
                </a:cubicBezTo>
                <a:cubicBezTo>
                  <a:pt x="16" y="0"/>
                  <a:pt x="15" y="1"/>
                  <a:pt x="15" y="2"/>
                </a:cubicBezTo>
                <a:cubicBezTo>
                  <a:pt x="15" y="3"/>
                  <a:pt x="15" y="4"/>
                  <a:pt x="15" y="4"/>
                </a:cubicBezTo>
                <a:cubicBezTo>
                  <a:pt x="14" y="4"/>
                  <a:pt x="12" y="4"/>
                  <a:pt x="11" y="4"/>
                </a:cubicBezTo>
                <a:cubicBezTo>
                  <a:pt x="9" y="4"/>
                  <a:pt x="3" y="1"/>
                  <a:pt x="2" y="3"/>
                </a:cubicBezTo>
                <a:cubicBezTo>
                  <a:pt x="0" y="4"/>
                  <a:pt x="14" y="31"/>
                  <a:pt x="14" y="31"/>
                </a:cubicBezTo>
                <a:cubicBezTo>
                  <a:pt x="14" y="45"/>
                  <a:pt x="14" y="45"/>
                  <a:pt x="14" y="4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4" name="Freeform 270"/>
          <p:cNvSpPr>
            <a:spLocks/>
          </p:cNvSpPr>
          <p:nvPr/>
        </p:nvSpPr>
        <p:spPr bwMode="auto">
          <a:xfrm>
            <a:off x="398463" y="3371851"/>
            <a:ext cx="220663" cy="28575"/>
          </a:xfrm>
          <a:custGeom>
            <a:avLst/>
            <a:gdLst>
              <a:gd name="T0" fmla="*/ 52 w 52"/>
              <a:gd name="T1" fmla="*/ 2 h 7"/>
              <a:gd name="T2" fmla="*/ 49 w 52"/>
              <a:gd name="T3" fmla="*/ 0 h 7"/>
              <a:gd name="T4" fmla="*/ 2 w 52"/>
              <a:gd name="T5" fmla="*/ 0 h 7"/>
              <a:gd name="T6" fmla="*/ 0 w 52"/>
              <a:gd name="T7" fmla="*/ 2 h 7"/>
              <a:gd name="T8" fmla="*/ 0 w 52"/>
              <a:gd name="T9" fmla="*/ 7 h 7"/>
              <a:gd name="T10" fmla="*/ 52 w 52"/>
              <a:gd name="T11" fmla="*/ 7 h 7"/>
              <a:gd name="T12" fmla="*/ 52 w 52"/>
              <a:gd name="T13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7">
                <a:moveTo>
                  <a:pt x="52" y="2"/>
                </a:moveTo>
                <a:cubicBezTo>
                  <a:pt x="51" y="1"/>
                  <a:pt x="49" y="0"/>
                  <a:pt x="49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1"/>
                  <a:pt x="0" y="2"/>
                </a:cubicBezTo>
                <a:cubicBezTo>
                  <a:pt x="0" y="4"/>
                  <a:pt x="0" y="7"/>
                  <a:pt x="0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4"/>
                  <a:pt x="52" y="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5" name="Freeform 271"/>
          <p:cNvSpPr>
            <a:spLocks/>
          </p:cNvSpPr>
          <p:nvPr/>
        </p:nvSpPr>
        <p:spPr bwMode="auto">
          <a:xfrm>
            <a:off x="411163" y="3290889"/>
            <a:ext cx="195263" cy="76200"/>
          </a:xfrm>
          <a:custGeom>
            <a:avLst/>
            <a:gdLst>
              <a:gd name="T0" fmla="*/ 118 w 123"/>
              <a:gd name="T1" fmla="*/ 0 h 48"/>
              <a:gd name="T2" fmla="*/ 8 w 123"/>
              <a:gd name="T3" fmla="*/ 0 h 48"/>
              <a:gd name="T4" fmla="*/ 0 w 123"/>
              <a:gd name="T5" fmla="*/ 48 h 48"/>
              <a:gd name="T6" fmla="*/ 123 w 123"/>
              <a:gd name="T7" fmla="*/ 48 h 48"/>
              <a:gd name="T8" fmla="*/ 118 w 123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8">
                <a:moveTo>
                  <a:pt x="118" y="0"/>
                </a:moveTo>
                <a:lnTo>
                  <a:pt x="8" y="0"/>
                </a:lnTo>
                <a:lnTo>
                  <a:pt x="0" y="48"/>
                </a:lnTo>
                <a:lnTo>
                  <a:pt x="123" y="48"/>
                </a:lnTo>
                <a:lnTo>
                  <a:pt x="11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6" name="Freeform 272"/>
          <p:cNvSpPr>
            <a:spLocks/>
          </p:cNvSpPr>
          <p:nvPr/>
        </p:nvSpPr>
        <p:spPr bwMode="auto">
          <a:xfrm>
            <a:off x="411163" y="3290889"/>
            <a:ext cx="195263" cy="76200"/>
          </a:xfrm>
          <a:custGeom>
            <a:avLst/>
            <a:gdLst>
              <a:gd name="T0" fmla="*/ 118 w 123"/>
              <a:gd name="T1" fmla="*/ 0 h 48"/>
              <a:gd name="T2" fmla="*/ 8 w 123"/>
              <a:gd name="T3" fmla="*/ 0 h 48"/>
              <a:gd name="T4" fmla="*/ 0 w 123"/>
              <a:gd name="T5" fmla="*/ 48 h 48"/>
              <a:gd name="T6" fmla="*/ 123 w 123"/>
              <a:gd name="T7" fmla="*/ 48 h 48"/>
              <a:gd name="T8" fmla="*/ 118 w 123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8">
                <a:moveTo>
                  <a:pt x="118" y="0"/>
                </a:moveTo>
                <a:lnTo>
                  <a:pt x="8" y="0"/>
                </a:lnTo>
                <a:lnTo>
                  <a:pt x="0" y="48"/>
                </a:lnTo>
                <a:lnTo>
                  <a:pt x="123" y="48"/>
                </a:lnTo>
                <a:lnTo>
                  <a:pt x="11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7" name="Freeform 273"/>
          <p:cNvSpPr>
            <a:spLocks/>
          </p:cNvSpPr>
          <p:nvPr/>
        </p:nvSpPr>
        <p:spPr bwMode="auto">
          <a:xfrm>
            <a:off x="423863" y="3057526"/>
            <a:ext cx="161925" cy="15875"/>
          </a:xfrm>
          <a:custGeom>
            <a:avLst/>
            <a:gdLst>
              <a:gd name="T0" fmla="*/ 38 w 38"/>
              <a:gd name="T1" fmla="*/ 2 h 4"/>
              <a:gd name="T2" fmla="*/ 36 w 38"/>
              <a:gd name="T3" fmla="*/ 4 h 4"/>
              <a:gd name="T4" fmla="*/ 1 w 38"/>
              <a:gd name="T5" fmla="*/ 4 h 4"/>
              <a:gd name="T6" fmla="*/ 0 w 38"/>
              <a:gd name="T7" fmla="*/ 2 h 4"/>
              <a:gd name="T8" fmla="*/ 1 w 38"/>
              <a:gd name="T9" fmla="*/ 0 h 4"/>
              <a:gd name="T10" fmla="*/ 36 w 38"/>
              <a:gd name="T11" fmla="*/ 0 h 4"/>
              <a:gd name="T12" fmla="*/ 38 w 38"/>
              <a:gd name="T13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4">
                <a:moveTo>
                  <a:pt x="38" y="2"/>
                </a:moveTo>
                <a:cubicBezTo>
                  <a:pt x="38" y="3"/>
                  <a:pt x="37" y="4"/>
                  <a:pt x="36" y="4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3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8" y="1"/>
                  <a:pt x="38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8" name="Freeform 274"/>
          <p:cNvSpPr>
            <a:spLocks noEditPoints="1"/>
          </p:cNvSpPr>
          <p:nvPr/>
        </p:nvSpPr>
        <p:spPr bwMode="auto">
          <a:xfrm>
            <a:off x="423863" y="3060701"/>
            <a:ext cx="166688" cy="204788"/>
          </a:xfrm>
          <a:custGeom>
            <a:avLst/>
            <a:gdLst>
              <a:gd name="T0" fmla="*/ 31 w 39"/>
              <a:gd name="T1" fmla="*/ 0 h 48"/>
              <a:gd name="T2" fmla="*/ 8 w 39"/>
              <a:gd name="T3" fmla="*/ 0 h 48"/>
              <a:gd name="T4" fmla="*/ 0 w 39"/>
              <a:gd name="T5" fmla="*/ 48 h 48"/>
              <a:gd name="T6" fmla="*/ 39 w 39"/>
              <a:gd name="T7" fmla="*/ 48 h 48"/>
              <a:gd name="T8" fmla="*/ 31 w 39"/>
              <a:gd name="T9" fmla="*/ 0 h 48"/>
              <a:gd name="T10" fmla="*/ 26 w 39"/>
              <a:gd name="T11" fmla="*/ 16 h 48"/>
              <a:gd name="T12" fmla="*/ 30 w 39"/>
              <a:gd name="T13" fmla="*/ 16 h 48"/>
              <a:gd name="T14" fmla="*/ 35 w 39"/>
              <a:gd name="T15" fmla="*/ 44 h 48"/>
              <a:gd name="T16" fmla="*/ 32 w 39"/>
              <a:gd name="T17" fmla="*/ 45 h 48"/>
              <a:gd name="T18" fmla="*/ 26 w 39"/>
              <a:gd name="T19" fmla="*/ 1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" h="48">
                <a:moveTo>
                  <a:pt x="31" y="0"/>
                </a:moveTo>
                <a:cubicBezTo>
                  <a:pt x="8" y="0"/>
                  <a:pt x="8" y="0"/>
                  <a:pt x="8" y="0"/>
                </a:cubicBezTo>
                <a:cubicBezTo>
                  <a:pt x="6" y="23"/>
                  <a:pt x="6" y="36"/>
                  <a:pt x="0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4" y="36"/>
                  <a:pt x="33" y="23"/>
                  <a:pt x="31" y="0"/>
                </a:cubicBezTo>
                <a:close/>
                <a:moveTo>
                  <a:pt x="26" y="16"/>
                </a:moveTo>
                <a:cubicBezTo>
                  <a:pt x="30" y="16"/>
                  <a:pt x="30" y="16"/>
                  <a:pt x="30" y="16"/>
                </a:cubicBezTo>
                <a:cubicBezTo>
                  <a:pt x="30" y="16"/>
                  <a:pt x="29" y="30"/>
                  <a:pt x="35" y="44"/>
                </a:cubicBezTo>
                <a:cubicBezTo>
                  <a:pt x="32" y="45"/>
                  <a:pt x="32" y="45"/>
                  <a:pt x="32" y="45"/>
                </a:cubicBezTo>
                <a:cubicBezTo>
                  <a:pt x="25" y="30"/>
                  <a:pt x="26" y="16"/>
                  <a:pt x="26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9" name="Freeform 275"/>
          <p:cNvSpPr>
            <a:spLocks/>
          </p:cNvSpPr>
          <p:nvPr/>
        </p:nvSpPr>
        <p:spPr bwMode="auto">
          <a:xfrm>
            <a:off x="1073150" y="3252789"/>
            <a:ext cx="190500" cy="20638"/>
          </a:xfrm>
          <a:custGeom>
            <a:avLst/>
            <a:gdLst>
              <a:gd name="T0" fmla="*/ 45 w 45"/>
              <a:gd name="T1" fmla="*/ 2 h 5"/>
              <a:gd name="T2" fmla="*/ 42 w 45"/>
              <a:gd name="T3" fmla="*/ 0 h 5"/>
              <a:gd name="T4" fmla="*/ 24 w 45"/>
              <a:gd name="T5" fmla="*/ 0 h 5"/>
              <a:gd name="T6" fmla="*/ 21 w 45"/>
              <a:gd name="T7" fmla="*/ 0 h 5"/>
              <a:gd name="T8" fmla="*/ 2 w 45"/>
              <a:gd name="T9" fmla="*/ 0 h 5"/>
              <a:gd name="T10" fmla="*/ 0 w 45"/>
              <a:gd name="T11" fmla="*/ 2 h 5"/>
              <a:gd name="T12" fmla="*/ 2 w 45"/>
              <a:gd name="T13" fmla="*/ 5 h 5"/>
              <a:gd name="T14" fmla="*/ 22 w 45"/>
              <a:gd name="T15" fmla="*/ 5 h 5"/>
              <a:gd name="T16" fmla="*/ 43 w 45"/>
              <a:gd name="T17" fmla="*/ 5 h 5"/>
              <a:gd name="T18" fmla="*/ 45 w 45"/>
              <a:gd name="T19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5" h="5">
                <a:moveTo>
                  <a:pt x="45" y="2"/>
                </a:moveTo>
                <a:cubicBezTo>
                  <a:pt x="44" y="0"/>
                  <a:pt x="43" y="0"/>
                  <a:pt x="42" y="0"/>
                </a:cubicBezTo>
                <a:cubicBezTo>
                  <a:pt x="42" y="0"/>
                  <a:pt x="30" y="0"/>
                  <a:pt x="24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15" y="0"/>
                  <a:pt x="3" y="0"/>
                  <a:pt x="2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3"/>
                  <a:pt x="1" y="5"/>
                  <a:pt x="2" y="5"/>
                </a:cubicBezTo>
                <a:cubicBezTo>
                  <a:pt x="2" y="5"/>
                  <a:pt x="16" y="5"/>
                  <a:pt x="22" y="5"/>
                </a:cubicBezTo>
                <a:cubicBezTo>
                  <a:pt x="28" y="5"/>
                  <a:pt x="43" y="5"/>
                  <a:pt x="43" y="5"/>
                </a:cubicBezTo>
                <a:cubicBezTo>
                  <a:pt x="44" y="5"/>
                  <a:pt x="45" y="3"/>
                  <a:pt x="45" y="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0" name="Freeform 276"/>
          <p:cNvSpPr>
            <a:spLocks/>
          </p:cNvSpPr>
          <p:nvPr/>
        </p:nvSpPr>
        <p:spPr bwMode="auto">
          <a:xfrm>
            <a:off x="1065213" y="2849564"/>
            <a:ext cx="203200" cy="190500"/>
          </a:xfrm>
          <a:custGeom>
            <a:avLst/>
            <a:gdLst>
              <a:gd name="T0" fmla="*/ 35 w 48"/>
              <a:gd name="T1" fmla="*/ 45 h 45"/>
              <a:gd name="T2" fmla="*/ 34 w 48"/>
              <a:gd name="T3" fmla="*/ 32 h 45"/>
              <a:gd name="T4" fmla="*/ 47 w 48"/>
              <a:gd name="T5" fmla="*/ 3 h 45"/>
              <a:gd name="T6" fmla="*/ 38 w 48"/>
              <a:gd name="T7" fmla="*/ 5 h 45"/>
              <a:gd name="T8" fmla="*/ 33 w 48"/>
              <a:gd name="T9" fmla="*/ 5 h 45"/>
              <a:gd name="T10" fmla="*/ 33 w 48"/>
              <a:gd name="T11" fmla="*/ 3 h 45"/>
              <a:gd name="T12" fmla="*/ 31 w 48"/>
              <a:gd name="T13" fmla="*/ 0 h 45"/>
              <a:gd name="T14" fmla="*/ 17 w 48"/>
              <a:gd name="T15" fmla="*/ 0 h 45"/>
              <a:gd name="T16" fmla="*/ 14 w 48"/>
              <a:gd name="T17" fmla="*/ 3 h 45"/>
              <a:gd name="T18" fmla="*/ 14 w 48"/>
              <a:gd name="T19" fmla="*/ 5 h 45"/>
              <a:gd name="T20" fmla="*/ 10 w 48"/>
              <a:gd name="T21" fmla="*/ 5 h 45"/>
              <a:gd name="T22" fmla="*/ 1 w 48"/>
              <a:gd name="T23" fmla="*/ 3 h 45"/>
              <a:gd name="T24" fmla="*/ 14 w 48"/>
              <a:gd name="T25" fmla="*/ 32 h 45"/>
              <a:gd name="T26" fmla="*/ 13 w 48"/>
              <a:gd name="T27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8" h="45">
                <a:moveTo>
                  <a:pt x="35" y="45"/>
                </a:move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48" y="5"/>
                  <a:pt x="47" y="3"/>
                </a:cubicBezTo>
                <a:cubicBezTo>
                  <a:pt x="45" y="2"/>
                  <a:pt x="40" y="5"/>
                  <a:pt x="38" y="5"/>
                </a:cubicBezTo>
                <a:cubicBezTo>
                  <a:pt x="37" y="5"/>
                  <a:pt x="35" y="5"/>
                  <a:pt x="33" y="5"/>
                </a:cubicBezTo>
                <a:cubicBezTo>
                  <a:pt x="33" y="5"/>
                  <a:pt x="33" y="3"/>
                  <a:pt x="33" y="3"/>
                </a:cubicBezTo>
                <a:cubicBezTo>
                  <a:pt x="33" y="1"/>
                  <a:pt x="32" y="0"/>
                  <a:pt x="31" y="0"/>
                </a:cubicBezTo>
                <a:cubicBezTo>
                  <a:pt x="29" y="0"/>
                  <a:pt x="19" y="0"/>
                  <a:pt x="17" y="0"/>
                </a:cubicBezTo>
                <a:cubicBezTo>
                  <a:pt x="15" y="0"/>
                  <a:pt x="14" y="1"/>
                  <a:pt x="14" y="3"/>
                </a:cubicBezTo>
                <a:cubicBezTo>
                  <a:pt x="14" y="3"/>
                  <a:pt x="14" y="5"/>
                  <a:pt x="14" y="5"/>
                </a:cubicBezTo>
                <a:cubicBezTo>
                  <a:pt x="13" y="5"/>
                  <a:pt x="11" y="5"/>
                  <a:pt x="10" y="5"/>
                </a:cubicBezTo>
                <a:cubicBezTo>
                  <a:pt x="8" y="5"/>
                  <a:pt x="3" y="2"/>
                  <a:pt x="1" y="3"/>
                </a:cubicBezTo>
                <a:cubicBezTo>
                  <a:pt x="0" y="5"/>
                  <a:pt x="14" y="32"/>
                  <a:pt x="14" y="32"/>
                </a:cubicBezTo>
                <a:cubicBezTo>
                  <a:pt x="13" y="45"/>
                  <a:pt x="13" y="45"/>
                  <a:pt x="13" y="4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1" name="Freeform 277"/>
          <p:cNvSpPr>
            <a:spLocks/>
          </p:cNvSpPr>
          <p:nvPr/>
        </p:nvSpPr>
        <p:spPr bwMode="auto">
          <a:xfrm>
            <a:off x="1055688" y="3354389"/>
            <a:ext cx="225425" cy="30163"/>
          </a:xfrm>
          <a:custGeom>
            <a:avLst/>
            <a:gdLst>
              <a:gd name="T0" fmla="*/ 52 w 53"/>
              <a:gd name="T1" fmla="*/ 3 h 7"/>
              <a:gd name="T2" fmla="*/ 50 w 53"/>
              <a:gd name="T3" fmla="*/ 0 h 7"/>
              <a:gd name="T4" fmla="*/ 3 w 53"/>
              <a:gd name="T5" fmla="*/ 0 h 7"/>
              <a:gd name="T6" fmla="*/ 1 w 53"/>
              <a:gd name="T7" fmla="*/ 3 h 7"/>
              <a:gd name="T8" fmla="*/ 0 w 53"/>
              <a:gd name="T9" fmla="*/ 7 h 7"/>
              <a:gd name="T10" fmla="*/ 53 w 53"/>
              <a:gd name="T11" fmla="*/ 7 h 7"/>
              <a:gd name="T12" fmla="*/ 52 w 53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7">
                <a:moveTo>
                  <a:pt x="52" y="3"/>
                </a:moveTo>
                <a:cubicBezTo>
                  <a:pt x="52" y="2"/>
                  <a:pt x="50" y="0"/>
                  <a:pt x="5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1" y="1"/>
                  <a:pt x="1" y="3"/>
                </a:cubicBezTo>
                <a:cubicBezTo>
                  <a:pt x="0" y="4"/>
                  <a:pt x="0" y="7"/>
                  <a:pt x="0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2" y="4"/>
                  <a:pt x="52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2" name="Freeform 278"/>
          <p:cNvSpPr>
            <a:spLocks/>
          </p:cNvSpPr>
          <p:nvPr/>
        </p:nvSpPr>
        <p:spPr bwMode="auto">
          <a:xfrm>
            <a:off x="1068388" y="3278189"/>
            <a:ext cx="195263" cy="71438"/>
          </a:xfrm>
          <a:custGeom>
            <a:avLst/>
            <a:gdLst>
              <a:gd name="T0" fmla="*/ 118 w 123"/>
              <a:gd name="T1" fmla="*/ 0 h 45"/>
              <a:gd name="T2" fmla="*/ 8 w 123"/>
              <a:gd name="T3" fmla="*/ 0 h 45"/>
              <a:gd name="T4" fmla="*/ 0 w 123"/>
              <a:gd name="T5" fmla="*/ 45 h 45"/>
              <a:gd name="T6" fmla="*/ 123 w 123"/>
              <a:gd name="T7" fmla="*/ 45 h 45"/>
              <a:gd name="T8" fmla="*/ 118 w 123"/>
              <a:gd name="T9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5">
                <a:moveTo>
                  <a:pt x="118" y="0"/>
                </a:moveTo>
                <a:lnTo>
                  <a:pt x="8" y="0"/>
                </a:lnTo>
                <a:lnTo>
                  <a:pt x="0" y="45"/>
                </a:lnTo>
                <a:lnTo>
                  <a:pt x="123" y="45"/>
                </a:lnTo>
                <a:lnTo>
                  <a:pt x="11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3" name="Freeform 279"/>
          <p:cNvSpPr>
            <a:spLocks/>
          </p:cNvSpPr>
          <p:nvPr/>
        </p:nvSpPr>
        <p:spPr bwMode="auto">
          <a:xfrm>
            <a:off x="1068388" y="3278189"/>
            <a:ext cx="195263" cy="71438"/>
          </a:xfrm>
          <a:custGeom>
            <a:avLst/>
            <a:gdLst>
              <a:gd name="T0" fmla="*/ 118 w 123"/>
              <a:gd name="T1" fmla="*/ 0 h 45"/>
              <a:gd name="T2" fmla="*/ 8 w 123"/>
              <a:gd name="T3" fmla="*/ 0 h 45"/>
              <a:gd name="T4" fmla="*/ 0 w 123"/>
              <a:gd name="T5" fmla="*/ 45 h 45"/>
              <a:gd name="T6" fmla="*/ 123 w 123"/>
              <a:gd name="T7" fmla="*/ 45 h 45"/>
              <a:gd name="T8" fmla="*/ 118 w 123"/>
              <a:gd name="T9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3" h="45">
                <a:moveTo>
                  <a:pt x="118" y="0"/>
                </a:moveTo>
                <a:lnTo>
                  <a:pt x="8" y="0"/>
                </a:lnTo>
                <a:lnTo>
                  <a:pt x="0" y="45"/>
                </a:lnTo>
                <a:lnTo>
                  <a:pt x="123" y="45"/>
                </a:lnTo>
                <a:lnTo>
                  <a:pt x="11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4" name="Freeform 280"/>
          <p:cNvSpPr>
            <a:spLocks/>
          </p:cNvSpPr>
          <p:nvPr/>
        </p:nvSpPr>
        <p:spPr bwMode="auto">
          <a:xfrm>
            <a:off x="1081088" y="3040064"/>
            <a:ext cx="161925" cy="20638"/>
          </a:xfrm>
          <a:custGeom>
            <a:avLst/>
            <a:gdLst>
              <a:gd name="T0" fmla="*/ 38 w 38"/>
              <a:gd name="T1" fmla="*/ 3 h 5"/>
              <a:gd name="T2" fmla="*/ 36 w 38"/>
              <a:gd name="T3" fmla="*/ 5 h 5"/>
              <a:gd name="T4" fmla="*/ 2 w 38"/>
              <a:gd name="T5" fmla="*/ 5 h 5"/>
              <a:gd name="T6" fmla="*/ 0 w 38"/>
              <a:gd name="T7" fmla="*/ 3 h 5"/>
              <a:gd name="T8" fmla="*/ 2 w 38"/>
              <a:gd name="T9" fmla="*/ 0 h 5"/>
              <a:gd name="T10" fmla="*/ 36 w 38"/>
              <a:gd name="T11" fmla="*/ 0 h 5"/>
              <a:gd name="T12" fmla="*/ 38 w 38"/>
              <a:gd name="T13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5">
                <a:moveTo>
                  <a:pt x="38" y="3"/>
                </a:moveTo>
                <a:cubicBezTo>
                  <a:pt x="38" y="4"/>
                  <a:pt x="37" y="5"/>
                  <a:pt x="36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8" y="1"/>
                  <a:pt x="38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5" name="Freeform 281"/>
          <p:cNvSpPr>
            <a:spLocks noEditPoints="1"/>
          </p:cNvSpPr>
          <p:nvPr/>
        </p:nvSpPr>
        <p:spPr bwMode="auto">
          <a:xfrm>
            <a:off x="1085850" y="3048001"/>
            <a:ext cx="165100" cy="200025"/>
          </a:xfrm>
          <a:custGeom>
            <a:avLst/>
            <a:gdLst>
              <a:gd name="T0" fmla="*/ 31 w 39"/>
              <a:gd name="T1" fmla="*/ 0 h 47"/>
              <a:gd name="T2" fmla="*/ 7 w 39"/>
              <a:gd name="T3" fmla="*/ 0 h 47"/>
              <a:gd name="T4" fmla="*/ 0 w 39"/>
              <a:gd name="T5" fmla="*/ 47 h 47"/>
              <a:gd name="T6" fmla="*/ 39 w 39"/>
              <a:gd name="T7" fmla="*/ 47 h 47"/>
              <a:gd name="T8" fmla="*/ 31 w 39"/>
              <a:gd name="T9" fmla="*/ 0 h 47"/>
              <a:gd name="T10" fmla="*/ 26 w 39"/>
              <a:gd name="T11" fmla="*/ 15 h 47"/>
              <a:gd name="T12" fmla="*/ 29 w 39"/>
              <a:gd name="T13" fmla="*/ 15 h 47"/>
              <a:gd name="T14" fmla="*/ 35 w 39"/>
              <a:gd name="T15" fmla="*/ 44 h 47"/>
              <a:gd name="T16" fmla="*/ 32 w 39"/>
              <a:gd name="T17" fmla="*/ 44 h 47"/>
              <a:gd name="T18" fmla="*/ 26 w 39"/>
              <a:gd name="T19" fmla="*/ 15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" h="47">
                <a:moveTo>
                  <a:pt x="31" y="0"/>
                </a:moveTo>
                <a:cubicBezTo>
                  <a:pt x="7" y="0"/>
                  <a:pt x="7" y="0"/>
                  <a:pt x="7" y="0"/>
                </a:cubicBezTo>
                <a:cubicBezTo>
                  <a:pt x="6" y="22"/>
                  <a:pt x="5" y="36"/>
                  <a:pt x="0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34" y="36"/>
                  <a:pt x="32" y="22"/>
                  <a:pt x="31" y="0"/>
                </a:cubicBezTo>
                <a:close/>
                <a:moveTo>
                  <a:pt x="26" y="15"/>
                </a:moveTo>
                <a:cubicBezTo>
                  <a:pt x="29" y="15"/>
                  <a:pt x="29" y="15"/>
                  <a:pt x="29" y="15"/>
                </a:cubicBezTo>
                <a:cubicBezTo>
                  <a:pt x="29" y="16"/>
                  <a:pt x="28" y="30"/>
                  <a:pt x="35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25" y="29"/>
                  <a:pt x="25" y="16"/>
                  <a:pt x="26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6" name="Oval 282"/>
          <p:cNvSpPr>
            <a:spLocks noChangeArrowheads="1"/>
          </p:cNvSpPr>
          <p:nvPr/>
        </p:nvSpPr>
        <p:spPr bwMode="auto">
          <a:xfrm>
            <a:off x="1136650" y="2781301"/>
            <a:ext cx="63500" cy="587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7" name="Freeform 283"/>
          <p:cNvSpPr>
            <a:spLocks noEditPoints="1"/>
          </p:cNvSpPr>
          <p:nvPr/>
        </p:nvSpPr>
        <p:spPr bwMode="auto">
          <a:xfrm>
            <a:off x="1819275" y="2908301"/>
            <a:ext cx="377825" cy="450850"/>
          </a:xfrm>
          <a:custGeom>
            <a:avLst/>
            <a:gdLst>
              <a:gd name="T0" fmla="*/ 26 w 89"/>
              <a:gd name="T1" fmla="*/ 98 h 106"/>
              <a:gd name="T2" fmla="*/ 26 w 89"/>
              <a:gd name="T3" fmla="*/ 91 h 106"/>
              <a:gd name="T4" fmla="*/ 43 w 89"/>
              <a:gd name="T5" fmla="*/ 91 h 106"/>
              <a:gd name="T6" fmla="*/ 43 w 89"/>
              <a:gd name="T7" fmla="*/ 98 h 106"/>
              <a:gd name="T8" fmla="*/ 26 w 89"/>
              <a:gd name="T9" fmla="*/ 98 h 106"/>
              <a:gd name="T10" fmla="*/ 50 w 89"/>
              <a:gd name="T11" fmla="*/ 0 h 106"/>
              <a:gd name="T12" fmla="*/ 13 w 89"/>
              <a:gd name="T13" fmla="*/ 36 h 106"/>
              <a:gd name="T14" fmla="*/ 13 w 89"/>
              <a:gd name="T15" fmla="*/ 36 h 106"/>
              <a:gd name="T16" fmla="*/ 8 w 89"/>
              <a:gd name="T17" fmla="*/ 30 h 106"/>
              <a:gd name="T18" fmla="*/ 3 w 89"/>
              <a:gd name="T19" fmla="*/ 33 h 106"/>
              <a:gd name="T20" fmla="*/ 3 w 89"/>
              <a:gd name="T21" fmla="*/ 43 h 106"/>
              <a:gd name="T22" fmla="*/ 17 w 89"/>
              <a:gd name="T23" fmla="*/ 73 h 106"/>
              <a:gd name="T24" fmla="*/ 17 w 89"/>
              <a:gd name="T25" fmla="*/ 73 h 106"/>
              <a:gd name="T26" fmla="*/ 23 w 89"/>
              <a:gd name="T27" fmla="*/ 84 h 106"/>
              <a:gd name="T28" fmla="*/ 23 w 89"/>
              <a:gd name="T29" fmla="*/ 91 h 106"/>
              <a:gd name="T30" fmla="*/ 23 w 89"/>
              <a:gd name="T31" fmla="*/ 98 h 106"/>
              <a:gd name="T32" fmla="*/ 23 w 89"/>
              <a:gd name="T33" fmla="*/ 106 h 106"/>
              <a:gd name="T34" fmla="*/ 26 w 89"/>
              <a:gd name="T35" fmla="*/ 106 h 106"/>
              <a:gd name="T36" fmla="*/ 64 w 89"/>
              <a:gd name="T37" fmla="*/ 106 h 106"/>
              <a:gd name="T38" fmla="*/ 64 w 89"/>
              <a:gd name="T39" fmla="*/ 86 h 106"/>
              <a:gd name="T40" fmla="*/ 89 w 89"/>
              <a:gd name="T41" fmla="*/ 40 h 106"/>
              <a:gd name="T42" fmla="*/ 50 w 89"/>
              <a:gd name="T4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9" h="106">
                <a:moveTo>
                  <a:pt x="26" y="98"/>
                </a:moveTo>
                <a:cubicBezTo>
                  <a:pt x="26" y="91"/>
                  <a:pt x="26" y="91"/>
                  <a:pt x="26" y="91"/>
                </a:cubicBezTo>
                <a:cubicBezTo>
                  <a:pt x="43" y="91"/>
                  <a:pt x="43" y="91"/>
                  <a:pt x="43" y="91"/>
                </a:cubicBezTo>
                <a:cubicBezTo>
                  <a:pt x="43" y="98"/>
                  <a:pt x="43" y="98"/>
                  <a:pt x="43" y="98"/>
                </a:cubicBezTo>
                <a:cubicBezTo>
                  <a:pt x="26" y="98"/>
                  <a:pt x="26" y="98"/>
                  <a:pt x="26" y="98"/>
                </a:cubicBezTo>
                <a:moveTo>
                  <a:pt x="50" y="0"/>
                </a:moveTo>
                <a:cubicBezTo>
                  <a:pt x="29" y="0"/>
                  <a:pt x="15" y="12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1" y="30"/>
                  <a:pt x="8" y="30"/>
                </a:cubicBezTo>
                <a:cubicBezTo>
                  <a:pt x="6" y="30"/>
                  <a:pt x="5" y="31"/>
                  <a:pt x="3" y="33"/>
                </a:cubicBezTo>
                <a:cubicBezTo>
                  <a:pt x="3" y="43"/>
                  <a:pt x="3" y="43"/>
                  <a:pt x="3" y="43"/>
                </a:cubicBezTo>
                <a:cubicBezTo>
                  <a:pt x="3" y="43"/>
                  <a:pt x="0" y="58"/>
                  <a:pt x="17" y="73"/>
                </a:cubicBezTo>
                <a:cubicBezTo>
                  <a:pt x="17" y="73"/>
                  <a:pt x="17" y="73"/>
                  <a:pt x="17" y="73"/>
                </a:cubicBezTo>
                <a:cubicBezTo>
                  <a:pt x="18" y="78"/>
                  <a:pt x="20" y="81"/>
                  <a:pt x="23" y="84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86"/>
                  <a:pt x="64" y="86"/>
                  <a:pt x="64" y="86"/>
                </a:cubicBezTo>
                <a:cubicBezTo>
                  <a:pt x="78" y="78"/>
                  <a:pt x="89" y="59"/>
                  <a:pt x="89" y="40"/>
                </a:cubicBezTo>
                <a:cubicBezTo>
                  <a:pt x="89" y="14"/>
                  <a:pt x="72" y="0"/>
                  <a:pt x="5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8" name="Freeform 284"/>
          <p:cNvSpPr>
            <a:spLocks noEditPoints="1"/>
          </p:cNvSpPr>
          <p:nvPr/>
        </p:nvSpPr>
        <p:spPr bwMode="auto">
          <a:xfrm>
            <a:off x="1649413" y="2946401"/>
            <a:ext cx="377825" cy="450850"/>
          </a:xfrm>
          <a:custGeom>
            <a:avLst/>
            <a:gdLst>
              <a:gd name="T0" fmla="*/ 87 w 89"/>
              <a:gd name="T1" fmla="*/ 43 h 106"/>
              <a:gd name="T2" fmla="*/ 86 w 89"/>
              <a:gd name="T3" fmla="*/ 33 h 106"/>
              <a:gd name="T4" fmla="*/ 76 w 89"/>
              <a:gd name="T5" fmla="*/ 36 h 106"/>
              <a:gd name="T6" fmla="*/ 76 w 89"/>
              <a:gd name="T7" fmla="*/ 36 h 106"/>
              <a:gd name="T8" fmla="*/ 39 w 89"/>
              <a:gd name="T9" fmla="*/ 0 h 106"/>
              <a:gd name="T10" fmla="*/ 0 w 89"/>
              <a:gd name="T11" fmla="*/ 40 h 106"/>
              <a:gd name="T12" fmla="*/ 26 w 89"/>
              <a:gd name="T13" fmla="*/ 86 h 106"/>
              <a:gd name="T14" fmla="*/ 26 w 89"/>
              <a:gd name="T15" fmla="*/ 106 h 106"/>
              <a:gd name="T16" fmla="*/ 64 w 89"/>
              <a:gd name="T17" fmla="*/ 106 h 106"/>
              <a:gd name="T18" fmla="*/ 67 w 89"/>
              <a:gd name="T19" fmla="*/ 106 h 106"/>
              <a:gd name="T20" fmla="*/ 67 w 89"/>
              <a:gd name="T21" fmla="*/ 98 h 106"/>
              <a:gd name="T22" fmla="*/ 67 w 89"/>
              <a:gd name="T23" fmla="*/ 91 h 106"/>
              <a:gd name="T24" fmla="*/ 67 w 89"/>
              <a:gd name="T25" fmla="*/ 84 h 106"/>
              <a:gd name="T26" fmla="*/ 73 w 89"/>
              <a:gd name="T27" fmla="*/ 73 h 106"/>
              <a:gd name="T28" fmla="*/ 73 w 89"/>
              <a:gd name="T29" fmla="*/ 73 h 106"/>
              <a:gd name="T30" fmla="*/ 87 w 89"/>
              <a:gd name="T31" fmla="*/ 43 h 106"/>
              <a:gd name="T32" fmla="*/ 64 w 89"/>
              <a:gd name="T33" fmla="*/ 98 h 106"/>
              <a:gd name="T34" fmla="*/ 46 w 89"/>
              <a:gd name="T35" fmla="*/ 98 h 106"/>
              <a:gd name="T36" fmla="*/ 46 w 89"/>
              <a:gd name="T37" fmla="*/ 91 h 106"/>
              <a:gd name="T38" fmla="*/ 64 w 89"/>
              <a:gd name="T39" fmla="*/ 91 h 106"/>
              <a:gd name="T40" fmla="*/ 64 w 89"/>
              <a:gd name="T41" fmla="*/ 98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9" h="106">
                <a:moveTo>
                  <a:pt x="87" y="43"/>
                </a:moveTo>
                <a:cubicBezTo>
                  <a:pt x="86" y="33"/>
                  <a:pt x="86" y="33"/>
                  <a:pt x="86" y="33"/>
                </a:cubicBezTo>
                <a:cubicBezTo>
                  <a:pt x="80" y="23"/>
                  <a:pt x="76" y="36"/>
                  <a:pt x="76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5" y="12"/>
                  <a:pt x="60" y="0"/>
                  <a:pt x="39" y="0"/>
                </a:cubicBezTo>
                <a:cubicBezTo>
                  <a:pt x="18" y="0"/>
                  <a:pt x="0" y="14"/>
                  <a:pt x="0" y="40"/>
                </a:cubicBezTo>
                <a:cubicBezTo>
                  <a:pt x="0" y="59"/>
                  <a:pt x="11" y="77"/>
                  <a:pt x="26" y="8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98"/>
                  <a:pt x="67" y="98"/>
                  <a:pt x="67" y="98"/>
                </a:cubicBezTo>
                <a:cubicBezTo>
                  <a:pt x="67" y="91"/>
                  <a:pt x="67" y="91"/>
                  <a:pt x="67" y="91"/>
                </a:cubicBezTo>
                <a:cubicBezTo>
                  <a:pt x="67" y="84"/>
                  <a:pt x="67" y="84"/>
                  <a:pt x="67" y="84"/>
                </a:cubicBezTo>
                <a:cubicBezTo>
                  <a:pt x="69" y="81"/>
                  <a:pt x="71" y="78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58"/>
                  <a:pt x="87" y="43"/>
                  <a:pt x="87" y="43"/>
                </a:cubicBezTo>
                <a:close/>
                <a:moveTo>
                  <a:pt x="64" y="98"/>
                </a:moveTo>
                <a:cubicBezTo>
                  <a:pt x="46" y="98"/>
                  <a:pt x="46" y="98"/>
                  <a:pt x="46" y="98"/>
                </a:cubicBezTo>
                <a:cubicBezTo>
                  <a:pt x="46" y="91"/>
                  <a:pt x="46" y="91"/>
                  <a:pt x="46" y="91"/>
                </a:cubicBezTo>
                <a:cubicBezTo>
                  <a:pt x="64" y="91"/>
                  <a:pt x="64" y="91"/>
                  <a:pt x="64" y="91"/>
                </a:cubicBezTo>
                <a:lnTo>
                  <a:pt x="64" y="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9" name="Rectangle 285"/>
          <p:cNvSpPr>
            <a:spLocks noChangeArrowheads="1"/>
          </p:cNvSpPr>
          <p:nvPr/>
        </p:nvSpPr>
        <p:spPr bwMode="auto">
          <a:xfrm>
            <a:off x="2374900" y="3133726"/>
            <a:ext cx="55563" cy="187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0" name="Rectangle 286"/>
          <p:cNvSpPr>
            <a:spLocks noChangeArrowheads="1"/>
          </p:cNvSpPr>
          <p:nvPr/>
        </p:nvSpPr>
        <p:spPr bwMode="auto">
          <a:xfrm>
            <a:off x="2374900" y="3133726"/>
            <a:ext cx="55563" cy="187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1" name="Freeform 287"/>
          <p:cNvSpPr>
            <a:spLocks/>
          </p:cNvSpPr>
          <p:nvPr/>
        </p:nvSpPr>
        <p:spPr bwMode="auto">
          <a:xfrm>
            <a:off x="2443163" y="3128964"/>
            <a:ext cx="454025" cy="192088"/>
          </a:xfrm>
          <a:custGeom>
            <a:avLst/>
            <a:gdLst>
              <a:gd name="T0" fmla="*/ 286 w 286"/>
              <a:gd name="T1" fmla="*/ 0 h 121"/>
              <a:gd name="T2" fmla="*/ 251 w 286"/>
              <a:gd name="T3" fmla="*/ 0 h 121"/>
              <a:gd name="T4" fmla="*/ 251 w 286"/>
              <a:gd name="T5" fmla="*/ 48 h 121"/>
              <a:gd name="T6" fmla="*/ 35 w 286"/>
              <a:gd name="T7" fmla="*/ 48 h 121"/>
              <a:gd name="T8" fmla="*/ 35 w 286"/>
              <a:gd name="T9" fmla="*/ 3 h 121"/>
              <a:gd name="T10" fmla="*/ 0 w 286"/>
              <a:gd name="T11" fmla="*/ 3 h 121"/>
              <a:gd name="T12" fmla="*/ 0 w 286"/>
              <a:gd name="T13" fmla="*/ 121 h 121"/>
              <a:gd name="T14" fmla="*/ 35 w 286"/>
              <a:gd name="T15" fmla="*/ 121 h 121"/>
              <a:gd name="T16" fmla="*/ 35 w 286"/>
              <a:gd name="T17" fmla="*/ 67 h 121"/>
              <a:gd name="T18" fmla="*/ 251 w 286"/>
              <a:gd name="T19" fmla="*/ 67 h 121"/>
              <a:gd name="T20" fmla="*/ 251 w 286"/>
              <a:gd name="T21" fmla="*/ 115 h 121"/>
              <a:gd name="T22" fmla="*/ 286 w 286"/>
              <a:gd name="T23" fmla="*/ 115 h 121"/>
              <a:gd name="T24" fmla="*/ 286 w 286"/>
              <a:gd name="T2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86" h="121">
                <a:moveTo>
                  <a:pt x="286" y="0"/>
                </a:moveTo>
                <a:lnTo>
                  <a:pt x="251" y="0"/>
                </a:lnTo>
                <a:lnTo>
                  <a:pt x="251" y="48"/>
                </a:lnTo>
                <a:lnTo>
                  <a:pt x="35" y="48"/>
                </a:lnTo>
                <a:lnTo>
                  <a:pt x="35" y="3"/>
                </a:lnTo>
                <a:lnTo>
                  <a:pt x="0" y="3"/>
                </a:lnTo>
                <a:lnTo>
                  <a:pt x="0" y="121"/>
                </a:lnTo>
                <a:lnTo>
                  <a:pt x="35" y="121"/>
                </a:lnTo>
                <a:lnTo>
                  <a:pt x="35" y="67"/>
                </a:lnTo>
                <a:lnTo>
                  <a:pt x="251" y="67"/>
                </a:lnTo>
                <a:lnTo>
                  <a:pt x="251" y="115"/>
                </a:lnTo>
                <a:lnTo>
                  <a:pt x="286" y="115"/>
                </a:lnTo>
                <a:lnTo>
                  <a:pt x="28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2" name="Freeform 288"/>
          <p:cNvSpPr>
            <a:spLocks/>
          </p:cNvSpPr>
          <p:nvPr/>
        </p:nvSpPr>
        <p:spPr bwMode="auto">
          <a:xfrm>
            <a:off x="2443163" y="3128964"/>
            <a:ext cx="454025" cy="192088"/>
          </a:xfrm>
          <a:custGeom>
            <a:avLst/>
            <a:gdLst>
              <a:gd name="T0" fmla="*/ 286 w 286"/>
              <a:gd name="T1" fmla="*/ 0 h 121"/>
              <a:gd name="T2" fmla="*/ 251 w 286"/>
              <a:gd name="T3" fmla="*/ 0 h 121"/>
              <a:gd name="T4" fmla="*/ 251 w 286"/>
              <a:gd name="T5" fmla="*/ 48 h 121"/>
              <a:gd name="T6" fmla="*/ 35 w 286"/>
              <a:gd name="T7" fmla="*/ 48 h 121"/>
              <a:gd name="T8" fmla="*/ 35 w 286"/>
              <a:gd name="T9" fmla="*/ 3 h 121"/>
              <a:gd name="T10" fmla="*/ 0 w 286"/>
              <a:gd name="T11" fmla="*/ 3 h 121"/>
              <a:gd name="T12" fmla="*/ 0 w 286"/>
              <a:gd name="T13" fmla="*/ 121 h 121"/>
              <a:gd name="T14" fmla="*/ 35 w 286"/>
              <a:gd name="T15" fmla="*/ 121 h 121"/>
              <a:gd name="T16" fmla="*/ 35 w 286"/>
              <a:gd name="T17" fmla="*/ 67 h 121"/>
              <a:gd name="T18" fmla="*/ 251 w 286"/>
              <a:gd name="T19" fmla="*/ 67 h 121"/>
              <a:gd name="T20" fmla="*/ 251 w 286"/>
              <a:gd name="T21" fmla="*/ 115 h 121"/>
              <a:gd name="T22" fmla="*/ 286 w 286"/>
              <a:gd name="T23" fmla="*/ 115 h 121"/>
              <a:gd name="T24" fmla="*/ 286 w 286"/>
              <a:gd name="T2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86" h="121">
                <a:moveTo>
                  <a:pt x="286" y="0"/>
                </a:moveTo>
                <a:lnTo>
                  <a:pt x="251" y="0"/>
                </a:lnTo>
                <a:lnTo>
                  <a:pt x="251" y="48"/>
                </a:lnTo>
                <a:lnTo>
                  <a:pt x="35" y="48"/>
                </a:lnTo>
                <a:lnTo>
                  <a:pt x="35" y="3"/>
                </a:lnTo>
                <a:lnTo>
                  <a:pt x="0" y="3"/>
                </a:lnTo>
                <a:lnTo>
                  <a:pt x="0" y="121"/>
                </a:lnTo>
                <a:lnTo>
                  <a:pt x="35" y="121"/>
                </a:lnTo>
                <a:lnTo>
                  <a:pt x="35" y="67"/>
                </a:lnTo>
                <a:lnTo>
                  <a:pt x="251" y="67"/>
                </a:lnTo>
                <a:lnTo>
                  <a:pt x="251" y="115"/>
                </a:lnTo>
                <a:lnTo>
                  <a:pt x="286" y="115"/>
                </a:lnTo>
                <a:lnTo>
                  <a:pt x="28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3" name="Rectangle 289"/>
          <p:cNvSpPr>
            <a:spLocks noChangeArrowheads="1"/>
          </p:cNvSpPr>
          <p:nvPr/>
        </p:nvSpPr>
        <p:spPr bwMode="auto">
          <a:xfrm>
            <a:off x="2909888" y="3128964"/>
            <a:ext cx="55563" cy="1825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4" name="Freeform 290"/>
          <p:cNvSpPr>
            <a:spLocks noEditPoints="1"/>
          </p:cNvSpPr>
          <p:nvPr/>
        </p:nvSpPr>
        <p:spPr bwMode="auto">
          <a:xfrm>
            <a:off x="3163888" y="2989264"/>
            <a:ext cx="309563" cy="377825"/>
          </a:xfrm>
          <a:custGeom>
            <a:avLst/>
            <a:gdLst>
              <a:gd name="T0" fmla="*/ 62 w 73"/>
              <a:gd name="T1" fmla="*/ 27 h 89"/>
              <a:gd name="T2" fmla="*/ 40 w 73"/>
              <a:gd name="T3" fmla="*/ 27 h 89"/>
              <a:gd name="T4" fmla="*/ 40 w 73"/>
              <a:gd name="T5" fmla="*/ 25 h 89"/>
              <a:gd name="T6" fmla="*/ 49 w 73"/>
              <a:gd name="T7" fmla="*/ 13 h 89"/>
              <a:gd name="T8" fmla="*/ 36 w 73"/>
              <a:gd name="T9" fmla="*/ 0 h 89"/>
              <a:gd name="T10" fmla="*/ 23 w 73"/>
              <a:gd name="T11" fmla="*/ 13 h 89"/>
              <a:gd name="T12" fmla="*/ 32 w 73"/>
              <a:gd name="T13" fmla="*/ 25 h 89"/>
              <a:gd name="T14" fmla="*/ 32 w 73"/>
              <a:gd name="T15" fmla="*/ 27 h 89"/>
              <a:gd name="T16" fmla="*/ 11 w 73"/>
              <a:gd name="T17" fmla="*/ 27 h 89"/>
              <a:gd name="T18" fmla="*/ 0 w 73"/>
              <a:gd name="T19" fmla="*/ 89 h 89"/>
              <a:gd name="T20" fmla="*/ 73 w 73"/>
              <a:gd name="T21" fmla="*/ 89 h 89"/>
              <a:gd name="T22" fmla="*/ 62 w 73"/>
              <a:gd name="T23" fmla="*/ 27 h 89"/>
              <a:gd name="T24" fmla="*/ 30 w 73"/>
              <a:gd name="T25" fmla="*/ 13 h 89"/>
              <a:gd name="T26" fmla="*/ 36 w 73"/>
              <a:gd name="T27" fmla="*/ 7 h 89"/>
              <a:gd name="T28" fmla="*/ 42 w 73"/>
              <a:gd name="T29" fmla="*/ 13 h 89"/>
              <a:gd name="T30" fmla="*/ 36 w 73"/>
              <a:gd name="T31" fmla="*/ 19 h 89"/>
              <a:gd name="T32" fmla="*/ 30 w 73"/>
              <a:gd name="T33" fmla="*/ 1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" h="89">
                <a:moveTo>
                  <a:pt x="62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5"/>
                  <a:pt x="40" y="25"/>
                  <a:pt x="40" y="25"/>
                </a:cubicBezTo>
                <a:cubicBezTo>
                  <a:pt x="45" y="24"/>
                  <a:pt x="49" y="19"/>
                  <a:pt x="49" y="13"/>
                </a:cubicBezTo>
                <a:cubicBezTo>
                  <a:pt x="49" y="6"/>
                  <a:pt x="43" y="0"/>
                  <a:pt x="36" y="0"/>
                </a:cubicBezTo>
                <a:cubicBezTo>
                  <a:pt x="29" y="0"/>
                  <a:pt x="23" y="6"/>
                  <a:pt x="23" y="13"/>
                </a:cubicBezTo>
                <a:cubicBezTo>
                  <a:pt x="23" y="19"/>
                  <a:pt x="27" y="24"/>
                  <a:pt x="32" y="25"/>
                </a:cubicBezTo>
                <a:cubicBezTo>
                  <a:pt x="32" y="27"/>
                  <a:pt x="32" y="27"/>
                  <a:pt x="32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0" y="89"/>
                  <a:pt x="0" y="89"/>
                  <a:pt x="0" y="89"/>
                </a:cubicBezTo>
                <a:cubicBezTo>
                  <a:pt x="73" y="89"/>
                  <a:pt x="73" y="89"/>
                  <a:pt x="73" y="89"/>
                </a:cubicBezTo>
                <a:lnTo>
                  <a:pt x="62" y="27"/>
                </a:lnTo>
                <a:close/>
                <a:moveTo>
                  <a:pt x="30" y="13"/>
                </a:moveTo>
                <a:cubicBezTo>
                  <a:pt x="30" y="10"/>
                  <a:pt x="33" y="7"/>
                  <a:pt x="36" y="7"/>
                </a:cubicBezTo>
                <a:cubicBezTo>
                  <a:pt x="40" y="7"/>
                  <a:pt x="42" y="10"/>
                  <a:pt x="42" y="13"/>
                </a:cubicBezTo>
                <a:cubicBezTo>
                  <a:pt x="42" y="16"/>
                  <a:pt x="40" y="19"/>
                  <a:pt x="36" y="19"/>
                </a:cubicBezTo>
                <a:cubicBezTo>
                  <a:pt x="33" y="19"/>
                  <a:pt x="30" y="16"/>
                  <a:pt x="30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5" name="Freeform 291"/>
          <p:cNvSpPr>
            <a:spLocks/>
          </p:cNvSpPr>
          <p:nvPr/>
        </p:nvSpPr>
        <p:spPr bwMode="auto">
          <a:xfrm>
            <a:off x="3740150" y="2852739"/>
            <a:ext cx="509588" cy="557213"/>
          </a:xfrm>
          <a:custGeom>
            <a:avLst/>
            <a:gdLst>
              <a:gd name="T0" fmla="*/ 117 w 120"/>
              <a:gd name="T1" fmla="*/ 75 h 131"/>
              <a:gd name="T2" fmla="*/ 115 w 120"/>
              <a:gd name="T3" fmla="*/ 71 h 131"/>
              <a:gd name="T4" fmla="*/ 105 w 120"/>
              <a:gd name="T5" fmla="*/ 49 h 131"/>
              <a:gd name="T6" fmla="*/ 69 w 120"/>
              <a:gd name="T7" fmla="*/ 14 h 131"/>
              <a:gd name="T8" fmla="*/ 68 w 120"/>
              <a:gd name="T9" fmla="*/ 13 h 131"/>
              <a:gd name="T10" fmla="*/ 64 w 120"/>
              <a:gd name="T11" fmla="*/ 8 h 131"/>
              <a:gd name="T12" fmla="*/ 40 w 120"/>
              <a:gd name="T13" fmla="*/ 3 h 131"/>
              <a:gd name="T14" fmla="*/ 37 w 120"/>
              <a:gd name="T15" fmla="*/ 24 h 131"/>
              <a:gd name="T16" fmla="*/ 59 w 120"/>
              <a:gd name="T17" fmla="*/ 25 h 131"/>
              <a:gd name="T18" fmla="*/ 75 w 120"/>
              <a:gd name="T19" fmla="*/ 64 h 131"/>
              <a:gd name="T20" fmla="*/ 69 w 120"/>
              <a:gd name="T21" fmla="*/ 63 h 131"/>
              <a:gd name="T22" fmla="*/ 48 w 120"/>
              <a:gd name="T23" fmla="*/ 70 h 131"/>
              <a:gd name="T24" fmla="*/ 26 w 120"/>
              <a:gd name="T25" fmla="*/ 58 h 131"/>
              <a:gd name="T26" fmla="*/ 1 w 120"/>
              <a:gd name="T27" fmla="*/ 77 h 131"/>
              <a:gd name="T28" fmla="*/ 0 w 120"/>
              <a:gd name="T29" fmla="*/ 77 h 131"/>
              <a:gd name="T30" fmla="*/ 1 w 120"/>
              <a:gd name="T31" fmla="*/ 131 h 131"/>
              <a:gd name="T32" fmla="*/ 14 w 120"/>
              <a:gd name="T33" fmla="*/ 131 h 131"/>
              <a:gd name="T34" fmla="*/ 19 w 120"/>
              <a:gd name="T35" fmla="*/ 122 h 131"/>
              <a:gd name="T36" fmla="*/ 44 w 120"/>
              <a:gd name="T37" fmla="*/ 102 h 131"/>
              <a:gd name="T38" fmla="*/ 69 w 120"/>
              <a:gd name="T39" fmla="*/ 104 h 131"/>
              <a:gd name="T40" fmla="*/ 99 w 120"/>
              <a:gd name="T41" fmla="*/ 100 h 131"/>
              <a:gd name="T42" fmla="*/ 117 w 120"/>
              <a:gd name="T43" fmla="*/ 75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0" h="131">
                <a:moveTo>
                  <a:pt x="117" y="75"/>
                </a:moveTo>
                <a:cubicBezTo>
                  <a:pt x="116" y="74"/>
                  <a:pt x="115" y="72"/>
                  <a:pt x="115" y="71"/>
                </a:cubicBezTo>
                <a:cubicBezTo>
                  <a:pt x="113" y="65"/>
                  <a:pt x="110" y="57"/>
                  <a:pt x="105" y="49"/>
                </a:cubicBezTo>
                <a:cubicBezTo>
                  <a:pt x="97" y="37"/>
                  <a:pt x="76" y="17"/>
                  <a:pt x="69" y="14"/>
                </a:cubicBezTo>
                <a:cubicBezTo>
                  <a:pt x="68" y="14"/>
                  <a:pt x="68" y="13"/>
                  <a:pt x="68" y="13"/>
                </a:cubicBezTo>
                <a:cubicBezTo>
                  <a:pt x="67" y="11"/>
                  <a:pt x="66" y="10"/>
                  <a:pt x="64" y="8"/>
                </a:cubicBezTo>
                <a:cubicBezTo>
                  <a:pt x="55" y="4"/>
                  <a:pt x="46" y="0"/>
                  <a:pt x="40" y="3"/>
                </a:cubicBezTo>
                <a:cubicBezTo>
                  <a:pt x="33" y="5"/>
                  <a:pt x="30" y="9"/>
                  <a:pt x="37" y="24"/>
                </a:cubicBezTo>
                <a:cubicBezTo>
                  <a:pt x="43" y="29"/>
                  <a:pt x="55" y="19"/>
                  <a:pt x="59" y="25"/>
                </a:cubicBezTo>
                <a:cubicBezTo>
                  <a:pt x="63" y="31"/>
                  <a:pt x="68" y="51"/>
                  <a:pt x="75" y="64"/>
                </a:cubicBezTo>
                <a:cubicBezTo>
                  <a:pt x="73" y="63"/>
                  <a:pt x="71" y="63"/>
                  <a:pt x="69" y="63"/>
                </a:cubicBezTo>
                <a:cubicBezTo>
                  <a:pt x="61" y="63"/>
                  <a:pt x="53" y="66"/>
                  <a:pt x="48" y="70"/>
                </a:cubicBezTo>
                <a:cubicBezTo>
                  <a:pt x="43" y="62"/>
                  <a:pt x="35" y="58"/>
                  <a:pt x="26" y="58"/>
                </a:cubicBezTo>
                <a:cubicBezTo>
                  <a:pt x="14" y="58"/>
                  <a:pt x="4" y="66"/>
                  <a:pt x="1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1" y="131"/>
                  <a:pt x="1" y="131"/>
                  <a:pt x="1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27" y="119"/>
                  <a:pt x="37" y="111"/>
                  <a:pt x="44" y="102"/>
                </a:cubicBezTo>
                <a:cubicBezTo>
                  <a:pt x="53" y="103"/>
                  <a:pt x="65" y="104"/>
                  <a:pt x="69" y="104"/>
                </a:cubicBezTo>
                <a:cubicBezTo>
                  <a:pt x="75" y="104"/>
                  <a:pt x="94" y="102"/>
                  <a:pt x="99" y="100"/>
                </a:cubicBezTo>
                <a:cubicBezTo>
                  <a:pt x="112" y="95"/>
                  <a:pt x="120" y="84"/>
                  <a:pt x="117" y="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4" name="Freeform 300"/>
          <p:cNvSpPr>
            <a:spLocks/>
          </p:cNvSpPr>
          <p:nvPr/>
        </p:nvSpPr>
        <p:spPr bwMode="auto">
          <a:xfrm>
            <a:off x="1743075" y="3767139"/>
            <a:ext cx="152400" cy="385763"/>
          </a:xfrm>
          <a:custGeom>
            <a:avLst/>
            <a:gdLst>
              <a:gd name="T0" fmla="*/ 20 w 36"/>
              <a:gd name="T1" fmla="*/ 0 h 91"/>
              <a:gd name="T2" fmla="*/ 16 w 36"/>
              <a:gd name="T3" fmla="*/ 0 h 91"/>
              <a:gd name="T4" fmla="*/ 12 w 36"/>
              <a:gd name="T5" fmla="*/ 4 h 91"/>
              <a:gd name="T6" fmla="*/ 12 w 36"/>
              <a:gd name="T7" fmla="*/ 10 h 91"/>
              <a:gd name="T8" fmla="*/ 0 w 36"/>
              <a:gd name="T9" fmla="*/ 50 h 91"/>
              <a:gd name="T10" fmla="*/ 16 w 36"/>
              <a:gd name="T11" fmla="*/ 91 h 91"/>
              <a:gd name="T12" fmla="*/ 22 w 36"/>
              <a:gd name="T13" fmla="*/ 91 h 91"/>
              <a:gd name="T14" fmla="*/ 36 w 36"/>
              <a:gd name="T15" fmla="*/ 50 h 91"/>
              <a:gd name="T16" fmla="*/ 24 w 36"/>
              <a:gd name="T17" fmla="*/ 10 h 91"/>
              <a:gd name="T18" fmla="*/ 24 w 36"/>
              <a:gd name="T19" fmla="*/ 4 h 91"/>
              <a:gd name="T20" fmla="*/ 20 w 36"/>
              <a:gd name="T21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" h="91">
                <a:moveTo>
                  <a:pt x="20" y="0"/>
                </a:moveTo>
                <a:cubicBezTo>
                  <a:pt x="16" y="0"/>
                  <a:pt x="16" y="0"/>
                  <a:pt x="16" y="0"/>
                </a:cubicBezTo>
                <a:cubicBezTo>
                  <a:pt x="14" y="0"/>
                  <a:pt x="12" y="2"/>
                  <a:pt x="12" y="4"/>
                </a:cubicBezTo>
                <a:cubicBezTo>
                  <a:pt x="12" y="6"/>
                  <a:pt x="12" y="9"/>
                  <a:pt x="12" y="10"/>
                </a:cubicBezTo>
                <a:cubicBezTo>
                  <a:pt x="5" y="16"/>
                  <a:pt x="0" y="31"/>
                  <a:pt x="0" y="50"/>
                </a:cubicBezTo>
                <a:cubicBezTo>
                  <a:pt x="0" y="73"/>
                  <a:pt x="6" y="91"/>
                  <a:pt x="16" y="91"/>
                </a:cubicBezTo>
                <a:cubicBezTo>
                  <a:pt x="22" y="91"/>
                  <a:pt x="22" y="91"/>
                  <a:pt x="22" y="91"/>
                </a:cubicBezTo>
                <a:cubicBezTo>
                  <a:pt x="31" y="90"/>
                  <a:pt x="36" y="72"/>
                  <a:pt x="36" y="50"/>
                </a:cubicBezTo>
                <a:cubicBezTo>
                  <a:pt x="36" y="31"/>
                  <a:pt x="31" y="16"/>
                  <a:pt x="24" y="10"/>
                </a:cubicBezTo>
                <a:cubicBezTo>
                  <a:pt x="25" y="9"/>
                  <a:pt x="24" y="6"/>
                  <a:pt x="24" y="4"/>
                </a:cubicBezTo>
                <a:cubicBezTo>
                  <a:pt x="24" y="2"/>
                  <a:pt x="23" y="0"/>
                  <a:pt x="2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5" name="Freeform 301"/>
          <p:cNvSpPr>
            <a:spLocks/>
          </p:cNvSpPr>
          <p:nvPr/>
        </p:nvSpPr>
        <p:spPr bwMode="auto">
          <a:xfrm>
            <a:off x="1793875" y="3656014"/>
            <a:ext cx="50800" cy="73025"/>
          </a:xfrm>
          <a:custGeom>
            <a:avLst/>
            <a:gdLst>
              <a:gd name="T0" fmla="*/ 6 w 12"/>
              <a:gd name="T1" fmla="*/ 0 h 17"/>
              <a:gd name="T2" fmla="*/ 0 w 12"/>
              <a:gd name="T3" fmla="*/ 6 h 17"/>
              <a:gd name="T4" fmla="*/ 0 w 12"/>
              <a:gd name="T5" fmla="*/ 11 h 17"/>
              <a:gd name="T6" fmla="*/ 0 w 12"/>
              <a:gd name="T7" fmla="*/ 11 h 17"/>
              <a:gd name="T8" fmla="*/ 0 w 12"/>
              <a:gd name="T9" fmla="*/ 12 h 17"/>
              <a:gd name="T10" fmla="*/ 3 w 12"/>
              <a:gd name="T11" fmla="*/ 17 h 17"/>
              <a:gd name="T12" fmla="*/ 6 w 12"/>
              <a:gd name="T13" fmla="*/ 17 h 17"/>
              <a:gd name="T14" fmla="*/ 9 w 12"/>
              <a:gd name="T15" fmla="*/ 17 h 17"/>
              <a:gd name="T16" fmla="*/ 12 w 12"/>
              <a:gd name="T17" fmla="*/ 12 h 17"/>
              <a:gd name="T18" fmla="*/ 12 w 12"/>
              <a:gd name="T19" fmla="*/ 11 h 17"/>
              <a:gd name="T20" fmla="*/ 12 w 12"/>
              <a:gd name="T21" fmla="*/ 11 h 17"/>
              <a:gd name="T22" fmla="*/ 12 w 12"/>
              <a:gd name="T23" fmla="*/ 6 h 17"/>
              <a:gd name="T24" fmla="*/ 6 w 12"/>
              <a:gd name="T25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" h="17">
                <a:moveTo>
                  <a:pt x="6" y="0"/>
                </a:moveTo>
                <a:cubicBezTo>
                  <a:pt x="3" y="0"/>
                  <a:pt x="0" y="3"/>
                  <a:pt x="0" y="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2"/>
                  <a:pt x="0" y="12"/>
                </a:cubicBezTo>
                <a:cubicBezTo>
                  <a:pt x="0" y="16"/>
                  <a:pt x="2" y="17"/>
                  <a:pt x="3" y="17"/>
                </a:cubicBezTo>
                <a:cubicBezTo>
                  <a:pt x="4" y="17"/>
                  <a:pt x="5" y="17"/>
                  <a:pt x="6" y="17"/>
                </a:cubicBezTo>
                <a:cubicBezTo>
                  <a:pt x="7" y="17"/>
                  <a:pt x="8" y="17"/>
                  <a:pt x="9" y="17"/>
                </a:cubicBezTo>
                <a:cubicBezTo>
                  <a:pt x="11" y="17"/>
                  <a:pt x="12" y="16"/>
                  <a:pt x="12" y="12"/>
                </a:cubicBezTo>
                <a:cubicBezTo>
                  <a:pt x="12" y="12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3"/>
                  <a:pt x="10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6" name="Rectangle 302"/>
          <p:cNvSpPr>
            <a:spLocks noChangeArrowheads="1"/>
          </p:cNvSpPr>
          <p:nvPr/>
        </p:nvSpPr>
        <p:spPr bwMode="auto">
          <a:xfrm>
            <a:off x="1798638" y="3732214"/>
            <a:ext cx="42863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7" name="Rectangle 303"/>
          <p:cNvSpPr>
            <a:spLocks noChangeArrowheads="1"/>
          </p:cNvSpPr>
          <p:nvPr/>
        </p:nvSpPr>
        <p:spPr bwMode="auto">
          <a:xfrm>
            <a:off x="1798638" y="3732214"/>
            <a:ext cx="42863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8" name="Freeform 304"/>
          <p:cNvSpPr>
            <a:spLocks/>
          </p:cNvSpPr>
          <p:nvPr/>
        </p:nvSpPr>
        <p:spPr bwMode="auto">
          <a:xfrm>
            <a:off x="1955800" y="3767139"/>
            <a:ext cx="157163" cy="385763"/>
          </a:xfrm>
          <a:custGeom>
            <a:avLst/>
            <a:gdLst>
              <a:gd name="T0" fmla="*/ 20 w 37"/>
              <a:gd name="T1" fmla="*/ 0 h 91"/>
              <a:gd name="T2" fmla="*/ 17 w 37"/>
              <a:gd name="T3" fmla="*/ 0 h 91"/>
              <a:gd name="T4" fmla="*/ 12 w 37"/>
              <a:gd name="T5" fmla="*/ 4 h 91"/>
              <a:gd name="T6" fmla="*/ 13 w 37"/>
              <a:gd name="T7" fmla="*/ 10 h 91"/>
              <a:gd name="T8" fmla="*/ 0 w 37"/>
              <a:gd name="T9" fmla="*/ 50 h 91"/>
              <a:gd name="T10" fmla="*/ 16 w 37"/>
              <a:gd name="T11" fmla="*/ 91 h 91"/>
              <a:gd name="T12" fmla="*/ 22 w 37"/>
              <a:gd name="T13" fmla="*/ 91 h 91"/>
              <a:gd name="T14" fmla="*/ 37 w 37"/>
              <a:gd name="T15" fmla="*/ 50 h 91"/>
              <a:gd name="T16" fmla="*/ 25 w 37"/>
              <a:gd name="T17" fmla="*/ 10 h 91"/>
              <a:gd name="T18" fmla="*/ 25 w 37"/>
              <a:gd name="T19" fmla="*/ 4 h 91"/>
              <a:gd name="T20" fmla="*/ 20 w 37"/>
              <a:gd name="T21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" h="91">
                <a:moveTo>
                  <a:pt x="20" y="0"/>
                </a:moveTo>
                <a:cubicBezTo>
                  <a:pt x="17" y="0"/>
                  <a:pt x="17" y="0"/>
                  <a:pt x="17" y="0"/>
                </a:cubicBezTo>
                <a:cubicBezTo>
                  <a:pt x="14" y="0"/>
                  <a:pt x="12" y="2"/>
                  <a:pt x="12" y="4"/>
                </a:cubicBezTo>
                <a:cubicBezTo>
                  <a:pt x="12" y="6"/>
                  <a:pt x="12" y="9"/>
                  <a:pt x="13" y="10"/>
                </a:cubicBezTo>
                <a:cubicBezTo>
                  <a:pt x="6" y="16"/>
                  <a:pt x="0" y="31"/>
                  <a:pt x="0" y="50"/>
                </a:cubicBezTo>
                <a:cubicBezTo>
                  <a:pt x="0" y="73"/>
                  <a:pt x="6" y="91"/>
                  <a:pt x="16" y="91"/>
                </a:cubicBezTo>
                <a:cubicBezTo>
                  <a:pt x="22" y="91"/>
                  <a:pt x="22" y="91"/>
                  <a:pt x="22" y="91"/>
                </a:cubicBezTo>
                <a:cubicBezTo>
                  <a:pt x="32" y="90"/>
                  <a:pt x="37" y="72"/>
                  <a:pt x="37" y="50"/>
                </a:cubicBezTo>
                <a:cubicBezTo>
                  <a:pt x="37" y="31"/>
                  <a:pt x="32" y="16"/>
                  <a:pt x="25" y="10"/>
                </a:cubicBezTo>
                <a:cubicBezTo>
                  <a:pt x="25" y="9"/>
                  <a:pt x="25" y="6"/>
                  <a:pt x="25" y="4"/>
                </a:cubicBezTo>
                <a:cubicBezTo>
                  <a:pt x="25" y="2"/>
                  <a:pt x="23" y="0"/>
                  <a:pt x="2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9" name="Freeform 305"/>
          <p:cNvSpPr>
            <a:spLocks/>
          </p:cNvSpPr>
          <p:nvPr/>
        </p:nvSpPr>
        <p:spPr bwMode="auto">
          <a:xfrm>
            <a:off x="2009775" y="3656014"/>
            <a:ext cx="52388" cy="73025"/>
          </a:xfrm>
          <a:custGeom>
            <a:avLst/>
            <a:gdLst>
              <a:gd name="T0" fmla="*/ 6 w 12"/>
              <a:gd name="T1" fmla="*/ 0 h 17"/>
              <a:gd name="T2" fmla="*/ 0 w 12"/>
              <a:gd name="T3" fmla="*/ 6 h 17"/>
              <a:gd name="T4" fmla="*/ 0 w 12"/>
              <a:gd name="T5" fmla="*/ 11 h 17"/>
              <a:gd name="T6" fmla="*/ 0 w 12"/>
              <a:gd name="T7" fmla="*/ 11 h 17"/>
              <a:gd name="T8" fmla="*/ 0 w 12"/>
              <a:gd name="T9" fmla="*/ 12 h 17"/>
              <a:gd name="T10" fmla="*/ 3 w 12"/>
              <a:gd name="T11" fmla="*/ 17 h 17"/>
              <a:gd name="T12" fmla="*/ 6 w 12"/>
              <a:gd name="T13" fmla="*/ 17 h 17"/>
              <a:gd name="T14" fmla="*/ 8 w 12"/>
              <a:gd name="T15" fmla="*/ 17 h 17"/>
              <a:gd name="T16" fmla="*/ 12 w 12"/>
              <a:gd name="T17" fmla="*/ 12 h 17"/>
              <a:gd name="T18" fmla="*/ 12 w 12"/>
              <a:gd name="T19" fmla="*/ 11 h 17"/>
              <a:gd name="T20" fmla="*/ 12 w 12"/>
              <a:gd name="T21" fmla="*/ 11 h 17"/>
              <a:gd name="T22" fmla="*/ 12 w 12"/>
              <a:gd name="T23" fmla="*/ 6 h 17"/>
              <a:gd name="T24" fmla="*/ 6 w 12"/>
              <a:gd name="T25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" h="17">
                <a:moveTo>
                  <a:pt x="6" y="0"/>
                </a:moveTo>
                <a:cubicBezTo>
                  <a:pt x="2" y="0"/>
                  <a:pt x="0" y="3"/>
                  <a:pt x="0" y="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2"/>
                  <a:pt x="0" y="12"/>
                </a:cubicBezTo>
                <a:cubicBezTo>
                  <a:pt x="0" y="16"/>
                  <a:pt x="1" y="17"/>
                  <a:pt x="3" y="17"/>
                </a:cubicBezTo>
                <a:cubicBezTo>
                  <a:pt x="4" y="17"/>
                  <a:pt x="5" y="17"/>
                  <a:pt x="6" y="17"/>
                </a:cubicBezTo>
                <a:cubicBezTo>
                  <a:pt x="7" y="17"/>
                  <a:pt x="8" y="17"/>
                  <a:pt x="8" y="17"/>
                </a:cubicBezTo>
                <a:cubicBezTo>
                  <a:pt x="10" y="17"/>
                  <a:pt x="12" y="16"/>
                  <a:pt x="12" y="12"/>
                </a:cubicBezTo>
                <a:cubicBezTo>
                  <a:pt x="12" y="12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3"/>
                  <a:pt x="9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0" name="Rectangle 306"/>
          <p:cNvSpPr>
            <a:spLocks noChangeArrowheads="1"/>
          </p:cNvSpPr>
          <p:nvPr/>
        </p:nvSpPr>
        <p:spPr bwMode="auto">
          <a:xfrm>
            <a:off x="2009775" y="3732214"/>
            <a:ext cx="47625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1" name="Rectangle 307"/>
          <p:cNvSpPr>
            <a:spLocks noChangeArrowheads="1"/>
          </p:cNvSpPr>
          <p:nvPr/>
        </p:nvSpPr>
        <p:spPr bwMode="auto">
          <a:xfrm>
            <a:off x="2009775" y="3732214"/>
            <a:ext cx="47625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2" name="Freeform 308"/>
          <p:cNvSpPr>
            <a:spLocks/>
          </p:cNvSpPr>
          <p:nvPr/>
        </p:nvSpPr>
        <p:spPr bwMode="auto">
          <a:xfrm>
            <a:off x="1844675" y="3817939"/>
            <a:ext cx="157163" cy="385763"/>
          </a:xfrm>
          <a:custGeom>
            <a:avLst/>
            <a:gdLst>
              <a:gd name="T0" fmla="*/ 24 w 37"/>
              <a:gd name="T1" fmla="*/ 10 h 91"/>
              <a:gd name="T2" fmla="*/ 24 w 37"/>
              <a:gd name="T3" fmla="*/ 4 h 91"/>
              <a:gd name="T4" fmla="*/ 20 w 37"/>
              <a:gd name="T5" fmla="*/ 0 h 91"/>
              <a:gd name="T6" fmla="*/ 17 w 37"/>
              <a:gd name="T7" fmla="*/ 0 h 91"/>
              <a:gd name="T8" fmla="*/ 12 w 37"/>
              <a:gd name="T9" fmla="*/ 4 h 91"/>
              <a:gd name="T10" fmla="*/ 12 w 37"/>
              <a:gd name="T11" fmla="*/ 10 h 91"/>
              <a:gd name="T12" fmla="*/ 0 w 37"/>
              <a:gd name="T13" fmla="*/ 49 h 91"/>
              <a:gd name="T14" fmla="*/ 16 w 37"/>
              <a:gd name="T15" fmla="*/ 91 h 91"/>
              <a:gd name="T16" fmla="*/ 22 w 37"/>
              <a:gd name="T17" fmla="*/ 91 h 91"/>
              <a:gd name="T18" fmla="*/ 37 w 37"/>
              <a:gd name="T19" fmla="*/ 49 h 91"/>
              <a:gd name="T20" fmla="*/ 24 w 37"/>
              <a:gd name="T21" fmla="*/ 1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" h="91">
                <a:moveTo>
                  <a:pt x="24" y="10"/>
                </a:moveTo>
                <a:cubicBezTo>
                  <a:pt x="25" y="8"/>
                  <a:pt x="24" y="6"/>
                  <a:pt x="24" y="4"/>
                </a:cubicBezTo>
                <a:cubicBezTo>
                  <a:pt x="24" y="2"/>
                  <a:pt x="23" y="0"/>
                  <a:pt x="2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4" y="0"/>
                  <a:pt x="12" y="2"/>
                  <a:pt x="12" y="4"/>
                </a:cubicBezTo>
                <a:cubicBezTo>
                  <a:pt x="12" y="6"/>
                  <a:pt x="12" y="8"/>
                  <a:pt x="12" y="10"/>
                </a:cubicBezTo>
                <a:cubicBezTo>
                  <a:pt x="5" y="16"/>
                  <a:pt x="0" y="31"/>
                  <a:pt x="0" y="49"/>
                </a:cubicBezTo>
                <a:cubicBezTo>
                  <a:pt x="0" y="72"/>
                  <a:pt x="6" y="91"/>
                  <a:pt x="16" y="91"/>
                </a:cubicBezTo>
                <a:cubicBezTo>
                  <a:pt x="22" y="91"/>
                  <a:pt x="22" y="91"/>
                  <a:pt x="22" y="91"/>
                </a:cubicBezTo>
                <a:cubicBezTo>
                  <a:pt x="32" y="90"/>
                  <a:pt x="37" y="72"/>
                  <a:pt x="37" y="49"/>
                </a:cubicBezTo>
                <a:cubicBezTo>
                  <a:pt x="37" y="31"/>
                  <a:pt x="31" y="16"/>
                  <a:pt x="24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3" name="Freeform 309"/>
          <p:cNvSpPr>
            <a:spLocks/>
          </p:cNvSpPr>
          <p:nvPr/>
        </p:nvSpPr>
        <p:spPr bwMode="auto">
          <a:xfrm>
            <a:off x="1895475" y="3706814"/>
            <a:ext cx="50800" cy="76200"/>
          </a:xfrm>
          <a:custGeom>
            <a:avLst/>
            <a:gdLst>
              <a:gd name="T0" fmla="*/ 6 w 12"/>
              <a:gd name="T1" fmla="*/ 16 h 18"/>
              <a:gd name="T2" fmla="*/ 12 w 12"/>
              <a:gd name="T3" fmla="*/ 12 h 18"/>
              <a:gd name="T4" fmla="*/ 12 w 12"/>
              <a:gd name="T5" fmla="*/ 11 h 18"/>
              <a:gd name="T6" fmla="*/ 12 w 12"/>
              <a:gd name="T7" fmla="*/ 10 h 18"/>
              <a:gd name="T8" fmla="*/ 12 w 12"/>
              <a:gd name="T9" fmla="*/ 6 h 18"/>
              <a:gd name="T10" fmla="*/ 6 w 12"/>
              <a:gd name="T11" fmla="*/ 0 h 18"/>
              <a:gd name="T12" fmla="*/ 0 w 12"/>
              <a:gd name="T13" fmla="*/ 6 h 18"/>
              <a:gd name="T14" fmla="*/ 0 w 12"/>
              <a:gd name="T15" fmla="*/ 10 h 18"/>
              <a:gd name="T16" fmla="*/ 0 w 12"/>
              <a:gd name="T17" fmla="*/ 11 h 18"/>
              <a:gd name="T18" fmla="*/ 0 w 12"/>
              <a:gd name="T19" fmla="*/ 12 h 18"/>
              <a:gd name="T20" fmla="*/ 6 w 12"/>
              <a:gd name="T21" fmla="*/ 1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" h="18">
                <a:moveTo>
                  <a:pt x="6" y="16"/>
                </a:moveTo>
                <a:cubicBezTo>
                  <a:pt x="10" y="16"/>
                  <a:pt x="12" y="18"/>
                  <a:pt x="12" y="12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3"/>
                  <a:pt x="10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2"/>
                </a:cubicBezTo>
                <a:cubicBezTo>
                  <a:pt x="0" y="18"/>
                  <a:pt x="3" y="16"/>
                  <a:pt x="6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4" name="Rectangle 310"/>
          <p:cNvSpPr>
            <a:spLocks noChangeArrowheads="1"/>
          </p:cNvSpPr>
          <p:nvPr/>
        </p:nvSpPr>
        <p:spPr bwMode="auto">
          <a:xfrm>
            <a:off x="1900238" y="3783014"/>
            <a:ext cx="42863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5" name="Freeform 311"/>
          <p:cNvSpPr>
            <a:spLocks/>
          </p:cNvSpPr>
          <p:nvPr/>
        </p:nvSpPr>
        <p:spPr bwMode="auto">
          <a:xfrm>
            <a:off x="385763" y="3970339"/>
            <a:ext cx="174625" cy="203200"/>
          </a:xfrm>
          <a:custGeom>
            <a:avLst/>
            <a:gdLst>
              <a:gd name="T0" fmla="*/ 33 w 41"/>
              <a:gd name="T1" fmla="*/ 0 h 48"/>
              <a:gd name="T2" fmla="*/ 0 w 41"/>
              <a:gd name="T3" fmla="*/ 36 h 48"/>
              <a:gd name="T4" fmla="*/ 30 w 41"/>
              <a:gd name="T5" fmla="*/ 48 h 48"/>
              <a:gd name="T6" fmla="*/ 32 w 41"/>
              <a:gd name="T7" fmla="*/ 35 h 48"/>
              <a:gd name="T8" fmla="*/ 41 w 41"/>
              <a:gd name="T9" fmla="*/ 7 h 48"/>
              <a:gd name="T10" fmla="*/ 33 w 41"/>
              <a:gd name="T11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48">
                <a:moveTo>
                  <a:pt x="33" y="0"/>
                </a:moveTo>
                <a:cubicBezTo>
                  <a:pt x="0" y="36"/>
                  <a:pt x="0" y="36"/>
                  <a:pt x="0" y="36"/>
                </a:cubicBezTo>
                <a:cubicBezTo>
                  <a:pt x="9" y="43"/>
                  <a:pt x="20" y="47"/>
                  <a:pt x="30" y="48"/>
                </a:cubicBezTo>
                <a:cubicBezTo>
                  <a:pt x="31" y="45"/>
                  <a:pt x="32" y="40"/>
                  <a:pt x="32" y="35"/>
                </a:cubicBezTo>
                <a:cubicBezTo>
                  <a:pt x="32" y="28"/>
                  <a:pt x="32" y="17"/>
                  <a:pt x="41" y="7"/>
                </a:cubicBezTo>
                <a:lnTo>
                  <a:pt x="3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6" name="Freeform 312"/>
          <p:cNvSpPr>
            <a:spLocks/>
          </p:cNvSpPr>
          <p:nvPr/>
        </p:nvSpPr>
        <p:spPr bwMode="auto">
          <a:xfrm>
            <a:off x="314325" y="3932239"/>
            <a:ext cx="198438" cy="182563"/>
          </a:xfrm>
          <a:custGeom>
            <a:avLst/>
            <a:gdLst>
              <a:gd name="T0" fmla="*/ 40 w 47"/>
              <a:gd name="T1" fmla="*/ 0 h 43"/>
              <a:gd name="T2" fmla="*/ 12 w 47"/>
              <a:gd name="T3" fmla="*/ 11 h 43"/>
              <a:gd name="T4" fmla="*/ 0 w 47"/>
              <a:gd name="T5" fmla="*/ 14 h 43"/>
              <a:gd name="T6" fmla="*/ 15 w 47"/>
              <a:gd name="T7" fmla="*/ 43 h 43"/>
              <a:gd name="T8" fmla="*/ 47 w 47"/>
              <a:gd name="T9" fmla="*/ 7 h 43"/>
              <a:gd name="T10" fmla="*/ 40 w 47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" h="43">
                <a:moveTo>
                  <a:pt x="40" y="0"/>
                </a:moveTo>
                <a:cubicBezTo>
                  <a:pt x="30" y="9"/>
                  <a:pt x="20" y="10"/>
                  <a:pt x="12" y="11"/>
                </a:cubicBezTo>
                <a:cubicBezTo>
                  <a:pt x="7" y="11"/>
                  <a:pt x="3" y="13"/>
                  <a:pt x="0" y="14"/>
                </a:cubicBezTo>
                <a:cubicBezTo>
                  <a:pt x="2" y="24"/>
                  <a:pt x="7" y="35"/>
                  <a:pt x="15" y="43"/>
                </a:cubicBezTo>
                <a:cubicBezTo>
                  <a:pt x="47" y="7"/>
                  <a:pt x="47" y="7"/>
                  <a:pt x="47" y="7"/>
                </a:cubicBezTo>
                <a:lnTo>
                  <a:pt x="4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7" name="Freeform 313"/>
          <p:cNvSpPr>
            <a:spLocks/>
          </p:cNvSpPr>
          <p:nvPr/>
        </p:nvSpPr>
        <p:spPr bwMode="auto">
          <a:xfrm>
            <a:off x="492125" y="3749676"/>
            <a:ext cx="169863" cy="203200"/>
          </a:xfrm>
          <a:custGeom>
            <a:avLst/>
            <a:gdLst>
              <a:gd name="T0" fmla="*/ 7 w 40"/>
              <a:gd name="T1" fmla="*/ 48 h 48"/>
              <a:gd name="T2" fmla="*/ 40 w 40"/>
              <a:gd name="T3" fmla="*/ 11 h 48"/>
              <a:gd name="T4" fmla="*/ 10 w 40"/>
              <a:gd name="T5" fmla="*/ 0 h 48"/>
              <a:gd name="T6" fmla="*/ 8 w 40"/>
              <a:gd name="T7" fmla="*/ 12 h 48"/>
              <a:gd name="T8" fmla="*/ 0 w 40"/>
              <a:gd name="T9" fmla="*/ 40 h 48"/>
              <a:gd name="T10" fmla="*/ 7 w 40"/>
              <a:gd name="T1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48">
                <a:moveTo>
                  <a:pt x="7" y="48"/>
                </a:moveTo>
                <a:cubicBezTo>
                  <a:pt x="40" y="11"/>
                  <a:pt x="40" y="11"/>
                  <a:pt x="40" y="11"/>
                </a:cubicBezTo>
                <a:cubicBezTo>
                  <a:pt x="32" y="4"/>
                  <a:pt x="21" y="0"/>
                  <a:pt x="10" y="0"/>
                </a:cubicBezTo>
                <a:cubicBezTo>
                  <a:pt x="9" y="2"/>
                  <a:pt x="8" y="7"/>
                  <a:pt x="8" y="12"/>
                </a:cubicBezTo>
                <a:cubicBezTo>
                  <a:pt x="8" y="20"/>
                  <a:pt x="8" y="30"/>
                  <a:pt x="0" y="40"/>
                </a:cubicBezTo>
                <a:lnTo>
                  <a:pt x="7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8" name="Freeform 314"/>
          <p:cNvSpPr>
            <a:spLocks/>
          </p:cNvSpPr>
          <p:nvPr/>
        </p:nvSpPr>
        <p:spPr bwMode="auto">
          <a:xfrm>
            <a:off x="534988" y="3805239"/>
            <a:ext cx="203200" cy="185738"/>
          </a:xfrm>
          <a:custGeom>
            <a:avLst/>
            <a:gdLst>
              <a:gd name="T0" fmla="*/ 8 w 48"/>
              <a:gd name="T1" fmla="*/ 44 h 44"/>
              <a:gd name="T2" fmla="*/ 35 w 48"/>
              <a:gd name="T3" fmla="*/ 33 h 44"/>
              <a:gd name="T4" fmla="*/ 48 w 48"/>
              <a:gd name="T5" fmla="*/ 30 h 44"/>
              <a:gd name="T6" fmla="*/ 33 w 48"/>
              <a:gd name="T7" fmla="*/ 0 h 44"/>
              <a:gd name="T8" fmla="*/ 0 w 48"/>
              <a:gd name="T9" fmla="*/ 37 h 44"/>
              <a:gd name="T10" fmla="*/ 8 w 48"/>
              <a:gd name="T1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" h="44">
                <a:moveTo>
                  <a:pt x="8" y="44"/>
                </a:moveTo>
                <a:cubicBezTo>
                  <a:pt x="17" y="34"/>
                  <a:pt x="28" y="33"/>
                  <a:pt x="35" y="33"/>
                </a:cubicBezTo>
                <a:cubicBezTo>
                  <a:pt x="40" y="32"/>
                  <a:pt x="45" y="30"/>
                  <a:pt x="48" y="30"/>
                </a:cubicBezTo>
                <a:cubicBezTo>
                  <a:pt x="46" y="19"/>
                  <a:pt x="41" y="8"/>
                  <a:pt x="33" y="0"/>
                </a:cubicBezTo>
                <a:cubicBezTo>
                  <a:pt x="0" y="37"/>
                  <a:pt x="0" y="37"/>
                  <a:pt x="0" y="37"/>
                </a:cubicBezTo>
                <a:lnTo>
                  <a:pt x="8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9" name="Freeform 315"/>
          <p:cNvSpPr>
            <a:spLocks/>
          </p:cNvSpPr>
          <p:nvPr/>
        </p:nvSpPr>
        <p:spPr bwMode="auto">
          <a:xfrm>
            <a:off x="527050" y="4008439"/>
            <a:ext cx="152400" cy="165100"/>
          </a:xfrm>
          <a:custGeom>
            <a:avLst/>
            <a:gdLst>
              <a:gd name="T0" fmla="*/ 2 w 36"/>
              <a:gd name="T1" fmla="*/ 26 h 39"/>
              <a:gd name="T2" fmla="*/ 0 w 36"/>
              <a:gd name="T3" fmla="*/ 39 h 39"/>
              <a:gd name="T4" fmla="*/ 36 w 36"/>
              <a:gd name="T5" fmla="*/ 24 h 39"/>
              <a:gd name="T6" fmla="*/ 10 w 36"/>
              <a:gd name="T7" fmla="*/ 0 h 39"/>
              <a:gd name="T8" fmla="*/ 2 w 36"/>
              <a:gd name="T9" fmla="*/ 26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9">
                <a:moveTo>
                  <a:pt x="2" y="26"/>
                </a:moveTo>
                <a:cubicBezTo>
                  <a:pt x="2" y="31"/>
                  <a:pt x="1" y="36"/>
                  <a:pt x="0" y="39"/>
                </a:cubicBezTo>
                <a:cubicBezTo>
                  <a:pt x="13" y="39"/>
                  <a:pt x="26" y="34"/>
                  <a:pt x="36" y="24"/>
                </a:cubicBezTo>
                <a:cubicBezTo>
                  <a:pt x="10" y="0"/>
                  <a:pt x="10" y="0"/>
                  <a:pt x="10" y="0"/>
                </a:cubicBezTo>
                <a:cubicBezTo>
                  <a:pt x="2" y="9"/>
                  <a:pt x="2" y="19"/>
                  <a:pt x="2" y="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0" name="Freeform 316"/>
          <p:cNvSpPr>
            <a:spLocks/>
          </p:cNvSpPr>
          <p:nvPr/>
        </p:nvSpPr>
        <p:spPr bwMode="auto">
          <a:xfrm>
            <a:off x="309563" y="3821114"/>
            <a:ext cx="161925" cy="153988"/>
          </a:xfrm>
          <a:custGeom>
            <a:avLst/>
            <a:gdLst>
              <a:gd name="T0" fmla="*/ 38 w 38"/>
              <a:gd name="T1" fmla="*/ 24 h 36"/>
              <a:gd name="T2" fmla="*/ 13 w 38"/>
              <a:gd name="T3" fmla="*/ 0 h 36"/>
              <a:gd name="T4" fmla="*/ 1 w 38"/>
              <a:gd name="T5" fmla="*/ 36 h 36"/>
              <a:gd name="T6" fmla="*/ 13 w 38"/>
              <a:gd name="T7" fmla="*/ 34 h 36"/>
              <a:gd name="T8" fmla="*/ 38 w 38"/>
              <a:gd name="T9" fmla="*/ 2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6">
                <a:moveTo>
                  <a:pt x="38" y="24"/>
                </a:moveTo>
                <a:cubicBezTo>
                  <a:pt x="13" y="0"/>
                  <a:pt x="13" y="0"/>
                  <a:pt x="13" y="0"/>
                </a:cubicBezTo>
                <a:cubicBezTo>
                  <a:pt x="4" y="11"/>
                  <a:pt x="0" y="24"/>
                  <a:pt x="1" y="36"/>
                </a:cubicBezTo>
                <a:cubicBezTo>
                  <a:pt x="4" y="35"/>
                  <a:pt x="8" y="34"/>
                  <a:pt x="13" y="34"/>
                </a:cubicBezTo>
                <a:cubicBezTo>
                  <a:pt x="20" y="33"/>
                  <a:pt x="30" y="32"/>
                  <a:pt x="38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1" name="Freeform 317"/>
          <p:cNvSpPr>
            <a:spLocks/>
          </p:cNvSpPr>
          <p:nvPr/>
        </p:nvSpPr>
        <p:spPr bwMode="auto">
          <a:xfrm>
            <a:off x="577850" y="3944939"/>
            <a:ext cx="165100" cy="152400"/>
          </a:xfrm>
          <a:custGeom>
            <a:avLst/>
            <a:gdLst>
              <a:gd name="T0" fmla="*/ 38 w 39"/>
              <a:gd name="T1" fmla="*/ 0 h 36"/>
              <a:gd name="T2" fmla="*/ 25 w 39"/>
              <a:gd name="T3" fmla="*/ 3 h 36"/>
              <a:gd name="T4" fmla="*/ 0 w 39"/>
              <a:gd name="T5" fmla="*/ 13 h 36"/>
              <a:gd name="T6" fmla="*/ 26 w 39"/>
              <a:gd name="T7" fmla="*/ 36 h 36"/>
              <a:gd name="T8" fmla="*/ 38 w 39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36">
                <a:moveTo>
                  <a:pt x="38" y="0"/>
                </a:moveTo>
                <a:cubicBezTo>
                  <a:pt x="35" y="1"/>
                  <a:pt x="30" y="2"/>
                  <a:pt x="25" y="3"/>
                </a:cubicBezTo>
                <a:cubicBezTo>
                  <a:pt x="18" y="3"/>
                  <a:pt x="8" y="4"/>
                  <a:pt x="0" y="13"/>
                </a:cubicBezTo>
                <a:cubicBezTo>
                  <a:pt x="26" y="36"/>
                  <a:pt x="26" y="36"/>
                  <a:pt x="26" y="36"/>
                </a:cubicBezTo>
                <a:cubicBezTo>
                  <a:pt x="35" y="26"/>
                  <a:pt x="39" y="13"/>
                  <a:pt x="3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2" name="Freeform 318"/>
          <p:cNvSpPr>
            <a:spLocks/>
          </p:cNvSpPr>
          <p:nvPr/>
        </p:nvSpPr>
        <p:spPr bwMode="auto">
          <a:xfrm>
            <a:off x="373063" y="3749676"/>
            <a:ext cx="149225" cy="161925"/>
          </a:xfrm>
          <a:custGeom>
            <a:avLst/>
            <a:gdLst>
              <a:gd name="T0" fmla="*/ 33 w 35"/>
              <a:gd name="T1" fmla="*/ 12 h 38"/>
              <a:gd name="T2" fmla="*/ 35 w 35"/>
              <a:gd name="T3" fmla="*/ 0 h 38"/>
              <a:gd name="T4" fmla="*/ 0 w 35"/>
              <a:gd name="T5" fmla="*/ 15 h 38"/>
              <a:gd name="T6" fmla="*/ 25 w 35"/>
              <a:gd name="T7" fmla="*/ 38 h 38"/>
              <a:gd name="T8" fmla="*/ 33 w 35"/>
              <a:gd name="T9" fmla="*/ 1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8">
                <a:moveTo>
                  <a:pt x="33" y="12"/>
                </a:moveTo>
                <a:cubicBezTo>
                  <a:pt x="33" y="7"/>
                  <a:pt x="34" y="2"/>
                  <a:pt x="35" y="0"/>
                </a:cubicBezTo>
                <a:cubicBezTo>
                  <a:pt x="22" y="0"/>
                  <a:pt x="9" y="5"/>
                  <a:pt x="0" y="15"/>
                </a:cubicBezTo>
                <a:cubicBezTo>
                  <a:pt x="25" y="38"/>
                  <a:pt x="25" y="38"/>
                  <a:pt x="25" y="38"/>
                </a:cubicBezTo>
                <a:cubicBezTo>
                  <a:pt x="33" y="29"/>
                  <a:pt x="33" y="20"/>
                  <a:pt x="33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3" name="Freeform 319"/>
          <p:cNvSpPr>
            <a:spLocks noEditPoints="1"/>
          </p:cNvSpPr>
          <p:nvPr/>
        </p:nvSpPr>
        <p:spPr bwMode="auto">
          <a:xfrm>
            <a:off x="992188" y="3749676"/>
            <a:ext cx="428625" cy="423863"/>
          </a:xfrm>
          <a:custGeom>
            <a:avLst/>
            <a:gdLst>
              <a:gd name="T0" fmla="*/ 51 w 101"/>
              <a:gd name="T1" fmla="*/ 0 h 100"/>
              <a:gd name="T2" fmla="*/ 0 w 101"/>
              <a:gd name="T3" fmla="*/ 50 h 100"/>
              <a:gd name="T4" fmla="*/ 51 w 101"/>
              <a:gd name="T5" fmla="*/ 100 h 100"/>
              <a:gd name="T6" fmla="*/ 101 w 101"/>
              <a:gd name="T7" fmla="*/ 50 h 100"/>
              <a:gd name="T8" fmla="*/ 51 w 101"/>
              <a:gd name="T9" fmla="*/ 0 h 100"/>
              <a:gd name="T10" fmla="*/ 38 w 101"/>
              <a:gd name="T11" fmla="*/ 46 h 100"/>
              <a:gd name="T12" fmla="*/ 31 w 101"/>
              <a:gd name="T13" fmla="*/ 39 h 100"/>
              <a:gd name="T14" fmla="*/ 38 w 101"/>
              <a:gd name="T15" fmla="*/ 31 h 100"/>
              <a:gd name="T16" fmla="*/ 46 w 101"/>
              <a:gd name="T17" fmla="*/ 39 h 100"/>
              <a:gd name="T18" fmla="*/ 38 w 101"/>
              <a:gd name="T19" fmla="*/ 46 h 100"/>
              <a:gd name="T20" fmla="*/ 46 w 101"/>
              <a:gd name="T21" fmla="*/ 23 h 100"/>
              <a:gd name="T22" fmla="*/ 54 w 101"/>
              <a:gd name="T23" fmla="*/ 14 h 100"/>
              <a:gd name="T24" fmla="*/ 63 w 101"/>
              <a:gd name="T25" fmla="*/ 23 h 100"/>
              <a:gd name="T26" fmla="*/ 54 w 101"/>
              <a:gd name="T27" fmla="*/ 31 h 100"/>
              <a:gd name="T28" fmla="*/ 46 w 101"/>
              <a:gd name="T29" fmla="*/ 23 h 100"/>
              <a:gd name="T30" fmla="*/ 62 w 101"/>
              <a:gd name="T31" fmla="*/ 57 h 100"/>
              <a:gd name="T32" fmla="*/ 53 w 101"/>
              <a:gd name="T33" fmla="*/ 48 h 100"/>
              <a:gd name="T34" fmla="*/ 62 w 101"/>
              <a:gd name="T35" fmla="*/ 39 h 100"/>
              <a:gd name="T36" fmla="*/ 71 w 101"/>
              <a:gd name="T37" fmla="*/ 48 h 100"/>
              <a:gd name="T38" fmla="*/ 62 w 101"/>
              <a:gd name="T39" fmla="*/ 5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1" h="100">
                <a:moveTo>
                  <a:pt x="51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8"/>
                  <a:pt x="23" y="100"/>
                  <a:pt x="51" y="100"/>
                </a:cubicBezTo>
                <a:cubicBezTo>
                  <a:pt x="78" y="100"/>
                  <a:pt x="101" y="78"/>
                  <a:pt x="101" y="50"/>
                </a:cubicBezTo>
                <a:cubicBezTo>
                  <a:pt x="101" y="22"/>
                  <a:pt x="78" y="0"/>
                  <a:pt x="51" y="0"/>
                </a:cubicBezTo>
                <a:close/>
                <a:moveTo>
                  <a:pt x="38" y="46"/>
                </a:moveTo>
                <a:cubicBezTo>
                  <a:pt x="34" y="46"/>
                  <a:pt x="31" y="43"/>
                  <a:pt x="31" y="39"/>
                </a:cubicBezTo>
                <a:cubicBezTo>
                  <a:pt x="31" y="35"/>
                  <a:pt x="34" y="31"/>
                  <a:pt x="38" y="31"/>
                </a:cubicBezTo>
                <a:cubicBezTo>
                  <a:pt x="42" y="31"/>
                  <a:pt x="46" y="35"/>
                  <a:pt x="46" y="39"/>
                </a:cubicBezTo>
                <a:cubicBezTo>
                  <a:pt x="46" y="43"/>
                  <a:pt x="42" y="46"/>
                  <a:pt x="38" y="46"/>
                </a:cubicBezTo>
                <a:close/>
                <a:moveTo>
                  <a:pt x="46" y="23"/>
                </a:moveTo>
                <a:cubicBezTo>
                  <a:pt x="46" y="18"/>
                  <a:pt x="50" y="14"/>
                  <a:pt x="54" y="14"/>
                </a:cubicBezTo>
                <a:cubicBezTo>
                  <a:pt x="59" y="14"/>
                  <a:pt x="63" y="18"/>
                  <a:pt x="63" y="23"/>
                </a:cubicBezTo>
                <a:cubicBezTo>
                  <a:pt x="63" y="27"/>
                  <a:pt x="59" y="31"/>
                  <a:pt x="54" y="31"/>
                </a:cubicBezTo>
                <a:cubicBezTo>
                  <a:pt x="50" y="31"/>
                  <a:pt x="46" y="27"/>
                  <a:pt x="46" y="23"/>
                </a:cubicBezTo>
                <a:close/>
                <a:moveTo>
                  <a:pt x="62" y="57"/>
                </a:moveTo>
                <a:cubicBezTo>
                  <a:pt x="57" y="57"/>
                  <a:pt x="53" y="53"/>
                  <a:pt x="53" y="48"/>
                </a:cubicBezTo>
                <a:cubicBezTo>
                  <a:pt x="53" y="43"/>
                  <a:pt x="57" y="39"/>
                  <a:pt x="62" y="39"/>
                </a:cubicBezTo>
                <a:cubicBezTo>
                  <a:pt x="67" y="39"/>
                  <a:pt x="71" y="43"/>
                  <a:pt x="71" y="48"/>
                </a:cubicBezTo>
                <a:cubicBezTo>
                  <a:pt x="71" y="53"/>
                  <a:pt x="67" y="57"/>
                  <a:pt x="62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4" name="Freeform 320"/>
          <p:cNvSpPr>
            <a:spLocks noEditPoints="1"/>
          </p:cNvSpPr>
          <p:nvPr/>
        </p:nvSpPr>
        <p:spPr bwMode="auto">
          <a:xfrm>
            <a:off x="2455863" y="3749676"/>
            <a:ext cx="431800" cy="436563"/>
          </a:xfrm>
          <a:custGeom>
            <a:avLst/>
            <a:gdLst>
              <a:gd name="T0" fmla="*/ 77 w 102"/>
              <a:gd name="T1" fmla="*/ 8 h 103"/>
              <a:gd name="T2" fmla="*/ 4 w 102"/>
              <a:gd name="T3" fmla="*/ 33 h 103"/>
              <a:gd name="T4" fmla="*/ 82 w 102"/>
              <a:gd name="T5" fmla="*/ 88 h 103"/>
              <a:gd name="T6" fmla="*/ 95 w 102"/>
              <a:gd name="T7" fmla="*/ 33 h 103"/>
              <a:gd name="T8" fmla="*/ 95 w 102"/>
              <a:gd name="T9" fmla="*/ 45 h 103"/>
              <a:gd name="T10" fmla="*/ 79 w 102"/>
              <a:gd name="T11" fmla="*/ 41 h 103"/>
              <a:gd name="T12" fmla="*/ 51 w 102"/>
              <a:gd name="T13" fmla="*/ 48 h 103"/>
              <a:gd name="T14" fmla="*/ 36 w 102"/>
              <a:gd name="T15" fmla="*/ 38 h 103"/>
              <a:gd name="T16" fmla="*/ 52 w 102"/>
              <a:gd name="T17" fmla="*/ 30 h 103"/>
              <a:gd name="T18" fmla="*/ 95 w 102"/>
              <a:gd name="T19" fmla="*/ 33 h 103"/>
              <a:gd name="T20" fmla="*/ 91 w 102"/>
              <a:gd name="T21" fmla="*/ 25 h 103"/>
              <a:gd name="T22" fmla="*/ 82 w 102"/>
              <a:gd name="T23" fmla="*/ 24 h 103"/>
              <a:gd name="T24" fmla="*/ 40 w 102"/>
              <a:gd name="T25" fmla="*/ 33 h 103"/>
              <a:gd name="T26" fmla="*/ 32 w 102"/>
              <a:gd name="T27" fmla="*/ 33 h 103"/>
              <a:gd name="T28" fmla="*/ 30 w 102"/>
              <a:gd name="T29" fmla="*/ 21 h 103"/>
              <a:gd name="T30" fmla="*/ 82 w 102"/>
              <a:gd name="T31" fmla="*/ 15 h 103"/>
              <a:gd name="T32" fmla="*/ 70 w 102"/>
              <a:gd name="T33" fmla="*/ 7 h 103"/>
              <a:gd name="T34" fmla="*/ 67 w 102"/>
              <a:gd name="T35" fmla="*/ 10 h 103"/>
              <a:gd name="T36" fmla="*/ 30 w 102"/>
              <a:gd name="T37" fmla="*/ 20 h 103"/>
              <a:gd name="T38" fmla="*/ 27 w 102"/>
              <a:gd name="T39" fmla="*/ 13 h 103"/>
              <a:gd name="T40" fmla="*/ 12 w 102"/>
              <a:gd name="T41" fmla="*/ 23 h 103"/>
              <a:gd name="T42" fmla="*/ 24 w 102"/>
              <a:gd name="T43" fmla="*/ 14 h 103"/>
              <a:gd name="T44" fmla="*/ 34 w 102"/>
              <a:gd name="T45" fmla="*/ 38 h 103"/>
              <a:gd name="T46" fmla="*/ 50 w 102"/>
              <a:gd name="T47" fmla="*/ 51 h 103"/>
              <a:gd name="T48" fmla="*/ 47 w 102"/>
              <a:gd name="T49" fmla="*/ 67 h 103"/>
              <a:gd name="T50" fmla="*/ 35 w 102"/>
              <a:gd name="T51" fmla="*/ 61 h 103"/>
              <a:gd name="T52" fmla="*/ 4 w 102"/>
              <a:gd name="T53" fmla="*/ 40 h 103"/>
              <a:gd name="T54" fmla="*/ 10 w 102"/>
              <a:gd name="T55" fmla="*/ 26 h 103"/>
              <a:gd name="T56" fmla="*/ 15 w 102"/>
              <a:gd name="T57" fmla="*/ 40 h 103"/>
              <a:gd name="T58" fmla="*/ 45 w 102"/>
              <a:gd name="T59" fmla="*/ 70 h 103"/>
              <a:gd name="T60" fmla="*/ 41 w 102"/>
              <a:gd name="T61" fmla="*/ 81 h 103"/>
              <a:gd name="T62" fmla="*/ 28 w 102"/>
              <a:gd name="T63" fmla="*/ 76 h 103"/>
              <a:gd name="T64" fmla="*/ 26 w 102"/>
              <a:gd name="T65" fmla="*/ 87 h 103"/>
              <a:gd name="T66" fmla="*/ 5 w 102"/>
              <a:gd name="T67" fmla="*/ 64 h 103"/>
              <a:gd name="T68" fmla="*/ 4 w 102"/>
              <a:gd name="T69" fmla="*/ 48 h 103"/>
              <a:gd name="T70" fmla="*/ 11 w 102"/>
              <a:gd name="T71" fmla="*/ 60 h 103"/>
              <a:gd name="T72" fmla="*/ 37 w 102"/>
              <a:gd name="T73" fmla="*/ 84 h 103"/>
              <a:gd name="T74" fmla="*/ 34 w 102"/>
              <a:gd name="T75" fmla="*/ 89 h 103"/>
              <a:gd name="T76" fmla="*/ 49 w 102"/>
              <a:gd name="T77" fmla="*/ 97 h 103"/>
              <a:gd name="T78" fmla="*/ 36 w 102"/>
              <a:gd name="T79" fmla="*/ 95 h 103"/>
              <a:gd name="T80" fmla="*/ 34 w 102"/>
              <a:gd name="T81" fmla="*/ 90 h 103"/>
              <a:gd name="T82" fmla="*/ 51 w 102"/>
              <a:gd name="T83" fmla="*/ 60 h 103"/>
              <a:gd name="T84" fmla="*/ 56 w 102"/>
              <a:gd name="T85" fmla="*/ 48 h 103"/>
              <a:gd name="T86" fmla="*/ 69 w 102"/>
              <a:gd name="T87" fmla="*/ 44 h 103"/>
              <a:gd name="T88" fmla="*/ 68 w 102"/>
              <a:gd name="T89" fmla="*/ 61 h 103"/>
              <a:gd name="T90" fmla="*/ 49 w 102"/>
              <a:gd name="T91" fmla="*/ 97 h 103"/>
              <a:gd name="T92" fmla="*/ 56 w 102"/>
              <a:gd name="T93" fmla="*/ 97 h 103"/>
              <a:gd name="T94" fmla="*/ 55 w 102"/>
              <a:gd name="T95" fmla="*/ 93 h 103"/>
              <a:gd name="T96" fmla="*/ 71 w 102"/>
              <a:gd name="T97" fmla="*/ 47 h 103"/>
              <a:gd name="T98" fmla="*/ 83 w 102"/>
              <a:gd name="T99" fmla="*/ 43 h 103"/>
              <a:gd name="T100" fmla="*/ 85 w 102"/>
              <a:gd name="T101" fmla="*/ 59 h 103"/>
              <a:gd name="T102" fmla="*/ 69 w 102"/>
              <a:gd name="T103" fmla="*/ 92 h 103"/>
              <a:gd name="T104" fmla="*/ 75 w 102"/>
              <a:gd name="T105" fmla="*/ 90 h 103"/>
              <a:gd name="T106" fmla="*/ 72 w 102"/>
              <a:gd name="T107" fmla="*/ 91 h 103"/>
              <a:gd name="T108" fmla="*/ 85 w 102"/>
              <a:gd name="T109" fmla="*/ 68 h 103"/>
              <a:gd name="T110" fmla="*/ 88 w 102"/>
              <a:gd name="T111" fmla="*/ 45 h 103"/>
              <a:gd name="T112" fmla="*/ 95 w 102"/>
              <a:gd name="T113" fmla="*/ 49 h 103"/>
              <a:gd name="T114" fmla="*/ 83 w 102"/>
              <a:gd name="T115" fmla="*/ 8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2" h="103">
                <a:moveTo>
                  <a:pt x="94" y="26"/>
                </a:moveTo>
                <a:cubicBezTo>
                  <a:pt x="92" y="22"/>
                  <a:pt x="89" y="18"/>
                  <a:pt x="85" y="15"/>
                </a:cubicBezTo>
                <a:cubicBezTo>
                  <a:pt x="82" y="12"/>
                  <a:pt x="80" y="10"/>
                  <a:pt x="77" y="8"/>
                </a:cubicBezTo>
                <a:cubicBezTo>
                  <a:pt x="69" y="3"/>
                  <a:pt x="61" y="1"/>
                  <a:pt x="52" y="0"/>
                </a:cubicBezTo>
                <a:cubicBezTo>
                  <a:pt x="45" y="0"/>
                  <a:pt x="39" y="1"/>
                  <a:pt x="34" y="3"/>
                </a:cubicBezTo>
                <a:cubicBezTo>
                  <a:pt x="20" y="8"/>
                  <a:pt x="9" y="19"/>
                  <a:pt x="4" y="33"/>
                </a:cubicBezTo>
                <a:cubicBezTo>
                  <a:pt x="1" y="41"/>
                  <a:pt x="0" y="50"/>
                  <a:pt x="2" y="59"/>
                </a:cubicBezTo>
                <a:cubicBezTo>
                  <a:pt x="4" y="70"/>
                  <a:pt x="10" y="80"/>
                  <a:pt x="19" y="88"/>
                </a:cubicBezTo>
                <a:cubicBezTo>
                  <a:pt x="37" y="103"/>
                  <a:pt x="64" y="103"/>
                  <a:pt x="82" y="88"/>
                </a:cubicBezTo>
                <a:cubicBezTo>
                  <a:pt x="88" y="83"/>
                  <a:pt x="92" y="77"/>
                  <a:pt x="95" y="71"/>
                </a:cubicBezTo>
                <a:cubicBezTo>
                  <a:pt x="102" y="57"/>
                  <a:pt x="101" y="40"/>
                  <a:pt x="94" y="26"/>
                </a:cubicBezTo>
                <a:close/>
                <a:moveTo>
                  <a:pt x="95" y="33"/>
                </a:moveTo>
                <a:cubicBezTo>
                  <a:pt x="96" y="36"/>
                  <a:pt x="97" y="38"/>
                  <a:pt x="96" y="42"/>
                </a:cubicBezTo>
                <a:cubicBezTo>
                  <a:pt x="96" y="43"/>
                  <a:pt x="96" y="43"/>
                  <a:pt x="95" y="44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5"/>
                  <a:pt x="94" y="45"/>
                  <a:pt x="94" y="45"/>
                </a:cubicBezTo>
                <a:cubicBezTo>
                  <a:pt x="93" y="44"/>
                  <a:pt x="91" y="44"/>
                  <a:pt x="90" y="43"/>
                </a:cubicBezTo>
                <a:cubicBezTo>
                  <a:pt x="87" y="42"/>
                  <a:pt x="83" y="41"/>
                  <a:pt x="79" y="41"/>
                </a:cubicBezTo>
                <a:cubicBezTo>
                  <a:pt x="72" y="41"/>
                  <a:pt x="66" y="42"/>
                  <a:pt x="60" y="44"/>
                </a:cubicBezTo>
                <a:cubicBezTo>
                  <a:pt x="58" y="45"/>
                  <a:pt x="56" y="46"/>
                  <a:pt x="54" y="47"/>
                </a:cubicBezTo>
                <a:cubicBezTo>
                  <a:pt x="53" y="48"/>
                  <a:pt x="52" y="49"/>
                  <a:pt x="51" y="48"/>
                </a:cubicBezTo>
                <a:cubicBezTo>
                  <a:pt x="50" y="48"/>
                  <a:pt x="48" y="47"/>
                  <a:pt x="47" y="46"/>
                </a:cubicBezTo>
                <a:cubicBezTo>
                  <a:pt x="44" y="45"/>
                  <a:pt x="42" y="43"/>
                  <a:pt x="40" y="41"/>
                </a:cubicBezTo>
                <a:cubicBezTo>
                  <a:pt x="39" y="40"/>
                  <a:pt x="37" y="39"/>
                  <a:pt x="36" y="38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6"/>
                  <a:pt x="38" y="36"/>
                  <a:pt x="39" y="35"/>
                </a:cubicBezTo>
                <a:cubicBezTo>
                  <a:pt x="43" y="33"/>
                  <a:pt x="48" y="31"/>
                  <a:pt x="52" y="30"/>
                </a:cubicBezTo>
                <a:cubicBezTo>
                  <a:pt x="61" y="26"/>
                  <a:pt x="71" y="24"/>
                  <a:pt x="81" y="25"/>
                </a:cubicBezTo>
                <a:cubicBezTo>
                  <a:pt x="86" y="26"/>
                  <a:pt x="90" y="27"/>
                  <a:pt x="93" y="30"/>
                </a:cubicBezTo>
                <a:cubicBezTo>
                  <a:pt x="94" y="31"/>
                  <a:pt x="95" y="32"/>
                  <a:pt x="95" y="33"/>
                </a:cubicBezTo>
                <a:close/>
                <a:moveTo>
                  <a:pt x="82" y="15"/>
                </a:moveTo>
                <a:cubicBezTo>
                  <a:pt x="85" y="17"/>
                  <a:pt x="88" y="20"/>
                  <a:pt x="90" y="23"/>
                </a:cubicBezTo>
                <a:cubicBezTo>
                  <a:pt x="90" y="24"/>
                  <a:pt x="91" y="25"/>
                  <a:pt x="91" y="25"/>
                </a:cubicBezTo>
                <a:cubicBezTo>
                  <a:pt x="91" y="26"/>
                  <a:pt x="91" y="26"/>
                  <a:pt x="91" y="26"/>
                </a:cubicBezTo>
                <a:cubicBezTo>
                  <a:pt x="91" y="27"/>
                  <a:pt x="90" y="26"/>
                  <a:pt x="89" y="26"/>
                </a:cubicBezTo>
                <a:cubicBezTo>
                  <a:pt x="87" y="25"/>
                  <a:pt x="85" y="24"/>
                  <a:pt x="82" y="24"/>
                </a:cubicBezTo>
                <a:cubicBezTo>
                  <a:pt x="74" y="22"/>
                  <a:pt x="66" y="23"/>
                  <a:pt x="58" y="26"/>
                </a:cubicBezTo>
                <a:cubicBezTo>
                  <a:pt x="54" y="27"/>
                  <a:pt x="50" y="29"/>
                  <a:pt x="46" y="31"/>
                </a:cubicBezTo>
                <a:cubicBezTo>
                  <a:pt x="44" y="31"/>
                  <a:pt x="42" y="32"/>
                  <a:pt x="40" y="33"/>
                </a:cubicBezTo>
                <a:cubicBezTo>
                  <a:pt x="39" y="34"/>
                  <a:pt x="37" y="34"/>
                  <a:pt x="36" y="35"/>
                </a:cubicBezTo>
                <a:cubicBezTo>
                  <a:pt x="35" y="35"/>
                  <a:pt x="35" y="36"/>
                  <a:pt x="34" y="36"/>
                </a:cubicBezTo>
                <a:cubicBezTo>
                  <a:pt x="33" y="35"/>
                  <a:pt x="33" y="34"/>
                  <a:pt x="32" y="33"/>
                </a:cubicBezTo>
                <a:cubicBezTo>
                  <a:pt x="31" y="31"/>
                  <a:pt x="29" y="29"/>
                  <a:pt x="28" y="26"/>
                </a:cubicBezTo>
                <a:cubicBezTo>
                  <a:pt x="28" y="25"/>
                  <a:pt x="27" y="24"/>
                  <a:pt x="28" y="23"/>
                </a:cubicBezTo>
                <a:cubicBezTo>
                  <a:pt x="28" y="22"/>
                  <a:pt x="29" y="22"/>
                  <a:pt x="30" y="21"/>
                </a:cubicBezTo>
                <a:cubicBezTo>
                  <a:pt x="33" y="20"/>
                  <a:pt x="36" y="18"/>
                  <a:pt x="39" y="17"/>
                </a:cubicBezTo>
                <a:cubicBezTo>
                  <a:pt x="49" y="13"/>
                  <a:pt x="60" y="11"/>
                  <a:pt x="71" y="12"/>
                </a:cubicBezTo>
                <a:cubicBezTo>
                  <a:pt x="75" y="12"/>
                  <a:pt x="79" y="12"/>
                  <a:pt x="82" y="15"/>
                </a:cubicBezTo>
                <a:close/>
                <a:moveTo>
                  <a:pt x="41" y="4"/>
                </a:moveTo>
                <a:cubicBezTo>
                  <a:pt x="44" y="2"/>
                  <a:pt x="48" y="2"/>
                  <a:pt x="51" y="2"/>
                </a:cubicBezTo>
                <a:cubicBezTo>
                  <a:pt x="58" y="3"/>
                  <a:pt x="64" y="4"/>
                  <a:pt x="70" y="7"/>
                </a:cubicBezTo>
                <a:cubicBezTo>
                  <a:pt x="72" y="7"/>
                  <a:pt x="74" y="8"/>
                  <a:pt x="76" y="10"/>
                </a:cubicBezTo>
                <a:cubicBezTo>
                  <a:pt x="77" y="11"/>
                  <a:pt x="75" y="10"/>
                  <a:pt x="74" y="10"/>
                </a:cubicBezTo>
                <a:cubicBezTo>
                  <a:pt x="72" y="10"/>
                  <a:pt x="70" y="10"/>
                  <a:pt x="67" y="10"/>
                </a:cubicBezTo>
                <a:cubicBezTo>
                  <a:pt x="62" y="10"/>
                  <a:pt x="56" y="10"/>
                  <a:pt x="51" y="11"/>
                </a:cubicBezTo>
                <a:cubicBezTo>
                  <a:pt x="47" y="12"/>
                  <a:pt x="43" y="14"/>
                  <a:pt x="39" y="16"/>
                </a:cubicBezTo>
                <a:cubicBezTo>
                  <a:pt x="36" y="17"/>
                  <a:pt x="33" y="18"/>
                  <a:pt x="30" y="20"/>
                </a:cubicBezTo>
                <a:cubicBezTo>
                  <a:pt x="29" y="20"/>
                  <a:pt x="28" y="21"/>
                  <a:pt x="27" y="21"/>
                </a:cubicBezTo>
                <a:cubicBezTo>
                  <a:pt x="26" y="21"/>
                  <a:pt x="26" y="19"/>
                  <a:pt x="26" y="19"/>
                </a:cubicBezTo>
                <a:cubicBezTo>
                  <a:pt x="26" y="17"/>
                  <a:pt x="25" y="15"/>
                  <a:pt x="27" y="13"/>
                </a:cubicBezTo>
                <a:cubicBezTo>
                  <a:pt x="27" y="12"/>
                  <a:pt x="29" y="11"/>
                  <a:pt x="30" y="10"/>
                </a:cubicBezTo>
                <a:cubicBezTo>
                  <a:pt x="34" y="8"/>
                  <a:pt x="37" y="6"/>
                  <a:pt x="41" y="4"/>
                </a:cubicBezTo>
                <a:close/>
                <a:moveTo>
                  <a:pt x="12" y="23"/>
                </a:moveTo>
                <a:cubicBezTo>
                  <a:pt x="12" y="22"/>
                  <a:pt x="13" y="21"/>
                  <a:pt x="13" y="20"/>
                </a:cubicBezTo>
                <a:cubicBezTo>
                  <a:pt x="15" y="18"/>
                  <a:pt x="17" y="15"/>
                  <a:pt x="20" y="14"/>
                </a:cubicBezTo>
                <a:cubicBezTo>
                  <a:pt x="21" y="14"/>
                  <a:pt x="23" y="13"/>
                  <a:pt x="24" y="14"/>
                </a:cubicBezTo>
                <a:cubicBezTo>
                  <a:pt x="25" y="14"/>
                  <a:pt x="24" y="16"/>
                  <a:pt x="24" y="17"/>
                </a:cubicBezTo>
                <a:cubicBezTo>
                  <a:pt x="25" y="19"/>
                  <a:pt x="25" y="22"/>
                  <a:pt x="26" y="25"/>
                </a:cubicBezTo>
                <a:cubicBezTo>
                  <a:pt x="28" y="30"/>
                  <a:pt x="31" y="34"/>
                  <a:pt x="34" y="38"/>
                </a:cubicBezTo>
                <a:cubicBezTo>
                  <a:pt x="36" y="40"/>
                  <a:pt x="38" y="41"/>
                  <a:pt x="39" y="43"/>
                </a:cubicBezTo>
                <a:cubicBezTo>
                  <a:pt x="42" y="45"/>
                  <a:pt x="45" y="47"/>
                  <a:pt x="47" y="48"/>
                </a:cubicBezTo>
                <a:cubicBezTo>
                  <a:pt x="48" y="49"/>
                  <a:pt x="50" y="50"/>
                  <a:pt x="50" y="51"/>
                </a:cubicBezTo>
                <a:cubicBezTo>
                  <a:pt x="51" y="52"/>
                  <a:pt x="50" y="53"/>
                  <a:pt x="50" y="55"/>
                </a:cubicBezTo>
                <a:cubicBezTo>
                  <a:pt x="50" y="58"/>
                  <a:pt x="49" y="61"/>
                  <a:pt x="48" y="64"/>
                </a:cubicBezTo>
                <a:cubicBezTo>
                  <a:pt x="48" y="65"/>
                  <a:pt x="48" y="66"/>
                  <a:pt x="47" y="67"/>
                </a:cubicBezTo>
                <a:cubicBezTo>
                  <a:pt x="47" y="68"/>
                  <a:pt x="47" y="68"/>
                  <a:pt x="46" y="68"/>
                </a:cubicBezTo>
                <a:cubicBezTo>
                  <a:pt x="45" y="68"/>
                  <a:pt x="44" y="67"/>
                  <a:pt x="43" y="66"/>
                </a:cubicBezTo>
                <a:cubicBezTo>
                  <a:pt x="40" y="65"/>
                  <a:pt x="38" y="63"/>
                  <a:pt x="35" y="61"/>
                </a:cubicBezTo>
                <a:cubicBezTo>
                  <a:pt x="25" y="54"/>
                  <a:pt x="16" y="43"/>
                  <a:pt x="12" y="30"/>
                </a:cubicBezTo>
                <a:cubicBezTo>
                  <a:pt x="12" y="28"/>
                  <a:pt x="11" y="26"/>
                  <a:pt x="12" y="23"/>
                </a:cubicBezTo>
                <a:close/>
                <a:moveTo>
                  <a:pt x="4" y="40"/>
                </a:moveTo>
                <a:cubicBezTo>
                  <a:pt x="5" y="36"/>
                  <a:pt x="6" y="33"/>
                  <a:pt x="7" y="30"/>
                </a:cubicBezTo>
                <a:cubicBezTo>
                  <a:pt x="8" y="29"/>
                  <a:pt x="8" y="28"/>
                  <a:pt x="9" y="27"/>
                </a:cubicBezTo>
                <a:cubicBezTo>
                  <a:pt x="9" y="27"/>
                  <a:pt x="9" y="26"/>
                  <a:pt x="10" y="26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8"/>
                  <a:pt x="10" y="29"/>
                  <a:pt x="11" y="30"/>
                </a:cubicBezTo>
                <a:cubicBezTo>
                  <a:pt x="12" y="34"/>
                  <a:pt x="13" y="37"/>
                  <a:pt x="15" y="40"/>
                </a:cubicBezTo>
                <a:cubicBezTo>
                  <a:pt x="19" y="49"/>
                  <a:pt x="26" y="57"/>
                  <a:pt x="34" y="63"/>
                </a:cubicBezTo>
                <a:cubicBezTo>
                  <a:pt x="37" y="65"/>
                  <a:pt x="39" y="66"/>
                  <a:pt x="42" y="68"/>
                </a:cubicBezTo>
                <a:cubicBezTo>
                  <a:pt x="43" y="69"/>
                  <a:pt x="44" y="69"/>
                  <a:pt x="45" y="70"/>
                </a:cubicBezTo>
                <a:cubicBezTo>
                  <a:pt x="45" y="70"/>
                  <a:pt x="46" y="70"/>
                  <a:pt x="46" y="70"/>
                </a:cubicBezTo>
                <a:cubicBezTo>
                  <a:pt x="47" y="71"/>
                  <a:pt x="46" y="73"/>
                  <a:pt x="45" y="73"/>
                </a:cubicBezTo>
                <a:cubicBezTo>
                  <a:pt x="44" y="76"/>
                  <a:pt x="43" y="79"/>
                  <a:pt x="41" y="81"/>
                </a:cubicBezTo>
                <a:cubicBezTo>
                  <a:pt x="41" y="82"/>
                  <a:pt x="40" y="84"/>
                  <a:pt x="39" y="84"/>
                </a:cubicBezTo>
                <a:cubicBezTo>
                  <a:pt x="38" y="84"/>
                  <a:pt x="37" y="82"/>
                  <a:pt x="36" y="82"/>
                </a:cubicBezTo>
                <a:cubicBezTo>
                  <a:pt x="33" y="80"/>
                  <a:pt x="30" y="78"/>
                  <a:pt x="28" y="76"/>
                </a:cubicBezTo>
                <a:cubicBezTo>
                  <a:pt x="17" y="68"/>
                  <a:pt x="8" y="57"/>
                  <a:pt x="4" y="44"/>
                </a:cubicBezTo>
                <a:cubicBezTo>
                  <a:pt x="3" y="43"/>
                  <a:pt x="4" y="41"/>
                  <a:pt x="4" y="40"/>
                </a:cubicBezTo>
                <a:close/>
                <a:moveTo>
                  <a:pt x="26" y="87"/>
                </a:moveTo>
                <a:cubicBezTo>
                  <a:pt x="22" y="85"/>
                  <a:pt x="17" y="83"/>
                  <a:pt x="14" y="79"/>
                </a:cubicBezTo>
                <a:cubicBezTo>
                  <a:pt x="13" y="78"/>
                  <a:pt x="12" y="77"/>
                  <a:pt x="11" y="76"/>
                </a:cubicBezTo>
                <a:cubicBezTo>
                  <a:pt x="9" y="72"/>
                  <a:pt x="7" y="68"/>
                  <a:pt x="5" y="64"/>
                </a:cubicBezTo>
                <a:cubicBezTo>
                  <a:pt x="4" y="60"/>
                  <a:pt x="3" y="56"/>
                  <a:pt x="3" y="52"/>
                </a:cubicBezTo>
                <a:cubicBezTo>
                  <a:pt x="3" y="51"/>
                  <a:pt x="3" y="50"/>
                  <a:pt x="3" y="49"/>
                </a:cubicBezTo>
                <a:cubicBezTo>
                  <a:pt x="3" y="49"/>
                  <a:pt x="3" y="48"/>
                  <a:pt x="4" y="48"/>
                </a:cubicBezTo>
                <a:cubicBezTo>
                  <a:pt x="4" y="49"/>
                  <a:pt x="4" y="49"/>
                  <a:pt x="4" y="49"/>
                </a:cubicBezTo>
                <a:cubicBezTo>
                  <a:pt x="5" y="50"/>
                  <a:pt x="5" y="51"/>
                  <a:pt x="6" y="52"/>
                </a:cubicBezTo>
                <a:cubicBezTo>
                  <a:pt x="7" y="55"/>
                  <a:pt x="9" y="58"/>
                  <a:pt x="11" y="60"/>
                </a:cubicBezTo>
                <a:cubicBezTo>
                  <a:pt x="15" y="67"/>
                  <a:pt x="21" y="73"/>
                  <a:pt x="28" y="78"/>
                </a:cubicBezTo>
                <a:cubicBezTo>
                  <a:pt x="30" y="80"/>
                  <a:pt x="32" y="82"/>
                  <a:pt x="35" y="83"/>
                </a:cubicBezTo>
                <a:cubicBezTo>
                  <a:pt x="35" y="83"/>
                  <a:pt x="36" y="84"/>
                  <a:pt x="37" y="84"/>
                </a:cubicBezTo>
                <a:cubicBezTo>
                  <a:pt x="38" y="85"/>
                  <a:pt x="38" y="85"/>
                  <a:pt x="38" y="85"/>
                </a:cubicBezTo>
                <a:cubicBezTo>
                  <a:pt x="38" y="86"/>
                  <a:pt x="37" y="86"/>
                  <a:pt x="37" y="87"/>
                </a:cubicBezTo>
                <a:cubicBezTo>
                  <a:pt x="36" y="88"/>
                  <a:pt x="35" y="88"/>
                  <a:pt x="34" y="89"/>
                </a:cubicBezTo>
                <a:cubicBezTo>
                  <a:pt x="33" y="89"/>
                  <a:pt x="33" y="90"/>
                  <a:pt x="32" y="90"/>
                </a:cubicBezTo>
                <a:cubicBezTo>
                  <a:pt x="30" y="89"/>
                  <a:pt x="28" y="88"/>
                  <a:pt x="26" y="87"/>
                </a:cubicBezTo>
                <a:close/>
                <a:moveTo>
                  <a:pt x="49" y="97"/>
                </a:moveTo>
                <a:cubicBezTo>
                  <a:pt x="48" y="97"/>
                  <a:pt x="47" y="97"/>
                  <a:pt x="46" y="97"/>
                </a:cubicBezTo>
                <a:cubicBezTo>
                  <a:pt x="43" y="97"/>
                  <a:pt x="41" y="96"/>
                  <a:pt x="39" y="96"/>
                </a:cubicBezTo>
                <a:cubicBezTo>
                  <a:pt x="38" y="95"/>
                  <a:pt x="37" y="95"/>
                  <a:pt x="36" y="95"/>
                </a:cubicBezTo>
                <a:cubicBezTo>
                  <a:pt x="35" y="94"/>
                  <a:pt x="34" y="93"/>
                  <a:pt x="34" y="92"/>
                </a:cubicBezTo>
                <a:cubicBezTo>
                  <a:pt x="33" y="92"/>
                  <a:pt x="33" y="92"/>
                  <a:pt x="33" y="91"/>
                </a:cubicBezTo>
                <a:cubicBezTo>
                  <a:pt x="33" y="91"/>
                  <a:pt x="34" y="91"/>
                  <a:pt x="34" y="90"/>
                </a:cubicBezTo>
                <a:cubicBezTo>
                  <a:pt x="35" y="90"/>
                  <a:pt x="36" y="89"/>
                  <a:pt x="37" y="89"/>
                </a:cubicBezTo>
                <a:cubicBezTo>
                  <a:pt x="39" y="87"/>
                  <a:pt x="42" y="84"/>
                  <a:pt x="43" y="81"/>
                </a:cubicBezTo>
                <a:cubicBezTo>
                  <a:pt x="47" y="75"/>
                  <a:pt x="49" y="67"/>
                  <a:pt x="51" y="60"/>
                </a:cubicBezTo>
                <a:cubicBezTo>
                  <a:pt x="52" y="57"/>
                  <a:pt x="52" y="55"/>
                  <a:pt x="52" y="53"/>
                </a:cubicBezTo>
                <a:cubicBezTo>
                  <a:pt x="52" y="52"/>
                  <a:pt x="52" y="51"/>
                  <a:pt x="52" y="50"/>
                </a:cubicBezTo>
                <a:cubicBezTo>
                  <a:pt x="53" y="49"/>
                  <a:pt x="55" y="49"/>
                  <a:pt x="56" y="48"/>
                </a:cubicBezTo>
                <a:cubicBezTo>
                  <a:pt x="59" y="47"/>
                  <a:pt x="62" y="46"/>
                  <a:pt x="65" y="45"/>
                </a:cubicBezTo>
                <a:cubicBezTo>
                  <a:pt x="66" y="44"/>
                  <a:pt x="67" y="44"/>
                  <a:pt x="68" y="44"/>
                </a:cubicBezTo>
                <a:cubicBezTo>
                  <a:pt x="68" y="44"/>
                  <a:pt x="68" y="44"/>
                  <a:pt x="69" y="44"/>
                </a:cubicBezTo>
                <a:cubicBezTo>
                  <a:pt x="69" y="44"/>
                  <a:pt x="69" y="45"/>
                  <a:pt x="69" y="45"/>
                </a:cubicBezTo>
                <a:cubicBezTo>
                  <a:pt x="69" y="46"/>
                  <a:pt x="69" y="47"/>
                  <a:pt x="69" y="48"/>
                </a:cubicBezTo>
                <a:cubicBezTo>
                  <a:pt x="69" y="53"/>
                  <a:pt x="69" y="57"/>
                  <a:pt x="68" y="61"/>
                </a:cubicBezTo>
                <a:cubicBezTo>
                  <a:pt x="68" y="64"/>
                  <a:pt x="67" y="67"/>
                  <a:pt x="66" y="70"/>
                </a:cubicBezTo>
                <a:cubicBezTo>
                  <a:pt x="64" y="78"/>
                  <a:pt x="60" y="85"/>
                  <a:pt x="55" y="91"/>
                </a:cubicBezTo>
                <a:cubicBezTo>
                  <a:pt x="54" y="93"/>
                  <a:pt x="52" y="96"/>
                  <a:pt x="49" y="97"/>
                </a:cubicBezTo>
                <a:close/>
                <a:moveTo>
                  <a:pt x="67" y="94"/>
                </a:moveTo>
                <a:cubicBezTo>
                  <a:pt x="66" y="95"/>
                  <a:pt x="65" y="95"/>
                  <a:pt x="64" y="95"/>
                </a:cubicBezTo>
                <a:cubicBezTo>
                  <a:pt x="61" y="96"/>
                  <a:pt x="58" y="97"/>
                  <a:pt x="56" y="97"/>
                </a:cubicBezTo>
                <a:cubicBezTo>
                  <a:pt x="55" y="97"/>
                  <a:pt x="53" y="97"/>
                  <a:pt x="53" y="97"/>
                </a:cubicBezTo>
                <a:cubicBezTo>
                  <a:pt x="52" y="97"/>
                  <a:pt x="53" y="96"/>
                  <a:pt x="53" y="96"/>
                </a:cubicBezTo>
                <a:cubicBezTo>
                  <a:pt x="54" y="95"/>
                  <a:pt x="55" y="94"/>
                  <a:pt x="55" y="93"/>
                </a:cubicBezTo>
                <a:cubicBezTo>
                  <a:pt x="59" y="90"/>
                  <a:pt x="62" y="85"/>
                  <a:pt x="64" y="81"/>
                </a:cubicBezTo>
                <a:cubicBezTo>
                  <a:pt x="68" y="73"/>
                  <a:pt x="70" y="64"/>
                  <a:pt x="70" y="56"/>
                </a:cubicBezTo>
                <a:cubicBezTo>
                  <a:pt x="71" y="53"/>
                  <a:pt x="71" y="50"/>
                  <a:pt x="71" y="47"/>
                </a:cubicBezTo>
                <a:cubicBezTo>
                  <a:pt x="71" y="46"/>
                  <a:pt x="70" y="44"/>
                  <a:pt x="71" y="44"/>
                </a:cubicBezTo>
                <a:cubicBezTo>
                  <a:pt x="71" y="43"/>
                  <a:pt x="74" y="43"/>
                  <a:pt x="74" y="43"/>
                </a:cubicBezTo>
                <a:cubicBezTo>
                  <a:pt x="77" y="43"/>
                  <a:pt x="80" y="43"/>
                  <a:pt x="83" y="43"/>
                </a:cubicBezTo>
                <a:cubicBezTo>
                  <a:pt x="84" y="43"/>
                  <a:pt x="85" y="43"/>
                  <a:pt x="86" y="44"/>
                </a:cubicBezTo>
                <a:cubicBezTo>
                  <a:pt x="87" y="44"/>
                  <a:pt x="86" y="46"/>
                  <a:pt x="86" y="47"/>
                </a:cubicBezTo>
                <a:cubicBezTo>
                  <a:pt x="86" y="51"/>
                  <a:pt x="86" y="55"/>
                  <a:pt x="85" y="59"/>
                </a:cubicBezTo>
                <a:cubicBezTo>
                  <a:pt x="84" y="66"/>
                  <a:pt x="82" y="73"/>
                  <a:pt x="78" y="80"/>
                </a:cubicBezTo>
                <a:cubicBezTo>
                  <a:pt x="77" y="82"/>
                  <a:pt x="75" y="85"/>
                  <a:pt x="73" y="87"/>
                </a:cubicBezTo>
                <a:cubicBezTo>
                  <a:pt x="72" y="89"/>
                  <a:pt x="71" y="91"/>
                  <a:pt x="69" y="92"/>
                </a:cubicBezTo>
                <a:cubicBezTo>
                  <a:pt x="68" y="93"/>
                  <a:pt x="68" y="94"/>
                  <a:pt x="67" y="94"/>
                </a:cubicBezTo>
                <a:close/>
                <a:moveTo>
                  <a:pt x="83" y="84"/>
                </a:moveTo>
                <a:cubicBezTo>
                  <a:pt x="81" y="87"/>
                  <a:pt x="78" y="89"/>
                  <a:pt x="75" y="90"/>
                </a:cubicBezTo>
                <a:cubicBezTo>
                  <a:pt x="74" y="91"/>
                  <a:pt x="74" y="91"/>
                  <a:pt x="73" y="9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1"/>
                  <a:pt x="72" y="91"/>
                  <a:pt x="72" y="91"/>
                </a:cubicBezTo>
                <a:cubicBezTo>
                  <a:pt x="73" y="90"/>
                  <a:pt x="73" y="90"/>
                  <a:pt x="74" y="89"/>
                </a:cubicBezTo>
                <a:cubicBezTo>
                  <a:pt x="76" y="86"/>
                  <a:pt x="78" y="83"/>
                  <a:pt x="80" y="80"/>
                </a:cubicBezTo>
                <a:cubicBezTo>
                  <a:pt x="82" y="76"/>
                  <a:pt x="84" y="72"/>
                  <a:pt x="85" y="68"/>
                </a:cubicBezTo>
                <a:cubicBezTo>
                  <a:pt x="86" y="64"/>
                  <a:pt x="87" y="59"/>
                  <a:pt x="87" y="55"/>
                </a:cubicBezTo>
                <a:cubicBezTo>
                  <a:pt x="87" y="52"/>
                  <a:pt x="88" y="50"/>
                  <a:pt x="88" y="47"/>
                </a:cubicBezTo>
                <a:cubicBezTo>
                  <a:pt x="88" y="47"/>
                  <a:pt x="88" y="45"/>
                  <a:pt x="88" y="45"/>
                </a:cubicBezTo>
                <a:cubicBezTo>
                  <a:pt x="88" y="44"/>
                  <a:pt x="89" y="45"/>
                  <a:pt x="90" y="45"/>
                </a:cubicBezTo>
                <a:cubicBezTo>
                  <a:pt x="91" y="45"/>
                  <a:pt x="92" y="46"/>
                  <a:pt x="94" y="47"/>
                </a:cubicBezTo>
                <a:cubicBezTo>
                  <a:pt x="94" y="47"/>
                  <a:pt x="94" y="48"/>
                  <a:pt x="95" y="49"/>
                </a:cubicBezTo>
                <a:cubicBezTo>
                  <a:pt x="95" y="51"/>
                  <a:pt x="96" y="54"/>
                  <a:pt x="96" y="56"/>
                </a:cubicBezTo>
                <a:cubicBezTo>
                  <a:pt x="96" y="58"/>
                  <a:pt x="96" y="59"/>
                  <a:pt x="96" y="61"/>
                </a:cubicBezTo>
                <a:cubicBezTo>
                  <a:pt x="95" y="70"/>
                  <a:pt x="90" y="78"/>
                  <a:pt x="8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5" name="Freeform 321"/>
          <p:cNvSpPr>
            <a:spLocks noEditPoints="1"/>
          </p:cNvSpPr>
          <p:nvPr/>
        </p:nvSpPr>
        <p:spPr bwMode="auto">
          <a:xfrm>
            <a:off x="3121025" y="3719514"/>
            <a:ext cx="377825" cy="484188"/>
          </a:xfrm>
          <a:custGeom>
            <a:avLst/>
            <a:gdLst>
              <a:gd name="T0" fmla="*/ 62 w 89"/>
              <a:gd name="T1" fmla="*/ 91 h 114"/>
              <a:gd name="T2" fmla="*/ 89 w 89"/>
              <a:gd name="T3" fmla="*/ 6 h 114"/>
              <a:gd name="T4" fmla="*/ 72 w 89"/>
              <a:gd name="T5" fmla="*/ 0 h 114"/>
              <a:gd name="T6" fmla="*/ 60 w 89"/>
              <a:gd name="T7" fmla="*/ 6 h 114"/>
              <a:gd name="T8" fmla="*/ 45 w 89"/>
              <a:gd name="T9" fmla="*/ 0 h 114"/>
              <a:gd name="T10" fmla="*/ 32 w 89"/>
              <a:gd name="T11" fmla="*/ 6 h 114"/>
              <a:gd name="T12" fmla="*/ 32 w 89"/>
              <a:gd name="T13" fmla="*/ 6 h 114"/>
              <a:gd name="T14" fmla="*/ 15 w 89"/>
              <a:gd name="T15" fmla="*/ 0 h 114"/>
              <a:gd name="T16" fmla="*/ 0 w 89"/>
              <a:gd name="T17" fmla="*/ 6 h 114"/>
              <a:gd name="T18" fmla="*/ 27 w 89"/>
              <a:gd name="T19" fmla="*/ 91 h 114"/>
              <a:gd name="T20" fmla="*/ 27 w 89"/>
              <a:gd name="T21" fmla="*/ 91 h 114"/>
              <a:gd name="T22" fmla="*/ 26 w 89"/>
              <a:gd name="T23" fmla="*/ 96 h 114"/>
              <a:gd name="T24" fmla="*/ 45 w 89"/>
              <a:gd name="T25" fmla="*/ 114 h 114"/>
              <a:gd name="T26" fmla="*/ 63 w 89"/>
              <a:gd name="T27" fmla="*/ 96 h 114"/>
              <a:gd name="T28" fmla="*/ 62 w 89"/>
              <a:gd name="T29" fmla="*/ 91 h 114"/>
              <a:gd name="T30" fmla="*/ 60 w 89"/>
              <a:gd name="T31" fmla="*/ 88 h 114"/>
              <a:gd name="T32" fmla="*/ 58 w 89"/>
              <a:gd name="T33" fmla="*/ 88 h 114"/>
              <a:gd name="T34" fmla="*/ 48 w 89"/>
              <a:gd name="T35" fmla="*/ 87 h 114"/>
              <a:gd name="T36" fmla="*/ 53 w 89"/>
              <a:gd name="T37" fmla="*/ 55 h 114"/>
              <a:gd name="T38" fmla="*/ 72 w 89"/>
              <a:gd name="T39" fmla="*/ 51 h 114"/>
              <a:gd name="T40" fmla="*/ 60 w 89"/>
              <a:gd name="T41" fmla="*/ 88 h 114"/>
              <a:gd name="T42" fmla="*/ 40 w 89"/>
              <a:gd name="T43" fmla="*/ 55 h 114"/>
              <a:gd name="T44" fmla="*/ 46 w 89"/>
              <a:gd name="T45" fmla="*/ 55 h 114"/>
              <a:gd name="T46" fmla="*/ 50 w 89"/>
              <a:gd name="T47" fmla="*/ 55 h 114"/>
              <a:gd name="T48" fmla="*/ 45 w 89"/>
              <a:gd name="T49" fmla="*/ 86 h 114"/>
              <a:gd name="T50" fmla="*/ 40 w 89"/>
              <a:gd name="T51" fmla="*/ 55 h 114"/>
              <a:gd name="T52" fmla="*/ 72 w 89"/>
              <a:gd name="T53" fmla="*/ 4 h 114"/>
              <a:gd name="T54" fmla="*/ 85 w 89"/>
              <a:gd name="T55" fmla="*/ 8 h 114"/>
              <a:gd name="T56" fmla="*/ 73 w 89"/>
              <a:gd name="T57" fmla="*/ 47 h 114"/>
              <a:gd name="T58" fmla="*/ 54 w 89"/>
              <a:gd name="T59" fmla="*/ 52 h 114"/>
              <a:gd name="T60" fmla="*/ 61 w 89"/>
              <a:gd name="T61" fmla="*/ 9 h 114"/>
              <a:gd name="T62" fmla="*/ 72 w 89"/>
              <a:gd name="T63" fmla="*/ 4 h 114"/>
              <a:gd name="T64" fmla="*/ 45 w 89"/>
              <a:gd name="T65" fmla="*/ 4 h 114"/>
              <a:gd name="T66" fmla="*/ 58 w 89"/>
              <a:gd name="T67" fmla="*/ 9 h 114"/>
              <a:gd name="T68" fmla="*/ 51 w 89"/>
              <a:gd name="T69" fmla="*/ 52 h 114"/>
              <a:gd name="T70" fmla="*/ 40 w 89"/>
              <a:gd name="T71" fmla="*/ 52 h 114"/>
              <a:gd name="T72" fmla="*/ 34 w 89"/>
              <a:gd name="T73" fmla="*/ 9 h 114"/>
              <a:gd name="T74" fmla="*/ 45 w 89"/>
              <a:gd name="T75" fmla="*/ 4 h 114"/>
              <a:gd name="T76" fmla="*/ 15 w 89"/>
              <a:gd name="T77" fmla="*/ 3 h 114"/>
              <a:gd name="T78" fmla="*/ 31 w 89"/>
              <a:gd name="T79" fmla="*/ 9 h 114"/>
              <a:gd name="T80" fmla="*/ 37 w 89"/>
              <a:gd name="T81" fmla="*/ 52 h 114"/>
              <a:gd name="T82" fmla="*/ 16 w 89"/>
              <a:gd name="T83" fmla="*/ 47 h 114"/>
              <a:gd name="T84" fmla="*/ 3 w 89"/>
              <a:gd name="T85" fmla="*/ 8 h 114"/>
              <a:gd name="T86" fmla="*/ 15 w 89"/>
              <a:gd name="T87" fmla="*/ 3 h 114"/>
              <a:gd name="T88" fmla="*/ 17 w 89"/>
              <a:gd name="T89" fmla="*/ 51 h 114"/>
              <a:gd name="T90" fmla="*/ 37 w 89"/>
              <a:gd name="T91" fmla="*/ 55 h 114"/>
              <a:gd name="T92" fmla="*/ 42 w 89"/>
              <a:gd name="T93" fmla="*/ 87 h 114"/>
              <a:gd name="T94" fmla="*/ 31 w 89"/>
              <a:gd name="T95" fmla="*/ 88 h 114"/>
              <a:gd name="T96" fmla="*/ 29 w 89"/>
              <a:gd name="T97" fmla="*/ 88 h 114"/>
              <a:gd name="T98" fmla="*/ 17 w 89"/>
              <a:gd name="T99" fmla="*/ 5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9" h="114">
                <a:moveTo>
                  <a:pt x="62" y="91"/>
                </a:moveTo>
                <a:cubicBezTo>
                  <a:pt x="89" y="6"/>
                  <a:pt x="89" y="6"/>
                  <a:pt x="89" y="6"/>
                </a:cubicBezTo>
                <a:cubicBezTo>
                  <a:pt x="72" y="0"/>
                  <a:pt x="72" y="0"/>
                  <a:pt x="72" y="0"/>
                </a:cubicBezTo>
                <a:cubicBezTo>
                  <a:pt x="60" y="6"/>
                  <a:pt x="60" y="6"/>
                  <a:pt x="60" y="6"/>
                </a:cubicBezTo>
                <a:cubicBezTo>
                  <a:pt x="45" y="0"/>
                  <a:pt x="45" y="0"/>
                  <a:pt x="45" y="0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15" y="0"/>
                  <a:pt x="15" y="0"/>
                  <a:pt x="15" y="0"/>
                </a:cubicBezTo>
                <a:cubicBezTo>
                  <a:pt x="0" y="6"/>
                  <a:pt x="0" y="6"/>
                  <a:pt x="0" y="6"/>
                </a:cubicBezTo>
                <a:cubicBezTo>
                  <a:pt x="27" y="91"/>
                  <a:pt x="27" y="91"/>
                  <a:pt x="27" y="91"/>
                </a:cubicBezTo>
                <a:cubicBezTo>
                  <a:pt x="27" y="91"/>
                  <a:pt x="27" y="91"/>
                  <a:pt x="27" y="91"/>
                </a:cubicBezTo>
                <a:cubicBezTo>
                  <a:pt x="27" y="92"/>
                  <a:pt x="26" y="94"/>
                  <a:pt x="26" y="96"/>
                </a:cubicBezTo>
                <a:cubicBezTo>
                  <a:pt x="26" y="106"/>
                  <a:pt x="34" y="114"/>
                  <a:pt x="45" y="114"/>
                </a:cubicBezTo>
                <a:cubicBezTo>
                  <a:pt x="55" y="114"/>
                  <a:pt x="63" y="106"/>
                  <a:pt x="63" y="96"/>
                </a:cubicBezTo>
                <a:cubicBezTo>
                  <a:pt x="63" y="94"/>
                  <a:pt x="62" y="92"/>
                  <a:pt x="62" y="91"/>
                </a:cubicBezTo>
                <a:close/>
                <a:moveTo>
                  <a:pt x="60" y="88"/>
                </a:moveTo>
                <a:cubicBezTo>
                  <a:pt x="58" y="88"/>
                  <a:pt x="58" y="88"/>
                  <a:pt x="58" y="88"/>
                </a:cubicBezTo>
                <a:cubicBezTo>
                  <a:pt x="56" y="87"/>
                  <a:pt x="52" y="87"/>
                  <a:pt x="48" y="87"/>
                </a:cubicBezTo>
                <a:cubicBezTo>
                  <a:pt x="53" y="55"/>
                  <a:pt x="53" y="55"/>
                  <a:pt x="53" y="55"/>
                </a:cubicBezTo>
                <a:cubicBezTo>
                  <a:pt x="62" y="54"/>
                  <a:pt x="68" y="52"/>
                  <a:pt x="72" y="51"/>
                </a:cubicBezTo>
                <a:lnTo>
                  <a:pt x="60" y="88"/>
                </a:lnTo>
                <a:close/>
                <a:moveTo>
                  <a:pt x="40" y="55"/>
                </a:moveTo>
                <a:cubicBezTo>
                  <a:pt x="43" y="55"/>
                  <a:pt x="45" y="55"/>
                  <a:pt x="46" y="55"/>
                </a:cubicBezTo>
                <a:cubicBezTo>
                  <a:pt x="48" y="55"/>
                  <a:pt x="49" y="55"/>
                  <a:pt x="50" y="55"/>
                </a:cubicBezTo>
                <a:cubicBezTo>
                  <a:pt x="45" y="86"/>
                  <a:pt x="45" y="86"/>
                  <a:pt x="45" y="86"/>
                </a:cubicBezTo>
                <a:lnTo>
                  <a:pt x="40" y="55"/>
                </a:lnTo>
                <a:close/>
                <a:moveTo>
                  <a:pt x="72" y="4"/>
                </a:moveTo>
                <a:cubicBezTo>
                  <a:pt x="85" y="8"/>
                  <a:pt x="85" y="8"/>
                  <a:pt x="85" y="8"/>
                </a:cubicBezTo>
                <a:cubicBezTo>
                  <a:pt x="73" y="47"/>
                  <a:pt x="73" y="47"/>
                  <a:pt x="73" y="47"/>
                </a:cubicBezTo>
                <a:cubicBezTo>
                  <a:pt x="71" y="48"/>
                  <a:pt x="64" y="51"/>
                  <a:pt x="54" y="52"/>
                </a:cubicBezTo>
                <a:cubicBezTo>
                  <a:pt x="61" y="9"/>
                  <a:pt x="61" y="9"/>
                  <a:pt x="61" y="9"/>
                </a:cubicBezTo>
                <a:lnTo>
                  <a:pt x="72" y="4"/>
                </a:lnTo>
                <a:close/>
                <a:moveTo>
                  <a:pt x="45" y="4"/>
                </a:moveTo>
                <a:cubicBezTo>
                  <a:pt x="58" y="9"/>
                  <a:pt x="58" y="9"/>
                  <a:pt x="58" y="9"/>
                </a:cubicBezTo>
                <a:cubicBezTo>
                  <a:pt x="51" y="52"/>
                  <a:pt x="51" y="52"/>
                  <a:pt x="51" y="52"/>
                </a:cubicBezTo>
                <a:cubicBezTo>
                  <a:pt x="47" y="52"/>
                  <a:pt x="44" y="52"/>
                  <a:pt x="40" y="52"/>
                </a:cubicBezTo>
                <a:cubicBezTo>
                  <a:pt x="34" y="9"/>
                  <a:pt x="34" y="9"/>
                  <a:pt x="34" y="9"/>
                </a:cubicBezTo>
                <a:lnTo>
                  <a:pt x="45" y="4"/>
                </a:lnTo>
                <a:close/>
                <a:moveTo>
                  <a:pt x="15" y="3"/>
                </a:moveTo>
                <a:cubicBezTo>
                  <a:pt x="31" y="9"/>
                  <a:pt x="31" y="9"/>
                  <a:pt x="31" y="9"/>
                </a:cubicBezTo>
                <a:cubicBezTo>
                  <a:pt x="37" y="52"/>
                  <a:pt x="37" y="52"/>
                  <a:pt x="37" y="52"/>
                </a:cubicBezTo>
                <a:cubicBezTo>
                  <a:pt x="31" y="51"/>
                  <a:pt x="24" y="50"/>
                  <a:pt x="16" y="47"/>
                </a:cubicBezTo>
                <a:cubicBezTo>
                  <a:pt x="3" y="8"/>
                  <a:pt x="3" y="8"/>
                  <a:pt x="3" y="8"/>
                </a:cubicBezTo>
                <a:lnTo>
                  <a:pt x="15" y="3"/>
                </a:lnTo>
                <a:close/>
                <a:moveTo>
                  <a:pt x="17" y="51"/>
                </a:moveTo>
                <a:cubicBezTo>
                  <a:pt x="24" y="53"/>
                  <a:pt x="31" y="54"/>
                  <a:pt x="37" y="55"/>
                </a:cubicBezTo>
                <a:cubicBezTo>
                  <a:pt x="42" y="87"/>
                  <a:pt x="42" y="87"/>
                  <a:pt x="42" y="87"/>
                </a:cubicBezTo>
                <a:cubicBezTo>
                  <a:pt x="37" y="87"/>
                  <a:pt x="34" y="87"/>
                  <a:pt x="31" y="88"/>
                </a:cubicBezTo>
                <a:cubicBezTo>
                  <a:pt x="29" y="88"/>
                  <a:pt x="29" y="88"/>
                  <a:pt x="29" y="88"/>
                </a:cubicBezTo>
                <a:lnTo>
                  <a:pt x="17" y="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6" name="Oval 322"/>
          <p:cNvSpPr>
            <a:spLocks noChangeArrowheads="1"/>
          </p:cNvSpPr>
          <p:nvPr/>
        </p:nvSpPr>
        <p:spPr bwMode="auto">
          <a:xfrm>
            <a:off x="3825875" y="3681414"/>
            <a:ext cx="381000" cy="3778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7" name="Rectangle 323"/>
          <p:cNvSpPr>
            <a:spLocks noChangeArrowheads="1"/>
          </p:cNvSpPr>
          <p:nvPr/>
        </p:nvSpPr>
        <p:spPr bwMode="auto">
          <a:xfrm>
            <a:off x="3986213" y="4076701"/>
            <a:ext cx="63500" cy="169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8" name="Oval 324"/>
          <p:cNvSpPr>
            <a:spLocks noChangeArrowheads="1"/>
          </p:cNvSpPr>
          <p:nvPr/>
        </p:nvSpPr>
        <p:spPr bwMode="auto">
          <a:xfrm>
            <a:off x="4125913" y="4076701"/>
            <a:ext cx="98425" cy="968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6" name="Freeform 332"/>
          <p:cNvSpPr>
            <a:spLocks noEditPoints="1"/>
          </p:cNvSpPr>
          <p:nvPr/>
        </p:nvSpPr>
        <p:spPr bwMode="auto">
          <a:xfrm>
            <a:off x="258763" y="4568826"/>
            <a:ext cx="420688" cy="412750"/>
          </a:xfrm>
          <a:custGeom>
            <a:avLst/>
            <a:gdLst>
              <a:gd name="T0" fmla="*/ 48 w 99"/>
              <a:gd name="T1" fmla="*/ 0 h 97"/>
              <a:gd name="T2" fmla="*/ 0 w 99"/>
              <a:gd name="T3" fmla="*/ 48 h 97"/>
              <a:gd name="T4" fmla="*/ 48 w 99"/>
              <a:gd name="T5" fmla="*/ 96 h 97"/>
              <a:gd name="T6" fmla="*/ 97 w 99"/>
              <a:gd name="T7" fmla="*/ 48 h 97"/>
              <a:gd name="T8" fmla="*/ 48 w 99"/>
              <a:gd name="T9" fmla="*/ 0 h 97"/>
              <a:gd name="T10" fmla="*/ 6 w 99"/>
              <a:gd name="T11" fmla="*/ 32 h 97"/>
              <a:gd name="T12" fmla="*/ 31 w 99"/>
              <a:gd name="T13" fmla="*/ 6 h 97"/>
              <a:gd name="T14" fmla="*/ 48 w 99"/>
              <a:gd name="T15" fmla="*/ 41 h 97"/>
              <a:gd name="T16" fmla="*/ 41 w 99"/>
              <a:gd name="T17" fmla="*/ 47 h 97"/>
              <a:gd name="T18" fmla="*/ 6 w 99"/>
              <a:gd name="T19" fmla="*/ 32 h 97"/>
              <a:gd name="T20" fmla="*/ 17 w 99"/>
              <a:gd name="T21" fmla="*/ 82 h 97"/>
              <a:gd name="T22" fmla="*/ 42 w 99"/>
              <a:gd name="T23" fmla="*/ 52 h 97"/>
              <a:gd name="T24" fmla="*/ 51 w 99"/>
              <a:gd name="T25" fmla="*/ 55 h 97"/>
              <a:gd name="T26" fmla="*/ 51 w 99"/>
              <a:gd name="T27" fmla="*/ 94 h 97"/>
              <a:gd name="T28" fmla="*/ 17 w 99"/>
              <a:gd name="T29" fmla="*/ 82 h 97"/>
              <a:gd name="T30" fmla="*/ 54 w 99"/>
              <a:gd name="T31" fmla="*/ 52 h 97"/>
              <a:gd name="T32" fmla="*/ 53 w 99"/>
              <a:gd name="T33" fmla="*/ 43 h 97"/>
              <a:gd name="T34" fmla="*/ 88 w 99"/>
              <a:gd name="T35" fmla="*/ 25 h 97"/>
              <a:gd name="T36" fmla="*/ 92 w 99"/>
              <a:gd name="T37" fmla="*/ 61 h 97"/>
              <a:gd name="T38" fmla="*/ 54 w 99"/>
              <a:gd name="T39" fmla="*/ 5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9" h="97">
                <a:moveTo>
                  <a:pt x="48" y="0"/>
                </a:moveTo>
                <a:cubicBezTo>
                  <a:pt x="22" y="0"/>
                  <a:pt x="0" y="21"/>
                  <a:pt x="0" y="48"/>
                </a:cubicBezTo>
                <a:cubicBezTo>
                  <a:pt x="0" y="75"/>
                  <a:pt x="22" y="96"/>
                  <a:pt x="48" y="96"/>
                </a:cubicBezTo>
                <a:cubicBezTo>
                  <a:pt x="75" y="96"/>
                  <a:pt x="97" y="75"/>
                  <a:pt x="97" y="48"/>
                </a:cubicBezTo>
                <a:cubicBezTo>
                  <a:pt x="97" y="21"/>
                  <a:pt x="75" y="0"/>
                  <a:pt x="48" y="0"/>
                </a:cubicBezTo>
                <a:close/>
                <a:moveTo>
                  <a:pt x="6" y="32"/>
                </a:moveTo>
                <a:cubicBezTo>
                  <a:pt x="6" y="32"/>
                  <a:pt x="10" y="14"/>
                  <a:pt x="31" y="6"/>
                </a:cubicBezTo>
                <a:cubicBezTo>
                  <a:pt x="48" y="41"/>
                  <a:pt x="48" y="41"/>
                  <a:pt x="48" y="41"/>
                </a:cubicBezTo>
                <a:cubicBezTo>
                  <a:pt x="42" y="41"/>
                  <a:pt x="41" y="47"/>
                  <a:pt x="41" y="47"/>
                </a:cubicBezTo>
                <a:lnTo>
                  <a:pt x="6" y="32"/>
                </a:lnTo>
                <a:close/>
                <a:moveTo>
                  <a:pt x="17" y="82"/>
                </a:moveTo>
                <a:cubicBezTo>
                  <a:pt x="42" y="52"/>
                  <a:pt x="42" y="52"/>
                  <a:pt x="42" y="52"/>
                </a:cubicBezTo>
                <a:cubicBezTo>
                  <a:pt x="45" y="57"/>
                  <a:pt x="51" y="55"/>
                  <a:pt x="51" y="55"/>
                </a:cubicBezTo>
                <a:cubicBezTo>
                  <a:pt x="51" y="94"/>
                  <a:pt x="51" y="94"/>
                  <a:pt x="51" y="94"/>
                </a:cubicBezTo>
                <a:cubicBezTo>
                  <a:pt x="51" y="94"/>
                  <a:pt x="33" y="97"/>
                  <a:pt x="17" y="82"/>
                </a:cubicBezTo>
                <a:close/>
                <a:moveTo>
                  <a:pt x="54" y="52"/>
                </a:moveTo>
                <a:cubicBezTo>
                  <a:pt x="58" y="47"/>
                  <a:pt x="53" y="43"/>
                  <a:pt x="53" y="43"/>
                </a:cubicBezTo>
                <a:cubicBezTo>
                  <a:pt x="88" y="25"/>
                  <a:pt x="88" y="25"/>
                  <a:pt x="88" y="25"/>
                </a:cubicBezTo>
                <a:cubicBezTo>
                  <a:pt x="88" y="25"/>
                  <a:pt x="99" y="40"/>
                  <a:pt x="92" y="61"/>
                </a:cubicBezTo>
                <a:lnTo>
                  <a:pt x="54" y="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7" name="Freeform 333"/>
          <p:cNvSpPr>
            <a:spLocks/>
          </p:cNvSpPr>
          <p:nvPr/>
        </p:nvSpPr>
        <p:spPr bwMode="auto">
          <a:xfrm>
            <a:off x="1111250" y="4560889"/>
            <a:ext cx="177800" cy="109538"/>
          </a:xfrm>
          <a:custGeom>
            <a:avLst/>
            <a:gdLst>
              <a:gd name="T0" fmla="*/ 22 w 42"/>
              <a:gd name="T1" fmla="*/ 0 h 26"/>
              <a:gd name="T2" fmla="*/ 0 w 42"/>
              <a:gd name="T3" fmla="*/ 6 h 26"/>
              <a:gd name="T4" fmla="*/ 0 w 42"/>
              <a:gd name="T5" fmla="*/ 26 h 26"/>
              <a:gd name="T6" fmla="*/ 42 w 42"/>
              <a:gd name="T7" fmla="*/ 26 h 26"/>
              <a:gd name="T8" fmla="*/ 42 w 42"/>
              <a:gd name="T9" fmla="*/ 6 h 26"/>
              <a:gd name="T10" fmla="*/ 22 w 42"/>
              <a:gd name="T1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26">
                <a:moveTo>
                  <a:pt x="22" y="0"/>
                </a:moveTo>
                <a:cubicBezTo>
                  <a:pt x="15" y="0"/>
                  <a:pt x="8" y="2"/>
                  <a:pt x="0" y="6"/>
                </a:cubicBezTo>
                <a:cubicBezTo>
                  <a:pt x="0" y="26"/>
                  <a:pt x="0" y="26"/>
                  <a:pt x="0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34" y="0"/>
                  <a:pt x="2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8" name="Freeform 334"/>
          <p:cNvSpPr>
            <a:spLocks noEditPoints="1"/>
          </p:cNvSpPr>
          <p:nvPr/>
        </p:nvSpPr>
        <p:spPr bwMode="auto">
          <a:xfrm>
            <a:off x="954088" y="4578351"/>
            <a:ext cx="504825" cy="433388"/>
          </a:xfrm>
          <a:custGeom>
            <a:avLst/>
            <a:gdLst>
              <a:gd name="T0" fmla="*/ 117 w 119"/>
              <a:gd name="T1" fmla="*/ 29 h 102"/>
              <a:gd name="T2" fmla="*/ 98 w 119"/>
              <a:gd name="T3" fmla="*/ 6 h 102"/>
              <a:gd name="T4" fmla="*/ 85 w 119"/>
              <a:gd name="T5" fmla="*/ 2 h 102"/>
              <a:gd name="T6" fmla="*/ 77 w 119"/>
              <a:gd name="T7" fmla="*/ 0 h 102"/>
              <a:gd name="T8" fmla="*/ 77 w 119"/>
              <a:gd name="T9" fmla="*/ 2 h 102"/>
              <a:gd name="T10" fmla="*/ 59 w 119"/>
              <a:gd name="T11" fmla="*/ 20 h 102"/>
              <a:gd name="T12" fmla="*/ 42 w 119"/>
              <a:gd name="T13" fmla="*/ 2 h 102"/>
              <a:gd name="T14" fmla="*/ 42 w 119"/>
              <a:gd name="T15" fmla="*/ 0 h 102"/>
              <a:gd name="T16" fmla="*/ 33 w 119"/>
              <a:gd name="T17" fmla="*/ 2 h 102"/>
              <a:gd name="T18" fmla="*/ 20 w 119"/>
              <a:gd name="T19" fmla="*/ 6 h 102"/>
              <a:gd name="T20" fmla="*/ 1 w 119"/>
              <a:gd name="T21" fmla="*/ 31 h 102"/>
              <a:gd name="T22" fmla="*/ 1 w 119"/>
              <a:gd name="T23" fmla="*/ 36 h 102"/>
              <a:gd name="T24" fmla="*/ 16 w 119"/>
              <a:gd name="T25" fmla="*/ 43 h 102"/>
              <a:gd name="T26" fmla="*/ 21 w 119"/>
              <a:gd name="T27" fmla="*/ 43 h 102"/>
              <a:gd name="T28" fmla="*/ 29 w 119"/>
              <a:gd name="T29" fmla="*/ 35 h 102"/>
              <a:gd name="T30" fmla="*/ 29 w 119"/>
              <a:gd name="T31" fmla="*/ 102 h 102"/>
              <a:gd name="T32" fmla="*/ 87 w 119"/>
              <a:gd name="T33" fmla="*/ 102 h 102"/>
              <a:gd name="T34" fmla="*/ 87 w 119"/>
              <a:gd name="T35" fmla="*/ 35 h 102"/>
              <a:gd name="T36" fmla="*/ 98 w 119"/>
              <a:gd name="T37" fmla="*/ 43 h 102"/>
              <a:gd name="T38" fmla="*/ 102 w 119"/>
              <a:gd name="T39" fmla="*/ 43 h 102"/>
              <a:gd name="T40" fmla="*/ 117 w 119"/>
              <a:gd name="T41" fmla="*/ 32 h 102"/>
              <a:gd name="T42" fmla="*/ 117 w 119"/>
              <a:gd name="T43" fmla="*/ 29 h 102"/>
              <a:gd name="T44" fmla="*/ 50 w 119"/>
              <a:gd name="T45" fmla="*/ 72 h 102"/>
              <a:gd name="T46" fmla="*/ 42 w 119"/>
              <a:gd name="T47" fmla="*/ 60 h 102"/>
              <a:gd name="T48" fmla="*/ 50 w 119"/>
              <a:gd name="T49" fmla="*/ 48 h 102"/>
              <a:gd name="T50" fmla="*/ 58 w 119"/>
              <a:gd name="T51" fmla="*/ 60 h 102"/>
              <a:gd name="T52" fmla="*/ 50 w 119"/>
              <a:gd name="T53" fmla="*/ 72 h 102"/>
              <a:gd name="T54" fmla="*/ 68 w 119"/>
              <a:gd name="T55" fmla="*/ 72 h 102"/>
              <a:gd name="T56" fmla="*/ 61 w 119"/>
              <a:gd name="T57" fmla="*/ 66 h 102"/>
              <a:gd name="T58" fmla="*/ 65 w 119"/>
              <a:gd name="T59" fmla="*/ 60 h 102"/>
              <a:gd name="T60" fmla="*/ 65 w 119"/>
              <a:gd name="T61" fmla="*/ 60 h 102"/>
              <a:gd name="T62" fmla="*/ 61 w 119"/>
              <a:gd name="T63" fmla="*/ 55 h 102"/>
              <a:gd name="T64" fmla="*/ 68 w 119"/>
              <a:gd name="T65" fmla="*/ 48 h 102"/>
              <a:gd name="T66" fmla="*/ 75 w 119"/>
              <a:gd name="T67" fmla="*/ 54 h 102"/>
              <a:gd name="T68" fmla="*/ 71 w 119"/>
              <a:gd name="T69" fmla="*/ 59 h 102"/>
              <a:gd name="T70" fmla="*/ 71 w 119"/>
              <a:gd name="T71" fmla="*/ 60 h 102"/>
              <a:gd name="T72" fmla="*/ 76 w 119"/>
              <a:gd name="T73" fmla="*/ 66 h 102"/>
              <a:gd name="T74" fmla="*/ 68 w 119"/>
              <a:gd name="T75" fmla="*/ 7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9" h="102">
                <a:moveTo>
                  <a:pt x="117" y="29"/>
                </a:moveTo>
                <a:cubicBezTo>
                  <a:pt x="98" y="6"/>
                  <a:pt x="98" y="6"/>
                  <a:pt x="98" y="6"/>
                </a:cubicBezTo>
                <a:cubicBezTo>
                  <a:pt x="98" y="6"/>
                  <a:pt x="95" y="2"/>
                  <a:pt x="85" y="2"/>
                </a:cubicBezTo>
                <a:cubicBezTo>
                  <a:pt x="77" y="0"/>
                  <a:pt x="77" y="0"/>
                  <a:pt x="77" y="0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2"/>
                  <a:pt x="77" y="20"/>
                  <a:pt x="59" y="20"/>
                </a:cubicBezTo>
                <a:cubicBezTo>
                  <a:pt x="59" y="20"/>
                  <a:pt x="41" y="18"/>
                  <a:pt x="42" y="2"/>
                </a:cubicBezTo>
                <a:cubicBezTo>
                  <a:pt x="42" y="0"/>
                  <a:pt x="42" y="0"/>
                  <a:pt x="42" y="0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2"/>
                  <a:pt x="23" y="3"/>
                  <a:pt x="20" y="6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3"/>
                  <a:pt x="1" y="36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3"/>
                  <a:pt x="18" y="45"/>
                  <a:pt x="21" y="43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87" y="102"/>
                  <a:pt x="87" y="102"/>
                  <a:pt x="87" y="102"/>
                </a:cubicBezTo>
                <a:cubicBezTo>
                  <a:pt x="87" y="35"/>
                  <a:pt x="87" y="35"/>
                  <a:pt x="87" y="35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3"/>
                  <a:pt x="100" y="45"/>
                  <a:pt x="102" y="43"/>
                </a:cubicBezTo>
                <a:cubicBezTo>
                  <a:pt x="103" y="42"/>
                  <a:pt x="114" y="38"/>
                  <a:pt x="117" y="32"/>
                </a:cubicBezTo>
                <a:cubicBezTo>
                  <a:pt x="119" y="30"/>
                  <a:pt x="117" y="29"/>
                  <a:pt x="117" y="29"/>
                </a:cubicBezTo>
                <a:close/>
                <a:moveTo>
                  <a:pt x="50" y="72"/>
                </a:moveTo>
                <a:cubicBezTo>
                  <a:pt x="46" y="72"/>
                  <a:pt x="42" y="68"/>
                  <a:pt x="42" y="60"/>
                </a:cubicBezTo>
                <a:cubicBezTo>
                  <a:pt x="42" y="53"/>
                  <a:pt x="46" y="48"/>
                  <a:pt x="50" y="48"/>
                </a:cubicBezTo>
                <a:cubicBezTo>
                  <a:pt x="55" y="48"/>
                  <a:pt x="58" y="53"/>
                  <a:pt x="58" y="60"/>
                </a:cubicBezTo>
                <a:cubicBezTo>
                  <a:pt x="58" y="68"/>
                  <a:pt x="55" y="72"/>
                  <a:pt x="50" y="72"/>
                </a:cubicBezTo>
                <a:close/>
                <a:moveTo>
                  <a:pt x="68" y="72"/>
                </a:moveTo>
                <a:cubicBezTo>
                  <a:pt x="63" y="72"/>
                  <a:pt x="61" y="69"/>
                  <a:pt x="61" y="66"/>
                </a:cubicBezTo>
                <a:cubicBezTo>
                  <a:pt x="61" y="63"/>
                  <a:pt x="62" y="61"/>
                  <a:pt x="65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2" y="59"/>
                  <a:pt x="61" y="57"/>
                  <a:pt x="61" y="55"/>
                </a:cubicBezTo>
                <a:cubicBezTo>
                  <a:pt x="61" y="51"/>
                  <a:pt x="64" y="48"/>
                  <a:pt x="68" y="48"/>
                </a:cubicBezTo>
                <a:cubicBezTo>
                  <a:pt x="73" y="48"/>
                  <a:pt x="75" y="51"/>
                  <a:pt x="75" y="54"/>
                </a:cubicBezTo>
                <a:cubicBezTo>
                  <a:pt x="75" y="56"/>
                  <a:pt x="74" y="58"/>
                  <a:pt x="71" y="59"/>
                </a:cubicBezTo>
                <a:cubicBezTo>
                  <a:pt x="71" y="60"/>
                  <a:pt x="71" y="60"/>
                  <a:pt x="71" y="60"/>
                </a:cubicBezTo>
                <a:cubicBezTo>
                  <a:pt x="74" y="61"/>
                  <a:pt x="76" y="63"/>
                  <a:pt x="76" y="66"/>
                </a:cubicBezTo>
                <a:cubicBezTo>
                  <a:pt x="76" y="70"/>
                  <a:pt x="73" y="72"/>
                  <a:pt x="68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9" name="Freeform 335"/>
          <p:cNvSpPr>
            <a:spLocks/>
          </p:cNvSpPr>
          <p:nvPr/>
        </p:nvSpPr>
        <p:spPr bwMode="auto">
          <a:xfrm>
            <a:off x="1225550" y="4794251"/>
            <a:ext cx="34925" cy="33338"/>
          </a:xfrm>
          <a:custGeom>
            <a:avLst/>
            <a:gdLst>
              <a:gd name="T0" fmla="*/ 5 w 8"/>
              <a:gd name="T1" fmla="*/ 8 h 8"/>
              <a:gd name="T2" fmla="*/ 8 w 8"/>
              <a:gd name="T3" fmla="*/ 3 h 8"/>
              <a:gd name="T4" fmla="*/ 4 w 8"/>
              <a:gd name="T5" fmla="*/ 0 h 8"/>
              <a:gd name="T6" fmla="*/ 0 w 8"/>
              <a:gd name="T7" fmla="*/ 3 h 8"/>
              <a:gd name="T8" fmla="*/ 5 w 8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">
                <a:moveTo>
                  <a:pt x="5" y="8"/>
                </a:moveTo>
                <a:cubicBezTo>
                  <a:pt x="7" y="7"/>
                  <a:pt x="8" y="6"/>
                  <a:pt x="8" y="3"/>
                </a:cubicBezTo>
                <a:cubicBezTo>
                  <a:pt x="8" y="2"/>
                  <a:pt x="7" y="0"/>
                  <a:pt x="4" y="0"/>
                </a:cubicBezTo>
                <a:cubicBezTo>
                  <a:pt x="2" y="0"/>
                  <a:pt x="0" y="1"/>
                  <a:pt x="0" y="3"/>
                </a:cubicBezTo>
                <a:cubicBezTo>
                  <a:pt x="0" y="6"/>
                  <a:pt x="2" y="7"/>
                  <a:pt x="5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0" name="Freeform 336"/>
          <p:cNvSpPr>
            <a:spLocks/>
          </p:cNvSpPr>
          <p:nvPr/>
        </p:nvSpPr>
        <p:spPr bwMode="auto">
          <a:xfrm>
            <a:off x="1149350" y="4794251"/>
            <a:ext cx="38100" cy="80963"/>
          </a:xfrm>
          <a:custGeom>
            <a:avLst/>
            <a:gdLst>
              <a:gd name="T0" fmla="*/ 4 w 9"/>
              <a:gd name="T1" fmla="*/ 0 h 19"/>
              <a:gd name="T2" fmla="*/ 0 w 9"/>
              <a:gd name="T3" fmla="*/ 9 h 19"/>
              <a:gd name="T4" fmla="*/ 4 w 9"/>
              <a:gd name="T5" fmla="*/ 19 h 19"/>
              <a:gd name="T6" fmla="*/ 9 w 9"/>
              <a:gd name="T7" fmla="*/ 9 h 19"/>
              <a:gd name="T8" fmla="*/ 4 w 9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9">
                <a:moveTo>
                  <a:pt x="4" y="0"/>
                </a:moveTo>
                <a:cubicBezTo>
                  <a:pt x="2" y="0"/>
                  <a:pt x="0" y="3"/>
                  <a:pt x="0" y="9"/>
                </a:cubicBezTo>
                <a:cubicBezTo>
                  <a:pt x="0" y="15"/>
                  <a:pt x="1" y="19"/>
                  <a:pt x="4" y="19"/>
                </a:cubicBezTo>
                <a:cubicBezTo>
                  <a:pt x="7" y="19"/>
                  <a:pt x="9" y="15"/>
                  <a:pt x="9" y="9"/>
                </a:cubicBezTo>
                <a:cubicBezTo>
                  <a:pt x="9" y="4"/>
                  <a:pt x="7" y="0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1" name="Freeform 337"/>
          <p:cNvSpPr>
            <a:spLocks/>
          </p:cNvSpPr>
          <p:nvPr/>
        </p:nvSpPr>
        <p:spPr bwMode="auto">
          <a:xfrm>
            <a:off x="1225550" y="4837114"/>
            <a:ext cx="38100" cy="38100"/>
          </a:xfrm>
          <a:custGeom>
            <a:avLst/>
            <a:gdLst>
              <a:gd name="T0" fmla="*/ 4 w 9"/>
              <a:gd name="T1" fmla="*/ 0 h 9"/>
              <a:gd name="T2" fmla="*/ 0 w 9"/>
              <a:gd name="T3" fmla="*/ 5 h 9"/>
              <a:gd name="T4" fmla="*/ 4 w 9"/>
              <a:gd name="T5" fmla="*/ 9 h 9"/>
              <a:gd name="T6" fmla="*/ 9 w 9"/>
              <a:gd name="T7" fmla="*/ 5 h 9"/>
              <a:gd name="T8" fmla="*/ 4 w 9"/>
              <a:gd name="T9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4" y="0"/>
                </a:moveTo>
                <a:cubicBezTo>
                  <a:pt x="1" y="1"/>
                  <a:pt x="0" y="2"/>
                  <a:pt x="0" y="5"/>
                </a:cubicBezTo>
                <a:cubicBezTo>
                  <a:pt x="0" y="7"/>
                  <a:pt x="1" y="9"/>
                  <a:pt x="4" y="9"/>
                </a:cubicBezTo>
                <a:cubicBezTo>
                  <a:pt x="7" y="9"/>
                  <a:pt x="9" y="7"/>
                  <a:pt x="9" y="5"/>
                </a:cubicBezTo>
                <a:cubicBezTo>
                  <a:pt x="9" y="2"/>
                  <a:pt x="7" y="1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2" name="Freeform 338"/>
          <p:cNvSpPr>
            <a:spLocks noEditPoints="1"/>
          </p:cNvSpPr>
          <p:nvPr/>
        </p:nvSpPr>
        <p:spPr bwMode="auto">
          <a:xfrm>
            <a:off x="1709738" y="4591051"/>
            <a:ext cx="423863" cy="420688"/>
          </a:xfrm>
          <a:custGeom>
            <a:avLst/>
            <a:gdLst>
              <a:gd name="T0" fmla="*/ 267 w 267"/>
              <a:gd name="T1" fmla="*/ 0 h 265"/>
              <a:gd name="T2" fmla="*/ 0 w 267"/>
              <a:gd name="T3" fmla="*/ 0 h 265"/>
              <a:gd name="T4" fmla="*/ 0 w 267"/>
              <a:gd name="T5" fmla="*/ 168 h 265"/>
              <a:gd name="T6" fmla="*/ 35 w 267"/>
              <a:gd name="T7" fmla="*/ 168 h 265"/>
              <a:gd name="T8" fmla="*/ 35 w 267"/>
              <a:gd name="T9" fmla="*/ 265 h 265"/>
              <a:gd name="T10" fmla="*/ 67 w 267"/>
              <a:gd name="T11" fmla="*/ 265 h 265"/>
              <a:gd name="T12" fmla="*/ 67 w 267"/>
              <a:gd name="T13" fmla="*/ 168 h 265"/>
              <a:gd name="T14" fmla="*/ 200 w 267"/>
              <a:gd name="T15" fmla="*/ 168 h 265"/>
              <a:gd name="T16" fmla="*/ 200 w 267"/>
              <a:gd name="T17" fmla="*/ 265 h 265"/>
              <a:gd name="T18" fmla="*/ 232 w 267"/>
              <a:gd name="T19" fmla="*/ 265 h 265"/>
              <a:gd name="T20" fmla="*/ 232 w 267"/>
              <a:gd name="T21" fmla="*/ 168 h 265"/>
              <a:gd name="T22" fmla="*/ 267 w 267"/>
              <a:gd name="T23" fmla="*/ 168 h 265"/>
              <a:gd name="T24" fmla="*/ 267 w 267"/>
              <a:gd name="T25" fmla="*/ 0 h 265"/>
              <a:gd name="T26" fmla="*/ 248 w 267"/>
              <a:gd name="T27" fmla="*/ 149 h 265"/>
              <a:gd name="T28" fmla="*/ 19 w 267"/>
              <a:gd name="T29" fmla="*/ 149 h 265"/>
              <a:gd name="T30" fmla="*/ 19 w 267"/>
              <a:gd name="T31" fmla="*/ 18 h 265"/>
              <a:gd name="T32" fmla="*/ 248 w 267"/>
              <a:gd name="T33" fmla="*/ 18 h 265"/>
              <a:gd name="T34" fmla="*/ 248 w 267"/>
              <a:gd name="T35" fmla="*/ 149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67" h="265">
                <a:moveTo>
                  <a:pt x="267" y="0"/>
                </a:moveTo>
                <a:lnTo>
                  <a:pt x="0" y="0"/>
                </a:lnTo>
                <a:lnTo>
                  <a:pt x="0" y="168"/>
                </a:lnTo>
                <a:lnTo>
                  <a:pt x="35" y="168"/>
                </a:lnTo>
                <a:lnTo>
                  <a:pt x="35" y="265"/>
                </a:lnTo>
                <a:lnTo>
                  <a:pt x="67" y="265"/>
                </a:lnTo>
                <a:lnTo>
                  <a:pt x="67" y="168"/>
                </a:lnTo>
                <a:lnTo>
                  <a:pt x="200" y="168"/>
                </a:lnTo>
                <a:lnTo>
                  <a:pt x="200" y="265"/>
                </a:lnTo>
                <a:lnTo>
                  <a:pt x="232" y="265"/>
                </a:lnTo>
                <a:lnTo>
                  <a:pt x="232" y="168"/>
                </a:lnTo>
                <a:lnTo>
                  <a:pt x="267" y="168"/>
                </a:lnTo>
                <a:lnTo>
                  <a:pt x="267" y="0"/>
                </a:lnTo>
                <a:close/>
                <a:moveTo>
                  <a:pt x="248" y="149"/>
                </a:moveTo>
                <a:lnTo>
                  <a:pt x="19" y="149"/>
                </a:lnTo>
                <a:lnTo>
                  <a:pt x="19" y="18"/>
                </a:lnTo>
                <a:lnTo>
                  <a:pt x="248" y="18"/>
                </a:lnTo>
                <a:lnTo>
                  <a:pt x="248" y="1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3" name="Freeform 339"/>
          <p:cNvSpPr>
            <a:spLocks noEditPoints="1"/>
          </p:cNvSpPr>
          <p:nvPr/>
        </p:nvSpPr>
        <p:spPr bwMode="auto">
          <a:xfrm>
            <a:off x="1781175" y="4654551"/>
            <a:ext cx="88900" cy="134938"/>
          </a:xfrm>
          <a:custGeom>
            <a:avLst/>
            <a:gdLst>
              <a:gd name="T0" fmla="*/ 11 w 21"/>
              <a:gd name="T1" fmla="*/ 32 h 32"/>
              <a:gd name="T2" fmla="*/ 3 w 21"/>
              <a:gd name="T3" fmla="*/ 28 h 32"/>
              <a:gd name="T4" fmla="*/ 0 w 21"/>
              <a:gd name="T5" fmla="*/ 16 h 32"/>
              <a:gd name="T6" fmla="*/ 3 w 21"/>
              <a:gd name="T7" fmla="*/ 4 h 32"/>
              <a:gd name="T8" fmla="*/ 11 w 21"/>
              <a:gd name="T9" fmla="*/ 0 h 32"/>
              <a:gd name="T10" fmla="*/ 19 w 21"/>
              <a:gd name="T11" fmla="*/ 4 h 32"/>
              <a:gd name="T12" fmla="*/ 21 w 21"/>
              <a:gd name="T13" fmla="*/ 16 h 32"/>
              <a:gd name="T14" fmla="*/ 19 w 21"/>
              <a:gd name="T15" fmla="*/ 28 h 32"/>
              <a:gd name="T16" fmla="*/ 11 w 21"/>
              <a:gd name="T17" fmla="*/ 32 h 32"/>
              <a:gd name="T18" fmla="*/ 11 w 21"/>
              <a:gd name="T19" fmla="*/ 3 h 32"/>
              <a:gd name="T20" fmla="*/ 6 w 21"/>
              <a:gd name="T21" fmla="*/ 6 h 32"/>
              <a:gd name="T22" fmla="*/ 4 w 21"/>
              <a:gd name="T23" fmla="*/ 16 h 32"/>
              <a:gd name="T24" fmla="*/ 6 w 21"/>
              <a:gd name="T25" fmla="*/ 26 h 32"/>
              <a:gd name="T26" fmla="*/ 11 w 21"/>
              <a:gd name="T27" fmla="*/ 29 h 32"/>
              <a:gd name="T28" fmla="*/ 16 w 21"/>
              <a:gd name="T29" fmla="*/ 26 h 32"/>
              <a:gd name="T30" fmla="*/ 17 w 21"/>
              <a:gd name="T31" fmla="*/ 16 h 32"/>
              <a:gd name="T32" fmla="*/ 16 w 21"/>
              <a:gd name="T33" fmla="*/ 6 h 32"/>
              <a:gd name="T34" fmla="*/ 11 w 21"/>
              <a:gd name="T35" fmla="*/ 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" h="32">
                <a:moveTo>
                  <a:pt x="11" y="32"/>
                </a:moveTo>
                <a:cubicBezTo>
                  <a:pt x="7" y="32"/>
                  <a:pt x="5" y="31"/>
                  <a:pt x="3" y="28"/>
                </a:cubicBezTo>
                <a:cubicBezTo>
                  <a:pt x="1" y="25"/>
                  <a:pt x="0" y="21"/>
                  <a:pt x="0" y="16"/>
                </a:cubicBezTo>
                <a:cubicBezTo>
                  <a:pt x="0" y="10"/>
                  <a:pt x="1" y="6"/>
                  <a:pt x="3" y="4"/>
                </a:cubicBezTo>
                <a:cubicBezTo>
                  <a:pt x="5" y="1"/>
                  <a:pt x="7" y="0"/>
                  <a:pt x="11" y="0"/>
                </a:cubicBezTo>
                <a:cubicBezTo>
                  <a:pt x="14" y="0"/>
                  <a:pt x="17" y="1"/>
                  <a:pt x="19" y="4"/>
                </a:cubicBezTo>
                <a:cubicBezTo>
                  <a:pt x="20" y="6"/>
                  <a:pt x="21" y="10"/>
                  <a:pt x="21" y="16"/>
                </a:cubicBezTo>
                <a:cubicBezTo>
                  <a:pt x="21" y="21"/>
                  <a:pt x="20" y="25"/>
                  <a:pt x="19" y="28"/>
                </a:cubicBezTo>
                <a:cubicBezTo>
                  <a:pt x="17" y="31"/>
                  <a:pt x="14" y="32"/>
                  <a:pt x="11" y="32"/>
                </a:cubicBezTo>
                <a:close/>
                <a:moveTo>
                  <a:pt x="11" y="3"/>
                </a:moveTo>
                <a:cubicBezTo>
                  <a:pt x="8" y="3"/>
                  <a:pt x="7" y="4"/>
                  <a:pt x="6" y="6"/>
                </a:cubicBezTo>
                <a:cubicBezTo>
                  <a:pt x="5" y="8"/>
                  <a:pt x="4" y="11"/>
                  <a:pt x="4" y="16"/>
                </a:cubicBezTo>
                <a:cubicBezTo>
                  <a:pt x="4" y="21"/>
                  <a:pt x="5" y="24"/>
                  <a:pt x="6" y="26"/>
                </a:cubicBezTo>
                <a:cubicBezTo>
                  <a:pt x="7" y="28"/>
                  <a:pt x="8" y="29"/>
                  <a:pt x="11" y="29"/>
                </a:cubicBezTo>
                <a:cubicBezTo>
                  <a:pt x="13" y="29"/>
                  <a:pt x="15" y="28"/>
                  <a:pt x="16" y="26"/>
                </a:cubicBezTo>
                <a:cubicBezTo>
                  <a:pt x="17" y="24"/>
                  <a:pt x="17" y="21"/>
                  <a:pt x="17" y="16"/>
                </a:cubicBezTo>
                <a:cubicBezTo>
                  <a:pt x="17" y="11"/>
                  <a:pt x="17" y="8"/>
                  <a:pt x="16" y="6"/>
                </a:cubicBezTo>
                <a:cubicBezTo>
                  <a:pt x="15" y="4"/>
                  <a:pt x="13" y="3"/>
                  <a:pt x="11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4" name="Rectangle 340"/>
          <p:cNvSpPr>
            <a:spLocks noChangeArrowheads="1"/>
          </p:cNvSpPr>
          <p:nvPr/>
        </p:nvSpPr>
        <p:spPr bwMode="auto">
          <a:xfrm>
            <a:off x="1895475" y="4722814"/>
            <a:ext cx="508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5" name="Freeform 341"/>
          <p:cNvSpPr>
            <a:spLocks/>
          </p:cNvSpPr>
          <p:nvPr/>
        </p:nvSpPr>
        <p:spPr bwMode="auto">
          <a:xfrm>
            <a:off x="1984375" y="4654551"/>
            <a:ext cx="68263" cy="131763"/>
          </a:xfrm>
          <a:custGeom>
            <a:avLst/>
            <a:gdLst>
              <a:gd name="T0" fmla="*/ 16 w 16"/>
              <a:gd name="T1" fmla="*/ 31 h 31"/>
              <a:gd name="T2" fmla="*/ 0 w 16"/>
              <a:gd name="T3" fmla="*/ 31 h 31"/>
              <a:gd name="T4" fmla="*/ 0 w 16"/>
              <a:gd name="T5" fmla="*/ 28 h 31"/>
              <a:gd name="T6" fmla="*/ 6 w 16"/>
              <a:gd name="T7" fmla="*/ 28 h 31"/>
              <a:gd name="T8" fmla="*/ 6 w 16"/>
              <a:gd name="T9" fmla="*/ 7 h 31"/>
              <a:gd name="T10" fmla="*/ 0 w 16"/>
              <a:gd name="T11" fmla="*/ 7 h 31"/>
              <a:gd name="T12" fmla="*/ 0 w 16"/>
              <a:gd name="T13" fmla="*/ 5 h 31"/>
              <a:gd name="T14" fmla="*/ 5 w 16"/>
              <a:gd name="T15" fmla="*/ 4 h 31"/>
              <a:gd name="T16" fmla="*/ 7 w 16"/>
              <a:gd name="T17" fmla="*/ 0 h 31"/>
              <a:gd name="T18" fmla="*/ 10 w 16"/>
              <a:gd name="T19" fmla="*/ 0 h 31"/>
              <a:gd name="T20" fmla="*/ 10 w 16"/>
              <a:gd name="T21" fmla="*/ 28 h 31"/>
              <a:gd name="T22" fmla="*/ 16 w 16"/>
              <a:gd name="T23" fmla="*/ 28 h 31"/>
              <a:gd name="T24" fmla="*/ 16 w 16"/>
              <a:gd name="T25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" h="31">
                <a:moveTo>
                  <a:pt x="16" y="31"/>
                </a:moveTo>
                <a:cubicBezTo>
                  <a:pt x="0" y="31"/>
                  <a:pt x="0" y="31"/>
                  <a:pt x="0" y="31"/>
                </a:cubicBezTo>
                <a:cubicBezTo>
                  <a:pt x="0" y="28"/>
                  <a:pt x="0" y="28"/>
                  <a:pt x="0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7"/>
                  <a:pt x="6" y="7"/>
                  <a:pt x="6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5"/>
                  <a:pt x="0" y="5"/>
                  <a:pt x="0" y="5"/>
                </a:cubicBezTo>
                <a:cubicBezTo>
                  <a:pt x="2" y="5"/>
                  <a:pt x="4" y="4"/>
                  <a:pt x="5" y="4"/>
                </a:cubicBezTo>
                <a:cubicBezTo>
                  <a:pt x="6" y="3"/>
                  <a:pt x="7" y="2"/>
                  <a:pt x="7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28"/>
                  <a:pt x="10" y="28"/>
                  <a:pt x="10" y="28"/>
                </a:cubicBezTo>
                <a:cubicBezTo>
                  <a:pt x="16" y="28"/>
                  <a:pt x="16" y="28"/>
                  <a:pt x="16" y="28"/>
                </a:cubicBezTo>
                <a:lnTo>
                  <a:pt x="16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6" name="Freeform 342"/>
          <p:cNvSpPr>
            <a:spLocks noEditPoints="1"/>
          </p:cNvSpPr>
          <p:nvPr/>
        </p:nvSpPr>
        <p:spPr bwMode="auto">
          <a:xfrm>
            <a:off x="2481263" y="4768851"/>
            <a:ext cx="271463" cy="271463"/>
          </a:xfrm>
          <a:custGeom>
            <a:avLst/>
            <a:gdLst>
              <a:gd name="T0" fmla="*/ 32 w 64"/>
              <a:gd name="T1" fmla="*/ 64 h 64"/>
              <a:gd name="T2" fmla="*/ 0 w 64"/>
              <a:gd name="T3" fmla="*/ 32 h 64"/>
              <a:gd name="T4" fmla="*/ 32 w 64"/>
              <a:gd name="T5" fmla="*/ 0 h 64"/>
              <a:gd name="T6" fmla="*/ 64 w 64"/>
              <a:gd name="T7" fmla="*/ 32 h 64"/>
              <a:gd name="T8" fmla="*/ 32 w 64"/>
              <a:gd name="T9" fmla="*/ 64 h 64"/>
              <a:gd name="T10" fmla="*/ 32 w 64"/>
              <a:gd name="T11" fmla="*/ 6 h 64"/>
              <a:gd name="T12" fmla="*/ 5 w 64"/>
              <a:gd name="T13" fmla="*/ 32 h 64"/>
              <a:gd name="T14" fmla="*/ 32 w 64"/>
              <a:gd name="T15" fmla="*/ 58 h 64"/>
              <a:gd name="T16" fmla="*/ 58 w 64"/>
              <a:gd name="T17" fmla="*/ 32 h 64"/>
              <a:gd name="T18" fmla="*/ 32 w 64"/>
              <a:gd name="T19" fmla="*/ 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5"/>
                  <a:pt x="14" y="0"/>
                  <a:pt x="32" y="0"/>
                </a:cubicBezTo>
                <a:cubicBezTo>
                  <a:pt x="49" y="0"/>
                  <a:pt x="64" y="15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6"/>
                </a:moveTo>
                <a:cubicBezTo>
                  <a:pt x="17" y="6"/>
                  <a:pt x="5" y="18"/>
                  <a:pt x="5" y="32"/>
                </a:cubicBezTo>
                <a:cubicBezTo>
                  <a:pt x="5" y="47"/>
                  <a:pt x="17" y="58"/>
                  <a:pt x="32" y="58"/>
                </a:cubicBezTo>
                <a:cubicBezTo>
                  <a:pt x="46" y="58"/>
                  <a:pt x="58" y="47"/>
                  <a:pt x="58" y="32"/>
                </a:cubicBezTo>
                <a:cubicBezTo>
                  <a:pt x="58" y="18"/>
                  <a:pt x="46" y="6"/>
                  <a:pt x="32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7" name="Oval 343"/>
          <p:cNvSpPr>
            <a:spLocks noChangeArrowheads="1"/>
          </p:cNvSpPr>
          <p:nvPr/>
        </p:nvSpPr>
        <p:spPr bwMode="auto">
          <a:xfrm>
            <a:off x="2514600" y="4806951"/>
            <a:ext cx="200025" cy="2000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8" name="Freeform 344"/>
          <p:cNvSpPr>
            <a:spLocks noEditPoints="1"/>
          </p:cNvSpPr>
          <p:nvPr/>
        </p:nvSpPr>
        <p:spPr bwMode="auto">
          <a:xfrm>
            <a:off x="2562225" y="4713289"/>
            <a:ext cx="109538" cy="68263"/>
          </a:xfrm>
          <a:custGeom>
            <a:avLst/>
            <a:gdLst>
              <a:gd name="T0" fmla="*/ 69 w 69"/>
              <a:gd name="T1" fmla="*/ 43 h 43"/>
              <a:gd name="T2" fmla="*/ 0 w 69"/>
              <a:gd name="T3" fmla="*/ 43 h 43"/>
              <a:gd name="T4" fmla="*/ 0 w 69"/>
              <a:gd name="T5" fmla="*/ 0 h 43"/>
              <a:gd name="T6" fmla="*/ 69 w 69"/>
              <a:gd name="T7" fmla="*/ 0 h 43"/>
              <a:gd name="T8" fmla="*/ 69 w 69"/>
              <a:gd name="T9" fmla="*/ 43 h 43"/>
              <a:gd name="T10" fmla="*/ 8 w 69"/>
              <a:gd name="T11" fmla="*/ 32 h 43"/>
              <a:gd name="T12" fmla="*/ 59 w 69"/>
              <a:gd name="T13" fmla="*/ 32 h 43"/>
              <a:gd name="T14" fmla="*/ 59 w 69"/>
              <a:gd name="T15" fmla="*/ 8 h 43"/>
              <a:gd name="T16" fmla="*/ 8 w 69"/>
              <a:gd name="T17" fmla="*/ 8 h 43"/>
              <a:gd name="T18" fmla="*/ 8 w 69"/>
              <a:gd name="T19" fmla="*/ 3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9" h="43">
                <a:moveTo>
                  <a:pt x="69" y="43"/>
                </a:moveTo>
                <a:lnTo>
                  <a:pt x="0" y="43"/>
                </a:lnTo>
                <a:lnTo>
                  <a:pt x="0" y="0"/>
                </a:lnTo>
                <a:lnTo>
                  <a:pt x="69" y="0"/>
                </a:lnTo>
                <a:lnTo>
                  <a:pt x="69" y="43"/>
                </a:lnTo>
                <a:close/>
                <a:moveTo>
                  <a:pt x="8" y="32"/>
                </a:moveTo>
                <a:lnTo>
                  <a:pt x="59" y="32"/>
                </a:lnTo>
                <a:lnTo>
                  <a:pt x="59" y="8"/>
                </a:lnTo>
                <a:lnTo>
                  <a:pt x="8" y="8"/>
                </a:lnTo>
                <a:lnTo>
                  <a:pt x="8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9" name="Freeform 345"/>
          <p:cNvSpPr>
            <a:spLocks noEditPoints="1"/>
          </p:cNvSpPr>
          <p:nvPr/>
        </p:nvSpPr>
        <p:spPr bwMode="auto">
          <a:xfrm>
            <a:off x="2455863" y="4552951"/>
            <a:ext cx="317500" cy="190500"/>
          </a:xfrm>
          <a:custGeom>
            <a:avLst/>
            <a:gdLst>
              <a:gd name="T0" fmla="*/ 168 w 200"/>
              <a:gd name="T1" fmla="*/ 0 h 120"/>
              <a:gd name="T2" fmla="*/ 101 w 200"/>
              <a:gd name="T3" fmla="*/ 69 h 120"/>
              <a:gd name="T4" fmla="*/ 32 w 200"/>
              <a:gd name="T5" fmla="*/ 0 h 120"/>
              <a:gd name="T6" fmla="*/ 0 w 200"/>
              <a:gd name="T7" fmla="*/ 32 h 120"/>
              <a:gd name="T8" fmla="*/ 85 w 200"/>
              <a:gd name="T9" fmla="*/ 120 h 120"/>
              <a:gd name="T10" fmla="*/ 115 w 200"/>
              <a:gd name="T11" fmla="*/ 120 h 120"/>
              <a:gd name="T12" fmla="*/ 200 w 200"/>
              <a:gd name="T13" fmla="*/ 32 h 120"/>
              <a:gd name="T14" fmla="*/ 168 w 200"/>
              <a:gd name="T15" fmla="*/ 0 h 120"/>
              <a:gd name="T16" fmla="*/ 168 w 200"/>
              <a:gd name="T17" fmla="*/ 10 h 120"/>
              <a:gd name="T18" fmla="*/ 192 w 200"/>
              <a:gd name="T19" fmla="*/ 32 h 120"/>
              <a:gd name="T20" fmla="*/ 128 w 200"/>
              <a:gd name="T21" fmla="*/ 96 h 120"/>
              <a:gd name="T22" fmla="*/ 104 w 200"/>
              <a:gd name="T23" fmla="*/ 72 h 120"/>
              <a:gd name="T24" fmla="*/ 168 w 200"/>
              <a:gd name="T25" fmla="*/ 1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0" h="120">
                <a:moveTo>
                  <a:pt x="168" y="0"/>
                </a:moveTo>
                <a:lnTo>
                  <a:pt x="101" y="69"/>
                </a:lnTo>
                <a:lnTo>
                  <a:pt x="32" y="0"/>
                </a:lnTo>
                <a:lnTo>
                  <a:pt x="0" y="32"/>
                </a:lnTo>
                <a:lnTo>
                  <a:pt x="85" y="120"/>
                </a:lnTo>
                <a:lnTo>
                  <a:pt x="115" y="120"/>
                </a:lnTo>
                <a:lnTo>
                  <a:pt x="200" y="32"/>
                </a:lnTo>
                <a:lnTo>
                  <a:pt x="168" y="0"/>
                </a:lnTo>
                <a:close/>
                <a:moveTo>
                  <a:pt x="168" y="10"/>
                </a:moveTo>
                <a:lnTo>
                  <a:pt x="192" y="32"/>
                </a:lnTo>
                <a:lnTo>
                  <a:pt x="128" y="96"/>
                </a:lnTo>
                <a:lnTo>
                  <a:pt x="104" y="72"/>
                </a:lnTo>
                <a:lnTo>
                  <a:pt x="168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0" name="Freeform 346"/>
          <p:cNvSpPr>
            <a:spLocks/>
          </p:cNvSpPr>
          <p:nvPr/>
        </p:nvSpPr>
        <p:spPr bwMode="auto">
          <a:xfrm>
            <a:off x="3087688" y="4598989"/>
            <a:ext cx="309563" cy="344488"/>
          </a:xfrm>
          <a:custGeom>
            <a:avLst/>
            <a:gdLst>
              <a:gd name="T0" fmla="*/ 104 w 195"/>
              <a:gd name="T1" fmla="*/ 0 h 217"/>
              <a:gd name="T2" fmla="*/ 0 w 195"/>
              <a:gd name="T3" fmla="*/ 56 h 217"/>
              <a:gd name="T4" fmla="*/ 91 w 195"/>
              <a:gd name="T5" fmla="*/ 217 h 217"/>
              <a:gd name="T6" fmla="*/ 195 w 195"/>
              <a:gd name="T7" fmla="*/ 161 h 217"/>
              <a:gd name="T8" fmla="*/ 104 w 195"/>
              <a:gd name="T9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5" h="217">
                <a:moveTo>
                  <a:pt x="104" y="0"/>
                </a:moveTo>
                <a:lnTo>
                  <a:pt x="0" y="56"/>
                </a:lnTo>
                <a:lnTo>
                  <a:pt x="91" y="217"/>
                </a:lnTo>
                <a:lnTo>
                  <a:pt x="195" y="161"/>
                </a:lnTo>
                <a:lnTo>
                  <a:pt x="1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1" name="Freeform 347"/>
          <p:cNvSpPr>
            <a:spLocks/>
          </p:cNvSpPr>
          <p:nvPr/>
        </p:nvSpPr>
        <p:spPr bwMode="auto">
          <a:xfrm>
            <a:off x="3087688" y="4598989"/>
            <a:ext cx="309563" cy="344488"/>
          </a:xfrm>
          <a:custGeom>
            <a:avLst/>
            <a:gdLst>
              <a:gd name="T0" fmla="*/ 104 w 195"/>
              <a:gd name="T1" fmla="*/ 0 h 217"/>
              <a:gd name="T2" fmla="*/ 0 w 195"/>
              <a:gd name="T3" fmla="*/ 56 h 217"/>
              <a:gd name="T4" fmla="*/ 91 w 195"/>
              <a:gd name="T5" fmla="*/ 217 h 217"/>
              <a:gd name="T6" fmla="*/ 195 w 195"/>
              <a:gd name="T7" fmla="*/ 161 h 217"/>
              <a:gd name="T8" fmla="*/ 104 w 195"/>
              <a:gd name="T9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5" h="217">
                <a:moveTo>
                  <a:pt x="104" y="0"/>
                </a:moveTo>
                <a:lnTo>
                  <a:pt x="0" y="56"/>
                </a:lnTo>
                <a:lnTo>
                  <a:pt x="91" y="217"/>
                </a:lnTo>
                <a:lnTo>
                  <a:pt x="195" y="161"/>
                </a:lnTo>
                <a:lnTo>
                  <a:pt x="10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2" name="Rectangle 348"/>
          <p:cNvSpPr>
            <a:spLocks noChangeArrowheads="1"/>
          </p:cNvSpPr>
          <p:nvPr/>
        </p:nvSpPr>
        <p:spPr bwMode="auto">
          <a:xfrm>
            <a:off x="3236913" y="4662489"/>
            <a:ext cx="173038" cy="276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3" name="Oval 349"/>
          <p:cNvSpPr>
            <a:spLocks noChangeArrowheads="1"/>
          </p:cNvSpPr>
          <p:nvPr/>
        </p:nvSpPr>
        <p:spPr bwMode="auto">
          <a:xfrm>
            <a:off x="3894138" y="4786314"/>
            <a:ext cx="92075" cy="968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4" name="Freeform 350"/>
          <p:cNvSpPr>
            <a:spLocks noEditPoints="1"/>
          </p:cNvSpPr>
          <p:nvPr/>
        </p:nvSpPr>
        <p:spPr bwMode="auto">
          <a:xfrm>
            <a:off x="3775075" y="4697414"/>
            <a:ext cx="487363" cy="274638"/>
          </a:xfrm>
          <a:custGeom>
            <a:avLst/>
            <a:gdLst>
              <a:gd name="T0" fmla="*/ 115 w 115"/>
              <a:gd name="T1" fmla="*/ 0 h 65"/>
              <a:gd name="T2" fmla="*/ 61 w 115"/>
              <a:gd name="T3" fmla="*/ 0 h 65"/>
              <a:gd name="T4" fmla="*/ 61 w 115"/>
              <a:gd name="T5" fmla="*/ 1 h 65"/>
              <a:gd name="T6" fmla="*/ 44 w 115"/>
              <a:gd name="T7" fmla="*/ 1 h 65"/>
              <a:gd name="T8" fmla="*/ 44 w 115"/>
              <a:gd name="T9" fmla="*/ 0 h 65"/>
              <a:gd name="T10" fmla="*/ 39 w 115"/>
              <a:gd name="T11" fmla="*/ 0 h 65"/>
              <a:gd name="T12" fmla="*/ 7 w 115"/>
              <a:gd name="T13" fmla="*/ 24 h 65"/>
              <a:gd name="T14" fmla="*/ 0 w 115"/>
              <a:gd name="T15" fmla="*/ 33 h 65"/>
              <a:gd name="T16" fmla="*/ 7 w 115"/>
              <a:gd name="T17" fmla="*/ 41 h 65"/>
              <a:gd name="T18" fmla="*/ 39 w 115"/>
              <a:gd name="T19" fmla="*/ 65 h 65"/>
              <a:gd name="T20" fmla="*/ 71 w 115"/>
              <a:gd name="T21" fmla="*/ 33 h 65"/>
              <a:gd name="T22" fmla="*/ 70 w 115"/>
              <a:gd name="T23" fmla="*/ 23 h 65"/>
              <a:gd name="T24" fmla="*/ 115 w 115"/>
              <a:gd name="T25" fmla="*/ 9 h 65"/>
              <a:gd name="T26" fmla="*/ 115 w 115"/>
              <a:gd name="T27" fmla="*/ 0 h 65"/>
              <a:gd name="T28" fmla="*/ 4 w 115"/>
              <a:gd name="T29" fmla="*/ 33 h 65"/>
              <a:gd name="T30" fmla="*/ 6 w 115"/>
              <a:gd name="T31" fmla="*/ 28 h 65"/>
              <a:gd name="T32" fmla="*/ 6 w 115"/>
              <a:gd name="T33" fmla="*/ 33 h 65"/>
              <a:gd name="T34" fmla="*/ 6 w 115"/>
              <a:gd name="T35" fmla="*/ 37 h 65"/>
              <a:gd name="T36" fmla="*/ 4 w 115"/>
              <a:gd name="T37" fmla="*/ 33 h 65"/>
              <a:gd name="T38" fmla="*/ 39 w 115"/>
              <a:gd name="T39" fmla="*/ 47 h 65"/>
              <a:gd name="T40" fmla="*/ 24 w 115"/>
              <a:gd name="T41" fmla="*/ 33 h 65"/>
              <a:gd name="T42" fmla="*/ 39 w 115"/>
              <a:gd name="T43" fmla="*/ 18 h 65"/>
              <a:gd name="T44" fmla="*/ 54 w 115"/>
              <a:gd name="T45" fmla="*/ 33 h 65"/>
              <a:gd name="T46" fmla="*/ 39 w 115"/>
              <a:gd name="T47" fmla="*/ 47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15" h="65">
                <a:moveTo>
                  <a:pt x="115" y="0"/>
                </a:moveTo>
                <a:cubicBezTo>
                  <a:pt x="61" y="0"/>
                  <a:pt x="61" y="0"/>
                  <a:pt x="61" y="0"/>
                </a:cubicBezTo>
                <a:cubicBezTo>
                  <a:pt x="61" y="1"/>
                  <a:pt x="61" y="1"/>
                  <a:pt x="61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0"/>
                  <a:pt x="44" y="0"/>
                  <a:pt x="44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23" y="0"/>
                  <a:pt x="11" y="10"/>
                  <a:pt x="7" y="24"/>
                </a:cubicBezTo>
                <a:cubicBezTo>
                  <a:pt x="3" y="25"/>
                  <a:pt x="0" y="29"/>
                  <a:pt x="0" y="33"/>
                </a:cubicBezTo>
                <a:cubicBezTo>
                  <a:pt x="0" y="37"/>
                  <a:pt x="3" y="40"/>
                  <a:pt x="7" y="41"/>
                </a:cubicBezTo>
                <a:cubicBezTo>
                  <a:pt x="11" y="55"/>
                  <a:pt x="23" y="65"/>
                  <a:pt x="39" y="65"/>
                </a:cubicBezTo>
                <a:cubicBezTo>
                  <a:pt x="57" y="65"/>
                  <a:pt x="71" y="51"/>
                  <a:pt x="71" y="33"/>
                </a:cubicBezTo>
                <a:cubicBezTo>
                  <a:pt x="71" y="29"/>
                  <a:pt x="71" y="26"/>
                  <a:pt x="70" y="23"/>
                </a:cubicBezTo>
                <a:cubicBezTo>
                  <a:pt x="115" y="9"/>
                  <a:pt x="115" y="9"/>
                  <a:pt x="115" y="9"/>
                </a:cubicBezTo>
                <a:lnTo>
                  <a:pt x="115" y="0"/>
                </a:lnTo>
                <a:close/>
                <a:moveTo>
                  <a:pt x="4" y="33"/>
                </a:moveTo>
                <a:cubicBezTo>
                  <a:pt x="4" y="31"/>
                  <a:pt x="5" y="29"/>
                  <a:pt x="6" y="28"/>
                </a:cubicBezTo>
                <a:cubicBezTo>
                  <a:pt x="6" y="30"/>
                  <a:pt x="6" y="31"/>
                  <a:pt x="6" y="33"/>
                </a:cubicBezTo>
                <a:cubicBezTo>
                  <a:pt x="6" y="34"/>
                  <a:pt x="6" y="36"/>
                  <a:pt x="6" y="37"/>
                </a:cubicBezTo>
                <a:cubicBezTo>
                  <a:pt x="5" y="36"/>
                  <a:pt x="4" y="34"/>
                  <a:pt x="4" y="33"/>
                </a:cubicBezTo>
                <a:close/>
                <a:moveTo>
                  <a:pt x="39" y="47"/>
                </a:moveTo>
                <a:cubicBezTo>
                  <a:pt x="31" y="47"/>
                  <a:pt x="24" y="41"/>
                  <a:pt x="24" y="33"/>
                </a:cubicBezTo>
                <a:cubicBezTo>
                  <a:pt x="24" y="24"/>
                  <a:pt x="31" y="18"/>
                  <a:pt x="39" y="18"/>
                </a:cubicBezTo>
                <a:cubicBezTo>
                  <a:pt x="47" y="18"/>
                  <a:pt x="54" y="24"/>
                  <a:pt x="54" y="33"/>
                </a:cubicBezTo>
                <a:cubicBezTo>
                  <a:pt x="54" y="41"/>
                  <a:pt x="47" y="47"/>
                  <a:pt x="39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6" name="Freeform 392"/>
          <p:cNvSpPr>
            <a:spLocks noEditPoints="1"/>
          </p:cNvSpPr>
          <p:nvPr/>
        </p:nvSpPr>
        <p:spPr bwMode="auto">
          <a:xfrm>
            <a:off x="131763" y="5405439"/>
            <a:ext cx="560388" cy="565150"/>
          </a:xfrm>
          <a:custGeom>
            <a:avLst/>
            <a:gdLst>
              <a:gd name="T0" fmla="*/ 129 w 132"/>
              <a:gd name="T1" fmla="*/ 3 h 133"/>
              <a:gd name="T2" fmla="*/ 117 w 132"/>
              <a:gd name="T3" fmla="*/ 3 h 133"/>
              <a:gd name="T4" fmla="*/ 115 w 132"/>
              <a:gd name="T5" fmla="*/ 1 h 133"/>
              <a:gd name="T6" fmla="*/ 113 w 132"/>
              <a:gd name="T7" fmla="*/ 3 h 133"/>
              <a:gd name="T8" fmla="*/ 115 w 132"/>
              <a:gd name="T9" fmla="*/ 5 h 133"/>
              <a:gd name="T10" fmla="*/ 112 w 132"/>
              <a:gd name="T11" fmla="*/ 8 h 133"/>
              <a:gd name="T12" fmla="*/ 110 w 132"/>
              <a:gd name="T13" fmla="*/ 6 h 133"/>
              <a:gd name="T14" fmla="*/ 108 w 132"/>
              <a:gd name="T15" fmla="*/ 7 h 133"/>
              <a:gd name="T16" fmla="*/ 111 w 132"/>
              <a:gd name="T17" fmla="*/ 10 h 133"/>
              <a:gd name="T18" fmla="*/ 107 w 132"/>
              <a:gd name="T19" fmla="*/ 13 h 133"/>
              <a:gd name="T20" fmla="*/ 105 w 132"/>
              <a:gd name="T21" fmla="*/ 11 h 133"/>
              <a:gd name="T22" fmla="*/ 104 w 132"/>
              <a:gd name="T23" fmla="*/ 12 h 133"/>
              <a:gd name="T24" fmla="*/ 106 w 132"/>
              <a:gd name="T25" fmla="*/ 14 h 133"/>
              <a:gd name="T26" fmla="*/ 105 w 132"/>
              <a:gd name="T27" fmla="*/ 15 h 133"/>
              <a:gd name="T28" fmla="*/ 102 w 132"/>
              <a:gd name="T29" fmla="*/ 22 h 133"/>
              <a:gd name="T30" fmla="*/ 70 w 132"/>
              <a:gd name="T31" fmla="*/ 55 h 133"/>
              <a:gd name="T32" fmla="*/ 49 w 132"/>
              <a:gd name="T33" fmla="*/ 56 h 133"/>
              <a:gd name="T34" fmla="*/ 39 w 132"/>
              <a:gd name="T35" fmla="*/ 67 h 133"/>
              <a:gd name="T36" fmla="*/ 34 w 132"/>
              <a:gd name="T37" fmla="*/ 80 h 133"/>
              <a:gd name="T38" fmla="*/ 28 w 132"/>
              <a:gd name="T39" fmla="*/ 78 h 133"/>
              <a:gd name="T40" fmla="*/ 9 w 132"/>
              <a:gd name="T41" fmla="*/ 91 h 133"/>
              <a:gd name="T42" fmla="*/ 10 w 132"/>
              <a:gd name="T43" fmla="*/ 121 h 133"/>
              <a:gd name="T44" fmla="*/ 10 w 132"/>
              <a:gd name="T45" fmla="*/ 122 h 133"/>
              <a:gd name="T46" fmla="*/ 39 w 132"/>
              <a:gd name="T47" fmla="*/ 125 h 133"/>
              <a:gd name="T48" fmla="*/ 54 w 132"/>
              <a:gd name="T49" fmla="*/ 102 h 133"/>
              <a:gd name="T50" fmla="*/ 53 w 132"/>
              <a:gd name="T51" fmla="*/ 98 h 133"/>
              <a:gd name="T52" fmla="*/ 65 w 132"/>
              <a:gd name="T53" fmla="*/ 93 h 133"/>
              <a:gd name="T54" fmla="*/ 75 w 132"/>
              <a:gd name="T55" fmla="*/ 82 h 133"/>
              <a:gd name="T56" fmla="*/ 77 w 132"/>
              <a:gd name="T57" fmla="*/ 62 h 133"/>
              <a:gd name="T58" fmla="*/ 110 w 132"/>
              <a:gd name="T59" fmla="*/ 29 h 133"/>
              <a:gd name="T60" fmla="*/ 116 w 132"/>
              <a:gd name="T61" fmla="*/ 27 h 133"/>
              <a:gd name="T62" fmla="*/ 129 w 132"/>
              <a:gd name="T63" fmla="*/ 14 h 133"/>
              <a:gd name="T64" fmla="*/ 129 w 132"/>
              <a:gd name="T65" fmla="*/ 3 h 133"/>
              <a:gd name="T66" fmla="*/ 65 w 132"/>
              <a:gd name="T67" fmla="*/ 73 h 133"/>
              <a:gd name="T68" fmla="*/ 62 w 132"/>
              <a:gd name="T69" fmla="*/ 80 h 133"/>
              <a:gd name="T70" fmla="*/ 56 w 132"/>
              <a:gd name="T71" fmla="*/ 82 h 133"/>
              <a:gd name="T72" fmla="*/ 27 w 132"/>
              <a:gd name="T73" fmla="*/ 111 h 133"/>
              <a:gd name="T74" fmla="*/ 29 w 132"/>
              <a:gd name="T75" fmla="*/ 112 h 133"/>
              <a:gd name="T76" fmla="*/ 27 w 132"/>
              <a:gd name="T77" fmla="*/ 114 h 133"/>
              <a:gd name="T78" fmla="*/ 18 w 132"/>
              <a:gd name="T79" fmla="*/ 105 h 133"/>
              <a:gd name="T80" fmla="*/ 20 w 132"/>
              <a:gd name="T81" fmla="*/ 103 h 133"/>
              <a:gd name="T82" fmla="*/ 21 w 132"/>
              <a:gd name="T83" fmla="*/ 104 h 133"/>
              <a:gd name="T84" fmla="*/ 50 w 132"/>
              <a:gd name="T85" fmla="*/ 76 h 133"/>
              <a:gd name="T86" fmla="*/ 52 w 132"/>
              <a:gd name="T87" fmla="*/ 69 h 133"/>
              <a:gd name="T88" fmla="*/ 59 w 132"/>
              <a:gd name="T89" fmla="*/ 67 h 133"/>
              <a:gd name="T90" fmla="*/ 120 w 132"/>
              <a:gd name="T91" fmla="*/ 6 h 133"/>
              <a:gd name="T92" fmla="*/ 120 w 132"/>
              <a:gd name="T93" fmla="*/ 6 h 133"/>
              <a:gd name="T94" fmla="*/ 60 w 132"/>
              <a:gd name="T95" fmla="*/ 67 h 133"/>
              <a:gd name="T96" fmla="*/ 62 w 132"/>
              <a:gd name="T97" fmla="*/ 69 h 133"/>
              <a:gd name="T98" fmla="*/ 123 w 132"/>
              <a:gd name="T99" fmla="*/ 8 h 133"/>
              <a:gd name="T100" fmla="*/ 123 w 132"/>
              <a:gd name="T101" fmla="*/ 9 h 133"/>
              <a:gd name="T102" fmla="*/ 63 w 132"/>
              <a:gd name="T103" fmla="*/ 69 h 133"/>
              <a:gd name="T104" fmla="*/ 64 w 132"/>
              <a:gd name="T105" fmla="*/ 72 h 133"/>
              <a:gd name="T106" fmla="*/ 125 w 132"/>
              <a:gd name="T107" fmla="*/ 11 h 133"/>
              <a:gd name="T108" fmla="*/ 126 w 132"/>
              <a:gd name="T109" fmla="*/ 12 h 133"/>
              <a:gd name="T110" fmla="*/ 65 w 132"/>
              <a:gd name="T111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2" h="133">
                <a:moveTo>
                  <a:pt x="129" y="3"/>
                </a:moveTo>
                <a:cubicBezTo>
                  <a:pt x="125" y="0"/>
                  <a:pt x="120" y="0"/>
                  <a:pt x="117" y="3"/>
                </a:cubicBezTo>
                <a:cubicBezTo>
                  <a:pt x="115" y="1"/>
                  <a:pt x="115" y="1"/>
                  <a:pt x="115" y="1"/>
                </a:cubicBezTo>
                <a:cubicBezTo>
                  <a:pt x="113" y="3"/>
                  <a:pt x="113" y="3"/>
                  <a:pt x="113" y="3"/>
                </a:cubicBezTo>
                <a:cubicBezTo>
                  <a:pt x="115" y="5"/>
                  <a:pt x="115" y="5"/>
                  <a:pt x="115" y="5"/>
                </a:cubicBezTo>
                <a:cubicBezTo>
                  <a:pt x="112" y="8"/>
                  <a:pt x="112" y="8"/>
                  <a:pt x="112" y="8"/>
                </a:cubicBezTo>
                <a:cubicBezTo>
                  <a:pt x="110" y="6"/>
                  <a:pt x="110" y="6"/>
                  <a:pt x="110" y="6"/>
                </a:cubicBezTo>
                <a:cubicBezTo>
                  <a:pt x="108" y="7"/>
                  <a:pt x="108" y="7"/>
                  <a:pt x="108" y="7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3" y="17"/>
                  <a:pt x="102" y="19"/>
                  <a:pt x="102" y="22"/>
                </a:cubicBezTo>
                <a:cubicBezTo>
                  <a:pt x="70" y="55"/>
                  <a:pt x="70" y="55"/>
                  <a:pt x="70" y="55"/>
                </a:cubicBezTo>
                <a:cubicBezTo>
                  <a:pt x="63" y="50"/>
                  <a:pt x="55" y="50"/>
                  <a:pt x="49" y="56"/>
                </a:cubicBezTo>
                <a:cubicBezTo>
                  <a:pt x="39" y="67"/>
                  <a:pt x="39" y="67"/>
                  <a:pt x="39" y="67"/>
                </a:cubicBezTo>
                <a:cubicBezTo>
                  <a:pt x="35" y="70"/>
                  <a:pt x="33" y="75"/>
                  <a:pt x="34" y="80"/>
                </a:cubicBezTo>
                <a:cubicBezTo>
                  <a:pt x="32" y="78"/>
                  <a:pt x="30" y="78"/>
                  <a:pt x="28" y="78"/>
                </a:cubicBezTo>
                <a:cubicBezTo>
                  <a:pt x="23" y="77"/>
                  <a:pt x="13" y="87"/>
                  <a:pt x="9" y="91"/>
                </a:cubicBezTo>
                <a:cubicBezTo>
                  <a:pt x="0" y="100"/>
                  <a:pt x="1" y="112"/>
                  <a:pt x="10" y="121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9" y="130"/>
                  <a:pt x="30" y="133"/>
                  <a:pt x="39" y="125"/>
                </a:cubicBezTo>
                <a:cubicBezTo>
                  <a:pt x="44" y="119"/>
                  <a:pt x="56" y="109"/>
                  <a:pt x="54" y="102"/>
                </a:cubicBezTo>
                <a:cubicBezTo>
                  <a:pt x="54" y="101"/>
                  <a:pt x="54" y="99"/>
                  <a:pt x="53" y="98"/>
                </a:cubicBezTo>
                <a:cubicBezTo>
                  <a:pt x="57" y="98"/>
                  <a:pt x="62" y="96"/>
                  <a:pt x="65" y="93"/>
                </a:cubicBezTo>
                <a:cubicBezTo>
                  <a:pt x="75" y="82"/>
                  <a:pt x="75" y="82"/>
                  <a:pt x="75" y="82"/>
                </a:cubicBezTo>
                <a:cubicBezTo>
                  <a:pt x="81" y="77"/>
                  <a:pt x="81" y="69"/>
                  <a:pt x="77" y="62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2" y="29"/>
                  <a:pt x="114" y="29"/>
                  <a:pt x="116" y="27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32" y="11"/>
                  <a:pt x="132" y="6"/>
                  <a:pt x="129" y="3"/>
                </a:cubicBezTo>
                <a:close/>
                <a:moveTo>
                  <a:pt x="65" y="73"/>
                </a:moveTo>
                <a:cubicBezTo>
                  <a:pt x="65" y="76"/>
                  <a:pt x="64" y="78"/>
                  <a:pt x="62" y="80"/>
                </a:cubicBezTo>
                <a:cubicBezTo>
                  <a:pt x="61" y="82"/>
                  <a:pt x="58" y="82"/>
                  <a:pt x="56" y="82"/>
                </a:cubicBezTo>
                <a:cubicBezTo>
                  <a:pt x="27" y="111"/>
                  <a:pt x="27" y="111"/>
                  <a:pt x="27" y="111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50" y="76"/>
                  <a:pt x="50" y="76"/>
                  <a:pt x="50" y="76"/>
                </a:cubicBezTo>
                <a:cubicBezTo>
                  <a:pt x="49" y="74"/>
                  <a:pt x="50" y="71"/>
                  <a:pt x="52" y="69"/>
                </a:cubicBezTo>
                <a:cubicBezTo>
                  <a:pt x="54" y="67"/>
                  <a:pt x="56" y="66"/>
                  <a:pt x="59" y="67"/>
                </a:cubicBezTo>
                <a:cubicBezTo>
                  <a:pt x="120" y="6"/>
                  <a:pt x="120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8"/>
                  <a:pt x="61" y="68"/>
                  <a:pt x="62" y="69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9"/>
                  <a:pt x="123" y="9"/>
                  <a:pt x="123" y="9"/>
                </a:cubicBezTo>
                <a:cubicBezTo>
                  <a:pt x="63" y="69"/>
                  <a:pt x="63" y="69"/>
                  <a:pt x="63" y="69"/>
                </a:cubicBezTo>
                <a:cubicBezTo>
                  <a:pt x="64" y="70"/>
                  <a:pt x="64" y="71"/>
                  <a:pt x="64" y="72"/>
                </a:cubicBezTo>
                <a:cubicBezTo>
                  <a:pt x="125" y="11"/>
                  <a:pt x="125" y="11"/>
                  <a:pt x="125" y="11"/>
                </a:cubicBezTo>
                <a:cubicBezTo>
                  <a:pt x="126" y="12"/>
                  <a:pt x="126" y="12"/>
                  <a:pt x="126" y="12"/>
                </a:cubicBezTo>
                <a:lnTo>
                  <a:pt x="65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7" name="Freeform 393"/>
          <p:cNvSpPr>
            <a:spLocks/>
          </p:cNvSpPr>
          <p:nvPr/>
        </p:nvSpPr>
        <p:spPr bwMode="auto">
          <a:xfrm>
            <a:off x="225425" y="5732464"/>
            <a:ext cx="139700" cy="141288"/>
          </a:xfrm>
          <a:custGeom>
            <a:avLst/>
            <a:gdLst>
              <a:gd name="T0" fmla="*/ 3 w 33"/>
              <a:gd name="T1" fmla="*/ 31 h 33"/>
              <a:gd name="T2" fmla="*/ 2 w 33"/>
              <a:gd name="T3" fmla="*/ 30 h 33"/>
              <a:gd name="T4" fmla="*/ 29 w 33"/>
              <a:gd name="T5" fmla="*/ 3 h 33"/>
              <a:gd name="T6" fmla="*/ 28 w 33"/>
              <a:gd name="T7" fmla="*/ 0 h 33"/>
              <a:gd name="T8" fmla="*/ 0 w 33"/>
              <a:gd name="T9" fmla="*/ 28 h 33"/>
              <a:gd name="T10" fmla="*/ 5 w 33"/>
              <a:gd name="T11" fmla="*/ 33 h 33"/>
              <a:gd name="T12" fmla="*/ 33 w 33"/>
              <a:gd name="T13" fmla="*/ 5 h 33"/>
              <a:gd name="T14" fmla="*/ 30 w 33"/>
              <a:gd name="T15" fmla="*/ 3 h 33"/>
              <a:gd name="T16" fmla="*/ 3 w 33"/>
              <a:gd name="T17" fmla="*/ 3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" h="33">
                <a:moveTo>
                  <a:pt x="3" y="31"/>
                </a:moveTo>
                <a:cubicBezTo>
                  <a:pt x="2" y="30"/>
                  <a:pt x="2" y="30"/>
                  <a:pt x="2" y="30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2"/>
                  <a:pt x="28" y="1"/>
                  <a:pt x="28" y="0"/>
                </a:cubicBezTo>
                <a:cubicBezTo>
                  <a:pt x="0" y="28"/>
                  <a:pt x="0" y="28"/>
                  <a:pt x="0" y="28"/>
                </a:cubicBezTo>
                <a:cubicBezTo>
                  <a:pt x="5" y="33"/>
                  <a:pt x="5" y="33"/>
                  <a:pt x="5" y="33"/>
                </a:cubicBezTo>
                <a:cubicBezTo>
                  <a:pt x="33" y="5"/>
                  <a:pt x="33" y="5"/>
                  <a:pt x="33" y="5"/>
                </a:cubicBezTo>
                <a:cubicBezTo>
                  <a:pt x="32" y="5"/>
                  <a:pt x="31" y="4"/>
                  <a:pt x="30" y="3"/>
                </a:cubicBezTo>
                <a:lnTo>
                  <a:pt x="3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8" name="Freeform 394"/>
          <p:cNvSpPr>
            <a:spLocks/>
          </p:cNvSpPr>
          <p:nvPr/>
        </p:nvSpPr>
        <p:spPr bwMode="auto">
          <a:xfrm>
            <a:off x="344488" y="5691189"/>
            <a:ext cx="41275" cy="41275"/>
          </a:xfrm>
          <a:custGeom>
            <a:avLst/>
            <a:gdLst>
              <a:gd name="T0" fmla="*/ 26 w 26"/>
              <a:gd name="T1" fmla="*/ 0 h 26"/>
              <a:gd name="T2" fmla="*/ 24 w 26"/>
              <a:gd name="T3" fmla="*/ 0 h 26"/>
              <a:gd name="T4" fmla="*/ 0 w 26"/>
              <a:gd name="T5" fmla="*/ 24 h 26"/>
              <a:gd name="T6" fmla="*/ 0 w 26"/>
              <a:gd name="T7" fmla="*/ 26 h 26"/>
              <a:gd name="T8" fmla="*/ 26 w 26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26">
                <a:moveTo>
                  <a:pt x="26" y="0"/>
                </a:moveTo>
                <a:lnTo>
                  <a:pt x="24" y="0"/>
                </a:lnTo>
                <a:lnTo>
                  <a:pt x="0" y="24"/>
                </a:lnTo>
                <a:lnTo>
                  <a:pt x="0" y="26"/>
                </a:lnTo>
                <a:lnTo>
                  <a:pt x="2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9" name="Freeform 395"/>
          <p:cNvSpPr>
            <a:spLocks/>
          </p:cNvSpPr>
          <p:nvPr/>
        </p:nvSpPr>
        <p:spPr bwMode="auto">
          <a:xfrm>
            <a:off x="347663" y="5699126"/>
            <a:ext cx="50800" cy="46038"/>
          </a:xfrm>
          <a:custGeom>
            <a:avLst/>
            <a:gdLst>
              <a:gd name="T0" fmla="*/ 3 w 32"/>
              <a:gd name="T1" fmla="*/ 29 h 29"/>
              <a:gd name="T2" fmla="*/ 3 w 32"/>
              <a:gd name="T3" fmla="*/ 29 h 29"/>
              <a:gd name="T4" fmla="*/ 32 w 32"/>
              <a:gd name="T5" fmla="*/ 0 h 29"/>
              <a:gd name="T6" fmla="*/ 30 w 32"/>
              <a:gd name="T7" fmla="*/ 0 h 29"/>
              <a:gd name="T8" fmla="*/ 30 w 32"/>
              <a:gd name="T9" fmla="*/ 0 h 29"/>
              <a:gd name="T10" fmla="*/ 0 w 32"/>
              <a:gd name="T11" fmla="*/ 29 h 29"/>
              <a:gd name="T12" fmla="*/ 3 w 32"/>
              <a:gd name="T13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9">
                <a:moveTo>
                  <a:pt x="3" y="29"/>
                </a:moveTo>
                <a:lnTo>
                  <a:pt x="3" y="29"/>
                </a:lnTo>
                <a:lnTo>
                  <a:pt x="32" y="0"/>
                </a:lnTo>
                <a:lnTo>
                  <a:pt x="30" y="0"/>
                </a:lnTo>
                <a:lnTo>
                  <a:pt x="30" y="0"/>
                </a:lnTo>
                <a:lnTo>
                  <a:pt x="0" y="29"/>
                </a:lnTo>
                <a:lnTo>
                  <a:pt x="3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0" name="Freeform 396"/>
          <p:cNvSpPr>
            <a:spLocks/>
          </p:cNvSpPr>
          <p:nvPr/>
        </p:nvSpPr>
        <p:spPr bwMode="auto">
          <a:xfrm>
            <a:off x="365125" y="5711826"/>
            <a:ext cx="42863" cy="42863"/>
          </a:xfrm>
          <a:custGeom>
            <a:avLst/>
            <a:gdLst>
              <a:gd name="T0" fmla="*/ 0 w 10"/>
              <a:gd name="T1" fmla="*/ 10 h 10"/>
              <a:gd name="T2" fmla="*/ 1 w 10"/>
              <a:gd name="T3" fmla="*/ 10 h 10"/>
              <a:gd name="T4" fmla="*/ 10 w 10"/>
              <a:gd name="T5" fmla="*/ 1 h 10"/>
              <a:gd name="T6" fmla="*/ 9 w 10"/>
              <a:gd name="T7" fmla="*/ 0 h 10"/>
              <a:gd name="T8" fmla="*/ 0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0" y="10"/>
                </a:moveTo>
                <a:cubicBezTo>
                  <a:pt x="1" y="10"/>
                  <a:pt x="1" y="10"/>
                  <a:pt x="1" y="1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9" y="0"/>
                </a:cubicBezTo>
                <a:lnTo>
                  <a:pt x="0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1" name="Rectangle 397"/>
          <p:cNvSpPr>
            <a:spLocks noChangeArrowheads="1"/>
          </p:cNvSpPr>
          <p:nvPr/>
        </p:nvSpPr>
        <p:spPr bwMode="auto">
          <a:xfrm>
            <a:off x="246063" y="5873751"/>
            <a:ext cx="1588" cy="3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2" name="Freeform 398"/>
          <p:cNvSpPr>
            <a:spLocks/>
          </p:cNvSpPr>
          <p:nvPr/>
        </p:nvSpPr>
        <p:spPr bwMode="auto">
          <a:xfrm>
            <a:off x="220663" y="5848351"/>
            <a:ext cx="4763" cy="3175"/>
          </a:xfrm>
          <a:custGeom>
            <a:avLst/>
            <a:gdLst>
              <a:gd name="T0" fmla="*/ 3 w 3"/>
              <a:gd name="T1" fmla="*/ 2 h 2"/>
              <a:gd name="T2" fmla="*/ 3 w 3"/>
              <a:gd name="T3" fmla="*/ 2 h 2"/>
              <a:gd name="T4" fmla="*/ 0 w 3"/>
              <a:gd name="T5" fmla="*/ 0 h 2"/>
              <a:gd name="T6" fmla="*/ 0 w 3"/>
              <a:gd name="T7" fmla="*/ 0 h 2"/>
              <a:gd name="T8" fmla="*/ 3 w 3"/>
              <a:gd name="T9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2">
                <a:moveTo>
                  <a:pt x="3" y="2"/>
                </a:moveTo>
                <a:lnTo>
                  <a:pt x="3" y="2"/>
                </a:lnTo>
                <a:lnTo>
                  <a:pt x="0" y="0"/>
                </a:lnTo>
                <a:lnTo>
                  <a:pt x="0" y="0"/>
                </a:lnTo>
                <a:lnTo>
                  <a:pt x="3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3" name="Freeform 399"/>
          <p:cNvSpPr>
            <a:spLocks noEditPoints="1"/>
          </p:cNvSpPr>
          <p:nvPr/>
        </p:nvSpPr>
        <p:spPr bwMode="auto">
          <a:xfrm>
            <a:off x="874713" y="5414964"/>
            <a:ext cx="515938" cy="547688"/>
          </a:xfrm>
          <a:custGeom>
            <a:avLst/>
            <a:gdLst>
              <a:gd name="T0" fmla="*/ 98 w 122"/>
              <a:gd name="T1" fmla="*/ 4 h 129"/>
              <a:gd name="T2" fmla="*/ 102 w 122"/>
              <a:gd name="T3" fmla="*/ 12 h 129"/>
              <a:gd name="T4" fmla="*/ 57 w 122"/>
              <a:gd name="T5" fmla="*/ 40 h 129"/>
              <a:gd name="T6" fmla="*/ 14 w 122"/>
              <a:gd name="T7" fmla="*/ 35 h 129"/>
              <a:gd name="T8" fmla="*/ 55 w 122"/>
              <a:gd name="T9" fmla="*/ 117 h 129"/>
              <a:gd name="T10" fmla="*/ 43 w 122"/>
              <a:gd name="T11" fmla="*/ 129 h 129"/>
              <a:gd name="T12" fmla="*/ 111 w 122"/>
              <a:gd name="T13" fmla="*/ 129 h 129"/>
              <a:gd name="T14" fmla="*/ 118 w 122"/>
              <a:gd name="T15" fmla="*/ 4 h 129"/>
              <a:gd name="T16" fmla="*/ 122 w 122"/>
              <a:gd name="T17" fmla="*/ 0 h 129"/>
              <a:gd name="T18" fmla="*/ 80 w 122"/>
              <a:gd name="T19" fmla="*/ 24 h 129"/>
              <a:gd name="T20" fmla="*/ 83 w 122"/>
              <a:gd name="T21" fmla="*/ 117 h 129"/>
              <a:gd name="T22" fmla="*/ 80 w 122"/>
              <a:gd name="T23" fmla="*/ 24 h 129"/>
              <a:gd name="T24" fmla="*/ 97 w 122"/>
              <a:gd name="T25" fmla="*/ 117 h 129"/>
              <a:gd name="T26" fmla="*/ 102 w 122"/>
              <a:gd name="T27" fmla="*/ 18 h 129"/>
              <a:gd name="T28" fmla="*/ 92 w 122"/>
              <a:gd name="T29" fmla="*/ 18 h 129"/>
              <a:gd name="T30" fmla="*/ 88 w 122"/>
              <a:gd name="T31" fmla="*/ 117 h 129"/>
              <a:gd name="T32" fmla="*/ 91 w 122"/>
              <a:gd name="T33" fmla="*/ 18 h 129"/>
              <a:gd name="T34" fmla="*/ 75 w 122"/>
              <a:gd name="T35" fmla="*/ 29 h 129"/>
              <a:gd name="T36" fmla="*/ 70 w 122"/>
              <a:gd name="T37" fmla="*/ 117 h 129"/>
              <a:gd name="T38" fmla="*/ 75 w 122"/>
              <a:gd name="T39" fmla="*/ 29 h 129"/>
              <a:gd name="T40" fmla="*/ 51 w 122"/>
              <a:gd name="T41" fmla="*/ 46 h 129"/>
              <a:gd name="T42" fmla="*/ 56 w 122"/>
              <a:gd name="T43" fmla="*/ 107 h 129"/>
              <a:gd name="T44" fmla="*/ 46 w 122"/>
              <a:gd name="T45" fmla="*/ 93 h 129"/>
              <a:gd name="T46" fmla="*/ 40 w 122"/>
              <a:gd name="T47" fmla="*/ 46 h 129"/>
              <a:gd name="T48" fmla="*/ 46 w 122"/>
              <a:gd name="T49" fmla="*/ 93 h 129"/>
              <a:gd name="T50" fmla="*/ 35 w 122"/>
              <a:gd name="T51" fmla="*/ 46 h 129"/>
              <a:gd name="T52" fmla="*/ 35 w 122"/>
              <a:gd name="T53" fmla="*/ 79 h 129"/>
              <a:gd name="T54" fmla="*/ 31 w 122"/>
              <a:gd name="T55" fmla="*/ 45 h 129"/>
              <a:gd name="T56" fmla="*/ 34 w 122"/>
              <a:gd name="T57" fmla="*/ 46 h 129"/>
              <a:gd name="T58" fmla="*/ 21 w 122"/>
              <a:gd name="T59" fmla="*/ 59 h 129"/>
              <a:gd name="T60" fmla="*/ 26 w 122"/>
              <a:gd name="T61" fmla="*/ 44 h 129"/>
              <a:gd name="T62" fmla="*/ 11 w 122"/>
              <a:gd name="T63" fmla="*/ 42 h 129"/>
              <a:gd name="T64" fmla="*/ 16 w 122"/>
              <a:gd name="T65" fmla="*/ 41 h 129"/>
              <a:gd name="T66" fmla="*/ 12 w 122"/>
              <a:gd name="T67" fmla="*/ 46 h 129"/>
              <a:gd name="T68" fmla="*/ 61 w 122"/>
              <a:gd name="T69" fmla="*/ 114 h 129"/>
              <a:gd name="T70" fmla="*/ 62 w 122"/>
              <a:gd name="T71" fmla="*/ 44 h 129"/>
              <a:gd name="T72" fmla="*/ 65 w 122"/>
              <a:gd name="T73" fmla="*/ 117 h 129"/>
              <a:gd name="T74" fmla="*/ 61 w 122"/>
              <a:gd name="T75" fmla="*/ 11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2" h="129">
                <a:moveTo>
                  <a:pt x="98" y="0"/>
                </a:moveTo>
                <a:cubicBezTo>
                  <a:pt x="98" y="4"/>
                  <a:pt x="98" y="4"/>
                  <a:pt x="98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2" y="12"/>
                  <a:pt x="102" y="12"/>
                  <a:pt x="102" y="12"/>
                </a:cubicBezTo>
                <a:cubicBezTo>
                  <a:pt x="99" y="12"/>
                  <a:pt x="95" y="12"/>
                  <a:pt x="91" y="12"/>
                </a:cubicBezTo>
                <a:cubicBezTo>
                  <a:pt x="77" y="12"/>
                  <a:pt x="57" y="40"/>
                  <a:pt x="57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25" y="36"/>
                  <a:pt x="19" y="35"/>
                  <a:pt x="14" y="35"/>
                </a:cubicBezTo>
                <a:cubicBezTo>
                  <a:pt x="0" y="35"/>
                  <a:pt x="6" y="49"/>
                  <a:pt x="6" y="49"/>
                </a:cubicBezTo>
                <a:cubicBezTo>
                  <a:pt x="55" y="117"/>
                  <a:pt x="55" y="117"/>
                  <a:pt x="55" y="117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29"/>
                  <a:pt x="43" y="129"/>
                  <a:pt x="43" y="12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111" y="129"/>
                  <a:pt x="111" y="129"/>
                  <a:pt x="111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4"/>
                  <a:pt x="118" y="4"/>
                  <a:pt x="118" y="4"/>
                </a:cubicBezTo>
                <a:cubicBezTo>
                  <a:pt x="122" y="4"/>
                  <a:pt x="122" y="4"/>
                  <a:pt x="122" y="4"/>
                </a:cubicBezTo>
                <a:cubicBezTo>
                  <a:pt x="122" y="0"/>
                  <a:pt x="122" y="0"/>
                  <a:pt x="122" y="0"/>
                </a:cubicBezTo>
                <a:lnTo>
                  <a:pt x="98" y="0"/>
                </a:lnTo>
                <a:close/>
                <a:moveTo>
                  <a:pt x="80" y="24"/>
                </a:moveTo>
                <a:cubicBezTo>
                  <a:pt x="81" y="24"/>
                  <a:pt x="82" y="23"/>
                  <a:pt x="83" y="22"/>
                </a:cubicBezTo>
                <a:cubicBezTo>
                  <a:pt x="83" y="117"/>
                  <a:pt x="83" y="117"/>
                  <a:pt x="83" y="117"/>
                </a:cubicBezTo>
                <a:cubicBezTo>
                  <a:pt x="80" y="117"/>
                  <a:pt x="80" y="117"/>
                  <a:pt x="80" y="117"/>
                </a:cubicBezTo>
                <a:lnTo>
                  <a:pt x="80" y="24"/>
                </a:lnTo>
                <a:close/>
                <a:moveTo>
                  <a:pt x="102" y="117"/>
                </a:moveTo>
                <a:cubicBezTo>
                  <a:pt x="97" y="117"/>
                  <a:pt x="97" y="117"/>
                  <a:pt x="97" y="117"/>
                </a:cubicBezTo>
                <a:cubicBezTo>
                  <a:pt x="97" y="18"/>
                  <a:pt x="97" y="18"/>
                  <a:pt x="97" y="18"/>
                </a:cubicBezTo>
                <a:cubicBezTo>
                  <a:pt x="102" y="18"/>
                  <a:pt x="102" y="18"/>
                  <a:pt x="102" y="18"/>
                </a:cubicBezTo>
                <a:lnTo>
                  <a:pt x="102" y="117"/>
                </a:lnTo>
                <a:close/>
                <a:moveTo>
                  <a:pt x="92" y="18"/>
                </a:moveTo>
                <a:cubicBezTo>
                  <a:pt x="92" y="117"/>
                  <a:pt x="92" y="117"/>
                  <a:pt x="92" y="117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8" y="19"/>
                  <a:pt x="88" y="19"/>
                  <a:pt x="88" y="19"/>
                </a:cubicBezTo>
                <a:cubicBezTo>
                  <a:pt x="89" y="19"/>
                  <a:pt x="90" y="18"/>
                  <a:pt x="91" y="18"/>
                </a:cubicBezTo>
                <a:lnTo>
                  <a:pt x="92" y="18"/>
                </a:lnTo>
                <a:close/>
                <a:moveTo>
                  <a:pt x="75" y="29"/>
                </a:moveTo>
                <a:cubicBezTo>
                  <a:pt x="75" y="117"/>
                  <a:pt x="75" y="117"/>
                  <a:pt x="75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2"/>
                  <a:pt x="73" y="30"/>
                  <a:pt x="75" y="29"/>
                </a:cubicBezTo>
                <a:close/>
                <a:moveTo>
                  <a:pt x="51" y="100"/>
                </a:moveTo>
                <a:cubicBezTo>
                  <a:pt x="51" y="46"/>
                  <a:pt x="51" y="46"/>
                  <a:pt x="51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56" y="107"/>
                  <a:pt x="56" y="107"/>
                  <a:pt x="56" y="107"/>
                </a:cubicBezTo>
                <a:lnTo>
                  <a:pt x="51" y="100"/>
                </a:lnTo>
                <a:close/>
                <a:moveTo>
                  <a:pt x="46" y="93"/>
                </a:moveTo>
                <a:cubicBezTo>
                  <a:pt x="40" y="86"/>
                  <a:pt x="40" y="86"/>
                  <a:pt x="40" y="86"/>
                </a:cubicBezTo>
                <a:cubicBezTo>
                  <a:pt x="40" y="46"/>
                  <a:pt x="40" y="46"/>
                  <a:pt x="40" y="46"/>
                </a:cubicBezTo>
                <a:cubicBezTo>
                  <a:pt x="46" y="46"/>
                  <a:pt x="46" y="46"/>
                  <a:pt x="46" y="46"/>
                </a:cubicBezTo>
                <a:lnTo>
                  <a:pt x="46" y="93"/>
                </a:lnTo>
                <a:close/>
                <a:moveTo>
                  <a:pt x="34" y="46"/>
                </a:move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79"/>
                  <a:pt x="35" y="79"/>
                  <a:pt x="35" y="79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45"/>
                  <a:pt x="31" y="45"/>
                  <a:pt x="31" y="45"/>
                </a:cubicBezTo>
                <a:cubicBezTo>
                  <a:pt x="32" y="45"/>
                  <a:pt x="32" y="46"/>
                  <a:pt x="33" y="46"/>
                </a:cubicBezTo>
                <a:lnTo>
                  <a:pt x="34" y="46"/>
                </a:lnTo>
                <a:close/>
                <a:moveTo>
                  <a:pt x="26" y="66"/>
                </a:moveTo>
                <a:cubicBezTo>
                  <a:pt x="21" y="59"/>
                  <a:pt x="21" y="59"/>
                  <a:pt x="21" y="59"/>
                </a:cubicBezTo>
                <a:cubicBezTo>
                  <a:pt x="21" y="42"/>
                  <a:pt x="21" y="42"/>
                  <a:pt x="21" y="42"/>
                </a:cubicBezTo>
                <a:cubicBezTo>
                  <a:pt x="23" y="43"/>
                  <a:pt x="24" y="43"/>
                  <a:pt x="26" y="44"/>
                </a:cubicBezTo>
                <a:lnTo>
                  <a:pt x="26" y="66"/>
                </a:lnTo>
                <a:close/>
                <a:moveTo>
                  <a:pt x="11" y="42"/>
                </a:moveTo>
                <a:cubicBezTo>
                  <a:pt x="11" y="42"/>
                  <a:pt x="12" y="41"/>
                  <a:pt x="14" y="41"/>
                </a:cubicBezTo>
                <a:cubicBezTo>
                  <a:pt x="15" y="41"/>
                  <a:pt x="15" y="41"/>
                  <a:pt x="16" y="41"/>
                </a:cubicBezTo>
                <a:cubicBezTo>
                  <a:pt x="16" y="52"/>
                  <a:pt x="16" y="52"/>
                  <a:pt x="16" y="52"/>
                </a:cubicBezTo>
                <a:cubicBezTo>
                  <a:pt x="12" y="46"/>
                  <a:pt x="12" y="46"/>
                  <a:pt x="12" y="46"/>
                </a:cubicBezTo>
                <a:cubicBezTo>
                  <a:pt x="11" y="44"/>
                  <a:pt x="11" y="42"/>
                  <a:pt x="11" y="42"/>
                </a:cubicBezTo>
                <a:close/>
                <a:moveTo>
                  <a:pt x="61" y="114"/>
                </a:moveTo>
                <a:cubicBezTo>
                  <a:pt x="61" y="45"/>
                  <a:pt x="61" y="45"/>
                  <a:pt x="61" y="45"/>
                </a:cubicBezTo>
                <a:cubicBezTo>
                  <a:pt x="62" y="44"/>
                  <a:pt x="62" y="44"/>
                  <a:pt x="62" y="44"/>
                </a:cubicBezTo>
                <a:cubicBezTo>
                  <a:pt x="63" y="42"/>
                  <a:pt x="64" y="41"/>
                  <a:pt x="65" y="39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3" y="117"/>
                  <a:pt x="63" y="117"/>
                  <a:pt x="63" y="117"/>
                </a:cubicBezTo>
                <a:lnTo>
                  <a:pt x="61" y="1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4" name="Freeform 400"/>
          <p:cNvSpPr>
            <a:spLocks noEditPoints="1"/>
          </p:cNvSpPr>
          <p:nvPr/>
        </p:nvSpPr>
        <p:spPr bwMode="auto">
          <a:xfrm>
            <a:off x="1727200" y="5516564"/>
            <a:ext cx="449263" cy="446088"/>
          </a:xfrm>
          <a:custGeom>
            <a:avLst/>
            <a:gdLst>
              <a:gd name="T0" fmla="*/ 15 w 106"/>
              <a:gd name="T1" fmla="*/ 105 h 105"/>
              <a:gd name="T2" fmla="*/ 5 w 106"/>
              <a:gd name="T3" fmla="*/ 101 h 105"/>
              <a:gd name="T4" fmla="*/ 0 w 106"/>
              <a:gd name="T5" fmla="*/ 90 h 105"/>
              <a:gd name="T6" fmla="*/ 5 w 106"/>
              <a:gd name="T7" fmla="*/ 80 h 105"/>
              <a:gd name="T8" fmla="*/ 80 w 106"/>
              <a:gd name="T9" fmla="*/ 5 h 105"/>
              <a:gd name="T10" fmla="*/ 90 w 106"/>
              <a:gd name="T11" fmla="*/ 0 h 105"/>
              <a:gd name="T12" fmla="*/ 101 w 106"/>
              <a:gd name="T13" fmla="*/ 5 h 105"/>
              <a:gd name="T14" fmla="*/ 101 w 106"/>
              <a:gd name="T15" fmla="*/ 26 h 105"/>
              <a:gd name="T16" fmla="*/ 26 w 106"/>
              <a:gd name="T17" fmla="*/ 101 h 105"/>
              <a:gd name="T18" fmla="*/ 15 w 106"/>
              <a:gd name="T19" fmla="*/ 105 h 105"/>
              <a:gd name="T20" fmla="*/ 90 w 106"/>
              <a:gd name="T21" fmla="*/ 6 h 105"/>
              <a:gd name="T22" fmla="*/ 83 w 106"/>
              <a:gd name="T23" fmla="*/ 9 h 105"/>
              <a:gd name="T24" fmla="*/ 8 w 106"/>
              <a:gd name="T25" fmla="*/ 83 h 105"/>
              <a:gd name="T26" fmla="*/ 8 w 106"/>
              <a:gd name="T27" fmla="*/ 97 h 105"/>
              <a:gd name="T28" fmla="*/ 22 w 106"/>
              <a:gd name="T29" fmla="*/ 97 h 105"/>
              <a:gd name="T30" fmla="*/ 97 w 106"/>
              <a:gd name="T31" fmla="*/ 22 h 105"/>
              <a:gd name="T32" fmla="*/ 97 w 106"/>
              <a:gd name="T33" fmla="*/ 9 h 105"/>
              <a:gd name="T34" fmla="*/ 90 w 106"/>
              <a:gd name="T35" fmla="*/ 6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6" h="105">
                <a:moveTo>
                  <a:pt x="15" y="105"/>
                </a:moveTo>
                <a:cubicBezTo>
                  <a:pt x="11" y="105"/>
                  <a:pt x="7" y="104"/>
                  <a:pt x="5" y="101"/>
                </a:cubicBezTo>
                <a:cubicBezTo>
                  <a:pt x="2" y="98"/>
                  <a:pt x="0" y="94"/>
                  <a:pt x="0" y="90"/>
                </a:cubicBezTo>
                <a:cubicBezTo>
                  <a:pt x="0" y="86"/>
                  <a:pt x="2" y="83"/>
                  <a:pt x="5" y="80"/>
                </a:cubicBezTo>
                <a:cubicBezTo>
                  <a:pt x="80" y="5"/>
                  <a:pt x="80" y="5"/>
                  <a:pt x="80" y="5"/>
                </a:cubicBezTo>
                <a:cubicBezTo>
                  <a:pt x="82" y="2"/>
                  <a:pt x="86" y="0"/>
                  <a:pt x="90" y="0"/>
                </a:cubicBezTo>
                <a:cubicBezTo>
                  <a:pt x="94" y="0"/>
                  <a:pt x="98" y="2"/>
                  <a:pt x="101" y="5"/>
                </a:cubicBezTo>
                <a:cubicBezTo>
                  <a:pt x="106" y="11"/>
                  <a:pt x="106" y="20"/>
                  <a:pt x="101" y="26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3" y="104"/>
                  <a:pt x="19" y="105"/>
                  <a:pt x="15" y="105"/>
                </a:cubicBezTo>
                <a:close/>
                <a:moveTo>
                  <a:pt x="90" y="6"/>
                </a:moveTo>
                <a:cubicBezTo>
                  <a:pt x="87" y="6"/>
                  <a:pt x="85" y="7"/>
                  <a:pt x="83" y="9"/>
                </a:cubicBezTo>
                <a:cubicBezTo>
                  <a:pt x="8" y="83"/>
                  <a:pt x="8" y="83"/>
                  <a:pt x="8" y="83"/>
                </a:cubicBezTo>
                <a:cubicBezTo>
                  <a:pt x="5" y="87"/>
                  <a:pt x="5" y="93"/>
                  <a:pt x="8" y="97"/>
                </a:cubicBezTo>
                <a:cubicBezTo>
                  <a:pt x="12" y="101"/>
                  <a:pt x="18" y="101"/>
                  <a:pt x="22" y="97"/>
                </a:cubicBezTo>
                <a:cubicBezTo>
                  <a:pt x="97" y="22"/>
                  <a:pt x="97" y="22"/>
                  <a:pt x="97" y="22"/>
                </a:cubicBezTo>
                <a:cubicBezTo>
                  <a:pt x="101" y="18"/>
                  <a:pt x="101" y="12"/>
                  <a:pt x="97" y="9"/>
                </a:cubicBezTo>
                <a:cubicBezTo>
                  <a:pt x="95" y="7"/>
                  <a:pt x="93" y="6"/>
                  <a:pt x="90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5" name="Freeform 401"/>
          <p:cNvSpPr>
            <a:spLocks/>
          </p:cNvSpPr>
          <p:nvPr/>
        </p:nvSpPr>
        <p:spPr bwMode="auto">
          <a:xfrm>
            <a:off x="1697038" y="5508626"/>
            <a:ext cx="339725" cy="428625"/>
          </a:xfrm>
          <a:custGeom>
            <a:avLst/>
            <a:gdLst>
              <a:gd name="T0" fmla="*/ 10 w 80"/>
              <a:gd name="T1" fmla="*/ 101 h 101"/>
              <a:gd name="T2" fmla="*/ 1 w 80"/>
              <a:gd name="T3" fmla="*/ 82 h 101"/>
              <a:gd name="T4" fmla="*/ 7 w 80"/>
              <a:gd name="T5" fmla="*/ 69 h 101"/>
              <a:gd name="T6" fmla="*/ 77 w 80"/>
              <a:gd name="T7" fmla="*/ 0 h 101"/>
              <a:gd name="T8" fmla="*/ 80 w 80"/>
              <a:gd name="T9" fmla="*/ 4 h 101"/>
              <a:gd name="T10" fmla="*/ 11 w 80"/>
              <a:gd name="T11" fmla="*/ 73 h 101"/>
              <a:gd name="T12" fmla="*/ 6 w 80"/>
              <a:gd name="T13" fmla="*/ 82 h 101"/>
              <a:gd name="T14" fmla="*/ 14 w 80"/>
              <a:gd name="T15" fmla="*/ 97 h 101"/>
              <a:gd name="T16" fmla="*/ 10 w 80"/>
              <a:gd name="T17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0" h="101">
                <a:moveTo>
                  <a:pt x="10" y="101"/>
                </a:moveTo>
                <a:cubicBezTo>
                  <a:pt x="4" y="95"/>
                  <a:pt x="0" y="88"/>
                  <a:pt x="1" y="82"/>
                </a:cubicBezTo>
                <a:cubicBezTo>
                  <a:pt x="1" y="74"/>
                  <a:pt x="7" y="70"/>
                  <a:pt x="7" y="69"/>
                </a:cubicBezTo>
                <a:cubicBezTo>
                  <a:pt x="77" y="0"/>
                  <a:pt x="77" y="0"/>
                  <a:pt x="77" y="0"/>
                </a:cubicBezTo>
                <a:cubicBezTo>
                  <a:pt x="80" y="4"/>
                  <a:pt x="80" y="4"/>
                  <a:pt x="80" y="4"/>
                </a:cubicBezTo>
                <a:cubicBezTo>
                  <a:pt x="11" y="73"/>
                  <a:pt x="11" y="73"/>
                  <a:pt x="11" y="73"/>
                </a:cubicBezTo>
                <a:cubicBezTo>
                  <a:pt x="10" y="74"/>
                  <a:pt x="6" y="77"/>
                  <a:pt x="6" y="82"/>
                </a:cubicBezTo>
                <a:cubicBezTo>
                  <a:pt x="6" y="87"/>
                  <a:pt x="8" y="92"/>
                  <a:pt x="14" y="97"/>
                </a:cubicBezTo>
                <a:lnTo>
                  <a:pt x="10" y="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6" name="Freeform 402"/>
          <p:cNvSpPr>
            <a:spLocks/>
          </p:cNvSpPr>
          <p:nvPr/>
        </p:nvSpPr>
        <p:spPr bwMode="auto">
          <a:xfrm>
            <a:off x="1658938" y="5856289"/>
            <a:ext cx="101600" cy="101600"/>
          </a:xfrm>
          <a:custGeom>
            <a:avLst/>
            <a:gdLst>
              <a:gd name="T0" fmla="*/ 10 w 64"/>
              <a:gd name="T1" fmla="*/ 64 h 64"/>
              <a:gd name="T2" fmla="*/ 0 w 64"/>
              <a:gd name="T3" fmla="*/ 56 h 64"/>
              <a:gd name="T4" fmla="*/ 56 w 64"/>
              <a:gd name="T5" fmla="*/ 0 h 64"/>
              <a:gd name="T6" fmla="*/ 64 w 64"/>
              <a:gd name="T7" fmla="*/ 8 h 64"/>
              <a:gd name="T8" fmla="*/ 10 w 64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4">
                <a:moveTo>
                  <a:pt x="10" y="64"/>
                </a:moveTo>
                <a:lnTo>
                  <a:pt x="0" y="56"/>
                </a:lnTo>
                <a:lnTo>
                  <a:pt x="56" y="0"/>
                </a:lnTo>
                <a:lnTo>
                  <a:pt x="64" y="8"/>
                </a:lnTo>
                <a:lnTo>
                  <a:pt x="10" y="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7" name="Freeform 403"/>
          <p:cNvSpPr>
            <a:spLocks/>
          </p:cNvSpPr>
          <p:nvPr/>
        </p:nvSpPr>
        <p:spPr bwMode="auto">
          <a:xfrm>
            <a:off x="2019300" y="5427664"/>
            <a:ext cx="96838" cy="96838"/>
          </a:xfrm>
          <a:custGeom>
            <a:avLst/>
            <a:gdLst>
              <a:gd name="T0" fmla="*/ 23 w 23"/>
              <a:gd name="T1" fmla="*/ 17 h 23"/>
              <a:gd name="T2" fmla="*/ 2 w 23"/>
              <a:gd name="T3" fmla="*/ 23 h 23"/>
              <a:gd name="T4" fmla="*/ 0 w 23"/>
              <a:gd name="T5" fmla="*/ 21 h 23"/>
              <a:gd name="T6" fmla="*/ 6 w 23"/>
              <a:gd name="T7" fmla="*/ 0 h 23"/>
              <a:gd name="T8" fmla="*/ 23 w 23"/>
              <a:gd name="T9" fmla="*/ 17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3">
                <a:moveTo>
                  <a:pt x="23" y="17"/>
                </a:moveTo>
                <a:cubicBezTo>
                  <a:pt x="2" y="23"/>
                  <a:pt x="2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20" y="4"/>
                  <a:pt x="23" y="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8" name="Freeform 404"/>
          <p:cNvSpPr>
            <a:spLocks/>
          </p:cNvSpPr>
          <p:nvPr/>
        </p:nvSpPr>
        <p:spPr bwMode="auto">
          <a:xfrm>
            <a:off x="1768475" y="5741989"/>
            <a:ext cx="165100" cy="165100"/>
          </a:xfrm>
          <a:custGeom>
            <a:avLst/>
            <a:gdLst>
              <a:gd name="T0" fmla="*/ 38 w 39"/>
              <a:gd name="T1" fmla="*/ 33 h 39"/>
              <a:gd name="T2" fmla="*/ 38 w 39"/>
              <a:gd name="T3" fmla="*/ 38 h 39"/>
              <a:gd name="T4" fmla="*/ 33 w 39"/>
              <a:gd name="T5" fmla="*/ 38 h 39"/>
              <a:gd name="T6" fmla="*/ 2 w 39"/>
              <a:gd name="T7" fmla="*/ 6 h 39"/>
              <a:gd name="T8" fmla="*/ 1 w 39"/>
              <a:gd name="T9" fmla="*/ 1 h 39"/>
              <a:gd name="T10" fmla="*/ 6 w 39"/>
              <a:gd name="T11" fmla="*/ 1 h 39"/>
              <a:gd name="T12" fmla="*/ 38 w 39"/>
              <a:gd name="T1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9">
                <a:moveTo>
                  <a:pt x="38" y="33"/>
                </a:moveTo>
                <a:cubicBezTo>
                  <a:pt x="39" y="34"/>
                  <a:pt x="39" y="37"/>
                  <a:pt x="38" y="38"/>
                </a:cubicBezTo>
                <a:cubicBezTo>
                  <a:pt x="37" y="39"/>
                  <a:pt x="34" y="39"/>
                  <a:pt x="33" y="38"/>
                </a:cubicBezTo>
                <a:cubicBezTo>
                  <a:pt x="2" y="6"/>
                  <a:pt x="2" y="6"/>
                  <a:pt x="2" y="6"/>
                </a:cubicBezTo>
                <a:cubicBezTo>
                  <a:pt x="0" y="5"/>
                  <a:pt x="0" y="2"/>
                  <a:pt x="1" y="1"/>
                </a:cubicBezTo>
                <a:cubicBezTo>
                  <a:pt x="2" y="0"/>
                  <a:pt x="5" y="0"/>
                  <a:pt x="6" y="1"/>
                </a:cubicBezTo>
                <a:lnTo>
                  <a:pt x="38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9" name="Freeform 405"/>
          <p:cNvSpPr>
            <a:spLocks/>
          </p:cNvSpPr>
          <p:nvPr/>
        </p:nvSpPr>
        <p:spPr bwMode="auto">
          <a:xfrm>
            <a:off x="1811338" y="5694364"/>
            <a:ext cx="169863" cy="169863"/>
          </a:xfrm>
          <a:custGeom>
            <a:avLst/>
            <a:gdLst>
              <a:gd name="T0" fmla="*/ 38 w 40"/>
              <a:gd name="T1" fmla="*/ 33 h 40"/>
              <a:gd name="T2" fmla="*/ 39 w 40"/>
              <a:gd name="T3" fmla="*/ 39 h 40"/>
              <a:gd name="T4" fmla="*/ 33 w 40"/>
              <a:gd name="T5" fmla="*/ 38 h 40"/>
              <a:gd name="T6" fmla="*/ 2 w 40"/>
              <a:gd name="T7" fmla="*/ 7 h 40"/>
              <a:gd name="T8" fmla="*/ 2 w 40"/>
              <a:gd name="T9" fmla="*/ 2 h 40"/>
              <a:gd name="T10" fmla="*/ 7 w 40"/>
              <a:gd name="T11" fmla="*/ 2 h 40"/>
              <a:gd name="T12" fmla="*/ 38 w 40"/>
              <a:gd name="T13" fmla="*/ 3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40">
                <a:moveTo>
                  <a:pt x="38" y="33"/>
                </a:moveTo>
                <a:cubicBezTo>
                  <a:pt x="40" y="35"/>
                  <a:pt x="40" y="37"/>
                  <a:pt x="39" y="39"/>
                </a:cubicBezTo>
                <a:cubicBezTo>
                  <a:pt x="37" y="40"/>
                  <a:pt x="35" y="40"/>
                  <a:pt x="33" y="38"/>
                </a:cubicBezTo>
                <a:cubicBezTo>
                  <a:pt x="2" y="7"/>
                  <a:pt x="2" y="7"/>
                  <a:pt x="2" y="7"/>
                </a:cubicBezTo>
                <a:cubicBezTo>
                  <a:pt x="1" y="5"/>
                  <a:pt x="0" y="3"/>
                  <a:pt x="2" y="2"/>
                </a:cubicBezTo>
                <a:cubicBezTo>
                  <a:pt x="3" y="0"/>
                  <a:pt x="6" y="0"/>
                  <a:pt x="7" y="2"/>
                </a:cubicBezTo>
                <a:lnTo>
                  <a:pt x="38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" name="Freeform 407"/>
          <p:cNvSpPr>
            <a:spLocks/>
          </p:cNvSpPr>
          <p:nvPr/>
        </p:nvSpPr>
        <p:spPr bwMode="auto">
          <a:xfrm>
            <a:off x="1857375" y="5648326"/>
            <a:ext cx="169863" cy="169863"/>
          </a:xfrm>
          <a:custGeom>
            <a:avLst/>
            <a:gdLst>
              <a:gd name="T0" fmla="*/ 38 w 40"/>
              <a:gd name="T1" fmla="*/ 33 h 40"/>
              <a:gd name="T2" fmla="*/ 38 w 40"/>
              <a:gd name="T3" fmla="*/ 39 h 40"/>
              <a:gd name="T4" fmla="*/ 33 w 40"/>
              <a:gd name="T5" fmla="*/ 38 h 40"/>
              <a:gd name="T6" fmla="*/ 2 w 40"/>
              <a:gd name="T7" fmla="*/ 7 h 40"/>
              <a:gd name="T8" fmla="*/ 1 w 40"/>
              <a:gd name="T9" fmla="*/ 2 h 40"/>
              <a:gd name="T10" fmla="*/ 7 w 40"/>
              <a:gd name="T11" fmla="*/ 2 h 40"/>
              <a:gd name="T12" fmla="*/ 38 w 40"/>
              <a:gd name="T13" fmla="*/ 3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40">
                <a:moveTo>
                  <a:pt x="38" y="33"/>
                </a:moveTo>
                <a:cubicBezTo>
                  <a:pt x="39" y="35"/>
                  <a:pt x="40" y="37"/>
                  <a:pt x="38" y="39"/>
                </a:cubicBezTo>
                <a:cubicBezTo>
                  <a:pt x="37" y="40"/>
                  <a:pt x="34" y="40"/>
                  <a:pt x="33" y="38"/>
                </a:cubicBezTo>
                <a:cubicBezTo>
                  <a:pt x="2" y="7"/>
                  <a:pt x="2" y="7"/>
                  <a:pt x="2" y="7"/>
                </a:cubicBezTo>
                <a:cubicBezTo>
                  <a:pt x="0" y="6"/>
                  <a:pt x="0" y="3"/>
                  <a:pt x="1" y="2"/>
                </a:cubicBezTo>
                <a:cubicBezTo>
                  <a:pt x="3" y="0"/>
                  <a:pt x="5" y="1"/>
                  <a:pt x="7" y="2"/>
                </a:cubicBezTo>
                <a:lnTo>
                  <a:pt x="38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" name="Freeform 408"/>
          <p:cNvSpPr>
            <a:spLocks/>
          </p:cNvSpPr>
          <p:nvPr/>
        </p:nvSpPr>
        <p:spPr bwMode="auto">
          <a:xfrm>
            <a:off x="1641475" y="5937251"/>
            <a:ext cx="38100" cy="38100"/>
          </a:xfrm>
          <a:custGeom>
            <a:avLst/>
            <a:gdLst>
              <a:gd name="T0" fmla="*/ 24 w 24"/>
              <a:gd name="T1" fmla="*/ 5 h 24"/>
              <a:gd name="T2" fmla="*/ 16 w 24"/>
              <a:gd name="T3" fmla="*/ 24 h 24"/>
              <a:gd name="T4" fmla="*/ 0 w 24"/>
              <a:gd name="T5" fmla="*/ 8 h 24"/>
              <a:gd name="T6" fmla="*/ 19 w 24"/>
              <a:gd name="T7" fmla="*/ 0 h 24"/>
              <a:gd name="T8" fmla="*/ 24 w 24"/>
              <a:gd name="T9" fmla="*/ 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4">
                <a:moveTo>
                  <a:pt x="24" y="5"/>
                </a:moveTo>
                <a:lnTo>
                  <a:pt x="16" y="24"/>
                </a:lnTo>
                <a:lnTo>
                  <a:pt x="0" y="8"/>
                </a:lnTo>
                <a:lnTo>
                  <a:pt x="19" y="0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Freeform 409"/>
          <p:cNvSpPr>
            <a:spLocks/>
          </p:cNvSpPr>
          <p:nvPr/>
        </p:nvSpPr>
        <p:spPr bwMode="auto">
          <a:xfrm>
            <a:off x="2506662" y="5402263"/>
            <a:ext cx="322263" cy="619125"/>
          </a:xfrm>
          <a:custGeom>
            <a:avLst/>
            <a:gdLst>
              <a:gd name="T0" fmla="*/ 67 w 76"/>
              <a:gd name="T1" fmla="*/ 85 h 146"/>
              <a:gd name="T2" fmla="*/ 53 w 76"/>
              <a:gd name="T3" fmla="*/ 69 h 146"/>
              <a:gd name="T4" fmla="*/ 54 w 76"/>
              <a:gd name="T5" fmla="*/ 74 h 146"/>
              <a:gd name="T6" fmla="*/ 55 w 76"/>
              <a:gd name="T7" fmla="*/ 76 h 146"/>
              <a:gd name="T8" fmla="*/ 55 w 76"/>
              <a:gd name="T9" fmla="*/ 101 h 146"/>
              <a:gd name="T10" fmla="*/ 55 w 76"/>
              <a:gd name="T11" fmla="*/ 106 h 146"/>
              <a:gd name="T12" fmla="*/ 55 w 76"/>
              <a:gd name="T13" fmla="*/ 125 h 146"/>
              <a:gd name="T14" fmla="*/ 47 w 76"/>
              <a:gd name="T15" fmla="*/ 125 h 146"/>
              <a:gd name="T16" fmla="*/ 47 w 76"/>
              <a:gd name="T17" fmla="*/ 114 h 146"/>
              <a:gd name="T18" fmla="*/ 47 w 76"/>
              <a:gd name="T19" fmla="*/ 6 h 146"/>
              <a:gd name="T20" fmla="*/ 47 w 76"/>
              <a:gd name="T21" fmla="*/ 6 h 146"/>
              <a:gd name="T22" fmla="*/ 41 w 76"/>
              <a:gd name="T23" fmla="*/ 2 h 146"/>
              <a:gd name="T24" fmla="*/ 29 w 76"/>
              <a:gd name="T25" fmla="*/ 7 h 146"/>
              <a:gd name="T26" fmla="*/ 10 w 76"/>
              <a:gd name="T27" fmla="*/ 14 h 146"/>
              <a:gd name="T28" fmla="*/ 0 w 76"/>
              <a:gd name="T29" fmla="*/ 17 h 146"/>
              <a:gd name="T30" fmla="*/ 0 w 76"/>
              <a:gd name="T31" fmla="*/ 18 h 146"/>
              <a:gd name="T32" fmla="*/ 11 w 76"/>
              <a:gd name="T33" fmla="*/ 18 h 146"/>
              <a:gd name="T34" fmla="*/ 32 w 76"/>
              <a:gd name="T35" fmla="*/ 14 h 146"/>
              <a:gd name="T36" fmla="*/ 32 w 76"/>
              <a:gd name="T37" fmla="*/ 114 h 146"/>
              <a:gd name="T38" fmla="*/ 32 w 76"/>
              <a:gd name="T39" fmla="*/ 125 h 146"/>
              <a:gd name="T40" fmla="*/ 32 w 76"/>
              <a:gd name="T41" fmla="*/ 126 h 146"/>
              <a:gd name="T42" fmla="*/ 32 w 76"/>
              <a:gd name="T43" fmla="*/ 131 h 146"/>
              <a:gd name="T44" fmla="*/ 51 w 76"/>
              <a:gd name="T45" fmla="*/ 146 h 146"/>
              <a:gd name="T46" fmla="*/ 69 w 76"/>
              <a:gd name="T47" fmla="*/ 131 h 146"/>
              <a:gd name="T48" fmla="*/ 69 w 76"/>
              <a:gd name="T49" fmla="*/ 128 h 146"/>
              <a:gd name="T50" fmla="*/ 69 w 76"/>
              <a:gd name="T51" fmla="*/ 128 h 146"/>
              <a:gd name="T52" fmla="*/ 69 w 76"/>
              <a:gd name="T53" fmla="*/ 127 h 146"/>
              <a:gd name="T54" fmla="*/ 69 w 76"/>
              <a:gd name="T55" fmla="*/ 127 h 146"/>
              <a:gd name="T56" fmla="*/ 69 w 76"/>
              <a:gd name="T57" fmla="*/ 116 h 146"/>
              <a:gd name="T58" fmla="*/ 69 w 76"/>
              <a:gd name="T59" fmla="*/ 108 h 146"/>
              <a:gd name="T60" fmla="*/ 72 w 76"/>
              <a:gd name="T61" fmla="*/ 101 h 146"/>
              <a:gd name="T62" fmla="*/ 72 w 76"/>
              <a:gd name="T63" fmla="*/ 101 h 146"/>
              <a:gd name="T64" fmla="*/ 75 w 76"/>
              <a:gd name="T65" fmla="*/ 103 h 146"/>
              <a:gd name="T66" fmla="*/ 67 w 76"/>
              <a:gd name="T67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6" h="146">
                <a:moveTo>
                  <a:pt x="67" y="85"/>
                </a:moveTo>
                <a:cubicBezTo>
                  <a:pt x="60" y="75"/>
                  <a:pt x="54" y="69"/>
                  <a:pt x="53" y="69"/>
                </a:cubicBezTo>
                <a:cubicBezTo>
                  <a:pt x="52" y="70"/>
                  <a:pt x="53" y="71"/>
                  <a:pt x="54" y="74"/>
                </a:cubicBezTo>
                <a:cubicBezTo>
                  <a:pt x="54" y="74"/>
                  <a:pt x="55" y="75"/>
                  <a:pt x="55" y="76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5"/>
                  <a:pt x="51" y="130"/>
                  <a:pt x="47" y="125"/>
                </a:cubicBezTo>
                <a:cubicBezTo>
                  <a:pt x="47" y="118"/>
                  <a:pt x="47" y="114"/>
                  <a:pt x="47" y="114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8" y="0"/>
                  <a:pt x="41" y="2"/>
                </a:cubicBezTo>
                <a:cubicBezTo>
                  <a:pt x="36" y="4"/>
                  <a:pt x="36" y="4"/>
                  <a:pt x="29" y="7"/>
                </a:cubicBezTo>
                <a:cubicBezTo>
                  <a:pt x="22" y="10"/>
                  <a:pt x="13" y="13"/>
                  <a:pt x="10" y="14"/>
                </a:cubicBezTo>
                <a:cubicBezTo>
                  <a:pt x="7" y="16"/>
                  <a:pt x="4" y="17"/>
                  <a:pt x="0" y="17"/>
                </a:cubicBezTo>
                <a:cubicBezTo>
                  <a:pt x="0" y="18"/>
                  <a:pt x="0" y="18"/>
                  <a:pt x="0" y="18"/>
                </a:cubicBezTo>
                <a:cubicBezTo>
                  <a:pt x="4" y="18"/>
                  <a:pt x="7" y="18"/>
                  <a:pt x="11" y="18"/>
                </a:cubicBezTo>
                <a:cubicBezTo>
                  <a:pt x="13" y="18"/>
                  <a:pt x="23" y="16"/>
                  <a:pt x="32" y="14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25"/>
                  <a:pt x="32" y="125"/>
                  <a:pt x="32" y="125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2" y="141"/>
                  <a:pt x="40" y="146"/>
                  <a:pt x="51" y="146"/>
                </a:cubicBezTo>
                <a:cubicBezTo>
                  <a:pt x="61" y="146"/>
                  <a:pt x="69" y="141"/>
                  <a:pt x="69" y="131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69" y="116"/>
                  <a:pt x="69" y="116"/>
                  <a:pt x="69" y="116"/>
                </a:cubicBezTo>
                <a:cubicBezTo>
                  <a:pt x="69" y="116"/>
                  <a:pt x="69" y="113"/>
                  <a:pt x="69" y="108"/>
                </a:cubicBezTo>
                <a:cubicBezTo>
                  <a:pt x="69" y="103"/>
                  <a:pt x="72" y="101"/>
                  <a:pt x="72" y="101"/>
                </a:cubicBezTo>
                <a:cubicBezTo>
                  <a:pt x="72" y="101"/>
                  <a:pt x="72" y="101"/>
                  <a:pt x="72" y="101"/>
                </a:cubicBezTo>
                <a:cubicBezTo>
                  <a:pt x="73" y="102"/>
                  <a:pt x="74" y="103"/>
                  <a:pt x="75" y="103"/>
                </a:cubicBezTo>
                <a:cubicBezTo>
                  <a:pt x="76" y="102"/>
                  <a:pt x="74" y="94"/>
                  <a:pt x="6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" name="Freeform 410"/>
          <p:cNvSpPr>
            <a:spLocks/>
          </p:cNvSpPr>
          <p:nvPr/>
        </p:nvSpPr>
        <p:spPr bwMode="auto">
          <a:xfrm>
            <a:off x="2616200" y="5792788"/>
            <a:ext cx="106363" cy="25400"/>
          </a:xfrm>
          <a:custGeom>
            <a:avLst/>
            <a:gdLst>
              <a:gd name="T0" fmla="*/ 25 w 25"/>
              <a:gd name="T1" fmla="*/ 3 h 6"/>
              <a:gd name="T2" fmla="*/ 23 w 25"/>
              <a:gd name="T3" fmla="*/ 6 h 6"/>
              <a:gd name="T4" fmla="*/ 2 w 25"/>
              <a:gd name="T5" fmla="*/ 6 h 6"/>
              <a:gd name="T6" fmla="*/ 0 w 25"/>
              <a:gd name="T7" fmla="*/ 3 h 6"/>
              <a:gd name="T8" fmla="*/ 2 w 25"/>
              <a:gd name="T9" fmla="*/ 0 h 6"/>
              <a:gd name="T10" fmla="*/ 23 w 25"/>
              <a:gd name="T11" fmla="*/ 0 h 6"/>
              <a:gd name="T12" fmla="*/ 25 w 25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6">
                <a:moveTo>
                  <a:pt x="25" y="3"/>
                </a:moveTo>
                <a:cubicBezTo>
                  <a:pt x="25" y="4"/>
                  <a:pt x="24" y="6"/>
                  <a:pt x="23" y="6"/>
                </a:cubicBez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5" y="1"/>
                  <a:pt x="2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" name="Freeform 411"/>
          <p:cNvSpPr>
            <a:spLocks/>
          </p:cNvSpPr>
          <p:nvPr/>
        </p:nvSpPr>
        <p:spPr bwMode="auto">
          <a:xfrm>
            <a:off x="2616200" y="5843588"/>
            <a:ext cx="106363" cy="25400"/>
          </a:xfrm>
          <a:custGeom>
            <a:avLst/>
            <a:gdLst>
              <a:gd name="T0" fmla="*/ 25 w 25"/>
              <a:gd name="T1" fmla="*/ 3 h 6"/>
              <a:gd name="T2" fmla="*/ 23 w 25"/>
              <a:gd name="T3" fmla="*/ 6 h 6"/>
              <a:gd name="T4" fmla="*/ 2 w 25"/>
              <a:gd name="T5" fmla="*/ 6 h 6"/>
              <a:gd name="T6" fmla="*/ 0 w 25"/>
              <a:gd name="T7" fmla="*/ 3 h 6"/>
              <a:gd name="T8" fmla="*/ 2 w 25"/>
              <a:gd name="T9" fmla="*/ 0 h 6"/>
              <a:gd name="T10" fmla="*/ 23 w 25"/>
              <a:gd name="T11" fmla="*/ 0 h 6"/>
              <a:gd name="T12" fmla="*/ 25 w 25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6">
                <a:moveTo>
                  <a:pt x="25" y="3"/>
                </a:moveTo>
                <a:cubicBezTo>
                  <a:pt x="25" y="4"/>
                  <a:pt x="24" y="6"/>
                  <a:pt x="23" y="6"/>
                </a:cubicBez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5" y="1"/>
                  <a:pt x="2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" name="Freeform 412"/>
          <p:cNvSpPr>
            <a:spLocks/>
          </p:cNvSpPr>
          <p:nvPr/>
        </p:nvSpPr>
        <p:spPr bwMode="auto">
          <a:xfrm>
            <a:off x="2616200" y="5894388"/>
            <a:ext cx="106363" cy="25400"/>
          </a:xfrm>
          <a:custGeom>
            <a:avLst/>
            <a:gdLst>
              <a:gd name="T0" fmla="*/ 25 w 25"/>
              <a:gd name="T1" fmla="*/ 3 h 6"/>
              <a:gd name="T2" fmla="*/ 23 w 25"/>
              <a:gd name="T3" fmla="*/ 6 h 6"/>
              <a:gd name="T4" fmla="*/ 2 w 25"/>
              <a:gd name="T5" fmla="*/ 6 h 6"/>
              <a:gd name="T6" fmla="*/ 0 w 25"/>
              <a:gd name="T7" fmla="*/ 3 h 6"/>
              <a:gd name="T8" fmla="*/ 2 w 25"/>
              <a:gd name="T9" fmla="*/ 0 h 6"/>
              <a:gd name="T10" fmla="*/ 23 w 25"/>
              <a:gd name="T11" fmla="*/ 0 h 6"/>
              <a:gd name="T12" fmla="*/ 25 w 25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6">
                <a:moveTo>
                  <a:pt x="25" y="3"/>
                </a:moveTo>
                <a:cubicBezTo>
                  <a:pt x="25" y="5"/>
                  <a:pt x="24" y="6"/>
                  <a:pt x="23" y="6"/>
                </a:cubicBez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5" y="1"/>
                  <a:pt x="2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" name="Freeform 413"/>
          <p:cNvSpPr>
            <a:spLocks noEditPoints="1"/>
          </p:cNvSpPr>
          <p:nvPr/>
        </p:nvSpPr>
        <p:spPr bwMode="auto">
          <a:xfrm>
            <a:off x="3206750" y="5648326"/>
            <a:ext cx="296863" cy="296863"/>
          </a:xfrm>
          <a:custGeom>
            <a:avLst/>
            <a:gdLst>
              <a:gd name="T0" fmla="*/ 35 w 70"/>
              <a:gd name="T1" fmla="*/ 21 h 70"/>
              <a:gd name="T2" fmla="*/ 49 w 70"/>
              <a:gd name="T3" fmla="*/ 35 h 70"/>
              <a:gd name="T4" fmla="*/ 35 w 70"/>
              <a:gd name="T5" fmla="*/ 49 h 70"/>
              <a:gd name="T6" fmla="*/ 21 w 70"/>
              <a:gd name="T7" fmla="*/ 35 h 70"/>
              <a:gd name="T8" fmla="*/ 35 w 70"/>
              <a:gd name="T9" fmla="*/ 21 h 70"/>
              <a:gd name="T10" fmla="*/ 35 w 70"/>
              <a:gd name="T11" fmla="*/ 0 h 70"/>
              <a:gd name="T12" fmla="*/ 0 w 70"/>
              <a:gd name="T13" fmla="*/ 35 h 70"/>
              <a:gd name="T14" fmla="*/ 35 w 70"/>
              <a:gd name="T15" fmla="*/ 70 h 70"/>
              <a:gd name="T16" fmla="*/ 70 w 70"/>
              <a:gd name="T17" fmla="*/ 35 h 70"/>
              <a:gd name="T18" fmla="*/ 35 w 70"/>
              <a:gd name="T1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0" h="70">
                <a:moveTo>
                  <a:pt x="35" y="21"/>
                </a:moveTo>
                <a:cubicBezTo>
                  <a:pt x="43" y="21"/>
                  <a:pt x="49" y="27"/>
                  <a:pt x="49" y="35"/>
                </a:cubicBezTo>
                <a:cubicBezTo>
                  <a:pt x="49" y="43"/>
                  <a:pt x="43" y="49"/>
                  <a:pt x="35" y="49"/>
                </a:cubicBezTo>
                <a:cubicBezTo>
                  <a:pt x="27" y="49"/>
                  <a:pt x="21" y="43"/>
                  <a:pt x="21" y="35"/>
                </a:cubicBezTo>
                <a:cubicBezTo>
                  <a:pt x="21" y="27"/>
                  <a:pt x="27" y="21"/>
                  <a:pt x="35" y="21"/>
                </a:cubicBezTo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54"/>
                  <a:pt x="16" y="70"/>
                  <a:pt x="35" y="70"/>
                </a:cubicBezTo>
                <a:cubicBezTo>
                  <a:pt x="54" y="70"/>
                  <a:pt x="70" y="54"/>
                  <a:pt x="70" y="35"/>
                </a:cubicBezTo>
                <a:cubicBezTo>
                  <a:pt x="70" y="16"/>
                  <a:pt x="54" y="0"/>
                  <a:pt x="3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" name="Rectangle 414"/>
          <p:cNvSpPr>
            <a:spLocks noChangeArrowheads="1"/>
          </p:cNvSpPr>
          <p:nvPr/>
        </p:nvSpPr>
        <p:spPr bwMode="auto">
          <a:xfrm>
            <a:off x="3079750" y="5473701"/>
            <a:ext cx="203200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" name="Freeform 415"/>
          <p:cNvSpPr>
            <a:spLocks/>
          </p:cNvSpPr>
          <p:nvPr/>
        </p:nvSpPr>
        <p:spPr bwMode="auto">
          <a:xfrm>
            <a:off x="3206750" y="5665788"/>
            <a:ext cx="84138" cy="131763"/>
          </a:xfrm>
          <a:custGeom>
            <a:avLst/>
            <a:gdLst>
              <a:gd name="T0" fmla="*/ 18 w 20"/>
              <a:gd name="T1" fmla="*/ 0 h 31"/>
              <a:gd name="T2" fmla="*/ 0 w 20"/>
              <a:gd name="T3" fmla="*/ 29 h 31"/>
              <a:gd name="T4" fmla="*/ 20 w 20"/>
              <a:gd name="T5" fmla="*/ 31 h 31"/>
              <a:gd name="T6" fmla="*/ 20 w 20"/>
              <a:gd name="T7" fmla="*/ 26 h 31"/>
              <a:gd name="T8" fmla="*/ 18 w 20"/>
              <a:gd name="T9" fmla="*/ 26 h 31"/>
              <a:gd name="T10" fmla="*/ 18 w 20"/>
              <a:gd name="T11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31">
                <a:moveTo>
                  <a:pt x="18" y="0"/>
                </a:moveTo>
                <a:cubicBezTo>
                  <a:pt x="8" y="6"/>
                  <a:pt x="1" y="17"/>
                  <a:pt x="0" y="2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0"/>
                  <a:pt x="18" y="0"/>
                  <a:pt x="1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" name="Freeform 416"/>
          <p:cNvSpPr>
            <a:spLocks/>
          </p:cNvSpPr>
          <p:nvPr/>
        </p:nvSpPr>
        <p:spPr bwMode="auto">
          <a:xfrm>
            <a:off x="3427412" y="5597526"/>
            <a:ext cx="190500" cy="373063"/>
          </a:xfrm>
          <a:custGeom>
            <a:avLst/>
            <a:gdLst>
              <a:gd name="T0" fmla="*/ 43 w 45"/>
              <a:gd name="T1" fmla="*/ 0 h 88"/>
              <a:gd name="T2" fmla="*/ 0 w 45"/>
              <a:gd name="T3" fmla="*/ 3 h 88"/>
              <a:gd name="T4" fmla="*/ 0 w 45"/>
              <a:gd name="T5" fmla="*/ 17 h 88"/>
              <a:gd name="T6" fmla="*/ 18 w 45"/>
              <a:gd name="T7" fmla="*/ 46 h 88"/>
              <a:gd name="T8" fmla="*/ 22 w 45"/>
              <a:gd name="T9" fmla="*/ 45 h 88"/>
              <a:gd name="T10" fmla="*/ 22 w 45"/>
              <a:gd name="T11" fmla="*/ 78 h 88"/>
              <a:gd name="T12" fmla="*/ 11 w 45"/>
              <a:gd name="T13" fmla="*/ 84 h 88"/>
              <a:gd name="T14" fmla="*/ 11 w 45"/>
              <a:gd name="T15" fmla="*/ 88 h 88"/>
              <a:gd name="T16" fmla="*/ 23 w 45"/>
              <a:gd name="T17" fmla="*/ 81 h 88"/>
              <a:gd name="T18" fmla="*/ 36 w 45"/>
              <a:gd name="T19" fmla="*/ 88 h 88"/>
              <a:gd name="T20" fmla="*/ 36 w 45"/>
              <a:gd name="T21" fmla="*/ 84 h 88"/>
              <a:gd name="T22" fmla="*/ 25 w 45"/>
              <a:gd name="T23" fmla="*/ 79 h 88"/>
              <a:gd name="T24" fmla="*/ 25 w 45"/>
              <a:gd name="T25" fmla="*/ 45 h 88"/>
              <a:gd name="T26" fmla="*/ 45 w 45"/>
              <a:gd name="T27" fmla="*/ 43 h 88"/>
              <a:gd name="T28" fmla="*/ 45 w 45"/>
              <a:gd name="T29" fmla="*/ 39 h 88"/>
              <a:gd name="T30" fmla="*/ 43 w 45"/>
              <a:gd name="T31" fmla="*/ 39 h 88"/>
              <a:gd name="T32" fmla="*/ 43 w 45"/>
              <a:gd name="T33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" h="88">
                <a:moveTo>
                  <a:pt x="4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17"/>
                  <a:pt x="0" y="17"/>
                  <a:pt x="0" y="17"/>
                </a:cubicBezTo>
                <a:cubicBezTo>
                  <a:pt x="10" y="23"/>
                  <a:pt x="17" y="33"/>
                  <a:pt x="18" y="46"/>
                </a:cubicBezTo>
                <a:cubicBezTo>
                  <a:pt x="22" y="45"/>
                  <a:pt x="22" y="45"/>
                  <a:pt x="22" y="45"/>
                </a:cubicBezTo>
                <a:cubicBezTo>
                  <a:pt x="22" y="78"/>
                  <a:pt x="22" y="78"/>
                  <a:pt x="22" y="78"/>
                </a:cubicBezTo>
                <a:cubicBezTo>
                  <a:pt x="11" y="84"/>
                  <a:pt x="11" y="84"/>
                  <a:pt x="11" y="84"/>
                </a:cubicBezTo>
                <a:cubicBezTo>
                  <a:pt x="11" y="88"/>
                  <a:pt x="11" y="88"/>
                  <a:pt x="11" y="88"/>
                </a:cubicBezTo>
                <a:cubicBezTo>
                  <a:pt x="23" y="81"/>
                  <a:pt x="23" y="81"/>
                  <a:pt x="23" y="81"/>
                </a:cubicBezTo>
                <a:cubicBezTo>
                  <a:pt x="36" y="88"/>
                  <a:pt x="36" y="88"/>
                  <a:pt x="36" y="88"/>
                </a:cubicBezTo>
                <a:cubicBezTo>
                  <a:pt x="36" y="84"/>
                  <a:pt x="36" y="84"/>
                  <a:pt x="36" y="84"/>
                </a:cubicBezTo>
                <a:cubicBezTo>
                  <a:pt x="25" y="79"/>
                  <a:pt x="25" y="79"/>
                  <a:pt x="25" y="79"/>
                </a:cubicBezTo>
                <a:cubicBezTo>
                  <a:pt x="25" y="45"/>
                  <a:pt x="25" y="45"/>
                  <a:pt x="25" y="45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39"/>
                  <a:pt x="45" y="39"/>
                  <a:pt x="45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0"/>
                  <a:pt x="43" y="0"/>
                  <a:pt x="4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" name="Freeform 417"/>
          <p:cNvSpPr>
            <a:spLocks/>
          </p:cNvSpPr>
          <p:nvPr/>
        </p:nvSpPr>
        <p:spPr bwMode="auto">
          <a:xfrm>
            <a:off x="3417887" y="5668963"/>
            <a:ext cx="85725" cy="128588"/>
          </a:xfrm>
          <a:custGeom>
            <a:avLst/>
            <a:gdLst>
              <a:gd name="T0" fmla="*/ 2 w 20"/>
              <a:gd name="T1" fmla="*/ 0 h 30"/>
              <a:gd name="T2" fmla="*/ 2 w 20"/>
              <a:gd name="T3" fmla="*/ 25 h 30"/>
              <a:gd name="T4" fmla="*/ 0 w 20"/>
              <a:gd name="T5" fmla="*/ 25 h 30"/>
              <a:gd name="T6" fmla="*/ 0 w 20"/>
              <a:gd name="T7" fmla="*/ 30 h 30"/>
              <a:gd name="T8" fmla="*/ 20 w 20"/>
              <a:gd name="T9" fmla="*/ 29 h 30"/>
              <a:gd name="T10" fmla="*/ 2 w 20"/>
              <a:gd name="T11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30">
                <a:moveTo>
                  <a:pt x="2" y="0"/>
                </a:moveTo>
                <a:cubicBezTo>
                  <a:pt x="2" y="25"/>
                  <a:pt x="2" y="25"/>
                  <a:pt x="2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30"/>
                  <a:pt x="0" y="30"/>
                  <a:pt x="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19" y="16"/>
                  <a:pt x="12" y="6"/>
                  <a:pt x="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" name="Rectangle 418"/>
          <p:cNvSpPr>
            <a:spLocks noChangeArrowheads="1"/>
          </p:cNvSpPr>
          <p:nvPr/>
        </p:nvSpPr>
        <p:spPr bwMode="auto">
          <a:xfrm>
            <a:off x="3282950" y="5924551"/>
            <a:ext cx="20638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" name="Rectangle 419"/>
          <p:cNvSpPr>
            <a:spLocks noChangeArrowheads="1"/>
          </p:cNvSpPr>
          <p:nvPr/>
        </p:nvSpPr>
        <p:spPr bwMode="auto">
          <a:xfrm>
            <a:off x="3405187" y="5924551"/>
            <a:ext cx="25400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" name="Freeform 420"/>
          <p:cNvSpPr>
            <a:spLocks/>
          </p:cNvSpPr>
          <p:nvPr/>
        </p:nvSpPr>
        <p:spPr bwMode="auto">
          <a:xfrm>
            <a:off x="3465512" y="5511801"/>
            <a:ext cx="152400" cy="98425"/>
          </a:xfrm>
          <a:custGeom>
            <a:avLst/>
            <a:gdLst>
              <a:gd name="T0" fmla="*/ 2 w 96"/>
              <a:gd name="T1" fmla="*/ 59 h 62"/>
              <a:gd name="T2" fmla="*/ 8 w 96"/>
              <a:gd name="T3" fmla="*/ 59 h 62"/>
              <a:gd name="T4" fmla="*/ 8 w 96"/>
              <a:gd name="T5" fmla="*/ 62 h 62"/>
              <a:gd name="T6" fmla="*/ 10 w 96"/>
              <a:gd name="T7" fmla="*/ 59 h 62"/>
              <a:gd name="T8" fmla="*/ 96 w 96"/>
              <a:gd name="T9" fmla="*/ 46 h 62"/>
              <a:gd name="T10" fmla="*/ 96 w 96"/>
              <a:gd name="T11" fmla="*/ 38 h 62"/>
              <a:gd name="T12" fmla="*/ 26 w 96"/>
              <a:gd name="T13" fmla="*/ 48 h 62"/>
              <a:gd name="T14" fmla="*/ 88 w 96"/>
              <a:gd name="T15" fmla="*/ 6 h 62"/>
              <a:gd name="T16" fmla="*/ 83 w 96"/>
              <a:gd name="T17" fmla="*/ 0 h 62"/>
              <a:gd name="T18" fmla="*/ 8 w 96"/>
              <a:gd name="T19" fmla="*/ 51 h 62"/>
              <a:gd name="T20" fmla="*/ 0 w 96"/>
              <a:gd name="T21" fmla="*/ 54 h 62"/>
              <a:gd name="T22" fmla="*/ 2 w 96"/>
              <a:gd name="T23" fmla="*/ 5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" h="62">
                <a:moveTo>
                  <a:pt x="2" y="59"/>
                </a:moveTo>
                <a:lnTo>
                  <a:pt x="8" y="59"/>
                </a:lnTo>
                <a:lnTo>
                  <a:pt x="8" y="62"/>
                </a:lnTo>
                <a:lnTo>
                  <a:pt x="10" y="59"/>
                </a:lnTo>
                <a:lnTo>
                  <a:pt x="96" y="46"/>
                </a:lnTo>
                <a:lnTo>
                  <a:pt x="96" y="38"/>
                </a:lnTo>
                <a:lnTo>
                  <a:pt x="26" y="48"/>
                </a:lnTo>
                <a:lnTo>
                  <a:pt x="88" y="6"/>
                </a:lnTo>
                <a:lnTo>
                  <a:pt x="83" y="0"/>
                </a:lnTo>
                <a:lnTo>
                  <a:pt x="8" y="51"/>
                </a:lnTo>
                <a:lnTo>
                  <a:pt x="0" y="54"/>
                </a:lnTo>
                <a:lnTo>
                  <a:pt x="2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" name="Freeform 421"/>
          <p:cNvSpPr>
            <a:spLocks/>
          </p:cNvSpPr>
          <p:nvPr/>
        </p:nvSpPr>
        <p:spPr bwMode="auto">
          <a:xfrm>
            <a:off x="3935412" y="5465763"/>
            <a:ext cx="139700" cy="68263"/>
          </a:xfrm>
          <a:custGeom>
            <a:avLst/>
            <a:gdLst>
              <a:gd name="T0" fmla="*/ 17 w 33"/>
              <a:gd name="T1" fmla="*/ 0 h 16"/>
              <a:gd name="T2" fmla="*/ 0 w 33"/>
              <a:gd name="T3" fmla="*/ 16 h 16"/>
              <a:gd name="T4" fmla="*/ 33 w 33"/>
              <a:gd name="T5" fmla="*/ 16 h 16"/>
              <a:gd name="T6" fmla="*/ 17 w 33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" h="16">
                <a:moveTo>
                  <a:pt x="17" y="0"/>
                </a:moveTo>
                <a:cubicBezTo>
                  <a:pt x="8" y="0"/>
                  <a:pt x="0" y="7"/>
                  <a:pt x="0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7"/>
                  <a:pt x="26" y="0"/>
                  <a:pt x="1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" name="Freeform 422"/>
          <p:cNvSpPr>
            <a:spLocks/>
          </p:cNvSpPr>
          <p:nvPr/>
        </p:nvSpPr>
        <p:spPr bwMode="auto">
          <a:xfrm>
            <a:off x="3935412" y="5541963"/>
            <a:ext cx="139700" cy="71438"/>
          </a:xfrm>
          <a:custGeom>
            <a:avLst/>
            <a:gdLst>
              <a:gd name="T0" fmla="*/ 83 w 88"/>
              <a:gd name="T1" fmla="*/ 45 h 45"/>
              <a:gd name="T2" fmla="*/ 8 w 88"/>
              <a:gd name="T3" fmla="*/ 45 h 45"/>
              <a:gd name="T4" fmla="*/ 0 w 88"/>
              <a:gd name="T5" fmla="*/ 0 h 45"/>
              <a:gd name="T6" fmla="*/ 88 w 88"/>
              <a:gd name="T7" fmla="*/ 0 h 45"/>
              <a:gd name="T8" fmla="*/ 83 w 88"/>
              <a:gd name="T9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45">
                <a:moveTo>
                  <a:pt x="83" y="45"/>
                </a:moveTo>
                <a:lnTo>
                  <a:pt x="8" y="45"/>
                </a:lnTo>
                <a:lnTo>
                  <a:pt x="0" y="0"/>
                </a:lnTo>
                <a:lnTo>
                  <a:pt x="88" y="0"/>
                </a:lnTo>
                <a:lnTo>
                  <a:pt x="83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" name="Freeform 423"/>
          <p:cNvSpPr>
            <a:spLocks/>
          </p:cNvSpPr>
          <p:nvPr/>
        </p:nvSpPr>
        <p:spPr bwMode="auto">
          <a:xfrm>
            <a:off x="3935412" y="5541963"/>
            <a:ext cx="139700" cy="71438"/>
          </a:xfrm>
          <a:custGeom>
            <a:avLst/>
            <a:gdLst>
              <a:gd name="T0" fmla="*/ 83 w 88"/>
              <a:gd name="T1" fmla="*/ 45 h 45"/>
              <a:gd name="T2" fmla="*/ 8 w 88"/>
              <a:gd name="T3" fmla="*/ 45 h 45"/>
              <a:gd name="T4" fmla="*/ 0 w 88"/>
              <a:gd name="T5" fmla="*/ 0 h 45"/>
              <a:gd name="T6" fmla="*/ 88 w 88"/>
              <a:gd name="T7" fmla="*/ 0 h 45"/>
              <a:gd name="T8" fmla="*/ 83 w 88"/>
              <a:gd name="T9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45">
                <a:moveTo>
                  <a:pt x="83" y="45"/>
                </a:moveTo>
                <a:lnTo>
                  <a:pt x="8" y="45"/>
                </a:lnTo>
                <a:lnTo>
                  <a:pt x="0" y="0"/>
                </a:lnTo>
                <a:lnTo>
                  <a:pt x="88" y="0"/>
                </a:lnTo>
                <a:lnTo>
                  <a:pt x="83" y="45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" name="Freeform 424"/>
          <p:cNvSpPr>
            <a:spLocks/>
          </p:cNvSpPr>
          <p:nvPr/>
        </p:nvSpPr>
        <p:spPr bwMode="auto">
          <a:xfrm>
            <a:off x="3957637" y="5613401"/>
            <a:ext cx="101600" cy="68263"/>
          </a:xfrm>
          <a:custGeom>
            <a:avLst/>
            <a:gdLst>
              <a:gd name="T0" fmla="*/ 64 w 64"/>
              <a:gd name="T1" fmla="*/ 0 h 43"/>
              <a:gd name="T2" fmla="*/ 0 w 64"/>
              <a:gd name="T3" fmla="*/ 0 h 43"/>
              <a:gd name="T4" fmla="*/ 2 w 64"/>
              <a:gd name="T5" fmla="*/ 43 h 43"/>
              <a:gd name="T6" fmla="*/ 58 w 64"/>
              <a:gd name="T7" fmla="*/ 43 h 43"/>
              <a:gd name="T8" fmla="*/ 64 w 64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43">
                <a:moveTo>
                  <a:pt x="64" y="0"/>
                </a:moveTo>
                <a:lnTo>
                  <a:pt x="0" y="0"/>
                </a:lnTo>
                <a:lnTo>
                  <a:pt x="2" y="43"/>
                </a:lnTo>
                <a:lnTo>
                  <a:pt x="58" y="43"/>
                </a:lnTo>
                <a:lnTo>
                  <a:pt x="6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" name="Freeform 425"/>
          <p:cNvSpPr>
            <a:spLocks/>
          </p:cNvSpPr>
          <p:nvPr/>
        </p:nvSpPr>
        <p:spPr bwMode="auto">
          <a:xfrm>
            <a:off x="3957637" y="5613401"/>
            <a:ext cx="101600" cy="68263"/>
          </a:xfrm>
          <a:custGeom>
            <a:avLst/>
            <a:gdLst>
              <a:gd name="T0" fmla="*/ 64 w 64"/>
              <a:gd name="T1" fmla="*/ 0 h 43"/>
              <a:gd name="T2" fmla="*/ 0 w 64"/>
              <a:gd name="T3" fmla="*/ 0 h 43"/>
              <a:gd name="T4" fmla="*/ 2 w 64"/>
              <a:gd name="T5" fmla="*/ 43 h 43"/>
              <a:gd name="T6" fmla="*/ 58 w 64"/>
              <a:gd name="T7" fmla="*/ 43 h 43"/>
              <a:gd name="T8" fmla="*/ 64 w 64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43">
                <a:moveTo>
                  <a:pt x="64" y="0"/>
                </a:moveTo>
                <a:lnTo>
                  <a:pt x="0" y="0"/>
                </a:lnTo>
                <a:lnTo>
                  <a:pt x="2" y="43"/>
                </a:lnTo>
                <a:lnTo>
                  <a:pt x="58" y="43"/>
                </a:lnTo>
                <a:lnTo>
                  <a:pt x="6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" name="Rectangle 426"/>
          <p:cNvSpPr>
            <a:spLocks noChangeArrowheads="1"/>
          </p:cNvSpPr>
          <p:nvPr/>
        </p:nvSpPr>
        <p:spPr bwMode="auto">
          <a:xfrm>
            <a:off x="3957637" y="5605463"/>
            <a:ext cx="101600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" name="Rectangle 427"/>
          <p:cNvSpPr>
            <a:spLocks noChangeArrowheads="1"/>
          </p:cNvSpPr>
          <p:nvPr/>
        </p:nvSpPr>
        <p:spPr bwMode="auto">
          <a:xfrm>
            <a:off x="3957637" y="5605463"/>
            <a:ext cx="101600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" name="Rectangle 428"/>
          <p:cNvSpPr>
            <a:spLocks noChangeArrowheads="1"/>
          </p:cNvSpPr>
          <p:nvPr/>
        </p:nvSpPr>
        <p:spPr bwMode="auto">
          <a:xfrm>
            <a:off x="3970337" y="5681663"/>
            <a:ext cx="76200" cy="2460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" name="Rectangle 429"/>
          <p:cNvSpPr>
            <a:spLocks noChangeArrowheads="1"/>
          </p:cNvSpPr>
          <p:nvPr/>
        </p:nvSpPr>
        <p:spPr bwMode="auto">
          <a:xfrm>
            <a:off x="3990975" y="5911851"/>
            <a:ext cx="7938" cy="936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" name="Rectangle 430"/>
          <p:cNvSpPr>
            <a:spLocks noChangeArrowheads="1"/>
          </p:cNvSpPr>
          <p:nvPr/>
        </p:nvSpPr>
        <p:spPr bwMode="auto">
          <a:xfrm>
            <a:off x="4016375" y="5907088"/>
            <a:ext cx="4763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" name="Freeform 445"/>
          <p:cNvSpPr>
            <a:spLocks noEditPoints="1"/>
          </p:cNvSpPr>
          <p:nvPr/>
        </p:nvSpPr>
        <p:spPr bwMode="auto">
          <a:xfrm>
            <a:off x="85725" y="6238876"/>
            <a:ext cx="385763" cy="474663"/>
          </a:xfrm>
          <a:custGeom>
            <a:avLst/>
            <a:gdLst>
              <a:gd name="T0" fmla="*/ 47 w 91"/>
              <a:gd name="T1" fmla="*/ 0 h 112"/>
              <a:gd name="T2" fmla="*/ 41 w 91"/>
              <a:gd name="T3" fmla="*/ 0 h 112"/>
              <a:gd name="T4" fmla="*/ 2 w 91"/>
              <a:gd name="T5" fmla="*/ 46 h 112"/>
              <a:gd name="T6" fmla="*/ 2 w 91"/>
              <a:gd name="T7" fmla="*/ 112 h 112"/>
              <a:gd name="T8" fmla="*/ 87 w 91"/>
              <a:gd name="T9" fmla="*/ 112 h 112"/>
              <a:gd name="T10" fmla="*/ 87 w 91"/>
              <a:gd name="T11" fmla="*/ 46 h 112"/>
              <a:gd name="T12" fmla="*/ 47 w 91"/>
              <a:gd name="T13" fmla="*/ 0 h 112"/>
              <a:gd name="T14" fmla="*/ 20 w 91"/>
              <a:gd name="T15" fmla="*/ 104 h 112"/>
              <a:gd name="T16" fmla="*/ 9 w 91"/>
              <a:gd name="T17" fmla="*/ 104 h 112"/>
              <a:gd name="T18" fmla="*/ 9 w 91"/>
              <a:gd name="T19" fmla="*/ 57 h 112"/>
              <a:gd name="T20" fmla="*/ 20 w 91"/>
              <a:gd name="T21" fmla="*/ 57 h 112"/>
              <a:gd name="T22" fmla="*/ 20 w 91"/>
              <a:gd name="T23" fmla="*/ 104 h 112"/>
              <a:gd name="T24" fmla="*/ 63 w 91"/>
              <a:gd name="T25" fmla="*/ 42 h 112"/>
              <a:gd name="T26" fmla="*/ 63 w 91"/>
              <a:gd name="T27" fmla="*/ 90 h 112"/>
              <a:gd name="T28" fmla="*/ 26 w 91"/>
              <a:gd name="T29" fmla="*/ 90 h 112"/>
              <a:gd name="T30" fmla="*/ 26 w 91"/>
              <a:gd name="T31" fmla="*/ 42 h 112"/>
              <a:gd name="T32" fmla="*/ 43 w 91"/>
              <a:gd name="T33" fmla="*/ 25 h 112"/>
              <a:gd name="T34" fmla="*/ 46 w 91"/>
              <a:gd name="T35" fmla="*/ 25 h 112"/>
              <a:gd name="T36" fmla="*/ 63 w 91"/>
              <a:gd name="T37" fmla="*/ 42 h 112"/>
              <a:gd name="T38" fmla="*/ 81 w 91"/>
              <a:gd name="T39" fmla="*/ 104 h 112"/>
              <a:gd name="T40" fmla="*/ 71 w 91"/>
              <a:gd name="T41" fmla="*/ 104 h 112"/>
              <a:gd name="T42" fmla="*/ 71 w 91"/>
              <a:gd name="T43" fmla="*/ 57 h 112"/>
              <a:gd name="T44" fmla="*/ 81 w 91"/>
              <a:gd name="T45" fmla="*/ 57 h 112"/>
              <a:gd name="T46" fmla="*/ 81 w 91"/>
              <a:gd name="T47" fmla="*/ 10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1" h="112">
                <a:moveTo>
                  <a:pt x="47" y="0"/>
                </a:moveTo>
                <a:cubicBezTo>
                  <a:pt x="45" y="0"/>
                  <a:pt x="43" y="0"/>
                  <a:pt x="41" y="0"/>
                </a:cubicBezTo>
                <a:cubicBezTo>
                  <a:pt x="0" y="0"/>
                  <a:pt x="2" y="46"/>
                  <a:pt x="2" y="46"/>
                </a:cubicBezTo>
                <a:cubicBezTo>
                  <a:pt x="2" y="112"/>
                  <a:pt x="2" y="112"/>
                  <a:pt x="2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91" y="0"/>
                  <a:pt x="47" y="0"/>
                </a:cubicBezTo>
                <a:moveTo>
                  <a:pt x="20" y="104"/>
                </a:moveTo>
                <a:cubicBezTo>
                  <a:pt x="9" y="104"/>
                  <a:pt x="9" y="104"/>
                  <a:pt x="9" y="104"/>
                </a:cubicBezTo>
                <a:cubicBezTo>
                  <a:pt x="9" y="57"/>
                  <a:pt x="9" y="57"/>
                  <a:pt x="9" y="57"/>
                </a:cubicBezTo>
                <a:cubicBezTo>
                  <a:pt x="20" y="57"/>
                  <a:pt x="20" y="57"/>
                  <a:pt x="20" y="57"/>
                </a:cubicBezTo>
                <a:cubicBezTo>
                  <a:pt x="20" y="104"/>
                  <a:pt x="20" y="104"/>
                  <a:pt x="20" y="104"/>
                </a:cubicBezTo>
                <a:moveTo>
                  <a:pt x="63" y="42"/>
                </a:moveTo>
                <a:cubicBezTo>
                  <a:pt x="63" y="90"/>
                  <a:pt x="63" y="90"/>
                  <a:pt x="63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5" y="25"/>
                  <a:pt x="43" y="25"/>
                </a:cubicBezTo>
                <a:cubicBezTo>
                  <a:pt x="44" y="25"/>
                  <a:pt x="45" y="25"/>
                  <a:pt x="46" y="25"/>
                </a:cubicBezTo>
                <a:cubicBezTo>
                  <a:pt x="65" y="25"/>
                  <a:pt x="63" y="42"/>
                  <a:pt x="63" y="42"/>
                </a:cubicBezTo>
                <a:moveTo>
                  <a:pt x="81" y="104"/>
                </a:moveTo>
                <a:cubicBezTo>
                  <a:pt x="71" y="104"/>
                  <a:pt x="71" y="104"/>
                  <a:pt x="71" y="104"/>
                </a:cubicBezTo>
                <a:cubicBezTo>
                  <a:pt x="71" y="57"/>
                  <a:pt x="71" y="57"/>
                  <a:pt x="7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104"/>
                  <a:pt x="81" y="104"/>
                  <a:pt x="81" y="10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" name="Oval 446"/>
          <p:cNvSpPr>
            <a:spLocks noChangeArrowheads="1"/>
          </p:cNvSpPr>
          <p:nvPr/>
        </p:nvSpPr>
        <p:spPr bwMode="auto">
          <a:xfrm>
            <a:off x="250825" y="6484938"/>
            <a:ext cx="55563" cy="587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" name="Freeform 447"/>
          <p:cNvSpPr>
            <a:spLocks noEditPoints="1"/>
          </p:cNvSpPr>
          <p:nvPr/>
        </p:nvSpPr>
        <p:spPr bwMode="auto">
          <a:xfrm>
            <a:off x="207962" y="6361113"/>
            <a:ext cx="136525" cy="225425"/>
          </a:xfrm>
          <a:custGeom>
            <a:avLst/>
            <a:gdLst>
              <a:gd name="T0" fmla="*/ 17 w 32"/>
              <a:gd name="T1" fmla="*/ 45 h 53"/>
              <a:gd name="T2" fmla="*/ 8 w 32"/>
              <a:gd name="T3" fmla="*/ 36 h 53"/>
              <a:gd name="T4" fmla="*/ 17 w 32"/>
              <a:gd name="T5" fmla="*/ 27 h 53"/>
              <a:gd name="T6" fmla="*/ 26 w 32"/>
              <a:gd name="T7" fmla="*/ 36 h 53"/>
              <a:gd name="T8" fmla="*/ 17 w 32"/>
              <a:gd name="T9" fmla="*/ 45 h 53"/>
              <a:gd name="T10" fmla="*/ 4 w 32"/>
              <a:gd name="T11" fmla="*/ 23 h 53"/>
              <a:gd name="T12" fmla="*/ 4 w 32"/>
              <a:gd name="T13" fmla="*/ 21 h 53"/>
              <a:gd name="T14" fmla="*/ 27 w 32"/>
              <a:gd name="T15" fmla="*/ 21 h 53"/>
              <a:gd name="T16" fmla="*/ 27 w 32"/>
              <a:gd name="T17" fmla="*/ 23 h 53"/>
              <a:gd name="T18" fmla="*/ 4 w 32"/>
              <a:gd name="T19" fmla="*/ 23 h 53"/>
              <a:gd name="T20" fmla="*/ 6 w 32"/>
              <a:gd name="T21" fmla="*/ 18 h 53"/>
              <a:gd name="T22" fmla="*/ 6 w 32"/>
              <a:gd name="T23" fmla="*/ 13 h 53"/>
              <a:gd name="T24" fmla="*/ 15 w 32"/>
              <a:gd name="T25" fmla="*/ 4 h 53"/>
              <a:gd name="T26" fmla="*/ 16 w 32"/>
              <a:gd name="T27" fmla="*/ 4 h 53"/>
              <a:gd name="T28" fmla="*/ 26 w 32"/>
              <a:gd name="T29" fmla="*/ 13 h 53"/>
              <a:gd name="T30" fmla="*/ 26 w 32"/>
              <a:gd name="T31" fmla="*/ 18 h 53"/>
              <a:gd name="T32" fmla="*/ 6 w 32"/>
              <a:gd name="T33" fmla="*/ 18 h 53"/>
              <a:gd name="T34" fmla="*/ 16 w 32"/>
              <a:gd name="T35" fmla="*/ 0 h 53"/>
              <a:gd name="T36" fmla="*/ 14 w 32"/>
              <a:gd name="T37" fmla="*/ 0 h 53"/>
              <a:gd name="T38" fmla="*/ 1 w 32"/>
              <a:gd name="T39" fmla="*/ 15 h 53"/>
              <a:gd name="T40" fmla="*/ 1 w 32"/>
              <a:gd name="T41" fmla="*/ 53 h 53"/>
              <a:gd name="T42" fmla="*/ 30 w 32"/>
              <a:gd name="T43" fmla="*/ 53 h 53"/>
              <a:gd name="T44" fmla="*/ 30 w 32"/>
              <a:gd name="T45" fmla="*/ 15 h 53"/>
              <a:gd name="T46" fmla="*/ 16 w 32"/>
              <a:gd name="T47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" h="53">
                <a:moveTo>
                  <a:pt x="17" y="45"/>
                </a:moveTo>
                <a:cubicBezTo>
                  <a:pt x="12" y="45"/>
                  <a:pt x="8" y="41"/>
                  <a:pt x="8" y="36"/>
                </a:cubicBezTo>
                <a:cubicBezTo>
                  <a:pt x="8" y="31"/>
                  <a:pt x="12" y="27"/>
                  <a:pt x="17" y="27"/>
                </a:cubicBezTo>
                <a:cubicBezTo>
                  <a:pt x="22" y="27"/>
                  <a:pt x="26" y="31"/>
                  <a:pt x="26" y="36"/>
                </a:cubicBezTo>
                <a:cubicBezTo>
                  <a:pt x="26" y="41"/>
                  <a:pt x="22" y="45"/>
                  <a:pt x="17" y="45"/>
                </a:cubicBezTo>
                <a:moveTo>
                  <a:pt x="4" y="23"/>
                </a:moveTo>
                <a:cubicBezTo>
                  <a:pt x="4" y="21"/>
                  <a:pt x="4" y="21"/>
                  <a:pt x="4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3"/>
                  <a:pt x="27" y="23"/>
                  <a:pt x="27" y="23"/>
                </a:cubicBezTo>
                <a:cubicBezTo>
                  <a:pt x="4" y="23"/>
                  <a:pt x="4" y="23"/>
                  <a:pt x="4" y="23"/>
                </a:cubicBezTo>
                <a:moveTo>
                  <a:pt x="6" y="18"/>
                </a:move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4"/>
                  <a:pt x="15" y="4"/>
                </a:cubicBezTo>
                <a:cubicBezTo>
                  <a:pt x="15" y="4"/>
                  <a:pt x="16" y="4"/>
                  <a:pt x="16" y="4"/>
                </a:cubicBezTo>
                <a:cubicBezTo>
                  <a:pt x="27" y="4"/>
                  <a:pt x="26" y="13"/>
                  <a:pt x="26" y="13"/>
                </a:cubicBezTo>
                <a:cubicBezTo>
                  <a:pt x="26" y="18"/>
                  <a:pt x="26" y="18"/>
                  <a:pt x="26" y="18"/>
                </a:cubicBezTo>
                <a:cubicBezTo>
                  <a:pt x="6" y="18"/>
                  <a:pt x="6" y="18"/>
                  <a:pt x="6" y="18"/>
                </a:cubicBezTo>
                <a:moveTo>
                  <a:pt x="16" y="0"/>
                </a:moveTo>
                <a:cubicBezTo>
                  <a:pt x="16" y="0"/>
                  <a:pt x="15" y="0"/>
                  <a:pt x="14" y="0"/>
                </a:cubicBezTo>
                <a:cubicBezTo>
                  <a:pt x="0" y="0"/>
                  <a:pt x="1" y="15"/>
                  <a:pt x="1" y="15"/>
                </a:cubicBezTo>
                <a:cubicBezTo>
                  <a:pt x="1" y="53"/>
                  <a:pt x="1" y="53"/>
                  <a:pt x="1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2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" name="Rectangle 448"/>
          <p:cNvSpPr>
            <a:spLocks noChangeArrowheads="1"/>
          </p:cNvSpPr>
          <p:nvPr/>
        </p:nvSpPr>
        <p:spPr bwMode="auto">
          <a:xfrm>
            <a:off x="0" y="6477001"/>
            <a:ext cx="936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" name="Rectangle 449"/>
          <p:cNvSpPr>
            <a:spLocks noChangeArrowheads="1"/>
          </p:cNvSpPr>
          <p:nvPr/>
        </p:nvSpPr>
        <p:spPr bwMode="auto">
          <a:xfrm>
            <a:off x="0" y="6523038"/>
            <a:ext cx="936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" name="Rectangle 450"/>
          <p:cNvSpPr>
            <a:spLocks noChangeArrowheads="1"/>
          </p:cNvSpPr>
          <p:nvPr/>
        </p:nvSpPr>
        <p:spPr bwMode="auto">
          <a:xfrm>
            <a:off x="454025" y="6480176"/>
            <a:ext cx="936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" name="Rectangle 451"/>
          <p:cNvSpPr>
            <a:spLocks noChangeArrowheads="1"/>
          </p:cNvSpPr>
          <p:nvPr/>
        </p:nvSpPr>
        <p:spPr bwMode="auto">
          <a:xfrm>
            <a:off x="454025" y="6527801"/>
            <a:ext cx="936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" name="Freeform 452"/>
          <p:cNvSpPr>
            <a:spLocks noEditPoints="1"/>
          </p:cNvSpPr>
          <p:nvPr/>
        </p:nvSpPr>
        <p:spPr bwMode="auto">
          <a:xfrm>
            <a:off x="1739900" y="6505576"/>
            <a:ext cx="231775" cy="233363"/>
          </a:xfrm>
          <a:custGeom>
            <a:avLst/>
            <a:gdLst>
              <a:gd name="T0" fmla="*/ 37 w 55"/>
              <a:gd name="T1" fmla="*/ 0 h 55"/>
              <a:gd name="T2" fmla="*/ 18 w 55"/>
              <a:gd name="T3" fmla="*/ 0 h 55"/>
              <a:gd name="T4" fmla="*/ 0 w 55"/>
              <a:gd name="T5" fmla="*/ 18 h 55"/>
              <a:gd name="T6" fmla="*/ 0 w 55"/>
              <a:gd name="T7" fmla="*/ 37 h 55"/>
              <a:gd name="T8" fmla="*/ 18 w 55"/>
              <a:gd name="T9" fmla="*/ 55 h 55"/>
              <a:gd name="T10" fmla="*/ 37 w 55"/>
              <a:gd name="T11" fmla="*/ 55 h 55"/>
              <a:gd name="T12" fmla="*/ 55 w 55"/>
              <a:gd name="T13" fmla="*/ 37 h 55"/>
              <a:gd name="T14" fmla="*/ 55 w 55"/>
              <a:gd name="T15" fmla="*/ 18 h 55"/>
              <a:gd name="T16" fmla="*/ 37 w 55"/>
              <a:gd name="T17" fmla="*/ 0 h 55"/>
              <a:gd name="T18" fmla="*/ 32 w 55"/>
              <a:gd name="T19" fmla="*/ 32 h 55"/>
              <a:gd name="T20" fmla="*/ 23 w 55"/>
              <a:gd name="T21" fmla="*/ 32 h 55"/>
              <a:gd name="T22" fmla="*/ 23 w 55"/>
              <a:gd name="T23" fmla="*/ 23 h 55"/>
              <a:gd name="T24" fmla="*/ 32 w 55"/>
              <a:gd name="T25" fmla="*/ 23 h 55"/>
              <a:gd name="T26" fmla="*/ 32 w 55"/>
              <a:gd name="T27" fmla="*/ 3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5" h="55">
                <a:moveTo>
                  <a:pt x="37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47"/>
                  <a:pt x="8" y="55"/>
                  <a:pt x="18" y="55"/>
                </a:cubicBezTo>
                <a:cubicBezTo>
                  <a:pt x="37" y="55"/>
                  <a:pt x="37" y="55"/>
                  <a:pt x="37" y="55"/>
                </a:cubicBezTo>
                <a:cubicBezTo>
                  <a:pt x="47" y="55"/>
                  <a:pt x="55" y="47"/>
                  <a:pt x="55" y="37"/>
                </a:cubicBezTo>
                <a:cubicBezTo>
                  <a:pt x="55" y="18"/>
                  <a:pt x="55" y="18"/>
                  <a:pt x="55" y="18"/>
                </a:cubicBezTo>
                <a:cubicBezTo>
                  <a:pt x="55" y="8"/>
                  <a:pt x="47" y="0"/>
                  <a:pt x="37" y="0"/>
                </a:cubicBezTo>
                <a:close/>
                <a:moveTo>
                  <a:pt x="32" y="32"/>
                </a:moveTo>
                <a:cubicBezTo>
                  <a:pt x="23" y="32"/>
                  <a:pt x="23" y="32"/>
                  <a:pt x="23" y="32"/>
                </a:cubicBezTo>
                <a:cubicBezTo>
                  <a:pt x="23" y="23"/>
                  <a:pt x="23" y="23"/>
                  <a:pt x="23" y="23"/>
                </a:cubicBezTo>
                <a:cubicBezTo>
                  <a:pt x="32" y="23"/>
                  <a:pt x="32" y="23"/>
                  <a:pt x="32" y="23"/>
                </a:cubicBezTo>
                <a:lnTo>
                  <a:pt x="32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" name="Freeform 453"/>
          <p:cNvSpPr>
            <a:spLocks noEditPoints="1"/>
          </p:cNvSpPr>
          <p:nvPr/>
        </p:nvSpPr>
        <p:spPr bwMode="auto">
          <a:xfrm>
            <a:off x="1917700" y="6302376"/>
            <a:ext cx="279400" cy="279400"/>
          </a:xfrm>
          <a:custGeom>
            <a:avLst/>
            <a:gdLst>
              <a:gd name="T0" fmla="*/ 59 w 66"/>
              <a:gd name="T1" fmla="*/ 21 h 66"/>
              <a:gd name="T2" fmla="*/ 46 w 66"/>
              <a:gd name="T3" fmla="*/ 7 h 66"/>
              <a:gd name="T4" fmla="*/ 21 w 66"/>
              <a:gd name="T5" fmla="*/ 7 h 66"/>
              <a:gd name="T6" fmla="*/ 7 w 66"/>
              <a:gd name="T7" fmla="*/ 21 h 66"/>
              <a:gd name="T8" fmla="*/ 7 w 66"/>
              <a:gd name="T9" fmla="*/ 46 h 66"/>
              <a:gd name="T10" fmla="*/ 21 w 66"/>
              <a:gd name="T11" fmla="*/ 59 h 66"/>
              <a:gd name="T12" fmla="*/ 46 w 66"/>
              <a:gd name="T13" fmla="*/ 59 h 66"/>
              <a:gd name="T14" fmla="*/ 59 w 66"/>
              <a:gd name="T15" fmla="*/ 46 h 66"/>
              <a:gd name="T16" fmla="*/ 59 w 66"/>
              <a:gd name="T17" fmla="*/ 21 h 66"/>
              <a:gd name="T18" fmla="*/ 38 w 66"/>
              <a:gd name="T19" fmla="*/ 55 h 66"/>
              <a:gd name="T20" fmla="*/ 29 w 66"/>
              <a:gd name="T21" fmla="*/ 55 h 66"/>
              <a:gd name="T22" fmla="*/ 29 w 66"/>
              <a:gd name="T23" fmla="*/ 46 h 66"/>
              <a:gd name="T24" fmla="*/ 38 w 66"/>
              <a:gd name="T25" fmla="*/ 46 h 66"/>
              <a:gd name="T26" fmla="*/ 38 w 66"/>
              <a:gd name="T27" fmla="*/ 55 h 66"/>
              <a:gd name="T28" fmla="*/ 38 w 66"/>
              <a:gd name="T29" fmla="*/ 38 h 66"/>
              <a:gd name="T30" fmla="*/ 29 w 66"/>
              <a:gd name="T31" fmla="*/ 38 h 66"/>
              <a:gd name="T32" fmla="*/ 29 w 66"/>
              <a:gd name="T33" fmla="*/ 29 h 66"/>
              <a:gd name="T34" fmla="*/ 38 w 66"/>
              <a:gd name="T35" fmla="*/ 29 h 66"/>
              <a:gd name="T36" fmla="*/ 38 w 66"/>
              <a:gd name="T37" fmla="*/ 38 h 66"/>
              <a:gd name="T38" fmla="*/ 38 w 66"/>
              <a:gd name="T39" fmla="*/ 21 h 66"/>
              <a:gd name="T40" fmla="*/ 29 w 66"/>
              <a:gd name="T41" fmla="*/ 21 h 66"/>
              <a:gd name="T42" fmla="*/ 29 w 66"/>
              <a:gd name="T43" fmla="*/ 12 h 66"/>
              <a:gd name="T44" fmla="*/ 38 w 66"/>
              <a:gd name="T45" fmla="*/ 12 h 66"/>
              <a:gd name="T46" fmla="*/ 38 w 66"/>
              <a:gd name="T47" fmla="*/ 21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6" h="66">
                <a:moveTo>
                  <a:pt x="59" y="21"/>
                </a:moveTo>
                <a:cubicBezTo>
                  <a:pt x="46" y="7"/>
                  <a:pt x="46" y="7"/>
                  <a:pt x="46" y="7"/>
                </a:cubicBezTo>
                <a:cubicBezTo>
                  <a:pt x="39" y="0"/>
                  <a:pt x="28" y="0"/>
                  <a:pt x="21" y="7"/>
                </a:cubicBezTo>
                <a:cubicBezTo>
                  <a:pt x="7" y="21"/>
                  <a:pt x="7" y="21"/>
                  <a:pt x="7" y="21"/>
                </a:cubicBezTo>
                <a:cubicBezTo>
                  <a:pt x="0" y="28"/>
                  <a:pt x="0" y="39"/>
                  <a:pt x="7" y="46"/>
                </a:cubicBezTo>
                <a:cubicBezTo>
                  <a:pt x="21" y="59"/>
                  <a:pt x="21" y="59"/>
                  <a:pt x="21" y="59"/>
                </a:cubicBezTo>
                <a:cubicBezTo>
                  <a:pt x="28" y="66"/>
                  <a:pt x="39" y="66"/>
                  <a:pt x="46" y="59"/>
                </a:cubicBezTo>
                <a:cubicBezTo>
                  <a:pt x="59" y="46"/>
                  <a:pt x="59" y="46"/>
                  <a:pt x="59" y="46"/>
                </a:cubicBezTo>
                <a:cubicBezTo>
                  <a:pt x="66" y="39"/>
                  <a:pt x="66" y="28"/>
                  <a:pt x="59" y="21"/>
                </a:cubicBezTo>
                <a:close/>
                <a:moveTo>
                  <a:pt x="38" y="55"/>
                </a:moveTo>
                <a:cubicBezTo>
                  <a:pt x="29" y="55"/>
                  <a:pt x="29" y="55"/>
                  <a:pt x="29" y="55"/>
                </a:cubicBezTo>
                <a:cubicBezTo>
                  <a:pt x="29" y="46"/>
                  <a:pt x="29" y="46"/>
                  <a:pt x="29" y="46"/>
                </a:cubicBezTo>
                <a:cubicBezTo>
                  <a:pt x="38" y="46"/>
                  <a:pt x="38" y="46"/>
                  <a:pt x="38" y="46"/>
                </a:cubicBezTo>
                <a:lnTo>
                  <a:pt x="38" y="55"/>
                </a:lnTo>
                <a:close/>
                <a:moveTo>
                  <a:pt x="38" y="38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29"/>
                  <a:pt x="29" y="29"/>
                  <a:pt x="29" y="29"/>
                </a:cubicBezTo>
                <a:cubicBezTo>
                  <a:pt x="38" y="29"/>
                  <a:pt x="38" y="29"/>
                  <a:pt x="38" y="29"/>
                </a:cubicBezTo>
                <a:lnTo>
                  <a:pt x="38" y="38"/>
                </a:lnTo>
                <a:close/>
                <a:moveTo>
                  <a:pt x="38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12"/>
                  <a:pt x="29" y="12"/>
                  <a:pt x="29" y="12"/>
                </a:cubicBezTo>
                <a:cubicBezTo>
                  <a:pt x="38" y="12"/>
                  <a:pt x="38" y="12"/>
                  <a:pt x="38" y="12"/>
                </a:cubicBezTo>
                <a:lnTo>
                  <a:pt x="38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" name="Freeform 454"/>
          <p:cNvSpPr>
            <a:spLocks noEditPoints="1"/>
          </p:cNvSpPr>
          <p:nvPr/>
        </p:nvSpPr>
        <p:spPr bwMode="auto">
          <a:xfrm>
            <a:off x="2486025" y="6315076"/>
            <a:ext cx="457200" cy="454025"/>
          </a:xfrm>
          <a:custGeom>
            <a:avLst/>
            <a:gdLst>
              <a:gd name="T0" fmla="*/ 41 w 108"/>
              <a:gd name="T1" fmla="*/ 8 h 107"/>
              <a:gd name="T2" fmla="*/ 42 w 108"/>
              <a:gd name="T3" fmla="*/ 8 h 107"/>
              <a:gd name="T4" fmla="*/ 43 w 108"/>
              <a:gd name="T5" fmla="*/ 8 h 107"/>
              <a:gd name="T6" fmla="*/ 44 w 108"/>
              <a:gd name="T7" fmla="*/ 8 h 107"/>
              <a:gd name="T8" fmla="*/ 45 w 108"/>
              <a:gd name="T9" fmla="*/ 7 h 107"/>
              <a:gd name="T10" fmla="*/ 46 w 108"/>
              <a:gd name="T11" fmla="*/ 7 h 107"/>
              <a:gd name="T12" fmla="*/ 47 w 108"/>
              <a:gd name="T13" fmla="*/ 7 h 107"/>
              <a:gd name="T14" fmla="*/ 48 w 108"/>
              <a:gd name="T15" fmla="*/ 7 h 107"/>
              <a:gd name="T16" fmla="*/ 49 w 108"/>
              <a:gd name="T17" fmla="*/ 7 h 107"/>
              <a:gd name="T18" fmla="*/ 50 w 108"/>
              <a:gd name="T19" fmla="*/ 7 h 107"/>
              <a:gd name="T20" fmla="*/ 51 w 108"/>
              <a:gd name="T21" fmla="*/ 7 h 107"/>
              <a:gd name="T22" fmla="*/ 52 w 108"/>
              <a:gd name="T23" fmla="*/ 7 h 107"/>
              <a:gd name="T24" fmla="*/ 53 w 108"/>
              <a:gd name="T25" fmla="*/ 7 h 107"/>
              <a:gd name="T26" fmla="*/ 54 w 108"/>
              <a:gd name="T27" fmla="*/ 7 h 107"/>
              <a:gd name="T28" fmla="*/ 56 w 108"/>
              <a:gd name="T29" fmla="*/ 7 h 107"/>
              <a:gd name="T30" fmla="*/ 57 w 108"/>
              <a:gd name="T31" fmla="*/ 7 h 107"/>
              <a:gd name="T32" fmla="*/ 58 w 108"/>
              <a:gd name="T33" fmla="*/ 7 h 107"/>
              <a:gd name="T34" fmla="*/ 59 w 108"/>
              <a:gd name="T35" fmla="*/ 7 h 107"/>
              <a:gd name="T36" fmla="*/ 60 w 108"/>
              <a:gd name="T37" fmla="*/ 7 h 107"/>
              <a:gd name="T38" fmla="*/ 61 w 108"/>
              <a:gd name="T39" fmla="*/ 7 h 107"/>
              <a:gd name="T40" fmla="*/ 62 w 108"/>
              <a:gd name="T41" fmla="*/ 7 h 107"/>
              <a:gd name="T42" fmla="*/ 63 w 108"/>
              <a:gd name="T43" fmla="*/ 8 h 107"/>
              <a:gd name="T44" fmla="*/ 64 w 108"/>
              <a:gd name="T45" fmla="*/ 8 h 107"/>
              <a:gd name="T46" fmla="*/ 23 w 108"/>
              <a:gd name="T47" fmla="*/ 18 h 107"/>
              <a:gd name="T48" fmla="*/ 24 w 108"/>
              <a:gd name="T49" fmla="*/ 17 h 107"/>
              <a:gd name="T50" fmla="*/ 8 w 108"/>
              <a:gd name="T51" fmla="*/ 61 h 107"/>
              <a:gd name="T52" fmla="*/ 8 w 108"/>
              <a:gd name="T53" fmla="*/ 60 h 107"/>
              <a:gd name="T54" fmla="*/ 8 w 108"/>
              <a:gd name="T55" fmla="*/ 59 h 107"/>
              <a:gd name="T56" fmla="*/ 7 w 108"/>
              <a:gd name="T57" fmla="*/ 58 h 107"/>
              <a:gd name="T58" fmla="*/ 7 w 108"/>
              <a:gd name="T59" fmla="*/ 57 h 107"/>
              <a:gd name="T60" fmla="*/ 7 w 108"/>
              <a:gd name="T61" fmla="*/ 55 h 107"/>
              <a:gd name="T62" fmla="*/ 7 w 108"/>
              <a:gd name="T63" fmla="*/ 54 h 107"/>
              <a:gd name="T64" fmla="*/ 7 w 108"/>
              <a:gd name="T65" fmla="*/ 53 h 107"/>
              <a:gd name="T66" fmla="*/ 7 w 108"/>
              <a:gd name="T67" fmla="*/ 52 h 107"/>
              <a:gd name="T68" fmla="*/ 7 w 108"/>
              <a:gd name="T69" fmla="*/ 51 h 107"/>
              <a:gd name="T70" fmla="*/ 7 w 108"/>
              <a:gd name="T71" fmla="*/ 50 h 107"/>
              <a:gd name="T72" fmla="*/ 64 w 108"/>
              <a:gd name="T73" fmla="*/ 99 h 107"/>
              <a:gd name="T74" fmla="*/ 63 w 108"/>
              <a:gd name="T75" fmla="*/ 100 h 107"/>
              <a:gd name="T76" fmla="*/ 62 w 108"/>
              <a:gd name="T77" fmla="*/ 100 h 107"/>
              <a:gd name="T78" fmla="*/ 61 w 108"/>
              <a:gd name="T79" fmla="*/ 100 h 107"/>
              <a:gd name="T80" fmla="*/ 59 w 108"/>
              <a:gd name="T81" fmla="*/ 100 h 107"/>
              <a:gd name="T82" fmla="*/ 58 w 108"/>
              <a:gd name="T83" fmla="*/ 100 h 107"/>
              <a:gd name="T84" fmla="*/ 56 w 108"/>
              <a:gd name="T85" fmla="*/ 100 h 107"/>
              <a:gd name="T86" fmla="*/ 55 w 108"/>
              <a:gd name="T87" fmla="*/ 100 h 107"/>
              <a:gd name="T88" fmla="*/ 53 w 108"/>
              <a:gd name="T89" fmla="*/ 100 h 107"/>
              <a:gd name="T90" fmla="*/ 52 w 108"/>
              <a:gd name="T91" fmla="*/ 100 h 107"/>
              <a:gd name="T92" fmla="*/ 51 w 108"/>
              <a:gd name="T93" fmla="*/ 100 h 107"/>
              <a:gd name="T94" fmla="*/ 50 w 108"/>
              <a:gd name="T95" fmla="*/ 100 h 107"/>
              <a:gd name="T96" fmla="*/ 48 w 108"/>
              <a:gd name="T97" fmla="*/ 100 h 107"/>
              <a:gd name="T98" fmla="*/ 93 w 108"/>
              <a:gd name="T99" fmla="*/ 80 h 107"/>
              <a:gd name="T100" fmla="*/ 88 w 108"/>
              <a:gd name="T101" fmla="*/ 86 h 107"/>
              <a:gd name="T102" fmla="*/ 87 w 108"/>
              <a:gd name="T103" fmla="*/ 87 h 107"/>
              <a:gd name="T104" fmla="*/ 87 w 108"/>
              <a:gd name="T105" fmla="*/ 87 h 107"/>
              <a:gd name="T106" fmla="*/ 82 w 108"/>
              <a:gd name="T107" fmla="*/ 91 h 107"/>
              <a:gd name="T108" fmla="*/ 81 w 108"/>
              <a:gd name="T109" fmla="*/ 92 h 107"/>
              <a:gd name="T110" fmla="*/ 101 w 108"/>
              <a:gd name="T111" fmla="*/ 55 h 107"/>
              <a:gd name="T112" fmla="*/ 101 w 108"/>
              <a:gd name="T113" fmla="*/ 56 h 107"/>
              <a:gd name="T114" fmla="*/ 101 w 108"/>
              <a:gd name="T115" fmla="*/ 57 h 107"/>
              <a:gd name="T116" fmla="*/ 101 w 108"/>
              <a:gd name="T117" fmla="*/ 49 h 107"/>
              <a:gd name="T118" fmla="*/ 101 w 108"/>
              <a:gd name="T119" fmla="*/ 50 h 107"/>
              <a:gd name="T120" fmla="*/ 101 w 108"/>
              <a:gd name="T121" fmla="*/ 51 h 107"/>
              <a:gd name="T122" fmla="*/ 101 w 108"/>
              <a:gd name="T123" fmla="*/ 52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8" h="107">
                <a:moveTo>
                  <a:pt x="58" y="2"/>
                </a:moveTo>
                <a:cubicBezTo>
                  <a:pt x="30" y="0"/>
                  <a:pt x="5" y="21"/>
                  <a:pt x="3" y="49"/>
                </a:cubicBezTo>
                <a:cubicBezTo>
                  <a:pt x="0" y="78"/>
                  <a:pt x="21" y="103"/>
                  <a:pt x="50" y="105"/>
                </a:cubicBezTo>
                <a:cubicBezTo>
                  <a:pt x="78" y="107"/>
                  <a:pt x="103" y="86"/>
                  <a:pt x="106" y="58"/>
                </a:cubicBezTo>
                <a:cubicBezTo>
                  <a:pt x="108" y="29"/>
                  <a:pt x="87" y="4"/>
                  <a:pt x="58" y="2"/>
                </a:cubicBezTo>
                <a:close/>
                <a:moveTo>
                  <a:pt x="82" y="16"/>
                </a:moveTo>
                <a:cubicBezTo>
                  <a:pt x="87" y="19"/>
                  <a:pt x="91" y="24"/>
                  <a:pt x="94" y="29"/>
                </a:cubicBezTo>
                <a:cubicBezTo>
                  <a:pt x="86" y="34"/>
                  <a:pt x="86" y="34"/>
                  <a:pt x="86" y="34"/>
                </a:cubicBezTo>
                <a:cubicBezTo>
                  <a:pt x="83" y="30"/>
                  <a:pt x="80" y="26"/>
                  <a:pt x="76" y="23"/>
                </a:cubicBezTo>
                <a:lnTo>
                  <a:pt x="82" y="16"/>
                </a:lnTo>
                <a:close/>
                <a:moveTo>
                  <a:pt x="40" y="9"/>
                </a:move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7"/>
                  <a:pt x="56" y="7"/>
                  <a:pt x="56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2" y="7"/>
                  <a:pt x="62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5" y="8"/>
                  <a:pt x="65" y="8"/>
                  <a:pt x="66" y="8"/>
                </a:cubicBezTo>
                <a:cubicBezTo>
                  <a:pt x="63" y="17"/>
                  <a:pt x="63" y="17"/>
                  <a:pt x="63" y="17"/>
                </a:cubicBezTo>
                <a:cubicBezTo>
                  <a:pt x="61" y="17"/>
                  <a:pt x="59" y="16"/>
                  <a:pt x="57" y="16"/>
                </a:cubicBezTo>
                <a:cubicBezTo>
                  <a:pt x="52" y="16"/>
                  <a:pt x="48" y="16"/>
                  <a:pt x="43" y="18"/>
                </a:cubicBezTo>
                <a:cubicBezTo>
                  <a:pt x="40" y="9"/>
                  <a:pt x="40" y="9"/>
                  <a:pt x="40" y="9"/>
                </a:cubicBezTo>
                <a:close/>
                <a:moveTo>
                  <a:pt x="57" y="21"/>
                </a:moveTo>
                <a:cubicBezTo>
                  <a:pt x="75" y="23"/>
                  <a:pt x="88" y="38"/>
                  <a:pt x="87" y="56"/>
                </a:cubicBezTo>
                <a:cubicBezTo>
                  <a:pt x="85" y="74"/>
                  <a:pt x="69" y="87"/>
                  <a:pt x="51" y="86"/>
                </a:cubicBezTo>
                <a:cubicBezTo>
                  <a:pt x="34" y="85"/>
                  <a:pt x="20" y="69"/>
                  <a:pt x="22" y="51"/>
                </a:cubicBezTo>
                <a:cubicBezTo>
                  <a:pt x="23" y="33"/>
                  <a:pt x="39" y="20"/>
                  <a:pt x="57" y="21"/>
                </a:cubicBezTo>
                <a:close/>
                <a:moveTo>
                  <a:pt x="23" y="19"/>
                </a:moveTo>
                <a:cubicBezTo>
                  <a:pt x="23" y="19"/>
                  <a:pt x="23" y="19"/>
                  <a:pt x="23" y="19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30" y="25"/>
                  <a:pt x="30" y="25"/>
                  <a:pt x="30" y="25"/>
                </a:cubicBezTo>
                <a:cubicBezTo>
                  <a:pt x="27" y="28"/>
                  <a:pt x="24" y="31"/>
                  <a:pt x="21" y="35"/>
                </a:cubicBezTo>
                <a:cubicBezTo>
                  <a:pt x="13" y="31"/>
                  <a:pt x="13" y="31"/>
                  <a:pt x="13" y="31"/>
                </a:cubicBezTo>
                <a:cubicBezTo>
                  <a:pt x="16" y="26"/>
                  <a:pt x="19" y="22"/>
                  <a:pt x="23" y="19"/>
                </a:cubicBezTo>
                <a:close/>
                <a:moveTo>
                  <a:pt x="8" y="62"/>
                </a:move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8"/>
                  <a:pt x="8" y="48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49"/>
                  <a:pt x="17" y="50"/>
                  <a:pt x="17" y="51"/>
                </a:cubicBezTo>
                <a:cubicBezTo>
                  <a:pt x="17" y="55"/>
                  <a:pt x="17" y="59"/>
                  <a:pt x="18" y="63"/>
                </a:cubicBezTo>
                <a:cubicBezTo>
                  <a:pt x="9" y="66"/>
                  <a:pt x="9" y="66"/>
                  <a:pt x="9" y="66"/>
                </a:cubicBezTo>
                <a:cubicBezTo>
                  <a:pt x="8" y="64"/>
                  <a:pt x="8" y="63"/>
                  <a:pt x="8" y="62"/>
                </a:cubicBezTo>
                <a:close/>
                <a:moveTo>
                  <a:pt x="30" y="94"/>
                </a:moveTo>
                <a:cubicBezTo>
                  <a:pt x="26" y="91"/>
                  <a:pt x="22" y="88"/>
                  <a:pt x="19" y="85"/>
                </a:cubicBezTo>
                <a:cubicBezTo>
                  <a:pt x="18" y="84"/>
                  <a:pt x="17" y="83"/>
                  <a:pt x="16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80"/>
                  <a:pt x="31" y="83"/>
                  <a:pt x="35" y="85"/>
                </a:cubicBezTo>
                <a:lnTo>
                  <a:pt x="30" y="94"/>
                </a:lnTo>
                <a:close/>
                <a:moveTo>
                  <a:pt x="64" y="99"/>
                </a:move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8" y="90"/>
                  <a:pt x="48" y="90"/>
                  <a:pt x="48" y="90"/>
                </a:cubicBezTo>
                <a:cubicBezTo>
                  <a:pt x="49" y="91"/>
                  <a:pt x="50" y="91"/>
                  <a:pt x="51" y="91"/>
                </a:cubicBezTo>
                <a:cubicBezTo>
                  <a:pt x="55" y="91"/>
                  <a:pt x="58" y="91"/>
                  <a:pt x="62" y="90"/>
                </a:cubicBezTo>
                <a:lnTo>
                  <a:pt x="64" y="99"/>
                </a:lnTo>
                <a:close/>
                <a:moveTo>
                  <a:pt x="93" y="80"/>
                </a:move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1" y="82"/>
                  <a:pt x="90" y="84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5" y="89"/>
                  <a:pt x="83" y="90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92"/>
                  <a:pt x="82" y="92"/>
                  <a:pt x="82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75" y="84"/>
                  <a:pt x="75" y="84"/>
                  <a:pt x="75" y="84"/>
                </a:cubicBezTo>
                <a:cubicBezTo>
                  <a:pt x="79" y="82"/>
                  <a:pt x="82" y="78"/>
                  <a:pt x="85" y="74"/>
                </a:cubicBezTo>
                <a:cubicBezTo>
                  <a:pt x="93" y="80"/>
                  <a:pt x="93" y="80"/>
                  <a:pt x="93" y="80"/>
                </a:cubicBezTo>
                <a:close/>
                <a:moveTo>
                  <a:pt x="101" y="54"/>
                </a:move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9"/>
                  <a:pt x="101" y="59"/>
                  <a:pt x="101" y="59"/>
                </a:cubicBezTo>
                <a:cubicBezTo>
                  <a:pt x="101" y="60"/>
                  <a:pt x="100" y="62"/>
                  <a:pt x="100" y="63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0"/>
                  <a:pt x="91" y="58"/>
                  <a:pt x="91" y="57"/>
                </a:cubicBezTo>
                <a:cubicBezTo>
                  <a:pt x="92" y="53"/>
                  <a:pt x="91" y="50"/>
                  <a:pt x="91" y="47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0" y="46"/>
                  <a:pt x="101" y="47"/>
                  <a:pt x="101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" name="Freeform 455"/>
          <p:cNvSpPr>
            <a:spLocks/>
          </p:cNvSpPr>
          <p:nvPr/>
        </p:nvSpPr>
        <p:spPr bwMode="auto">
          <a:xfrm>
            <a:off x="2625725" y="6451601"/>
            <a:ext cx="182563" cy="173038"/>
          </a:xfrm>
          <a:custGeom>
            <a:avLst/>
            <a:gdLst>
              <a:gd name="T0" fmla="*/ 21 w 115"/>
              <a:gd name="T1" fmla="*/ 109 h 109"/>
              <a:gd name="T2" fmla="*/ 56 w 115"/>
              <a:gd name="T3" fmla="*/ 91 h 109"/>
              <a:gd name="T4" fmla="*/ 93 w 115"/>
              <a:gd name="T5" fmla="*/ 109 h 109"/>
              <a:gd name="T6" fmla="*/ 85 w 115"/>
              <a:gd name="T7" fmla="*/ 69 h 109"/>
              <a:gd name="T8" fmla="*/ 115 w 115"/>
              <a:gd name="T9" fmla="*/ 42 h 109"/>
              <a:gd name="T10" fmla="*/ 75 w 115"/>
              <a:gd name="T11" fmla="*/ 34 h 109"/>
              <a:gd name="T12" fmla="*/ 59 w 115"/>
              <a:gd name="T13" fmla="*/ 0 h 109"/>
              <a:gd name="T14" fmla="*/ 40 w 115"/>
              <a:gd name="T15" fmla="*/ 34 h 109"/>
              <a:gd name="T16" fmla="*/ 0 w 115"/>
              <a:gd name="T17" fmla="*/ 40 h 109"/>
              <a:gd name="T18" fmla="*/ 29 w 115"/>
              <a:gd name="T19" fmla="*/ 69 h 109"/>
              <a:gd name="T20" fmla="*/ 21 w 115"/>
              <a:gd name="T21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5" h="109">
                <a:moveTo>
                  <a:pt x="21" y="109"/>
                </a:moveTo>
                <a:lnTo>
                  <a:pt x="56" y="91"/>
                </a:lnTo>
                <a:lnTo>
                  <a:pt x="93" y="109"/>
                </a:lnTo>
                <a:lnTo>
                  <a:pt x="85" y="69"/>
                </a:lnTo>
                <a:lnTo>
                  <a:pt x="115" y="42"/>
                </a:lnTo>
                <a:lnTo>
                  <a:pt x="75" y="34"/>
                </a:lnTo>
                <a:lnTo>
                  <a:pt x="59" y="0"/>
                </a:lnTo>
                <a:lnTo>
                  <a:pt x="40" y="34"/>
                </a:lnTo>
                <a:lnTo>
                  <a:pt x="0" y="40"/>
                </a:lnTo>
                <a:lnTo>
                  <a:pt x="29" y="69"/>
                </a:lnTo>
                <a:lnTo>
                  <a:pt x="21" y="1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" name="Freeform 456"/>
          <p:cNvSpPr>
            <a:spLocks noEditPoints="1"/>
          </p:cNvSpPr>
          <p:nvPr/>
        </p:nvSpPr>
        <p:spPr bwMode="auto">
          <a:xfrm>
            <a:off x="1179512" y="6340476"/>
            <a:ext cx="309563" cy="385763"/>
          </a:xfrm>
          <a:custGeom>
            <a:avLst/>
            <a:gdLst>
              <a:gd name="T0" fmla="*/ 27 w 73"/>
              <a:gd name="T1" fmla="*/ 61 h 91"/>
              <a:gd name="T2" fmla="*/ 24 w 73"/>
              <a:gd name="T3" fmla="*/ 60 h 91"/>
              <a:gd name="T4" fmla="*/ 19 w 73"/>
              <a:gd name="T5" fmla="*/ 51 h 91"/>
              <a:gd name="T6" fmla="*/ 23 w 73"/>
              <a:gd name="T7" fmla="*/ 45 h 91"/>
              <a:gd name="T8" fmla="*/ 40 w 73"/>
              <a:gd name="T9" fmla="*/ 34 h 91"/>
              <a:gd name="T10" fmla="*/ 49 w 73"/>
              <a:gd name="T11" fmla="*/ 52 h 91"/>
              <a:gd name="T12" fmla="*/ 50 w 73"/>
              <a:gd name="T13" fmla="*/ 58 h 91"/>
              <a:gd name="T14" fmla="*/ 42 w 73"/>
              <a:gd name="T15" fmla="*/ 64 h 91"/>
              <a:gd name="T16" fmla="*/ 42 w 73"/>
              <a:gd name="T17" fmla="*/ 64 h 91"/>
              <a:gd name="T18" fmla="*/ 35 w 73"/>
              <a:gd name="T19" fmla="*/ 60 h 91"/>
              <a:gd name="T20" fmla="*/ 36 w 73"/>
              <a:gd name="T21" fmla="*/ 69 h 91"/>
              <a:gd name="T22" fmla="*/ 35 w 73"/>
              <a:gd name="T23" fmla="*/ 70 h 91"/>
              <a:gd name="T24" fmla="*/ 31 w 73"/>
              <a:gd name="T25" fmla="*/ 67 h 91"/>
              <a:gd name="T26" fmla="*/ 29 w 73"/>
              <a:gd name="T27" fmla="*/ 67 h 91"/>
              <a:gd name="T28" fmla="*/ 26 w 73"/>
              <a:gd name="T29" fmla="*/ 68 h 91"/>
              <a:gd name="T30" fmla="*/ 26 w 73"/>
              <a:gd name="T31" fmla="*/ 67 h 91"/>
              <a:gd name="T32" fmla="*/ 32 w 73"/>
              <a:gd name="T33" fmla="*/ 59 h 91"/>
              <a:gd name="T34" fmla="*/ 27 w 73"/>
              <a:gd name="T35" fmla="*/ 61 h 91"/>
              <a:gd name="T36" fmla="*/ 57 w 73"/>
              <a:gd name="T37" fmla="*/ 23 h 91"/>
              <a:gd name="T38" fmla="*/ 56 w 73"/>
              <a:gd name="T39" fmla="*/ 23 h 91"/>
              <a:gd name="T40" fmla="*/ 55 w 73"/>
              <a:gd name="T41" fmla="*/ 21 h 91"/>
              <a:gd name="T42" fmla="*/ 56 w 73"/>
              <a:gd name="T43" fmla="*/ 19 h 91"/>
              <a:gd name="T44" fmla="*/ 61 w 73"/>
              <a:gd name="T45" fmla="*/ 16 h 91"/>
              <a:gd name="T46" fmla="*/ 64 w 73"/>
              <a:gd name="T47" fmla="*/ 21 h 91"/>
              <a:gd name="T48" fmla="*/ 64 w 73"/>
              <a:gd name="T49" fmla="*/ 23 h 91"/>
              <a:gd name="T50" fmla="*/ 62 w 73"/>
              <a:gd name="T51" fmla="*/ 25 h 91"/>
              <a:gd name="T52" fmla="*/ 61 w 73"/>
              <a:gd name="T53" fmla="*/ 24 h 91"/>
              <a:gd name="T54" fmla="*/ 59 w 73"/>
              <a:gd name="T55" fmla="*/ 23 h 91"/>
              <a:gd name="T56" fmla="*/ 60 w 73"/>
              <a:gd name="T57" fmla="*/ 26 h 91"/>
              <a:gd name="T58" fmla="*/ 60 w 73"/>
              <a:gd name="T59" fmla="*/ 26 h 91"/>
              <a:gd name="T60" fmla="*/ 58 w 73"/>
              <a:gd name="T61" fmla="*/ 25 h 91"/>
              <a:gd name="T62" fmla="*/ 58 w 73"/>
              <a:gd name="T63" fmla="*/ 25 h 91"/>
              <a:gd name="T64" fmla="*/ 57 w 73"/>
              <a:gd name="T65" fmla="*/ 25 h 91"/>
              <a:gd name="T66" fmla="*/ 57 w 73"/>
              <a:gd name="T67" fmla="*/ 25 h 91"/>
              <a:gd name="T68" fmla="*/ 59 w 73"/>
              <a:gd name="T69" fmla="*/ 23 h 91"/>
              <a:gd name="T70" fmla="*/ 57 w 73"/>
              <a:gd name="T71" fmla="*/ 23 h 91"/>
              <a:gd name="T72" fmla="*/ 20 w 73"/>
              <a:gd name="T73" fmla="*/ 0 h 91"/>
              <a:gd name="T74" fmla="*/ 0 w 73"/>
              <a:gd name="T75" fmla="*/ 78 h 91"/>
              <a:gd name="T76" fmla="*/ 54 w 73"/>
              <a:gd name="T77" fmla="*/ 91 h 91"/>
              <a:gd name="T78" fmla="*/ 73 w 73"/>
              <a:gd name="T79" fmla="*/ 13 h 91"/>
              <a:gd name="T80" fmla="*/ 20 w 73"/>
              <a:gd name="T81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3" h="91">
                <a:moveTo>
                  <a:pt x="27" y="61"/>
                </a:moveTo>
                <a:cubicBezTo>
                  <a:pt x="26" y="61"/>
                  <a:pt x="25" y="60"/>
                  <a:pt x="24" y="60"/>
                </a:cubicBezTo>
                <a:cubicBezTo>
                  <a:pt x="20" y="58"/>
                  <a:pt x="18" y="54"/>
                  <a:pt x="19" y="51"/>
                </a:cubicBezTo>
                <a:cubicBezTo>
                  <a:pt x="19" y="48"/>
                  <a:pt x="21" y="46"/>
                  <a:pt x="23" y="45"/>
                </a:cubicBezTo>
                <a:cubicBezTo>
                  <a:pt x="23" y="45"/>
                  <a:pt x="31" y="41"/>
                  <a:pt x="40" y="34"/>
                </a:cubicBezTo>
                <a:cubicBezTo>
                  <a:pt x="44" y="45"/>
                  <a:pt x="49" y="52"/>
                  <a:pt x="49" y="52"/>
                </a:cubicBezTo>
                <a:cubicBezTo>
                  <a:pt x="50" y="54"/>
                  <a:pt x="51" y="56"/>
                  <a:pt x="50" y="58"/>
                </a:cubicBezTo>
                <a:cubicBezTo>
                  <a:pt x="49" y="62"/>
                  <a:pt x="46" y="64"/>
                  <a:pt x="42" y="64"/>
                </a:cubicBezTo>
                <a:cubicBezTo>
                  <a:pt x="42" y="64"/>
                  <a:pt x="42" y="64"/>
                  <a:pt x="42" y="64"/>
                </a:cubicBezTo>
                <a:cubicBezTo>
                  <a:pt x="38" y="64"/>
                  <a:pt x="36" y="62"/>
                  <a:pt x="35" y="60"/>
                </a:cubicBezTo>
                <a:cubicBezTo>
                  <a:pt x="34" y="66"/>
                  <a:pt x="36" y="69"/>
                  <a:pt x="36" y="69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70"/>
                  <a:pt x="33" y="68"/>
                  <a:pt x="31" y="67"/>
                </a:cubicBezTo>
                <a:cubicBezTo>
                  <a:pt x="30" y="67"/>
                  <a:pt x="30" y="67"/>
                  <a:pt x="29" y="67"/>
                </a:cubicBezTo>
                <a:cubicBezTo>
                  <a:pt x="28" y="67"/>
                  <a:pt x="26" y="68"/>
                  <a:pt x="26" y="68"/>
                </a:cubicBezTo>
                <a:cubicBezTo>
                  <a:pt x="26" y="67"/>
                  <a:pt x="26" y="67"/>
                  <a:pt x="26" y="67"/>
                </a:cubicBezTo>
                <a:cubicBezTo>
                  <a:pt x="26" y="67"/>
                  <a:pt x="30" y="65"/>
                  <a:pt x="32" y="59"/>
                </a:cubicBezTo>
                <a:cubicBezTo>
                  <a:pt x="30" y="60"/>
                  <a:pt x="29" y="61"/>
                  <a:pt x="27" y="61"/>
                </a:cubicBezTo>
                <a:moveTo>
                  <a:pt x="57" y="23"/>
                </a:moveTo>
                <a:cubicBezTo>
                  <a:pt x="57" y="23"/>
                  <a:pt x="57" y="23"/>
                  <a:pt x="56" y="23"/>
                </a:cubicBezTo>
                <a:cubicBezTo>
                  <a:pt x="55" y="23"/>
                  <a:pt x="55" y="22"/>
                  <a:pt x="55" y="21"/>
                </a:cubicBezTo>
                <a:cubicBezTo>
                  <a:pt x="55" y="20"/>
                  <a:pt x="55" y="19"/>
                  <a:pt x="56" y="19"/>
                </a:cubicBezTo>
                <a:cubicBezTo>
                  <a:pt x="56" y="19"/>
                  <a:pt x="58" y="18"/>
                  <a:pt x="61" y="16"/>
                </a:cubicBezTo>
                <a:cubicBezTo>
                  <a:pt x="62" y="19"/>
                  <a:pt x="64" y="21"/>
                  <a:pt x="64" y="21"/>
                </a:cubicBezTo>
                <a:cubicBezTo>
                  <a:pt x="64" y="21"/>
                  <a:pt x="64" y="22"/>
                  <a:pt x="64" y="23"/>
                </a:cubicBezTo>
                <a:cubicBezTo>
                  <a:pt x="64" y="24"/>
                  <a:pt x="63" y="25"/>
                  <a:pt x="62" y="25"/>
                </a:cubicBezTo>
                <a:cubicBezTo>
                  <a:pt x="62" y="25"/>
                  <a:pt x="61" y="24"/>
                  <a:pt x="61" y="24"/>
                </a:cubicBezTo>
                <a:cubicBezTo>
                  <a:pt x="61" y="24"/>
                  <a:pt x="60" y="24"/>
                  <a:pt x="59" y="23"/>
                </a:cubicBezTo>
                <a:cubicBezTo>
                  <a:pt x="59" y="25"/>
                  <a:pt x="60" y="26"/>
                  <a:pt x="60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0" y="26"/>
                  <a:pt x="59" y="26"/>
                  <a:pt x="58" y="25"/>
                </a:cubicBezTo>
                <a:cubicBezTo>
                  <a:pt x="58" y="25"/>
                  <a:pt x="58" y="25"/>
                  <a:pt x="58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25"/>
                  <a:pt x="58" y="25"/>
                  <a:pt x="59" y="23"/>
                </a:cubicBezTo>
                <a:cubicBezTo>
                  <a:pt x="58" y="23"/>
                  <a:pt x="58" y="23"/>
                  <a:pt x="57" y="23"/>
                </a:cubicBezTo>
                <a:moveTo>
                  <a:pt x="20" y="0"/>
                </a:moveTo>
                <a:cubicBezTo>
                  <a:pt x="0" y="78"/>
                  <a:pt x="0" y="78"/>
                  <a:pt x="0" y="78"/>
                </a:cubicBezTo>
                <a:cubicBezTo>
                  <a:pt x="54" y="91"/>
                  <a:pt x="54" y="91"/>
                  <a:pt x="54" y="91"/>
                </a:cubicBezTo>
                <a:cubicBezTo>
                  <a:pt x="73" y="13"/>
                  <a:pt x="73" y="13"/>
                  <a:pt x="73" y="13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" name="Freeform 457"/>
          <p:cNvSpPr>
            <a:spLocks noEditPoints="1"/>
          </p:cNvSpPr>
          <p:nvPr/>
        </p:nvSpPr>
        <p:spPr bwMode="auto">
          <a:xfrm>
            <a:off x="1014412" y="6361113"/>
            <a:ext cx="233363" cy="344488"/>
          </a:xfrm>
          <a:custGeom>
            <a:avLst/>
            <a:gdLst>
              <a:gd name="T0" fmla="*/ 0 w 55"/>
              <a:gd name="T1" fmla="*/ 0 h 81"/>
              <a:gd name="T2" fmla="*/ 0 w 55"/>
              <a:gd name="T3" fmla="*/ 81 h 81"/>
              <a:gd name="T4" fmla="*/ 55 w 55"/>
              <a:gd name="T5" fmla="*/ 81 h 81"/>
              <a:gd name="T6" fmla="*/ 55 w 55"/>
              <a:gd name="T7" fmla="*/ 0 h 81"/>
              <a:gd name="T8" fmla="*/ 0 w 55"/>
              <a:gd name="T9" fmla="*/ 0 h 81"/>
              <a:gd name="T10" fmla="*/ 37 w 55"/>
              <a:gd name="T11" fmla="*/ 58 h 81"/>
              <a:gd name="T12" fmla="*/ 29 w 55"/>
              <a:gd name="T13" fmla="*/ 55 h 81"/>
              <a:gd name="T14" fmla="*/ 33 w 55"/>
              <a:gd name="T15" fmla="*/ 64 h 81"/>
              <a:gd name="T16" fmla="*/ 32 w 55"/>
              <a:gd name="T17" fmla="*/ 64 h 81"/>
              <a:gd name="T18" fmla="*/ 28 w 55"/>
              <a:gd name="T19" fmla="*/ 63 h 81"/>
              <a:gd name="T20" fmla="*/ 23 w 55"/>
              <a:gd name="T21" fmla="*/ 64 h 81"/>
              <a:gd name="T22" fmla="*/ 22 w 55"/>
              <a:gd name="T23" fmla="*/ 64 h 81"/>
              <a:gd name="T24" fmla="*/ 26 w 55"/>
              <a:gd name="T25" fmla="*/ 55 h 81"/>
              <a:gd name="T26" fmla="*/ 18 w 55"/>
              <a:gd name="T27" fmla="*/ 58 h 81"/>
              <a:gd name="T28" fmla="*/ 11 w 55"/>
              <a:gd name="T29" fmla="*/ 50 h 81"/>
              <a:gd name="T30" fmla="*/ 14 w 55"/>
              <a:gd name="T31" fmla="*/ 44 h 81"/>
              <a:gd name="T32" fmla="*/ 28 w 55"/>
              <a:gd name="T33" fmla="*/ 29 h 81"/>
              <a:gd name="T34" fmla="*/ 41 w 55"/>
              <a:gd name="T35" fmla="*/ 44 h 81"/>
              <a:gd name="T36" fmla="*/ 44 w 55"/>
              <a:gd name="T37" fmla="*/ 50 h 81"/>
              <a:gd name="T38" fmla="*/ 37 w 55"/>
              <a:gd name="T39" fmla="*/ 58 h 81"/>
              <a:gd name="T40" fmla="*/ 47 w 55"/>
              <a:gd name="T41" fmla="*/ 14 h 81"/>
              <a:gd name="T42" fmla="*/ 44 w 55"/>
              <a:gd name="T43" fmla="*/ 13 h 81"/>
              <a:gd name="T44" fmla="*/ 45 w 55"/>
              <a:gd name="T45" fmla="*/ 16 h 81"/>
              <a:gd name="T46" fmla="*/ 45 w 55"/>
              <a:gd name="T47" fmla="*/ 16 h 81"/>
              <a:gd name="T48" fmla="*/ 44 w 55"/>
              <a:gd name="T49" fmla="*/ 16 h 81"/>
              <a:gd name="T50" fmla="*/ 43 w 55"/>
              <a:gd name="T51" fmla="*/ 16 h 81"/>
              <a:gd name="T52" fmla="*/ 42 w 55"/>
              <a:gd name="T53" fmla="*/ 16 h 81"/>
              <a:gd name="T54" fmla="*/ 43 w 55"/>
              <a:gd name="T55" fmla="*/ 13 h 81"/>
              <a:gd name="T56" fmla="*/ 41 w 55"/>
              <a:gd name="T57" fmla="*/ 14 h 81"/>
              <a:gd name="T58" fmla="*/ 39 w 55"/>
              <a:gd name="T59" fmla="*/ 12 h 81"/>
              <a:gd name="T60" fmla="*/ 40 w 55"/>
              <a:gd name="T61" fmla="*/ 10 h 81"/>
              <a:gd name="T62" fmla="*/ 44 w 55"/>
              <a:gd name="T63" fmla="*/ 6 h 81"/>
              <a:gd name="T64" fmla="*/ 48 w 55"/>
              <a:gd name="T65" fmla="*/ 10 h 81"/>
              <a:gd name="T66" fmla="*/ 48 w 55"/>
              <a:gd name="T67" fmla="*/ 12 h 81"/>
              <a:gd name="T68" fmla="*/ 47 w 55"/>
              <a:gd name="T69" fmla="*/ 1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5" h="81">
                <a:moveTo>
                  <a:pt x="0" y="0"/>
                </a:moveTo>
                <a:cubicBezTo>
                  <a:pt x="0" y="81"/>
                  <a:pt x="0" y="81"/>
                  <a:pt x="0" y="81"/>
                </a:cubicBezTo>
                <a:cubicBezTo>
                  <a:pt x="55" y="81"/>
                  <a:pt x="55" y="81"/>
                  <a:pt x="55" y="81"/>
                </a:cubicBezTo>
                <a:cubicBezTo>
                  <a:pt x="55" y="0"/>
                  <a:pt x="55" y="0"/>
                  <a:pt x="55" y="0"/>
                </a:cubicBezTo>
                <a:lnTo>
                  <a:pt x="0" y="0"/>
                </a:lnTo>
                <a:close/>
                <a:moveTo>
                  <a:pt x="37" y="58"/>
                </a:moveTo>
                <a:cubicBezTo>
                  <a:pt x="34" y="58"/>
                  <a:pt x="31" y="57"/>
                  <a:pt x="29" y="55"/>
                </a:cubicBezTo>
                <a:cubicBezTo>
                  <a:pt x="30" y="61"/>
                  <a:pt x="33" y="64"/>
                  <a:pt x="33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64"/>
                  <a:pt x="30" y="63"/>
                  <a:pt x="28" y="63"/>
                </a:cubicBezTo>
                <a:cubicBezTo>
                  <a:pt x="25" y="63"/>
                  <a:pt x="23" y="64"/>
                  <a:pt x="23" y="64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5" y="61"/>
                  <a:pt x="26" y="55"/>
                </a:cubicBezTo>
                <a:cubicBezTo>
                  <a:pt x="24" y="57"/>
                  <a:pt x="21" y="58"/>
                  <a:pt x="18" y="58"/>
                </a:cubicBezTo>
                <a:cubicBezTo>
                  <a:pt x="14" y="57"/>
                  <a:pt x="12" y="54"/>
                  <a:pt x="11" y="50"/>
                </a:cubicBezTo>
                <a:cubicBezTo>
                  <a:pt x="11" y="47"/>
                  <a:pt x="12" y="45"/>
                  <a:pt x="14" y="44"/>
                </a:cubicBezTo>
                <a:cubicBezTo>
                  <a:pt x="14" y="44"/>
                  <a:pt x="21" y="38"/>
                  <a:pt x="28" y="29"/>
                </a:cubicBezTo>
                <a:cubicBezTo>
                  <a:pt x="34" y="38"/>
                  <a:pt x="41" y="44"/>
                  <a:pt x="41" y="44"/>
                </a:cubicBezTo>
                <a:cubicBezTo>
                  <a:pt x="43" y="45"/>
                  <a:pt x="44" y="47"/>
                  <a:pt x="44" y="50"/>
                </a:cubicBezTo>
                <a:cubicBezTo>
                  <a:pt x="44" y="54"/>
                  <a:pt x="41" y="57"/>
                  <a:pt x="37" y="58"/>
                </a:cubicBezTo>
                <a:close/>
                <a:moveTo>
                  <a:pt x="47" y="14"/>
                </a:moveTo>
                <a:cubicBezTo>
                  <a:pt x="46" y="14"/>
                  <a:pt x="45" y="14"/>
                  <a:pt x="44" y="13"/>
                </a:cubicBezTo>
                <a:cubicBezTo>
                  <a:pt x="44" y="15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4" y="16"/>
                  <a:pt x="44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16"/>
                  <a:pt x="43" y="15"/>
                  <a:pt x="43" y="13"/>
                </a:cubicBezTo>
                <a:cubicBezTo>
                  <a:pt x="43" y="14"/>
                  <a:pt x="42" y="14"/>
                  <a:pt x="41" y="14"/>
                </a:cubicBezTo>
                <a:cubicBezTo>
                  <a:pt x="40" y="14"/>
                  <a:pt x="39" y="13"/>
                  <a:pt x="39" y="12"/>
                </a:cubicBezTo>
                <a:cubicBezTo>
                  <a:pt x="39" y="11"/>
                  <a:pt x="40" y="11"/>
                  <a:pt x="40" y="10"/>
                </a:cubicBezTo>
                <a:cubicBezTo>
                  <a:pt x="40" y="10"/>
                  <a:pt x="42" y="8"/>
                  <a:pt x="44" y="6"/>
                </a:cubicBezTo>
                <a:cubicBezTo>
                  <a:pt x="46" y="8"/>
                  <a:pt x="48" y="10"/>
                  <a:pt x="48" y="10"/>
                </a:cubicBezTo>
                <a:cubicBezTo>
                  <a:pt x="48" y="11"/>
                  <a:pt x="49" y="11"/>
                  <a:pt x="48" y="12"/>
                </a:cubicBezTo>
                <a:cubicBezTo>
                  <a:pt x="48" y="13"/>
                  <a:pt x="48" y="14"/>
                  <a:pt x="47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" name="Freeform 458"/>
          <p:cNvSpPr>
            <a:spLocks noEditPoints="1"/>
          </p:cNvSpPr>
          <p:nvPr/>
        </p:nvSpPr>
        <p:spPr bwMode="auto">
          <a:xfrm>
            <a:off x="3130550" y="6459538"/>
            <a:ext cx="157163" cy="284163"/>
          </a:xfrm>
          <a:custGeom>
            <a:avLst/>
            <a:gdLst>
              <a:gd name="T0" fmla="*/ 0 w 99"/>
              <a:gd name="T1" fmla="*/ 0 h 179"/>
              <a:gd name="T2" fmla="*/ 0 w 99"/>
              <a:gd name="T3" fmla="*/ 179 h 179"/>
              <a:gd name="T4" fmla="*/ 99 w 99"/>
              <a:gd name="T5" fmla="*/ 179 h 179"/>
              <a:gd name="T6" fmla="*/ 99 w 99"/>
              <a:gd name="T7" fmla="*/ 0 h 179"/>
              <a:gd name="T8" fmla="*/ 0 w 99"/>
              <a:gd name="T9" fmla="*/ 0 h 179"/>
              <a:gd name="T10" fmla="*/ 77 w 99"/>
              <a:gd name="T11" fmla="*/ 56 h 179"/>
              <a:gd name="T12" fmla="*/ 42 w 99"/>
              <a:gd name="T13" fmla="*/ 128 h 179"/>
              <a:gd name="T14" fmla="*/ 32 w 99"/>
              <a:gd name="T15" fmla="*/ 128 h 179"/>
              <a:gd name="T16" fmla="*/ 67 w 99"/>
              <a:gd name="T17" fmla="*/ 59 h 179"/>
              <a:gd name="T18" fmla="*/ 67 w 99"/>
              <a:gd name="T19" fmla="*/ 59 h 179"/>
              <a:gd name="T20" fmla="*/ 29 w 99"/>
              <a:gd name="T21" fmla="*/ 59 h 179"/>
              <a:gd name="T22" fmla="*/ 29 w 99"/>
              <a:gd name="T23" fmla="*/ 51 h 179"/>
              <a:gd name="T24" fmla="*/ 77 w 99"/>
              <a:gd name="T25" fmla="*/ 51 h 179"/>
              <a:gd name="T26" fmla="*/ 77 w 99"/>
              <a:gd name="T27" fmla="*/ 56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" h="179">
                <a:moveTo>
                  <a:pt x="0" y="0"/>
                </a:moveTo>
                <a:lnTo>
                  <a:pt x="0" y="179"/>
                </a:lnTo>
                <a:lnTo>
                  <a:pt x="99" y="179"/>
                </a:lnTo>
                <a:lnTo>
                  <a:pt x="99" y="0"/>
                </a:lnTo>
                <a:lnTo>
                  <a:pt x="0" y="0"/>
                </a:lnTo>
                <a:close/>
                <a:moveTo>
                  <a:pt x="77" y="56"/>
                </a:moveTo>
                <a:lnTo>
                  <a:pt x="42" y="128"/>
                </a:lnTo>
                <a:lnTo>
                  <a:pt x="32" y="128"/>
                </a:lnTo>
                <a:lnTo>
                  <a:pt x="67" y="59"/>
                </a:lnTo>
                <a:lnTo>
                  <a:pt x="67" y="59"/>
                </a:lnTo>
                <a:lnTo>
                  <a:pt x="29" y="59"/>
                </a:lnTo>
                <a:lnTo>
                  <a:pt x="29" y="51"/>
                </a:lnTo>
                <a:lnTo>
                  <a:pt x="77" y="51"/>
                </a:lnTo>
                <a:lnTo>
                  <a:pt x="77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" name="Freeform 459"/>
          <p:cNvSpPr>
            <a:spLocks noEditPoints="1"/>
          </p:cNvSpPr>
          <p:nvPr/>
        </p:nvSpPr>
        <p:spPr bwMode="auto">
          <a:xfrm>
            <a:off x="3300412" y="6459538"/>
            <a:ext cx="155575" cy="284163"/>
          </a:xfrm>
          <a:custGeom>
            <a:avLst/>
            <a:gdLst>
              <a:gd name="T0" fmla="*/ 0 w 98"/>
              <a:gd name="T1" fmla="*/ 0 h 179"/>
              <a:gd name="T2" fmla="*/ 0 w 98"/>
              <a:gd name="T3" fmla="*/ 179 h 179"/>
              <a:gd name="T4" fmla="*/ 98 w 98"/>
              <a:gd name="T5" fmla="*/ 179 h 179"/>
              <a:gd name="T6" fmla="*/ 98 w 98"/>
              <a:gd name="T7" fmla="*/ 0 h 179"/>
              <a:gd name="T8" fmla="*/ 0 w 98"/>
              <a:gd name="T9" fmla="*/ 0 h 179"/>
              <a:gd name="T10" fmla="*/ 77 w 98"/>
              <a:gd name="T11" fmla="*/ 56 h 179"/>
              <a:gd name="T12" fmla="*/ 42 w 98"/>
              <a:gd name="T13" fmla="*/ 128 h 179"/>
              <a:gd name="T14" fmla="*/ 32 w 98"/>
              <a:gd name="T15" fmla="*/ 128 h 179"/>
              <a:gd name="T16" fmla="*/ 66 w 98"/>
              <a:gd name="T17" fmla="*/ 59 h 179"/>
              <a:gd name="T18" fmla="*/ 66 w 98"/>
              <a:gd name="T19" fmla="*/ 59 h 179"/>
              <a:gd name="T20" fmla="*/ 29 w 98"/>
              <a:gd name="T21" fmla="*/ 59 h 179"/>
              <a:gd name="T22" fmla="*/ 29 w 98"/>
              <a:gd name="T23" fmla="*/ 51 h 179"/>
              <a:gd name="T24" fmla="*/ 77 w 98"/>
              <a:gd name="T25" fmla="*/ 51 h 179"/>
              <a:gd name="T26" fmla="*/ 77 w 98"/>
              <a:gd name="T27" fmla="*/ 56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" h="179">
                <a:moveTo>
                  <a:pt x="0" y="0"/>
                </a:moveTo>
                <a:lnTo>
                  <a:pt x="0" y="179"/>
                </a:lnTo>
                <a:lnTo>
                  <a:pt x="98" y="179"/>
                </a:lnTo>
                <a:lnTo>
                  <a:pt x="98" y="0"/>
                </a:lnTo>
                <a:lnTo>
                  <a:pt x="0" y="0"/>
                </a:lnTo>
                <a:close/>
                <a:moveTo>
                  <a:pt x="77" y="56"/>
                </a:moveTo>
                <a:lnTo>
                  <a:pt x="42" y="128"/>
                </a:lnTo>
                <a:lnTo>
                  <a:pt x="32" y="128"/>
                </a:lnTo>
                <a:lnTo>
                  <a:pt x="66" y="59"/>
                </a:lnTo>
                <a:lnTo>
                  <a:pt x="66" y="59"/>
                </a:lnTo>
                <a:lnTo>
                  <a:pt x="29" y="59"/>
                </a:lnTo>
                <a:lnTo>
                  <a:pt x="29" y="51"/>
                </a:lnTo>
                <a:lnTo>
                  <a:pt x="77" y="51"/>
                </a:lnTo>
                <a:lnTo>
                  <a:pt x="77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" name="Freeform 460"/>
          <p:cNvSpPr>
            <a:spLocks noEditPoints="1"/>
          </p:cNvSpPr>
          <p:nvPr/>
        </p:nvSpPr>
        <p:spPr bwMode="auto">
          <a:xfrm>
            <a:off x="3468687" y="6459538"/>
            <a:ext cx="157163" cy="284163"/>
          </a:xfrm>
          <a:custGeom>
            <a:avLst/>
            <a:gdLst>
              <a:gd name="T0" fmla="*/ 0 w 99"/>
              <a:gd name="T1" fmla="*/ 0 h 179"/>
              <a:gd name="T2" fmla="*/ 0 w 99"/>
              <a:gd name="T3" fmla="*/ 179 h 179"/>
              <a:gd name="T4" fmla="*/ 99 w 99"/>
              <a:gd name="T5" fmla="*/ 179 h 179"/>
              <a:gd name="T6" fmla="*/ 99 w 99"/>
              <a:gd name="T7" fmla="*/ 0 h 179"/>
              <a:gd name="T8" fmla="*/ 0 w 99"/>
              <a:gd name="T9" fmla="*/ 0 h 179"/>
              <a:gd name="T10" fmla="*/ 78 w 99"/>
              <a:gd name="T11" fmla="*/ 56 h 179"/>
              <a:gd name="T12" fmla="*/ 46 w 99"/>
              <a:gd name="T13" fmla="*/ 128 h 179"/>
              <a:gd name="T14" fmla="*/ 32 w 99"/>
              <a:gd name="T15" fmla="*/ 128 h 179"/>
              <a:gd name="T16" fmla="*/ 67 w 99"/>
              <a:gd name="T17" fmla="*/ 59 h 179"/>
              <a:gd name="T18" fmla="*/ 67 w 99"/>
              <a:gd name="T19" fmla="*/ 59 h 179"/>
              <a:gd name="T20" fmla="*/ 30 w 99"/>
              <a:gd name="T21" fmla="*/ 59 h 179"/>
              <a:gd name="T22" fmla="*/ 30 w 99"/>
              <a:gd name="T23" fmla="*/ 51 h 179"/>
              <a:gd name="T24" fmla="*/ 78 w 99"/>
              <a:gd name="T25" fmla="*/ 51 h 179"/>
              <a:gd name="T26" fmla="*/ 78 w 99"/>
              <a:gd name="T27" fmla="*/ 56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" h="179">
                <a:moveTo>
                  <a:pt x="0" y="0"/>
                </a:moveTo>
                <a:lnTo>
                  <a:pt x="0" y="179"/>
                </a:lnTo>
                <a:lnTo>
                  <a:pt x="99" y="179"/>
                </a:lnTo>
                <a:lnTo>
                  <a:pt x="99" y="0"/>
                </a:lnTo>
                <a:lnTo>
                  <a:pt x="0" y="0"/>
                </a:lnTo>
                <a:close/>
                <a:moveTo>
                  <a:pt x="78" y="56"/>
                </a:moveTo>
                <a:lnTo>
                  <a:pt x="46" y="128"/>
                </a:lnTo>
                <a:lnTo>
                  <a:pt x="32" y="128"/>
                </a:lnTo>
                <a:lnTo>
                  <a:pt x="67" y="59"/>
                </a:lnTo>
                <a:lnTo>
                  <a:pt x="67" y="59"/>
                </a:lnTo>
                <a:lnTo>
                  <a:pt x="30" y="59"/>
                </a:lnTo>
                <a:lnTo>
                  <a:pt x="30" y="51"/>
                </a:lnTo>
                <a:lnTo>
                  <a:pt x="78" y="51"/>
                </a:lnTo>
                <a:lnTo>
                  <a:pt x="78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" name="Freeform 461"/>
          <p:cNvSpPr>
            <a:spLocks/>
          </p:cNvSpPr>
          <p:nvPr/>
        </p:nvSpPr>
        <p:spPr bwMode="auto">
          <a:xfrm>
            <a:off x="3130550" y="6373813"/>
            <a:ext cx="157163" cy="68263"/>
          </a:xfrm>
          <a:custGeom>
            <a:avLst/>
            <a:gdLst>
              <a:gd name="T0" fmla="*/ 37 w 37"/>
              <a:gd name="T1" fmla="*/ 0 h 16"/>
              <a:gd name="T2" fmla="*/ 30 w 37"/>
              <a:gd name="T3" fmla="*/ 0 h 16"/>
              <a:gd name="T4" fmla="*/ 31 w 37"/>
              <a:gd name="T5" fmla="*/ 1 h 16"/>
              <a:gd name="T6" fmla="*/ 22 w 37"/>
              <a:gd name="T7" fmla="*/ 8 h 16"/>
              <a:gd name="T8" fmla="*/ 14 w 37"/>
              <a:gd name="T9" fmla="*/ 1 h 16"/>
              <a:gd name="T10" fmla="*/ 14 w 37"/>
              <a:gd name="T11" fmla="*/ 0 h 16"/>
              <a:gd name="T12" fmla="*/ 0 w 37"/>
              <a:gd name="T13" fmla="*/ 0 h 16"/>
              <a:gd name="T14" fmla="*/ 0 w 37"/>
              <a:gd name="T15" fmla="*/ 16 h 16"/>
              <a:gd name="T16" fmla="*/ 37 w 37"/>
              <a:gd name="T17" fmla="*/ 16 h 16"/>
              <a:gd name="T18" fmla="*/ 37 w 37"/>
              <a:gd name="T1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7" h="16">
                <a:moveTo>
                  <a:pt x="37" y="0"/>
                </a:move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1"/>
                  <a:pt x="31" y="1"/>
                </a:cubicBezTo>
                <a:cubicBezTo>
                  <a:pt x="31" y="5"/>
                  <a:pt x="27" y="8"/>
                  <a:pt x="22" y="8"/>
                </a:cubicBezTo>
                <a:cubicBezTo>
                  <a:pt x="18" y="8"/>
                  <a:pt x="14" y="5"/>
                  <a:pt x="14" y="1"/>
                </a:cubicBezTo>
                <a:cubicBezTo>
                  <a:pt x="14" y="1"/>
                  <a:pt x="14" y="0"/>
                  <a:pt x="1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"/>
                  <a:pt x="0" y="16"/>
                  <a:pt x="0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0"/>
                  <a:pt x="37" y="0"/>
                  <a:pt x="3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" name="Freeform 462"/>
          <p:cNvSpPr>
            <a:spLocks/>
          </p:cNvSpPr>
          <p:nvPr/>
        </p:nvSpPr>
        <p:spPr bwMode="auto">
          <a:xfrm>
            <a:off x="3300412" y="6373813"/>
            <a:ext cx="155575" cy="68263"/>
          </a:xfrm>
          <a:custGeom>
            <a:avLst/>
            <a:gdLst>
              <a:gd name="T0" fmla="*/ 98 w 98"/>
              <a:gd name="T1" fmla="*/ 0 h 43"/>
              <a:gd name="T2" fmla="*/ 66 w 98"/>
              <a:gd name="T3" fmla="*/ 0 h 43"/>
              <a:gd name="T4" fmla="*/ 74 w 98"/>
              <a:gd name="T5" fmla="*/ 3 h 43"/>
              <a:gd name="T6" fmla="*/ 61 w 98"/>
              <a:gd name="T7" fmla="*/ 22 h 43"/>
              <a:gd name="T8" fmla="*/ 32 w 98"/>
              <a:gd name="T9" fmla="*/ 0 h 43"/>
              <a:gd name="T10" fmla="*/ 0 w 98"/>
              <a:gd name="T11" fmla="*/ 0 h 43"/>
              <a:gd name="T12" fmla="*/ 0 w 98"/>
              <a:gd name="T13" fmla="*/ 43 h 43"/>
              <a:gd name="T14" fmla="*/ 98 w 98"/>
              <a:gd name="T15" fmla="*/ 43 h 43"/>
              <a:gd name="T16" fmla="*/ 98 w 98"/>
              <a:gd name="T1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" h="43">
                <a:moveTo>
                  <a:pt x="98" y="0"/>
                </a:moveTo>
                <a:lnTo>
                  <a:pt x="66" y="0"/>
                </a:lnTo>
                <a:lnTo>
                  <a:pt x="74" y="3"/>
                </a:lnTo>
                <a:lnTo>
                  <a:pt x="61" y="22"/>
                </a:lnTo>
                <a:lnTo>
                  <a:pt x="32" y="0"/>
                </a:lnTo>
                <a:lnTo>
                  <a:pt x="0" y="0"/>
                </a:lnTo>
                <a:lnTo>
                  <a:pt x="0" y="43"/>
                </a:lnTo>
                <a:lnTo>
                  <a:pt x="98" y="43"/>
                </a:lnTo>
                <a:lnTo>
                  <a:pt x="9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" name="Freeform 463"/>
          <p:cNvSpPr>
            <a:spLocks/>
          </p:cNvSpPr>
          <p:nvPr/>
        </p:nvSpPr>
        <p:spPr bwMode="auto">
          <a:xfrm>
            <a:off x="3300412" y="6373813"/>
            <a:ext cx="155575" cy="68263"/>
          </a:xfrm>
          <a:custGeom>
            <a:avLst/>
            <a:gdLst>
              <a:gd name="T0" fmla="*/ 98 w 98"/>
              <a:gd name="T1" fmla="*/ 0 h 43"/>
              <a:gd name="T2" fmla="*/ 66 w 98"/>
              <a:gd name="T3" fmla="*/ 0 h 43"/>
              <a:gd name="T4" fmla="*/ 74 w 98"/>
              <a:gd name="T5" fmla="*/ 3 h 43"/>
              <a:gd name="T6" fmla="*/ 61 w 98"/>
              <a:gd name="T7" fmla="*/ 22 h 43"/>
              <a:gd name="T8" fmla="*/ 32 w 98"/>
              <a:gd name="T9" fmla="*/ 0 h 43"/>
              <a:gd name="T10" fmla="*/ 0 w 98"/>
              <a:gd name="T11" fmla="*/ 0 h 43"/>
              <a:gd name="T12" fmla="*/ 0 w 98"/>
              <a:gd name="T13" fmla="*/ 43 h 43"/>
              <a:gd name="T14" fmla="*/ 98 w 98"/>
              <a:gd name="T15" fmla="*/ 43 h 43"/>
              <a:gd name="T16" fmla="*/ 98 w 98"/>
              <a:gd name="T1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" h="43">
                <a:moveTo>
                  <a:pt x="98" y="0"/>
                </a:moveTo>
                <a:lnTo>
                  <a:pt x="66" y="0"/>
                </a:lnTo>
                <a:lnTo>
                  <a:pt x="74" y="3"/>
                </a:lnTo>
                <a:lnTo>
                  <a:pt x="61" y="22"/>
                </a:lnTo>
                <a:lnTo>
                  <a:pt x="32" y="0"/>
                </a:lnTo>
                <a:lnTo>
                  <a:pt x="0" y="0"/>
                </a:lnTo>
                <a:lnTo>
                  <a:pt x="0" y="43"/>
                </a:lnTo>
                <a:lnTo>
                  <a:pt x="98" y="43"/>
                </a:lnTo>
                <a:lnTo>
                  <a:pt x="9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" name="Freeform 464"/>
          <p:cNvSpPr>
            <a:spLocks/>
          </p:cNvSpPr>
          <p:nvPr/>
        </p:nvSpPr>
        <p:spPr bwMode="auto">
          <a:xfrm>
            <a:off x="3468687" y="6373813"/>
            <a:ext cx="157163" cy="68263"/>
          </a:xfrm>
          <a:custGeom>
            <a:avLst/>
            <a:gdLst>
              <a:gd name="T0" fmla="*/ 99 w 99"/>
              <a:gd name="T1" fmla="*/ 0 h 43"/>
              <a:gd name="T2" fmla="*/ 78 w 99"/>
              <a:gd name="T3" fmla="*/ 0 h 43"/>
              <a:gd name="T4" fmla="*/ 78 w 99"/>
              <a:gd name="T5" fmla="*/ 11 h 43"/>
              <a:gd name="T6" fmla="*/ 22 w 99"/>
              <a:gd name="T7" fmla="*/ 11 h 43"/>
              <a:gd name="T8" fmla="*/ 22 w 99"/>
              <a:gd name="T9" fmla="*/ 0 h 43"/>
              <a:gd name="T10" fmla="*/ 0 w 99"/>
              <a:gd name="T11" fmla="*/ 0 h 43"/>
              <a:gd name="T12" fmla="*/ 0 w 99"/>
              <a:gd name="T13" fmla="*/ 43 h 43"/>
              <a:gd name="T14" fmla="*/ 99 w 99"/>
              <a:gd name="T15" fmla="*/ 43 h 43"/>
              <a:gd name="T16" fmla="*/ 99 w 99"/>
              <a:gd name="T1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9" h="43">
                <a:moveTo>
                  <a:pt x="99" y="0"/>
                </a:moveTo>
                <a:lnTo>
                  <a:pt x="78" y="0"/>
                </a:lnTo>
                <a:lnTo>
                  <a:pt x="78" y="11"/>
                </a:lnTo>
                <a:lnTo>
                  <a:pt x="22" y="11"/>
                </a:lnTo>
                <a:lnTo>
                  <a:pt x="22" y="0"/>
                </a:lnTo>
                <a:lnTo>
                  <a:pt x="0" y="0"/>
                </a:lnTo>
                <a:lnTo>
                  <a:pt x="0" y="43"/>
                </a:lnTo>
                <a:lnTo>
                  <a:pt x="99" y="43"/>
                </a:lnTo>
                <a:lnTo>
                  <a:pt x="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" name="Freeform 465"/>
          <p:cNvSpPr>
            <a:spLocks/>
          </p:cNvSpPr>
          <p:nvPr/>
        </p:nvSpPr>
        <p:spPr bwMode="auto">
          <a:xfrm>
            <a:off x="3468687" y="6373813"/>
            <a:ext cx="157163" cy="68263"/>
          </a:xfrm>
          <a:custGeom>
            <a:avLst/>
            <a:gdLst>
              <a:gd name="T0" fmla="*/ 99 w 99"/>
              <a:gd name="T1" fmla="*/ 0 h 43"/>
              <a:gd name="T2" fmla="*/ 78 w 99"/>
              <a:gd name="T3" fmla="*/ 0 h 43"/>
              <a:gd name="T4" fmla="*/ 78 w 99"/>
              <a:gd name="T5" fmla="*/ 11 h 43"/>
              <a:gd name="T6" fmla="*/ 22 w 99"/>
              <a:gd name="T7" fmla="*/ 11 h 43"/>
              <a:gd name="T8" fmla="*/ 22 w 99"/>
              <a:gd name="T9" fmla="*/ 0 h 43"/>
              <a:gd name="T10" fmla="*/ 0 w 99"/>
              <a:gd name="T11" fmla="*/ 0 h 43"/>
              <a:gd name="T12" fmla="*/ 0 w 99"/>
              <a:gd name="T13" fmla="*/ 43 h 43"/>
              <a:gd name="T14" fmla="*/ 99 w 99"/>
              <a:gd name="T15" fmla="*/ 43 h 43"/>
              <a:gd name="T16" fmla="*/ 99 w 99"/>
              <a:gd name="T17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9" h="43">
                <a:moveTo>
                  <a:pt x="99" y="0"/>
                </a:moveTo>
                <a:lnTo>
                  <a:pt x="78" y="0"/>
                </a:lnTo>
                <a:lnTo>
                  <a:pt x="78" y="11"/>
                </a:lnTo>
                <a:lnTo>
                  <a:pt x="22" y="11"/>
                </a:lnTo>
                <a:lnTo>
                  <a:pt x="22" y="0"/>
                </a:lnTo>
                <a:lnTo>
                  <a:pt x="0" y="0"/>
                </a:lnTo>
                <a:lnTo>
                  <a:pt x="0" y="43"/>
                </a:lnTo>
                <a:lnTo>
                  <a:pt x="99" y="43"/>
                </a:lnTo>
                <a:lnTo>
                  <a:pt x="9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" name="Freeform 466"/>
          <p:cNvSpPr>
            <a:spLocks/>
          </p:cNvSpPr>
          <p:nvPr/>
        </p:nvSpPr>
        <p:spPr bwMode="auto">
          <a:xfrm>
            <a:off x="4092575" y="6361113"/>
            <a:ext cx="165100" cy="166688"/>
          </a:xfrm>
          <a:custGeom>
            <a:avLst/>
            <a:gdLst>
              <a:gd name="T0" fmla="*/ 15 w 39"/>
              <a:gd name="T1" fmla="*/ 0 h 39"/>
              <a:gd name="T2" fmla="*/ 0 w 39"/>
              <a:gd name="T3" fmla="*/ 15 h 39"/>
              <a:gd name="T4" fmla="*/ 25 w 39"/>
              <a:gd name="T5" fmla="*/ 39 h 39"/>
              <a:gd name="T6" fmla="*/ 39 w 39"/>
              <a:gd name="T7" fmla="*/ 24 h 39"/>
              <a:gd name="T8" fmla="*/ 32 w 39"/>
              <a:gd name="T9" fmla="*/ 17 h 39"/>
              <a:gd name="T10" fmla="*/ 26 w 39"/>
              <a:gd name="T11" fmla="*/ 19 h 39"/>
              <a:gd name="T12" fmla="*/ 20 w 39"/>
              <a:gd name="T13" fmla="*/ 17 h 39"/>
              <a:gd name="T14" fmla="*/ 20 w 39"/>
              <a:gd name="T15" fmla="*/ 6 h 39"/>
              <a:gd name="T16" fmla="*/ 15 w 39"/>
              <a:gd name="T17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9">
                <a:moveTo>
                  <a:pt x="15" y="0"/>
                </a:moveTo>
                <a:cubicBezTo>
                  <a:pt x="0" y="15"/>
                  <a:pt x="0" y="15"/>
                  <a:pt x="0" y="15"/>
                </a:cubicBezTo>
                <a:cubicBezTo>
                  <a:pt x="25" y="39"/>
                  <a:pt x="25" y="39"/>
                  <a:pt x="25" y="39"/>
                </a:cubicBezTo>
                <a:cubicBezTo>
                  <a:pt x="39" y="24"/>
                  <a:pt x="39" y="24"/>
                  <a:pt x="39" y="24"/>
                </a:cubicBezTo>
                <a:cubicBezTo>
                  <a:pt x="32" y="17"/>
                  <a:pt x="32" y="17"/>
                  <a:pt x="32" y="17"/>
                </a:cubicBezTo>
                <a:cubicBezTo>
                  <a:pt x="30" y="19"/>
                  <a:pt x="28" y="19"/>
                  <a:pt x="26" y="19"/>
                </a:cubicBezTo>
                <a:cubicBezTo>
                  <a:pt x="24" y="19"/>
                  <a:pt x="22" y="19"/>
                  <a:pt x="20" y="17"/>
                </a:cubicBezTo>
                <a:cubicBezTo>
                  <a:pt x="17" y="14"/>
                  <a:pt x="17" y="9"/>
                  <a:pt x="20" y="6"/>
                </a:cubicBezTo>
                <a:cubicBezTo>
                  <a:pt x="15" y="0"/>
                  <a:pt x="15" y="0"/>
                  <a:pt x="1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" name="Freeform 467"/>
          <p:cNvSpPr>
            <a:spLocks noEditPoints="1"/>
          </p:cNvSpPr>
          <p:nvPr/>
        </p:nvSpPr>
        <p:spPr bwMode="auto">
          <a:xfrm>
            <a:off x="3859212" y="6438901"/>
            <a:ext cx="322263" cy="322263"/>
          </a:xfrm>
          <a:custGeom>
            <a:avLst/>
            <a:gdLst>
              <a:gd name="T0" fmla="*/ 0 w 76"/>
              <a:gd name="T1" fmla="*/ 52 h 76"/>
              <a:gd name="T2" fmla="*/ 6 w 76"/>
              <a:gd name="T3" fmla="*/ 57 h 76"/>
              <a:gd name="T4" fmla="*/ 18 w 76"/>
              <a:gd name="T5" fmla="*/ 58 h 76"/>
              <a:gd name="T6" fmla="*/ 19 w 76"/>
              <a:gd name="T7" fmla="*/ 70 h 76"/>
              <a:gd name="T8" fmla="*/ 24 w 76"/>
              <a:gd name="T9" fmla="*/ 76 h 76"/>
              <a:gd name="T10" fmla="*/ 76 w 76"/>
              <a:gd name="T11" fmla="*/ 25 h 76"/>
              <a:gd name="T12" fmla="*/ 52 w 76"/>
              <a:gd name="T13" fmla="*/ 0 h 76"/>
              <a:gd name="T14" fmla="*/ 0 w 76"/>
              <a:gd name="T15" fmla="*/ 52 h 76"/>
              <a:gd name="T16" fmla="*/ 38 w 76"/>
              <a:gd name="T17" fmla="*/ 50 h 76"/>
              <a:gd name="T18" fmla="*/ 35 w 76"/>
              <a:gd name="T19" fmla="*/ 59 h 76"/>
              <a:gd name="T20" fmla="*/ 29 w 76"/>
              <a:gd name="T21" fmla="*/ 51 h 76"/>
              <a:gd name="T22" fmla="*/ 19 w 76"/>
              <a:gd name="T23" fmla="*/ 51 h 76"/>
              <a:gd name="T24" fmla="*/ 25 w 76"/>
              <a:gd name="T25" fmla="*/ 43 h 76"/>
              <a:gd name="T26" fmla="*/ 22 w 76"/>
              <a:gd name="T27" fmla="*/ 33 h 76"/>
              <a:gd name="T28" fmla="*/ 31 w 76"/>
              <a:gd name="T29" fmla="*/ 37 h 76"/>
              <a:gd name="T30" fmla="*/ 39 w 76"/>
              <a:gd name="T31" fmla="*/ 30 h 76"/>
              <a:gd name="T32" fmla="*/ 39 w 76"/>
              <a:gd name="T33" fmla="*/ 41 h 76"/>
              <a:gd name="T34" fmla="*/ 48 w 76"/>
              <a:gd name="T35" fmla="*/ 47 h 76"/>
              <a:gd name="T36" fmla="*/ 38 w 76"/>
              <a:gd name="T37" fmla="*/ 5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" h="76">
                <a:moveTo>
                  <a:pt x="0" y="52"/>
                </a:moveTo>
                <a:cubicBezTo>
                  <a:pt x="6" y="57"/>
                  <a:pt x="6" y="57"/>
                  <a:pt x="6" y="57"/>
                </a:cubicBezTo>
                <a:cubicBezTo>
                  <a:pt x="9" y="54"/>
                  <a:pt x="15" y="54"/>
                  <a:pt x="18" y="58"/>
                </a:cubicBezTo>
                <a:cubicBezTo>
                  <a:pt x="22" y="61"/>
                  <a:pt x="22" y="67"/>
                  <a:pt x="19" y="70"/>
                </a:cubicBezTo>
                <a:cubicBezTo>
                  <a:pt x="24" y="76"/>
                  <a:pt x="24" y="76"/>
                  <a:pt x="24" y="76"/>
                </a:cubicBezTo>
                <a:cubicBezTo>
                  <a:pt x="76" y="25"/>
                  <a:pt x="76" y="25"/>
                  <a:pt x="76" y="25"/>
                </a:cubicBezTo>
                <a:cubicBezTo>
                  <a:pt x="52" y="0"/>
                  <a:pt x="52" y="0"/>
                  <a:pt x="52" y="0"/>
                </a:cubicBezTo>
                <a:lnTo>
                  <a:pt x="0" y="52"/>
                </a:lnTo>
                <a:close/>
                <a:moveTo>
                  <a:pt x="38" y="50"/>
                </a:moveTo>
                <a:cubicBezTo>
                  <a:pt x="35" y="59"/>
                  <a:pt x="35" y="59"/>
                  <a:pt x="35" y="59"/>
                </a:cubicBezTo>
                <a:cubicBezTo>
                  <a:pt x="29" y="51"/>
                  <a:pt x="29" y="51"/>
                  <a:pt x="2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25" y="43"/>
                  <a:pt x="25" y="43"/>
                  <a:pt x="25" y="43"/>
                </a:cubicBezTo>
                <a:cubicBezTo>
                  <a:pt x="22" y="33"/>
                  <a:pt x="22" y="33"/>
                  <a:pt x="22" y="33"/>
                </a:cubicBezTo>
                <a:cubicBezTo>
                  <a:pt x="31" y="37"/>
                  <a:pt x="31" y="37"/>
                  <a:pt x="31" y="37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41"/>
                  <a:pt x="39" y="41"/>
                  <a:pt x="39" y="41"/>
                </a:cubicBezTo>
                <a:cubicBezTo>
                  <a:pt x="48" y="47"/>
                  <a:pt x="48" y="47"/>
                  <a:pt x="48" y="47"/>
                </a:cubicBezTo>
                <a:lnTo>
                  <a:pt x="38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0" name="Freeform 5">
            <a:extLst>
              <a:ext uri="{FF2B5EF4-FFF2-40B4-BE49-F238E27FC236}">
                <a16:creationId xmlns:a16="http://schemas.microsoft.com/office/drawing/2014/main" id="{6434280F-9304-4228-A3B7-66E1A729E24F}"/>
              </a:ext>
            </a:extLst>
          </p:cNvPr>
          <p:cNvSpPr>
            <a:spLocks noEditPoints="1"/>
          </p:cNvSpPr>
          <p:nvPr/>
        </p:nvSpPr>
        <p:spPr bwMode="auto">
          <a:xfrm>
            <a:off x="4590143" y="2582635"/>
            <a:ext cx="166688" cy="295275"/>
          </a:xfrm>
          <a:custGeom>
            <a:avLst/>
            <a:gdLst>
              <a:gd name="T0" fmla="*/ 105 w 105"/>
              <a:gd name="T1" fmla="*/ 186 h 186"/>
              <a:gd name="T2" fmla="*/ 92 w 105"/>
              <a:gd name="T3" fmla="*/ 33 h 186"/>
              <a:gd name="T4" fmla="*/ 95 w 105"/>
              <a:gd name="T5" fmla="*/ 33 h 186"/>
              <a:gd name="T6" fmla="*/ 95 w 105"/>
              <a:gd name="T7" fmla="*/ 0 h 186"/>
              <a:gd name="T8" fmla="*/ 87 w 105"/>
              <a:gd name="T9" fmla="*/ 0 h 186"/>
              <a:gd name="T10" fmla="*/ 87 w 105"/>
              <a:gd name="T11" fmla="*/ 10 h 186"/>
              <a:gd name="T12" fmla="*/ 80 w 105"/>
              <a:gd name="T13" fmla="*/ 10 h 186"/>
              <a:gd name="T14" fmla="*/ 80 w 105"/>
              <a:gd name="T15" fmla="*/ 0 h 186"/>
              <a:gd name="T16" fmla="*/ 72 w 105"/>
              <a:gd name="T17" fmla="*/ 0 h 186"/>
              <a:gd name="T18" fmla="*/ 72 w 105"/>
              <a:gd name="T19" fmla="*/ 10 h 186"/>
              <a:gd name="T20" fmla="*/ 64 w 105"/>
              <a:gd name="T21" fmla="*/ 10 h 186"/>
              <a:gd name="T22" fmla="*/ 64 w 105"/>
              <a:gd name="T23" fmla="*/ 0 h 186"/>
              <a:gd name="T24" fmla="*/ 41 w 105"/>
              <a:gd name="T25" fmla="*/ 0 h 186"/>
              <a:gd name="T26" fmla="*/ 41 w 105"/>
              <a:gd name="T27" fmla="*/ 10 h 186"/>
              <a:gd name="T28" fmla="*/ 33 w 105"/>
              <a:gd name="T29" fmla="*/ 10 h 186"/>
              <a:gd name="T30" fmla="*/ 33 w 105"/>
              <a:gd name="T31" fmla="*/ 0 h 186"/>
              <a:gd name="T32" fmla="*/ 25 w 105"/>
              <a:gd name="T33" fmla="*/ 0 h 186"/>
              <a:gd name="T34" fmla="*/ 25 w 105"/>
              <a:gd name="T35" fmla="*/ 10 h 186"/>
              <a:gd name="T36" fmla="*/ 18 w 105"/>
              <a:gd name="T37" fmla="*/ 10 h 186"/>
              <a:gd name="T38" fmla="*/ 18 w 105"/>
              <a:gd name="T39" fmla="*/ 0 h 186"/>
              <a:gd name="T40" fmla="*/ 10 w 105"/>
              <a:gd name="T41" fmla="*/ 0 h 186"/>
              <a:gd name="T42" fmla="*/ 10 w 105"/>
              <a:gd name="T43" fmla="*/ 33 h 186"/>
              <a:gd name="T44" fmla="*/ 12 w 105"/>
              <a:gd name="T45" fmla="*/ 33 h 186"/>
              <a:gd name="T46" fmla="*/ 0 w 105"/>
              <a:gd name="T47" fmla="*/ 186 h 186"/>
              <a:gd name="T48" fmla="*/ 105 w 105"/>
              <a:gd name="T49" fmla="*/ 186 h 186"/>
              <a:gd name="T50" fmla="*/ 64 w 105"/>
              <a:gd name="T51" fmla="*/ 95 h 186"/>
              <a:gd name="T52" fmla="*/ 64 w 105"/>
              <a:gd name="T53" fmla="*/ 121 h 186"/>
              <a:gd name="T54" fmla="*/ 41 w 105"/>
              <a:gd name="T55" fmla="*/ 121 h 186"/>
              <a:gd name="T56" fmla="*/ 41 w 105"/>
              <a:gd name="T57" fmla="*/ 95 h 186"/>
              <a:gd name="T58" fmla="*/ 64 w 105"/>
              <a:gd name="T59" fmla="*/ 95 h 186"/>
              <a:gd name="T60" fmla="*/ 46 w 105"/>
              <a:gd name="T61" fmla="*/ 69 h 186"/>
              <a:gd name="T62" fmla="*/ 46 w 105"/>
              <a:gd name="T63" fmla="*/ 44 h 186"/>
              <a:gd name="T64" fmla="*/ 59 w 105"/>
              <a:gd name="T65" fmla="*/ 44 h 186"/>
              <a:gd name="T66" fmla="*/ 59 w 105"/>
              <a:gd name="T67" fmla="*/ 69 h 186"/>
              <a:gd name="T68" fmla="*/ 46 w 105"/>
              <a:gd name="T69" fmla="*/ 69 h 186"/>
              <a:gd name="T70" fmla="*/ 69 w 105"/>
              <a:gd name="T71" fmla="*/ 181 h 186"/>
              <a:gd name="T72" fmla="*/ 36 w 105"/>
              <a:gd name="T73" fmla="*/ 181 h 186"/>
              <a:gd name="T74" fmla="*/ 36 w 105"/>
              <a:gd name="T75" fmla="*/ 155 h 186"/>
              <a:gd name="T76" fmla="*/ 69 w 105"/>
              <a:gd name="T77" fmla="*/ 155 h 186"/>
              <a:gd name="T78" fmla="*/ 69 w 105"/>
              <a:gd name="T79" fmla="*/ 181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5" h="186">
                <a:moveTo>
                  <a:pt x="105" y="186"/>
                </a:moveTo>
                <a:lnTo>
                  <a:pt x="92" y="33"/>
                </a:lnTo>
                <a:lnTo>
                  <a:pt x="95" y="33"/>
                </a:lnTo>
                <a:lnTo>
                  <a:pt x="95" y="0"/>
                </a:lnTo>
                <a:lnTo>
                  <a:pt x="87" y="0"/>
                </a:lnTo>
                <a:lnTo>
                  <a:pt x="87" y="10"/>
                </a:lnTo>
                <a:lnTo>
                  <a:pt x="80" y="10"/>
                </a:lnTo>
                <a:lnTo>
                  <a:pt x="80" y="0"/>
                </a:lnTo>
                <a:lnTo>
                  <a:pt x="72" y="0"/>
                </a:lnTo>
                <a:lnTo>
                  <a:pt x="72" y="10"/>
                </a:lnTo>
                <a:lnTo>
                  <a:pt x="64" y="10"/>
                </a:lnTo>
                <a:lnTo>
                  <a:pt x="64" y="0"/>
                </a:lnTo>
                <a:lnTo>
                  <a:pt x="41" y="0"/>
                </a:lnTo>
                <a:lnTo>
                  <a:pt x="41" y="10"/>
                </a:lnTo>
                <a:lnTo>
                  <a:pt x="33" y="10"/>
                </a:lnTo>
                <a:lnTo>
                  <a:pt x="33" y="0"/>
                </a:lnTo>
                <a:lnTo>
                  <a:pt x="25" y="0"/>
                </a:lnTo>
                <a:lnTo>
                  <a:pt x="25" y="10"/>
                </a:lnTo>
                <a:lnTo>
                  <a:pt x="18" y="10"/>
                </a:lnTo>
                <a:lnTo>
                  <a:pt x="18" y="0"/>
                </a:lnTo>
                <a:lnTo>
                  <a:pt x="10" y="0"/>
                </a:lnTo>
                <a:lnTo>
                  <a:pt x="10" y="33"/>
                </a:lnTo>
                <a:lnTo>
                  <a:pt x="12" y="33"/>
                </a:lnTo>
                <a:lnTo>
                  <a:pt x="0" y="186"/>
                </a:lnTo>
                <a:lnTo>
                  <a:pt x="105" y="186"/>
                </a:lnTo>
                <a:close/>
                <a:moveTo>
                  <a:pt x="64" y="95"/>
                </a:moveTo>
                <a:lnTo>
                  <a:pt x="64" y="121"/>
                </a:lnTo>
                <a:lnTo>
                  <a:pt x="41" y="121"/>
                </a:lnTo>
                <a:lnTo>
                  <a:pt x="41" y="95"/>
                </a:lnTo>
                <a:lnTo>
                  <a:pt x="64" y="95"/>
                </a:lnTo>
                <a:close/>
                <a:moveTo>
                  <a:pt x="46" y="69"/>
                </a:moveTo>
                <a:lnTo>
                  <a:pt x="46" y="44"/>
                </a:lnTo>
                <a:lnTo>
                  <a:pt x="59" y="44"/>
                </a:lnTo>
                <a:lnTo>
                  <a:pt x="59" y="69"/>
                </a:lnTo>
                <a:lnTo>
                  <a:pt x="46" y="69"/>
                </a:lnTo>
                <a:close/>
                <a:moveTo>
                  <a:pt x="69" y="181"/>
                </a:moveTo>
                <a:lnTo>
                  <a:pt x="36" y="181"/>
                </a:lnTo>
                <a:lnTo>
                  <a:pt x="36" y="155"/>
                </a:lnTo>
                <a:lnTo>
                  <a:pt x="69" y="155"/>
                </a:lnTo>
                <a:lnTo>
                  <a:pt x="69" y="1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1" name="Freeform 6">
            <a:extLst>
              <a:ext uri="{FF2B5EF4-FFF2-40B4-BE49-F238E27FC236}">
                <a16:creationId xmlns:a16="http://schemas.microsoft.com/office/drawing/2014/main" id="{B34C2C84-5B3A-448C-A940-E79107C47DBD}"/>
              </a:ext>
            </a:extLst>
          </p:cNvPr>
          <p:cNvSpPr>
            <a:spLocks noEditPoints="1"/>
          </p:cNvSpPr>
          <p:nvPr/>
        </p:nvSpPr>
        <p:spPr bwMode="auto">
          <a:xfrm>
            <a:off x="4528230" y="2914422"/>
            <a:ext cx="290513" cy="103188"/>
          </a:xfrm>
          <a:custGeom>
            <a:avLst/>
            <a:gdLst>
              <a:gd name="T0" fmla="*/ 183 w 183"/>
              <a:gd name="T1" fmla="*/ 44 h 65"/>
              <a:gd name="T2" fmla="*/ 150 w 183"/>
              <a:gd name="T3" fmla="*/ 44 h 65"/>
              <a:gd name="T4" fmla="*/ 144 w 183"/>
              <a:gd name="T5" fmla="*/ 0 h 65"/>
              <a:gd name="T6" fmla="*/ 36 w 183"/>
              <a:gd name="T7" fmla="*/ 0 h 65"/>
              <a:gd name="T8" fmla="*/ 33 w 183"/>
              <a:gd name="T9" fmla="*/ 44 h 65"/>
              <a:gd name="T10" fmla="*/ 0 w 183"/>
              <a:gd name="T11" fmla="*/ 44 h 65"/>
              <a:gd name="T12" fmla="*/ 0 w 183"/>
              <a:gd name="T13" fmla="*/ 65 h 65"/>
              <a:gd name="T14" fmla="*/ 183 w 183"/>
              <a:gd name="T15" fmla="*/ 65 h 65"/>
              <a:gd name="T16" fmla="*/ 183 w 183"/>
              <a:gd name="T17" fmla="*/ 44 h 65"/>
              <a:gd name="T18" fmla="*/ 108 w 183"/>
              <a:gd name="T19" fmla="*/ 44 h 65"/>
              <a:gd name="T20" fmla="*/ 75 w 183"/>
              <a:gd name="T21" fmla="*/ 44 h 65"/>
              <a:gd name="T22" fmla="*/ 75 w 183"/>
              <a:gd name="T23" fmla="*/ 10 h 65"/>
              <a:gd name="T24" fmla="*/ 108 w 183"/>
              <a:gd name="T25" fmla="*/ 10 h 65"/>
              <a:gd name="T26" fmla="*/ 108 w 183"/>
              <a:gd name="T27" fmla="*/ 4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3" h="65">
                <a:moveTo>
                  <a:pt x="183" y="44"/>
                </a:moveTo>
                <a:lnTo>
                  <a:pt x="150" y="44"/>
                </a:lnTo>
                <a:lnTo>
                  <a:pt x="144" y="0"/>
                </a:lnTo>
                <a:lnTo>
                  <a:pt x="36" y="0"/>
                </a:lnTo>
                <a:lnTo>
                  <a:pt x="33" y="44"/>
                </a:lnTo>
                <a:lnTo>
                  <a:pt x="0" y="44"/>
                </a:lnTo>
                <a:lnTo>
                  <a:pt x="0" y="65"/>
                </a:lnTo>
                <a:lnTo>
                  <a:pt x="183" y="65"/>
                </a:lnTo>
                <a:lnTo>
                  <a:pt x="183" y="44"/>
                </a:lnTo>
                <a:close/>
                <a:moveTo>
                  <a:pt x="108" y="44"/>
                </a:moveTo>
                <a:lnTo>
                  <a:pt x="75" y="44"/>
                </a:lnTo>
                <a:lnTo>
                  <a:pt x="75" y="10"/>
                </a:lnTo>
                <a:lnTo>
                  <a:pt x="108" y="10"/>
                </a:lnTo>
                <a:lnTo>
                  <a:pt x="108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2" name="Rectangle 7">
            <a:extLst>
              <a:ext uri="{FF2B5EF4-FFF2-40B4-BE49-F238E27FC236}">
                <a16:creationId xmlns:a16="http://schemas.microsoft.com/office/drawing/2014/main" id="{332FCB3A-CBB2-4B8D-A0B5-1DE62802B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6955" y="3030310"/>
            <a:ext cx="393700" cy="238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3" name="Rectangle 8">
            <a:extLst>
              <a:ext uri="{FF2B5EF4-FFF2-40B4-BE49-F238E27FC236}">
                <a16:creationId xmlns:a16="http://schemas.microsoft.com/office/drawing/2014/main" id="{B7181206-758E-46F1-9C90-16D0E9B0D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9505" y="2881085"/>
            <a:ext cx="2079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4" name="Rectangle 9">
            <a:extLst>
              <a:ext uri="{FF2B5EF4-FFF2-40B4-BE49-F238E27FC236}">
                <a16:creationId xmlns:a16="http://schemas.microsoft.com/office/drawing/2014/main" id="{E2876F6D-5837-4CCC-B686-E5BE03CFB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55" y="2968397"/>
            <a:ext cx="455613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5" name="Rectangle 10">
            <a:extLst>
              <a:ext uri="{FF2B5EF4-FFF2-40B4-BE49-F238E27FC236}">
                <a16:creationId xmlns:a16="http://schemas.microsoft.com/office/drawing/2014/main" id="{93963428-ED8D-4D95-8C0E-D5AFB7734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5293" y="3004910"/>
            <a:ext cx="65088" cy="571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6" name="Rectangle 11">
            <a:extLst>
              <a:ext uri="{FF2B5EF4-FFF2-40B4-BE49-F238E27FC236}">
                <a16:creationId xmlns:a16="http://schemas.microsoft.com/office/drawing/2014/main" id="{A28E6F8B-3FB6-4D16-92EC-AF0332729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2318" y="3004910"/>
            <a:ext cx="66675" cy="571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7" name="Rectangle 12">
            <a:extLst>
              <a:ext uri="{FF2B5EF4-FFF2-40B4-BE49-F238E27FC236}">
                <a16:creationId xmlns:a16="http://schemas.microsoft.com/office/drawing/2014/main" id="{818623AA-9E21-49DD-A681-AC86416FC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868" y="2701697"/>
            <a:ext cx="7302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8" name="Freeform 13">
            <a:extLst>
              <a:ext uri="{FF2B5EF4-FFF2-40B4-BE49-F238E27FC236}">
                <a16:creationId xmlns:a16="http://schemas.microsoft.com/office/drawing/2014/main" id="{D97D7340-F258-4113-8779-4930DC03C07F}"/>
              </a:ext>
            </a:extLst>
          </p:cNvPr>
          <p:cNvSpPr>
            <a:spLocks noEditPoints="1"/>
          </p:cNvSpPr>
          <p:nvPr/>
        </p:nvSpPr>
        <p:spPr bwMode="auto">
          <a:xfrm>
            <a:off x="5126718" y="2660422"/>
            <a:ext cx="450850" cy="295275"/>
          </a:xfrm>
          <a:custGeom>
            <a:avLst/>
            <a:gdLst>
              <a:gd name="T0" fmla="*/ 104 w 110"/>
              <a:gd name="T1" fmla="*/ 38 h 72"/>
              <a:gd name="T2" fmla="*/ 99 w 110"/>
              <a:gd name="T3" fmla="*/ 0 h 72"/>
              <a:gd name="T4" fmla="*/ 11 w 110"/>
              <a:gd name="T5" fmla="*/ 0 h 72"/>
              <a:gd name="T6" fmla="*/ 6 w 110"/>
              <a:gd name="T7" fmla="*/ 38 h 72"/>
              <a:gd name="T8" fmla="*/ 0 w 110"/>
              <a:gd name="T9" fmla="*/ 38 h 72"/>
              <a:gd name="T10" fmla="*/ 0 w 110"/>
              <a:gd name="T11" fmla="*/ 72 h 72"/>
              <a:gd name="T12" fmla="*/ 110 w 110"/>
              <a:gd name="T13" fmla="*/ 72 h 72"/>
              <a:gd name="T14" fmla="*/ 110 w 110"/>
              <a:gd name="T15" fmla="*/ 38 h 72"/>
              <a:gd name="T16" fmla="*/ 104 w 110"/>
              <a:gd name="T17" fmla="*/ 38 h 72"/>
              <a:gd name="T18" fmla="*/ 20 w 110"/>
              <a:gd name="T19" fmla="*/ 7 h 72"/>
              <a:gd name="T20" fmla="*/ 90 w 110"/>
              <a:gd name="T21" fmla="*/ 7 h 72"/>
              <a:gd name="T22" fmla="*/ 94 w 110"/>
              <a:gd name="T23" fmla="*/ 38 h 72"/>
              <a:gd name="T24" fmla="*/ 16 w 110"/>
              <a:gd name="T25" fmla="*/ 38 h 72"/>
              <a:gd name="T26" fmla="*/ 20 w 110"/>
              <a:gd name="T27" fmla="*/ 7 h 72"/>
              <a:gd name="T28" fmla="*/ 23 w 110"/>
              <a:gd name="T29" fmla="*/ 63 h 72"/>
              <a:gd name="T30" fmla="*/ 13 w 110"/>
              <a:gd name="T31" fmla="*/ 63 h 72"/>
              <a:gd name="T32" fmla="*/ 6 w 110"/>
              <a:gd name="T33" fmla="*/ 56 h 72"/>
              <a:gd name="T34" fmla="*/ 13 w 110"/>
              <a:gd name="T35" fmla="*/ 49 h 72"/>
              <a:gd name="T36" fmla="*/ 23 w 110"/>
              <a:gd name="T37" fmla="*/ 49 h 72"/>
              <a:gd name="T38" fmla="*/ 30 w 110"/>
              <a:gd name="T39" fmla="*/ 56 h 72"/>
              <a:gd name="T40" fmla="*/ 23 w 110"/>
              <a:gd name="T41" fmla="*/ 63 h 72"/>
              <a:gd name="T42" fmla="*/ 95 w 110"/>
              <a:gd name="T43" fmla="*/ 62 h 72"/>
              <a:gd name="T44" fmla="*/ 84 w 110"/>
              <a:gd name="T45" fmla="*/ 62 h 72"/>
              <a:gd name="T46" fmla="*/ 77 w 110"/>
              <a:gd name="T47" fmla="*/ 55 h 72"/>
              <a:gd name="T48" fmla="*/ 84 w 110"/>
              <a:gd name="T49" fmla="*/ 48 h 72"/>
              <a:gd name="T50" fmla="*/ 95 w 110"/>
              <a:gd name="T51" fmla="*/ 48 h 72"/>
              <a:gd name="T52" fmla="*/ 102 w 110"/>
              <a:gd name="T53" fmla="*/ 55 h 72"/>
              <a:gd name="T54" fmla="*/ 95 w 110"/>
              <a:gd name="T55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0" h="72">
                <a:moveTo>
                  <a:pt x="104" y="38"/>
                </a:moveTo>
                <a:cubicBezTo>
                  <a:pt x="99" y="0"/>
                  <a:pt x="99" y="0"/>
                  <a:pt x="9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6" y="38"/>
                  <a:pt x="6" y="38"/>
                  <a:pt x="6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72"/>
                  <a:pt x="0" y="72"/>
                  <a:pt x="0" y="72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10" y="38"/>
                  <a:pt x="110" y="38"/>
                  <a:pt x="110" y="38"/>
                </a:cubicBezTo>
                <a:lnTo>
                  <a:pt x="104" y="38"/>
                </a:lnTo>
                <a:close/>
                <a:moveTo>
                  <a:pt x="20" y="7"/>
                </a:moveTo>
                <a:cubicBezTo>
                  <a:pt x="90" y="7"/>
                  <a:pt x="90" y="7"/>
                  <a:pt x="90" y="7"/>
                </a:cubicBezTo>
                <a:cubicBezTo>
                  <a:pt x="94" y="38"/>
                  <a:pt x="94" y="38"/>
                  <a:pt x="94" y="38"/>
                </a:cubicBezTo>
                <a:cubicBezTo>
                  <a:pt x="16" y="38"/>
                  <a:pt x="16" y="38"/>
                  <a:pt x="16" y="38"/>
                </a:cubicBezTo>
                <a:lnTo>
                  <a:pt x="20" y="7"/>
                </a:lnTo>
                <a:close/>
                <a:moveTo>
                  <a:pt x="23" y="63"/>
                </a:moveTo>
                <a:cubicBezTo>
                  <a:pt x="13" y="63"/>
                  <a:pt x="13" y="63"/>
                  <a:pt x="13" y="63"/>
                </a:cubicBezTo>
                <a:cubicBezTo>
                  <a:pt x="9" y="63"/>
                  <a:pt x="6" y="60"/>
                  <a:pt x="6" y="56"/>
                </a:cubicBezTo>
                <a:cubicBezTo>
                  <a:pt x="6" y="52"/>
                  <a:pt x="9" y="49"/>
                  <a:pt x="13" y="49"/>
                </a:cubicBezTo>
                <a:cubicBezTo>
                  <a:pt x="23" y="49"/>
                  <a:pt x="23" y="49"/>
                  <a:pt x="23" y="49"/>
                </a:cubicBezTo>
                <a:cubicBezTo>
                  <a:pt x="27" y="49"/>
                  <a:pt x="30" y="52"/>
                  <a:pt x="30" y="56"/>
                </a:cubicBezTo>
                <a:cubicBezTo>
                  <a:pt x="30" y="60"/>
                  <a:pt x="27" y="63"/>
                  <a:pt x="23" y="63"/>
                </a:cubicBezTo>
                <a:close/>
                <a:moveTo>
                  <a:pt x="95" y="62"/>
                </a:moveTo>
                <a:cubicBezTo>
                  <a:pt x="84" y="62"/>
                  <a:pt x="84" y="62"/>
                  <a:pt x="84" y="62"/>
                </a:cubicBezTo>
                <a:cubicBezTo>
                  <a:pt x="81" y="62"/>
                  <a:pt x="77" y="59"/>
                  <a:pt x="77" y="55"/>
                </a:cubicBezTo>
                <a:cubicBezTo>
                  <a:pt x="77" y="51"/>
                  <a:pt x="81" y="48"/>
                  <a:pt x="84" y="48"/>
                </a:cubicBezTo>
                <a:cubicBezTo>
                  <a:pt x="95" y="48"/>
                  <a:pt x="95" y="48"/>
                  <a:pt x="95" y="48"/>
                </a:cubicBezTo>
                <a:cubicBezTo>
                  <a:pt x="99" y="48"/>
                  <a:pt x="102" y="51"/>
                  <a:pt x="102" y="55"/>
                </a:cubicBezTo>
                <a:cubicBezTo>
                  <a:pt x="102" y="59"/>
                  <a:pt x="99" y="62"/>
                  <a:pt x="95" y="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9" name="Freeform 14">
            <a:extLst>
              <a:ext uri="{FF2B5EF4-FFF2-40B4-BE49-F238E27FC236}">
                <a16:creationId xmlns:a16="http://schemas.microsoft.com/office/drawing/2014/main" id="{45FD31E6-65AE-4346-9C28-99333A96349E}"/>
              </a:ext>
            </a:extLst>
          </p:cNvPr>
          <p:cNvSpPr>
            <a:spLocks/>
          </p:cNvSpPr>
          <p:nvPr/>
        </p:nvSpPr>
        <p:spPr bwMode="auto">
          <a:xfrm>
            <a:off x="5175930" y="2877910"/>
            <a:ext cx="49213" cy="23813"/>
          </a:xfrm>
          <a:custGeom>
            <a:avLst/>
            <a:gdLst>
              <a:gd name="T0" fmla="*/ 12 w 12"/>
              <a:gd name="T1" fmla="*/ 3 h 6"/>
              <a:gd name="T2" fmla="*/ 9 w 12"/>
              <a:gd name="T3" fmla="*/ 6 h 6"/>
              <a:gd name="T4" fmla="*/ 4 w 12"/>
              <a:gd name="T5" fmla="*/ 6 h 6"/>
              <a:gd name="T6" fmla="*/ 0 w 12"/>
              <a:gd name="T7" fmla="*/ 3 h 6"/>
              <a:gd name="T8" fmla="*/ 4 w 12"/>
              <a:gd name="T9" fmla="*/ 0 h 6"/>
              <a:gd name="T10" fmla="*/ 9 w 12"/>
              <a:gd name="T11" fmla="*/ 0 h 6"/>
              <a:gd name="T12" fmla="*/ 12 w 12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6">
                <a:moveTo>
                  <a:pt x="12" y="3"/>
                </a:moveTo>
                <a:cubicBezTo>
                  <a:pt x="12" y="5"/>
                  <a:pt x="10" y="6"/>
                  <a:pt x="9" y="6"/>
                </a:cubicBezTo>
                <a:cubicBezTo>
                  <a:pt x="4" y="6"/>
                  <a:pt x="4" y="6"/>
                  <a:pt x="4" y="6"/>
                </a:cubicBezTo>
                <a:cubicBezTo>
                  <a:pt x="2" y="6"/>
                  <a:pt x="0" y="5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2" y="1"/>
                  <a:pt x="12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0" name="Freeform 15">
            <a:extLst>
              <a:ext uri="{FF2B5EF4-FFF2-40B4-BE49-F238E27FC236}">
                <a16:creationId xmlns:a16="http://schemas.microsoft.com/office/drawing/2014/main" id="{C6CE258C-5C8A-4889-AD53-ECD19FE18E09}"/>
              </a:ext>
            </a:extLst>
          </p:cNvPr>
          <p:cNvSpPr>
            <a:spLocks/>
          </p:cNvSpPr>
          <p:nvPr/>
        </p:nvSpPr>
        <p:spPr bwMode="auto">
          <a:xfrm>
            <a:off x="5471205" y="2873147"/>
            <a:ext cx="49213" cy="25400"/>
          </a:xfrm>
          <a:custGeom>
            <a:avLst/>
            <a:gdLst>
              <a:gd name="T0" fmla="*/ 12 w 12"/>
              <a:gd name="T1" fmla="*/ 3 h 6"/>
              <a:gd name="T2" fmla="*/ 8 w 12"/>
              <a:gd name="T3" fmla="*/ 6 h 6"/>
              <a:gd name="T4" fmla="*/ 3 w 12"/>
              <a:gd name="T5" fmla="*/ 6 h 6"/>
              <a:gd name="T6" fmla="*/ 0 w 12"/>
              <a:gd name="T7" fmla="*/ 3 h 6"/>
              <a:gd name="T8" fmla="*/ 3 w 12"/>
              <a:gd name="T9" fmla="*/ 0 h 6"/>
              <a:gd name="T10" fmla="*/ 8 w 12"/>
              <a:gd name="T11" fmla="*/ 0 h 6"/>
              <a:gd name="T12" fmla="*/ 12 w 12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6">
                <a:moveTo>
                  <a:pt x="12" y="3"/>
                </a:moveTo>
                <a:cubicBezTo>
                  <a:pt x="12" y="5"/>
                  <a:pt x="10" y="6"/>
                  <a:pt x="8" y="6"/>
                </a:cubicBezTo>
                <a:cubicBezTo>
                  <a:pt x="3" y="6"/>
                  <a:pt x="3" y="6"/>
                  <a:pt x="3" y="6"/>
                </a:cubicBez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8" y="0"/>
                  <a:pt x="8" y="0"/>
                  <a:pt x="8" y="0"/>
                </a:cubicBezTo>
                <a:cubicBezTo>
                  <a:pt x="10" y="0"/>
                  <a:pt x="12" y="1"/>
                  <a:pt x="12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1" name="Rectangle 16">
            <a:extLst>
              <a:ext uri="{FF2B5EF4-FFF2-40B4-BE49-F238E27FC236}">
                <a16:creationId xmlns:a16="http://schemas.microsoft.com/office/drawing/2014/main" id="{3169C995-BFE4-44AB-8FCA-323679932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8043" y="2779485"/>
            <a:ext cx="69850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2" name="Rectangle 17">
            <a:extLst>
              <a:ext uri="{FF2B5EF4-FFF2-40B4-BE49-F238E27FC236}">
                <a16:creationId xmlns:a16="http://schemas.microsoft.com/office/drawing/2014/main" id="{B0AA26AB-95CE-40F7-9584-3EF195C75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9568" y="2779485"/>
            <a:ext cx="65088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3" name="Rectangle 18">
            <a:extLst>
              <a:ext uri="{FF2B5EF4-FFF2-40B4-BE49-F238E27FC236}">
                <a16:creationId xmlns:a16="http://schemas.microsoft.com/office/drawing/2014/main" id="{9A0D2B26-EADA-4787-BE01-5B6D90D1E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1893" y="2979510"/>
            <a:ext cx="45561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4" name="Rectangle 19">
            <a:extLst>
              <a:ext uri="{FF2B5EF4-FFF2-40B4-BE49-F238E27FC236}">
                <a16:creationId xmlns:a16="http://schemas.microsoft.com/office/drawing/2014/main" id="{391FB0C2-A40E-4765-B29D-C614FAD21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2055" y="3017610"/>
            <a:ext cx="65088" cy="571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5" name="Rectangle 20">
            <a:extLst>
              <a:ext uri="{FF2B5EF4-FFF2-40B4-BE49-F238E27FC236}">
                <a16:creationId xmlns:a16="http://schemas.microsoft.com/office/drawing/2014/main" id="{06E9F0C2-F282-462F-9C32-661FACEB9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9080" y="3017610"/>
            <a:ext cx="65088" cy="571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6" name="Rectangle 21">
            <a:extLst>
              <a:ext uri="{FF2B5EF4-FFF2-40B4-BE49-F238E27FC236}">
                <a16:creationId xmlns:a16="http://schemas.microsoft.com/office/drawing/2014/main" id="{C5C35709-5972-4097-9D38-68B3FC184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7630" y="2712810"/>
            <a:ext cx="777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7" name="Freeform 22">
            <a:extLst>
              <a:ext uri="{FF2B5EF4-FFF2-40B4-BE49-F238E27FC236}">
                <a16:creationId xmlns:a16="http://schemas.microsoft.com/office/drawing/2014/main" id="{92F7DC16-CDB2-49BD-95C8-FA8A0587FD4B}"/>
              </a:ext>
            </a:extLst>
          </p:cNvPr>
          <p:cNvSpPr>
            <a:spLocks noEditPoints="1"/>
          </p:cNvSpPr>
          <p:nvPr/>
        </p:nvSpPr>
        <p:spPr bwMode="auto">
          <a:xfrm>
            <a:off x="5891893" y="2673122"/>
            <a:ext cx="450850" cy="295275"/>
          </a:xfrm>
          <a:custGeom>
            <a:avLst/>
            <a:gdLst>
              <a:gd name="T0" fmla="*/ 104 w 110"/>
              <a:gd name="T1" fmla="*/ 38 h 72"/>
              <a:gd name="T2" fmla="*/ 104 w 110"/>
              <a:gd name="T3" fmla="*/ 0 h 72"/>
              <a:gd name="T4" fmla="*/ 7 w 110"/>
              <a:gd name="T5" fmla="*/ 0 h 72"/>
              <a:gd name="T6" fmla="*/ 6 w 110"/>
              <a:gd name="T7" fmla="*/ 38 h 72"/>
              <a:gd name="T8" fmla="*/ 0 w 110"/>
              <a:gd name="T9" fmla="*/ 38 h 72"/>
              <a:gd name="T10" fmla="*/ 0 w 110"/>
              <a:gd name="T11" fmla="*/ 72 h 72"/>
              <a:gd name="T12" fmla="*/ 110 w 110"/>
              <a:gd name="T13" fmla="*/ 72 h 72"/>
              <a:gd name="T14" fmla="*/ 110 w 110"/>
              <a:gd name="T15" fmla="*/ 38 h 72"/>
              <a:gd name="T16" fmla="*/ 104 w 110"/>
              <a:gd name="T17" fmla="*/ 38 h 72"/>
              <a:gd name="T18" fmla="*/ 16 w 110"/>
              <a:gd name="T19" fmla="*/ 7 h 72"/>
              <a:gd name="T20" fmla="*/ 94 w 110"/>
              <a:gd name="T21" fmla="*/ 7 h 72"/>
              <a:gd name="T22" fmla="*/ 94 w 110"/>
              <a:gd name="T23" fmla="*/ 39 h 72"/>
              <a:gd name="T24" fmla="*/ 16 w 110"/>
              <a:gd name="T25" fmla="*/ 39 h 72"/>
              <a:gd name="T26" fmla="*/ 16 w 110"/>
              <a:gd name="T27" fmla="*/ 7 h 72"/>
              <a:gd name="T28" fmla="*/ 24 w 110"/>
              <a:gd name="T29" fmla="*/ 63 h 72"/>
              <a:gd name="T30" fmla="*/ 13 w 110"/>
              <a:gd name="T31" fmla="*/ 63 h 72"/>
              <a:gd name="T32" fmla="*/ 6 w 110"/>
              <a:gd name="T33" fmla="*/ 56 h 72"/>
              <a:gd name="T34" fmla="*/ 13 w 110"/>
              <a:gd name="T35" fmla="*/ 49 h 72"/>
              <a:gd name="T36" fmla="*/ 24 w 110"/>
              <a:gd name="T37" fmla="*/ 49 h 72"/>
              <a:gd name="T38" fmla="*/ 31 w 110"/>
              <a:gd name="T39" fmla="*/ 56 h 72"/>
              <a:gd name="T40" fmla="*/ 24 w 110"/>
              <a:gd name="T41" fmla="*/ 63 h 72"/>
              <a:gd name="T42" fmla="*/ 96 w 110"/>
              <a:gd name="T43" fmla="*/ 62 h 72"/>
              <a:gd name="T44" fmla="*/ 85 w 110"/>
              <a:gd name="T45" fmla="*/ 62 h 72"/>
              <a:gd name="T46" fmla="*/ 78 w 110"/>
              <a:gd name="T47" fmla="*/ 55 h 72"/>
              <a:gd name="T48" fmla="*/ 85 w 110"/>
              <a:gd name="T49" fmla="*/ 48 h 72"/>
              <a:gd name="T50" fmla="*/ 96 w 110"/>
              <a:gd name="T51" fmla="*/ 48 h 72"/>
              <a:gd name="T52" fmla="*/ 102 w 110"/>
              <a:gd name="T53" fmla="*/ 55 h 72"/>
              <a:gd name="T54" fmla="*/ 96 w 110"/>
              <a:gd name="T55" fmla="*/ 62 h 72"/>
              <a:gd name="T56" fmla="*/ 70 w 110"/>
              <a:gd name="T57" fmla="*/ 53 h 72"/>
              <a:gd name="T58" fmla="*/ 41 w 110"/>
              <a:gd name="T59" fmla="*/ 53 h 72"/>
              <a:gd name="T60" fmla="*/ 41 w 110"/>
              <a:gd name="T61" fmla="*/ 50 h 72"/>
              <a:gd name="T62" fmla="*/ 70 w 110"/>
              <a:gd name="T63" fmla="*/ 50 h 72"/>
              <a:gd name="T64" fmla="*/ 70 w 110"/>
              <a:gd name="T65" fmla="*/ 53 h 72"/>
              <a:gd name="T66" fmla="*/ 70 w 110"/>
              <a:gd name="T67" fmla="*/ 58 h 72"/>
              <a:gd name="T68" fmla="*/ 41 w 110"/>
              <a:gd name="T69" fmla="*/ 58 h 72"/>
              <a:gd name="T70" fmla="*/ 41 w 110"/>
              <a:gd name="T71" fmla="*/ 55 h 72"/>
              <a:gd name="T72" fmla="*/ 70 w 110"/>
              <a:gd name="T73" fmla="*/ 55 h 72"/>
              <a:gd name="T74" fmla="*/ 70 w 110"/>
              <a:gd name="T75" fmla="*/ 58 h 72"/>
              <a:gd name="T76" fmla="*/ 70 w 110"/>
              <a:gd name="T77" fmla="*/ 62 h 72"/>
              <a:gd name="T78" fmla="*/ 41 w 110"/>
              <a:gd name="T79" fmla="*/ 62 h 72"/>
              <a:gd name="T80" fmla="*/ 41 w 110"/>
              <a:gd name="T81" fmla="*/ 59 h 72"/>
              <a:gd name="T82" fmla="*/ 70 w 110"/>
              <a:gd name="T83" fmla="*/ 59 h 72"/>
              <a:gd name="T84" fmla="*/ 70 w 110"/>
              <a:gd name="T85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0" h="72">
                <a:moveTo>
                  <a:pt x="104" y="38"/>
                </a:moveTo>
                <a:cubicBezTo>
                  <a:pt x="104" y="0"/>
                  <a:pt x="104" y="0"/>
                  <a:pt x="104" y="0"/>
                </a:cubicBezTo>
                <a:cubicBezTo>
                  <a:pt x="7" y="0"/>
                  <a:pt x="7" y="0"/>
                  <a:pt x="7" y="0"/>
                </a:cubicBezTo>
                <a:cubicBezTo>
                  <a:pt x="6" y="38"/>
                  <a:pt x="6" y="38"/>
                  <a:pt x="6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72"/>
                  <a:pt x="0" y="72"/>
                  <a:pt x="0" y="72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10" y="38"/>
                  <a:pt x="110" y="38"/>
                  <a:pt x="110" y="38"/>
                </a:cubicBezTo>
                <a:lnTo>
                  <a:pt x="104" y="38"/>
                </a:lnTo>
                <a:close/>
                <a:moveTo>
                  <a:pt x="16" y="7"/>
                </a:moveTo>
                <a:cubicBezTo>
                  <a:pt x="94" y="7"/>
                  <a:pt x="94" y="7"/>
                  <a:pt x="94" y="7"/>
                </a:cubicBezTo>
                <a:cubicBezTo>
                  <a:pt x="94" y="39"/>
                  <a:pt x="94" y="39"/>
                  <a:pt x="94" y="39"/>
                </a:cubicBezTo>
                <a:cubicBezTo>
                  <a:pt x="16" y="39"/>
                  <a:pt x="16" y="39"/>
                  <a:pt x="16" y="39"/>
                </a:cubicBezTo>
                <a:lnTo>
                  <a:pt x="16" y="7"/>
                </a:lnTo>
                <a:close/>
                <a:moveTo>
                  <a:pt x="24" y="63"/>
                </a:moveTo>
                <a:cubicBezTo>
                  <a:pt x="13" y="63"/>
                  <a:pt x="13" y="63"/>
                  <a:pt x="13" y="63"/>
                </a:cubicBezTo>
                <a:cubicBezTo>
                  <a:pt x="9" y="63"/>
                  <a:pt x="6" y="60"/>
                  <a:pt x="6" y="56"/>
                </a:cubicBezTo>
                <a:cubicBezTo>
                  <a:pt x="6" y="52"/>
                  <a:pt x="9" y="49"/>
                  <a:pt x="13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8" y="49"/>
                  <a:pt x="31" y="52"/>
                  <a:pt x="31" y="56"/>
                </a:cubicBezTo>
                <a:cubicBezTo>
                  <a:pt x="31" y="60"/>
                  <a:pt x="28" y="63"/>
                  <a:pt x="24" y="63"/>
                </a:cubicBezTo>
                <a:close/>
                <a:moveTo>
                  <a:pt x="96" y="62"/>
                </a:moveTo>
                <a:cubicBezTo>
                  <a:pt x="85" y="62"/>
                  <a:pt x="85" y="62"/>
                  <a:pt x="85" y="62"/>
                </a:cubicBezTo>
                <a:cubicBezTo>
                  <a:pt x="81" y="62"/>
                  <a:pt x="78" y="59"/>
                  <a:pt x="78" y="55"/>
                </a:cubicBezTo>
                <a:cubicBezTo>
                  <a:pt x="78" y="52"/>
                  <a:pt x="81" y="48"/>
                  <a:pt x="85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9" y="48"/>
                  <a:pt x="102" y="52"/>
                  <a:pt x="102" y="55"/>
                </a:cubicBezTo>
                <a:cubicBezTo>
                  <a:pt x="102" y="59"/>
                  <a:pt x="99" y="62"/>
                  <a:pt x="96" y="62"/>
                </a:cubicBezTo>
                <a:close/>
                <a:moveTo>
                  <a:pt x="70" y="53"/>
                </a:moveTo>
                <a:cubicBezTo>
                  <a:pt x="41" y="53"/>
                  <a:pt x="41" y="53"/>
                  <a:pt x="41" y="53"/>
                </a:cubicBezTo>
                <a:cubicBezTo>
                  <a:pt x="41" y="50"/>
                  <a:pt x="41" y="50"/>
                  <a:pt x="41" y="50"/>
                </a:cubicBezTo>
                <a:cubicBezTo>
                  <a:pt x="70" y="50"/>
                  <a:pt x="70" y="50"/>
                  <a:pt x="70" y="50"/>
                </a:cubicBezTo>
                <a:lnTo>
                  <a:pt x="70" y="53"/>
                </a:lnTo>
                <a:close/>
                <a:moveTo>
                  <a:pt x="70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55"/>
                  <a:pt x="41" y="55"/>
                  <a:pt x="41" y="55"/>
                </a:cubicBezTo>
                <a:cubicBezTo>
                  <a:pt x="70" y="55"/>
                  <a:pt x="70" y="55"/>
                  <a:pt x="70" y="55"/>
                </a:cubicBezTo>
                <a:lnTo>
                  <a:pt x="70" y="58"/>
                </a:lnTo>
                <a:close/>
                <a:moveTo>
                  <a:pt x="70" y="62"/>
                </a:moveTo>
                <a:cubicBezTo>
                  <a:pt x="41" y="62"/>
                  <a:pt x="41" y="62"/>
                  <a:pt x="41" y="62"/>
                </a:cubicBezTo>
                <a:cubicBezTo>
                  <a:pt x="41" y="59"/>
                  <a:pt x="41" y="59"/>
                  <a:pt x="41" y="59"/>
                </a:cubicBezTo>
                <a:cubicBezTo>
                  <a:pt x="70" y="59"/>
                  <a:pt x="70" y="59"/>
                  <a:pt x="70" y="59"/>
                </a:cubicBezTo>
                <a:lnTo>
                  <a:pt x="70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8" name="Freeform 23">
            <a:extLst>
              <a:ext uri="{FF2B5EF4-FFF2-40B4-BE49-F238E27FC236}">
                <a16:creationId xmlns:a16="http://schemas.microsoft.com/office/drawing/2014/main" id="{02977F77-4BAD-4613-A8DA-666A82D3BF38}"/>
              </a:ext>
            </a:extLst>
          </p:cNvPr>
          <p:cNvSpPr>
            <a:spLocks/>
          </p:cNvSpPr>
          <p:nvPr/>
        </p:nvSpPr>
        <p:spPr bwMode="auto">
          <a:xfrm>
            <a:off x="5945868" y="2890610"/>
            <a:ext cx="44450" cy="23813"/>
          </a:xfrm>
          <a:custGeom>
            <a:avLst/>
            <a:gdLst>
              <a:gd name="T0" fmla="*/ 11 w 11"/>
              <a:gd name="T1" fmla="*/ 3 h 6"/>
              <a:gd name="T2" fmla="*/ 8 w 11"/>
              <a:gd name="T3" fmla="*/ 6 h 6"/>
              <a:gd name="T4" fmla="*/ 3 w 11"/>
              <a:gd name="T5" fmla="*/ 6 h 6"/>
              <a:gd name="T6" fmla="*/ 0 w 11"/>
              <a:gd name="T7" fmla="*/ 3 h 6"/>
              <a:gd name="T8" fmla="*/ 3 w 11"/>
              <a:gd name="T9" fmla="*/ 0 h 6"/>
              <a:gd name="T10" fmla="*/ 8 w 11"/>
              <a:gd name="T11" fmla="*/ 0 h 6"/>
              <a:gd name="T12" fmla="*/ 11 w 11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6">
                <a:moveTo>
                  <a:pt x="11" y="3"/>
                </a:moveTo>
                <a:cubicBezTo>
                  <a:pt x="11" y="5"/>
                  <a:pt x="10" y="6"/>
                  <a:pt x="8" y="6"/>
                </a:cubicBezTo>
                <a:cubicBezTo>
                  <a:pt x="3" y="6"/>
                  <a:pt x="3" y="6"/>
                  <a:pt x="3" y="6"/>
                </a:cubicBez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8" y="0"/>
                  <a:pt x="8" y="0"/>
                  <a:pt x="8" y="0"/>
                </a:cubicBezTo>
                <a:cubicBezTo>
                  <a:pt x="10" y="0"/>
                  <a:pt x="11" y="1"/>
                  <a:pt x="11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9" name="Freeform 24">
            <a:extLst>
              <a:ext uri="{FF2B5EF4-FFF2-40B4-BE49-F238E27FC236}">
                <a16:creationId xmlns:a16="http://schemas.microsoft.com/office/drawing/2014/main" id="{1B245031-9899-44BC-AB10-244643DDF7A9}"/>
              </a:ext>
            </a:extLst>
          </p:cNvPr>
          <p:cNvSpPr>
            <a:spLocks/>
          </p:cNvSpPr>
          <p:nvPr/>
        </p:nvSpPr>
        <p:spPr bwMode="auto">
          <a:xfrm>
            <a:off x="6236380" y="2885847"/>
            <a:ext cx="49213" cy="28575"/>
          </a:xfrm>
          <a:custGeom>
            <a:avLst/>
            <a:gdLst>
              <a:gd name="T0" fmla="*/ 12 w 12"/>
              <a:gd name="T1" fmla="*/ 3 h 7"/>
              <a:gd name="T2" fmla="*/ 9 w 12"/>
              <a:gd name="T3" fmla="*/ 7 h 7"/>
              <a:gd name="T4" fmla="*/ 4 w 12"/>
              <a:gd name="T5" fmla="*/ 7 h 7"/>
              <a:gd name="T6" fmla="*/ 0 w 12"/>
              <a:gd name="T7" fmla="*/ 3 h 7"/>
              <a:gd name="T8" fmla="*/ 4 w 12"/>
              <a:gd name="T9" fmla="*/ 0 h 7"/>
              <a:gd name="T10" fmla="*/ 9 w 12"/>
              <a:gd name="T11" fmla="*/ 0 h 7"/>
              <a:gd name="T12" fmla="*/ 12 w 12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7">
                <a:moveTo>
                  <a:pt x="12" y="3"/>
                </a:moveTo>
                <a:cubicBezTo>
                  <a:pt x="12" y="5"/>
                  <a:pt x="11" y="7"/>
                  <a:pt x="9" y="7"/>
                </a:cubicBezTo>
                <a:cubicBezTo>
                  <a:pt x="4" y="7"/>
                  <a:pt x="4" y="7"/>
                  <a:pt x="4" y="7"/>
                </a:cubicBezTo>
                <a:cubicBezTo>
                  <a:pt x="2" y="7"/>
                  <a:pt x="0" y="5"/>
                  <a:pt x="0" y="3"/>
                </a:cubicBezTo>
                <a:cubicBezTo>
                  <a:pt x="0" y="2"/>
                  <a:pt x="2" y="0"/>
                  <a:pt x="4" y="0"/>
                </a:cubicBezTo>
                <a:cubicBezTo>
                  <a:pt x="9" y="0"/>
                  <a:pt x="9" y="0"/>
                  <a:pt x="9" y="0"/>
                </a:cubicBezTo>
                <a:cubicBezTo>
                  <a:pt x="11" y="0"/>
                  <a:pt x="12" y="2"/>
                  <a:pt x="12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0" name="Rectangle 25">
            <a:extLst>
              <a:ext uri="{FF2B5EF4-FFF2-40B4-BE49-F238E27FC236}">
                <a16:creationId xmlns:a16="http://schemas.microsoft.com/office/drawing/2014/main" id="{DA4D81B6-AA5F-4105-AA32-ABBC76872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9568" y="2795360"/>
            <a:ext cx="65088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1" name="Rectangle 26">
            <a:extLst>
              <a:ext uri="{FF2B5EF4-FFF2-40B4-BE49-F238E27FC236}">
                <a16:creationId xmlns:a16="http://schemas.microsoft.com/office/drawing/2014/main" id="{3E3B2ACA-6CD8-454B-BA2C-EC5CE72B8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9505" y="2795360"/>
            <a:ext cx="65088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2" name="Freeform 27">
            <a:extLst>
              <a:ext uri="{FF2B5EF4-FFF2-40B4-BE49-F238E27FC236}">
                <a16:creationId xmlns:a16="http://schemas.microsoft.com/office/drawing/2014/main" id="{8A30CC5C-8368-45C1-8AC3-311C81035D56}"/>
              </a:ext>
            </a:extLst>
          </p:cNvPr>
          <p:cNvSpPr>
            <a:spLocks/>
          </p:cNvSpPr>
          <p:nvPr/>
        </p:nvSpPr>
        <p:spPr bwMode="auto">
          <a:xfrm>
            <a:off x="6236380" y="2631847"/>
            <a:ext cx="38100" cy="60325"/>
          </a:xfrm>
          <a:custGeom>
            <a:avLst/>
            <a:gdLst>
              <a:gd name="T0" fmla="*/ 9 w 9"/>
              <a:gd name="T1" fmla="*/ 11 h 15"/>
              <a:gd name="T2" fmla="*/ 5 w 9"/>
              <a:gd name="T3" fmla="*/ 15 h 15"/>
              <a:gd name="T4" fmla="*/ 0 w 9"/>
              <a:gd name="T5" fmla="*/ 11 h 15"/>
              <a:gd name="T6" fmla="*/ 0 w 9"/>
              <a:gd name="T7" fmla="*/ 4 h 15"/>
              <a:gd name="T8" fmla="*/ 5 w 9"/>
              <a:gd name="T9" fmla="*/ 0 h 15"/>
              <a:gd name="T10" fmla="*/ 9 w 9"/>
              <a:gd name="T11" fmla="*/ 4 h 15"/>
              <a:gd name="T12" fmla="*/ 9 w 9"/>
              <a:gd name="T13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15">
                <a:moveTo>
                  <a:pt x="9" y="11"/>
                </a:moveTo>
                <a:cubicBezTo>
                  <a:pt x="9" y="13"/>
                  <a:pt x="7" y="15"/>
                  <a:pt x="5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lnTo>
                  <a:pt x="9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3" name="Freeform 28">
            <a:extLst>
              <a:ext uri="{FF2B5EF4-FFF2-40B4-BE49-F238E27FC236}">
                <a16:creationId xmlns:a16="http://schemas.microsoft.com/office/drawing/2014/main" id="{4D0D0F9F-B110-4E26-BDBA-BF0AD666E380}"/>
              </a:ext>
            </a:extLst>
          </p:cNvPr>
          <p:cNvSpPr>
            <a:spLocks/>
          </p:cNvSpPr>
          <p:nvPr/>
        </p:nvSpPr>
        <p:spPr bwMode="auto">
          <a:xfrm>
            <a:off x="5969680" y="2631847"/>
            <a:ext cx="33338" cy="60325"/>
          </a:xfrm>
          <a:custGeom>
            <a:avLst/>
            <a:gdLst>
              <a:gd name="T0" fmla="*/ 8 w 8"/>
              <a:gd name="T1" fmla="*/ 11 h 15"/>
              <a:gd name="T2" fmla="*/ 4 w 8"/>
              <a:gd name="T3" fmla="*/ 15 h 15"/>
              <a:gd name="T4" fmla="*/ 0 w 8"/>
              <a:gd name="T5" fmla="*/ 11 h 15"/>
              <a:gd name="T6" fmla="*/ 0 w 8"/>
              <a:gd name="T7" fmla="*/ 4 h 15"/>
              <a:gd name="T8" fmla="*/ 4 w 8"/>
              <a:gd name="T9" fmla="*/ 0 h 15"/>
              <a:gd name="T10" fmla="*/ 8 w 8"/>
              <a:gd name="T11" fmla="*/ 4 h 15"/>
              <a:gd name="T12" fmla="*/ 8 w 8"/>
              <a:gd name="T13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15">
                <a:moveTo>
                  <a:pt x="8" y="11"/>
                </a:moveTo>
                <a:cubicBezTo>
                  <a:pt x="8" y="13"/>
                  <a:pt x="6" y="15"/>
                  <a:pt x="4" y="15"/>
                </a:cubicBezTo>
                <a:cubicBezTo>
                  <a:pt x="1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4"/>
                </a:cubicBezTo>
                <a:lnTo>
                  <a:pt x="8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4" name="Rectangle 29">
            <a:extLst>
              <a:ext uri="{FF2B5EF4-FFF2-40B4-BE49-F238E27FC236}">
                <a16:creationId xmlns:a16="http://schemas.microsoft.com/office/drawing/2014/main" id="{FA2436CC-3850-43B9-8E2A-79EB6AFE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8018" y="2984272"/>
            <a:ext cx="455613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5" name="Rectangle 30">
            <a:extLst>
              <a:ext uri="{FF2B5EF4-FFF2-40B4-BE49-F238E27FC236}">
                <a16:creationId xmlns:a16="http://schemas.microsoft.com/office/drawing/2014/main" id="{6A9B8B66-E971-4FCC-85BB-F8F254EC0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6593" y="3020785"/>
            <a:ext cx="66675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6" name="Rectangle 31">
            <a:extLst>
              <a:ext uri="{FF2B5EF4-FFF2-40B4-BE49-F238E27FC236}">
                <a16:creationId xmlns:a16="http://schemas.microsoft.com/office/drawing/2014/main" id="{5E9F705E-44A8-425F-8EEE-6A95FE352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205" y="3020785"/>
            <a:ext cx="65088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7" name="Rectangle 32">
            <a:extLst>
              <a:ext uri="{FF2B5EF4-FFF2-40B4-BE49-F238E27FC236}">
                <a16:creationId xmlns:a16="http://schemas.microsoft.com/office/drawing/2014/main" id="{4E4C6C86-E532-42AA-9C29-E2EFC11E4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2168" y="2717572"/>
            <a:ext cx="77788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8" name="Freeform 33">
            <a:extLst>
              <a:ext uri="{FF2B5EF4-FFF2-40B4-BE49-F238E27FC236}">
                <a16:creationId xmlns:a16="http://schemas.microsoft.com/office/drawing/2014/main" id="{A71835DF-3B2D-4DE0-B1F4-46AF1E328DE8}"/>
              </a:ext>
            </a:extLst>
          </p:cNvPr>
          <p:cNvSpPr>
            <a:spLocks noEditPoints="1"/>
          </p:cNvSpPr>
          <p:nvPr/>
        </p:nvSpPr>
        <p:spPr bwMode="auto">
          <a:xfrm>
            <a:off x="6638018" y="2676297"/>
            <a:ext cx="447675" cy="295275"/>
          </a:xfrm>
          <a:custGeom>
            <a:avLst/>
            <a:gdLst>
              <a:gd name="T0" fmla="*/ 104 w 109"/>
              <a:gd name="T1" fmla="*/ 38 h 72"/>
              <a:gd name="T2" fmla="*/ 99 w 109"/>
              <a:gd name="T3" fmla="*/ 0 h 72"/>
              <a:gd name="T4" fmla="*/ 10 w 109"/>
              <a:gd name="T5" fmla="*/ 0 h 72"/>
              <a:gd name="T6" fmla="*/ 6 w 109"/>
              <a:gd name="T7" fmla="*/ 38 h 72"/>
              <a:gd name="T8" fmla="*/ 0 w 109"/>
              <a:gd name="T9" fmla="*/ 38 h 72"/>
              <a:gd name="T10" fmla="*/ 0 w 109"/>
              <a:gd name="T11" fmla="*/ 72 h 72"/>
              <a:gd name="T12" fmla="*/ 109 w 109"/>
              <a:gd name="T13" fmla="*/ 72 h 72"/>
              <a:gd name="T14" fmla="*/ 109 w 109"/>
              <a:gd name="T15" fmla="*/ 38 h 72"/>
              <a:gd name="T16" fmla="*/ 104 w 109"/>
              <a:gd name="T17" fmla="*/ 38 h 72"/>
              <a:gd name="T18" fmla="*/ 21 w 109"/>
              <a:gd name="T19" fmla="*/ 7 h 72"/>
              <a:gd name="T20" fmla="*/ 90 w 109"/>
              <a:gd name="T21" fmla="*/ 7 h 72"/>
              <a:gd name="T22" fmla="*/ 94 w 109"/>
              <a:gd name="T23" fmla="*/ 39 h 72"/>
              <a:gd name="T24" fmla="*/ 16 w 109"/>
              <a:gd name="T25" fmla="*/ 39 h 72"/>
              <a:gd name="T26" fmla="*/ 21 w 109"/>
              <a:gd name="T27" fmla="*/ 7 h 72"/>
              <a:gd name="T28" fmla="*/ 100 w 109"/>
              <a:gd name="T29" fmla="*/ 57 h 72"/>
              <a:gd name="T30" fmla="*/ 91 w 109"/>
              <a:gd name="T31" fmla="*/ 66 h 72"/>
              <a:gd name="T32" fmla="*/ 82 w 109"/>
              <a:gd name="T33" fmla="*/ 57 h 72"/>
              <a:gd name="T34" fmla="*/ 91 w 109"/>
              <a:gd name="T35" fmla="*/ 48 h 72"/>
              <a:gd name="T36" fmla="*/ 100 w 109"/>
              <a:gd name="T37" fmla="*/ 57 h 72"/>
              <a:gd name="T38" fmla="*/ 28 w 109"/>
              <a:gd name="T39" fmla="*/ 58 h 72"/>
              <a:gd name="T40" fmla="*/ 19 w 109"/>
              <a:gd name="T41" fmla="*/ 67 h 72"/>
              <a:gd name="T42" fmla="*/ 10 w 109"/>
              <a:gd name="T43" fmla="*/ 58 h 72"/>
              <a:gd name="T44" fmla="*/ 19 w 109"/>
              <a:gd name="T45" fmla="*/ 49 h 72"/>
              <a:gd name="T46" fmla="*/ 28 w 109"/>
              <a:gd name="T47" fmla="*/ 58 h 72"/>
              <a:gd name="T48" fmla="*/ 48 w 109"/>
              <a:gd name="T49" fmla="*/ 66 h 72"/>
              <a:gd name="T50" fmla="*/ 42 w 109"/>
              <a:gd name="T51" fmla="*/ 66 h 72"/>
              <a:gd name="T52" fmla="*/ 42 w 109"/>
              <a:gd name="T53" fmla="*/ 49 h 72"/>
              <a:gd name="T54" fmla="*/ 48 w 109"/>
              <a:gd name="T55" fmla="*/ 49 h 72"/>
              <a:gd name="T56" fmla="*/ 48 w 109"/>
              <a:gd name="T57" fmla="*/ 66 h 72"/>
              <a:gd name="T58" fmla="*/ 59 w 109"/>
              <a:gd name="T59" fmla="*/ 66 h 72"/>
              <a:gd name="T60" fmla="*/ 52 w 109"/>
              <a:gd name="T61" fmla="*/ 66 h 72"/>
              <a:gd name="T62" fmla="*/ 52 w 109"/>
              <a:gd name="T63" fmla="*/ 49 h 72"/>
              <a:gd name="T64" fmla="*/ 59 w 109"/>
              <a:gd name="T65" fmla="*/ 49 h 72"/>
              <a:gd name="T66" fmla="*/ 59 w 109"/>
              <a:gd name="T67" fmla="*/ 66 h 72"/>
              <a:gd name="T68" fmla="*/ 69 w 109"/>
              <a:gd name="T69" fmla="*/ 66 h 72"/>
              <a:gd name="T70" fmla="*/ 62 w 109"/>
              <a:gd name="T71" fmla="*/ 66 h 72"/>
              <a:gd name="T72" fmla="*/ 62 w 109"/>
              <a:gd name="T73" fmla="*/ 49 h 72"/>
              <a:gd name="T74" fmla="*/ 69 w 109"/>
              <a:gd name="T75" fmla="*/ 49 h 72"/>
              <a:gd name="T76" fmla="*/ 69 w 109"/>
              <a:gd name="T77" fmla="*/ 6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72">
                <a:moveTo>
                  <a:pt x="104" y="38"/>
                </a:moveTo>
                <a:cubicBezTo>
                  <a:pt x="99" y="0"/>
                  <a:pt x="99" y="0"/>
                  <a:pt x="9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6" y="38"/>
                  <a:pt x="6" y="38"/>
                  <a:pt x="6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72"/>
                  <a:pt x="0" y="72"/>
                  <a:pt x="0" y="72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9" y="38"/>
                  <a:pt x="109" y="38"/>
                  <a:pt x="109" y="38"/>
                </a:cubicBezTo>
                <a:lnTo>
                  <a:pt x="104" y="38"/>
                </a:lnTo>
                <a:close/>
                <a:moveTo>
                  <a:pt x="21" y="7"/>
                </a:moveTo>
                <a:cubicBezTo>
                  <a:pt x="90" y="7"/>
                  <a:pt x="90" y="7"/>
                  <a:pt x="90" y="7"/>
                </a:cubicBezTo>
                <a:cubicBezTo>
                  <a:pt x="94" y="39"/>
                  <a:pt x="94" y="39"/>
                  <a:pt x="94" y="39"/>
                </a:cubicBezTo>
                <a:cubicBezTo>
                  <a:pt x="16" y="39"/>
                  <a:pt x="16" y="39"/>
                  <a:pt x="16" y="39"/>
                </a:cubicBezTo>
                <a:lnTo>
                  <a:pt x="21" y="7"/>
                </a:lnTo>
                <a:close/>
                <a:moveTo>
                  <a:pt x="100" y="57"/>
                </a:moveTo>
                <a:cubicBezTo>
                  <a:pt x="100" y="62"/>
                  <a:pt x="96" y="66"/>
                  <a:pt x="91" y="66"/>
                </a:cubicBezTo>
                <a:cubicBezTo>
                  <a:pt x="86" y="66"/>
                  <a:pt x="82" y="62"/>
                  <a:pt x="82" y="57"/>
                </a:cubicBezTo>
                <a:cubicBezTo>
                  <a:pt x="82" y="52"/>
                  <a:pt x="86" y="48"/>
                  <a:pt x="91" y="48"/>
                </a:cubicBezTo>
                <a:cubicBezTo>
                  <a:pt x="96" y="48"/>
                  <a:pt x="100" y="52"/>
                  <a:pt x="100" y="57"/>
                </a:cubicBezTo>
                <a:close/>
                <a:moveTo>
                  <a:pt x="28" y="58"/>
                </a:moveTo>
                <a:cubicBezTo>
                  <a:pt x="28" y="63"/>
                  <a:pt x="24" y="67"/>
                  <a:pt x="19" y="67"/>
                </a:cubicBezTo>
                <a:cubicBezTo>
                  <a:pt x="14" y="67"/>
                  <a:pt x="10" y="63"/>
                  <a:pt x="10" y="58"/>
                </a:cubicBezTo>
                <a:cubicBezTo>
                  <a:pt x="10" y="53"/>
                  <a:pt x="14" y="49"/>
                  <a:pt x="19" y="49"/>
                </a:cubicBezTo>
                <a:cubicBezTo>
                  <a:pt x="24" y="49"/>
                  <a:pt x="28" y="53"/>
                  <a:pt x="28" y="58"/>
                </a:cubicBezTo>
                <a:close/>
                <a:moveTo>
                  <a:pt x="48" y="66"/>
                </a:moveTo>
                <a:cubicBezTo>
                  <a:pt x="42" y="66"/>
                  <a:pt x="42" y="66"/>
                  <a:pt x="42" y="66"/>
                </a:cubicBezTo>
                <a:cubicBezTo>
                  <a:pt x="42" y="49"/>
                  <a:pt x="42" y="49"/>
                  <a:pt x="42" y="49"/>
                </a:cubicBezTo>
                <a:cubicBezTo>
                  <a:pt x="48" y="49"/>
                  <a:pt x="48" y="49"/>
                  <a:pt x="48" y="49"/>
                </a:cubicBezTo>
                <a:lnTo>
                  <a:pt x="48" y="66"/>
                </a:lnTo>
                <a:close/>
                <a:moveTo>
                  <a:pt x="59" y="66"/>
                </a:moveTo>
                <a:cubicBezTo>
                  <a:pt x="52" y="66"/>
                  <a:pt x="52" y="66"/>
                  <a:pt x="52" y="66"/>
                </a:cubicBezTo>
                <a:cubicBezTo>
                  <a:pt x="52" y="49"/>
                  <a:pt x="52" y="49"/>
                  <a:pt x="52" y="49"/>
                </a:cubicBezTo>
                <a:cubicBezTo>
                  <a:pt x="59" y="49"/>
                  <a:pt x="59" y="49"/>
                  <a:pt x="59" y="49"/>
                </a:cubicBezTo>
                <a:lnTo>
                  <a:pt x="59" y="66"/>
                </a:lnTo>
                <a:close/>
                <a:moveTo>
                  <a:pt x="69" y="66"/>
                </a:moveTo>
                <a:cubicBezTo>
                  <a:pt x="62" y="66"/>
                  <a:pt x="62" y="66"/>
                  <a:pt x="62" y="66"/>
                </a:cubicBezTo>
                <a:cubicBezTo>
                  <a:pt x="62" y="49"/>
                  <a:pt x="62" y="49"/>
                  <a:pt x="62" y="49"/>
                </a:cubicBezTo>
                <a:cubicBezTo>
                  <a:pt x="69" y="49"/>
                  <a:pt x="69" y="49"/>
                  <a:pt x="69" y="49"/>
                </a:cubicBezTo>
                <a:lnTo>
                  <a:pt x="69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9" name="Rectangle 34">
            <a:extLst>
              <a:ext uri="{FF2B5EF4-FFF2-40B4-BE49-F238E27FC236}">
                <a16:creationId xmlns:a16="http://schemas.microsoft.com/office/drawing/2014/main" id="{533C5850-48A0-4009-83AB-D1D52F4A2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693" y="2800122"/>
            <a:ext cx="65088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0" name="Rectangle 35">
            <a:extLst>
              <a:ext uri="{FF2B5EF4-FFF2-40B4-BE49-F238E27FC236}">
                <a16:creationId xmlns:a16="http://schemas.microsoft.com/office/drawing/2014/main" id="{5D93E46B-9BF2-43A8-93A0-AD21F7F09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5630" y="2800122"/>
            <a:ext cx="65088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1" name="Freeform 36">
            <a:extLst>
              <a:ext uri="{FF2B5EF4-FFF2-40B4-BE49-F238E27FC236}">
                <a16:creationId xmlns:a16="http://schemas.microsoft.com/office/drawing/2014/main" id="{3734A63A-BE3A-49CE-AAB0-A656734A248A}"/>
              </a:ext>
            </a:extLst>
          </p:cNvPr>
          <p:cNvSpPr>
            <a:spLocks/>
          </p:cNvSpPr>
          <p:nvPr/>
        </p:nvSpPr>
        <p:spPr bwMode="auto">
          <a:xfrm>
            <a:off x="6974568" y="2635022"/>
            <a:ext cx="36513" cy="61913"/>
          </a:xfrm>
          <a:custGeom>
            <a:avLst/>
            <a:gdLst>
              <a:gd name="T0" fmla="*/ 9 w 9"/>
              <a:gd name="T1" fmla="*/ 11 h 15"/>
              <a:gd name="T2" fmla="*/ 5 w 9"/>
              <a:gd name="T3" fmla="*/ 15 h 15"/>
              <a:gd name="T4" fmla="*/ 0 w 9"/>
              <a:gd name="T5" fmla="*/ 11 h 15"/>
              <a:gd name="T6" fmla="*/ 0 w 9"/>
              <a:gd name="T7" fmla="*/ 4 h 15"/>
              <a:gd name="T8" fmla="*/ 5 w 9"/>
              <a:gd name="T9" fmla="*/ 0 h 15"/>
              <a:gd name="T10" fmla="*/ 9 w 9"/>
              <a:gd name="T11" fmla="*/ 4 h 15"/>
              <a:gd name="T12" fmla="*/ 9 w 9"/>
              <a:gd name="T13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15">
                <a:moveTo>
                  <a:pt x="9" y="11"/>
                </a:moveTo>
                <a:cubicBezTo>
                  <a:pt x="9" y="13"/>
                  <a:pt x="7" y="15"/>
                  <a:pt x="5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lnTo>
                  <a:pt x="9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2" name="Freeform 37">
            <a:extLst>
              <a:ext uri="{FF2B5EF4-FFF2-40B4-BE49-F238E27FC236}">
                <a16:creationId xmlns:a16="http://schemas.microsoft.com/office/drawing/2014/main" id="{30B1F9DC-3777-4700-A1DE-ACE95BF6CA7E}"/>
              </a:ext>
            </a:extLst>
          </p:cNvPr>
          <p:cNvSpPr>
            <a:spLocks/>
          </p:cNvSpPr>
          <p:nvPr/>
        </p:nvSpPr>
        <p:spPr bwMode="auto">
          <a:xfrm>
            <a:off x="6715805" y="2635022"/>
            <a:ext cx="33338" cy="61913"/>
          </a:xfrm>
          <a:custGeom>
            <a:avLst/>
            <a:gdLst>
              <a:gd name="T0" fmla="*/ 8 w 8"/>
              <a:gd name="T1" fmla="*/ 11 h 15"/>
              <a:gd name="T2" fmla="*/ 4 w 8"/>
              <a:gd name="T3" fmla="*/ 15 h 15"/>
              <a:gd name="T4" fmla="*/ 0 w 8"/>
              <a:gd name="T5" fmla="*/ 11 h 15"/>
              <a:gd name="T6" fmla="*/ 0 w 8"/>
              <a:gd name="T7" fmla="*/ 4 h 15"/>
              <a:gd name="T8" fmla="*/ 4 w 8"/>
              <a:gd name="T9" fmla="*/ 0 h 15"/>
              <a:gd name="T10" fmla="*/ 8 w 8"/>
              <a:gd name="T11" fmla="*/ 4 h 15"/>
              <a:gd name="T12" fmla="*/ 8 w 8"/>
              <a:gd name="T13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15">
                <a:moveTo>
                  <a:pt x="8" y="11"/>
                </a:moveTo>
                <a:cubicBezTo>
                  <a:pt x="8" y="13"/>
                  <a:pt x="6" y="15"/>
                  <a:pt x="4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4"/>
                </a:cubicBezTo>
                <a:lnTo>
                  <a:pt x="8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3" name="Oval 38">
            <a:extLst>
              <a:ext uri="{FF2B5EF4-FFF2-40B4-BE49-F238E27FC236}">
                <a16:creationId xmlns:a16="http://schemas.microsoft.com/office/drawing/2014/main" id="{EB5A58E7-A6F6-4AFD-AD75-2217A4794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205" y="2893785"/>
            <a:ext cx="36513" cy="365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4" name="Oval 39">
            <a:extLst>
              <a:ext uri="{FF2B5EF4-FFF2-40B4-BE49-F238E27FC236}">
                <a16:creationId xmlns:a16="http://schemas.microsoft.com/office/drawing/2014/main" id="{8A37DF46-2266-43A8-80EA-8861EF1E6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5168" y="2893785"/>
            <a:ext cx="38100" cy="365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5" name="Rectangle 40">
            <a:extLst>
              <a:ext uri="{FF2B5EF4-FFF2-40B4-BE49-F238E27FC236}">
                <a16:creationId xmlns:a16="http://schemas.microsoft.com/office/drawing/2014/main" id="{45C20810-18D1-47D6-9045-9ABB26F7B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9780" y="2652485"/>
            <a:ext cx="184150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6" name="Rectangle 41">
            <a:extLst>
              <a:ext uri="{FF2B5EF4-FFF2-40B4-BE49-F238E27FC236}">
                <a16:creationId xmlns:a16="http://schemas.microsoft.com/office/drawing/2014/main" id="{3757F3C2-533D-499F-9F5E-4DCBEC660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118" y="2865210"/>
            <a:ext cx="42545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7" name="Freeform 42">
            <a:extLst>
              <a:ext uri="{FF2B5EF4-FFF2-40B4-BE49-F238E27FC236}">
                <a16:creationId xmlns:a16="http://schemas.microsoft.com/office/drawing/2014/main" id="{01F1D853-2109-4639-9B41-1F1E514E944C}"/>
              </a:ext>
            </a:extLst>
          </p:cNvPr>
          <p:cNvSpPr>
            <a:spLocks/>
          </p:cNvSpPr>
          <p:nvPr/>
        </p:nvSpPr>
        <p:spPr bwMode="auto">
          <a:xfrm>
            <a:off x="7458755" y="2906485"/>
            <a:ext cx="114300" cy="49213"/>
          </a:xfrm>
          <a:custGeom>
            <a:avLst/>
            <a:gdLst>
              <a:gd name="T0" fmla="*/ 51 w 72"/>
              <a:gd name="T1" fmla="*/ 31 h 31"/>
              <a:gd name="T2" fmla="*/ 0 w 72"/>
              <a:gd name="T3" fmla="*/ 31 h 31"/>
              <a:gd name="T4" fmla="*/ 0 w 72"/>
              <a:gd name="T5" fmla="*/ 0 h 31"/>
              <a:gd name="T6" fmla="*/ 72 w 72"/>
              <a:gd name="T7" fmla="*/ 0 h 31"/>
              <a:gd name="T8" fmla="*/ 51 w 72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31">
                <a:moveTo>
                  <a:pt x="51" y="31"/>
                </a:moveTo>
                <a:lnTo>
                  <a:pt x="0" y="31"/>
                </a:lnTo>
                <a:lnTo>
                  <a:pt x="0" y="0"/>
                </a:lnTo>
                <a:lnTo>
                  <a:pt x="72" y="0"/>
                </a:lnTo>
                <a:lnTo>
                  <a:pt x="51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8" name="Freeform 43">
            <a:extLst>
              <a:ext uri="{FF2B5EF4-FFF2-40B4-BE49-F238E27FC236}">
                <a16:creationId xmlns:a16="http://schemas.microsoft.com/office/drawing/2014/main" id="{CC7F677C-A884-497C-ACD6-5ECD37D19B62}"/>
              </a:ext>
            </a:extLst>
          </p:cNvPr>
          <p:cNvSpPr>
            <a:spLocks/>
          </p:cNvSpPr>
          <p:nvPr/>
        </p:nvSpPr>
        <p:spPr bwMode="auto">
          <a:xfrm>
            <a:off x="7728630" y="2906485"/>
            <a:ext cx="114300" cy="49213"/>
          </a:xfrm>
          <a:custGeom>
            <a:avLst/>
            <a:gdLst>
              <a:gd name="T0" fmla="*/ 72 w 72"/>
              <a:gd name="T1" fmla="*/ 31 h 31"/>
              <a:gd name="T2" fmla="*/ 21 w 72"/>
              <a:gd name="T3" fmla="*/ 31 h 31"/>
              <a:gd name="T4" fmla="*/ 0 w 72"/>
              <a:gd name="T5" fmla="*/ 0 h 31"/>
              <a:gd name="T6" fmla="*/ 72 w 72"/>
              <a:gd name="T7" fmla="*/ 0 h 31"/>
              <a:gd name="T8" fmla="*/ 72 w 72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31">
                <a:moveTo>
                  <a:pt x="72" y="31"/>
                </a:moveTo>
                <a:lnTo>
                  <a:pt x="21" y="31"/>
                </a:lnTo>
                <a:lnTo>
                  <a:pt x="0" y="0"/>
                </a:lnTo>
                <a:lnTo>
                  <a:pt x="72" y="0"/>
                </a:lnTo>
                <a:lnTo>
                  <a:pt x="72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9" name="Freeform 44">
            <a:extLst>
              <a:ext uri="{FF2B5EF4-FFF2-40B4-BE49-F238E27FC236}">
                <a16:creationId xmlns:a16="http://schemas.microsoft.com/office/drawing/2014/main" id="{53658400-FDEE-45BD-99E6-F5AA7C074815}"/>
              </a:ext>
            </a:extLst>
          </p:cNvPr>
          <p:cNvSpPr>
            <a:spLocks noEditPoints="1"/>
          </p:cNvSpPr>
          <p:nvPr/>
        </p:nvSpPr>
        <p:spPr bwMode="auto">
          <a:xfrm>
            <a:off x="7477805" y="2779485"/>
            <a:ext cx="344488" cy="93663"/>
          </a:xfrm>
          <a:custGeom>
            <a:avLst/>
            <a:gdLst>
              <a:gd name="T0" fmla="*/ 217 w 217"/>
              <a:gd name="T1" fmla="*/ 59 h 59"/>
              <a:gd name="T2" fmla="*/ 0 w 217"/>
              <a:gd name="T3" fmla="*/ 59 h 59"/>
              <a:gd name="T4" fmla="*/ 42 w 217"/>
              <a:gd name="T5" fmla="*/ 0 h 59"/>
              <a:gd name="T6" fmla="*/ 176 w 217"/>
              <a:gd name="T7" fmla="*/ 0 h 59"/>
              <a:gd name="T8" fmla="*/ 217 w 217"/>
              <a:gd name="T9" fmla="*/ 59 h 59"/>
              <a:gd name="T10" fmla="*/ 21 w 217"/>
              <a:gd name="T11" fmla="*/ 49 h 59"/>
              <a:gd name="T12" fmla="*/ 197 w 217"/>
              <a:gd name="T13" fmla="*/ 49 h 59"/>
              <a:gd name="T14" fmla="*/ 171 w 217"/>
              <a:gd name="T15" fmla="*/ 10 h 59"/>
              <a:gd name="T16" fmla="*/ 47 w 217"/>
              <a:gd name="T17" fmla="*/ 10 h 59"/>
              <a:gd name="T18" fmla="*/ 21 w 217"/>
              <a:gd name="T19" fmla="*/ 4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7" h="59">
                <a:moveTo>
                  <a:pt x="217" y="59"/>
                </a:moveTo>
                <a:lnTo>
                  <a:pt x="0" y="59"/>
                </a:lnTo>
                <a:lnTo>
                  <a:pt x="42" y="0"/>
                </a:lnTo>
                <a:lnTo>
                  <a:pt x="176" y="0"/>
                </a:lnTo>
                <a:lnTo>
                  <a:pt x="217" y="59"/>
                </a:lnTo>
                <a:close/>
                <a:moveTo>
                  <a:pt x="21" y="49"/>
                </a:moveTo>
                <a:lnTo>
                  <a:pt x="197" y="49"/>
                </a:lnTo>
                <a:lnTo>
                  <a:pt x="171" y="10"/>
                </a:lnTo>
                <a:lnTo>
                  <a:pt x="47" y="10"/>
                </a:lnTo>
                <a:lnTo>
                  <a:pt x="21" y="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0" name="Freeform 45">
            <a:extLst>
              <a:ext uri="{FF2B5EF4-FFF2-40B4-BE49-F238E27FC236}">
                <a16:creationId xmlns:a16="http://schemas.microsoft.com/office/drawing/2014/main" id="{816E3BCE-E99F-4F64-A95B-24297C42EE20}"/>
              </a:ext>
            </a:extLst>
          </p:cNvPr>
          <p:cNvSpPr>
            <a:spLocks noEditPoints="1"/>
          </p:cNvSpPr>
          <p:nvPr/>
        </p:nvSpPr>
        <p:spPr bwMode="auto">
          <a:xfrm>
            <a:off x="7428593" y="2885847"/>
            <a:ext cx="442913" cy="90488"/>
          </a:xfrm>
          <a:custGeom>
            <a:avLst/>
            <a:gdLst>
              <a:gd name="T0" fmla="*/ 279 w 279"/>
              <a:gd name="T1" fmla="*/ 36 h 57"/>
              <a:gd name="T2" fmla="*/ 279 w 279"/>
              <a:gd name="T3" fmla="*/ 0 h 57"/>
              <a:gd name="T4" fmla="*/ 0 w 279"/>
              <a:gd name="T5" fmla="*/ 0 h 57"/>
              <a:gd name="T6" fmla="*/ 0 w 279"/>
              <a:gd name="T7" fmla="*/ 39 h 57"/>
              <a:gd name="T8" fmla="*/ 0 w 279"/>
              <a:gd name="T9" fmla="*/ 57 h 57"/>
              <a:gd name="T10" fmla="*/ 19 w 279"/>
              <a:gd name="T11" fmla="*/ 57 h 57"/>
              <a:gd name="T12" fmla="*/ 261 w 279"/>
              <a:gd name="T13" fmla="*/ 57 h 57"/>
              <a:gd name="T14" fmla="*/ 279 w 279"/>
              <a:gd name="T15" fmla="*/ 57 h 57"/>
              <a:gd name="T16" fmla="*/ 279 w 279"/>
              <a:gd name="T17" fmla="*/ 36 h 57"/>
              <a:gd name="T18" fmla="*/ 269 w 279"/>
              <a:gd name="T19" fmla="*/ 47 h 57"/>
              <a:gd name="T20" fmla="*/ 261 w 279"/>
              <a:gd name="T21" fmla="*/ 47 h 57"/>
              <a:gd name="T22" fmla="*/ 19 w 279"/>
              <a:gd name="T23" fmla="*/ 47 h 57"/>
              <a:gd name="T24" fmla="*/ 13 w 279"/>
              <a:gd name="T25" fmla="*/ 47 h 57"/>
              <a:gd name="T26" fmla="*/ 13 w 279"/>
              <a:gd name="T27" fmla="*/ 39 h 57"/>
              <a:gd name="T28" fmla="*/ 13 w 279"/>
              <a:gd name="T29" fmla="*/ 10 h 57"/>
              <a:gd name="T30" fmla="*/ 269 w 279"/>
              <a:gd name="T31" fmla="*/ 10 h 57"/>
              <a:gd name="T32" fmla="*/ 269 w 279"/>
              <a:gd name="T33" fmla="*/ 36 h 57"/>
              <a:gd name="T34" fmla="*/ 269 w 279"/>
              <a:gd name="T35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79" h="57">
                <a:moveTo>
                  <a:pt x="279" y="36"/>
                </a:moveTo>
                <a:lnTo>
                  <a:pt x="279" y="0"/>
                </a:lnTo>
                <a:lnTo>
                  <a:pt x="0" y="0"/>
                </a:lnTo>
                <a:lnTo>
                  <a:pt x="0" y="39"/>
                </a:lnTo>
                <a:lnTo>
                  <a:pt x="0" y="57"/>
                </a:lnTo>
                <a:lnTo>
                  <a:pt x="19" y="57"/>
                </a:lnTo>
                <a:lnTo>
                  <a:pt x="261" y="57"/>
                </a:lnTo>
                <a:lnTo>
                  <a:pt x="279" y="57"/>
                </a:lnTo>
                <a:lnTo>
                  <a:pt x="279" y="36"/>
                </a:lnTo>
                <a:close/>
                <a:moveTo>
                  <a:pt x="269" y="47"/>
                </a:moveTo>
                <a:lnTo>
                  <a:pt x="261" y="47"/>
                </a:lnTo>
                <a:lnTo>
                  <a:pt x="19" y="47"/>
                </a:lnTo>
                <a:lnTo>
                  <a:pt x="13" y="47"/>
                </a:lnTo>
                <a:lnTo>
                  <a:pt x="13" y="39"/>
                </a:lnTo>
                <a:lnTo>
                  <a:pt x="13" y="10"/>
                </a:lnTo>
                <a:lnTo>
                  <a:pt x="269" y="10"/>
                </a:lnTo>
                <a:lnTo>
                  <a:pt x="269" y="36"/>
                </a:lnTo>
                <a:lnTo>
                  <a:pt x="269" y="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1" name="Rectangle 46">
            <a:extLst>
              <a:ext uri="{FF2B5EF4-FFF2-40B4-BE49-F238E27FC236}">
                <a16:creationId xmlns:a16="http://schemas.microsoft.com/office/drawing/2014/main" id="{A1AFD77E-C899-4057-966D-A90CC5A4F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9080" y="2984272"/>
            <a:ext cx="2746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2" name="Rectangle 47">
            <a:extLst>
              <a:ext uri="{FF2B5EF4-FFF2-40B4-BE49-F238E27FC236}">
                <a16:creationId xmlns:a16="http://schemas.microsoft.com/office/drawing/2014/main" id="{0866FFD5-1362-4DBF-B8A0-45F4BB2A5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8593" y="2989035"/>
            <a:ext cx="61913" cy="698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3" name="Rectangle 48">
            <a:extLst>
              <a:ext uri="{FF2B5EF4-FFF2-40B4-BE49-F238E27FC236}">
                <a16:creationId xmlns:a16="http://schemas.microsoft.com/office/drawing/2014/main" id="{FC53B7D6-EFB9-4459-97EE-B2DB64CB1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9118" y="2992210"/>
            <a:ext cx="52388" cy="74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4" name="Rectangle 49">
            <a:extLst>
              <a:ext uri="{FF2B5EF4-FFF2-40B4-BE49-F238E27FC236}">
                <a16:creationId xmlns:a16="http://schemas.microsoft.com/office/drawing/2014/main" id="{8571E4B1-103F-4FBD-8A0B-9898E1C8F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080" y="2828697"/>
            <a:ext cx="66675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5" name="Rectangle 50">
            <a:extLst>
              <a:ext uri="{FF2B5EF4-FFF2-40B4-BE49-F238E27FC236}">
                <a16:creationId xmlns:a16="http://schemas.microsoft.com/office/drawing/2014/main" id="{69B53777-3B83-414E-9FAF-A169A0BB9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9755" y="2828697"/>
            <a:ext cx="65088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6" name="Rectangle 51">
            <a:extLst>
              <a:ext uri="{FF2B5EF4-FFF2-40B4-BE49-F238E27FC236}">
                <a16:creationId xmlns:a16="http://schemas.microsoft.com/office/drawing/2014/main" id="{330F9024-8BFD-4BE0-9502-57C0E5C60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1568" y="2696935"/>
            <a:ext cx="8255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7" name="Rectangle 52">
            <a:extLst>
              <a:ext uri="{FF2B5EF4-FFF2-40B4-BE49-F238E27FC236}">
                <a16:creationId xmlns:a16="http://schemas.microsoft.com/office/drawing/2014/main" id="{AC9B4558-DF54-4789-93BB-28DD154B6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3605" y="2754085"/>
            <a:ext cx="65088" cy="873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8" name="Rectangle 53">
            <a:extLst>
              <a:ext uri="{FF2B5EF4-FFF2-40B4-BE49-F238E27FC236}">
                <a16:creationId xmlns:a16="http://schemas.microsoft.com/office/drawing/2014/main" id="{0A4EB7DC-93F6-4F4F-8D3E-EBB4915E8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3818" y="2741385"/>
            <a:ext cx="65088" cy="873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9" name="Freeform 54">
            <a:extLst>
              <a:ext uri="{FF2B5EF4-FFF2-40B4-BE49-F238E27FC236}">
                <a16:creationId xmlns:a16="http://schemas.microsoft.com/office/drawing/2014/main" id="{2530B2EB-3E24-476C-B220-6767AA2289BB}"/>
              </a:ext>
            </a:extLst>
          </p:cNvPr>
          <p:cNvSpPr>
            <a:spLocks noEditPoints="1"/>
          </p:cNvSpPr>
          <p:nvPr/>
        </p:nvSpPr>
        <p:spPr bwMode="auto">
          <a:xfrm>
            <a:off x="8215993" y="2577872"/>
            <a:ext cx="393700" cy="385763"/>
          </a:xfrm>
          <a:custGeom>
            <a:avLst/>
            <a:gdLst>
              <a:gd name="T0" fmla="*/ 0 w 96"/>
              <a:gd name="T1" fmla="*/ 8 h 94"/>
              <a:gd name="T2" fmla="*/ 0 w 96"/>
              <a:gd name="T3" fmla="*/ 94 h 94"/>
              <a:gd name="T4" fmla="*/ 96 w 96"/>
              <a:gd name="T5" fmla="*/ 94 h 94"/>
              <a:gd name="T6" fmla="*/ 96 w 96"/>
              <a:gd name="T7" fmla="*/ 8 h 94"/>
              <a:gd name="T8" fmla="*/ 0 w 96"/>
              <a:gd name="T9" fmla="*/ 8 h 94"/>
              <a:gd name="T10" fmla="*/ 7 w 96"/>
              <a:gd name="T11" fmla="*/ 22 h 94"/>
              <a:gd name="T12" fmla="*/ 87 w 96"/>
              <a:gd name="T13" fmla="*/ 22 h 94"/>
              <a:gd name="T14" fmla="*/ 87 w 96"/>
              <a:gd name="T15" fmla="*/ 51 h 94"/>
              <a:gd name="T16" fmla="*/ 7 w 96"/>
              <a:gd name="T17" fmla="*/ 51 h 94"/>
              <a:gd name="T18" fmla="*/ 7 w 96"/>
              <a:gd name="T19" fmla="*/ 22 h 94"/>
              <a:gd name="T20" fmla="*/ 38 w 96"/>
              <a:gd name="T21" fmla="*/ 82 h 94"/>
              <a:gd name="T22" fmla="*/ 9 w 96"/>
              <a:gd name="T23" fmla="*/ 82 h 94"/>
              <a:gd name="T24" fmla="*/ 9 w 96"/>
              <a:gd name="T25" fmla="*/ 72 h 94"/>
              <a:gd name="T26" fmla="*/ 38 w 96"/>
              <a:gd name="T27" fmla="*/ 72 h 94"/>
              <a:gd name="T28" fmla="*/ 38 w 96"/>
              <a:gd name="T29" fmla="*/ 82 h 94"/>
              <a:gd name="T30" fmla="*/ 89 w 96"/>
              <a:gd name="T31" fmla="*/ 82 h 94"/>
              <a:gd name="T32" fmla="*/ 60 w 96"/>
              <a:gd name="T33" fmla="*/ 82 h 94"/>
              <a:gd name="T34" fmla="*/ 60 w 96"/>
              <a:gd name="T35" fmla="*/ 72 h 94"/>
              <a:gd name="T36" fmla="*/ 89 w 96"/>
              <a:gd name="T37" fmla="*/ 72 h 94"/>
              <a:gd name="T38" fmla="*/ 89 w 96"/>
              <a:gd name="T39" fmla="*/ 8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6" h="94">
                <a:moveTo>
                  <a:pt x="0" y="8"/>
                </a:moveTo>
                <a:cubicBezTo>
                  <a:pt x="0" y="94"/>
                  <a:pt x="0" y="94"/>
                  <a:pt x="0" y="94"/>
                </a:cubicBezTo>
                <a:cubicBezTo>
                  <a:pt x="96" y="94"/>
                  <a:pt x="96" y="94"/>
                  <a:pt x="96" y="94"/>
                </a:cubicBezTo>
                <a:cubicBezTo>
                  <a:pt x="96" y="8"/>
                  <a:pt x="96" y="8"/>
                  <a:pt x="96" y="8"/>
                </a:cubicBezTo>
                <a:cubicBezTo>
                  <a:pt x="42" y="0"/>
                  <a:pt x="0" y="8"/>
                  <a:pt x="0" y="8"/>
                </a:cubicBezTo>
                <a:close/>
                <a:moveTo>
                  <a:pt x="7" y="22"/>
                </a:moveTo>
                <a:cubicBezTo>
                  <a:pt x="87" y="22"/>
                  <a:pt x="87" y="22"/>
                  <a:pt x="87" y="22"/>
                </a:cubicBezTo>
                <a:cubicBezTo>
                  <a:pt x="87" y="51"/>
                  <a:pt x="87" y="51"/>
                  <a:pt x="87" y="51"/>
                </a:cubicBezTo>
                <a:cubicBezTo>
                  <a:pt x="7" y="51"/>
                  <a:pt x="7" y="51"/>
                  <a:pt x="7" y="51"/>
                </a:cubicBezTo>
                <a:lnTo>
                  <a:pt x="7" y="22"/>
                </a:lnTo>
                <a:close/>
                <a:moveTo>
                  <a:pt x="38" y="82"/>
                </a:moveTo>
                <a:cubicBezTo>
                  <a:pt x="9" y="82"/>
                  <a:pt x="9" y="82"/>
                  <a:pt x="9" y="82"/>
                </a:cubicBezTo>
                <a:cubicBezTo>
                  <a:pt x="9" y="72"/>
                  <a:pt x="9" y="72"/>
                  <a:pt x="9" y="72"/>
                </a:cubicBezTo>
                <a:cubicBezTo>
                  <a:pt x="38" y="72"/>
                  <a:pt x="38" y="72"/>
                  <a:pt x="38" y="72"/>
                </a:cubicBezTo>
                <a:lnTo>
                  <a:pt x="38" y="82"/>
                </a:lnTo>
                <a:close/>
                <a:moveTo>
                  <a:pt x="89" y="82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72"/>
                  <a:pt x="60" y="72"/>
                  <a:pt x="60" y="72"/>
                </a:cubicBezTo>
                <a:cubicBezTo>
                  <a:pt x="89" y="72"/>
                  <a:pt x="89" y="72"/>
                  <a:pt x="89" y="72"/>
                </a:cubicBezTo>
                <a:lnTo>
                  <a:pt x="89" y="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0" name="Rectangle 55">
            <a:extLst>
              <a:ext uri="{FF2B5EF4-FFF2-40B4-BE49-F238E27FC236}">
                <a16:creationId xmlns:a16="http://schemas.microsoft.com/office/drawing/2014/main" id="{E52454D9-C203-4D0B-87B9-4A19417C8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993" y="2971572"/>
            <a:ext cx="57150" cy="77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1" name="Rectangle 56">
            <a:extLst>
              <a:ext uri="{FF2B5EF4-FFF2-40B4-BE49-F238E27FC236}">
                <a16:creationId xmlns:a16="http://schemas.microsoft.com/office/drawing/2014/main" id="{72BCB0F7-7985-4086-B500-26A6E426A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2543" y="2971572"/>
            <a:ext cx="57150" cy="77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2" name="Rectangle 57">
            <a:extLst>
              <a:ext uri="{FF2B5EF4-FFF2-40B4-BE49-F238E27FC236}">
                <a16:creationId xmlns:a16="http://schemas.microsoft.com/office/drawing/2014/main" id="{722D970A-4D41-4096-B0D9-8E0B89D7F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7693" y="2754085"/>
            <a:ext cx="777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3" name="Freeform 58">
            <a:extLst>
              <a:ext uri="{FF2B5EF4-FFF2-40B4-BE49-F238E27FC236}">
                <a16:creationId xmlns:a16="http://schemas.microsoft.com/office/drawing/2014/main" id="{C41D2A37-BF70-4B95-B7DE-29C79B36720A}"/>
              </a:ext>
            </a:extLst>
          </p:cNvPr>
          <p:cNvSpPr>
            <a:spLocks noEditPoints="1"/>
          </p:cNvSpPr>
          <p:nvPr/>
        </p:nvSpPr>
        <p:spPr bwMode="auto">
          <a:xfrm>
            <a:off x="8876393" y="2688997"/>
            <a:ext cx="569913" cy="323850"/>
          </a:xfrm>
          <a:custGeom>
            <a:avLst/>
            <a:gdLst>
              <a:gd name="T0" fmla="*/ 139 w 139"/>
              <a:gd name="T1" fmla="*/ 45 h 79"/>
              <a:gd name="T2" fmla="*/ 123 w 139"/>
              <a:gd name="T3" fmla="*/ 36 h 79"/>
              <a:gd name="T4" fmla="*/ 123 w 139"/>
              <a:gd name="T5" fmla="*/ 44 h 79"/>
              <a:gd name="T6" fmla="*/ 112 w 139"/>
              <a:gd name="T7" fmla="*/ 7 h 79"/>
              <a:gd name="T8" fmla="*/ 19 w 139"/>
              <a:gd name="T9" fmla="*/ 44 h 79"/>
              <a:gd name="T10" fmla="*/ 17 w 139"/>
              <a:gd name="T11" fmla="*/ 44 h 79"/>
              <a:gd name="T12" fmla="*/ 0 w 139"/>
              <a:gd name="T13" fmla="*/ 36 h 79"/>
              <a:gd name="T14" fmla="*/ 13 w 139"/>
              <a:gd name="T15" fmla="*/ 45 h 79"/>
              <a:gd name="T16" fmla="*/ 17 w 139"/>
              <a:gd name="T17" fmla="*/ 46 h 79"/>
              <a:gd name="T18" fmla="*/ 13 w 139"/>
              <a:gd name="T19" fmla="*/ 50 h 79"/>
              <a:gd name="T20" fmla="*/ 9 w 139"/>
              <a:gd name="T21" fmla="*/ 58 h 79"/>
              <a:gd name="T22" fmla="*/ 13 w 139"/>
              <a:gd name="T23" fmla="*/ 71 h 79"/>
              <a:gd name="T24" fmla="*/ 27 w 139"/>
              <a:gd name="T25" fmla="*/ 79 h 79"/>
              <a:gd name="T26" fmla="*/ 113 w 139"/>
              <a:gd name="T27" fmla="*/ 79 h 79"/>
              <a:gd name="T28" fmla="*/ 123 w 139"/>
              <a:gd name="T29" fmla="*/ 71 h 79"/>
              <a:gd name="T30" fmla="*/ 133 w 139"/>
              <a:gd name="T31" fmla="*/ 58 h 79"/>
              <a:gd name="T32" fmla="*/ 123 w 139"/>
              <a:gd name="T33" fmla="*/ 49 h 79"/>
              <a:gd name="T34" fmla="*/ 123 w 139"/>
              <a:gd name="T35" fmla="*/ 46 h 79"/>
              <a:gd name="T36" fmla="*/ 34 w 139"/>
              <a:gd name="T37" fmla="*/ 14 h 79"/>
              <a:gd name="T38" fmla="*/ 108 w 139"/>
              <a:gd name="T39" fmla="*/ 45 h 79"/>
              <a:gd name="T40" fmla="*/ 34 w 139"/>
              <a:gd name="T41" fmla="*/ 14 h 79"/>
              <a:gd name="T42" fmla="*/ 22 w 139"/>
              <a:gd name="T43" fmla="*/ 68 h 79"/>
              <a:gd name="T44" fmla="*/ 45 w 139"/>
              <a:gd name="T45" fmla="*/ 58 h 79"/>
              <a:gd name="T46" fmla="*/ 62 w 139"/>
              <a:gd name="T47" fmla="*/ 71 h 79"/>
              <a:gd name="T48" fmla="*/ 56 w 139"/>
              <a:gd name="T49" fmla="*/ 56 h 79"/>
              <a:gd name="T50" fmla="*/ 62 w 139"/>
              <a:gd name="T51" fmla="*/ 71 h 79"/>
              <a:gd name="T52" fmla="*/ 66 w 139"/>
              <a:gd name="T53" fmla="*/ 71 h 79"/>
              <a:gd name="T54" fmla="*/ 72 w 139"/>
              <a:gd name="T55" fmla="*/ 56 h 79"/>
              <a:gd name="T56" fmla="*/ 82 w 139"/>
              <a:gd name="T57" fmla="*/ 71 h 79"/>
              <a:gd name="T58" fmla="*/ 76 w 139"/>
              <a:gd name="T59" fmla="*/ 56 h 79"/>
              <a:gd name="T60" fmla="*/ 82 w 139"/>
              <a:gd name="T61" fmla="*/ 71 h 79"/>
              <a:gd name="T62" fmla="*/ 93 w 139"/>
              <a:gd name="T63" fmla="*/ 68 h 79"/>
              <a:gd name="T64" fmla="*/ 116 w 139"/>
              <a:gd name="T65" fmla="*/ 5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" h="79">
                <a:moveTo>
                  <a:pt x="123" y="45"/>
                </a:moveTo>
                <a:cubicBezTo>
                  <a:pt x="139" y="45"/>
                  <a:pt x="139" y="45"/>
                  <a:pt x="139" y="45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2" y="7"/>
                  <a:pt x="112" y="7"/>
                  <a:pt x="112" y="7"/>
                </a:cubicBezTo>
                <a:cubicBezTo>
                  <a:pt x="56" y="0"/>
                  <a:pt x="24" y="7"/>
                  <a:pt x="24" y="7"/>
                </a:cubicBezTo>
                <a:cubicBezTo>
                  <a:pt x="19" y="44"/>
                  <a:pt x="19" y="44"/>
                  <a:pt x="19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36"/>
                  <a:pt x="17" y="36"/>
                  <a:pt x="17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5"/>
                  <a:pt x="0" y="45"/>
                  <a:pt x="0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6"/>
                  <a:pt x="17" y="46"/>
                  <a:pt x="17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50"/>
                  <a:pt x="13" y="50"/>
                  <a:pt x="13" y="50"/>
                </a:cubicBezTo>
                <a:cubicBezTo>
                  <a:pt x="9" y="50"/>
                  <a:pt x="9" y="50"/>
                  <a:pt x="9" y="50"/>
                </a:cubicBezTo>
                <a:cubicBezTo>
                  <a:pt x="9" y="58"/>
                  <a:pt x="9" y="58"/>
                  <a:pt x="9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71"/>
                  <a:pt x="13" y="71"/>
                  <a:pt x="13" y="71"/>
                </a:cubicBezTo>
                <a:cubicBezTo>
                  <a:pt x="27" y="71"/>
                  <a:pt x="27" y="71"/>
                  <a:pt x="27" y="71"/>
                </a:cubicBezTo>
                <a:cubicBezTo>
                  <a:pt x="27" y="79"/>
                  <a:pt x="27" y="79"/>
                  <a:pt x="27" y="79"/>
                </a:cubicBezTo>
                <a:cubicBezTo>
                  <a:pt x="36" y="79"/>
                  <a:pt x="36" y="79"/>
                  <a:pt x="36" y="79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33" y="58"/>
                  <a:pt x="133" y="58"/>
                  <a:pt x="133" y="58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23" y="49"/>
                  <a:pt x="123" y="49"/>
                  <a:pt x="123" y="49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123" y="45"/>
                  <a:pt x="123" y="45"/>
                  <a:pt x="123" y="45"/>
                </a:cubicBezTo>
                <a:close/>
                <a:moveTo>
                  <a:pt x="34" y="14"/>
                </a:moveTo>
                <a:cubicBezTo>
                  <a:pt x="104" y="14"/>
                  <a:pt x="104" y="14"/>
                  <a:pt x="104" y="14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30" y="45"/>
                  <a:pt x="30" y="45"/>
                  <a:pt x="30" y="45"/>
                </a:cubicBezTo>
                <a:lnTo>
                  <a:pt x="34" y="14"/>
                </a:lnTo>
                <a:close/>
                <a:moveTo>
                  <a:pt x="45" y="68"/>
                </a:moveTo>
                <a:cubicBezTo>
                  <a:pt x="22" y="68"/>
                  <a:pt x="22" y="68"/>
                  <a:pt x="22" y="68"/>
                </a:cubicBezTo>
                <a:cubicBezTo>
                  <a:pt x="22" y="58"/>
                  <a:pt x="22" y="58"/>
                  <a:pt x="22" y="58"/>
                </a:cubicBezTo>
                <a:cubicBezTo>
                  <a:pt x="45" y="58"/>
                  <a:pt x="45" y="58"/>
                  <a:pt x="45" y="58"/>
                </a:cubicBezTo>
                <a:lnTo>
                  <a:pt x="45" y="68"/>
                </a:lnTo>
                <a:close/>
                <a:moveTo>
                  <a:pt x="62" y="71"/>
                </a:moveTo>
                <a:cubicBezTo>
                  <a:pt x="56" y="71"/>
                  <a:pt x="56" y="71"/>
                  <a:pt x="56" y="71"/>
                </a:cubicBezTo>
                <a:cubicBezTo>
                  <a:pt x="56" y="56"/>
                  <a:pt x="56" y="56"/>
                  <a:pt x="56" y="56"/>
                </a:cubicBezTo>
                <a:cubicBezTo>
                  <a:pt x="62" y="56"/>
                  <a:pt x="62" y="56"/>
                  <a:pt x="62" y="56"/>
                </a:cubicBezTo>
                <a:lnTo>
                  <a:pt x="62" y="71"/>
                </a:lnTo>
                <a:close/>
                <a:moveTo>
                  <a:pt x="72" y="71"/>
                </a:moveTo>
                <a:cubicBezTo>
                  <a:pt x="66" y="71"/>
                  <a:pt x="66" y="71"/>
                  <a:pt x="66" y="71"/>
                </a:cubicBezTo>
                <a:cubicBezTo>
                  <a:pt x="66" y="56"/>
                  <a:pt x="66" y="56"/>
                  <a:pt x="66" y="56"/>
                </a:cubicBezTo>
                <a:cubicBezTo>
                  <a:pt x="72" y="56"/>
                  <a:pt x="72" y="56"/>
                  <a:pt x="72" y="56"/>
                </a:cubicBezTo>
                <a:lnTo>
                  <a:pt x="72" y="71"/>
                </a:lnTo>
                <a:close/>
                <a:moveTo>
                  <a:pt x="82" y="71"/>
                </a:moveTo>
                <a:cubicBezTo>
                  <a:pt x="76" y="71"/>
                  <a:pt x="76" y="71"/>
                  <a:pt x="76" y="71"/>
                </a:cubicBezTo>
                <a:cubicBezTo>
                  <a:pt x="76" y="56"/>
                  <a:pt x="76" y="56"/>
                  <a:pt x="76" y="56"/>
                </a:cubicBezTo>
                <a:cubicBezTo>
                  <a:pt x="82" y="56"/>
                  <a:pt x="82" y="56"/>
                  <a:pt x="82" y="56"/>
                </a:cubicBezTo>
                <a:lnTo>
                  <a:pt x="82" y="71"/>
                </a:lnTo>
                <a:close/>
                <a:moveTo>
                  <a:pt x="116" y="68"/>
                </a:moveTo>
                <a:cubicBezTo>
                  <a:pt x="93" y="68"/>
                  <a:pt x="93" y="68"/>
                  <a:pt x="93" y="68"/>
                </a:cubicBezTo>
                <a:cubicBezTo>
                  <a:pt x="93" y="58"/>
                  <a:pt x="93" y="58"/>
                  <a:pt x="93" y="58"/>
                </a:cubicBezTo>
                <a:cubicBezTo>
                  <a:pt x="116" y="58"/>
                  <a:pt x="116" y="58"/>
                  <a:pt x="116" y="58"/>
                </a:cubicBezTo>
                <a:lnTo>
                  <a:pt x="116" y="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4" name="Rectangle 59">
            <a:extLst>
              <a:ext uri="{FF2B5EF4-FFF2-40B4-BE49-F238E27FC236}">
                <a16:creationId xmlns:a16="http://schemas.microsoft.com/office/drawing/2014/main" id="{2947EB3E-7C95-4DC0-A43E-FF897BCDD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2905" y="2992210"/>
            <a:ext cx="61913" cy="1158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5" name="Rectangle 60">
            <a:extLst>
              <a:ext uri="{FF2B5EF4-FFF2-40B4-BE49-F238E27FC236}">
                <a16:creationId xmlns:a16="http://schemas.microsoft.com/office/drawing/2014/main" id="{C0B7811E-8C1A-4729-840D-8A15C1C25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8355" y="2996972"/>
            <a:ext cx="61913" cy="1111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6" name="Rectangle 61">
            <a:extLst>
              <a:ext uri="{FF2B5EF4-FFF2-40B4-BE49-F238E27FC236}">
                <a16:creationId xmlns:a16="http://schemas.microsoft.com/office/drawing/2014/main" id="{44279E55-DA70-4C8A-B057-6CA45CE64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1268" y="2992210"/>
            <a:ext cx="39846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7" name="Rectangle 62">
            <a:extLst>
              <a:ext uri="{FF2B5EF4-FFF2-40B4-BE49-F238E27FC236}">
                <a16:creationId xmlns:a16="http://schemas.microsoft.com/office/drawing/2014/main" id="{F17454C3-D622-42A2-8494-05541C0D6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1268" y="2992210"/>
            <a:ext cx="39846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8" name="Rectangle 63">
            <a:extLst>
              <a:ext uri="{FF2B5EF4-FFF2-40B4-BE49-F238E27FC236}">
                <a16:creationId xmlns:a16="http://schemas.microsoft.com/office/drawing/2014/main" id="{DF042E5E-459A-4F34-BA7A-43F6BCE34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5418" y="2655660"/>
            <a:ext cx="28575" cy="131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9" name="Freeform 64">
            <a:extLst>
              <a:ext uri="{FF2B5EF4-FFF2-40B4-BE49-F238E27FC236}">
                <a16:creationId xmlns:a16="http://schemas.microsoft.com/office/drawing/2014/main" id="{1A6CB974-E9FD-4391-957E-180C64C38725}"/>
              </a:ext>
            </a:extLst>
          </p:cNvPr>
          <p:cNvSpPr>
            <a:spLocks/>
          </p:cNvSpPr>
          <p:nvPr/>
        </p:nvSpPr>
        <p:spPr bwMode="auto">
          <a:xfrm>
            <a:off x="10035268" y="2701697"/>
            <a:ext cx="53975" cy="69850"/>
          </a:xfrm>
          <a:custGeom>
            <a:avLst/>
            <a:gdLst>
              <a:gd name="T0" fmla="*/ 21 w 34"/>
              <a:gd name="T1" fmla="*/ 44 h 44"/>
              <a:gd name="T2" fmla="*/ 0 w 34"/>
              <a:gd name="T3" fmla="*/ 44 h 44"/>
              <a:gd name="T4" fmla="*/ 0 w 34"/>
              <a:gd name="T5" fmla="*/ 41 h 44"/>
              <a:gd name="T6" fmla="*/ 18 w 34"/>
              <a:gd name="T7" fmla="*/ 41 h 44"/>
              <a:gd name="T8" fmla="*/ 31 w 34"/>
              <a:gd name="T9" fmla="*/ 0 h 44"/>
              <a:gd name="T10" fmla="*/ 34 w 34"/>
              <a:gd name="T11" fmla="*/ 0 h 44"/>
              <a:gd name="T12" fmla="*/ 21 w 34"/>
              <a:gd name="T13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44">
                <a:moveTo>
                  <a:pt x="21" y="44"/>
                </a:moveTo>
                <a:lnTo>
                  <a:pt x="0" y="44"/>
                </a:lnTo>
                <a:lnTo>
                  <a:pt x="0" y="41"/>
                </a:lnTo>
                <a:lnTo>
                  <a:pt x="18" y="41"/>
                </a:lnTo>
                <a:lnTo>
                  <a:pt x="31" y="0"/>
                </a:lnTo>
                <a:lnTo>
                  <a:pt x="34" y="0"/>
                </a:lnTo>
                <a:lnTo>
                  <a:pt x="2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0" name="Freeform 65">
            <a:extLst>
              <a:ext uri="{FF2B5EF4-FFF2-40B4-BE49-F238E27FC236}">
                <a16:creationId xmlns:a16="http://schemas.microsoft.com/office/drawing/2014/main" id="{B71324EA-1CB6-4E43-9651-29CBD7DF992B}"/>
              </a:ext>
            </a:extLst>
          </p:cNvPr>
          <p:cNvSpPr>
            <a:spLocks noEditPoints="1"/>
          </p:cNvSpPr>
          <p:nvPr/>
        </p:nvSpPr>
        <p:spPr bwMode="auto">
          <a:xfrm>
            <a:off x="10174968" y="2738210"/>
            <a:ext cx="44450" cy="98425"/>
          </a:xfrm>
          <a:custGeom>
            <a:avLst/>
            <a:gdLst>
              <a:gd name="T0" fmla="*/ 28 w 28"/>
              <a:gd name="T1" fmla="*/ 62 h 62"/>
              <a:gd name="T2" fmla="*/ 0 w 28"/>
              <a:gd name="T3" fmla="*/ 62 h 62"/>
              <a:gd name="T4" fmla="*/ 0 w 28"/>
              <a:gd name="T5" fmla="*/ 0 h 62"/>
              <a:gd name="T6" fmla="*/ 28 w 28"/>
              <a:gd name="T7" fmla="*/ 0 h 62"/>
              <a:gd name="T8" fmla="*/ 28 w 28"/>
              <a:gd name="T9" fmla="*/ 62 h 62"/>
              <a:gd name="T10" fmla="*/ 5 w 28"/>
              <a:gd name="T11" fmla="*/ 57 h 62"/>
              <a:gd name="T12" fmla="*/ 23 w 28"/>
              <a:gd name="T13" fmla="*/ 57 h 62"/>
              <a:gd name="T14" fmla="*/ 23 w 28"/>
              <a:gd name="T15" fmla="*/ 5 h 62"/>
              <a:gd name="T16" fmla="*/ 5 w 28"/>
              <a:gd name="T17" fmla="*/ 5 h 62"/>
              <a:gd name="T18" fmla="*/ 5 w 28"/>
              <a:gd name="T19" fmla="*/ 5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" h="62">
                <a:moveTo>
                  <a:pt x="28" y="62"/>
                </a:moveTo>
                <a:lnTo>
                  <a:pt x="0" y="62"/>
                </a:lnTo>
                <a:lnTo>
                  <a:pt x="0" y="0"/>
                </a:lnTo>
                <a:lnTo>
                  <a:pt x="28" y="0"/>
                </a:lnTo>
                <a:lnTo>
                  <a:pt x="28" y="62"/>
                </a:lnTo>
                <a:close/>
                <a:moveTo>
                  <a:pt x="5" y="57"/>
                </a:moveTo>
                <a:lnTo>
                  <a:pt x="23" y="57"/>
                </a:lnTo>
                <a:lnTo>
                  <a:pt x="23" y="5"/>
                </a:lnTo>
                <a:lnTo>
                  <a:pt x="5" y="5"/>
                </a:lnTo>
                <a:lnTo>
                  <a:pt x="5" y="5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1" name="Freeform 66">
            <a:extLst>
              <a:ext uri="{FF2B5EF4-FFF2-40B4-BE49-F238E27FC236}">
                <a16:creationId xmlns:a16="http://schemas.microsoft.com/office/drawing/2014/main" id="{582C07EC-DD72-4BAA-8280-1E59D65F0176}"/>
              </a:ext>
            </a:extLst>
          </p:cNvPr>
          <p:cNvSpPr>
            <a:spLocks noEditPoints="1"/>
          </p:cNvSpPr>
          <p:nvPr/>
        </p:nvSpPr>
        <p:spPr bwMode="auto">
          <a:xfrm>
            <a:off x="9739993" y="2738210"/>
            <a:ext cx="46038" cy="93663"/>
          </a:xfrm>
          <a:custGeom>
            <a:avLst/>
            <a:gdLst>
              <a:gd name="T0" fmla="*/ 29 w 29"/>
              <a:gd name="T1" fmla="*/ 59 h 59"/>
              <a:gd name="T2" fmla="*/ 0 w 29"/>
              <a:gd name="T3" fmla="*/ 59 h 59"/>
              <a:gd name="T4" fmla="*/ 0 w 29"/>
              <a:gd name="T5" fmla="*/ 0 h 59"/>
              <a:gd name="T6" fmla="*/ 29 w 29"/>
              <a:gd name="T7" fmla="*/ 0 h 59"/>
              <a:gd name="T8" fmla="*/ 29 w 29"/>
              <a:gd name="T9" fmla="*/ 59 h 59"/>
              <a:gd name="T10" fmla="*/ 6 w 29"/>
              <a:gd name="T11" fmla="*/ 54 h 59"/>
              <a:gd name="T12" fmla="*/ 24 w 29"/>
              <a:gd name="T13" fmla="*/ 54 h 59"/>
              <a:gd name="T14" fmla="*/ 24 w 29"/>
              <a:gd name="T15" fmla="*/ 5 h 59"/>
              <a:gd name="T16" fmla="*/ 6 w 29"/>
              <a:gd name="T17" fmla="*/ 5 h 59"/>
              <a:gd name="T18" fmla="*/ 6 w 29"/>
              <a:gd name="T19" fmla="*/ 5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9" h="59">
                <a:moveTo>
                  <a:pt x="29" y="59"/>
                </a:moveTo>
                <a:lnTo>
                  <a:pt x="0" y="59"/>
                </a:lnTo>
                <a:lnTo>
                  <a:pt x="0" y="0"/>
                </a:lnTo>
                <a:lnTo>
                  <a:pt x="29" y="0"/>
                </a:lnTo>
                <a:lnTo>
                  <a:pt x="29" y="59"/>
                </a:lnTo>
                <a:close/>
                <a:moveTo>
                  <a:pt x="6" y="54"/>
                </a:moveTo>
                <a:lnTo>
                  <a:pt x="24" y="54"/>
                </a:lnTo>
                <a:lnTo>
                  <a:pt x="24" y="5"/>
                </a:lnTo>
                <a:lnTo>
                  <a:pt x="6" y="5"/>
                </a:lnTo>
                <a:lnTo>
                  <a:pt x="6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2" name="Rectangle 67">
            <a:extLst>
              <a:ext uri="{FF2B5EF4-FFF2-40B4-BE49-F238E27FC236}">
                <a16:creationId xmlns:a16="http://schemas.microsoft.com/office/drawing/2014/main" id="{147E598D-5395-4A53-9B74-5B7EC99C0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1268" y="3041422"/>
            <a:ext cx="106363" cy="666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3" name="Rectangle 68">
            <a:extLst>
              <a:ext uri="{FF2B5EF4-FFF2-40B4-BE49-F238E27FC236}">
                <a16:creationId xmlns:a16="http://schemas.microsoft.com/office/drawing/2014/main" id="{D1E97C1D-FC21-4653-8FB5-79D21118F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73368" y="3041422"/>
            <a:ext cx="106363" cy="666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4" name="Freeform 69">
            <a:extLst>
              <a:ext uri="{FF2B5EF4-FFF2-40B4-BE49-F238E27FC236}">
                <a16:creationId xmlns:a16="http://schemas.microsoft.com/office/drawing/2014/main" id="{8B38C68E-ED03-4A72-BD84-D89DFD7F31E2}"/>
              </a:ext>
            </a:extLst>
          </p:cNvPr>
          <p:cNvSpPr>
            <a:spLocks noEditPoints="1"/>
          </p:cNvSpPr>
          <p:nvPr/>
        </p:nvSpPr>
        <p:spPr bwMode="auto">
          <a:xfrm>
            <a:off x="9773330" y="2561997"/>
            <a:ext cx="409575" cy="417513"/>
          </a:xfrm>
          <a:custGeom>
            <a:avLst/>
            <a:gdLst>
              <a:gd name="T0" fmla="*/ 90 w 100"/>
              <a:gd name="T1" fmla="*/ 0 h 102"/>
              <a:gd name="T2" fmla="*/ 11 w 100"/>
              <a:gd name="T3" fmla="*/ 0 h 102"/>
              <a:gd name="T4" fmla="*/ 2 w 100"/>
              <a:gd name="T5" fmla="*/ 8 h 102"/>
              <a:gd name="T6" fmla="*/ 2 w 100"/>
              <a:gd name="T7" fmla="*/ 102 h 102"/>
              <a:gd name="T8" fmla="*/ 99 w 100"/>
              <a:gd name="T9" fmla="*/ 102 h 102"/>
              <a:gd name="T10" fmla="*/ 99 w 100"/>
              <a:gd name="T11" fmla="*/ 8 h 102"/>
              <a:gd name="T12" fmla="*/ 90 w 100"/>
              <a:gd name="T13" fmla="*/ 0 h 102"/>
              <a:gd name="T14" fmla="*/ 11 w 100"/>
              <a:gd name="T15" fmla="*/ 23 h 102"/>
              <a:gd name="T16" fmla="*/ 90 w 100"/>
              <a:gd name="T17" fmla="*/ 23 h 102"/>
              <a:gd name="T18" fmla="*/ 90 w 100"/>
              <a:gd name="T19" fmla="*/ 55 h 102"/>
              <a:gd name="T20" fmla="*/ 11 w 100"/>
              <a:gd name="T21" fmla="*/ 55 h 102"/>
              <a:gd name="T22" fmla="*/ 11 w 100"/>
              <a:gd name="T23" fmla="*/ 23 h 102"/>
              <a:gd name="T24" fmla="*/ 18 w 100"/>
              <a:gd name="T25" fmla="*/ 93 h 102"/>
              <a:gd name="T26" fmla="*/ 11 w 100"/>
              <a:gd name="T27" fmla="*/ 85 h 102"/>
              <a:gd name="T28" fmla="*/ 18 w 100"/>
              <a:gd name="T29" fmla="*/ 77 h 102"/>
              <a:gd name="T30" fmla="*/ 26 w 100"/>
              <a:gd name="T31" fmla="*/ 85 h 102"/>
              <a:gd name="T32" fmla="*/ 18 w 100"/>
              <a:gd name="T33" fmla="*/ 93 h 102"/>
              <a:gd name="T34" fmla="*/ 64 w 100"/>
              <a:gd name="T35" fmla="*/ 99 h 102"/>
              <a:gd name="T36" fmla="*/ 36 w 100"/>
              <a:gd name="T37" fmla="*/ 99 h 102"/>
              <a:gd name="T38" fmla="*/ 36 w 100"/>
              <a:gd name="T39" fmla="*/ 85 h 102"/>
              <a:gd name="T40" fmla="*/ 64 w 100"/>
              <a:gd name="T41" fmla="*/ 85 h 102"/>
              <a:gd name="T42" fmla="*/ 64 w 100"/>
              <a:gd name="T43" fmla="*/ 99 h 102"/>
              <a:gd name="T44" fmla="*/ 83 w 100"/>
              <a:gd name="T45" fmla="*/ 93 h 102"/>
              <a:gd name="T46" fmla="*/ 75 w 100"/>
              <a:gd name="T47" fmla="*/ 85 h 102"/>
              <a:gd name="T48" fmla="*/ 83 w 100"/>
              <a:gd name="T49" fmla="*/ 77 h 102"/>
              <a:gd name="T50" fmla="*/ 91 w 100"/>
              <a:gd name="T51" fmla="*/ 85 h 102"/>
              <a:gd name="T52" fmla="*/ 83 w 100"/>
              <a:gd name="T53" fmla="*/ 93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0" h="102">
                <a:moveTo>
                  <a:pt x="90" y="0"/>
                </a:moveTo>
                <a:cubicBezTo>
                  <a:pt x="80" y="0"/>
                  <a:pt x="23" y="0"/>
                  <a:pt x="11" y="0"/>
                </a:cubicBezTo>
                <a:cubicBezTo>
                  <a:pt x="0" y="0"/>
                  <a:pt x="2" y="8"/>
                  <a:pt x="2" y="8"/>
                </a:cubicBezTo>
                <a:cubicBezTo>
                  <a:pt x="2" y="102"/>
                  <a:pt x="2" y="102"/>
                  <a:pt x="2" y="102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99" y="8"/>
                  <a:pt x="99" y="8"/>
                  <a:pt x="99" y="8"/>
                </a:cubicBezTo>
                <a:cubicBezTo>
                  <a:pt x="99" y="8"/>
                  <a:pt x="100" y="0"/>
                  <a:pt x="90" y="0"/>
                </a:cubicBezTo>
                <a:close/>
                <a:moveTo>
                  <a:pt x="11" y="23"/>
                </a:moveTo>
                <a:cubicBezTo>
                  <a:pt x="90" y="23"/>
                  <a:pt x="90" y="23"/>
                  <a:pt x="90" y="23"/>
                </a:cubicBezTo>
                <a:cubicBezTo>
                  <a:pt x="90" y="55"/>
                  <a:pt x="90" y="55"/>
                  <a:pt x="90" y="55"/>
                </a:cubicBezTo>
                <a:cubicBezTo>
                  <a:pt x="11" y="55"/>
                  <a:pt x="11" y="55"/>
                  <a:pt x="11" y="55"/>
                </a:cubicBezTo>
                <a:lnTo>
                  <a:pt x="11" y="23"/>
                </a:lnTo>
                <a:close/>
                <a:moveTo>
                  <a:pt x="18" y="93"/>
                </a:moveTo>
                <a:cubicBezTo>
                  <a:pt x="14" y="93"/>
                  <a:pt x="11" y="89"/>
                  <a:pt x="11" y="85"/>
                </a:cubicBezTo>
                <a:cubicBezTo>
                  <a:pt x="11" y="81"/>
                  <a:pt x="14" y="77"/>
                  <a:pt x="18" y="77"/>
                </a:cubicBezTo>
                <a:cubicBezTo>
                  <a:pt x="23" y="77"/>
                  <a:pt x="26" y="81"/>
                  <a:pt x="26" y="85"/>
                </a:cubicBezTo>
                <a:cubicBezTo>
                  <a:pt x="26" y="89"/>
                  <a:pt x="23" y="93"/>
                  <a:pt x="18" y="93"/>
                </a:cubicBezTo>
                <a:close/>
                <a:moveTo>
                  <a:pt x="64" y="99"/>
                </a:moveTo>
                <a:cubicBezTo>
                  <a:pt x="36" y="99"/>
                  <a:pt x="36" y="99"/>
                  <a:pt x="36" y="99"/>
                </a:cubicBezTo>
                <a:cubicBezTo>
                  <a:pt x="36" y="85"/>
                  <a:pt x="36" y="85"/>
                  <a:pt x="36" y="85"/>
                </a:cubicBezTo>
                <a:cubicBezTo>
                  <a:pt x="64" y="85"/>
                  <a:pt x="64" y="85"/>
                  <a:pt x="64" y="85"/>
                </a:cubicBezTo>
                <a:lnTo>
                  <a:pt x="64" y="99"/>
                </a:lnTo>
                <a:close/>
                <a:moveTo>
                  <a:pt x="83" y="93"/>
                </a:moveTo>
                <a:cubicBezTo>
                  <a:pt x="78" y="93"/>
                  <a:pt x="75" y="89"/>
                  <a:pt x="75" y="85"/>
                </a:cubicBezTo>
                <a:cubicBezTo>
                  <a:pt x="75" y="81"/>
                  <a:pt x="78" y="77"/>
                  <a:pt x="83" y="77"/>
                </a:cubicBezTo>
                <a:cubicBezTo>
                  <a:pt x="87" y="77"/>
                  <a:pt x="91" y="81"/>
                  <a:pt x="91" y="85"/>
                </a:cubicBezTo>
                <a:cubicBezTo>
                  <a:pt x="91" y="89"/>
                  <a:pt x="87" y="93"/>
                  <a:pt x="83" y="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5" name="Rectangle 70">
            <a:extLst>
              <a:ext uri="{FF2B5EF4-FFF2-40B4-BE49-F238E27FC236}">
                <a16:creationId xmlns:a16="http://schemas.microsoft.com/office/drawing/2014/main" id="{D698BE8D-3AF4-4F7A-A7BC-76A9D855D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0268" y="2758847"/>
            <a:ext cx="6985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6" name="Rectangle 71">
            <a:extLst>
              <a:ext uri="{FF2B5EF4-FFF2-40B4-BE49-F238E27FC236}">
                <a16:creationId xmlns:a16="http://schemas.microsoft.com/office/drawing/2014/main" id="{24D91BB0-CB3E-4CB5-A4EC-B79D7C27F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90880" y="2808060"/>
            <a:ext cx="52388" cy="730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7" name="Rectangle 72">
            <a:extLst>
              <a:ext uri="{FF2B5EF4-FFF2-40B4-BE49-F238E27FC236}">
                <a16:creationId xmlns:a16="http://schemas.microsoft.com/office/drawing/2014/main" id="{2D4AB282-00CF-4D85-80FF-51AF40932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9180" y="2800122"/>
            <a:ext cx="57150" cy="698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8" name="Freeform 73">
            <a:extLst>
              <a:ext uri="{FF2B5EF4-FFF2-40B4-BE49-F238E27FC236}">
                <a16:creationId xmlns:a16="http://schemas.microsoft.com/office/drawing/2014/main" id="{746D4056-DFCF-426E-BB24-0A4F36EFD419}"/>
              </a:ext>
            </a:extLst>
          </p:cNvPr>
          <p:cNvSpPr>
            <a:spLocks noEditPoints="1"/>
          </p:cNvSpPr>
          <p:nvPr/>
        </p:nvSpPr>
        <p:spPr bwMode="auto">
          <a:xfrm>
            <a:off x="10532155" y="2684235"/>
            <a:ext cx="339725" cy="300038"/>
          </a:xfrm>
          <a:custGeom>
            <a:avLst/>
            <a:gdLst>
              <a:gd name="T0" fmla="*/ 0 w 83"/>
              <a:gd name="T1" fmla="*/ 0 h 73"/>
              <a:gd name="T2" fmla="*/ 0 w 83"/>
              <a:gd name="T3" fmla="*/ 73 h 73"/>
              <a:gd name="T4" fmla="*/ 83 w 83"/>
              <a:gd name="T5" fmla="*/ 73 h 73"/>
              <a:gd name="T6" fmla="*/ 83 w 83"/>
              <a:gd name="T7" fmla="*/ 0 h 73"/>
              <a:gd name="T8" fmla="*/ 0 w 83"/>
              <a:gd name="T9" fmla="*/ 0 h 73"/>
              <a:gd name="T10" fmla="*/ 7 w 83"/>
              <a:gd name="T11" fmla="*/ 12 h 73"/>
              <a:gd name="T12" fmla="*/ 76 w 83"/>
              <a:gd name="T13" fmla="*/ 12 h 73"/>
              <a:gd name="T14" fmla="*/ 76 w 83"/>
              <a:gd name="T15" fmla="*/ 36 h 73"/>
              <a:gd name="T16" fmla="*/ 7 w 83"/>
              <a:gd name="T17" fmla="*/ 36 h 73"/>
              <a:gd name="T18" fmla="*/ 7 w 83"/>
              <a:gd name="T19" fmla="*/ 12 h 73"/>
              <a:gd name="T20" fmla="*/ 76 w 83"/>
              <a:gd name="T21" fmla="*/ 61 h 73"/>
              <a:gd name="T22" fmla="*/ 68 w 83"/>
              <a:gd name="T23" fmla="*/ 69 h 73"/>
              <a:gd name="T24" fmla="*/ 60 w 83"/>
              <a:gd name="T25" fmla="*/ 61 h 73"/>
              <a:gd name="T26" fmla="*/ 68 w 83"/>
              <a:gd name="T27" fmla="*/ 53 h 73"/>
              <a:gd name="T28" fmla="*/ 76 w 83"/>
              <a:gd name="T29" fmla="*/ 61 h 73"/>
              <a:gd name="T30" fmla="*/ 23 w 83"/>
              <a:gd name="T31" fmla="*/ 61 h 73"/>
              <a:gd name="T32" fmla="*/ 15 w 83"/>
              <a:gd name="T33" fmla="*/ 69 h 73"/>
              <a:gd name="T34" fmla="*/ 7 w 83"/>
              <a:gd name="T35" fmla="*/ 61 h 73"/>
              <a:gd name="T36" fmla="*/ 15 w 83"/>
              <a:gd name="T37" fmla="*/ 53 h 73"/>
              <a:gd name="T38" fmla="*/ 23 w 83"/>
              <a:gd name="T39" fmla="*/ 61 h 73"/>
              <a:gd name="T40" fmla="*/ 55 w 83"/>
              <a:gd name="T41" fmla="*/ 69 h 73"/>
              <a:gd name="T42" fmla="*/ 30 w 83"/>
              <a:gd name="T43" fmla="*/ 69 h 73"/>
              <a:gd name="T44" fmla="*/ 30 w 83"/>
              <a:gd name="T45" fmla="*/ 49 h 73"/>
              <a:gd name="T46" fmla="*/ 55 w 83"/>
              <a:gd name="T47" fmla="*/ 49 h 73"/>
              <a:gd name="T48" fmla="*/ 55 w 83"/>
              <a:gd name="T49" fmla="*/ 69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3" h="73">
                <a:moveTo>
                  <a:pt x="0" y="0"/>
                </a:moveTo>
                <a:cubicBezTo>
                  <a:pt x="0" y="73"/>
                  <a:pt x="0" y="73"/>
                  <a:pt x="0" y="73"/>
                </a:cubicBezTo>
                <a:cubicBezTo>
                  <a:pt x="83" y="73"/>
                  <a:pt x="83" y="73"/>
                  <a:pt x="83" y="73"/>
                </a:cubicBezTo>
                <a:cubicBezTo>
                  <a:pt x="83" y="0"/>
                  <a:pt x="83" y="0"/>
                  <a:pt x="83" y="0"/>
                </a:cubicBezTo>
                <a:cubicBezTo>
                  <a:pt x="0" y="0"/>
                  <a:pt x="0" y="0"/>
                  <a:pt x="0" y="0"/>
                </a:cubicBezTo>
                <a:moveTo>
                  <a:pt x="7" y="12"/>
                </a:moveTo>
                <a:cubicBezTo>
                  <a:pt x="76" y="12"/>
                  <a:pt x="76" y="12"/>
                  <a:pt x="76" y="12"/>
                </a:cubicBezTo>
                <a:cubicBezTo>
                  <a:pt x="76" y="36"/>
                  <a:pt x="76" y="36"/>
                  <a:pt x="76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12"/>
                  <a:pt x="7" y="12"/>
                  <a:pt x="7" y="12"/>
                </a:cubicBezTo>
                <a:moveTo>
                  <a:pt x="76" y="61"/>
                </a:moveTo>
                <a:cubicBezTo>
                  <a:pt x="76" y="65"/>
                  <a:pt x="72" y="69"/>
                  <a:pt x="68" y="69"/>
                </a:cubicBezTo>
                <a:cubicBezTo>
                  <a:pt x="63" y="69"/>
                  <a:pt x="60" y="65"/>
                  <a:pt x="60" y="61"/>
                </a:cubicBezTo>
                <a:cubicBezTo>
                  <a:pt x="60" y="56"/>
                  <a:pt x="63" y="53"/>
                  <a:pt x="68" y="53"/>
                </a:cubicBezTo>
                <a:cubicBezTo>
                  <a:pt x="72" y="53"/>
                  <a:pt x="76" y="56"/>
                  <a:pt x="76" y="61"/>
                </a:cubicBezTo>
                <a:moveTo>
                  <a:pt x="23" y="61"/>
                </a:moveTo>
                <a:cubicBezTo>
                  <a:pt x="23" y="65"/>
                  <a:pt x="20" y="69"/>
                  <a:pt x="15" y="69"/>
                </a:cubicBezTo>
                <a:cubicBezTo>
                  <a:pt x="11" y="69"/>
                  <a:pt x="7" y="65"/>
                  <a:pt x="7" y="61"/>
                </a:cubicBezTo>
                <a:cubicBezTo>
                  <a:pt x="7" y="56"/>
                  <a:pt x="11" y="53"/>
                  <a:pt x="15" y="53"/>
                </a:cubicBezTo>
                <a:cubicBezTo>
                  <a:pt x="20" y="53"/>
                  <a:pt x="23" y="56"/>
                  <a:pt x="23" y="61"/>
                </a:cubicBezTo>
                <a:moveTo>
                  <a:pt x="55" y="69"/>
                </a:moveTo>
                <a:cubicBezTo>
                  <a:pt x="30" y="69"/>
                  <a:pt x="30" y="69"/>
                  <a:pt x="30" y="69"/>
                </a:cubicBezTo>
                <a:cubicBezTo>
                  <a:pt x="30" y="49"/>
                  <a:pt x="30" y="49"/>
                  <a:pt x="30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69"/>
                  <a:pt x="55" y="69"/>
                  <a:pt x="55" y="6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9" name="Rectangle 74">
            <a:extLst>
              <a:ext uri="{FF2B5EF4-FFF2-40B4-BE49-F238E27FC236}">
                <a16:creationId xmlns:a16="http://schemas.microsoft.com/office/drawing/2014/main" id="{702AF461-18FF-45CD-9CBA-E3D8E555B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2155" y="3038247"/>
            <a:ext cx="52388" cy="650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0" name="Rectangle 75">
            <a:extLst>
              <a:ext uri="{FF2B5EF4-FFF2-40B4-BE49-F238E27FC236}">
                <a16:creationId xmlns:a16="http://schemas.microsoft.com/office/drawing/2014/main" id="{28212017-C628-45B5-8DD1-70F73E0BC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2668" y="3038247"/>
            <a:ext cx="49213" cy="650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1" name="Rectangle 76">
            <a:extLst>
              <a:ext uri="{FF2B5EF4-FFF2-40B4-BE49-F238E27FC236}">
                <a16:creationId xmlns:a16="http://schemas.microsoft.com/office/drawing/2014/main" id="{0031D972-45DD-43DF-BF74-5D42DE3FA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2630" y="2992210"/>
            <a:ext cx="35718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2" name="Rectangle 77">
            <a:extLst>
              <a:ext uri="{FF2B5EF4-FFF2-40B4-BE49-F238E27FC236}">
                <a16:creationId xmlns:a16="http://schemas.microsoft.com/office/drawing/2014/main" id="{E36E142A-6FDC-4BA5-A624-CBA1A8CFE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2630" y="2992210"/>
            <a:ext cx="35718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3" name="Freeform 78">
            <a:extLst>
              <a:ext uri="{FF2B5EF4-FFF2-40B4-BE49-F238E27FC236}">
                <a16:creationId xmlns:a16="http://schemas.microsoft.com/office/drawing/2014/main" id="{83BC659A-7E92-4723-B771-35464EFB47CE}"/>
              </a:ext>
            </a:extLst>
          </p:cNvPr>
          <p:cNvSpPr>
            <a:spLocks/>
          </p:cNvSpPr>
          <p:nvPr/>
        </p:nvSpPr>
        <p:spPr bwMode="auto">
          <a:xfrm>
            <a:off x="10490880" y="2598510"/>
            <a:ext cx="425450" cy="173038"/>
          </a:xfrm>
          <a:custGeom>
            <a:avLst/>
            <a:gdLst>
              <a:gd name="T0" fmla="*/ 268 w 268"/>
              <a:gd name="T1" fmla="*/ 0 h 109"/>
              <a:gd name="T2" fmla="*/ 0 w 268"/>
              <a:gd name="T3" fmla="*/ 0 h 109"/>
              <a:gd name="T4" fmla="*/ 0 w 268"/>
              <a:gd name="T5" fmla="*/ 34 h 109"/>
              <a:gd name="T6" fmla="*/ 0 w 268"/>
              <a:gd name="T7" fmla="*/ 44 h 109"/>
              <a:gd name="T8" fmla="*/ 0 w 268"/>
              <a:gd name="T9" fmla="*/ 109 h 109"/>
              <a:gd name="T10" fmla="*/ 18 w 268"/>
              <a:gd name="T11" fmla="*/ 109 h 109"/>
              <a:gd name="T12" fmla="*/ 18 w 268"/>
              <a:gd name="T13" fmla="*/ 44 h 109"/>
              <a:gd name="T14" fmla="*/ 250 w 268"/>
              <a:gd name="T15" fmla="*/ 44 h 109"/>
              <a:gd name="T16" fmla="*/ 250 w 268"/>
              <a:gd name="T17" fmla="*/ 109 h 109"/>
              <a:gd name="T18" fmla="*/ 268 w 268"/>
              <a:gd name="T19" fmla="*/ 109 h 109"/>
              <a:gd name="T20" fmla="*/ 268 w 268"/>
              <a:gd name="T21" fmla="*/ 44 h 109"/>
              <a:gd name="T22" fmla="*/ 268 w 268"/>
              <a:gd name="T23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8" h="109">
                <a:moveTo>
                  <a:pt x="268" y="0"/>
                </a:moveTo>
                <a:lnTo>
                  <a:pt x="0" y="0"/>
                </a:lnTo>
                <a:lnTo>
                  <a:pt x="0" y="34"/>
                </a:lnTo>
                <a:lnTo>
                  <a:pt x="0" y="44"/>
                </a:lnTo>
                <a:lnTo>
                  <a:pt x="0" y="109"/>
                </a:lnTo>
                <a:lnTo>
                  <a:pt x="18" y="109"/>
                </a:lnTo>
                <a:lnTo>
                  <a:pt x="18" y="44"/>
                </a:lnTo>
                <a:lnTo>
                  <a:pt x="250" y="44"/>
                </a:lnTo>
                <a:lnTo>
                  <a:pt x="250" y="109"/>
                </a:lnTo>
                <a:lnTo>
                  <a:pt x="268" y="109"/>
                </a:lnTo>
                <a:lnTo>
                  <a:pt x="268" y="44"/>
                </a:lnTo>
                <a:lnTo>
                  <a:pt x="26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4" name="Freeform 79">
            <a:extLst>
              <a:ext uri="{FF2B5EF4-FFF2-40B4-BE49-F238E27FC236}">
                <a16:creationId xmlns:a16="http://schemas.microsoft.com/office/drawing/2014/main" id="{B70B559E-7850-49C6-9EC2-7411FFF720DA}"/>
              </a:ext>
            </a:extLst>
          </p:cNvPr>
          <p:cNvSpPr>
            <a:spLocks/>
          </p:cNvSpPr>
          <p:nvPr/>
        </p:nvSpPr>
        <p:spPr bwMode="auto">
          <a:xfrm>
            <a:off x="10490880" y="2598510"/>
            <a:ext cx="425450" cy="173038"/>
          </a:xfrm>
          <a:custGeom>
            <a:avLst/>
            <a:gdLst>
              <a:gd name="T0" fmla="*/ 268 w 268"/>
              <a:gd name="T1" fmla="*/ 0 h 109"/>
              <a:gd name="T2" fmla="*/ 0 w 268"/>
              <a:gd name="T3" fmla="*/ 0 h 109"/>
              <a:gd name="T4" fmla="*/ 0 w 268"/>
              <a:gd name="T5" fmla="*/ 34 h 109"/>
              <a:gd name="T6" fmla="*/ 0 w 268"/>
              <a:gd name="T7" fmla="*/ 44 h 109"/>
              <a:gd name="T8" fmla="*/ 0 w 268"/>
              <a:gd name="T9" fmla="*/ 109 h 109"/>
              <a:gd name="T10" fmla="*/ 18 w 268"/>
              <a:gd name="T11" fmla="*/ 109 h 109"/>
              <a:gd name="T12" fmla="*/ 18 w 268"/>
              <a:gd name="T13" fmla="*/ 44 h 109"/>
              <a:gd name="T14" fmla="*/ 250 w 268"/>
              <a:gd name="T15" fmla="*/ 44 h 109"/>
              <a:gd name="T16" fmla="*/ 250 w 268"/>
              <a:gd name="T17" fmla="*/ 109 h 109"/>
              <a:gd name="T18" fmla="*/ 268 w 268"/>
              <a:gd name="T19" fmla="*/ 109 h 109"/>
              <a:gd name="T20" fmla="*/ 268 w 268"/>
              <a:gd name="T21" fmla="*/ 44 h 109"/>
              <a:gd name="T22" fmla="*/ 268 w 268"/>
              <a:gd name="T23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8" h="109">
                <a:moveTo>
                  <a:pt x="268" y="0"/>
                </a:moveTo>
                <a:lnTo>
                  <a:pt x="0" y="0"/>
                </a:lnTo>
                <a:lnTo>
                  <a:pt x="0" y="34"/>
                </a:lnTo>
                <a:lnTo>
                  <a:pt x="0" y="44"/>
                </a:lnTo>
                <a:lnTo>
                  <a:pt x="0" y="109"/>
                </a:lnTo>
                <a:lnTo>
                  <a:pt x="18" y="109"/>
                </a:lnTo>
                <a:lnTo>
                  <a:pt x="18" y="44"/>
                </a:lnTo>
                <a:lnTo>
                  <a:pt x="250" y="44"/>
                </a:lnTo>
                <a:lnTo>
                  <a:pt x="250" y="109"/>
                </a:lnTo>
                <a:lnTo>
                  <a:pt x="268" y="109"/>
                </a:lnTo>
                <a:lnTo>
                  <a:pt x="268" y="44"/>
                </a:lnTo>
                <a:lnTo>
                  <a:pt x="26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5" name="Freeform 80">
            <a:extLst>
              <a:ext uri="{FF2B5EF4-FFF2-40B4-BE49-F238E27FC236}">
                <a16:creationId xmlns:a16="http://schemas.microsoft.com/office/drawing/2014/main" id="{AEFA20B5-8D12-4E20-97C6-4AA83A9F4C00}"/>
              </a:ext>
            </a:extLst>
          </p:cNvPr>
          <p:cNvSpPr>
            <a:spLocks noEditPoints="1"/>
          </p:cNvSpPr>
          <p:nvPr/>
        </p:nvSpPr>
        <p:spPr bwMode="auto">
          <a:xfrm>
            <a:off x="9014505" y="3387497"/>
            <a:ext cx="357188" cy="409575"/>
          </a:xfrm>
          <a:custGeom>
            <a:avLst/>
            <a:gdLst>
              <a:gd name="T0" fmla="*/ 46 w 87"/>
              <a:gd name="T1" fmla="*/ 0 h 100"/>
              <a:gd name="T2" fmla="*/ 41 w 87"/>
              <a:gd name="T3" fmla="*/ 0 h 100"/>
              <a:gd name="T4" fmla="*/ 0 w 87"/>
              <a:gd name="T5" fmla="*/ 24 h 100"/>
              <a:gd name="T6" fmla="*/ 0 w 87"/>
              <a:gd name="T7" fmla="*/ 59 h 100"/>
              <a:gd name="T8" fmla="*/ 41 w 87"/>
              <a:gd name="T9" fmla="*/ 100 h 100"/>
              <a:gd name="T10" fmla="*/ 46 w 87"/>
              <a:gd name="T11" fmla="*/ 100 h 100"/>
              <a:gd name="T12" fmla="*/ 87 w 87"/>
              <a:gd name="T13" fmla="*/ 59 h 100"/>
              <a:gd name="T14" fmla="*/ 87 w 87"/>
              <a:gd name="T15" fmla="*/ 24 h 100"/>
              <a:gd name="T16" fmla="*/ 46 w 87"/>
              <a:gd name="T17" fmla="*/ 0 h 100"/>
              <a:gd name="T18" fmla="*/ 29 w 87"/>
              <a:gd name="T19" fmla="*/ 81 h 100"/>
              <a:gd name="T20" fmla="*/ 17 w 87"/>
              <a:gd name="T21" fmla="*/ 79 h 100"/>
              <a:gd name="T22" fmla="*/ 15 w 87"/>
              <a:gd name="T23" fmla="*/ 67 h 100"/>
              <a:gd name="T24" fmla="*/ 26 w 87"/>
              <a:gd name="T25" fmla="*/ 70 h 100"/>
              <a:gd name="T26" fmla="*/ 29 w 87"/>
              <a:gd name="T27" fmla="*/ 81 h 100"/>
              <a:gd name="T28" fmla="*/ 71 w 87"/>
              <a:gd name="T29" fmla="*/ 79 h 100"/>
              <a:gd name="T30" fmla="*/ 59 w 87"/>
              <a:gd name="T31" fmla="*/ 81 h 100"/>
              <a:gd name="T32" fmla="*/ 62 w 87"/>
              <a:gd name="T33" fmla="*/ 70 h 100"/>
              <a:gd name="T34" fmla="*/ 73 w 87"/>
              <a:gd name="T35" fmla="*/ 67 h 100"/>
              <a:gd name="T36" fmla="*/ 71 w 87"/>
              <a:gd name="T37" fmla="*/ 79 h 100"/>
              <a:gd name="T38" fmla="*/ 61 w 87"/>
              <a:gd name="T39" fmla="*/ 45 h 100"/>
              <a:gd name="T40" fmla="*/ 27 w 87"/>
              <a:gd name="T41" fmla="*/ 45 h 100"/>
              <a:gd name="T42" fmla="*/ 12 w 87"/>
              <a:gd name="T43" fmla="*/ 31 h 100"/>
              <a:gd name="T44" fmla="*/ 27 w 87"/>
              <a:gd name="T45" fmla="*/ 16 h 100"/>
              <a:gd name="T46" fmla="*/ 61 w 87"/>
              <a:gd name="T47" fmla="*/ 16 h 100"/>
              <a:gd name="T48" fmla="*/ 75 w 87"/>
              <a:gd name="T49" fmla="*/ 31 h 100"/>
              <a:gd name="T50" fmla="*/ 61 w 87"/>
              <a:gd name="T51" fmla="*/ 4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7" h="100">
                <a:moveTo>
                  <a:pt x="46" y="0"/>
                </a:moveTo>
                <a:cubicBezTo>
                  <a:pt x="41" y="0"/>
                  <a:pt x="41" y="0"/>
                  <a:pt x="41" y="0"/>
                </a:cubicBezTo>
                <a:cubicBezTo>
                  <a:pt x="19" y="0"/>
                  <a:pt x="0" y="1"/>
                  <a:pt x="0" y="24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82"/>
                  <a:pt x="19" y="100"/>
                  <a:pt x="41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68" y="100"/>
                  <a:pt x="87" y="82"/>
                  <a:pt x="87" y="59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1"/>
                  <a:pt x="68" y="0"/>
                  <a:pt x="46" y="0"/>
                </a:cubicBezTo>
                <a:moveTo>
                  <a:pt x="29" y="81"/>
                </a:moveTo>
                <a:cubicBezTo>
                  <a:pt x="26" y="84"/>
                  <a:pt x="21" y="82"/>
                  <a:pt x="17" y="79"/>
                </a:cubicBezTo>
                <a:cubicBezTo>
                  <a:pt x="14" y="75"/>
                  <a:pt x="13" y="70"/>
                  <a:pt x="15" y="67"/>
                </a:cubicBezTo>
                <a:cubicBezTo>
                  <a:pt x="18" y="65"/>
                  <a:pt x="23" y="66"/>
                  <a:pt x="26" y="70"/>
                </a:cubicBezTo>
                <a:cubicBezTo>
                  <a:pt x="30" y="74"/>
                  <a:pt x="31" y="79"/>
                  <a:pt x="29" y="81"/>
                </a:cubicBezTo>
                <a:moveTo>
                  <a:pt x="71" y="79"/>
                </a:moveTo>
                <a:cubicBezTo>
                  <a:pt x="67" y="82"/>
                  <a:pt x="62" y="84"/>
                  <a:pt x="59" y="81"/>
                </a:cubicBezTo>
                <a:cubicBezTo>
                  <a:pt x="57" y="79"/>
                  <a:pt x="58" y="74"/>
                  <a:pt x="62" y="70"/>
                </a:cubicBezTo>
                <a:cubicBezTo>
                  <a:pt x="66" y="66"/>
                  <a:pt x="71" y="65"/>
                  <a:pt x="73" y="67"/>
                </a:cubicBezTo>
                <a:cubicBezTo>
                  <a:pt x="75" y="70"/>
                  <a:pt x="74" y="75"/>
                  <a:pt x="71" y="79"/>
                </a:cubicBezTo>
                <a:moveTo>
                  <a:pt x="61" y="45"/>
                </a:moveTo>
                <a:cubicBezTo>
                  <a:pt x="27" y="45"/>
                  <a:pt x="27" y="45"/>
                  <a:pt x="27" y="45"/>
                </a:cubicBezTo>
                <a:cubicBezTo>
                  <a:pt x="19" y="45"/>
                  <a:pt x="12" y="39"/>
                  <a:pt x="12" y="31"/>
                </a:cubicBezTo>
                <a:cubicBezTo>
                  <a:pt x="12" y="23"/>
                  <a:pt x="19" y="16"/>
                  <a:pt x="27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9" y="16"/>
                  <a:pt x="75" y="23"/>
                  <a:pt x="75" y="31"/>
                </a:cubicBezTo>
                <a:cubicBezTo>
                  <a:pt x="75" y="39"/>
                  <a:pt x="69" y="45"/>
                  <a:pt x="61" y="4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6" name="Freeform 81">
            <a:extLst>
              <a:ext uri="{FF2B5EF4-FFF2-40B4-BE49-F238E27FC236}">
                <a16:creationId xmlns:a16="http://schemas.microsoft.com/office/drawing/2014/main" id="{1B714E40-D209-48BF-B15C-CC3D0C3E9772}"/>
              </a:ext>
            </a:extLst>
          </p:cNvPr>
          <p:cNvSpPr>
            <a:spLocks/>
          </p:cNvSpPr>
          <p:nvPr/>
        </p:nvSpPr>
        <p:spPr bwMode="auto">
          <a:xfrm>
            <a:off x="9035143" y="3608160"/>
            <a:ext cx="315913" cy="284163"/>
          </a:xfrm>
          <a:custGeom>
            <a:avLst/>
            <a:gdLst>
              <a:gd name="T0" fmla="*/ 186 w 199"/>
              <a:gd name="T1" fmla="*/ 179 h 179"/>
              <a:gd name="T2" fmla="*/ 179 w 199"/>
              <a:gd name="T3" fmla="*/ 13 h 179"/>
              <a:gd name="T4" fmla="*/ 24 w 199"/>
              <a:gd name="T5" fmla="*/ 13 h 179"/>
              <a:gd name="T6" fmla="*/ 16 w 199"/>
              <a:gd name="T7" fmla="*/ 179 h 179"/>
              <a:gd name="T8" fmla="*/ 0 w 199"/>
              <a:gd name="T9" fmla="*/ 179 h 179"/>
              <a:gd name="T10" fmla="*/ 8 w 199"/>
              <a:gd name="T11" fmla="*/ 0 h 179"/>
              <a:gd name="T12" fmla="*/ 191 w 199"/>
              <a:gd name="T13" fmla="*/ 0 h 179"/>
              <a:gd name="T14" fmla="*/ 199 w 199"/>
              <a:gd name="T15" fmla="*/ 179 h 179"/>
              <a:gd name="T16" fmla="*/ 186 w 199"/>
              <a:gd name="T17" fmla="*/ 179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9" h="179">
                <a:moveTo>
                  <a:pt x="186" y="179"/>
                </a:moveTo>
                <a:lnTo>
                  <a:pt x="179" y="13"/>
                </a:lnTo>
                <a:lnTo>
                  <a:pt x="24" y="13"/>
                </a:lnTo>
                <a:lnTo>
                  <a:pt x="16" y="179"/>
                </a:lnTo>
                <a:lnTo>
                  <a:pt x="0" y="179"/>
                </a:lnTo>
                <a:lnTo>
                  <a:pt x="8" y="0"/>
                </a:lnTo>
                <a:lnTo>
                  <a:pt x="191" y="0"/>
                </a:lnTo>
                <a:lnTo>
                  <a:pt x="199" y="179"/>
                </a:lnTo>
                <a:lnTo>
                  <a:pt x="186" y="1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7" name="Freeform 82">
            <a:extLst>
              <a:ext uri="{FF2B5EF4-FFF2-40B4-BE49-F238E27FC236}">
                <a16:creationId xmlns:a16="http://schemas.microsoft.com/office/drawing/2014/main" id="{D989EC17-0EAC-47E8-ADE6-FA11706A137A}"/>
              </a:ext>
            </a:extLst>
          </p:cNvPr>
          <p:cNvSpPr>
            <a:spLocks/>
          </p:cNvSpPr>
          <p:nvPr/>
        </p:nvSpPr>
        <p:spPr bwMode="auto">
          <a:xfrm>
            <a:off x="9035143" y="3608160"/>
            <a:ext cx="315913" cy="284163"/>
          </a:xfrm>
          <a:custGeom>
            <a:avLst/>
            <a:gdLst>
              <a:gd name="T0" fmla="*/ 186 w 199"/>
              <a:gd name="T1" fmla="*/ 179 h 179"/>
              <a:gd name="T2" fmla="*/ 179 w 199"/>
              <a:gd name="T3" fmla="*/ 13 h 179"/>
              <a:gd name="T4" fmla="*/ 24 w 199"/>
              <a:gd name="T5" fmla="*/ 13 h 179"/>
              <a:gd name="T6" fmla="*/ 16 w 199"/>
              <a:gd name="T7" fmla="*/ 179 h 179"/>
              <a:gd name="T8" fmla="*/ 0 w 199"/>
              <a:gd name="T9" fmla="*/ 179 h 179"/>
              <a:gd name="T10" fmla="*/ 8 w 199"/>
              <a:gd name="T11" fmla="*/ 0 h 179"/>
              <a:gd name="T12" fmla="*/ 191 w 199"/>
              <a:gd name="T13" fmla="*/ 0 h 179"/>
              <a:gd name="T14" fmla="*/ 199 w 199"/>
              <a:gd name="T15" fmla="*/ 179 h 179"/>
              <a:gd name="T16" fmla="*/ 186 w 199"/>
              <a:gd name="T17" fmla="*/ 179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9" h="179">
                <a:moveTo>
                  <a:pt x="186" y="179"/>
                </a:moveTo>
                <a:lnTo>
                  <a:pt x="179" y="13"/>
                </a:lnTo>
                <a:lnTo>
                  <a:pt x="24" y="13"/>
                </a:lnTo>
                <a:lnTo>
                  <a:pt x="16" y="179"/>
                </a:lnTo>
                <a:lnTo>
                  <a:pt x="0" y="179"/>
                </a:lnTo>
                <a:lnTo>
                  <a:pt x="8" y="0"/>
                </a:lnTo>
                <a:lnTo>
                  <a:pt x="191" y="0"/>
                </a:lnTo>
                <a:lnTo>
                  <a:pt x="199" y="179"/>
                </a:lnTo>
                <a:lnTo>
                  <a:pt x="186" y="179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8" name="Freeform 83">
            <a:extLst>
              <a:ext uri="{FF2B5EF4-FFF2-40B4-BE49-F238E27FC236}">
                <a16:creationId xmlns:a16="http://schemas.microsoft.com/office/drawing/2014/main" id="{2BDB33B6-1534-428F-B91B-E7A170F60122}"/>
              </a:ext>
            </a:extLst>
          </p:cNvPr>
          <p:cNvSpPr>
            <a:spLocks/>
          </p:cNvSpPr>
          <p:nvPr/>
        </p:nvSpPr>
        <p:spPr bwMode="auto">
          <a:xfrm>
            <a:off x="9063718" y="3755797"/>
            <a:ext cx="263525" cy="136525"/>
          </a:xfrm>
          <a:custGeom>
            <a:avLst/>
            <a:gdLst>
              <a:gd name="T0" fmla="*/ 62 w 64"/>
              <a:gd name="T1" fmla="*/ 0 h 33"/>
              <a:gd name="T2" fmla="*/ 61 w 64"/>
              <a:gd name="T3" fmla="*/ 0 h 33"/>
              <a:gd name="T4" fmla="*/ 34 w 64"/>
              <a:gd name="T5" fmla="*/ 10 h 33"/>
              <a:gd name="T6" fmla="*/ 29 w 64"/>
              <a:gd name="T7" fmla="*/ 10 h 33"/>
              <a:gd name="T8" fmla="*/ 2 w 64"/>
              <a:gd name="T9" fmla="*/ 0 h 33"/>
              <a:gd name="T10" fmla="*/ 0 w 64"/>
              <a:gd name="T11" fmla="*/ 33 h 33"/>
              <a:gd name="T12" fmla="*/ 64 w 64"/>
              <a:gd name="T13" fmla="*/ 33 h 33"/>
              <a:gd name="T14" fmla="*/ 62 w 64"/>
              <a:gd name="T15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4" h="33">
                <a:moveTo>
                  <a:pt x="62" y="0"/>
                </a:moveTo>
                <a:cubicBezTo>
                  <a:pt x="61" y="0"/>
                  <a:pt x="61" y="0"/>
                  <a:pt x="61" y="0"/>
                </a:cubicBezTo>
                <a:cubicBezTo>
                  <a:pt x="54" y="6"/>
                  <a:pt x="44" y="10"/>
                  <a:pt x="34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19" y="10"/>
                  <a:pt x="9" y="6"/>
                  <a:pt x="2" y="0"/>
                </a:cubicBezTo>
                <a:cubicBezTo>
                  <a:pt x="0" y="33"/>
                  <a:pt x="0" y="33"/>
                  <a:pt x="0" y="33"/>
                </a:cubicBezTo>
                <a:cubicBezTo>
                  <a:pt x="64" y="33"/>
                  <a:pt x="64" y="33"/>
                  <a:pt x="64" y="33"/>
                </a:cubicBezTo>
                <a:cubicBezTo>
                  <a:pt x="62" y="0"/>
                  <a:pt x="62" y="0"/>
                  <a:pt x="6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9" name="Freeform 84">
            <a:extLst>
              <a:ext uri="{FF2B5EF4-FFF2-40B4-BE49-F238E27FC236}">
                <a16:creationId xmlns:a16="http://schemas.microsoft.com/office/drawing/2014/main" id="{A28C3643-8B7B-4D5C-9D95-470D210D7201}"/>
              </a:ext>
            </a:extLst>
          </p:cNvPr>
          <p:cNvSpPr>
            <a:spLocks/>
          </p:cNvSpPr>
          <p:nvPr/>
        </p:nvSpPr>
        <p:spPr bwMode="auto">
          <a:xfrm>
            <a:off x="9073243" y="3755797"/>
            <a:ext cx="241300" cy="41275"/>
          </a:xfrm>
          <a:custGeom>
            <a:avLst/>
            <a:gdLst>
              <a:gd name="T0" fmla="*/ 59 w 59"/>
              <a:gd name="T1" fmla="*/ 0 h 10"/>
              <a:gd name="T2" fmla="*/ 0 w 59"/>
              <a:gd name="T3" fmla="*/ 0 h 10"/>
              <a:gd name="T4" fmla="*/ 0 w 59"/>
              <a:gd name="T5" fmla="*/ 0 h 10"/>
              <a:gd name="T6" fmla="*/ 27 w 59"/>
              <a:gd name="T7" fmla="*/ 10 h 10"/>
              <a:gd name="T8" fmla="*/ 32 w 59"/>
              <a:gd name="T9" fmla="*/ 10 h 10"/>
              <a:gd name="T10" fmla="*/ 59 w 59"/>
              <a:gd name="T11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">
                <a:moveTo>
                  <a:pt x="5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7" y="6"/>
                  <a:pt x="17" y="10"/>
                  <a:pt x="27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42" y="10"/>
                  <a:pt x="52" y="6"/>
                  <a:pt x="5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0" name="Freeform 85">
            <a:extLst>
              <a:ext uri="{FF2B5EF4-FFF2-40B4-BE49-F238E27FC236}">
                <a16:creationId xmlns:a16="http://schemas.microsoft.com/office/drawing/2014/main" id="{04695894-1084-4A01-9CAD-B2934603D29A}"/>
              </a:ext>
            </a:extLst>
          </p:cNvPr>
          <p:cNvSpPr>
            <a:spLocks/>
          </p:cNvSpPr>
          <p:nvPr/>
        </p:nvSpPr>
        <p:spPr bwMode="auto">
          <a:xfrm>
            <a:off x="9859055" y="3703410"/>
            <a:ext cx="282575" cy="204788"/>
          </a:xfrm>
          <a:custGeom>
            <a:avLst/>
            <a:gdLst>
              <a:gd name="T0" fmla="*/ 163 w 178"/>
              <a:gd name="T1" fmla="*/ 129 h 129"/>
              <a:gd name="T2" fmla="*/ 158 w 178"/>
              <a:gd name="T3" fmla="*/ 15 h 129"/>
              <a:gd name="T4" fmla="*/ 21 w 178"/>
              <a:gd name="T5" fmla="*/ 15 h 129"/>
              <a:gd name="T6" fmla="*/ 16 w 178"/>
              <a:gd name="T7" fmla="*/ 129 h 129"/>
              <a:gd name="T8" fmla="*/ 0 w 178"/>
              <a:gd name="T9" fmla="*/ 126 h 129"/>
              <a:gd name="T10" fmla="*/ 8 w 178"/>
              <a:gd name="T11" fmla="*/ 0 h 129"/>
              <a:gd name="T12" fmla="*/ 171 w 178"/>
              <a:gd name="T13" fmla="*/ 0 h 129"/>
              <a:gd name="T14" fmla="*/ 178 w 178"/>
              <a:gd name="T15" fmla="*/ 126 h 129"/>
              <a:gd name="T16" fmla="*/ 163 w 178"/>
              <a:gd name="T17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8" h="129">
                <a:moveTo>
                  <a:pt x="163" y="129"/>
                </a:moveTo>
                <a:lnTo>
                  <a:pt x="158" y="15"/>
                </a:lnTo>
                <a:lnTo>
                  <a:pt x="21" y="15"/>
                </a:lnTo>
                <a:lnTo>
                  <a:pt x="16" y="129"/>
                </a:lnTo>
                <a:lnTo>
                  <a:pt x="0" y="126"/>
                </a:lnTo>
                <a:lnTo>
                  <a:pt x="8" y="0"/>
                </a:lnTo>
                <a:lnTo>
                  <a:pt x="171" y="0"/>
                </a:lnTo>
                <a:lnTo>
                  <a:pt x="178" y="126"/>
                </a:lnTo>
                <a:lnTo>
                  <a:pt x="163" y="1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1" name="Freeform 86">
            <a:extLst>
              <a:ext uri="{FF2B5EF4-FFF2-40B4-BE49-F238E27FC236}">
                <a16:creationId xmlns:a16="http://schemas.microsoft.com/office/drawing/2014/main" id="{1D724F8F-D379-4738-AD53-E9666AF491A5}"/>
              </a:ext>
            </a:extLst>
          </p:cNvPr>
          <p:cNvSpPr>
            <a:spLocks/>
          </p:cNvSpPr>
          <p:nvPr/>
        </p:nvSpPr>
        <p:spPr bwMode="auto">
          <a:xfrm>
            <a:off x="9859055" y="3703410"/>
            <a:ext cx="282575" cy="204788"/>
          </a:xfrm>
          <a:custGeom>
            <a:avLst/>
            <a:gdLst>
              <a:gd name="T0" fmla="*/ 163 w 178"/>
              <a:gd name="T1" fmla="*/ 129 h 129"/>
              <a:gd name="T2" fmla="*/ 158 w 178"/>
              <a:gd name="T3" fmla="*/ 15 h 129"/>
              <a:gd name="T4" fmla="*/ 21 w 178"/>
              <a:gd name="T5" fmla="*/ 15 h 129"/>
              <a:gd name="T6" fmla="*/ 16 w 178"/>
              <a:gd name="T7" fmla="*/ 129 h 129"/>
              <a:gd name="T8" fmla="*/ 0 w 178"/>
              <a:gd name="T9" fmla="*/ 126 h 129"/>
              <a:gd name="T10" fmla="*/ 8 w 178"/>
              <a:gd name="T11" fmla="*/ 0 h 129"/>
              <a:gd name="T12" fmla="*/ 171 w 178"/>
              <a:gd name="T13" fmla="*/ 0 h 129"/>
              <a:gd name="T14" fmla="*/ 178 w 178"/>
              <a:gd name="T15" fmla="*/ 126 h 129"/>
              <a:gd name="T16" fmla="*/ 163 w 178"/>
              <a:gd name="T17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8" h="129">
                <a:moveTo>
                  <a:pt x="163" y="129"/>
                </a:moveTo>
                <a:lnTo>
                  <a:pt x="158" y="15"/>
                </a:lnTo>
                <a:lnTo>
                  <a:pt x="21" y="15"/>
                </a:lnTo>
                <a:lnTo>
                  <a:pt x="16" y="129"/>
                </a:lnTo>
                <a:lnTo>
                  <a:pt x="0" y="126"/>
                </a:lnTo>
                <a:lnTo>
                  <a:pt x="8" y="0"/>
                </a:lnTo>
                <a:lnTo>
                  <a:pt x="171" y="0"/>
                </a:lnTo>
                <a:lnTo>
                  <a:pt x="178" y="126"/>
                </a:lnTo>
                <a:lnTo>
                  <a:pt x="163" y="129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2" name="Freeform 87">
            <a:extLst>
              <a:ext uri="{FF2B5EF4-FFF2-40B4-BE49-F238E27FC236}">
                <a16:creationId xmlns:a16="http://schemas.microsoft.com/office/drawing/2014/main" id="{F6A77783-06D0-447D-8EA0-D4B46CDD3AA8}"/>
              </a:ext>
            </a:extLst>
          </p:cNvPr>
          <p:cNvSpPr>
            <a:spLocks/>
          </p:cNvSpPr>
          <p:nvPr/>
        </p:nvSpPr>
        <p:spPr bwMode="auto">
          <a:xfrm>
            <a:off x="9884455" y="3797072"/>
            <a:ext cx="233363" cy="111125"/>
          </a:xfrm>
          <a:custGeom>
            <a:avLst/>
            <a:gdLst>
              <a:gd name="T0" fmla="*/ 144 w 147"/>
              <a:gd name="T1" fmla="*/ 0 h 70"/>
              <a:gd name="T2" fmla="*/ 5 w 147"/>
              <a:gd name="T3" fmla="*/ 0 h 70"/>
              <a:gd name="T4" fmla="*/ 0 w 147"/>
              <a:gd name="T5" fmla="*/ 70 h 70"/>
              <a:gd name="T6" fmla="*/ 147 w 147"/>
              <a:gd name="T7" fmla="*/ 70 h 70"/>
              <a:gd name="T8" fmla="*/ 144 w 147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7" h="70">
                <a:moveTo>
                  <a:pt x="144" y="0"/>
                </a:moveTo>
                <a:lnTo>
                  <a:pt x="5" y="0"/>
                </a:lnTo>
                <a:lnTo>
                  <a:pt x="0" y="70"/>
                </a:lnTo>
                <a:lnTo>
                  <a:pt x="147" y="70"/>
                </a:lnTo>
                <a:lnTo>
                  <a:pt x="14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3" name="Freeform 88">
            <a:extLst>
              <a:ext uri="{FF2B5EF4-FFF2-40B4-BE49-F238E27FC236}">
                <a16:creationId xmlns:a16="http://schemas.microsoft.com/office/drawing/2014/main" id="{031FCA70-7F4B-4E16-ADFC-B09247BB1C93}"/>
              </a:ext>
            </a:extLst>
          </p:cNvPr>
          <p:cNvSpPr>
            <a:spLocks/>
          </p:cNvSpPr>
          <p:nvPr/>
        </p:nvSpPr>
        <p:spPr bwMode="auto">
          <a:xfrm>
            <a:off x="9884455" y="3797072"/>
            <a:ext cx="233363" cy="111125"/>
          </a:xfrm>
          <a:custGeom>
            <a:avLst/>
            <a:gdLst>
              <a:gd name="T0" fmla="*/ 144 w 147"/>
              <a:gd name="T1" fmla="*/ 0 h 70"/>
              <a:gd name="T2" fmla="*/ 5 w 147"/>
              <a:gd name="T3" fmla="*/ 0 h 70"/>
              <a:gd name="T4" fmla="*/ 0 w 147"/>
              <a:gd name="T5" fmla="*/ 70 h 70"/>
              <a:gd name="T6" fmla="*/ 147 w 147"/>
              <a:gd name="T7" fmla="*/ 70 h 70"/>
              <a:gd name="T8" fmla="*/ 144 w 147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7" h="70">
                <a:moveTo>
                  <a:pt x="144" y="0"/>
                </a:moveTo>
                <a:lnTo>
                  <a:pt x="5" y="0"/>
                </a:lnTo>
                <a:lnTo>
                  <a:pt x="0" y="70"/>
                </a:lnTo>
                <a:lnTo>
                  <a:pt x="147" y="70"/>
                </a:lnTo>
                <a:lnTo>
                  <a:pt x="14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4" name="Rectangle 89">
            <a:extLst>
              <a:ext uri="{FF2B5EF4-FFF2-40B4-BE49-F238E27FC236}">
                <a16:creationId xmlns:a16="http://schemas.microsoft.com/office/drawing/2014/main" id="{CCF16900-D4B8-4900-9F8B-F642353B2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6993" y="3789135"/>
            <a:ext cx="2635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5" name="Freeform 90">
            <a:extLst>
              <a:ext uri="{FF2B5EF4-FFF2-40B4-BE49-F238E27FC236}">
                <a16:creationId xmlns:a16="http://schemas.microsoft.com/office/drawing/2014/main" id="{4DBEAA77-26AF-43E8-A241-A008EE70855F}"/>
              </a:ext>
            </a:extLst>
          </p:cNvPr>
          <p:cNvSpPr>
            <a:spLocks noEditPoints="1"/>
          </p:cNvSpPr>
          <p:nvPr/>
        </p:nvSpPr>
        <p:spPr bwMode="auto">
          <a:xfrm>
            <a:off x="9843180" y="3427185"/>
            <a:ext cx="315913" cy="395288"/>
          </a:xfrm>
          <a:custGeom>
            <a:avLst/>
            <a:gdLst>
              <a:gd name="T0" fmla="*/ 41 w 77"/>
              <a:gd name="T1" fmla="*/ 0 h 96"/>
              <a:gd name="T2" fmla="*/ 37 w 77"/>
              <a:gd name="T3" fmla="*/ 0 h 96"/>
              <a:gd name="T4" fmla="*/ 0 w 77"/>
              <a:gd name="T5" fmla="*/ 21 h 96"/>
              <a:gd name="T6" fmla="*/ 0 w 77"/>
              <a:gd name="T7" fmla="*/ 52 h 96"/>
              <a:gd name="T8" fmla="*/ 27 w 77"/>
              <a:gd name="T9" fmla="*/ 89 h 96"/>
              <a:gd name="T10" fmla="*/ 47 w 77"/>
              <a:gd name="T11" fmla="*/ 89 h 96"/>
              <a:gd name="T12" fmla="*/ 77 w 77"/>
              <a:gd name="T13" fmla="*/ 52 h 96"/>
              <a:gd name="T14" fmla="*/ 77 w 77"/>
              <a:gd name="T15" fmla="*/ 21 h 96"/>
              <a:gd name="T16" fmla="*/ 41 w 77"/>
              <a:gd name="T17" fmla="*/ 0 h 96"/>
              <a:gd name="T18" fmla="*/ 26 w 77"/>
              <a:gd name="T19" fmla="*/ 67 h 96"/>
              <a:gd name="T20" fmla="*/ 10 w 77"/>
              <a:gd name="T21" fmla="*/ 67 h 96"/>
              <a:gd name="T22" fmla="*/ 10 w 77"/>
              <a:gd name="T23" fmla="*/ 60 h 96"/>
              <a:gd name="T24" fmla="*/ 26 w 77"/>
              <a:gd name="T25" fmla="*/ 60 h 96"/>
              <a:gd name="T26" fmla="*/ 26 w 77"/>
              <a:gd name="T27" fmla="*/ 67 h 96"/>
              <a:gd name="T28" fmla="*/ 67 w 77"/>
              <a:gd name="T29" fmla="*/ 67 h 96"/>
              <a:gd name="T30" fmla="*/ 51 w 77"/>
              <a:gd name="T31" fmla="*/ 67 h 96"/>
              <a:gd name="T32" fmla="*/ 51 w 77"/>
              <a:gd name="T33" fmla="*/ 60 h 96"/>
              <a:gd name="T34" fmla="*/ 67 w 77"/>
              <a:gd name="T35" fmla="*/ 60 h 96"/>
              <a:gd name="T36" fmla="*/ 67 w 77"/>
              <a:gd name="T37" fmla="*/ 67 h 96"/>
              <a:gd name="T38" fmla="*/ 67 w 77"/>
              <a:gd name="T39" fmla="*/ 49 h 96"/>
              <a:gd name="T40" fmla="*/ 9 w 77"/>
              <a:gd name="T41" fmla="*/ 49 h 96"/>
              <a:gd name="T42" fmla="*/ 9 w 77"/>
              <a:gd name="T43" fmla="*/ 16 h 96"/>
              <a:gd name="T44" fmla="*/ 67 w 77"/>
              <a:gd name="T45" fmla="*/ 16 h 96"/>
              <a:gd name="T46" fmla="*/ 67 w 77"/>
              <a:gd name="T47" fmla="*/ 4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" h="96">
                <a:moveTo>
                  <a:pt x="41" y="0"/>
                </a:moveTo>
                <a:cubicBezTo>
                  <a:pt x="37" y="0"/>
                  <a:pt x="37" y="0"/>
                  <a:pt x="37" y="0"/>
                </a:cubicBezTo>
                <a:cubicBezTo>
                  <a:pt x="17" y="0"/>
                  <a:pt x="0" y="1"/>
                  <a:pt x="0" y="21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96"/>
                  <a:pt x="8" y="89"/>
                  <a:pt x="2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66" y="89"/>
                  <a:pt x="77" y="96"/>
                  <a:pt x="77" y="52"/>
                </a:cubicBezTo>
                <a:cubicBezTo>
                  <a:pt x="77" y="21"/>
                  <a:pt x="77" y="21"/>
                  <a:pt x="77" y="21"/>
                </a:cubicBezTo>
                <a:cubicBezTo>
                  <a:pt x="77" y="1"/>
                  <a:pt x="60" y="0"/>
                  <a:pt x="41" y="0"/>
                </a:cubicBezTo>
                <a:close/>
                <a:moveTo>
                  <a:pt x="26" y="67"/>
                </a:moveTo>
                <a:cubicBezTo>
                  <a:pt x="10" y="67"/>
                  <a:pt x="10" y="67"/>
                  <a:pt x="10" y="67"/>
                </a:cubicBezTo>
                <a:cubicBezTo>
                  <a:pt x="10" y="60"/>
                  <a:pt x="10" y="60"/>
                  <a:pt x="10" y="60"/>
                </a:cubicBezTo>
                <a:cubicBezTo>
                  <a:pt x="26" y="60"/>
                  <a:pt x="26" y="60"/>
                  <a:pt x="26" y="60"/>
                </a:cubicBezTo>
                <a:lnTo>
                  <a:pt x="26" y="67"/>
                </a:lnTo>
                <a:close/>
                <a:moveTo>
                  <a:pt x="67" y="67"/>
                </a:moveTo>
                <a:cubicBezTo>
                  <a:pt x="51" y="67"/>
                  <a:pt x="51" y="67"/>
                  <a:pt x="51" y="67"/>
                </a:cubicBezTo>
                <a:cubicBezTo>
                  <a:pt x="51" y="60"/>
                  <a:pt x="51" y="60"/>
                  <a:pt x="51" y="60"/>
                </a:cubicBezTo>
                <a:cubicBezTo>
                  <a:pt x="67" y="60"/>
                  <a:pt x="67" y="60"/>
                  <a:pt x="67" y="60"/>
                </a:cubicBezTo>
                <a:lnTo>
                  <a:pt x="67" y="67"/>
                </a:lnTo>
                <a:close/>
                <a:moveTo>
                  <a:pt x="67" y="49"/>
                </a:moveTo>
                <a:cubicBezTo>
                  <a:pt x="9" y="49"/>
                  <a:pt x="9" y="49"/>
                  <a:pt x="9" y="49"/>
                </a:cubicBezTo>
                <a:cubicBezTo>
                  <a:pt x="9" y="16"/>
                  <a:pt x="9" y="16"/>
                  <a:pt x="9" y="16"/>
                </a:cubicBezTo>
                <a:cubicBezTo>
                  <a:pt x="67" y="16"/>
                  <a:pt x="67" y="16"/>
                  <a:pt x="67" y="16"/>
                </a:cubicBezTo>
                <a:lnTo>
                  <a:pt x="67" y="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6" name="Rectangle 91">
            <a:extLst>
              <a:ext uri="{FF2B5EF4-FFF2-40B4-BE49-F238E27FC236}">
                <a16:creationId xmlns:a16="http://schemas.microsoft.com/office/drawing/2014/main" id="{890694E8-96C6-4919-8B13-BBAB28450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57480" y="3398610"/>
            <a:ext cx="857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7" name="Rectangle 92">
            <a:extLst>
              <a:ext uri="{FF2B5EF4-FFF2-40B4-BE49-F238E27FC236}">
                <a16:creationId xmlns:a16="http://schemas.microsoft.com/office/drawing/2014/main" id="{ABDB0CF3-31AA-410E-90E1-28DB7081E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4943" y="3325585"/>
            <a:ext cx="3175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8" name="Rectangle 93">
            <a:extLst>
              <a:ext uri="{FF2B5EF4-FFF2-40B4-BE49-F238E27FC236}">
                <a16:creationId xmlns:a16="http://schemas.microsoft.com/office/drawing/2014/main" id="{2C3C43A4-B4FD-47E6-B8AC-913A508FE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330" y="3325585"/>
            <a:ext cx="476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9" name="Rectangle 94">
            <a:extLst>
              <a:ext uri="{FF2B5EF4-FFF2-40B4-BE49-F238E27FC236}">
                <a16:creationId xmlns:a16="http://schemas.microsoft.com/office/drawing/2014/main" id="{EB1D4F9D-C436-44BD-9288-E6D0CBD73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41605" y="3320822"/>
            <a:ext cx="119063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0" name="Freeform 95">
            <a:extLst>
              <a:ext uri="{FF2B5EF4-FFF2-40B4-BE49-F238E27FC236}">
                <a16:creationId xmlns:a16="http://schemas.microsoft.com/office/drawing/2014/main" id="{820EE4F9-86B5-4E5C-8071-DC4BA3BAE06E}"/>
              </a:ext>
            </a:extLst>
          </p:cNvPr>
          <p:cNvSpPr>
            <a:spLocks noEditPoints="1"/>
          </p:cNvSpPr>
          <p:nvPr/>
        </p:nvSpPr>
        <p:spPr bwMode="auto">
          <a:xfrm>
            <a:off x="4471080" y="3604985"/>
            <a:ext cx="187325" cy="188913"/>
          </a:xfrm>
          <a:custGeom>
            <a:avLst/>
            <a:gdLst>
              <a:gd name="T0" fmla="*/ 23 w 46"/>
              <a:gd name="T1" fmla="*/ 46 h 46"/>
              <a:gd name="T2" fmla="*/ 0 w 46"/>
              <a:gd name="T3" fmla="*/ 23 h 46"/>
              <a:gd name="T4" fmla="*/ 23 w 46"/>
              <a:gd name="T5" fmla="*/ 0 h 46"/>
              <a:gd name="T6" fmla="*/ 46 w 46"/>
              <a:gd name="T7" fmla="*/ 23 h 46"/>
              <a:gd name="T8" fmla="*/ 23 w 46"/>
              <a:gd name="T9" fmla="*/ 46 h 46"/>
              <a:gd name="T10" fmla="*/ 23 w 46"/>
              <a:gd name="T11" fmla="*/ 5 h 46"/>
              <a:gd name="T12" fmla="*/ 5 w 46"/>
              <a:gd name="T13" fmla="*/ 23 h 46"/>
              <a:gd name="T14" fmla="*/ 23 w 46"/>
              <a:gd name="T15" fmla="*/ 41 h 46"/>
              <a:gd name="T16" fmla="*/ 40 w 46"/>
              <a:gd name="T17" fmla="*/ 23 h 46"/>
              <a:gd name="T18" fmla="*/ 23 w 46"/>
              <a:gd name="T19" fmla="*/ 5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46">
                <a:moveTo>
                  <a:pt x="23" y="46"/>
                </a:move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6" y="10"/>
                  <a:pt x="46" y="23"/>
                </a:cubicBezTo>
                <a:cubicBezTo>
                  <a:pt x="46" y="35"/>
                  <a:pt x="35" y="46"/>
                  <a:pt x="23" y="46"/>
                </a:cubicBezTo>
                <a:close/>
                <a:moveTo>
                  <a:pt x="23" y="5"/>
                </a:moveTo>
                <a:cubicBezTo>
                  <a:pt x="13" y="5"/>
                  <a:pt x="5" y="13"/>
                  <a:pt x="5" y="23"/>
                </a:cubicBezTo>
                <a:cubicBezTo>
                  <a:pt x="5" y="33"/>
                  <a:pt x="13" y="41"/>
                  <a:pt x="23" y="41"/>
                </a:cubicBezTo>
                <a:cubicBezTo>
                  <a:pt x="33" y="41"/>
                  <a:pt x="40" y="33"/>
                  <a:pt x="40" y="23"/>
                </a:cubicBezTo>
                <a:cubicBezTo>
                  <a:pt x="40" y="13"/>
                  <a:pt x="33" y="5"/>
                  <a:pt x="23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1" name="Freeform 96">
            <a:extLst>
              <a:ext uri="{FF2B5EF4-FFF2-40B4-BE49-F238E27FC236}">
                <a16:creationId xmlns:a16="http://schemas.microsoft.com/office/drawing/2014/main" id="{9BF1581D-4D68-457C-9E74-211B234D4828}"/>
              </a:ext>
            </a:extLst>
          </p:cNvPr>
          <p:cNvSpPr>
            <a:spLocks noEditPoints="1"/>
          </p:cNvSpPr>
          <p:nvPr/>
        </p:nvSpPr>
        <p:spPr bwMode="auto">
          <a:xfrm>
            <a:off x="4785405" y="3604985"/>
            <a:ext cx="188913" cy="188913"/>
          </a:xfrm>
          <a:custGeom>
            <a:avLst/>
            <a:gdLst>
              <a:gd name="T0" fmla="*/ 23 w 46"/>
              <a:gd name="T1" fmla="*/ 46 h 46"/>
              <a:gd name="T2" fmla="*/ 0 w 46"/>
              <a:gd name="T3" fmla="*/ 23 h 46"/>
              <a:gd name="T4" fmla="*/ 23 w 46"/>
              <a:gd name="T5" fmla="*/ 0 h 46"/>
              <a:gd name="T6" fmla="*/ 46 w 46"/>
              <a:gd name="T7" fmla="*/ 23 h 46"/>
              <a:gd name="T8" fmla="*/ 23 w 46"/>
              <a:gd name="T9" fmla="*/ 46 h 46"/>
              <a:gd name="T10" fmla="*/ 23 w 46"/>
              <a:gd name="T11" fmla="*/ 5 h 46"/>
              <a:gd name="T12" fmla="*/ 5 w 46"/>
              <a:gd name="T13" fmla="*/ 23 h 46"/>
              <a:gd name="T14" fmla="*/ 23 w 46"/>
              <a:gd name="T15" fmla="*/ 41 h 46"/>
              <a:gd name="T16" fmla="*/ 41 w 46"/>
              <a:gd name="T17" fmla="*/ 23 h 46"/>
              <a:gd name="T18" fmla="*/ 23 w 46"/>
              <a:gd name="T19" fmla="*/ 5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46">
                <a:moveTo>
                  <a:pt x="23" y="46"/>
                </a:move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6" y="0"/>
                  <a:pt x="46" y="10"/>
                  <a:pt x="46" y="23"/>
                </a:cubicBezTo>
                <a:cubicBezTo>
                  <a:pt x="46" y="35"/>
                  <a:pt x="36" y="46"/>
                  <a:pt x="23" y="46"/>
                </a:cubicBezTo>
                <a:close/>
                <a:moveTo>
                  <a:pt x="23" y="5"/>
                </a:moveTo>
                <a:cubicBezTo>
                  <a:pt x="13" y="5"/>
                  <a:pt x="5" y="13"/>
                  <a:pt x="5" y="23"/>
                </a:cubicBezTo>
                <a:cubicBezTo>
                  <a:pt x="5" y="33"/>
                  <a:pt x="13" y="41"/>
                  <a:pt x="23" y="41"/>
                </a:cubicBezTo>
                <a:cubicBezTo>
                  <a:pt x="33" y="41"/>
                  <a:pt x="41" y="33"/>
                  <a:pt x="41" y="23"/>
                </a:cubicBezTo>
                <a:cubicBezTo>
                  <a:pt x="41" y="13"/>
                  <a:pt x="33" y="5"/>
                  <a:pt x="23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2" name="Oval 97">
            <a:extLst>
              <a:ext uri="{FF2B5EF4-FFF2-40B4-BE49-F238E27FC236}">
                <a16:creationId xmlns:a16="http://schemas.microsoft.com/office/drawing/2014/main" id="{D29ECD71-01DB-48CE-B601-824E3CE95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6505" y="3685947"/>
            <a:ext cx="65088" cy="666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3" name="Freeform 98">
            <a:extLst>
              <a:ext uri="{FF2B5EF4-FFF2-40B4-BE49-F238E27FC236}">
                <a16:creationId xmlns:a16="http://schemas.microsoft.com/office/drawing/2014/main" id="{A001263A-D0BC-47AE-84BE-10B2BABA0B50}"/>
              </a:ext>
            </a:extLst>
          </p:cNvPr>
          <p:cNvSpPr>
            <a:spLocks noEditPoints="1"/>
          </p:cNvSpPr>
          <p:nvPr/>
        </p:nvSpPr>
        <p:spPr bwMode="auto">
          <a:xfrm>
            <a:off x="4686980" y="3678010"/>
            <a:ext cx="82550" cy="82550"/>
          </a:xfrm>
          <a:custGeom>
            <a:avLst/>
            <a:gdLst>
              <a:gd name="T0" fmla="*/ 10 w 20"/>
              <a:gd name="T1" fmla="*/ 20 h 20"/>
              <a:gd name="T2" fmla="*/ 0 w 20"/>
              <a:gd name="T3" fmla="*/ 10 h 20"/>
              <a:gd name="T4" fmla="*/ 10 w 20"/>
              <a:gd name="T5" fmla="*/ 0 h 20"/>
              <a:gd name="T6" fmla="*/ 20 w 20"/>
              <a:gd name="T7" fmla="*/ 10 h 20"/>
              <a:gd name="T8" fmla="*/ 10 w 20"/>
              <a:gd name="T9" fmla="*/ 20 h 20"/>
              <a:gd name="T10" fmla="*/ 10 w 20"/>
              <a:gd name="T11" fmla="*/ 5 h 20"/>
              <a:gd name="T12" fmla="*/ 5 w 20"/>
              <a:gd name="T13" fmla="*/ 10 h 20"/>
              <a:gd name="T14" fmla="*/ 10 w 20"/>
              <a:gd name="T15" fmla="*/ 15 h 20"/>
              <a:gd name="T16" fmla="*/ 15 w 20"/>
              <a:gd name="T17" fmla="*/ 10 h 20"/>
              <a:gd name="T18" fmla="*/ 10 w 20"/>
              <a:gd name="T19" fmla="*/ 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" h="20">
                <a:moveTo>
                  <a:pt x="10" y="20"/>
                </a:moveTo>
                <a:cubicBezTo>
                  <a:pt x="4" y="20"/>
                  <a:pt x="0" y="16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16" y="0"/>
                  <a:pt x="20" y="5"/>
                  <a:pt x="20" y="10"/>
                </a:cubicBezTo>
                <a:cubicBezTo>
                  <a:pt x="20" y="16"/>
                  <a:pt x="16" y="20"/>
                  <a:pt x="10" y="20"/>
                </a:cubicBezTo>
                <a:close/>
                <a:moveTo>
                  <a:pt x="10" y="5"/>
                </a:moveTo>
                <a:cubicBezTo>
                  <a:pt x="7" y="5"/>
                  <a:pt x="5" y="7"/>
                  <a:pt x="5" y="10"/>
                </a:cubicBezTo>
                <a:cubicBezTo>
                  <a:pt x="5" y="13"/>
                  <a:pt x="7" y="15"/>
                  <a:pt x="10" y="15"/>
                </a:cubicBezTo>
                <a:cubicBezTo>
                  <a:pt x="13" y="15"/>
                  <a:pt x="15" y="13"/>
                  <a:pt x="15" y="10"/>
                </a:cubicBezTo>
                <a:cubicBezTo>
                  <a:pt x="15" y="7"/>
                  <a:pt x="13" y="5"/>
                  <a:pt x="10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4" name="Freeform 99">
            <a:extLst>
              <a:ext uri="{FF2B5EF4-FFF2-40B4-BE49-F238E27FC236}">
                <a16:creationId xmlns:a16="http://schemas.microsoft.com/office/drawing/2014/main" id="{2513A767-D99C-44CC-9F53-6187DD46C62C}"/>
              </a:ext>
            </a:extLst>
          </p:cNvPr>
          <p:cNvSpPr>
            <a:spLocks noEditPoints="1"/>
          </p:cNvSpPr>
          <p:nvPr/>
        </p:nvSpPr>
        <p:spPr bwMode="auto">
          <a:xfrm>
            <a:off x="4598080" y="3563710"/>
            <a:ext cx="236538" cy="176213"/>
          </a:xfrm>
          <a:custGeom>
            <a:avLst/>
            <a:gdLst>
              <a:gd name="T0" fmla="*/ 82 w 149"/>
              <a:gd name="T1" fmla="*/ 111 h 111"/>
              <a:gd name="T2" fmla="*/ 0 w 149"/>
              <a:gd name="T3" fmla="*/ 0 h 111"/>
              <a:gd name="T4" fmla="*/ 149 w 149"/>
              <a:gd name="T5" fmla="*/ 0 h 111"/>
              <a:gd name="T6" fmla="*/ 82 w 149"/>
              <a:gd name="T7" fmla="*/ 111 h 111"/>
              <a:gd name="T8" fmla="*/ 28 w 149"/>
              <a:gd name="T9" fmla="*/ 13 h 111"/>
              <a:gd name="T10" fmla="*/ 82 w 149"/>
              <a:gd name="T11" fmla="*/ 88 h 111"/>
              <a:gd name="T12" fmla="*/ 126 w 149"/>
              <a:gd name="T13" fmla="*/ 13 h 111"/>
              <a:gd name="T14" fmla="*/ 28 w 149"/>
              <a:gd name="T15" fmla="*/ 1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9" h="111">
                <a:moveTo>
                  <a:pt x="82" y="111"/>
                </a:moveTo>
                <a:lnTo>
                  <a:pt x="0" y="0"/>
                </a:lnTo>
                <a:lnTo>
                  <a:pt x="149" y="0"/>
                </a:lnTo>
                <a:lnTo>
                  <a:pt x="82" y="111"/>
                </a:lnTo>
                <a:close/>
                <a:moveTo>
                  <a:pt x="28" y="13"/>
                </a:moveTo>
                <a:lnTo>
                  <a:pt x="82" y="88"/>
                </a:lnTo>
                <a:lnTo>
                  <a:pt x="126" y="13"/>
                </a:lnTo>
                <a:lnTo>
                  <a:pt x="28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5" name="Freeform 100">
            <a:extLst>
              <a:ext uri="{FF2B5EF4-FFF2-40B4-BE49-F238E27FC236}">
                <a16:creationId xmlns:a16="http://schemas.microsoft.com/office/drawing/2014/main" id="{338E99A1-3967-4680-A240-F5ABCB04BD05}"/>
              </a:ext>
            </a:extLst>
          </p:cNvPr>
          <p:cNvSpPr>
            <a:spLocks/>
          </p:cNvSpPr>
          <p:nvPr/>
        </p:nvSpPr>
        <p:spPr bwMode="auto">
          <a:xfrm>
            <a:off x="4777468" y="3476397"/>
            <a:ext cx="115888" cy="227013"/>
          </a:xfrm>
          <a:custGeom>
            <a:avLst/>
            <a:gdLst>
              <a:gd name="T0" fmla="*/ 60 w 73"/>
              <a:gd name="T1" fmla="*/ 143 h 143"/>
              <a:gd name="T2" fmla="*/ 18 w 73"/>
              <a:gd name="T3" fmla="*/ 31 h 143"/>
              <a:gd name="T4" fmla="*/ 18 w 73"/>
              <a:gd name="T5" fmla="*/ 13 h 143"/>
              <a:gd name="T6" fmla="*/ 0 w 73"/>
              <a:gd name="T7" fmla="*/ 13 h 143"/>
              <a:gd name="T8" fmla="*/ 0 w 73"/>
              <a:gd name="T9" fmla="*/ 0 h 143"/>
              <a:gd name="T10" fmla="*/ 31 w 73"/>
              <a:gd name="T11" fmla="*/ 0 h 143"/>
              <a:gd name="T12" fmla="*/ 31 w 73"/>
              <a:gd name="T13" fmla="*/ 31 h 143"/>
              <a:gd name="T14" fmla="*/ 73 w 73"/>
              <a:gd name="T15" fmla="*/ 137 h 143"/>
              <a:gd name="T16" fmla="*/ 60 w 73"/>
              <a:gd name="T17" fmla="*/ 14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3" h="143">
                <a:moveTo>
                  <a:pt x="60" y="143"/>
                </a:moveTo>
                <a:lnTo>
                  <a:pt x="18" y="31"/>
                </a:lnTo>
                <a:lnTo>
                  <a:pt x="18" y="13"/>
                </a:lnTo>
                <a:lnTo>
                  <a:pt x="0" y="13"/>
                </a:lnTo>
                <a:lnTo>
                  <a:pt x="0" y="0"/>
                </a:lnTo>
                <a:lnTo>
                  <a:pt x="31" y="0"/>
                </a:lnTo>
                <a:lnTo>
                  <a:pt x="31" y="31"/>
                </a:lnTo>
                <a:lnTo>
                  <a:pt x="73" y="137"/>
                </a:lnTo>
                <a:lnTo>
                  <a:pt x="60" y="1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6" name="Freeform 101">
            <a:extLst>
              <a:ext uri="{FF2B5EF4-FFF2-40B4-BE49-F238E27FC236}">
                <a16:creationId xmlns:a16="http://schemas.microsoft.com/office/drawing/2014/main" id="{513FADE8-E043-466B-B1F2-7DC698E85A38}"/>
              </a:ext>
            </a:extLst>
          </p:cNvPr>
          <p:cNvSpPr>
            <a:spLocks/>
          </p:cNvSpPr>
          <p:nvPr/>
        </p:nvSpPr>
        <p:spPr bwMode="auto">
          <a:xfrm>
            <a:off x="4564743" y="3506560"/>
            <a:ext cx="111125" cy="44450"/>
          </a:xfrm>
          <a:custGeom>
            <a:avLst/>
            <a:gdLst>
              <a:gd name="T0" fmla="*/ 3 w 27"/>
              <a:gd name="T1" fmla="*/ 11 h 11"/>
              <a:gd name="T2" fmla="*/ 1 w 27"/>
              <a:gd name="T3" fmla="*/ 10 h 11"/>
              <a:gd name="T4" fmla="*/ 0 w 27"/>
              <a:gd name="T5" fmla="*/ 8 h 11"/>
              <a:gd name="T6" fmla="*/ 0 w 27"/>
              <a:gd name="T7" fmla="*/ 3 h 11"/>
              <a:gd name="T8" fmla="*/ 1 w 27"/>
              <a:gd name="T9" fmla="*/ 1 h 11"/>
              <a:gd name="T10" fmla="*/ 3 w 27"/>
              <a:gd name="T11" fmla="*/ 0 h 11"/>
              <a:gd name="T12" fmla="*/ 25 w 27"/>
              <a:gd name="T13" fmla="*/ 3 h 11"/>
              <a:gd name="T14" fmla="*/ 27 w 27"/>
              <a:gd name="T15" fmla="*/ 6 h 11"/>
              <a:gd name="T16" fmla="*/ 25 w 27"/>
              <a:gd name="T17" fmla="*/ 8 h 11"/>
              <a:gd name="T18" fmla="*/ 3 w 27"/>
              <a:gd name="T1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" h="11">
                <a:moveTo>
                  <a:pt x="3" y="11"/>
                </a:moveTo>
                <a:cubicBezTo>
                  <a:pt x="2" y="11"/>
                  <a:pt x="2" y="10"/>
                  <a:pt x="1" y="10"/>
                </a:cubicBezTo>
                <a:cubicBezTo>
                  <a:pt x="1" y="9"/>
                  <a:pt x="0" y="9"/>
                  <a:pt x="0" y="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1" y="1"/>
                </a:cubicBezTo>
                <a:cubicBezTo>
                  <a:pt x="2" y="0"/>
                  <a:pt x="2" y="0"/>
                  <a:pt x="3" y="0"/>
                </a:cubicBezTo>
                <a:cubicBezTo>
                  <a:pt x="25" y="3"/>
                  <a:pt x="25" y="3"/>
                  <a:pt x="25" y="3"/>
                </a:cubicBezTo>
                <a:cubicBezTo>
                  <a:pt x="26" y="3"/>
                  <a:pt x="27" y="4"/>
                  <a:pt x="27" y="6"/>
                </a:cubicBezTo>
                <a:cubicBezTo>
                  <a:pt x="27" y="7"/>
                  <a:pt x="26" y="8"/>
                  <a:pt x="25" y="8"/>
                </a:cubicBezTo>
                <a:cubicBezTo>
                  <a:pt x="3" y="11"/>
                  <a:pt x="3" y="11"/>
                  <a:pt x="3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7" name="Freeform 102">
            <a:extLst>
              <a:ext uri="{FF2B5EF4-FFF2-40B4-BE49-F238E27FC236}">
                <a16:creationId xmlns:a16="http://schemas.microsoft.com/office/drawing/2014/main" id="{F030CC02-3624-4FFA-B74C-3845547346E2}"/>
              </a:ext>
            </a:extLst>
          </p:cNvPr>
          <p:cNvSpPr>
            <a:spLocks/>
          </p:cNvSpPr>
          <p:nvPr/>
        </p:nvSpPr>
        <p:spPr bwMode="auto">
          <a:xfrm>
            <a:off x="4552043" y="3563710"/>
            <a:ext cx="77788" cy="139700"/>
          </a:xfrm>
          <a:custGeom>
            <a:avLst/>
            <a:gdLst>
              <a:gd name="T0" fmla="*/ 13 w 49"/>
              <a:gd name="T1" fmla="*/ 88 h 88"/>
              <a:gd name="T2" fmla="*/ 0 w 49"/>
              <a:gd name="T3" fmla="*/ 82 h 88"/>
              <a:gd name="T4" fmla="*/ 36 w 49"/>
              <a:gd name="T5" fmla="*/ 0 h 88"/>
              <a:gd name="T6" fmla="*/ 49 w 49"/>
              <a:gd name="T7" fmla="*/ 5 h 88"/>
              <a:gd name="T8" fmla="*/ 13 w 49"/>
              <a:gd name="T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" h="88">
                <a:moveTo>
                  <a:pt x="13" y="88"/>
                </a:moveTo>
                <a:lnTo>
                  <a:pt x="0" y="82"/>
                </a:lnTo>
                <a:lnTo>
                  <a:pt x="36" y="0"/>
                </a:lnTo>
                <a:lnTo>
                  <a:pt x="49" y="5"/>
                </a:lnTo>
                <a:lnTo>
                  <a:pt x="13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8" name="Freeform 103">
            <a:extLst>
              <a:ext uri="{FF2B5EF4-FFF2-40B4-BE49-F238E27FC236}">
                <a16:creationId xmlns:a16="http://schemas.microsoft.com/office/drawing/2014/main" id="{631DB73F-B321-4D6D-94C1-C32986E964A2}"/>
              </a:ext>
            </a:extLst>
          </p:cNvPr>
          <p:cNvSpPr>
            <a:spLocks noEditPoints="1"/>
          </p:cNvSpPr>
          <p:nvPr/>
        </p:nvSpPr>
        <p:spPr bwMode="auto">
          <a:xfrm>
            <a:off x="5479143" y="3612922"/>
            <a:ext cx="171450" cy="171450"/>
          </a:xfrm>
          <a:custGeom>
            <a:avLst/>
            <a:gdLst>
              <a:gd name="T0" fmla="*/ 21 w 42"/>
              <a:gd name="T1" fmla="*/ 6 h 42"/>
              <a:gd name="T2" fmla="*/ 36 w 42"/>
              <a:gd name="T3" fmla="*/ 21 h 42"/>
              <a:gd name="T4" fmla="*/ 21 w 42"/>
              <a:gd name="T5" fmla="*/ 36 h 42"/>
              <a:gd name="T6" fmla="*/ 6 w 42"/>
              <a:gd name="T7" fmla="*/ 21 h 42"/>
              <a:gd name="T8" fmla="*/ 21 w 42"/>
              <a:gd name="T9" fmla="*/ 6 h 42"/>
              <a:gd name="T10" fmla="*/ 21 w 42"/>
              <a:gd name="T11" fmla="*/ 0 h 42"/>
              <a:gd name="T12" fmla="*/ 0 w 42"/>
              <a:gd name="T13" fmla="*/ 21 h 42"/>
              <a:gd name="T14" fmla="*/ 21 w 42"/>
              <a:gd name="T15" fmla="*/ 42 h 42"/>
              <a:gd name="T16" fmla="*/ 42 w 42"/>
              <a:gd name="T17" fmla="*/ 21 h 42"/>
              <a:gd name="T18" fmla="*/ 21 w 42"/>
              <a:gd name="T1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2">
                <a:moveTo>
                  <a:pt x="21" y="6"/>
                </a:moveTo>
                <a:cubicBezTo>
                  <a:pt x="30" y="6"/>
                  <a:pt x="36" y="12"/>
                  <a:pt x="36" y="21"/>
                </a:cubicBezTo>
                <a:cubicBezTo>
                  <a:pt x="36" y="29"/>
                  <a:pt x="30" y="36"/>
                  <a:pt x="21" y="36"/>
                </a:cubicBezTo>
                <a:cubicBezTo>
                  <a:pt x="13" y="36"/>
                  <a:pt x="6" y="29"/>
                  <a:pt x="6" y="21"/>
                </a:cubicBezTo>
                <a:cubicBezTo>
                  <a:pt x="6" y="12"/>
                  <a:pt x="13" y="6"/>
                  <a:pt x="21" y="6"/>
                </a:cubicBezTo>
                <a:moveTo>
                  <a:pt x="21" y="0"/>
                </a:moveTo>
                <a:cubicBezTo>
                  <a:pt x="10" y="0"/>
                  <a:pt x="0" y="9"/>
                  <a:pt x="0" y="21"/>
                </a:cubicBezTo>
                <a:cubicBezTo>
                  <a:pt x="0" y="32"/>
                  <a:pt x="10" y="42"/>
                  <a:pt x="21" y="42"/>
                </a:cubicBezTo>
                <a:cubicBezTo>
                  <a:pt x="33" y="42"/>
                  <a:pt x="42" y="32"/>
                  <a:pt x="42" y="21"/>
                </a:cubicBezTo>
                <a:cubicBezTo>
                  <a:pt x="42" y="9"/>
                  <a:pt x="33" y="0"/>
                  <a:pt x="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9" name="Freeform 104">
            <a:extLst>
              <a:ext uri="{FF2B5EF4-FFF2-40B4-BE49-F238E27FC236}">
                <a16:creationId xmlns:a16="http://schemas.microsoft.com/office/drawing/2014/main" id="{C9D51E4F-1EE1-49E7-B1A8-F95CC826436C}"/>
              </a:ext>
            </a:extLst>
          </p:cNvPr>
          <p:cNvSpPr>
            <a:spLocks noEditPoints="1"/>
          </p:cNvSpPr>
          <p:nvPr/>
        </p:nvSpPr>
        <p:spPr bwMode="auto">
          <a:xfrm>
            <a:off x="5179105" y="3612922"/>
            <a:ext cx="173038" cy="171450"/>
          </a:xfrm>
          <a:custGeom>
            <a:avLst/>
            <a:gdLst>
              <a:gd name="T0" fmla="*/ 21 w 42"/>
              <a:gd name="T1" fmla="*/ 6 h 42"/>
              <a:gd name="T2" fmla="*/ 37 w 42"/>
              <a:gd name="T3" fmla="*/ 21 h 42"/>
              <a:gd name="T4" fmla="*/ 21 w 42"/>
              <a:gd name="T5" fmla="*/ 36 h 42"/>
              <a:gd name="T6" fmla="*/ 6 w 42"/>
              <a:gd name="T7" fmla="*/ 21 h 42"/>
              <a:gd name="T8" fmla="*/ 21 w 42"/>
              <a:gd name="T9" fmla="*/ 6 h 42"/>
              <a:gd name="T10" fmla="*/ 21 w 42"/>
              <a:gd name="T11" fmla="*/ 0 h 42"/>
              <a:gd name="T12" fmla="*/ 0 w 42"/>
              <a:gd name="T13" fmla="*/ 21 h 42"/>
              <a:gd name="T14" fmla="*/ 21 w 42"/>
              <a:gd name="T15" fmla="*/ 42 h 42"/>
              <a:gd name="T16" fmla="*/ 42 w 42"/>
              <a:gd name="T17" fmla="*/ 21 h 42"/>
              <a:gd name="T18" fmla="*/ 21 w 42"/>
              <a:gd name="T1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2">
                <a:moveTo>
                  <a:pt x="21" y="6"/>
                </a:moveTo>
                <a:cubicBezTo>
                  <a:pt x="30" y="6"/>
                  <a:pt x="37" y="12"/>
                  <a:pt x="37" y="21"/>
                </a:cubicBezTo>
                <a:cubicBezTo>
                  <a:pt x="37" y="29"/>
                  <a:pt x="30" y="36"/>
                  <a:pt x="21" y="36"/>
                </a:cubicBezTo>
                <a:cubicBezTo>
                  <a:pt x="13" y="36"/>
                  <a:pt x="6" y="29"/>
                  <a:pt x="6" y="21"/>
                </a:cubicBezTo>
                <a:cubicBezTo>
                  <a:pt x="6" y="12"/>
                  <a:pt x="13" y="6"/>
                  <a:pt x="21" y="6"/>
                </a:cubicBezTo>
                <a:moveTo>
                  <a:pt x="21" y="0"/>
                </a:moveTo>
                <a:cubicBezTo>
                  <a:pt x="10" y="0"/>
                  <a:pt x="0" y="9"/>
                  <a:pt x="0" y="21"/>
                </a:cubicBezTo>
                <a:cubicBezTo>
                  <a:pt x="0" y="32"/>
                  <a:pt x="10" y="42"/>
                  <a:pt x="21" y="42"/>
                </a:cubicBezTo>
                <a:cubicBezTo>
                  <a:pt x="33" y="42"/>
                  <a:pt x="42" y="32"/>
                  <a:pt x="42" y="21"/>
                </a:cubicBezTo>
                <a:cubicBezTo>
                  <a:pt x="42" y="9"/>
                  <a:pt x="33" y="0"/>
                  <a:pt x="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0" name="Freeform 105">
            <a:extLst>
              <a:ext uri="{FF2B5EF4-FFF2-40B4-BE49-F238E27FC236}">
                <a16:creationId xmlns:a16="http://schemas.microsoft.com/office/drawing/2014/main" id="{E1E3AB6D-D644-44E0-B644-E5F957438BE6}"/>
              </a:ext>
            </a:extLst>
          </p:cNvPr>
          <p:cNvSpPr>
            <a:spLocks/>
          </p:cNvSpPr>
          <p:nvPr/>
        </p:nvSpPr>
        <p:spPr bwMode="auto">
          <a:xfrm>
            <a:off x="5196568" y="3522435"/>
            <a:ext cx="352425" cy="188913"/>
          </a:xfrm>
          <a:custGeom>
            <a:avLst/>
            <a:gdLst>
              <a:gd name="T0" fmla="*/ 154 w 222"/>
              <a:gd name="T1" fmla="*/ 119 h 119"/>
              <a:gd name="T2" fmla="*/ 43 w 222"/>
              <a:gd name="T3" fmla="*/ 119 h 119"/>
              <a:gd name="T4" fmla="*/ 43 w 222"/>
              <a:gd name="T5" fmla="*/ 103 h 119"/>
              <a:gd name="T6" fmla="*/ 121 w 222"/>
              <a:gd name="T7" fmla="*/ 103 h 119"/>
              <a:gd name="T8" fmla="*/ 80 w 222"/>
              <a:gd name="T9" fmla="*/ 62 h 119"/>
              <a:gd name="T10" fmla="*/ 90 w 222"/>
              <a:gd name="T11" fmla="*/ 52 h 119"/>
              <a:gd name="T12" fmla="*/ 0 w 222"/>
              <a:gd name="T13" fmla="*/ 52 h 119"/>
              <a:gd name="T14" fmla="*/ 23 w 222"/>
              <a:gd name="T15" fmla="*/ 23 h 119"/>
              <a:gd name="T16" fmla="*/ 152 w 222"/>
              <a:gd name="T17" fmla="*/ 23 h 119"/>
              <a:gd name="T18" fmla="*/ 191 w 222"/>
              <a:gd name="T19" fmla="*/ 0 h 119"/>
              <a:gd name="T20" fmla="*/ 222 w 222"/>
              <a:gd name="T21" fmla="*/ 31 h 119"/>
              <a:gd name="T22" fmla="*/ 154 w 222"/>
              <a:gd name="T2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2" h="119">
                <a:moveTo>
                  <a:pt x="154" y="119"/>
                </a:moveTo>
                <a:lnTo>
                  <a:pt x="43" y="119"/>
                </a:lnTo>
                <a:lnTo>
                  <a:pt x="43" y="103"/>
                </a:lnTo>
                <a:lnTo>
                  <a:pt x="121" y="103"/>
                </a:lnTo>
                <a:lnTo>
                  <a:pt x="80" y="62"/>
                </a:lnTo>
                <a:lnTo>
                  <a:pt x="90" y="52"/>
                </a:lnTo>
                <a:lnTo>
                  <a:pt x="0" y="52"/>
                </a:lnTo>
                <a:lnTo>
                  <a:pt x="23" y="23"/>
                </a:lnTo>
                <a:lnTo>
                  <a:pt x="152" y="23"/>
                </a:lnTo>
                <a:lnTo>
                  <a:pt x="191" y="0"/>
                </a:lnTo>
                <a:lnTo>
                  <a:pt x="222" y="31"/>
                </a:lnTo>
                <a:lnTo>
                  <a:pt x="154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1" name="Freeform 106">
            <a:extLst>
              <a:ext uri="{FF2B5EF4-FFF2-40B4-BE49-F238E27FC236}">
                <a16:creationId xmlns:a16="http://schemas.microsoft.com/office/drawing/2014/main" id="{4C4AD2E4-CF67-4020-B542-8E9E0817DC18}"/>
              </a:ext>
            </a:extLst>
          </p:cNvPr>
          <p:cNvSpPr>
            <a:spLocks/>
          </p:cNvSpPr>
          <p:nvPr/>
        </p:nvSpPr>
        <p:spPr bwMode="auto">
          <a:xfrm>
            <a:off x="5404530" y="3476397"/>
            <a:ext cx="168275" cy="222250"/>
          </a:xfrm>
          <a:custGeom>
            <a:avLst/>
            <a:gdLst>
              <a:gd name="T0" fmla="*/ 96 w 106"/>
              <a:gd name="T1" fmla="*/ 140 h 140"/>
              <a:gd name="T2" fmla="*/ 85 w 106"/>
              <a:gd name="T3" fmla="*/ 62 h 140"/>
              <a:gd name="T4" fmla="*/ 26 w 106"/>
              <a:gd name="T5" fmla="*/ 11 h 140"/>
              <a:gd name="T6" fmla="*/ 3 w 106"/>
              <a:gd name="T7" fmla="*/ 19 h 140"/>
              <a:gd name="T8" fmla="*/ 0 w 106"/>
              <a:gd name="T9" fmla="*/ 8 h 140"/>
              <a:gd name="T10" fmla="*/ 29 w 106"/>
              <a:gd name="T11" fmla="*/ 0 h 140"/>
              <a:gd name="T12" fmla="*/ 96 w 106"/>
              <a:gd name="T13" fmla="*/ 57 h 140"/>
              <a:gd name="T14" fmla="*/ 106 w 106"/>
              <a:gd name="T15" fmla="*/ 137 h 140"/>
              <a:gd name="T16" fmla="*/ 96 w 106"/>
              <a:gd name="T17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" h="140">
                <a:moveTo>
                  <a:pt x="96" y="140"/>
                </a:moveTo>
                <a:lnTo>
                  <a:pt x="85" y="62"/>
                </a:lnTo>
                <a:lnTo>
                  <a:pt x="26" y="11"/>
                </a:lnTo>
                <a:lnTo>
                  <a:pt x="3" y="19"/>
                </a:lnTo>
                <a:lnTo>
                  <a:pt x="0" y="8"/>
                </a:lnTo>
                <a:lnTo>
                  <a:pt x="29" y="0"/>
                </a:lnTo>
                <a:lnTo>
                  <a:pt x="96" y="57"/>
                </a:lnTo>
                <a:lnTo>
                  <a:pt x="106" y="137"/>
                </a:lnTo>
                <a:lnTo>
                  <a:pt x="96" y="1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2" name="Freeform 107">
            <a:extLst>
              <a:ext uri="{FF2B5EF4-FFF2-40B4-BE49-F238E27FC236}">
                <a16:creationId xmlns:a16="http://schemas.microsoft.com/office/drawing/2014/main" id="{5476D1D4-ED68-4931-9E4D-B67F76615806}"/>
              </a:ext>
            </a:extLst>
          </p:cNvPr>
          <p:cNvSpPr>
            <a:spLocks/>
          </p:cNvSpPr>
          <p:nvPr/>
        </p:nvSpPr>
        <p:spPr bwMode="auto">
          <a:xfrm>
            <a:off x="5523593" y="3509735"/>
            <a:ext cx="33338" cy="69850"/>
          </a:xfrm>
          <a:custGeom>
            <a:avLst/>
            <a:gdLst>
              <a:gd name="T0" fmla="*/ 5 w 8"/>
              <a:gd name="T1" fmla="*/ 17 h 17"/>
              <a:gd name="T2" fmla="*/ 0 w 8"/>
              <a:gd name="T3" fmla="*/ 9 h 17"/>
              <a:gd name="T4" fmla="*/ 3 w 8"/>
              <a:gd name="T5" fmla="*/ 1 h 17"/>
              <a:gd name="T6" fmla="*/ 8 w 8"/>
              <a:gd name="T7" fmla="*/ 8 h 17"/>
              <a:gd name="T8" fmla="*/ 5 w 8"/>
              <a:gd name="T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7">
                <a:moveTo>
                  <a:pt x="5" y="17"/>
                </a:moveTo>
                <a:cubicBezTo>
                  <a:pt x="3" y="17"/>
                  <a:pt x="1" y="14"/>
                  <a:pt x="0" y="9"/>
                </a:cubicBezTo>
                <a:cubicBezTo>
                  <a:pt x="0" y="5"/>
                  <a:pt x="1" y="1"/>
                  <a:pt x="3" y="1"/>
                </a:cubicBezTo>
                <a:cubicBezTo>
                  <a:pt x="5" y="0"/>
                  <a:pt x="7" y="4"/>
                  <a:pt x="8" y="8"/>
                </a:cubicBezTo>
                <a:cubicBezTo>
                  <a:pt x="8" y="13"/>
                  <a:pt x="7" y="17"/>
                  <a:pt x="5" y="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3" name="Freeform 108">
            <a:extLst>
              <a:ext uri="{FF2B5EF4-FFF2-40B4-BE49-F238E27FC236}">
                <a16:creationId xmlns:a16="http://schemas.microsoft.com/office/drawing/2014/main" id="{71329867-A41B-4054-85EE-64505F2E4811}"/>
              </a:ext>
            </a:extLst>
          </p:cNvPr>
          <p:cNvSpPr>
            <a:spLocks/>
          </p:cNvSpPr>
          <p:nvPr/>
        </p:nvSpPr>
        <p:spPr bwMode="auto">
          <a:xfrm>
            <a:off x="5961743" y="3571647"/>
            <a:ext cx="349250" cy="230188"/>
          </a:xfrm>
          <a:custGeom>
            <a:avLst/>
            <a:gdLst>
              <a:gd name="T0" fmla="*/ 168 w 220"/>
              <a:gd name="T1" fmla="*/ 145 h 145"/>
              <a:gd name="T2" fmla="*/ 55 w 220"/>
              <a:gd name="T3" fmla="*/ 145 h 145"/>
              <a:gd name="T4" fmla="*/ 0 w 220"/>
              <a:gd name="T5" fmla="*/ 26 h 145"/>
              <a:gd name="T6" fmla="*/ 109 w 220"/>
              <a:gd name="T7" fmla="*/ 0 h 145"/>
              <a:gd name="T8" fmla="*/ 220 w 220"/>
              <a:gd name="T9" fmla="*/ 26 h 145"/>
              <a:gd name="T10" fmla="*/ 168 w 220"/>
              <a:gd name="T11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0" h="145">
                <a:moveTo>
                  <a:pt x="168" y="145"/>
                </a:moveTo>
                <a:lnTo>
                  <a:pt x="55" y="145"/>
                </a:lnTo>
                <a:lnTo>
                  <a:pt x="0" y="26"/>
                </a:lnTo>
                <a:lnTo>
                  <a:pt x="109" y="0"/>
                </a:lnTo>
                <a:lnTo>
                  <a:pt x="220" y="26"/>
                </a:lnTo>
                <a:lnTo>
                  <a:pt x="168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4" name="Freeform 109">
            <a:extLst>
              <a:ext uri="{FF2B5EF4-FFF2-40B4-BE49-F238E27FC236}">
                <a16:creationId xmlns:a16="http://schemas.microsoft.com/office/drawing/2014/main" id="{C4F7A926-A04C-4874-BE1D-BF262071EDD5}"/>
              </a:ext>
            </a:extLst>
          </p:cNvPr>
          <p:cNvSpPr>
            <a:spLocks/>
          </p:cNvSpPr>
          <p:nvPr/>
        </p:nvSpPr>
        <p:spPr bwMode="auto">
          <a:xfrm>
            <a:off x="5961743" y="3571647"/>
            <a:ext cx="349250" cy="230188"/>
          </a:xfrm>
          <a:custGeom>
            <a:avLst/>
            <a:gdLst>
              <a:gd name="T0" fmla="*/ 168 w 220"/>
              <a:gd name="T1" fmla="*/ 145 h 145"/>
              <a:gd name="T2" fmla="*/ 55 w 220"/>
              <a:gd name="T3" fmla="*/ 145 h 145"/>
              <a:gd name="T4" fmla="*/ 0 w 220"/>
              <a:gd name="T5" fmla="*/ 26 h 145"/>
              <a:gd name="T6" fmla="*/ 109 w 220"/>
              <a:gd name="T7" fmla="*/ 0 h 145"/>
              <a:gd name="T8" fmla="*/ 220 w 220"/>
              <a:gd name="T9" fmla="*/ 26 h 145"/>
              <a:gd name="T10" fmla="*/ 168 w 220"/>
              <a:gd name="T11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0" h="145">
                <a:moveTo>
                  <a:pt x="168" y="145"/>
                </a:moveTo>
                <a:lnTo>
                  <a:pt x="55" y="145"/>
                </a:lnTo>
                <a:lnTo>
                  <a:pt x="0" y="26"/>
                </a:lnTo>
                <a:lnTo>
                  <a:pt x="109" y="0"/>
                </a:lnTo>
                <a:lnTo>
                  <a:pt x="220" y="26"/>
                </a:lnTo>
                <a:lnTo>
                  <a:pt x="168" y="145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5" name="Rectangle 110">
            <a:extLst>
              <a:ext uri="{FF2B5EF4-FFF2-40B4-BE49-F238E27FC236}">
                <a16:creationId xmlns:a16="http://schemas.microsoft.com/office/drawing/2014/main" id="{1E369B2D-C18A-4451-8463-AB8DF41F8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3655" y="3509735"/>
            <a:ext cx="22066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6" name="Freeform 111">
            <a:extLst>
              <a:ext uri="{FF2B5EF4-FFF2-40B4-BE49-F238E27FC236}">
                <a16:creationId xmlns:a16="http://schemas.microsoft.com/office/drawing/2014/main" id="{B69B9C15-03C4-4878-9BDF-9347E9844A0E}"/>
              </a:ext>
            </a:extLst>
          </p:cNvPr>
          <p:cNvSpPr>
            <a:spLocks/>
          </p:cNvSpPr>
          <p:nvPr/>
        </p:nvSpPr>
        <p:spPr bwMode="auto">
          <a:xfrm>
            <a:off x="6023655" y="3571647"/>
            <a:ext cx="220663" cy="82550"/>
          </a:xfrm>
          <a:custGeom>
            <a:avLst/>
            <a:gdLst>
              <a:gd name="T0" fmla="*/ 70 w 139"/>
              <a:gd name="T1" fmla="*/ 0 h 52"/>
              <a:gd name="T2" fmla="*/ 0 w 139"/>
              <a:gd name="T3" fmla="*/ 15 h 52"/>
              <a:gd name="T4" fmla="*/ 0 w 139"/>
              <a:gd name="T5" fmla="*/ 52 h 52"/>
              <a:gd name="T6" fmla="*/ 139 w 139"/>
              <a:gd name="T7" fmla="*/ 52 h 52"/>
              <a:gd name="T8" fmla="*/ 139 w 139"/>
              <a:gd name="T9" fmla="*/ 15 h 52"/>
              <a:gd name="T10" fmla="*/ 70 w 139"/>
              <a:gd name="T1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9" h="52">
                <a:moveTo>
                  <a:pt x="70" y="0"/>
                </a:moveTo>
                <a:lnTo>
                  <a:pt x="0" y="15"/>
                </a:lnTo>
                <a:lnTo>
                  <a:pt x="0" y="52"/>
                </a:lnTo>
                <a:lnTo>
                  <a:pt x="139" y="52"/>
                </a:lnTo>
                <a:lnTo>
                  <a:pt x="139" y="15"/>
                </a:lnTo>
                <a:lnTo>
                  <a:pt x="7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7" name="Freeform 112">
            <a:extLst>
              <a:ext uri="{FF2B5EF4-FFF2-40B4-BE49-F238E27FC236}">
                <a16:creationId xmlns:a16="http://schemas.microsoft.com/office/drawing/2014/main" id="{018F4852-1D67-4135-ADCC-7A1AF6E09F8F}"/>
              </a:ext>
            </a:extLst>
          </p:cNvPr>
          <p:cNvSpPr>
            <a:spLocks/>
          </p:cNvSpPr>
          <p:nvPr/>
        </p:nvSpPr>
        <p:spPr bwMode="auto">
          <a:xfrm>
            <a:off x="6023655" y="3571647"/>
            <a:ext cx="220663" cy="82550"/>
          </a:xfrm>
          <a:custGeom>
            <a:avLst/>
            <a:gdLst>
              <a:gd name="T0" fmla="*/ 70 w 139"/>
              <a:gd name="T1" fmla="*/ 0 h 52"/>
              <a:gd name="T2" fmla="*/ 0 w 139"/>
              <a:gd name="T3" fmla="*/ 15 h 52"/>
              <a:gd name="T4" fmla="*/ 0 w 139"/>
              <a:gd name="T5" fmla="*/ 52 h 52"/>
              <a:gd name="T6" fmla="*/ 139 w 139"/>
              <a:gd name="T7" fmla="*/ 52 h 52"/>
              <a:gd name="T8" fmla="*/ 139 w 139"/>
              <a:gd name="T9" fmla="*/ 15 h 52"/>
              <a:gd name="T10" fmla="*/ 70 w 139"/>
              <a:gd name="T1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9" h="52">
                <a:moveTo>
                  <a:pt x="70" y="0"/>
                </a:moveTo>
                <a:lnTo>
                  <a:pt x="0" y="15"/>
                </a:lnTo>
                <a:lnTo>
                  <a:pt x="0" y="52"/>
                </a:lnTo>
                <a:lnTo>
                  <a:pt x="139" y="52"/>
                </a:lnTo>
                <a:lnTo>
                  <a:pt x="139" y="15"/>
                </a:lnTo>
                <a:lnTo>
                  <a:pt x="7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8" name="Rectangle 113">
            <a:extLst>
              <a:ext uri="{FF2B5EF4-FFF2-40B4-BE49-F238E27FC236}">
                <a16:creationId xmlns:a16="http://schemas.microsoft.com/office/drawing/2014/main" id="{FE7E2456-B482-4BCB-B44C-70AFFD074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4293" y="3525610"/>
            <a:ext cx="82550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9" name="Rectangle 114">
            <a:extLst>
              <a:ext uri="{FF2B5EF4-FFF2-40B4-BE49-F238E27FC236}">
                <a16:creationId xmlns:a16="http://schemas.microsoft.com/office/drawing/2014/main" id="{2F2007CE-4A5C-4651-B84C-95A6B38CC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2718" y="3525610"/>
            <a:ext cx="82550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0" name="Rectangle 115">
            <a:extLst>
              <a:ext uri="{FF2B5EF4-FFF2-40B4-BE49-F238E27FC236}">
                <a16:creationId xmlns:a16="http://schemas.microsoft.com/office/drawing/2014/main" id="{034D1D42-C728-4B0F-9BFB-13FEC5D78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9530" y="3452585"/>
            <a:ext cx="188913" cy="619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1" name="Rectangle 116">
            <a:extLst>
              <a:ext uri="{FF2B5EF4-FFF2-40B4-BE49-F238E27FC236}">
                <a16:creationId xmlns:a16="http://schemas.microsoft.com/office/drawing/2014/main" id="{00E13FDD-1449-4E85-AFE3-B40C04DB7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7318" y="3382735"/>
            <a:ext cx="33338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2" name="Freeform 117">
            <a:extLst>
              <a:ext uri="{FF2B5EF4-FFF2-40B4-BE49-F238E27FC236}">
                <a16:creationId xmlns:a16="http://schemas.microsoft.com/office/drawing/2014/main" id="{DFE1A535-B132-4A99-88AD-57D006B7462F}"/>
              </a:ext>
            </a:extLst>
          </p:cNvPr>
          <p:cNvSpPr>
            <a:spLocks/>
          </p:cNvSpPr>
          <p:nvPr/>
        </p:nvSpPr>
        <p:spPr bwMode="auto">
          <a:xfrm>
            <a:off x="6085568" y="3395435"/>
            <a:ext cx="98425" cy="11113"/>
          </a:xfrm>
          <a:custGeom>
            <a:avLst/>
            <a:gdLst>
              <a:gd name="T0" fmla="*/ 24 w 24"/>
              <a:gd name="T1" fmla="*/ 2 h 3"/>
              <a:gd name="T2" fmla="*/ 22 w 24"/>
              <a:gd name="T3" fmla="*/ 3 h 3"/>
              <a:gd name="T4" fmla="*/ 1 w 24"/>
              <a:gd name="T5" fmla="*/ 3 h 3"/>
              <a:gd name="T6" fmla="*/ 0 w 24"/>
              <a:gd name="T7" fmla="*/ 2 h 3"/>
              <a:gd name="T8" fmla="*/ 1 w 24"/>
              <a:gd name="T9" fmla="*/ 0 h 3"/>
              <a:gd name="T10" fmla="*/ 22 w 24"/>
              <a:gd name="T11" fmla="*/ 0 h 3"/>
              <a:gd name="T12" fmla="*/ 24 w 24"/>
              <a:gd name="T13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3">
                <a:moveTo>
                  <a:pt x="24" y="2"/>
                </a:moveTo>
                <a:cubicBezTo>
                  <a:pt x="24" y="2"/>
                  <a:pt x="23" y="3"/>
                  <a:pt x="2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2"/>
                  <a:pt x="0" y="2"/>
                </a:cubicBezTo>
                <a:cubicBezTo>
                  <a:pt x="0" y="1"/>
                  <a:pt x="1" y="0"/>
                  <a:pt x="1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3" name="Freeform 118">
            <a:extLst>
              <a:ext uri="{FF2B5EF4-FFF2-40B4-BE49-F238E27FC236}">
                <a16:creationId xmlns:a16="http://schemas.microsoft.com/office/drawing/2014/main" id="{224DE4F0-02D1-47D1-B98D-9D098C09F4DB}"/>
              </a:ext>
            </a:extLst>
          </p:cNvPr>
          <p:cNvSpPr>
            <a:spLocks/>
          </p:cNvSpPr>
          <p:nvPr/>
        </p:nvSpPr>
        <p:spPr bwMode="auto">
          <a:xfrm>
            <a:off x="6839630" y="3398610"/>
            <a:ext cx="73025" cy="395288"/>
          </a:xfrm>
          <a:custGeom>
            <a:avLst/>
            <a:gdLst>
              <a:gd name="T0" fmla="*/ 15 w 18"/>
              <a:gd name="T1" fmla="*/ 86 h 96"/>
              <a:gd name="T2" fmla="*/ 9 w 18"/>
              <a:gd name="T3" fmla="*/ 96 h 96"/>
              <a:gd name="T4" fmla="*/ 3 w 18"/>
              <a:gd name="T5" fmla="*/ 86 h 96"/>
              <a:gd name="T6" fmla="*/ 0 w 18"/>
              <a:gd name="T7" fmla="*/ 9 h 96"/>
              <a:gd name="T8" fmla="*/ 9 w 18"/>
              <a:gd name="T9" fmla="*/ 0 h 96"/>
              <a:gd name="T10" fmla="*/ 18 w 18"/>
              <a:gd name="T11" fmla="*/ 9 h 96"/>
              <a:gd name="T12" fmla="*/ 15 w 18"/>
              <a:gd name="T13" fmla="*/ 8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96">
                <a:moveTo>
                  <a:pt x="15" y="86"/>
                </a:moveTo>
                <a:cubicBezTo>
                  <a:pt x="15" y="91"/>
                  <a:pt x="14" y="96"/>
                  <a:pt x="9" y="96"/>
                </a:cubicBezTo>
                <a:cubicBezTo>
                  <a:pt x="4" y="96"/>
                  <a:pt x="3" y="91"/>
                  <a:pt x="3" y="86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4" y="0"/>
                  <a:pt x="18" y="4"/>
                  <a:pt x="18" y="9"/>
                </a:cubicBezTo>
                <a:lnTo>
                  <a:pt x="15" y="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4" name="Freeform 119">
            <a:extLst>
              <a:ext uri="{FF2B5EF4-FFF2-40B4-BE49-F238E27FC236}">
                <a16:creationId xmlns:a16="http://schemas.microsoft.com/office/drawing/2014/main" id="{F3D06B35-EC8C-426F-A444-A486803E4C86}"/>
              </a:ext>
            </a:extLst>
          </p:cNvPr>
          <p:cNvSpPr>
            <a:spLocks/>
          </p:cNvSpPr>
          <p:nvPr/>
        </p:nvSpPr>
        <p:spPr bwMode="auto">
          <a:xfrm>
            <a:off x="6642780" y="3525610"/>
            <a:ext cx="479425" cy="177800"/>
          </a:xfrm>
          <a:custGeom>
            <a:avLst/>
            <a:gdLst>
              <a:gd name="T0" fmla="*/ 302 w 302"/>
              <a:gd name="T1" fmla="*/ 112 h 112"/>
              <a:gd name="T2" fmla="*/ 170 w 302"/>
              <a:gd name="T3" fmla="*/ 60 h 112"/>
              <a:gd name="T4" fmla="*/ 121 w 302"/>
              <a:gd name="T5" fmla="*/ 60 h 112"/>
              <a:gd name="T6" fmla="*/ 0 w 302"/>
              <a:gd name="T7" fmla="*/ 112 h 112"/>
              <a:gd name="T8" fmla="*/ 0 w 302"/>
              <a:gd name="T9" fmla="*/ 68 h 112"/>
              <a:gd name="T10" fmla="*/ 121 w 302"/>
              <a:gd name="T11" fmla="*/ 0 h 112"/>
              <a:gd name="T12" fmla="*/ 170 w 302"/>
              <a:gd name="T13" fmla="*/ 0 h 112"/>
              <a:gd name="T14" fmla="*/ 302 w 302"/>
              <a:gd name="T15" fmla="*/ 68 h 112"/>
              <a:gd name="T16" fmla="*/ 302 w 302"/>
              <a:gd name="T17" fmla="*/ 11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2" h="112">
                <a:moveTo>
                  <a:pt x="302" y="112"/>
                </a:moveTo>
                <a:lnTo>
                  <a:pt x="170" y="60"/>
                </a:lnTo>
                <a:lnTo>
                  <a:pt x="121" y="60"/>
                </a:lnTo>
                <a:lnTo>
                  <a:pt x="0" y="112"/>
                </a:lnTo>
                <a:lnTo>
                  <a:pt x="0" y="68"/>
                </a:lnTo>
                <a:lnTo>
                  <a:pt x="121" y="0"/>
                </a:lnTo>
                <a:lnTo>
                  <a:pt x="170" y="0"/>
                </a:lnTo>
                <a:lnTo>
                  <a:pt x="302" y="68"/>
                </a:lnTo>
                <a:lnTo>
                  <a:pt x="302" y="1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5" name="Freeform 120">
            <a:extLst>
              <a:ext uri="{FF2B5EF4-FFF2-40B4-BE49-F238E27FC236}">
                <a16:creationId xmlns:a16="http://schemas.microsoft.com/office/drawing/2014/main" id="{7BA444CE-385E-462E-BD6C-2B855360410C}"/>
              </a:ext>
            </a:extLst>
          </p:cNvPr>
          <p:cNvSpPr>
            <a:spLocks/>
          </p:cNvSpPr>
          <p:nvPr/>
        </p:nvSpPr>
        <p:spPr bwMode="auto">
          <a:xfrm>
            <a:off x="6790418" y="3768497"/>
            <a:ext cx="179388" cy="65088"/>
          </a:xfrm>
          <a:custGeom>
            <a:avLst/>
            <a:gdLst>
              <a:gd name="T0" fmla="*/ 113 w 113"/>
              <a:gd name="T1" fmla="*/ 41 h 41"/>
              <a:gd name="T2" fmla="*/ 64 w 113"/>
              <a:gd name="T3" fmla="*/ 23 h 41"/>
              <a:gd name="T4" fmla="*/ 46 w 113"/>
              <a:gd name="T5" fmla="*/ 23 h 41"/>
              <a:gd name="T6" fmla="*/ 0 w 113"/>
              <a:gd name="T7" fmla="*/ 41 h 41"/>
              <a:gd name="T8" fmla="*/ 0 w 113"/>
              <a:gd name="T9" fmla="*/ 26 h 41"/>
              <a:gd name="T10" fmla="*/ 46 w 113"/>
              <a:gd name="T11" fmla="*/ 0 h 41"/>
              <a:gd name="T12" fmla="*/ 64 w 113"/>
              <a:gd name="T13" fmla="*/ 0 h 41"/>
              <a:gd name="T14" fmla="*/ 113 w 113"/>
              <a:gd name="T15" fmla="*/ 26 h 41"/>
              <a:gd name="T16" fmla="*/ 113 w 113"/>
              <a:gd name="T17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3" h="41">
                <a:moveTo>
                  <a:pt x="113" y="41"/>
                </a:moveTo>
                <a:lnTo>
                  <a:pt x="64" y="23"/>
                </a:lnTo>
                <a:lnTo>
                  <a:pt x="46" y="23"/>
                </a:lnTo>
                <a:lnTo>
                  <a:pt x="0" y="41"/>
                </a:lnTo>
                <a:lnTo>
                  <a:pt x="0" y="26"/>
                </a:lnTo>
                <a:lnTo>
                  <a:pt x="46" y="0"/>
                </a:lnTo>
                <a:lnTo>
                  <a:pt x="64" y="0"/>
                </a:lnTo>
                <a:lnTo>
                  <a:pt x="113" y="26"/>
                </a:lnTo>
                <a:lnTo>
                  <a:pt x="113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6" name="Freeform 121">
            <a:extLst>
              <a:ext uri="{FF2B5EF4-FFF2-40B4-BE49-F238E27FC236}">
                <a16:creationId xmlns:a16="http://schemas.microsoft.com/office/drawing/2014/main" id="{05DBBAC0-C392-40BB-96CD-C02DE087ADB6}"/>
              </a:ext>
            </a:extLst>
          </p:cNvPr>
          <p:cNvSpPr>
            <a:spLocks/>
          </p:cNvSpPr>
          <p:nvPr/>
        </p:nvSpPr>
        <p:spPr bwMode="auto">
          <a:xfrm>
            <a:off x="6772955" y="3501797"/>
            <a:ext cx="25400" cy="114300"/>
          </a:xfrm>
          <a:custGeom>
            <a:avLst/>
            <a:gdLst>
              <a:gd name="T0" fmla="*/ 6 w 6"/>
              <a:gd name="T1" fmla="*/ 25 h 28"/>
              <a:gd name="T2" fmla="*/ 3 w 6"/>
              <a:gd name="T3" fmla="*/ 28 h 28"/>
              <a:gd name="T4" fmla="*/ 0 w 6"/>
              <a:gd name="T5" fmla="*/ 25 h 28"/>
              <a:gd name="T6" fmla="*/ 0 w 6"/>
              <a:gd name="T7" fmla="*/ 3 h 28"/>
              <a:gd name="T8" fmla="*/ 3 w 6"/>
              <a:gd name="T9" fmla="*/ 0 h 28"/>
              <a:gd name="T10" fmla="*/ 6 w 6"/>
              <a:gd name="T11" fmla="*/ 3 h 28"/>
              <a:gd name="T12" fmla="*/ 6 w 6"/>
              <a:gd name="T1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28">
                <a:moveTo>
                  <a:pt x="6" y="25"/>
                </a:moveTo>
                <a:cubicBezTo>
                  <a:pt x="6" y="26"/>
                  <a:pt x="4" y="28"/>
                  <a:pt x="3" y="28"/>
                </a:cubicBezTo>
                <a:cubicBezTo>
                  <a:pt x="1" y="28"/>
                  <a:pt x="0" y="26"/>
                  <a:pt x="0" y="25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lnTo>
                  <a:pt x="6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7" name="Freeform 122">
            <a:extLst>
              <a:ext uri="{FF2B5EF4-FFF2-40B4-BE49-F238E27FC236}">
                <a16:creationId xmlns:a16="http://schemas.microsoft.com/office/drawing/2014/main" id="{CA81802D-B6EF-41F4-AA78-2E47F99A74DC}"/>
              </a:ext>
            </a:extLst>
          </p:cNvPr>
          <p:cNvSpPr>
            <a:spLocks/>
          </p:cNvSpPr>
          <p:nvPr/>
        </p:nvSpPr>
        <p:spPr bwMode="auto">
          <a:xfrm>
            <a:off x="6699930" y="3538310"/>
            <a:ext cx="23813" cy="115888"/>
          </a:xfrm>
          <a:custGeom>
            <a:avLst/>
            <a:gdLst>
              <a:gd name="T0" fmla="*/ 6 w 6"/>
              <a:gd name="T1" fmla="*/ 25 h 28"/>
              <a:gd name="T2" fmla="*/ 3 w 6"/>
              <a:gd name="T3" fmla="*/ 28 h 28"/>
              <a:gd name="T4" fmla="*/ 0 w 6"/>
              <a:gd name="T5" fmla="*/ 25 h 28"/>
              <a:gd name="T6" fmla="*/ 0 w 6"/>
              <a:gd name="T7" fmla="*/ 3 h 28"/>
              <a:gd name="T8" fmla="*/ 3 w 6"/>
              <a:gd name="T9" fmla="*/ 0 h 28"/>
              <a:gd name="T10" fmla="*/ 6 w 6"/>
              <a:gd name="T11" fmla="*/ 3 h 28"/>
              <a:gd name="T12" fmla="*/ 6 w 6"/>
              <a:gd name="T1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28">
                <a:moveTo>
                  <a:pt x="6" y="25"/>
                </a:moveTo>
                <a:cubicBezTo>
                  <a:pt x="6" y="26"/>
                  <a:pt x="5" y="28"/>
                  <a:pt x="3" y="28"/>
                </a:cubicBezTo>
                <a:cubicBezTo>
                  <a:pt x="2" y="28"/>
                  <a:pt x="0" y="26"/>
                  <a:pt x="0" y="25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5" y="0"/>
                  <a:pt x="6" y="1"/>
                  <a:pt x="6" y="3"/>
                </a:cubicBezTo>
                <a:lnTo>
                  <a:pt x="6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8" name="Freeform 123">
            <a:extLst>
              <a:ext uri="{FF2B5EF4-FFF2-40B4-BE49-F238E27FC236}">
                <a16:creationId xmlns:a16="http://schemas.microsoft.com/office/drawing/2014/main" id="{26B4A626-83A1-44CB-8D35-C1019402A71A}"/>
              </a:ext>
            </a:extLst>
          </p:cNvPr>
          <p:cNvSpPr>
            <a:spLocks/>
          </p:cNvSpPr>
          <p:nvPr/>
        </p:nvSpPr>
        <p:spPr bwMode="auto">
          <a:xfrm>
            <a:off x="7052355" y="3546247"/>
            <a:ext cx="20638" cy="115888"/>
          </a:xfrm>
          <a:custGeom>
            <a:avLst/>
            <a:gdLst>
              <a:gd name="T0" fmla="*/ 5 w 5"/>
              <a:gd name="T1" fmla="*/ 25 h 28"/>
              <a:gd name="T2" fmla="*/ 2 w 5"/>
              <a:gd name="T3" fmla="*/ 28 h 28"/>
              <a:gd name="T4" fmla="*/ 0 w 5"/>
              <a:gd name="T5" fmla="*/ 25 h 28"/>
              <a:gd name="T6" fmla="*/ 0 w 5"/>
              <a:gd name="T7" fmla="*/ 3 h 28"/>
              <a:gd name="T8" fmla="*/ 2 w 5"/>
              <a:gd name="T9" fmla="*/ 0 h 28"/>
              <a:gd name="T10" fmla="*/ 5 w 5"/>
              <a:gd name="T11" fmla="*/ 3 h 28"/>
              <a:gd name="T12" fmla="*/ 5 w 5"/>
              <a:gd name="T1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28">
                <a:moveTo>
                  <a:pt x="5" y="25"/>
                </a:moveTo>
                <a:cubicBezTo>
                  <a:pt x="5" y="26"/>
                  <a:pt x="4" y="28"/>
                  <a:pt x="2" y="28"/>
                </a:cubicBezTo>
                <a:cubicBezTo>
                  <a:pt x="1" y="28"/>
                  <a:pt x="0" y="26"/>
                  <a:pt x="0" y="25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4" y="0"/>
                  <a:pt x="5" y="1"/>
                  <a:pt x="5" y="3"/>
                </a:cubicBezTo>
                <a:lnTo>
                  <a:pt x="5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9" name="Freeform 124">
            <a:extLst>
              <a:ext uri="{FF2B5EF4-FFF2-40B4-BE49-F238E27FC236}">
                <a16:creationId xmlns:a16="http://schemas.microsoft.com/office/drawing/2014/main" id="{A7E2CFE7-84FB-42F4-AA81-2193CAFAF479}"/>
              </a:ext>
            </a:extLst>
          </p:cNvPr>
          <p:cNvSpPr>
            <a:spLocks/>
          </p:cNvSpPr>
          <p:nvPr/>
        </p:nvSpPr>
        <p:spPr bwMode="auto">
          <a:xfrm>
            <a:off x="6966630" y="3501797"/>
            <a:ext cx="23813" cy="114300"/>
          </a:xfrm>
          <a:custGeom>
            <a:avLst/>
            <a:gdLst>
              <a:gd name="T0" fmla="*/ 6 w 6"/>
              <a:gd name="T1" fmla="*/ 25 h 28"/>
              <a:gd name="T2" fmla="*/ 3 w 6"/>
              <a:gd name="T3" fmla="*/ 28 h 28"/>
              <a:gd name="T4" fmla="*/ 0 w 6"/>
              <a:gd name="T5" fmla="*/ 25 h 28"/>
              <a:gd name="T6" fmla="*/ 0 w 6"/>
              <a:gd name="T7" fmla="*/ 3 h 28"/>
              <a:gd name="T8" fmla="*/ 3 w 6"/>
              <a:gd name="T9" fmla="*/ 0 h 28"/>
              <a:gd name="T10" fmla="*/ 6 w 6"/>
              <a:gd name="T11" fmla="*/ 3 h 28"/>
              <a:gd name="T12" fmla="*/ 6 w 6"/>
              <a:gd name="T1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28">
                <a:moveTo>
                  <a:pt x="6" y="25"/>
                </a:moveTo>
                <a:cubicBezTo>
                  <a:pt x="6" y="26"/>
                  <a:pt x="4" y="28"/>
                  <a:pt x="3" y="28"/>
                </a:cubicBezTo>
                <a:cubicBezTo>
                  <a:pt x="1" y="28"/>
                  <a:pt x="0" y="26"/>
                  <a:pt x="0" y="25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lnTo>
                  <a:pt x="6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0" name="Freeform 125">
            <a:extLst>
              <a:ext uri="{FF2B5EF4-FFF2-40B4-BE49-F238E27FC236}">
                <a16:creationId xmlns:a16="http://schemas.microsoft.com/office/drawing/2014/main" id="{9B35BD7C-87CB-421B-BBD4-98E06800CF4A}"/>
              </a:ext>
            </a:extLst>
          </p:cNvPr>
          <p:cNvSpPr>
            <a:spLocks/>
          </p:cNvSpPr>
          <p:nvPr/>
        </p:nvSpPr>
        <p:spPr bwMode="auto">
          <a:xfrm>
            <a:off x="7671480" y="3566885"/>
            <a:ext cx="7938" cy="66675"/>
          </a:xfrm>
          <a:custGeom>
            <a:avLst/>
            <a:gdLst>
              <a:gd name="T0" fmla="*/ 2 w 2"/>
              <a:gd name="T1" fmla="*/ 15 h 16"/>
              <a:gd name="T2" fmla="*/ 1 w 2"/>
              <a:gd name="T3" fmla="*/ 16 h 16"/>
              <a:gd name="T4" fmla="*/ 0 w 2"/>
              <a:gd name="T5" fmla="*/ 15 h 16"/>
              <a:gd name="T6" fmla="*/ 0 w 2"/>
              <a:gd name="T7" fmla="*/ 1 h 16"/>
              <a:gd name="T8" fmla="*/ 1 w 2"/>
              <a:gd name="T9" fmla="*/ 0 h 16"/>
              <a:gd name="T10" fmla="*/ 2 w 2"/>
              <a:gd name="T11" fmla="*/ 1 h 16"/>
              <a:gd name="T12" fmla="*/ 2 w 2"/>
              <a:gd name="T13" fmla="*/ 1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16">
                <a:moveTo>
                  <a:pt x="2" y="15"/>
                </a:moveTo>
                <a:cubicBezTo>
                  <a:pt x="2" y="16"/>
                  <a:pt x="2" y="16"/>
                  <a:pt x="1" y="16"/>
                </a:cubicBezTo>
                <a:cubicBezTo>
                  <a:pt x="0" y="16"/>
                  <a:pt x="0" y="16"/>
                  <a:pt x="0" y="15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2" y="0"/>
                  <a:pt x="2" y="0"/>
                  <a:pt x="2" y="1"/>
                </a:cubicBezTo>
                <a:lnTo>
                  <a:pt x="2" y="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1" name="Freeform 126">
            <a:extLst>
              <a:ext uri="{FF2B5EF4-FFF2-40B4-BE49-F238E27FC236}">
                <a16:creationId xmlns:a16="http://schemas.microsoft.com/office/drawing/2014/main" id="{8BED1F53-E44C-462A-96D4-5198D8F64518}"/>
              </a:ext>
            </a:extLst>
          </p:cNvPr>
          <p:cNvSpPr>
            <a:spLocks/>
          </p:cNvSpPr>
          <p:nvPr/>
        </p:nvSpPr>
        <p:spPr bwMode="auto">
          <a:xfrm>
            <a:off x="7495268" y="3497035"/>
            <a:ext cx="360363" cy="12700"/>
          </a:xfrm>
          <a:custGeom>
            <a:avLst/>
            <a:gdLst>
              <a:gd name="T0" fmla="*/ 88 w 88"/>
              <a:gd name="T1" fmla="*/ 1 h 3"/>
              <a:gd name="T2" fmla="*/ 86 w 88"/>
              <a:gd name="T3" fmla="*/ 3 h 3"/>
              <a:gd name="T4" fmla="*/ 2 w 88"/>
              <a:gd name="T5" fmla="*/ 3 h 3"/>
              <a:gd name="T6" fmla="*/ 0 w 88"/>
              <a:gd name="T7" fmla="*/ 1 h 3"/>
              <a:gd name="T8" fmla="*/ 2 w 88"/>
              <a:gd name="T9" fmla="*/ 0 h 3"/>
              <a:gd name="T10" fmla="*/ 86 w 88"/>
              <a:gd name="T11" fmla="*/ 0 h 3"/>
              <a:gd name="T12" fmla="*/ 88 w 88"/>
              <a:gd name="T1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3">
                <a:moveTo>
                  <a:pt x="88" y="1"/>
                </a:moveTo>
                <a:cubicBezTo>
                  <a:pt x="88" y="2"/>
                  <a:pt x="87" y="3"/>
                  <a:pt x="86" y="3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7" y="0"/>
                  <a:pt x="88" y="0"/>
                  <a:pt x="88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2" name="Freeform 127">
            <a:extLst>
              <a:ext uri="{FF2B5EF4-FFF2-40B4-BE49-F238E27FC236}">
                <a16:creationId xmlns:a16="http://schemas.microsoft.com/office/drawing/2014/main" id="{28203FC2-AA3D-46A7-BFED-371F6B85A6E0}"/>
              </a:ext>
            </a:extLst>
          </p:cNvPr>
          <p:cNvSpPr>
            <a:spLocks/>
          </p:cNvSpPr>
          <p:nvPr/>
        </p:nvSpPr>
        <p:spPr bwMode="auto">
          <a:xfrm>
            <a:off x="7671480" y="3509735"/>
            <a:ext cx="7938" cy="25400"/>
          </a:xfrm>
          <a:custGeom>
            <a:avLst/>
            <a:gdLst>
              <a:gd name="T0" fmla="*/ 2 w 2"/>
              <a:gd name="T1" fmla="*/ 5 h 6"/>
              <a:gd name="T2" fmla="*/ 1 w 2"/>
              <a:gd name="T3" fmla="*/ 6 h 6"/>
              <a:gd name="T4" fmla="*/ 0 w 2"/>
              <a:gd name="T5" fmla="*/ 5 h 6"/>
              <a:gd name="T6" fmla="*/ 0 w 2"/>
              <a:gd name="T7" fmla="*/ 1 h 6"/>
              <a:gd name="T8" fmla="*/ 1 w 2"/>
              <a:gd name="T9" fmla="*/ 0 h 6"/>
              <a:gd name="T10" fmla="*/ 2 w 2"/>
              <a:gd name="T11" fmla="*/ 1 h 6"/>
              <a:gd name="T12" fmla="*/ 2 w 2"/>
              <a:gd name="T13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6">
                <a:moveTo>
                  <a:pt x="2" y="5"/>
                </a:moveTo>
                <a:cubicBezTo>
                  <a:pt x="2" y="6"/>
                  <a:pt x="2" y="6"/>
                  <a:pt x="1" y="6"/>
                </a:cubicBezTo>
                <a:cubicBezTo>
                  <a:pt x="0" y="6"/>
                  <a:pt x="0" y="6"/>
                  <a:pt x="0" y="5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1"/>
                  <a:pt x="2" y="1"/>
                </a:cubicBezTo>
                <a:lnTo>
                  <a:pt x="2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3" name="Freeform 128">
            <a:extLst>
              <a:ext uri="{FF2B5EF4-FFF2-40B4-BE49-F238E27FC236}">
                <a16:creationId xmlns:a16="http://schemas.microsoft.com/office/drawing/2014/main" id="{EB2CA698-F98E-4464-9FF5-9F75BE674440}"/>
              </a:ext>
            </a:extLst>
          </p:cNvPr>
          <p:cNvSpPr>
            <a:spLocks/>
          </p:cNvSpPr>
          <p:nvPr/>
        </p:nvSpPr>
        <p:spPr bwMode="auto">
          <a:xfrm>
            <a:off x="7781018" y="3633560"/>
            <a:ext cx="292100" cy="23813"/>
          </a:xfrm>
          <a:custGeom>
            <a:avLst/>
            <a:gdLst>
              <a:gd name="T0" fmla="*/ 150 w 184"/>
              <a:gd name="T1" fmla="*/ 15 h 15"/>
              <a:gd name="T2" fmla="*/ 0 w 184"/>
              <a:gd name="T3" fmla="*/ 15 h 15"/>
              <a:gd name="T4" fmla="*/ 0 w 184"/>
              <a:gd name="T5" fmla="*/ 0 h 15"/>
              <a:gd name="T6" fmla="*/ 184 w 184"/>
              <a:gd name="T7" fmla="*/ 0 h 15"/>
              <a:gd name="T8" fmla="*/ 150 w 184"/>
              <a:gd name="T9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4" h="15">
                <a:moveTo>
                  <a:pt x="150" y="15"/>
                </a:moveTo>
                <a:lnTo>
                  <a:pt x="0" y="15"/>
                </a:lnTo>
                <a:lnTo>
                  <a:pt x="0" y="0"/>
                </a:lnTo>
                <a:lnTo>
                  <a:pt x="184" y="0"/>
                </a:lnTo>
                <a:lnTo>
                  <a:pt x="150" y="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4" name="Freeform 129">
            <a:extLst>
              <a:ext uri="{FF2B5EF4-FFF2-40B4-BE49-F238E27FC236}">
                <a16:creationId xmlns:a16="http://schemas.microsoft.com/office/drawing/2014/main" id="{9EBFD374-BF71-4AA8-BA1A-C095697B9A8A}"/>
              </a:ext>
            </a:extLst>
          </p:cNvPr>
          <p:cNvSpPr>
            <a:spLocks/>
          </p:cNvSpPr>
          <p:nvPr/>
        </p:nvSpPr>
        <p:spPr bwMode="auto">
          <a:xfrm>
            <a:off x="7273018" y="3633560"/>
            <a:ext cx="292100" cy="23813"/>
          </a:xfrm>
          <a:custGeom>
            <a:avLst/>
            <a:gdLst>
              <a:gd name="T0" fmla="*/ 34 w 184"/>
              <a:gd name="T1" fmla="*/ 15 h 15"/>
              <a:gd name="T2" fmla="*/ 184 w 184"/>
              <a:gd name="T3" fmla="*/ 15 h 15"/>
              <a:gd name="T4" fmla="*/ 184 w 184"/>
              <a:gd name="T5" fmla="*/ 0 h 15"/>
              <a:gd name="T6" fmla="*/ 0 w 184"/>
              <a:gd name="T7" fmla="*/ 0 h 15"/>
              <a:gd name="T8" fmla="*/ 34 w 184"/>
              <a:gd name="T9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4" h="15">
                <a:moveTo>
                  <a:pt x="34" y="15"/>
                </a:moveTo>
                <a:lnTo>
                  <a:pt x="184" y="15"/>
                </a:lnTo>
                <a:lnTo>
                  <a:pt x="184" y="0"/>
                </a:lnTo>
                <a:lnTo>
                  <a:pt x="0" y="0"/>
                </a:lnTo>
                <a:lnTo>
                  <a:pt x="34" y="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5" name="Rectangle 130">
            <a:extLst>
              <a:ext uri="{FF2B5EF4-FFF2-40B4-BE49-F238E27FC236}">
                <a16:creationId xmlns:a16="http://schemas.microsoft.com/office/drawing/2014/main" id="{72EB60DA-EEBB-4C1F-808F-BAD2A4687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1480" y="3447822"/>
            <a:ext cx="7938" cy="698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6" name="Oval 131">
            <a:extLst>
              <a:ext uri="{FF2B5EF4-FFF2-40B4-BE49-F238E27FC236}">
                <a16:creationId xmlns:a16="http://schemas.microsoft.com/office/drawing/2014/main" id="{970D1AF7-7660-4EEE-8FD8-CB22355D0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8780" y="3698647"/>
            <a:ext cx="33338" cy="285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7" name="Freeform 132">
            <a:extLst>
              <a:ext uri="{FF2B5EF4-FFF2-40B4-BE49-F238E27FC236}">
                <a16:creationId xmlns:a16="http://schemas.microsoft.com/office/drawing/2014/main" id="{C74B06CA-EEEC-463F-9E89-55372EBF0527}"/>
              </a:ext>
            </a:extLst>
          </p:cNvPr>
          <p:cNvSpPr>
            <a:spLocks noEditPoints="1"/>
          </p:cNvSpPr>
          <p:nvPr/>
        </p:nvSpPr>
        <p:spPr bwMode="auto">
          <a:xfrm>
            <a:off x="7580993" y="3535135"/>
            <a:ext cx="188913" cy="220663"/>
          </a:xfrm>
          <a:custGeom>
            <a:avLst/>
            <a:gdLst>
              <a:gd name="T0" fmla="*/ 24 w 46"/>
              <a:gd name="T1" fmla="*/ 0 h 54"/>
              <a:gd name="T2" fmla="*/ 22 w 46"/>
              <a:gd name="T3" fmla="*/ 0 h 54"/>
              <a:gd name="T4" fmla="*/ 0 w 46"/>
              <a:gd name="T5" fmla="*/ 13 h 54"/>
              <a:gd name="T6" fmla="*/ 2 w 46"/>
              <a:gd name="T7" fmla="*/ 32 h 54"/>
              <a:gd name="T8" fmla="*/ 23 w 46"/>
              <a:gd name="T9" fmla="*/ 54 h 54"/>
              <a:gd name="T10" fmla="*/ 24 w 46"/>
              <a:gd name="T11" fmla="*/ 54 h 54"/>
              <a:gd name="T12" fmla="*/ 44 w 46"/>
              <a:gd name="T13" fmla="*/ 32 h 54"/>
              <a:gd name="T14" fmla="*/ 46 w 46"/>
              <a:gd name="T15" fmla="*/ 13 h 54"/>
              <a:gd name="T16" fmla="*/ 24 w 46"/>
              <a:gd name="T17" fmla="*/ 0 h 54"/>
              <a:gd name="T18" fmla="*/ 23 w 46"/>
              <a:gd name="T19" fmla="*/ 52 h 54"/>
              <a:gd name="T20" fmla="*/ 15 w 46"/>
              <a:gd name="T21" fmla="*/ 43 h 54"/>
              <a:gd name="T22" fmla="*/ 23 w 46"/>
              <a:gd name="T23" fmla="*/ 35 h 54"/>
              <a:gd name="T24" fmla="*/ 31 w 46"/>
              <a:gd name="T25" fmla="*/ 43 h 54"/>
              <a:gd name="T26" fmla="*/ 23 w 46"/>
              <a:gd name="T27" fmla="*/ 52 h 54"/>
              <a:gd name="T28" fmla="*/ 40 w 46"/>
              <a:gd name="T29" fmla="*/ 23 h 54"/>
              <a:gd name="T30" fmla="*/ 7 w 46"/>
              <a:gd name="T31" fmla="*/ 23 h 54"/>
              <a:gd name="T32" fmla="*/ 4 w 46"/>
              <a:gd name="T33" fmla="*/ 15 h 54"/>
              <a:gd name="T34" fmla="*/ 14 w 46"/>
              <a:gd name="T35" fmla="*/ 7 h 54"/>
              <a:gd name="T36" fmla="*/ 32 w 46"/>
              <a:gd name="T37" fmla="*/ 7 h 54"/>
              <a:gd name="T38" fmla="*/ 42 w 46"/>
              <a:gd name="T39" fmla="*/ 15 h 54"/>
              <a:gd name="T40" fmla="*/ 40 w 46"/>
              <a:gd name="T41" fmla="*/ 23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" h="54">
                <a:moveTo>
                  <a:pt x="24" y="0"/>
                </a:moveTo>
                <a:cubicBezTo>
                  <a:pt x="22" y="0"/>
                  <a:pt x="22" y="0"/>
                  <a:pt x="22" y="0"/>
                </a:cubicBezTo>
                <a:cubicBezTo>
                  <a:pt x="10" y="0"/>
                  <a:pt x="0" y="1"/>
                  <a:pt x="0" y="13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44"/>
                  <a:pt x="11" y="54"/>
                  <a:pt x="23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36" y="54"/>
                  <a:pt x="44" y="44"/>
                  <a:pt x="44" y="32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"/>
                  <a:pt x="36" y="0"/>
                  <a:pt x="24" y="0"/>
                </a:cubicBezTo>
                <a:close/>
                <a:moveTo>
                  <a:pt x="23" y="52"/>
                </a:moveTo>
                <a:cubicBezTo>
                  <a:pt x="19" y="52"/>
                  <a:pt x="15" y="48"/>
                  <a:pt x="15" y="43"/>
                </a:cubicBezTo>
                <a:cubicBezTo>
                  <a:pt x="15" y="39"/>
                  <a:pt x="19" y="35"/>
                  <a:pt x="23" y="35"/>
                </a:cubicBezTo>
                <a:cubicBezTo>
                  <a:pt x="28" y="35"/>
                  <a:pt x="31" y="39"/>
                  <a:pt x="31" y="43"/>
                </a:cubicBezTo>
                <a:cubicBezTo>
                  <a:pt x="31" y="48"/>
                  <a:pt x="28" y="52"/>
                  <a:pt x="23" y="52"/>
                </a:cubicBezTo>
                <a:close/>
                <a:moveTo>
                  <a:pt x="40" y="23"/>
                </a:moveTo>
                <a:cubicBezTo>
                  <a:pt x="7" y="23"/>
                  <a:pt x="7" y="23"/>
                  <a:pt x="7" y="23"/>
                </a:cubicBezTo>
                <a:cubicBezTo>
                  <a:pt x="2" y="23"/>
                  <a:pt x="4" y="19"/>
                  <a:pt x="4" y="15"/>
                </a:cubicBezTo>
                <a:cubicBezTo>
                  <a:pt x="4" y="11"/>
                  <a:pt x="10" y="7"/>
                  <a:pt x="14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6" y="7"/>
                  <a:pt x="42" y="11"/>
                  <a:pt x="42" y="15"/>
                </a:cubicBezTo>
                <a:cubicBezTo>
                  <a:pt x="42" y="19"/>
                  <a:pt x="44" y="23"/>
                  <a:pt x="40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8" name="Freeform 133">
            <a:extLst>
              <a:ext uri="{FF2B5EF4-FFF2-40B4-BE49-F238E27FC236}">
                <a16:creationId xmlns:a16="http://schemas.microsoft.com/office/drawing/2014/main" id="{13CEA314-63C5-445C-A928-149C6F8C25BB}"/>
              </a:ext>
            </a:extLst>
          </p:cNvPr>
          <p:cNvSpPr>
            <a:spLocks/>
          </p:cNvSpPr>
          <p:nvPr/>
        </p:nvSpPr>
        <p:spPr bwMode="auto">
          <a:xfrm>
            <a:off x="7715930" y="3678010"/>
            <a:ext cx="61913" cy="98425"/>
          </a:xfrm>
          <a:custGeom>
            <a:avLst/>
            <a:gdLst>
              <a:gd name="T0" fmla="*/ 39 w 39"/>
              <a:gd name="T1" fmla="*/ 60 h 62"/>
              <a:gd name="T2" fmla="*/ 36 w 39"/>
              <a:gd name="T3" fmla="*/ 62 h 62"/>
              <a:gd name="T4" fmla="*/ 0 w 39"/>
              <a:gd name="T5" fmla="*/ 0 h 62"/>
              <a:gd name="T6" fmla="*/ 3 w 39"/>
              <a:gd name="T7" fmla="*/ 0 h 62"/>
              <a:gd name="T8" fmla="*/ 39 w 39"/>
              <a:gd name="T9" fmla="*/ 6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62">
                <a:moveTo>
                  <a:pt x="39" y="60"/>
                </a:moveTo>
                <a:lnTo>
                  <a:pt x="36" y="62"/>
                </a:lnTo>
                <a:lnTo>
                  <a:pt x="0" y="0"/>
                </a:lnTo>
                <a:lnTo>
                  <a:pt x="3" y="0"/>
                </a:lnTo>
                <a:lnTo>
                  <a:pt x="39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9" name="Freeform 134">
            <a:extLst>
              <a:ext uri="{FF2B5EF4-FFF2-40B4-BE49-F238E27FC236}">
                <a16:creationId xmlns:a16="http://schemas.microsoft.com/office/drawing/2014/main" id="{DFF170F9-41A0-41F4-8596-C4FF13957183}"/>
              </a:ext>
            </a:extLst>
          </p:cNvPr>
          <p:cNvSpPr>
            <a:spLocks/>
          </p:cNvSpPr>
          <p:nvPr/>
        </p:nvSpPr>
        <p:spPr bwMode="auto">
          <a:xfrm>
            <a:off x="7580993" y="3678010"/>
            <a:ext cx="61913" cy="98425"/>
          </a:xfrm>
          <a:custGeom>
            <a:avLst/>
            <a:gdLst>
              <a:gd name="T0" fmla="*/ 0 w 39"/>
              <a:gd name="T1" fmla="*/ 60 h 62"/>
              <a:gd name="T2" fmla="*/ 3 w 39"/>
              <a:gd name="T3" fmla="*/ 62 h 62"/>
              <a:gd name="T4" fmla="*/ 39 w 39"/>
              <a:gd name="T5" fmla="*/ 0 h 62"/>
              <a:gd name="T6" fmla="*/ 36 w 39"/>
              <a:gd name="T7" fmla="*/ 0 h 62"/>
              <a:gd name="T8" fmla="*/ 0 w 39"/>
              <a:gd name="T9" fmla="*/ 6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62">
                <a:moveTo>
                  <a:pt x="0" y="60"/>
                </a:moveTo>
                <a:lnTo>
                  <a:pt x="3" y="62"/>
                </a:lnTo>
                <a:lnTo>
                  <a:pt x="39" y="0"/>
                </a:lnTo>
                <a:lnTo>
                  <a:pt x="36" y="0"/>
                </a:lnTo>
                <a:lnTo>
                  <a:pt x="0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0" name="Freeform 135">
            <a:extLst>
              <a:ext uri="{FF2B5EF4-FFF2-40B4-BE49-F238E27FC236}">
                <a16:creationId xmlns:a16="http://schemas.microsoft.com/office/drawing/2014/main" id="{7EB223FB-4BFE-4DF5-9C31-781EAA5D555B}"/>
              </a:ext>
            </a:extLst>
          </p:cNvPr>
          <p:cNvSpPr>
            <a:spLocks/>
          </p:cNvSpPr>
          <p:nvPr/>
        </p:nvSpPr>
        <p:spPr bwMode="auto">
          <a:xfrm>
            <a:off x="7557180" y="3768497"/>
            <a:ext cx="47625" cy="25400"/>
          </a:xfrm>
          <a:custGeom>
            <a:avLst/>
            <a:gdLst>
              <a:gd name="T0" fmla="*/ 0 w 12"/>
              <a:gd name="T1" fmla="*/ 6 h 6"/>
              <a:gd name="T2" fmla="*/ 0 w 12"/>
              <a:gd name="T3" fmla="*/ 6 h 6"/>
              <a:gd name="T4" fmla="*/ 6 w 12"/>
              <a:gd name="T5" fmla="*/ 0 h 6"/>
              <a:gd name="T6" fmla="*/ 12 w 12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6">
                <a:moveTo>
                  <a:pt x="0" y="6"/>
                </a:move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9" y="0"/>
                  <a:pt x="12" y="3"/>
                  <a:pt x="12" y="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1" name="Freeform 136">
            <a:extLst>
              <a:ext uri="{FF2B5EF4-FFF2-40B4-BE49-F238E27FC236}">
                <a16:creationId xmlns:a16="http://schemas.microsoft.com/office/drawing/2014/main" id="{1E6C5C30-5A5C-4695-BC09-02BC47A29E64}"/>
              </a:ext>
            </a:extLst>
          </p:cNvPr>
          <p:cNvSpPr>
            <a:spLocks/>
          </p:cNvSpPr>
          <p:nvPr/>
        </p:nvSpPr>
        <p:spPr bwMode="auto">
          <a:xfrm>
            <a:off x="7752443" y="3768497"/>
            <a:ext cx="49213" cy="25400"/>
          </a:xfrm>
          <a:custGeom>
            <a:avLst/>
            <a:gdLst>
              <a:gd name="T0" fmla="*/ 0 w 12"/>
              <a:gd name="T1" fmla="*/ 6 h 6"/>
              <a:gd name="T2" fmla="*/ 0 w 12"/>
              <a:gd name="T3" fmla="*/ 6 h 6"/>
              <a:gd name="T4" fmla="*/ 6 w 12"/>
              <a:gd name="T5" fmla="*/ 0 h 6"/>
              <a:gd name="T6" fmla="*/ 12 w 12"/>
              <a:gd name="T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6">
                <a:moveTo>
                  <a:pt x="0" y="6"/>
                </a:move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9" y="0"/>
                  <a:pt x="12" y="3"/>
                  <a:pt x="12" y="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2" name="Rectangle 137">
            <a:extLst>
              <a:ext uri="{FF2B5EF4-FFF2-40B4-BE49-F238E27FC236}">
                <a16:creationId xmlns:a16="http://schemas.microsoft.com/office/drawing/2014/main" id="{4AD44360-86E3-4FAE-A093-FB8C1B22E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055" y="3789135"/>
            <a:ext cx="1587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3" name="Rectangle 138">
            <a:extLst>
              <a:ext uri="{FF2B5EF4-FFF2-40B4-BE49-F238E27FC236}">
                <a16:creationId xmlns:a16="http://schemas.microsoft.com/office/drawing/2014/main" id="{45073911-4C0F-46F9-9E39-E7F5CD63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9905" y="3789135"/>
            <a:ext cx="1587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4" name="Freeform 139">
            <a:extLst>
              <a:ext uri="{FF2B5EF4-FFF2-40B4-BE49-F238E27FC236}">
                <a16:creationId xmlns:a16="http://schemas.microsoft.com/office/drawing/2014/main" id="{D8DD1043-9F71-426F-A847-B347CDF26A9F}"/>
              </a:ext>
            </a:extLst>
          </p:cNvPr>
          <p:cNvSpPr>
            <a:spLocks noEditPoints="1"/>
          </p:cNvSpPr>
          <p:nvPr/>
        </p:nvSpPr>
        <p:spPr bwMode="auto">
          <a:xfrm>
            <a:off x="8335055" y="3514497"/>
            <a:ext cx="241300" cy="279400"/>
          </a:xfrm>
          <a:custGeom>
            <a:avLst/>
            <a:gdLst>
              <a:gd name="T0" fmla="*/ 30 w 59"/>
              <a:gd name="T1" fmla="*/ 0 h 68"/>
              <a:gd name="T2" fmla="*/ 0 w 59"/>
              <a:gd name="T3" fmla="*/ 29 h 68"/>
              <a:gd name="T4" fmla="*/ 0 w 59"/>
              <a:gd name="T5" fmla="*/ 44 h 68"/>
              <a:gd name="T6" fmla="*/ 30 w 59"/>
              <a:gd name="T7" fmla="*/ 68 h 68"/>
              <a:gd name="T8" fmla="*/ 59 w 59"/>
              <a:gd name="T9" fmla="*/ 44 h 68"/>
              <a:gd name="T10" fmla="*/ 59 w 59"/>
              <a:gd name="T11" fmla="*/ 29 h 68"/>
              <a:gd name="T12" fmla="*/ 30 w 59"/>
              <a:gd name="T13" fmla="*/ 0 h 68"/>
              <a:gd name="T14" fmla="*/ 51 w 59"/>
              <a:gd name="T15" fmla="*/ 35 h 68"/>
              <a:gd name="T16" fmla="*/ 31 w 59"/>
              <a:gd name="T17" fmla="*/ 35 h 68"/>
              <a:gd name="T18" fmla="*/ 31 w 59"/>
              <a:gd name="T19" fmla="*/ 35 h 68"/>
              <a:gd name="T20" fmla="*/ 30 w 59"/>
              <a:gd name="T21" fmla="*/ 38 h 68"/>
              <a:gd name="T22" fmla="*/ 28 w 59"/>
              <a:gd name="T23" fmla="*/ 35 h 68"/>
              <a:gd name="T24" fmla="*/ 28 w 59"/>
              <a:gd name="T25" fmla="*/ 35 h 68"/>
              <a:gd name="T26" fmla="*/ 9 w 59"/>
              <a:gd name="T27" fmla="*/ 35 h 68"/>
              <a:gd name="T28" fmla="*/ 6 w 59"/>
              <a:gd name="T29" fmla="*/ 20 h 68"/>
              <a:gd name="T30" fmla="*/ 24 w 59"/>
              <a:gd name="T31" fmla="*/ 4 h 68"/>
              <a:gd name="T32" fmla="*/ 36 w 59"/>
              <a:gd name="T33" fmla="*/ 4 h 68"/>
              <a:gd name="T34" fmla="*/ 53 w 59"/>
              <a:gd name="T35" fmla="*/ 20 h 68"/>
              <a:gd name="T36" fmla="*/ 51 w 59"/>
              <a:gd name="T37" fmla="*/ 35 h 68"/>
              <a:gd name="T38" fmla="*/ 22 w 59"/>
              <a:gd name="T39" fmla="*/ 60 h 68"/>
              <a:gd name="T40" fmla="*/ 10 w 59"/>
              <a:gd name="T41" fmla="*/ 56 h 68"/>
              <a:gd name="T42" fmla="*/ 5 w 59"/>
              <a:gd name="T43" fmla="*/ 43 h 68"/>
              <a:gd name="T44" fmla="*/ 18 w 59"/>
              <a:gd name="T45" fmla="*/ 47 h 68"/>
              <a:gd name="T46" fmla="*/ 22 w 59"/>
              <a:gd name="T47" fmla="*/ 60 h 68"/>
              <a:gd name="T48" fmla="*/ 41 w 59"/>
              <a:gd name="T49" fmla="*/ 47 h 68"/>
              <a:gd name="T50" fmla="*/ 54 w 59"/>
              <a:gd name="T51" fmla="*/ 43 h 68"/>
              <a:gd name="T52" fmla="*/ 50 w 59"/>
              <a:gd name="T53" fmla="*/ 56 h 68"/>
              <a:gd name="T54" fmla="*/ 37 w 59"/>
              <a:gd name="T55" fmla="*/ 60 h 68"/>
              <a:gd name="T56" fmla="*/ 41 w 59"/>
              <a:gd name="T57" fmla="*/ 4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" h="68">
                <a:moveTo>
                  <a:pt x="30" y="0"/>
                </a:moveTo>
                <a:cubicBezTo>
                  <a:pt x="13" y="0"/>
                  <a:pt x="0" y="13"/>
                  <a:pt x="0" y="29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60"/>
                  <a:pt x="13" y="68"/>
                  <a:pt x="30" y="68"/>
                </a:cubicBezTo>
                <a:cubicBezTo>
                  <a:pt x="46" y="68"/>
                  <a:pt x="59" y="60"/>
                  <a:pt x="59" y="44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13"/>
                  <a:pt x="46" y="0"/>
                  <a:pt x="30" y="0"/>
                </a:cubicBezTo>
                <a:close/>
                <a:moveTo>
                  <a:pt x="51" y="35"/>
                </a:move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7"/>
                  <a:pt x="31" y="38"/>
                  <a:pt x="30" y="38"/>
                </a:cubicBezTo>
                <a:cubicBezTo>
                  <a:pt x="29" y="38"/>
                  <a:pt x="28" y="37"/>
                  <a:pt x="28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3" y="35"/>
                  <a:pt x="6" y="28"/>
                  <a:pt x="6" y="20"/>
                </a:cubicBezTo>
                <a:cubicBezTo>
                  <a:pt x="6" y="11"/>
                  <a:pt x="18" y="4"/>
                  <a:pt x="24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41" y="4"/>
                  <a:pt x="53" y="11"/>
                  <a:pt x="53" y="20"/>
                </a:cubicBezTo>
                <a:cubicBezTo>
                  <a:pt x="53" y="28"/>
                  <a:pt x="56" y="35"/>
                  <a:pt x="51" y="35"/>
                </a:cubicBezTo>
                <a:close/>
                <a:moveTo>
                  <a:pt x="22" y="60"/>
                </a:moveTo>
                <a:cubicBezTo>
                  <a:pt x="20" y="63"/>
                  <a:pt x="14" y="61"/>
                  <a:pt x="10" y="56"/>
                </a:cubicBezTo>
                <a:cubicBezTo>
                  <a:pt x="5" y="51"/>
                  <a:pt x="3" y="45"/>
                  <a:pt x="5" y="43"/>
                </a:cubicBezTo>
                <a:cubicBezTo>
                  <a:pt x="7" y="41"/>
                  <a:pt x="13" y="43"/>
                  <a:pt x="18" y="47"/>
                </a:cubicBezTo>
                <a:cubicBezTo>
                  <a:pt x="23" y="52"/>
                  <a:pt x="25" y="58"/>
                  <a:pt x="22" y="60"/>
                </a:cubicBezTo>
                <a:close/>
                <a:moveTo>
                  <a:pt x="41" y="47"/>
                </a:moveTo>
                <a:cubicBezTo>
                  <a:pt x="46" y="43"/>
                  <a:pt x="52" y="41"/>
                  <a:pt x="54" y="43"/>
                </a:cubicBezTo>
                <a:cubicBezTo>
                  <a:pt x="56" y="45"/>
                  <a:pt x="54" y="51"/>
                  <a:pt x="50" y="56"/>
                </a:cubicBezTo>
                <a:cubicBezTo>
                  <a:pt x="45" y="61"/>
                  <a:pt x="39" y="63"/>
                  <a:pt x="37" y="60"/>
                </a:cubicBezTo>
                <a:cubicBezTo>
                  <a:pt x="34" y="58"/>
                  <a:pt x="36" y="52"/>
                  <a:pt x="41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5" name="Freeform 140">
            <a:extLst>
              <a:ext uri="{FF2B5EF4-FFF2-40B4-BE49-F238E27FC236}">
                <a16:creationId xmlns:a16="http://schemas.microsoft.com/office/drawing/2014/main" id="{6C2C3B8D-012E-4B07-99B0-603AF12801C5}"/>
              </a:ext>
            </a:extLst>
          </p:cNvPr>
          <p:cNvSpPr>
            <a:spLocks/>
          </p:cNvSpPr>
          <p:nvPr/>
        </p:nvSpPr>
        <p:spPr bwMode="auto">
          <a:xfrm>
            <a:off x="8449355" y="3530372"/>
            <a:ext cx="12700" cy="139700"/>
          </a:xfrm>
          <a:custGeom>
            <a:avLst/>
            <a:gdLst>
              <a:gd name="T0" fmla="*/ 2 w 3"/>
              <a:gd name="T1" fmla="*/ 0 h 34"/>
              <a:gd name="T2" fmla="*/ 0 w 3"/>
              <a:gd name="T3" fmla="*/ 3 h 34"/>
              <a:gd name="T4" fmla="*/ 0 w 3"/>
              <a:gd name="T5" fmla="*/ 34 h 34"/>
              <a:gd name="T6" fmla="*/ 3 w 3"/>
              <a:gd name="T7" fmla="*/ 34 h 34"/>
              <a:gd name="T8" fmla="*/ 3 w 3"/>
              <a:gd name="T9" fmla="*/ 3 h 34"/>
              <a:gd name="T10" fmla="*/ 2 w 3"/>
              <a:gd name="T1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34">
                <a:moveTo>
                  <a:pt x="2" y="0"/>
                </a:moveTo>
                <a:cubicBezTo>
                  <a:pt x="1" y="0"/>
                  <a:pt x="0" y="1"/>
                  <a:pt x="0" y="3"/>
                </a:cubicBezTo>
                <a:cubicBezTo>
                  <a:pt x="0" y="34"/>
                  <a:pt x="0" y="34"/>
                  <a:pt x="0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"/>
                  <a:pt x="3" y="3"/>
                  <a:pt x="3" y="3"/>
                </a:cubicBezTo>
                <a:cubicBezTo>
                  <a:pt x="3" y="1"/>
                  <a:pt x="2" y="0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6" name="Freeform 141">
            <a:extLst>
              <a:ext uri="{FF2B5EF4-FFF2-40B4-BE49-F238E27FC236}">
                <a16:creationId xmlns:a16="http://schemas.microsoft.com/office/drawing/2014/main" id="{15333B5D-86A6-4164-A959-97B6E137158D}"/>
              </a:ext>
            </a:extLst>
          </p:cNvPr>
          <p:cNvSpPr>
            <a:spLocks/>
          </p:cNvSpPr>
          <p:nvPr/>
        </p:nvSpPr>
        <p:spPr bwMode="auto">
          <a:xfrm>
            <a:off x="8252505" y="3465285"/>
            <a:ext cx="406400" cy="15875"/>
          </a:xfrm>
          <a:custGeom>
            <a:avLst/>
            <a:gdLst>
              <a:gd name="T0" fmla="*/ 99 w 99"/>
              <a:gd name="T1" fmla="*/ 2 h 4"/>
              <a:gd name="T2" fmla="*/ 97 w 99"/>
              <a:gd name="T3" fmla="*/ 4 h 4"/>
              <a:gd name="T4" fmla="*/ 2 w 99"/>
              <a:gd name="T5" fmla="*/ 4 h 4"/>
              <a:gd name="T6" fmla="*/ 0 w 99"/>
              <a:gd name="T7" fmla="*/ 2 h 4"/>
              <a:gd name="T8" fmla="*/ 2 w 99"/>
              <a:gd name="T9" fmla="*/ 0 h 4"/>
              <a:gd name="T10" fmla="*/ 97 w 99"/>
              <a:gd name="T11" fmla="*/ 0 h 4"/>
              <a:gd name="T12" fmla="*/ 99 w 99"/>
              <a:gd name="T13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4">
                <a:moveTo>
                  <a:pt x="99" y="2"/>
                </a:moveTo>
                <a:cubicBezTo>
                  <a:pt x="99" y="3"/>
                  <a:pt x="99" y="4"/>
                  <a:pt x="97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99" y="0"/>
                  <a:pt x="99" y="1"/>
                  <a:pt x="99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7" name="Freeform 142">
            <a:extLst>
              <a:ext uri="{FF2B5EF4-FFF2-40B4-BE49-F238E27FC236}">
                <a16:creationId xmlns:a16="http://schemas.microsoft.com/office/drawing/2014/main" id="{6CCC6CAC-280C-4AE6-AB5E-B98CD8B6FD9F}"/>
              </a:ext>
            </a:extLst>
          </p:cNvPr>
          <p:cNvSpPr>
            <a:spLocks/>
          </p:cNvSpPr>
          <p:nvPr/>
        </p:nvSpPr>
        <p:spPr bwMode="auto">
          <a:xfrm>
            <a:off x="8449355" y="3481160"/>
            <a:ext cx="12700" cy="28575"/>
          </a:xfrm>
          <a:custGeom>
            <a:avLst/>
            <a:gdLst>
              <a:gd name="T0" fmla="*/ 3 w 3"/>
              <a:gd name="T1" fmla="*/ 6 h 7"/>
              <a:gd name="T2" fmla="*/ 2 w 3"/>
              <a:gd name="T3" fmla="*/ 7 h 7"/>
              <a:gd name="T4" fmla="*/ 0 w 3"/>
              <a:gd name="T5" fmla="*/ 6 h 7"/>
              <a:gd name="T6" fmla="*/ 0 w 3"/>
              <a:gd name="T7" fmla="*/ 1 h 7"/>
              <a:gd name="T8" fmla="*/ 2 w 3"/>
              <a:gd name="T9" fmla="*/ 0 h 7"/>
              <a:gd name="T10" fmla="*/ 3 w 3"/>
              <a:gd name="T11" fmla="*/ 1 h 7"/>
              <a:gd name="T12" fmla="*/ 3 w 3"/>
              <a:gd name="T13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7">
                <a:moveTo>
                  <a:pt x="3" y="6"/>
                </a:moveTo>
                <a:cubicBezTo>
                  <a:pt x="3" y="6"/>
                  <a:pt x="2" y="7"/>
                  <a:pt x="2" y="7"/>
                </a:cubicBezTo>
                <a:cubicBezTo>
                  <a:pt x="1" y="7"/>
                  <a:pt x="0" y="6"/>
                  <a:pt x="0" y="6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3" y="1"/>
                  <a:pt x="3" y="1"/>
                </a:cubicBezTo>
                <a:lnTo>
                  <a:pt x="3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8" name="Freeform 143">
            <a:extLst>
              <a:ext uri="{FF2B5EF4-FFF2-40B4-BE49-F238E27FC236}">
                <a16:creationId xmlns:a16="http://schemas.microsoft.com/office/drawing/2014/main" id="{79CAA133-20F0-4689-96BD-D52AB95521D6}"/>
              </a:ext>
            </a:extLst>
          </p:cNvPr>
          <p:cNvSpPr>
            <a:spLocks/>
          </p:cNvSpPr>
          <p:nvPr/>
        </p:nvSpPr>
        <p:spPr bwMode="auto">
          <a:xfrm>
            <a:off x="8584293" y="3620860"/>
            <a:ext cx="103188" cy="28575"/>
          </a:xfrm>
          <a:custGeom>
            <a:avLst/>
            <a:gdLst>
              <a:gd name="T0" fmla="*/ 26 w 65"/>
              <a:gd name="T1" fmla="*/ 18 h 18"/>
              <a:gd name="T2" fmla="*/ 0 w 65"/>
              <a:gd name="T3" fmla="*/ 18 h 18"/>
              <a:gd name="T4" fmla="*/ 0 w 65"/>
              <a:gd name="T5" fmla="*/ 0 h 18"/>
              <a:gd name="T6" fmla="*/ 65 w 65"/>
              <a:gd name="T7" fmla="*/ 0 h 18"/>
              <a:gd name="T8" fmla="*/ 26 w 65"/>
              <a:gd name="T9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18">
                <a:moveTo>
                  <a:pt x="26" y="18"/>
                </a:moveTo>
                <a:lnTo>
                  <a:pt x="0" y="18"/>
                </a:lnTo>
                <a:lnTo>
                  <a:pt x="0" y="0"/>
                </a:lnTo>
                <a:lnTo>
                  <a:pt x="65" y="0"/>
                </a:lnTo>
                <a:lnTo>
                  <a:pt x="2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9" name="Freeform 144">
            <a:extLst>
              <a:ext uri="{FF2B5EF4-FFF2-40B4-BE49-F238E27FC236}">
                <a16:creationId xmlns:a16="http://schemas.microsoft.com/office/drawing/2014/main" id="{B675A466-18F7-4EBE-955E-350920969D84}"/>
              </a:ext>
            </a:extLst>
          </p:cNvPr>
          <p:cNvSpPr>
            <a:spLocks/>
          </p:cNvSpPr>
          <p:nvPr/>
        </p:nvSpPr>
        <p:spPr bwMode="auto">
          <a:xfrm>
            <a:off x="8228693" y="3620860"/>
            <a:ext cx="98425" cy="28575"/>
          </a:xfrm>
          <a:custGeom>
            <a:avLst/>
            <a:gdLst>
              <a:gd name="T0" fmla="*/ 36 w 62"/>
              <a:gd name="T1" fmla="*/ 18 h 18"/>
              <a:gd name="T2" fmla="*/ 62 w 62"/>
              <a:gd name="T3" fmla="*/ 18 h 18"/>
              <a:gd name="T4" fmla="*/ 62 w 62"/>
              <a:gd name="T5" fmla="*/ 0 h 18"/>
              <a:gd name="T6" fmla="*/ 0 w 62"/>
              <a:gd name="T7" fmla="*/ 0 h 18"/>
              <a:gd name="T8" fmla="*/ 36 w 62"/>
              <a:gd name="T9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8">
                <a:moveTo>
                  <a:pt x="36" y="18"/>
                </a:moveTo>
                <a:lnTo>
                  <a:pt x="62" y="18"/>
                </a:lnTo>
                <a:lnTo>
                  <a:pt x="62" y="0"/>
                </a:lnTo>
                <a:lnTo>
                  <a:pt x="0" y="0"/>
                </a:lnTo>
                <a:lnTo>
                  <a:pt x="3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0" name="Rectangle 145">
            <a:extLst>
              <a:ext uri="{FF2B5EF4-FFF2-40B4-BE49-F238E27FC236}">
                <a16:creationId xmlns:a16="http://schemas.microsoft.com/office/drawing/2014/main" id="{D728D33A-57D4-4AF8-854A-D5C14CE40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9355" y="3406547"/>
            <a:ext cx="12700" cy="825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1" name="Freeform 146">
            <a:extLst>
              <a:ext uri="{FF2B5EF4-FFF2-40B4-BE49-F238E27FC236}">
                <a16:creationId xmlns:a16="http://schemas.microsoft.com/office/drawing/2014/main" id="{2EC9AAD2-9078-43CF-994D-EF99079C9EB4}"/>
              </a:ext>
            </a:extLst>
          </p:cNvPr>
          <p:cNvSpPr>
            <a:spLocks/>
          </p:cNvSpPr>
          <p:nvPr/>
        </p:nvSpPr>
        <p:spPr bwMode="auto">
          <a:xfrm>
            <a:off x="8379505" y="3768497"/>
            <a:ext cx="147638" cy="53975"/>
          </a:xfrm>
          <a:custGeom>
            <a:avLst/>
            <a:gdLst>
              <a:gd name="T0" fmla="*/ 93 w 93"/>
              <a:gd name="T1" fmla="*/ 34 h 34"/>
              <a:gd name="T2" fmla="*/ 80 w 93"/>
              <a:gd name="T3" fmla="*/ 34 h 34"/>
              <a:gd name="T4" fmla="*/ 80 w 93"/>
              <a:gd name="T5" fmla="*/ 13 h 34"/>
              <a:gd name="T6" fmla="*/ 13 w 93"/>
              <a:gd name="T7" fmla="*/ 13 h 34"/>
              <a:gd name="T8" fmla="*/ 13 w 93"/>
              <a:gd name="T9" fmla="*/ 34 h 34"/>
              <a:gd name="T10" fmla="*/ 0 w 93"/>
              <a:gd name="T11" fmla="*/ 34 h 34"/>
              <a:gd name="T12" fmla="*/ 0 w 93"/>
              <a:gd name="T13" fmla="*/ 0 h 34"/>
              <a:gd name="T14" fmla="*/ 93 w 93"/>
              <a:gd name="T15" fmla="*/ 0 h 34"/>
              <a:gd name="T16" fmla="*/ 93 w 93"/>
              <a:gd name="T17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3" h="34">
                <a:moveTo>
                  <a:pt x="93" y="34"/>
                </a:moveTo>
                <a:lnTo>
                  <a:pt x="80" y="34"/>
                </a:lnTo>
                <a:lnTo>
                  <a:pt x="80" y="13"/>
                </a:lnTo>
                <a:lnTo>
                  <a:pt x="13" y="13"/>
                </a:lnTo>
                <a:lnTo>
                  <a:pt x="13" y="34"/>
                </a:lnTo>
                <a:lnTo>
                  <a:pt x="0" y="34"/>
                </a:lnTo>
                <a:lnTo>
                  <a:pt x="0" y="0"/>
                </a:lnTo>
                <a:lnTo>
                  <a:pt x="93" y="0"/>
                </a:lnTo>
                <a:lnTo>
                  <a:pt x="93" y="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2" name="Freeform 147">
            <a:extLst>
              <a:ext uri="{FF2B5EF4-FFF2-40B4-BE49-F238E27FC236}">
                <a16:creationId xmlns:a16="http://schemas.microsoft.com/office/drawing/2014/main" id="{366FA839-7BCD-4092-A188-C9EF8AC33ED5}"/>
              </a:ext>
            </a:extLst>
          </p:cNvPr>
          <p:cNvSpPr>
            <a:spLocks/>
          </p:cNvSpPr>
          <p:nvPr/>
        </p:nvSpPr>
        <p:spPr bwMode="auto">
          <a:xfrm>
            <a:off x="11310030" y="2565172"/>
            <a:ext cx="222250" cy="147638"/>
          </a:xfrm>
          <a:custGeom>
            <a:avLst/>
            <a:gdLst>
              <a:gd name="T0" fmla="*/ 129 w 140"/>
              <a:gd name="T1" fmla="*/ 93 h 93"/>
              <a:gd name="T2" fmla="*/ 10 w 140"/>
              <a:gd name="T3" fmla="*/ 93 h 93"/>
              <a:gd name="T4" fmla="*/ 0 w 140"/>
              <a:gd name="T5" fmla="*/ 3 h 93"/>
              <a:gd name="T6" fmla="*/ 10 w 140"/>
              <a:gd name="T7" fmla="*/ 0 h 93"/>
              <a:gd name="T8" fmla="*/ 18 w 140"/>
              <a:gd name="T9" fmla="*/ 83 h 93"/>
              <a:gd name="T10" fmla="*/ 121 w 140"/>
              <a:gd name="T11" fmla="*/ 83 h 93"/>
              <a:gd name="T12" fmla="*/ 129 w 140"/>
              <a:gd name="T13" fmla="*/ 0 h 93"/>
              <a:gd name="T14" fmla="*/ 140 w 140"/>
              <a:gd name="T15" fmla="*/ 3 h 93"/>
              <a:gd name="T16" fmla="*/ 129 w 140"/>
              <a:gd name="T17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0" h="93">
                <a:moveTo>
                  <a:pt x="129" y="93"/>
                </a:moveTo>
                <a:lnTo>
                  <a:pt x="10" y="93"/>
                </a:lnTo>
                <a:lnTo>
                  <a:pt x="0" y="3"/>
                </a:lnTo>
                <a:lnTo>
                  <a:pt x="10" y="0"/>
                </a:lnTo>
                <a:lnTo>
                  <a:pt x="18" y="83"/>
                </a:lnTo>
                <a:lnTo>
                  <a:pt x="121" y="83"/>
                </a:lnTo>
                <a:lnTo>
                  <a:pt x="129" y="0"/>
                </a:lnTo>
                <a:lnTo>
                  <a:pt x="140" y="3"/>
                </a:lnTo>
                <a:lnTo>
                  <a:pt x="129" y="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3" name="Rectangle 148">
            <a:extLst>
              <a:ext uri="{FF2B5EF4-FFF2-40B4-BE49-F238E27FC236}">
                <a16:creationId xmlns:a16="http://schemas.microsoft.com/office/drawing/2014/main" id="{AEBCF3EF-F80B-43AC-B8D0-E9C7A6868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22730" y="2639785"/>
            <a:ext cx="196850" cy="238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4" name="Rectangle 149">
            <a:extLst>
              <a:ext uri="{FF2B5EF4-FFF2-40B4-BE49-F238E27FC236}">
                <a16:creationId xmlns:a16="http://schemas.microsoft.com/office/drawing/2014/main" id="{2F0969F0-0CCD-46BB-BA53-94BCBD0F0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22730" y="2585810"/>
            <a:ext cx="204788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5" name="Freeform 150">
            <a:extLst>
              <a:ext uri="{FF2B5EF4-FFF2-40B4-BE49-F238E27FC236}">
                <a16:creationId xmlns:a16="http://schemas.microsoft.com/office/drawing/2014/main" id="{B373E258-D11B-437B-A3C7-1EDFC19181E2}"/>
              </a:ext>
            </a:extLst>
          </p:cNvPr>
          <p:cNvSpPr>
            <a:spLocks noEditPoints="1"/>
          </p:cNvSpPr>
          <p:nvPr/>
        </p:nvSpPr>
        <p:spPr bwMode="auto">
          <a:xfrm>
            <a:off x="11244943" y="2688997"/>
            <a:ext cx="352425" cy="315913"/>
          </a:xfrm>
          <a:custGeom>
            <a:avLst/>
            <a:gdLst>
              <a:gd name="T0" fmla="*/ 58 w 86"/>
              <a:gd name="T1" fmla="*/ 65 h 77"/>
              <a:gd name="T2" fmla="*/ 58 w 86"/>
              <a:gd name="T3" fmla="*/ 77 h 77"/>
              <a:gd name="T4" fmla="*/ 86 w 86"/>
              <a:gd name="T5" fmla="*/ 77 h 77"/>
              <a:gd name="T6" fmla="*/ 86 w 86"/>
              <a:gd name="T7" fmla="*/ 0 h 77"/>
              <a:gd name="T8" fmla="*/ 0 w 86"/>
              <a:gd name="T9" fmla="*/ 0 h 77"/>
              <a:gd name="T10" fmla="*/ 0 w 86"/>
              <a:gd name="T11" fmla="*/ 77 h 77"/>
              <a:gd name="T12" fmla="*/ 28 w 86"/>
              <a:gd name="T13" fmla="*/ 77 h 77"/>
              <a:gd name="T14" fmla="*/ 28 w 86"/>
              <a:gd name="T15" fmla="*/ 65 h 77"/>
              <a:gd name="T16" fmla="*/ 58 w 86"/>
              <a:gd name="T17" fmla="*/ 65 h 77"/>
              <a:gd name="T18" fmla="*/ 68 w 86"/>
              <a:gd name="T19" fmla="*/ 65 h 77"/>
              <a:gd name="T20" fmla="*/ 60 w 86"/>
              <a:gd name="T21" fmla="*/ 57 h 77"/>
              <a:gd name="T22" fmla="*/ 68 w 86"/>
              <a:gd name="T23" fmla="*/ 49 h 77"/>
              <a:gd name="T24" fmla="*/ 76 w 86"/>
              <a:gd name="T25" fmla="*/ 57 h 77"/>
              <a:gd name="T26" fmla="*/ 68 w 86"/>
              <a:gd name="T27" fmla="*/ 65 h 77"/>
              <a:gd name="T28" fmla="*/ 45 w 86"/>
              <a:gd name="T29" fmla="*/ 9 h 77"/>
              <a:gd name="T30" fmla="*/ 81 w 86"/>
              <a:gd name="T31" fmla="*/ 9 h 77"/>
              <a:gd name="T32" fmla="*/ 81 w 86"/>
              <a:gd name="T33" fmla="*/ 30 h 77"/>
              <a:gd name="T34" fmla="*/ 45 w 86"/>
              <a:gd name="T35" fmla="*/ 30 h 77"/>
              <a:gd name="T36" fmla="*/ 45 w 86"/>
              <a:gd name="T37" fmla="*/ 9 h 77"/>
              <a:gd name="T38" fmla="*/ 5 w 86"/>
              <a:gd name="T39" fmla="*/ 9 h 77"/>
              <a:gd name="T40" fmla="*/ 42 w 86"/>
              <a:gd name="T41" fmla="*/ 9 h 77"/>
              <a:gd name="T42" fmla="*/ 42 w 86"/>
              <a:gd name="T43" fmla="*/ 30 h 77"/>
              <a:gd name="T44" fmla="*/ 5 w 86"/>
              <a:gd name="T45" fmla="*/ 30 h 77"/>
              <a:gd name="T46" fmla="*/ 5 w 86"/>
              <a:gd name="T47" fmla="*/ 9 h 77"/>
              <a:gd name="T48" fmla="*/ 19 w 86"/>
              <a:gd name="T49" fmla="*/ 65 h 77"/>
              <a:gd name="T50" fmla="*/ 11 w 86"/>
              <a:gd name="T51" fmla="*/ 57 h 77"/>
              <a:gd name="T52" fmla="*/ 19 w 86"/>
              <a:gd name="T53" fmla="*/ 49 h 77"/>
              <a:gd name="T54" fmla="*/ 27 w 86"/>
              <a:gd name="T55" fmla="*/ 57 h 77"/>
              <a:gd name="T56" fmla="*/ 19 w 86"/>
              <a:gd name="T57" fmla="*/ 6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6" h="77">
                <a:moveTo>
                  <a:pt x="58" y="65"/>
                </a:moveTo>
                <a:cubicBezTo>
                  <a:pt x="58" y="77"/>
                  <a:pt x="58" y="77"/>
                  <a:pt x="58" y="77"/>
                </a:cubicBezTo>
                <a:cubicBezTo>
                  <a:pt x="86" y="77"/>
                  <a:pt x="86" y="77"/>
                  <a:pt x="86" y="77"/>
                </a:cubicBezTo>
                <a:cubicBezTo>
                  <a:pt x="86" y="0"/>
                  <a:pt x="86" y="0"/>
                  <a:pt x="8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7"/>
                  <a:pt x="0" y="77"/>
                  <a:pt x="0" y="77"/>
                </a:cubicBezTo>
                <a:cubicBezTo>
                  <a:pt x="28" y="77"/>
                  <a:pt x="28" y="77"/>
                  <a:pt x="28" y="77"/>
                </a:cubicBezTo>
                <a:cubicBezTo>
                  <a:pt x="28" y="65"/>
                  <a:pt x="28" y="65"/>
                  <a:pt x="28" y="65"/>
                </a:cubicBezTo>
                <a:lnTo>
                  <a:pt x="58" y="65"/>
                </a:lnTo>
                <a:close/>
                <a:moveTo>
                  <a:pt x="68" y="65"/>
                </a:moveTo>
                <a:cubicBezTo>
                  <a:pt x="64" y="65"/>
                  <a:pt x="60" y="62"/>
                  <a:pt x="60" y="57"/>
                </a:cubicBezTo>
                <a:cubicBezTo>
                  <a:pt x="60" y="53"/>
                  <a:pt x="64" y="49"/>
                  <a:pt x="68" y="49"/>
                </a:cubicBezTo>
                <a:cubicBezTo>
                  <a:pt x="72" y="49"/>
                  <a:pt x="76" y="53"/>
                  <a:pt x="76" y="57"/>
                </a:cubicBezTo>
                <a:cubicBezTo>
                  <a:pt x="76" y="62"/>
                  <a:pt x="72" y="65"/>
                  <a:pt x="68" y="65"/>
                </a:cubicBezTo>
                <a:close/>
                <a:moveTo>
                  <a:pt x="45" y="9"/>
                </a:moveTo>
                <a:cubicBezTo>
                  <a:pt x="81" y="9"/>
                  <a:pt x="81" y="9"/>
                  <a:pt x="81" y="9"/>
                </a:cubicBezTo>
                <a:cubicBezTo>
                  <a:pt x="81" y="30"/>
                  <a:pt x="81" y="30"/>
                  <a:pt x="81" y="30"/>
                </a:cubicBezTo>
                <a:cubicBezTo>
                  <a:pt x="45" y="30"/>
                  <a:pt x="45" y="30"/>
                  <a:pt x="45" y="30"/>
                </a:cubicBezTo>
                <a:lnTo>
                  <a:pt x="45" y="9"/>
                </a:lnTo>
                <a:close/>
                <a:moveTo>
                  <a:pt x="5" y="9"/>
                </a:moveTo>
                <a:cubicBezTo>
                  <a:pt x="42" y="9"/>
                  <a:pt x="42" y="9"/>
                  <a:pt x="42" y="9"/>
                </a:cubicBezTo>
                <a:cubicBezTo>
                  <a:pt x="42" y="30"/>
                  <a:pt x="42" y="30"/>
                  <a:pt x="42" y="30"/>
                </a:cubicBezTo>
                <a:cubicBezTo>
                  <a:pt x="5" y="30"/>
                  <a:pt x="5" y="30"/>
                  <a:pt x="5" y="30"/>
                </a:cubicBezTo>
                <a:lnTo>
                  <a:pt x="5" y="9"/>
                </a:lnTo>
                <a:close/>
                <a:moveTo>
                  <a:pt x="19" y="65"/>
                </a:moveTo>
                <a:cubicBezTo>
                  <a:pt x="15" y="65"/>
                  <a:pt x="11" y="61"/>
                  <a:pt x="11" y="57"/>
                </a:cubicBezTo>
                <a:cubicBezTo>
                  <a:pt x="11" y="52"/>
                  <a:pt x="15" y="49"/>
                  <a:pt x="19" y="49"/>
                </a:cubicBezTo>
                <a:cubicBezTo>
                  <a:pt x="24" y="49"/>
                  <a:pt x="27" y="52"/>
                  <a:pt x="27" y="57"/>
                </a:cubicBezTo>
                <a:cubicBezTo>
                  <a:pt x="27" y="61"/>
                  <a:pt x="24" y="65"/>
                  <a:pt x="19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6" name="Freeform 151">
            <a:extLst>
              <a:ext uri="{FF2B5EF4-FFF2-40B4-BE49-F238E27FC236}">
                <a16:creationId xmlns:a16="http://schemas.microsoft.com/office/drawing/2014/main" id="{89BF8F48-9626-4325-8BE4-9FB3F27C792F}"/>
              </a:ext>
            </a:extLst>
          </p:cNvPr>
          <p:cNvSpPr>
            <a:spLocks/>
          </p:cNvSpPr>
          <p:nvPr/>
        </p:nvSpPr>
        <p:spPr bwMode="auto">
          <a:xfrm>
            <a:off x="11224305" y="3020785"/>
            <a:ext cx="393700" cy="41275"/>
          </a:xfrm>
          <a:custGeom>
            <a:avLst/>
            <a:gdLst>
              <a:gd name="T0" fmla="*/ 163 w 248"/>
              <a:gd name="T1" fmla="*/ 0 h 26"/>
              <a:gd name="T2" fmla="*/ 163 w 248"/>
              <a:gd name="T3" fmla="*/ 21 h 26"/>
              <a:gd name="T4" fmla="*/ 85 w 248"/>
              <a:gd name="T5" fmla="*/ 21 h 26"/>
              <a:gd name="T6" fmla="*/ 85 w 248"/>
              <a:gd name="T7" fmla="*/ 0 h 26"/>
              <a:gd name="T8" fmla="*/ 0 w 248"/>
              <a:gd name="T9" fmla="*/ 0 h 26"/>
              <a:gd name="T10" fmla="*/ 0 w 248"/>
              <a:gd name="T11" fmla="*/ 26 h 26"/>
              <a:gd name="T12" fmla="*/ 248 w 248"/>
              <a:gd name="T13" fmla="*/ 26 h 26"/>
              <a:gd name="T14" fmla="*/ 248 w 248"/>
              <a:gd name="T15" fmla="*/ 0 h 26"/>
              <a:gd name="T16" fmla="*/ 163 w 248"/>
              <a:gd name="T1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8" h="26">
                <a:moveTo>
                  <a:pt x="163" y="0"/>
                </a:moveTo>
                <a:lnTo>
                  <a:pt x="163" y="21"/>
                </a:lnTo>
                <a:lnTo>
                  <a:pt x="85" y="21"/>
                </a:lnTo>
                <a:lnTo>
                  <a:pt x="85" y="0"/>
                </a:lnTo>
                <a:lnTo>
                  <a:pt x="0" y="0"/>
                </a:lnTo>
                <a:lnTo>
                  <a:pt x="0" y="26"/>
                </a:lnTo>
                <a:lnTo>
                  <a:pt x="248" y="26"/>
                </a:lnTo>
                <a:lnTo>
                  <a:pt x="248" y="0"/>
                </a:lnTo>
                <a:lnTo>
                  <a:pt x="16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7" name="Rectangle 152">
            <a:extLst>
              <a:ext uri="{FF2B5EF4-FFF2-40B4-BE49-F238E27FC236}">
                <a16:creationId xmlns:a16="http://schemas.microsoft.com/office/drawing/2014/main" id="{19F9E210-6B8B-4BE5-B45B-DA3D65579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243" y="3004910"/>
            <a:ext cx="12382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8" name="Rectangle 153">
            <a:extLst>
              <a:ext uri="{FF2B5EF4-FFF2-40B4-BE49-F238E27FC236}">
                <a16:creationId xmlns:a16="http://schemas.microsoft.com/office/drawing/2014/main" id="{3078FD83-22C4-42A7-A69B-0F28B3D0F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44943" y="3062060"/>
            <a:ext cx="57150" cy="539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9" name="Rectangle 154">
            <a:extLst>
              <a:ext uri="{FF2B5EF4-FFF2-40B4-BE49-F238E27FC236}">
                <a16:creationId xmlns:a16="http://schemas.microsoft.com/office/drawing/2014/main" id="{60802FF0-852E-4024-9F7B-078E8A0A9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40218" y="3062060"/>
            <a:ext cx="57150" cy="539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0" name="Rectangle 155">
            <a:extLst>
              <a:ext uri="{FF2B5EF4-FFF2-40B4-BE49-F238E27FC236}">
                <a16:creationId xmlns:a16="http://schemas.microsoft.com/office/drawing/2014/main" id="{64B7E3FF-F2AE-4EA4-8F81-82F064014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5305" y="2771547"/>
            <a:ext cx="4921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1" name="Rectangle 156">
            <a:extLst>
              <a:ext uri="{FF2B5EF4-FFF2-40B4-BE49-F238E27FC236}">
                <a16:creationId xmlns:a16="http://schemas.microsoft.com/office/drawing/2014/main" id="{DAF81719-19EF-4A1C-9F3E-D4A1F5764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87793" y="2771547"/>
            <a:ext cx="4921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2" name="Freeform 157">
            <a:extLst>
              <a:ext uri="{FF2B5EF4-FFF2-40B4-BE49-F238E27FC236}">
                <a16:creationId xmlns:a16="http://schemas.microsoft.com/office/drawing/2014/main" id="{8418E562-7BAA-4042-BD4F-389AEB0456BA}"/>
              </a:ext>
            </a:extLst>
          </p:cNvPr>
          <p:cNvSpPr>
            <a:spLocks/>
          </p:cNvSpPr>
          <p:nvPr/>
        </p:nvSpPr>
        <p:spPr bwMode="auto">
          <a:xfrm>
            <a:off x="10581368" y="3460522"/>
            <a:ext cx="122238" cy="377825"/>
          </a:xfrm>
          <a:custGeom>
            <a:avLst/>
            <a:gdLst>
              <a:gd name="T0" fmla="*/ 15 w 30"/>
              <a:gd name="T1" fmla="*/ 0 h 92"/>
              <a:gd name="T2" fmla="*/ 3 w 30"/>
              <a:gd name="T3" fmla="*/ 11 h 92"/>
              <a:gd name="T4" fmla="*/ 3 w 30"/>
              <a:gd name="T5" fmla="*/ 79 h 92"/>
              <a:gd name="T6" fmla="*/ 0 w 30"/>
              <a:gd name="T7" fmla="*/ 92 h 92"/>
              <a:gd name="T8" fmla="*/ 30 w 30"/>
              <a:gd name="T9" fmla="*/ 92 h 92"/>
              <a:gd name="T10" fmla="*/ 27 w 30"/>
              <a:gd name="T11" fmla="*/ 79 h 92"/>
              <a:gd name="T12" fmla="*/ 27 w 30"/>
              <a:gd name="T13" fmla="*/ 11 h 92"/>
              <a:gd name="T14" fmla="*/ 15 w 30"/>
              <a:gd name="T15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0" h="92">
                <a:moveTo>
                  <a:pt x="15" y="0"/>
                </a:moveTo>
                <a:cubicBezTo>
                  <a:pt x="9" y="0"/>
                  <a:pt x="3" y="5"/>
                  <a:pt x="3" y="11"/>
                </a:cubicBezTo>
                <a:cubicBezTo>
                  <a:pt x="3" y="11"/>
                  <a:pt x="3" y="79"/>
                  <a:pt x="3" y="79"/>
                </a:cubicBezTo>
                <a:cubicBezTo>
                  <a:pt x="3" y="88"/>
                  <a:pt x="0" y="92"/>
                  <a:pt x="0" y="92"/>
                </a:cubicBezTo>
                <a:cubicBezTo>
                  <a:pt x="30" y="92"/>
                  <a:pt x="30" y="92"/>
                  <a:pt x="30" y="92"/>
                </a:cubicBezTo>
                <a:cubicBezTo>
                  <a:pt x="30" y="92"/>
                  <a:pt x="27" y="87"/>
                  <a:pt x="27" y="79"/>
                </a:cubicBezTo>
                <a:cubicBezTo>
                  <a:pt x="27" y="79"/>
                  <a:pt x="27" y="11"/>
                  <a:pt x="27" y="11"/>
                </a:cubicBezTo>
                <a:cubicBezTo>
                  <a:pt x="27" y="5"/>
                  <a:pt x="22" y="0"/>
                  <a:pt x="1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3" name="Freeform 158">
            <a:extLst>
              <a:ext uri="{FF2B5EF4-FFF2-40B4-BE49-F238E27FC236}">
                <a16:creationId xmlns:a16="http://schemas.microsoft.com/office/drawing/2014/main" id="{94AC1B25-6037-4913-A012-6EC17D1C3B80}"/>
              </a:ext>
            </a:extLst>
          </p:cNvPr>
          <p:cNvSpPr>
            <a:spLocks/>
          </p:cNvSpPr>
          <p:nvPr/>
        </p:nvSpPr>
        <p:spPr bwMode="auto">
          <a:xfrm>
            <a:off x="10789330" y="3460522"/>
            <a:ext cx="127000" cy="377825"/>
          </a:xfrm>
          <a:custGeom>
            <a:avLst/>
            <a:gdLst>
              <a:gd name="T0" fmla="*/ 16 w 31"/>
              <a:gd name="T1" fmla="*/ 0 h 92"/>
              <a:gd name="T2" fmla="*/ 4 w 31"/>
              <a:gd name="T3" fmla="*/ 11 h 92"/>
              <a:gd name="T4" fmla="*/ 4 w 31"/>
              <a:gd name="T5" fmla="*/ 79 h 92"/>
              <a:gd name="T6" fmla="*/ 0 w 31"/>
              <a:gd name="T7" fmla="*/ 92 h 92"/>
              <a:gd name="T8" fmla="*/ 31 w 31"/>
              <a:gd name="T9" fmla="*/ 92 h 92"/>
              <a:gd name="T10" fmla="*/ 28 w 31"/>
              <a:gd name="T11" fmla="*/ 79 h 92"/>
              <a:gd name="T12" fmla="*/ 27 w 31"/>
              <a:gd name="T13" fmla="*/ 11 h 92"/>
              <a:gd name="T14" fmla="*/ 16 w 31"/>
              <a:gd name="T15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" h="92">
                <a:moveTo>
                  <a:pt x="16" y="0"/>
                </a:moveTo>
                <a:cubicBezTo>
                  <a:pt x="9" y="0"/>
                  <a:pt x="4" y="5"/>
                  <a:pt x="4" y="11"/>
                </a:cubicBezTo>
                <a:cubicBezTo>
                  <a:pt x="4" y="11"/>
                  <a:pt x="4" y="79"/>
                  <a:pt x="4" y="79"/>
                </a:cubicBezTo>
                <a:cubicBezTo>
                  <a:pt x="4" y="88"/>
                  <a:pt x="0" y="92"/>
                  <a:pt x="0" y="92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2"/>
                  <a:pt x="28" y="87"/>
                  <a:pt x="28" y="79"/>
                </a:cubicBezTo>
                <a:cubicBezTo>
                  <a:pt x="28" y="79"/>
                  <a:pt x="27" y="11"/>
                  <a:pt x="27" y="11"/>
                </a:cubicBezTo>
                <a:cubicBezTo>
                  <a:pt x="27" y="5"/>
                  <a:pt x="22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4" name="Freeform 159">
            <a:extLst>
              <a:ext uri="{FF2B5EF4-FFF2-40B4-BE49-F238E27FC236}">
                <a16:creationId xmlns:a16="http://schemas.microsoft.com/office/drawing/2014/main" id="{005C2927-FA35-4328-A2D9-A870C634A1A6}"/>
              </a:ext>
            </a:extLst>
          </p:cNvPr>
          <p:cNvSpPr>
            <a:spLocks/>
          </p:cNvSpPr>
          <p:nvPr/>
        </p:nvSpPr>
        <p:spPr bwMode="auto">
          <a:xfrm>
            <a:off x="10698843" y="3336697"/>
            <a:ext cx="98425" cy="222250"/>
          </a:xfrm>
          <a:custGeom>
            <a:avLst/>
            <a:gdLst>
              <a:gd name="T0" fmla="*/ 12 w 24"/>
              <a:gd name="T1" fmla="*/ 0 h 54"/>
              <a:gd name="T2" fmla="*/ 1 w 24"/>
              <a:gd name="T3" fmla="*/ 16 h 54"/>
              <a:gd name="T4" fmla="*/ 0 w 24"/>
              <a:gd name="T5" fmla="*/ 54 h 54"/>
              <a:gd name="T6" fmla="*/ 24 w 24"/>
              <a:gd name="T7" fmla="*/ 54 h 54"/>
              <a:gd name="T8" fmla="*/ 24 w 24"/>
              <a:gd name="T9" fmla="*/ 16 h 54"/>
              <a:gd name="T10" fmla="*/ 12 w 24"/>
              <a:gd name="T11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54">
                <a:moveTo>
                  <a:pt x="12" y="0"/>
                </a:moveTo>
                <a:cubicBezTo>
                  <a:pt x="6" y="0"/>
                  <a:pt x="1" y="7"/>
                  <a:pt x="1" y="16"/>
                </a:cubicBezTo>
                <a:cubicBezTo>
                  <a:pt x="1" y="16"/>
                  <a:pt x="0" y="53"/>
                  <a:pt x="0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53"/>
                  <a:pt x="24" y="16"/>
                  <a:pt x="24" y="16"/>
                </a:cubicBezTo>
                <a:cubicBezTo>
                  <a:pt x="24" y="7"/>
                  <a:pt x="19" y="0"/>
                  <a:pt x="1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5" name="Freeform 160">
            <a:extLst>
              <a:ext uri="{FF2B5EF4-FFF2-40B4-BE49-F238E27FC236}">
                <a16:creationId xmlns:a16="http://schemas.microsoft.com/office/drawing/2014/main" id="{F715AEE4-505F-425B-B16F-F2E81CF3E27F}"/>
              </a:ext>
            </a:extLst>
          </p:cNvPr>
          <p:cNvSpPr>
            <a:spLocks noEditPoints="1"/>
          </p:cNvSpPr>
          <p:nvPr/>
        </p:nvSpPr>
        <p:spPr bwMode="auto">
          <a:xfrm>
            <a:off x="10602005" y="3431947"/>
            <a:ext cx="298450" cy="341313"/>
          </a:xfrm>
          <a:custGeom>
            <a:avLst/>
            <a:gdLst>
              <a:gd name="T0" fmla="*/ 48 w 73"/>
              <a:gd name="T1" fmla="*/ 37 h 83"/>
              <a:gd name="T2" fmla="*/ 48 w 73"/>
              <a:gd name="T3" fmla="*/ 37 h 83"/>
              <a:gd name="T4" fmla="*/ 48 w 73"/>
              <a:gd name="T5" fmla="*/ 15 h 83"/>
              <a:gd name="T6" fmla="*/ 36 w 73"/>
              <a:gd name="T7" fmla="*/ 0 h 83"/>
              <a:gd name="T8" fmla="*/ 25 w 73"/>
              <a:gd name="T9" fmla="*/ 15 h 83"/>
              <a:gd name="T10" fmla="*/ 25 w 73"/>
              <a:gd name="T11" fmla="*/ 37 h 83"/>
              <a:gd name="T12" fmla="*/ 24 w 73"/>
              <a:gd name="T13" fmla="*/ 37 h 83"/>
              <a:gd name="T14" fmla="*/ 3 w 73"/>
              <a:gd name="T15" fmla="*/ 63 h 83"/>
              <a:gd name="T16" fmla="*/ 24 w 73"/>
              <a:gd name="T17" fmla="*/ 67 h 83"/>
              <a:gd name="T18" fmla="*/ 24 w 73"/>
              <a:gd name="T19" fmla="*/ 83 h 83"/>
              <a:gd name="T20" fmla="*/ 48 w 73"/>
              <a:gd name="T21" fmla="*/ 83 h 83"/>
              <a:gd name="T22" fmla="*/ 48 w 73"/>
              <a:gd name="T23" fmla="*/ 67 h 83"/>
              <a:gd name="T24" fmla="*/ 70 w 73"/>
              <a:gd name="T25" fmla="*/ 63 h 83"/>
              <a:gd name="T26" fmla="*/ 48 w 73"/>
              <a:gd name="T27" fmla="*/ 37 h 83"/>
              <a:gd name="T28" fmla="*/ 31 w 73"/>
              <a:gd name="T29" fmla="*/ 13 h 83"/>
              <a:gd name="T30" fmla="*/ 36 w 73"/>
              <a:gd name="T31" fmla="*/ 8 h 83"/>
              <a:gd name="T32" fmla="*/ 42 w 73"/>
              <a:gd name="T33" fmla="*/ 13 h 83"/>
              <a:gd name="T34" fmla="*/ 42 w 73"/>
              <a:gd name="T35" fmla="*/ 25 h 83"/>
              <a:gd name="T36" fmla="*/ 36 w 73"/>
              <a:gd name="T37" fmla="*/ 30 h 83"/>
              <a:gd name="T38" fmla="*/ 31 w 73"/>
              <a:gd name="T39" fmla="*/ 25 h 83"/>
              <a:gd name="T40" fmla="*/ 31 w 73"/>
              <a:gd name="T41" fmla="*/ 1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3" h="83">
                <a:moveTo>
                  <a:pt x="48" y="37"/>
                </a:moveTo>
                <a:cubicBezTo>
                  <a:pt x="48" y="37"/>
                  <a:pt x="48" y="37"/>
                  <a:pt x="48" y="37"/>
                </a:cubicBezTo>
                <a:cubicBezTo>
                  <a:pt x="48" y="25"/>
                  <a:pt x="48" y="15"/>
                  <a:pt x="48" y="15"/>
                </a:cubicBezTo>
                <a:cubicBezTo>
                  <a:pt x="48" y="9"/>
                  <a:pt x="43" y="0"/>
                  <a:pt x="36" y="0"/>
                </a:cubicBezTo>
                <a:cubicBezTo>
                  <a:pt x="30" y="0"/>
                  <a:pt x="25" y="9"/>
                  <a:pt x="25" y="15"/>
                </a:cubicBezTo>
                <a:cubicBezTo>
                  <a:pt x="25" y="15"/>
                  <a:pt x="25" y="25"/>
                  <a:pt x="25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0" y="58"/>
                  <a:pt x="3" y="63"/>
                </a:cubicBezTo>
                <a:cubicBezTo>
                  <a:pt x="4" y="65"/>
                  <a:pt x="13" y="66"/>
                  <a:pt x="24" y="67"/>
                </a:cubicBezTo>
                <a:cubicBezTo>
                  <a:pt x="24" y="76"/>
                  <a:pt x="24" y="83"/>
                  <a:pt x="24" y="83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3"/>
                  <a:pt x="48" y="76"/>
                  <a:pt x="48" y="67"/>
                </a:cubicBezTo>
                <a:cubicBezTo>
                  <a:pt x="60" y="66"/>
                  <a:pt x="69" y="65"/>
                  <a:pt x="70" y="63"/>
                </a:cubicBezTo>
                <a:cubicBezTo>
                  <a:pt x="73" y="59"/>
                  <a:pt x="48" y="37"/>
                  <a:pt x="48" y="37"/>
                </a:cubicBezTo>
                <a:close/>
                <a:moveTo>
                  <a:pt x="31" y="13"/>
                </a:moveTo>
                <a:cubicBezTo>
                  <a:pt x="31" y="10"/>
                  <a:pt x="34" y="8"/>
                  <a:pt x="36" y="8"/>
                </a:cubicBezTo>
                <a:cubicBezTo>
                  <a:pt x="39" y="8"/>
                  <a:pt x="42" y="10"/>
                  <a:pt x="42" y="13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8"/>
                  <a:pt x="39" y="30"/>
                  <a:pt x="36" y="30"/>
                </a:cubicBezTo>
                <a:cubicBezTo>
                  <a:pt x="34" y="30"/>
                  <a:pt x="31" y="28"/>
                  <a:pt x="31" y="25"/>
                </a:cubicBezTo>
                <a:lnTo>
                  <a:pt x="31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6" name="Freeform 161">
            <a:extLst>
              <a:ext uri="{FF2B5EF4-FFF2-40B4-BE49-F238E27FC236}">
                <a16:creationId xmlns:a16="http://schemas.microsoft.com/office/drawing/2014/main" id="{E7CB5739-E35E-4307-ABC1-5F256F9FF152}"/>
              </a:ext>
            </a:extLst>
          </p:cNvPr>
          <p:cNvSpPr>
            <a:spLocks/>
          </p:cNvSpPr>
          <p:nvPr/>
        </p:nvSpPr>
        <p:spPr bwMode="auto">
          <a:xfrm>
            <a:off x="4479018" y="4327297"/>
            <a:ext cx="323850" cy="119063"/>
          </a:xfrm>
          <a:custGeom>
            <a:avLst/>
            <a:gdLst>
              <a:gd name="T0" fmla="*/ 79 w 79"/>
              <a:gd name="T1" fmla="*/ 0 h 29"/>
              <a:gd name="T2" fmla="*/ 40 w 79"/>
              <a:gd name="T3" fmla="*/ 29 h 29"/>
              <a:gd name="T4" fmla="*/ 0 w 79"/>
              <a:gd name="T5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9" h="29">
                <a:moveTo>
                  <a:pt x="79" y="0"/>
                </a:moveTo>
                <a:cubicBezTo>
                  <a:pt x="79" y="16"/>
                  <a:pt x="62" y="29"/>
                  <a:pt x="40" y="29"/>
                </a:cubicBezTo>
                <a:cubicBezTo>
                  <a:pt x="18" y="29"/>
                  <a:pt x="0" y="16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7" name="Rectangle 162">
            <a:extLst>
              <a:ext uri="{FF2B5EF4-FFF2-40B4-BE49-F238E27FC236}">
                <a16:creationId xmlns:a16="http://schemas.microsoft.com/office/drawing/2014/main" id="{FBF6116F-33BF-4B31-88BF-098A1B2AA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9018" y="4281260"/>
            <a:ext cx="323850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8" name="Rectangle 163">
            <a:extLst>
              <a:ext uri="{FF2B5EF4-FFF2-40B4-BE49-F238E27FC236}">
                <a16:creationId xmlns:a16="http://schemas.microsoft.com/office/drawing/2014/main" id="{EA1858D9-9B9D-4F72-B793-15BBA630B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1255" y="4441597"/>
            <a:ext cx="82550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9" name="Freeform 164">
            <a:extLst>
              <a:ext uri="{FF2B5EF4-FFF2-40B4-BE49-F238E27FC236}">
                <a16:creationId xmlns:a16="http://schemas.microsoft.com/office/drawing/2014/main" id="{FE39DE25-A718-4E8A-B404-67800939286A}"/>
              </a:ext>
            </a:extLst>
          </p:cNvPr>
          <p:cNvSpPr>
            <a:spLocks/>
          </p:cNvSpPr>
          <p:nvPr/>
        </p:nvSpPr>
        <p:spPr bwMode="auto">
          <a:xfrm>
            <a:off x="4486955" y="4125685"/>
            <a:ext cx="114300" cy="196850"/>
          </a:xfrm>
          <a:custGeom>
            <a:avLst/>
            <a:gdLst>
              <a:gd name="T0" fmla="*/ 72 w 72"/>
              <a:gd name="T1" fmla="*/ 122 h 124"/>
              <a:gd name="T2" fmla="*/ 8 w 72"/>
              <a:gd name="T3" fmla="*/ 0 h 124"/>
              <a:gd name="T4" fmla="*/ 0 w 72"/>
              <a:gd name="T5" fmla="*/ 3 h 124"/>
              <a:gd name="T6" fmla="*/ 65 w 72"/>
              <a:gd name="T7" fmla="*/ 124 h 124"/>
              <a:gd name="T8" fmla="*/ 72 w 72"/>
              <a:gd name="T9" fmla="*/ 12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124">
                <a:moveTo>
                  <a:pt x="72" y="122"/>
                </a:moveTo>
                <a:lnTo>
                  <a:pt x="8" y="0"/>
                </a:lnTo>
                <a:lnTo>
                  <a:pt x="0" y="3"/>
                </a:lnTo>
                <a:lnTo>
                  <a:pt x="65" y="124"/>
                </a:lnTo>
                <a:lnTo>
                  <a:pt x="72" y="1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0" name="Freeform 165">
            <a:extLst>
              <a:ext uri="{FF2B5EF4-FFF2-40B4-BE49-F238E27FC236}">
                <a16:creationId xmlns:a16="http://schemas.microsoft.com/office/drawing/2014/main" id="{12D48AF4-DB85-4800-95E3-617168F12842}"/>
              </a:ext>
            </a:extLst>
          </p:cNvPr>
          <p:cNvSpPr>
            <a:spLocks/>
          </p:cNvSpPr>
          <p:nvPr/>
        </p:nvSpPr>
        <p:spPr bwMode="auto">
          <a:xfrm>
            <a:off x="4432980" y="4138385"/>
            <a:ext cx="157163" cy="171450"/>
          </a:xfrm>
          <a:custGeom>
            <a:avLst/>
            <a:gdLst>
              <a:gd name="T0" fmla="*/ 99 w 99"/>
              <a:gd name="T1" fmla="*/ 103 h 108"/>
              <a:gd name="T2" fmla="*/ 6 w 99"/>
              <a:gd name="T3" fmla="*/ 0 h 108"/>
              <a:gd name="T4" fmla="*/ 0 w 99"/>
              <a:gd name="T5" fmla="*/ 5 h 108"/>
              <a:gd name="T6" fmla="*/ 96 w 99"/>
              <a:gd name="T7" fmla="*/ 108 h 108"/>
              <a:gd name="T8" fmla="*/ 99 w 99"/>
              <a:gd name="T9" fmla="*/ 10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108">
                <a:moveTo>
                  <a:pt x="99" y="103"/>
                </a:moveTo>
                <a:lnTo>
                  <a:pt x="6" y="0"/>
                </a:lnTo>
                <a:lnTo>
                  <a:pt x="0" y="5"/>
                </a:lnTo>
                <a:lnTo>
                  <a:pt x="96" y="108"/>
                </a:lnTo>
                <a:lnTo>
                  <a:pt x="99" y="1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1" name="Freeform 166">
            <a:extLst>
              <a:ext uri="{FF2B5EF4-FFF2-40B4-BE49-F238E27FC236}">
                <a16:creationId xmlns:a16="http://schemas.microsoft.com/office/drawing/2014/main" id="{D0AFDDA2-8468-4965-AEBC-1F9D63859903}"/>
              </a:ext>
            </a:extLst>
          </p:cNvPr>
          <p:cNvSpPr>
            <a:spLocks noEditPoints="1"/>
          </p:cNvSpPr>
          <p:nvPr/>
        </p:nvSpPr>
        <p:spPr bwMode="auto">
          <a:xfrm>
            <a:off x="4593318" y="4224110"/>
            <a:ext cx="147638" cy="95250"/>
          </a:xfrm>
          <a:custGeom>
            <a:avLst/>
            <a:gdLst>
              <a:gd name="T0" fmla="*/ 10 w 36"/>
              <a:gd name="T1" fmla="*/ 23 h 23"/>
              <a:gd name="T2" fmla="*/ 2 w 36"/>
              <a:gd name="T3" fmla="*/ 22 h 23"/>
              <a:gd name="T4" fmla="*/ 6 w 36"/>
              <a:gd name="T5" fmla="*/ 19 h 23"/>
              <a:gd name="T6" fmla="*/ 6 w 36"/>
              <a:gd name="T7" fmla="*/ 15 h 23"/>
              <a:gd name="T8" fmla="*/ 1 w 36"/>
              <a:gd name="T9" fmla="*/ 7 h 23"/>
              <a:gd name="T10" fmla="*/ 8 w 36"/>
              <a:gd name="T11" fmla="*/ 5 h 23"/>
              <a:gd name="T12" fmla="*/ 8 w 36"/>
              <a:gd name="T13" fmla="*/ 15 h 23"/>
              <a:gd name="T14" fmla="*/ 9 w 36"/>
              <a:gd name="T15" fmla="*/ 19 h 23"/>
              <a:gd name="T16" fmla="*/ 14 w 36"/>
              <a:gd name="T17" fmla="*/ 16 h 23"/>
              <a:gd name="T18" fmla="*/ 13 w 36"/>
              <a:gd name="T19" fmla="*/ 14 h 23"/>
              <a:gd name="T20" fmla="*/ 9 w 36"/>
              <a:gd name="T21" fmla="*/ 19 h 23"/>
              <a:gd name="T22" fmla="*/ 11 w 36"/>
              <a:gd name="T23" fmla="*/ 9 h 23"/>
              <a:gd name="T24" fmla="*/ 23 w 36"/>
              <a:gd name="T25" fmla="*/ 6 h 23"/>
              <a:gd name="T26" fmla="*/ 35 w 36"/>
              <a:gd name="T27" fmla="*/ 1 h 23"/>
              <a:gd name="T28" fmla="*/ 28 w 36"/>
              <a:gd name="T29" fmla="*/ 14 h 23"/>
              <a:gd name="T30" fmla="*/ 24 w 36"/>
              <a:gd name="T31" fmla="*/ 11 h 23"/>
              <a:gd name="T32" fmla="*/ 21 w 36"/>
              <a:gd name="T33" fmla="*/ 11 h 23"/>
              <a:gd name="T34" fmla="*/ 24 w 36"/>
              <a:gd name="T35" fmla="*/ 20 h 23"/>
              <a:gd name="T36" fmla="*/ 10 w 36"/>
              <a:gd name="T37" fmla="*/ 23 h 23"/>
              <a:gd name="T38" fmla="*/ 24 w 36"/>
              <a:gd name="T39" fmla="*/ 18 h 23"/>
              <a:gd name="T40" fmla="*/ 19 w 36"/>
              <a:gd name="T41" fmla="*/ 12 h 23"/>
              <a:gd name="T42" fmla="*/ 14 w 36"/>
              <a:gd name="T43" fmla="*/ 12 h 23"/>
              <a:gd name="T44" fmla="*/ 17 w 36"/>
              <a:gd name="T45" fmla="*/ 12 h 23"/>
              <a:gd name="T46" fmla="*/ 3 w 36"/>
              <a:gd name="T47" fmla="*/ 3 h 23"/>
              <a:gd name="T48" fmla="*/ 3 w 36"/>
              <a:gd name="T49" fmla="*/ 6 h 23"/>
              <a:gd name="T50" fmla="*/ 7 w 36"/>
              <a:gd name="T51" fmla="*/ 12 h 23"/>
              <a:gd name="T52" fmla="*/ 7 w 36"/>
              <a:gd name="T53" fmla="*/ 6 h 23"/>
              <a:gd name="T54" fmla="*/ 24 w 36"/>
              <a:gd name="T55" fmla="*/ 7 h 23"/>
              <a:gd name="T56" fmla="*/ 28 w 36"/>
              <a:gd name="T57" fmla="*/ 12 h 23"/>
              <a:gd name="T58" fmla="*/ 33 w 36"/>
              <a:gd name="T59" fmla="*/ 3 h 23"/>
              <a:gd name="T60" fmla="*/ 24 w 36"/>
              <a:gd name="T61" fmla="*/ 7 h 23"/>
              <a:gd name="T62" fmla="*/ 16 w 36"/>
              <a:gd name="T63" fmla="*/ 6 h 23"/>
              <a:gd name="T64" fmla="*/ 13 w 36"/>
              <a:gd name="T65" fmla="*/ 10 h 23"/>
              <a:gd name="T66" fmla="*/ 21 w 36"/>
              <a:gd name="T67" fmla="*/ 7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" h="23">
                <a:moveTo>
                  <a:pt x="10" y="23"/>
                </a:move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8" y="22"/>
                  <a:pt x="7" y="20"/>
                </a:cubicBezTo>
                <a:cubicBezTo>
                  <a:pt x="6" y="21"/>
                  <a:pt x="4" y="22"/>
                  <a:pt x="2" y="22"/>
                </a:cubicBezTo>
                <a:cubicBezTo>
                  <a:pt x="2" y="20"/>
                  <a:pt x="2" y="20"/>
                  <a:pt x="2" y="20"/>
                </a:cubicBezTo>
                <a:cubicBezTo>
                  <a:pt x="4" y="20"/>
                  <a:pt x="5" y="20"/>
                  <a:pt x="6" y="19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6" y="16"/>
                  <a:pt x="6" y="15"/>
                </a:cubicBezTo>
                <a:cubicBezTo>
                  <a:pt x="5" y="13"/>
                  <a:pt x="4" y="11"/>
                  <a:pt x="2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5" y="2"/>
                  <a:pt x="8" y="5"/>
                </a:cubicBezTo>
                <a:cubicBezTo>
                  <a:pt x="12" y="9"/>
                  <a:pt x="11" y="11"/>
                  <a:pt x="9" y="12"/>
                </a:cubicBezTo>
                <a:cubicBezTo>
                  <a:pt x="9" y="13"/>
                  <a:pt x="8" y="14"/>
                  <a:pt x="8" y="15"/>
                </a:cubicBezTo>
                <a:cubicBezTo>
                  <a:pt x="8" y="16"/>
                  <a:pt x="8" y="17"/>
                  <a:pt x="8" y="18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21"/>
                  <a:pt x="10" y="21"/>
                  <a:pt x="10" y="21"/>
                </a:cubicBezTo>
                <a:cubicBezTo>
                  <a:pt x="11" y="21"/>
                  <a:pt x="13" y="18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5"/>
                  <a:pt x="13" y="14"/>
                  <a:pt x="13" y="14"/>
                </a:cubicBezTo>
                <a:cubicBezTo>
                  <a:pt x="11" y="16"/>
                  <a:pt x="11" y="19"/>
                  <a:pt x="11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5"/>
                  <a:pt x="12" y="12"/>
                </a:cubicBezTo>
                <a:cubicBezTo>
                  <a:pt x="11" y="11"/>
                  <a:pt x="11" y="10"/>
                  <a:pt x="11" y="9"/>
                </a:cubicBezTo>
                <a:cubicBezTo>
                  <a:pt x="11" y="6"/>
                  <a:pt x="13" y="4"/>
                  <a:pt x="16" y="4"/>
                </a:cubicBezTo>
                <a:cubicBezTo>
                  <a:pt x="19" y="3"/>
                  <a:pt x="21" y="4"/>
                  <a:pt x="23" y="6"/>
                </a:cubicBezTo>
                <a:cubicBezTo>
                  <a:pt x="24" y="5"/>
                  <a:pt x="25" y="4"/>
                  <a:pt x="26" y="4"/>
                </a:cubicBezTo>
                <a:cubicBezTo>
                  <a:pt x="31" y="1"/>
                  <a:pt x="34" y="0"/>
                  <a:pt x="35" y="1"/>
                </a:cubicBezTo>
                <a:cubicBezTo>
                  <a:pt x="36" y="3"/>
                  <a:pt x="35" y="6"/>
                  <a:pt x="31" y="11"/>
                </a:cubicBezTo>
                <a:cubicBezTo>
                  <a:pt x="30" y="13"/>
                  <a:pt x="29" y="14"/>
                  <a:pt x="28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6" y="14"/>
                  <a:pt x="25" y="12"/>
                  <a:pt x="24" y="11"/>
                </a:cubicBezTo>
                <a:cubicBezTo>
                  <a:pt x="23" y="10"/>
                  <a:pt x="23" y="9"/>
                  <a:pt x="22" y="9"/>
                </a:cubicBezTo>
                <a:cubicBezTo>
                  <a:pt x="22" y="9"/>
                  <a:pt x="21" y="10"/>
                  <a:pt x="21" y="11"/>
                </a:cubicBezTo>
                <a:cubicBezTo>
                  <a:pt x="25" y="12"/>
                  <a:pt x="30" y="15"/>
                  <a:pt x="29" y="18"/>
                </a:cubicBezTo>
                <a:cubicBezTo>
                  <a:pt x="29" y="20"/>
                  <a:pt x="25" y="20"/>
                  <a:pt x="24" y="20"/>
                </a:cubicBezTo>
                <a:cubicBezTo>
                  <a:pt x="21" y="20"/>
                  <a:pt x="18" y="19"/>
                  <a:pt x="16" y="17"/>
                </a:cubicBezTo>
                <a:cubicBezTo>
                  <a:pt x="14" y="21"/>
                  <a:pt x="12" y="23"/>
                  <a:pt x="10" y="23"/>
                </a:cubicBezTo>
                <a:close/>
                <a:moveTo>
                  <a:pt x="17" y="16"/>
                </a:moveTo>
                <a:cubicBezTo>
                  <a:pt x="19" y="17"/>
                  <a:pt x="21" y="18"/>
                  <a:pt x="24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7"/>
                  <a:pt x="24" y="14"/>
                  <a:pt x="19" y="12"/>
                </a:cubicBezTo>
                <a:cubicBezTo>
                  <a:pt x="19" y="13"/>
                  <a:pt x="18" y="15"/>
                  <a:pt x="17" y="16"/>
                </a:cubicBezTo>
                <a:close/>
                <a:moveTo>
                  <a:pt x="14" y="12"/>
                </a:moveTo>
                <a:cubicBezTo>
                  <a:pt x="15" y="13"/>
                  <a:pt x="15" y="14"/>
                  <a:pt x="16" y="14"/>
                </a:cubicBezTo>
                <a:cubicBezTo>
                  <a:pt x="16" y="13"/>
                  <a:pt x="17" y="12"/>
                  <a:pt x="17" y="12"/>
                </a:cubicBezTo>
                <a:cubicBezTo>
                  <a:pt x="16" y="11"/>
                  <a:pt x="15" y="12"/>
                  <a:pt x="14" y="12"/>
                </a:cubicBezTo>
                <a:close/>
                <a:moveTo>
                  <a:pt x="3" y="3"/>
                </a:moveTo>
                <a:cubicBezTo>
                  <a:pt x="3" y="3"/>
                  <a:pt x="3" y="3"/>
                  <a:pt x="3" y="3"/>
                </a:cubicBezTo>
                <a:cubicBezTo>
                  <a:pt x="2" y="4"/>
                  <a:pt x="2" y="5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4" y="8"/>
                  <a:pt x="6" y="10"/>
                  <a:pt x="7" y="12"/>
                </a:cubicBezTo>
                <a:cubicBezTo>
                  <a:pt x="7" y="12"/>
                  <a:pt x="7" y="11"/>
                  <a:pt x="8" y="11"/>
                </a:cubicBezTo>
                <a:cubicBezTo>
                  <a:pt x="9" y="10"/>
                  <a:pt x="9" y="9"/>
                  <a:pt x="7" y="6"/>
                </a:cubicBezTo>
                <a:cubicBezTo>
                  <a:pt x="5" y="4"/>
                  <a:pt x="3" y="3"/>
                  <a:pt x="3" y="3"/>
                </a:cubicBezTo>
                <a:close/>
                <a:moveTo>
                  <a:pt x="24" y="7"/>
                </a:moveTo>
                <a:cubicBezTo>
                  <a:pt x="24" y="8"/>
                  <a:pt x="25" y="9"/>
                  <a:pt x="25" y="9"/>
                </a:cubicBezTo>
                <a:cubicBezTo>
                  <a:pt x="26" y="11"/>
                  <a:pt x="27" y="12"/>
                  <a:pt x="28" y="12"/>
                </a:cubicBezTo>
                <a:cubicBezTo>
                  <a:pt x="28" y="12"/>
                  <a:pt x="28" y="12"/>
                  <a:pt x="29" y="10"/>
                </a:cubicBezTo>
                <a:cubicBezTo>
                  <a:pt x="31" y="8"/>
                  <a:pt x="33" y="4"/>
                  <a:pt x="33" y="3"/>
                </a:cubicBezTo>
                <a:cubicBezTo>
                  <a:pt x="33" y="3"/>
                  <a:pt x="32" y="3"/>
                  <a:pt x="27" y="5"/>
                </a:cubicBezTo>
                <a:cubicBezTo>
                  <a:pt x="26" y="6"/>
                  <a:pt x="25" y="7"/>
                  <a:pt x="24" y="7"/>
                </a:cubicBezTo>
                <a:close/>
                <a:moveTo>
                  <a:pt x="17" y="6"/>
                </a:moveTo>
                <a:cubicBezTo>
                  <a:pt x="16" y="6"/>
                  <a:pt x="16" y="6"/>
                  <a:pt x="16" y="6"/>
                </a:cubicBezTo>
                <a:cubicBezTo>
                  <a:pt x="14" y="6"/>
                  <a:pt x="13" y="7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5" y="9"/>
                  <a:pt x="17" y="9"/>
                  <a:pt x="19" y="10"/>
                </a:cubicBezTo>
                <a:cubicBezTo>
                  <a:pt x="19" y="9"/>
                  <a:pt x="20" y="8"/>
                  <a:pt x="21" y="7"/>
                </a:cubicBezTo>
                <a:cubicBezTo>
                  <a:pt x="20" y="6"/>
                  <a:pt x="19" y="6"/>
                  <a:pt x="17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2" name="Freeform 167">
            <a:extLst>
              <a:ext uri="{FF2B5EF4-FFF2-40B4-BE49-F238E27FC236}">
                <a16:creationId xmlns:a16="http://schemas.microsoft.com/office/drawing/2014/main" id="{BC9ACFC4-0CB6-4C4E-B21D-BC091547DB59}"/>
              </a:ext>
            </a:extLst>
          </p:cNvPr>
          <p:cNvSpPr>
            <a:spLocks/>
          </p:cNvSpPr>
          <p:nvPr/>
        </p:nvSpPr>
        <p:spPr bwMode="auto">
          <a:xfrm>
            <a:off x="9752693" y="5813197"/>
            <a:ext cx="328613" cy="114300"/>
          </a:xfrm>
          <a:custGeom>
            <a:avLst/>
            <a:gdLst>
              <a:gd name="T0" fmla="*/ 80 w 80"/>
              <a:gd name="T1" fmla="*/ 0 h 28"/>
              <a:gd name="T2" fmla="*/ 40 w 80"/>
              <a:gd name="T3" fmla="*/ 28 h 28"/>
              <a:gd name="T4" fmla="*/ 0 w 80"/>
              <a:gd name="T5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" h="28">
                <a:moveTo>
                  <a:pt x="80" y="0"/>
                </a:moveTo>
                <a:cubicBezTo>
                  <a:pt x="80" y="15"/>
                  <a:pt x="62" y="28"/>
                  <a:pt x="40" y="28"/>
                </a:cubicBezTo>
                <a:cubicBezTo>
                  <a:pt x="18" y="28"/>
                  <a:pt x="0" y="15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3" name="Rectangle 168">
            <a:extLst>
              <a:ext uri="{FF2B5EF4-FFF2-40B4-BE49-F238E27FC236}">
                <a16:creationId xmlns:a16="http://schemas.microsoft.com/office/drawing/2014/main" id="{A59E1D11-0108-4E06-B5D9-EA99A456D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2693" y="5763985"/>
            <a:ext cx="328613" cy="444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4" name="Rectangle 169">
            <a:extLst>
              <a:ext uri="{FF2B5EF4-FFF2-40B4-BE49-F238E27FC236}">
                <a16:creationId xmlns:a16="http://schemas.microsoft.com/office/drawing/2014/main" id="{41396D22-8C58-4EBF-9E39-051707C9E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6518" y="5924322"/>
            <a:ext cx="80963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5" name="Freeform 170">
            <a:extLst>
              <a:ext uri="{FF2B5EF4-FFF2-40B4-BE49-F238E27FC236}">
                <a16:creationId xmlns:a16="http://schemas.microsoft.com/office/drawing/2014/main" id="{2ECAF560-DDA7-436E-88D9-294CB0D605DB}"/>
              </a:ext>
            </a:extLst>
          </p:cNvPr>
          <p:cNvSpPr>
            <a:spLocks/>
          </p:cNvSpPr>
          <p:nvPr/>
        </p:nvSpPr>
        <p:spPr bwMode="auto">
          <a:xfrm>
            <a:off x="9768568" y="5583010"/>
            <a:ext cx="111125" cy="201613"/>
          </a:xfrm>
          <a:custGeom>
            <a:avLst/>
            <a:gdLst>
              <a:gd name="T0" fmla="*/ 70 w 70"/>
              <a:gd name="T1" fmla="*/ 124 h 127"/>
              <a:gd name="T2" fmla="*/ 8 w 70"/>
              <a:gd name="T3" fmla="*/ 0 h 127"/>
              <a:gd name="T4" fmla="*/ 0 w 70"/>
              <a:gd name="T5" fmla="*/ 5 h 127"/>
              <a:gd name="T6" fmla="*/ 65 w 70"/>
              <a:gd name="T7" fmla="*/ 127 h 127"/>
              <a:gd name="T8" fmla="*/ 70 w 70"/>
              <a:gd name="T9" fmla="*/ 12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127">
                <a:moveTo>
                  <a:pt x="70" y="124"/>
                </a:moveTo>
                <a:lnTo>
                  <a:pt x="8" y="0"/>
                </a:lnTo>
                <a:lnTo>
                  <a:pt x="0" y="5"/>
                </a:lnTo>
                <a:lnTo>
                  <a:pt x="65" y="127"/>
                </a:lnTo>
                <a:lnTo>
                  <a:pt x="70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6" name="Freeform 171">
            <a:extLst>
              <a:ext uri="{FF2B5EF4-FFF2-40B4-BE49-F238E27FC236}">
                <a16:creationId xmlns:a16="http://schemas.microsoft.com/office/drawing/2014/main" id="{BF02E822-46F7-43A4-92ED-A714FEFBD581}"/>
              </a:ext>
            </a:extLst>
          </p:cNvPr>
          <p:cNvSpPr>
            <a:spLocks/>
          </p:cNvSpPr>
          <p:nvPr/>
        </p:nvSpPr>
        <p:spPr bwMode="auto">
          <a:xfrm>
            <a:off x="9716180" y="5600472"/>
            <a:ext cx="155575" cy="171450"/>
          </a:xfrm>
          <a:custGeom>
            <a:avLst/>
            <a:gdLst>
              <a:gd name="T0" fmla="*/ 98 w 98"/>
              <a:gd name="T1" fmla="*/ 103 h 108"/>
              <a:gd name="T2" fmla="*/ 5 w 98"/>
              <a:gd name="T3" fmla="*/ 0 h 108"/>
              <a:gd name="T4" fmla="*/ 0 w 98"/>
              <a:gd name="T5" fmla="*/ 5 h 108"/>
              <a:gd name="T6" fmla="*/ 93 w 98"/>
              <a:gd name="T7" fmla="*/ 108 h 108"/>
              <a:gd name="T8" fmla="*/ 98 w 98"/>
              <a:gd name="T9" fmla="*/ 10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108">
                <a:moveTo>
                  <a:pt x="98" y="103"/>
                </a:moveTo>
                <a:lnTo>
                  <a:pt x="5" y="0"/>
                </a:lnTo>
                <a:lnTo>
                  <a:pt x="0" y="5"/>
                </a:lnTo>
                <a:lnTo>
                  <a:pt x="93" y="108"/>
                </a:lnTo>
                <a:lnTo>
                  <a:pt x="98" y="1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7" name="Freeform 172">
            <a:extLst>
              <a:ext uri="{FF2B5EF4-FFF2-40B4-BE49-F238E27FC236}">
                <a16:creationId xmlns:a16="http://schemas.microsoft.com/office/drawing/2014/main" id="{7F791F8C-D0A6-40A4-8D90-D07A6E9FF72A}"/>
              </a:ext>
            </a:extLst>
          </p:cNvPr>
          <p:cNvSpPr>
            <a:spLocks noEditPoints="1"/>
          </p:cNvSpPr>
          <p:nvPr/>
        </p:nvSpPr>
        <p:spPr bwMode="auto">
          <a:xfrm>
            <a:off x="9752693" y="5632222"/>
            <a:ext cx="328613" cy="131763"/>
          </a:xfrm>
          <a:custGeom>
            <a:avLst/>
            <a:gdLst>
              <a:gd name="T0" fmla="*/ 42 w 80"/>
              <a:gd name="T1" fmla="*/ 4 h 32"/>
              <a:gd name="T2" fmla="*/ 47 w 80"/>
              <a:gd name="T3" fmla="*/ 6 h 32"/>
              <a:gd name="T4" fmla="*/ 49 w 80"/>
              <a:gd name="T5" fmla="*/ 7 h 32"/>
              <a:gd name="T6" fmla="*/ 50 w 80"/>
              <a:gd name="T7" fmla="*/ 7 h 32"/>
              <a:gd name="T8" fmla="*/ 66 w 80"/>
              <a:gd name="T9" fmla="*/ 7 h 32"/>
              <a:gd name="T10" fmla="*/ 74 w 80"/>
              <a:gd name="T11" fmla="*/ 28 h 32"/>
              <a:gd name="T12" fmla="*/ 7 w 80"/>
              <a:gd name="T13" fmla="*/ 28 h 32"/>
              <a:gd name="T14" fmla="*/ 17 w 80"/>
              <a:gd name="T15" fmla="*/ 7 h 32"/>
              <a:gd name="T16" fmla="*/ 35 w 80"/>
              <a:gd name="T17" fmla="*/ 7 h 32"/>
              <a:gd name="T18" fmla="*/ 37 w 80"/>
              <a:gd name="T19" fmla="*/ 7 h 32"/>
              <a:gd name="T20" fmla="*/ 38 w 80"/>
              <a:gd name="T21" fmla="*/ 6 h 32"/>
              <a:gd name="T22" fmla="*/ 42 w 80"/>
              <a:gd name="T23" fmla="*/ 4 h 32"/>
              <a:gd name="T24" fmla="*/ 42 w 80"/>
              <a:gd name="T25" fmla="*/ 0 h 32"/>
              <a:gd name="T26" fmla="*/ 35 w 80"/>
              <a:gd name="T27" fmla="*/ 3 h 32"/>
              <a:gd name="T28" fmla="*/ 15 w 80"/>
              <a:gd name="T29" fmla="*/ 3 h 32"/>
              <a:gd name="T30" fmla="*/ 0 w 80"/>
              <a:gd name="T31" fmla="*/ 32 h 32"/>
              <a:gd name="T32" fmla="*/ 80 w 80"/>
              <a:gd name="T33" fmla="*/ 32 h 32"/>
              <a:gd name="T34" fmla="*/ 69 w 80"/>
              <a:gd name="T35" fmla="*/ 3 h 32"/>
              <a:gd name="T36" fmla="*/ 50 w 80"/>
              <a:gd name="T37" fmla="*/ 3 h 32"/>
              <a:gd name="T38" fmla="*/ 42 w 80"/>
              <a:gd name="T3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0" h="32">
                <a:moveTo>
                  <a:pt x="42" y="4"/>
                </a:moveTo>
                <a:cubicBezTo>
                  <a:pt x="45" y="4"/>
                  <a:pt x="47" y="6"/>
                  <a:pt x="47" y="6"/>
                </a:cubicBezTo>
                <a:cubicBezTo>
                  <a:pt x="49" y="7"/>
                  <a:pt x="49" y="7"/>
                  <a:pt x="49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74" y="28"/>
                  <a:pt x="74" y="28"/>
                  <a:pt x="74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17" y="7"/>
                  <a:pt x="17" y="7"/>
                  <a:pt x="17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8" y="6"/>
                  <a:pt x="38" y="6"/>
                  <a:pt x="38" y="6"/>
                </a:cubicBezTo>
                <a:cubicBezTo>
                  <a:pt x="39" y="5"/>
                  <a:pt x="41" y="4"/>
                  <a:pt x="42" y="4"/>
                </a:cubicBezTo>
                <a:moveTo>
                  <a:pt x="42" y="0"/>
                </a:moveTo>
                <a:cubicBezTo>
                  <a:pt x="40" y="0"/>
                  <a:pt x="37" y="1"/>
                  <a:pt x="3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69" y="3"/>
                  <a:pt x="69" y="3"/>
                  <a:pt x="69" y="3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47" y="0"/>
                  <a:pt x="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8" name="Rectangle 173">
            <a:extLst>
              <a:ext uri="{FF2B5EF4-FFF2-40B4-BE49-F238E27FC236}">
                <a16:creationId xmlns:a16="http://schemas.microsoft.com/office/drawing/2014/main" id="{DE90C916-4D89-48E7-AB71-4A6D11856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868" y="4339997"/>
            <a:ext cx="36513" cy="1587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9" name="Rectangle 174">
            <a:extLst>
              <a:ext uri="{FF2B5EF4-FFF2-40B4-BE49-F238E27FC236}">
                <a16:creationId xmlns:a16="http://schemas.microsoft.com/office/drawing/2014/main" id="{34327B48-3373-477D-8701-9C9370EED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868" y="4339997"/>
            <a:ext cx="36513" cy="1587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0" name="Rectangle 175">
            <a:extLst>
              <a:ext uri="{FF2B5EF4-FFF2-40B4-BE49-F238E27FC236}">
                <a16:creationId xmlns:a16="http://schemas.microsoft.com/office/drawing/2014/main" id="{7FC5F6FC-3342-42EC-A1EE-BE2E83CDF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893" y="4162197"/>
            <a:ext cx="144463" cy="2270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1" name="Freeform 176">
            <a:extLst>
              <a:ext uri="{FF2B5EF4-FFF2-40B4-BE49-F238E27FC236}">
                <a16:creationId xmlns:a16="http://schemas.microsoft.com/office/drawing/2014/main" id="{EF8F4926-BF0D-4615-94E8-DA49D284C66D}"/>
              </a:ext>
            </a:extLst>
          </p:cNvPr>
          <p:cNvSpPr>
            <a:spLocks/>
          </p:cNvSpPr>
          <p:nvPr/>
        </p:nvSpPr>
        <p:spPr bwMode="auto">
          <a:xfrm>
            <a:off x="5982380" y="4379685"/>
            <a:ext cx="139700" cy="119063"/>
          </a:xfrm>
          <a:custGeom>
            <a:avLst/>
            <a:gdLst>
              <a:gd name="T0" fmla="*/ 11 w 88"/>
              <a:gd name="T1" fmla="*/ 75 h 75"/>
              <a:gd name="T2" fmla="*/ 88 w 88"/>
              <a:gd name="T3" fmla="*/ 75 h 75"/>
              <a:gd name="T4" fmla="*/ 88 w 88"/>
              <a:gd name="T5" fmla="*/ 75 h 75"/>
              <a:gd name="T6" fmla="*/ 0 w 88"/>
              <a:gd name="T7" fmla="*/ 0 h 75"/>
              <a:gd name="T8" fmla="*/ 11 w 88"/>
              <a:gd name="T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75">
                <a:moveTo>
                  <a:pt x="11" y="75"/>
                </a:moveTo>
                <a:lnTo>
                  <a:pt x="88" y="75"/>
                </a:lnTo>
                <a:lnTo>
                  <a:pt x="88" y="75"/>
                </a:lnTo>
                <a:lnTo>
                  <a:pt x="0" y="0"/>
                </a:lnTo>
                <a:lnTo>
                  <a:pt x="11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2" name="Freeform 177">
            <a:extLst>
              <a:ext uri="{FF2B5EF4-FFF2-40B4-BE49-F238E27FC236}">
                <a16:creationId xmlns:a16="http://schemas.microsoft.com/office/drawing/2014/main" id="{8F87301C-63CB-42B5-B3CD-D8741537835A}"/>
              </a:ext>
            </a:extLst>
          </p:cNvPr>
          <p:cNvSpPr>
            <a:spLocks/>
          </p:cNvSpPr>
          <p:nvPr/>
        </p:nvSpPr>
        <p:spPr bwMode="auto">
          <a:xfrm>
            <a:off x="5982380" y="4379685"/>
            <a:ext cx="139700" cy="119063"/>
          </a:xfrm>
          <a:custGeom>
            <a:avLst/>
            <a:gdLst>
              <a:gd name="T0" fmla="*/ 11 w 88"/>
              <a:gd name="T1" fmla="*/ 75 h 75"/>
              <a:gd name="T2" fmla="*/ 88 w 88"/>
              <a:gd name="T3" fmla="*/ 75 h 75"/>
              <a:gd name="T4" fmla="*/ 88 w 88"/>
              <a:gd name="T5" fmla="*/ 75 h 75"/>
              <a:gd name="T6" fmla="*/ 0 w 88"/>
              <a:gd name="T7" fmla="*/ 0 h 75"/>
              <a:gd name="T8" fmla="*/ 11 w 88"/>
              <a:gd name="T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75">
                <a:moveTo>
                  <a:pt x="11" y="75"/>
                </a:moveTo>
                <a:lnTo>
                  <a:pt x="88" y="75"/>
                </a:lnTo>
                <a:lnTo>
                  <a:pt x="88" y="75"/>
                </a:lnTo>
                <a:lnTo>
                  <a:pt x="0" y="0"/>
                </a:lnTo>
                <a:lnTo>
                  <a:pt x="11" y="75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3" name="Freeform 178">
            <a:extLst>
              <a:ext uri="{FF2B5EF4-FFF2-40B4-BE49-F238E27FC236}">
                <a16:creationId xmlns:a16="http://schemas.microsoft.com/office/drawing/2014/main" id="{E6EDB89C-376A-4C32-8823-7ACA0C096FE7}"/>
              </a:ext>
            </a:extLst>
          </p:cNvPr>
          <p:cNvSpPr>
            <a:spLocks/>
          </p:cNvSpPr>
          <p:nvPr/>
        </p:nvSpPr>
        <p:spPr bwMode="auto">
          <a:xfrm>
            <a:off x="5950630" y="4187597"/>
            <a:ext cx="215900" cy="201613"/>
          </a:xfrm>
          <a:custGeom>
            <a:avLst/>
            <a:gdLst>
              <a:gd name="T0" fmla="*/ 0 w 136"/>
              <a:gd name="T1" fmla="*/ 0 h 127"/>
              <a:gd name="T2" fmla="*/ 0 w 136"/>
              <a:gd name="T3" fmla="*/ 33 h 127"/>
              <a:gd name="T4" fmla="*/ 10 w 136"/>
              <a:gd name="T5" fmla="*/ 33 h 127"/>
              <a:gd name="T6" fmla="*/ 15 w 136"/>
              <a:gd name="T7" fmla="*/ 62 h 127"/>
              <a:gd name="T8" fmla="*/ 10 w 136"/>
              <a:gd name="T9" fmla="*/ 36 h 127"/>
              <a:gd name="T10" fmla="*/ 116 w 136"/>
              <a:gd name="T11" fmla="*/ 127 h 127"/>
              <a:gd name="T12" fmla="*/ 126 w 136"/>
              <a:gd name="T13" fmla="*/ 33 h 127"/>
              <a:gd name="T14" fmla="*/ 136 w 136"/>
              <a:gd name="T15" fmla="*/ 33 h 127"/>
              <a:gd name="T16" fmla="*/ 136 w 136"/>
              <a:gd name="T17" fmla="*/ 0 h 127"/>
              <a:gd name="T18" fmla="*/ 0 w 136"/>
              <a:gd name="T1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6" h="127">
                <a:moveTo>
                  <a:pt x="0" y="0"/>
                </a:moveTo>
                <a:lnTo>
                  <a:pt x="0" y="33"/>
                </a:lnTo>
                <a:lnTo>
                  <a:pt x="10" y="33"/>
                </a:lnTo>
                <a:lnTo>
                  <a:pt x="15" y="62"/>
                </a:lnTo>
                <a:lnTo>
                  <a:pt x="10" y="36"/>
                </a:lnTo>
                <a:lnTo>
                  <a:pt x="116" y="127"/>
                </a:lnTo>
                <a:lnTo>
                  <a:pt x="126" y="33"/>
                </a:lnTo>
                <a:lnTo>
                  <a:pt x="136" y="33"/>
                </a:lnTo>
                <a:lnTo>
                  <a:pt x="13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4" name="Freeform 179">
            <a:extLst>
              <a:ext uri="{FF2B5EF4-FFF2-40B4-BE49-F238E27FC236}">
                <a16:creationId xmlns:a16="http://schemas.microsoft.com/office/drawing/2014/main" id="{A1DAE030-BA8F-4879-8ED7-9102AA9CCB3D}"/>
              </a:ext>
            </a:extLst>
          </p:cNvPr>
          <p:cNvSpPr>
            <a:spLocks/>
          </p:cNvSpPr>
          <p:nvPr/>
        </p:nvSpPr>
        <p:spPr bwMode="auto">
          <a:xfrm>
            <a:off x="5950630" y="4187597"/>
            <a:ext cx="215900" cy="201613"/>
          </a:xfrm>
          <a:custGeom>
            <a:avLst/>
            <a:gdLst>
              <a:gd name="T0" fmla="*/ 0 w 136"/>
              <a:gd name="T1" fmla="*/ 0 h 127"/>
              <a:gd name="T2" fmla="*/ 0 w 136"/>
              <a:gd name="T3" fmla="*/ 33 h 127"/>
              <a:gd name="T4" fmla="*/ 10 w 136"/>
              <a:gd name="T5" fmla="*/ 33 h 127"/>
              <a:gd name="T6" fmla="*/ 15 w 136"/>
              <a:gd name="T7" fmla="*/ 62 h 127"/>
              <a:gd name="T8" fmla="*/ 10 w 136"/>
              <a:gd name="T9" fmla="*/ 36 h 127"/>
              <a:gd name="T10" fmla="*/ 116 w 136"/>
              <a:gd name="T11" fmla="*/ 127 h 127"/>
              <a:gd name="T12" fmla="*/ 126 w 136"/>
              <a:gd name="T13" fmla="*/ 33 h 127"/>
              <a:gd name="T14" fmla="*/ 136 w 136"/>
              <a:gd name="T15" fmla="*/ 33 h 127"/>
              <a:gd name="T16" fmla="*/ 136 w 136"/>
              <a:gd name="T17" fmla="*/ 0 h 127"/>
              <a:gd name="T18" fmla="*/ 0 w 136"/>
              <a:gd name="T1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6" h="127">
                <a:moveTo>
                  <a:pt x="0" y="0"/>
                </a:moveTo>
                <a:lnTo>
                  <a:pt x="0" y="33"/>
                </a:lnTo>
                <a:lnTo>
                  <a:pt x="10" y="33"/>
                </a:lnTo>
                <a:lnTo>
                  <a:pt x="15" y="62"/>
                </a:lnTo>
                <a:lnTo>
                  <a:pt x="10" y="36"/>
                </a:lnTo>
                <a:lnTo>
                  <a:pt x="116" y="127"/>
                </a:lnTo>
                <a:lnTo>
                  <a:pt x="126" y="33"/>
                </a:lnTo>
                <a:lnTo>
                  <a:pt x="136" y="33"/>
                </a:lnTo>
                <a:lnTo>
                  <a:pt x="136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5" name="Freeform 180">
            <a:extLst>
              <a:ext uri="{FF2B5EF4-FFF2-40B4-BE49-F238E27FC236}">
                <a16:creationId xmlns:a16="http://schemas.microsoft.com/office/drawing/2014/main" id="{5002CE02-22D0-402C-8277-3677A15E1BD3}"/>
              </a:ext>
            </a:extLst>
          </p:cNvPr>
          <p:cNvSpPr>
            <a:spLocks noEditPoints="1"/>
          </p:cNvSpPr>
          <p:nvPr/>
        </p:nvSpPr>
        <p:spPr bwMode="auto">
          <a:xfrm>
            <a:off x="5966505" y="4244747"/>
            <a:ext cx="168275" cy="201613"/>
          </a:xfrm>
          <a:custGeom>
            <a:avLst/>
            <a:gdLst>
              <a:gd name="T0" fmla="*/ 0 w 106"/>
              <a:gd name="T1" fmla="*/ 0 h 127"/>
              <a:gd name="T2" fmla="*/ 2 w 106"/>
              <a:gd name="T3" fmla="*/ 8 h 127"/>
              <a:gd name="T4" fmla="*/ 5 w 106"/>
              <a:gd name="T5" fmla="*/ 26 h 127"/>
              <a:gd name="T6" fmla="*/ 5 w 106"/>
              <a:gd name="T7" fmla="*/ 41 h 127"/>
              <a:gd name="T8" fmla="*/ 101 w 106"/>
              <a:gd name="T9" fmla="*/ 127 h 127"/>
              <a:gd name="T10" fmla="*/ 106 w 106"/>
              <a:gd name="T11" fmla="*/ 91 h 127"/>
              <a:gd name="T12" fmla="*/ 106 w 106"/>
              <a:gd name="T13" fmla="*/ 91 h 127"/>
              <a:gd name="T14" fmla="*/ 0 w 106"/>
              <a:gd name="T15" fmla="*/ 0 h 127"/>
              <a:gd name="T16" fmla="*/ 0 w 106"/>
              <a:gd name="T17" fmla="*/ 0 h 127"/>
              <a:gd name="T18" fmla="*/ 0 w 106"/>
              <a:gd name="T19" fmla="*/ 0 h 127"/>
              <a:gd name="T20" fmla="*/ 0 w 106"/>
              <a:gd name="T21" fmla="*/ 0 h 127"/>
              <a:gd name="T22" fmla="*/ 0 w 106"/>
              <a:gd name="T23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6" h="127">
                <a:moveTo>
                  <a:pt x="0" y="0"/>
                </a:moveTo>
                <a:lnTo>
                  <a:pt x="2" y="8"/>
                </a:lnTo>
                <a:lnTo>
                  <a:pt x="5" y="26"/>
                </a:lnTo>
                <a:lnTo>
                  <a:pt x="5" y="41"/>
                </a:lnTo>
                <a:lnTo>
                  <a:pt x="101" y="127"/>
                </a:lnTo>
                <a:lnTo>
                  <a:pt x="106" y="91"/>
                </a:lnTo>
                <a:lnTo>
                  <a:pt x="106" y="91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6" name="Freeform 181">
            <a:extLst>
              <a:ext uri="{FF2B5EF4-FFF2-40B4-BE49-F238E27FC236}">
                <a16:creationId xmlns:a16="http://schemas.microsoft.com/office/drawing/2014/main" id="{1B2D5413-4BE6-48F9-A704-3BBB866B07F6}"/>
              </a:ext>
            </a:extLst>
          </p:cNvPr>
          <p:cNvSpPr>
            <a:spLocks noEditPoints="1"/>
          </p:cNvSpPr>
          <p:nvPr/>
        </p:nvSpPr>
        <p:spPr bwMode="auto">
          <a:xfrm>
            <a:off x="5966505" y="4244747"/>
            <a:ext cx="168275" cy="201613"/>
          </a:xfrm>
          <a:custGeom>
            <a:avLst/>
            <a:gdLst>
              <a:gd name="T0" fmla="*/ 0 w 106"/>
              <a:gd name="T1" fmla="*/ 0 h 127"/>
              <a:gd name="T2" fmla="*/ 2 w 106"/>
              <a:gd name="T3" fmla="*/ 8 h 127"/>
              <a:gd name="T4" fmla="*/ 5 w 106"/>
              <a:gd name="T5" fmla="*/ 26 h 127"/>
              <a:gd name="T6" fmla="*/ 5 w 106"/>
              <a:gd name="T7" fmla="*/ 41 h 127"/>
              <a:gd name="T8" fmla="*/ 101 w 106"/>
              <a:gd name="T9" fmla="*/ 127 h 127"/>
              <a:gd name="T10" fmla="*/ 106 w 106"/>
              <a:gd name="T11" fmla="*/ 91 h 127"/>
              <a:gd name="T12" fmla="*/ 106 w 106"/>
              <a:gd name="T13" fmla="*/ 91 h 127"/>
              <a:gd name="T14" fmla="*/ 0 w 106"/>
              <a:gd name="T15" fmla="*/ 0 h 127"/>
              <a:gd name="T16" fmla="*/ 0 w 106"/>
              <a:gd name="T17" fmla="*/ 0 h 127"/>
              <a:gd name="T18" fmla="*/ 0 w 106"/>
              <a:gd name="T19" fmla="*/ 0 h 127"/>
              <a:gd name="T20" fmla="*/ 0 w 106"/>
              <a:gd name="T21" fmla="*/ 0 h 127"/>
              <a:gd name="T22" fmla="*/ 0 w 106"/>
              <a:gd name="T23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6" h="127">
                <a:moveTo>
                  <a:pt x="0" y="0"/>
                </a:moveTo>
                <a:lnTo>
                  <a:pt x="2" y="8"/>
                </a:lnTo>
                <a:lnTo>
                  <a:pt x="5" y="26"/>
                </a:lnTo>
                <a:lnTo>
                  <a:pt x="5" y="41"/>
                </a:lnTo>
                <a:lnTo>
                  <a:pt x="101" y="127"/>
                </a:lnTo>
                <a:lnTo>
                  <a:pt x="106" y="91"/>
                </a:lnTo>
                <a:lnTo>
                  <a:pt x="106" y="91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7" name="Freeform 182">
            <a:extLst>
              <a:ext uri="{FF2B5EF4-FFF2-40B4-BE49-F238E27FC236}">
                <a16:creationId xmlns:a16="http://schemas.microsoft.com/office/drawing/2014/main" id="{8B8DA93E-9C68-4717-8B97-62F1B1117E2C}"/>
              </a:ext>
            </a:extLst>
          </p:cNvPr>
          <p:cNvSpPr>
            <a:spLocks noEditPoints="1"/>
          </p:cNvSpPr>
          <p:nvPr/>
        </p:nvSpPr>
        <p:spPr bwMode="auto">
          <a:xfrm>
            <a:off x="5966505" y="4244747"/>
            <a:ext cx="168275" cy="144463"/>
          </a:xfrm>
          <a:custGeom>
            <a:avLst/>
            <a:gdLst>
              <a:gd name="T0" fmla="*/ 0 w 106"/>
              <a:gd name="T1" fmla="*/ 0 h 91"/>
              <a:gd name="T2" fmla="*/ 0 w 106"/>
              <a:gd name="T3" fmla="*/ 0 h 91"/>
              <a:gd name="T4" fmla="*/ 106 w 106"/>
              <a:gd name="T5" fmla="*/ 91 h 91"/>
              <a:gd name="T6" fmla="*/ 106 w 106"/>
              <a:gd name="T7" fmla="*/ 91 h 91"/>
              <a:gd name="T8" fmla="*/ 0 w 106"/>
              <a:gd name="T9" fmla="*/ 0 h 91"/>
              <a:gd name="T10" fmla="*/ 0 w 106"/>
              <a:gd name="T11" fmla="*/ 0 h 91"/>
              <a:gd name="T12" fmla="*/ 2 w 106"/>
              <a:gd name="T13" fmla="*/ 8 h 91"/>
              <a:gd name="T14" fmla="*/ 0 w 106"/>
              <a:gd name="T15" fmla="*/ 0 h 91"/>
              <a:gd name="T16" fmla="*/ 0 w 106"/>
              <a:gd name="T17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" h="91">
                <a:moveTo>
                  <a:pt x="0" y="0"/>
                </a:moveTo>
                <a:lnTo>
                  <a:pt x="0" y="0"/>
                </a:lnTo>
                <a:lnTo>
                  <a:pt x="106" y="91"/>
                </a:lnTo>
                <a:lnTo>
                  <a:pt x="106" y="91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2" y="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8" name="Freeform 183">
            <a:extLst>
              <a:ext uri="{FF2B5EF4-FFF2-40B4-BE49-F238E27FC236}">
                <a16:creationId xmlns:a16="http://schemas.microsoft.com/office/drawing/2014/main" id="{763D1A3F-6DC3-467A-9E16-B7FD449A9DB7}"/>
              </a:ext>
            </a:extLst>
          </p:cNvPr>
          <p:cNvSpPr>
            <a:spLocks noEditPoints="1"/>
          </p:cNvSpPr>
          <p:nvPr/>
        </p:nvSpPr>
        <p:spPr bwMode="auto">
          <a:xfrm>
            <a:off x="5966505" y="4244747"/>
            <a:ext cx="168275" cy="144463"/>
          </a:xfrm>
          <a:custGeom>
            <a:avLst/>
            <a:gdLst>
              <a:gd name="T0" fmla="*/ 0 w 106"/>
              <a:gd name="T1" fmla="*/ 0 h 91"/>
              <a:gd name="T2" fmla="*/ 0 w 106"/>
              <a:gd name="T3" fmla="*/ 0 h 91"/>
              <a:gd name="T4" fmla="*/ 106 w 106"/>
              <a:gd name="T5" fmla="*/ 91 h 91"/>
              <a:gd name="T6" fmla="*/ 106 w 106"/>
              <a:gd name="T7" fmla="*/ 91 h 91"/>
              <a:gd name="T8" fmla="*/ 0 w 106"/>
              <a:gd name="T9" fmla="*/ 0 h 91"/>
              <a:gd name="T10" fmla="*/ 0 w 106"/>
              <a:gd name="T11" fmla="*/ 0 h 91"/>
              <a:gd name="T12" fmla="*/ 2 w 106"/>
              <a:gd name="T13" fmla="*/ 8 h 91"/>
              <a:gd name="T14" fmla="*/ 0 w 106"/>
              <a:gd name="T15" fmla="*/ 0 h 91"/>
              <a:gd name="T16" fmla="*/ 0 w 106"/>
              <a:gd name="T17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" h="91">
                <a:moveTo>
                  <a:pt x="0" y="0"/>
                </a:moveTo>
                <a:lnTo>
                  <a:pt x="0" y="0"/>
                </a:lnTo>
                <a:lnTo>
                  <a:pt x="106" y="91"/>
                </a:lnTo>
                <a:lnTo>
                  <a:pt x="106" y="91"/>
                </a:lnTo>
                <a:lnTo>
                  <a:pt x="0" y="0"/>
                </a:lnTo>
                <a:moveTo>
                  <a:pt x="0" y="0"/>
                </a:moveTo>
                <a:lnTo>
                  <a:pt x="2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9" name="Freeform 184">
            <a:extLst>
              <a:ext uri="{FF2B5EF4-FFF2-40B4-BE49-F238E27FC236}">
                <a16:creationId xmlns:a16="http://schemas.microsoft.com/office/drawing/2014/main" id="{7B8A97CF-E4DA-49CA-8FFC-2DFD9BC19133}"/>
              </a:ext>
            </a:extLst>
          </p:cNvPr>
          <p:cNvSpPr>
            <a:spLocks/>
          </p:cNvSpPr>
          <p:nvPr/>
        </p:nvSpPr>
        <p:spPr bwMode="auto">
          <a:xfrm>
            <a:off x="5974443" y="4309835"/>
            <a:ext cx="152400" cy="188913"/>
          </a:xfrm>
          <a:custGeom>
            <a:avLst/>
            <a:gdLst>
              <a:gd name="T0" fmla="*/ 0 w 96"/>
              <a:gd name="T1" fmla="*/ 0 h 119"/>
              <a:gd name="T2" fmla="*/ 3 w 96"/>
              <a:gd name="T3" fmla="*/ 6 h 119"/>
              <a:gd name="T4" fmla="*/ 5 w 96"/>
              <a:gd name="T5" fmla="*/ 44 h 119"/>
              <a:gd name="T6" fmla="*/ 93 w 96"/>
              <a:gd name="T7" fmla="*/ 119 h 119"/>
              <a:gd name="T8" fmla="*/ 96 w 96"/>
              <a:gd name="T9" fmla="*/ 86 h 119"/>
              <a:gd name="T10" fmla="*/ 0 w 96"/>
              <a:gd name="T11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119">
                <a:moveTo>
                  <a:pt x="0" y="0"/>
                </a:moveTo>
                <a:lnTo>
                  <a:pt x="3" y="6"/>
                </a:lnTo>
                <a:lnTo>
                  <a:pt x="5" y="44"/>
                </a:lnTo>
                <a:lnTo>
                  <a:pt x="93" y="119"/>
                </a:lnTo>
                <a:lnTo>
                  <a:pt x="96" y="8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0" name="Freeform 185">
            <a:extLst>
              <a:ext uri="{FF2B5EF4-FFF2-40B4-BE49-F238E27FC236}">
                <a16:creationId xmlns:a16="http://schemas.microsoft.com/office/drawing/2014/main" id="{9A6540E0-9C60-401F-A402-0CC7409D309B}"/>
              </a:ext>
            </a:extLst>
          </p:cNvPr>
          <p:cNvSpPr>
            <a:spLocks/>
          </p:cNvSpPr>
          <p:nvPr/>
        </p:nvSpPr>
        <p:spPr bwMode="auto">
          <a:xfrm>
            <a:off x="5974443" y="4309835"/>
            <a:ext cx="152400" cy="188913"/>
          </a:xfrm>
          <a:custGeom>
            <a:avLst/>
            <a:gdLst>
              <a:gd name="T0" fmla="*/ 0 w 96"/>
              <a:gd name="T1" fmla="*/ 0 h 119"/>
              <a:gd name="T2" fmla="*/ 3 w 96"/>
              <a:gd name="T3" fmla="*/ 6 h 119"/>
              <a:gd name="T4" fmla="*/ 5 w 96"/>
              <a:gd name="T5" fmla="*/ 44 h 119"/>
              <a:gd name="T6" fmla="*/ 93 w 96"/>
              <a:gd name="T7" fmla="*/ 119 h 119"/>
              <a:gd name="T8" fmla="*/ 96 w 96"/>
              <a:gd name="T9" fmla="*/ 86 h 119"/>
              <a:gd name="T10" fmla="*/ 0 w 96"/>
              <a:gd name="T11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119">
                <a:moveTo>
                  <a:pt x="0" y="0"/>
                </a:moveTo>
                <a:lnTo>
                  <a:pt x="3" y="6"/>
                </a:lnTo>
                <a:lnTo>
                  <a:pt x="5" y="44"/>
                </a:lnTo>
                <a:lnTo>
                  <a:pt x="93" y="119"/>
                </a:lnTo>
                <a:lnTo>
                  <a:pt x="96" y="86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1" name="Freeform 186">
            <a:extLst>
              <a:ext uri="{FF2B5EF4-FFF2-40B4-BE49-F238E27FC236}">
                <a16:creationId xmlns:a16="http://schemas.microsoft.com/office/drawing/2014/main" id="{1A12EF69-1875-4EE0-81A1-9DAAB892529B}"/>
              </a:ext>
            </a:extLst>
          </p:cNvPr>
          <p:cNvSpPr>
            <a:spLocks/>
          </p:cNvSpPr>
          <p:nvPr/>
        </p:nvSpPr>
        <p:spPr bwMode="auto">
          <a:xfrm>
            <a:off x="5974443" y="42860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2" name="Freeform 187">
            <a:extLst>
              <a:ext uri="{FF2B5EF4-FFF2-40B4-BE49-F238E27FC236}">
                <a16:creationId xmlns:a16="http://schemas.microsoft.com/office/drawing/2014/main" id="{D9D4CE9B-1923-441E-BCED-F05DA9EFD8BF}"/>
              </a:ext>
            </a:extLst>
          </p:cNvPr>
          <p:cNvSpPr>
            <a:spLocks/>
          </p:cNvSpPr>
          <p:nvPr/>
        </p:nvSpPr>
        <p:spPr bwMode="auto">
          <a:xfrm>
            <a:off x="5922055" y="4130447"/>
            <a:ext cx="158750" cy="163513"/>
          </a:xfrm>
          <a:custGeom>
            <a:avLst/>
            <a:gdLst>
              <a:gd name="T0" fmla="*/ 92 w 100"/>
              <a:gd name="T1" fmla="*/ 103 h 103"/>
              <a:gd name="T2" fmla="*/ 36 w 100"/>
              <a:gd name="T3" fmla="*/ 5 h 103"/>
              <a:gd name="T4" fmla="*/ 0 w 100"/>
              <a:gd name="T5" fmla="*/ 5 h 103"/>
              <a:gd name="T6" fmla="*/ 0 w 100"/>
              <a:gd name="T7" fmla="*/ 0 h 103"/>
              <a:gd name="T8" fmla="*/ 38 w 100"/>
              <a:gd name="T9" fmla="*/ 0 h 103"/>
              <a:gd name="T10" fmla="*/ 100 w 100"/>
              <a:gd name="T11" fmla="*/ 101 h 103"/>
              <a:gd name="T12" fmla="*/ 92 w 100"/>
              <a:gd name="T13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0" h="103">
                <a:moveTo>
                  <a:pt x="92" y="103"/>
                </a:moveTo>
                <a:lnTo>
                  <a:pt x="36" y="5"/>
                </a:lnTo>
                <a:lnTo>
                  <a:pt x="0" y="5"/>
                </a:lnTo>
                <a:lnTo>
                  <a:pt x="0" y="0"/>
                </a:lnTo>
                <a:lnTo>
                  <a:pt x="38" y="0"/>
                </a:lnTo>
                <a:lnTo>
                  <a:pt x="100" y="101"/>
                </a:lnTo>
                <a:lnTo>
                  <a:pt x="92" y="1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3" name="Freeform 188">
            <a:extLst>
              <a:ext uri="{FF2B5EF4-FFF2-40B4-BE49-F238E27FC236}">
                <a16:creationId xmlns:a16="http://schemas.microsoft.com/office/drawing/2014/main" id="{88C656D0-203E-4BD4-B92E-0F018C2B34E7}"/>
              </a:ext>
            </a:extLst>
          </p:cNvPr>
          <p:cNvSpPr>
            <a:spLocks/>
          </p:cNvSpPr>
          <p:nvPr/>
        </p:nvSpPr>
        <p:spPr bwMode="auto">
          <a:xfrm>
            <a:off x="6855505" y="4182835"/>
            <a:ext cx="41275" cy="115888"/>
          </a:xfrm>
          <a:custGeom>
            <a:avLst/>
            <a:gdLst>
              <a:gd name="T0" fmla="*/ 16 w 26"/>
              <a:gd name="T1" fmla="*/ 0 h 73"/>
              <a:gd name="T2" fmla="*/ 5 w 26"/>
              <a:gd name="T3" fmla="*/ 44 h 73"/>
              <a:gd name="T4" fmla="*/ 8 w 26"/>
              <a:gd name="T5" fmla="*/ 60 h 73"/>
              <a:gd name="T6" fmla="*/ 3 w 26"/>
              <a:gd name="T7" fmla="*/ 62 h 73"/>
              <a:gd name="T8" fmla="*/ 0 w 26"/>
              <a:gd name="T9" fmla="*/ 70 h 73"/>
              <a:gd name="T10" fmla="*/ 13 w 26"/>
              <a:gd name="T11" fmla="*/ 73 h 73"/>
              <a:gd name="T12" fmla="*/ 26 w 26"/>
              <a:gd name="T13" fmla="*/ 3 h 73"/>
              <a:gd name="T14" fmla="*/ 16 w 26"/>
              <a:gd name="T15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73">
                <a:moveTo>
                  <a:pt x="16" y="0"/>
                </a:moveTo>
                <a:lnTo>
                  <a:pt x="5" y="44"/>
                </a:lnTo>
                <a:lnTo>
                  <a:pt x="8" y="60"/>
                </a:lnTo>
                <a:lnTo>
                  <a:pt x="3" y="62"/>
                </a:lnTo>
                <a:lnTo>
                  <a:pt x="0" y="70"/>
                </a:lnTo>
                <a:lnTo>
                  <a:pt x="13" y="73"/>
                </a:lnTo>
                <a:lnTo>
                  <a:pt x="26" y="3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4" name="Freeform 189">
            <a:extLst>
              <a:ext uri="{FF2B5EF4-FFF2-40B4-BE49-F238E27FC236}">
                <a16:creationId xmlns:a16="http://schemas.microsoft.com/office/drawing/2014/main" id="{174221DF-EBD9-425E-B9BC-DA14EBE6BFEC}"/>
              </a:ext>
            </a:extLst>
          </p:cNvPr>
          <p:cNvSpPr>
            <a:spLocks/>
          </p:cNvSpPr>
          <p:nvPr/>
        </p:nvSpPr>
        <p:spPr bwMode="auto">
          <a:xfrm>
            <a:off x="6855505" y="4182835"/>
            <a:ext cx="41275" cy="115888"/>
          </a:xfrm>
          <a:custGeom>
            <a:avLst/>
            <a:gdLst>
              <a:gd name="T0" fmla="*/ 16 w 26"/>
              <a:gd name="T1" fmla="*/ 0 h 73"/>
              <a:gd name="T2" fmla="*/ 5 w 26"/>
              <a:gd name="T3" fmla="*/ 44 h 73"/>
              <a:gd name="T4" fmla="*/ 8 w 26"/>
              <a:gd name="T5" fmla="*/ 60 h 73"/>
              <a:gd name="T6" fmla="*/ 3 w 26"/>
              <a:gd name="T7" fmla="*/ 62 h 73"/>
              <a:gd name="T8" fmla="*/ 0 w 26"/>
              <a:gd name="T9" fmla="*/ 70 h 73"/>
              <a:gd name="T10" fmla="*/ 13 w 26"/>
              <a:gd name="T11" fmla="*/ 73 h 73"/>
              <a:gd name="T12" fmla="*/ 26 w 26"/>
              <a:gd name="T13" fmla="*/ 3 h 73"/>
              <a:gd name="T14" fmla="*/ 16 w 26"/>
              <a:gd name="T15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73">
                <a:moveTo>
                  <a:pt x="16" y="0"/>
                </a:moveTo>
                <a:lnTo>
                  <a:pt x="5" y="44"/>
                </a:lnTo>
                <a:lnTo>
                  <a:pt x="8" y="60"/>
                </a:lnTo>
                <a:lnTo>
                  <a:pt x="3" y="62"/>
                </a:lnTo>
                <a:lnTo>
                  <a:pt x="0" y="70"/>
                </a:lnTo>
                <a:lnTo>
                  <a:pt x="13" y="73"/>
                </a:lnTo>
                <a:lnTo>
                  <a:pt x="26" y="3"/>
                </a:lnTo>
                <a:lnTo>
                  <a:pt x="1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5" name="Freeform 190">
            <a:extLst>
              <a:ext uri="{FF2B5EF4-FFF2-40B4-BE49-F238E27FC236}">
                <a16:creationId xmlns:a16="http://schemas.microsoft.com/office/drawing/2014/main" id="{3D0EF4BC-6EF0-40B5-B339-2ECFF4E3274D}"/>
              </a:ext>
            </a:extLst>
          </p:cNvPr>
          <p:cNvSpPr>
            <a:spLocks/>
          </p:cNvSpPr>
          <p:nvPr/>
        </p:nvSpPr>
        <p:spPr bwMode="auto">
          <a:xfrm>
            <a:off x="6831693" y="4171722"/>
            <a:ext cx="31750" cy="109538"/>
          </a:xfrm>
          <a:custGeom>
            <a:avLst/>
            <a:gdLst>
              <a:gd name="T0" fmla="*/ 10 w 20"/>
              <a:gd name="T1" fmla="*/ 0 h 69"/>
              <a:gd name="T2" fmla="*/ 0 w 20"/>
              <a:gd name="T3" fmla="*/ 2 h 69"/>
              <a:gd name="T4" fmla="*/ 12 w 20"/>
              <a:gd name="T5" fmla="*/ 69 h 69"/>
              <a:gd name="T6" fmla="*/ 18 w 20"/>
              <a:gd name="T7" fmla="*/ 69 h 69"/>
              <a:gd name="T8" fmla="*/ 20 w 20"/>
              <a:gd name="T9" fmla="*/ 51 h 69"/>
              <a:gd name="T10" fmla="*/ 10 w 20"/>
              <a:gd name="T11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69">
                <a:moveTo>
                  <a:pt x="10" y="0"/>
                </a:moveTo>
                <a:lnTo>
                  <a:pt x="0" y="2"/>
                </a:lnTo>
                <a:lnTo>
                  <a:pt x="12" y="69"/>
                </a:lnTo>
                <a:lnTo>
                  <a:pt x="18" y="69"/>
                </a:lnTo>
                <a:lnTo>
                  <a:pt x="20" y="51"/>
                </a:lnTo>
                <a:lnTo>
                  <a:pt x="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6" name="Freeform 191">
            <a:extLst>
              <a:ext uri="{FF2B5EF4-FFF2-40B4-BE49-F238E27FC236}">
                <a16:creationId xmlns:a16="http://schemas.microsoft.com/office/drawing/2014/main" id="{1967C150-C9B4-43F2-8871-1A278828E72B}"/>
              </a:ext>
            </a:extLst>
          </p:cNvPr>
          <p:cNvSpPr>
            <a:spLocks/>
          </p:cNvSpPr>
          <p:nvPr/>
        </p:nvSpPr>
        <p:spPr bwMode="auto">
          <a:xfrm>
            <a:off x="6831693" y="4171722"/>
            <a:ext cx="31750" cy="109538"/>
          </a:xfrm>
          <a:custGeom>
            <a:avLst/>
            <a:gdLst>
              <a:gd name="T0" fmla="*/ 10 w 20"/>
              <a:gd name="T1" fmla="*/ 0 h 69"/>
              <a:gd name="T2" fmla="*/ 0 w 20"/>
              <a:gd name="T3" fmla="*/ 2 h 69"/>
              <a:gd name="T4" fmla="*/ 12 w 20"/>
              <a:gd name="T5" fmla="*/ 69 h 69"/>
              <a:gd name="T6" fmla="*/ 18 w 20"/>
              <a:gd name="T7" fmla="*/ 69 h 69"/>
              <a:gd name="T8" fmla="*/ 20 w 20"/>
              <a:gd name="T9" fmla="*/ 51 h 69"/>
              <a:gd name="T10" fmla="*/ 10 w 20"/>
              <a:gd name="T11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69">
                <a:moveTo>
                  <a:pt x="10" y="0"/>
                </a:moveTo>
                <a:lnTo>
                  <a:pt x="0" y="2"/>
                </a:lnTo>
                <a:lnTo>
                  <a:pt x="12" y="69"/>
                </a:lnTo>
                <a:lnTo>
                  <a:pt x="18" y="69"/>
                </a:lnTo>
                <a:lnTo>
                  <a:pt x="20" y="51"/>
                </a:lnTo>
                <a:lnTo>
                  <a:pt x="1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7" name="Freeform 192">
            <a:extLst>
              <a:ext uri="{FF2B5EF4-FFF2-40B4-BE49-F238E27FC236}">
                <a16:creationId xmlns:a16="http://schemas.microsoft.com/office/drawing/2014/main" id="{62711C78-C854-4518-8067-03A7029D141E}"/>
              </a:ext>
            </a:extLst>
          </p:cNvPr>
          <p:cNvSpPr>
            <a:spLocks/>
          </p:cNvSpPr>
          <p:nvPr/>
        </p:nvSpPr>
        <p:spPr bwMode="auto">
          <a:xfrm>
            <a:off x="6860268" y="4252685"/>
            <a:ext cx="7938" cy="28575"/>
          </a:xfrm>
          <a:custGeom>
            <a:avLst/>
            <a:gdLst>
              <a:gd name="T0" fmla="*/ 2 w 5"/>
              <a:gd name="T1" fmla="*/ 0 h 18"/>
              <a:gd name="T2" fmla="*/ 0 w 5"/>
              <a:gd name="T3" fmla="*/ 18 h 18"/>
              <a:gd name="T4" fmla="*/ 5 w 5"/>
              <a:gd name="T5" fmla="*/ 16 h 18"/>
              <a:gd name="T6" fmla="*/ 2 w 5"/>
              <a:gd name="T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18">
                <a:moveTo>
                  <a:pt x="2" y="0"/>
                </a:moveTo>
                <a:lnTo>
                  <a:pt x="0" y="18"/>
                </a:lnTo>
                <a:lnTo>
                  <a:pt x="5" y="16"/>
                </a:lnTo>
                <a:lnTo>
                  <a:pt x="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8" name="Freeform 193">
            <a:extLst>
              <a:ext uri="{FF2B5EF4-FFF2-40B4-BE49-F238E27FC236}">
                <a16:creationId xmlns:a16="http://schemas.microsoft.com/office/drawing/2014/main" id="{C1E6A651-F8E8-4DAE-98DF-32EF0252BAEC}"/>
              </a:ext>
            </a:extLst>
          </p:cNvPr>
          <p:cNvSpPr>
            <a:spLocks/>
          </p:cNvSpPr>
          <p:nvPr/>
        </p:nvSpPr>
        <p:spPr bwMode="auto">
          <a:xfrm>
            <a:off x="6860268" y="4252685"/>
            <a:ext cx="7938" cy="28575"/>
          </a:xfrm>
          <a:custGeom>
            <a:avLst/>
            <a:gdLst>
              <a:gd name="T0" fmla="*/ 2 w 5"/>
              <a:gd name="T1" fmla="*/ 0 h 18"/>
              <a:gd name="T2" fmla="*/ 0 w 5"/>
              <a:gd name="T3" fmla="*/ 18 h 18"/>
              <a:gd name="T4" fmla="*/ 5 w 5"/>
              <a:gd name="T5" fmla="*/ 16 h 18"/>
              <a:gd name="T6" fmla="*/ 2 w 5"/>
              <a:gd name="T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18">
                <a:moveTo>
                  <a:pt x="2" y="0"/>
                </a:moveTo>
                <a:lnTo>
                  <a:pt x="0" y="18"/>
                </a:lnTo>
                <a:lnTo>
                  <a:pt x="5" y="16"/>
                </a:lnTo>
                <a:lnTo>
                  <a:pt x="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9" name="Freeform 194">
            <a:extLst>
              <a:ext uri="{FF2B5EF4-FFF2-40B4-BE49-F238E27FC236}">
                <a16:creationId xmlns:a16="http://schemas.microsoft.com/office/drawing/2014/main" id="{13828DD5-6557-4CFA-8DC2-98C6FFF0F35F}"/>
              </a:ext>
            </a:extLst>
          </p:cNvPr>
          <p:cNvSpPr>
            <a:spLocks/>
          </p:cNvSpPr>
          <p:nvPr/>
        </p:nvSpPr>
        <p:spPr bwMode="auto">
          <a:xfrm>
            <a:off x="6933293" y="4171722"/>
            <a:ext cx="33338" cy="109538"/>
          </a:xfrm>
          <a:custGeom>
            <a:avLst/>
            <a:gdLst>
              <a:gd name="T0" fmla="*/ 8 w 21"/>
              <a:gd name="T1" fmla="*/ 0 h 69"/>
              <a:gd name="T2" fmla="*/ 0 w 21"/>
              <a:gd name="T3" fmla="*/ 67 h 69"/>
              <a:gd name="T4" fmla="*/ 13 w 21"/>
              <a:gd name="T5" fmla="*/ 69 h 69"/>
              <a:gd name="T6" fmla="*/ 21 w 21"/>
              <a:gd name="T7" fmla="*/ 0 h 69"/>
              <a:gd name="T8" fmla="*/ 8 w 21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69">
                <a:moveTo>
                  <a:pt x="8" y="0"/>
                </a:moveTo>
                <a:lnTo>
                  <a:pt x="0" y="67"/>
                </a:lnTo>
                <a:lnTo>
                  <a:pt x="13" y="69"/>
                </a:lnTo>
                <a:lnTo>
                  <a:pt x="21" y="0"/>
                </a:lnTo>
                <a:lnTo>
                  <a:pt x="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0" name="Freeform 195">
            <a:extLst>
              <a:ext uri="{FF2B5EF4-FFF2-40B4-BE49-F238E27FC236}">
                <a16:creationId xmlns:a16="http://schemas.microsoft.com/office/drawing/2014/main" id="{C6C0EBF6-CBF3-4846-84B4-CB5D099856B2}"/>
              </a:ext>
            </a:extLst>
          </p:cNvPr>
          <p:cNvSpPr>
            <a:spLocks/>
          </p:cNvSpPr>
          <p:nvPr/>
        </p:nvSpPr>
        <p:spPr bwMode="auto">
          <a:xfrm>
            <a:off x="6933293" y="4171722"/>
            <a:ext cx="33338" cy="109538"/>
          </a:xfrm>
          <a:custGeom>
            <a:avLst/>
            <a:gdLst>
              <a:gd name="T0" fmla="*/ 8 w 21"/>
              <a:gd name="T1" fmla="*/ 0 h 69"/>
              <a:gd name="T2" fmla="*/ 0 w 21"/>
              <a:gd name="T3" fmla="*/ 67 h 69"/>
              <a:gd name="T4" fmla="*/ 13 w 21"/>
              <a:gd name="T5" fmla="*/ 69 h 69"/>
              <a:gd name="T6" fmla="*/ 21 w 21"/>
              <a:gd name="T7" fmla="*/ 0 h 69"/>
              <a:gd name="T8" fmla="*/ 8 w 21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69">
                <a:moveTo>
                  <a:pt x="8" y="0"/>
                </a:moveTo>
                <a:lnTo>
                  <a:pt x="0" y="67"/>
                </a:lnTo>
                <a:lnTo>
                  <a:pt x="13" y="69"/>
                </a:lnTo>
                <a:lnTo>
                  <a:pt x="21" y="0"/>
                </a:lnTo>
                <a:lnTo>
                  <a:pt x="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1" name="Freeform 196">
            <a:extLst>
              <a:ext uri="{FF2B5EF4-FFF2-40B4-BE49-F238E27FC236}">
                <a16:creationId xmlns:a16="http://schemas.microsoft.com/office/drawing/2014/main" id="{7296DA37-7505-47AE-A23C-D5BB7917FF95}"/>
              </a:ext>
            </a:extLst>
          </p:cNvPr>
          <p:cNvSpPr>
            <a:spLocks/>
          </p:cNvSpPr>
          <p:nvPr/>
        </p:nvSpPr>
        <p:spPr bwMode="auto">
          <a:xfrm>
            <a:off x="6888843" y="4182835"/>
            <a:ext cx="44450" cy="115888"/>
          </a:xfrm>
          <a:custGeom>
            <a:avLst/>
            <a:gdLst>
              <a:gd name="T0" fmla="*/ 15 w 28"/>
              <a:gd name="T1" fmla="*/ 0 h 73"/>
              <a:gd name="T2" fmla="*/ 0 w 28"/>
              <a:gd name="T3" fmla="*/ 68 h 73"/>
              <a:gd name="T4" fmla="*/ 10 w 28"/>
              <a:gd name="T5" fmla="*/ 73 h 73"/>
              <a:gd name="T6" fmla="*/ 28 w 28"/>
              <a:gd name="T7" fmla="*/ 5 h 73"/>
              <a:gd name="T8" fmla="*/ 15 w 28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73">
                <a:moveTo>
                  <a:pt x="15" y="0"/>
                </a:moveTo>
                <a:lnTo>
                  <a:pt x="0" y="68"/>
                </a:lnTo>
                <a:lnTo>
                  <a:pt x="10" y="73"/>
                </a:lnTo>
                <a:lnTo>
                  <a:pt x="28" y="5"/>
                </a:lnTo>
                <a:lnTo>
                  <a:pt x="1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2" name="Freeform 197">
            <a:extLst>
              <a:ext uri="{FF2B5EF4-FFF2-40B4-BE49-F238E27FC236}">
                <a16:creationId xmlns:a16="http://schemas.microsoft.com/office/drawing/2014/main" id="{CE6C8EE8-7125-4F2B-A6DF-859D3A53775B}"/>
              </a:ext>
            </a:extLst>
          </p:cNvPr>
          <p:cNvSpPr>
            <a:spLocks/>
          </p:cNvSpPr>
          <p:nvPr/>
        </p:nvSpPr>
        <p:spPr bwMode="auto">
          <a:xfrm>
            <a:off x="6888843" y="4182835"/>
            <a:ext cx="44450" cy="115888"/>
          </a:xfrm>
          <a:custGeom>
            <a:avLst/>
            <a:gdLst>
              <a:gd name="T0" fmla="*/ 15 w 28"/>
              <a:gd name="T1" fmla="*/ 0 h 73"/>
              <a:gd name="T2" fmla="*/ 0 w 28"/>
              <a:gd name="T3" fmla="*/ 68 h 73"/>
              <a:gd name="T4" fmla="*/ 10 w 28"/>
              <a:gd name="T5" fmla="*/ 73 h 73"/>
              <a:gd name="T6" fmla="*/ 28 w 28"/>
              <a:gd name="T7" fmla="*/ 5 h 73"/>
              <a:gd name="T8" fmla="*/ 15 w 28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73">
                <a:moveTo>
                  <a:pt x="15" y="0"/>
                </a:moveTo>
                <a:lnTo>
                  <a:pt x="0" y="68"/>
                </a:lnTo>
                <a:lnTo>
                  <a:pt x="10" y="73"/>
                </a:lnTo>
                <a:lnTo>
                  <a:pt x="28" y="5"/>
                </a:lnTo>
                <a:lnTo>
                  <a:pt x="1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3" name="Freeform 198">
            <a:extLst>
              <a:ext uri="{FF2B5EF4-FFF2-40B4-BE49-F238E27FC236}">
                <a16:creationId xmlns:a16="http://schemas.microsoft.com/office/drawing/2014/main" id="{4B265AF4-AE26-452C-85F9-87EA3980716B}"/>
              </a:ext>
            </a:extLst>
          </p:cNvPr>
          <p:cNvSpPr>
            <a:spLocks/>
          </p:cNvSpPr>
          <p:nvPr/>
        </p:nvSpPr>
        <p:spPr bwMode="auto">
          <a:xfrm>
            <a:off x="6777718" y="4159022"/>
            <a:ext cx="28575" cy="111125"/>
          </a:xfrm>
          <a:custGeom>
            <a:avLst/>
            <a:gdLst>
              <a:gd name="T0" fmla="*/ 5 w 18"/>
              <a:gd name="T1" fmla="*/ 0 h 70"/>
              <a:gd name="T2" fmla="*/ 0 w 18"/>
              <a:gd name="T3" fmla="*/ 67 h 70"/>
              <a:gd name="T4" fmla="*/ 13 w 18"/>
              <a:gd name="T5" fmla="*/ 70 h 70"/>
              <a:gd name="T6" fmla="*/ 18 w 18"/>
              <a:gd name="T7" fmla="*/ 0 h 70"/>
              <a:gd name="T8" fmla="*/ 5 w 18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70">
                <a:moveTo>
                  <a:pt x="5" y="0"/>
                </a:moveTo>
                <a:lnTo>
                  <a:pt x="0" y="67"/>
                </a:lnTo>
                <a:lnTo>
                  <a:pt x="13" y="70"/>
                </a:lnTo>
                <a:lnTo>
                  <a:pt x="18" y="0"/>
                </a:lnTo>
                <a:lnTo>
                  <a:pt x="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4" name="Freeform 199">
            <a:extLst>
              <a:ext uri="{FF2B5EF4-FFF2-40B4-BE49-F238E27FC236}">
                <a16:creationId xmlns:a16="http://schemas.microsoft.com/office/drawing/2014/main" id="{6CA9E5BD-DE32-4783-9E60-C8F4F2EFCBDA}"/>
              </a:ext>
            </a:extLst>
          </p:cNvPr>
          <p:cNvSpPr>
            <a:spLocks/>
          </p:cNvSpPr>
          <p:nvPr/>
        </p:nvSpPr>
        <p:spPr bwMode="auto">
          <a:xfrm>
            <a:off x="6777718" y="4159022"/>
            <a:ext cx="28575" cy="111125"/>
          </a:xfrm>
          <a:custGeom>
            <a:avLst/>
            <a:gdLst>
              <a:gd name="T0" fmla="*/ 5 w 18"/>
              <a:gd name="T1" fmla="*/ 0 h 70"/>
              <a:gd name="T2" fmla="*/ 0 w 18"/>
              <a:gd name="T3" fmla="*/ 67 h 70"/>
              <a:gd name="T4" fmla="*/ 13 w 18"/>
              <a:gd name="T5" fmla="*/ 70 h 70"/>
              <a:gd name="T6" fmla="*/ 18 w 18"/>
              <a:gd name="T7" fmla="*/ 0 h 70"/>
              <a:gd name="T8" fmla="*/ 5 w 18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70">
                <a:moveTo>
                  <a:pt x="5" y="0"/>
                </a:moveTo>
                <a:lnTo>
                  <a:pt x="0" y="67"/>
                </a:lnTo>
                <a:lnTo>
                  <a:pt x="13" y="70"/>
                </a:lnTo>
                <a:lnTo>
                  <a:pt x="18" y="0"/>
                </a:lnTo>
                <a:lnTo>
                  <a:pt x="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5" name="Freeform 200">
            <a:extLst>
              <a:ext uri="{FF2B5EF4-FFF2-40B4-BE49-F238E27FC236}">
                <a16:creationId xmlns:a16="http://schemas.microsoft.com/office/drawing/2014/main" id="{C2C9EA57-3282-40D7-AFE2-C70F936847F2}"/>
              </a:ext>
            </a:extLst>
          </p:cNvPr>
          <p:cNvSpPr>
            <a:spLocks/>
          </p:cNvSpPr>
          <p:nvPr/>
        </p:nvSpPr>
        <p:spPr bwMode="auto">
          <a:xfrm>
            <a:off x="6704693" y="4146322"/>
            <a:ext cx="49213" cy="111125"/>
          </a:xfrm>
          <a:custGeom>
            <a:avLst/>
            <a:gdLst>
              <a:gd name="T0" fmla="*/ 12 w 31"/>
              <a:gd name="T1" fmla="*/ 0 h 70"/>
              <a:gd name="T2" fmla="*/ 0 w 31"/>
              <a:gd name="T3" fmla="*/ 3 h 70"/>
              <a:gd name="T4" fmla="*/ 20 w 31"/>
              <a:gd name="T5" fmla="*/ 70 h 70"/>
              <a:gd name="T6" fmla="*/ 31 w 31"/>
              <a:gd name="T7" fmla="*/ 67 h 70"/>
              <a:gd name="T8" fmla="*/ 31 w 31"/>
              <a:gd name="T9" fmla="*/ 62 h 70"/>
              <a:gd name="T10" fmla="*/ 12 w 31"/>
              <a:gd name="T11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70">
                <a:moveTo>
                  <a:pt x="12" y="0"/>
                </a:moveTo>
                <a:lnTo>
                  <a:pt x="0" y="3"/>
                </a:lnTo>
                <a:lnTo>
                  <a:pt x="20" y="70"/>
                </a:lnTo>
                <a:lnTo>
                  <a:pt x="31" y="67"/>
                </a:lnTo>
                <a:lnTo>
                  <a:pt x="31" y="62"/>
                </a:lnTo>
                <a:lnTo>
                  <a:pt x="1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6" name="Freeform 201">
            <a:extLst>
              <a:ext uri="{FF2B5EF4-FFF2-40B4-BE49-F238E27FC236}">
                <a16:creationId xmlns:a16="http://schemas.microsoft.com/office/drawing/2014/main" id="{760A88D5-2A42-4AA8-9A02-D3145274D4F5}"/>
              </a:ext>
            </a:extLst>
          </p:cNvPr>
          <p:cNvSpPr>
            <a:spLocks/>
          </p:cNvSpPr>
          <p:nvPr/>
        </p:nvSpPr>
        <p:spPr bwMode="auto">
          <a:xfrm>
            <a:off x="6704693" y="4146322"/>
            <a:ext cx="49213" cy="111125"/>
          </a:xfrm>
          <a:custGeom>
            <a:avLst/>
            <a:gdLst>
              <a:gd name="T0" fmla="*/ 12 w 31"/>
              <a:gd name="T1" fmla="*/ 0 h 70"/>
              <a:gd name="T2" fmla="*/ 0 w 31"/>
              <a:gd name="T3" fmla="*/ 3 h 70"/>
              <a:gd name="T4" fmla="*/ 20 w 31"/>
              <a:gd name="T5" fmla="*/ 70 h 70"/>
              <a:gd name="T6" fmla="*/ 31 w 31"/>
              <a:gd name="T7" fmla="*/ 67 h 70"/>
              <a:gd name="T8" fmla="*/ 31 w 31"/>
              <a:gd name="T9" fmla="*/ 62 h 70"/>
              <a:gd name="T10" fmla="*/ 12 w 31"/>
              <a:gd name="T11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70">
                <a:moveTo>
                  <a:pt x="12" y="0"/>
                </a:moveTo>
                <a:lnTo>
                  <a:pt x="0" y="3"/>
                </a:lnTo>
                <a:lnTo>
                  <a:pt x="20" y="70"/>
                </a:lnTo>
                <a:lnTo>
                  <a:pt x="31" y="67"/>
                </a:lnTo>
                <a:lnTo>
                  <a:pt x="31" y="62"/>
                </a:lnTo>
                <a:lnTo>
                  <a:pt x="1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7" name="Freeform 202">
            <a:extLst>
              <a:ext uri="{FF2B5EF4-FFF2-40B4-BE49-F238E27FC236}">
                <a16:creationId xmlns:a16="http://schemas.microsoft.com/office/drawing/2014/main" id="{EA0AE5D7-E742-48E5-8D72-09F35861E309}"/>
              </a:ext>
            </a:extLst>
          </p:cNvPr>
          <p:cNvSpPr>
            <a:spLocks/>
          </p:cNvSpPr>
          <p:nvPr/>
        </p:nvSpPr>
        <p:spPr bwMode="auto">
          <a:xfrm>
            <a:off x="6679293" y="4151085"/>
            <a:ext cx="53975" cy="106363"/>
          </a:xfrm>
          <a:custGeom>
            <a:avLst/>
            <a:gdLst>
              <a:gd name="T0" fmla="*/ 13 w 34"/>
              <a:gd name="T1" fmla="*/ 0 h 67"/>
              <a:gd name="T2" fmla="*/ 0 w 34"/>
              <a:gd name="T3" fmla="*/ 2 h 67"/>
              <a:gd name="T4" fmla="*/ 21 w 34"/>
              <a:gd name="T5" fmla="*/ 67 h 67"/>
              <a:gd name="T6" fmla="*/ 34 w 34"/>
              <a:gd name="T7" fmla="*/ 64 h 67"/>
              <a:gd name="T8" fmla="*/ 13 w 34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67">
                <a:moveTo>
                  <a:pt x="13" y="0"/>
                </a:moveTo>
                <a:lnTo>
                  <a:pt x="0" y="2"/>
                </a:lnTo>
                <a:lnTo>
                  <a:pt x="21" y="67"/>
                </a:lnTo>
                <a:lnTo>
                  <a:pt x="34" y="64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8" name="Freeform 203">
            <a:extLst>
              <a:ext uri="{FF2B5EF4-FFF2-40B4-BE49-F238E27FC236}">
                <a16:creationId xmlns:a16="http://schemas.microsoft.com/office/drawing/2014/main" id="{251DB5E5-E4A1-4235-A8C2-7724AC019A14}"/>
              </a:ext>
            </a:extLst>
          </p:cNvPr>
          <p:cNvSpPr>
            <a:spLocks/>
          </p:cNvSpPr>
          <p:nvPr/>
        </p:nvSpPr>
        <p:spPr bwMode="auto">
          <a:xfrm>
            <a:off x="6679293" y="4151085"/>
            <a:ext cx="53975" cy="106363"/>
          </a:xfrm>
          <a:custGeom>
            <a:avLst/>
            <a:gdLst>
              <a:gd name="T0" fmla="*/ 13 w 34"/>
              <a:gd name="T1" fmla="*/ 0 h 67"/>
              <a:gd name="T2" fmla="*/ 0 w 34"/>
              <a:gd name="T3" fmla="*/ 2 h 67"/>
              <a:gd name="T4" fmla="*/ 21 w 34"/>
              <a:gd name="T5" fmla="*/ 67 h 67"/>
              <a:gd name="T6" fmla="*/ 34 w 34"/>
              <a:gd name="T7" fmla="*/ 64 h 67"/>
              <a:gd name="T8" fmla="*/ 13 w 34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67">
                <a:moveTo>
                  <a:pt x="13" y="0"/>
                </a:moveTo>
                <a:lnTo>
                  <a:pt x="0" y="2"/>
                </a:lnTo>
                <a:lnTo>
                  <a:pt x="21" y="67"/>
                </a:lnTo>
                <a:lnTo>
                  <a:pt x="34" y="64"/>
                </a:lnTo>
                <a:lnTo>
                  <a:pt x="1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9" name="Freeform 204">
            <a:extLst>
              <a:ext uri="{FF2B5EF4-FFF2-40B4-BE49-F238E27FC236}">
                <a16:creationId xmlns:a16="http://schemas.microsoft.com/office/drawing/2014/main" id="{FC1265D8-EA5E-43EC-808A-B4D48038FE4A}"/>
              </a:ext>
            </a:extLst>
          </p:cNvPr>
          <p:cNvSpPr>
            <a:spLocks/>
          </p:cNvSpPr>
          <p:nvPr/>
        </p:nvSpPr>
        <p:spPr bwMode="auto">
          <a:xfrm>
            <a:off x="6753905" y="4166960"/>
            <a:ext cx="19050" cy="111125"/>
          </a:xfrm>
          <a:custGeom>
            <a:avLst/>
            <a:gdLst>
              <a:gd name="T0" fmla="*/ 12 w 12"/>
              <a:gd name="T1" fmla="*/ 0 h 70"/>
              <a:gd name="T2" fmla="*/ 0 w 12"/>
              <a:gd name="T3" fmla="*/ 0 h 70"/>
              <a:gd name="T4" fmla="*/ 0 w 12"/>
              <a:gd name="T5" fmla="*/ 49 h 70"/>
              <a:gd name="T6" fmla="*/ 2 w 12"/>
              <a:gd name="T7" fmla="*/ 52 h 70"/>
              <a:gd name="T8" fmla="*/ 0 w 12"/>
              <a:gd name="T9" fmla="*/ 54 h 70"/>
              <a:gd name="T10" fmla="*/ 0 w 12"/>
              <a:gd name="T11" fmla="*/ 70 h 70"/>
              <a:gd name="T12" fmla="*/ 12 w 12"/>
              <a:gd name="T13" fmla="*/ 70 h 70"/>
              <a:gd name="T14" fmla="*/ 12 w 12"/>
              <a:gd name="T15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70">
                <a:moveTo>
                  <a:pt x="12" y="0"/>
                </a:moveTo>
                <a:lnTo>
                  <a:pt x="0" y="0"/>
                </a:lnTo>
                <a:lnTo>
                  <a:pt x="0" y="49"/>
                </a:lnTo>
                <a:lnTo>
                  <a:pt x="2" y="52"/>
                </a:lnTo>
                <a:lnTo>
                  <a:pt x="0" y="54"/>
                </a:lnTo>
                <a:lnTo>
                  <a:pt x="0" y="70"/>
                </a:lnTo>
                <a:lnTo>
                  <a:pt x="12" y="70"/>
                </a:lnTo>
                <a:lnTo>
                  <a:pt x="1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0" name="Freeform 206">
            <a:extLst>
              <a:ext uri="{FF2B5EF4-FFF2-40B4-BE49-F238E27FC236}">
                <a16:creationId xmlns:a16="http://schemas.microsoft.com/office/drawing/2014/main" id="{482894C7-17D0-4B68-A95E-0CD59D8CB041}"/>
              </a:ext>
            </a:extLst>
          </p:cNvPr>
          <p:cNvSpPr>
            <a:spLocks/>
          </p:cNvSpPr>
          <p:nvPr/>
        </p:nvSpPr>
        <p:spPr bwMode="auto">
          <a:xfrm>
            <a:off x="6753905" y="4166959"/>
            <a:ext cx="19050" cy="111125"/>
          </a:xfrm>
          <a:custGeom>
            <a:avLst/>
            <a:gdLst>
              <a:gd name="T0" fmla="*/ 12 w 12"/>
              <a:gd name="T1" fmla="*/ 0 h 70"/>
              <a:gd name="T2" fmla="*/ 0 w 12"/>
              <a:gd name="T3" fmla="*/ 0 h 70"/>
              <a:gd name="T4" fmla="*/ 0 w 12"/>
              <a:gd name="T5" fmla="*/ 49 h 70"/>
              <a:gd name="T6" fmla="*/ 2 w 12"/>
              <a:gd name="T7" fmla="*/ 52 h 70"/>
              <a:gd name="T8" fmla="*/ 0 w 12"/>
              <a:gd name="T9" fmla="*/ 54 h 70"/>
              <a:gd name="T10" fmla="*/ 0 w 12"/>
              <a:gd name="T11" fmla="*/ 70 h 70"/>
              <a:gd name="T12" fmla="*/ 12 w 12"/>
              <a:gd name="T13" fmla="*/ 70 h 70"/>
              <a:gd name="T14" fmla="*/ 12 w 12"/>
              <a:gd name="T15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70">
                <a:moveTo>
                  <a:pt x="12" y="0"/>
                </a:moveTo>
                <a:lnTo>
                  <a:pt x="0" y="0"/>
                </a:lnTo>
                <a:lnTo>
                  <a:pt x="0" y="49"/>
                </a:lnTo>
                <a:lnTo>
                  <a:pt x="2" y="52"/>
                </a:lnTo>
                <a:lnTo>
                  <a:pt x="0" y="54"/>
                </a:lnTo>
                <a:lnTo>
                  <a:pt x="0" y="70"/>
                </a:lnTo>
                <a:lnTo>
                  <a:pt x="12" y="70"/>
                </a:lnTo>
                <a:lnTo>
                  <a:pt x="1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1" name="Freeform 207">
            <a:extLst>
              <a:ext uri="{FF2B5EF4-FFF2-40B4-BE49-F238E27FC236}">
                <a16:creationId xmlns:a16="http://schemas.microsoft.com/office/drawing/2014/main" id="{52D628C5-9015-486E-90B2-A78A28B37B5D}"/>
              </a:ext>
            </a:extLst>
          </p:cNvPr>
          <p:cNvSpPr>
            <a:spLocks/>
          </p:cNvSpPr>
          <p:nvPr/>
        </p:nvSpPr>
        <p:spPr bwMode="auto">
          <a:xfrm>
            <a:off x="6753905" y="4244747"/>
            <a:ext cx="3175" cy="7938"/>
          </a:xfrm>
          <a:custGeom>
            <a:avLst/>
            <a:gdLst>
              <a:gd name="T0" fmla="*/ 0 w 2"/>
              <a:gd name="T1" fmla="*/ 0 h 5"/>
              <a:gd name="T2" fmla="*/ 0 w 2"/>
              <a:gd name="T3" fmla="*/ 5 h 5"/>
              <a:gd name="T4" fmla="*/ 2 w 2"/>
              <a:gd name="T5" fmla="*/ 3 h 5"/>
              <a:gd name="T6" fmla="*/ 0 w 2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0" y="5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2" name="Freeform 208">
            <a:extLst>
              <a:ext uri="{FF2B5EF4-FFF2-40B4-BE49-F238E27FC236}">
                <a16:creationId xmlns:a16="http://schemas.microsoft.com/office/drawing/2014/main" id="{E04D2E85-44F1-4C68-9A15-F94ADEFA3193}"/>
              </a:ext>
            </a:extLst>
          </p:cNvPr>
          <p:cNvSpPr>
            <a:spLocks/>
          </p:cNvSpPr>
          <p:nvPr/>
        </p:nvSpPr>
        <p:spPr bwMode="auto">
          <a:xfrm>
            <a:off x="6753905" y="4244747"/>
            <a:ext cx="3175" cy="7938"/>
          </a:xfrm>
          <a:custGeom>
            <a:avLst/>
            <a:gdLst>
              <a:gd name="T0" fmla="*/ 0 w 2"/>
              <a:gd name="T1" fmla="*/ 0 h 5"/>
              <a:gd name="T2" fmla="*/ 0 w 2"/>
              <a:gd name="T3" fmla="*/ 5 h 5"/>
              <a:gd name="T4" fmla="*/ 2 w 2"/>
              <a:gd name="T5" fmla="*/ 3 h 5"/>
              <a:gd name="T6" fmla="*/ 0 w 2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0" y="5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3" name="Freeform 209">
            <a:extLst>
              <a:ext uri="{FF2B5EF4-FFF2-40B4-BE49-F238E27FC236}">
                <a16:creationId xmlns:a16="http://schemas.microsoft.com/office/drawing/2014/main" id="{39FA1DC7-D7B2-4540-A54A-A60E98A8B8FC}"/>
              </a:ext>
            </a:extLst>
          </p:cNvPr>
          <p:cNvSpPr>
            <a:spLocks/>
          </p:cNvSpPr>
          <p:nvPr/>
        </p:nvSpPr>
        <p:spPr bwMode="auto">
          <a:xfrm>
            <a:off x="6806293" y="4200297"/>
            <a:ext cx="44450" cy="109538"/>
          </a:xfrm>
          <a:custGeom>
            <a:avLst/>
            <a:gdLst>
              <a:gd name="T0" fmla="*/ 13 w 28"/>
              <a:gd name="T1" fmla="*/ 0 h 69"/>
              <a:gd name="T2" fmla="*/ 0 w 28"/>
              <a:gd name="T3" fmla="*/ 2 h 69"/>
              <a:gd name="T4" fmla="*/ 16 w 28"/>
              <a:gd name="T5" fmla="*/ 69 h 69"/>
              <a:gd name="T6" fmla="*/ 28 w 28"/>
              <a:gd name="T7" fmla="*/ 67 h 69"/>
              <a:gd name="T8" fmla="*/ 13 w 28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69">
                <a:moveTo>
                  <a:pt x="13" y="0"/>
                </a:moveTo>
                <a:lnTo>
                  <a:pt x="0" y="2"/>
                </a:lnTo>
                <a:lnTo>
                  <a:pt x="16" y="69"/>
                </a:lnTo>
                <a:lnTo>
                  <a:pt x="28" y="67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4" name="Freeform 210">
            <a:extLst>
              <a:ext uri="{FF2B5EF4-FFF2-40B4-BE49-F238E27FC236}">
                <a16:creationId xmlns:a16="http://schemas.microsoft.com/office/drawing/2014/main" id="{ACD7ACD2-7F64-47A9-BDA1-382E141EA8CB}"/>
              </a:ext>
            </a:extLst>
          </p:cNvPr>
          <p:cNvSpPr>
            <a:spLocks/>
          </p:cNvSpPr>
          <p:nvPr/>
        </p:nvSpPr>
        <p:spPr bwMode="auto">
          <a:xfrm>
            <a:off x="6806293" y="4200297"/>
            <a:ext cx="44450" cy="109538"/>
          </a:xfrm>
          <a:custGeom>
            <a:avLst/>
            <a:gdLst>
              <a:gd name="T0" fmla="*/ 13 w 28"/>
              <a:gd name="T1" fmla="*/ 0 h 69"/>
              <a:gd name="T2" fmla="*/ 0 w 28"/>
              <a:gd name="T3" fmla="*/ 2 h 69"/>
              <a:gd name="T4" fmla="*/ 16 w 28"/>
              <a:gd name="T5" fmla="*/ 69 h 69"/>
              <a:gd name="T6" fmla="*/ 28 w 28"/>
              <a:gd name="T7" fmla="*/ 67 h 69"/>
              <a:gd name="T8" fmla="*/ 13 w 28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69">
                <a:moveTo>
                  <a:pt x="13" y="0"/>
                </a:moveTo>
                <a:lnTo>
                  <a:pt x="0" y="2"/>
                </a:lnTo>
                <a:lnTo>
                  <a:pt x="16" y="69"/>
                </a:lnTo>
                <a:lnTo>
                  <a:pt x="28" y="67"/>
                </a:lnTo>
                <a:lnTo>
                  <a:pt x="1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5" name="Freeform 211">
            <a:extLst>
              <a:ext uri="{FF2B5EF4-FFF2-40B4-BE49-F238E27FC236}">
                <a16:creationId xmlns:a16="http://schemas.microsoft.com/office/drawing/2014/main" id="{711212BA-5BB6-4386-8CA0-5050B219FF53}"/>
              </a:ext>
            </a:extLst>
          </p:cNvPr>
          <p:cNvSpPr>
            <a:spLocks/>
          </p:cNvSpPr>
          <p:nvPr/>
        </p:nvSpPr>
        <p:spPr bwMode="auto">
          <a:xfrm>
            <a:off x="6679293" y="4273322"/>
            <a:ext cx="290513" cy="144463"/>
          </a:xfrm>
          <a:custGeom>
            <a:avLst/>
            <a:gdLst>
              <a:gd name="T0" fmla="*/ 0 w 183"/>
              <a:gd name="T1" fmla="*/ 0 h 91"/>
              <a:gd name="T2" fmla="*/ 3 w 183"/>
              <a:gd name="T3" fmla="*/ 36 h 91"/>
              <a:gd name="T4" fmla="*/ 181 w 183"/>
              <a:gd name="T5" fmla="*/ 91 h 91"/>
              <a:gd name="T6" fmla="*/ 183 w 183"/>
              <a:gd name="T7" fmla="*/ 57 h 91"/>
              <a:gd name="T8" fmla="*/ 0 w 183"/>
              <a:gd name="T9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3" h="91">
                <a:moveTo>
                  <a:pt x="0" y="0"/>
                </a:moveTo>
                <a:lnTo>
                  <a:pt x="3" y="36"/>
                </a:lnTo>
                <a:lnTo>
                  <a:pt x="181" y="91"/>
                </a:lnTo>
                <a:lnTo>
                  <a:pt x="183" y="5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6" name="Freeform 212">
            <a:extLst>
              <a:ext uri="{FF2B5EF4-FFF2-40B4-BE49-F238E27FC236}">
                <a16:creationId xmlns:a16="http://schemas.microsoft.com/office/drawing/2014/main" id="{718453C2-4B2F-44AF-99E9-CC4F989C71DE}"/>
              </a:ext>
            </a:extLst>
          </p:cNvPr>
          <p:cNvSpPr>
            <a:spLocks/>
          </p:cNvSpPr>
          <p:nvPr/>
        </p:nvSpPr>
        <p:spPr bwMode="auto">
          <a:xfrm>
            <a:off x="6679293" y="4273322"/>
            <a:ext cx="290513" cy="144463"/>
          </a:xfrm>
          <a:custGeom>
            <a:avLst/>
            <a:gdLst>
              <a:gd name="T0" fmla="*/ 0 w 183"/>
              <a:gd name="T1" fmla="*/ 0 h 91"/>
              <a:gd name="T2" fmla="*/ 3 w 183"/>
              <a:gd name="T3" fmla="*/ 36 h 91"/>
              <a:gd name="T4" fmla="*/ 181 w 183"/>
              <a:gd name="T5" fmla="*/ 91 h 91"/>
              <a:gd name="T6" fmla="*/ 183 w 183"/>
              <a:gd name="T7" fmla="*/ 57 h 91"/>
              <a:gd name="T8" fmla="*/ 0 w 183"/>
              <a:gd name="T9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3" h="91">
                <a:moveTo>
                  <a:pt x="0" y="0"/>
                </a:moveTo>
                <a:lnTo>
                  <a:pt x="3" y="36"/>
                </a:lnTo>
                <a:lnTo>
                  <a:pt x="181" y="91"/>
                </a:lnTo>
                <a:lnTo>
                  <a:pt x="183" y="57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7" name="Freeform 213">
            <a:extLst>
              <a:ext uri="{FF2B5EF4-FFF2-40B4-BE49-F238E27FC236}">
                <a16:creationId xmlns:a16="http://schemas.microsoft.com/office/drawing/2014/main" id="{E696AC92-4D6D-4D91-9D58-0D6F766437D7}"/>
              </a:ext>
            </a:extLst>
          </p:cNvPr>
          <p:cNvSpPr>
            <a:spLocks/>
          </p:cNvSpPr>
          <p:nvPr/>
        </p:nvSpPr>
        <p:spPr bwMode="auto">
          <a:xfrm>
            <a:off x="6684055" y="4335234"/>
            <a:ext cx="282575" cy="147638"/>
          </a:xfrm>
          <a:custGeom>
            <a:avLst/>
            <a:gdLst>
              <a:gd name="T0" fmla="*/ 0 w 178"/>
              <a:gd name="T1" fmla="*/ 0 h 93"/>
              <a:gd name="T2" fmla="*/ 5 w 178"/>
              <a:gd name="T3" fmla="*/ 39 h 93"/>
              <a:gd name="T4" fmla="*/ 175 w 178"/>
              <a:gd name="T5" fmla="*/ 93 h 93"/>
              <a:gd name="T6" fmla="*/ 178 w 178"/>
              <a:gd name="T7" fmla="*/ 57 h 93"/>
              <a:gd name="T8" fmla="*/ 0 w 178"/>
              <a:gd name="T9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8" h="93">
                <a:moveTo>
                  <a:pt x="0" y="0"/>
                </a:moveTo>
                <a:lnTo>
                  <a:pt x="5" y="39"/>
                </a:lnTo>
                <a:lnTo>
                  <a:pt x="175" y="93"/>
                </a:lnTo>
                <a:lnTo>
                  <a:pt x="178" y="5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8" name="Freeform 214">
            <a:extLst>
              <a:ext uri="{FF2B5EF4-FFF2-40B4-BE49-F238E27FC236}">
                <a16:creationId xmlns:a16="http://schemas.microsoft.com/office/drawing/2014/main" id="{4211C46F-DB3B-4BA2-BE17-B26CA79EB3AB}"/>
              </a:ext>
            </a:extLst>
          </p:cNvPr>
          <p:cNvSpPr>
            <a:spLocks/>
          </p:cNvSpPr>
          <p:nvPr/>
        </p:nvSpPr>
        <p:spPr bwMode="auto">
          <a:xfrm>
            <a:off x="6684055" y="4335234"/>
            <a:ext cx="282575" cy="147638"/>
          </a:xfrm>
          <a:custGeom>
            <a:avLst/>
            <a:gdLst>
              <a:gd name="T0" fmla="*/ 0 w 178"/>
              <a:gd name="T1" fmla="*/ 0 h 93"/>
              <a:gd name="T2" fmla="*/ 5 w 178"/>
              <a:gd name="T3" fmla="*/ 39 h 93"/>
              <a:gd name="T4" fmla="*/ 175 w 178"/>
              <a:gd name="T5" fmla="*/ 93 h 93"/>
              <a:gd name="T6" fmla="*/ 178 w 178"/>
              <a:gd name="T7" fmla="*/ 57 h 93"/>
              <a:gd name="T8" fmla="*/ 0 w 178"/>
              <a:gd name="T9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8" h="93">
                <a:moveTo>
                  <a:pt x="0" y="0"/>
                </a:moveTo>
                <a:lnTo>
                  <a:pt x="5" y="39"/>
                </a:lnTo>
                <a:lnTo>
                  <a:pt x="175" y="93"/>
                </a:lnTo>
                <a:lnTo>
                  <a:pt x="178" y="57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9" name="Freeform 215">
            <a:extLst>
              <a:ext uri="{FF2B5EF4-FFF2-40B4-BE49-F238E27FC236}">
                <a16:creationId xmlns:a16="http://schemas.microsoft.com/office/drawing/2014/main" id="{69E5F4BF-74AE-4448-A5D8-1FB77B18A94A}"/>
              </a:ext>
            </a:extLst>
          </p:cNvPr>
          <p:cNvSpPr>
            <a:spLocks/>
          </p:cNvSpPr>
          <p:nvPr/>
        </p:nvSpPr>
        <p:spPr bwMode="auto">
          <a:xfrm>
            <a:off x="6671355" y="4187597"/>
            <a:ext cx="315913" cy="171450"/>
          </a:xfrm>
          <a:custGeom>
            <a:avLst/>
            <a:gdLst>
              <a:gd name="T0" fmla="*/ 77 w 77"/>
              <a:gd name="T1" fmla="*/ 0 h 42"/>
              <a:gd name="T2" fmla="*/ 39 w 77"/>
              <a:gd name="T3" fmla="*/ 18 h 42"/>
              <a:gd name="T4" fmla="*/ 0 w 77"/>
              <a:gd name="T5" fmla="*/ 0 h 42"/>
              <a:gd name="T6" fmla="*/ 2 w 77"/>
              <a:gd name="T7" fmla="*/ 19 h 42"/>
              <a:gd name="T8" fmla="*/ 73 w 77"/>
              <a:gd name="T9" fmla="*/ 42 h 42"/>
              <a:gd name="T10" fmla="*/ 77 w 77"/>
              <a:gd name="T1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42">
                <a:moveTo>
                  <a:pt x="77" y="0"/>
                </a:moveTo>
                <a:cubicBezTo>
                  <a:pt x="77" y="0"/>
                  <a:pt x="68" y="18"/>
                  <a:pt x="39" y="18"/>
                </a:cubicBezTo>
                <a:cubicBezTo>
                  <a:pt x="10" y="18"/>
                  <a:pt x="0" y="0"/>
                  <a:pt x="0" y="0"/>
                </a:cubicBezTo>
                <a:cubicBezTo>
                  <a:pt x="2" y="19"/>
                  <a:pt x="2" y="19"/>
                  <a:pt x="2" y="19"/>
                </a:cubicBezTo>
                <a:cubicBezTo>
                  <a:pt x="73" y="42"/>
                  <a:pt x="73" y="42"/>
                  <a:pt x="73" y="42"/>
                </a:cubicBezTo>
                <a:lnTo>
                  <a:pt x="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0" name="Freeform 216">
            <a:extLst>
              <a:ext uri="{FF2B5EF4-FFF2-40B4-BE49-F238E27FC236}">
                <a16:creationId xmlns:a16="http://schemas.microsoft.com/office/drawing/2014/main" id="{D44E98CF-1741-4289-9339-1DA1B805156A}"/>
              </a:ext>
            </a:extLst>
          </p:cNvPr>
          <p:cNvSpPr>
            <a:spLocks/>
          </p:cNvSpPr>
          <p:nvPr/>
        </p:nvSpPr>
        <p:spPr bwMode="auto">
          <a:xfrm>
            <a:off x="6691993" y="4405084"/>
            <a:ext cx="269875" cy="123825"/>
          </a:xfrm>
          <a:custGeom>
            <a:avLst/>
            <a:gdLst>
              <a:gd name="T0" fmla="*/ 5 w 170"/>
              <a:gd name="T1" fmla="*/ 78 h 78"/>
              <a:gd name="T2" fmla="*/ 168 w 170"/>
              <a:gd name="T3" fmla="*/ 78 h 78"/>
              <a:gd name="T4" fmla="*/ 170 w 170"/>
              <a:gd name="T5" fmla="*/ 54 h 78"/>
              <a:gd name="T6" fmla="*/ 0 w 170"/>
              <a:gd name="T7" fmla="*/ 0 h 78"/>
              <a:gd name="T8" fmla="*/ 5 w 170"/>
              <a:gd name="T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" h="78">
                <a:moveTo>
                  <a:pt x="5" y="78"/>
                </a:moveTo>
                <a:lnTo>
                  <a:pt x="168" y="78"/>
                </a:lnTo>
                <a:lnTo>
                  <a:pt x="170" y="54"/>
                </a:lnTo>
                <a:lnTo>
                  <a:pt x="0" y="0"/>
                </a:lnTo>
                <a:lnTo>
                  <a:pt x="5" y="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1" name="Freeform 217">
            <a:extLst>
              <a:ext uri="{FF2B5EF4-FFF2-40B4-BE49-F238E27FC236}">
                <a16:creationId xmlns:a16="http://schemas.microsoft.com/office/drawing/2014/main" id="{533BE810-30AB-4D16-A985-D2E450F9EDE6}"/>
              </a:ext>
            </a:extLst>
          </p:cNvPr>
          <p:cNvSpPr>
            <a:spLocks/>
          </p:cNvSpPr>
          <p:nvPr/>
        </p:nvSpPr>
        <p:spPr bwMode="auto">
          <a:xfrm>
            <a:off x="7404780" y="4459059"/>
            <a:ext cx="438150" cy="44450"/>
          </a:xfrm>
          <a:custGeom>
            <a:avLst/>
            <a:gdLst>
              <a:gd name="T0" fmla="*/ 103 w 107"/>
              <a:gd name="T1" fmla="*/ 11 h 11"/>
              <a:gd name="T2" fmla="*/ 5 w 107"/>
              <a:gd name="T3" fmla="*/ 11 h 11"/>
              <a:gd name="T4" fmla="*/ 2 w 107"/>
              <a:gd name="T5" fmla="*/ 0 h 11"/>
              <a:gd name="T6" fmla="*/ 106 w 107"/>
              <a:gd name="T7" fmla="*/ 0 h 11"/>
              <a:gd name="T8" fmla="*/ 103 w 107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7" h="11">
                <a:moveTo>
                  <a:pt x="103" y="11"/>
                </a:moveTo>
                <a:cubicBezTo>
                  <a:pt x="98" y="11"/>
                  <a:pt x="10" y="11"/>
                  <a:pt x="5" y="11"/>
                </a:cubicBezTo>
                <a:cubicBezTo>
                  <a:pt x="0" y="11"/>
                  <a:pt x="2" y="0"/>
                  <a:pt x="2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7" y="11"/>
                  <a:pt x="103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2" name="Rectangle 218">
            <a:extLst>
              <a:ext uri="{FF2B5EF4-FFF2-40B4-BE49-F238E27FC236}">
                <a16:creationId xmlns:a16="http://schemas.microsoft.com/office/drawing/2014/main" id="{213A2927-0F8C-467B-9EFA-76A05101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4780" y="4368572"/>
            <a:ext cx="438150" cy="317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3" name="Freeform 219">
            <a:extLst>
              <a:ext uri="{FF2B5EF4-FFF2-40B4-BE49-F238E27FC236}">
                <a16:creationId xmlns:a16="http://schemas.microsoft.com/office/drawing/2014/main" id="{320969B5-5C9C-4B53-82E2-383401B64AD6}"/>
              </a:ext>
            </a:extLst>
          </p:cNvPr>
          <p:cNvSpPr>
            <a:spLocks/>
          </p:cNvSpPr>
          <p:nvPr/>
        </p:nvSpPr>
        <p:spPr bwMode="auto">
          <a:xfrm>
            <a:off x="7609568" y="4413022"/>
            <a:ext cx="53975" cy="12700"/>
          </a:xfrm>
          <a:custGeom>
            <a:avLst/>
            <a:gdLst>
              <a:gd name="T0" fmla="*/ 2 w 13"/>
              <a:gd name="T1" fmla="*/ 2 h 3"/>
              <a:gd name="T2" fmla="*/ 4 w 13"/>
              <a:gd name="T3" fmla="*/ 3 h 3"/>
              <a:gd name="T4" fmla="*/ 7 w 13"/>
              <a:gd name="T5" fmla="*/ 2 h 3"/>
              <a:gd name="T6" fmla="*/ 13 w 13"/>
              <a:gd name="T7" fmla="*/ 0 h 3"/>
              <a:gd name="T8" fmla="*/ 0 w 13"/>
              <a:gd name="T9" fmla="*/ 0 h 3"/>
              <a:gd name="T10" fmla="*/ 1 w 13"/>
              <a:gd name="T11" fmla="*/ 1 h 3"/>
              <a:gd name="T12" fmla="*/ 2 w 13"/>
              <a:gd name="T13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3">
                <a:moveTo>
                  <a:pt x="2" y="2"/>
                </a:moveTo>
                <a:cubicBezTo>
                  <a:pt x="3" y="2"/>
                  <a:pt x="3" y="2"/>
                  <a:pt x="4" y="3"/>
                </a:cubicBezTo>
                <a:cubicBezTo>
                  <a:pt x="4" y="3"/>
                  <a:pt x="5" y="2"/>
                  <a:pt x="7" y="2"/>
                </a:cubicBezTo>
                <a:cubicBezTo>
                  <a:pt x="10" y="1"/>
                  <a:pt x="12" y="0"/>
                  <a:pt x="13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1"/>
                  <a:pt x="1" y="1"/>
                </a:cubicBezTo>
                <a:lnTo>
                  <a:pt x="2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4" name="Freeform 220">
            <a:extLst>
              <a:ext uri="{FF2B5EF4-FFF2-40B4-BE49-F238E27FC236}">
                <a16:creationId xmlns:a16="http://schemas.microsoft.com/office/drawing/2014/main" id="{39843BBE-7FDA-4282-A5D9-AA791EA46CAA}"/>
              </a:ext>
            </a:extLst>
          </p:cNvPr>
          <p:cNvSpPr>
            <a:spLocks/>
          </p:cNvSpPr>
          <p:nvPr/>
        </p:nvSpPr>
        <p:spPr bwMode="auto">
          <a:xfrm>
            <a:off x="7560355" y="4413022"/>
            <a:ext cx="20638" cy="4763"/>
          </a:xfrm>
          <a:custGeom>
            <a:avLst/>
            <a:gdLst>
              <a:gd name="T0" fmla="*/ 5 w 5"/>
              <a:gd name="T1" fmla="*/ 0 h 1"/>
              <a:gd name="T2" fmla="*/ 0 w 5"/>
              <a:gd name="T3" fmla="*/ 0 h 1"/>
              <a:gd name="T4" fmla="*/ 3 w 5"/>
              <a:gd name="T5" fmla="*/ 1 h 1"/>
              <a:gd name="T6" fmla="*/ 5 w 5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1">
                <a:moveTo>
                  <a:pt x="5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1"/>
                  <a:pt x="3" y="1"/>
                </a:cubicBezTo>
                <a:cubicBezTo>
                  <a:pt x="4" y="1"/>
                  <a:pt x="5" y="0"/>
                  <a:pt x="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5" name="Freeform 221">
            <a:extLst>
              <a:ext uri="{FF2B5EF4-FFF2-40B4-BE49-F238E27FC236}">
                <a16:creationId xmlns:a16="http://schemas.microsoft.com/office/drawing/2014/main" id="{FD9EB2FE-E43A-4164-82A8-44D9DD1D3B11}"/>
              </a:ext>
            </a:extLst>
          </p:cNvPr>
          <p:cNvSpPr>
            <a:spLocks/>
          </p:cNvSpPr>
          <p:nvPr/>
        </p:nvSpPr>
        <p:spPr bwMode="auto">
          <a:xfrm>
            <a:off x="7749268" y="4413022"/>
            <a:ext cx="15875" cy="0"/>
          </a:xfrm>
          <a:custGeom>
            <a:avLst/>
            <a:gdLst>
              <a:gd name="T0" fmla="*/ 10 w 10"/>
              <a:gd name="T1" fmla="*/ 0 w 10"/>
              <a:gd name="T2" fmla="*/ 8 w 10"/>
              <a:gd name="T3" fmla="*/ 10 w 10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0">
                <a:moveTo>
                  <a:pt x="10" y="0"/>
                </a:moveTo>
                <a:lnTo>
                  <a:pt x="0" y="0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6" name="Freeform 222">
            <a:extLst>
              <a:ext uri="{FF2B5EF4-FFF2-40B4-BE49-F238E27FC236}">
                <a16:creationId xmlns:a16="http://schemas.microsoft.com/office/drawing/2014/main" id="{DA99961D-E0E4-4F8A-82E7-5301F0700187}"/>
              </a:ext>
            </a:extLst>
          </p:cNvPr>
          <p:cNvSpPr>
            <a:spLocks/>
          </p:cNvSpPr>
          <p:nvPr/>
        </p:nvSpPr>
        <p:spPr bwMode="auto">
          <a:xfrm>
            <a:off x="7425418" y="4413022"/>
            <a:ext cx="73025" cy="25400"/>
          </a:xfrm>
          <a:custGeom>
            <a:avLst/>
            <a:gdLst>
              <a:gd name="T0" fmla="*/ 9 w 18"/>
              <a:gd name="T1" fmla="*/ 4 h 6"/>
              <a:gd name="T2" fmla="*/ 17 w 18"/>
              <a:gd name="T3" fmla="*/ 0 h 6"/>
              <a:gd name="T4" fmla="*/ 18 w 18"/>
              <a:gd name="T5" fmla="*/ 0 h 6"/>
              <a:gd name="T6" fmla="*/ 0 w 18"/>
              <a:gd name="T7" fmla="*/ 0 h 6"/>
              <a:gd name="T8" fmla="*/ 9 w 18"/>
              <a:gd name="T9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6">
                <a:moveTo>
                  <a:pt x="9" y="4"/>
                </a:moveTo>
                <a:cubicBezTo>
                  <a:pt x="12" y="3"/>
                  <a:pt x="14" y="2"/>
                  <a:pt x="17" y="0"/>
                </a:cubicBezTo>
                <a:cubicBezTo>
                  <a:pt x="17" y="0"/>
                  <a:pt x="17" y="0"/>
                  <a:pt x="18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4" y="6"/>
                  <a:pt x="9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7" name="Freeform 223">
            <a:extLst>
              <a:ext uri="{FF2B5EF4-FFF2-40B4-BE49-F238E27FC236}">
                <a16:creationId xmlns:a16="http://schemas.microsoft.com/office/drawing/2014/main" id="{21174130-FD04-4B16-B604-776BE99FD889}"/>
              </a:ext>
            </a:extLst>
          </p:cNvPr>
          <p:cNvSpPr>
            <a:spLocks/>
          </p:cNvSpPr>
          <p:nvPr/>
        </p:nvSpPr>
        <p:spPr bwMode="auto">
          <a:xfrm>
            <a:off x="7392080" y="4413022"/>
            <a:ext cx="57150" cy="33338"/>
          </a:xfrm>
          <a:custGeom>
            <a:avLst/>
            <a:gdLst>
              <a:gd name="T0" fmla="*/ 4 w 14"/>
              <a:gd name="T1" fmla="*/ 0 h 8"/>
              <a:gd name="T2" fmla="*/ 6 w 14"/>
              <a:gd name="T3" fmla="*/ 0 h 8"/>
              <a:gd name="T4" fmla="*/ 0 w 14"/>
              <a:gd name="T5" fmla="*/ 0 h 8"/>
              <a:gd name="T6" fmla="*/ 0 w 14"/>
              <a:gd name="T7" fmla="*/ 8 h 8"/>
              <a:gd name="T8" fmla="*/ 14 w 14"/>
              <a:gd name="T9" fmla="*/ 8 h 8"/>
              <a:gd name="T10" fmla="*/ 4 w 14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8">
                <a:moveTo>
                  <a:pt x="4" y="0"/>
                </a:moveTo>
                <a:cubicBezTo>
                  <a:pt x="6" y="0"/>
                  <a:pt x="6" y="0"/>
                  <a:pt x="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"/>
                  <a:pt x="0" y="8"/>
                  <a:pt x="0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9" y="7"/>
                  <a:pt x="6" y="3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8" name="Freeform 224">
            <a:extLst>
              <a:ext uri="{FF2B5EF4-FFF2-40B4-BE49-F238E27FC236}">
                <a16:creationId xmlns:a16="http://schemas.microsoft.com/office/drawing/2014/main" id="{F63C01C1-F563-4D23-927C-CA499B0D0027}"/>
              </a:ext>
            </a:extLst>
          </p:cNvPr>
          <p:cNvSpPr>
            <a:spLocks/>
          </p:cNvSpPr>
          <p:nvPr/>
        </p:nvSpPr>
        <p:spPr bwMode="auto">
          <a:xfrm>
            <a:off x="7453993" y="4413022"/>
            <a:ext cx="406400" cy="33338"/>
          </a:xfrm>
          <a:custGeom>
            <a:avLst/>
            <a:gdLst>
              <a:gd name="T0" fmla="*/ 99 w 99"/>
              <a:gd name="T1" fmla="*/ 0 h 8"/>
              <a:gd name="T2" fmla="*/ 87 w 99"/>
              <a:gd name="T3" fmla="*/ 0 h 8"/>
              <a:gd name="T4" fmla="*/ 92 w 99"/>
              <a:gd name="T5" fmla="*/ 2 h 8"/>
              <a:gd name="T6" fmla="*/ 90 w 99"/>
              <a:gd name="T7" fmla="*/ 5 h 8"/>
              <a:gd name="T8" fmla="*/ 81 w 99"/>
              <a:gd name="T9" fmla="*/ 0 h 8"/>
              <a:gd name="T10" fmla="*/ 75 w 99"/>
              <a:gd name="T11" fmla="*/ 4 h 8"/>
              <a:gd name="T12" fmla="*/ 67 w 99"/>
              <a:gd name="T13" fmla="*/ 1 h 8"/>
              <a:gd name="T14" fmla="*/ 56 w 99"/>
              <a:gd name="T15" fmla="*/ 1 h 8"/>
              <a:gd name="T16" fmla="*/ 53 w 99"/>
              <a:gd name="T17" fmla="*/ 2 h 8"/>
              <a:gd name="T18" fmla="*/ 45 w 99"/>
              <a:gd name="T19" fmla="*/ 5 h 8"/>
              <a:gd name="T20" fmla="*/ 39 w 99"/>
              <a:gd name="T21" fmla="*/ 5 h 8"/>
              <a:gd name="T22" fmla="*/ 39 w 99"/>
              <a:gd name="T23" fmla="*/ 5 h 8"/>
              <a:gd name="T24" fmla="*/ 37 w 99"/>
              <a:gd name="T25" fmla="*/ 3 h 8"/>
              <a:gd name="T26" fmla="*/ 35 w 99"/>
              <a:gd name="T27" fmla="*/ 1 h 8"/>
              <a:gd name="T28" fmla="*/ 34 w 99"/>
              <a:gd name="T29" fmla="*/ 2 h 8"/>
              <a:gd name="T30" fmla="*/ 29 w 99"/>
              <a:gd name="T31" fmla="*/ 4 h 8"/>
              <a:gd name="T32" fmla="*/ 24 w 99"/>
              <a:gd name="T33" fmla="*/ 2 h 8"/>
              <a:gd name="T34" fmla="*/ 20 w 99"/>
              <a:gd name="T35" fmla="*/ 0 h 8"/>
              <a:gd name="T36" fmla="*/ 11 w 99"/>
              <a:gd name="T37" fmla="*/ 3 h 8"/>
              <a:gd name="T38" fmla="*/ 3 w 99"/>
              <a:gd name="T39" fmla="*/ 7 h 8"/>
              <a:gd name="T40" fmla="*/ 0 w 99"/>
              <a:gd name="T41" fmla="*/ 8 h 8"/>
              <a:gd name="T42" fmla="*/ 99 w 99"/>
              <a:gd name="T43" fmla="*/ 8 h 8"/>
              <a:gd name="T44" fmla="*/ 99 w 99"/>
              <a:gd name="T4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9" h="8">
                <a:moveTo>
                  <a:pt x="99" y="0"/>
                </a:moveTo>
                <a:cubicBezTo>
                  <a:pt x="87" y="0"/>
                  <a:pt x="87" y="0"/>
                  <a:pt x="87" y="0"/>
                </a:cubicBezTo>
                <a:cubicBezTo>
                  <a:pt x="92" y="2"/>
                  <a:pt x="92" y="2"/>
                  <a:pt x="92" y="2"/>
                </a:cubicBezTo>
                <a:cubicBezTo>
                  <a:pt x="90" y="5"/>
                  <a:pt x="90" y="5"/>
                  <a:pt x="90" y="5"/>
                </a:cubicBezTo>
                <a:cubicBezTo>
                  <a:pt x="81" y="0"/>
                  <a:pt x="81" y="0"/>
                  <a:pt x="81" y="0"/>
                </a:cubicBezTo>
                <a:cubicBezTo>
                  <a:pt x="75" y="4"/>
                  <a:pt x="75" y="4"/>
                  <a:pt x="75" y="4"/>
                </a:cubicBezTo>
                <a:cubicBezTo>
                  <a:pt x="67" y="1"/>
                  <a:pt x="67" y="1"/>
                  <a:pt x="67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4" y="1"/>
                  <a:pt x="54" y="2"/>
                  <a:pt x="53" y="2"/>
                </a:cubicBezTo>
                <a:cubicBezTo>
                  <a:pt x="51" y="3"/>
                  <a:pt x="50" y="4"/>
                  <a:pt x="45" y="5"/>
                </a:cubicBezTo>
                <a:cubicBezTo>
                  <a:pt x="41" y="6"/>
                  <a:pt x="40" y="6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8" y="5"/>
                  <a:pt x="37" y="3"/>
                  <a:pt x="37" y="3"/>
                </a:cubicBezTo>
                <a:cubicBezTo>
                  <a:pt x="36" y="2"/>
                  <a:pt x="36" y="1"/>
                  <a:pt x="35" y="1"/>
                </a:cubicBezTo>
                <a:cubicBezTo>
                  <a:pt x="35" y="1"/>
                  <a:pt x="35" y="1"/>
                  <a:pt x="34" y="2"/>
                </a:cubicBezTo>
                <a:cubicBezTo>
                  <a:pt x="33" y="2"/>
                  <a:pt x="31" y="4"/>
                  <a:pt x="29" y="4"/>
                </a:cubicBezTo>
                <a:cubicBezTo>
                  <a:pt x="26" y="4"/>
                  <a:pt x="25" y="3"/>
                  <a:pt x="24" y="2"/>
                </a:cubicBezTo>
                <a:cubicBezTo>
                  <a:pt x="24" y="1"/>
                  <a:pt x="23" y="1"/>
                  <a:pt x="20" y="0"/>
                </a:cubicBezTo>
                <a:cubicBezTo>
                  <a:pt x="18" y="0"/>
                  <a:pt x="15" y="1"/>
                  <a:pt x="11" y="3"/>
                </a:cubicBezTo>
                <a:cubicBezTo>
                  <a:pt x="9" y="4"/>
                  <a:pt x="6" y="6"/>
                  <a:pt x="3" y="7"/>
                </a:cubicBezTo>
                <a:cubicBezTo>
                  <a:pt x="2" y="7"/>
                  <a:pt x="1" y="7"/>
                  <a:pt x="0" y="8"/>
                </a:cubicBezTo>
                <a:cubicBezTo>
                  <a:pt x="99" y="8"/>
                  <a:pt x="99" y="8"/>
                  <a:pt x="99" y="8"/>
                </a:cubicBezTo>
                <a:lnTo>
                  <a:pt x="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9" name="Freeform 225">
            <a:extLst>
              <a:ext uri="{FF2B5EF4-FFF2-40B4-BE49-F238E27FC236}">
                <a16:creationId xmlns:a16="http://schemas.microsoft.com/office/drawing/2014/main" id="{C10D178D-4583-408C-8558-58A65A1F0789}"/>
              </a:ext>
            </a:extLst>
          </p:cNvPr>
          <p:cNvSpPr>
            <a:spLocks/>
          </p:cNvSpPr>
          <p:nvPr/>
        </p:nvSpPr>
        <p:spPr bwMode="auto">
          <a:xfrm>
            <a:off x="7449230" y="4446359"/>
            <a:ext cx="4763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0" name="Freeform 226">
            <a:extLst>
              <a:ext uri="{FF2B5EF4-FFF2-40B4-BE49-F238E27FC236}">
                <a16:creationId xmlns:a16="http://schemas.microsoft.com/office/drawing/2014/main" id="{3AEF9B59-33D5-4415-823B-1D060CDAB6DF}"/>
              </a:ext>
            </a:extLst>
          </p:cNvPr>
          <p:cNvSpPr>
            <a:spLocks/>
          </p:cNvSpPr>
          <p:nvPr/>
        </p:nvSpPr>
        <p:spPr bwMode="auto">
          <a:xfrm>
            <a:off x="7417480" y="4409847"/>
            <a:ext cx="7938" cy="3175"/>
          </a:xfrm>
          <a:custGeom>
            <a:avLst/>
            <a:gdLst>
              <a:gd name="T0" fmla="*/ 1 w 2"/>
              <a:gd name="T1" fmla="*/ 0 h 1"/>
              <a:gd name="T2" fmla="*/ 0 w 2"/>
              <a:gd name="T3" fmla="*/ 1 h 1"/>
              <a:gd name="T4" fmla="*/ 2 w 2"/>
              <a:gd name="T5" fmla="*/ 1 h 1"/>
              <a:gd name="T6" fmla="*/ 1 w 2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2" y="1"/>
                  <a:pt x="2" y="1"/>
                  <a:pt x="2" y="1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1" name="Freeform 227">
            <a:extLst>
              <a:ext uri="{FF2B5EF4-FFF2-40B4-BE49-F238E27FC236}">
                <a16:creationId xmlns:a16="http://schemas.microsoft.com/office/drawing/2014/main" id="{4B3A3F7D-7C74-4F84-803F-FECEB1C67F22}"/>
              </a:ext>
            </a:extLst>
          </p:cNvPr>
          <p:cNvSpPr>
            <a:spLocks/>
          </p:cNvSpPr>
          <p:nvPr/>
        </p:nvSpPr>
        <p:spPr bwMode="auto">
          <a:xfrm>
            <a:off x="7409543" y="4216172"/>
            <a:ext cx="425450" cy="139700"/>
          </a:xfrm>
          <a:custGeom>
            <a:avLst/>
            <a:gdLst>
              <a:gd name="T0" fmla="*/ 0 w 104"/>
              <a:gd name="T1" fmla="*/ 34 h 34"/>
              <a:gd name="T2" fmla="*/ 49 w 104"/>
              <a:gd name="T3" fmla="*/ 0 h 34"/>
              <a:gd name="T4" fmla="*/ 60 w 104"/>
              <a:gd name="T5" fmla="*/ 0 h 34"/>
              <a:gd name="T6" fmla="*/ 104 w 104"/>
              <a:gd name="T7" fmla="*/ 34 h 34"/>
              <a:gd name="T8" fmla="*/ 0 w 104"/>
              <a:gd name="T9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34">
                <a:moveTo>
                  <a:pt x="0" y="34"/>
                </a:moveTo>
                <a:cubicBezTo>
                  <a:pt x="9" y="15"/>
                  <a:pt x="27" y="0"/>
                  <a:pt x="49" y="0"/>
                </a:cubicBezTo>
                <a:cubicBezTo>
                  <a:pt x="51" y="0"/>
                  <a:pt x="58" y="0"/>
                  <a:pt x="60" y="0"/>
                </a:cubicBezTo>
                <a:cubicBezTo>
                  <a:pt x="81" y="1"/>
                  <a:pt x="96" y="15"/>
                  <a:pt x="104" y="34"/>
                </a:cubicBezTo>
                <a:lnTo>
                  <a:pt x="0" y="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2" name="Freeform 228">
            <a:extLst>
              <a:ext uri="{FF2B5EF4-FFF2-40B4-BE49-F238E27FC236}">
                <a16:creationId xmlns:a16="http://schemas.microsoft.com/office/drawing/2014/main" id="{E5BC766F-C5CD-4D7F-8ECD-A07AC9451A61}"/>
              </a:ext>
            </a:extLst>
          </p:cNvPr>
          <p:cNvSpPr>
            <a:spLocks noEditPoints="1"/>
          </p:cNvSpPr>
          <p:nvPr/>
        </p:nvSpPr>
        <p:spPr bwMode="auto">
          <a:xfrm>
            <a:off x="8269968" y="4244747"/>
            <a:ext cx="274638" cy="284163"/>
          </a:xfrm>
          <a:custGeom>
            <a:avLst/>
            <a:gdLst>
              <a:gd name="T0" fmla="*/ 38 w 67"/>
              <a:gd name="T1" fmla="*/ 13 h 69"/>
              <a:gd name="T2" fmla="*/ 33 w 67"/>
              <a:gd name="T3" fmla="*/ 14 h 69"/>
              <a:gd name="T4" fmla="*/ 24 w 67"/>
              <a:gd name="T5" fmla="*/ 9 h 69"/>
              <a:gd name="T6" fmla="*/ 24 w 67"/>
              <a:gd name="T7" fmla="*/ 8 h 69"/>
              <a:gd name="T8" fmla="*/ 0 w 67"/>
              <a:gd name="T9" fmla="*/ 0 h 69"/>
              <a:gd name="T10" fmla="*/ 19 w 67"/>
              <a:gd name="T11" fmla="*/ 69 h 69"/>
              <a:gd name="T12" fmla="*/ 28 w 67"/>
              <a:gd name="T13" fmla="*/ 66 h 69"/>
              <a:gd name="T14" fmla="*/ 65 w 67"/>
              <a:gd name="T15" fmla="*/ 29 h 69"/>
              <a:gd name="T16" fmla="*/ 67 w 67"/>
              <a:gd name="T17" fmla="*/ 22 h 69"/>
              <a:gd name="T18" fmla="*/ 38 w 67"/>
              <a:gd name="T19" fmla="*/ 13 h 69"/>
              <a:gd name="T20" fmla="*/ 24 w 67"/>
              <a:gd name="T21" fmla="*/ 14 h 69"/>
              <a:gd name="T22" fmla="*/ 29 w 67"/>
              <a:gd name="T23" fmla="*/ 19 h 69"/>
              <a:gd name="T24" fmla="*/ 24 w 67"/>
              <a:gd name="T25" fmla="*/ 24 h 69"/>
              <a:gd name="T26" fmla="*/ 19 w 67"/>
              <a:gd name="T27" fmla="*/ 19 h 69"/>
              <a:gd name="T28" fmla="*/ 24 w 67"/>
              <a:gd name="T29" fmla="*/ 14 h 69"/>
              <a:gd name="T30" fmla="*/ 26 w 67"/>
              <a:gd name="T31" fmla="*/ 49 h 69"/>
              <a:gd name="T32" fmla="*/ 19 w 67"/>
              <a:gd name="T33" fmla="*/ 41 h 69"/>
              <a:gd name="T34" fmla="*/ 26 w 67"/>
              <a:gd name="T35" fmla="*/ 34 h 69"/>
              <a:gd name="T36" fmla="*/ 33 w 67"/>
              <a:gd name="T37" fmla="*/ 41 h 69"/>
              <a:gd name="T38" fmla="*/ 26 w 67"/>
              <a:gd name="T39" fmla="*/ 49 h 69"/>
              <a:gd name="T40" fmla="*/ 44 w 67"/>
              <a:gd name="T41" fmla="*/ 37 h 69"/>
              <a:gd name="T42" fmla="*/ 39 w 67"/>
              <a:gd name="T43" fmla="*/ 32 h 69"/>
              <a:gd name="T44" fmla="*/ 44 w 67"/>
              <a:gd name="T45" fmla="*/ 27 h 69"/>
              <a:gd name="T46" fmla="*/ 48 w 67"/>
              <a:gd name="T47" fmla="*/ 32 h 69"/>
              <a:gd name="T48" fmla="*/ 44 w 67"/>
              <a:gd name="T49" fmla="*/ 37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7" h="69">
                <a:moveTo>
                  <a:pt x="38" y="13"/>
                </a:moveTo>
                <a:cubicBezTo>
                  <a:pt x="37" y="13"/>
                  <a:pt x="35" y="14"/>
                  <a:pt x="33" y="14"/>
                </a:cubicBezTo>
                <a:cubicBezTo>
                  <a:pt x="28" y="14"/>
                  <a:pt x="24" y="12"/>
                  <a:pt x="24" y="9"/>
                </a:cubicBezTo>
                <a:cubicBezTo>
                  <a:pt x="24" y="9"/>
                  <a:pt x="24" y="8"/>
                  <a:pt x="24" y="8"/>
                </a:cubicBezTo>
                <a:cubicBezTo>
                  <a:pt x="0" y="0"/>
                  <a:pt x="0" y="0"/>
                  <a:pt x="0" y="0"/>
                </a:cubicBezTo>
                <a:cubicBezTo>
                  <a:pt x="19" y="69"/>
                  <a:pt x="19" y="69"/>
                  <a:pt x="19" y="69"/>
                </a:cubicBezTo>
                <a:cubicBezTo>
                  <a:pt x="22" y="68"/>
                  <a:pt x="25" y="67"/>
                  <a:pt x="28" y="66"/>
                </a:cubicBezTo>
                <a:cubicBezTo>
                  <a:pt x="45" y="58"/>
                  <a:pt x="58" y="45"/>
                  <a:pt x="65" y="29"/>
                </a:cubicBezTo>
                <a:cubicBezTo>
                  <a:pt x="66" y="27"/>
                  <a:pt x="66" y="25"/>
                  <a:pt x="67" y="22"/>
                </a:cubicBezTo>
                <a:lnTo>
                  <a:pt x="38" y="13"/>
                </a:lnTo>
                <a:close/>
                <a:moveTo>
                  <a:pt x="24" y="14"/>
                </a:moveTo>
                <a:cubicBezTo>
                  <a:pt x="27" y="14"/>
                  <a:pt x="29" y="16"/>
                  <a:pt x="29" y="19"/>
                </a:cubicBezTo>
                <a:cubicBezTo>
                  <a:pt x="29" y="21"/>
                  <a:pt x="27" y="24"/>
                  <a:pt x="24" y="24"/>
                </a:cubicBezTo>
                <a:cubicBezTo>
                  <a:pt x="21" y="24"/>
                  <a:pt x="19" y="21"/>
                  <a:pt x="19" y="19"/>
                </a:cubicBezTo>
                <a:cubicBezTo>
                  <a:pt x="19" y="16"/>
                  <a:pt x="21" y="14"/>
                  <a:pt x="24" y="14"/>
                </a:cubicBezTo>
                <a:close/>
                <a:moveTo>
                  <a:pt x="26" y="49"/>
                </a:moveTo>
                <a:cubicBezTo>
                  <a:pt x="22" y="49"/>
                  <a:pt x="19" y="45"/>
                  <a:pt x="19" y="41"/>
                </a:cubicBezTo>
                <a:cubicBezTo>
                  <a:pt x="19" y="37"/>
                  <a:pt x="22" y="34"/>
                  <a:pt x="26" y="34"/>
                </a:cubicBezTo>
                <a:cubicBezTo>
                  <a:pt x="30" y="34"/>
                  <a:pt x="33" y="37"/>
                  <a:pt x="33" y="41"/>
                </a:cubicBezTo>
                <a:cubicBezTo>
                  <a:pt x="33" y="45"/>
                  <a:pt x="30" y="49"/>
                  <a:pt x="26" y="49"/>
                </a:cubicBezTo>
                <a:close/>
                <a:moveTo>
                  <a:pt x="44" y="37"/>
                </a:moveTo>
                <a:cubicBezTo>
                  <a:pt x="41" y="37"/>
                  <a:pt x="39" y="34"/>
                  <a:pt x="39" y="32"/>
                </a:cubicBezTo>
                <a:cubicBezTo>
                  <a:pt x="39" y="29"/>
                  <a:pt x="41" y="27"/>
                  <a:pt x="44" y="27"/>
                </a:cubicBezTo>
                <a:cubicBezTo>
                  <a:pt x="46" y="27"/>
                  <a:pt x="48" y="29"/>
                  <a:pt x="48" y="32"/>
                </a:cubicBezTo>
                <a:cubicBezTo>
                  <a:pt x="48" y="34"/>
                  <a:pt x="46" y="37"/>
                  <a:pt x="44" y="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3" name="Freeform 229">
            <a:extLst>
              <a:ext uri="{FF2B5EF4-FFF2-40B4-BE49-F238E27FC236}">
                <a16:creationId xmlns:a16="http://schemas.microsoft.com/office/drawing/2014/main" id="{D7289645-D802-42B3-8316-6558417B5BEE}"/>
              </a:ext>
            </a:extLst>
          </p:cNvPr>
          <p:cNvSpPr>
            <a:spLocks noEditPoints="1"/>
          </p:cNvSpPr>
          <p:nvPr/>
        </p:nvSpPr>
        <p:spPr bwMode="auto">
          <a:xfrm>
            <a:off x="9019268" y="4187597"/>
            <a:ext cx="274638" cy="303213"/>
          </a:xfrm>
          <a:custGeom>
            <a:avLst/>
            <a:gdLst>
              <a:gd name="T0" fmla="*/ 52 w 67"/>
              <a:gd name="T1" fmla="*/ 35 h 74"/>
              <a:gd name="T2" fmla="*/ 47 w 67"/>
              <a:gd name="T3" fmla="*/ 32 h 74"/>
              <a:gd name="T4" fmla="*/ 43 w 67"/>
              <a:gd name="T5" fmla="*/ 23 h 74"/>
              <a:gd name="T6" fmla="*/ 44 w 67"/>
              <a:gd name="T7" fmla="*/ 22 h 74"/>
              <a:gd name="T8" fmla="*/ 31 w 67"/>
              <a:gd name="T9" fmla="*/ 0 h 74"/>
              <a:gd name="T10" fmla="*/ 0 w 67"/>
              <a:gd name="T11" fmla="*/ 65 h 74"/>
              <a:gd name="T12" fmla="*/ 10 w 67"/>
              <a:gd name="T13" fmla="*/ 69 h 74"/>
              <a:gd name="T14" fmla="*/ 61 w 67"/>
              <a:gd name="T15" fmla="*/ 65 h 74"/>
              <a:gd name="T16" fmla="*/ 67 w 67"/>
              <a:gd name="T17" fmla="*/ 60 h 74"/>
              <a:gd name="T18" fmla="*/ 52 w 67"/>
              <a:gd name="T19" fmla="*/ 35 h 74"/>
              <a:gd name="T20" fmla="*/ 40 w 67"/>
              <a:gd name="T21" fmla="*/ 26 h 74"/>
              <a:gd name="T22" fmla="*/ 40 w 67"/>
              <a:gd name="T23" fmla="*/ 33 h 74"/>
              <a:gd name="T24" fmla="*/ 33 w 67"/>
              <a:gd name="T25" fmla="*/ 34 h 74"/>
              <a:gd name="T26" fmla="*/ 33 w 67"/>
              <a:gd name="T27" fmla="*/ 27 h 74"/>
              <a:gd name="T28" fmla="*/ 40 w 67"/>
              <a:gd name="T29" fmla="*/ 26 h 74"/>
              <a:gd name="T30" fmla="*/ 19 w 67"/>
              <a:gd name="T31" fmla="*/ 54 h 74"/>
              <a:gd name="T32" fmla="*/ 18 w 67"/>
              <a:gd name="T33" fmla="*/ 44 h 74"/>
              <a:gd name="T34" fmla="*/ 28 w 67"/>
              <a:gd name="T35" fmla="*/ 43 h 74"/>
              <a:gd name="T36" fmla="*/ 29 w 67"/>
              <a:gd name="T37" fmla="*/ 53 h 74"/>
              <a:gd name="T38" fmla="*/ 19 w 67"/>
              <a:gd name="T39" fmla="*/ 54 h 74"/>
              <a:gd name="T40" fmla="*/ 40 w 67"/>
              <a:gd name="T41" fmla="*/ 56 h 74"/>
              <a:gd name="T42" fmla="*/ 40 w 67"/>
              <a:gd name="T43" fmla="*/ 50 h 74"/>
              <a:gd name="T44" fmla="*/ 46 w 67"/>
              <a:gd name="T45" fmla="*/ 49 h 74"/>
              <a:gd name="T46" fmla="*/ 47 w 67"/>
              <a:gd name="T47" fmla="*/ 56 h 74"/>
              <a:gd name="T48" fmla="*/ 40 w 67"/>
              <a:gd name="T49" fmla="*/ 56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7" h="74">
                <a:moveTo>
                  <a:pt x="52" y="35"/>
                </a:moveTo>
                <a:cubicBezTo>
                  <a:pt x="50" y="34"/>
                  <a:pt x="48" y="33"/>
                  <a:pt x="47" y="32"/>
                </a:cubicBezTo>
                <a:cubicBezTo>
                  <a:pt x="43" y="29"/>
                  <a:pt x="41" y="25"/>
                  <a:pt x="43" y="23"/>
                </a:cubicBezTo>
                <a:cubicBezTo>
                  <a:pt x="43" y="22"/>
                  <a:pt x="43" y="22"/>
                  <a:pt x="44" y="22"/>
                </a:cubicBezTo>
                <a:cubicBezTo>
                  <a:pt x="31" y="0"/>
                  <a:pt x="31" y="0"/>
                  <a:pt x="31" y="0"/>
                </a:cubicBezTo>
                <a:cubicBezTo>
                  <a:pt x="0" y="65"/>
                  <a:pt x="0" y="65"/>
                  <a:pt x="0" y="65"/>
                </a:cubicBezTo>
                <a:cubicBezTo>
                  <a:pt x="3" y="66"/>
                  <a:pt x="6" y="68"/>
                  <a:pt x="10" y="69"/>
                </a:cubicBezTo>
                <a:cubicBezTo>
                  <a:pt x="27" y="74"/>
                  <a:pt x="46" y="72"/>
                  <a:pt x="61" y="65"/>
                </a:cubicBezTo>
                <a:cubicBezTo>
                  <a:pt x="61" y="65"/>
                  <a:pt x="66" y="63"/>
                  <a:pt x="67" y="60"/>
                </a:cubicBezTo>
                <a:lnTo>
                  <a:pt x="52" y="35"/>
                </a:lnTo>
                <a:close/>
                <a:moveTo>
                  <a:pt x="40" y="26"/>
                </a:moveTo>
                <a:cubicBezTo>
                  <a:pt x="42" y="28"/>
                  <a:pt x="42" y="31"/>
                  <a:pt x="40" y="33"/>
                </a:cubicBezTo>
                <a:cubicBezTo>
                  <a:pt x="39" y="35"/>
                  <a:pt x="35" y="36"/>
                  <a:pt x="33" y="34"/>
                </a:cubicBezTo>
                <a:cubicBezTo>
                  <a:pt x="31" y="32"/>
                  <a:pt x="31" y="29"/>
                  <a:pt x="33" y="27"/>
                </a:cubicBezTo>
                <a:cubicBezTo>
                  <a:pt x="34" y="25"/>
                  <a:pt x="38" y="24"/>
                  <a:pt x="40" y="26"/>
                </a:cubicBezTo>
                <a:close/>
                <a:moveTo>
                  <a:pt x="19" y="54"/>
                </a:moveTo>
                <a:cubicBezTo>
                  <a:pt x="16" y="52"/>
                  <a:pt x="15" y="47"/>
                  <a:pt x="18" y="44"/>
                </a:cubicBezTo>
                <a:cubicBezTo>
                  <a:pt x="21" y="41"/>
                  <a:pt x="25" y="41"/>
                  <a:pt x="28" y="43"/>
                </a:cubicBezTo>
                <a:cubicBezTo>
                  <a:pt x="31" y="46"/>
                  <a:pt x="31" y="50"/>
                  <a:pt x="29" y="53"/>
                </a:cubicBezTo>
                <a:cubicBezTo>
                  <a:pt x="26" y="56"/>
                  <a:pt x="22" y="57"/>
                  <a:pt x="19" y="54"/>
                </a:cubicBezTo>
                <a:close/>
                <a:moveTo>
                  <a:pt x="40" y="56"/>
                </a:moveTo>
                <a:cubicBezTo>
                  <a:pt x="38" y="55"/>
                  <a:pt x="38" y="52"/>
                  <a:pt x="40" y="50"/>
                </a:cubicBezTo>
                <a:cubicBezTo>
                  <a:pt x="41" y="48"/>
                  <a:pt x="44" y="48"/>
                  <a:pt x="46" y="49"/>
                </a:cubicBezTo>
                <a:cubicBezTo>
                  <a:pt x="48" y="51"/>
                  <a:pt x="48" y="54"/>
                  <a:pt x="47" y="56"/>
                </a:cubicBezTo>
                <a:cubicBezTo>
                  <a:pt x="45" y="58"/>
                  <a:pt x="42" y="58"/>
                  <a:pt x="40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4" name="Freeform 230">
            <a:extLst>
              <a:ext uri="{FF2B5EF4-FFF2-40B4-BE49-F238E27FC236}">
                <a16:creationId xmlns:a16="http://schemas.microsoft.com/office/drawing/2014/main" id="{88DFD05C-9A6B-40DF-8304-ADB7DF33A90C}"/>
              </a:ext>
            </a:extLst>
          </p:cNvPr>
          <p:cNvSpPr>
            <a:spLocks/>
          </p:cNvSpPr>
          <p:nvPr/>
        </p:nvSpPr>
        <p:spPr bwMode="auto">
          <a:xfrm>
            <a:off x="8995455" y="4454297"/>
            <a:ext cx="331788" cy="90488"/>
          </a:xfrm>
          <a:custGeom>
            <a:avLst/>
            <a:gdLst>
              <a:gd name="T0" fmla="*/ 37 w 81"/>
              <a:gd name="T1" fmla="*/ 19 h 22"/>
              <a:gd name="T2" fmla="*/ 0 w 81"/>
              <a:gd name="T3" fmla="*/ 10 h 22"/>
              <a:gd name="T4" fmla="*/ 4 w 81"/>
              <a:gd name="T5" fmla="*/ 3 h 22"/>
              <a:gd name="T6" fmla="*/ 2 w 81"/>
              <a:gd name="T7" fmla="*/ 7 h 22"/>
              <a:gd name="T8" fmla="*/ 4 w 81"/>
              <a:gd name="T9" fmla="*/ 3 h 22"/>
              <a:gd name="T10" fmla="*/ 76 w 81"/>
              <a:gd name="T11" fmla="*/ 0 h 22"/>
              <a:gd name="T12" fmla="*/ 81 w 81"/>
              <a:gd name="T13" fmla="*/ 7 h 22"/>
              <a:gd name="T14" fmla="*/ 37 w 81"/>
              <a:gd name="T15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" h="22">
                <a:moveTo>
                  <a:pt x="37" y="19"/>
                </a:moveTo>
                <a:cubicBezTo>
                  <a:pt x="15" y="19"/>
                  <a:pt x="1" y="11"/>
                  <a:pt x="0" y="10"/>
                </a:cubicBezTo>
                <a:cubicBezTo>
                  <a:pt x="4" y="3"/>
                  <a:pt x="4" y="3"/>
                  <a:pt x="4" y="3"/>
                </a:cubicBezTo>
                <a:cubicBezTo>
                  <a:pt x="2" y="7"/>
                  <a:pt x="2" y="7"/>
                  <a:pt x="2" y="7"/>
                </a:cubicBezTo>
                <a:cubicBezTo>
                  <a:pt x="4" y="3"/>
                  <a:pt x="4" y="3"/>
                  <a:pt x="4" y="3"/>
                </a:cubicBezTo>
                <a:cubicBezTo>
                  <a:pt x="6" y="4"/>
                  <a:pt x="37" y="22"/>
                  <a:pt x="76" y="0"/>
                </a:cubicBezTo>
                <a:cubicBezTo>
                  <a:pt x="81" y="7"/>
                  <a:pt x="81" y="7"/>
                  <a:pt x="81" y="7"/>
                </a:cubicBezTo>
                <a:cubicBezTo>
                  <a:pt x="64" y="16"/>
                  <a:pt x="49" y="19"/>
                  <a:pt x="37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5" name="Freeform 231">
            <a:extLst>
              <a:ext uri="{FF2B5EF4-FFF2-40B4-BE49-F238E27FC236}">
                <a16:creationId xmlns:a16="http://schemas.microsoft.com/office/drawing/2014/main" id="{72B36D1A-B995-43BB-A7A3-FB0C6B284139}"/>
              </a:ext>
            </a:extLst>
          </p:cNvPr>
          <p:cNvSpPr>
            <a:spLocks/>
          </p:cNvSpPr>
          <p:nvPr/>
        </p:nvSpPr>
        <p:spPr bwMode="auto">
          <a:xfrm>
            <a:off x="10024155" y="4162197"/>
            <a:ext cx="39688" cy="403225"/>
          </a:xfrm>
          <a:custGeom>
            <a:avLst/>
            <a:gdLst>
              <a:gd name="T0" fmla="*/ 0 w 10"/>
              <a:gd name="T1" fmla="*/ 0 h 98"/>
              <a:gd name="T2" fmla="*/ 0 w 10"/>
              <a:gd name="T3" fmla="*/ 98 h 98"/>
              <a:gd name="T4" fmla="*/ 10 w 10"/>
              <a:gd name="T5" fmla="*/ 87 h 98"/>
              <a:gd name="T6" fmla="*/ 10 w 10"/>
              <a:gd name="T7" fmla="*/ 10 h 98"/>
              <a:gd name="T8" fmla="*/ 0 w 10"/>
              <a:gd name="T9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98">
                <a:moveTo>
                  <a:pt x="0" y="0"/>
                </a:moveTo>
                <a:cubicBezTo>
                  <a:pt x="0" y="98"/>
                  <a:pt x="0" y="98"/>
                  <a:pt x="0" y="98"/>
                </a:cubicBezTo>
                <a:cubicBezTo>
                  <a:pt x="6" y="98"/>
                  <a:pt x="10" y="93"/>
                  <a:pt x="10" y="87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4"/>
                  <a:pt x="6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6" name="Freeform 232">
            <a:extLst>
              <a:ext uri="{FF2B5EF4-FFF2-40B4-BE49-F238E27FC236}">
                <a16:creationId xmlns:a16="http://schemas.microsoft.com/office/drawing/2014/main" id="{B82B48FB-7672-47E2-A3A4-C8372922E181}"/>
              </a:ext>
            </a:extLst>
          </p:cNvPr>
          <p:cNvSpPr>
            <a:spLocks/>
          </p:cNvSpPr>
          <p:nvPr/>
        </p:nvSpPr>
        <p:spPr bwMode="auto">
          <a:xfrm>
            <a:off x="9879693" y="4162197"/>
            <a:ext cx="46038" cy="403225"/>
          </a:xfrm>
          <a:custGeom>
            <a:avLst/>
            <a:gdLst>
              <a:gd name="T0" fmla="*/ 11 w 11"/>
              <a:gd name="T1" fmla="*/ 0 h 98"/>
              <a:gd name="T2" fmla="*/ 0 w 11"/>
              <a:gd name="T3" fmla="*/ 10 h 98"/>
              <a:gd name="T4" fmla="*/ 0 w 11"/>
              <a:gd name="T5" fmla="*/ 87 h 98"/>
              <a:gd name="T6" fmla="*/ 11 w 11"/>
              <a:gd name="T7" fmla="*/ 98 h 98"/>
              <a:gd name="T8" fmla="*/ 11 w 11"/>
              <a:gd name="T9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98">
                <a:moveTo>
                  <a:pt x="11" y="0"/>
                </a:moveTo>
                <a:cubicBezTo>
                  <a:pt x="5" y="0"/>
                  <a:pt x="0" y="4"/>
                  <a:pt x="0" y="10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5" y="98"/>
                  <a:pt x="11" y="98"/>
                </a:cubicBezTo>
                <a:cubicBezTo>
                  <a:pt x="11" y="0"/>
                  <a:pt x="11" y="0"/>
                  <a:pt x="1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7" name="Freeform 233">
            <a:extLst>
              <a:ext uri="{FF2B5EF4-FFF2-40B4-BE49-F238E27FC236}">
                <a16:creationId xmlns:a16="http://schemas.microsoft.com/office/drawing/2014/main" id="{DBA94F0D-E3E1-4BEA-B221-01625A072687}"/>
              </a:ext>
            </a:extLst>
          </p:cNvPr>
          <p:cNvSpPr>
            <a:spLocks noEditPoints="1"/>
          </p:cNvSpPr>
          <p:nvPr/>
        </p:nvSpPr>
        <p:spPr bwMode="auto">
          <a:xfrm>
            <a:off x="9925730" y="4120922"/>
            <a:ext cx="101600" cy="468313"/>
          </a:xfrm>
          <a:custGeom>
            <a:avLst/>
            <a:gdLst>
              <a:gd name="T0" fmla="*/ 12 w 25"/>
              <a:gd name="T1" fmla="*/ 0 h 114"/>
              <a:gd name="T2" fmla="*/ 0 w 25"/>
              <a:gd name="T3" fmla="*/ 12 h 114"/>
              <a:gd name="T4" fmla="*/ 0 w 25"/>
              <a:gd name="T5" fmla="*/ 102 h 114"/>
              <a:gd name="T6" fmla="*/ 12 w 25"/>
              <a:gd name="T7" fmla="*/ 114 h 114"/>
              <a:gd name="T8" fmla="*/ 24 w 25"/>
              <a:gd name="T9" fmla="*/ 102 h 114"/>
              <a:gd name="T10" fmla="*/ 24 w 25"/>
              <a:gd name="T11" fmla="*/ 12 h 114"/>
              <a:gd name="T12" fmla="*/ 12 w 25"/>
              <a:gd name="T13" fmla="*/ 0 h 114"/>
              <a:gd name="T14" fmla="*/ 21 w 25"/>
              <a:gd name="T15" fmla="*/ 38 h 114"/>
              <a:gd name="T16" fmla="*/ 14 w 25"/>
              <a:gd name="T17" fmla="*/ 47 h 114"/>
              <a:gd name="T18" fmla="*/ 12 w 25"/>
              <a:gd name="T19" fmla="*/ 62 h 114"/>
              <a:gd name="T20" fmla="*/ 14 w 25"/>
              <a:gd name="T21" fmla="*/ 70 h 114"/>
              <a:gd name="T22" fmla="*/ 15 w 25"/>
              <a:gd name="T23" fmla="*/ 69 h 114"/>
              <a:gd name="T24" fmla="*/ 18 w 25"/>
              <a:gd name="T25" fmla="*/ 69 h 114"/>
              <a:gd name="T26" fmla="*/ 18 w 25"/>
              <a:gd name="T27" fmla="*/ 74 h 114"/>
              <a:gd name="T28" fmla="*/ 13 w 25"/>
              <a:gd name="T29" fmla="*/ 81 h 114"/>
              <a:gd name="T30" fmla="*/ 12 w 25"/>
              <a:gd name="T31" fmla="*/ 81 h 114"/>
              <a:gd name="T32" fmla="*/ 14 w 25"/>
              <a:gd name="T33" fmla="*/ 85 h 114"/>
              <a:gd name="T34" fmla="*/ 17 w 25"/>
              <a:gd name="T35" fmla="*/ 92 h 114"/>
              <a:gd name="T36" fmla="*/ 18 w 25"/>
              <a:gd name="T37" fmla="*/ 100 h 114"/>
              <a:gd name="T38" fmla="*/ 12 w 25"/>
              <a:gd name="T39" fmla="*/ 102 h 114"/>
              <a:gd name="T40" fmla="*/ 12 w 25"/>
              <a:gd name="T41" fmla="*/ 102 h 114"/>
              <a:gd name="T42" fmla="*/ 12 w 25"/>
              <a:gd name="T43" fmla="*/ 98 h 114"/>
              <a:gd name="T44" fmla="*/ 12 w 25"/>
              <a:gd name="T45" fmla="*/ 98 h 114"/>
              <a:gd name="T46" fmla="*/ 15 w 25"/>
              <a:gd name="T47" fmla="*/ 98 h 114"/>
              <a:gd name="T48" fmla="*/ 13 w 25"/>
              <a:gd name="T49" fmla="*/ 94 h 114"/>
              <a:gd name="T50" fmla="*/ 10 w 25"/>
              <a:gd name="T51" fmla="*/ 87 h 114"/>
              <a:gd name="T52" fmla="*/ 11 w 25"/>
              <a:gd name="T53" fmla="*/ 77 h 114"/>
              <a:gd name="T54" fmla="*/ 13 w 25"/>
              <a:gd name="T55" fmla="*/ 74 h 114"/>
              <a:gd name="T56" fmla="*/ 13 w 25"/>
              <a:gd name="T57" fmla="*/ 74 h 114"/>
              <a:gd name="T58" fmla="*/ 8 w 25"/>
              <a:gd name="T59" fmla="*/ 63 h 114"/>
              <a:gd name="T60" fmla="*/ 11 w 25"/>
              <a:gd name="T61" fmla="*/ 44 h 114"/>
              <a:gd name="T62" fmla="*/ 17 w 25"/>
              <a:gd name="T63" fmla="*/ 36 h 114"/>
              <a:gd name="T64" fmla="*/ 9 w 25"/>
              <a:gd name="T65" fmla="*/ 18 h 114"/>
              <a:gd name="T66" fmla="*/ 11 w 25"/>
              <a:gd name="T67" fmla="*/ 14 h 114"/>
              <a:gd name="T68" fmla="*/ 21 w 25"/>
              <a:gd name="T69" fmla="*/ 3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" h="114">
                <a:moveTo>
                  <a:pt x="12" y="0"/>
                </a:moveTo>
                <a:cubicBezTo>
                  <a:pt x="5" y="0"/>
                  <a:pt x="0" y="6"/>
                  <a:pt x="0" y="1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9"/>
                  <a:pt x="5" y="114"/>
                  <a:pt x="12" y="114"/>
                </a:cubicBezTo>
                <a:cubicBezTo>
                  <a:pt x="18" y="114"/>
                  <a:pt x="24" y="109"/>
                  <a:pt x="24" y="10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6"/>
                  <a:pt x="18" y="0"/>
                  <a:pt x="12" y="0"/>
                </a:cubicBezTo>
                <a:close/>
                <a:moveTo>
                  <a:pt x="21" y="38"/>
                </a:moveTo>
                <a:cubicBezTo>
                  <a:pt x="19" y="43"/>
                  <a:pt x="16" y="45"/>
                  <a:pt x="14" y="47"/>
                </a:cubicBezTo>
                <a:cubicBezTo>
                  <a:pt x="11" y="49"/>
                  <a:pt x="10" y="51"/>
                  <a:pt x="12" y="62"/>
                </a:cubicBezTo>
                <a:cubicBezTo>
                  <a:pt x="13" y="69"/>
                  <a:pt x="14" y="70"/>
                  <a:pt x="14" y="70"/>
                </a:cubicBezTo>
                <a:cubicBezTo>
                  <a:pt x="15" y="69"/>
                  <a:pt x="15" y="69"/>
                  <a:pt x="15" y="69"/>
                </a:cubicBezTo>
                <a:cubicBezTo>
                  <a:pt x="16" y="68"/>
                  <a:pt x="17" y="68"/>
                  <a:pt x="18" y="69"/>
                </a:cubicBezTo>
                <a:cubicBezTo>
                  <a:pt x="20" y="69"/>
                  <a:pt x="19" y="71"/>
                  <a:pt x="18" y="74"/>
                </a:cubicBezTo>
                <a:cubicBezTo>
                  <a:pt x="17" y="79"/>
                  <a:pt x="15" y="80"/>
                  <a:pt x="13" y="81"/>
                </a:cubicBezTo>
                <a:cubicBezTo>
                  <a:pt x="12" y="81"/>
                  <a:pt x="12" y="81"/>
                  <a:pt x="12" y="81"/>
                </a:cubicBezTo>
                <a:cubicBezTo>
                  <a:pt x="12" y="81"/>
                  <a:pt x="12" y="82"/>
                  <a:pt x="14" y="85"/>
                </a:cubicBezTo>
                <a:cubicBezTo>
                  <a:pt x="15" y="88"/>
                  <a:pt x="16" y="90"/>
                  <a:pt x="17" y="92"/>
                </a:cubicBezTo>
                <a:cubicBezTo>
                  <a:pt x="19" y="96"/>
                  <a:pt x="20" y="98"/>
                  <a:pt x="18" y="100"/>
                </a:cubicBezTo>
                <a:cubicBezTo>
                  <a:pt x="17" y="102"/>
                  <a:pt x="15" y="102"/>
                  <a:pt x="12" y="102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2" y="98"/>
                  <a:pt x="12" y="98"/>
                  <a:pt x="12" y="98"/>
                </a:cubicBezTo>
                <a:cubicBezTo>
                  <a:pt x="12" y="98"/>
                  <a:pt x="12" y="98"/>
                  <a:pt x="12" y="98"/>
                </a:cubicBezTo>
                <a:cubicBezTo>
                  <a:pt x="13" y="98"/>
                  <a:pt x="14" y="98"/>
                  <a:pt x="15" y="98"/>
                </a:cubicBezTo>
                <a:cubicBezTo>
                  <a:pt x="14" y="97"/>
                  <a:pt x="14" y="95"/>
                  <a:pt x="13" y="94"/>
                </a:cubicBezTo>
                <a:cubicBezTo>
                  <a:pt x="12" y="92"/>
                  <a:pt x="11" y="90"/>
                  <a:pt x="10" y="87"/>
                </a:cubicBezTo>
                <a:cubicBezTo>
                  <a:pt x="8" y="82"/>
                  <a:pt x="7" y="79"/>
                  <a:pt x="11" y="77"/>
                </a:cubicBezTo>
                <a:cubicBezTo>
                  <a:pt x="12" y="77"/>
                  <a:pt x="13" y="76"/>
                  <a:pt x="13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1" y="74"/>
                  <a:pt x="9" y="70"/>
                  <a:pt x="8" y="63"/>
                </a:cubicBezTo>
                <a:cubicBezTo>
                  <a:pt x="5" y="50"/>
                  <a:pt x="7" y="47"/>
                  <a:pt x="11" y="44"/>
                </a:cubicBezTo>
                <a:cubicBezTo>
                  <a:pt x="13" y="42"/>
                  <a:pt x="15" y="40"/>
                  <a:pt x="17" y="36"/>
                </a:cubicBezTo>
                <a:cubicBezTo>
                  <a:pt x="21" y="25"/>
                  <a:pt x="9" y="18"/>
                  <a:pt x="9" y="18"/>
                </a:cubicBezTo>
                <a:cubicBezTo>
                  <a:pt x="11" y="14"/>
                  <a:pt x="11" y="14"/>
                  <a:pt x="11" y="14"/>
                </a:cubicBezTo>
                <a:cubicBezTo>
                  <a:pt x="16" y="17"/>
                  <a:pt x="25" y="26"/>
                  <a:pt x="21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8" name="Freeform 234">
            <a:extLst>
              <a:ext uri="{FF2B5EF4-FFF2-40B4-BE49-F238E27FC236}">
                <a16:creationId xmlns:a16="http://schemas.microsoft.com/office/drawing/2014/main" id="{F1DF4229-D9FF-4E81-9BAA-E4D303BC8C2F}"/>
              </a:ext>
            </a:extLst>
          </p:cNvPr>
          <p:cNvSpPr>
            <a:spLocks/>
          </p:cNvSpPr>
          <p:nvPr/>
        </p:nvSpPr>
        <p:spPr bwMode="auto">
          <a:xfrm>
            <a:off x="5982380" y="6395809"/>
            <a:ext cx="36513" cy="38100"/>
          </a:xfrm>
          <a:custGeom>
            <a:avLst/>
            <a:gdLst>
              <a:gd name="T0" fmla="*/ 9 w 9"/>
              <a:gd name="T1" fmla="*/ 5 h 9"/>
              <a:gd name="T2" fmla="*/ 9 w 9"/>
              <a:gd name="T3" fmla="*/ 4 h 9"/>
              <a:gd name="T4" fmla="*/ 9 w 9"/>
              <a:gd name="T5" fmla="*/ 3 h 9"/>
              <a:gd name="T6" fmla="*/ 6 w 9"/>
              <a:gd name="T7" fmla="*/ 0 h 9"/>
              <a:gd name="T8" fmla="*/ 4 w 9"/>
              <a:gd name="T9" fmla="*/ 1 h 9"/>
              <a:gd name="T10" fmla="*/ 3 w 9"/>
              <a:gd name="T11" fmla="*/ 0 h 9"/>
              <a:gd name="T12" fmla="*/ 1 w 9"/>
              <a:gd name="T13" fmla="*/ 1 h 9"/>
              <a:gd name="T14" fmla="*/ 2 w 9"/>
              <a:gd name="T15" fmla="*/ 3 h 9"/>
              <a:gd name="T16" fmla="*/ 0 w 9"/>
              <a:gd name="T17" fmla="*/ 5 h 9"/>
              <a:gd name="T18" fmla="*/ 2 w 9"/>
              <a:gd name="T19" fmla="*/ 8 h 9"/>
              <a:gd name="T20" fmla="*/ 5 w 9"/>
              <a:gd name="T21" fmla="*/ 9 h 9"/>
              <a:gd name="T22" fmla="*/ 7 w 9"/>
              <a:gd name="T23" fmla="*/ 8 h 9"/>
              <a:gd name="T24" fmla="*/ 9 w 9"/>
              <a:gd name="T25" fmla="*/ 5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9">
                <a:moveTo>
                  <a:pt x="9" y="5"/>
                </a:moveTo>
                <a:cubicBezTo>
                  <a:pt x="9" y="5"/>
                  <a:pt x="9" y="4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9" y="1"/>
                  <a:pt x="8" y="0"/>
                  <a:pt x="6" y="0"/>
                </a:cubicBezTo>
                <a:cubicBezTo>
                  <a:pt x="5" y="0"/>
                  <a:pt x="5" y="0"/>
                  <a:pt x="4" y="1"/>
                </a:cubicBezTo>
                <a:cubicBezTo>
                  <a:pt x="4" y="0"/>
                  <a:pt x="3" y="0"/>
                  <a:pt x="3" y="0"/>
                </a:cubicBezTo>
                <a:cubicBezTo>
                  <a:pt x="2" y="0"/>
                  <a:pt x="1" y="0"/>
                  <a:pt x="1" y="1"/>
                </a:cubicBezTo>
                <a:cubicBezTo>
                  <a:pt x="1" y="2"/>
                  <a:pt x="1" y="2"/>
                  <a:pt x="2" y="3"/>
                </a:cubicBezTo>
                <a:cubicBezTo>
                  <a:pt x="1" y="3"/>
                  <a:pt x="0" y="4"/>
                  <a:pt x="0" y="5"/>
                </a:cubicBezTo>
                <a:cubicBezTo>
                  <a:pt x="0" y="7"/>
                  <a:pt x="1" y="8"/>
                  <a:pt x="2" y="8"/>
                </a:cubicBezTo>
                <a:cubicBezTo>
                  <a:pt x="3" y="9"/>
                  <a:pt x="4" y="9"/>
                  <a:pt x="5" y="9"/>
                </a:cubicBezTo>
                <a:cubicBezTo>
                  <a:pt x="6" y="9"/>
                  <a:pt x="7" y="8"/>
                  <a:pt x="7" y="8"/>
                </a:cubicBezTo>
                <a:cubicBezTo>
                  <a:pt x="8" y="7"/>
                  <a:pt x="9" y="7"/>
                  <a:pt x="9" y="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9" name="Freeform 235">
            <a:extLst>
              <a:ext uri="{FF2B5EF4-FFF2-40B4-BE49-F238E27FC236}">
                <a16:creationId xmlns:a16="http://schemas.microsoft.com/office/drawing/2014/main" id="{0014AFD8-0640-4548-8E9F-B700A2A40ECB}"/>
              </a:ext>
            </a:extLst>
          </p:cNvPr>
          <p:cNvSpPr>
            <a:spLocks/>
          </p:cNvSpPr>
          <p:nvPr/>
        </p:nvSpPr>
        <p:spPr bwMode="auto">
          <a:xfrm>
            <a:off x="6015718" y="6371997"/>
            <a:ext cx="41275" cy="36513"/>
          </a:xfrm>
          <a:custGeom>
            <a:avLst/>
            <a:gdLst>
              <a:gd name="T0" fmla="*/ 10 w 10"/>
              <a:gd name="T1" fmla="*/ 6 h 9"/>
              <a:gd name="T2" fmla="*/ 9 w 10"/>
              <a:gd name="T3" fmla="*/ 4 h 9"/>
              <a:gd name="T4" fmla="*/ 9 w 10"/>
              <a:gd name="T5" fmla="*/ 3 h 9"/>
              <a:gd name="T6" fmla="*/ 6 w 10"/>
              <a:gd name="T7" fmla="*/ 0 h 9"/>
              <a:gd name="T8" fmla="*/ 5 w 10"/>
              <a:gd name="T9" fmla="*/ 1 h 9"/>
              <a:gd name="T10" fmla="*/ 3 w 10"/>
              <a:gd name="T11" fmla="*/ 0 h 9"/>
              <a:gd name="T12" fmla="*/ 2 w 10"/>
              <a:gd name="T13" fmla="*/ 2 h 9"/>
              <a:gd name="T14" fmla="*/ 2 w 10"/>
              <a:gd name="T15" fmla="*/ 3 h 9"/>
              <a:gd name="T16" fmla="*/ 0 w 10"/>
              <a:gd name="T17" fmla="*/ 6 h 9"/>
              <a:gd name="T18" fmla="*/ 3 w 10"/>
              <a:gd name="T19" fmla="*/ 9 h 9"/>
              <a:gd name="T20" fmla="*/ 5 w 10"/>
              <a:gd name="T21" fmla="*/ 9 h 9"/>
              <a:gd name="T22" fmla="*/ 8 w 10"/>
              <a:gd name="T23" fmla="*/ 8 h 9"/>
              <a:gd name="T24" fmla="*/ 10 w 10"/>
              <a:gd name="T25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9">
                <a:moveTo>
                  <a:pt x="10" y="6"/>
                </a:moveTo>
                <a:cubicBezTo>
                  <a:pt x="10" y="5"/>
                  <a:pt x="9" y="5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8" y="0"/>
                  <a:pt x="6" y="0"/>
                </a:cubicBezTo>
                <a:cubicBezTo>
                  <a:pt x="6" y="0"/>
                  <a:pt x="5" y="1"/>
                  <a:pt x="5" y="1"/>
                </a:cubicBezTo>
                <a:cubicBezTo>
                  <a:pt x="4" y="0"/>
                  <a:pt x="4" y="0"/>
                  <a:pt x="3" y="0"/>
                </a:cubicBezTo>
                <a:cubicBezTo>
                  <a:pt x="2" y="0"/>
                  <a:pt x="2" y="1"/>
                  <a:pt x="2" y="2"/>
                </a:cubicBezTo>
                <a:cubicBezTo>
                  <a:pt x="2" y="2"/>
                  <a:pt x="2" y="3"/>
                  <a:pt x="2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7"/>
                  <a:pt x="1" y="8"/>
                  <a:pt x="3" y="9"/>
                </a:cubicBezTo>
                <a:cubicBezTo>
                  <a:pt x="3" y="9"/>
                  <a:pt x="4" y="9"/>
                  <a:pt x="5" y="9"/>
                </a:cubicBezTo>
                <a:cubicBezTo>
                  <a:pt x="6" y="9"/>
                  <a:pt x="7" y="9"/>
                  <a:pt x="8" y="8"/>
                </a:cubicBezTo>
                <a:cubicBezTo>
                  <a:pt x="9" y="8"/>
                  <a:pt x="10" y="7"/>
                  <a:pt x="10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0" name="Freeform 236">
            <a:extLst>
              <a:ext uri="{FF2B5EF4-FFF2-40B4-BE49-F238E27FC236}">
                <a16:creationId xmlns:a16="http://schemas.microsoft.com/office/drawing/2014/main" id="{F8BF9488-4A65-47A8-84DF-242C8E94766A}"/>
              </a:ext>
            </a:extLst>
          </p:cNvPr>
          <p:cNvSpPr>
            <a:spLocks/>
          </p:cNvSpPr>
          <p:nvPr/>
        </p:nvSpPr>
        <p:spPr bwMode="auto">
          <a:xfrm>
            <a:off x="5995080" y="6354534"/>
            <a:ext cx="41275" cy="38100"/>
          </a:xfrm>
          <a:custGeom>
            <a:avLst/>
            <a:gdLst>
              <a:gd name="T0" fmla="*/ 5 w 10"/>
              <a:gd name="T1" fmla="*/ 9 h 9"/>
              <a:gd name="T2" fmla="*/ 7 w 10"/>
              <a:gd name="T3" fmla="*/ 8 h 9"/>
              <a:gd name="T4" fmla="*/ 8 w 10"/>
              <a:gd name="T5" fmla="*/ 8 h 9"/>
              <a:gd name="T6" fmla="*/ 9 w 10"/>
              <a:gd name="T7" fmla="*/ 4 h 9"/>
              <a:gd name="T8" fmla="*/ 8 w 10"/>
              <a:gd name="T9" fmla="*/ 3 h 9"/>
              <a:gd name="T10" fmla="*/ 9 w 10"/>
              <a:gd name="T11" fmla="*/ 1 h 9"/>
              <a:gd name="T12" fmla="*/ 7 w 10"/>
              <a:gd name="T13" fmla="*/ 0 h 9"/>
              <a:gd name="T14" fmla="*/ 6 w 10"/>
              <a:gd name="T15" fmla="*/ 1 h 9"/>
              <a:gd name="T16" fmla="*/ 2 w 10"/>
              <a:gd name="T17" fmla="*/ 0 h 9"/>
              <a:gd name="T18" fmla="*/ 0 w 10"/>
              <a:gd name="T19" fmla="*/ 3 h 9"/>
              <a:gd name="T20" fmla="*/ 0 w 10"/>
              <a:gd name="T21" fmla="*/ 6 h 9"/>
              <a:gd name="T22" fmla="*/ 3 w 10"/>
              <a:gd name="T23" fmla="*/ 8 h 9"/>
              <a:gd name="T24" fmla="*/ 5 w 10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9">
                <a:moveTo>
                  <a:pt x="5" y="9"/>
                </a:moveTo>
                <a:cubicBezTo>
                  <a:pt x="6" y="9"/>
                  <a:pt x="6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9" y="7"/>
                  <a:pt x="10" y="6"/>
                  <a:pt x="9" y="4"/>
                </a:cubicBezTo>
                <a:cubicBezTo>
                  <a:pt x="9" y="3"/>
                  <a:pt x="9" y="3"/>
                  <a:pt x="8" y="3"/>
                </a:cubicBezTo>
                <a:cubicBezTo>
                  <a:pt x="9" y="2"/>
                  <a:pt x="9" y="2"/>
                  <a:pt x="9" y="1"/>
                </a:cubicBezTo>
                <a:cubicBezTo>
                  <a:pt x="8" y="0"/>
                  <a:pt x="8" y="0"/>
                  <a:pt x="7" y="0"/>
                </a:cubicBezTo>
                <a:cubicBezTo>
                  <a:pt x="6" y="0"/>
                  <a:pt x="6" y="0"/>
                  <a:pt x="6" y="1"/>
                </a:cubicBezTo>
                <a:cubicBezTo>
                  <a:pt x="5" y="0"/>
                  <a:pt x="4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4"/>
                  <a:pt x="0" y="5"/>
                  <a:pt x="0" y="6"/>
                </a:cubicBezTo>
                <a:cubicBezTo>
                  <a:pt x="1" y="7"/>
                  <a:pt x="2" y="7"/>
                  <a:pt x="3" y="8"/>
                </a:cubicBezTo>
                <a:cubicBezTo>
                  <a:pt x="3" y="9"/>
                  <a:pt x="4" y="9"/>
                  <a:pt x="5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1" name="Freeform 237">
            <a:extLst>
              <a:ext uri="{FF2B5EF4-FFF2-40B4-BE49-F238E27FC236}">
                <a16:creationId xmlns:a16="http://schemas.microsoft.com/office/drawing/2014/main" id="{7D5542E7-5AF8-4AE2-B09D-50151E094B16}"/>
              </a:ext>
            </a:extLst>
          </p:cNvPr>
          <p:cNvSpPr>
            <a:spLocks/>
          </p:cNvSpPr>
          <p:nvPr/>
        </p:nvSpPr>
        <p:spPr bwMode="auto">
          <a:xfrm>
            <a:off x="6018893" y="6384697"/>
            <a:ext cx="41275" cy="39688"/>
          </a:xfrm>
          <a:custGeom>
            <a:avLst/>
            <a:gdLst>
              <a:gd name="T0" fmla="*/ 6 w 10"/>
              <a:gd name="T1" fmla="*/ 10 h 10"/>
              <a:gd name="T2" fmla="*/ 7 w 10"/>
              <a:gd name="T3" fmla="*/ 9 h 10"/>
              <a:gd name="T4" fmla="*/ 8 w 10"/>
              <a:gd name="T5" fmla="*/ 9 h 10"/>
              <a:gd name="T6" fmla="*/ 10 w 10"/>
              <a:gd name="T7" fmla="*/ 5 h 10"/>
              <a:gd name="T8" fmla="*/ 9 w 10"/>
              <a:gd name="T9" fmla="*/ 4 h 10"/>
              <a:gd name="T10" fmla="*/ 9 w 10"/>
              <a:gd name="T11" fmla="*/ 2 h 10"/>
              <a:gd name="T12" fmla="*/ 7 w 10"/>
              <a:gd name="T13" fmla="*/ 1 h 10"/>
              <a:gd name="T14" fmla="*/ 6 w 10"/>
              <a:gd name="T15" fmla="*/ 2 h 10"/>
              <a:gd name="T16" fmla="*/ 3 w 10"/>
              <a:gd name="T17" fmla="*/ 1 h 10"/>
              <a:gd name="T18" fmla="*/ 1 w 10"/>
              <a:gd name="T19" fmla="*/ 4 h 10"/>
              <a:gd name="T20" fmla="*/ 1 w 10"/>
              <a:gd name="T21" fmla="*/ 7 h 10"/>
              <a:gd name="T22" fmla="*/ 3 w 10"/>
              <a:gd name="T23" fmla="*/ 9 h 10"/>
              <a:gd name="T24" fmla="*/ 6 w 10"/>
              <a:gd name="T2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6" y="10"/>
                </a:moveTo>
                <a:cubicBezTo>
                  <a:pt x="6" y="10"/>
                  <a:pt x="7" y="9"/>
                  <a:pt x="7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8"/>
                  <a:pt x="10" y="6"/>
                  <a:pt x="10" y="5"/>
                </a:cubicBezTo>
                <a:cubicBezTo>
                  <a:pt x="10" y="4"/>
                  <a:pt x="9" y="4"/>
                  <a:pt x="9" y="4"/>
                </a:cubicBezTo>
                <a:cubicBezTo>
                  <a:pt x="9" y="3"/>
                  <a:pt x="9" y="3"/>
                  <a:pt x="9" y="2"/>
                </a:cubicBezTo>
                <a:cubicBezTo>
                  <a:pt x="9" y="1"/>
                  <a:pt x="8" y="1"/>
                  <a:pt x="7" y="1"/>
                </a:cubicBezTo>
                <a:cubicBezTo>
                  <a:pt x="7" y="1"/>
                  <a:pt x="6" y="1"/>
                  <a:pt x="6" y="2"/>
                </a:cubicBezTo>
                <a:cubicBezTo>
                  <a:pt x="5" y="1"/>
                  <a:pt x="4" y="0"/>
                  <a:pt x="3" y="1"/>
                </a:cubicBezTo>
                <a:cubicBezTo>
                  <a:pt x="1" y="1"/>
                  <a:pt x="1" y="3"/>
                  <a:pt x="1" y="4"/>
                </a:cubicBezTo>
                <a:cubicBezTo>
                  <a:pt x="1" y="5"/>
                  <a:pt x="0" y="6"/>
                  <a:pt x="1" y="7"/>
                </a:cubicBezTo>
                <a:cubicBezTo>
                  <a:pt x="1" y="8"/>
                  <a:pt x="2" y="8"/>
                  <a:pt x="3" y="9"/>
                </a:cubicBezTo>
                <a:cubicBezTo>
                  <a:pt x="4" y="10"/>
                  <a:pt x="5" y="10"/>
                  <a:pt x="6" y="1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2" name="Freeform 238">
            <a:extLst>
              <a:ext uri="{FF2B5EF4-FFF2-40B4-BE49-F238E27FC236}">
                <a16:creationId xmlns:a16="http://schemas.microsoft.com/office/drawing/2014/main" id="{4F5B0ADA-9FDD-4935-9E50-3CAD349E15BE}"/>
              </a:ext>
            </a:extLst>
          </p:cNvPr>
          <p:cNvSpPr>
            <a:spLocks/>
          </p:cNvSpPr>
          <p:nvPr/>
        </p:nvSpPr>
        <p:spPr bwMode="auto">
          <a:xfrm>
            <a:off x="6049055" y="6392634"/>
            <a:ext cx="36513" cy="36513"/>
          </a:xfrm>
          <a:custGeom>
            <a:avLst/>
            <a:gdLst>
              <a:gd name="T0" fmla="*/ 5 w 9"/>
              <a:gd name="T1" fmla="*/ 9 h 9"/>
              <a:gd name="T2" fmla="*/ 6 w 9"/>
              <a:gd name="T3" fmla="*/ 8 h 9"/>
              <a:gd name="T4" fmla="*/ 7 w 9"/>
              <a:gd name="T5" fmla="*/ 8 h 9"/>
              <a:gd name="T6" fmla="*/ 9 w 9"/>
              <a:gd name="T7" fmla="*/ 4 h 9"/>
              <a:gd name="T8" fmla="*/ 8 w 9"/>
              <a:gd name="T9" fmla="*/ 3 h 9"/>
              <a:gd name="T10" fmla="*/ 8 w 9"/>
              <a:gd name="T11" fmla="*/ 1 h 9"/>
              <a:gd name="T12" fmla="*/ 6 w 9"/>
              <a:gd name="T13" fmla="*/ 0 h 9"/>
              <a:gd name="T14" fmla="*/ 5 w 9"/>
              <a:gd name="T15" fmla="*/ 1 h 9"/>
              <a:gd name="T16" fmla="*/ 2 w 9"/>
              <a:gd name="T17" fmla="*/ 0 h 9"/>
              <a:gd name="T18" fmla="*/ 0 w 9"/>
              <a:gd name="T19" fmla="*/ 3 h 9"/>
              <a:gd name="T20" fmla="*/ 0 w 9"/>
              <a:gd name="T21" fmla="*/ 6 h 9"/>
              <a:gd name="T22" fmla="*/ 2 w 9"/>
              <a:gd name="T23" fmla="*/ 8 h 9"/>
              <a:gd name="T24" fmla="*/ 5 w 9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5" y="9"/>
                  <a:pt x="6" y="8"/>
                  <a:pt x="6" y="8"/>
                </a:cubicBezTo>
                <a:cubicBezTo>
                  <a:pt x="7" y="8"/>
                  <a:pt x="7" y="8"/>
                  <a:pt x="7" y="8"/>
                </a:cubicBezTo>
                <a:cubicBezTo>
                  <a:pt x="9" y="7"/>
                  <a:pt x="9" y="6"/>
                  <a:pt x="9" y="4"/>
                </a:cubicBezTo>
                <a:cubicBezTo>
                  <a:pt x="9" y="4"/>
                  <a:pt x="8" y="3"/>
                  <a:pt x="8" y="3"/>
                </a:cubicBezTo>
                <a:cubicBezTo>
                  <a:pt x="8" y="2"/>
                  <a:pt x="8" y="2"/>
                  <a:pt x="8" y="1"/>
                </a:cubicBezTo>
                <a:cubicBezTo>
                  <a:pt x="8" y="0"/>
                  <a:pt x="7" y="0"/>
                  <a:pt x="6" y="0"/>
                </a:cubicBezTo>
                <a:cubicBezTo>
                  <a:pt x="6" y="0"/>
                  <a:pt x="5" y="1"/>
                  <a:pt x="5" y="1"/>
                </a:cubicBezTo>
                <a:cubicBezTo>
                  <a:pt x="4" y="0"/>
                  <a:pt x="3" y="0"/>
                  <a:pt x="2" y="0"/>
                </a:cubicBezTo>
                <a:cubicBezTo>
                  <a:pt x="0" y="1"/>
                  <a:pt x="0" y="2"/>
                  <a:pt x="0" y="3"/>
                </a:cubicBezTo>
                <a:cubicBezTo>
                  <a:pt x="0" y="4"/>
                  <a:pt x="0" y="5"/>
                  <a:pt x="0" y="6"/>
                </a:cubicBezTo>
                <a:cubicBezTo>
                  <a:pt x="0" y="7"/>
                  <a:pt x="1" y="8"/>
                  <a:pt x="2" y="8"/>
                </a:cubicBezTo>
                <a:cubicBezTo>
                  <a:pt x="3" y="9"/>
                  <a:pt x="4" y="9"/>
                  <a:pt x="5" y="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3" name="Freeform 239">
            <a:extLst>
              <a:ext uri="{FF2B5EF4-FFF2-40B4-BE49-F238E27FC236}">
                <a16:creationId xmlns:a16="http://schemas.microsoft.com/office/drawing/2014/main" id="{FD2ABD49-F1A4-4685-89AA-43551ADD03B4}"/>
              </a:ext>
            </a:extLst>
          </p:cNvPr>
          <p:cNvSpPr>
            <a:spLocks/>
          </p:cNvSpPr>
          <p:nvPr/>
        </p:nvSpPr>
        <p:spPr bwMode="auto">
          <a:xfrm>
            <a:off x="6049055" y="6364059"/>
            <a:ext cx="36513" cy="36513"/>
          </a:xfrm>
          <a:custGeom>
            <a:avLst/>
            <a:gdLst>
              <a:gd name="T0" fmla="*/ 5 w 9"/>
              <a:gd name="T1" fmla="*/ 9 h 9"/>
              <a:gd name="T2" fmla="*/ 6 w 9"/>
              <a:gd name="T3" fmla="*/ 8 h 9"/>
              <a:gd name="T4" fmla="*/ 7 w 9"/>
              <a:gd name="T5" fmla="*/ 8 h 9"/>
              <a:gd name="T6" fmla="*/ 9 w 9"/>
              <a:gd name="T7" fmla="*/ 4 h 9"/>
              <a:gd name="T8" fmla="*/ 8 w 9"/>
              <a:gd name="T9" fmla="*/ 3 h 9"/>
              <a:gd name="T10" fmla="*/ 8 w 9"/>
              <a:gd name="T11" fmla="*/ 1 h 9"/>
              <a:gd name="T12" fmla="*/ 6 w 9"/>
              <a:gd name="T13" fmla="*/ 0 h 9"/>
              <a:gd name="T14" fmla="*/ 5 w 9"/>
              <a:gd name="T15" fmla="*/ 1 h 9"/>
              <a:gd name="T16" fmla="*/ 2 w 9"/>
              <a:gd name="T17" fmla="*/ 0 h 9"/>
              <a:gd name="T18" fmla="*/ 0 w 9"/>
              <a:gd name="T19" fmla="*/ 3 h 9"/>
              <a:gd name="T20" fmla="*/ 0 w 9"/>
              <a:gd name="T21" fmla="*/ 6 h 9"/>
              <a:gd name="T22" fmla="*/ 2 w 9"/>
              <a:gd name="T23" fmla="*/ 8 h 9"/>
              <a:gd name="T24" fmla="*/ 5 w 9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5" y="9"/>
                  <a:pt x="6" y="8"/>
                  <a:pt x="6" y="8"/>
                </a:cubicBezTo>
                <a:cubicBezTo>
                  <a:pt x="7" y="8"/>
                  <a:pt x="7" y="8"/>
                  <a:pt x="7" y="8"/>
                </a:cubicBezTo>
                <a:cubicBezTo>
                  <a:pt x="9" y="7"/>
                  <a:pt x="9" y="6"/>
                  <a:pt x="9" y="4"/>
                </a:cubicBezTo>
                <a:cubicBezTo>
                  <a:pt x="9" y="3"/>
                  <a:pt x="8" y="3"/>
                  <a:pt x="8" y="3"/>
                </a:cubicBezTo>
                <a:cubicBezTo>
                  <a:pt x="8" y="2"/>
                  <a:pt x="8" y="2"/>
                  <a:pt x="8" y="1"/>
                </a:cubicBezTo>
                <a:cubicBezTo>
                  <a:pt x="8" y="0"/>
                  <a:pt x="7" y="0"/>
                  <a:pt x="6" y="0"/>
                </a:cubicBezTo>
                <a:cubicBezTo>
                  <a:pt x="6" y="0"/>
                  <a:pt x="5" y="0"/>
                  <a:pt x="5" y="1"/>
                </a:cubicBezTo>
                <a:cubicBezTo>
                  <a:pt x="4" y="0"/>
                  <a:pt x="3" y="0"/>
                  <a:pt x="2" y="0"/>
                </a:cubicBezTo>
                <a:cubicBezTo>
                  <a:pt x="0" y="0"/>
                  <a:pt x="0" y="2"/>
                  <a:pt x="0" y="3"/>
                </a:cubicBezTo>
                <a:cubicBezTo>
                  <a:pt x="0" y="4"/>
                  <a:pt x="0" y="5"/>
                  <a:pt x="0" y="6"/>
                </a:cubicBezTo>
                <a:cubicBezTo>
                  <a:pt x="0" y="7"/>
                  <a:pt x="1" y="7"/>
                  <a:pt x="2" y="8"/>
                </a:cubicBezTo>
                <a:cubicBezTo>
                  <a:pt x="3" y="9"/>
                  <a:pt x="4" y="9"/>
                  <a:pt x="5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4" name="Freeform 240">
            <a:extLst>
              <a:ext uri="{FF2B5EF4-FFF2-40B4-BE49-F238E27FC236}">
                <a16:creationId xmlns:a16="http://schemas.microsoft.com/office/drawing/2014/main" id="{33D05572-725F-47F8-97BE-6BB44D6B546C}"/>
              </a:ext>
            </a:extLst>
          </p:cNvPr>
          <p:cNvSpPr>
            <a:spLocks/>
          </p:cNvSpPr>
          <p:nvPr/>
        </p:nvSpPr>
        <p:spPr bwMode="auto">
          <a:xfrm>
            <a:off x="6060168" y="6346597"/>
            <a:ext cx="41275" cy="41275"/>
          </a:xfrm>
          <a:custGeom>
            <a:avLst/>
            <a:gdLst>
              <a:gd name="T0" fmla="*/ 5 w 10"/>
              <a:gd name="T1" fmla="*/ 10 h 10"/>
              <a:gd name="T2" fmla="*/ 6 w 10"/>
              <a:gd name="T3" fmla="*/ 9 h 10"/>
              <a:gd name="T4" fmla="*/ 7 w 10"/>
              <a:gd name="T5" fmla="*/ 9 h 10"/>
              <a:gd name="T6" fmla="*/ 9 w 10"/>
              <a:gd name="T7" fmla="*/ 5 h 10"/>
              <a:gd name="T8" fmla="*/ 8 w 10"/>
              <a:gd name="T9" fmla="*/ 3 h 10"/>
              <a:gd name="T10" fmla="*/ 8 w 10"/>
              <a:gd name="T11" fmla="*/ 2 h 10"/>
              <a:gd name="T12" fmla="*/ 6 w 10"/>
              <a:gd name="T13" fmla="*/ 1 h 10"/>
              <a:gd name="T14" fmla="*/ 5 w 10"/>
              <a:gd name="T15" fmla="*/ 2 h 10"/>
              <a:gd name="T16" fmla="*/ 2 w 10"/>
              <a:gd name="T17" fmla="*/ 1 h 10"/>
              <a:gd name="T18" fmla="*/ 0 w 10"/>
              <a:gd name="T19" fmla="*/ 4 h 10"/>
              <a:gd name="T20" fmla="*/ 0 w 10"/>
              <a:gd name="T21" fmla="*/ 6 h 10"/>
              <a:gd name="T22" fmla="*/ 2 w 10"/>
              <a:gd name="T23" fmla="*/ 8 h 10"/>
              <a:gd name="T24" fmla="*/ 5 w 10"/>
              <a:gd name="T2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5" y="10"/>
                </a:moveTo>
                <a:cubicBezTo>
                  <a:pt x="6" y="9"/>
                  <a:pt x="6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9" y="8"/>
                  <a:pt x="10" y="6"/>
                  <a:pt x="9" y="5"/>
                </a:cubicBezTo>
                <a:cubicBezTo>
                  <a:pt x="9" y="4"/>
                  <a:pt x="9" y="4"/>
                  <a:pt x="8" y="3"/>
                </a:cubicBezTo>
                <a:cubicBezTo>
                  <a:pt x="9" y="3"/>
                  <a:pt x="9" y="2"/>
                  <a:pt x="8" y="2"/>
                </a:cubicBezTo>
                <a:cubicBezTo>
                  <a:pt x="8" y="1"/>
                  <a:pt x="7" y="0"/>
                  <a:pt x="6" y="1"/>
                </a:cubicBezTo>
                <a:cubicBezTo>
                  <a:pt x="6" y="1"/>
                  <a:pt x="6" y="1"/>
                  <a:pt x="5" y="2"/>
                </a:cubicBezTo>
                <a:cubicBezTo>
                  <a:pt x="5" y="1"/>
                  <a:pt x="3" y="0"/>
                  <a:pt x="2" y="1"/>
                </a:cubicBezTo>
                <a:cubicBezTo>
                  <a:pt x="1" y="1"/>
                  <a:pt x="0" y="3"/>
                  <a:pt x="0" y="4"/>
                </a:cubicBezTo>
                <a:cubicBezTo>
                  <a:pt x="0" y="5"/>
                  <a:pt x="0" y="6"/>
                  <a:pt x="0" y="6"/>
                </a:cubicBezTo>
                <a:cubicBezTo>
                  <a:pt x="0" y="7"/>
                  <a:pt x="1" y="8"/>
                  <a:pt x="2" y="8"/>
                </a:cubicBezTo>
                <a:cubicBezTo>
                  <a:pt x="3" y="9"/>
                  <a:pt x="4" y="10"/>
                  <a:pt x="5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5" name="Freeform 241">
            <a:extLst>
              <a:ext uri="{FF2B5EF4-FFF2-40B4-BE49-F238E27FC236}">
                <a16:creationId xmlns:a16="http://schemas.microsoft.com/office/drawing/2014/main" id="{E3DED851-A606-4413-9EBB-91EE76F9A612}"/>
              </a:ext>
            </a:extLst>
          </p:cNvPr>
          <p:cNvSpPr>
            <a:spLocks/>
          </p:cNvSpPr>
          <p:nvPr/>
        </p:nvSpPr>
        <p:spPr bwMode="auto">
          <a:xfrm>
            <a:off x="6085568" y="6384697"/>
            <a:ext cx="41275" cy="39688"/>
          </a:xfrm>
          <a:custGeom>
            <a:avLst/>
            <a:gdLst>
              <a:gd name="T0" fmla="*/ 5 w 10"/>
              <a:gd name="T1" fmla="*/ 10 h 10"/>
              <a:gd name="T2" fmla="*/ 7 w 10"/>
              <a:gd name="T3" fmla="*/ 9 h 10"/>
              <a:gd name="T4" fmla="*/ 8 w 10"/>
              <a:gd name="T5" fmla="*/ 9 h 10"/>
              <a:gd name="T6" fmla="*/ 9 w 10"/>
              <a:gd name="T7" fmla="*/ 5 h 10"/>
              <a:gd name="T8" fmla="*/ 8 w 10"/>
              <a:gd name="T9" fmla="*/ 4 h 10"/>
              <a:gd name="T10" fmla="*/ 9 w 10"/>
              <a:gd name="T11" fmla="*/ 2 h 10"/>
              <a:gd name="T12" fmla="*/ 7 w 10"/>
              <a:gd name="T13" fmla="*/ 1 h 10"/>
              <a:gd name="T14" fmla="*/ 6 w 10"/>
              <a:gd name="T15" fmla="*/ 2 h 10"/>
              <a:gd name="T16" fmla="*/ 2 w 10"/>
              <a:gd name="T17" fmla="*/ 1 h 10"/>
              <a:gd name="T18" fmla="*/ 1 w 10"/>
              <a:gd name="T19" fmla="*/ 4 h 10"/>
              <a:gd name="T20" fmla="*/ 0 w 10"/>
              <a:gd name="T21" fmla="*/ 7 h 10"/>
              <a:gd name="T22" fmla="*/ 3 w 10"/>
              <a:gd name="T23" fmla="*/ 9 h 10"/>
              <a:gd name="T24" fmla="*/ 5 w 10"/>
              <a:gd name="T2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5" y="10"/>
                </a:moveTo>
                <a:cubicBezTo>
                  <a:pt x="6" y="10"/>
                  <a:pt x="6" y="9"/>
                  <a:pt x="7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8"/>
                  <a:pt x="10" y="6"/>
                  <a:pt x="9" y="5"/>
                </a:cubicBezTo>
                <a:cubicBezTo>
                  <a:pt x="9" y="4"/>
                  <a:pt x="9" y="4"/>
                  <a:pt x="8" y="4"/>
                </a:cubicBezTo>
                <a:cubicBezTo>
                  <a:pt x="9" y="3"/>
                  <a:pt x="9" y="3"/>
                  <a:pt x="9" y="2"/>
                </a:cubicBezTo>
                <a:cubicBezTo>
                  <a:pt x="9" y="1"/>
                  <a:pt x="8" y="1"/>
                  <a:pt x="7" y="1"/>
                </a:cubicBezTo>
                <a:cubicBezTo>
                  <a:pt x="6" y="1"/>
                  <a:pt x="6" y="1"/>
                  <a:pt x="6" y="2"/>
                </a:cubicBezTo>
                <a:cubicBezTo>
                  <a:pt x="5" y="1"/>
                  <a:pt x="4" y="0"/>
                  <a:pt x="2" y="1"/>
                </a:cubicBezTo>
                <a:cubicBezTo>
                  <a:pt x="1" y="1"/>
                  <a:pt x="0" y="3"/>
                  <a:pt x="1" y="4"/>
                </a:cubicBezTo>
                <a:cubicBezTo>
                  <a:pt x="0" y="5"/>
                  <a:pt x="0" y="6"/>
                  <a:pt x="0" y="7"/>
                </a:cubicBezTo>
                <a:cubicBezTo>
                  <a:pt x="1" y="8"/>
                  <a:pt x="2" y="8"/>
                  <a:pt x="3" y="9"/>
                </a:cubicBezTo>
                <a:cubicBezTo>
                  <a:pt x="3" y="10"/>
                  <a:pt x="4" y="10"/>
                  <a:pt x="5" y="1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6" name="Freeform 242">
            <a:extLst>
              <a:ext uri="{FF2B5EF4-FFF2-40B4-BE49-F238E27FC236}">
                <a16:creationId xmlns:a16="http://schemas.microsoft.com/office/drawing/2014/main" id="{1AC94B6B-694B-4E0E-947A-5B8E447FBE3F}"/>
              </a:ext>
            </a:extLst>
          </p:cNvPr>
          <p:cNvSpPr>
            <a:spLocks/>
          </p:cNvSpPr>
          <p:nvPr/>
        </p:nvSpPr>
        <p:spPr bwMode="auto">
          <a:xfrm>
            <a:off x="6093505" y="6354534"/>
            <a:ext cx="41275" cy="38100"/>
          </a:xfrm>
          <a:custGeom>
            <a:avLst/>
            <a:gdLst>
              <a:gd name="T0" fmla="*/ 6 w 10"/>
              <a:gd name="T1" fmla="*/ 9 h 9"/>
              <a:gd name="T2" fmla="*/ 7 w 10"/>
              <a:gd name="T3" fmla="*/ 8 h 9"/>
              <a:gd name="T4" fmla="*/ 8 w 10"/>
              <a:gd name="T5" fmla="*/ 8 h 9"/>
              <a:gd name="T6" fmla="*/ 10 w 10"/>
              <a:gd name="T7" fmla="*/ 4 h 9"/>
              <a:gd name="T8" fmla="*/ 9 w 10"/>
              <a:gd name="T9" fmla="*/ 3 h 9"/>
              <a:gd name="T10" fmla="*/ 9 w 10"/>
              <a:gd name="T11" fmla="*/ 1 h 9"/>
              <a:gd name="T12" fmla="*/ 7 w 10"/>
              <a:gd name="T13" fmla="*/ 0 h 9"/>
              <a:gd name="T14" fmla="*/ 6 w 10"/>
              <a:gd name="T15" fmla="*/ 1 h 9"/>
              <a:gd name="T16" fmla="*/ 3 w 10"/>
              <a:gd name="T17" fmla="*/ 0 h 9"/>
              <a:gd name="T18" fmla="*/ 1 w 10"/>
              <a:gd name="T19" fmla="*/ 3 h 9"/>
              <a:gd name="T20" fmla="*/ 1 w 10"/>
              <a:gd name="T21" fmla="*/ 6 h 9"/>
              <a:gd name="T22" fmla="*/ 3 w 10"/>
              <a:gd name="T23" fmla="*/ 8 h 9"/>
              <a:gd name="T24" fmla="*/ 6 w 10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9">
                <a:moveTo>
                  <a:pt x="6" y="9"/>
                </a:moveTo>
                <a:cubicBezTo>
                  <a:pt x="6" y="9"/>
                  <a:pt x="6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9" y="7"/>
                  <a:pt x="10" y="6"/>
                  <a:pt x="10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2"/>
                  <a:pt x="9" y="2"/>
                  <a:pt x="9" y="1"/>
                </a:cubicBezTo>
                <a:cubicBezTo>
                  <a:pt x="9" y="0"/>
                  <a:pt x="8" y="0"/>
                  <a:pt x="7" y="0"/>
                </a:cubicBezTo>
                <a:cubicBezTo>
                  <a:pt x="6" y="0"/>
                  <a:pt x="6" y="1"/>
                  <a:pt x="6" y="1"/>
                </a:cubicBezTo>
                <a:cubicBezTo>
                  <a:pt x="5" y="0"/>
                  <a:pt x="4" y="0"/>
                  <a:pt x="3" y="0"/>
                </a:cubicBezTo>
                <a:cubicBezTo>
                  <a:pt x="1" y="1"/>
                  <a:pt x="0" y="2"/>
                  <a:pt x="1" y="3"/>
                </a:cubicBezTo>
                <a:cubicBezTo>
                  <a:pt x="0" y="4"/>
                  <a:pt x="0" y="5"/>
                  <a:pt x="1" y="6"/>
                </a:cubicBezTo>
                <a:cubicBezTo>
                  <a:pt x="1" y="7"/>
                  <a:pt x="2" y="8"/>
                  <a:pt x="3" y="8"/>
                </a:cubicBezTo>
                <a:cubicBezTo>
                  <a:pt x="3" y="9"/>
                  <a:pt x="4" y="9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7" name="Freeform 243">
            <a:extLst>
              <a:ext uri="{FF2B5EF4-FFF2-40B4-BE49-F238E27FC236}">
                <a16:creationId xmlns:a16="http://schemas.microsoft.com/office/drawing/2014/main" id="{E45C0B2C-D932-406F-A9EC-EF17CDA0E242}"/>
              </a:ext>
            </a:extLst>
          </p:cNvPr>
          <p:cNvSpPr>
            <a:spLocks/>
          </p:cNvSpPr>
          <p:nvPr/>
        </p:nvSpPr>
        <p:spPr bwMode="auto">
          <a:xfrm>
            <a:off x="6126843" y="6384697"/>
            <a:ext cx="36513" cy="39688"/>
          </a:xfrm>
          <a:custGeom>
            <a:avLst/>
            <a:gdLst>
              <a:gd name="T0" fmla="*/ 5 w 9"/>
              <a:gd name="T1" fmla="*/ 10 h 10"/>
              <a:gd name="T2" fmla="*/ 6 w 9"/>
              <a:gd name="T3" fmla="*/ 9 h 10"/>
              <a:gd name="T4" fmla="*/ 7 w 9"/>
              <a:gd name="T5" fmla="*/ 9 h 10"/>
              <a:gd name="T6" fmla="*/ 9 w 9"/>
              <a:gd name="T7" fmla="*/ 5 h 10"/>
              <a:gd name="T8" fmla="*/ 8 w 9"/>
              <a:gd name="T9" fmla="*/ 4 h 10"/>
              <a:gd name="T10" fmla="*/ 8 w 9"/>
              <a:gd name="T11" fmla="*/ 2 h 10"/>
              <a:gd name="T12" fmla="*/ 6 w 9"/>
              <a:gd name="T13" fmla="*/ 1 h 10"/>
              <a:gd name="T14" fmla="*/ 5 w 9"/>
              <a:gd name="T15" fmla="*/ 2 h 10"/>
              <a:gd name="T16" fmla="*/ 2 w 9"/>
              <a:gd name="T17" fmla="*/ 1 h 10"/>
              <a:gd name="T18" fmla="*/ 0 w 9"/>
              <a:gd name="T19" fmla="*/ 4 h 10"/>
              <a:gd name="T20" fmla="*/ 0 w 9"/>
              <a:gd name="T21" fmla="*/ 7 h 10"/>
              <a:gd name="T22" fmla="*/ 2 w 9"/>
              <a:gd name="T23" fmla="*/ 9 h 10"/>
              <a:gd name="T24" fmla="*/ 5 w 9"/>
              <a:gd name="T2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10">
                <a:moveTo>
                  <a:pt x="5" y="10"/>
                </a:moveTo>
                <a:cubicBezTo>
                  <a:pt x="5" y="10"/>
                  <a:pt x="6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8" y="8"/>
                  <a:pt x="9" y="6"/>
                  <a:pt x="9" y="5"/>
                </a:cubicBezTo>
                <a:cubicBezTo>
                  <a:pt x="9" y="4"/>
                  <a:pt x="8" y="4"/>
                  <a:pt x="8" y="4"/>
                </a:cubicBezTo>
                <a:cubicBezTo>
                  <a:pt x="8" y="3"/>
                  <a:pt x="8" y="3"/>
                  <a:pt x="8" y="2"/>
                </a:cubicBezTo>
                <a:cubicBezTo>
                  <a:pt x="8" y="1"/>
                  <a:pt x="7" y="1"/>
                  <a:pt x="6" y="1"/>
                </a:cubicBezTo>
                <a:cubicBezTo>
                  <a:pt x="6" y="1"/>
                  <a:pt x="5" y="1"/>
                  <a:pt x="5" y="2"/>
                </a:cubicBezTo>
                <a:cubicBezTo>
                  <a:pt x="4" y="1"/>
                  <a:pt x="3" y="0"/>
                  <a:pt x="2" y="1"/>
                </a:cubicBezTo>
                <a:cubicBezTo>
                  <a:pt x="0" y="1"/>
                  <a:pt x="0" y="3"/>
                  <a:pt x="0" y="4"/>
                </a:cubicBezTo>
                <a:cubicBezTo>
                  <a:pt x="0" y="5"/>
                  <a:pt x="0" y="6"/>
                  <a:pt x="0" y="7"/>
                </a:cubicBezTo>
                <a:cubicBezTo>
                  <a:pt x="0" y="8"/>
                  <a:pt x="1" y="8"/>
                  <a:pt x="2" y="9"/>
                </a:cubicBezTo>
                <a:cubicBezTo>
                  <a:pt x="3" y="10"/>
                  <a:pt x="4" y="10"/>
                  <a:pt x="5" y="1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8" name="Freeform 244">
            <a:extLst>
              <a:ext uri="{FF2B5EF4-FFF2-40B4-BE49-F238E27FC236}">
                <a16:creationId xmlns:a16="http://schemas.microsoft.com/office/drawing/2014/main" id="{4501CF35-76B9-416A-9988-E52039D5A3C6}"/>
              </a:ext>
            </a:extLst>
          </p:cNvPr>
          <p:cNvSpPr>
            <a:spLocks/>
          </p:cNvSpPr>
          <p:nvPr/>
        </p:nvSpPr>
        <p:spPr bwMode="auto">
          <a:xfrm>
            <a:off x="6106205" y="6364059"/>
            <a:ext cx="39688" cy="36513"/>
          </a:xfrm>
          <a:custGeom>
            <a:avLst/>
            <a:gdLst>
              <a:gd name="T0" fmla="*/ 6 w 10"/>
              <a:gd name="T1" fmla="*/ 9 h 9"/>
              <a:gd name="T2" fmla="*/ 7 w 10"/>
              <a:gd name="T3" fmla="*/ 8 h 9"/>
              <a:gd name="T4" fmla="*/ 8 w 10"/>
              <a:gd name="T5" fmla="*/ 8 h 9"/>
              <a:gd name="T6" fmla="*/ 10 w 10"/>
              <a:gd name="T7" fmla="*/ 4 h 9"/>
              <a:gd name="T8" fmla="*/ 9 w 10"/>
              <a:gd name="T9" fmla="*/ 3 h 9"/>
              <a:gd name="T10" fmla="*/ 9 w 10"/>
              <a:gd name="T11" fmla="*/ 1 h 9"/>
              <a:gd name="T12" fmla="*/ 7 w 10"/>
              <a:gd name="T13" fmla="*/ 0 h 9"/>
              <a:gd name="T14" fmla="*/ 6 w 10"/>
              <a:gd name="T15" fmla="*/ 1 h 9"/>
              <a:gd name="T16" fmla="*/ 3 w 10"/>
              <a:gd name="T17" fmla="*/ 0 h 9"/>
              <a:gd name="T18" fmla="*/ 1 w 10"/>
              <a:gd name="T19" fmla="*/ 3 h 9"/>
              <a:gd name="T20" fmla="*/ 1 w 10"/>
              <a:gd name="T21" fmla="*/ 6 h 9"/>
              <a:gd name="T22" fmla="*/ 3 w 10"/>
              <a:gd name="T23" fmla="*/ 8 h 9"/>
              <a:gd name="T24" fmla="*/ 6 w 10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9">
                <a:moveTo>
                  <a:pt x="6" y="9"/>
                </a:moveTo>
                <a:cubicBezTo>
                  <a:pt x="6" y="9"/>
                  <a:pt x="7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9" y="7"/>
                  <a:pt x="10" y="6"/>
                  <a:pt x="10" y="4"/>
                </a:cubicBezTo>
                <a:cubicBezTo>
                  <a:pt x="10" y="3"/>
                  <a:pt x="9" y="3"/>
                  <a:pt x="9" y="3"/>
                </a:cubicBezTo>
                <a:cubicBezTo>
                  <a:pt x="9" y="2"/>
                  <a:pt x="9" y="2"/>
                  <a:pt x="9" y="1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6" y="0"/>
                  <a:pt x="6" y="1"/>
                </a:cubicBezTo>
                <a:cubicBezTo>
                  <a:pt x="5" y="0"/>
                  <a:pt x="4" y="0"/>
                  <a:pt x="3" y="0"/>
                </a:cubicBezTo>
                <a:cubicBezTo>
                  <a:pt x="1" y="0"/>
                  <a:pt x="1" y="2"/>
                  <a:pt x="1" y="3"/>
                </a:cubicBezTo>
                <a:cubicBezTo>
                  <a:pt x="1" y="4"/>
                  <a:pt x="0" y="5"/>
                  <a:pt x="1" y="6"/>
                </a:cubicBezTo>
                <a:cubicBezTo>
                  <a:pt x="1" y="7"/>
                  <a:pt x="2" y="7"/>
                  <a:pt x="3" y="8"/>
                </a:cubicBezTo>
                <a:cubicBezTo>
                  <a:pt x="4" y="9"/>
                  <a:pt x="5" y="9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9" name="Freeform 245">
            <a:extLst>
              <a:ext uri="{FF2B5EF4-FFF2-40B4-BE49-F238E27FC236}">
                <a16:creationId xmlns:a16="http://schemas.microsoft.com/office/drawing/2014/main" id="{4DF56689-5DBE-413A-B30C-D94627FAB5F2}"/>
              </a:ext>
            </a:extLst>
          </p:cNvPr>
          <p:cNvSpPr>
            <a:spLocks/>
          </p:cNvSpPr>
          <p:nvPr/>
        </p:nvSpPr>
        <p:spPr bwMode="auto">
          <a:xfrm>
            <a:off x="6158593" y="6346597"/>
            <a:ext cx="41275" cy="41275"/>
          </a:xfrm>
          <a:custGeom>
            <a:avLst/>
            <a:gdLst>
              <a:gd name="T0" fmla="*/ 1 w 10"/>
              <a:gd name="T1" fmla="*/ 9 h 10"/>
              <a:gd name="T2" fmla="*/ 3 w 10"/>
              <a:gd name="T3" fmla="*/ 9 h 10"/>
              <a:gd name="T4" fmla="*/ 3 w 10"/>
              <a:gd name="T5" fmla="*/ 9 h 10"/>
              <a:gd name="T6" fmla="*/ 8 w 10"/>
              <a:gd name="T7" fmla="*/ 8 h 10"/>
              <a:gd name="T8" fmla="*/ 8 w 10"/>
              <a:gd name="T9" fmla="*/ 6 h 10"/>
              <a:gd name="T10" fmla="*/ 9 w 10"/>
              <a:gd name="T11" fmla="*/ 6 h 10"/>
              <a:gd name="T12" fmla="*/ 9 w 10"/>
              <a:gd name="T13" fmla="*/ 3 h 10"/>
              <a:gd name="T14" fmla="*/ 7 w 10"/>
              <a:gd name="T15" fmla="*/ 3 h 10"/>
              <a:gd name="T16" fmla="*/ 6 w 10"/>
              <a:gd name="T17" fmla="*/ 0 h 10"/>
              <a:gd name="T18" fmla="*/ 2 w 10"/>
              <a:gd name="T19" fmla="*/ 1 h 10"/>
              <a:gd name="T20" fmla="*/ 0 w 10"/>
              <a:gd name="T21" fmla="*/ 3 h 10"/>
              <a:gd name="T22" fmla="*/ 0 w 10"/>
              <a:gd name="T23" fmla="*/ 6 h 10"/>
              <a:gd name="T24" fmla="*/ 1 w 10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1" y="9"/>
                </a:moveTo>
                <a:cubicBezTo>
                  <a:pt x="2" y="9"/>
                  <a:pt x="2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5" y="10"/>
                  <a:pt x="7" y="10"/>
                  <a:pt x="8" y="8"/>
                </a:cubicBezTo>
                <a:cubicBezTo>
                  <a:pt x="8" y="8"/>
                  <a:pt x="8" y="7"/>
                  <a:pt x="8" y="6"/>
                </a:cubicBezTo>
                <a:cubicBezTo>
                  <a:pt x="8" y="6"/>
                  <a:pt x="9" y="6"/>
                  <a:pt x="9" y="6"/>
                </a:cubicBezTo>
                <a:cubicBezTo>
                  <a:pt x="10" y="5"/>
                  <a:pt x="9" y="4"/>
                  <a:pt x="9" y="3"/>
                </a:cubicBezTo>
                <a:cubicBezTo>
                  <a:pt x="8" y="3"/>
                  <a:pt x="8" y="3"/>
                  <a:pt x="7" y="3"/>
                </a:cubicBezTo>
                <a:cubicBezTo>
                  <a:pt x="7" y="2"/>
                  <a:pt x="7" y="1"/>
                  <a:pt x="6" y="0"/>
                </a:cubicBezTo>
                <a:cubicBezTo>
                  <a:pt x="4" y="0"/>
                  <a:pt x="3" y="0"/>
                  <a:pt x="2" y="1"/>
                </a:cubicBezTo>
                <a:cubicBezTo>
                  <a:pt x="1" y="1"/>
                  <a:pt x="1" y="2"/>
                  <a:pt x="0" y="3"/>
                </a:cubicBezTo>
                <a:cubicBezTo>
                  <a:pt x="0" y="4"/>
                  <a:pt x="0" y="5"/>
                  <a:pt x="0" y="6"/>
                </a:cubicBezTo>
                <a:cubicBezTo>
                  <a:pt x="0" y="7"/>
                  <a:pt x="0" y="8"/>
                  <a:pt x="1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0" name="Freeform 246">
            <a:extLst>
              <a:ext uri="{FF2B5EF4-FFF2-40B4-BE49-F238E27FC236}">
                <a16:creationId xmlns:a16="http://schemas.microsoft.com/office/drawing/2014/main" id="{9EE1DFBB-E2F7-4C55-85EB-7122A689D9F4}"/>
              </a:ext>
            </a:extLst>
          </p:cNvPr>
          <p:cNvSpPr>
            <a:spLocks/>
          </p:cNvSpPr>
          <p:nvPr/>
        </p:nvSpPr>
        <p:spPr bwMode="auto">
          <a:xfrm>
            <a:off x="6158593" y="6400572"/>
            <a:ext cx="36513" cy="41275"/>
          </a:xfrm>
          <a:custGeom>
            <a:avLst/>
            <a:gdLst>
              <a:gd name="T0" fmla="*/ 5 w 9"/>
              <a:gd name="T1" fmla="*/ 9 h 10"/>
              <a:gd name="T2" fmla="*/ 6 w 9"/>
              <a:gd name="T3" fmla="*/ 8 h 10"/>
              <a:gd name="T4" fmla="*/ 7 w 9"/>
              <a:gd name="T5" fmla="*/ 8 h 10"/>
              <a:gd name="T6" fmla="*/ 9 w 9"/>
              <a:gd name="T7" fmla="*/ 4 h 10"/>
              <a:gd name="T8" fmla="*/ 8 w 9"/>
              <a:gd name="T9" fmla="*/ 3 h 10"/>
              <a:gd name="T10" fmla="*/ 8 w 9"/>
              <a:gd name="T11" fmla="*/ 1 h 10"/>
              <a:gd name="T12" fmla="*/ 6 w 9"/>
              <a:gd name="T13" fmla="*/ 0 h 10"/>
              <a:gd name="T14" fmla="*/ 5 w 9"/>
              <a:gd name="T15" fmla="*/ 1 h 10"/>
              <a:gd name="T16" fmla="*/ 2 w 9"/>
              <a:gd name="T17" fmla="*/ 0 h 10"/>
              <a:gd name="T18" fmla="*/ 0 w 9"/>
              <a:gd name="T19" fmla="*/ 4 h 10"/>
              <a:gd name="T20" fmla="*/ 0 w 9"/>
              <a:gd name="T21" fmla="*/ 6 h 10"/>
              <a:gd name="T22" fmla="*/ 2 w 9"/>
              <a:gd name="T23" fmla="*/ 8 h 10"/>
              <a:gd name="T24" fmla="*/ 5 w 9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10">
                <a:moveTo>
                  <a:pt x="5" y="9"/>
                </a:moveTo>
                <a:cubicBezTo>
                  <a:pt x="5" y="9"/>
                  <a:pt x="6" y="9"/>
                  <a:pt x="6" y="8"/>
                </a:cubicBezTo>
                <a:cubicBezTo>
                  <a:pt x="7" y="8"/>
                  <a:pt x="7" y="8"/>
                  <a:pt x="7" y="8"/>
                </a:cubicBezTo>
                <a:cubicBezTo>
                  <a:pt x="9" y="8"/>
                  <a:pt x="9" y="6"/>
                  <a:pt x="9" y="4"/>
                </a:cubicBezTo>
                <a:cubicBezTo>
                  <a:pt x="9" y="4"/>
                  <a:pt x="8" y="3"/>
                  <a:pt x="8" y="3"/>
                </a:cubicBezTo>
                <a:cubicBezTo>
                  <a:pt x="8" y="3"/>
                  <a:pt x="8" y="2"/>
                  <a:pt x="8" y="1"/>
                </a:cubicBezTo>
                <a:cubicBezTo>
                  <a:pt x="8" y="1"/>
                  <a:pt x="7" y="0"/>
                  <a:pt x="6" y="0"/>
                </a:cubicBezTo>
                <a:cubicBezTo>
                  <a:pt x="6" y="1"/>
                  <a:pt x="5" y="1"/>
                  <a:pt x="5" y="1"/>
                </a:cubicBezTo>
                <a:cubicBezTo>
                  <a:pt x="4" y="0"/>
                  <a:pt x="3" y="0"/>
                  <a:pt x="2" y="0"/>
                </a:cubicBezTo>
                <a:cubicBezTo>
                  <a:pt x="0" y="1"/>
                  <a:pt x="0" y="2"/>
                  <a:pt x="0" y="4"/>
                </a:cubicBezTo>
                <a:cubicBezTo>
                  <a:pt x="0" y="4"/>
                  <a:pt x="0" y="5"/>
                  <a:pt x="0" y="6"/>
                </a:cubicBezTo>
                <a:cubicBezTo>
                  <a:pt x="0" y="7"/>
                  <a:pt x="1" y="8"/>
                  <a:pt x="2" y="8"/>
                </a:cubicBezTo>
                <a:cubicBezTo>
                  <a:pt x="3" y="9"/>
                  <a:pt x="4" y="10"/>
                  <a:pt x="5" y="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1" name="Freeform 247">
            <a:extLst>
              <a:ext uri="{FF2B5EF4-FFF2-40B4-BE49-F238E27FC236}">
                <a16:creationId xmlns:a16="http://schemas.microsoft.com/office/drawing/2014/main" id="{62565CE1-92A5-4BC5-AC3B-CEF1C602AE36}"/>
              </a:ext>
            </a:extLst>
          </p:cNvPr>
          <p:cNvSpPr>
            <a:spLocks/>
          </p:cNvSpPr>
          <p:nvPr/>
        </p:nvSpPr>
        <p:spPr bwMode="auto">
          <a:xfrm>
            <a:off x="6195105" y="6379934"/>
            <a:ext cx="41275" cy="41275"/>
          </a:xfrm>
          <a:custGeom>
            <a:avLst/>
            <a:gdLst>
              <a:gd name="T0" fmla="*/ 5 w 10"/>
              <a:gd name="T1" fmla="*/ 9 h 10"/>
              <a:gd name="T2" fmla="*/ 6 w 10"/>
              <a:gd name="T3" fmla="*/ 8 h 10"/>
              <a:gd name="T4" fmla="*/ 7 w 10"/>
              <a:gd name="T5" fmla="*/ 8 h 10"/>
              <a:gd name="T6" fmla="*/ 9 w 10"/>
              <a:gd name="T7" fmla="*/ 5 h 10"/>
              <a:gd name="T8" fmla="*/ 8 w 10"/>
              <a:gd name="T9" fmla="*/ 3 h 10"/>
              <a:gd name="T10" fmla="*/ 9 w 10"/>
              <a:gd name="T11" fmla="*/ 2 h 10"/>
              <a:gd name="T12" fmla="*/ 6 w 10"/>
              <a:gd name="T13" fmla="*/ 1 h 10"/>
              <a:gd name="T14" fmla="*/ 6 w 10"/>
              <a:gd name="T15" fmla="*/ 1 h 10"/>
              <a:gd name="T16" fmla="*/ 2 w 10"/>
              <a:gd name="T17" fmla="*/ 0 h 10"/>
              <a:gd name="T18" fmla="*/ 0 w 10"/>
              <a:gd name="T19" fmla="*/ 4 h 10"/>
              <a:gd name="T20" fmla="*/ 0 w 10"/>
              <a:gd name="T21" fmla="*/ 6 h 10"/>
              <a:gd name="T22" fmla="*/ 3 w 10"/>
              <a:gd name="T23" fmla="*/ 8 h 10"/>
              <a:gd name="T24" fmla="*/ 5 w 10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5" y="9"/>
                </a:moveTo>
                <a:cubicBezTo>
                  <a:pt x="6" y="9"/>
                  <a:pt x="6" y="9"/>
                  <a:pt x="6" y="8"/>
                </a:cubicBezTo>
                <a:cubicBezTo>
                  <a:pt x="7" y="8"/>
                  <a:pt x="7" y="8"/>
                  <a:pt x="7" y="8"/>
                </a:cubicBezTo>
                <a:cubicBezTo>
                  <a:pt x="9" y="8"/>
                  <a:pt x="10" y="6"/>
                  <a:pt x="9" y="5"/>
                </a:cubicBezTo>
                <a:cubicBezTo>
                  <a:pt x="9" y="4"/>
                  <a:pt x="9" y="4"/>
                  <a:pt x="8" y="3"/>
                </a:cubicBezTo>
                <a:cubicBezTo>
                  <a:pt x="9" y="3"/>
                  <a:pt x="9" y="2"/>
                  <a:pt x="9" y="2"/>
                </a:cubicBezTo>
                <a:cubicBezTo>
                  <a:pt x="8" y="1"/>
                  <a:pt x="7" y="0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3" y="0"/>
                  <a:pt x="2" y="0"/>
                </a:cubicBezTo>
                <a:cubicBezTo>
                  <a:pt x="1" y="1"/>
                  <a:pt x="0" y="2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1" y="7"/>
                  <a:pt x="1" y="8"/>
                  <a:pt x="3" y="8"/>
                </a:cubicBezTo>
                <a:cubicBezTo>
                  <a:pt x="3" y="9"/>
                  <a:pt x="4" y="10"/>
                  <a:pt x="5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2" name="Freeform 248">
            <a:extLst>
              <a:ext uri="{FF2B5EF4-FFF2-40B4-BE49-F238E27FC236}">
                <a16:creationId xmlns:a16="http://schemas.microsoft.com/office/drawing/2014/main" id="{0F3EC42B-B1FE-46A9-B24D-E2AE9BAFB75C}"/>
              </a:ext>
            </a:extLst>
          </p:cNvPr>
          <p:cNvSpPr>
            <a:spLocks/>
          </p:cNvSpPr>
          <p:nvPr/>
        </p:nvSpPr>
        <p:spPr bwMode="auto">
          <a:xfrm>
            <a:off x="6158593" y="6371997"/>
            <a:ext cx="36513" cy="41275"/>
          </a:xfrm>
          <a:custGeom>
            <a:avLst/>
            <a:gdLst>
              <a:gd name="T0" fmla="*/ 5 w 9"/>
              <a:gd name="T1" fmla="*/ 9 h 10"/>
              <a:gd name="T2" fmla="*/ 6 w 9"/>
              <a:gd name="T3" fmla="*/ 9 h 10"/>
              <a:gd name="T4" fmla="*/ 7 w 9"/>
              <a:gd name="T5" fmla="*/ 8 h 10"/>
              <a:gd name="T6" fmla="*/ 9 w 9"/>
              <a:gd name="T7" fmla="*/ 5 h 10"/>
              <a:gd name="T8" fmla="*/ 8 w 9"/>
              <a:gd name="T9" fmla="*/ 3 h 10"/>
              <a:gd name="T10" fmla="*/ 8 w 9"/>
              <a:gd name="T11" fmla="*/ 2 h 10"/>
              <a:gd name="T12" fmla="*/ 6 w 9"/>
              <a:gd name="T13" fmla="*/ 1 h 10"/>
              <a:gd name="T14" fmla="*/ 5 w 9"/>
              <a:gd name="T15" fmla="*/ 1 h 10"/>
              <a:gd name="T16" fmla="*/ 2 w 9"/>
              <a:gd name="T17" fmla="*/ 1 h 10"/>
              <a:gd name="T18" fmla="*/ 0 w 9"/>
              <a:gd name="T19" fmla="*/ 4 h 10"/>
              <a:gd name="T20" fmla="*/ 0 w 9"/>
              <a:gd name="T21" fmla="*/ 6 h 10"/>
              <a:gd name="T22" fmla="*/ 2 w 9"/>
              <a:gd name="T23" fmla="*/ 8 h 10"/>
              <a:gd name="T24" fmla="*/ 5 w 9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" h="10">
                <a:moveTo>
                  <a:pt x="5" y="9"/>
                </a:moveTo>
                <a:cubicBezTo>
                  <a:pt x="5" y="9"/>
                  <a:pt x="6" y="9"/>
                  <a:pt x="6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8"/>
                  <a:pt x="9" y="6"/>
                  <a:pt x="9" y="5"/>
                </a:cubicBezTo>
                <a:cubicBezTo>
                  <a:pt x="9" y="4"/>
                  <a:pt x="8" y="4"/>
                  <a:pt x="8" y="3"/>
                </a:cubicBezTo>
                <a:cubicBezTo>
                  <a:pt x="8" y="3"/>
                  <a:pt x="8" y="2"/>
                  <a:pt x="8" y="2"/>
                </a:cubicBezTo>
                <a:cubicBezTo>
                  <a:pt x="8" y="1"/>
                  <a:pt x="7" y="0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4" y="1"/>
                  <a:pt x="3" y="0"/>
                  <a:pt x="2" y="1"/>
                </a:cubicBezTo>
                <a:cubicBezTo>
                  <a:pt x="0" y="1"/>
                  <a:pt x="0" y="3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0" y="7"/>
                  <a:pt x="1" y="8"/>
                  <a:pt x="2" y="8"/>
                </a:cubicBezTo>
                <a:cubicBezTo>
                  <a:pt x="3" y="9"/>
                  <a:pt x="4" y="10"/>
                  <a:pt x="5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3" name="Freeform 249">
            <a:extLst>
              <a:ext uri="{FF2B5EF4-FFF2-40B4-BE49-F238E27FC236}">
                <a16:creationId xmlns:a16="http://schemas.microsoft.com/office/drawing/2014/main" id="{4AC2621B-CB56-4999-82A1-07B42A373064}"/>
              </a:ext>
            </a:extLst>
          </p:cNvPr>
          <p:cNvSpPr>
            <a:spLocks/>
          </p:cNvSpPr>
          <p:nvPr/>
        </p:nvSpPr>
        <p:spPr bwMode="auto">
          <a:xfrm>
            <a:off x="6191930" y="6346597"/>
            <a:ext cx="44450" cy="46038"/>
          </a:xfrm>
          <a:custGeom>
            <a:avLst/>
            <a:gdLst>
              <a:gd name="T0" fmla="*/ 9 w 11"/>
              <a:gd name="T1" fmla="*/ 9 h 11"/>
              <a:gd name="T2" fmla="*/ 10 w 11"/>
              <a:gd name="T3" fmla="*/ 7 h 11"/>
              <a:gd name="T4" fmla="*/ 10 w 11"/>
              <a:gd name="T5" fmla="*/ 7 h 11"/>
              <a:gd name="T6" fmla="*/ 9 w 11"/>
              <a:gd name="T7" fmla="*/ 2 h 11"/>
              <a:gd name="T8" fmla="*/ 7 w 11"/>
              <a:gd name="T9" fmla="*/ 2 h 11"/>
              <a:gd name="T10" fmla="*/ 6 w 11"/>
              <a:gd name="T11" fmla="*/ 1 h 11"/>
              <a:gd name="T12" fmla="*/ 4 w 11"/>
              <a:gd name="T13" fmla="*/ 2 h 11"/>
              <a:gd name="T14" fmla="*/ 4 w 11"/>
              <a:gd name="T15" fmla="*/ 3 h 11"/>
              <a:gd name="T16" fmla="*/ 1 w 11"/>
              <a:gd name="T17" fmla="*/ 5 h 11"/>
              <a:gd name="T18" fmla="*/ 2 w 11"/>
              <a:gd name="T19" fmla="*/ 8 h 11"/>
              <a:gd name="T20" fmla="*/ 4 w 11"/>
              <a:gd name="T21" fmla="*/ 10 h 11"/>
              <a:gd name="T22" fmla="*/ 7 w 11"/>
              <a:gd name="T23" fmla="*/ 10 h 11"/>
              <a:gd name="T24" fmla="*/ 9 w 11"/>
              <a:gd name="T25" fmla="*/ 9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" h="11">
                <a:moveTo>
                  <a:pt x="9" y="9"/>
                </a:moveTo>
                <a:cubicBezTo>
                  <a:pt x="10" y="8"/>
                  <a:pt x="10" y="8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1" y="5"/>
                  <a:pt x="10" y="3"/>
                  <a:pt x="9" y="2"/>
                </a:cubicBezTo>
                <a:cubicBezTo>
                  <a:pt x="8" y="2"/>
                  <a:pt x="8" y="2"/>
                  <a:pt x="7" y="2"/>
                </a:cubicBezTo>
                <a:cubicBezTo>
                  <a:pt x="7" y="2"/>
                  <a:pt x="7" y="1"/>
                  <a:pt x="6" y="1"/>
                </a:cubicBezTo>
                <a:cubicBezTo>
                  <a:pt x="5" y="0"/>
                  <a:pt x="4" y="1"/>
                  <a:pt x="4" y="2"/>
                </a:cubicBezTo>
                <a:cubicBezTo>
                  <a:pt x="4" y="2"/>
                  <a:pt x="4" y="2"/>
                  <a:pt x="4" y="3"/>
                </a:cubicBezTo>
                <a:cubicBezTo>
                  <a:pt x="3" y="3"/>
                  <a:pt x="2" y="3"/>
                  <a:pt x="1" y="5"/>
                </a:cubicBezTo>
                <a:cubicBezTo>
                  <a:pt x="0" y="6"/>
                  <a:pt x="1" y="8"/>
                  <a:pt x="2" y="8"/>
                </a:cubicBezTo>
                <a:cubicBezTo>
                  <a:pt x="2" y="9"/>
                  <a:pt x="3" y="10"/>
                  <a:pt x="4" y="10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0"/>
                  <a:pt x="9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4" name="Freeform 250">
            <a:extLst>
              <a:ext uri="{FF2B5EF4-FFF2-40B4-BE49-F238E27FC236}">
                <a16:creationId xmlns:a16="http://schemas.microsoft.com/office/drawing/2014/main" id="{8813E32D-E6F3-41C3-B6E6-B93188BAEF59}"/>
              </a:ext>
            </a:extLst>
          </p:cNvPr>
          <p:cNvSpPr>
            <a:spLocks/>
          </p:cNvSpPr>
          <p:nvPr/>
        </p:nvSpPr>
        <p:spPr bwMode="auto">
          <a:xfrm>
            <a:off x="6126843" y="6343422"/>
            <a:ext cx="39688" cy="41275"/>
          </a:xfrm>
          <a:custGeom>
            <a:avLst/>
            <a:gdLst>
              <a:gd name="T0" fmla="*/ 5 w 10"/>
              <a:gd name="T1" fmla="*/ 9 h 10"/>
              <a:gd name="T2" fmla="*/ 7 w 10"/>
              <a:gd name="T3" fmla="*/ 8 h 10"/>
              <a:gd name="T4" fmla="*/ 8 w 10"/>
              <a:gd name="T5" fmla="*/ 8 h 10"/>
              <a:gd name="T6" fmla="*/ 9 w 10"/>
              <a:gd name="T7" fmla="*/ 4 h 10"/>
              <a:gd name="T8" fmla="*/ 8 w 10"/>
              <a:gd name="T9" fmla="*/ 3 h 10"/>
              <a:gd name="T10" fmla="*/ 9 w 10"/>
              <a:gd name="T11" fmla="*/ 1 h 10"/>
              <a:gd name="T12" fmla="*/ 7 w 10"/>
              <a:gd name="T13" fmla="*/ 0 h 10"/>
              <a:gd name="T14" fmla="*/ 6 w 10"/>
              <a:gd name="T15" fmla="*/ 1 h 10"/>
              <a:gd name="T16" fmla="*/ 2 w 10"/>
              <a:gd name="T17" fmla="*/ 0 h 10"/>
              <a:gd name="T18" fmla="*/ 1 w 10"/>
              <a:gd name="T19" fmla="*/ 4 h 10"/>
              <a:gd name="T20" fmla="*/ 0 w 10"/>
              <a:gd name="T21" fmla="*/ 6 h 10"/>
              <a:gd name="T22" fmla="*/ 3 w 10"/>
              <a:gd name="T23" fmla="*/ 8 h 10"/>
              <a:gd name="T24" fmla="*/ 5 w 10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5" y="9"/>
                </a:moveTo>
                <a:cubicBezTo>
                  <a:pt x="6" y="9"/>
                  <a:pt x="6" y="9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9" y="8"/>
                  <a:pt x="10" y="6"/>
                  <a:pt x="9" y="4"/>
                </a:cubicBezTo>
                <a:cubicBezTo>
                  <a:pt x="9" y="4"/>
                  <a:pt x="9" y="3"/>
                  <a:pt x="8" y="3"/>
                </a:cubicBezTo>
                <a:cubicBezTo>
                  <a:pt x="9" y="3"/>
                  <a:pt x="9" y="2"/>
                  <a:pt x="9" y="1"/>
                </a:cubicBezTo>
                <a:cubicBezTo>
                  <a:pt x="9" y="1"/>
                  <a:pt x="8" y="0"/>
                  <a:pt x="7" y="0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4" y="0"/>
                  <a:pt x="2" y="0"/>
                </a:cubicBezTo>
                <a:cubicBezTo>
                  <a:pt x="1" y="1"/>
                  <a:pt x="0" y="2"/>
                  <a:pt x="1" y="4"/>
                </a:cubicBezTo>
                <a:cubicBezTo>
                  <a:pt x="0" y="4"/>
                  <a:pt x="0" y="5"/>
                  <a:pt x="0" y="6"/>
                </a:cubicBezTo>
                <a:cubicBezTo>
                  <a:pt x="1" y="7"/>
                  <a:pt x="2" y="8"/>
                  <a:pt x="3" y="8"/>
                </a:cubicBezTo>
                <a:cubicBezTo>
                  <a:pt x="3" y="9"/>
                  <a:pt x="4" y="10"/>
                  <a:pt x="5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5" name="Freeform 251">
            <a:extLst>
              <a:ext uri="{FF2B5EF4-FFF2-40B4-BE49-F238E27FC236}">
                <a16:creationId xmlns:a16="http://schemas.microsoft.com/office/drawing/2014/main" id="{D0A53E3A-81D7-4B73-855D-74DC38AA556C}"/>
              </a:ext>
            </a:extLst>
          </p:cNvPr>
          <p:cNvSpPr>
            <a:spLocks/>
          </p:cNvSpPr>
          <p:nvPr/>
        </p:nvSpPr>
        <p:spPr bwMode="auto">
          <a:xfrm>
            <a:off x="6093505" y="6302147"/>
            <a:ext cx="41275" cy="36513"/>
          </a:xfrm>
          <a:custGeom>
            <a:avLst/>
            <a:gdLst>
              <a:gd name="T0" fmla="*/ 6 w 10"/>
              <a:gd name="T1" fmla="*/ 9 h 9"/>
              <a:gd name="T2" fmla="*/ 7 w 10"/>
              <a:gd name="T3" fmla="*/ 8 h 9"/>
              <a:gd name="T4" fmla="*/ 8 w 10"/>
              <a:gd name="T5" fmla="*/ 8 h 9"/>
              <a:gd name="T6" fmla="*/ 10 w 10"/>
              <a:gd name="T7" fmla="*/ 4 h 9"/>
              <a:gd name="T8" fmla="*/ 9 w 10"/>
              <a:gd name="T9" fmla="*/ 3 h 9"/>
              <a:gd name="T10" fmla="*/ 9 w 10"/>
              <a:gd name="T11" fmla="*/ 1 h 9"/>
              <a:gd name="T12" fmla="*/ 7 w 10"/>
              <a:gd name="T13" fmla="*/ 0 h 9"/>
              <a:gd name="T14" fmla="*/ 6 w 10"/>
              <a:gd name="T15" fmla="*/ 1 h 9"/>
              <a:gd name="T16" fmla="*/ 3 w 10"/>
              <a:gd name="T17" fmla="*/ 0 h 9"/>
              <a:gd name="T18" fmla="*/ 1 w 10"/>
              <a:gd name="T19" fmla="*/ 4 h 9"/>
              <a:gd name="T20" fmla="*/ 1 w 10"/>
              <a:gd name="T21" fmla="*/ 6 h 9"/>
              <a:gd name="T22" fmla="*/ 3 w 10"/>
              <a:gd name="T23" fmla="*/ 8 h 9"/>
              <a:gd name="T24" fmla="*/ 6 w 10"/>
              <a:gd name="T2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9">
                <a:moveTo>
                  <a:pt x="6" y="9"/>
                </a:moveTo>
                <a:cubicBezTo>
                  <a:pt x="6" y="9"/>
                  <a:pt x="6" y="9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9" y="8"/>
                  <a:pt x="10" y="6"/>
                  <a:pt x="10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3"/>
                  <a:pt x="9" y="2"/>
                  <a:pt x="9" y="1"/>
                </a:cubicBezTo>
                <a:cubicBezTo>
                  <a:pt x="9" y="0"/>
                  <a:pt x="8" y="0"/>
                  <a:pt x="7" y="0"/>
                </a:cubicBezTo>
                <a:cubicBezTo>
                  <a:pt x="6" y="0"/>
                  <a:pt x="6" y="1"/>
                  <a:pt x="6" y="1"/>
                </a:cubicBezTo>
                <a:cubicBezTo>
                  <a:pt x="5" y="0"/>
                  <a:pt x="4" y="0"/>
                  <a:pt x="3" y="0"/>
                </a:cubicBezTo>
                <a:cubicBezTo>
                  <a:pt x="1" y="1"/>
                  <a:pt x="0" y="2"/>
                  <a:pt x="1" y="4"/>
                </a:cubicBezTo>
                <a:cubicBezTo>
                  <a:pt x="0" y="4"/>
                  <a:pt x="0" y="5"/>
                  <a:pt x="1" y="6"/>
                </a:cubicBezTo>
                <a:cubicBezTo>
                  <a:pt x="1" y="7"/>
                  <a:pt x="2" y="8"/>
                  <a:pt x="3" y="8"/>
                </a:cubicBezTo>
                <a:cubicBezTo>
                  <a:pt x="3" y="9"/>
                  <a:pt x="4" y="9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6" name="Freeform 252">
            <a:extLst>
              <a:ext uri="{FF2B5EF4-FFF2-40B4-BE49-F238E27FC236}">
                <a16:creationId xmlns:a16="http://schemas.microsoft.com/office/drawing/2014/main" id="{CAB8BA79-AD7B-43CE-B8F2-C199B949125D}"/>
              </a:ext>
            </a:extLst>
          </p:cNvPr>
          <p:cNvSpPr>
            <a:spLocks/>
          </p:cNvSpPr>
          <p:nvPr/>
        </p:nvSpPr>
        <p:spPr bwMode="auto">
          <a:xfrm>
            <a:off x="6052230" y="6273572"/>
            <a:ext cx="41275" cy="41275"/>
          </a:xfrm>
          <a:custGeom>
            <a:avLst/>
            <a:gdLst>
              <a:gd name="T0" fmla="*/ 6 w 10"/>
              <a:gd name="T1" fmla="*/ 9 h 10"/>
              <a:gd name="T2" fmla="*/ 7 w 10"/>
              <a:gd name="T3" fmla="*/ 9 h 10"/>
              <a:gd name="T4" fmla="*/ 8 w 10"/>
              <a:gd name="T5" fmla="*/ 8 h 10"/>
              <a:gd name="T6" fmla="*/ 10 w 10"/>
              <a:gd name="T7" fmla="*/ 5 h 10"/>
              <a:gd name="T8" fmla="*/ 9 w 10"/>
              <a:gd name="T9" fmla="*/ 3 h 10"/>
              <a:gd name="T10" fmla="*/ 9 w 10"/>
              <a:gd name="T11" fmla="*/ 2 h 10"/>
              <a:gd name="T12" fmla="*/ 7 w 10"/>
              <a:gd name="T13" fmla="*/ 1 h 10"/>
              <a:gd name="T14" fmla="*/ 6 w 10"/>
              <a:gd name="T15" fmla="*/ 1 h 10"/>
              <a:gd name="T16" fmla="*/ 3 w 10"/>
              <a:gd name="T17" fmla="*/ 1 h 10"/>
              <a:gd name="T18" fmla="*/ 1 w 10"/>
              <a:gd name="T19" fmla="*/ 4 h 10"/>
              <a:gd name="T20" fmla="*/ 1 w 10"/>
              <a:gd name="T21" fmla="*/ 6 h 10"/>
              <a:gd name="T22" fmla="*/ 3 w 10"/>
              <a:gd name="T23" fmla="*/ 8 h 10"/>
              <a:gd name="T24" fmla="*/ 6 w 10"/>
              <a:gd name="T25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10">
                <a:moveTo>
                  <a:pt x="6" y="9"/>
                </a:moveTo>
                <a:cubicBezTo>
                  <a:pt x="6" y="9"/>
                  <a:pt x="6" y="9"/>
                  <a:pt x="7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8"/>
                  <a:pt x="10" y="6"/>
                  <a:pt x="10" y="5"/>
                </a:cubicBezTo>
                <a:cubicBezTo>
                  <a:pt x="10" y="4"/>
                  <a:pt x="9" y="4"/>
                  <a:pt x="9" y="3"/>
                </a:cubicBezTo>
                <a:cubicBezTo>
                  <a:pt x="9" y="3"/>
                  <a:pt x="9" y="2"/>
                  <a:pt x="9" y="2"/>
                </a:cubicBezTo>
                <a:cubicBezTo>
                  <a:pt x="9" y="1"/>
                  <a:pt x="8" y="0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5" y="1"/>
                  <a:pt x="4" y="0"/>
                  <a:pt x="3" y="1"/>
                </a:cubicBezTo>
                <a:cubicBezTo>
                  <a:pt x="1" y="1"/>
                  <a:pt x="0" y="3"/>
                  <a:pt x="1" y="4"/>
                </a:cubicBezTo>
                <a:cubicBezTo>
                  <a:pt x="0" y="5"/>
                  <a:pt x="0" y="5"/>
                  <a:pt x="1" y="6"/>
                </a:cubicBezTo>
                <a:cubicBezTo>
                  <a:pt x="1" y="7"/>
                  <a:pt x="2" y="8"/>
                  <a:pt x="3" y="8"/>
                </a:cubicBezTo>
                <a:cubicBezTo>
                  <a:pt x="3" y="9"/>
                  <a:pt x="5" y="10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7" name="Freeform 253">
            <a:extLst>
              <a:ext uri="{FF2B5EF4-FFF2-40B4-BE49-F238E27FC236}">
                <a16:creationId xmlns:a16="http://schemas.microsoft.com/office/drawing/2014/main" id="{1281792D-165D-44E7-AEC7-66E483A52F22}"/>
              </a:ext>
            </a:extLst>
          </p:cNvPr>
          <p:cNvSpPr>
            <a:spLocks/>
          </p:cNvSpPr>
          <p:nvPr/>
        </p:nvSpPr>
        <p:spPr bwMode="auto">
          <a:xfrm>
            <a:off x="6179230" y="6421209"/>
            <a:ext cx="90488" cy="328613"/>
          </a:xfrm>
          <a:custGeom>
            <a:avLst/>
            <a:gdLst>
              <a:gd name="T0" fmla="*/ 16 w 57"/>
              <a:gd name="T1" fmla="*/ 0 h 207"/>
              <a:gd name="T2" fmla="*/ 0 w 57"/>
              <a:gd name="T3" fmla="*/ 207 h 207"/>
              <a:gd name="T4" fmla="*/ 31 w 57"/>
              <a:gd name="T5" fmla="*/ 207 h 207"/>
              <a:gd name="T6" fmla="*/ 57 w 57"/>
              <a:gd name="T7" fmla="*/ 0 h 207"/>
              <a:gd name="T8" fmla="*/ 16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16" y="0"/>
                </a:moveTo>
                <a:lnTo>
                  <a:pt x="0" y="207"/>
                </a:lnTo>
                <a:lnTo>
                  <a:pt x="31" y="207"/>
                </a:lnTo>
                <a:lnTo>
                  <a:pt x="57" y="0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8" name="Freeform 254">
            <a:extLst>
              <a:ext uri="{FF2B5EF4-FFF2-40B4-BE49-F238E27FC236}">
                <a16:creationId xmlns:a16="http://schemas.microsoft.com/office/drawing/2014/main" id="{F4308940-AD70-48B8-BDC3-51845CF2D574}"/>
              </a:ext>
            </a:extLst>
          </p:cNvPr>
          <p:cNvSpPr>
            <a:spLocks/>
          </p:cNvSpPr>
          <p:nvPr/>
        </p:nvSpPr>
        <p:spPr bwMode="auto">
          <a:xfrm>
            <a:off x="6179230" y="6421209"/>
            <a:ext cx="90488" cy="328613"/>
          </a:xfrm>
          <a:custGeom>
            <a:avLst/>
            <a:gdLst>
              <a:gd name="T0" fmla="*/ 16 w 57"/>
              <a:gd name="T1" fmla="*/ 0 h 207"/>
              <a:gd name="T2" fmla="*/ 0 w 57"/>
              <a:gd name="T3" fmla="*/ 207 h 207"/>
              <a:gd name="T4" fmla="*/ 31 w 57"/>
              <a:gd name="T5" fmla="*/ 207 h 207"/>
              <a:gd name="T6" fmla="*/ 57 w 57"/>
              <a:gd name="T7" fmla="*/ 0 h 207"/>
              <a:gd name="T8" fmla="*/ 16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16" y="0"/>
                </a:moveTo>
                <a:lnTo>
                  <a:pt x="0" y="207"/>
                </a:lnTo>
                <a:lnTo>
                  <a:pt x="31" y="207"/>
                </a:lnTo>
                <a:lnTo>
                  <a:pt x="57" y="0"/>
                </a:lnTo>
                <a:lnTo>
                  <a:pt x="1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9" name="Freeform 255">
            <a:extLst>
              <a:ext uri="{FF2B5EF4-FFF2-40B4-BE49-F238E27FC236}">
                <a16:creationId xmlns:a16="http://schemas.microsoft.com/office/drawing/2014/main" id="{FA67582F-22E9-49E5-9AB4-45D6CEBB4083}"/>
              </a:ext>
            </a:extLst>
          </p:cNvPr>
          <p:cNvSpPr>
            <a:spLocks/>
          </p:cNvSpPr>
          <p:nvPr/>
        </p:nvSpPr>
        <p:spPr bwMode="auto">
          <a:xfrm>
            <a:off x="5945868" y="6421209"/>
            <a:ext cx="90488" cy="328613"/>
          </a:xfrm>
          <a:custGeom>
            <a:avLst/>
            <a:gdLst>
              <a:gd name="T0" fmla="*/ 0 w 57"/>
              <a:gd name="T1" fmla="*/ 0 h 207"/>
              <a:gd name="T2" fmla="*/ 26 w 57"/>
              <a:gd name="T3" fmla="*/ 207 h 207"/>
              <a:gd name="T4" fmla="*/ 57 w 57"/>
              <a:gd name="T5" fmla="*/ 207 h 207"/>
              <a:gd name="T6" fmla="*/ 36 w 57"/>
              <a:gd name="T7" fmla="*/ 0 h 207"/>
              <a:gd name="T8" fmla="*/ 0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0" y="0"/>
                </a:moveTo>
                <a:lnTo>
                  <a:pt x="26" y="207"/>
                </a:lnTo>
                <a:lnTo>
                  <a:pt x="57" y="207"/>
                </a:lnTo>
                <a:lnTo>
                  <a:pt x="3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0" name="Freeform 256">
            <a:extLst>
              <a:ext uri="{FF2B5EF4-FFF2-40B4-BE49-F238E27FC236}">
                <a16:creationId xmlns:a16="http://schemas.microsoft.com/office/drawing/2014/main" id="{2C63F302-249E-4A94-BFBC-5844521994B6}"/>
              </a:ext>
            </a:extLst>
          </p:cNvPr>
          <p:cNvSpPr>
            <a:spLocks/>
          </p:cNvSpPr>
          <p:nvPr/>
        </p:nvSpPr>
        <p:spPr bwMode="auto">
          <a:xfrm>
            <a:off x="5945868" y="6421209"/>
            <a:ext cx="90488" cy="328613"/>
          </a:xfrm>
          <a:custGeom>
            <a:avLst/>
            <a:gdLst>
              <a:gd name="T0" fmla="*/ 0 w 57"/>
              <a:gd name="T1" fmla="*/ 0 h 207"/>
              <a:gd name="T2" fmla="*/ 26 w 57"/>
              <a:gd name="T3" fmla="*/ 207 h 207"/>
              <a:gd name="T4" fmla="*/ 57 w 57"/>
              <a:gd name="T5" fmla="*/ 207 h 207"/>
              <a:gd name="T6" fmla="*/ 36 w 57"/>
              <a:gd name="T7" fmla="*/ 0 h 207"/>
              <a:gd name="T8" fmla="*/ 0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0" y="0"/>
                </a:moveTo>
                <a:lnTo>
                  <a:pt x="26" y="207"/>
                </a:lnTo>
                <a:lnTo>
                  <a:pt x="57" y="207"/>
                </a:lnTo>
                <a:lnTo>
                  <a:pt x="36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1" name="Rectangle 257">
            <a:extLst>
              <a:ext uri="{FF2B5EF4-FFF2-40B4-BE49-F238E27FC236}">
                <a16:creationId xmlns:a16="http://schemas.microsoft.com/office/drawing/2014/main" id="{511CEAC2-71F5-4C77-9694-725361F8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2868" y="6421209"/>
            <a:ext cx="65088" cy="328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2" name="Rectangle 258">
            <a:extLst>
              <a:ext uri="{FF2B5EF4-FFF2-40B4-BE49-F238E27FC236}">
                <a16:creationId xmlns:a16="http://schemas.microsoft.com/office/drawing/2014/main" id="{15CB670C-9D18-4964-9AFE-71486E9DB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2868" y="6421209"/>
            <a:ext cx="65088" cy="328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3" name="Freeform 259">
            <a:extLst>
              <a:ext uri="{FF2B5EF4-FFF2-40B4-BE49-F238E27FC236}">
                <a16:creationId xmlns:a16="http://schemas.microsoft.com/office/drawing/2014/main" id="{96E1E912-7DC8-4460-9EF4-8C8161857955}"/>
              </a:ext>
            </a:extLst>
          </p:cNvPr>
          <p:cNvSpPr>
            <a:spLocks noEditPoints="1"/>
          </p:cNvSpPr>
          <p:nvPr/>
        </p:nvSpPr>
        <p:spPr bwMode="auto">
          <a:xfrm>
            <a:off x="6003018" y="6421209"/>
            <a:ext cx="266700" cy="328613"/>
          </a:xfrm>
          <a:custGeom>
            <a:avLst/>
            <a:gdLst>
              <a:gd name="T0" fmla="*/ 12 w 65"/>
              <a:gd name="T1" fmla="*/ 0 h 80"/>
              <a:gd name="T2" fmla="*/ 10 w 65"/>
              <a:gd name="T3" fmla="*/ 0 h 80"/>
              <a:gd name="T4" fmla="*/ 10 w 65"/>
              <a:gd name="T5" fmla="*/ 1 h 80"/>
              <a:gd name="T6" fmla="*/ 9 w 65"/>
              <a:gd name="T7" fmla="*/ 1 h 80"/>
              <a:gd name="T8" fmla="*/ 8 w 65"/>
              <a:gd name="T9" fmla="*/ 0 h 80"/>
              <a:gd name="T10" fmla="*/ 4 w 65"/>
              <a:gd name="T11" fmla="*/ 0 h 80"/>
              <a:gd name="T12" fmla="*/ 2 w 65"/>
              <a:gd name="T13" fmla="*/ 2 h 80"/>
              <a:gd name="T14" fmla="*/ 0 w 65"/>
              <a:gd name="T15" fmla="*/ 3 h 80"/>
              <a:gd name="T16" fmla="*/ 8 w 65"/>
              <a:gd name="T17" fmla="*/ 80 h 80"/>
              <a:gd name="T18" fmla="*/ 17 w 65"/>
              <a:gd name="T19" fmla="*/ 80 h 80"/>
              <a:gd name="T20" fmla="*/ 17 w 65"/>
              <a:gd name="T21" fmla="*/ 1 h 80"/>
              <a:gd name="T22" fmla="*/ 17 w 65"/>
              <a:gd name="T23" fmla="*/ 1 h 80"/>
              <a:gd name="T24" fmla="*/ 16 w 65"/>
              <a:gd name="T25" fmla="*/ 2 h 80"/>
              <a:gd name="T26" fmla="*/ 15 w 65"/>
              <a:gd name="T27" fmla="*/ 2 h 80"/>
              <a:gd name="T28" fmla="*/ 13 w 65"/>
              <a:gd name="T29" fmla="*/ 1 h 80"/>
              <a:gd name="T30" fmla="*/ 12 w 65"/>
              <a:gd name="T31" fmla="*/ 0 h 80"/>
              <a:gd name="T32" fmla="*/ 65 w 65"/>
              <a:gd name="T33" fmla="*/ 0 h 80"/>
              <a:gd name="T34" fmla="*/ 47 w 65"/>
              <a:gd name="T35" fmla="*/ 0 h 80"/>
              <a:gd name="T36" fmla="*/ 45 w 65"/>
              <a:gd name="T37" fmla="*/ 3 h 80"/>
              <a:gd name="T38" fmla="*/ 44 w 65"/>
              <a:gd name="T39" fmla="*/ 3 h 80"/>
              <a:gd name="T40" fmla="*/ 43 w 65"/>
              <a:gd name="T41" fmla="*/ 4 h 80"/>
              <a:gd name="T42" fmla="*/ 42 w 65"/>
              <a:gd name="T43" fmla="*/ 4 h 80"/>
              <a:gd name="T44" fmla="*/ 40 w 65"/>
              <a:gd name="T45" fmla="*/ 3 h 80"/>
              <a:gd name="T46" fmla="*/ 38 w 65"/>
              <a:gd name="T47" fmla="*/ 1 h 80"/>
              <a:gd name="T48" fmla="*/ 38 w 65"/>
              <a:gd name="T49" fmla="*/ 0 h 80"/>
              <a:gd name="T50" fmla="*/ 35 w 65"/>
              <a:gd name="T51" fmla="*/ 0 h 80"/>
              <a:gd name="T52" fmla="*/ 35 w 65"/>
              <a:gd name="T53" fmla="*/ 1 h 80"/>
              <a:gd name="T54" fmla="*/ 34 w 65"/>
              <a:gd name="T55" fmla="*/ 1 h 80"/>
              <a:gd name="T56" fmla="*/ 33 w 65"/>
              <a:gd name="T57" fmla="*/ 1 h 80"/>
              <a:gd name="T58" fmla="*/ 33 w 65"/>
              <a:gd name="T59" fmla="*/ 80 h 80"/>
              <a:gd name="T60" fmla="*/ 43 w 65"/>
              <a:gd name="T61" fmla="*/ 80 h 80"/>
              <a:gd name="T62" fmla="*/ 49 w 65"/>
              <a:gd name="T63" fmla="*/ 0 h 80"/>
              <a:gd name="T64" fmla="*/ 65 w 65"/>
              <a:gd name="T6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5" h="80">
                <a:moveTo>
                  <a:pt x="12" y="0"/>
                </a:move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8" y="1"/>
                  <a:pt x="8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1"/>
                  <a:pt x="3" y="1"/>
                  <a:pt x="2" y="2"/>
                </a:cubicBezTo>
                <a:cubicBezTo>
                  <a:pt x="2" y="2"/>
                  <a:pt x="1" y="3"/>
                  <a:pt x="0" y="3"/>
                </a:cubicBezTo>
                <a:cubicBezTo>
                  <a:pt x="8" y="80"/>
                  <a:pt x="8" y="80"/>
                  <a:pt x="8" y="80"/>
                </a:cubicBezTo>
                <a:cubicBezTo>
                  <a:pt x="17" y="80"/>
                  <a:pt x="17" y="80"/>
                  <a:pt x="17" y="80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6" y="2"/>
                  <a:pt x="16" y="2"/>
                </a:cubicBezTo>
                <a:cubicBezTo>
                  <a:pt x="16" y="2"/>
                  <a:pt x="15" y="2"/>
                  <a:pt x="15" y="2"/>
                </a:cubicBezTo>
                <a:cubicBezTo>
                  <a:pt x="14" y="2"/>
                  <a:pt x="14" y="2"/>
                  <a:pt x="13" y="1"/>
                </a:cubicBezTo>
                <a:cubicBezTo>
                  <a:pt x="13" y="1"/>
                  <a:pt x="12" y="1"/>
                  <a:pt x="12" y="0"/>
                </a:cubicBezTo>
                <a:moveTo>
                  <a:pt x="65" y="0"/>
                </a:moveTo>
                <a:cubicBezTo>
                  <a:pt x="47" y="0"/>
                  <a:pt x="47" y="0"/>
                  <a:pt x="47" y="0"/>
                </a:cubicBezTo>
                <a:cubicBezTo>
                  <a:pt x="47" y="2"/>
                  <a:pt x="46" y="3"/>
                  <a:pt x="45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4"/>
                  <a:pt x="43" y="4"/>
                  <a:pt x="43" y="4"/>
                </a:cubicBezTo>
                <a:cubicBezTo>
                  <a:pt x="43" y="4"/>
                  <a:pt x="42" y="4"/>
                  <a:pt x="42" y="4"/>
                </a:cubicBezTo>
                <a:cubicBezTo>
                  <a:pt x="41" y="4"/>
                  <a:pt x="41" y="4"/>
                  <a:pt x="40" y="3"/>
                </a:cubicBezTo>
                <a:cubicBezTo>
                  <a:pt x="39" y="3"/>
                  <a:pt x="38" y="2"/>
                  <a:pt x="38" y="1"/>
                </a:cubicBezTo>
                <a:cubicBezTo>
                  <a:pt x="38" y="1"/>
                  <a:pt x="38" y="1"/>
                  <a:pt x="38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5" y="1"/>
                  <a:pt x="34" y="1"/>
                  <a:pt x="34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3" y="80"/>
                  <a:pt x="33" y="80"/>
                  <a:pt x="33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49" y="0"/>
                  <a:pt x="49" y="0"/>
                  <a:pt x="49" y="0"/>
                </a:cubicBezTo>
                <a:cubicBezTo>
                  <a:pt x="65" y="0"/>
                  <a:pt x="65" y="0"/>
                  <a:pt x="6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4" name="Freeform 260">
            <a:extLst>
              <a:ext uri="{FF2B5EF4-FFF2-40B4-BE49-F238E27FC236}">
                <a16:creationId xmlns:a16="http://schemas.microsoft.com/office/drawing/2014/main" id="{D82FBB0B-BDD4-48BF-98D4-499DC9F9E0AE}"/>
              </a:ext>
            </a:extLst>
          </p:cNvPr>
          <p:cNvSpPr>
            <a:spLocks/>
          </p:cNvSpPr>
          <p:nvPr/>
        </p:nvSpPr>
        <p:spPr bwMode="auto">
          <a:xfrm>
            <a:off x="5982380" y="6421209"/>
            <a:ext cx="36513" cy="12700"/>
          </a:xfrm>
          <a:custGeom>
            <a:avLst/>
            <a:gdLst>
              <a:gd name="T0" fmla="*/ 9 w 9"/>
              <a:gd name="T1" fmla="*/ 0 h 3"/>
              <a:gd name="T2" fmla="*/ 0 w 9"/>
              <a:gd name="T3" fmla="*/ 0 h 3"/>
              <a:gd name="T4" fmla="*/ 0 w 9"/>
              <a:gd name="T5" fmla="*/ 0 h 3"/>
              <a:gd name="T6" fmla="*/ 5 w 9"/>
              <a:gd name="T7" fmla="*/ 0 h 3"/>
              <a:gd name="T8" fmla="*/ 5 w 9"/>
              <a:gd name="T9" fmla="*/ 3 h 3"/>
              <a:gd name="T10" fmla="*/ 7 w 9"/>
              <a:gd name="T11" fmla="*/ 2 h 3"/>
              <a:gd name="T12" fmla="*/ 9 w 9"/>
              <a:gd name="T1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3">
                <a:moveTo>
                  <a:pt x="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3"/>
                  <a:pt x="5" y="3"/>
                  <a:pt x="5" y="3"/>
                </a:cubicBezTo>
                <a:cubicBezTo>
                  <a:pt x="6" y="3"/>
                  <a:pt x="7" y="2"/>
                  <a:pt x="7" y="2"/>
                </a:cubicBezTo>
                <a:cubicBezTo>
                  <a:pt x="8" y="1"/>
                  <a:pt x="9" y="1"/>
                  <a:pt x="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5" name="Freeform 261">
            <a:extLst>
              <a:ext uri="{FF2B5EF4-FFF2-40B4-BE49-F238E27FC236}">
                <a16:creationId xmlns:a16="http://schemas.microsoft.com/office/drawing/2014/main" id="{3D90D7B7-5571-44A8-A1B5-18231C2FDF28}"/>
              </a:ext>
            </a:extLst>
          </p:cNvPr>
          <p:cNvSpPr>
            <a:spLocks/>
          </p:cNvSpPr>
          <p:nvPr/>
        </p:nvSpPr>
        <p:spPr bwMode="auto">
          <a:xfrm>
            <a:off x="6036355" y="6421209"/>
            <a:ext cx="7938" cy="3175"/>
          </a:xfrm>
          <a:custGeom>
            <a:avLst/>
            <a:gdLst>
              <a:gd name="T0" fmla="*/ 2 w 2"/>
              <a:gd name="T1" fmla="*/ 0 h 1"/>
              <a:gd name="T2" fmla="*/ 0 w 2"/>
              <a:gd name="T3" fmla="*/ 0 h 1"/>
              <a:gd name="T4" fmla="*/ 1 w 2"/>
              <a:gd name="T5" fmla="*/ 1 h 1"/>
              <a:gd name="T6" fmla="*/ 2 w 2"/>
              <a:gd name="T7" fmla="*/ 1 h 1"/>
              <a:gd name="T8" fmla="*/ 2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6" name="Freeform 262">
            <a:extLst>
              <a:ext uri="{FF2B5EF4-FFF2-40B4-BE49-F238E27FC236}">
                <a16:creationId xmlns:a16="http://schemas.microsoft.com/office/drawing/2014/main" id="{A80DDD9D-1B78-4D9E-B735-62069297D279}"/>
              </a:ext>
            </a:extLst>
          </p:cNvPr>
          <p:cNvSpPr>
            <a:spLocks/>
          </p:cNvSpPr>
          <p:nvPr/>
        </p:nvSpPr>
        <p:spPr bwMode="auto">
          <a:xfrm>
            <a:off x="6052230" y="6421209"/>
            <a:ext cx="28575" cy="7938"/>
          </a:xfrm>
          <a:custGeom>
            <a:avLst/>
            <a:gdLst>
              <a:gd name="T0" fmla="*/ 7 w 7"/>
              <a:gd name="T1" fmla="*/ 0 h 2"/>
              <a:gd name="T2" fmla="*/ 0 w 7"/>
              <a:gd name="T3" fmla="*/ 0 h 2"/>
              <a:gd name="T4" fmla="*/ 1 w 7"/>
              <a:gd name="T5" fmla="*/ 1 h 2"/>
              <a:gd name="T6" fmla="*/ 3 w 7"/>
              <a:gd name="T7" fmla="*/ 2 h 2"/>
              <a:gd name="T8" fmla="*/ 4 w 7"/>
              <a:gd name="T9" fmla="*/ 2 h 2"/>
              <a:gd name="T10" fmla="*/ 5 w 7"/>
              <a:gd name="T11" fmla="*/ 1 h 2"/>
              <a:gd name="T12" fmla="*/ 5 w 7"/>
              <a:gd name="T13" fmla="*/ 1 h 2"/>
              <a:gd name="T14" fmla="*/ 5 w 7"/>
              <a:gd name="T15" fmla="*/ 0 h 2"/>
              <a:gd name="T16" fmla="*/ 7 w 7"/>
              <a:gd name="T17" fmla="*/ 0 h 2"/>
              <a:gd name="T18" fmla="*/ 7 w 7"/>
              <a:gd name="T1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" h="2"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2" y="2"/>
                  <a:pt x="2" y="2"/>
                  <a:pt x="3" y="2"/>
                </a:cubicBezTo>
                <a:cubicBezTo>
                  <a:pt x="3" y="2"/>
                  <a:pt x="4" y="2"/>
                  <a:pt x="4" y="2"/>
                </a:cubicBezTo>
                <a:cubicBezTo>
                  <a:pt x="4" y="2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0"/>
                  <a:pt x="5" y="0"/>
                  <a:pt x="5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7" name="Freeform 263">
            <a:extLst>
              <a:ext uri="{FF2B5EF4-FFF2-40B4-BE49-F238E27FC236}">
                <a16:creationId xmlns:a16="http://schemas.microsoft.com/office/drawing/2014/main" id="{7266BD35-2892-4C14-8A45-0FB5900F1691}"/>
              </a:ext>
            </a:extLst>
          </p:cNvPr>
          <p:cNvSpPr>
            <a:spLocks/>
          </p:cNvSpPr>
          <p:nvPr/>
        </p:nvSpPr>
        <p:spPr bwMode="auto">
          <a:xfrm>
            <a:off x="6137955" y="6421209"/>
            <a:ext cx="7938" cy="3175"/>
          </a:xfrm>
          <a:custGeom>
            <a:avLst/>
            <a:gdLst>
              <a:gd name="T0" fmla="*/ 2 w 2"/>
              <a:gd name="T1" fmla="*/ 0 h 1"/>
              <a:gd name="T2" fmla="*/ 0 w 2"/>
              <a:gd name="T3" fmla="*/ 0 h 1"/>
              <a:gd name="T4" fmla="*/ 0 w 2"/>
              <a:gd name="T5" fmla="*/ 0 h 1"/>
              <a:gd name="T6" fmla="*/ 0 w 2"/>
              <a:gd name="T7" fmla="*/ 0 h 1"/>
              <a:gd name="T8" fmla="*/ 0 w 2"/>
              <a:gd name="T9" fmla="*/ 1 h 1"/>
              <a:gd name="T10" fmla="*/ 1 w 2"/>
              <a:gd name="T11" fmla="*/ 1 h 1"/>
              <a:gd name="T12" fmla="*/ 2 w 2"/>
              <a:gd name="T13" fmla="*/ 1 h 1"/>
              <a:gd name="T14" fmla="*/ 2 w 2"/>
              <a:gd name="T1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8" name="Freeform 264">
            <a:extLst>
              <a:ext uri="{FF2B5EF4-FFF2-40B4-BE49-F238E27FC236}">
                <a16:creationId xmlns:a16="http://schemas.microsoft.com/office/drawing/2014/main" id="{357CC21D-4ACB-4C23-8F60-6AAC9C8FCC00}"/>
              </a:ext>
            </a:extLst>
          </p:cNvPr>
          <p:cNvSpPr>
            <a:spLocks/>
          </p:cNvSpPr>
          <p:nvPr/>
        </p:nvSpPr>
        <p:spPr bwMode="auto">
          <a:xfrm>
            <a:off x="6158593" y="6421209"/>
            <a:ext cx="36513" cy="15875"/>
          </a:xfrm>
          <a:custGeom>
            <a:avLst/>
            <a:gdLst>
              <a:gd name="T0" fmla="*/ 9 w 9"/>
              <a:gd name="T1" fmla="*/ 0 h 4"/>
              <a:gd name="T2" fmla="*/ 0 w 9"/>
              <a:gd name="T3" fmla="*/ 0 h 4"/>
              <a:gd name="T4" fmla="*/ 0 w 9"/>
              <a:gd name="T5" fmla="*/ 1 h 4"/>
              <a:gd name="T6" fmla="*/ 2 w 9"/>
              <a:gd name="T7" fmla="*/ 3 h 4"/>
              <a:gd name="T8" fmla="*/ 4 w 9"/>
              <a:gd name="T9" fmla="*/ 4 h 4"/>
              <a:gd name="T10" fmla="*/ 5 w 9"/>
              <a:gd name="T11" fmla="*/ 4 h 4"/>
              <a:gd name="T12" fmla="*/ 6 w 9"/>
              <a:gd name="T13" fmla="*/ 3 h 4"/>
              <a:gd name="T14" fmla="*/ 7 w 9"/>
              <a:gd name="T15" fmla="*/ 3 h 4"/>
              <a:gd name="T16" fmla="*/ 9 w 9"/>
              <a:gd name="T1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" h="4">
                <a:moveTo>
                  <a:pt x="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3"/>
                  <a:pt x="2" y="3"/>
                </a:cubicBezTo>
                <a:cubicBezTo>
                  <a:pt x="3" y="4"/>
                  <a:pt x="3" y="4"/>
                  <a:pt x="4" y="4"/>
                </a:cubicBezTo>
                <a:cubicBezTo>
                  <a:pt x="4" y="4"/>
                  <a:pt x="5" y="4"/>
                  <a:pt x="5" y="4"/>
                </a:cubicBezTo>
                <a:cubicBezTo>
                  <a:pt x="5" y="4"/>
                  <a:pt x="6" y="4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9" y="2"/>
                  <a:pt x="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9" name="Freeform 265">
            <a:extLst>
              <a:ext uri="{FF2B5EF4-FFF2-40B4-BE49-F238E27FC236}">
                <a16:creationId xmlns:a16="http://schemas.microsoft.com/office/drawing/2014/main" id="{7604A6AF-B1A1-4C57-AE72-BE9C7332CEF8}"/>
              </a:ext>
            </a:extLst>
          </p:cNvPr>
          <p:cNvSpPr>
            <a:spLocks/>
          </p:cNvSpPr>
          <p:nvPr/>
        </p:nvSpPr>
        <p:spPr bwMode="auto">
          <a:xfrm>
            <a:off x="6179230" y="6421209"/>
            <a:ext cx="90488" cy="328613"/>
          </a:xfrm>
          <a:custGeom>
            <a:avLst/>
            <a:gdLst>
              <a:gd name="T0" fmla="*/ 57 w 57"/>
              <a:gd name="T1" fmla="*/ 0 h 207"/>
              <a:gd name="T2" fmla="*/ 16 w 57"/>
              <a:gd name="T3" fmla="*/ 0 h 207"/>
              <a:gd name="T4" fmla="*/ 0 w 57"/>
              <a:gd name="T5" fmla="*/ 207 h 207"/>
              <a:gd name="T6" fmla="*/ 31 w 57"/>
              <a:gd name="T7" fmla="*/ 207 h 207"/>
              <a:gd name="T8" fmla="*/ 57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57" y="0"/>
                </a:moveTo>
                <a:lnTo>
                  <a:pt x="16" y="0"/>
                </a:lnTo>
                <a:lnTo>
                  <a:pt x="0" y="207"/>
                </a:lnTo>
                <a:lnTo>
                  <a:pt x="31" y="207"/>
                </a:lnTo>
                <a:lnTo>
                  <a:pt x="5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0" name="Freeform 266">
            <a:extLst>
              <a:ext uri="{FF2B5EF4-FFF2-40B4-BE49-F238E27FC236}">
                <a16:creationId xmlns:a16="http://schemas.microsoft.com/office/drawing/2014/main" id="{9E2891CC-FB2A-451C-A6EC-041464092E5E}"/>
              </a:ext>
            </a:extLst>
          </p:cNvPr>
          <p:cNvSpPr>
            <a:spLocks/>
          </p:cNvSpPr>
          <p:nvPr/>
        </p:nvSpPr>
        <p:spPr bwMode="auto">
          <a:xfrm>
            <a:off x="6179230" y="6421209"/>
            <a:ext cx="90488" cy="328613"/>
          </a:xfrm>
          <a:custGeom>
            <a:avLst/>
            <a:gdLst>
              <a:gd name="T0" fmla="*/ 57 w 57"/>
              <a:gd name="T1" fmla="*/ 0 h 207"/>
              <a:gd name="T2" fmla="*/ 16 w 57"/>
              <a:gd name="T3" fmla="*/ 0 h 207"/>
              <a:gd name="T4" fmla="*/ 0 w 57"/>
              <a:gd name="T5" fmla="*/ 207 h 207"/>
              <a:gd name="T6" fmla="*/ 31 w 57"/>
              <a:gd name="T7" fmla="*/ 207 h 207"/>
              <a:gd name="T8" fmla="*/ 57 w 57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207">
                <a:moveTo>
                  <a:pt x="57" y="0"/>
                </a:moveTo>
                <a:lnTo>
                  <a:pt x="16" y="0"/>
                </a:lnTo>
                <a:lnTo>
                  <a:pt x="0" y="207"/>
                </a:lnTo>
                <a:lnTo>
                  <a:pt x="31" y="207"/>
                </a:lnTo>
                <a:lnTo>
                  <a:pt x="5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1" name="Freeform 267">
            <a:extLst>
              <a:ext uri="{FF2B5EF4-FFF2-40B4-BE49-F238E27FC236}">
                <a16:creationId xmlns:a16="http://schemas.microsoft.com/office/drawing/2014/main" id="{AA8B894E-00D0-4D1B-8F2C-95339087E2BD}"/>
              </a:ext>
            </a:extLst>
          </p:cNvPr>
          <p:cNvSpPr>
            <a:spLocks/>
          </p:cNvSpPr>
          <p:nvPr/>
        </p:nvSpPr>
        <p:spPr bwMode="auto">
          <a:xfrm>
            <a:off x="5945868" y="6421209"/>
            <a:ext cx="90488" cy="328613"/>
          </a:xfrm>
          <a:custGeom>
            <a:avLst/>
            <a:gdLst>
              <a:gd name="T0" fmla="*/ 36 w 57"/>
              <a:gd name="T1" fmla="*/ 0 h 207"/>
              <a:gd name="T2" fmla="*/ 23 w 57"/>
              <a:gd name="T3" fmla="*/ 0 h 207"/>
              <a:gd name="T4" fmla="*/ 0 w 57"/>
              <a:gd name="T5" fmla="*/ 0 h 207"/>
              <a:gd name="T6" fmla="*/ 26 w 57"/>
              <a:gd name="T7" fmla="*/ 207 h 207"/>
              <a:gd name="T8" fmla="*/ 57 w 57"/>
              <a:gd name="T9" fmla="*/ 207 h 207"/>
              <a:gd name="T10" fmla="*/ 36 w 57"/>
              <a:gd name="T11" fmla="*/ 8 h 207"/>
              <a:gd name="T12" fmla="*/ 36 w 57"/>
              <a:gd name="T13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207">
                <a:moveTo>
                  <a:pt x="36" y="0"/>
                </a:moveTo>
                <a:lnTo>
                  <a:pt x="23" y="0"/>
                </a:lnTo>
                <a:lnTo>
                  <a:pt x="0" y="0"/>
                </a:lnTo>
                <a:lnTo>
                  <a:pt x="26" y="207"/>
                </a:lnTo>
                <a:lnTo>
                  <a:pt x="57" y="207"/>
                </a:lnTo>
                <a:lnTo>
                  <a:pt x="36" y="8"/>
                </a:lnTo>
                <a:lnTo>
                  <a:pt x="3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2" name="Freeform 268">
            <a:extLst>
              <a:ext uri="{FF2B5EF4-FFF2-40B4-BE49-F238E27FC236}">
                <a16:creationId xmlns:a16="http://schemas.microsoft.com/office/drawing/2014/main" id="{7A6B0B5D-7BF9-4283-B920-F15DF2310A77}"/>
              </a:ext>
            </a:extLst>
          </p:cNvPr>
          <p:cNvSpPr>
            <a:spLocks/>
          </p:cNvSpPr>
          <p:nvPr/>
        </p:nvSpPr>
        <p:spPr bwMode="auto">
          <a:xfrm>
            <a:off x="5945868" y="6421209"/>
            <a:ext cx="90488" cy="328613"/>
          </a:xfrm>
          <a:custGeom>
            <a:avLst/>
            <a:gdLst>
              <a:gd name="T0" fmla="*/ 36 w 57"/>
              <a:gd name="T1" fmla="*/ 0 h 207"/>
              <a:gd name="T2" fmla="*/ 23 w 57"/>
              <a:gd name="T3" fmla="*/ 0 h 207"/>
              <a:gd name="T4" fmla="*/ 0 w 57"/>
              <a:gd name="T5" fmla="*/ 0 h 207"/>
              <a:gd name="T6" fmla="*/ 26 w 57"/>
              <a:gd name="T7" fmla="*/ 207 h 207"/>
              <a:gd name="T8" fmla="*/ 57 w 57"/>
              <a:gd name="T9" fmla="*/ 207 h 207"/>
              <a:gd name="T10" fmla="*/ 36 w 57"/>
              <a:gd name="T11" fmla="*/ 8 h 207"/>
              <a:gd name="T12" fmla="*/ 36 w 57"/>
              <a:gd name="T13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207">
                <a:moveTo>
                  <a:pt x="36" y="0"/>
                </a:moveTo>
                <a:lnTo>
                  <a:pt x="23" y="0"/>
                </a:lnTo>
                <a:lnTo>
                  <a:pt x="0" y="0"/>
                </a:lnTo>
                <a:lnTo>
                  <a:pt x="26" y="207"/>
                </a:lnTo>
                <a:lnTo>
                  <a:pt x="57" y="207"/>
                </a:lnTo>
                <a:lnTo>
                  <a:pt x="36" y="8"/>
                </a:lnTo>
                <a:lnTo>
                  <a:pt x="3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3" name="Freeform 269">
            <a:extLst>
              <a:ext uri="{FF2B5EF4-FFF2-40B4-BE49-F238E27FC236}">
                <a16:creationId xmlns:a16="http://schemas.microsoft.com/office/drawing/2014/main" id="{74598696-6785-45EE-B96F-CC71CFFCF5BC}"/>
              </a:ext>
            </a:extLst>
          </p:cNvPr>
          <p:cNvSpPr>
            <a:spLocks/>
          </p:cNvSpPr>
          <p:nvPr/>
        </p:nvSpPr>
        <p:spPr bwMode="auto">
          <a:xfrm>
            <a:off x="6072868" y="6421209"/>
            <a:ext cx="65088" cy="328613"/>
          </a:xfrm>
          <a:custGeom>
            <a:avLst/>
            <a:gdLst>
              <a:gd name="T0" fmla="*/ 41 w 41"/>
              <a:gd name="T1" fmla="*/ 0 h 207"/>
              <a:gd name="T2" fmla="*/ 41 w 41"/>
              <a:gd name="T3" fmla="*/ 0 h 207"/>
              <a:gd name="T4" fmla="*/ 23 w 41"/>
              <a:gd name="T5" fmla="*/ 0 h 207"/>
              <a:gd name="T6" fmla="*/ 16 w 41"/>
              <a:gd name="T7" fmla="*/ 0 h 207"/>
              <a:gd name="T8" fmla="*/ 5 w 41"/>
              <a:gd name="T9" fmla="*/ 0 h 207"/>
              <a:gd name="T10" fmla="*/ 0 w 41"/>
              <a:gd name="T11" fmla="*/ 0 h 207"/>
              <a:gd name="T12" fmla="*/ 0 w 41"/>
              <a:gd name="T13" fmla="*/ 2 h 207"/>
              <a:gd name="T14" fmla="*/ 0 w 41"/>
              <a:gd name="T15" fmla="*/ 207 h 207"/>
              <a:gd name="T16" fmla="*/ 41 w 41"/>
              <a:gd name="T17" fmla="*/ 207 h 207"/>
              <a:gd name="T18" fmla="*/ 41 w 41"/>
              <a:gd name="T19" fmla="*/ 2 h 207"/>
              <a:gd name="T20" fmla="*/ 41 w 41"/>
              <a:gd name="T21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207">
                <a:moveTo>
                  <a:pt x="41" y="0"/>
                </a:moveTo>
                <a:lnTo>
                  <a:pt x="41" y="0"/>
                </a:lnTo>
                <a:lnTo>
                  <a:pt x="23" y="0"/>
                </a:lnTo>
                <a:lnTo>
                  <a:pt x="16" y="0"/>
                </a:lnTo>
                <a:lnTo>
                  <a:pt x="5" y="0"/>
                </a:lnTo>
                <a:lnTo>
                  <a:pt x="0" y="0"/>
                </a:lnTo>
                <a:lnTo>
                  <a:pt x="0" y="2"/>
                </a:lnTo>
                <a:lnTo>
                  <a:pt x="0" y="207"/>
                </a:lnTo>
                <a:lnTo>
                  <a:pt x="41" y="207"/>
                </a:lnTo>
                <a:lnTo>
                  <a:pt x="41" y="2"/>
                </a:lnTo>
                <a:lnTo>
                  <a:pt x="4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4" name="Freeform 270">
            <a:extLst>
              <a:ext uri="{FF2B5EF4-FFF2-40B4-BE49-F238E27FC236}">
                <a16:creationId xmlns:a16="http://schemas.microsoft.com/office/drawing/2014/main" id="{1B9496B9-18BF-4438-BB05-0FBDDD002770}"/>
              </a:ext>
            </a:extLst>
          </p:cNvPr>
          <p:cNvSpPr>
            <a:spLocks/>
          </p:cNvSpPr>
          <p:nvPr/>
        </p:nvSpPr>
        <p:spPr bwMode="auto">
          <a:xfrm>
            <a:off x="6072868" y="6421209"/>
            <a:ext cx="65088" cy="328613"/>
          </a:xfrm>
          <a:custGeom>
            <a:avLst/>
            <a:gdLst>
              <a:gd name="T0" fmla="*/ 41 w 41"/>
              <a:gd name="T1" fmla="*/ 0 h 207"/>
              <a:gd name="T2" fmla="*/ 41 w 41"/>
              <a:gd name="T3" fmla="*/ 0 h 207"/>
              <a:gd name="T4" fmla="*/ 23 w 41"/>
              <a:gd name="T5" fmla="*/ 0 h 207"/>
              <a:gd name="T6" fmla="*/ 16 w 41"/>
              <a:gd name="T7" fmla="*/ 0 h 207"/>
              <a:gd name="T8" fmla="*/ 5 w 41"/>
              <a:gd name="T9" fmla="*/ 0 h 207"/>
              <a:gd name="T10" fmla="*/ 0 w 41"/>
              <a:gd name="T11" fmla="*/ 0 h 207"/>
              <a:gd name="T12" fmla="*/ 0 w 41"/>
              <a:gd name="T13" fmla="*/ 2 h 207"/>
              <a:gd name="T14" fmla="*/ 0 w 41"/>
              <a:gd name="T15" fmla="*/ 207 h 207"/>
              <a:gd name="T16" fmla="*/ 41 w 41"/>
              <a:gd name="T17" fmla="*/ 207 h 207"/>
              <a:gd name="T18" fmla="*/ 41 w 41"/>
              <a:gd name="T19" fmla="*/ 2 h 207"/>
              <a:gd name="T20" fmla="*/ 41 w 41"/>
              <a:gd name="T21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207">
                <a:moveTo>
                  <a:pt x="41" y="0"/>
                </a:moveTo>
                <a:lnTo>
                  <a:pt x="41" y="0"/>
                </a:lnTo>
                <a:lnTo>
                  <a:pt x="23" y="0"/>
                </a:lnTo>
                <a:lnTo>
                  <a:pt x="16" y="0"/>
                </a:lnTo>
                <a:lnTo>
                  <a:pt x="5" y="0"/>
                </a:lnTo>
                <a:lnTo>
                  <a:pt x="0" y="0"/>
                </a:lnTo>
                <a:lnTo>
                  <a:pt x="0" y="2"/>
                </a:lnTo>
                <a:lnTo>
                  <a:pt x="0" y="207"/>
                </a:lnTo>
                <a:lnTo>
                  <a:pt x="41" y="207"/>
                </a:lnTo>
                <a:lnTo>
                  <a:pt x="41" y="2"/>
                </a:lnTo>
                <a:lnTo>
                  <a:pt x="4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5" name="Freeform 271">
            <a:extLst>
              <a:ext uri="{FF2B5EF4-FFF2-40B4-BE49-F238E27FC236}">
                <a16:creationId xmlns:a16="http://schemas.microsoft.com/office/drawing/2014/main" id="{EF0C5E16-ABEF-4DC0-9EFC-8F8AE75649A8}"/>
              </a:ext>
            </a:extLst>
          </p:cNvPr>
          <p:cNvSpPr>
            <a:spLocks/>
          </p:cNvSpPr>
          <p:nvPr/>
        </p:nvSpPr>
        <p:spPr bwMode="auto">
          <a:xfrm>
            <a:off x="5945868" y="6421209"/>
            <a:ext cx="323850" cy="28575"/>
          </a:xfrm>
          <a:custGeom>
            <a:avLst/>
            <a:gdLst>
              <a:gd name="T0" fmla="*/ 201 w 204"/>
              <a:gd name="T1" fmla="*/ 18 h 18"/>
              <a:gd name="T2" fmla="*/ 3 w 204"/>
              <a:gd name="T3" fmla="*/ 18 h 18"/>
              <a:gd name="T4" fmla="*/ 0 w 204"/>
              <a:gd name="T5" fmla="*/ 0 h 18"/>
              <a:gd name="T6" fmla="*/ 204 w 204"/>
              <a:gd name="T7" fmla="*/ 0 h 18"/>
              <a:gd name="T8" fmla="*/ 201 w 204"/>
              <a:gd name="T9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4" h="18">
                <a:moveTo>
                  <a:pt x="201" y="18"/>
                </a:moveTo>
                <a:lnTo>
                  <a:pt x="3" y="18"/>
                </a:lnTo>
                <a:lnTo>
                  <a:pt x="0" y="0"/>
                </a:lnTo>
                <a:lnTo>
                  <a:pt x="204" y="0"/>
                </a:lnTo>
                <a:lnTo>
                  <a:pt x="201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6" name="Freeform 272">
            <a:extLst>
              <a:ext uri="{FF2B5EF4-FFF2-40B4-BE49-F238E27FC236}">
                <a16:creationId xmlns:a16="http://schemas.microsoft.com/office/drawing/2014/main" id="{92E9BB6B-7536-43C7-AE91-925E249A50FE}"/>
              </a:ext>
            </a:extLst>
          </p:cNvPr>
          <p:cNvSpPr>
            <a:spLocks/>
          </p:cNvSpPr>
          <p:nvPr/>
        </p:nvSpPr>
        <p:spPr bwMode="auto">
          <a:xfrm>
            <a:off x="11252880" y="3424009"/>
            <a:ext cx="388938" cy="388938"/>
          </a:xfrm>
          <a:custGeom>
            <a:avLst/>
            <a:gdLst>
              <a:gd name="T0" fmla="*/ 5 w 95"/>
              <a:gd name="T1" fmla="*/ 95 h 95"/>
              <a:gd name="T2" fmla="*/ 0 w 95"/>
              <a:gd name="T3" fmla="*/ 90 h 95"/>
              <a:gd name="T4" fmla="*/ 59 w 95"/>
              <a:gd name="T5" fmla="*/ 31 h 95"/>
              <a:gd name="T6" fmla="*/ 64 w 95"/>
              <a:gd name="T7" fmla="*/ 20 h 95"/>
              <a:gd name="T8" fmla="*/ 69 w 95"/>
              <a:gd name="T9" fmla="*/ 2 h 95"/>
              <a:gd name="T10" fmla="*/ 83 w 95"/>
              <a:gd name="T11" fmla="*/ 3 h 95"/>
              <a:gd name="T12" fmla="*/ 94 w 95"/>
              <a:gd name="T13" fmla="*/ 15 h 95"/>
              <a:gd name="T14" fmla="*/ 89 w 95"/>
              <a:gd name="T15" fmla="*/ 30 h 95"/>
              <a:gd name="T16" fmla="*/ 84 w 95"/>
              <a:gd name="T17" fmla="*/ 25 h 95"/>
              <a:gd name="T18" fmla="*/ 87 w 95"/>
              <a:gd name="T19" fmla="*/ 16 h 95"/>
              <a:gd name="T20" fmla="*/ 80 w 95"/>
              <a:gd name="T21" fmla="*/ 10 h 95"/>
              <a:gd name="T22" fmla="*/ 79 w 95"/>
              <a:gd name="T23" fmla="*/ 9 h 95"/>
              <a:gd name="T24" fmla="*/ 73 w 95"/>
              <a:gd name="T25" fmla="*/ 8 h 95"/>
              <a:gd name="T26" fmla="*/ 71 w 95"/>
              <a:gd name="T27" fmla="*/ 20 h 95"/>
              <a:gd name="T28" fmla="*/ 64 w 95"/>
              <a:gd name="T29" fmla="*/ 36 h 95"/>
              <a:gd name="T30" fmla="*/ 5 w 95"/>
              <a:gd name="T31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5" h="95">
                <a:moveTo>
                  <a:pt x="5" y="95"/>
                </a:moveTo>
                <a:cubicBezTo>
                  <a:pt x="0" y="90"/>
                  <a:pt x="0" y="90"/>
                  <a:pt x="0" y="90"/>
                </a:cubicBezTo>
                <a:cubicBezTo>
                  <a:pt x="59" y="31"/>
                  <a:pt x="59" y="31"/>
                  <a:pt x="59" y="31"/>
                </a:cubicBezTo>
                <a:cubicBezTo>
                  <a:pt x="63" y="27"/>
                  <a:pt x="64" y="20"/>
                  <a:pt x="64" y="20"/>
                </a:cubicBezTo>
                <a:cubicBezTo>
                  <a:pt x="63" y="19"/>
                  <a:pt x="63" y="6"/>
                  <a:pt x="69" y="2"/>
                </a:cubicBezTo>
                <a:cubicBezTo>
                  <a:pt x="73" y="0"/>
                  <a:pt x="77" y="0"/>
                  <a:pt x="83" y="3"/>
                </a:cubicBezTo>
                <a:cubicBezTo>
                  <a:pt x="84" y="4"/>
                  <a:pt x="93" y="7"/>
                  <a:pt x="94" y="15"/>
                </a:cubicBezTo>
                <a:cubicBezTo>
                  <a:pt x="95" y="20"/>
                  <a:pt x="93" y="25"/>
                  <a:pt x="89" y="30"/>
                </a:cubicBezTo>
                <a:cubicBezTo>
                  <a:pt x="84" y="25"/>
                  <a:pt x="84" y="25"/>
                  <a:pt x="84" y="25"/>
                </a:cubicBezTo>
                <a:cubicBezTo>
                  <a:pt x="87" y="21"/>
                  <a:pt x="88" y="19"/>
                  <a:pt x="87" y="16"/>
                </a:cubicBezTo>
                <a:cubicBezTo>
                  <a:pt x="87" y="13"/>
                  <a:pt x="82" y="10"/>
                  <a:pt x="80" y="10"/>
                </a:cubicBezTo>
                <a:cubicBezTo>
                  <a:pt x="79" y="9"/>
                  <a:pt x="79" y="9"/>
                  <a:pt x="79" y="9"/>
                </a:cubicBezTo>
                <a:cubicBezTo>
                  <a:pt x="78" y="8"/>
                  <a:pt x="75" y="7"/>
                  <a:pt x="73" y="8"/>
                </a:cubicBezTo>
                <a:cubicBezTo>
                  <a:pt x="71" y="9"/>
                  <a:pt x="70" y="16"/>
                  <a:pt x="71" y="20"/>
                </a:cubicBezTo>
                <a:cubicBezTo>
                  <a:pt x="71" y="21"/>
                  <a:pt x="70" y="29"/>
                  <a:pt x="64" y="36"/>
                </a:cubicBezTo>
                <a:lnTo>
                  <a:pt x="5" y="9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7" name="Freeform 273">
            <a:extLst>
              <a:ext uri="{FF2B5EF4-FFF2-40B4-BE49-F238E27FC236}">
                <a16:creationId xmlns:a16="http://schemas.microsoft.com/office/drawing/2014/main" id="{65621B85-3021-466C-B457-D47A73F5CB04}"/>
              </a:ext>
            </a:extLst>
          </p:cNvPr>
          <p:cNvSpPr>
            <a:spLocks/>
          </p:cNvSpPr>
          <p:nvPr/>
        </p:nvSpPr>
        <p:spPr bwMode="auto">
          <a:xfrm>
            <a:off x="11384643" y="3563709"/>
            <a:ext cx="122238" cy="114300"/>
          </a:xfrm>
          <a:custGeom>
            <a:avLst/>
            <a:gdLst>
              <a:gd name="T0" fmla="*/ 0 w 30"/>
              <a:gd name="T1" fmla="*/ 1 h 28"/>
              <a:gd name="T2" fmla="*/ 12 w 30"/>
              <a:gd name="T3" fmla="*/ 1 h 28"/>
              <a:gd name="T4" fmla="*/ 22 w 30"/>
              <a:gd name="T5" fmla="*/ 7 h 28"/>
              <a:gd name="T6" fmla="*/ 28 w 30"/>
              <a:gd name="T7" fmla="*/ 16 h 28"/>
              <a:gd name="T8" fmla="*/ 28 w 30"/>
              <a:gd name="T9" fmla="*/ 28 h 28"/>
              <a:gd name="T10" fmla="*/ 28 w 30"/>
              <a:gd name="T11" fmla="*/ 28 h 28"/>
              <a:gd name="T12" fmla="*/ 17 w 30"/>
              <a:gd name="T13" fmla="*/ 12 h 28"/>
              <a:gd name="T14" fmla="*/ 9 w 30"/>
              <a:gd name="T15" fmla="*/ 6 h 28"/>
              <a:gd name="T16" fmla="*/ 0 w 30"/>
              <a:gd name="T17" fmla="*/ 2 h 28"/>
              <a:gd name="T18" fmla="*/ 0 w 30"/>
              <a:gd name="T19" fmla="*/ 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0" h="28">
                <a:moveTo>
                  <a:pt x="0" y="1"/>
                </a:moveTo>
                <a:cubicBezTo>
                  <a:pt x="4" y="0"/>
                  <a:pt x="8" y="0"/>
                  <a:pt x="12" y="1"/>
                </a:cubicBezTo>
                <a:cubicBezTo>
                  <a:pt x="15" y="2"/>
                  <a:pt x="19" y="4"/>
                  <a:pt x="22" y="7"/>
                </a:cubicBezTo>
                <a:cubicBezTo>
                  <a:pt x="24" y="9"/>
                  <a:pt x="27" y="12"/>
                  <a:pt x="28" y="16"/>
                </a:cubicBezTo>
                <a:cubicBezTo>
                  <a:pt x="30" y="20"/>
                  <a:pt x="30" y="24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6" y="22"/>
                  <a:pt x="22" y="16"/>
                  <a:pt x="17" y="12"/>
                </a:cubicBezTo>
                <a:cubicBezTo>
                  <a:pt x="15" y="10"/>
                  <a:pt x="12" y="8"/>
                  <a:pt x="9" y="6"/>
                </a:cubicBezTo>
                <a:cubicBezTo>
                  <a:pt x="6" y="5"/>
                  <a:pt x="3" y="3"/>
                  <a:pt x="0" y="2"/>
                </a:cubicBez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8" name="Freeform 274">
            <a:extLst>
              <a:ext uri="{FF2B5EF4-FFF2-40B4-BE49-F238E27FC236}">
                <a16:creationId xmlns:a16="http://schemas.microsoft.com/office/drawing/2014/main" id="{AD53B2D2-66B8-44A3-A611-026E72FB5870}"/>
              </a:ext>
            </a:extLst>
          </p:cNvPr>
          <p:cNvSpPr>
            <a:spLocks/>
          </p:cNvSpPr>
          <p:nvPr/>
        </p:nvSpPr>
        <p:spPr bwMode="auto">
          <a:xfrm>
            <a:off x="11343368" y="3587522"/>
            <a:ext cx="139700" cy="144463"/>
          </a:xfrm>
          <a:custGeom>
            <a:avLst/>
            <a:gdLst>
              <a:gd name="T0" fmla="*/ 0 w 34"/>
              <a:gd name="T1" fmla="*/ 1 h 35"/>
              <a:gd name="T2" fmla="*/ 13 w 34"/>
              <a:gd name="T3" fmla="*/ 2 h 35"/>
              <a:gd name="T4" fmla="*/ 25 w 34"/>
              <a:gd name="T5" fmla="*/ 10 h 35"/>
              <a:gd name="T6" fmla="*/ 32 w 34"/>
              <a:gd name="T7" fmla="*/ 21 h 35"/>
              <a:gd name="T8" fmla="*/ 34 w 34"/>
              <a:gd name="T9" fmla="*/ 34 h 35"/>
              <a:gd name="T10" fmla="*/ 33 w 34"/>
              <a:gd name="T11" fmla="*/ 35 h 35"/>
              <a:gd name="T12" fmla="*/ 20 w 34"/>
              <a:gd name="T13" fmla="*/ 15 h 35"/>
              <a:gd name="T14" fmla="*/ 10 w 34"/>
              <a:gd name="T15" fmla="*/ 7 h 35"/>
              <a:gd name="T16" fmla="*/ 0 w 34"/>
              <a:gd name="T17" fmla="*/ 2 h 35"/>
              <a:gd name="T18" fmla="*/ 0 w 34"/>
              <a:gd name="T19" fmla="*/ 1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5">
                <a:moveTo>
                  <a:pt x="0" y="1"/>
                </a:moveTo>
                <a:cubicBezTo>
                  <a:pt x="4" y="0"/>
                  <a:pt x="9" y="1"/>
                  <a:pt x="13" y="2"/>
                </a:cubicBezTo>
                <a:cubicBezTo>
                  <a:pt x="18" y="4"/>
                  <a:pt x="21" y="6"/>
                  <a:pt x="25" y="10"/>
                </a:cubicBezTo>
                <a:cubicBezTo>
                  <a:pt x="28" y="13"/>
                  <a:pt x="30" y="17"/>
                  <a:pt x="32" y="21"/>
                </a:cubicBezTo>
                <a:cubicBezTo>
                  <a:pt x="34" y="25"/>
                  <a:pt x="34" y="30"/>
                  <a:pt x="34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30" y="27"/>
                  <a:pt x="26" y="20"/>
                  <a:pt x="20" y="15"/>
                </a:cubicBezTo>
                <a:cubicBezTo>
                  <a:pt x="17" y="12"/>
                  <a:pt x="14" y="9"/>
                  <a:pt x="10" y="7"/>
                </a:cubicBezTo>
                <a:cubicBezTo>
                  <a:pt x="7" y="5"/>
                  <a:pt x="3" y="3"/>
                  <a:pt x="0" y="2"/>
                </a:cubicBez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9" name="Freeform 275">
            <a:extLst>
              <a:ext uri="{FF2B5EF4-FFF2-40B4-BE49-F238E27FC236}">
                <a16:creationId xmlns:a16="http://schemas.microsoft.com/office/drawing/2014/main" id="{280BDD14-F70D-4C2E-9438-970F9006A25A}"/>
              </a:ext>
            </a:extLst>
          </p:cNvPr>
          <p:cNvSpPr>
            <a:spLocks/>
          </p:cNvSpPr>
          <p:nvPr/>
        </p:nvSpPr>
        <p:spPr bwMode="auto">
          <a:xfrm>
            <a:off x="11273518" y="3657372"/>
            <a:ext cx="142875" cy="139700"/>
          </a:xfrm>
          <a:custGeom>
            <a:avLst/>
            <a:gdLst>
              <a:gd name="T0" fmla="*/ 0 w 35"/>
              <a:gd name="T1" fmla="*/ 1 h 34"/>
              <a:gd name="T2" fmla="*/ 13 w 35"/>
              <a:gd name="T3" fmla="*/ 2 h 34"/>
              <a:gd name="T4" fmla="*/ 25 w 35"/>
              <a:gd name="T5" fmla="*/ 9 h 34"/>
              <a:gd name="T6" fmla="*/ 32 w 35"/>
              <a:gd name="T7" fmla="*/ 20 h 34"/>
              <a:gd name="T8" fmla="*/ 34 w 35"/>
              <a:gd name="T9" fmla="*/ 34 h 34"/>
              <a:gd name="T10" fmla="*/ 33 w 35"/>
              <a:gd name="T11" fmla="*/ 34 h 34"/>
              <a:gd name="T12" fmla="*/ 20 w 35"/>
              <a:gd name="T13" fmla="*/ 14 h 34"/>
              <a:gd name="T14" fmla="*/ 11 w 35"/>
              <a:gd name="T15" fmla="*/ 7 h 34"/>
              <a:gd name="T16" fmla="*/ 0 w 35"/>
              <a:gd name="T17" fmla="*/ 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" h="34">
                <a:moveTo>
                  <a:pt x="0" y="1"/>
                </a:moveTo>
                <a:cubicBezTo>
                  <a:pt x="5" y="0"/>
                  <a:pt x="9" y="0"/>
                  <a:pt x="13" y="2"/>
                </a:cubicBezTo>
                <a:cubicBezTo>
                  <a:pt x="18" y="3"/>
                  <a:pt x="22" y="6"/>
                  <a:pt x="25" y="9"/>
                </a:cubicBezTo>
                <a:cubicBezTo>
                  <a:pt x="28" y="12"/>
                  <a:pt x="31" y="16"/>
                  <a:pt x="32" y="20"/>
                </a:cubicBezTo>
                <a:cubicBezTo>
                  <a:pt x="34" y="25"/>
                  <a:pt x="35" y="29"/>
                  <a:pt x="34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0" y="27"/>
                  <a:pt x="26" y="20"/>
                  <a:pt x="20" y="14"/>
                </a:cubicBezTo>
                <a:cubicBezTo>
                  <a:pt x="17" y="11"/>
                  <a:pt x="14" y="9"/>
                  <a:pt x="11" y="7"/>
                </a:cubicBezTo>
                <a:cubicBezTo>
                  <a:pt x="7" y="5"/>
                  <a:pt x="4" y="3"/>
                  <a:pt x="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0" name="Freeform 276">
            <a:extLst>
              <a:ext uri="{FF2B5EF4-FFF2-40B4-BE49-F238E27FC236}">
                <a16:creationId xmlns:a16="http://schemas.microsoft.com/office/drawing/2014/main" id="{F4246BD9-4F48-4F5C-B920-1A79140F6D76}"/>
              </a:ext>
            </a:extLst>
          </p:cNvPr>
          <p:cNvSpPr>
            <a:spLocks/>
          </p:cNvSpPr>
          <p:nvPr/>
        </p:nvSpPr>
        <p:spPr bwMode="auto">
          <a:xfrm>
            <a:off x="11257643" y="3714522"/>
            <a:ext cx="98425" cy="98425"/>
          </a:xfrm>
          <a:custGeom>
            <a:avLst/>
            <a:gdLst>
              <a:gd name="T0" fmla="*/ 0 w 24"/>
              <a:gd name="T1" fmla="*/ 1 h 24"/>
              <a:gd name="T2" fmla="*/ 10 w 24"/>
              <a:gd name="T3" fmla="*/ 1 h 24"/>
              <a:gd name="T4" fmla="*/ 18 w 24"/>
              <a:gd name="T5" fmla="*/ 6 h 24"/>
              <a:gd name="T6" fmla="*/ 23 w 24"/>
              <a:gd name="T7" fmla="*/ 14 h 24"/>
              <a:gd name="T8" fmla="*/ 23 w 24"/>
              <a:gd name="T9" fmla="*/ 24 h 24"/>
              <a:gd name="T10" fmla="*/ 22 w 24"/>
              <a:gd name="T11" fmla="*/ 24 h 24"/>
              <a:gd name="T12" fmla="*/ 13 w 24"/>
              <a:gd name="T13" fmla="*/ 11 h 24"/>
              <a:gd name="T14" fmla="*/ 7 w 24"/>
              <a:gd name="T15" fmla="*/ 6 h 24"/>
              <a:gd name="T16" fmla="*/ 0 w 24"/>
              <a:gd name="T17" fmla="*/ 2 h 24"/>
              <a:gd name="T18" fmla="*/ 0 w 24"/>
              <a:gd name="T19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4">
                <a:moveTo>
                  <a:pt x="0" y="1"/>
                </a:moveTo>
                <a:cubicBezTo>
                  <a:pt x="3" y="0"/>
                  <a:pt x="7" y="0"/>
                  <a:pt x="10" y="1"/>
                </a:cubicBezTo>
                <a:cubicBezTo>
                  <a:pt x="13" y="2"/>
                  <a:pt x="16" y="3"/>
                  <a:pt x="18" y="6"/>
                </a:cubicBezTo>
                <a:cubicBezTo>
                  <a:pt x="20" y="8"/>
                  <a:pt x="22" y="11"/>
                  <a:pt x="23" y="14"/>
                </a:cubicBezTo>
                <a:cubicBezTo>
                  <a:pt x="24" y="17"/>
                  <a:pt x="24" y="20"/>
                  <a:pt x="2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0" y="19"/>
                  <a:pt x="17" y="14"/>
                  <a:pt x="13" y="11"/>
                </a:cubicBezTo>
                <a:cubicBezTo>
                  <a:pt x="11" y="9"/>
                  <a:pt x="9" y="7"/>
                  <a:pt x="7" y="6"/>
                </a:cubicBezTo>
                <a:cubicBezTo>
                  <a:pt x="5" y="4"/>
                  <a:pt x="2" y="3"/>
                  <a:pt x="0" y="2"/>
                </a:cubicBez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1" name="Freeform 277">
            <a:extLst>
              <a:ext uri="{FF2B5EF4-FFF2-40B4-BE49-F238E27FC236}">
                <a16:creationId xmlns:a16="http://schemas.microsoft.com/office/drawing/2014/main" id="{5EA980C2-ACB5-4FA4-B8D1-54E05457DD08}"/>
              </a:ext>
            </a:extLst>
          </p:cNvPr>
          <p:cNvSpPr>
            <a:spLocks/>
          </p:cNvSpPr>
          <p:nvPr/>
        </p:nvSpPr>
        <p:spPr bwMode="auto">
          <a:xfrm>
            <a:off x="11338605" y="3641497"/>
            <a:ext cx="90488" cy="73025"/>
          </a:xfrm>
          <a:custGeom>
            <a:avLst/>
            <a:gdLst>
              <a:gd name="T0" fmla="*/ 1 w 22"/>
              <a:gd name="T1" fmla="*/ 1 h 18"/>
              <a:gd name="T2" fmla="*/ 9 w 22"/>
              <a:gd name="T3" fmla="*/ 1 h 18"/>
              <a:gd name="T4" fmla="*/ 15 w 22"/>
              <a:gd name="T5" fmla="*/ 4 h 18"/>
              <a:gd name="T6" fmla="*/ 20 w 22"/>
              <a:gd name="T7" fmla="*/ 9 h 18"/>
              <a:gd name="T8" fmla="*/ 22 w 22"/>
              <a:gd name="T9" fmla="*/ 18 h 18"/>
              <a:gd name="T10" fmla="*/ 21 w 22"/>
              <a:gd name="T11" fmla="*/ 18 h 18"/>
              <a:gd name="T12" fmla="*/ 11 w 22"/>
              <a:gd name="T13" fmla="*/ 9 h 18"/>
              <a:gd name="T14" fmla="*/ 0 w 22"/>
              <a:gd name="T15" fmla="*/ 2 h 18"/>
              <a:gd name="T16" fmla="*/ 1 w 22"/>
              <a:gd name="T17" fmla="*/ 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18">
                <a:moveTo>
                  <a:pt x="1" y="1"/>
                </a:moveTo>
                <a:cubicBezTo>
                  <a:pt x="4" y="0"/>
                  <a:pt x="7" y="0"/>
                  <a:pt x="9" y="1"/>
                </a:cubicBezTo>
                <a:cubicBezTo>
                  <a:pt x="11" y="1"/>
                  <a:pt x="14" y="2"/>
                  <a:pt x="15" y="4"/>
                </a:cubicBezTo>
                <a:cubicBezTo>
                  <a:pt x="17" y="5"/>
                  <a:pt x="19" y="7"/>
                  <a:pt x="20" y="9"/>
                </a:cubicBezTo>
                <a:cubicBezTo>
                  <a:pt x="21" y="12"/>
                  <a:pt x="22" y="14"/>
                  <a:pt x="22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18" y="15"/>
                  <a:pt x="15" y="12"/>
                  <a:pt x="11" y="9"/>
                </a:cubicBezTo>
                <a:cubicBezTo>
                  <a:pt x="8" y="7"/>
                  <a:pt x="4" y="4"/>
                  <a:pt x="0" y="2"/>
                </a:cubicBezTo>
                <a:lnTo>
                  <a:pt x="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2" name="Freeform 278">
            <a:extLst>
              <a:ext uri="{FF2B5EF4-FFF2-40B4-BE49-F238E27FC236}">
                <a16:creationId xmlns:a16="http://schemas.microsoft.com/office/drawing/2014/main" id="{BC4E40F1-43DA-43CC-96E7-18746F5F2915}"/>
              </a:ext>
            </a:extLst>
          </p:cNvPr>
          <p:cNvSpPr>
            <a:spLocks/>
          </p:cNvSpPr>
          <p:nvPr/>
        </p:nvSpPr>
        <p:spPr bwMode="auto">
          <a:xfrm>
            <a:off x="11437030" y="3543072"/>
            <a:ext cx="103188" cy="98425"/>
          </a:xfrm>
          <a:custGeom>
            <a:avLst/>
            <a:gdLst>
              <a:gd name="T0" fmla="*/ 0 w 25"/>
              <a:gd name="T1" fmla="*/ 1 h 24"/>
              <a:gd name="T2" fmla="*/ 10 w 25"/>
              <a:gd name="T3" fmla="*/ 2 h 24"/>
              <a:gd name="T4" fmla="*/ 18 w 25"/>
              <a:gd name="T5" fmla="*/ 6 h 24"/>
              <a:gd name="T6" fmla="*/ 23 w 25"/>
              <a:gd name="T7" fmla="*/ 14 h 24"/>
              <a:gd name="T8" fmla="*/ 24 w 25"/>
              <a:gd name="T9" fmla="*/ 24 h 24"/>
              <a:gd name="T10" fmla="*/ 24 w 25"/>
              <a:gd name="T11" fmla="*/ 24 h 24"/>
              <a:gd name="T12" fmla="*/ 13 w 25"/>
              <a:gd name="T13" fmla="*/ 12 h 24"/>
              <a:gd name="T14" fmla="*/ 6 w 25"/>
              <a:gd name="T15" fmla="*/ 6 h 24"/>
              <a:gd name="T16" fmla="*/ 0 w 25"/>
              <a:gd name="T17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" h="24">
                <a:moveTo>
                  <a:pt x="0" y="1"/>
                </a:moveTo>
                <a:cubicBezTo>
                  <a:pt x="4" y="0"/>
                  <a:pt x="7" y="1"/>
                  <a:pt x="10" y="2"/>
                </a:cubicBezTo>
                <a:cubicBezTo>
                  <a:pt x="13" y="3"/>
                  <a:pt x="15" y="4"/>
                  <a:pt x="18" y="6"/>
                </a:cubicBezTo>
                <a:cubicBezTo>
                  <a:pt x="20" y="8"/>
                  <a:pt x="22" y="11"/>
                  <a:pt x="23" y="14"/>
                </a:cubicBezTo>
                <a:cubicBezTo>
                  <a:pt x="24" y="17"/>
                  <a:pt x="25" y="20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1" y="19"/>
                  <a:pt x="17" y="15"/>
                  <a:pt x="13" y="12"/>
                </a:cubicBezTo>
                <a:cubicBezTo>
                  <a:pt x="11" y="10"/>
                  <a:pt x="9" y="8"/>
                  <a:pt x="6" y="6"/>
                </a:cubicBezTo>
                <a:cubicBezTo>
                  <a:pt x="4" y="5"/>
                  <a:pt x="2" y="3"/>
                  <a:pt x="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3" name="Freeform 279">
            <a:extLst>
              <a:ext uri="{FF2B5EF4-FFF2-40B4-BE49-F238E27FC236}">
                <a16:creationId xmlns:a16="http://schemas.microsoft.com/office/drawing/2014/main" id="{BAF80DD4-C884-4C37-9049-887112F2F0E2}"/>
              </a:ext>
            </a:extLst>
          </p:cNvPr>
          <p:cNvSpPr>
            <a:spLocks/>
          </p:cNvSpPr>
          <p:nvPr/>
        </p:nvSpPr>
        <p:spPr bwMode="auto">
          <a:xfrm>
            <a:off x="6715805" y="6630759"/>
            <a:ext cx="242888" cy="127000"/>
          </a:xfrm>
          <a:custGeom>
            <a:avLst/>
            <a:gdLst>
              <a:gd name="T0" fmla="*/ 30 w 59"/>
              <a:gd name="T1" fmla="*/ 10 h 31"/>
              <a:gd name="T2" fmla="*/ 3 w 59"/>
              <a:gd name="T3" fmla="*/ 0 h 31"/>
              <a:gd name="T4" fmla="*/ 1 w 59"/>
              <a:gd name="T5" fmla="*/ 8 h 31"/>
              <a:gd name="T6" fmla="*/ 12 w 59"/>
              <a:gd name="T7" fmla="*/ 31 h 31"/>
              <a:gd name="T8" fmla="*/ 51 w 59"/>
              <a:gd name="T9" fmla="*/ 31 h 31"/>
              <a:gd name="T10" fmla="*/ 58 w 59"/>
              <a:gd name="T11" fmla="*/ 8 h 31"/>
              <a:gd name="T12" fmla="*/ 57 w 59"/>
              <a:gd name="T13" fmla="*/ 0 h 31"/>
              <a:gd name="T14" fmla="*/ 30 w 59"/>
              <a:gd name="T15" fmla="*/ 1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9" h="31">
                <a:moveTo>
                  <a:pt x="30" y="10"/>
                </a:moveTo>
                <a:cubicBezTo>
                  <a:pt x="20" y="10"/>
                  <a:pt x="10" y="6"/>
                  <a:pt x="3" y="0"/>
                </a:cubicBezTo>
                <a:cubicBezTo>
                  <a:pt x="2" y="3"/>
                  <a:pt x="1" y="5"/>
                  <a:pt x="1" y="8"/>
                </a:cubicBezTo>
                <a:cubicBezTo>
                  <a:pt x="1" y="21"/>
                  <a:pt x="0" y="31"/>
                  <a:pt x="12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9" y="31"/>
                  <a:pt x="58" y="21"/>
                  <a:pt x="58" y="8"/>
                </a:cubicBezTo>
                <a:cubicBezTo>
                  <a:pt x="58" y="5"/>
                  <a:pt x="58" y="3"/>
                  <a:pt x="57" y="0"/>
                </a:cubicBezTo>
                <a:cubicBezTo>
                  <a:pt x="49" y="6"/>
                  <a:pt x="40" y="10"/>
                  <a:pt x="30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4" name="Freeform 280">
            <a:extLst>
              <a:ext uri="{FF2B5EF4-FFF2-40B4-BE49-F238E27FC236}">
                <a16:creationId xmlns:a16="http://schemas.microsoft.com/office/drawing/2014/main" id="{16E22F19-E8A4-4CC9-BB0F-C5D304D4A1C3}"/>
              </a:ext>
            </a:extLst>
          </p:cNvPr>
          <p:cNvSpPr>
            <a:spLocks noEditPoints="1"/>
          </p:cNvSpPr>
          <p:nvPr/>
        </p:nvSpPr>
        <p:spPr bwMode="auto">
          <a:xfrm>
            <a:off x="6655480" y="6302147"/>
            <a:ext cx="363538" cy="357188"/>
          </a:xfrm>
          <a:custGeom>
            <a:avLst/>
            <a:gdLst>
              <a:gd name="T0" fmla="*/ 45 w 89"/>
              <a:gd name="T1" fmla="*/ 0 h 87"/>
              <a:gd name="T2" fmla="*/ 0 w 89"/>
              <a:gd name="T3" fmla="*/ 40 h 87"/>
              <a:gd name="T4" fmla="*/ 18 w 89"/>
              <a:gd name="T5" fmla="*/ 78 h 87"/>
              <a:gd name="T6" fmla="*/ 45 w 89"/>
              <a:gd name="T7" fmla="*/ 87 h 87"/>
              <a:gd name="T8" fmla="*/ 72 w 89"/>
              <a:gd name="T9" fmla="*/ 78 h 87"/>
              <a:gd name="T10" fmla="*/ 89 w 89"/>
              <a:gd name="T11" fmla="*/ 40 h 87"/>
              <a:gd name="T12" fmla="*/ 45 w 89"/>
              <a:gd name="T13" fmla="*/ 0 h 87"/>
              <a:gd name="T14" fmla="*/ 65 w 89"/>
              <a:gd name="T15" fmla="*/ 8 h 87"/>
              <a:gd name="T16" fmla="*/ 73 w 89"/>
              <a:gd name="T17" fmla="*/ 12 h 87"/>
              <a:gd name="T18" fmla="*/ 65 w 89"/>
              <a:gd name="T19" fmla="*/ 17 h 87"/>
              <a:gd name="T20" fmla="*/ 57 w 89"/>
              <a:gd name="T21" fmla="*/ 12 h 87"/>
              <a:gd name="T22" fmla="*/ 65 w 89"/>
              <a:gd name="T23" fmla="*/ 8 h 87"/>
              <a:gd name="T24" fmla="*/ 26 w 89"/>
              <a:gd name="T25" fmla="*/ 11 h 87"/>
              <a:gd name="T26" fmla="*/ 31 w 89"/>
              <a:gd name="T27" fmla="*/ 17 h 87"/>
              <a:gd name="T28" fmla="*/ 26 w 89"/>
              <a:gd name="T29" fmla="*/ 22 h 87"/>
              <a:gd name="T30" fmla="*/ 20 w 89"/>
              <a:gd name="T31" fmla="*/ 17 h 87"/>
              <a:gd name="T32" fmla="*/ 26 w 89"/>
              <a:gd name="T33" fmla="*/ 11 h 87"/>
              <a:gd name="T34" fmla="*/ 31 w 89"/>
              <a:gd name="T35" fmla="*/ 58 h 87"/>
              <a:gd name="T36" fmla="*/ 14 w 89"/>
              <a:gd name="T37" fmla="*/ 56 h 87"/>
              <a:gd name="T38" fmla="*/ 11 w 89"/>
              <a:gd name="T39" fmla="*/ 39 h 87"/>
              <a:gd name="T40" fmla="*/ 28 w 89"/>
              <a:gd name="T41" fmla="*/ 41 h 87"/>
              <a:gd name="T42" fmla="*/ 31 w 89"/>
              <a:gd name="T43" fmla="*/ 58 h 87"/>
              <a:gd name="T44" fmla="*/ 38 w 89"/>
              <a:gd name="T45" fmla="*/ 26 h 87"/>
              <a:gd name="T46" fmla="*/ 47 w 89"/>
              <a:gd name="T47" fmla="*/ 22 h 87"/>
              <a:gd name="T48" fmla="*/ 57 w 89"/>
              <a:gd name="T49" fmla="*/ 26 h 87"/>
              <a:gd name="T50" fmla="*/ 47 w 89"/>
              <a:gd name="T51" fmla="*/ 31 h 87"/>
              <a:gd name="T52" fmla="*/ 38 w 89"/>
              <a:gd name="T53" fmla="*/ 26 h 87"/>
              <a:gd name="T54" fmla="*/ 74 w 89"/>
              <a:gd name="T55" fmla="*/ 68 h 87"/>
              <a:gd name="T56" fmla="*/ 57 w 89"/>
              <a:gd name="T57" fmla="*/ 68 h 87"/>
              <a:gd name="T58" fmla="*/ 61 w 89"/>
              <a:gd name="T59" fmla="*/ 52 h 87"/>
              <a:gd name="T60" fmla="*/ 78 w 89"/>
              <a:gd name="T61" fmla="*/ 52 h 87"/>
              <a:gd name="T62" fmla="*/ 74 w 89"/>
              <a:gd name="T63" fmla="*/ 68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9" h="87">
                <a:moveTo>
                  <a:pt x="45" y="0"/>
                </a:moveTo>
                <a:cubicBezTo>
                  <a:pt x="20" y="0"/>
                  <a:pt x="0" y="13"/>
                  <a:pt x="0" y="40"/>
                </a:cubicBezTo>
                <a:cubicBezTo>
                  <a:pt x="0" y="55"/>
                  <a:pt x="7" y="69"/>
                  <a:pt x="18" y="78"/>
                </a:cubicBezTo>
                <a:cubicBezTo>
                  <a:pt x="25" y="84"/>
                  <a:pt x="35" y="87"/>
                  <a:pt x="45" y="87"/>
                </a:cubicBezTo>
                <a:cubicBezTo>
                  <a:pt x="55" y="87"/>
                  <a:pt x="64" y="84"/>
                  <a:pt x="72" y="78"/>
                </a:cubicBezTo>
                <a:cubicBezTo>
                  <a:pt x="82" y="69"/>
                  <a:pt x="89" y="55"/>
                  <a:pt x="89" y="40"/>
                </a:cubicBezTo>
                <a:cubicBezTo>
                  <a:pt x="89" y="13"/>
                  <a:pt x="69" y="0"/>
                  <a:pt x="45" y="0"/>
                </a:cubicBezTo>
                <a:close/>
                <a:moveTo>
                  <a:pt x="65" y="8"/>
                </a:moveTo>
                <a:cubicBezTo>
                  <a:pt x="69" y="8"/>
                  <a:pt x="73" y="10"/>
                  <a:pt x="73" y="12"/>
                </a:cubicBezTo>
                <a:cubicBezTo>
                  <a:pt x="73" y="15"/>
                  <a:pt x="69" y="17"/>
                  <a:pt x="65" y="17"/>
                </a:cubicBezTo>
                <a:cubicBezTo>
                  <a:pt x="60" y="17"/>
                  <a:pt x="57" y="15"/>
                  <a:pt x="57" y="12"/>
                </a:cubicBezTo>
                <a:cubicBezTo>
                  <a:pt x="57" y="10"/>
                  <a:pt x="60" y="8"/>
                  <a:pt x="65" y="8"/>
                </a:cubicBezTo>
                <a:close/>
                <a:moveTo>
                  <a:pt x="26" y="11"/>
                </a:moveTo>
                <a:cubicBezTo>
                  <a:pt x="29" y="11"/>
                  <a:pt x="31" y="13"/>
                  <a:pt x="31" y="17"/>
                </a:cubicBezTo>
                <a:cubicBezTo>
                  <a:pt x="31" y="20"/>
                  <a:pt x="29" y="22"/>
                  <a:pt x="26" y="22"/>
                </a:cubicBezTo>
                <a:cubicBezTo>
                  <a:pt x="23" y="22"/>
                  <a:pt x="20" y="20"/>
                  <a:pt x="20" y="17"/>
                </a:cubicBezTo>
                <a:cubicBezTo>
                  <a:pt x="20" y="13"/>
                  <a:pt x="23" y="11"/>
                  <a:pt x="26" y="11"/>
                </a:cubicBezTo>
                <a:close/>
                <a:moveTo>
                  <a:pt x="31" y="58"/>
                </a:moveTo>
                <a:cubicBezTo>
                  <a:pt x="27" y="62"/>
                  <a:pt x="19" y="61"/>
                  <a:pt x="14" y="56"/>
                </a:cubicBezTo>
                <a:cubicBezTo>
                  <a:pt x="8" y="51"/>
                  <a:pt x="7" y="44"/>
                  <a:pt x="11" y="39"/>
                </a:cubicBezTo>
                <a:cubicBezTo>
                  <a:pt x="15" y="35"/>
                  <a:pt x="22" y="36"/>
                  <a:pt x="28" y="41"/>
                </a:cubicBezTo>
                <a:cubicBezTo>
                  <a:pt x="33" y="46"/>
                  <a:pt x="34" y="54"/>
                  <a:pt x="31" y="58"/>
                </a:cubicBezTo>
                <a:close/>
                <a:moveTo>
                  <a:pt x="38" y="26"/>
                </a:moveTo>
                <a:cubicBezTo>
                  <a:pt x="38" y="24"/>
                  <a:pt x="42" y="22"/>
                  <a:pt x="47" y="22"/>
                </a:cubicBezTo>
                <a:cubicBezTo>
                  <a:pt x="53" y="22"/>
                  <a:pt x="57" y="24"/>
                  <a:pt x="57" y="26"/>
                </a:cubicBezTo>
                <a:cubicBezTo>
                  <a:pt x="57" y="29"/>
                  <a:pt x="53" y="31"/>
                  <a:pt x="47" y="31"/>
                </a:cubicBezTo>
                <a:cubicBezTo>
                  <a:pt x="42" y="31"/>
                  <a:pt x="38" y="29"/>
                  <a:pt x="38" y="26"/>
                </a:cubicBezTo>
                <a:close/>
                <a:moveTo>
                  <a:pt x="74" y="68"/>
                </a:moveTo>
                <a:cubicBezTo>
                  <a:pt x="68" y="73"/>
                  <a:pt x="60" y="73"/>
                  <a:pt x="57" y="68"/>
                </a:cubicBezTo>
                <a:cubicBezTo>
                  <a:pt x="53" y="64"/>
                  <a:pt x="55" y="57"/>
                  <a:pt x="61" y="52"/>
                </a:cubicBezTo>
                <a:cubicBezTo>
                  <a:pt x="67" y="48"/>
                  <a:pt x="75" y="47"/>
                  <a:pt x="78" y="52"/>
                </a:cubicBezTo>
                <a:cubicBezTo>
                  <a:pt x="81" y="56"/>
                  <a:pt x="80" y="64"/>
                  <a:pt x="74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5" name="Freeform 281">
            <a:extLst>
              <a:ext uri="{FF2B5EF4-FFF2-40B4-BE49-F238E27FC236}">
                <a16:creationId xmlns:a16="http://schemas.microsoft.com/office/drawing/2014/main" id="{B7B39B6A-5DF9-44C3-A83B-C166068C9610}"/>
              </a:ext>
            </a:extLst>
          </p:cNvPr>
          <p:cNvSpPr>
            <a:spLocks/>
          </p:cNvSpPr>
          <p:nvPr/>
        </p:nvSpPr>
        <p:spPr bwMode="auto">
          <a:xfrm>
            <a:off x="10638518" y="4171722"/>
            <a:ext cx="228600" cy="401638"/>
          </a:xfrm>
          <a:custGeom>
            <a:avLst/>
            <a:gdLst>
              <a:gd name="T0" fmla="*/ 144 w 144"/>
              <a:gd name="T1" fmla="*/ 253 h 253"/>
              <a:gd name="T2" fmla="*/ 0 w 144"/>
              <a:gd name="T3" fmla="*/ 253 h 253"/>
              <a:gd name="T4" fmla="*/ 0 w 144"/>
              <a:gd name="T5" fmla="*/ 0 h 253"/>
              <a:gd name="T6" fmla="*/ 10 w 144"/>
              <a:gd name="T7" fmla="*/ 0 h 253"/>
              <a:gd name="T8" fmla="*/ 10 w 144"/>
              <a:gd name="T9" fmla="*/ 243 h 253"/>
              <a:gd name="T10" fmla="*/ 134 w 144"/>
              <a:gd name="T11" fmla="*/ 243 h 253"/>
              <a:gd name="T12" fmla="*/ 134 w 144"/>
              <a:gd name="T13" fmla="*/ 0 h 253"/>
              <a:gd name="T14" fmla="*/ 144 w 144"/>
              <a:gd name="T15" fmla="*/ 0 h 253"/>
              <a:gd name="T16" fmla="*/ 144 w 144"/>
              <a:gd name="T17" fmla="*/ 253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4" h="253">
                <a:moveTo>
                  <a:pt x="144" y="253"/>
                </a:moveTo>
                <a:lnTo>
                  <a:pt x="0" y="253"/>
                </a:lnTo>
                <a:lnTo>
                  <a:pt x="0" y="0"/>
                </a:lnTo>
                <a:lnTo>
                  <a:pt x="10" y="0"/>
                </a:lnTo>
                <a:lnTo>
                  <a:pt x="10" y="243"/>
                </a:lnTo>
                <a:lnTo>
                  <a:pt x="134" y="243"/>
                </a:lnTo>
                <a:lnTo>
                  <a:pt x="134" y="0"/>
                </a:lnTo>
                <a:lnTo>
                  <a:pt x="144" y="0"/>
                </a:lnTo>
                <a:lnTo>
                  <a:pt x="144" y="2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6" name="Freeform 282">
            <a:extLst>
              <a:ext uri="{FF2B5EF4-FFF2-40B4-BE49-F238E27FC236}">
                <a16:creationId xmlns:a16="http://schemas.microsoft.com/office/drawing/2014/main" id="{7AE303CA-358D-4E5E-A42B-62FD2137D5F6}"/>
              </a:ext>
            </a:extLst>
          </p:cNvPr>
          <p:cNvSpPr>
            <a:spLocks/>
          </p:cNvSpPr>
          <p:nvPr/>
        </p:nvSpPr>
        <p:spPr bwMode="auto">
          <a:xfrm>
            <a:off x="10638518" y="4171722"/>
            <a:ext cx="228600" cy="401638"/>
          </a:xfrm>
          <a:custGeom>
            <a:avLst/>
            <a:gdLst>
              <a:gd name="T0" fmla="*/ 144 w 144"/>
              <a:gd name="T1" fmla="*/ 253 h 253"/>
              <a:gd name="T2" fmla="*/ 0 w 144"/>
              <a:gd name="T3" fmla="*/ 253 h 253"/>
              <a:gd name="T4" fmla="*/ 0 w 144"/>
              <a:gd name="T5" fmla="*/ 0 h 253"/>
              <a:gd name="T6" fmla="*/ 10 w 144"/>
              <a:gd name="T7" fmla="*/ 0 h 253"/>
              <a:gd name="T8" fmla="*/ 10 w 144"/>
              <a:gd name="T9" fmla="*/ 243 h 253"/>
              <a:gd name="T10" fmla="*/ 134 w 144"/>
              <a:gd name="T11" fmla="*/ 243 h 253"/>
              <a:gd name="T12" fmla="*/ 134 w 144"/>
              <a:gd name="T13" fmla="*/ 0 h 253"/>
              <a:gd name="T14" fmla="*/ 144 w 144"/>
              <a:gd name="T15" fmla="*/ 0 h 253"/>
              <a:gd name="T16" fmla="*/ 144 w 144"/>
              <a:gd name="T17" fmla="*/ 253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4" h="253">
                <a:moveTo>
                  <a:pt x="144" y="253"/>
                </a:moveTo>
                <a:lnTo>
                  <a:pt x="0" y="253"/>
                </a:lnTo>
                <a:lnTo>
                  <a:pt x="0" y="0"/>
                </a:lnTo>
                <a:lnTo>
                  <a:pt x="10" y="0"/>
                </a:lnTo>
                <a:lnTo>
                  <a:pt x="10" y="243"/>
                </a:lnTo>
                <a:lnTo>
                  <a:pt x="134" y="243"/>
                </a:lnTo>
                <a:lnTo>
                  <a:pt x="134" y="0"/>
                </a:lnTo>
                <a:lnTo>
                  <a:pt x="144" y="0"/>
                </a:lnTo>
                <a:lnTo>
                  <a:pt x="144" y="25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7" name="Rectangle 283">
            <a:extLst>
              <a:ext uri="{FF2B5EF4-FFF2-40B4-BE49-F238E27FC236}">
                <a16:creationId xmlns:a16="http://schemas.microsoft.com/office/drawing/2014/main" id="{A974EC4B-1432-47EA-A91E-C4F7076C0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54393" y="4232047"/>
            <a:ext cx="196850" cy="3254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8" name="Rectangle 284">
            <a:extLst>
              <a:ext uri="{FF2B5EF4-FFF2-40B4-BE49-F238E27FC236}">
                <a16:creationId xmlns:a16="http://schemas.microsoft.com/office/drawing/2014/main" id="{A4AEEF35-FF74-4ECF-A0A7-A1050F9EF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54393" y="4232047"/>
            <a:ext cx="196850" cy="3254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9" name="Freeform 285">
            <a:extLst>
              <a:ext uri="{FF2B5EF4-FFF2-40B4-BE49-F238E27FC236}">
                <a16:creationId xmlns:a16="http://schemas.microsoft.com/office/drawing/2014/main" id="{0411D758-E985-48AA-AACB-832B5D22ED90}"/>
              </a:ext>
            </a:extLst>
          </p:cNvPr>
          <p:cNvSpPr>
            <a:spLocks/>
          </p:cNvSpPr>
          <p:nvPr/>
        </p:nvSpPr>
        <p:spPr bwMode="auto">
          <a:xfrm>
            <a:off x="10646455" y="4232047"/>
            <a:ext cx="212725" cy="333375"/>
          </a:xfrm>
          <a:custGeom>
            <a:avLst/>
            <a:gdLst>
              <a:gd name="T0" fmla="*/ 134 w 134"/>
              <a:gd name="T1" fmla="*/ 0 h 210"/>
              <a:gd name="T2" fmla="*/ 129 w 134"/>
              <a:gd name="T3" fmla="*/ 0 h 210"/>
              <a:gd name="T4" fmla="*/ 129 w 134"/>
              <a:gd name="T5" fmla="*/ 205 h 210"/>
              <a:gd name="T6" fmla="*/ 5 w 134"/>
              <a:gd name="T7" fmla="*/ 205 h 210"/>
              <a:gd name="T8" fmla="*/ 5 w 134"/>
              <a:gd name="T9" fmla="*/ 0 h 210"/>
              <a:gd name="T10" fmla="*/ 0 w 134"/>
              <a:gd name="T11" fmla="*/ 0 h 210"/>
              <a:gd name="T12" fmla="*/ 0 w 134"/>
              <a:gd name="T13" fmla="*/ 210 h 210"/>
              <a:gd name="T14" fmla="*/ 134 w 134"/>
              <a:gd name="T15" fmla="*/ 210 h 210"/>
              <a:gd name="T16" fmla="*/ 134 w 134"/>
              <a:gd name="T17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4" h="210">
                <a:moveTo>
                  <a:pt x="134" y="0"/>
                </a:moveTo>
                <a:lnTo>
                  <a:pt x="129" y="0"/>
                </a:lnTo>
                <a:lnTo>
                  <a:pt x="129" y="205"/>
                </a:lnTo>
                <a:lnTo>
                  <a:pt x="5" y="205"/>
                </a:lnTo>
                <a:lnTo>
                  <a:pt x="5" y="0"/>
                </a:lnTo>
                <a:lnTo>
                  <a:pt x="0" y="0"/>
                </a:lnTo>
                <a:lnTo>
                  <a:pt x="0" y="210"/>
                </a:lnTo>
                <a:lnTo>
                  <a:pt x="134" y="210"/>
                </a:lnTo>
                <a:lnTo>
                  <a:pt x="13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0" name="Freeform 286">
            <a:extLst>
              <a:ext uri="{FF2B5EF4-FFF2-40B4-BE49-F238E27FC236}">
                <a16:creationId xmlns:a16="http://schemas.microsoft.com/office/drawing/2014/main" id="{CBFF1BF1-D139-41F1-87EA-7586CCAD8224}"/>
              </a:ext>
            </a:extLst>
          </p:cNvPr>
          <p:cNvSpPr>
            <a:spLocks/>
          </p:cNvSpPr>
          <p:nvPr/>
        </p:nvSpPr>
        <p:spPr bwMode="auto">
          <a:xfrm>
            <a:off x="10646455" y="4232047"/>
            <a:ext cx="212725" cy="333375"/>
          </a:xfrm>
          <a:custGeom>
            <a:avLst/>
            <a:gdLst>
              <a:gd name="T0" fmla="*/ 134 w 134"/>
              <a:gd name="T1" fmla="*/ 0 h 210"/>
              <a:gd name="T2" fmla="*/ 129 w 134"/>
              <a:gd name="T3" fmla="*/ 0 h 210"/>
              <a:gd name="T4" fmla="*/ 129 w 134"/>
              <a:gd name="T5" fmla="*/ 205 h 210"/>
              <a:gd name="T6" fmla="*/ 5 w 134"/>
              <a:gd name="T7" fmla="*/ 205 h 210"/>
              <a:gd name="T8" fmla="*/ 5 w 134"/>
              <a:gd name="T9" fmla="*/ 0 h 210"/>
              <a:gd name="T10" fmla="*/ 0 w 134"/>
              <a:gd name="T11" fmla="*/ 0 h 210"/>
              <a:gd name="T12" fmla="*/ 0 w 134"/>
              <a:gd name="T13" fmla="*/ 210 h 210"/>
              <a:gd name="T14" fmla="*/ 134 w 134"/>
              <a:gd name="T15" fmla="*/ 210 h 210"/>
              <a:gd name="T16" fmla="*/ 134 w 134"/>
              <a:gd name="T17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4" h="210">
                <a:moveTo>
                  <a:pt x="134" y="0"/>
                </a:moveTo>
                <a:lnTo>
                  <a:pt x="129" y="0"/>
                </a:lnTo>
                <a:lnTo>
                  <a:pt x="129" y="205"/>
                </a:lnTo>
                <a:lnTo>
                  <a:pt x="5" y="205"/>
                </a:lnTo>
                <a:lnTo>
                  <a:pt x="5" y="0"/>
                </a:lnTo>
                <a:lnTo>
                  <a:pt x="0" y="0"/>
                </a:lnTo>
                <a:lnTo>
                  <a:pt x="0" y="210"/>
                </a:lnTo>
                <a:lnTo>
                  <a:pt x="134" y="210"/>
                </a:lnTo>
                <a:lnTo>
                  <a:pt x="13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1" name="Freeform 287">
            <a:extLst>
              <a:ext uri="{FF2B5EF4-FFF2-40B4-BE49-F238E27FC236}">
                <a16:creationId xmlns:a16="http://schemas.microsoft.com/office/drawing/2014/main" id="{A35AB0DD-BAA8-48DA-8EDE-56B3B3FFFBAF}"/>
              </a:ext>
            </a:extLst>
          </p:cNvPr>
          <p:cNvSpPr>
            <a:spLocks/>
          </p:cNvSpPr>
          <p:nvPr/>
        </p:nvSpPr>
        <p:spPr bwMode="auto">
          <a:xfrm>
            <a:off x="10682968" y="4068534"/>
            <a:ext cx="225425" cy="468313"/>
          </a:xfrm>
          <a:custGeom>
            <a:avLst/>
            <a:gdLst>
              <a:gd name="T0" fmla="*/ 10 w 142"/>
              <a:gd name="T1" fmla="*/ 295 h 295"/>
              <a:gd name="T2" fmla="*/ 0 w 142"/>
              <a:gd name="T3" fmla="*/ 292 h 295"/>
              <a:gd name="T4" fmla="*/ 78 w 142"/>
              <a:gd name="T5" fmla="*/ 10 h 295"/>
              <a:gd name="T6" fmla="*/ 142 w 142"/>
              <a:gd name="T7" fmla="*/ 0 h 295"/>
              <a:gd name="T8" fmla="*/ 142 w 142"/>
              <a:gd name="T9" fmla="*/ 10 h 295"/>
              <a:gd name="T10" fmla="*/ 88 w 142"/>
              <a:gd name="T11" fmla="*/ 21 h 295"/>
              <a:gd name="T12" fmla="*/ 10 w 142"/>
              <a:gd name="T13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" h="295">
                <a:moveTo>
                  <a:pt x="10" y="295"/>
                </a:moveTo>
                <a:lnTo>
                  <a:pt x="0" y="292"/>
                </a:lnTo>
                <a:lnTo>
                  <a:pt x="78" y="10"/>
                </a:lnTo>
                <a:lnTo>
                  <a:pt x="142" y="0"/>
                </a:lnTo>
                <a:lnTo>
                  <a:pt x="142" y="10"/>
                </a:lnTo>
                <a:lnTo>
                  <a:pt x="88" y="21"/>
                </a:lnTo>
                <a:lnTo>
                  <a:pt x="10" y="29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2" name="Freeform 288">
            <a:extLst>
              <a:ext uri="{FF2B5EF4-FFF2-40B4-BE49-F238E27FC236}">
                <a16:creationId xmlns:a16="http://schemas.microsoft.com/office/drawing/2014/main" id="{B49D913E-7B05-4683-84F8-1CCF62AAF862}"/>
              </a:ext>
            </a:extLst>
          </p:cNvPr>
          <p:cNvSpPr>
            <a:spLocks noEditPoints="1"/>
          </p:cNvSpPr>
          <p:nvPr/>
        </p:nvSpPr>
        <p:spPr bwMode="auto">
          <a:xfrm>
            <a:off x="10682968" y="4249509"/>
            <a:ext cx="41275" cy="41275"/>
          </a:xfrm>
          <a:custGeom>
            <a:avLst/>
            <a:gdLst>
              <a:gd name="T0" fmla="*/ 5 w 10"/>
              <a:gd name="T1" fmla="*/ 10 h 10"/>
              <a:gd name="T2" fmla="*/ 0 w 10"/>
              <a:gd name="T3" fmla="*/ 5 h 10"/>
              <a:gd name="T4" fmla="*/ 5 w 10"/>
              <a:gd name="T5" fmla="*/ 0 h 10"/>
              <a:gd name="T6" fmla="*/ 10 w 10"/>
              <a:gd name="T7" fmla="*/ 5 h 10"/>
              <a:gd name="T8" fmla="*/ 5 w 10"/>
              <a:gd name="T9" fmla="*/ 10 h 10"/>
              <a:gd name="T10" fmla="*/ 5 w 10"/>
              <a:gd name="T11" fmla="*/ 4 h 10"/>
              <a:gd name="T12" fmla="*/ 4 w 10"/>
              <a:gd name="T13" fmla="*/ 5 h 10"/>
              <a:gd name="T14" fmla="*/ 6 w 10"/>
              <a:gd name="T15" fmla="*/ 5 h 10"/>
              <a:gd name="T16" fmla="*/ 5 w 10"/>
              <a:gd name="T17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5" y="10"/>
                </a:move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8" y="0"/>
                  <a:pt x="10" y="2"/>
                  <a:pt x="10" y="5"/>
                </a:cubicBezTo>
                <a:cubicBezTo>
                  <a:pt x="10" y="8"/>
                  <a:pt x="8" y="10"/>
                  <a:pt x="5" y="10"/>
                </a:cubicBezTo>
                <a:close/>
                <a:moveTo>
                  <a:pt x="5" y="4"/>
                </a:moveTo>
                <a:cubicBezTo>
                  <a:pt x="5" y="4"/>
                  <a:pt x="4" y="4"/>
                  <a:pt x="4" y="5"/>
                </a:cubicBezTo>
                <a:cubicBezTo>
                  <a:pt x="4" y="6"/>
                  <a:pt x="6" y="6"/>
                  <a:pt x="6" y="5"/>
                </a:cubicBezTo>
                <a:cubicBezTo>
                  <a:pt x="6" y="4"/>
                  <a:pt x="6" y="4"/>
                  <a:pt x="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3" name="Oval 289">
            <a:extLst>
              <a:ext uri="{FF2B5EF4-FFF2-40B4-BE49-F238E27FC236}">
                <a16:creationId xmlns:a16="http://schemas.microsoft.com/office/drawing/2014/main" id="{122A9FDB-E238-4FA6-A4C5-9BD7D405B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17905" y="4355872"/>
            <a:ext cx="33338" cy="333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4" name="Freeform 290">
            <a:extLst>
              <a:ext uri="{FF2B5EF4-FFF2-40B4-BE49-F238E27FC236}">
                <a16:creationId xmlns:a16="http://schemas.microsoft.com/office/drawing/2014/main" id="{061B83FF-5224-4DA0-9218-38B0D9D6E3A6}"/>
              </a:ext>
            </a:extLst>
          </p:cNvPr>
          <p:cNvSpPr>
            <a:spLocks noEditPoints="1"/>
          </p:cNvSpPr>
          <p:nvPr/>
        </p:nvSpPr>
        <p:spPr bwMode="auto">
          <a:xfrm>
            <a:off x="10765518" y="4420959"/>
            <a:ext cx="44450" cy="46038"/>
          </a:xfrm>
          <a:custGeom>
            <a:avLst/>
            <a:gdLst>
              <a:gd name="T0" fmla="*/ 6 w 11"/>
              <a:gd name="T1" fmla="*/ 11 h 11"/>
              <a:gd name="T2" fmla="*/ 0 w 11"/>
              <a:gd name="T3" fmla="*/ 5 h 11"/>
              <a:gd name="T4" fmla="*/ 6 w 11"/>
              <a:gd name="T5" fmla="*/ 0 h 11"/>
              <a:gd name="T6" fmla="*/ 11 w 11"/>
              <a:gd name="T7" fmla="*/ 5 h 11"/>
              <a:gd name="T8" fmla="*/ 6 w 11"/>
              <a:gd name="T9" fmla="*/ 11 h 11"/>
              <a:gd name="T10" fmla="*/ 6 w 11"/>
              <a:gd name="T11" fmla="*/ 4 h 11"/>
              <a:gd name="T12" fmla="*/ 4 w 11"/>
              <a:gd name="T13" fmla="*/ 5 h 11"/>
              <a:gd name="T14" fmla="*/ 7 w 11"/>
              <a:gd name="T15" fmla="*/ 5 h 11"/>
              <a:gd name="T16" fmla="*/ 6 w 11"/>
              <a:gd name="T17" fmla="*/ 4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" h="11">
                <a:moveTo>
                  <a:pt x="6" y="11"/>
                </a:moveTo>
                <a:cubicBezTo>
                  <a:pt x="3" y="11"/>
                  <a:pt x="0" y="8"/>
                  <a:pt x="0" y="5"/>
                </a:cubicBezTo>
                <a:cubicBezTo>
                  <a:pt x="0" y="3"/>
                  <a:pt x="3" y="0"/>
                  <a:pt x="6" y="0"/>
                </a:cubicBezTo>
                <a:cubicBezTo>
                  <a:pt x="8" y="0"/>
                  <a:pt x="11" y="3"/>
                  <a:pt x="11" y="5"/>
                </a:cubicBezTo>
                <a:cubicBezTo>
                  <a:pt x="11" y="8"/>
                  <a:pt x="8" y="11"/>
                  <a:pt x="6" y="11"/>
                </a:cubicBezTo>
                <a:close/>
                <a:moveTo>
                  <a:pt x="6" y="4"/>
                </a:moveTo>
                <a:cubicBezTo>
                  <a:pt x="5" y="4"/>
                  <a:pt x="4" y="5"/>
                  <a:pt x="4" y="5"/>
                </a:cubicBezTo>
                <a:cubicBezTo>
                  <a:pt x="4" y="7"/>
                  <a:pt x="7" y="7"/>
                  <a:pt x="7" y="5"/>
                </a:cubicBezTo>
                <a:cubicBezTo>
                  <a:pt x="7" y="5"/>
                  <a:pt x="6" y="4"/>
                  <a:pt x="6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5" name="Freeform 291">
            <a:extLst>
              <a:ext uri="{FF2B5EF4-FFF2-40B4-BE49-F238E27FC236}">
                <a16:creationId xmlns:a16="http://schemas.microsoft.com/office/drawing/2014/main" id="{8E8D2203-9DE9-4C61-A0D7-BA851CA8B3A3}"/>
              </a:ext>
            </a:extLst>
          </p:cNvPr>
          <p:cNvSpPr>
            <a:spLocks/>
          </p:cNvSpPr>
          <p:nvPr/>
        </p:nvSpPr>
        <p:spPr bwMode="auto">
          <a:xfrm>
            <a:off x="10548030" y="4068534"/>
            <a:ext cx="163513" cy="155575"/>
          </a:xfrm>
          <a:custGeom>
            <a:avLst/>
            <a:gdLst>
              <a:gd name="T0" fmla="*/ 15 w 40"/>
              <a:gd name="T1" fmla="*/ 38 h 38"/>
              <a:gd name="T2" fmla="*/ 3 w 40"/>
              <a:gd name="T3" fmla="*/ 15 h 38"/>
              <a:gd name="T4" fmla="*/ 25 w 40"/>
              <a:gd name="T5" fmla="*/ 3 h 38"/>
              <a:gd name="T6" fmla="*/ 37 w 40"/>
              <a:gd name="T7" fmla="*/ 26 h 38"/>
              <a:gd name="T8" fmla="*/ 33 w 40"/>
              <a:gd name="T9" fmla="*/ 24 h 38"/>
              <a:gd name="T10" fmla="*/ 24 w 40"/>
              <a:gd name="T11" fmla="*/ 7 h 38"/>
              <a:gd name="T12" fmla="*/ 7 w 40"/>
              <a:gd name="T13" fmla="*/ 17 h 38"/>
              <a:gd name="T14" fmla="*/ 16 w 40"/>
              <a:gd name="T15" fmla="*/ 34 h 38"/>
              <a:gd name="T16" fmla="*/ 15 w 40"/>
              <a:gd name="T1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15" y="38"/>
                </a:moveTo>
                <a:cubicBezTo>
                  <a:pt x="6" y="35"/>
                  <a:pt x="0" y="25"/>
                  <a:pt x="3" y="15"/>
                </a:cubicBezTo>
                <a:cubicBezTo>
                  <a:pt x="6" y="6"/>
                  <a:pt x="16" y="0"/>
                  <a:pt x="25" y="3"/>
                </a:cubicBezTo>
                <a:cubicBezTo>
                  <a:pt x="35" y="6"/>
                  <a:pt x="40" y="16"/>
                  <a:pt x="37" y="26"/>
                </a:cubicBezTo>
                <a:cubicBezTo>
                  <a:pt x="33" y="24"/>
                  <a:pt x="33" y="24"/>
                  <a:pt x="33" y="24"/>
                </a:cubicBezTo>
                <a:cubicBezTo>
                  <a:pt x="35" y="17"/>
                  <a:pt x="31" y="10"/>
                  <a:pt x="24" y="7"/>
                </a:cubicBezTo>
                <a:cubicBezTo>
                  <a:pt x="17" y="5"/>
                  <a:pt x="9" y="9"/>
                  <a:pt x="7" y="17"/>
                </a:cubicBezTo>
                <a:cubicBezTo>
                  <a:pt x="5" y="24"/>
                  <a:pt x="9" y="31"/>
                  <a:pt x="16" y="34"/>
                </a:cubicBezTo>
                <a:cubicBezTo>
                  <a:pt x="15" y="38"/>
                  <a:pt x="15" y="38"/>
                  <a:pt x="15" y="38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6" name="Freeform 292">
            <a:extLst>
              <a:ext uri="{FF2B5EF4-FFF2-40B4-BE49-F238E27FC236}">
                <a16:creationId xmlns:a16="http://schemas.microsoft.com/office/drawing/2014/main" id="{EFB9DFAA-69CD-4059-B7E9-6C01BAE5ED08}"/>
              </a:ext>
            </a:extLst>
          </p:cNvPr>
          <p:cNvSpPr>
            <a:spLocks/>
          </p:cNvSpPr>
          <p:nvPr/>
        </p:nvSpPr>
        <p:spPr bwMode="auto">
          <a:xfrm>
            <a:off x="10568668" y="4097109"/>
            <a:ext cx="122238" cy="106363"/>
          </a:xfrm>
          <a:custGeom>
            <a:avLst/>
            <a:gdLst>
              <a:gd name="T0" fmla="*/ 15 w 30"/>
              <a:gd name="T1" fmla="*/ 0 h 26"/>
              <a:gd name="T2" fmla="*/ 2 w 30"/>
              <a:gd name="T3" fmla="*/ 10 h 26"/>
              <a:gd name="T4" fmla="*/ 11 w 30"/>
              <a:gd name="T5" fmla="*/ 26 h 26"/>
              <a:gd name="T6" fmla="*/ 15 w 30"/>
              <a:gd name="T7" fmla="*/ 17 h 26"/>
              <a:gd name="T8" fmla="*/ 15 w 30"/>
              <a:gd name="T9" fmla="*/ 17 h 26"/>
              <a:gd name="T10" fmla="*/ 14 w 30"/>
              <a:gd name="T11" fmla="*/ 16 h 26"/>
              <a:gd name="T12" fmla="*/ 12 w 30"/>
              <a:gd name="T13" fmla="*/ 15 h 26"/>
              <a:gd name="T14" fmla="*/ 12 w 30"/>
              <a:gd name="T15" fmla="*/ 13 h 26"/>
              <a:gd name="T16" fmla="*/ 15 w 30"/>
              <a:gd name="T17" fmla="*/ 10 h 26"/>
              <a:gd name="T18" fmla="*/ 16 w 30"/>
              <a:gd name="T19" fmla="*/ 10 h 26"/>
              <a:gd name="T20" fmla="*/ 18 w 30"/>
              <a:gd name="T21" fmla="*/ 14 h 26"/>
              <a:gd name="T22" fmla="*/ 17 w 30"/>
              <a:gd name="T23" fmla="*/ 15 h 26"/>
              <a:gd name="T24" fmla="*/ 28 w 30"/>
              <a:gd name="T25" fmla="*/ 17 h 26"/>
              <a:gd name="T26" fmla="*/ 19 w 30"/>
              <a:gd name="T27" fmla="*/ 0 h 26"/>
              <a:gd name="T28" fmla="*/ 15 w 30"/>
              <a:gd name="T2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" h="26">
                <a:moveTo>
                  <a:pt x="15" y="0"/>
                </a:moveTo>
                <a:cubicBezTo>
                  <a:pt x="9" y="0"/>
                  <a:pt x="4" y="4"/>
                  <a:pt x="2" y="10"/>
                </a:cubicBezTo>
                <a:cubicBezTo>
                  <a:pt x="0" y="17"/>
                  <a:pt x="4" y="24"/>
                  <a:pt x="11" y="2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4" y="16"/>
                  <a:pt x="14" y="16"/>
                </a:cubicBezTo>
                <a:cubicBezTo>
                  <a:pt x="13" y="16"/>
                  <a:pt x="13" y="16"/>
                  <a:pt x="12" y="15"/>
                </a:cubicBezTo>
                <a:cubicBezTo>
                  <a:pt x="12" y="14"/>
                  <a:pt x="12" y="13"/>
                  <a:pt x="12" y="13"/>
                </a:cubicBezTo>
                <a:cubicBezTo>
                  <a:pt x="12" y="11"/>
                  <a:pt x="14" y="10"/>
                  <a:pt x="15" y="10"/>
                </a:cubicBezTo>
                <a:cubicBezTo>
                  <a:pt x="15" y="10"/>
                  <a:pt x="16" y="10"/>
                  <a:pt x="16" y="10"/>
                </a:cubicBezTo>
                <a:cubicBezTo>
                  <a:pt x="18" y="11"/>
                  <a:pt x="19" y="13"/>
                  <a:pt x="18" y="14"/>
                </a:cubicBezTo>
                <a:cubicBezTo>
                  <a:pt x="18" y="15"/>
                  <a:pt x="18" y="15"/>
                  <a:pt x="17" y="15"/>
                </a:cubicBezTo>
                <a:cubicBezTo>
                  <a:pt x="28" y="17"/>
                  <a:pt x="28" y="17"/>
                  <a:pt x="28" y="17"/>
                </a:cubicBezTo>
                <a:cubicBezTo>
                  <a:pt x="30" y="10"/>
                  <a:pt x="26" y="2"/>
                  <a:pt x="19" y="0"/>
                </a:cubicBezTo>
                <a:cubicBezTo>
                  <a:pt x="18" y="0"/>
                  <a:pt x="16" y="0"/>
                  <a:pt x="1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7" name="Freeform 293">
            <a:extLst>
              <a:ext uri="{FF2B5EF4-FFF2-40B4-BE49-F238E27FC236}">
                <a16:creationId xmlns:a16="http://schemas.microsoft.com/office/drawing/2014/main" id="{856A4826-2705-494C-A0E2-6BDDE0F56A0D}"/>
              </a:ext>
            </a:extLst>
          </p:cNvPr>
          <p:cNvSpPr>
            <a:spLocks/>
          </p:cNvSpPr>
          <p:nvPr/>
        </p:nvSpPr>
        <p:spPr bwMode="auto">
          <a:xfrm>
            <a:off x="10563905" y="4092347"/>
            <a:ext cx="131763" cy="119063"/>
          </a:xfrm>
          <a:custGeom>
            <a:avLst/>
            <a:gdLst>
              <a:gd name="T0" fmla="*/ 16 w 32"/>
              <a:gd name="T1" fmla="*/ 0 h 29"/>
              <a:gd name="T2" fmla="*/ 2 w 32"/>
              <a:gd name="T3" fmla="*/ 10 h 29"/>
              <a:gd name="T4" fmla="*/ 12 w 32"/>
              <a:gd name="T5" fmla="*/ 29 h 29"/>
              <a:gd name="T6" fmla="*/ 12 w 32"/>
              <a:gd name="T7" fmla="*/ 27 h 29"/>
              <a:gd name="T8" fmla="*/ 3 w 32"/>
              <a:gd name="T9" fmla="*/ 11 h 29"/>
              <a:gd name="T10" fmla="*/ 16 w 32"/>
              <a:gd name="T11" fmla="*/ 1 h 29"/>
              <a:gd name="T12" fmla="*/ 20 w 32"/>
              <a:gd name="T13" fmla="*/ 1 h 29"/>
              <a:gd name="T14" fmla="*/ 29 w 32"/>
              <a:gd name="T15" fmla="*/ 18 h 29"/>
              <a:gd name="T16" fmla="*/ 31 w 32"/>
              <a:gd name="T17" fmla="*/ 18 h 29"/>
              <a:gd name="T18" fmla="*/ 29 w 32"/>
              <a:gd name="T19" fmla="*/ 7 h 29"/>
              <a:gd name="T20" fmla="*/ 20 w 32"/>
              <a:gd name="T21" fmla="*/ 0 h 29"/>
              <a:gd name="T22" fmla="*/ 16 w 32"/>
              <a:gd name="T2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2" h="29">
                <a:moveTo>
                  <a:pt x="16" y="0"/>
                </a:moveTo>
                <a:cubicBezTo>
                  <a:pt x="10" y="0"/>
                  <a:pt x="4" y="4"/>
                  <a:pt x="2" y="10"/>
                </a:cubicBezTo>
                <a:cubicBezTo>
                  <a:pt x="0" y="18"/>
                  <a:pt x="4" y="26"/>
                  <a:pt x="12" y="29"/>
                </a:cubicBezTo>
                <a:cubicBezTo>
                  <a:pt x="12" y="27"/>
                  <a:pt x="12" y="27"/>
                  <a:pt x="12" y="27"/>
                </a:cubicBezTo>
                <a:cubicBezTo>
                  <a:pt x="5" y="25"/>
                  <a:pt x="1" y="18"/>
                  <a:pt x="3" y="11"/>
                </a:cubicBezTo>
                <a:cubicBezTo>
                  <a:pt x="5" y="5"/>
                  <a:pt x="10" y="1"/>
                  <a:pt x="16" y="1"/>
                </a:cubicBezTo>
                <a:cubicBezTo>
                  <a:pt x="17" y="1"/>
                  <a:pt x="19" y="1"/>
                  <a:pt x="20" y="1"/>
                </a:cubicBezTo>
                <a:cubicBezTo>
                  <a:pt x="27" y="3"/>
                  <a:pt x="31" y="11"/>
                  <a:pt x="29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2" y="15"/>
                  <a:pt x="31" y="11"/>
                  <a:pt x="29" y="7"/>
                </a:cubicBezTo>
                <a:cubicBezTo>
                  <a:pt x="27" y="4"/>
                  <a:pt x="24" y="1"/>
                  <a:pt x="20" y="0"/>
                </a:cubicBezTo>
                <a:cubicBezTo>
                  <a:pt x="19" y="0"/>
                  <a:pt x="18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8" name="Freeform 294">
            <a:extLst>
              <a:ext uri="{FF2B5EF4-FFF2-40B4-BE49-F238E27FC236}">
                <a16:creationId xmlns:a16="http://schemas.microsoft.com/office/drawing/2014/main" id="{C2DA40A0-D65A-4E42-80BC-4431E14701C7}"/>
              </a:ext>
            </a:extLst>
          </p:cNvPr>
          <p:cNvSpPr>
            <a:spLocks/>
          </p:cNvSpPr>
          <p:nvPr/>
        </p:nvSpPr>
        <p:spPr bwMode="auto">
          <a:xfrm>
            <a:off x="10555968" y="4089172"/>
            <a:ext cx="142875" cy="127000"/>
          </a:xfrm>
          <a:custGeom>
            <a:avLst/>
            <a:gdLst>
              <a:gd name="T0" fmla="*/ 18 w 35"/>
              <a:gd name="T1" fmla="*/ 0 h 31"/>
              <a:gd name="T2" fmla="*/ 3 w 35"/>
              <a:gd name="T3" fmla="*/ 11 h 31"/>
              <a:gd name="T4" fmla="*/ 14 w 35"/>
              <a:gd name="T5" fmla="*/ 31 h 31"/>
              <a:gd name="T6" fmla="*/ 14 w 35"/>
              <a:gd name="T7" fmla="*/ 29 h 31"/>
              <a:gd name="T8" fmla="*/ 14 w 35"/>
              <a:gd name="T9" fmla="*/ 28 h 31"/>
              <a:gd name="T10" fmla="*/ 14 w 35"/>
              <a:gd name="T11" fmla="*/ 30 h 31"/>
              <a:gd name="T12" fmla="*/ 4 w 35"/>
              <a:gd name="T13" fmla="*/ 11 h 31"/>
              <a:gd name="T14" fmla="*/ 18 w 35"/>
              <a:gd name="T15" fmla="*/ 1 h 31"/>
              <a:gd name="T16" fmla="*/ 22 w 35"/>
              <a:gd name="T17" fmla="*/ 1 h 31"/>
              <a:gd name="T18" fmla="*/ 31 w 35"/>
              <a:gd name="T19" fmla="*/ 8 h 31"/>
              <a:gd name="T20" fmla="*/ 33 w 35"/>
              <a:gd name="T21" fmla="*/ 19 h 31"/>
              <a:gd name="T22" fmla="*/ 31 w 35"/>
              <a:gd name="T23" fmla="*/ 19 h 31"/>
              <a:gd name="T24" fmla="*/ 31 w 35"/>
              <a:gd name="T25" fmla="*/ 19 h 31"/>
              <a:gd name="T26" fmla="*/ 33 w 35"/>
              <a:gd name="T27" fmla="*/ 20 h 31"/>
              <a:gd name="T28" fmla="*/ 33 w 35"/>
              <a:gd name="T29" fmla="*/ 20 h 31"/>
              <a:gd name="T30" fmla="*/ 32 w 35"/>
              <a:gd name="T31" fmla="*/ 8 h 31"/>
              <a:gd name="T32" fmla="*/ 23 w 35"/>
              <a:gd name="T33" fmla="*/ 0 h 31"/>
              <a:gd name="T34" fmla="*/ 18 w 35"/>
              <a:gd name="T35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" h="31">
                <a:moveTo>
                  <a:pt x="18" y="0"/>
                </a:moveTo>
                <a:cubicBezTo>
                  <a:pt x="11" y="0"/>
                  <a:pt x="5" y="4"/>
                  <a:pt x="3" y="11"/>
                </a:cubicBezTo>
                <a:cubicBezTo>
                  <a:pt x="0" y="19"/>
                  <a:pt x="5" y="28"/>
                  <a:pt x="14" y="31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8"/>
                  <a:pt x="14" y="28"/>
                </a:cubicBezTo>
                <a:cubicBezTo>
                  <a:pt x="14" y="30"/>
                  <a:pt x="14" y="30"/>
                  <a:pt x="14" y="30"/>
                </a:cubicBezTo>
                <a:cubicBezTo>
                  <a:pt x="6" y="27"/>
                  <a:pt x="2" y="19"/>
                  <a:pt x="4" y="11"/>
                </a:cubicBezTo>
                <a:cubicBezTo>
                  <a:pt x="6" y="5"/>
                  <a:pt x="12" y="1"/>
                  <a:pt x="18" y="1"/>
                </a:cubicBezTo>
                <a:cubicBezTo>
                  <a:pt x="20" y="1"/>
                  <a:pt x="21" y="1"/>
                  <a:pt x="22" y="1"/>
                </a:cubicBezTo>
                <a:cubicBezTo>
                  <a:pt x="26" y="2"/>
                  <a:pt x="29" y="5"/>
                  <a:pt x="31" y="8"/>
                </a:cubicBezTo>
                <a:cubicBezTo>
                  <a:pt x="33" y="12"/>
                  <a:pt x="34" y="16"/>
                  <a:pt x="33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5" y="16"/>
                  <a:pt x="34" y="12"/>
                  <a:pt x="32" y="8"/>
                </a:cubicBezTo>
                <a:cubicBezTo>
                  <a:pt x="30" y="4"/>
                  <a:pt x="27" y="1"/>
                  <a:pt x="23" y="0"/>
                </a:cubicBezTo>
                <a:cubicBezTo>
                  <a:pt x="21" y="0"/>
                  <a:pt x="20" y="0"/>
                  <a:pt x="1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9" name="Freeform 295">
            <a:extLst>
              <a:ext uri="{FF2B5EF4-FFF2-40B4-BE49-F238E27FC236}">
                <a16:creationId xmlns:a16="http://schemas.microsoft.com/office/drawing/2014/main" id="{90EB890C-A34B-49F9-9844-D0979FE7FCE1}"/>
              </a:ext>
            </a:extLst>
          </p:cNvPr>
          <p:cNvSpPr>
            <a:spLocks noEditPoints="1"/>
          </p:cNvSpPr>
          <p:nvPr/>
        </p:nvSpPr>
        <p:spPr bwMode="auto">
          <a:xfrm>
            <a:off x="10613118" y="4138384"/>
            <a:ext cx="77788" cy="77788"/>
          </a:xfrm>
          <a:custGeom>
            <a:avLst/>
            <a:gdLst>
              <a:gd name="T0" fmla="*/ 4 w 19"/>
              <a:gd name="T1" fmla="*/ 6 h 19"/>
              <a:gd name="T2" fmla="*/ 3 w 19"/>
              <a:gd name="T3" fmla="*/ 5 h 19"/>
              <a:gd name="T4" fmla="*/ 2 w 19"/>
              <a:gd name="T5" fmla="*/ 4 h 19"/>
              <a:gd name="T6" fmla="*/ 2 w 19"/>
              <a:gd name="T7" fmla="*/ 3 h 19"/>
              <a:gd name="T8" fmla="*/ 4 w 19"/>
              <a:gd name="T9" fmla="*/ 1 h 19"/>
              <a:gd name="T10" fmla="*/ 5 w 19"/>
              <a:gd name="T11" fmla="*/ 1 h 19"/>
              <a:gd name="T12" fmla="*/ 6 w 19"/>
              <a:gd name="T13" fmla="*/ 4 h 19"/>
              <a:gd name="T14" fmla="*/ 5 w 19"/>
              <a:gd name="T15" fmla="*/ 5 h 19"/>
              <a:gd name="T16" fmla="*/ 5 w 19"/>
              <a:gd name="T17" fmla="*/ 5 h 19"/>
              <a:gd name="T18" fmla="*/ 5 w 19"/>
              <a:gd name="T19" fmla="*/ 5 h 19"/>
              <a:gd name="T20" fmla="*/ 4 w 19"/>
              <a:gd name="T21" fmla="*/ 6 h 19"/>
              <a:gd name="T22" fmla="*/ 4 w 19"/>
              <a:gd name="T23" fmla="*/ 0 h 19"/>
              <a:gd name="T24" fmla="*/ 1 w 19"/>
              <a:gd name="T25" fmla="*/ 3 h 19"/>
              <a:gd name="T26" fmla="*/ 1 w 19"/>
              <a:gd name="T27" fmla="*/ 5 h 19"/>
              <a:gd name="T28" fmla="*/ 3 w 19"/>
              <a:gd name="T29" fmla="*/ 6 h 19"/>
              <a:gd name="T30" fmla="*/ 4 w 19"/>
              <a:gd name="T31" fmla="*/ 7 h 19"/>
              <a:gd name="T32" fmla="*/ 4 w 19"/>
              <a:gd name="T33" fmla="*/ 7 h 19"/>
              <a:gd name="T34" fmla="*/ 0 w 19"/>
              <a:gd name="T35" fmla="*/ 16 h 19"/>
              <a:gd name="T36" fmla="*/ 0 w 19"/>
              <a:gd name="T37" fmla="*/ 17 h 19"/>
              <a:gd name="T38" fmla="*/ 0 w 19"/>
              <a:gd name="T39" fmla="*/ 19 h 19"/>
              <a:gd name="T40" fmla="*/ 0 w 19"/>
              <a:gd name="T41" fmla="*/ 19 h 19"/>
              <a:gd name="T42" fmla="*/ 0 w 19"/>
              <a:gd name="T43" fmla="*/ 19 h 19"/>
              <a:gd name="T44" fmla="*/ 6 w 19"/>
              <a:gd name="T45" fmla="*/ 6 h 19"/>
              <a:gd name="T46" fmla="*/ 19 w 19"/>
              <a:gd name="T47" fmla="*/ 8 h 19"/>
              <a:gd name="T48" fmla="*/ 19 w 19"/>
              <a:gd name="T49" fmla="*/ 8 h 19"/>
              <a:gd name="T50" fmla="*/ 17 w 19"/>
              <a:gd name="T51" fmla="*/ 7 h 19"/>
              <a:gd name="T52" fmla="*/ 17 w 19"/>
              <a:gd name="T53" fmla="*/ 7 h 19"/>
              <a:gd name="T54" fmla="*/ 6 w 19"/>
              <a:gd name="T55" fmla="*/ 5 h 19"/>
              <a:gd name="T56" fmla="*/ 7 w 19"/>
              <a:gd name="T57" fmla="*/ 4 h 19"/>
              <a:gd name="T58" fmla="*/ 5 w 19"/>
              <a:gd name="T59" fmla="*/ 0 h 19"/>
              <a:gd name="T60" fmla="*/ 4 w 19"/>
              <a:gd name="T61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" h="19">
                <a:moveTo>
                  <a:pt x="4" y="6"/>
                </a:moveTo>
                <a:cubicBezTo>
                  <a:pt x="4" y="6"/>
                  <a:pt x="4" y="6"/>
                  <a:pt x="3" y="5"/>
                </a:cubicBezTo>
                <a:cubicBezTo>
                  <a:pt x="3" y="5"/>
                  <a:pt x="2" y="5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2"/>
                  <a:pt x="3" y="1"/>
                  <a:pt x="4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2"/>
                  <a:pt x="6" y="3"/>
                  <a:pt x="6" y="4"/>
                </a:cubicBezTo>
                <a:cubicBezTo>
                  <a:pt x="6" y="5"/>
                  <a:pt x="6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4" y="6"/>
                  <a:pt x="4" y="6"/>
                </a:cubicBezTo>
                <a:moveTo>
                  <a:pt x="4" y="0"/>
                </a:moveTo>
                <a:cubicBezTo>
                  <a:pt x="3" y="0"/>
                  <a:pt x="1" y="1"/>
                  <a:pt x="1" y="3"/>
                </a:cubicBezTo>
                <a:cubicBezTo>
                  <a:pt x="1" y="3"/>
                  <a:pt x="1" y="4"/>
                  <a:pt x="1" y="5"/>
                </a:cubicBezTo>
                <a:cubicBezTo>
                  <a:pt x="2" y="6"/>
                  <a:pt x="2" y="6"/>
                  <a:pt x="3" y="6"/>
                </a:cubicBezTo>
                <a:cubicBezTo>
                  <a:pt x="3" y="6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0" y="1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6" y="6"/>
                  <a:pt x="6" y="6"/>
                  <a:pt x="6" y="6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6" y="5"/>
                  <a:pt x="6" y="5"/>
                  <a:pt x="6" y="5"/>
                </a:cubicBezTo>
                <a:cubicBezTo>
                  <a:pt x="7" y="5"/>
                  <a:pt x="7" y="5"/>
                  <a:pt x="7" y="4"/>
                </a:cubicBezTo>
                <a:cubicBezTo>
                  <a:pt x="8" y="3"/>
                  <a:pt x="7" y="1"/>
                  <a:pt x="5" y="0"/>
                </a:cubicBezTo>
                <a:cubicBezTo>
                  <a:pt x="5" y="0"/>
                  <a:pt x="4" y="0"/>
                  <a:pt x="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0" name="Freeform 296">
            <a:extLst>
              <a:ext uri="{FF2B5EF4-FFF2-40B4-BE49-F238E27FC236}">
                <a16:creationId xmlns:a16="http://schemas.microsoft.com/office/drawing/2014/main" id="{7AE2E7C9-444E-4EC7-BEF0-87BAA324CAEB}"/>
              </a:ext>
            </a:extLst>
          </p:cNvPr>
          <p:cNvSpPr>
            <a:spLocks/>
          </p:cNvSpPr>
          <p:nvPr/>
        </p:nvSpPr>
        <p:spPr bwMode="auto">
          <a:xfrm>
            <a:off x="11286218" y="4392384"/>
            <a:ext cx="220663" cy="165100"/>
          </a:xfrm>
          <a:custGeom>
            <a:avLst/>
            <a:gdLst>
              <a:gd name="T0" fmla="*/ 34 w 54"/>
              <a:gd name="T1" fmla="*/ 0 h 40"/>
              <a:gd name="T2" fmla="*/ 25 w 54"/>
              <a:gd name="T3" fmla="*/ 3 h 40"/>
              <a:gd name="T4" fmla="*/ 20 w 54"/>
              <a:gd name="T5" fmla="*/ 2 h 40"/>
              <a:gd name="T6" fmla="*/ 8 w 54"/>
              <a:gd name="T7" fmla="*/ 10 h 40"/>
              <a:gd name="T8" fmla="*/ 0 w 54"/>
              <a:gd name="T9" fmla="*/ 7 h 40"/>
              <a:gd name="T10" fmla="*/ 5 w 54"/>
              <a:gd name="T11" fmla="*/ 40 h 40"/>
              <a:gd name="T12" fmla="*/ 48 w 54"/>
              <a:gd name="T13" fmla="*/ 40 h 40"/>
              <a:gd name="T14" fmla="*/ 54 w 54"/>
              <a:gd name="T15" fmla="*/ 7 h 40"/>
              <a:gd name="T16" fmla="*/ 47 w 54"/>
              <a:gd name="T17" fmla="*/ 8 h 40"/>
              <a:gd name="T18" fmla="*/ 34 w 54"/>
              <a:gd name="T1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4" h="40">
                <a:moveTo>
                  <a:pt x="34" y="0"/>
                </a:moveTo>
                <a:cubicBezTo>
                  <a:pt x="32" y="2"/>
                  <a:pt x="28" y="3"/>
                  <a:pt x="25" y="3"/>
                </a:cubicBezTo>
                <a:cubicBezTo>
                  <a:pt x="23" y="3"/>
                  <a:pt x="21" y="3"/>
                  <a:pt x="20" y="2"/>
                </a:cubicBezTo>
                <a:cubicBezTo>
                  <a:pt x="18" y="7"/>
                  <a:pt x="13" y="10"/>
                  <a:pt x="8" y="10"/>
                </a:cubicBezTo>
                <a:cubicBezTo>
                  <a:pt x="5" y="10"/>
                  <a:pt x="2" y="9"/>
                  <a:pt x="0" y="7"/>
                </a:cubicBezTo>
                <a:cubicBezTo>
                  <a:pt x="5" y="40"/>
                  <a:pt x="5" y="40"/>
                  <a:pt x="5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54" y="7"/>
                  <a:pt x="54" y="7"/>
                  <a:pt x="54" y="7"/>
                </a:cubicBezTo>
                <a:cubicBezTo>
                  <a:pt x="52" y="8"/>
                  <a:pt x="50" y="8"/>
                  <a:pt x="47" y="8"/>
                </a:cubicBezTo>
                <a:cubicBezTo>
                  <a:pt x="41" y="8"/>
                  <a:pt x="36" y="5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1" name="Freeform 297">
            <a:extLst>
              <a:ext uri="{FF2B5EF4-FFF2-40B4-BE49-F238E27FC236}">
                <a16:creationId xmlns:a16="http://schemas.microsoft.com/office/drawing/2014/main" id="{852DC7BF-2B9D-4300-A231-8B26A2B4280A}"/>
              </a:ext>
            </a:extLst>
          </p:cNvPr>
          <p:cNvSpPr>
            <a:spLocks/>
          </p:cNvSpPr>
          <p:nvPr/>
        </p:nvSpPr>
        <p:spPr bwMode="auto">
          <a:xfrm>
            <a:off x="11257643" y="4203472"/>
            <a:ext cx="282575" cy="217488"/>
          </a:xfrm>
          <a:custGeom>
            <a:avLst/>
            <a:gdLst>
              <a:gd name="T0" fmla="*/ 65 w 69"/>
              <a:gd name="T1" fmla="*/ 27 h 53"/>
              <a:gd name="T2" fmla="*/ 67 w 69"/>
              <a:gd name="T3" fmla="*/ 21 h 53"/>
              <a:gd name="T4" fmla="*/ 52 w 69"/>
              <a:gd name="T5" fmla="*/ 6 h 53"/>
              <a:gd name="T6" fmla="*/ 49 w 69"/>
              <a:gd name="T7" fmla="*/ 7 h 53"/>
              <a:gd name="T8" fmla="*/ 36 w 69"/>
              <a:gd name="T9" fmla="*/ 0 h 53"/>
              <a:gd name="T10" fmla="*/ 22 w 69"/>
              <a:gd name="T11" fmla="*/ 10 h 53"/>
              <a:gd name="T12" fmla="*/ 15 w 69"/>
              <a:gd name="T13" fmla="*/ 8 h 53"/>
              <a:gd name="T14" fmla="*/ 0 w 69"/>
              <a:gd name="T15" fmla="*/ 22 h 53"/>
              <a:gd name="T16" fmla="*/ 2 w 69"/>
              <a:gd name="T17" fmla="*/ 30 h 53"/>
              <a:gd name="T18" fmla="*/ 0 w 69"/>
              <a:gd name="T19" fmla="*/ 39 h 53"/>
              <a:gd name="T20" fmla="*/ 7 w 69"/>
              <a:gd name="T21" fmla="*/ 51 h 53"/>
              <a:gd name="T22" fmla="*/ 15 w 69"/>
              <a:gd name="T23" fmla="*/ 53 h 53"/>
              <a:gd name="T24" fmla="*/ 27 w 69"/>
              <a:gd name="T25" fmla="*/ 46 h 53"/>
              <a:gd name="T26" fmla="*/ 32 w 69"/>
              <a:gd name="T27" fmla="*/ 47 h 53"/>
              <a:gd name="T28" fmla="*/ 41 w 69"/>
              <a:gd name="T29" fmla="*/ 43 h 53"/>
              <a:gd name="T30" fmla="*/ 54 w 69"/>
              <a:gd name="T31" fmla="*/ 52 h 53"/>
              <a:gd name="T32" fmla="*/ 61 w 69"/>
              <a:gd name="T33" fmla="*/ 50 h 53"/>
              <a:gd name="T34" fmla="*/ 69 w 69"/>
              <a:gd name="T35" fmla="*/ 37 h 53"/>
              <a:gd name="T36" fmla="*/ 65 w 69"/>
              <a:gd name="T37" fmla="*/ 2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9" h="53">
                <a:moveTo>
                  <a:pt x="65" y="27"/>
                </a:moveTo>
                <a:cubicBezTo>
                  <a:pt x="66" y="25"/>
                  <a:pt x="67" y="23"/>
                  <a:pt x="67" y="21"/>
                </a:cubicBezTo>
                <a:cubicBezTo>
                  <a:pt x="67" y="13"/>
                  <a:pt x="60" y="6"/>
                  <a:pt x="52" y="6"/>
                </a:cubicBezTo>
                <a:cubicBezTo>
                  <a:pt x="51" y="6"/>
                  <a:pt x="50" y="6"/>
                  <a:pt x="49" y="7"/>
                </a:cubicBezTo>
                <a:cubicBezTo>
                  <a:pt x="46" y="3"/>
                  <a:pt x="41" y="0"/>
                  <a:pt x="36" y="0"/>
                </a:cubicBezTo>
                <a:cubicBezTo>
                  <a:pt x="30" y="0"/>
                  <a:pt x="24" y="4"/>
                  <a:pt x="22" y="10"/>
                </a:cubicBezTo>
                <a:cubicBezTo>
                  <a:pt x="20" y="9"/>
                  <a:pt x="17" y="8"/>
                  <a:pt x="15" y="8"/>
                </a:cubicBezTo>
                <a:cubicBezTo>
                  <a:pt x="7" y="8"/>
                  <a:pt x="0" y="14"/>
                  <a:pt x="0" y="22"/>
                </a:cubicBezTo>
                <a:cubicBezTo>
                  <a:pt x="0" y="25"/>
                  <a:pt x="1" y="28"/>
                  <a:pt x="2" y="30"/>
                </a:cubicBezTo>
                <a:cubicBezTo>
                  <a:pt x="1" y="33"/>
                  <a:pt x="0" y="36"/>
                  <a:pt x="0" y="39"/>
                </a:cubicBezTo>
                <a:cubicBezTo>
                  <a:pt x="0" y="44"/>
                  <a:pt x="3" y="48"/>
                  <a:pt x="7" y="51"/>
                </a:cubicBezTo>
                <a:cubicBezTo>
                  <a:pt x="9" y="52"/>
                  <a:pt x="12" y="53"/>
                  <a:pt x="15" y="53"/>
                </a:cubicBezTo>
                <a:cubicBezTo>
                  <a:pt x="20" y="53"/>
                  <a:pt x="25" y="50"/>
                  <a:pt x="27" y="46"/>
                </a:cubicBezTo>
                <a:cubicBezTo>
                  <a:pt x="28" y="46"/>
                  <a:pt x="30" y="47"/>
                  <a:pt x="32" y="47"/>
                </a:cubicBezTo>
                <a:cubicBezTo>
                  <a:pt x="35" y="47"/>
                  <a:pt x="39" y="45"/>
                  <a:pt x="41" y="43"/>
                </a:cubicBezTo>
                <a:cubicBezTo>
                  <a:pt x="43" y="48"/>
                  <a:pt x="48" y="52"/>
                  <a:pt x="54" y="52"/>
                </a:cubicBezTo>
                <a:cubicBezTo>
                  <a:pt x="57" y="52"/>
                  <a:pt x="59" y="51"/>
                  <a:pt x="61" y="50"/>
                </a:cubicBezTo>
                <a:cubicBezTo>
                  <a:pt x="66" y="48"/>
                  <a:pt x="69" y="43"/>
                  <a:pt x="69" y="37"/>
                </a:cubicBezTo>
                <a:cubicBezTo>
                  <a:pt x="69" y="33"/>
                  <a:pt x="68" y="30"/>
                  <a:pt x="65" y="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2" name="Freeform 298">
            <a:extLst>
              <a:ext uri="{FF2B5EF4-FFF2-40B4-BE49-F238E27FC236}">
                <a16:creationId xmlns:a16="http://schemas.microsoft.com/office/drawing/2014/main" id="{FA5349E9-4F24-4E79-826E-7C31BD5C52AC}"/>
              </a:ext>
            </a:extLst>
          </p:cNvPr>
          <p:cNvSpPr>
            <a:spLocks noEditPoints="1"/>
          </p:cNvSpPr>
          <p:nvPr/>
        </p:nvSpPr>
        <p:spPr bwMode="auto">
          <a:xfrm>
            <a:off x="4502830" y="6371997"/>
            <a:ext cx="246063" cy="147638"/>
          </a:xfrm>
          <a:custGeom>
            <a:avLst/>
            <a:gdLst>
              <a:gd name="T0" fmla="*/ 93 w 155"/>
              <a:gd name="T1" fmla="*/ 93 h 93"/>
              <a:gd name="T2" fmla="*/ 60 w 155"/>
              <a:gd name="T3" fmla="*/ 93 h 93"/>
              <a:gd name="T4" fmla="*/ 0 w 155"/>
              <a:gd name="T5" fmla="*/ 0 h 93"/>
              <a:gd name="T6" fmla="*/ 155 w 155"/>
              <a:gd name="T7" fmla="*/ 0 h 93"/>
              <a:gd name="T8" fmla="*/ 93 w 155"/>
              <a:gd name="T9" fmla="*/ 93 h 93"/>
              <a:gd name="T10" fmla="*/ 67 w 155"/>
              <a:gd name="T11" fmla="*/ 83 h 93"/>
              <a:gd name="T12" fmla="*/ 88 w 155"/>
              <a:gd name="T13" fmla="*/ 83 h 93"/>
              <a:gd name="T14" fmla="*/ 137 w 155"/>
              <a:gd name="T15" fmla="*/ 10 h 93"/>
              <a:gd name="T16" fmla="*/ 18 w 155"/>
              <a:gd name="T17" fmla="*/ 10 h 93"/>
              <a:gd name="T18" fmla="*/ 67 w 155"/>
              <a:gd name="T19" fmla="*/ 8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5" h="93">
                <a:moveTo>
                  <a:pt x="93" y="93"/>
                </a:moveTo>
                <a:lnTo>
                  <a:pt x="60" y="93"/>
                </a:lnTo>
                <a:lnTo>
                  <a:pt x="0" y="0"/>
                </a:lnTo>
                <a:lnTo>
                  <a:pt x="155" y="0"/>
                </a:lnTo>
                <a:lnTo>
                  <a:pt x="93" y="93"/>
                </a:lnTo>
                <a:close/>
                <a:moveTo>
                  <a:pt x="67" y="83"/>
                </a:moveTo>
                <a:lnTo>
                  <a:pt x="88" y="83"/>
                </a:lnTo>
                <a:lnTo>
                  <a:pt x="137" y="10"/>
                </a:lnTo>
                <a:lnTo>
                  <a:pt x="18" y="10"/>
                </a:lnTo>
                <a:lnTo>
                  <a:pt x="67" y="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3" name="Freeform 299">
            <a:extLst>
              <a:ext uri="{FF2B5EF4-FFF2-40B4-BE49-F238E27FC236}">
                <a16:creationId xmlns:a16="http://schemas.microsoft.com/office/drawing/2014/main" id="{4BEF7F1A-4934-49D0-B545-BEFE80262005}"/>
              </a:ext>
            </a:extLst>
          </p:cNvPr>
          <p:cNvSpPr>
            <a:spLocks noEditPoints="1"/>
          </p:cNvSpPr>
          <p:nvPr/>
        </p:nvSpPr>
        <p:spPr bwMode="auto">
          <a:xfrm>
            <a:off x="4502830" y="6371997"/>
            <a:ext cx="246063" cy="147638"/>
          </a:xfrm>
          <a:custGeom>
            <a:avLst/>
            <a:gdLst>
              <a:gd name="T0" fmla="*/ 93 w 155"/>
              <a:gd name="T1" fmla="*/ 93 h 93"/>
              <a:gd name="T2" fmla="*/ 60 w 155"/>
              <a:gd name="T3" fmla="*/ 93 h 93"/>
              <a:gd name="T4" fmla="*/ 0 w 155"/>
              <a:gd name="T5" fmla="*/ 0 h 93"/>
              <a:gd name="T6" fmla="*/ 155 w 155"/>
              <a:gd name="T7" fmla="*/ 0 h 93"/>
              <a:gd name="T8" fmla="*/ 93 w 155"/>
              <a:gd name="T9" fmla="*/ 93 h 93"/>
              <a:gd name="T10" fmla="*/ 67 w 155"/>
              <a:gd name="T11" fmla="*/ 83 h 93"/>
              <a:gd name="T12" fmla="*/ 88 w 155"/>
              <a:gd name="T13" fmla="*/ 83 h 93"/>
              <a:gd name="T14" fmla="*/ 137 w 155"/>
              <a:gd name="T15" fmla="*/ 10 h 93"/>
              <a:gd name="T16" fmla="*/ 18 w 155"/>
              <a:gd name="T17" fmla="*/ 10 h 93"/>
              <a:gd name="T18" fmla="*/ 67 w 155"/>
              <a:gd name="T19" fmla="*/ 8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5" h="93">
                <a:moveTo>
                  <a:pt x="93" y="93"/>
                </a:moveTo>
                <a:lnTo>
                  <a:pt x="60" y="93"/>
                </a:lnTo>
                <a:lnTo>
                  <a:pt x="0" y="0"/>
                </a:lnTo>
                <a:lnTo>
                  <a:pt x="155" y="0"/>
                </a:lnTo>
                <a:lnTo>
                  <a:pt x="93" y="93"/>
                </a:lnTo>
                <a:moveTo>
                  <a:pt x="67" y="83"/>
                </a:moveTo>
                <a:lnTo>
                  <a:pt x="88" y="83"/>
                </a:lnTo>
                <a:lnTo>
                  <a:pt x="137" y="10"/>
                </a:lnTo>
                <a:lnTo>
                  <a:pt x="18" y="10"/>
                </a:lnTo>
                <a:lnTo>
                  <a:pt x="67" y="8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4" name="Rectangle 300">
            <a:extLst>
              <a:ext uri="{FF2B5EF4-FFF2-40B4-BE49-F238E27FC236}">
                <a16:creationId xmlns:a16="http://schemas.microsoft.com/office/drawing/2014/main" id="{8F2F76B1-9A2C-40C6-9D66-C41DE9344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9193" y="6511697"/>
            <a:ext cx="33338" cy="1968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5" name="Oval 301">
            <a:extLst>
              <a:ext uri="{FF2B5EF4-FFF2-40B4-BE49-F238E27FC236}">
                <a16:creationId xmlns:a16="http://schemas.microsoft.com/office/drawing/2014/main" id="{36A42D36-1315-4FFC-B077-33DF17C60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2043" y="6700609"/>
            <a:ext cx="147638" cy="158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6" name="Freeform 302">
            <a:extLst>
              <a:ext uri="{FF2B5EF4-FFF2-40B4-BE49-F238E27FC236}">
                <a16:creationId xmlns:a16="http://schemas.microsoft.com/office/drawing/2014/main" id="{C5F564A5-A9CE-4DEE-9341-DF1ABDE3BACB}"/>
              </a:ext>
            </a:extLst>
          </p:cNvPr>
          <p:cNvSpPr>
            <a:spLocks/>
          </p:cNvSpPr>
          <p:nvPr/>
        </p:nvSpPr>
        <p:spPr bwMode="auto">
          <a:xfrm>
            <a:off x="4569505" y="6429147"/>
            <a:ext cx="114300" cy="65088"/>
          </a:xfrm>
          <a:custGeom>
            <a:avLst/>
            <a:gdLst>
              <a:gd name="T0" fmla="*/ 72 w 72"/>
              <a:gd name="T1" fmla="*/ 0 h 41"/>
              <a:gd name="T2" fmla="*/ 0 w 72"/>
              <a:gd name="T3" fmla="*/ 0 h 41"/>
              <a:gd name="T4" fmla="*/ 28 w 72"/>
              <a:gd name="T5" fmla="*/ 41 h 41"/>
              <a:gd name="T6" fmla="*/ 41 w 72"/>
              <a:gd name="T7" fmla="*/ 41 h 41"/>
              <a:gd name="T8" fmla="*/ 72 w 72"/>
              <a:gd name="T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41">
                <a:moveTo>
                  <a:pt x="72" y="0"/>
                </a:moveTo>
                <a:lnTo>
                  <a:pt x="0" y="0"/>
                </a:lnTo>
                <a:lnTo>
                  <a:pt x="28" y="41"/>
                </a:lnTo>
                <a:lnTo>
                  <a:pt x="41" y="41"/>
                </a:lnTo>
                <a:lnTo>
                  <a:pt x="7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7" name="Freeform 303">
            <a:extLst>
              <a:ext uri="{FF2B5EF4-FFF2-40B4-BE49-F238E27FC236}">
                <a16:creationId xmlns:a16="http://schemas.microsoft.com/office/drawing/2014/main" id="{4688C29B-176C-4DCB-AA76-3063272AF054}"/>
              </a:ext>
            </a:extLst>
          </p:cNvPr>
          <p:cNvSpPr>
            <a:spLocks/>
          </p:cNvSpPr>
          <p:nvPr/>
        </p:nvSpPr>
        <p:spPr bwMode="auto">
          <a:xfrm>
            <a:off x="4569505" y="6429147"/>
            <a:ext cx="114300" cy="65088"/>
          </a:xfrm>
          <a:custGeom>
            <a:avLst/>
            <a:gdLst>
              <a:gd name="T0" fmla="*/ 72 w 72"/>
              <a:gd name="T1" fmla="*/ 0 h 41"/>
              <a:gd name="T2" fmla="*/ 0 w 72"/>
              <a:gd name="T3" fmla="*/ 0 h 41"/>
              <a:gd name="T4" fmla="*/ 28 w 72"/>
              <a:gd name="T5" fmla="*/ 41 h 41"/>
              <a:gd name="T6" fmla="*/ 41 w 72"/>
              <a:gd name="T7" fmla="*/ 41 h 41"/>
              <a:gd name="T8" fmla="*/ 72 w 72"/>
              <a:gd name="T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41">
                <a:moveTo>
                  <a:pt x="72" y="0"/>
                </a:moveTo>
                <a:lnTo>
                  <a:pt x="0" y="0"/>
                </a:lnTo>
                <a:lnTo>
                  <a:pt x="28" y="41"/>
                </a:lnTo>
                <a:lnTo>
                  <a:pt x="41" y="41"/>
                </a:lnTo>
                <a:lnTo>
                  <a:pt x="7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8" name="Freeform 304">
            <a:extLst>
              <a:ext uri="{FF2B5EF4-FFF2-40B4-BE49-F238E27FC236}">
                <a16:creationId xmlns:a16="http://schemas.microsoft.com/office/drawing/2014/main" id="{8BC3E606-A048-4A80-B39D-81D05752021F}"/>
              </a:ext>
            </a:extLst>
          </p:cNvPr>
          <p:cNvSpPr>
            <a:spLocks/>
          </p:cNvSpPr>
          <p:nvPr/>
        </p:nvSpPr>
        <p:spPr bwMode="auto">
          <a:xfrm>
            <a:off x="4621893" y="6289447"/>
            <a:ext cx="123825" cy="204788"/>
          </a:xfrm>
          <a:custGeom>
            <a:avLst/>
            <a:gdLst>
              <a:gd name="T0" fmla="*/ 26 w 30"/>
              <a:gd name="T1" fmla="*/ 0 h 50"/>
              <a:gd name="T2" fmla="*/ 22 w 30"/>
              <a:gd name="T3" fmla="*/ 4 h 50"/>
              <a:gd name="T4" fmla="*/ 23 w 30"/>
              <a:gd name="T5" fmla="*/ 7 h 50"/>
              <a:gd name="T6" fmla="*/ 0 w 30"/>
              <a:gd name="T7" fmla="*/ 49 h 50"/>
              <a:gd name="T8" fmla="*/ 2 w 30"/>
              <a:gd name="T9" fmla="*/ 50 h 50"/>
              <a:gd name="T10" fmla="*/ 25 w 30"/>
              <a:gd name="T11" fmla="*/ 8 h 50"/>
              <a:gd name="T12" fmla="*/ 26 w 30"/>
              <a:gd name="T13" fmla="*/ 8 h 50"/>
              <a:gd name="T14" fmla="*/ 30 w 30"/>
              <a:gd name="T15" fmla="*/ 4 h 50"/>
              <a:gd name="T16" fmla="*/ 26 w 30"/>
              <a:gd name="T17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" h="50">
                <a:moveTo>
                  <a:pt x="26" y="0"/>
                </a:moveTo>
                <a:cubicBezTo>
                  <a:pt x="23" y="0"/>
                  <a:pt x="22" y="2"/>
                  <a:pt x="22" y="4"/>
                </a:cubicBezTo>
                <a:cubicBezTo>
                  <a:pt x="22" y="5"/>
                  <a:pt x="22" y="7"/>
                  <a:pt x="23" y="7"/>
                </a:cubicBezTo>
                <a:cubicBezTo>
                  <a:pt x="0" y="49"/>
                  <a:pt x="0" y="49"/>
                  <a:pt x="0" y="49"/>
                </a:cubicBezTo>
                <a:cubicBezTo>
                  <a:pt x="2" y="50"/>
                  <a:pt x="2" y="50"/>
                  <a:pt x="2" y="50"/>
                </a:cubicBezTo>
                <a:cubicBezTo>
                  <a:pt x="25" y="8"/>
                  <a:pt x="25" y="8"/>
                  <a:pt x="2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8" y="8"/>
                  <a:pt x="30" y="6"/>
                  <a:pt x="30" y="4"/>
                </a:cubicBezTo>
                <a:cubicBezTo>
                  <a:pt x="30" y="2"/>
                  <a:pt x="28" y="0"/>
                  <a:pt x="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9" name="Oval 305">
            <a:extLst>
              <a:ext uri="{FF2B5EF4-FFF2-40B4-BE49-F238E27FC236}">
                <a16:creationId xmlns:a16="http://schemas.microsoft.com/office/drawing/2014/main" id="{ADEE9071-B2A1-4999-804D-C86A268F7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5380" y="6433909"/>
            <a:ext cx="12700" cy="111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0" name="Freeform 306">
            <a:extLst>
              <a:ext uri="{FF2B5EF4-FFF2-40B4-BE49-F238E27FC236}">
                <a16:creationId xmlns:a16="http://schemas.microsoft.com/office/drawing/2014/main" id="{98610088-AB82-487D-BAB2-81F200276637}"/>
              </a:ext>
            </a:extLst>
          </p:cNvPr>
          <p:cNvSpPr>
            <a:spLocks noEditPoints="1"/>
          </p:cNvSpPr>
          <p:nvPr/>
        </p:nvSpPr>
        <p:spPr bwMode="auto">
          <a:xfrm>
            <a:off x="4621893" y="6441847"/>
            <a:ext cx="20638" cy="15875"/>
          </a:xfrm>
          <a:custGeom>
            <a:avLst/>
            <a:gdLst>
              <a:gd name="T0" fmla="*/ 3 w 5"/>
              <a:gd name="T1" fmla="*/ 4 h 4"/>
              <a:gd name="T2" fmla="*/ 0 w 5"/>
              <a:gd name="T3" fmla="*/ 2 h 4"/>
              <a:gd name="T4" fmla="*/ 3 w 5"/>
              <a:gd name="T5" fmla="*/ 0 h 4"/>
              <a:gd name="T6" fmla="*/ 5 w 5"/>
              <a:gd name="T7" fmla="*/ 2 h 4"/>
              <a:gd name="T8" fmla="*/ 3 w 5"/>
              <a:gd name="T9" fmla="*/ 4 h 4"/>
              <a:gd name="T10" fmla="*/ 3 w 5"/>
              <a:gd name="T11" fmla="*/ 1 h 4"/>
              <a:gd name="T12" fmla="*/ 1 w 5"/>
              <a:gd name="T13" fmla="*/ 2 h 4"/>
              <a:gd name="T14" fmla="*/ 3 w 5"/>
              <a:gd name="T15" fmla="*/ 3 h 4"/>
              <a:gd name="T16" fmla="*/ 4 w 5"/>
              <a:gd name="T17" fmla="*/ 2 h 4"/>
              <a:gd name="T18" fmla="*/ 3 w 5"/>
              <a:gd name="T1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4">
                <a:moveTo>
                  <a:pt x="3" y="4"/>
                </a:move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5" y="1"/>
                  <a:pt x="5" y="2"/>
                </a:cubicBezTo>
                <a:cubicBezTo>
                  <a:pt x="5" y="3"/>
                  <a:pt x="4" y="4"/>
                  <a:pt x="3" y="4"/>
                </a:cubicBezTo>
                <a:close/>
                <a:moveTo>
                  <a:pt x="3" y="1"/>
                </a:moveTo>
                <a:cubicBezTo>
                  <a:pt x="2" y="1"/>
                  <a:pt x="1" y="1"/>
                  <a:pt x="1" y="2"/>
                </a:cubicBezTo>
                <a:cubicBezTo>
                  <a:pt x="1" y="3"/>
                  <a:pt x="2" y="3"/>
                  <a:pt x="3" y="3"/>
                </a:cubicBezTo>
                <a:cubicBezTo>
                  <a:pt x="3" y="3"/>
                  <a:pt x="4" y="3"/>
                  <a:pt x="4" y="2"/>
                </a:cubicBezTo>
                <a:cubicBezTo>
                  <a:pt x="4" y="1"/>
                  <a:pt x="3" y="1"/>
                  <a:pt x="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1" name="Freeform 307">
            <a:extLst>
              <a:ext uri="{FF2B5EF4-FFF2-40B4-BE49-F238E27FC236}">
                <a16:creationId xmlns:a16="http://schemas.microsoft.com/office/drawing/2014/main" id="{DDB5807E-7F2B-4E53-A765-A21BCB906D7E}"/>
              </a:ext>
            </a:extLst>
          </p:cNvPr>
          <p:cNvSpPr>
            <a:spLocks noEditPoints="1"/>
          </p:cNvSpPr>
          <p:nvPr/>
        </p:nvSpPr>
        <p:spPr bwMode="auto">
          <a:xfrm>
            <a:off x="4548868" y="4889272"/>
            <a:ext cx="207963" cy="193675"/>
          </a:xfrm>
          <a:custGeom>
            <a:avLst/>
            <a:gdLst>
              <a:gd name="T0" fmla="*/ 25 w 51"/>
              <a:gd name="T1" fmla="*/ 47 h 47"/>
              <a:gd name="T2" fmla="*/ 0 w 51"/>
              <a:gd name="T3" fmla="*/ 18 h 47"/>
              <a:gd name="T4" fmla="*/ 4 w 51"/>
              <a:gd name="T5" fmla="*/ 1 h 47"/>
              <a:gd name="T6" fmla="*/ 5 w 51"/>
              <a:gd name="T7" fmla="*/ 0 h 47"/>
              <a:gd name="T8" fmla="*/ 46 w 51"/>
              <a:gd name="T9" fmla="*/ 0 h 47"/>
              <a:gd name="T10" fmla="*/ 47 w 51"/>
              <a:gd name="T11" fmla="*/ 1 h 47"/>
              <a:gd name="T12" fmla="*/ 51 w 51"/>
              <a:gd name="T13" fmla="*/ 18 h 47"/>
              <a:gd name="T14" fmla="*/ 25 w 51"/>
              <a:gd name="T15" fmla="*/ 47 h 47"/>
              <a:gd name="T16" fmla="*/ 6 w 51"/>
              <a:gd name="T17" fmla="*/ 3 h 47"/>
              <a:gd name="T18" fmla="*/ 3 w 51"/>
              <a:gd name="T19" fmla="*/ 18 h 47"/>
              <a:gd name="T20" fmla="*/ 25 w 51"/>
              <a:gd name="T21" fmla="*/ 44 h 47"/>
              <a:gd name="T22" fmla="*/ 48 w 51"/>
              <a:gd name="T23" fmla="*/ 18 h 47"/>
              <a:gd name="T24" fmla="*/ 44 w 51"/>
              <a:gd name="T25" fmla="*/ 3 h 47"/>
              <a:gd name="T26" fmla="*/ 6 w 51"/>
              <a:gd name="T27" fmla="*/ 3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1" h="47">
                <a:moveTo>
                  <a:pt x="25" y="47"/>
                </a:moveTo>
                <a:cubicBezTo>
                  <a:pt x="11" y="47"/>
                  <a:pt x="0" y="34"/>
                  <a:pt x="0" y="18"/>
                </a:cubicBezTo>
                <a:cubicBezTo>
                  <a:pt x="0" y="12"/>
                  <a:pt x="2" y="6"/>
                  <a:pt x="4" y="1"/>
                </a:cubicBezTo>
                <a:cubicBezTo>
                  <a:pt x="5" y="0"/>
                  <a:pt x="5" y="0"/>
                  <a:pt x="5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1"/>
                  <a:pt x="47" y="1"/>
                  <a:pt x="47" y="1"/>
                </a:cubicBezTo>
                <a:cubicBezTo>
                  <a:pt x="49" y="6"/>
                  <a:pt x="51" y="12"/>
                  <a:pt x="51" y="18"/>
                </a:cubicBezTo>
                <a:cubicBezTo>
                  <a:pt x="51" y="34"/>
                  <a:pt x="39" y="47"/>
                  <a:pt x="25" y="47"/>
                </a:cubicBezTo>
                <a:moveTo>
                  <a:pt x="6" y="3"/>
                </a:moveTo>
                <a:cubicBezTo>
                  <a:pt x="4" y="8"/>
                  <a:pt x="3" y="13"/>
                  <a:pt x="3" y="18"/>
                </a:cubicBezTo>
                <a:cubicBezTo>
                  <a:pt x="3" y="32"/>
                  <a:pt x="13" y="44"/>
                  <a:pt x="25" y="44"/>
                </a:cubicBezTo>
                <a:cubicBezTo>
                  <a:pt x="38" y="44"/>
                  <a:pt x="48" y="32"/>
                  <a:pt x="48" y="18"/>
                </a:cubicBezTo>
                <a:cubicBezTo>
                  <a:pt x="48" y="13"/>
                  <a:pt x="47" y="8"/>
                  <a:pt x="44" y="3"/>
                </a:cubicBezTo>
                <a:cubicBezTo>
                  <a:pt x="6" y="3"/>
                  <a:pt x="6" y="3"/>
                  <a:pt x="6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2" name="Freeform 308">
            <a:extLst>
              <a:ext uri="{FF2B5EF4-FFF2-40B4-BE49-F238E27FC236}">
                <a16:creationId xmlns:a16="http://schemas.microsoft.com/office/drawing/2014/main" id="{3EC833DF-8768-4393-BC54-FBB1E12DC723}"/>
              </a:ext>
            </a:extLst>
          </p:cNvPr>
          <p:cNvSpPr>
            <a:spLocks/>
          </p:cNvSpPr>
          <p:nvPr/>
        </p:nvSpPr>
        <p:spPr bwMode="auto">
          <a:xfrm>
            <a:off x="4569505" y="4967059"/>
            <a:ext cx="166688" cy="95250"/>
          </a:xfrm>
          <a:custGeom>
            <a:avLst/>
            <a:gdLst>
              <a:gd name="T0" fmla="*/ 39 w 41"/>
              <a:gd name="T1" fmla="*/ 0 h 23"/>
              <a:gd name="T2" fmla="*/ 2 w 41"/>
              <a:gd name="T3" fmla="*/ 0 h 23"/>
              <a:gd name="T4" fmla="*/ 22 w 41"/>
              <a:gd name="T5" fmla="*/ 23 h 23"/>
              <a:gd name="T6" fmla="*/ 39 w 41"/>
              <a:gd name="T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" h="23">
                <a:moveTo>
                  <a:pt x="39" y="0"/>
                </a:moveTo>
                <a:cubicBezTo>
                  <a:pt x="2" y="0"/>
                  <a:pt x="2" y="0"/>
                  <a:pt x="2" y="0"/>
                </a:cubicBezTo>
                <a:cubicBezTo>
                  <a:pt x="0" y="2"/>
                  <a:pt x="2" y="23"/>
                  <a:pt x="22" y="23"/>
                </a:cubicBezTo>
                <a:cubicBezTo>
                  <a:pt x="39" y="23"/>
                  <a:pt x="41" y="2"/>
                  <a:pt x="3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3" name="Rectangle 309">
            <a:extLst>
              <a:ext uri="{FF2B5EF4-FFF2-40B4-BE49-F238E27FC236}">
                <a16:creationId xmlns:a16="http://schemas.microsoft.com/office/drawing/2014/main" id="{3C588C91-75CC-46C9-B147-6D8655E10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355" y="5078184"/>
            <a:ext cx="28575" cy="168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4" name="Oval 310">
            <a:extLst>
              <a:ext uri="{FF2B5EF4-FFF2-40B4-BE49-F238E27FC236}">
                <a16:creationId xmlns:a16="http://schemas.microsoft.com/office/drawing/2014/main" id="{AABFBF0A-D1FA-41E0-8C5D-2FD54CBB7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5380" y="5233759"/>
            <a:ext cx="134938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5" name="Rectangle 311">
            <a:extLst>
              <a:ext uri="{FF2B5EF4-FFF2-40B4-BE49-F238E27FC236}">
                <a16:creationId xmlns:a16="http://schemas.microsoft.com/office/drawing/2014/main" id="{10808166-80C4-4A46-98C5-53F5F0840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805" y="4852759"/>
            <a:ext cx="61913" cy="1016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6" name="Rectangle 312">
            <a:extLst>
              <a:ext uri="{FF2B5EF4-FFF2-40B4-BE49-F238E27FC236}">
                <a16:creationId xmlns:a16="http://schemas.microsoft.com/office/drawing/2014/main" id="{4EF2EFF5-091A-4CF2-A5EC-257B866A6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805" y="4786084"/>
            <a:ext cx="61913" cy="492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7" name="Freeform 313">
            <a:extLst>
              <a:ext uri="{FF2B5EF4-FFF2-40B4-BE49-F238E27FC236}">
                <a16:creationId xmlns:a16="http://schemas.microsoft.com/office/drawing/2014/main" id="{00BC522F-1B2E-40C5-9260-40C6D5947B2B}"/>
              </a:ext>
            </a:extLst>
          </p:cNvPr>
          <p:cNvSpPr>
            <a:spLocks/>
          </p:cNvSpPr>
          <p:nvPr/>
        </p:nvSpPr>
        <p:spPr bwMode="auto">
          <a:xfrm>
            <a:off x="5277530" y="4894034"/>
            <a:ext cx="144463" cy="114300"/>
          </a:xfrm>
          <a:custGeom>
            <a:avLst/>
            <a:gdLst>
              <a:gd name="T0" fmla="*/ 17 w 35"/>
              <a:gd name="T1" fmla="*/ 0 h 28"/>
              <a:gd name="T2" fmla="*/ 0 w 35"/>
              <a:gd name="T3" fmla="*/ 17 h 28"/>
              <a:gd name="T4" fmla="*/ 0 w 35"/>
              <a:gd name="T5" fmla="*/ 28 h 28"/>
              <a:gd name="T6" fmla="*/ 35 w 35"/>
              <a:gd name="T7" fmla="*/ 28 h 28"/>
              <a:gd name="T8" fmla="*/ 35 w 35"/>
              <a:gd name="T9" fmla="*/ 17 h 28"/>
              <a:gd name="T10" fmla="*/ 17 w 35"/>
              <a:gd name="T11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5" h="28">
                <a:moveTo>
                  <a:pt x="17" y="0"/>
                </a:moveTo>
                <a:cubicBezTo>
                  <a:pt x="8" y="0"/>
                  <a:pt x="0" y="7"/>
                  <a:pt x="0" y="17"/>
                </a:cubicBezTo>
                <a:cubicBezTo>
                  <a:pt x="0" y="28"/>
                  <a:pt x="0" y="28"/>
                  <a:pt x="0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7"/>
                  <a:pt x="27" y="0"/>
                  <a:pt x="1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8" name="Rectangle 314">
            <a:extLst>
              <a:ext uri="{FF2B5EF4-FFF2-40B4-BE49-F238E27FC236}">
                <a16:creationId xmlns:a16="http://schemas.microsoft.com/office/drawing/2014/main" id="{5828C571-8DD2-4B3E-A973-974245685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7530" y="5155972"/>
            <a:ext cx="144463" cy="873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9" name="Rectangle 315">
            <a:extLst>
              <a:ext uri="{FF2B5EF4-FFF2-40B4-BE49-F238E27FC236}">
                <a16:creationId xmlns:a16="http://schemas.microsoft.com/office/drawing/2014/main" id="{5FFAD62A-1D8B-4C2F-A577-CA7D2E787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7530" y="5155972"/>
            <a:ext cx="144463" cy="873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0" name="Freeform 316">
            <a:extLst>
              <a:ext uri="{FF2B5EF4-FFF2-40B4-BE49-F238E27FC236}">
                <a16:creationId xmlns:a16="http://schemas.microsoft.com/office/drawing/2014/main" id="{18C5AE75-89A7-431A-89F7-1BA0A9ACB638}"/>
              </a:ext>
            </a:extLst>
          </p:cNvPr>
          <p:cNvSpPr>
            <a:spLocks/>
          </p:cNvSpPr>
          <p:nvPr/>
        </p:nvSpPr>
        <p:spPr bwMode="auto">
          <a:xfrm>
            <a:off x="5277530" y="5008334"/>
            <a:ext cx="144463" cy="147638"/>
          </a:xfrm>
          <a:custGeom>
            <a:avLst/>
            <a:gdLst>
              <a:gd name="T0" fmla="*/ 91 w 91"/>
              <a:gd name="T1" fmla="*/ 0 h 93"/>
              <a:gd name="T2" fmla="*/ 91 w 91"/>
              <a:gd name="T3" fmla="*/ 0 h 93"/>
              <a:gd name="T4" fmla="*/ 0 w 91"/>
              <a:gd name="T5" fmla="*/ 0 h 93"/>
              <a:gd name="T6" fmla="*/ 0 w 91"/>
              <a:gd name="T7" fmla="*/ 93 h 93"/>
              <a:gd name="T8" fmla="*/ 91 w 91"/>
              <a:gd name="T9" fmla="*/ 93 h 93"/>
              <a:gd name="T10" fmla="*/ 91 w 91"/>
              <a:gd name="T11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93">
                <a:moveTo>
                  <a:pt x="91" y="0"/>
                </a:moveTo>
                <a:lnTo>
                  <a:pt x="91" y="0"/>
                </a:lnTo>
                <a:lnTo>
                  <a:pt x="0" y="0"/>
                </a:lnTo>
                <a:lnTo>
                  <a:pt x="0" y="93"/>
                </a:lnTo>
                <a:lnTo>
                  <a:pt x="91" y="93"/>
                </a:lnTo>
                <a:lnTo>
                  <a:pt x="9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1" name="Freeform 317">
            <a:extLst>
              <a:ext uri="{FF2B5EF4-FFF2-40B4-BE49-F238E27FC236}">
                <a16:creationId xmlns:a16="http://schemas.microsoft.com/office/drawing/2014/main" id="{715A94B5-539A-484B-AD0C-AC2F9474201D}"/>
              </a:ext>
            </a:extLst>
          </p:cNvPr>
          <p:cNvSpPr>
            <a:spLocks/>
          </p:cNvSpPr>
          <p:nvPr/>
        </p:nvSpPr>
        <p:spPr bwMode="auto">
          <a:xfrm>
            <a:off x="5277530" y="5008334"/>
            <a:ext cx="144463" cy="147638"/>
          </a:xfrm>
          <a:custGeom>
            <a:avLst/>
            <a:gdLst>
              <a:gd name="T0" fmla="*/ 91 w 91"/>
              <a:gd name="T1" fmla="*/ 0 h 93"/>
              <a:gd name="T2" fmla="*/ 91 w 91"/>
              <a:gd name="T3" fmla="*/ 0 h 93"/>
              <a:gd name="T4" fmla="*/ 0 w 91"/>
              <a:gd name="T5" fmla="*/ 0 h 93"/>
              <a:gd name="T6" fmla="*/ 0 w 91"/>
              <a:gd name="T7" fmla="*/ 93 h 93"/>
              <a:gd name="T8" fmla="*/ 91 w 91"/>
              <a:gd name="T9" fmla="*/ 93 h 93"/>
              <a:gd name="T10" fmla="*/ 91 w 91"/>
              <a:gd name="T11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93">
                <a:moveTo>
                  <a:pt x="91" y="0"/>
                </a:moveTo>
                <a:lnTo>
                  <a:pt x="91" y="0"/>
                </a:lnTo>
                <a:lnTo>
                  <a:pt x="0" y="0"/>
                </a:lnTo>
                <a:lnTo>
                  <a:pt x="0" y="93"/>
                </a:lnTo>
                <a:lnTo>
                  <a:pt x="91" y="93"/>
                </a:lnTo>
                <a:lnTo>
                  <a:pt x="9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2" name="Freeform 318">
            <a:extLst>
              <a:ext uri="{FF2B5EF4-FFF2-40B4-BE49-F238E27FC236}">
                <a16:creationId xmlns:a16="http://schemas.microsoft.com/office/drawing/2014/main" id="{18E10DD9-5C70-4881-A795-EA3F3C143480}"/>
              </a:ext>
            </a:extLst>
          </p:cNvPr>
          <p:cNvSpPr>
            <a:spLocks noEditPoints="1"/>
          </p:cNvSpPr>
          <p:nvPr/>
        </p:nvSpPr>
        <p:spPr bwMode="auto">
          <a:xfrm>
            <a:off x="5904593" y="5000397"/>
            <a:ext cx="147638" cy="134938"/>
          </a:xfrm>
          <a:custGeom>
            <a:avLst/>
            <a:gdLst>
              <a:gd name="T0" fmla="*/ 18 w 36"/>
              <a:gd name="T1" fmla="*/ 33 h 33"/>
              <a:gd name="T2" fmla="*/ 0 w 36"/>
              <a:gd name="T3" fmla="*/ 12 h 33"/>
              <a:gd name="T4" fmla="*/ 3 w 36"/>
              <a:gd name="T5" fmla="*/ 0 h 33"/>
              <a:gd name="T6" fmla="*/ 3 w 36"/>
              <a:gd name="T7" fmla="*/ 0 h 33"/>
              <a:gd name="T8" fmla="*/ 33 w 36"/>
              <a:gd name="T9" fmla="*/ 0 h 33"/>
              <a:gd name="T10" fmla="*/ 33 w 36"/>
              <a:gd name="T11" fmla="*/ 0 h 33"/>
              <a:gd name="T12" fmla="*/ 36 w 36"/>
              <a:gd name="T13" fmla="*/ 12 h 33"/>
              <a:gd name="T14" fmla="*/ 18 w 36"/>
              <a:gd name="T15" fmla="*/ 33 h 33"/>
              <a:gd name="T16" fmla="*/ 5 w 36"/>
              <a:gd name="T17" fmla="*/ 3 h 33"/>
              <a:gd name="T18" fmla="*/ 3 w 36"/>
              <a:gd name="T19" fmla="*/ 12 h 33"/>
              <a:gd name="T20" fmla="*/ 18 w 36"/>
              <a:gd name="T21" fmla="*/ 30 h 33"/>
              <a:gd name="T22" fmla="*/ 33 w 36"/>
              <a:gd name="T23" fmla="*/ 12 h 33"/>
              <a:gd name="T24" fmla="*/ 31 w 36"/>
              <a:gd name="T25" fmla="*/ 3 h 33"/>
              <a:gd name="T26" fmla="*/ 5 w 36"/>
              <a:gd name="T27" fmla="*/ 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" h="33">
                <a:moveTo>
                  <a:pt x="18" y="33"/>
                </a:moveTo>
                <a:cubicBezTo>
                  <a:pt x="8" y="33"/>
                  <a:pt x="0" y="24"/>
                  <a:pt x="0" y="12"/>
                </a:cubicBezTo>
                <a:cubicBezTo>
                  <a:pt x="0" y="8"/>
                  <a:pt x="1" y="4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5" y="4"/>
                  <a:pt x="36" y="8"/>
                  <a:pt x="36" y="12"/>
                </a:cubicBezTo>
                <a:cubicBezTo>
                  <a:pt x="36" y="24"/>
                  <a:pt x="28" y="33"/>
                  <a:pt x="18" y="33"/>
                </a:cubicBezTo>
                <a:moveTo>
                  <a:pt x="5" y="3"/>
                </a:moveTo>
                <a:cubicBezTo>
                  <a:pt x="4" y="6"/>
                  <a:pt x="3" y="9"/>
                  <a:pt x="3" y="12"/>
                </a:cubicBezTo>
                <a:cubicBezTo>
                  <a:pt x="3" y="22"/>
                  <a:pt x="10" y="30"/>
                  <a:pt x="18" y="30"/>
                </a:cubicBezTo>
                <a:cubicBezTo>
                  <a:pt x="26" y="30"/>
                  <a:pt x="33" y="22"/>
                  <a:pt x="33" y="12"/>
                </a:cubicBezTo>
                <a:cubicBezTo>
                  <a:pt x="33" y="9"/>
                  <a:pt x="32" y="6"/>
                  <a:pt x="31" y="3"/>
                </a:cubicBezTo>
                <a:cubicBezTo>
                  <a:pt x="5" y="3"/>
                  <a:pt x="5" y="3"/>
                  <a:pt x="5" y="3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3" name="Freeform 319">
            <a:extLst>
              <a:ext uri="{FF2B5EF4-FFF2-40B4-BE49-F238E27FC236}">
                <a16:creationId xmlns:a16="http://schemas.microsoft.com/office/drawing/2014/main" id="{F32D8F1B-091C-424D-A26D-2413FB1E4221}"/>
              </a:ext>
            </a:extLst>
          </p:cNvPr>
          <p:cNvSpPr>
            <a:spLocks/>
          </p:cNvSpPr>
          <p:nvPr/>
        </p:nvSpPr>
        <p:spPr bwMode="auto">
          <a:xfrm>
            <a:off x="5922055" y="5054372"/>
            <a:ext cx="114300" cy="65088"/>
          </a:xfrm>
          <a:custGeom>
            <a:avLst/>
            <a:gdLst>
              <a:gd name="T0" fmla="*/ 27 w 28"/>
              <a:gd name="T1" fmla="*/ 0 h 16"/>
              <a:gd name="T2" fmla="*/ 1 w 28"/>
              <a:gd name="T3" fmla="*/ 0 h 16"/>
              <a:gd name="T4" fmla="*/ 15 w 28"/>
              <a:gd name="T5" fmla="*/ 16 h 16"/>
              <a:gd name="T6" fmla="*/ 27 w 28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" h="16">
                <a:moveTo>
                  <a:pt x="27" y="0"/>
                </a:moveTo>
                <a:cubicBezTo>
                  <a:pt x="1" y="0"/>
                  <a:pt x="1" y="0"/>
                  <a:pt x="1" y="0"/>
                </a:cubicBezTo>
                <a:cubicBezTo>
                  <a:pt x="0" y="2"/>
                  <a:pt x="2" y="16"/>
                  <a:pt x="15" y="16"/>
                </a:cubicBezTo>
                <a:cubicBezTo>
                  <a:pt x="27" y="16"/>
                  <a:pt x="28" y="2"/>
                  <a:pt x="2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4" name="Rectangle 320">
            <a:extLst>
              <a:ext uri="{FF2B5EF4-FFF2-40B4-BE49-F238E27FC236}">
                <a16:creationId xmlns:a16="http://schemas.microsoft.com/office/drawing/2014/main" id="{EB25AAD1-22A1-4304-A39F-D3751ECA4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680" y="5132159"/>
            <a:ext cx="20638" cy="1143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5" name="Oval 321">
            <a:extLst>
              <a:ext uri="{FF2B5EF4-FFF2-40B4-BE49-F238E27FC236}">
                <a16:creationId xmlns:a16="http://schemas.microsoft.com/office/drawing/2014/main" id="{E2DAEA1E-9A85-4F76-949C-8753A40CD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3168" y="5238522"/>
            <a:ext cx="95250" cy="158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6" name="Rectangle 322">
            <a:extLst>
              <a:ext uri="{FF2B5EF4-FFF2-40B4-BE49-F238E27FC236}">
                <a16:creationId xmlns:a16="http://schemas.microsoft.com/office/drawing/2014/main" id="{BF5A51C8-06E0-4797-8E62-ADE81DF3F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018" y="4897209"/>
            <a:ext cx="53975" cy="984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7" name="Rectangle 323">
            <a:extLst>
              <a:ext uri="{FF2B5EF4-FFF2-40B4-BE49-F238E27FC236}">
                <a16:creationId xmlns:a16="http://schemas.microsoft.com/office/drawing/2014/main" id="{A9EA8622-2313-41A8-9E54-790F64252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018" y="4840059"/>
            <a:ext cx="53975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8" name="Freeform 324">
            <a:extLst>
              <a:ext uri="{FF2B5EF4-FFF2-40B4-BE49-F238E27FC236}">
                <a16:creationId xmlns:a16="http://schemas.microsoft.com/office/drawing/2014/main" id="{A6871FAC-89E5-4BE9-B4E2-83695DD0951E}"/>
              </a:ext>
            </a:extLst>
          </p:cNvPr>
          <p:cNvSpPr>
            <a:spLocks/>
          </p:cNvSpPr>
          <p:nvPr/>
        </p:nvSpPr>
        <p:spPr bwMode="auto">
          <a:xfrm>
            <a:off x="6088743" y="4938484"/>
            <a:ext cx="131763" cy="106363"/>
          </a:xfrm>
          <a:custGeom>
            <a:avLst/>
            <a:gdLst>
              <a:gd name="T0" fmla="*/ 16 w 32"/>
              <a:gd name="T1" fmla="*/ 0 h 26"/>
              <a:gd name="T2" fmla="*/ 0 w 32"/>
              <a:gd name="T3" fmla="*/ 15 h 26"/>
              <a:gd name="T4" fmla="*/ 0 w 32"/>
              <a:gd name="T5" fmla="*/ 26 h 26"/>
              <a:gd name="T6" fmla="*/ 32 w 32"/>
              <a:gd name="T7" fmla="*/ 26 h 26"/>
              <a:gd name="T8" fmla="*/ 32 w 32"/>
              <a:gd name="T9" fmla="*/ 15 h 26"/>
              <a:gd name="T10" fmla="*/ 16 w 32"/>
              <a:gd name="T1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6">
                <a:moveTo>
                  <a:pt x="16" y="0"/>
                </a:moveTo>
                <a:cubicBezTo>
                  <a:pt x="7" y="0"/>
                  <a:pt x="0" y="7"/>
                  <a:pt x="0" y="15"/>
                </a:cubicBezTo>
                <a:cubicBezTo>
                  <a:pt x="0" y="26"/>
                  <a:pt x="0" y="26"/>
                  <a:pt x="0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7"/>
                  <a:pt x="25" y="0"/>
                  <a:pt x="1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9" name="Rectangle 325">
            <a:extLst>
              <a:ext uri="{FF2B5EF4-FFF2-40B4-BE49-F238E27FC236}">
                <a16:creationId xmlns:a16="http://schemas.microsoft.com/office/drawing/2014/main" id="{D05DFDE7-9370-473F-A41F-19691FF07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8743" y="5176609"/>
            <a:ext cx="131763" cy="77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0" name="Rectangle 326">
            <a:extLst>
              <a:ext uri="{FF2B5EF4-FFF2-40B4-BE49-F238E27FC236}">
                <a16:creationId xmlns:a16="http://schemas.microsoft.com/office/drawing/2014/main" id="{B9BF8735-2C90-4BE3-96FE-3811F8E82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8743" y="5176609"/>
            <a:ext cx="131763" cy="77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1" name="Freeform 327">
            <a:extLst>
              <a:ext uri="{FF2B5EF4-FFF2-40B4-BE49-F238E27FC236}">
                <a16:creationId xmlns:a16="http://schemas.microsoft.com/office/drawing/2014/main" id="{5CCEA23D-1607-469D-B627-CE47311D3AAA}"/>
              </a:ext>
            </a:extLst>
          </p:cNvPr>
          <p:cNvSpPr>
            <a:spLocks/>
          </p:cNvSpPr>
          <p:nvPr/>
        </p:nvSpPr>
        <p:spPr bwMode="auto">
          <a:xfrm>
            <a:off x="6088743" y="5044847"/>
            <a:ext cx="131763" cy="131763"/>
          </a:xfrm>
          <a:custGeom>
            <a:avLst/>
            <a:gdLst>
              <a:gd name="T0" fmla="*/ 83 w 83"/>
              <a:gd name="T1" fmla="*/ 0 h 83"/>
              <a:gd name="T2" fmla="*/ 83 w 83"/>
              <a:gd name="T3" fmla="*/ 0 h 83"/>
              <a:gd name="T4" fmla="*/ 0 w 83"/>
              <a:gd name="T5" fmla="*/ 0 h 83"/>
              <a:gd name="T6" fmla="*/ 0 w 83"/>
              <a:gd name="T7" fmla="*/ 83 h 83"/>
              <a:gd name="T8" fmla="*/ 83 w 83"/>
              <a:gd name="T9" fmla="*/ 83 h 83"/>
              <a:gd name="T10" fmla="*/ 83 w 83"/>
              <a:gd name="T1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3" h="83">
                <a:moveTo>
                  <a:pt x="83" y="0"/>
                </a:moveTo>
                <a:lnTo>
                  <a:pt x="83" y="0"/>
                </a:lnTo>
                <a:lnTo>
                  <a:pt x="0" y="0"/>
                </a:lnTo>
                <a:lnTo>
                  <a:pt x="0" y="83"/>
                </a:lnTo>
                <a:lnTo>
                  <a:pt x="83" y="83"/>
                </a:lnTo>
                <a:lnTo>
                  <a:pt x="8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2" name="Freeform 328">
            <a:extLst>
              <a:ext uri="{FF2B5EF4-FFF2-40B4-BE49-F238E27FC236}">
                <a16:creationId xmlns:a16="http://schemas.microsoft.com/office/drawing/2014/main" id="{96EB5C61-EB95-4F2E-B5A6-77B81580DB6C}"/>
              </a:ext>
            </a:extLst>
          </p:cNvPr>
          <p:cNvSpPr>
            <a:spLocks/>
          </p:cNvSpPr>
          <p:nvPr/>
        </p:nvSpPr>
        <p:spPr bwMode="auto">
          <a:xfrm>
            <a:off x="6088743" y="5044847"/>
            <a:ext cx="131763" cy="131763"/>
          </a:xfrm>
          <a:custGeom>
            <a:avLst/>
            <a:gdLst>
              <a:gd name="T0" fmla="*/ 83 w 83"/>
              <a:gd name="T1" fmla="*/ 0 h 83"/>
              <a:gd name="T2" fmla="*/ 83 w 83"/>
              <a:gd name="T3" fmla="*/ 0 h 83"/>
              <a:gd name="T4" fmla="*/ 0 w 83"/>
              <a:gd name="T5" fmla="*/ 0 h 83"/>
              <a:gd name="T6" fmla="*/ 0 w 83"/>
              <a:gd name="T7" fmla="*/ 83 h 83"/>
              <a:gd name="T8" fmla="*/ 83 w 83"/>
              <a:gd name="T9" fmla="*/ 83 h 83"/>
              <a:gd name="T10" fmla="*/ 83 w 83"/>
              <a:gd name="T1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3" h="83">
                <a:moveTo>
                  <a:pt x="83" y="0"/>
                </a:moveTo>
                <a:lnTo>
                  <a:pt x="83" y="0"/>
                </a:lnTo>
                <a:lnTo>
                  <a:pt x="0" y="0"/>
                </a:lnTo>
                <a:lnTo>
                  <a:pt x="0" y="83"/>
                </a:lnTo>
                <a:lnTo>
                  <a:pt x="83" y="83"/>
                </a:lnTo>
                <a:lnTo>
                  <a:pt x="8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3" name="Freeform 329">
            <a:extLst>
              <a:ext uri="{FF2B5EF4-FFF2-40B4-BE49-F238E27FC236}">
                <a16:creationId xmlns:a16="http://schemas.microsoft.com/office/drawing/2014/main" id="{1A45C150-9AE7-497D-BDB0-6962EE7620F0}"/>
              </a:ext>
            </a:extLst>
          </p:cNvPr>
          <p:cNvSpPr>
            <a:spLocks/>
          </p:cNvSpPr>
          <p:nvPr/>
        </p:nvSpPr>
        <p:spPr bwMode="auto">
          <a:xfrm>
            <a:off x="6761843" y="5028972"/>
            <a:ext cx="130175" cy="266700"/>
          </a:xfrm>
          <a:custGeom>
            <a:avLst/>
            <a:gdLst>
              <a:gd name="T0" fmla="*/ 15 w 32"/>
              <a:gd name="T1" fmla="*/ 0 h 65"/>
              <a:gd name="T2" fmla="*/ 5 w 32"/>
              <a:gd name="T3" fmla="*/ 5 h 65"/>
              <a:gd name="T4" fmla="*/ 0 w 32"/>
              <a:gd name="T5" fmla="*/ 4 h 65"/>
              <a:gd name="T6" fmla="*/ 16 w 32"/>
              <a:gd name="T7" fmla="*/ 65 h 65"/>
              <a:gd name="T8" fmla="*/ 32 w 32"/>
              <a:gd name="T9" fmla="*/ 3 h 65"/>
              <a:gd name="T10" fmla="*/ 25 w 32"/>
              <a:gd name="T11" fmla="*/ 5 h 65"/>
              <a:gd name="T12" fmla="*/ 15 w 32"/>
              <a:gd name="T1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65">
                <a:moveTo>
                  <a:pt x="15" y="0"/>
                </a:moveTo>
                <a:cubicBezTo>
                  <a:pt x="13" y="3"/>
                  <a:pt x="9" y="5"/>
                  <a:pt x="5" y="5"/>
                </a:cubicBezTo>
                <a:cubicBezTo>
                  <a:pt x="3" y="5"/>
                  <a:pt x="1" y="5"/>
                  <a:pt x="0" y="4"/>
                </a:cubicBezTo>
                <a:cubicBezTo>
                  <a:pt x="16" y="65"/>
                  <a:pt x="16" y="65"/>
                  <a:pt x="16" y="65"/>
                </a:cubicBezTo>
                <a:cubicBezTo>
                  <a:pt x="32" y="3"/>
                  <a:pt x="32" y="3"/>
                  <a:pt x="32" y="3"/>
                </a:cubicBezTo>
                <a:cubicBezTo>
                  <a:pt x="30" y="4"/>
                  <a:pt x="28" y="5"/>
                  <a:pt x="25" y="5"/>
                </a:cubicBezTo>
                <a:cubicBezTo>
                  <a:pt x="21" y="5"/>
                  <a:pt x="17" y="3"/>
                  <a:pt x="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4" name="Freeform 330">
            <a:extLst>
              <a:ext uri="{FF2B5EF4-FFF2-40B4-BE49-F238E27FC236}">
                <a16:creationId xmlns:a16="http://schemas.microsoft.com/office/drawing/2014/main" id="{6401AAD9-30D1-4E4D-A235-BA3A2862B7EB}"/>
              </a:ext>
            </a:extLst>
          </p:cNvPr>
          <p:cNvSpPr>
            <a:spLocks/>
          </p:cNvSpPr>
          <p:nvPr/>
        </p:nvSpPr>
        <p:spPr bwMode="auto">
          <a:xfrm>
            <a:off x="6736443" y="4897209"/>
            <a:ext cx="180975" cy="139700"/>
          </a:xfrm>
          <a:custGeom>
            <a:avLst/>
            <a:gdLst>
              <a:gd name="T0" fmla="*/ 39 w 44"/>
              <a:gd name="T1" fmla="*/ 12 h 34"/>
              <a:gd name="T2" fmla="*/ 39 w 44"/>
              <a:gd name="T3" fmla="*/ 11 h 34"/>
              <a:gd name="T4" fmla="*/ 31 w 44"/>
              <a:gd name="T5" fmla="*/ 2 h 34"/>
              <a:gd name="T6" fmla="*/ 23 w 44"/>
              <a:gd name="T7" fmla="*/ 7 h 34"/>
              <a:gd name="T8" fmla="*/ 15 w 44"/>
              <a:gd name="T9" fmla="*/ 0 h 34"/>
              <a:gd name="T10" fmla="*/ 7 w 44"/>
              <a:gd name="T11" fmla="*/ 9 h 34"/>
              <a:gd name="T12" fmla="*/ 8 w 44"/>
              <a:gd name="T13" fmla="*/ 12 h 34"/>
              <a:gd name="T14" fmla="*/ 0 w 44"/>
              <a:gd name="T15" fmla="*/ 23 h 34"/>
              <a:gd name="T16" fmla="*/ 6 w 44"/>
              <a:gd name="T17" fmla="*/ 32 h 34"/>
              <a:gd name="T18" fmla="*/ 11 w 44"/>
              <a:gd name="T19" fmla="*/ 34 h 34"/>
              <a:gd name="T20" fmla="*/ 21 w 44"/>
              <a:gd name="T21" fmla="*/ 29 h 34"/>
              <a:gd name="T22" fmla="*/ 31 w 44"/>
              <a:gd name="T23" fmla="*/ 34 h 34"/>
              <a:gd name="T24" fmla="*/ 38 w 44"/>
              <a:gd name="T25" fmla="*/ 32 h 34"/>
              <a:gd name="T26" fmla="*/ 44 w 44"/>
              <a:gd name="T27" fmla="*/ 21 h 34"/>
              <a:gd name="T28" fmla="*/ 39 w 44"/>
              <a:gd name="T29" fmla="*/ 1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4" h="34">
                <a:moveTo>
                  <a:pt x="39" y="12"/>
                </a:moveTo>
                <a:cubicBezTo>
                  <a:pt x="39" y="11"/>
                  <a:pt x="39" y="11"/>
                  <a:pt x="39" y="11"/>
                </a:cubicBezTo>
                <a:cubicBezTo>
                  <a:pt x="39" y="6"/>
                  <a:pt x="36" y="2"/>
                  <a:pt x="31" y="2"/>
                </a:cubicBezTo>
                <a:cubicBezTo>
                  <a:pt x="28" y="2"/>
                  <a:pt x="25" y="4"/>
                  <a:pt x="23" y="7"/>
                </a:cubicBezTo>
                <a:cubicBezTo>
                  <a:pt x="23" y="3"/>
                  <a:pt x="19" y="0"/>
                  <a:pt x="15" y="0"/>
                </a:cubicBezTo>
                <a:cubicBezTo>
                  <a:pt x="11" y="0"/>
                  <a:pt x="7" y="4"/>
                  <a:pt x="7" y="9"/>
                </a:cubicBezTo>
                <a:cubicBezTo>
                  <a:pt x="7" y="10"/>
                  <a:pt x="7" y="11"/>
                  <a:pt x="8" y="12"/>
                </a:cubicBezTo>
                <a:cubicBezTo>
                  <a:pt x="3" y="13"/>
                  <a:pt x="0" y="17"/>
                  <a:pt x="0" y="23"/>
                </a:cubicBezTo>
                <a:cubicBezTo>
                  <a:pt x="0" y="27"/>
                  <a:pt x="2" y="31"/>
                  <a:pt x="6" y="32"/>
                </a:cubicBezTo>
                <a:cubicBezTo>
                  <a:pt x="7" y="33"/>
                  <a:pt x="9" y="34"/>
                  <a:pt x="11" y="34"/>
                </a:cubicBezTo>
                <a:cubicBezTo>
                  <a:pt x="15" y="34"/>
                  <a:pt x="19" y="32"/>
                  <a:pt x="21" y="29"/>
                </a:cubicBezTo>
                <a:cubicBezTo>
                  <a:pt x="23" y="32"/>
                  <a:pt x="27" y="34"/>
                  <a:pt x="31" y="34"/>
                </a:cubicBezTo>
                <a:cubicBezTo>
                  <a:pt x="34" y="34"/>
                  <a:pt x="36" y="33"/>
                  <a:pt x="38" y="32"/>
                </a:cubicBezTo>
                <a:cubicBezTo>
                  <a:pt x="42" y="30"/>
                  <a:pt x="44" y="26"/>
                  <a:pt x="44" y="21"/>
                </a:cubicBezTo>
                <a:cubicBezTo>
                  <a:pt x="44" y="17"/>
                  <a:pt x="42" y="14"/>
                  <a:pt x="39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5" name="Freeform 331">
            <a:extLst>
              <a:ext uri="{FF2B5EF4-FFF2-40B4-BE49-F238E27FC236}">
                <a16:creationId xmlns:a16="http://schemas.microsoft.com/office/drawing/2014/main" id="{44FB5CD2-5150-478C-B920-4C0AF78EBB09}"/>
              </a:ext>
            </a:extLst>
          </p:cNvPr>
          <p:cNvSpPr>
            <a:spLocks noEditPoints="1"/>
          </p:cNvSpPr>
          <p:nvPr/>
        </p:nvSpPr>
        <p:spPr bwMode="auto">
          <a:xfrm>
            <a:off x="7723868" y="5016272"/>
            <a:ext cx="66675" cy="168275"/>
          </a:xfrm>
          <a:custGeom>
            <a:avLst/>
            <a:gdLst>
              <a:gd name="T0" fmla="*/ 3 w 16"/>
              <a:gd name="T1" fmla="*/ 41 h 41"/>
              <a:gd name="T2" fmla="*/ 2 w 16"/>
              <a:gd name="T3" fmla="*/ 41 h 41"/>
              <a:gd name="T4" fmla="*/ 1 w 16"/>
              <a:gd name="T5" fmla="*/ 40 h 41"/>
              <a:gd name="T6" fmla="*/ 0 w 16"/>
              <a:gd name="T7" fmla="*/ 39 h 41"/>
              <a:gd name="T8" fmla="*/ 0 w 16"/>
              <a:gd name="T9" fmla="*/ 1 h 41"/>
              <a:gd name="T10" fmla="*/ 2 w 16"/>
              <a:gd name="T11" fmla="*/ 0 h 41"/>
              <a:gd name="T12" fmla="*/ 3 w 16"/>
              <a:gd name="T13" fmla="*/ 0 h 41"/>
              <a:gd name="T14" fmla="*/ 16 w 16"/>
              <a:gd name="T15" fmla="*/ 13 h 41"/>
              <a:gd name="T16" fmla="*/ 16 w 16"/>
              <a:gd name="T17" fmla="*/ 28 h 41"/>
              <a:gd name="T18" fmla="*/ 3 w 16"/>
              <a:gd name="T19" fmla="*/ 41 h 41"/>
              <a:gd name="T20" fmla="*/ 4 w 16"/>
              <a:gd name="T21" fmla="*/ 4 h 41"/>
              <a:gd name="T22" fmla="*/ 4 w 16"/>
              <a:gd name="T23" fmla="*/ 37 h 41"/>
              <a:gd name="T24" fmla="*/ 12 w 16"/>
              <a:gd name="T25" fmla="*/ 28 h 41"/>
              <a:gd name="T26" fmla="*/ 12 w 16"/>
              <a:gd name="T27" fmla="*/ 13 h 41"/>
              <a:gd name="T28" fmla="*/ 4 w 16"/>
              <a:gd name="T29" fmla="*/ 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" h="41">
                <a:moveTo>
                  <a:pt x="3" y="41"/>
                </a:moveTo>
                <a:cubicBezTo>
                  <a:pt x="2" y="41"/>
                  <a:pt x="2" y="41"/>
                  <a:pt x="2" y="41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1"/>
                  <a:pt x="0" y="1"/>
                  <a:pt x="0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10" y="0"/>
                  <a:pt x="16" y="6"/>
                  <a:pt x="16" y="13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35"/>
                  <a:pt x="10" y="41"/>
                  <a:pt x="3" y="41"/>
                </a:cubicBezTo>
                <a:close/>
                <a:moveTo>
                  <a:pt x="4" y="4"/>
                </a:moveTo>
                <a:cubicBezTo>
                  <a:pt x="4" y="37"/>
                  <a:pt x="4" y="37"/>
                  <a:pt x="4" y="37"/>
                </a:cubicBezTo>
                <a:cubicBezTo>
                  <a:pt x="8" y="36"/>
                  <a:pt x="12" y="32"/>
                  <a:pt x="12" y="28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9"/>
                  <a:pt x="8" y="5"/>
                  <a:pt x="4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6" name="Rectangle 332">
            <a:extLst>
              <a:ext uri="{FF2B5EF4-FFF2-40B4-BE49-F238E27FC236}">
                <a16:creationId xmlns:a16="http://schemas.microsoft.com/office/drawing/2014/main" id="{91DC7A5A-F892-4D4E-943B-195A0EB6C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5268" y="5243284"/>
            <a:ext cx="249238" cy="39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7" name="Freeform 333">
            <a:extLst>
              <a:ext uri="{FF2B5EF4-FFF2-40B4-BE49-F238E27FC236}">
                <a16:creationId xmlns:a16="http://schemas.microsoft.com/office/drawing/2014/main" id="{8BFE3FF2-101A-4B88-9AC8-20B65133EA93}"/>
              </a:ext>
            </a:extLst>
          </p:cNvPr>
          <p:cNvSpPr>
            <a:spLocks noEditPoints="1"/>
          </p:cNvSpPr>
          <p:nvPr/>
        </p:nvSpPr>
        <p:spPr bwMode="auto">
          <a:xfrm>
            <a:off x="7503205" y="4992459"/>
            <a:ext cx="233363" cy="238125"/>
          </a:xfrm>
          <a:custGeom>
            <a:avLst/>
            <a:gdLst>
              <a:gd name="T0" fmla="*/ 147 w 147"/>
              <a:gd name="T1" fmla="*/ 150 h 150"/>
              <a:gd name="T2" fmla="*/ 0 w 147"/>
              <a:gd name="T3" fmla="*/ 150 h 150"/>
              <a:gd name="T4" fmla="*/ 0 w 147"/>
              <a:gd name="T5" fmla="*/ 0 h 150"/>
              <a:gd name="T6" fmla="*/ 147 w 147"/>
              <a:gd name="T7" fmla="*/ 0 h 150"/>
              <a:gd name="T8" fmla="*/ 147 w 147"/>
              <a:gd name="T9" fmla="*/ 150 h 150"/>
              <a:gd name="T10" fmla="*/ 8 w 147"/>
              <a:gd name="T11" fmla="*/ 142 h 150"/>
              <a:gd name="T12" fmla="*/ 139 w 147"/>
              <a:gd name="T13" fmla="*/ 142 h 150"/>
              <a:gd name="T14" fmla="*/ 139 w 147"/>
              <a:gd name="T15" fmla="*/ 10 h 150"/>
              <a:gd name="T16" fmla="*/ 8 w 147"/>
              <a:gd name="T17" fmla="*/ 10 h 150"/>
              <a:gd name="T18" fmla="*/ 8 w 147"/>
              <a:gd name="T19" fmla="*/ 14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7" h="150">
                <a:moveTo>
                  <a:pt x="147" y="150"/>
                </a:moveTo>
                <a:lnTo>
                  <a:pt x="0" y="150"/>
                </a:lnTo>
                <a:lnTo>
                  <a:pt x="0" y="0"/>
                </a:lnTo>
                <a:lnTo>
                  <a:pt x="147" y="0"/>
                </a:lnTo>
                <a:lnTo>
                  <a:pt x="147" y="150"/>
                </a:lnTo>
                <a:close/>
                <a:moveTo>
                  <a:pt x="8" y="142"/>
                </a:moveTo>
                <a:lnTo>
                  <a:pt x="139" y="142"/>
                </a:lnTo>
                <a:lnTo>
                  <a:pt x="139" y="10"/>
                </a:lnTo>
                <a:lnTo>
                  <a:pt x="8" y="10"/>
                </a:lnTo>
                <a:lnTo>
                  <a:pt x="8" y="14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8" name="Rectangle 334">
            <a:extLst>
              <a:ext uri="{FF2B5EF4-FFF2-40B4-BE49-F238E27FC236}">
                <a16:creationId xmlns:a16="http://schemas.microsoft.com/office/drawing/2014/main" id="{3D645243-23E6-4FDE-9621-B4D4DC3F9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2418" y="5044847"/>
            <a:ext cx="20638" cy="147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9" name="Rectangle 335">
            <a:extLst>
              <a:ext uri="{FF2B5EF4-FFF2-40B4-BE49-F238E27FC236}">
                <a16:creationId xmlns:a16="http://schemas.microsoft.com/office/drawing/2014/main" id="{1BA48105-43D5-464F-88B2-F15787AE6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4805" y="5044847"/>
            <a:ext cx="25400" cy="147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0" name="Rectangle 336">
            <a:extLst>
              <a:ext uri="{FF2B5EF4-FFF2-40B4-BE49-F238E27FC236}">
                <a16:creationId xmlns:a16="http://schemas.microsoft.com/office/drawing/2014/main" id="{56C2AC59-C299-4271-A80A-348BE3D08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718" y="5044847"/>
            <a:ext cx="20638" cy="147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1" name="Freeform 337">
            <a:extLst>
              <a:ext uri="{FF2B5EF4-FFF2-40B4-BE49-F238E27FC236}">
                <a16:creationId xmlns:a16="http://schemas.microsoft.com/office/drawing/2014/main" id="{252EB376-AF01-4C21-9FEC-E2E5DE8AB87C}"/>
              </a:ext>
            </a:extLst>
          </p:cNvPr>
          <p:cNvSpPr>
            <a:spLocks noEditPoints="1"/>
          </p:cNvSpPr>
          <p:nvPr/>
        </p:nvSpPr>
        <p:spPr bwMode="auto">
          <a:xfrm>
            <a:off x="7469868" y="4889272"/>
            <a:ext cx="274638" cy="131763"/>
          </a:xfrm>
          <a:custGeom>
            <a:avLst/>
            <a:gdLst>
              <a:gd name="T0" fmla="*/ 63 w 67"/>
              <a:gd name="T1" fmla="*/ 16 h 32"/>
              <a:gd name="T2" fmla="*/ 63 w 67"/>
              <a:gd name="T3" fmla="*/ 16 h 32"/>
              <a:gd name="T4" fmla="*/ 64 w 67"/>
              <a:gd name="T5" fmla="*/ 12 h 32"/>
              <a:gd name="T6" fmla="*/ 58 w 67"/>
              <a:gd name="T7" fmla="*/ 5 h 32"/>
              <a:gd name="T8" fmla="*/ 52 w 67"/>
              <a:gd name="T9" fmla="*/ 8 h 32"/>
              <a:gd name="T10" fmla="*/ 45 w 67"/>
              <a:gd name="T11" fmla="*/ 1 h 32"/>
              <a:gd name="T12" fmla="*/ 41 w 67"/>
              <a:gd name="T13" fmla="*/ 2 h 32"/>
              <a:gd name="T14" fmla="*/ 38 w 67"/>
              <a:gd name="T15" fmla="*/ 1 h 32"/>
              <a:gd name="T16" fmla="*/ 36 w 67"/>
              <a:gd name="T17" fmla="*/ 2 h 32"/>
              <a:gd name="T18" fmla="*/ 31 w 67"/>
              <a:gd name="T19" fmla="*/ 0 h 32"/>
              <a:gd name="T20" fmla="*/ 25 w 67"/>
              <a:gd name="T21" fmla="*/ 6 h 32"/>
              <a:gd name="T22" fmla="*/ 23 w 67"/>
              <a:gd name="T23" fmla="*/ 5 h 32"/>
              <a:gd name="T24" fmla="*/ 14 w 67"/>
              <a:gd name="T25" fmla="*/ 11 h 32"/>
              <a:gd name="T26" fmla="*/ 13 w 67"/>
              <a:gd name="T27" fmla="*/ 11 h 32"/>
              <a:gd name="T28" fmla="*/ 8 w 67"/>
              <a:gd name="T29" fmla="*/ 13 h 32"/>
              <a:gd name="T30" fmla="*/ 7 w 67"/>
              <a:gd name="T31" fmla="*/ 13 h 32"/>
              <a:gd name="T32" fmla="*/ 1 w 67"/>
              <a:gd name="T33" fmla="*/ 19 h 32"/>
              <a:gd name="T34" fmla="*/ 3 w 67"/>
              <a:gd name="T35" fmla="*/ 22 h 32"/>
              <a:gd name="T36" fmla="*/ 0 w 67"/>
              <a:gd name="T37" fmla="*/ 27 h 32"/>
              <a:gd name="T38" fmla="*/ 6 w 67"/>
              <a:gd name="T39" fmla="*/ 32 h 32"/>
              <a:gd name="T40" fmla="*/ 12 w 67"/>
              <a:gd name="T41" fmla="*/ 27 h 32"/>
              <a:gd name="T42" fmla="*/ 12 w 67"/>
              <a:gd name="T43" fmla="*/ 25 h 32"/>
              <a:gd name="T44" fmla="*/ 13 w 67"/>
              <a:gd name="T45" fmla="*/ 25 h 32"/>
              <a:gd name="T46" fmla="*/ 17 w 67"/>
              <a:gd name="T47" fmla="*/ 24 h 32"/>
              <a:gd name="T48" fmla="*/ 23 w 67"/>
              <a:gd name="T49" fmla="*/ 25 h 32"/>
              <a:gd name="T50" fmla="*/ 27 w 67"/>
              <a:gd name="T51" fmla="*/ 24 h 32"/>
              <a:gd name="T52" fmla="*/ 35 w 67"/>
              <a:gd name="T53" fmla="*/ 29 h 32"/>
              <a:gd name="T54" fmla="*/ 40 w 67"/>
              <a:gd name="T55" fmla="*/ 28 h 32"/>
              <a:gd name="T56" fmla="*/ 46 w 67"/>
              <a:gd name="T57" fmla="*/ 31 h 32"/>
              <a:gd name="T58" fmla="*/ 51 w 67"/>
              <a:gd name="T59" fmla="*/ 30 h 32"/>
              <a:gd name="T60" fmla="*/ 55 w 67"/>
              <a:gd name="T61" fmla="*/ 31 h 32"/>
              <a:gd name="T62" fmla="*/ 58 w 67"/>
              <a:gd name="T63" fmla="*/ 30 h 32"/>
              <a:gd name="T64" fmla="*/ 59 w 67"/>
              <a:gd name="T65" fmla="*/ 31 h 32"/>
              <a:gd name="T66" fmla="*/ 67 w 67"/>
              <a:gd name="T67" fmla="*/ 23 h 32"/>
              <a:gd name="T68" fmla="*/ 63 w 67"/>
              <a:gd name="T69" fmla="*/ 16 h 32"/>
              <a:gd name="T70" fmla="*/ 44 w 67"/>
              <a:gd name="T71" fmla="*/ 16 h 32"/>
              <a:gd name="T72" fmla="*/ 44 w 67"/>
              <a:gd name="T73" fmla="*/ 16 h 32"/>
              <a:gd name="T74" fmla="*/ 44 w 67"/>
              <a:gd name="T75" fmla="*/ 17 h 32"/>
              <a:gd name="T76" fmla="*/ 44 w 67"/>
              <a:gd name="T77" fmla="*/ 17 h 32"/>
              <a:gd name="T78" fmla="*/ 44 w 67"/>
              <a:gd name="T7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7" h="32">
                <a:moveTo>
                  <a:pt x="63" y="16"/>
                </a:moveTo>
                <a:cubicBezTo>
                  <a:pt x="63" y="16"/>
                  <a:pt x="63" y="16"/>
                  <a:pt x="63" y="16"/>
                </a:cubicBezTo>
                <a:cubicBezTo>
                  <a:pt x="64" y="15"/>
                  <a:pt x="64" y="14"/>
                  <a:pt x="64" y="12"/>
                </a:cubicBezTo>
                <a:cubicBezTo>
                  <a:pt x="64" y="8"/>
                  <a:pt x="62" y="5"/>
                  <a:pt x="58" y="5"/>
                </a:cubicBezTo>
                <a:cubicBezTo>
                  <a:pt x="56" y="5"/>
                  <a:pt x="54" y="7"/>
                  <a:pt x="52" y="8"/>
                </a:cubicBezTo>
                <a:cubicBezTo>
                  <a:pt x="52" y="5"/>
                  <a:pt x="49" y="1"/>
                  <a:pt x="45" y="1"/>
                </a:cubicBezTo>
                <a:cubicBezTo>
                  <a:pt x="44" y="1"/>
                  <a:pt x="43" y="2"/>
                  <a:pt x="41" y="2"/>
                </a:cubicBezTo>
                <a:cubicBezTo>
                  <a:pt x="40" y="2"/>
                  <a:pt x="39" y="1"/>
                  <a:pt x="38" y="1"/>
                </a:cubicBezTo>
                <a:cubicBezTo>
                  <a:pt x="37" y="1"/>
                  <a:pt x="36" y="2"/>
                  <a:pt x="36" y="2"/>
                </a:cubicBezTo>
                <a:cubicBezTo>
                  <a:pt x="35" y="1"/>
                  <a:pt x="33" y="0"/>
                  <a:pt x="31" y="0"/>
                </a:cubicBezTo>
                <a:cubicBezTo>
                  <a:pt x="28" y="0"/>
                  <a:pt x="25" y="2"/>
                  <a:pt x="25" y="6"/>
                </a:cubicBezTo>
                <a:cubicBezTo>
                  <a:pt x="24" y="5"/>
                  <a:pt x="24" y="5"/>
                  <a:pt x="23" y="5"/>
                </a:cubicBezTo>
                <a:cubicBezTo>
                  <a:pt x="19" y="5"/>
                  <a:pt x="16" y="8"/>
                  <a:pt x="14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1" y="11"/>
                  <a:pt x="10" y="12"/>
                  <a:pt x="8" y="13"/>
                </a:cubicBezTo>
                <a:cubicBezTo>
                  <a:pt x="8" y="13"/>
                  <a:pt x="8" y="13"/>
                  <a:pt x="7" y="13"/>
                </a:cubicBezTo>
                <a:cubicBezTo>
                  <a:pt x="4" y="13"/>
                  <a:pt x="1" y="16"/>
                  <a:pt x="1" y="19"/>
                </a:cubicBezTo>
                <a:cubicBezTo>
                  <a:pt x="1" y="20"/>
                  <a:pt x="2" y="21"/>
                  <a:pt x="3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3" y="32"/>
                  <a:pt x="6" y="32"/>
                </a:cubicBezTo>
                <a:cubicBezTo>
                  <a:pt x="10" y="32"/>
                  <a:pt x="12" y="29"/>
                  <a:pt x="12" y="27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5"/>
                  <a:pt x="13" y="25"/>
                  <a:pt x="13" y="25"/>
                </a:cubicBezTo>
                <a:cubicBezTo>
                  <a:pt x="15" y="25"/>
                  <a:pt x="16" y="24"/>
                  <a:pt x="17" y="24"/>
                </a:cubicBezTo>
                <a:cubicBezTo>
                  <a:pt x="19" y="25"/>
                  <a:pt x="21" y="25"/>
                  <a:pt x="23" y="25"/>
                </a:cubicBezTo>
                <a:cubicBezTo>
                  <a:pt x="25" y="25"/>
                  <a:pt x="26" y="25"/>
                  <a:pt x="27" y="24"/>
                </a:cubicBezTo>
                <a:cubicBezTo>
                  <a:pt x="29" y="27"/>
                  <a:pt x="32" y="29"/>
                  <a:pt x="35" y="29"/>
                </a:cubicBezTo>
                <a:cubicBezTo>
                  <a:pt x="37" y="29"/>
                  <a:pt x="39" y="28"/>
                  <a:pt x="40" y="28"/>
                </a:cubicBezTo>
                <a:cubicBezTo>
                  <a:pt x="41" y="30"/>
                  <a:pt x="44" y="31"/>
                  <a:pt x="46" y="31"/>
                </a:cubicBezTo>
                <a:cubicBezTo>
                  <a:pt x="48" y="31"/>
                  <a:pt x="50" y="31"/>
                  <a:pt x="51" y="30"/>
                </a:cubicBezTo>
                <a:cubicBezTo>
                  <a:pt x="52" y="31"/>
                  <a:pt x="53" y="31"/>
                  <a:pt x="55" y="31"/>
                </a:cubicBezTo>
                <a:cubicBezTo>
                  <a:pt x="56" y="31"/>
                  <a:pt x="57" y="31"/>
                  <a:pt x="58" y="30"/>
                </a:cubicBezTo>
                <a:cubicBezTo>
                  <a:pt x="58" y="30"/>
                  <a:pt x="59" y="31"/>
                  <a:pt x="59" y="31"/>
                </a:cubicBezTo>
                <a:cubicBezTo>
                  <a:pt x="63" y="31"/>
                  <a:pt x="67" y="27"/>
                  <a:pt x="67" y="23"/>
                </a:cubicBezTo>
                <a:cubicBezTo>
                  <a:pt x="67" y="20"/>
                  <a:pt x="65" y="18"/>
                  <a:pt x="63" y="16"/>
                </a:cubicBezTo>
                <a:close/>
                <a:moveTo>
                  <a:pt x="44" y="16"/>
                </a:moveTo>
                <a:cubicBezTo>
                  <a:pt x="44" y="16"/>
                  <a:pt x="44" y="16"/>
                  <a:pt x="44" y="16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6"/>
                  <a:pt x="44" y="16"/>
                  <a:pt x="44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2" name="Freeform 338">
            <a:extLst>
              <a:ext uri="{FF2B5EF4-FFF2-40B4-BE49-F238E27FC236}">
                <a16:creationId xmlns:a16="http://schemas.microsoft.com/office/drawing/2014/main" id="{DEA05AA4-6241-4B54-B107-6F12C7EB275A}"/>
              </a:ext>
            </a:extLst>
          </p:cNvPr>
          <p:cNvSpPr>
            <a:spLocks/>
          </p:cNvSpPr>
          <p:nvPr/>
        </p:nvSpPr>
        <p:spPr bwMode="auto">
          <a:xfrm>
            <a:off x="8363630" y="4938484"/>
            <a:ext cx="114300" cy="111125"/>
          </a:xfrm>
          <a:custGeom>
            <a:avLst/>
            <a:gdLst>
              <a:gd name="T0" fmla="*/ 36 w 72"/>
              <a:gd name="T1" fmla="*/ 0 h 70"/>
              <a:gd name="T2" fmla="*/ 0 w 72"/>
              <a:gd name="T3" fmla="*/ 36 h 70"/>
              <a:gd name="T4" fmla="*/ 36 w 72"/>
              <a:gd name="T5" fmla="*/ 70 h 70"/>
              <a:gd name="T6" fmla="*/ 72 w 72"/>
              <a:gd name="T7" fmla="*/ 36 h 70"/>
              <a:gd name="T8" fmla="*/ 36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36" y="0"/>
                </a:moveTo>
                <a:lnTo>
                  <a:pt x="0" y="36"/>
                </a:lnTo>
                <a:lnTo>
                  <a:pt x="36" y="70"/>
                </a:lnTo>
                <a:lnTo>
                  <a:pt x="72" y="36"/>
                </a:lnTo>
                <a:lnTo>
                  <a:pt x="3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3" name="Freeform 339">
            <a:extLst>
              <a:ext uri="{FF2B5EF4-FFF2-40B4-BE49-F238E27FC236}">
                <a16:creationId xmlns:a16="http://schemas.microsoft.com/office/drawing/2014/main" id="{70295C2C-D1A3-4207-96AE-7EB0F1806450}"/>
              </a:ext>
            </a:extLst>
          </p:cNvPr>
          <p:cNvSpPr>
            <a:spLocks/>
          </p:cNvSpPr>
          <p:nvPr/>
        </p:nvSpPr>
        <p:spPr bwMode="auto">
          <a:xfrm>
            <a:off x="8363630" y="4938484"/>
            <a:ext cx="114300" cy="111125"/>
          </a:xfrm>
          <a:custGeom>
            <a:avLst/>
            <a:gdLst>
              <a:gd name="T0" fmla="*/ 36 w 72"/>
              <a:gd name="T1" fmla="*/ 0 h 70"/>
              <a:gd name="T2" fmla="*/ 0 w 72"/>
              <a:gd name="T3" fmla="*/ 36 h 70"/>
              <a:gd name="T4" fmla="*/ 36 w 72"/>
              <a:gd name="T5" fmla="*/ 70 h 70"/>
              <a:gd name="T6" fmla="*/ 72 w 72"/>
              <a:gd name="T7" fmla="*/ 36 h 70"/>
              <a:gd name="T8" fmla="*/ 36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36" y="0"/>
                </a:moveTo>
                <a:lnTo>
                  <a:pt x="0" y="36"/>
                </a:lnTo>
                <a:lnTo>
                  <a:pt x="36" y="70"/>
                </a:lnTo>
                <a:lnTo>
                  <a:pt x="72" y="36"/>
                </a:lnTo>
                <a:lnTo>
                  <a:pt x="3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4" name="Freeform 340">
            <a:extLst>
              <a:ext uri="{FF2B5EF4-FFF2-40B4-BE49-F238E27FC236}">
                <a16:creationId xmlns:a16="http://schemas.microsoft.com/office/drawing/2014/main" id="{98917601-DD0F-4D7D-B87E-E8773EB0AC3F}"/>
              </a:ext>
            </a:extLst>
          </p:cNvPr>
          <p:cNvSpPr>
            <a:spLocks/>
          </p:cNvSpPr>
          <p:nvPr/>
        </p:nvSpPr>
        <p:spPr bwMode="auto">
          <a:xfrm>
            <a:off x="8428718" y="4873397"/>
            <a:ext cx="111125" cy="114300"/>
          </a:xfrm>
          <a:custGeom>
            <a:avLst/>
            <a:gdLst>
              <a:gd name="T0" fmla="*/ 36 w 70"/>
              <a:gd name="T1" fmla="*/ 0 h 72"/>
              <a:gd name="T2" fmla="*/ 0 w 70"/>
              <a:gd name="T3" fmla="*/ 36 h 72"/>
              <a:gd name="T4" fmla="*/ 36 w 70"/>
              <a:gd name="T5" fmla="*/ 72 h 72"/>
              <a:gd name="T6" fmla="*/ 70 w 70"/>
              <a:gd name="T7" fmla="*/ 36 h 72"/>
              <a:gd name="T8" fmla="*/ 36 w 7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36" y="0"/>
                </a:moveTo>
                <a:lnTo>
                  <a:pt x="0" y="36"/>
                </a:lnTo>
                <a:lnTo>
                  <a:pt x="36" y="72"/>
                </a:lnTo>
                <a:lnTo>
                  <a:pt x="70" y="36"/>
                </a:lnTo>
                <a:lnTo>
                  <a:pt x="3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5" name="Freeform 341">
            <a:extLst>
              <a:ext uri="{FF2B5EF4-FFF2-40B4-BE49-F238E27FC236}">
                <a16:creationId xmlns:a16="http://schemas.microsoft.com/office/drawing/2014/main" id="{57C540F0-269B-4F22-BEDF-1D27AE7391AC}"/>
              </a:ext>
            </a:extLst>
          </p:cNvPr>
          <p:cNvSpPr>
            <a:spLocks/>
          </p:cNvSpPr>
          <p:nvPr/>
        </p:nvSpPr>
        <p:spPr bwMode="auto">
          <a:xfrm>
            <a:off x="8428718" y="4873397"/>
            <a:ext cx="111125" cy="114300"/>
          </a:xfrm>
          <a:custGeom>
            <a:avLst/>
            <a:gdLst>
              <a:gd name="T0" fmla="*/ 36 w 70"/>
              <a:gd name="T1" fmla="*/ 0 h 72"/>
              <a:gd name="T2" fmla="*/ 0 w 70"/>
              <a:gd name="T3" fmla="*/ 36 h 72"/>
              <a:gd name="T4" fmla="*/ 36 w 70"/>
              <a:gd name="T5" fmla="*/ 72 h 72"/>
              <a:gd name="T6" fmla="*/ 70 w 70"/>
              <a:gd name="T7" fmla="*/ 36 h 72"/>
              <a:gd name="T8" fmla="*/ 36 w 7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36" y="0"/>
                </a:moveTo>
                <a:lnTo>
                  <a:pt x="0" y="36"/>
                </a:lnTo>
                <a:lnTo>
                  <a:pt x="36" y="72"/>
                </a:lnTo>
                <a:lnTo>
                  <a:pt x="70" y="36"/>
                </a:lnTo>
                <a:lnTo>
                  <a:pt x="3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6" name="Freeform 342">
            <a:extLst>
              <a:ext uri="{FF2B5EF4-FFF2-40B4-BE49-F238E27FC236}">
                <a16:creationId xmlns:a16="http://schemas.microsoft.com/office/drawing/2014/main" id="{93F5F9E8-4C79-4FA9-9C95-88D3E971BEE6}"/>
              </a:ext>
            </a:extLst>
          </p:cNvPr>
          <p:cNvSpPr>
            <a:spLocks/>
          </p:cNvSpPr>
          <p:nvPr/>
        </p:nvSpPr>
        <p:spPr bwMode="auto">
          <a:xfrm>
            <a:off x="8428718" y="5005159"/>
            <a:ext cx="111125" cy="109538"/>
          </a:xfrm>
          <a:custGeom>
            <a:avLst/>
            <a:gdLst>
              <a:gd name="T0" fmla="*/ 34 w 70"/>
              <a:gd name="T1" fmla="*/ 0 h 69"/>
              <a:gd name="T2" fmla="*/ 0 w 70"/>
              <a:gd name="T3" fmla="*/ 33 h 69"/>
              <a:gd name="T4" fmla="*/ 34 w 70"/>
              <a:gd name="T5" fmla="*/ 69 h 69"/>
              <a:gd name="T6" fmla="*/ 70 w 70"/>
              <a:gd name="T7" fmla="*/ 33 h 69"/>
              <a:gd name="T8" fmla="*/ 34 w 70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9">
                <a:moveTo>
                  <a:pt x="34" y="0"/>
                </a:moveTo>
                <a:lnTo>
                  <a:pt x="0" y="33"/>
                </a:lnTo>
                <a:lnTo>
                  <a:pt x="34" y="69"/>
                </a:lnTo>
                <a:lnTo>
                  <a:pt x="70" y="33"/>
                </a:lnTo>
                <a:lnTo>
                  <a:pt x="3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7" name="Freeform 343">
            <a:extLst>
              <a:ext uri="{FF2B5EF4-FFF2-40B4-BE49-F238E27FC236}">
                <a16:creationId xmlns:a16="http://schemas.microsoft.com/office/drawing/2014/main" id="{72016ABE-63ED-4B4A-96C7-A79628FBEC58}"/>
              </a:ext>
            </a:extLst>
          </p:cNvPr>
          <p:cNvSpPr>
            <a:spLocks/>
          </p:cNvSpPr>
          <p:nvPr/>
        </p:nvSpPr>
        <p:spPr bwMode="auto">
          <a:xfrm>
            <a:off x="8428718" y="5005159"/>
            <a:ext cx="111125" cy="109538"/>
          </a:xfrm>
          <a:custGeom>
            <a:avLst/>
            <a:gdLst>
              <a:gd name="T0" fmla="*/ 34 w 70"/>
              <a:gd name="T1" fmla="*/ 0 h 69"/>
              <a:gd name="T2" fmla="*/ 0 w 70"/>
              <a:gd name="T3" fmla="*/ 33 h 69"/>
              <a:gd name="T4" fmla="*/ 34 w 70"/>
              <a:gd name="T5" fmla="*/ 69 h 69"/>
              <a:gd name="T6" fmla="*/ 70 w 70"/>
              <a:gd name="T7" fmla="*/ 33 h 69"/>
              <a:gd name="T8" fmla="*/ 34 w 70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9">
                <a:moveTo>
                  <a:pt x="34" y="0"/>
                </a:moveTo>
                <a:lnTo>
                  <a:pt x="0" y="33"/>
                </a:lnTo>
                <a:lnTo>
                  <a:pt x="34" y="69"/>
                </a:lnTo>
                <a:lnTo>
                  <a:pt x="70" y="33"/>
                </a:lnTo>
                <a:lnTo>
                  <a:pt x="3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8" name="Freeform 344">
            <a:extLst>
              <a:ext uri="{FF2B5EF4-FFF2-40B4-BE49-F238E27FC236}">
                <a16:creationId xmlns:a16="http://schemas.microsoft.com/office/drawing/2014/main" id="{07D524FD-1CFB-42F3-9E5E-814536CE9024}"/>
              </a:ext>
            </a:extLst>
          </p:cNvPr>
          <p:cNvSpPr>
            <a:spLocks/>
          </p:cNvSpPr>
          <p:nvPr/>
        </p:nvSpPr>
        <p:spPr bwMode="auto">
          <a:xfrm>
            <a:off x="8363630" y="5065484"/>
            <a:ext cx="111125" cy="115888"/>
          </a:xfrm>
          <a:custGeom>
            <a:avLst/>
            <a:gdLst>
              <a:gd name="T0" fmla="*/ 36 w 70"/>
              <a:gd name="T1" fmla="*/ 0 h 73"/>
              <a:gd name="T2" fmla="*/ 0 w 70"/>
              <a:gd name="T3" fmla="*/ 37 h 73"/>
              <a:gd name="T4" fmla="*/ 36 w 70"/>
              <a:gd name="T5" fmla="*/ 73 h 73"/>
              <a:gd name="T6" fmla="*/ 70 w 70"/>
              <a:gd name="T7" fmla="*/ 37 h 73"/>
              <a:gd name="T8" fmla="*/ 36 w 70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3">
                <a:moveTo>
                  <a:pt x="36" y="0"/>
                </a:moveTo>
                <a:lnTo>
                  <a:pt x="0" y="37"/>
                </a:lnTo>
                <a:lnTo>
                  <a:pt x="36" y="73"/>
                </a:lnTo>
                <a:lnTo>
                  <a:pt x="70" y="37"/>
                </a:lnTo>
                <a:lnTo>
                  <a:pt x="3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9" name="Freeform 345">
            <a:extLst>
              <a:ext uri="{FF2B5EF4-FFF2-40B4-BE49-F238E27FC236}">
                <a16:creationId xmlns:a16="http://schemas.microsoft.com/office/drawing/2014/main" id="{67D2A16C-49B5-4200-9DDF-74C2C17C14D3}"/>
              </a:ext>
            </a:extLst>
          </p:cNvPr>
          <p:cNvSpPr>
            <a:spLocks/>
          </p:cNvSpPr>
          <p:nvPr/>
        </p:nvSpPr>
        <p:spPr bwMode="auto">
          <a:xfrm>
            <a:off x="8363630" y="5065484"/>
            <a:ext cx="111125" cy="115888"/>
          </a:xfrm>
          <a:custGeom>
            <a:avLst/>
            <a:gdLst>
              <a:gd name="T0" fmla="*/ 36 w 70"/>
              <a:gd name="T1" fmla="*/ 0 h 73"/>
              <a:gd name="T2" fmla="*/ 0 w 70"/>
              <a:gd name="T3" fmla="*/ 37 h 73"/>
              <a:gd name="T4" fmla="*/ 36 w 70"/>
              <a:gd name="T5" fmla="*/ 73 h 73"/>
              <a:gd name="T6" fmla="*/ 70 w 70"/>
              <a:gd name="T7" fmla="*/ 37 h 73"/>
              <a:gd name="T8" fmla="*/ 36 w 70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3">
                <a:moveTo>
                  <a:pt x="36" y="0"/>
                </a:moveTo>
                <a:lnTo>
                  <a:pt x="0" y="37"/>
                </a:lnTo>
                <a:lnTo>
                  <a:pt x="36" y="73"/>
                </a:lnTo>
                <a:lnTo>
                  <a:pt x="70" y="37"/>
                </a:lnTo>
                <a:lnTo>
                  <a:pt x="3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0" name="Freeform 346">
            <a:extLst>
              <a:ext uri="{FF2B5EF4-FFF2-40B4-BE49-F238E27FC236}">
                <a16:creationId xmlns:a16="http://schemas.microsoft.com/office/drawing/2014/main" id="{F7F119D4-3018-427C-A66B-02EC578985BE}"/>
              </a:ext>
            </a:extLst>
          </p:cNvPr>
          <p:cNvSpPr>
            <a:spLocks/>
          </p:cNvSpPr>
          <p:nvPr/>
        </p:nvSpPr>
        <p:spPr bwMode="auto">
          <a:xfrm>
            <a:off x="8495393" y="4938484"/>
            <a:ext cx="109538" cy="111125"/>
          </a:xfrm>
          <a:custGeom>
            <a:avLst/>
            <a:gdLst>
              <a:gd name="T0" fmla="*/ 33 w 69"/>
              <a:gd name="T1" fmla="*/ 0 h 70"/>
              <a:gd name="T2" fmla="*/ 0 w 69"/>
              <a:gd name="T3" fmla="*/ 36 h 70"/>
              <a:gd name="T4" fmla="*/ 33 w 69"/>
              <a:gd name="T5" fmla="*/ 70 h 70"/>
              <a:gd name="T6" fmla="*/ 69 w 69"/>
              <a:gd name="T7" fmla="*/ 36 h 70"/>
              <a:gd name="T8" fmla="*/ 33 w 69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70">
                <a:moveTo>
                  <a:pt x="33" y="0"/>
                </a:moveTo>
                <a:lnTo>
                  <a:pt x="0" y="36"/>
                </a:lnTo>
                <a:lnTo>
                  <a:pt x="33" y="70"/>
                </a:lnTo>
                <a:lnTo>
                  <a:pt x="69" y="36"/>
                </a:lnTo>
                <a:lnTo>
                  <a:pt x="3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1" name="Freeform 347">
            <a:extLst>
              <a:ext uri="{FF2B5EF4-FFF2-40B4-BE49-F238E27FC236}">
                <a16:creationId xmlns:a16="http://schemas.microsoft.com/office/drawing/2014/main" id="{63B14270-54A3-4503-B5FE-AF4BB78A02D3}"/>
              </a:ext>
            </a:extLst>
          </p:cNvPr>
          <p:cNvSpPr>
            <a:spLocks/>
          </p:cNvSpPr>
          <p:nvPr/>
        </p:nvSpPr>
        <p:spPr bwMode="auto">
          <a:xfrm>
            <a:off x="8495393" y="4938484"/>
            <a:ext cx="109538" cy="111125"/>
          </a:xfrm>
          <a:custGeom>
            <a:avLst/>
            <a:gdLst>
              <a:gd name="T0" fmla="*/ 33 w 69"/>
              <a:gd name="T1" fmla="*/ 0 h 70"/>
              <a:gd name="T2" fmla="*/ 0 w 69"/>
              <a:gd name="T3" fmla="*/ 36 h 70"/>
              <a:gd name="T4" fmla="*/ 33 w 69"/>
              <a:gd name="T5" fmla="*/ 70 h 70"/>
              <a:gd name="T6" fmla="*/ 69 w 69"/>
              <a:gd name="T7" fmla="*/ 36 h 70"/>
              <a:gd name="T8" fmla="*/ 33 w 69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70">
                <a:moveTo>
                  <a:pt x="33" y="0"/>
                </a:moveTo>
                <a:lnTo>
                  <a:pt x="0" y="36"/>
                </a:lnTo>
                <a:lnTo>
                  <a:pt x="33" y="70"/>
                </a:lnTo>
                <a:lnTo>
                  <a:pt x="69" y="36"/>
                </a:lnTo>
                <a:lnTo>
                  <a:pt x="3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2" name="Freeform 348">
            <a:extLst>
              <a:ext uri="{FF2B5EF4-FFF2-40B4-BE49-F238E27FC236}">
                <a16:creationId xmlns:a16="http://schemas.microsoft.com/office/drawing/2014/main" id="{BA44C213-539C-41C6-B263-796C246BD468}"/>
              </a:ext>
            </a:extLst>
          </p:cNvPr>
          <p:cNvSpPr>
            <a:spLocks noEditPoints="1"/>
          </p:cNvSpPr>
          <p:nvPr/>
        </p:nvSpPr>
        <p:spPr bwMode="auto">
          <a:xfrm>
            <a:off x="8212818" y="4925784"/>
            <a:ext cx="254000" cy="341313"/>
          </a:xfrm>
          <a:custGeom>
            <a:avLst/>
            <a:gdLst>
              <a:gd name="T0" fmla="*/ 0 w 160"/>
              <a:gd name="T1" fmla="*/ 135 h 215"/>
              <a:gd name="T2" fmla="*/ 80 w 160"/>
              <a:gd name="T3" fmla="*/ 215 h 215"/>
              <a:gd name="T4" fmla="*/ 160 w 160"/>
              <a:gd name="T5" fmla="*/ 137 h 215"/>
              <a:gd name="T6" fmla="*/ 134 w 160"/>
              <a:gd name="T7" fmla="*/ 0 h 215"/>
              <a:gd name="T8" fmla="*/ 0 w 160"/>
              <a:gd name="T9" fmla="*/ 135 h 215"/>
              <a:gd name="T10" fmla="*/ 90 w 160"/>
              <a:gd name="T11" fmla="*/ 194 h 215"/>
              <a:gd name="T12" fmla="*/ 82 w 160"/>
              <a:gd name="T13" fmla="*/ 202 h 215"/>
              <a:gd name="T14" fmla="*/ 12 w 160"/>
              <a:gd name="T15" fmla="*/ 132 h 215"/>
              <a:gd name="T16" fmla="*/ 20 w 160"/>
              <a:gd name="T17" fmla="*/ 125 h 215"/>
              <a:gd name="T18" fmla="*/ 90 w 160"/>
              <a:gd name="T19" fmla="*/ 19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0" h="215">
                <a:moveTo>
                  <a:pt x="0" y="135"/>
                </a:moveTo>
                <a:lnTo>
                  <a:pt x="80" y="215"/>
                </a:lnTo>
                <a:lnTo>
                  <a:pt x="160" y="137"/>
                </a:lnTo>
                <a:lnTo>
                  <a:pt x="134" y="0"/>
                </a:lnTo>
                <a:lnTo>
                  <a:pt x="0" y="135"/>
                </a:lnTo>
                <a:close/>
                <a:moveTo>
                  <a:pt x="90" y="194"/>
                </a:moveTo>
                <a:lnTo>
                  <a:pt x="82" y="202"/>
                </a:lnTo>
                <a:lnTo>
                  <a:pt x="12" y="132"/>
                </a:lnTo>
                <a:lnTo>
                  <a:pt x="20" y="125"/>
                </a:lnTo>
                <a:lnTo>
                  <a:pt x="90" y="1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3" name="Oval 349">
            <a:extLst>
              <a:ext uri="{FF2B5EF4-FFF2-40B4-BE49-F238E27FC236}">
                <a16:creationId xmlns:a16="http://schemas.microsoft.com/office/drawing/2014/main" id="{A76972E4-DC1A-4D94-A03F-413F0EEA7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9905" y="4967059"/>
            <a:ext cx="98425" cy="984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4" name="Oval 350">
            <a:extLst>
              <a:ext uri="{FF2B5EF4-FFF2-40B4-BE49-F238E27FC236}">
                <a16:creationId xmlns:a16="http://schemas.microsoft.com/office/drawing/2014/main" id="{593B108C-0DFE-4A55-8838-3FF06F7C2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3093" y="4967059"/>
            <a:ext cx="96838" cy="984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5" name="Freeform 351">
            <a:extLst>
              <a:ext uri="{FF2B5EF4-FFF2-40B4-BE49-F238E27FC236}">
                <a16:creationId xmlns:a16="http://schemas.microsoft.com/office/drawing/2014/main" id="{4382B556-9215-45DE-B8F4-79B8EB616568}"/>
              </a:ext>
            </a:extLst>
          </p:cNvPr>
          <p:cNvSpPr>
            <a:spLocks/>
          </p:cNvSpPr>
          <p:nvPr/>
        </p:nvSpPr>
        <p:spPr bwMode="auto">
          <a:xfrm>
            <a:off x="9192305" y="4967059"/>
            <a:ext cx="146050" cy="185738"/>
          </a:xfrm>
          <a:custGeom>
            <a:avLst/>
            <a:gdLst>
              <a:gd name="T0" fmla="*/ 36 w 36"/>
              <a:gd name="T1" fmla="*/ 12 h 45"/>
              <a:gd name="T2" fmla="*/ 24 w 36"/>
              <a:gd name="T3" fmla="*/ 0 h 45"/>
              <a:gd name="T4" fmla="*/ 12 w 36"/>
              <a:gd name="T5" fmla="*/ 12 h 45"/>
              <a:gd name="T6" fmla="*/ 17 w 36"/>
              <a:gd name="T7" fmla="*/ 22 h 45"/>
              <a:gd name="T8" fmla="*/ 13 w 36"/>
              <a:gd name="T9" fmla="*/ 21 h 45"/>
              <a:gd name="T10" fmla="*/ 0 w 36"/>
              <a:gd name="T11" fmla="*/ 33 h 45"/>
              <a:gd name="T12" fmla="*/ 13 w 36"/>
              <a:gd name="T13" fmla="*/ 45 h 45"/>
              <a:gd name="T14" fmla="*/ 25 w 36"/>
              <a:gd name="T15" fmla="*/ 33 h 45"/>
              <a:gd name="T16" fmla="*/ 20 w 36"/>
              <a:gd name="T17" fmla="*/ 23 h 45"/>
              <a:gd name="T18" fmla="*/ 24 w 36"/>
              <a:gd name="T19" fmla="*/ 24 h 45"/>
              <a:gd name="T20" fmla="*/ 36 w 36"/>
              <a:gd name="T21" fmla="*/ 12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" h="45">
                <a:moveTo>
                  <a:pt x="36" y="12"/>
                </a:moveTo>
                <a:cubicBezTo>
                  <a:pt x="36" y="6"/>
                  <a:pt x="31" y="0"/>
                  <a:pt x="24" y="0"/>
                </a:cubicBezTo>
                <a:cubicBezTo>
                  <a:pt x="18" y="0"/>
                  <a:pt x="12" y="6"/>
                  <a:pt x="12" y="12"/>
                </a:cubicBezTo>
                <a:cubicBezTo>
                  <a:pt x="12" y="16"/>
                  <a:pt x="14" y="20"/>
                  <a:pt x="17" y="22"/>
                </a:cubicBezTo>
                <a:cubicBezTo>
                  <a:pt x="16" y="21"/>
                  <a:pt x="14" y="21"/>
                  <a:pt x="13" y="21"/>
                </a:cubicBezTo>
                <a:cubicBezTo>
                  <a:pt x="6" y="21"/>
                  <a:pt x="0" y="27"/>
                  <a:pt x="0" y="33"/>
                </a:cubicBezTo>
                <a:cubicBezTo>
                  <a:pt x="0" y="40"/>
                  <a:pt x="6" y="45"/>
                  <a:pt x="13" y="45"/>
                </a:cubicBezTo>
                <a:cubicBezTo>
                  <a:pt x="19" y="45"/>
                  <a:pt x="25" y="40"/>
                  <a:pt x="25" y="33"/>
                </a:cubicBezTo>
                <a:cubicBezTo>
                  <a:pt x="25" y="29"/>
                  <a:pt x="23" y="26"/>
                  <a:pt x="20" y="23"/>
                </a:cubicBezTo>
                <a:cubicBezTo>
                  <a:pt x="21" y="24"/>
                  <a:pt x="23" y="24"/>
                  <a:pt x="24" y="24"/>
                </a:cubicBezTo>
                <a:cubicBezTo>
                  <a:pt x="31" y="24"/>
                  <a:pt x="36" y="19"/>
                  <a:pt x="36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6" name="Oval 352">
            <a:extLst>
              <a:ext uri="{FF2B5EF4-FFF2-40B4-BE49-F238E27FC236}">
                <a16:creationId xmlns:a16="http://schemas.microsoft.com/office/drawing/2014/main" id="{84805D55-C5D8-49D1-BC51-886DBB4DD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3880" y="5054372"/>
            <a:ext cx="98425" cy="984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7" name="Oval 353">
            <a:extLst>
              <a:ext uri="{FF2B5EF4-FFF2-40B4-BE49-F238E27FC236}">
                <a16:creationId xmlns:a16="http://schemas.microsoft.com/office/drawing/2014/main" id="{3AF6205B-F279-472C-AF17-FB6E2F3E4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3093" y="5140097"/>
            <a:ext cx="101600" cy="9842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8" name="Freeform 354">
            <a:extLst>
              <a:ext uri="{FF2B5EF4-FFF2-40B4-BE49-F238E27FC236}">
                <a16:creationId xmlns:a16="http://schemas.microsoft.com/office/drawing/2014/main" id="{64BB87D6-7ADA-4FF3-95EB-E6D5ADE1E921}"/>
              </a:ext>
            </a:extLst>
          </p:cNvPr>
          <p:cNvSpPr>
            <a:spLocks/>
          </p:cNvSpPr>
          <p:nvPr/>
        </p:nvSpPr>
        <p:spPr bwMode="auto">
          <a:xfrm>
            <a:off x="9014505" y="4827359"/>
            <a:ext cx="373063" cy="250825"/>
          </a:xfrm>
          <a:custGeom>
            <a:avLst/>
            <a:gdLst>
              <a:gd name="T0" fmla="*/ 0 w 91"/>
              <a:gd name="T1" fmla="*/ 41 h 61"/>
              <a:gd name="T2" fmla="*/ 1 w 91"/>
              <a:gd name="T3" fmla="*/ 40 h 61"/>
              <a:gd name="T4" fmla="*/ 32 w 91"/>
              <a:gd name="T5" fmla="*/ 20 h 61"/>
              <a:gd name="T6" fmla="*/ 43 w 91"/>
              <a:gd name="T7" fmla="*/ 20 h 61"/>
              <a:gd name="T8" fmla="*/ 43 w 91"/>
              <a:gd name="T9" fmla="*/ 3 h 61"/>
              <a:gd name="T10" fmla="*/ 46 w 91"/>
              <a:gd name="T11" fmla="*/ 2 h 61"/>
              <a:gd name="T12" fmla="*/ 49 w 91"/>
              <a:gd name="T13" fmla="*/ 22 h 61"/>
              <a:gd name="T14" fmla="*/ 85 w 91"/>
              <a:gd name="T15" fmla="*/ 39 h 61"/>
              <a:gd name="T16" fmla="*/ 68 w 91"/>
              <a:gd name="T17" fmla="*/ 32 h 61"/>
              <a:gd name="T18" fmla="*/ 56 w 91"/>
              <a:gd name="T19" fmla="*/ 39 h 61"/>
              <a:gd name="T20" fmla="*/ 50 w 91"/>
              <a:gd name="T21" fmla="*/ 29 h 61"/>
              <a:gd name="T22" fmla="*/ 31 w 91"/>
              <a:gd name="T23" fmla="*/ 36 h 61"/>
              <a:gd name="T24" fmla="*/ 27 w 91"/>
              <a:gd name="T25" fmla="*/ 34 h 61"/>
              <a:gd name="T26" fmla="*/ 0 w 91"/>
              <a:gd name="T27" fmla="*/ 4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1" h="61">
                <a:moveTo>
                  <a:pt x="0" y="41"/>
                </a:moveTo>
                <a:cubicBezTo>
                  <a:pt x="0" y="41"/>
                  <a:pt x="1" y="41"/>
                  <a:pt x="1" y="40"/>
                </a:cubicBezTo>
                <a:cubicBezTo>
                  <a:pt x="3" y="34"/>
                  <a:pt x="11" y="20"/>
                  <a:pt x="32" y="20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3"/>
                  <a:pt x="43" y="3"/>
                  <a:pt x="43" y="3"/>
                </a:cubicBezTo>
                <a:cubicBezTo>
                  <a:pt x="43" y="3"/>
                  <a:pt x="45" y="0"/>
                  <a:pt x="46" y="2"/>
                </a:cubicBezTo>
                <a:cubicBezTo>
                  <a:pt x="46" y="10"/>
                  <a:pt x="49" y="22"/>
                  <a:pt x="49" y="22"/>
                </a:cubicBezTo>
                <a:cubicBezTo>
                  <a:pt x="49" y="22"/>
                  <a:pt x="79" y="18"/>
                  <a:pt x="85" y="39"/>
                </a:cubicBezTo>
                <a:cubicBezTo>
                  <a:pt x="91" y="61"/>
                  <a:pt x="81" y="32"/>
                  <a:pt x="68" y="32"/>
                </a:cubicBezTo>
                <a:cubicBezTo>
                  <a:pt x="56" y="31"/>
                  <a:pt x="56" y="39"/>
                  <a:pt x="56" y="39"/>
                </a:cubicBezTo>
                <a:cubicBezTo>
                  <a:pt x="50" y="29"/>
                  <a:pt x="50" y="29"/>
                  <a:pt x="50" y="29"/>
                </a:cubicBezTo>
                <a:cubicBezTo>
                  <a:pt x="31" y="36"/>
                  <a:pt x="31" y="36"/>
                  <a:pt x="31" y="36"/>
                </a:cubicBezTo>
                <a:cubicBezTo>
                  <a:pt x="27" y="34"/>
                  <a:pt x="27" y="34"/>
                  <a:pt x="27" y="34"/>
                </a:cubicBezTo>
                <a:cubicBezTo>
                  <a:pt x="27" y="34"/>
                  <a:pt x="26" y="20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9" name="Freeform 355">
            <a:extLst>
              <a:ext uri="{FF2B5EF4-FFF2-40B4-BE49-F238E27FC236}">
                <a16:creationId xmlns:a16="http://schemas.microsoft.com/office/drawing/2014/main" id="{06AB166A-A9E7-4225-9CD0-0F3D5B6D95B2}"/>
              </a:ext>
            </a:extLst>
          </p:cNvPr>
          <p:cNvSpPr>
            <a:spLocks noEditPoints="1"/>
          </p:cNvSpPr>
          <p:nvPr/>
        </p:nvSpPr>
        <p:spPr bwMode="auto">
          <a:xfrm>
            <a:off x="9768568" y="4865459"/>
            <a:ext cx="481013" cy="327025"/>
          </a:xfrm>
          <a:custGeom>
            <a:avLst/>
            <a:gdLst>
              <a:gd name="T0" fmla="*/ 116 w 117"/>
              <a:gd name="T1" fmla="*/ 25 h 80"/>
              <a:gd name="T2" fmla="*/ 112 w 117"/>
              <a:gd name="T3" fmla="*/ 15 h 80"/>
              <a:gd name="T4" fmla="*/ 96 w 117"/>
              <a:gd name="T5" fmla="*/ 5 h 80"/>
              <a:gd name="T6" fmla="*/ 79 w 117"/>
              <a:gd name="T7" fmla="*/ 1 h 80"/>
              <a:gd name="T8" fmla="*/ 47 w 117"/>
              <a:gd name="T9" fmla="*/ 2 h 80"/>
              <a:gd name="T10" fmla="*/ 18 w 117"/>
              <a:gd name="T11" fmla="*/ 16 h 80"/>
              <a:gd name="T12" fmla="*/ 2 w 117"/>
              <a:gd name="T13" fmla="*/ 43 h 80"/>
              <a:gd name="T14" fmla="*/ 2 w 117"/>
              <a:gd name="T15" fmla="*/ 62 h 80"/>
              <a:gd name="T16" fmla="*/ 19 w 117"/>
              <a:gd name="T17" fmla="*/ 76 h 80"/>
              <a:gd name="T18" fmla="*/ 37 w 117"/>
              <a:gd name="T19" fmla="*/ 80 h 80"/>
              <a:gd name="T20" fmla="*/ 56 w 117"/>
              <a:gd name="T21" fmla="*/ 79 h 80"/>
              <a:gd name="T22" fmla="*/ 57 w 117"/>
              <a:gd name="T23" fmla="*/ 79 h 80"/>
              <a:gd name="T24" fmla="*/ 57 w 117"/>
              <a:gd name="T25" fmla="*/ 79 h 80"/>
              <a:gd name="T26" fmla="*/ 65 w 117"/>
              <a:gd name="T27" fmla="*/ 74 h 80"/>
              <a:gd name="T28" fmla="*/ 67 w 117"/>
              <a:gd name="T29" fmla="*/ 64 h 80"/>
              <a:gd name="T30" fmla="*/ 65 w 117"/>
              <a:gd name="T31" fmla="*/ 59 h 80"/>
              <a:gd name="T32" fmla="*/ 56 w 117"/>
              <a:gd name="T33" fmla="*/ 46 h 80"/>
              <a:gd name="T34" fmla="*/ 56 w 117"/>
              <a:gd name="T35" fmla="*/ 42 h 80"/>
              <a:gd name="T36" fmla="*/ 58 w 117"/>
              <a:gd name="T37" fmla="*/ 39 h 80"/>
              <a:gd name="T38" fmla="*/ 59 w 117"/>
              <a:gd name="T39" fmla="*/ 38 h 80"/>
              <a:gd name="T40" fmla="*/ 59 w 117"/>
              <a:gd name="T41" fmla="*/ 38 h 80"/>
              <a:gd name="T42" fmla="*/ 60 w 117"/>
              <a:gd name="T43" fmla="*/ 38 h 80"/>
              <a:gd name="T44" fmla="*/ 62 w 117"/>
              <a:gd name="T45" fmla="*/ 37 h 80"/>
              <a:gd name="T46" fmla="*/ 66 w 117"/>
              <a:gd name="T47" fmla="*/ 38 h 80"/>
              <a:gd name="T48" fmla="*/ 71 w 117"/>
              <a:gd name="T49" fmla="*/ 42 h 80"/>
              <a:gd name="T50" fmla="*/ 78 w 117"/>
              <a:gd name="T51" fmla="*/ 48 h 80"/>
              <a:gd name="T52" fmla="*/ 88 w 117"/>
              <a:gd name="T53" fmla="*/ 52 h 80"/>
              <a:gd name="T54" fmla="*/ 99 w 117"/>
              <a:gd name="T55" fmla="*/ 50 h 80"/>
              <a:gd name="T56" fmla="*/ 107 w 117"/>
              <a:gd name="T57" fmla="*/ 44 h 80"/>
              <a:gd name="T58" fmla="*/ 114 w 117"/>
              <a:gd name="T59" fmla="*/ 37 h 80"/>
              <a:gd name="T60" fmla="*/ 116 w 117"/>
              <a:gd name="T61" fmla="*/ 25 h 80"/>
              <a:gd name="T62" fmla="*/ 59 w 117"/>
              <a:gd name="T63" fmla="*/ 38 h 80"/>
              <a:gd name="T64" fmla="*/ 59 w 117"/>
              <a:gd name="T65" fmla="*/ 38 h 80"/>
              <a:gd name="T66" fmla="*/ 107 w 117"/>
              <a:gd name="T67" fmla="*/ 33 h 80"/>
              <a:gd name="T68" fmla="*/ 96 w 117"/>
              <a:gd name="T69" fmla="*/ 43 h 80"/>
              <a:gd name="T70" fmla="*/ 89 w 117"/>
              <a:gd name="T71" fmla="*/ 44 h 80"/>
              <a:gd name="T72" fmla="*/ 82 w 117"/>
              <a:gd name="T73" fmla="*/ 41 h 80"/>
              <a:gd name="T74" fmla="*/ 69 w 117"/>
              <a:gd name="T75" fmla="*/ 32 h 80"/>
              <a:gd name="T76" fmla="*/ 61 w 117"/>
              <a:gd name="T77" fmla="*/ 30 h 80"/>
              <a:gd name="T78" fmla="*/ 54 w 117"/>
              <a:gd name="T79" fmla="*/ 34 h 80"/>
              <a:gd name="T80" fmla="*/ 50 w 117"/>
              <a:gd name="T81" fmla="*/ 41 h 80"/>
              <a:gd name="T82" fmla="*/ 51 w 117"/>
              <a:gd name="T83" fmla="*/ 49 h 80"/>
              <a:gd name="T84" fmla="*/ 61 w 117"/>
              <a:gd name="T85" fmla="*/ 61 h 80"/>
              <a:gd name="T86" fmla="*/ 62 w 117"/>
              <a:gd name="T87" fmla="*/ 68 h 80"/>
              <a:gd name="T88" fmla="*/ 56 w 117"/>
              <a:gd name="T89" fmla="*/ 72 h 80"/>
              <a:gd name="T90" fmla="*/ 37 w 117"/>
              <a:gd name="T91" fmla="*/ 73 h 80"/>
              <a:gd name="T92" fmla="*/ 19 w 117"/>
              <a:gd name="T93" fmla="*/ 71 h 80"/>
              <a:gd name="T94" fmla="*/ 5 w 117"/>
              <a:gd name="T95" fmla="*/ 61 h 80"/>
              <a:gd name="T96" fmla="*/ 2 w 117"/>
              <a:gd name="T97" fmla="*/ 43 h 80"/>
              <a:gd name="T98" fmla="*/ 19 w 117"/>
              <a:gd name="T99" fmla="*/ 17 h 80"/>
              <a:gd name="T100" fmla="*/ 47 w 117"/>
              <a:gd name="T101" fmla="*/ 5 h 80"/>
              <a:gd name="T102" fmla="*/ 78 w 117"/>
              <a:gd name="T103" fmla="*/ 6 h 80"/>
              <a:gd name="T104" fmla="*/ 94 w 117"/>
              <a:gd name="T105" fmla="*/ 11 h 80"/>
              <a:gd name="T106" fmla="*/ 106 w 117"/>
              <a:gd name="T107" fmla="*/ 19 h 80"/>
              <a:gd name="T108" fmla="*/ 109 w 117"/>
              <a:gd name="T109" fmla="*/ 26 h 80"/>
              <a:gd name="T110" fmla="*/ 107 w 117"/>
              <a:gd name="T111" fmla="*/ 3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" h="80">
                <a:moveTo>
                  <a:pt x="116" y="25"/>
                </a:moveTo>
                <a:cubicBezTo>
                  <a:pt x="116" y="21"/>
                  <a:pt x="114" y="17"/>
                  <a:pt x="112" y="15"/>
                </a:cubicBezTo>
                <a:cubicBezTo>
                  <a:pt x="107" y="9"/>
                  <a:pt x="101" y="7"/>
                  <a:pt x="96" y="5"/>
                </a:cubicBezTo>
                <a:cubicBezTo>
                  <a:pt x="90" y="3"/>
                  <a:pt x="85" y="2"/>
                  <a:pt x="79" y="1"/>
                </a:cubicBezTo>
                <a:cubicBezTo>
                  <a:pt x="68" y="0"/>
                  <a:pt x="58" y="1"/>
                  <a:pt x="47" y="2"/>
                </a:cubicBezTo>
                <a:cubicBezTo>
                  <a:pt x="36" y="4"/>
                  <a:pt x="26" y="9"/>
                  <a:pt x="18" y="16"/>
                </a:cubicBezTo>
                <a:cubicBezTo>
                  <a:pt x="10" y="23"/>
                  <a:pt x="4" y="32"/>
                  <a:pt x="2" y="43"/>
                </a:cubicBezTo>
                <a:cubicBezTo>
                  <a:pt x="1" y="51"/>
                  <a:pt x="0" y="52"/>
                  <a:pt x="2" y="62"/>
                </a:cubicBezTo>
                <a:cubicBezTo>
                  <a:pt x="4" y="68"/>
                  <a:pt x="7" y="72"/>
                  <a:pt x="19" y="76"/>
                </a:cubicBezTo>
                <a:cubicBezTo>
                  <a:pt x="25" y="78"/>
                  <a:pt x="31" y="79"/>
                  <a:pt x="37" y="80"/>
                </a:cubicBezTo>
                <a:cubicBezTo>
                  <a:pt x="44" y="80"/>
                  <a:pt x="50" y="80"/>
                  <a:pt x="56" y="79"/>
                </a:cubicBezTo>
                <a:cubicBezTo>
                  <a:pt x="57" y="79"/>
                  <a:pt x="57" y="79"/>
                  <a:pt x="57" y="79"/>
                </a:cubicBezTo>
                <a:cubicBezTo>
                  <a:pt x="57" y="79"/>
                  <a:pt x="57" y="79"/>
                  <a:pt x="57" y="79"/>
                </a:cubicBezTo>
                <a:cubicBezTo>
                  <a:pt x="60" y="78"/>
                  <a:pt x="63" y="77"/>
                  <a:pt x="65" y="74"/>
                </a:cubicBezTo>
                <a:cubicBezTo>
                  <a:pt x="67" y="72"/>
                  <a:pt x="69" y="68"/>
                  <a:pt x="67" y="64"/>
                </a:cubicBezTo>
                <a:cubicBezTo>
                  <a:pt x="67" y="62"/>
                  <a:pt x="66" y="60"/>
                  <a:pt x="65" y="59"/>
                </a:cubicBezTo>
                <a:cubicBezTo>
                  <a:pt x="62" y="53"/>
                  <a:pt x="58" y="50"/>
                  <a:pt x="56" y="46"/>
                </a:cubicBezTo>
                <a:cubicBezTo>
                  <a:pt x="55" y="44"/>
                  <a:pt x="55" y="42"/>
                  <a:pt x="56" y="42"/>
                </a:cubicBezTo>
                <a:cubicBezTo>
                  <a:pt x="56" y="41"/>
                  <a:pt x="57" y="40"/>
                  <a:pt x="58" y="39"/>
                </a:cubicBezTo>
                <a:cubicBezTo>
                  <a:pt x="59" y="38"/>
                  <a:pt x="59" y="38"/>
                  <a:pt x="59" y="38"/>
                </a:cubicBezTo>
                <a:cubicBezTo>
                  <a:pt x="59" y="38"/>
                  <a:pt x="59" y="38"/>
                  <a:pt x="59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61" y="37"/>
                  <a:pt x="62" y="37"/>
                  <a:pt x="62" y="37"/>
                </a:cubicBezTo>
                <a:cubicBezTo>
                  <a:pt x="63" y="37"/>
                  <a:pt x="64" y="37"/>
                  <a:pt x="66" y="38"/>
                </a:cubicBezTo>
                <a:cubicBezTo>
                  <a:pt x="67" y="39"/>
                  <a:pt x="69" y="40"/>
                  <a:pt x="71" y="42"/>
                </a:cubicBezTo>
                <a:cubicBezTo>
                  <a:pt x="73" y="44"/>
                  <a:pt x="75" y="46"/>
                  <a:pt x="78" y="48"/>
                </a:cubicBezTo>
                <a:cubicBezTo>
                  <a:pt x="80" y="49"/>
                  <a:pt x="84" y="51"/>
                  <a:pt x="88" y="52"/>
                </a:cubicBezTo>
                <a:cubicBezTo>
                  <a:pt x="92" y="53"/>
                  <a:pt x="96" y="51"/>
                  <a:pt x="99" y="50"/>
                </a:cubicBezTo>
                <a:cubicBezTo>
                  <a:pt x="102" y="48"/>
                  <a:pt x="105" y="46"/>
                  <a:pt x="107" y="44"/>
                </a:cubicBezTo>
                <a:cubicBezTo>
                  <a:pt x="110" y="42"/>
                  <a:pt x="112" y="40"/>
                  <a:pt x="114" y="37"/>
                </a:cubicBezTo>
                <a:cubicBezTo>
                  <a:pt x="115" y="34"/>
                  <a:pt x="117" y="30"/>
                  <a:pt x="116" y="25"/>
                </a:cubicBezTo>
                <a:close/>
                <a:moveTo>
                  <a:pt x="59" y="38"/>
                </a:moveTo>
                <a:cubicBezTo>
                  <a:pt x="59" y="38"/>
                  <a:pt x="59" y="38"/>
                  <a:pt x="59" y="38"/>
                </a:cubicBezTo>
                <a:close/>
                <a:moveTo>
                  <a:pt x="107" y="33"/>
                </a:moveTo>
                <a:cubicBezTo>
                  <a:pt x="105" y="37"/>
                  <a:pt x="100" y="41"/>
                  <a:pt x="96" y="43"/>
                </a:cubicBezTo>
                <a:cubicBezTo>
                  <a:pt x="94" y="44"/>
                  <a:pt x="91" y="45"/>
                  <a:pt x="89" y="44"/>
                </a:cubicBezTo>
                <a:cubicBezTo>
                  <a:pt x="86" y="44"/>
                  <a:pt x="84" y="43"/>
                  <a:pt x="82" y="41"/>
                </a:cubicBezTo>
                <a:cubicBezTo>
                  <a:pt x="78" y="39"/>
                  <a:pt x="74" y="34"/>
                  <a:pt x="69" y="32"/>
                </a:cubicBezTo>
                <a:cubicBezTo>
                  <a:pt x="67" y="30"/>
                  <a:pt x="64" y="30"/>
                  <a:pt x="61" y="30"/>
                </a:cubicBezTo>
                <a:cubicBezTo>
                  <a:pt x="58" y="31"/>
                  <a:pt x="56" y="32"/>
                  <a:pt x="54" y="34"/>
                </a:cubicBezTo>
                <a:cubicBezTo>
                  <a:pt x="52" y="36"/>
                  <a:pt x="50" y="38"/>
                  <a:pt x="50" y="41"/>
                </a:cubicBezTo>
                <a:cubicBezTo>
                  <a:pt x="49" y="44"/>
                  <a:pt x="50" y="46"/>
                  <a:pt x="51" y="49"/>
                </a:cubicBezTo>
                <a:cubicBezTo>
                  <a:pt x="54" y="53"/>
                  <a:pt x="58" y="57"/>
                  <a:pt x="61" y="61"/>
                </a:cubicBezTo>
                <a:cubicBezTo>
                  <a:pt x="62" y="63"/>
                  <a:pt x="63" y="66"/>
                  <a:pt x="62" y="68"/>
                </a:cubicBezTo>
                <a:cubicBezTo>
                  <a:pt x="61" y="70"/>
                  <a:pt x="58" y="71"/>
                  <a:pt x="56" y="72"/>
                </a:cubicBezTo>
                <a:cubicBezTo>
                  <a:pt x="50" y="73"/>
                  <a:pt x="44" y="73"/>
                  <a:pt x="37" y="73"/>
                </a:cubicBezTo>
                <a:cubicBezTo>
                  <a:pt x="31" y="73"/>
                  <a:pt x="25" y="73"/>
                  <a:pt x="19" y="71"/>
                </a:cubicBezTo>
                <a:cubicBezTo>
                  <a:pt x="14" y="69"/>
                  <a:pt x="8" y="66"/>
                  <a:pt x="5" y="61"/>
                </a:cubicBezTo>
                <a:cubicBezTo>
                  <a:pt x="2" y="55"/>
                  <a:pt x="1" y="49"/>
                  <a:pt x="2" y="43"/>
                </a:cubicBezTo>
                <a:cubicBezTo>
                  <a:pt x="5" y="33"/>
                  <a:pt x="11" y="24"/>
                  <a:pt x="19" y="17"/>
                </a:cubicBezTo>
                <a:cubicBezTo>
                  <a:pt x="27" y="10"/>
                  <a:pt x="37" y="6"/>
                  <a:pt x="47" y="5"/>
                </a:cubicBezTo>
                <a:cubicBezTo>
                  <a:pt x="58" y="4"/>
                  <a:pt x="68" y="5"/>
                  <a:pt x="78" y="6"/>
                </a:cubicBezTo>
                <a:cubicBezTo>
                  <a:pt x="84" y="7"/>
                  <a:pt x="89" y="9"/>
                  <a:pt x="94" y="11"/>
                </a:cubicBezTo>
                <a:cubicBezTo>
                  <a:pt x="98" y="13"/>
                  <a:pt x="103" y="15"/>
                  <a:pt x="106" y="19"/>
                </a:cubicBezTo>
                <a:cubicBezTo>
                  <a:pt x="108" y="21"/>
                  <a:pt x="109" y="23"/>
                  <a:pt x="109" y="26"/>
                </a:cubicBezTo>
                <a:cubicBezTo>
                  <a:pt x="109" y="28"/>
                  <a:pt x="109" y="31"/>
                  <a:pt x="107" y="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0" name="Oval 356">
            <a:extLst>
              <a:ext uri="{FF2B5EF4-FFF2-40B4-BE49-F238E27FC236}">
                <a16:creationId xmlns:a16="http://schemas.microsoft.com/office/drawing/2014/main" id="{1F84DF5A-D526-4175-8364-99CB2A8A1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3818" y="5078184"/>
            <a:ext cx="52388" cy="539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1" name="Freeform 357">
            <a:extLst>
              <a:ext uri="{FF2B5EF4-FFF2-40B4-BE49-F238E27FC236}">
                <a16:creationId xmlns:a16="http://schemas.microsoft.com/office/drawing/2014/main" id="{4125E05B-109B-423B-85FB-C4E41FC99E2D}"/>
              </a:ext>
            </a:extLst>
          </p:cNvPr>
          <p:cNvSpPr>
            <a:spLocks noEditPoints="1"/>
          </p:cNvSpPr>
          <p:nvPr/>
        </p:nvSpPr>
        <p:spPr bwMode="auto">
          <a:xfrm>
            <a:off x="10548030" y="4835297"/>
            <a:ext cx="479425" cy="333375"/>
          </a:xfrm>
          <a:custGeom>
            <a:avLst/>
            <a:gdLst>
              <a:gd name="T0" fmla="*/ 116 w 117"/>
              <a:gd name="T1" fmla="*/ 25 h 81"/>
              <a:gd name="T2" fmla="*/ 112 w 117"/>
              <a:gd name="T3" fmla="*/ 15 h 81"/>
              <a:gd name="T4" fmla="*/ 96 w 117"/>
              <a:gd name="T5" fmla="*/ 5 h 81"/>
              <a:gd name="T6" fmla="*/ 79 w 117"/>
              <a:gd name="T7" fmla="*/ 1 h 81"/>
              <a:gd name="T8" fmla="*/ 47 w 117"/>
              <a:gd name="T9" fmla="*/ 2 h 81"/>
              <a:gd name="T10" fmla="*/ 18 w 117"/>
              <a:gd name="T11" fmla="*/ 16 h 81"/>
              <a:gd name="T12" fmla="*/ 2 w 117"/>
              <a:gd name="T13" fmla="*/ 43 h 81"/>
              <a:gd name="T14" fmla="*/ 2 w 117"/>
              <a:gd name="T15" fmla="*/ 62 h 81"/>
              <a:gd name="T16" fmla="*/ 19 w 117"/>
              <a:gd name="T17" fmla="*/ 76 h 81"/>
              <a:gd name="T18" fmla="*/ 38 w 117"/>
              <a:gd name="T19" fmla="*/ 79 h 81"/>
              <a:gd name="T20" fmla="*/ 57 w 117"/>
              <a:gd name="T21" fmla="*/ 79 h 81"/>
              <a:gd name="T22" fmla="*/ 66 w 117"/>
              <a:gd name="T23" fmla="*/ 74 h 81"/>
              <a:gd name="T24" fmla="*/ 65 w 117"/>
              <a:gd name="T25" fmla="*/ 59 h 81"/>
              <a:gd name="T26" fmla="*/ 56 w 117"/>
              <a:gd name="T27" fmla="*/ 46 h 81"/>
              <a:gd name="T28" fmla="*/ 56 w 117"/>
              <a:gd name="T29" fmla="*/ 42 h 81"/>
              <a:gd name="T30" fmla="*/ 58 w 117"/>
              <a:gd name="T31" fmla="*/ 39 h 81"/>
              <a:gd name="T32" fmla="*/ 59 w 117"/>
              <a:gd name="T33" fmla="*/ 38 h 81"/>
              <a:gd name="T34" fmla="*/ 59 w 117"/>
              <a:gd name="T35" fmla="*/ 38 h 81"/>
              <a:gd name="T36" fmla="*/ 60 w 117"/>
              <a:gd name="T37" fmla="*/ 37 h 81"/>
              <a:gd name="T38" fmla="*/ 62 w 117"/>
              <a:gd name="T39" fmla="*/ 37 h 81"/>
              <a:gd name="T40" fmla="*/ 66 w 117"/>
              <a:gd name="T41" fmla="*/ 38 h 81"/>
              <a:gd name="T42" fmla="*/ 71 w 117"/>
              <a:gd name="T43" fmla="*/ 42 h 81"/>
              <a:gd name="T44" fmla="*/ 78 w 117"/>
              <a:gd name="T45" fmla="*/ 47 h 81"/>
              <a:gd name="T46" fmla="*/ 88 w 117"/>
              <a:gd name="T47" fmla="*/ 52 h 81"/>
              <a:gd name="T48" fmla="*/ 99 w 117"/>
              <a:gd name="T49" fmla="*/ 50 h 81"/>
              <a:gd name="T50" fmla="*/ 107 w 117"/>
              <a:gd name="T51" fmla="*/ 44 h 81"/>
              <a:gd name="T52" fmla="*/ 114 w 117"/>
              <a:gd name="T53" fmla="*/ 36 h 81"/>
              <a:gd name="T54" fmla="*/ 116 w 117"/>
              <a:gd name="T55" fmla="*/ 25 h 81"/>
              <a:gd name="T56" fmla="*/ 60 w 117"/>
              <a:gd name="T57" fmla="*/ 38 h 81"/>
              <a:gd name="T58" fmla="*/ 60 w 117"/>
              <a:gd name="T59" fmla="*/ 38 h 81"/>
              <a:gd name="T60" fmla="*/ 107 w 117"/>
              <a:gd name="T61" fmla="*/ 33 h 81"/>
              <a:gd name="T62" fmla="*/ 96 w 117"/>
              <a:gd name="T63" fmla="*/ 43 h 81"/>
              <a:gd name="T64" fmla="*/ 89 w 117"/>
              <a:gd name="T65" fmla="*/ 44 h 81"/>
              <a:gd name="T66" fmla="*/ 82 w 117"/>
              <a:gd name="T67" fmla="*/ 41 h 81"/>
              <a:gd name="T68" fmla="*/ 69 w 117"/>
              <a:gd name="T69" fmla="*/ 32 h 81"/>
              <a:gd name="T70" fmla="*/ 61 w 117"/>
              <a:gd name="T71" fmla="*/ 30 h 81"/>
              <a:gd name="T72" fmla="*/ 54 w 117"/>
              <a:gd name="T73" fmla="*/ 34 h 81"/>
              <a:gd name="T74" fmla="*/ 50 w 117"/>
              <a:gd name="T75" fmla="*/ 41 h 81"/>
              <a:gd name="T76" fmla="*/ 52 w 117"/>
              <a:gd name="T77" fmla="*/ 48 h 81"/>
              <a:gd name="T78" fmla="*/ 61 w 117"/>
              <a:gd name="T79" fmla="*/ 61 h 81"/>
              <a:gd name="T80" fmla="*/ 62 w 117"/>
              <a:gd name="T81" fmla="*/ 68 h 81"/>
              <a:gd name="T82" fmla="*/ 56 w 117"/>
              <a:gd name="T83" fmla="*/ 72 h 81"/>
              <a:gd name="T84" fmla="*/ 38 w 117"/>
              <a:gd name="T85" fmla="*/ 73 h 81"/>
              <a:gd name="T86" fmla="*/ 19 w 117"/>
              <a:gd name="T87" fmla="*/ 71 h 81"/>
              <a:gd name="T88" fmla="*/ 5 w 117"/>
              <a:gd name="T89" fmla="*/ 60 h 81"/>
              <a:gd name="T90" fmla="*/ 2 w 117"/>
              <a:gd name="T91" fmla="*/ 43 h 81"/>
              <a:gd name="T92" fmla="*/ 19 w 117"/>
              <a:gd name="T93" fmla="*/ 17 h 81"/>
              <a:gd name="T94" fmla="*/ 47 w 117"/>
              <a:gd name="T95" fmla="*/ 5 h 81"/>
              <a:gd name="T96" fmla="*/ 79 w 117"/>
              <a:gd name="T97" fmla="*/ 6 h 81"/>
              <a:gd name="T98" fmla="*/ 94 w 117"/>
              <a:gd name="T99" fmla="*/ 10 h 81"/>
              <a:gd name="T100" fmla="*/ 106 w 117"/>
              <a:gd name="T101" fmla="*/ 19 h 81"/>
              <a:gd name="T102" fmla="*/ 109 w 117"/>
              <a:gd name="T103" fmla="*/ 26 h 81"/>
              <a:gd name="T104" fmla="*/ 107 w 117"/>
              <a:gd name="T105" fmla="*/ 3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7" h="81">
                <a:moveTo>
                  <a:pt x="116" y="25"/>
                </a:moveTo>
                <a:cubicBezTo>
                  <a:pt x="116" y="21"/>
                  <a:pt x="114" y="17"/>
                  <a:pt x="112" y="15"/>
                </a:cubicBezTo>
                <a:cubicBezTo>
                  <a:pt x="107" y="9"/>
                  <a:pt x="101" y="7"/>
                  <a:pt x="96" y="5"/>
                </a:cubicBezTo>
                <a:cubicBezTo>
                  <a:pt x="90" y="3"/>
                  <a:pt x="85" y="2"/>
                  <a:pt x="79" y="1"/>
                </a:cubicBezTo>
                <a:cubicBezTo>
                  <a:pt x="68" y="0"/>
                  <a:pt x="58" y="0"/>
                  <a:pt x="47" y="2"/>
                </a:cubicBezTo>
                <a:cubicBezTo>
                  <a:pt x="36" y="4"/>
                  <a:pt x="26" y="8"/>
                  <a:pt x="18" y="16"/>
                </a:cubicBezTo>
                <a:cubicBezTo>
                  <a:pt x="10" y="23"/>
                  <a:pt x="4" y="32"/>
                  <a:pt x="2" y="43"/>
                </a:cubicBezTo>
                <a:cubicBezTo>
                  <a:pt x="1" y="51"/>
                  <a:pt x="0" y="52"/>
                  <a:pt x="2" y="62"/>
                </a:cubicBezTo>
                <a:cubicBezTo>
                  <a:pt x="4" y="68"/>
                  <a:pt x="7" y="72"/>
                  <a:pt x="19" y="76"/>
                </a:cubicBezTo>
                <a:cubicBezTo>
                  <a:pt x="25" y="78"/>
                  <a:pt x="31" y="79"/>
                  <a:pt x="38" y="79"/>
                </a:cubicBezTo>
                <a:cubicBezTo>
                  <a:pt x="49" y="81"/>
                  <a:pt x="57" y="79"/>
                  <a:pt x="57" y="79"/>
                </a:cubicBezTo>
                <a:cubicBezTo>
                  <a:pt x="57" y="79"/>
                  <a:pt x="63" y="77"/>
                  <a:pt x="66" y="74"/>
                </a:cubicBezTo>
                <a:cubicBezTo>
                  <a:pt x="71" y="68"/>
                  <a:pt x="66" y="60"/>
                  <a:pt x="65" y="59"/>
                </a:cubicBezTo>
                <a:cubicBezTo>
                  <a:pt x="62" y="53"/>
                  <a:pt x="58" y="49"/>
                  <a:pt x="56" y="46"/>
                </a:cubicBezTo>
                <a:cubicBezTo>
                  <a:pt x="56" y="44"/>
                  <a:pt x="55" y="42"/>
                  <a:pt x="56" y="42"/>
                </a:cubicBezTo>
                <a:cubicBezTo>
                  <a:pt x="56" y="41"/>
                  <a:pt x="57" y="40"/>
                  <a:pt x="58" y="39"/>
                </a:cubicBezTo>
                <a:cubicBezTo>
                  <a:pt x="59" y="38"/>
                  <a:pt x="59" y="38"/>
                  <a:pt x="59" y="38"/>
                </a:cubicBezTo>
                <a:cubicBezTo>
                  <a:pt x="59" y="38"/>
                  <a:pt x="59" y="38"/>
                  <a:pt x="59" y="38"/>
                </a:cubicBezTo>
                <a:cubicBezTo>
                  <a:pt x="60" y="38"/>
                  <a:pt x="60" y="38"/>
                  <a:pt x="60" y="37"/>
                </a:cubicBezTo>
                <a:cubicBezTo>
                  <a:pt x="61" y="37"/>
                  <a:pt x="62" y="37"/>
                  <a:pt x="62" y="37"/>
                </a:cubicBezTo>
                <a:cubicBezTo>
                  <a:pt x="63" y="37"/>
                  <a:pt x="64" y="37"/>
                  <a:pt x="66" y="38"/>
                </a:cubicBezTo>
                <a:cubicBezTo>
                  <a:pt x="67" y="39"/>
                  <a:pt x="69" y="40"/>
                  <a:pt x="71" y="42"/>
                </a:cubicBezTo>
                <a:cubicBezTo>
                  <a:pt x="73" y="44"/>
                  <a:pt x="75" y="46"/>
                  <a:pt x="78" y="47"/>
                </a:cubicBezTo>
                <a:cubicBezTo>
                  <a:pt x="80" y="49"/>
                  <a:pt x="84" y="51"/>
                  <a:pt x="88" y="52"/>
                </a:cubicBezTo>
                <a:cubicBezTo>
                  <a:pt x="92" y="52"/>
                  <a:pt x="96" y="51"/>
                  <a:pt x="99" y="50"/>
                </a:cubicBezTo>
                <a:cubicBezTo>
                  <a:pt x="102" y="48"/>
                  <a:pt x="105" y="46"/>
                  <a:pt x="107" y="44"/>
                </a:cubicBezTo>
                <a:cubicBezTo>
                  <a:pt x="110" y="42"/>
                  <a:pt x="112" y="40"/>
                  <a:pt x="114" y="36"/>
                </a:cubicBezTo>
                <a:cubicBezTo>
                  <a:pt x="116" y="33"/>
                  <a:pt x="117" y="29"/>
                  <a:pt x="116" y="25"/>
                </a:cubicBezTo>
                <a:close/>
                <a:moveTo>
                  <a:pt x="60" y="38"/>
                </a:moveTo>
                <a:cubicBezTo>
                  <a:pt x="60" y="38"/>
                  <a:pt x="60" y="38"/>
                  <a:pt x="60" y="38"/>
                </a:cubicBezTo>
                <a:close/>
                <a:moveTo>
                  <a:pt x="107" y="33"/>
                </a:moveTo>
                <a:cubicBezTo>
                  <a:pt x="105" y="37"/>
                  <a:pt x="101" y="41"/>
                  <a:pt x="96" y="43"/>
                </a:cubicBezTo>
                <a:cubicBezTo>
                  <a:pt x="94" y="44"/>
                  <a:pt x="91" y="44"/>
                  <a:pt x="89" y="44"/>
                </a:cubicBezTo>
                <a:cubicBezTo>
                  <a:pt x="86" y="44"/>
                  <a:pt x="84" y="43"/>
                  <a:pt x="82" y="41"/>
                </a:cubicBezTo>
                <a:cubicBezTo>
                  <a:pt x="78" y="38"/>
                  <a:pt x="74" y="34"/>
                  <a:pt x="69" y="32"/>
                </a:cubicBezTo>
                <a:cubicBezTo>
                  <a:pt x="67" y="30"/>
                  <a:pt x="64" y="30"/>
                  <a:pt x="61" y="30"/>
                </a:cubicBezTo>
                <a:cubicBezTo>
                  <a:pt x="59" y="30"/>
                  <a:pt x="56" y="32"/>
                  <a:pt x="54" y="34"/>
                </a:cubicBezTo>
                <a:cubicBezTo>
                  <a:pt x="52" y="35"/>
                  <a:pt x="50" y="38"/>
                  <a:pt x="50" y="41"/>
                </a:cubicBezTo>
                <a:cubicBezTo>
                  <a:pt x="49" y="43"/>
                  <a:pt x="50" y="46"/>
                  <a:pt x="52" y="48"/>
                </a:cubicBezTo>
                <a:cubicBezTo>
                  <a:pt x="54" y="53"/>
                  <a:pt x="58" y="57"/>
                  <a:pt x="61" y="61"/>
                </a:cubicBezTo>
                <a:cubicBezTo>
                  <a:pt x="63" y="63"/>
                  <a:pt x="64" y="66"/>
                  <a:pt x="62" y="68"/>
                </a:cubicBezTo>
                <a:cubicBezTo>
                  <a:pt x="61" y="70"/>
                  <a:pt x="58" y="71"/>
                  <a:pt x="56" y="72"/>
                </a:cubicBezTo>
                <a:cubicBezTo>
                  <a:pt x="50" y="73"/>
                  <a:pt x="44" y="73"/>
                  <a:pt x="38" y="73"/>
                </a:cubicBezTo>
                <a:cubicBezTo>
                  <a:pt x="31" y="73"/>
                  <a:pt x="25" y="72"/>
                  <a:pt x="19" y="71"/>
                </a:cubicBezTo>
                <a:cubicBezTo>
                  <a:pt x="14" y="69"/>
                  <a:pt x="8" y="66"/>
                  <a:pt x="5" y="60"/>
                </a:cubicBezTo>
                <a:cubicBezTo>
                  <a:pt x="2" y="55"/>
                  <a:pt x="1" y="49"/>
                  <a:pt x="2" y="43"/>
                </a:cubicBezTo>
                <a:cubicBezTo>
                  <a:pt x="5" y="33"/>
                  <a:pt x="11" y="23"/>
                  <a:pt x="19" y="17"/>
                </a:cubicBezTo>
                <a:cubicBezTo>
                  <a:pt x="27" y="10"/>
                  <a:pt x="37" y="6"/>
                  <a:pt x="47" y="5"/>
                </a:cubicBezTo>
                <a:cubicBezTo>
                  <a:pt x="58" y="4"/>
                  <a:pt x="68" y="5"/>
                  <a:pt x="79" y="6"/>
                </a:cubicBezTo>
                <a:cubicBezTo>
                  <a:pt x="84" y="7"/>
                  <a:pt x="89" y="8"/>
                  <a:pt x="94" y="10"/>
                </a:cubicBezTo>
                <a:cubicBezTo>
                  <a:pt x="98" y="12"/>
                  <a:pt x="103" y="15"/>
                  <a:pt x="106" y="19"/>
                </a:cubicBezTo>
                <a:cubicBezTo>
                  <a:pt x="108" y="21"/>
                  <a:pt x="109" y="23"/>
                  <a:pt x="109" y="26"/>
                </a:cubicBezTo>
                <a:cubicBezTo>
                  <a:pt x="109" y="28"/>
                  <a:pt x="109" y="31"/>
                  <a:pt x="107" y="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2" name="Freeform 358">
            <a:extLst>
              <a:ext uri="{FF2B5EF4-FFF2-40B4-BE49-F238E27FC236}">
                <a16:creationId xmlns:a16="http://schemas.microsoft.com/office/drawing/2014/main" id="{FCFCDAA8-AE7F-4834-9EBA-E8D383430DF7}"/>
              </a:ext>
            </a:extLst>
          </p:cNvPr>
          <p:cNvSpPr>
            <a:spLocks/>
          </p:cNvSpPr>
          <p:nvPr/>
        </p:nvSpPr>
        <p:spPr bwMode="auto">
          <a:xfrm>
            <a:off x="10613118" y="5036909"/>
            <a:ext cx="123825" cy="57150"/>
          </a:xfrm>
          <a:custGeom>
            <a:avLst/>
            <a:gdLst>
              <a:gd name="T0" fmla="*/ 30 w 30"/>
              <a:gd name="T1" fmla="*/ 3 h 14"/>
              <a:gd name="T2" fmla="*/ 26 w 30"/>
              <a:gd name="T3" fmla="*/ 8 h 14"/>
              <a:gd name="T4" fmla="*/ 7 w 30"/>
              <a:gd name="T5" fmla="*/ 13 h 14"/>
              <a:gd name="T6" fmla="*/ 1 w 30"/>
              <a:gd name="T7" fmla="*/ 10 h 14"/>
              <a:gd name="T8" fmla="*/ 5 w 30"/>
              <a:gd name="T9" fmla="*/ 5 h 14"/>
              <a:gd name="T10" fmla="*/ 24 w 30"/>
              <a:gd name="T11" fmla="*/ 1 h 14"/>
              <a:gd name="T12" fmla="*/ 30 w 30"/>
              <a:gd name="T13" fmla="*/ 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14">
                <a:moveTo>
                  <a:pt x="30" y="3"/>
                </a:moveTo>
                <a:cubicBezTo>
                  <a:pt x="30" y="5"/>
                  <a:pt x="28" y="8"/>
                  <a:pt x="26" y="8"/>
                </a:cubicBezTo>
                <a:cubicBezTo>
                  <a:pt x="7" y="13"/>
                  <a:pt x="7" y="13"/>
                  <a:pt x="7" y="13"/>
                </a:cubicBezTo>
                <a:cubicBezTo>
                  <a:pt x="4" y="14"/>
                  <a:pt x="1" y="13"/>
                  <a:pt x="1" y="10"/>
                </a:cubicBezTo>
                <a:cubicBezTo>
                  <a:pt x="0" y="8"/>
                  <a:pt x="2" y="6"/>
                  <a:pt x="5" y="5"/>
                </a:cubicBezTo>
                <a:cubicBezTo>
                  <a:pt x="24" y="1"/>
                  <a:pt x="24" y="1"/>
                  <a:pt x="24" y="1"/>
                </a:cubicBezTo>
                <a:cubicBezTo>
                  <a:pt x="27" y="0"/>
                  <a:pt x="29" y="1"/>
                  <a:pt x="3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3" name="Freeform 359">
            <a:extLst>
              <a:ext uri="{FF2B5EF4-FFF2-40B4-BE49-F238E27FC236}">
                <a16:creationId xmlns:a16="http://schemas.microsoft.com/office/drawing/2014/main" id="{3548DB4C-4B9C-4039-8351-9CCD35143AA2}"/>
              </a:ext>
            </a:extLst>
          </p:cNvPr>
          <p:cNvSpPr>
            <a:spLocks/>
          </p:cNvSpPr>
          <p:nvPr/>
        </p:nvSpPr>
        <p:spPr bwMode="auto">
          <a:xfrm>
            <a:off x="10602005" y="4974997"/>
            <a:ext cx="122238" cy="38100"/>
          </a:xfrm>
          <a:custGeom>
            <a:avLst/>
            <a:gdLst>
              <a:gd name="T0" fmla="*/ 30 w 30"/>
              <a:gd name="T1" fmla="*/ 4 h 9"/>
              <a:gd name="T2" fmla="*/ 25 w 30"/>
              <a:gd name="T3" fmla="*/ 9 h 9"/>
              <a:gd name="T4" fmla="*/ 5 w 30"/>
              <a:gd name="T5" fmla="*/ 9 h 9"/>
              <a:gd name="T6" fmla="*/ 0 w 30"/>
              <a:gd name="T7" fmla="*/ 5 h 9"/>
              <a:gd name="T8" fmla="*/ 5 w 30"/>
              <a:gd name="T9" fmla="*/ 1 h 9"/>
              <a:gd name="T10" fmla="*/ 25 w 30"/>
              <a:gd name="T11" fmla="*/ 1 h 9"/>
              <a:gd name="T12" fmla="*/ 30 w 30"/>
              <a:gd name="T13" fmla="*/ 4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9">
                <a:moveTo>
                  <a:pt x="30" y="4"/>
                </a:moveTo>
                <a:cubicBezTo>
                  <a:pt x="30" y="7"/>
                  <a:pt x="28" y="8"/>
                  <a:pt x="25" y="9"/>
                </a:cubicBezTo>
                <a:cubicBezTo>
                  <a:pt x="5" y="9"/>
                  <a:pt x="5" y="9"/>
                  <a:pt x="5" y="9"/>
                </a:cubicBezTo>
                <a:cubicBezTo>
                  <a:pt x="2" y="9"/>
                  <a:pt x="0" y="7"/>
                  <a:pt x="0" y="5"/>
                </a:cubicBezTo>
                <a:cubicBezTo>
                  <a:pt x="0" y="3"/>
                  <a:pt x="2" y="1"/>
                  <a:pt x="5" y="1"/>
                </a:cubicBezTo>
                <a:cubicBezTo>
                  <a:pt x="25" y="1"/>
                  <a:pt x="25" y="1"/>
                  <a:pt x="25" y="1"/>
                </a:cubicBezTo>
                <a:cubicBezTo>
                  <a:pt x="27" y="0"/>
                  <a:pt x="30" y="2"/>
                  <a:pt x="30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4" name="Freeform 360">
            <a:extLst>
              <a:ext uri="{FF2B5EF4-FFF2-40B4-BE49-F238E27FC236}">
                <a16:creationId xmlns:a16="http://schemas.microsoft.com/office/drawing/2014/main" id="{95E3CA0A-7C33-4D5B-96D4-F9ED64196894}"/>
              </a:ext>
            </a:extLst>
          </p:cNvPr>
          <p:cNvSpPr>
            <a:spLocks/>
          </p:cNvSpPr>
          <p:nvPr/>
        </p:nvSpPr>
        <p:spPr bwMode="auto">
          <a:xfrm>
            <a:off x="10646455" y="4889272"/>
            <a:ext cx="114300" cy="82550"/>
          </a:xfrm>
          <a:custGeom>
            <a:avLst/>
            <a:gdLst>
              <a:gd name="T0" fmla="*/ 27 w 28"/>
              <a:gd name="T1" fmla="*/ 18 h 20"/>
              <a:gd name="T2" fmla="*/ 20 w 28"/>
              <a:gd name="T3" fmla="*/ 19 h 20"/>
              <a:gd name="T4" fmla="*/ 4 w 28"/>
              <a:gd name="T5" fmla="*/ 8 h 20"/>
              <a:gd name="T6" fmla="*/ 1 w 28"/>
              <a:gd name="T7" fmla="*/ 2 h 20"/>
              <a:gd name="T8" fmla="*/ 8 w 28"/>
              <a:gd name="T9" fmla="*/ 2 h 20"/>
              <a:gd name="T10" fmla="*/ 25 w 28"/>
              <a:gd name="T11" fmla="*/ 12 h 20"/>
              <a:gd name="T12" fmla="*/ 27 w 28"/>
              <a:gd name="T13" fmla="*/ 1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20">
                <a:moveTo>
                  <a:pt x="27" y="18"/>
                </a:moveTo>
                <a:cubicBezTo>
                  <a:pt x="26" y="20"/>
                  <a:pt x="23" y="20"/>
                  <a:pt x="20" y="19"/>
                </a:cubicBezTo>
                <a:cubicBezTo>
                  <a:pt x="4" y="8"/>
                  <a:pt x="4" y="8"/>
                  <a:pt x="4" y="8"/>
                </a:cubicBezTo>
                <a:cubicBezTo>
                  <a:pt x="1" y="7"/>
                  <a:pt x="0" y="4"/>
                  <a:pt x="1" y="2"/>
                </a:cubicBezTo>
                <a:cubicBezTo>
                  <a:pt x="3" y="1"/>
                  <a:pt x="5" y="0"/>
                  <a:pt x="8" y="2"/>
                </a:cubicBezTo>
                <a:cubicBezTo>
                  <a:pt x="25" y="12"/>
                  <a:pt x="25" y="12"/>
                  <a:pt x="25" y="12"/>
                </a:cubicBezTo>
                <a:cubicBezTo>
                  <a:pt x="27" y="14"/>
                  <a:pt x="28" y="16"/>
                  <a:pt x="27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5" name="Freeform 361">
            <a:extLst>
              <a:ext uri="{FF2B5EF4-FFF2-40B4-BE49-F238E27FC236}">
                <a16:creationId xmlns:a16="http://schemas.microsoft.com/office/drawing/2014/main" id="{AA3A76CE-F5E2-4668-A00C-83B990F07F3C}"/>
              </a:ext>
            </a:extLst>
          </p:cNvPr>
          <p:cNvSpPr>
            <a:spLocks/>
          </p:cNvSpPr>
          <p:nvPr/>
        </p:nvSpPr>
        <p:spPr bwMode="auto">
          <a:xfrm>
            <a:off x="10748055" y="4855934"/>
            <a:ext cx="61913" cy="98425"/>
          </a:xfrm>
          <a:custGeom>
            <a:avLst/>
            <a:gdLst>
              <a:gd name="T0" fmla="*/ 13 w 15"/>
              <a:gd name="T1" fmla="*/ 23 h 24"/>
              <a:gd name="T2" fmla="*/ 8 w 15"/>
              <a:gd name="T3" fmla="*/ 21 h 24"/>
              <a:gd name="T4" fmla="*/ 1 w 15"/>
              <a:gd name="T5" fmla="*/ 6 h 24"/>
              <a:gd name="T6" fmla="*/ 2 w 15"/>
              <a:gd name="T7" fmla="*/ 1 h 24"/>
              <a:gd name="T8" fmla="*/ 7 w 15"/>
              <a:gd name="T9" fmla="*/ 3 h 24"/>
              <a:gd name="T10" fmla="*/ 14 w 15"/>
              <a:gd name="T11" fmla="*/ 18 h 24"/>
              <a:gd name="T12" fmla="*/ 13 w 15"/>
              <a:gd name="T13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" h="24">
                <a:moveTo>
                  <a:pt x="13" y="23"/>
                </a:moveTo>
                <a:cubicBezTo>
                  <a:pt x="11" y="24"/>
                  <a:pt x="9" y="23"/>
                  <a:pt x="8" y="21"/>
                </a:cubicBezTo>
                <a:cubicBezTo>
                  <a:pt x="1" y="6"/>
                  <a:pt x="1" y="6"/>
                  <a:pt x="1" y="6"/>
                </a:cubicBezTo>
                <a:cubicBezTo>
                  <a:pt x="0" y="4"/>
                  <a:pt x="1" y="2"/>
                  <a:pt x="2" y="1"/>
                </a:cubicBezTo>
                <a:cubicBezTo>
                  <a:pt x="4" y="0"/>
                  <a:pt x="6" y="1"/>
                  <a:pt x="7" y="3"/>
                </a:cubicBezTo>
                <a:cubicBezTo>
                  <a:pt x="14" y="18"/>
                  <a:pt x="14" y="18"/>
                  <a:pt x="14" y="18"/>
                </a:cubicBezTo>
                <a:cubicBezTo>
                  <a:pt x="15" y="20"/>
                  <a:pt x="14" y="22"/>
                  <a:pt x="13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6" name="Freeform 362">
            <a:extLst>
              <a:ext uri="{FF2B5EF4-FFF2-40B4-BE49-F238E27FC236}">
                <a16:creationId xmlns:a16="http://schemas.microsoft.com/office/drawing/2014/main" id="{D45F1BFB-C414-42FC-8A79-1DC1E01CB80C}"/>
              </a:ext>
            </a:extLst>
          </p:cNvPr>
          <p:cNvSpPr>
            <a:spLocks/>
          </p:cNvSpPr>
          <p:nvPr/>
        </p:nvSpPr>
        <p:spPr bwMode="auto">
          <a:xfrm>
            <a:off x="10835368" y="4865459"/>
            <a:ext cx="36513" cy="101600"/>
          </a:xfrm>
          <a:custGeom>
            <a:avLst/>
            <a:gdLst>
              <a:gd name="T0" fmla="*/ 6 w 9"/>
              <a:gd name="T1" fmla="*/ 24 h 25"/>
              <a:gd name="T2" fmla="*/ 2 w 9"/>
              <a:gd name="T3" fmla="*/ 21 h 25"/>
              <a:gd name="T4" fmla="*/ 0 w 9"/>
              <a:gd name="T5" fmla="*/ 5 h 25"/>
              <a:gd name="T6" fmla="*/ 3 w 9"/>
              <a:gd name="T7" fmla="*/ 0 h 25"/>
              <a:gd name="T8" fmla="*/ 6 w 9"/>
              <a:gd name="T9" fmla="*/ 4 h 25"/>
              <a:gd name="T10" fmla="*/ 9 w 9"/>
              <a:gd name="T11" fmla="*/ 20 h 25"/>
              <a:gd name="T12" fmla="*/ 6 w 9"/>
              <a:gd name="T13" fmla="*/ 2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25">
                <a:moveTo>
                  <a:pt x="6" y="24"/>
                </a:moveTo>
                <a:cubicBezTo>
                  <a:pt x="4" y="25"/>
                  <a:pt x="3" y="23"/>
                  <a:pt x="2" y="21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1" y="1"/>
                  <a:pt x="3" y="0"/>
                </a:cubicBezTo>
                <a:cubicBezTo>
                  <a:pt x="4" y="0"/>
                  <a:pt x="6" y="2"/>
                  <a:pt x="6" y="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8" y="24"/>
                  <a:pt x="6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7" name="Freeform 363">
            <a:extLst>
              <a:ext uri="{FF2B5EF4-FFF2-40B4-BE49-F238E27FC236}">
                <a16:creationId xmlns:a16="http://schemas.microsoft.com/office/drawing/2014/main" id="{722797F3-810A-4003-B0B4-A6183168848D}"/>
              </a:ext>
            </a:extLst>
          </p:cNvPr>
          <p:cNvSpPr>
            <a:spLocks/>
          </p:cNvSpPr>
          <p:nvPr/>
        </p:nvSpPr>
        <p:spPr bwMode="auto">
          <a:xfrm>
            <a:off x="10895693" y="4894034"/>
            <a:ext cx="46038" cy="98425"/>
          </a:xfrm>
          <a:custGeom>
            <a:avLst/>
            <a:gdLst>
              <a:gd name="T0" fmla="*/ 3 w 11"/>
              <a:gd name="T1" fmla="*/ 24 h 24"/>
              <a:gd name="T2" fmla="*/ 1 w 11"/>
              <a:gd name="T3" fmla="*/ 19 h 24"/>
              <a:gd name="T4" fmla="*/ 4 w 11"/>
              <a:gd name="T5" fmla="*/ 3 h 24"/>
              <a:gd name="T6" fmla="*/ 8 w 11"/>
              <a:gd name="T7" fmla="*/ 0 h 24"/>
              <a:gd name="T8" fmla="*/ 11 w 11"/>
              <a:gd name="T9" fmla="*/ 5 h 24"/>
              <a:gd name="T10" fmla="*/ 7 w 11"/>
              <a:gd name="T11" fmla="*/ 21 h 24"/>
              <a:gd name="T12" fmla="*/ 3 w 11"/>
              <a:gd name="T13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24">
                <a:moveTo>
                  <a:pt x="3" y="24"/>
                </a:moveTo>
                <a:cubicBezTo>
                  <a:pt x="1" y="24"/>
                  <a:pt x="0" y="21"/>
                  <a:pt x="1" y="19"/>
                </a:cubicBezTo>
                <a:cubicBezTo>
                  <a:pt x="4" y="3"/>
                  <a:pt x="4" y="3"/>
                  <a:pt x="4" y="3"/>
                </a:cubicBezTo>
                <a:cubicBezTo>
                  <a:pt x="5" y="1"/>
                  <a:pt x="6" y="0"/>
                  <a:pt x="8" y="0"/>
                </a:cubicBezTo>
                <a:cubicBezTo>
                  <a:pt x="10" y="0"/>
                  <a:pt x="11" y="2"/>
                  <a:pt x="11" y="5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3"/>
                  <a:pt x="5" y="24"/>
                  <a:pt x="3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8" name="Freeform 364">
            <a:extLst>
              <a:ext uri="{FF2B5EF4-FFF2-40B4-BE49-F238E27FC236}">
                <a16:creationId xmlns:a16="http://schemas.microsoft.com/office/drawing/2014/main" id="{E433B530-2D5C-4E2C-86A9-BE2535420041}"/>
              </a:ext>
            </a:extLst>
          </p:cNvPr>
          <p:cNvSpPr>
            <a:spLocks/>
          </p:cNvSpPr>
          <p:nvPr/>
        </p:nvSpPr>
        <p:spPr bwMode="auto">
          <a:xfrm>
            <a:off x="5228318" y="6364059"/>
            <a:ext cx="106363" cy="377825"/>
          </a:xfrm>
          <a:custGeom>
            <a:avLst/>
            <a:gdLst>
              <a:gd name="T0" fmla="*/ 22 w 26"/>
              <a:gd name="T1" fmla="*/ 0 h 92"/>
              <a:gd name="T2" fmla="*/ 21 w 26"/>
              <a:gd name="T3" fmla="*/ 24 h 92"/>
              <a:gd name="T4" fmla="*/ 15 w 26"/>
              <a:gd name="T5" fmla="*/ 24 h 92"/>
              <a:gd name="T6" fmla="*/ 15 w 26"/>
              <a:gd name="T7" fmla="*/ 0 h 92"/>
              <a:gd name="T8" fmla="*/ 11 w 26"/>
              <a:gd name="T9" fmla="*/ 0 h 92"/>
              <a:gd name="T10" fmla="*/ 10 w 26"/>
              <a:gd name="T11" fmla="*/ 24 h 92"/>
              <a:gd name="T12" fmla="*/ 6 w 26"/>
              <a:gd name="T13" fmla="*/ 24 h 92"/>
              <a:gd name="T14" fmla="*/ 4 w 26"/>
              <a:gd name="T15" fmla="*/ 0 h 92"/>
              <a:gd name="T16" fmla="*/ 0 w 26"/>
              <a:gd name="T17" fmla="*/ 0 h 92"/>
              <a:gd name="T18" fmla="*/ 0 w 26"/>
              <a:gd name="T19" fmla="*/ 25 h 92"/>
              <a:gd name="T20" fmla="*/ 0 w 26"/>
              <a:gd name="T21" fmla="*/ 25 h 92"/>
              <a:gd name="T22" fmla="*/ 9 w 26"/>
              <a:gd name="T23" fmla="*/ 36 h 92"/>
              <a:gd name="T24" fmla="*/ 9 w 26"/>
              <a:gd name="T25" fmla="*/ 36 h 92"/>
              <a:gd name="T26" fmla="*/ 9 w 26"/>
              <a:gd name="T27" fmla="*/ 52 h 92"/>
              <a:gd name="T28" fmla="*/ 9 w 26"/>
              <a:gd name="T29" fmla="*/ 52 h 92"/>
              <a:gd name="T30" fmla="*/ 9 w 26"/>
              <a:gd name="T31" fmla="*/ 88 h 92"/>
              <a:gd name="T32" fmla="*/ 17 w 26"/>
              <a:gd name="T33" fmla="*/ 88 h 92"/>
              <a:gd name="T34" fmla="*/ 17 w 26"/>
              <a:gd name="T35" fmla="*/ 52 h 92"/>
              <a:gd name="T36" fmla="*/ 17 w 26"/>
              <a:gd name="T37" fmla="*/ 36 h 92"/>
              <a:gd name="T38" fmla="*/ 26 w 26"/>
              <a:gd name="T39" fmla="*/ 25 h 92"/>
              <a:gd name="T40" fmla="*/ 26 w 26"/>
              <a:gd name="T41" fmla="*/ 25 h 92"/>
              <a:gd name="T42" fmla="*/ 26 w 26"/>
              <a:gd name="T43" fmla="*/ 0 h 92"/>
              <a:gd name="T44" fmla="*/ 22 w 26"/>
              <a:gd name="T45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6" h="92">
                <a:moveTo>
                  <a:pt x="22" y="0"/>
                </a:moveTo>
                <a:cubicBezTo>
                  <a:pt x="21" y="24"/>
                  <a:pt x="21" y="24"/>
                  <a:pt x="21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24"/>
                  <a:pt x="10" y="24"/>
                  <a:pt x="10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33"/>
                  <a:pt x="4" y="34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88"/>
                  <a:pt x="9" y="88"/>
                  <a:pt x="9" y="88"/>
                </a:cubicBezTo>
                <a:cubicBezTo>
                  <a:pt x="14" y="92"/>
                  <a:pt x="17" y="88"/>
                  <a:pt x="17" y="88"/>
                </a:cubicBezTo>
                <a:cubicBezTo>
                  <a:pt x="17" y="52"/>
                  <a:pt x="17" y="52"/>
                  <a:pt x="17" y="52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26" y="33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0"/>
                  <a:pt x="26" y="0"/>
                  <a:pt x="26" y="0"/>
                </a:cubicBezTo>
                <a:lnTo>
                  <a:pt x="2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9" name="Freeform 365">
            <a:extLst>
              <a:ext uri="{FF2B5EF4-FFF2-40B4-BE49-F238E27FC236}">
                <a16:creationId xmlns:a16="http://schemas.microsoft.com/office/drawing/2014/main" id="{09A39F37-E097-4986-95DC-5F7CA05B892A}"/>
              </a:ext>
            </a:extLst>
          </p:cNvPr>
          <p:cNvSpPr>
            <a:spLocks/>
          </p:cNvSpPr>
          <p:nvPr/>
        </p:nvSpPr>
        <p:spPr bwMode="auto">
          <a:xfrm>
            <a:off x="5380718" y="6359297"/>
            <a:ext cx="106363" cy="377825"/>
          </a:xfrm>
          <a:custGeom>
            <a:avLst/>
            <a:gdLst>
              <a:gd name="T0" fmla="*/ 11 w 26"/>
              <a:gd name="T1" fmla="*/ 0 h 92"/>
              <a:gd name="T2" fmla="*/ 6 w 26"/>
              <a:gd name="T3" fmla="*/ 0 h 92"/>
              <a:gd name="T4" fmla="*/ 0 w 26"/>
              <a:gd name="T5" fmla="*/ 0 h 92"/>
              <a:gd name="T6" fmla="*/ 0 w 26"/>
              <a:gd name="T7" fmla="*/ 92 h 92"/>
              <a:gd name="T8" fmla="*/ 11 w 26"/>
              <a:gd name="T9" fmla="*/ 92 h 92"/>
              <a:gd name="T10" fmla="*/ 11 w 26"/>
              <a:gd name="T11" fmla="*/ 43 h 92"/>
              <a:gd name="T12" fmla="*/ 21 w 26"/>
              <a:gd name="T13" fmla="*/ 43 h 92"/>
              <a:gd name="T14" fmla="*/ 11 w 26"/>
              <a:gd name="T15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92">
                <a:moveTo>
                  <a:pt x="11" y="0"/>
                </a:moveTo>
                <a:cubicBezTo>
                  <a:pt x="6" y="0"/>
                  <a:pt x="6" y="0"/>
                  <a:pt x="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2"/>
                  <a:pt x="0" y="92"/>
                  <a:pt x="0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11" y="43"/>
                  <a:pt x="11" y="43"/>
                  <a:pt x="1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6" y="19"/>
                  <a:pt x="11" y="0"/>
                  <a:pt x="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0" name="Freeform 366">
            <a:extLst>
              <a:ext uri="{FF2B5EF4-FFF2-40B4-BE49-F238E27FC236}">
                <a16:creationId xmlns:a16="http://schemas.microsoft.com/office/drawing/2014/main" id="{D4E70560-7329-40DB-A908-0F11A6388C80}"/>
              </a:ext>
            </a:extLst>
          </p:cNvPr>
          <p:cNvSpPr>
            <a:spLocks/>
          </p:cNvSpPr>
          <p:nvPr/>
        </p:nvSpPr>
        <p:spPr bwMode="auto">
          <a:xfrm>
            <a:off x="11387818" y="4852759"/>
            <a:ext cx="246063" cy="246063"/>
          </a:xfrm>
          <a:custGeom>
            <a:avLst/>
            <a:gdLst>
              <a:gd name="T0" fmla="*/ 50 w 60"/>
              <a:gd name="T1" fmla="*/ 47 h 60"/>
              <a:gd name="T2" fmla="*/ 15 w 60"/>
              <a:gd name="T3" fmla="*/ 56 h 60"/>
              <a:gd name="T4" fmla="*/ 8 w 60"/>
              <a:gd name="T5" fmla="*/ 52 h 60"/>
              <a:gd name="T6" fmla="*/ 5 w 60"/>
              <a:gd name="T7" fmla="*/ 46 h 60"/>
              <a:gd name="T8" fmla="*/ 13 w 60"/>
              <a:gd name="T9" fmla="*/ 10 h 60"/>
              <a:gd name="T10" fmla="*/ 50 w 60"/>
              <a:gd name="T11" fmla="*/ 10 h 60"/>
              <a:gd name="T12" fmla="*/ 50 w 60"/>
              <a:gd name="T13" fmla="*/ 47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" h="60">
                <a:moveTo>
                  <a:pt x="50" y="47"/>
                </a:moveTo>
                <a:cubicBezTo>
                  <a:pt x="42" y="55"/>
                  <a:pt x="26" y="60"/>
                  <a:pt x="15" y="56"/>
                </a:cubicBezTo>
                <a:cubicBezTo>
                  <a:pt x="13" y="55"/>
                  <a:pt x="10" y="53"/>
                  <a:pt x="8" y="52"/>
                </a:cubicBezTo>
                <a:cubicBezTo>
                  <a:pt x="7" y="50"/>
                  <a:pt x="6" y="48"/>
                  <a:pt x="5" y="46"/>
                </a:cubicBezTo>
                <a:cubicBezTo>
                  <a:pt x="0" y="35"/>
                  <a:pt x="5" y="19"/>
                  <a:pt x="13" y="10"/>
                </a:cubicBezTo>
                <a:cubicBezTo>
                  <a:pt x="23" y="0"/>
                  <a:pt x="40" y="0"/>
                  <a:pt x="50" y="10"/>
                </a:cubicBezTo>
                <a:cubicBezTo>
                  <a:pt x="60" y="20"/>
                  <a:pt x="60" y="37"/>
                  <a:pt x="5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1" name="Freeform 367">
            <a:extLst>
              <a:ext uri="{FF2B5EF4-FFF2-40B4-BE49-F238E27FC236}">
                <a16:creationId xmlns:a16="http://schemas.microsoft.com/office/drawing/2014/main" id="{86A4A308-2065-4161-9957-B1E10EEF3717}"/>
              </a:ext>
            </a:extLst>
          </p:cNvPr>
          <p:cNvSpPr>
            <a:spLocks/>
          </p:cNvSpPr>
          <p:nvPr/>
        </p:nvSpPr>
        <p:spPr bwMode="auto">
          <a:xfrm>
            <a:off x="11294155" y="4992459"/>
            <a:ext cx="200025" cy="200025"/>
          </a:xfrm>
          <a:custGeom>
            <a:avLst/>
            <a:gdLst>
              <a:gd name="T0" fmla="*/ 41 w 126"/>
              <a:gd name="T1" fmla="*/ 126 h 126"/>
              <a:gd name="T2" fmla="*/ 36 w 126"/>
              <a:gd name="T3" fmla="*/ 121 h 126"/>
              <a:gd name="T4" fmla="*/ 113 w 126"/>
              <a:gd name="T5" fmla="*/ 44 h 126"/>
              <a:gd name="T6" fmla="*/ 82 w 126"/>
              <a:gd name="T7" fmla="*/ 13 h 126"/>
              <a:gd name="T8" fmla="*/ 5 w 126"/>
              <a:gd name="T9" fmla="*/ 90 h 126"/>
              <a:gd name="T10" fmla="*/ 0 w 126"/>
              <a:gd name="T11" fmla="*/ 85 h 126"/>
              <a:gd name="T12" fmla="*/ 82 w 126"/>
              <a:gd name="T13" fmla="*/ 0 h 126"/>
              <a:gd name="T14" fmla="*/ 126 w 126"/>
              <a:gd name="T15" fmla="*/ 44 h 126"/>
              <a:gd name="T16" fmla="*/ 41 w 126"/>
              <a:gd name="T17" fmla="*/ 12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6" h="126">
                <a:moveTo>
                  <a:pt x="41" y="126"/>
                </a:moveTo>
                <a:lnTo>
                  <a:pt x="36" y="121"/>
                </a:lnTo>
                <a:lnTo>
                  <a:pt x="113" y="44"/>
                </a:lnTo>
                <a:lnTo>
                  <a:pt x="82" y="13"/>
                </a:lnTo>
                <a:lnTo>
                  <a:pt x="5" y="90"/>
                </a:lnTo>
                <a:lnTo>
                  <a:pt x="0" y="85"/>
                </a:lnTo>
                <a:lnTo>
                  <a:pt x="82" y="0"/>
                </a:lnTo>
                <a:lnTo>
                  <a:pt x="126" y="44"/>
                </a:lnTo>
                <a:lnTo>
                  <a:pt x="41" y="1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2" name="Freeform 368">
            <a:extLst>
              <a:ext uri="{FF2B5EF4-FFF2-40B4-BE49-F238E27FC236}">
                <a16:creationId xmlns:a16="http://schemas.microsoft.com/office/drawing/2014/main" id="{074B9C61-93B6-4E45-B60B-1B871C847CC9}"/>
              </a:ext>
            </a:extLst>
          </p:cNvPr>
          <p:cNvSpPr>
            <a:spLocks/>
          </p:cNvSpPr>
          <p:nvPr/>
        </p:nvSpPr>
        <p:spPr bwMode="auto">
          <a:xfrm>
            <a:off x="11211605" y="5111522"/>
            <a:ext cx="163513" cy="163513"/>
          </a:xfrm>
          <a:custGeom>
            <a:avLst/>
            <a:gdLst>
              <a:gd name="T0" fmla="*/ 36 w 40"/>
              <a:gd name="T1" fmla="*/ 19 h 40"/>
              <a:gd name="T2" fmla="*/ 34 w 40"/>
              <a:gd name="T3" fmla="*/ 18 h 40"/>
              <a:gd name="T4" fmla="*/ 32 w 40"/>
              <a:gd name="T5" fmla="*/ 20 h 40"/>
              <a:gd name="T6" fmla="*/ 33 w 40"/>
              <a:gd name="T7" fmla="*/ 21 h 40"/>
              <a:gd name="T8" fmla="*/ 33 w 40"/>
              <a:gd name="T9" fmla="*/ 33 h 40"/>
              <a:gd name="T10" fmla="*/ 21 w 40"/>
              <a:gd name="T11" fmla="*/ 33 h 40"/>
              <a:gd name="T12" fmla="*/ 19 w 40"/>
              <a:gd name="T13" fmla="*/ 24 h 40"/>
              <a:gd name="T14" fmla="*/ 16 w 40"/>
              <a:gd name="T15" fmla="*/ 21 h 40"/>
              <a:gd name="T16" fmla="*/ 7 w 40"/>
              <a:gd name="T17" fmla="*/ 19 h 40"/>
              <a:gd name="T18" fmla="*/ 7 w 40"/>
              <a:gd name="T19" fmla="*/ 7 h 40"/>
              <a:gd name="T20" fmla="*/ 19 w 40"/>
              <a:gd name="T21" fmla="*/ 7 h 40"/>
              <a:gd name="T22" fmla="*/ 20 w 40"/>
              <a:gd name="T23" fmla="*/ 8 h 40"/>
              <a:gd name="T24" fmla="*/ 22 w 40"/>
              <a:gd name="T25" fmla="*/ 6 h 40"/>
              <a:gd name="T26" fmla="*/ 22 w 40"/>
              <a:gd name="T27" fmla="*/ 6 h 40"/>
              <a:gd name="T28" fmla="*/ 21 w 40"/>
              <a:gd name="T29" fmla="*/ 4 h 40"/>
              <a:gd name="T30" fmla="*/ 4 w 40"/>
              <a:gd name="T31" fmla="*/ 4 h 40"/>
              <a:gd name="T32" fmla="*/ 4 w 40"/>
              <a:gd name="T33" fmla="*/ 21 h 40"/>
              <a:gd name="T34" fmla="*/ 16 w 40"/>
              <a:gd name="T35" fmla="*/ 24 h 40"/>
              <a:gd name="T36" fmla="*/ 19 w 40"/>
              <a:gd name="T37" fmla="*/ 36 h 40"/>
              <a:gd name="T38" fmla="*/ 36 w 40"/>
              <a:gd name="T39" fmla="*/ 36 h 40"/>
              <a:gd name="T40" fmla="*/ 36 w 40"/>
              <a:gd name="T41" fmla="*/ 19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0" h="40">
                <a:moveTo>
                  <a:pt x="36" y="19"/>
                </a:moveTo>
                <a:cubicBezTo>
                  <a:pt x="35" y="19"/>
                  <a:pt x="35" y="18"/>
                  <a:pt x="34" y="18"/>
                </a:cubicBezTo>
                <a:cubicBezTo>
                  <a:pt x="32" y="20"/>
                  <a:pt x="32" y="20"/>
                  <a:pt x="32" y="20"/>
                </a:cubicBezTo>
                <a:cubicBezTo>
                  <a:pt x="33" y="21"/>
                  <a:pt x="33" y="21"/>
                  <a:pt x="33" y="21"/>
                </a:cubicBezTo>
                <a:cubicBezTo>
                  <a:pt x="37" y="25"/>
                  <a:pt x="37" y="30"/>
                  <a:pt x="33" y="33"/>
                </a:cubicBezTo>
                <a:cubicBezTo>
                  <a:pt x="30" y="37"/>
                  <a:pt x="25" y="37"/>
                  <a:pt x="21" y="33"/>
                </a:cubicBezTo>
                <a:cubicBezTo>
                  <a:pt x="19" y="31"/>
                  <a:pt x="18" y="27"/>
                  <a:pt x="19" y="24"/>
                </a:cubicBezTo>
                <a:cubicBezTo>
                  <a:pt x="16" y="21"/>
                  <a:pt x="16" y="21"/>
                  <a:pt x="16" y="21"/>
                </a:cubicBezTo>
                <a:cubicBezTo>
                  <a:pt x="13" y="22"/>
                  <a:pt x="9" y="21"/>
                  <a:pt x="7" y="19"/>
                </a:cubicBezTo>
                <a:cubicBezTo>
                  <a:pt x="3" y="16"/>
                  <a:pt x="3" y="10"/>
                  <a:pt x="7" y="7"/>
                </a:cubicBezTo>
                <a:cubicBezTo>
                  <a:pt x="10" y="3"/>
                  <a:pt x="16" y="3"/>
                  <a:pt x="19" y="7"/>
                </a:cubicBezTo>
                <a:cubicBezTo>
                  <a:pt x="20" y="8"/>
                  <a:pt x="20" y="8"/>
                  <a:pt x="20" y="8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1" y="4"/>
                  <a:pt x="21" y="4"/>
                  <a:pt x="21" y="4"/>
                </a:cubicBezTo>
                <a:cubicBezTo>
                  <a:pt x="17" y="0"/>
                  <a:pt x="9" y="0"/>
                  <a:pt x="4" y="4"/>
                </a:cubicBezTo>
                <a:cubicBezTo>
                  <a:pt x="0" y="9"/>
                  <a:pt x="0" y="17"/>
                  <a:pt x="4" y="21"/>
                </a:cubicBezTo>
                <a:cubicBezTo>
                  <a:pt x="7" y="24"/>
                  <a:pt x="12" y="25"/>
                  <a:pt x="16" y="24"/>
                </a:cubicBezTo>
                <a:cubicBezTo>
                  <a:pt x="15" y="28"/>
                  <a:pt x="16" y="33"/>
                  <a:pt x="19" y="36"/>
                </a:cubicBezTo>
                <a:cubicBezTo>
                  <a:pt x="23" y="40"/>
                  <a:pt x="31" y="40"/>
                  <a:pt x="36" y="36"/>
                </a:cubicBezTo>
                <a:cubicBezTo>
                  <a:pt x="40" y="31"/>
                  <a:pt x="40" y="24"/>
                  <a:pt x="36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3" name="Freeform 369">
            <a:extLst>
              <a:ext uri="{FF2B5EF4-FFF2-40B4-BE49-F238E27FC236}">
                <a16:creationId xmlns:a16="http://schemas.microsoft.com/office/drawing/2014/main" id="{1B6003BC-AB01-49B9-867D-C608817858C3}"/>
              </a:ext>
            </a:extLst>
          </p:cNvPr>
          <p:cNvSpPr>
            <a:spLocks/>
          </p:cNvSpPr>
          <p:nvPr/>
        </p:nvSpPr>
        <p:spPr bwMode="auto">
          <a:xfrm>
            <a:off x="4609193" y="5763984"/>
            <a:ext cx="144463" cy="131763"/>
          </a:xfrm>
          <a:custGeom>
            <a:avLst/>
            <a:gdLst>
              <a:gd name="T0" fmla="*/ 35 w 35"/>
              <a:gd name="T1" fmla="*/ 0 h 32"/>
              <a:gd name="T2" fmla="*/ 15 w 35"/>
              <a:gd name="T3" fmla="*/ 20 h 32"/>
              <a:gd name="T4" fmla="*/ 12 w 35"/>
              <a:gd name="T5" fmla="*/ 18 h 32"/>
              <a:gd name="T6" fmla="*/ 0 w 35"/>
              <a:gd name="T7" fmla="*/ 30 h 32"/>
              <a:gd name="T8" fmla="*/ 0 w 35"/>
              <a:gd name="T9" fmla="*/ 30 h 32"/>
              <a:gd name="T10" fmla="*/ 0 w 35"/>
              <a:gd name="T11" fmla="*/ 30 h 32"/>
              <a:gd name="T12" fmla="*/ 2 w 35"/>
              <a:gd name="T13" fmla="*/ 31 h 32"/>
              <a:gd name="T14" fmla="*/ 3 w 35"/>
              <a:gd name="T15" fmla="*/ 32 h 32"/>
              <a:gd name="T16" fmla="*/ 35 w 35"/>
              <a:gd name="T17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" h="32">
                <a:moveTo>
                  <a:pt x="35" y="0"/>
                </a:moveTo>
                <a:cubicBezTo>
                  <a:pt x="15" y="20"/>
                  <a:pt x="15" y="20"/>
                  <a:pt x="15" y="20"/>
                </a:cubicBezTo>
                <a:cubicBezTo>
                  <a:pt x="12" y="18"/>
                  <a:pt x="12" y="18"/>
                  <a:pt x="12" y="18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1" y="30"/>
                  <a:pt x="1" y="30"/>
                  <a:pt x="2" y="31"/>
                </a:cubicBezTo>
                <a:cubicBezTo>
                  <a:pt x="2" y="31"/>
                  <a:pt x="2" y="32"/>
                  <a:pt x="3" y="32"/>
                </a:cubicBezTo>
                <a:cubicBezTo>
                  <a:pt x="35" y="0"/>
                  <a:pt x="35" y="0"/>
                  <a:pt x="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4" name="Freeform 370">
            <a:extLst>
              <a:ext uri="{FF2B5EF4-FFF2-40B4-BE49-F238E27FC236}">
                <a16:creationId xmlns:a16="http://schemas.microsoft.com/office/drawing/2014/main" id="{C4804D14-8BFF-4730-89CE-2AE6972C62CE}"/>
              </a:ext>
            </a:extLst>
          </p:cNvPr>
          <p:cNvSpPr>
            <a:spLocks/>
          </p:cNvSpPr>
          <p:nvPr/>
        </p:nvSpPr>
        <p:spPr bwMode="auto">
          <a:xfrm>
            <a:off x="4552043" y="5776684"/>
            <a:ext cx="57150" cy="61913"/>
          </a:xfrm>
          <a:custGeom>
            <a:avLst/>
            <a:gdLst>
              <a:gd name="T0" fmla="*/ 12 w 14"/>
              <a:gd name="T1" fmla="*/ 0 h 15"/>
              <a:gd name="T2" fmla="*/ 0 w 14"/>
              <a:gd name="T3" fmla="*/ 12 h 15"/>
              <a:gd name="T4" fmla="*/ 1 w 14"/>
              <a:gd name="T5" fmla="*/ 13 h 15"/>
              <a:gd name="T6" fmla="*/ 2 w 14"/>
              <a:gd name="T7" fmla="*/ 14 h 15"/>
              <a:gd name="T8" fmla="*/ 2 w 14"/>
              <a:gd name="T9" fmla="*/ 15 h 15"/>
              <a:gd name="T10" fmla="*/ 2 w 14"/>
              <a:gd name="T11" fmla="*/ 15 h 15"/>
              <a:gd name="T12" fmla="*/ 2 w 14"/>
              <a:gd name="T13" fmla="*/ 15 h 15"/>
              <a:gd name="T14" fmla="*/ 14 w 14"/>
              <a:gd name="T15" fmla="*/ 3 h 15"/>
              <a:gd name="T16" fmla="*/ 12 w 14"/>
              <a:gd name="T17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5">
                <a:moveTo>
                  <a:pt x="12" y="0"/>
                </a:move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14" y="3"/>
                  <a:pt x="14" y="3"/>
                  <a:pt x="14" y="3"/>
                </a:cubicBezTo>
                <a:lnTo>
                  <a:pt x="1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5" name="Freeform 371">
            <a:extLst>
              <a:ext uri="{FF2B5EF4-FFF2-40B4-BE49-F238E27FC236}">
                <a16:creationId xmlns:a16="http://schemas.microsoft.com/office/drawing/2014/main" id="{28FE1F00-5DD0-469D-806D-BADF59723E02}"/>
              </a:ext>
            </a:extLst>
          </p:cNvPr>
          <p:cNvSpPr>
            <a:spLocks/>
          </p:cNvSpPr>
          <p:nvPr/>
        </p:nvSpPr>
        <p:spPr bwMode="auto">
          <a:xfrm>
            <a:off x="4471080" y="5817959"/>
            <a:ext cx="163513" cy="155575"/>
          </a:xfrm>
          <a:custGeom>
            <a:avLst/>
            <a:gdLst>
              <a:gd name="T0" fmla="*/ 13 w 40"/>
              <a:gd name="T1" fmla="*/ 0 h 38"/>
              <a:gd name="T2" fmla="*/ 5 w 40"/>
              <a:gd name="T3" fmla="*/ 3 h 38"/>
              <a:gd name="T4" fmla="*/ 5 w 40"/>
              <a:gd name="T5" fmla="*/ 20 h 38"/>
              <a:gd name="T6" fmla="*/ 13 w 40"/>
              <a:gd name="T7" fmla="*/ 24 h 38"/>
              <a:gd name="T8" fmla="*/ 16 w 40"/>
              <a:gd name="T9" fmla="*/ 23 h 38"/>
              <a:gd name="T10" fmla="*/ 19 w 40"/>
              <a:gd name="T11" fmla="*/ 34 h 38"/>
              <a:gd name="T12" fmla="*/ 27 w 40"/>
              <a:gd name="T13" fmla="*/ 38 h 38"/>
              <a:gd name="T14" fmla="*/ 36 w 40"/>
              <a:gd name="T15" fmla="*/ 34 h 38"/>
              <a:gd name="T16" fmla="*/ 37 w 40"/>
              <a:gd name="T17" fmla="*/ 19 h 38"/>
              <a:gd name="T18" fmla="*/ 36 w 40"/>
              <a:gd name="T19" fmla="*/ 19 h 38"/>
              <a:gd name="T20" fmla="*/ 34 w 40"/>
              <a:gd name="T21" fmla="*/ 17 h 38"/>
              <a:gd name="T22" fmla="*/ 32 w 40"/>
              <a:gd name="T23" fmla="*/ 19 h 38"/>
              <a:gd name="T24" fmla="*/ 33 w 40"/>
              <a:gd name="T25" fmla="*/ 20 h 38"/>
              <a:gd name="T26" fmla="*/ 33 w 40"/>
              <a:gd name="T27" fmla="*/ 32 h 38"/>
              <a:gd name="T28" fmla="*/ 27 w 40"/>
              <a:gd name="T29" fmla="*/ 35 h 38"/>
              <a:gd name="T30" fmla="*/ 21 w 40"/>
              <a:gd name="T31" fmla="*/ 32 h 38"/>
              <a:gd name="T32" fmla="*/ 20 w 40"/>
              <a:gd name="T33" fmla="*/ 23 h 38"/>
              <a:gd name="T34" fmla="*/ 16 w 40"/>
              <a:gd name="T35" fmla="*/ 20 h 38"/>
              <a:gd name="T36" fmla="*/ 13 w 40"/>
              <a:gd name="T37" fmla="*/ 20 h 38"/>
              <a:gd name="T38" fmla="*/ 7 w 40"/>
              <a:gd name="T39" fmla="*/ 18 h 38"/>
              <a:gd name="T40" fmla="*/ 7 w 40"/>
              <a:gd name="T41" fmla="*/ 6 h 38"/>
              <a:gd name="T42" fmla="*/ 13 w 40"/>
              <a:gd name="T43" fmla="*/ 3 h 38"/>
              <a:gd name="T44" fmla="*/ 19 w 40"/>
              <a:gd name="T45" fmla="*/ 6 h 38"/>
              <a:gd name="T46" fmla="*/ 20 w 40"/>
              <a:gd name="T47" fmla="*/ 7 h 38"/>
              <a:gd name="T48" fmla="*/ 22 w 40"/>
              <a:gd name="T49" fmla="*/ 5 h 38"/>
              <a:gd name="T50" fmla="*/ 20 w 40"/>
              <a:gd name="T51" fmla="*/ 3 h 38"/>
              <a:gd name="T52" fmla="*/ 20 w 40"/>
              <a:gd name="T53" fmla="*/ 2 h 38"/>
              <a:gd name="T54" fmla="*/ 13 w 40"/>
              <a:gd name="T5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" h="38">
                <a:moveTo>
                  <a:pt x="13" y="0"/>
                </a:moveTo>
                <a:cubicBezTo>
                  <a:pt x="10" y="0"/>
                  <a:pt x="7" y="1"/>
                  <a:pt x="5" y="3"/>
                </a:cubicBezTo>
                <a:cubicBezTo>
                  <a:pt x="0" y="8"/>
                  <a:pt x="0" y="15"/>
                  <a:pt x="5" y="20"/>
                </a:cubicBezTo>
                <a:cubicBezTo>
                  <a:pt x="7" y="22"/>
                  <a:pt x="10" y="24"/>
                  <a:pt x="13" y="24"/>
                </a:cubicBezTo>
                <a:cubicBezTo>
                  <a:pt x="14" y="24"/>
                  <a:pt x="15" y="23"/>
                  <a:pt x="16" y="23"/>
                </a:cubicBezTo>
                <a:cubicBezTo>
                  <a:pt x="15" y="27"/>
                  <a:pt x="16" y="32"/>
                  <a:pt x="19" y="34"/>
                </a:cubicBezTo>
                <a:cubicBezTo>
                  <a:pt x="21" y="37"/>
                  <a:pt x="24" y="38"/>
                  <a:pt x="27" y="38"/>
                </a:cubicBezTo>
                <a:cubicBezTo>
                  <a:pt x="30" y="38"/>
                  <a:pt x="33" y="37"/>
                  <a:pt x="36" y="34"/>
                </a:cubicBezTo>
                <a:cubicBezTo>
                  <a:pt x="40" y="30"/>
                  <a:pt x="40" y="24"/>
                  <a:pt x="37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4" y="17"/>
                  <a:pt x="34" y="17"/>
                  <a:pt x="34" y="17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3" y="20"/>
                  <a:pt x="33" y="20"/>
                </a:cubicBezTo>
                <a:cubicBezTo>
                  <a:pt x="37" y="23"/>
                  <a:pt x="37" y="29"/>
                  <a:pt x="33" y="32"/>
                </a:cubicBezTo>
                <a:cubicBezTo>
                  <a:pt x="32" y="34"/>
                  <a:pt x="30" y="35"/>
                  <a:pt x="27" y="35"/>
                </a:cubicBezTo>
                <a:cubicBezTo>
                  <a:pt x="25" y="35"/>
                  <a:pt x="23" y="34"/>
                  <a:pt x="21" y="32"/>
                </a:cubicBezTo>
                <a:cubicBezTo>
                  <a:pt x="19" y="30"/>
                  <a:pt x="18" y="26"/>
                  <a:pt x="20" y="23"/>
                </a:cubicBezTo>
                <a:cubicBezTo>
                  <a:pt x="16" y="20"/>
                  <a:pt x="16" y="20"/>
                  <a:pt x="16" y="20"/>
                </a:cubicBezTo>
                <a:cubicBezTo>
                  <a:pt x="15" y="20"/>
                  <a:pt x="14" y="20"/>
                  <a:pt x="13" y="20"/>
                </a:cubicBezTo>
                <a:cubicBezTo>
                  <a:pt x="11" y="20"/>
                  <a:pt x="8" y="19"/>
                  <a:pt x="7" y="18"/>
                </a:cubicBezTo>
                <a:cubicBezTo>
                  <a:pt x="3" y="14"/>
                  <a:pt x="3" y="9"/>
                  <a:pt x="7" y="6"/>
                </a:cubicBezTo>
                <a:cubicBezTo>
                  <a:pt x="9" y="4"/>
                  <a:pt x="11" y="3"/>
                  <a:pt x="13" y="3"/>
                </a:cubicBezTo>
                <a:cubicBezTo>
                  <a:pt x="15" y="3"/>
                  <a:pt x="17" y="4"/>
                  <a:pt x="19" y="6"/>
                </a:cubicBezTo>
                <a:cubicBezTo>
                  <a:pt x="20" y="7"/>
                  <a:pt x="20" y="7"/>
                  <a:pt x="20" y="7"/>
                </a:cubicBezTo>
                <a:cubicBezTo>
                  <a:pt x="22" y="5"/>
                  <a:pt x="22" y="5"/>
                  <a:pt x="22" y="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2"/>
                  <a:pt x="20" y="2"/>
                </a:cubicBezTo>
                <a:cubicBezTo>
                  <a:pt x="18" y="1"/>
                  <a:pt x="15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6" name="Freeform 372">
            <a:extLst>
              <a:ext uri="{FF2B5EF4-FFF2-40B4-BE49-F238E27FC236}">
                <a16:creationId xmlns:a16="http://schemas.microsoft.com/office/drawing/2014/main" id="{C4513282-AC45-4278-BA44-0B1EF5DB9256}"/>
              </a:ext>
            </a:extLst>
          </p:cNvPr>
          <p:cNvSpPr>
            <a:spLocks/>
          </p:cNvSpPr>
          <p:nvPr/>
        </p:nvSpPr>
        <p:spPr bwMode="auto">
          <a:xfrm>
            <a:off x="4609193" y="5887809"/>
            <a:ext cx="12700" cy="7938"/>
          </a:xfrm>
          <a:custGeom>
            <a:avLst/>
            <a:gdLst>
              <a:gd name="T0" fmla="*/ 0 w 3"/>
              <a:gd name="T1" fmla="*/ 0 h 2"/>
              <a:gd name="T2" fmla="*/ 0 w 3"/>
              <a:gd name="T3" fmla="*/ 0 h 2"/>
              <a:gd name="T4" fmla="*/ 2 w 3"/>
              <a:gd name="T5" fmla="*/ 2 h 2"/>
              <a:gd name="T6" fmla="*/ 3 w 3"/>
              <a:gd name="T7" fmla="*/ 2 h 2"/>
              <a:gd name="T8" fmla="*/ 2 w 3"/>
              <a:gd name="T9" fmla="*/ 1 h 2"/>
              <a:gd name="T10" fmla="*/ 0 w 3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2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2" y="2"/>
                  <a:pt x="2" y="2"/>
                  <a:pt x="2" y="2"/>
                </a:cubicBezTo>
                <a:cubicBezTo>
                  <a:pt x="3" y="2"/>
                  <a:pt x="3" y="2"/>
                  <a:pt x="3" y="2"/>
                </a:cubicBezTo>
                <a:cubicBezTo>
                  <a:pt x="2" y="2"/>
                  <a:pt x="2" y="1"/>
                  <a:pt x="2" y="1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7" name="Freeform 373">
            <a:extLst>
              <a:ext uri="{FF2B5EF4-FFF2-40B4-BE49-F238E27FC236}">
                <a16:creationId xmlns:a16="http://schemas.microsoft.com/office/drawing/2014/main" id="{1C4EFAC2-D37D-4981-B9FF-31D8280825DB}"/>
              </a:ext>
            </a:extLst>
          </p:cNvPr>
          <p:cNvSpPr>
            <a:spLocks/>
          </p:cNvSpPr>
          <p:nvPr/>
        </p:nvSpPr>
        <p:spPr bwMode="auto">
          <a:xfrm>
            <a:off x="4552043" y="5825897"/>
            <a:ext cx="7938" cy="12700"/>
          </a:xfrm>
          <a:custGeom>
            <a:avLst/>
            <a:gdLst>
              <a:gd name="T0" fmla="*/ 0 w 2"/>
              <a:gd name="T1" fmla="*/ 0 h 3"/>
              <a:gd name="T2" fmla="*/ 0 w 2"/>
              <a:gd name="T3" fmla="*/ 1 h 3"/>
              <a:gd name="T4" fmla="*/ 2 w 2"/>
              <a:gd name="T5" fmla="*/ 3 h 3"/>
              <a:gd name="T6" fmla="*/ 2 w 2"/>
              <a:gd name="T7" fmla="*/ 3 h 3"/>
              <a:gd name="T8" fmla="*/ 2 w 2"/>
              <a:gd name="T9" fmla="*/ 2 h 3"/>
              <a:gd name="T10" fmla="*/ 1 w 2"/>
              <a:gd name="T11" fmla="*/ 1 h 3"/>
              <a:gd name="T12" fmla="*/ 0 w 2"/>
              <a:gd name="T1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3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2" y="2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8" name="Freeform 374">
            <a:extLst>
              <a:ext uri="{FF2B5EF4-FFF2-40B4-BE49-F238E27FC236}">
                <a16:creationId xmlns:a16="http://schemas.microsoft.com/office/drawing/2014/main" id="{392876A0-BF4B-4D2E-B712-BFDB2E1C0A6A}"/>
              </a:ext>
            </a:extLst>
          </p:cNvPr>
          <p:cNvSpPr>
            <a:spLocks/>
          </p:cNvSpPr>
          <p:nvPr/>
        </p:nvSpPr>
        <p:spPr bwMode="auto">
          <a:xfrm>
            <a:off x="4601255" y="5644922"/>
            <a:ext cx="144463" cy="131763"/>
          </a:xfrm>
          <a:custGeom>
            <a:avLst/>
            <a:gdLst>
              <a:gd name="T0" fmla="*/ 32 w 35"/>
              <a:gd name="T1" fmla="*/ 0 h 32"/>
              <a:gd name="T2" fmla="*/ 0 w 35"/>
              <a:gd name="T3" fmla="*/ 32 h 32"/>
              <a:gd name="T4" fmla="*/ 0 w 35"/>
              <a:gd name="T5" fmla="*/ 32 h 32"/>
              <a:gd name="T6" fmla="*/ 20 w 35"/>
              <a:gd name="T7" fmla="*/ 12 h 32"/>
              <a:gd name="T8" fmla="*/ 22 w 35"/>
              <a:gd name="T9" fmla="*/ 14 h 32"/>
              <a:gd name="T10" fmla="*/ 35 w 35"/>
              <a:gd name="T11" fmla="*/ 2 h 32"/>
              <a:gd name="T12" fmla="*/ 35 w 35"/>
              <a:gd name="T13" fmla="*/ 2 h 32"/>
              <a:gd name="T14" fmla="*/ 34 w 35"/>
              <a:gd name="T15" fmla="*/ 2 h 32"/>
              <a:gd name="T16" fmla="*/ 33 w 35"/>
              <a:gd name="T17" fmla="*/ 1 h 32"/>
              <a:gd name="T18" fmla="*/ 32 w 35"/>
              <a:gd name="T1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2">
                <a:moveTo>
                  <a:pt x="32" y="0"/>
                </a:move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20" y="12"/>
                  <a:pt x="20" y="12"/>
                  <a:pt x="20" y="12"/>
                </a:cubicBezTo>
                <a:cubicBezTo>
                  <a:pt x="22" y="14"/>
                  <a:pt x="22" y="14"/>
                  <a:pt x="22" y="14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3" y="1"/>
                </a:cubicBezTo>
                <a:cubicBezTo>
                  <a:pt x="33" y="1"/>
                  <a:pt x="32" y="1"/>
                  <a:pt x="3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9" name="Freeform 375">
            <a:extLst>
              <a:ext uri="{FF2B5EF4-FFF2-40B4-BE49-F238E27FC236}">
                <a16:creationId xmlns:a16="http://schemas.microsoft.com/office/drawing/2014/main" id="{3E9A11B6-6430-4081-A749-2255DE00DE68}"/>
              </a:ext>
            </a:extLst>
          </p:cNvPr>
          <p:cNvSpPr>
            <a:spLocks/>
          </p:cNvSpPr>
          <p:nvPr/>
        </p:nvSpPr>
        <p:spPr bwMode="auto">
          <a:xfrm>
            <a:off x="4745718" y="5702072"/>
            <a:ext cx="57150" cy="61913"/>
          </a:xfrm>
          <a:custGeom>
            <a:avLst/>
            <a:gdLst>
              <a:gd name="T0" fmla="*/ 12 w 14"/>
              <a:gd name="T1" fmla="*/ 0 h 15"/>
              <a:gd name="T2" fmla="*/ 0 w 14"/>
              <a:gd name="T3" fmla="*/ 13 h 15"/>
              <a:gd name="T4" fmla="*/ 2 w 14"/>
              <a:gd name="T5" fmla="*/ 15 h 15"/>
              <a:gd name="T6" fmla="*/ 14 w 14"/>
              <a:gd name="T7" fmla="*/ 3 h 15"/>
              <a:gd name="T8" fmla="*/ 13 w 14"/>
              <a:gd name="T9" fmla="*/ 2 h 15"/>
              <a:gd name="T10" fmla="*/ 12 w 14"/>
              <a:gd name="T11" fmla="*/ 1 h 15"/>
              <a:gd name="T12" fmla="*/ 12 w 14"/>
              <a:gd name="T13" fmla="*/ 0 h 15"/>
              <a:gd name="T14" fmla="*/ 12 w 14"/>
              <a:gd name="T1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15">
                <a:moveTo>
                  <a:pt x="12" y="0"/>
                </a:moveTo>
                <a:cubicBezTo>
                  <a:pt x="0" y="13"/>
                  <a:pt x="0" y="13"/>
                  <a:pt x="0" y="13"/>
                </a:cubicBezTo>
                <a:cubicBezTo>
                  <a:pt x="2" y="15"/>
                  <a:pt x="2" y="15"/>
                  <a:pt x="2" y="15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2"/>
                  <a:pt x="13" y="2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0" name="Freeform 376">
            <a:extLst>
              <a:ext uri="{FF2B5EF4-FFF2-40B4-BE49-F238E27FC236}">
                <a16:creationId xmlns:a16="http://schemas.microsoft.com/office/drawing/2014/main" id="{6C7FCD1C-594D-44C1-A3D1-2CBCECE529D3}"/>
              </a:ext>
            </a:extLst>
          </p:cNvPr>
          <p:cNvSpPr>
            <a:spLocks/>
          </p:cNvSpPr>
          <p:nvPr/>
        </p:nvSpPr>
        <p:spPr bwMode="auto">
          <a:xfrm>
            <a:off x="4601255" y="5694134"/>
            <a:ext cx="90488" cy="95250"/>
          </a:xfrm>
          <a:custGeom>
            <a:avLst/>
            <a:gdLst>
              <a:gd name="T0" fmla="*/ 52 w 57"/>
              <a:gd name="T1" fmla="*/ 0 h 60"/>
              <a:gd name="T2" fmla="*/ 0 w 57"/>
              <a:gd name="T3" fmla="*/ 52 h 60"/>
              <a:gd name="T4" fmla="*/ 5 w 57"/>
              <a:gd name="T5" fmla="*/ 60 h 60"/>
              <a:gd name="T6" fmla="*/ 13 w 57"/>
              <a:gd name="T7" fmla="*/ 52 h 60"/>
              <a:gd name="T8" fmla="*/ 13 w 57"/>
              <a:gd name="T9" fmla="*/ 52 h 60"/>
              <a:gd name="T10" fmla="*/ 57 w 57"/>
              <a:gd name="T11" fmla="*/ 5 h 60"/>
              <a:gd name="T12" fmla="*/ 52 w 57"/>
              <a:gd name="T13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60">
                <a:moveTo>
                  <a:pt x="52" y="0"/>
                </a:moveTo>
                <a:lnTo>
                  <a:pt x="0" y="52"/>
                </a:lnTo>
                <a:lnTo>
                  <a:pt x="5" y="60"/>
                </a:lnTo>
                <a:lnTo>
                  <a:pt x="13" y="52"/>
                </a:lnTo>
                <a:lnTo>
                  <a:pt x="13" y="52"/>
                </a:lnTo>
                <a:lnTo>
                  <a:pt x="57" y="5"/>
                </a:lnTo>
                <a:lnTo>
                  <a:pt x="5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1" name="Freeform 377">
            <a:extLst>
              <a:ext uri="{FF2B5EF4-FFF2-40B4-BE49-F238E27FC236}">
                <a16:creationId xmlns:a16="http://schemas.microsoft.com/office/drawing/2014/main" id="{C5F07BB6-DC01-4DE5-9853-73FE436348DE}"/>
              </a:ext>
            </a:extLst>
          </p:cNvPr>
          <p:cNvSpPr>
            <a:spLocks/>
          </p:cNvSpPr>
          <p:nvPr/>
        </p:nvSpPr>
        <p:spPr bwMode="auto">
          <a:xfrm>
            <a:off x="4658405" y="5756047"/>
            <a:ext cx="95250" cy="90488"/>
          </a:xfrm>
          <a:custGeom>
            <a:avLst/>
            <a:gdLst>
              <a:gd name="T0" fmla="*/ 55 w 60"/>
              <a:gd name="T1" fmla="*/ 0 h 57"/>
              <a:gd name="T2" fmla="*/ 47 w 60"/>
              <a:gd name="T3" fmla="*/ 5 h 57"/>
              <a:gd name="T4" fmla="*/ 47 w 60"/>
              <a:gd name="T5" fmla="*/ 5 h 57"/>
              <a:gd name="T6" fmla="*/ 0 w 60"/>
              <a:gd name="T7" fmla="*/ 52 h 57"/>
              <a:gd name="T8" fmla="*/ 8 w 60"/>
              <a:gd name="T9" fmla="*/ 57 h 57"/>
              <a:gd name="T10" fmla="*/ 60 w 60"/>
              <a:gd name="T11" fmla="*/ 5 h 57"/>
              <a:gd name="T12" fmla="*/ 55 w 60"/>
              <a:gd name="T1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" h="57">
                <a:moveTo>
                  <a:pt x="55" y="0"/>
                </a:moveTo>
                <a:lnTo>
                  <a:pt x="47" y="5"/>
                </a:lnTo>
                <a:lnTo>
                  <a:pt x="47" y="5"/>
                </a:lnTo>
                <a:lnTo>
                  <a:pt x="0" y="52"/>
                </a:lnTo>
                <a:lnTo>
                  <a:pt x="8" y="57"/>
                </a:lnTo>
                <a:lnTo>
                  <a:pt x="60" y="5"/>
                </a:lnTo>
                <a:lnTo>
                  <a:pt x="5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2" name="Freeform 378">
            <a:extLst>
              <a:ext uri="{FF2B5EF4-FFF2-40B4-BE49-F238E27FC236}">
                <a16:creationId xmlns:a16="http://schemas.microsoft.com/office/drawing/2014/main" id="{5C9A4718-3F94-49FE-8597-09AF089E109E}"/>
              </a:ext>
            </a:extLst>
          </p:cNvPr>
          <p:cNvSpPr>
            <a:spLocks/>
          </p:cNvSpPr>
          <p:nvPr/>
        </p:nvSpPr>
        <p:spPr bwMode="auto">
          <a:xfrm>
            <a:off x="4720318" y="5567134"/>
            <a:ext cx="163513" cy="155575"/>
          </a:xfrm>
          <a:custGeom>
            <a:avLst/>
            <a:gdLst>
              <a:gd name="T0" fmla="*/ 13 w 40"/>
              <a:gd name="T1" fmla="*/ 0 h 38"/>
              <a:gd name="T2" fmla="*/ 4 w 40"/>
              <a:gd name="T3" fmla="*/ 4 h 38"/>
              <a:gd name="T4" fmla="*/ 3 w 40"/>
              <a:gd name="T5" fmla="*/ 19 h 38"/>
              <a:gd name="T6" fmla="*/ 3 w 40"/>
              <a:gd name="T7" fmla="*/ 19 h 38"/>
              <a:gd name="T8" fmla="*/ 6 w 40"/>
              <a:gd name="T9" fmla="*/ 21 h 38"/>
              <a:gd name="T10" fmla="*/ 8 w 40"/>
              <a:gd name="T11" fmla="*/ 19 h 38"/>
              <a:gd name="T12" fmla="*/ 6 w 40"/>
              <a:gd name="T13" fmla="*/ 18 h 38"/>
              <a:gd name="T14" fmla="*/ 6 w 40"/>
              <a:gd name="T15" fmla="*/ 6 h 38"/>
              <a:gd name="T16" fmla="*/ 13 w 40"/>
              <a:gd name="T17" fmla="*/ 3 h 38"/>
              <a:gd name="T18" fmla="*/ 19 w 40"/>
              <a:gd name="T19" fmla="*/ 6 h 38"/>
              <a:gd name="T20" fmla="*/ 20 w 40"/>
              <a:gd name="T21" fmla="*/ 16 h 38"/>
              <a:gd name="T22" fmla="*/ 23 w 40"/>
              <a:gd name="T23" fmla="*/ 19 h 38"/>
              <a:gd name="T24" fmla="*/ 27 w 40"/>
              <a:gd name="T25" fmla="*/ 18 h 38"/>
              <a:gd name="T26" fmla="*/ 33 w 40"/>
              <a:gd name="T27" fmla="*/ 20 h 38"/>
              <a:gd name="T28" fmla="*/ 33 w 40"/>
              <a:gd name="T29" fmla="*/ 32 h 38"/>
              <a:gd name="T30" fmla="*/ 27 w 40"/>
              <a:gd name="T31" fmla="*/ 35 h 38"/>
              <a:gd name="T32" fmla="*/ 21 w 40"/>
              <a:gd name="T33" fmla="*/ 33 h 38"/>
              <a:gd name="T34" fmla="*/ 20 w 40"/>
              <a:gd name="T35" fmla="*/ 31 h 38"/>
              <a:gd name="T36" fmla="*/ 18 w 40"/>
              <a:gd name="T37" fmla="*/ 33 h 38"/>
              <a:gd name="T38" fmla="*/ 20 w 40"/>
              <a:gd name="T39" fmla="*/ 36 h 38"/>
              <a:gd name="T40" fmla="*/ 20 w 40"/>
              <a:gd name="T41" fmla="*/ 36 h 38"/>
              <a:gd name="T42" fmla="*/ 27 w 40"/>
              <a:gd name="T43" fmla="*/ 38 h 38"/>
              <a:gd name="T44" fmla="*/ 35 w 40"/>
              <a:gd name="T45" fmla="*/ 35 h 38"/>
              <a:gd name="T46" fmla="*/ 35 w 40"/>
              <a:gd name="T47" fmla="*/ 18 h 38"/>
              <a:gd name="T48" fmla="*/ 27 w 40"/>
              <a:gd name="T49" fmla="*/ 15 h 38"/>
              <a:gd name="T50" fmla="*/ 24 w 40"/>
              <a:gd name="T51" fmla="*/ 15 h 38"/>
              <a:gd name="T52" fmla="*/ 21 w 40"/>
              <a:gd name="T53" fmla="*/ 4 h 38"/>
              <a:gd name="T54" fmla="*/ 13 w 40"/>
              <a:gd name="T5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" h="38">
                <a:moveTo>
                  <a:pt x="13" y="0"/>
                </a:moveTo>
                <a:cubicBezTo>
                  <a:pt x="9" y="0"/>
                  <a:pt x="6" y="1"/>
                  <a:pt x="4" y="4"/>
                </a:cubicBezTo>
                <a:cubicBezTo>
                  <a:pt x="0" y="8"/>
                  <a:pt x="0" y="14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6" y="21"/>
                  <a:pt x="6" y="21"/>
                  <a:pt x="6" y="21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18"/>
                  <a:pt x="6" y="18"/>
                  <a:pt x="6" y="18"/>
                </a:cubicBezTo>
                <a:cubicBezTo>
                  <a:pt x="3" y="15"/>
                  <a:pt x="3" y="9"/>
                  <a:pt x="6" y="6"/>
                </a:cubicBezTo>
                <a:cubicBezTo>
                  <a:pt x="8" y="4"/>
                  <a:pt x="10" y="3"/>
                  <a:pt x="13" y="3"/>
                </a:cubicBezTo>
                <a:cubicBezTo>
                  <a:pt x="15" y="3"/>
                  <a:pt x="17" y="4"/>
                  <a:pt x="19" y="6"/>
                </a:cubicBezTo>
                <a:cubicBezTo>
                  <a:pt x="21" y="8"/>
                  <a:pt x="22" y="12"/>
                  <a:pt x="20" y="16"/>
                </a:cubicBezTo>
                <a:cubicBezTo>
                  <a:pt x="23" y="19"/>
                  <a:pt x="23" y="19"/>
                  <a:pt x="23" y="19"/>
                </a:cubicBezTo>
                <a:cubicBezTo>
                  <a:pt x="25" y="18"/>
                  <a:pt x="26" y="18"/>
                  <a:pt x="27" y="18"/>
                </a:cubicBezTo>
                <a:cubicBezTo>
                  <a:pt x="29" y="18"/>
                  <a:pt x="31" y="19"/>
                  <a:pt x="33" y="20"/>
                </a:cubicBezTo>
                <a:cubicBezTo>
                  <a:pt x="36" y="24"/>
                  <a:pt x="36" y="29"/>
                  <a:pt x="33" y="32"/>
                </a:cubicBezTo>
                <a:cubicBezTo>
                  <a:pt x="31" y="34"/>
                  <a:pt x="29" y="35"/>
                  <a:pt x="27" y="35"/>
                </a:cubicBezTo>
                <a:cubicBezTo>
                  <a:pt x="25" y="35"/>
                  <a:pt x="23" y="34"/>
                  <a:pt x="21" y="33"/>
                </a:cubicBezTo>
                <a:cubicBezTo>
                  <a:pt x="20" y="31"/>
                  <a:pt x="20" y="31"/>
                  <a:pt x="20" y="31"/>
                </a:cubicBezTo>
                <a:cubicBezTo>
                  <a:pt x="18" y="33"/>
                  <a:pt x="18" y="33"/>
                  <a:pt x="18" y="33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2" y="37"/>
                  <a:pt x="24" y="38"/>
                  <a:pt x="27" y="38"/>
                </a:cubicBezTo>
                <a:cubicBezTo>
                  <a:pt x="30" y="38"/>
                  <a:pt x="33" y="37"/>
                  <a:pt x="35" y="35"/>
                </a:cubicBezTo>
                <a:cubicBezTo>
                  <a:pt x="40" y="30"/>
                  <a:pt x="40" y="23"/>
                  <a:pt x="35" y="18"/>
                </a:cubicBezTo>
                <a:cubicBezTo>
                  <a:pt x="33" y="16"/>
                  <a:pt x="30" y="15"/>
                  <a:pt x="27" y="15"/>
                </a:cubicBezTo>
                <a:cubicBezTo>
                  <a:pt x="26" y="15"/>
                  <a:pt x="25" y="15"/>
                  <a:pt x="24" y="15"/>
                </a:cubicBezTo>
                <a:cubicBezTo>
                  <a:pt x="25" y="11"/>
                  <a:pt x="24" y="7"/>
                  <a:pt x="21" y="4"/>
                </a:cubicBezTo>
                <a:cubicBezTo>
                  <a:pt x="19" y="1"/>
                  <a:pt x="16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3" name="Freeform 379">
            <a:extLst>
              <a:ext uri="{FF2B5EF4-FFF2-40B4-BE49-F238E27FC236}">
                <a16:creationId xmlns:a16="http://schemas.microsoft.com/office/drawing/2014/main" id="{7AA02F61-48CC-4EE9-80E5-B57051D1AA34}"/>
              </a:ext>
            </a:extLst>
          </p:cNvPr>
          <p:cNvSpPr>
            <a:spLocks/>
          </p:cNvSpPr>
          <p:nvPr/>
        </p:nvSpPr>
        <p:spPr bwMode="auto">
          <a:xfrm>
            <a:off x="4733018" y="5644922"/>
            <a:ext cx="12700" cy="7938"/>
          </a:xfrm>
          <a:custGeom>
            <a:avLst/>
            <a:gdLst>
              <a:gd name="T0" fmla="*/ 0 w 3"/>
              <a:gd name="T1" fmla="*/ 0 h 2"/>
              <a:gd name="T2" fmla="*/ 0 w 3"/>
              <a:gd name="T3" fmla="*/ 0 h 2"/>
              <a:gd name="T4" fmla="*/ 1 w 3"/>
              <a:gd name="T5" fmla="*/ 1 h 2"/>
              <a:gd name="T6" fmla="*/ 2 w 3"/>
              <a:gd name="T7" fmla="*/ 2 h 2"/>
              <a:gd name="T8" fmla="*/ 3 w 3"/>
              <a:gd name="T9" fmla="*/ 2 h 2"/>
              <a:gd name="T10" fmla="*/ 0 w 3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2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2" y="2"/>
                  <a:pt x="2" y="2"/>
                  <a:pt x="2" y="2"/>
                </a:cubicBezTo>
                <a:cubicBezTo>
                  <a:pt x="3" y="2"/>
                  <a:pt x="3" y="2"/>
                  <a:pt x="3" y="2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4" name="Freeform 380">
            <a:extLst>
              <a:ext uri="{FF2B5EF4-FFF2-40B4-BE49-F238E27FC236}">
                <a16:creationId xmlns:a16="http://schemas.microsoft.com/office/drawing/2014/main" id="{40BFEAC9-3DC6-4CBA-B06C-2F9891AB8B00}"/>
              </a:ext>
            </a:extLst>
          </p:cNvPr>
          <p:cNvSpPr>
            <a:spLocks/>
          </p:cNvSpPr>
          <p:nvPr/>
        </p:nvSpPr>
        <p:spPr bwMode="auto">
          <a:xfrm>
            <a:off x="4794930" y="5702072"/>
            <a:ext cx="7938" cy="12700"/>
          </a:xfrm>
          <a:custGeom>
            <a:avLst/>
            <a:gdLst>
              <a:gd name="T0" fmla="*/ 0 w 2"/>
              <a:gd name="T1" fmla="*/ 0 h 3"/>
              <a:gd name="T2" fmla="*/ 0 w 2"/>
              <a:gd name="T3" fmla="*/ 0 h 3"/>
              <a:gd name="T4" fmla="*/ 0 w 2"/>
              <a:gd name="T5" fmla="*/ 1 h 3"/>
              <a:gd name="T6" fmla="*/ 1 w 2"/>
              <a:gd name="T7" fmla="*/ 2 h 3"/>
              <a:gd name="T8" fmla="*/ 2 w 2"/>
              <a:gd name="T9" fmla="*/ 3 h 3"/>
              <a:gd name="T10" fmla="*/ 2 w 2"/>
              <a:gd name="T11" fmla="*/ 3 h 3"/>
              <a:gd name="T12" fmla="*/ 0 w 2"/>
              <a:gd name="T1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3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5" name="Freeform 381">
            <a:extLst>
              <a:ext uri="{FF2B5EF4-FFF2-40B4-BE49-F238E27FC236}">
                <a16:creationId xmlns:a16="http://schemas.microsoft.com/office/drawing/2014/main" id="{C5160652-896C-443A-AD45-76FDA23FB313}"/>
              </a:ext>
            </a:extLst>
          </p:cNvPr>
          <p:cNvSpPr>
            <a:spLocks noEditPoints="1"/>
          </p:cNvSpPr>
          <p:nvPr/>
        </p:nvSpPr>
        <p:spPr bwMode="auto">
          <a:xfrm>
            <a:off x="5228318" y="5636984"/>
            <a:ext cx="292100" cy="295275"/>
          </a:xfrm>
          <a:custGeom>
            <a:avLst/>
            <a:gdLst>
              <a:gd name="T0" fmla="*/ 36 w 71"/>
              <a:gd name="T1" fmla="*/ 72 h 72"/>
              <a:gd name="T2" fmla="*/ 0 w 71"/>
              <a:gd name="T3" fmla="*/ 36 h 72"/>
              <a:gd name="T4" fmla="*/ 36 w 71"/>
              <a:gd name="T5" fmla="*/ 0 h 72"/>
              <a:gd name="T6" fmla="*/ 71 w 71"/>
              <a:gd name="T7" fmla="*/ 36 h 72"/>
              <a:gd name="T8" fmla="*/ 36 w 71"/>
              <a:gd name="T9" fmla="*/ 72 h 72"/>
              <a:gd name="T10" fmla="*/ 36 w 71"/>
              <a:gd name="T11" fmla="*/ 3 h 72"/>
              <a:gd name="T12" fmla="*/ 3 w 71"/>
              <a:gd name="T13" fmla="*/ 36 h 72"/>
              <a:gd name="T14" fmla="*/ 36 w 71"/>
              <a:gd name="T15" fmla="*/ 69 h 72"/>
              <a:gd name="T16" fmla="*/ 68 w 71"/>
              <a:gd name="T17" fmla="*/ 36 h 72"/>
              <a:gd name="T18" fmla="*/ 36 w 71"/>
              <a:gd name="T19" fmla="*/ 3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1" h="72">
                <a:moveTo>
                  <a:pt x="36" y="72"/>
                </a:moveTo>
                <a:cubicBezTo>
                  <a:pt x="16" y="72"/>
                  <a:pt x="0" y="56"/>
                  <a:pt x="0" y="36"/>
                </a:cubicBezTo>
                <a:cubicBezTo>
                  <a:pt x="0" y="16"/>
                  <a:pt x="16" y="0"/>
                  <a:pt x="36" y="0"/>
                </a:cubicBezTo>
                <a:cubicBezTo>
                  <a:pt x="55" y="0"/>
                  <a:pt x="71" y="16"/>
                  <a:pt x="71" y="36"/>
                </a:cubicBezTo>
                <a:cubicBezTo>
                  <a:pt x="71" y="56"/>
                  <a:pt x="55" y="72"/>
                  <a:pt x="36" y="72"/>
                </a:cubicBezTo>
                <a:close/>
                <a:moveTo>
                  <a:pt x="36" y="3"/>
                </a:moveTo>
                <a:cubicBezTo>
                  <a:pt x="18" y="3"/>
                  <a:pt x="3" y="18"/>
                  <a:pt x="3" y="36"/>
                </a:cubicBezTo>
                <a:cubicBezTo>
                  <a:pt x="3" y="54"/>
                  <a:pt x="18" y="69"/>
                  <a:pt x="36" y="69"/>
                </a:cubicBezTo>
                <a:cubicBezTo>
                  <a:pt x="54" y="69"/>
                  <a:pt x="68" y="54"/>
                  <a:pt x="68" y="36"/>
                </a:cubicBezTo>
                <a:cubicBezTo>
                  <a:pt x="68" y="18"/>
                  <a:pt x="54" y="3"/>
                  <a:pt x="36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6" name="Oval 382">
            <a:extLst>
              <a:ext uri="{FF2B5EF4-FFF2-40B4-BE49-F238E27FC236}">
                <a16:creationId xmlns:a16="http://schemas.microsoft.com/office/drawing/2014/main" id="{11798EF6-2986-435E-93AD-7106BEA95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8955" y="5660797"/>
            <a:ext cx="250825" cy="24765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7" name="Oval 383">
            <a:extLst>
              <a:ext uri="{FF2B5EF4-FFF2-40B4-BE49-F238E27FC236}">
                <a16:creationId xmlns:a16="http://schemas.microsoft.com/office/drawing/2014/main" id="{8188C676-8F69-4F13-AE8B-E86A0EA36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505" y="5738584"/>
            <a:ext cx="90488" cy="9048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8" name="Freeform 384">
            <a:extLst>
              <a:ext uri="{FF2B5EF4-FFF2-40B4-BE49-F238E27FC236}">
                <a16:creationId xmlns:a16="http://schemas.microsoft.com/office/drawing/2014/main" id="{01E24235-7366-4A27-9D17-5DE5500A99F9}"/>
              </a:ext>
            </a:extLst>
          </p:cNvPr>
          <p:cNvSpPr>
            <a:spLocks/>
          </p:cNvSpPr>
          <p:nvPr/>
        </p:nvSpPr>
        <p:spPr bwMode="auto">
          <a:xfrm>
            <a:off x="5137830" y="5652859"/>
            <a:ext cx="77788" cy="271463"/>
          </a:xfrm>
          <a:custGeom>
            <a:avLst/>
            <a:gdLst>
              <a:gd name="T0" fmla="*/ 16 w 19"/>
              <a:gd name="T1" fmla="*/ 0 h 66"/>
              <a:gd name="T2" fmla="*/ 15 w 19"/>
              <a:gd name="T3" fmla="*/ 17 h 66"/>
              <a:gd name="T4" fmla="*/ 11 w 19"/>
              <a:gd name="T5" fmla="*/ 17 h 66"/>
              <a:gd name="T6" fmla="*/ 11 w 19"/>
              <a:gd name="T7" fmla="*/ 0 h 66"/>
              <a:gd name="T8" fmla="*/ 8 w 19"/>
              <a:gd name="T9" fmla="*/ 0 h 66"/>
              <a:gd name="T10" fmla="*/ 8 w 19"/>
              <a:gd name="T11" fmla="*/ 17 h 66"/>
              <a:gd name="T12" fmla="*/ 5 w 19"/>
              <a:gd name="T13" fmla="*/ 17 h 66"/>
              <a:gd name="T14" fmla="*/ 3 w 19"/>
              <a:gd name="T15" fmla="*/ 0 h 66"/>
              <a:gd name="T16" fmla="*/ 0 w 19"/>
              <a:gd name="T17" fmla="*/ 0 h 66"/>
              <a:gd name="T18" fmla="*/ 0 w 19"/>
              <a:gd name="T19" fmla="*/ 18 h 66"/>
              <a:gd name="T20" fmla="*/ 0 w 19"/>
              <a:gd name="T21" fmla="*/ 18 h 66"/>
              <a:gd name="T22" fmla="*/ 7 w 19"/>
              <a:gd name="T23" fmla="*/ 25 h 66"/>
              <a:gd name="T24" fmla="*/ 7 w 19"/>
              <a:gd name="T25" fmla="*/ 25 h 66"/>
              <a:gd name="T26" fmla="*/ 7 w 19"/>
              <a:gd name="T27" fmla="*/ 37 h 66"/>
              <a:gd name="T28" fmla="*/ 7 w 19"/>
              <a:gd name="T29" fmla="*/ 37 h 66"/>
              <a:gd name="T30" fmla="*/ 7 w 19"/>
              <a:gd name="T31" fmla="*/ 63 h 66"/>
              <a:gd name="T32" fmla="*/ 13 w 19"/>
              <a:gd name="T33" fmla="*/ 63 h 66"/>
              <a:gd name="T34" fmla="*/ 13 w 19"/>
              <a:gd name="T35" fmla="*/ 37 h 66"/>
              <a:gd name="T36" fmla="*/ 13 w 19"/>
              <a:gd name="T37" fmla="*/ 37 h 66"/>
              <a:gd name="T38" fmla="*/ 13 w 19"/>
              <a:gd name="T39" fmla="*/ 25 h 66"/>
              <a:gd name="T40" fmla="*/ 19 w 19"/>
              <a:gd name="T41" fmla="*/ 18 h 66"/>
              <a:gd name="T42" fmla="*/ 19 w 19"/>
              <a:gd name="T43" fmla="*/ 18 h 66"/>
              <a:gd name="T44" fmla="*/ 19 w 19"/>
              <a:gd name="T45" fmla="*/ 0 h 66"/>
              <a:gd name="T46" fmla="*/ 16 w 19"/>
              <a:gd name="T4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" h="66">
                <a:moveTo>
                  <a:pt x="16" y="0"/>
                </a:moveTo>
                <a:cubicBezTo>
                  <a:pt x="15" y="17"/>
                  <a:pt x="15" y="17"/>
                  <a:pt x="15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0"/>
                  <a:pt x="11" y="0"/>
                  <a:pt x="11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17"/>
                  <a:pt x="8" y="17"/>
                  <a:pt x="8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1" y="23"/>
                  <a:pt x="3" y="24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63"/>
                  <a:pt x="7" y="63"/>
                  <a:pt x="7" y="63"/>
                </a:cubicBezTo>
                <a:cubicBezTo>
                  <a:pt x="10" y="66"/>
                  <a:pt x="13" y="63"/>
                  <a:pt x="13" y="63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9" y="23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0"/>
                  <a:pt x="19" y="0"/>
                  <a:pt x="19" y="0"/>
                </a:cubicBez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9" name="Freeform 385">
            <a:extLst>
              <a:ext uri="{FF2B5EF4-FFF2-40B4-BE49-F238E27FC236}">
                <a16:creationId xmlns:a16="http://schemas.microsoft.com/office/drawing/2014/main" id="{8540EAA0-D358-46C5-BEDD-CF382B437EC1}"/>
              </a:ext>
            </a:extLst>
          </p:cNvPr>
          <p:cNvSpPr>
            <a:spLocks/>
          </p:cNvSpPr>
          <p:nvPr/>
        </p:nvSpPr>
        <p:spPr bwMode="auto">
          <a:xfrm>
            <a:off x="5548993" y="5649684"/>
            <a:ext cx="77788" cy="269875"/>
          </a:xfrm>
          <a:custGeom>
            <a:avLst/>
            <a:gdLst>
              <a:gd name="T0" fmla="*/ 8 w 19"/>
              <a:gd name="T1" fmla="*/ 0 h 66"/>
              <a:gd name="T2" fmla="*/ 4 w 19"/>
              <a:gd name="T3" fmla="*/ 0 h 66"/>
              <a:gd name="T4" fmla="*/ 0 w 19"/>
              <a:gd name="T5" fmla="*/ 0 h 66"/>
              <a:gd name="T6" fmla="*/ 0 w 19"/>
              <a:gd name="T7" fmla="*/ 66 h 66"/>
              <a:gd name="T8" fmla="*/ 8 w 19"/>
              <a:gd name="T9" fmla="*/ 66 h 66"/>
              <a:gd name="T10" fmla="*/ 8 w 19"/>
              <a:gd name="T11" fmla="*/ 31 h 66"/>
              <a:gd name="T12" fmla="*/ 15 w 19"/>
              <a:gd name="T13" fmla="*/ 31 h 66"/>
              <a:gd name="T14" fmla="*/ 8 w 19"/>
              <a:gd name="T1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66">
                <a:moveTo>
                  <a:pt x="8" y="0"/>
                </a:move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6"/>
                  <a:pt x="0" y="66"/>
                  <a:pt x="0" y="66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31"/>
                  <a:pt x="8" y="31"/>
                  <a:pt x="8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9" y="14"/>
                  <a:pt x="8" y="0"/>
                  <a:pt x="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0" name="Rectangle 386">
            <a:extLst>
              <a:ext uri="{FF2B5EF4-FFF2-40B4-BE49-F238E27FC236}">
                <a16:creationId xmlns:a16="http://schemas.microsoft.com/office/drawing/2014/main" id="{DD2F9E83-13EB-4774-8C1C-15B0E1842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3805" y="5867172"/>
            <a:ext cx="368300" cy="523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1" name="Freeform 387">
            <a:extLst>
              <a:ext uri="{FF2B5EF4-FFF2-40B4-BE49-F238E27FC236}">
                <a16:creationId xmlns:a16="http://schemas.microsoft.com/office/drawing/2014/main" id="{309AF2AC-B1F8-478B-895D-C0F7AADA2658}"/>
              </a:ext>
            </a:extLst>
          </p:cNvPr>
          <p:cNvSpPr>
            <a:spLocks/>
          </p:cNvSpPr>
          <p:nvPr/>
        </p:nvSpPr>
        <p:spPr bwMode="auto">
          <a:xfrm>
            <a:off x="5950630" y="5624284"/>
            <a:ext cx="371475" cy="214313"/>
          </a:xfrm>
          <a:custGeom>
            <a:avLst/>
            <a:gdLst>
              <a:gd name="T0" fmla="*/ 48 w 91"/>
              <a:gd name="T1" fmla="*/ 7 h 52"/>
              <a:gd name="T2" fmla="*/ 48 w 91"/>
              <a:gd name="T3" fmla="*/ 3 h 52"/>
              <a:gd name="T4" fmla="*/ 46 w 91"/>
              <a:gd name="T5" fmla="*/ 0 h 52"/>
              <a:gd name="T6" fmla="*/ 43 w 91"/>
              <a:gd name="T7" fmla="*/ 3 h 52"/>
              <a:gd name="T8" fmla="*/ 43 w 91"/>
              <a:gd name="T9" fmla="*/ 7 h 52"/>
              <a:gd name="T10" fmla="*/ 0 w 91"/>
              <a:gd name="T11" fmla="*/ 52 h 52"/>
              <a:gd name="T12" fmla="*/ 91 w 91"/>
              <a:gd name="T13" fmla="*/ 52 h 52"/>
              <a:gd name="T14" fmla="*/ 48 w 91"/>
              <a:gd name="T15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1" h="52">
                <a:moveTo>
                  <a:pt x="48" y="7"/>
                </a:move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7" y="0"/>
                  <a:pt x="46" y="0"/>
                </a:cubicBezTo>
                <a:cubicBezTo>
                  <a:pt x="44" y="0"/>
                  <a:pt x="43" y="1"/>
                  <a:pt x="43" y="3"/>
                </a:cubicBezTo>
                <a:cubicBezTo>
                  <a:pt x="43" y="7"/>
                  <a:pt x="43" y="7"/>
                  <a:pt x="43" y="7"/>
                </a:cubicBezTo>
                <a:cubicBezTo>
                  <a:pt x="19" y="8"/>
                  <a:pt x="0" y="28"/>
                  <a:pt x="0" y="52"/>
                </a:cubicBezTo>
                <a:cubicBezTo>
                  <a:pt x="91" y="52"/>
                  <a:pt x="91" y="52"/>
                  <a:pt x="91" y="52"/>
                </a:cubicBezTo>
                <a:cubicBezTo>
                  <a:pt x="91" y="28"/>
                  <a:pt x="72" y="8"/>
                  <a:pt x="48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2" name="Rectangle 388">
            <a:extLst>
              <a:ext uri="{FF2B5EF4-FFF2-40B4-BE49-F238E27FC236}">
                <a16:creationId xmlns:a16="http://schemas.microsoft.com/office/drawing/2014/main" id="{5CCC7A82-D674-4B87-A3B2-DCB56DF58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1355" y="5678259"/>
            <a:ext cx="347663" cy="444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3" name="Freeform 389">
            <a:extLst>
              <a:ext uri="{FF2B5EF4-FFF2-40B4-BE49-F238E27FC236}">
                <a16:creationId xmlns:a16="http://schemas.microsoft.com/office/drawing/2014/main" id="{260AEF98-54FA-4AC5-A1FB-4E3B01AB1885}"/>
              </a:ext>
            </a:extLst>
          </p:cNvPr>
          <p:cNvSpPr>
            <a:spLocks/>
          </p:cNvSpPr>
          <p:nvPr/>
        </p:nvSpPr>
        <p:spPr bwMode="auto">
          <a:xfrm>
            <a:off x="6671355" y="5710009"/>
            <a:ext cx="347663" cy="139700"/>
          </a:xfrm>
          <a:custGeom>
            <a:avLst/>
            <a:gdLst>
              <a:gd name="T0" fmla="*/ 70 w 85"/>
              <a:gd name="T1" fmla="*/ 7 h 34"/>
              <a:gd name="T2" fmla="*/ 69 w 85"/>
              <a:gd name="T3" fmla="*/ 7 h 34"/>
              <a:gd name="T4" fmla="*/ 56 w 85"/>
              <a:gd name="T5" fmla="*/ 0 h 34"/>
              <a:gd name="T6" fmla="*/ 42 w 85"/>
              <a:gd name="T7" fmla="*/ 6 h 34"/>
              <a:gd name="T8" fmla="*/ 40 w 85"/>
              <a:gd name="T9" fmla="*/ 6 h 34"/>
              <a:gd name="T10" fmla="*/ 28 w 85"/>
              <a:gd name="T11" fmla="*/ 0 h 34"/>
              <a:gd name="T12" fmla="*/ 14 w 85"/>
              <a:gd name="T13" fmla="*/ 6 h 34"/>
              <a:gd name="T14" fmla="*/ 12 w 85"/>
              <a:gd name="T15" fmla="*/ 6 h 34"/>
              <a:gd name="T16" fmla="*/ 0 w 85"/>
              <a:gd name="T17" fmla="*/ 0 h 34"/>
              <a:gd name="T18" fmla="*/ 0 w 85"/>
              <a:gd name="T19" fmla="*/ 34 h 34"/>
              <a:gd name="T20" fmla="*/ 85 w 85"/>
              <a:gd name="T21" fmla="*/ 34 h 34"/>
              <a:gd name="T22" fmla="*/ 85 w 85"/>
              <a:gd name="T23" fmla="*/ 1 h 34"/>
              <a:gd name="T24" fmla="*/ 70 w 85"/>
              <a:gd name="T25" fmla="*/ 7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" h="34">
                <a:moveTo>
                  <a:pt x="70" y="7"/>
                </a:moveTo>
                <a:cubicBezTo>
                  <a:pt x="70" y="7"/>
                  <a:pt x="69" y="7"/>
                  <a:pt x="69" y="7"/>
                </a:cubicBezTo>
                <a:cubicBezTo>
                  <a:pt x="62" y="7"/>
                  <a:pt x="58" y="3"/>
                  <a:pt x="56" y="0"/>
                </a:cubicBezTo>
                <a:cubicBezTo>
                  <a:pt x="51" y="4"/>
                  <a:pt x="46" y="6"/>
                  <a:pt x="42" y="6"/>
                </a:cubicBezTo>
                <a:cubicBezTo>
                  <a:pt x="41" y="6"/>
                  <a:pt x="41" y="6"/>
                  <a:pt x="40" y="6"/>
                </a:cubicBezTo>
                <a:cubicBezTo>
                  <a:pt x="35" y="6"/>
                  <a:pt x="30" y="3"/>
                  <a:pt x="28" y="0"/>
                </a:cubicBezTo>
                <a:cubicBezTo>
                  <a:pt x="23" y="4"/>
                  <a:pt x="19" y="6"/>
                  <a:pt x="14" y="6"/>
                </a:cubicBezTo>
                <a:cubicBezTo>
                  <a:pt x="13" y="6"/>
                  <a:pt x="13" y="6"/>
                  <a:pt x="12" y="6"/>
                </a:cubicBezTo>
                <a:cubicBezTo>
                  <a:pt x="7" y="6"/>
                  <a:pt x="2" y="2"/>
                  <a:pt x="0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1"/>
                  <a:pt x="85" y="1"/>
                  <a:pt x="85" y="1"/>
                </a:cubicBezTo>
                <a:cubicBezTo>
                  <a:pt x="80" y="5"/>
                  <a:pt x="75" y="7"/>
                  <a:pt x="70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4" name="Rectangle 390">
            <a:extLst>
              <a:ext uri="{FF2B5EF4-FFF2-40B4-BE49-F238E27FC236}">
                <a16:creationId xmlns:a16="http://schemas.microsoft.com/office/drawing/2014/main" id="{AD25EF79-DA23-4A25-B1D4-02C9223C3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1355" y="5862409"/>
            <a:ext cx="347663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5" name="Freeform 391">
            <a:extLst>
              <a:ext uri="{FF2B5EF4-FFF2-40B4-BE49-F238E27FC236}">
                <a16:creationId xmlns:a16="http://schemas.microsoft.com/office/drawing/2014/main" id="{75F3DFFE-5CE9-4E81-A3AF-C6BF14669528}"/>
              </a:ext>
            </a:extLst>
          </p:cNvPr>
          <p:cNvSpPr>
            <a:spLocks/>
          </p:cNvSpPr>
          <p:nvPr/>
        </p:nvSpPr>
        <p:spPr bwMode="auto">
          <a:xfrm>
            <a:off x="6831693" y="5538559"/>
            <a:ext cx="28575" cy="131763"/>
          </a:xfrm>
          <a:custGeom>
            <a:avLst/>
            <a:gdLst>
              <a:gd name="T0" fmla="*/ 4 w 7"/>
              <a:gd name="T1" fmla="*/ 4 h 32"/>
              <a:gd name="T2" fmla="*/ 4 w 7"/>
              <a:gd name="T3" fmla="*/ 4 h 32"/>
              <a:gd name="T4" fmla="*/ 4 w 7"/>
              <a:gd name="T5" fmla="*/ 0 h 32"/>
              <a:gd name="T6" fmla="*/ 3 w 7"/>
              <a:gd name="T7" fmla="*/ 0 h 32"/>
              <a:gd name="T8" fmla="*/ 3 w 7"/>
              <a:gd name="T9" fmla="*/ 4 h 32"/>
              <a:gd name="T10" fmla="*/ 3 w 7"/>
              <a:gd name="T11" fmla="*/ 4 h 32"/>
              <a:gd name="T12" fmla="*/ 0 w 7"/>
              <a:gd name="T13" fmla="*/ 7 h 32"/>
              <a:gd name="T14" fmla="*/ 0 w 7"/>
              <a:gd name="T15" fmla="*/ 32 h 32"/>
              <a:gd name="T16" fmla="*/ 7 w 7"/>
              <a:gd name="T17" fmla="*/ 32 h 32"/>
              <a:gd name="T18" fmla="*/ 7 w 7"/>
              <a:gd name="T19" fmla="*/ 7 h 32"/>
              <a:gd name="T20" fmla="*/ 4 w 7"/>
              <a:gd name="T21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" h="32">
                <a:moveTo>
                  <a:pt x="4" y="4"/>
                </a:moveTo>
                <a:cubicBezTo>
                  <a:pt x="4" y="4"/>
                  <a:pt x="4" y="4"/>
                  <a:pt x="4" y="4"/>
                </a:cubicBezTo>
                <a:cubicBezTo>
                  <a:pt x="2" y="1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1" y="1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0" y="7"/>
                  <a:pt x="0" y="7"/>
                  <a:pt x="0" y="7"/>
                </a:cubicBezTo>
                <a:cubicBezTo>
                  <a:pt x="0" y="32"/>
                  <a:pt x="0" y="32"/>
                  <a:pt x="0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7"/>
                  <a:pt x="7" y="7"/>
                  <a:pt x="7" y="7"/>
                </a:cubicBezTo>
                <a:lnTo>
                  <a:pt x="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6" name="Freeform 392">
            <a:extLst>
              <a:ext uri="{FF2B5EF4-FFF2-40B4-BE49-F238E27FC236}">
                <a16:creationId xmlns:a16="http://schemas.microsoft.com/office/drawing/2014/main" id="{DA61AEAA-487C-4AD4-BBCF-D13BEAA4DC04}"/>
              </a:ext>
            </a:extLst>
          </p:cNvPr>
          <p:cNvSpPr>
            <a:spLocks/>
          </p:cNvSpPr>
          <p:nvPr/>
        </p:nvSpPr>
        <p:spPr bwMode="auto">
          <a:xfrm>
            <a:off x="6826930" y="5513159"/>
            <a:ext cx="28575" cy="41275"/>
          </a:xfrm>
          <a:custGeom>
            <a:avLst/>
            <a:gdLst>
              <a:gd name="T0" fmla="*/ 2 w 7"/>
              <a:gd name="T1" fmla="*/ 10 h 10"/>
              <a:gd name="T2" fmla="*/ 3 w 7"/>
              <a:gd name="T3" fmla="*/ 9 h 10"/>
              <a:gd name="T4" fmla="*/ 2 w 7"/>
              <a:gd name="T5" fmla="*/ 8 h 10"/>
              <a:gd name="T6" fmla="*/ 1 w 7"/>
              <a:gd name="T7" fmla="*/ 6 h 10"/>
              <a:gd name="T8" fmla="*/ 1 w 7"/>
              <a:gd name="T9" fmla="*/ 6 h 10"/>
              <a:gd name="T10" fmla="*/ 0 w 7"/>
              <a:gd name="T11" fmla="*/ 3 h 10"/>
              <a:gd name="T12" fmla="*/ 1 w 7"/>
              <a:gd name="T13" fmla="*/ 1 h 10"/>
              <a:gd name="T14" fmla="*/ 2 w 7"/>
              <a:gd name="T15" fmla="*/ 0 h 10"/>
              <a:gd name="T16" fmla="*/ 2 w 7"/>
              <a:gd name="T17" fmla="*/ 0 h 10"/>
              <a:gd name="T18" fmla="*/ 6 w 7"/>
              <a:gd name="T19" fmla="*/ 4 h 10"/>
              <a:gd name="T20" fmla="*/ 6 w 7"/>
              <a:gd name="T21" fmla="*/ 10 h 10"/>
              <a:gd name="T22" fmla="*/ 5 w 7"/>
              <a:gd name="T23" fmla="*/ 5 h 10"/>
              <a:gd name="T24" fmla="*/ 2 w 7"/>
              <a:gd name="T25" fmla="*/ 1 h 10"/>
              <a:gd name="T26" fmla="*/ 2 w 7"/>
              <a:gd name="T27" fmla="*/ 1 h 10"/>
              <a:gd name="T28" fmla="*/ 1 w 7"/>
              <a:gd name="T29" fmla="*/ 3 h 10"/>
              <a:gd name="T30" fmla="*/ 1 w 7"/>
              <a:gd name="T31" fmla="*/ 5 h 10"/>
              <a:gd name="T32" fmla="*/ 1 w 7"/>
              <a:gd name="T33" fmla="*/ 5 h 10"/>
              <a:gd name="T34" fmla="*/ 1 w 7"/>
              <a:gd name="T35" fmla="*/ 5 h 10"/>
              <a:gd name="T36" fmla="*/ 2 w 7"/>
              <a:gd name="T37" fmla="*/ 8 h 10"/>
              <a:gd name="T38" fmla="*/ 3 w 7"/>
              <a:gd name="T39" fmla="*/ 9 h 10"/>
              <a:gd name="T40" fmla="*/ 2 w 7"/>
              <a:gd name="T4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" h="10">
                <a:moveTo>
                  <a:pt x="2" y="10"/>
                </a:moveTo>
                <a:cubicBezTo>
                  <a:pt x="3" y="10"/>
                  <a:pt x="3" y="9"/>
                  <a:pt x="3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7"/>
                  <a:pt x="1" y="7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0" y="5"/>
                  <a:pt x="0" y="4"/>
                  <a:pt x="0" y="3"/>
                </a:cubicBezTo>
                <a:cubicBezTo>
                  <a:pt x="0" y="2"/>
                  <a:pt x="1" y="1"/>
                  <a:pt x="1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" y="1"/>
                  <a:pt x="5" y="2"/>
                  <a:pt x="6" y="4"/>
                </a:cubicBezTo>
                <a:cubicBezTo>
                  <a:pt x="7" y="6"/>
                  <a:pt x="7" y="8"/>
                  <a:pt x="6" y="10"/>
                </a:cubicBezTo>
                <a:cubicBezTo>
                  <a:pt x="6" y="8"/>
                  <a:pt x="6" y="6"/>
                  <a:pt x="5" y="5"/>
                </a:cubicBezTo>
                <a:cubicBezTo>
                  <a:pt x="5" y="3"/>
                  <a:pt x="3" y="2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2"/>
                  <a:pt x="1" y="3"/>
                  <a:pt x="1" y="3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3" y="8"/>
                  <a:pt x="3" y="8"/>
                  <a:pt x="3" y="9"/>
                </a:cubicBezTo>
                <a:cubicBezTo>
                  <a:pt x="3" y="9"/>
                  <a:pt x="3" y="10"/>
                  <a:pt x="2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7" name="Freeform 393">
            <a:extLst>
              <a:ext uri="{FF2B5EF4-FFF2-40B4-BE49-F238E27FC236}">
                <a16:creationId xmlns:a16="http://schemas.microsoft.com/office/drawing/2014/main" id="{035A0373-8AB6-4A62-B047-F5EA7FAF39AD}"/>
              </a:ext>
            </a:extLst>
          </p:cNvPr>
          <p:cNvSpPr>
            <a:spLocks/>
          </p:cNvSpPr>
          <p:nvPr/>
        </p:nvSpPr>
        <p:spPr bwMode="auto">
          <a:xfrm>
            <a:off x="7466693" y="5735409"/>
            <a:ext cx="290513" cy="196850"/>
          </a:xfrm>
          <a:custGeom>
            <a:avLst/>
            <a:gdLst>
              <a:gd name="T0" fmla="*/ 69 w 71"/>
              <a:gd name="T1" fmla="*/ 40 h 48"/>
              <a:gd name="T2" fmla="*/ 63 w 71"/>
              <a:gd name="T3" fmla="*/ 48 h 48"/>
              <a:gd name="T4" fmla="*/ 6 w 71"/>
              <a:gd name="T5" fmla="*/ 48 h 48"/>
              <a:gd name="T6" fmla="*/ 0 w 71"/>
              <a:gd name="T7" fmla="*/ 41 h 48"/>
              <a:gd name="T8" fmla="*/ 0 w 71"/>
              <a:gd name="T9" fmla="*/ 0 h 48"/>
              <a:gd name="T10" fmla="*/ 69 w 71"/>
              <a:gd name="T11" fmla="*/ 0 h 48"/>
              <a:gd name="T12" fmla="*/ 69 w 71"/>
              <a:gd name="T13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48">
                <a:moveTo>
                  <a:pt x="69" y="40"/>
                </a:moveTo>
                <a:cubicBezTo>
                  <a:pt x="69" y="40"/>
                  <a:pt x="71" y="48"/>
                  <a:pt x="63" y="48"/>
                </a:cubicBezTo>
                <a:cubicBezTo>
                  <a:pt x="53" y="48"/>
                  <a:pt x="15" y="48"/>
                  <a:pt x="6" y="48"/>
                </a:cubicBezTo>
                <a:cubicBezTo>
                  <a:pt x="0" y="48"/>
                  <a:pt x="0" y="41"/>
                  <a:pt x="0" y="41"/>
                </a:cubicBezTo>
                <a:cubicBezTo>
                  <a:pt x="0" y="0"/>
                  <a:pt x="0" y="0"/>
                  <a:pt x="0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8" name="Freeform 394">
            <a:extLst>
              <a:ext uri="{FF2B5EF4-FFF2-40B4-BE49-F238E27FC236}">
                <a16:creationId xmlns:a16="http://schemas.microsoft.com/office/drawing/2014/main" id="{8BB6A1A9-AD3F-4AEB-98D1-9E7640F5C1F0}"/>
              </a:ext>
            </a:extLst>
          </p:cNvPr>
          <p:cNvSpPr>
            <a:spLocks/>
          </p:cNvSpPr>
          <p:nvPr/>
        </p:nvSpPr>
        <p:spPr bwMode="auto">
          <a:xfrm>
            <a:off x="7428593" y="5768747"/>
            <a:ext cx="49213" cy="23813"/>
          </a:xfrm>
          <a:custGeom>
            <a:avLst/>
            <a:gdLst>
              <a:gd name="T0" fmla="*/ 0 w 12"/>
              <a:gd name="T1" fmla="*/ 3 h 6"/>
              <a:gd name="T2" fmla="*/ 3 w 12"/>
              <a:gd name="T3" fmla="*/ 6 h 6"/>
              <a:gd name="T4" fmla="*/ 9 w 12"/>
              <a:gd name="T5" fmla="*/ 6 h 6"/>
              <a:gd name="T6" fmla="*/ 12 w 12"/>
              <a:gd name="T7" fmla="*/ 3 h 6"/>
              <a:gd name="T8" fmla="*/ 9 w 12"/>
              <a:gd name="T9" fmla="*/ 0 h 6"/>
              <a:gd name="T10" fmla="*/ 3 w 12"/>
              <a:gd name="T11" fmla="*/ 0 h 6"/>
              <a:gd name="T12" fmla="*/ 0 w 12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6">
                <a:moveTo>
                  <a:pt x="0" y="3"/>
                </a:moveTo>
                <a:cubicBezTo>
                  <a:pt x="0" y="4"/>
                  <a:pt x="1" y="6"/>
                  <a:pt x="3" y="6"/>
                </a:cubicBezTo>
                <a:cubicBezTo>
                  <a:pt x="9" y="6"/>
                  <a:pt x="9" y="6"/>
                  <a:pt x="9" y="6"/>
                </a:cubicBezTo>
                <a:cubicBezTo>
                  <a:pt x="10" y="6"/>
                  <a:pt x="12" y="4"/>
                  <a:pt x="12" y="3"/>
                </a:cubicBezTo>
                <a:cubicBezTo>
                  <a:pt x="12" y="1"/>
                  <a:pt x="10" y="0"/>
                  <a:pt x="9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9" name="Freeform 395">
            <a:extLst>
              <a:ext uri="{FF2B5EF4-FFF2-40B4-BE49-F238E27FC236}">
                <a16:creationId xmlns:a16="http://schemas.microsoft.com/office/drawing/2014/main" id="{451E95C9-5800-4213-8F45-257F51B144B7}"/>
              </a:ext>
            </a:extLst>
          </p:cNvPr>
          <p:cNvSpPr>
            <a:spLocks/>
          </p:cNvSpPr>
          <p:nvPr/>
        </p:nvSpPr>
        <p:spPr bwMode="auto">
          <a:xfrm>
            <a:off x="7733393" y="5768747"/>
            <a:ext cx="47625" cy="23813"/>
          </a:xfrm>
          <a:custGeom>
            <a:avLst/>
            <a:gdLst>
              <a:gd name="T0" fmla="*/ 0 w 12"/>
              <a:gd name="T1" fmla="*/ 3 h 6"/>
              <a:gd name="T2" fmla="*/ 3 w 12"/>
              <a:gd name="T3" fmla="*/ 6 h 6"/>
              <a:gd name="T4" fmla="*/ 9 w 12"/>
              <a:gd name="T5" fmla="*/ 6 h 6"/>
              <a:gd name="T6" fmla="*/ 12 w 12"/>
              <a:gd name="T7" fmla="*/ 3 h 6"/>
              <a:gd name="T8" fmla="*/ 9 w 12"/>
              <a:gd name="T9" fmla="*/ 0 h 6"/>
              <a:gd name="T10" fmla="*/ 3 w 12"/>
              <a:gd name="T11" fmla="*/ 0 h 6"/>
              <a:gd name="T12" fmla="*/ 0 w 12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6">
                <a:moveTo>
                  <a:pt x="0" y="3"/>
                </a:moveTo>
                <a:cubicBezTo>
                  <a:pt x="0" y="4"/>
                  <a:pt x="1" y="6"/>
                  <a:pt x="3" y="6"/>
                </a:cubicBezTo>
                <a:cubicBezTo>
                  <a:pt x="9" y="6"/>
                  <a:pt x="9" y="6"/>
                  <a:pt x="9" y="6"/>
                </a:cubicBezTo>
                <a:cubicBezTo>
                  <a:pt x="11" y="6"/>
                  <a:pt x="12" y="4"/>
                  <a:pt x="12" y="3"/>
                </a:cubicBezTo>
                <a:cubicBezTo>
                  <a:pt x="12" y="1"/>
                  <a:pt x="11" y="0"/>
                  <a:pt x="9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0" name="Freeform 396">
            <a:extLst>
              <a:ext uri="{FF2B5EF4-FFF2-40B4-BE49-F238E27FC236}">
                <a16:creationId xmlns:a16="http://schemas.microsoft.com/office/drawing/2014/main" id="{A52BA6CE-A7EC-4984-ADA5-12BF67ABCC8F}"/>
              </a:ext>
            </a:extLst>
          </p:cNvPr>
          <p:cNvSpPr>
            <a:spLocks/>
          </p:cNvSpPr>
          <p:nvPr/>
        </p:nvSpPr>
        <p:spPr bwMode="auto">
          <a:xfrm>
            <a:off x="7449230" y="5706834"/>
            <a:ext cx="320675" cy="20638"/>
          </a:xfrm>
          <a:custGeom>
            <a:avLst/>
            <a:gdLst>
              <a:gd name="T0" fmla="*/ 78 w 78"/>
              <a:gd name="T1" fmla="*/ 2 h 5"/>
              <a:gd name="T2" fmla="*/ 75 w 78"/>
              <a:gd name="T3" fmla="*/ 5 h 5"/>
              <a:gd name="T4" fmla="*/ 3 w 78"/>
              <a:gd name="T5" fmla="*/ 5 h 5"/>
              <a:gd name="T6" fmla="*/ 0 w 78"/>
              <a:gd name="T7" fmla="*/ 2 h 5"/>
              <a:gd name="T8" fmla="*/ 3 w 78"/>
              <a:gd name="T9" fmla="*/ 0 h 5"/>
              <a:gd name="T10" fmla="*/ 75 w 78"/>
              <a:gd name="T11" fmla="*/ 0 h 5"/>
              <a:gd name="T12" fmla="*/ 78 w 78"/>
              <a:gd name="T13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5">
                <a:moveTo>
                  <a:pt x="78" y="2"/>
                </a:moveTo>
                <a:cubicBezTo>
                  <a:pt x="78" y="4"/>
                  <a:pt x="76" y="5"/>
                  <a:pt x="75" y="5"/>
                </a:cubicBezTo>
                <a:cubicBezTo>
                  <a:pt x="3" y="5"/>
                  <a:pt x="3" y="5"/>
                  <a:pt x="3" y="5"/>
                </a:cubicBezTo>
                <a:cubicBezTo>
                  <a:pt x="2" y="5"/>
                  <a:pt x="0" y="4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6" y="0"/>
                  <a:pt x="78" y="1"/>
                  <a:pt x="78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1" name="Freeform 397">
            <a:extLst>
              <a:ext uri="{FF2B5EF4-FFF2-40B4-BE49-F238E27FC236}">
                <a16:creationId xmlns:a16="http://schemas.microsoft.com/office/drawing/2014/main" id="{7C079747-F34C-4498-AD85-B85A7DBD1E91}"/>
              </a:ext>
            </a:extLst>
          </p:cNvPr>
          <p:cNvSpPr>
            <a:spLocks/>
          </p:cNvSpPr>
          <p:nvPr/>
        </p:nvSpPr>
        <p:spPr bwMode="auto">
          <a:xfrm>
            <a:off x="7565118" y="5587772"/>
            <a:ext cx="15875" cy="93663"/>
          </a:xfrm>
          <a:custGeom>
            <a:avLst/>
            <a:gdLst>
              <a:gd name="T0" fmla="*/ 2 w 4"/>
              <a:gd name="T1" fmla="*/ 23 h 23"/>
              <a:gd name="T2" fmla="*/ 0 w 4"/>
              <a:gd name="T3" fmla="*/ 18 h 23"/>
              <a:gd name="T4" fmla="*/ 0 w 4"/>
              <a:gd name="T5" fmla="*/ 14 h 23"/>
              <a:gd name="T6" fmla="*/ 2 w 4"/>
              <a:gd name="T7" fmla="*/ 11 h 23"/>
              <a:gd name="T8" fmla="*/ 3 w 4"/>
              <a:gd name="T9" fmla="*/ 6 h 23"/>
              <a:gd name="T10" fmla="*/ 2 w 4"/>
              <a:gd name="T11" fmla="*/ 0 h 23"/>
              <a:gd name="T12" fmla="*/ 4 w 4"/>
              <a:gd name="T13" fmla="*/ 6 h 23"/>
              <a:gd name="T14" fmla="*/ 3 w 4"/>
              <a:gd name="T15" fmla="*/ 12 h 23"/>
              <a:gd name="T16" fmla="*/ 1 w 4"/>
              <a:gd name="T17" fmla="*/ 17 h 23"/>
              <a:gd name="T18" fmla="*/ 2 w 4"/>
              <a:gd name="T1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23">
                <a:moveTo>
                  <a:pt x="2" y="23"/>
                </a:moveTo>
                <a:cubicBezTo>
                  <a:pt x="1" y="22"/>
                  <a:pt x="0" y="20"/>
                  <a:pt x="0" y="18"/>
                </a:cubicBezTo>
                <a:cubicBezTo>
                  <a:pt x="0" y="17"/>
                  <a:pt x="0" y="15"/>
                  <a:pt x="0" y="14"/>
                </a:cubicBezTo>
                <a:cubicBezTo>
                  <a:pt x="0" y="13"/>
                  <a:pt x="1" y="12"/>
                  <a:pt x="2" y="11"/>
                </a:cubicBezTo>
                <a:cubicBezTo>
                  <a:pt x="3" y="10"/>
                  <a:pt x="3" y="8"/>
                  <a:pt x="3" y="6"/>
                </a:cubicBezTo>
                <a:cubicBezTo>
                  <a:pt x="3" y="4"/>
                  <a:pt x="3" y="2"/>
                  <a:pt x="2" y="0"/>
                </a:cubicBezTo>
                <a:cubicBezTo>
                  <a:pt x="3" y="2"/>
                  <a:pt x="4" y="4"/>
                  <a:pt x="4" y="6"/>
                </a:cubicBezTo>
                <a:cubicBezTo>
                  <a:pt x="4" y="8"/>
                  <a:pt x="4" y="11"/>
                  <a:pt x="3" y="12"/>
                </a:cubicBezTo>
                <a:cubicBezTo>
                  <a:pt x="2" y="14"/>
                  <a:pt x="1" y="16"/>
                  <a:pt x="1" y="17"/>
                </a:cubicBezTo>
                <a:cubicBezTo>
                  <a:pt x="1" y="19"/>
                  <a:pt x="2" y="21"/>
                  <a:pt x="2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2" name="Freeform 398">
            <a:extLst>
              <a:ext uri="{FF2B5EF4-FFF2-40B4-BE49-F238E27FC236}">
                <a16:creationId xmlns:a16="http://schemas.microsoft.com/office/drawing/2014/main" id="{EF3FBD1C-5FD6-48C6-8BC6-D01AAC45EC8C}"/>
              </a:ext>
            </a:extLst>
          </p:cNvPr>
          <p:cNvSpPr>
            <a:spLocks/>
          </p:cNvSpPr>
          <p:nvPr/>
        </p:nvSpPr>
        <p:spPr bwMode="auto">
          <a:xfrm>
            <a:off x="7593693" y="5587772"/>
            <a:ext cx="20638" cy="93663"/>
          </a:xfrm>
          <a:custGeom>
            <a:avLst/>
            <a:gdLst>
              <a:gd name="T0" fmla="*/ 2 w 5"/>
              <a:gd name="T1" fmla="*/ 23 h 23"/>
              <a:gd name="T2" fmla="*/ 0 w 5"/>
              <a:gd name="T3" fmla="*/ 18 h 23"/>
              <a:gd name="T4" fmla="*/ 1 w 5"/>
              <a:gd name="T5" fmla="*/ 14 h 23"/>
              <a:gd name="T6" fmla="*/ 2 w 5"/>
              <a:gd name="T7" fmla="*/ 11 h 23"/>
              <a:gd name="T8" fmla="*/ 3 w 5"/>
              <a:gd name="T9" fmla="*/ 6 h 23"/>
              <a:gd name="T10" fmla="*/ 2 w 5"/>
              <a:gd name="T11" fmla="*/ 0 h 23"/>
              <a:gd name="T12" fmla="*/ 4 w 5"/>
              <a:gd name="T13" fmla="*/ 6 h 23"/>
              <a:gd name="T14" fmla="*/ 3 w 5"/>
              <a:gd name="T15" fmla="*/ 12 h 23"/>
              <a:gd name="T16" fmla="*/ 2 w 5"/>
              <a:gd name="T17" fmla="*/ 17 h 23"/>
              <a:gd name="T18" fmla="*/ 2 w 5"/>
              <a:gd name="T1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23">
                <a:moveTo>
                  <a:pt x="2" y="23"/>
                </a:moveTo>
                <a:cubicBezTo>
                  <a:pt x="1" y="22"/>
                  <a:pt x="1" y="20"/>
                  <a:pt x="0" y="18"/>
                </a:cubicBezTo>
                <a:cubicBezTo>
                  <a:pt x="0" y="17"/>
                  <a:pt x="0" y="15"/>
                  <a:pt x="1" y="14"/>
                </a:cubicBezTo>
                <a:cubicBezTo>
                  <a:pt x="1" y="13"/>
                  <a:pt x="1" y="12"/>
                  <a:pt x="2" y="11"/>
                </a:cubicBezTo>
                <a:cubicBezTo>
                  <a:pt x="3" y="10"/>
                  <a:pt x="3" y="8"/>
                  <a:pt x="3" y="6"/>
                </a:cubicBezTo>
                <a:cubicBezTo>
                  <a:pt x="3" y="4"/>
                  <a:pt x="3" y="2"/>
                  <a:pt x="2" y="0"/>
                </a:cubicBezTo>
                <a:cubicBezTo>
                  <a:pt x="3" y="2"/>
                  <a:pt x="4" y="4"/>
                  <a:pt x="4" y="6"/>
                </a:cubicBezTo>
                <a:cubicBezTo>
                  <a:pt x="5" y="8"/>
                  <a:pt x="5" y="11"/>
                  <a:pt x="3" y="12"/>
                </a:cubicBezTo>
                <a:cubicBezTo>
                  <a:pt x="2" y="14"/>
                  <a:pt x="2" y="16"/>
                  <a:pt x="2" y="17"/>
                </a:cubicBezTo>
                <a:cubicBezTo>
                  <a:pt x="2" y="19"/>
                  <a:pt x="2" y="21"/>
                  <a:pt x="2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3" name="Freeform 399">
            <a:extLst>
              <a:ext uri="{FF2B5EF4-FFF2-40B4-BE49-F238E27FC236}">
                <a16:creationId xmlns:a16="http://schemas.microsoft.com/office/drawing/2014/main" id="{D27E9334-BBBB-4D90-AF31-6806CDFE27F3}"/>
              </a:ext>
            </a:extLst>
          </p:cNvPr>
          <p:cNvSpPr>
            <a:spLocks/>
          </p:cNvSpPr>
          <p:nvPr/>
        </p:nvSpPr>
        <p:spPr bwMode="auto">
          <a:xfrm>
            <a:off x="7622268" y="5587772"/>
            <a:ext cx="20638" cy="93663"/>
          </a:xfrm>
          <a:custGeom>
            <a:avLst/>
            <a:gdLst>
              <a:gd name="T0" fmla="*/ 2 w 5"/>
              <a:gd name="T1" fmla="*/ 23 h 23"/>
              <a:gd name="T2" fmla="*/ 0 w 5"/>
              <a:gd name="T3" fmla="*/ 18 h 23"/>
              <a:gd name="T4" fmla="*/ 1 w 5"/>
              <a:gd name="T5" fmla="*/ 14 h 23"/>
              <a:gd name="T6" fmla="*/ 2 w 5"/>
              <a:gd name="T7" fmla="*/ 11 h 23"/>
              <a:gd name="T8" fmla="*/ 3 w 5"/>
              <a:gd name="T9" fmla="*/ 6 h 23"/>
              <a:gd name="T10" fmla="*/ 2 w 5"/>
              <a:gd name="T11" fmla="*/ 0 h 23"/>
              <a:gd name="T12" fmla="*/ 4 w 5"/>
              <a:gd name="T13" fmla="*/ 6 h 23"/>
              <a:gd name="T14" fmla="*/ 3 w 5"/>
              <a:gd name="T15" fmla="*/ 12 h 23"/>
              <a:gd name="T16" fmla="*/ 2 w 5"/>
              <a:gd name="T17" fmla="*/ 17 h 23"/>
              <a:gd name="T18" fmla="*/ 2 w 5"/>
              <a:gd name="T1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23">
                <a:moveTo>
                  <a:pt x="2" y="23"/>
                </a:moveTo>
                <a:cubicBezTo>
                  <a:pt x="1" y="22"/>
                  <a:pt x="1" y="20"/>
                  <a:pt x="0" y="18"/>
                </a:cubicBezTo>
                <a:cubicBezTo>
                  <a:pt x="0" y="17"/>
                  <a:pt x="0" y="15"/>
                  <a:pt x="1" y="14"/>
                </a:cubicBezTo>
                <a:cubicBezTo>
                  <a:pt x="1" y="13"/>
                  <a:pt x="1" y="12"/>
                  <a:pt x="2" y="11"/>
                </a:cubicBezTo>
                <a:cubicBezTo>
                  <a:pt x="3" y="10"/>
                  <a:pt x="3" y="8"/>
                  <a:pt x="3" y="6"/>
                </a:cubicBezTo>
                <a:cubicBezTo>
                  <a:pt x="3" y="4"/>
                  <a:pt x="3" y="2"/>
                  <a:pt x="2" y="0"/>
                </a:cubicBezTo>
                <a:cubicBezTo>
                  <a:pt x="3" y="2"/>
                  <a:pt x="4" y="4"/>
                  <a:pt x="4" y="6"/>
                </a:cubicBezTo>
                <a:cubicBezTo>
                  <a:pt x="5" y="8"/>
                  <a:pt x="5" y="11"/>
                  <a:pt x="3" y="12"/>
                </a:cubicBezTo>
                <a:cubicBezTo>
                  <a:pt x="2" y="14"/>
                  <a:pt x="2" y="16"/>
                  <a:pt x="2" y="17"/>
                </a:cubicBezTo>
                <a:cubicBezTo>
                  <a:pt x="2" y="19"/>
                  <a:pt x="2" y="21"/>
                  <a:pt x="2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4" name="Freeform 400">
            <a:extLst>
              <a:ext uri="{FF2B5EF4-FFF2-40B4-BE49-F238E27FC236}">
                <a16:creationId xmlns:a16="http://schemas.microsoft.com/office/drawing/2014/main" id="{00337707-8722-40A7-8AD2-A690F4DABE44}"/>
              </a:ext>
            </a:extLst>
          </p:cNvPr>
          <p:cNvSpPr>
            <a:spLocks/>
          </p:cNvSpPr>
          <p:nvPr/>
        </p:nvSpPr>
        <p:spPr bwMode="auto">
          <a:xfrm>
            <a:off x="8298543" y="5698897"/>
            <a:ext cx="373063" cy="204788"/>
          </a:xfrm>
          <a:custGeom>
            <a:avLst/>
            <a:gdLst>
              <a:gd name="T0" fmla="*/ 91 w 91"/>
              <a:gd name="T1" fmla="*/ 0 h 50"/>
              <a:gd name="T2" fmla="*/ 0 w 91"/>
              <a:gd name="T3" fmla="*/ 0 h 50"/>
              <a:gd name="T4" fmla="*/ 30 w 91"/>
              <a:gd name="T5" fmla="*/ 43 h 50"/>
              <a:gd name="T6" fmla="*/ 30 w 91"/>
              <a:gd name="T7" fmla="*/ 50 h 50"/>
              <a:gd name="T8" fmla="*/ 61 w 91"/>
              <a:gd name="T9" fmla="*/ 50 h 50"/>
              <a:gd name="T10" fmla="*/ 61 w 91"/>
              <a:gd name="T11" fmla="*/ 43 h 50"/>
              <a:gd name="T12" fmla="*/ 91 w 91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50">
                <a:moveTo>
                  <a:pt x="9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0"/>
                  <a:pt x="12" y="37"/>
                  <a:pt x="30" y="43"/>
                </a:cubicBezTo>
                <a:cubicBezTo>
                  <a:pt x="30" y="50"/>
                  <a:pt x="30" y="50"/>
                  <a:pt x="30" y="50"/>
                </a:cubicBezTo>
                <a:cubicBezTo>
                  <a:pt x="61" y="50"/>
                  <a:pt x="61" y="50"/>
                  <a:pt x="61" y="50"/>
                </a:cubicBezTo>
                <a:cubicBezTo>
                  <a:pt x="61" y="43"/>
                  <a:pt x="61" y="43"/>
                  <a:pt x="61" y="43"/>
                </a:cubicBezTo>
                <a:cubicBezTo>
                  <a:pt x="79" y="37"/>
                  <a:pt x="91" y="20"/>
                  <a:pt x="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5" name="Freeform 401">
            <a:extLst>
              <a:ext uri="{FF2B5EF4-FFF2-40B4-BE49-F238E27FC236}">
                <a16:creationId xmlns:a16="http://schemas.microsoft.com/office/drawing/2014/main" id="{18418902-E824-494B-B496-D6586CDF5646}"/>
              </a:ext>
            </a:extLst>
          </p:cNvPr>
          <p:cNvSpPr>
            <a:spLocks/>
          </p:cNvSpPr>
          <p:nvPr/>
        </p:nvSpPr>
        <p:spPr bwMode="auto">
          <a:xfrm>
            <a:off x="8503330" y="5551259"/>
            <a:ext cx="241300" cy="130175"/>
          </a:xfrm>
          <a:custGeom>
            <a:avLst/>
            <a:gdLst>
              <a:gd name="T0" fmla="*/ 59 w 59"/>
              <a:gd name="T1" fmla="*/ 3 h 32"/>
              <a:gd name="T2" fmla="*/ 57 w 59"/>
              <a:gd name="T3" fmla="*/ 0 h 32"/>
              <a:gd name="T4" fmla="*/ 24 w 59"/>
              <a:gd name="T5" fmla="*/ 25 h 32"/>
              <a:gd name="T6" fmla="*/ 0 w 59"/>
              <a:gd name="T7" fmla="*/ 25 h 32"/>
              <a:gd name="T8" fmla="*/ 15 w 59"/>
              <a:gd name="T9" fmla="*/ 32 h 32"/>
              <a:gd name="T10" fmla="*/ 29 w 59"/>
              <a:gd name="T11" fmla="*/ 26 h 32"/>
              <a:gd name="T12" fmla="*/ 59 w 59"/>
              <a:gd name="T13" fmla="*/ 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32">
                <a:moveTo>
                  <a:pt x="59" y="3"/>
                </a:moveTo>
                <a:cubicBezTo>
                  <a:pt x="57" y="0"/>
                  <a:pt x="57" y="0"/>
                  <a:pt x="57" y="0"/>
                </a:cubicBezTo>
                <a:cubicBezTo>
                  <a:pt x="24" y="25"/>
                  <a:pt x="24" y="25"/>
                  <a:pt x="24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6" y="32"/>
                  <a:pt x="15" y="32"/>
                </a:cubicBezTo>
                <a:cubicBezTo>
                  <a:pt x="22" y="32"/>
                  <a:pt x="27" y="27"/>
                  <a:pt x="29" y="26"/>
                </a:cubicBezTo>
                <a:lnTo>
                  <a:pt x="59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6" name="Freeform 402">
            <a:extLst>
              <a:ext uri="{FF2B5EF4-FFF2-40B4-BE49-F238E27FC236}">
                <a16:creationId xmlns:a16="http://schemas.microsoft.com/office/drawing/2014/main" id="{6D547D57-F0FD-4604-B599-DBB23265B3CF}"/>
              </a:ext>
            </a:extLst>
          </p:cNvPr>
          <p:cNvSpPr>
            <a:spLocks/>
          </p:cNvSpPr>
          <p:nvPr/>
        </p:nvSpPr>
        <p:spPr bwMode="auto">
          <a:xfrm>
            <a:off x="9174843" y="5611584"/>
            <a:ext cx="225425" cy="230188"/>
          </a:xfrm>
          <a:custGeom>
            <a:avLst/>
            <a:gdLst>
              <a:gd name="T0" fmla="*/ 45 w 55"/>
              <a:gd name="T1" fmla="*/ 10 h 56"/>
              <a:gd name="T2" fmla="*/ 9 w 55"/>
              <a:gd name="T3" fmla="*/ 10 h 56"/>
              <a:gd name="T4" fmla="*/ 6 w 55"/>
              <a:gd name="T5" fmla="*/ 42 h 56"/>
              <a:gd name="T6" fmla="*/ 4 w 55"/>
              <a:gd name="T7" fmla="*/ 37 h 56"/>
              <a:gd name="T8" fmla="*/ 10 w 55"/>
              <a:gd name="T9" fmla="*/ 16 h 56"/>
              <a:gd name="T10" fmla="*/ 40 w 55"/>
              <a:gd name="T11" fmla="*/ 16 h 56"/>
              <a:gd name="T12" fmla="*/ 40 w 55"/>
              <a:gd name="T13" fmla="*/ 46 h 56"/>
              <a:gd name="T14" fmla="*/ 18 w 55"/>
              <a:gd name="T15" fmla="*/ 51 h 56"/>
              <a:gd name="T16" fmla="*/ 13 w 55"/>
              <a:gd name="T17" fmla="*/ 49 h 56"/>
              <a:gd name="T18" fmla="*/ 45 w 55"/>
              <a:gd name="T19" fmla="*/ 46 h 56"/>
              <a:gd name="T20" fmla="*/ 45 w 55"/>
              <a:gd name="T21" fmla="*/ 1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5" h="56">
                <a:moveTo>
                  <a:pt x="45" y="10"/>
                </a:moveTo>
                <a:cubicBezTo>
                  <a:pt x="35" y="0"/>
                  <a:pt x="19" y="0"/>
                  <a:pt x="9" y="10"/>
                </a:cubicBezTo>
                <a:cubicBezTo>
                  <a:pt x="1" y="19"/>
                  <a:pt x="0" y="32"/>
                  <a:pt x="6" y="42"/>
                </a:cubicBezTo>
                <a:cubicBezTo>
                  <a:pt x="5" y="41"/>
                  <a:pt x="5" y="39"/>
                  <a:pt x="4" y="37"/>
                </a:cubicBezTo>
                <a:cubicBezTo>
                  <a:pt x="2" y="30"/>
                  <a:pt x="4" y="22"/>
                  <a:pt x="10" y="16"/>
                </a:cubicBezTo>
                <a:cubicBezTo>
                  <a:pt x="18" y="7"/>
                  <a:pt x="31" y="7"/>
                  <a:pt x="40" y="16"/>
                </a:cubicBezTo>
                <a:cubicBezTo>
                  <a:pt x="48" y="24"/>
                  <a:pt x="48" y="38"/>
                  <a:pt x="40" y="46"/>
                </a:cubicBezTo>
                <a:cubicBezTo>
                  <a:pt x="34" y="52"/>
                  <a:pt x="26" y="53"/>
                  <a:pt x="18" y="51"/>
                </a:cubicBezTo>
                <a:cubicBezTo>
                  <a:pt x="17" y="51"/>
                  <a:pt x="15" y="50"/>
                  <a:pt x="13" y="49"/>
                </a:cubicBezTo>
                <a:cubicBezTo>
                  <a:pt x="23" y="56"/>
                  <a:pt x="37" y="55"/>
                  <a:pt x="45" y="46"/>
                </a:cubicBezTo>
                <a:cubicBezTo>
                  <a:pt x="55" y="36"/>
                  <a:pt x="55" y="20"/>
                  <a:pt x="45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7" name="Freeform 403">
            <a:extLst>
              <a:ext uri="{FF2B5EF4-FFF2-40B4-BE49-F238E27FC236}">
                <a16:creationId xmlns:a16="http://schemas.microsoft.com/office/drawing/2014/main" id="{74828E77-AF8F-42FD-9ADB-DCC955FD387F}"/>
              </a:ext>
            </a:extLst>
          </p:cNvPr>
          <p:cNvSpPr>
            <a:spLocks/>
          </p:cNvSpPr>
          <p:nvPr/>
        </p:nvSpPr>
        <p:spPr bwMode="auto">
          <a:xfrm>
            <a:off x="9200243" y="5784622"/>
            <a:ext cx="3175" cy="7938"/>
          </a:xfrm>
          <a:custGeom>
            <a:avLst/>
            <a:gdLst>
              <a:gd name="T0" fmla="*/ 1 w 1"/>
              <a:gd name="T1" fmla="*/ 1 h 2"/>
              <a:gd name="T2" fmla="*/ 0 w 1"/>
              <a:gd name="T3" fmla="*/ 0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1"/>
                  <a:pt x="0" y="0"/>
                </a:cubicBezTo>
                <a:cubicBezTo>
                  <a:pt x="1" y="1"/>
                  <a:pt x="1" y="1"/>
                  <a:pt x="1" y="2"/>
                </a:cubicBezTo>
                <a:cubicBezTo>
                  <a:pt x="1" y="2"/>
                  <a:pt x="1" y="2"/>
                  <a:pt x="1" y="2"/>
                </a:cubicBezTo>
                <a:lnTo>
                  <a:pt x="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8" name="Freeform 404">
            <a:extLst>
              <a:ext uri="{FF2B5EF4-FFF2-40B4-BE49-F238E27FC236}">
                <a16:creationId xmlns:a16="http://schemas.microsoft.com/office/drawing/2014/main" id="{286148E4-E3E0-4440-98A2-477CF9862C7A}"/>
              </a:ext>
            </a:extLst>
          </p:cNvPr>
          <p:cNvSpPr>
            <a:spLocks/>
          </p:cNvSpPr>
          <p:nvPr/>
        </p:nvSpPr>
        <p:spPr bwMode="auto">
          <a:xfrm>
            <a:off x="9224055" y="5808434"/>
            <a:ext cx="4763" cy="4763"/>
          </a:xfrm>
          <a:custGeom>
            <a:avLst/>
            <a:gdLst>
              <a:gd name="T0" fmla="*/ 0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9" name="Freeform 405">
            <a:extLst>
              <a:ext uri="{FF2B5EF4-FFF2-40B4-BE49-F238E27FC236}">
                <a16:creationId xmlns:a16="http://schemas.microsoft.com/office/drawing/2014/main" id="{BD15699C-D942-476D-8D53-EFD8BD7D4FB4}"/>
              </a:ext>
            </a:extLst>
          </p:cNvPr>
          <p:cNvSpPr>
            <a:spLocks/>
          </p:cNvSpPr>
          <p:nvPr/>
        </p:nvSpPr>
        <p:spPr bwMode="auto">
          <a:xfrm>
            <a:off x="9187543" y="5660797"/>
            <a:ext cx="163513" cy="168275"/>
          </a:xfrm>
          <a:custGeom>
            <a:avLst/>
            <a:gdLst>
              <a:gd name="T0" fmla="*/ 6 w 40"/>
              <a:gd name="T1" fmla="*/ 12 h 41"/>
              <a:gd name="T2" fmla="*/ 28 w 40"/>
              <a:gd name="T3" fmla="*/ 12 h 41"/>
              <a:gd name="T4" fmla="*/ 28 w 40"/>
              <a:gd name="T5" fmla="*/ 34 h 41"/>
              <a:gd name="T6" fmla="*/ 12 w 40"/>
              <a:gd name="T7" fmla="*/ 38 h 41"/>
              <a:gd name="T8" fmla="*/ 15 w 40"/>
              <a:gd name="T9" fmla="*/ 39 h 41"/>
              <a:gd name="T10" fmla="*/ 33 w 40"/>
              <a:gd name="T11" fmla="*/ 34 h 41"/>
              <a:gd name="T12" fmla="*/ 33 w 40"/>
              <a:gd name="T13" fmla="*/ 8 h 41"/>
              <a:gd name="T14" fmla="*/ 6 w 40"/>
              <a:gd name="T15" fmla="*/ 8 h 41"/>
              <a:gd name="T16" fmla="*/ 1 w 40"/>
              <a:gd name="T17" fmla="*/ 25 h 41"/>
              <a:gd name="T18" fmla="*/ 3 w 40"/>
              <a:gd name="T19" fmla="*/ 29 h 41"/>
              <a:gd name="T20" fmla="*/ 6 w 40"/>
              <a:gd name="T21" fmla="*/ 12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41">
                <a:moveTo>
                  <a:pt x="6" y="12"/>
                </a:moveTo>
                <a:cubicBezTo>
                  <a:pt x="12" y="6"/>
                  <a:pt x="22" y="6"/>
                  <a:pt x="28" y="12"/>
                </a:cubicBezTo>
                <a:cubicBezTo>
                  <a:pt x="34" y="18"/>
                  <a:pt x="34" y="28"/>
                  <a:pt x="28" y="34"/>
                </a:cubicBezTo>
                <a:cubicBezTo>
                  <a:pt x="24" y="39"/>
                  <a:pt x="17" y="40"/>
                  <a:pt x="12" y="38"/>
                </a:cubicBezTo>
                <a:cubicBezTo>
                  <a:pt x="13" y="38"/>
                  <a:pt x="14" y="39"/>
                  <a:pt x="15" y="39"/>
                </a:cubicBezTo>
                <a:cubicBezTo>
                  <a:pt x="21" y="41"/>
                  <a:pt x="28" y="39"/>
                  <a:pt x="33" y="34"/>
                </a:cubicBezTo>
                <a:cubicBezTo>
                  <a:pt x="40" y="27"/>
                  <a:pt x="40" y="15"/>
                  <a:pt x="33" y="8"/>
                </a:cubicBezTo>
                <a:cubicBezTo>
                  <a:pt x="26" y="0"/>
                  <a:pt x="14" y="0"/>
                  <a:pt x="6" y="8"/>
                </a:cubicBezTo>
                <a:cubicBezTo>
                  <a:pt x="2" y="12"/>
                  <a:pt x="0" y="19"/>
                  <a:pt x="1" y="25"/>
                </a:cubicBezTo>
                <a:cubicBezTo>
                  <a:pt x="2" y="26"/>
                  <a:pt x="2" y="28"/>
                  <a:pt x="3" y="29"/>
                </a:cubicBezTo>
                <a:cubicBezTo>
                  <a:pt x="1" y="23"/>
                  <a:pt x="2" y="17"/>
                  <a:pt x="6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0" name="Freeform 407">
            <a:extLst>
              <a:ext uri="{FF2B5EF4-FFF2-40B4-BE49-F238E27FC236}">
                <a16:creationId xmlns:a16="http://schemas.microsoft.com/office/drawing/2014/main" id="{4BC8D8DD-1912-48C5-8644-286CCA241B98}"/>
              </a:ext>
            </a:extLst>
          </p:cNvPr>
          <p:cNvSpPr>
            <a:spLocks/>
          </p:cNvSpPr>
          <p:nvPr/>
        </p:nvSpPr>
        <p:spPr bwMode="auto">
          <a:xfrm>
            <a:off x="9200242" y="5779859"/>
            <a:ext cx="7938" cy="12700"/>
          </a:xfrm>
          <a:custGeom>
            <a:avLst/>
            <a:gdLst>
              <a:gd name="T0" fmla="*/ 1 w 2"/>
              <a:gd name="T1" fmla="*/ 2 h 3"/>
              <a:gd name="T2" fmla="*/ 1 w 2"/>
              <a:gd name="T3" fmla="*/ 3 h 3"/>
              <a:gd name="T4" fmla="*/ 1 w 2"/>
              <a:gd name="T5" fmla="*/ 3 h 3"/>
              <a:gd name="T6" fmla="*/ 2 w 2"/>
              <a:gd name="T7" fmla="*/ 3 h 3"/>
              <a:gd name="T8" fmla="*/ 1 w 2"/>
              <a:gd name="T9" fmla="*/ 1 h 3"/>
              <a:gd name="T10" fmla="*/ 0 w 2"/>
              <a:gd name="T11" fmla="*/ 0 h 3"/>
              <a:gd name="T12" fmla="*/ 1 w 2"/>
              <a:gd name="T13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3">
                <a:moveTo>
                  <a:pt x="1" y="2"/>
                </a:move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2"/>
                  <a:pt x="1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2"/>
                  <a:pt x="1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1" name="Freeform 408">
            <a:extLst>
              <a:ext uri="{FF2B5EF4-FFF2-40B4-BE49-F238E27FC236}">
                <a16:creationId xmlns:a16="http://schemas.microsoft.com/office/drawing/2014/main" id="{953CA87D-5600-4336-A189-023D6EF87A98}"/>
              </a:ext>
            </a:extLst>
          </p:cNvPr>
          <p:cNvSpPr>
            <a:spLocks/>
          </p:cNvSpPr>
          <p:nvPr/>
        </p:nvSpPr>
        <p:spPr bwMode="auto">
          <a:xfrm>
            <a:off x="9220880" y="5808434"/>
            <a:ext cx="15875" cy="9525"/>
          </a:xfrm>
          <a:custGeom>
            <a:avLst/>
            <a:gdLst>
              <a:gd name="T0" fmla="*/ 0 w 4"/>
              <a:gd name="T1" fmla="*/ 0 h 2"/>
              <a:gd name="T2" fmla="*/ 1 w 4"/>
              <a:gd name="T3" fmla="*/ 0 h 2"/>
              <a:gd name="T4" fmla="*/ 1 w 4"/>
              <a:gd name="T5" fmla="*/ 0 h 2"/>
              <a:gd name="T6" fmla="*/ 1 w 4"/>
              <a:gd name="T7" fmla="*/ 0 h 2"/>
              <a:gd name="T8" fmla="*/ 4 w 4"/>
              <a:gd name="T9" fmla="*/ 2 h 2"/>
              <a:gd name="T10" fmla="*/ 3 w 4"/>
              <a:gd name="T11" fmla="*/ 1 h 2"/>
              <a:gd name="T12" fmla="*/ 0 w 4"/>
              <a:gd name="T13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2" y="1"/>
                  <a:pt x="3" y="1"/>
                  <a:pt x="4" y="2"/>
                </a:cubicBezTo>
                <a:cubicBezTo>
                  <a:pt x="3" y="1"/>
                  <a:pt x="3" y="1"/>
                  <a:pt x="3" y="1"/>
                </a:cubicBezTo>
                <a:cubicBezTo>
                  <a:pt x="2" y="1"/>
                  <a:pt x="1" y="0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2" name="Freeform 409">
            <a:extLst>
              <a:ext uri="{FF2B5EF4-FFF2-40B4-BE49-F238E27FC236}">
                <a16:creationId xmlns:a16="http://schemas.microsoft.com/office/drawing/2014/main" id="{66D41F71-7A8A-47A5-B72F-EADFF0E15C1F}"/>
              </a:ext>
            </a:extLst>
          </p:cNvPr>
          <p:cNvSpPr>
            <a:spLocks/>
          </p:cNvSpPr>
          <p:nvPr/>
        </p:nvSpPr>
        <p:spPr bwMode="auto">
          <a:xfrm>
            <a:off x="9195480" y="5710009"/>
            <a:ext cx="111125" cy="111125"/>
          </a:xfrm>
          <a:custGeom>
            <a:avLst/>
            <a:gdLst>
              <a:gd name="T0" fmla="*/ 22 w 27"/>
              <a:gd name="T1" fmla="*/ 22 h 27"/>
              <a:gd name="T2" fmla="*/ 22 w 27"/>
              <a:gd name="T3" fmla="*/ 5 h 27"/>
              <a:gd name="T4" fmla="*/ 4 w 27"/>
              <a:gd name="T5" fmla="*/ 5 h 27"/>
              <a:gd name="T6" fmla="*/ 2 w 27"/>
              <a:gd name="T7" fmla="*/ 18 h 27"/>
              <a:gd name="T8" fmla="*/ 2 w 27"/>
              <a:gd name="T9" fmla="*/ 19 h 27"/>
              <a:gd name="T10" fmla="*/ 4 w 27"/>
              <a:gd name="T11" fmla="*/ 9 h 27"/>
              <a:gd name="T12" fmla="*/ 18 w 27"/>
              <a:gd name="T13" fmla="*/ 9 h 27"/>
              <a:gd name="T14" fmla="*/ 18 w 27"/>
              <a:gd name="T15" fmla="*/ 22 h 27"/>
              <a:gd name="T16" fmla="*/ 7 w 27"/>
              <a:gd name="T17" fmla="*/ 24 h 27"/>
              <a:gd name="T18" fmla="*/ 9 w 27"/>
              <a:gd name="T19" fmla="*/ 25 h 27"/>
              <a:gd name="T20" fmla="*/ 22 w 27"/>
              <a:gd name="T21" fmla="*/ 2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7" h="27">
                <a:moveTo>
                  <a:pt x="22" y="22"/>
                </a:moveTo>
                <a:cubicBezTo>
                  <a:pt x="27" y="17"/>
                  <a:pt x="27" y="9"/>
                  <a:pt x="22" y="5"/>
                </a:cubicBezTo>
                <a:cubicBezTo>
                  <a:pt x="17" y="0"/>
                  <a:pt x="9" y="0"/>
                  <a:pt x="4" y="5"/>
                </a:cubicBezTo>
                <a:cubicBezTo>
                  <a:pt x="1" y="8"/>
                  <a:pt x="0" y="13"/>
                  <a:pt x="2" y="18"/>
                </a:cubicBezTo>
                <a:cubicBezTo>
                  <a:pt x="2" y="18"/>
                  <a:pt x="2" y="19"/>
                  <a:pt x="2" y="19"/>
                </a:cubicBezTo>
                <a:cubicBezTo>
                  <a:pt x="1" y="16"/>
                  <a:pt x="2" y="12"/>
                  <a:pt x="4" y="9"/>
                </a:cubicBezTo>
                <a:cubicBezTo>
                  <a:pt x="8" y="5"/>
                  <a:pt x="14" y="5"/>
                  <a:pt x="18" y="9"/>
                </a:cubicBezTo>
                <a:cubicBezTo>
                  <a:pt x="21" y="13"/>
                  <a:pt x="21" y="19"/>
                  <a:pt x="18" y="22"/>
                </a:cubicBezTo>
                <a:cubicBezTo>
                  <a:pt x="15" y="25"/>
                  <a:pt x="11" y="26"/>
                  <a:pt x="7" y="24"/>
                </a:cubicBezTo>
                <a:cubicBezTo>
                  <a:pt x="8" y="25"/>
                  <a:pt x="8" y="25"/>
                  <a:pt x="9" y="25"/>
                </a:cubicBezTo>
                <a:cubicBezTo>
                  <a:pt x="13" y="27"/>
                  <a:pt x="18" y="26"/>
                  <a:pt x="22" y="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3" name="Freeform 410">
            <a:extLst>
              <a:ext uri="{FF2B5EF4-FFF2-40B4-BE49-F238E27FC236}">
                <a16:creationId xmlns:a16="http://schemas.microsoft.com/office/drawing/2014/main" id="{8B269141-E385-48C1-A0AB-D0943933A172}"/>
              </a:ext>
            </a:extLst>
          </p:cNvPr>
          <p:cNvSpPr>
            <a:spLocks noEditPoints="1"/>
          </p:cNvSpPr>
          <p:nvPr/>
        </p:nvSpPr>
        <p:spPr bwMode="auto">
          <a:xfrm>
            <a:off x="9060542" y="5759222"/>
            <a:ext cx="192088" cy="198438"/>
          </a:xfrm>
          <a:custGeom>
            <a:avLst/>
            <a:gdLst>
              <a:gd name="T0" fmla="*/ 38 w 47"/>
              <a:gd name="T1" fmla="*/ 10 h 48"/>
              <a:gd name="T2" fmla="*/ 39 w 47"/>
              <a:gd name="T3" fmla="*/ 11 h 48"/>
              <a:gd name="T4" fmla="*/ 40 w 47"/>
              <a:gd name="T5" fmla="*/ 12 h 48"/>
              <a:gd name="T6" fmla="*/ 39 w 47"/>
              <a:gd name="T7" fmla="*/ 11 h 48"/>
              <a:gd name="T8" fmla="*/ 45 w 47"/>
              <a:gd name="T9" fmla="*/ 10 h 48"/>
              <a:gd name="T10" fmla="*/ 45 w 47"/>
              <a:gd name="T11" fmla="*/ 2 h 48"/>
              <a:gd name="T12" fmla="*/ 37 w 47"/>
              <a:gd name="T13" fmla="*/ 2 h 48"/>
              <a:gd name="T14" fmla="*/ 36 w 47"/>
              <a:gd name="T15" fmla="*/ 8 h 48"/>
              <a:gd name="T16" fmla="*/ 35 w 47"/>
              <a:gd name="T17" fmla="*/ 7 h 48"/>
              <a:gd name="T18" fmla="*/ 36 w 47"/>
              <a:gd name="T19" fmla="*/ 9 h 48"/>
              <a:gd name="T20" fmla="*/ 37 w 47"/>
              <a:gd name="T21" fmla="*/ 9 h 48"/>
              <a:gd name="T22" fmla="*/ 37 w 47"/>
              <a:gd name="T23" fmla="*/ 10 h 48"/>
              <a:gd name="T24" fmla="*/ 36 w 47"/>
              <a:gd name="T25" fmla="*/ 9 h 48"/>
              <a:gd name="T26" fmla="*/ 37 w 47"/>
              <a:gd name="T27" fmla="*/ 10 h 48"/>
              <a:gd name="T28" fmla="*/ 35 w 47"/>
              <a:gd name="T29" fmla="*/ 8 h 48"/>
              <a:gd name="T30" fmla="*/ 0 w 47"/>
              <a:gd name="T31" fmla="*/ 43 h 48"/>
              <a:gd name="T32" fmla="*/ 4 w 47"/>
              <a:gd name="T33" fmla="*/ 48 h 48"/>
              <a:gd name="T34" fmla="*/ 40 w 47"/>
              <a:gd name="T35" fmla="*/ 12 h 48"/>
              <a:gd name="T36" fmla="*/ 37 w 47"/>
              <a:gd name="T37" fmla="*/ 10 h 48"/>
              <a:gd name="T38" fmla="*/ 38 w 47"/>
              <a:gd name="T39" fmla="*/ 10 h 48"/>
              <a:gd name="T40" fmla="*/ 37 w 47"/>
              <a:gd name="T41" fmla="*/ 5 h 48"/>
              <a:gd name="T42" fmla="*/ 42 w 47"/>
              <a:gd name="T43" fmla="*/ 5 h 48"/>
              <a:gd name="T44" fmla="*/ 42 w 47"/>
              <a:gd name="T45" fmla="*/ 10 h 48"/>
              <a:gd name="T46" fmla="*/ 39 w 47"/>
              <a:gd name="T47" fmla="*/ 11 h 48"/>
              <a:gd name="T48" fmla="*/ 38 w 47"/>
              <a:gd name="T49" fmla="*/ 10 h 48"/>
              <a:gd name="T50" fmla="*/ 36 w 47"/>
              <a:gd name="T51" fmla="*/ 9 h 48"/>
              <a:gd name="T52" fmla="*/ 37 w 47"/>
              <a:gd name="T53" fmla="*/ 5 h 48"/>
              <a:gd name="T54" fmla="*/ 37 w 47"/>
              <a:gd name="T55" fmla="*/ 10 h 48"/>
              <a:gd name="T56" fmla="*/ 37 w 47"/>
              <a:gd name="T57" fmla="*/ 10 h 48"/>
              <a:gd name="T58" fmla="*/ 37 w 47"/>
              <a:gd name="T59" fmla="*/ 10 h 48"/>
              <a:gd name="T60" fmla="*/ 37 w 47"/>
              <a:gd name="T61" fmla="*/ 1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" h="48">
                <a:moveTo>
                  <a:pt x="38" y="10"/>
                </a:moveTo>
                <a:cubicBezTo>
                  <a:pt x="38" y="11"/>
                  <a:pt x="38" y="11"/>
                  <a:pt x="39" y="11"/>
                </a:cubicBezTo>
                <a:cubicBezTo>
                  <a:pt x="39" y="12"/>
                  <a:pt x="40" y="12"/>
                  <a:pt x="40" y="12"/>
                </a:cubicBezTo>
                <a:cubicBezTo>
                  <a:pt x="39" y="11"/>
                  <a:pt x="39" y="11"/>
                  <a:pt x="39" y="11"/>
                </a:cubicBezTo>
                <a:cubicBezTo>
                  <a:pt x="41" y="12"/>
                  <a:pt x="44" y="12"/>
                  <a:pt x="45" y="10"/>
                </a:cubicBezTo>
                <a:cubicBezTo>
                  <a:pt x="47" y="8"/>
                  <a:pt x="47" y="5"/>
                  <a:pt x="45" y="2"/>
                </a:cubicBezTo>
                <a:cubicBezTo>
                  <a:pt x="43" y="0"/>
                  <a:pt x="39" y="0"/>
                  <a:pt x="37" y="2"/>
                </a:cubicBezTo>
                <a:cubicBezTo>
                  <a:pt x="36" y="4"/>
                  <a:pt x="35" y="6"/>
                  <a:pt x="36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8"/>
                  <a:pt x="36" y="8"/>
                  <a:pt x="36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6" y="9"/>
                  <a:pt x="36" y="9"/>
                </a:cubicBezTo>
                <a:cubicBezTo>
                  <a:pt x="37" y="9"/>
                  <a:pt x="37" y="10"/>
                  <a:pt x="37" y="10"/>
                </a:cubicBezTo>
                <a:cubicBezTo>
                  <a:pt x="37" y="9"/>
                  <a:pt x="36" y="9"/>
                  <a:pt x="35" y="8"/>
                </a:cubicBezTo>
                <a:cubicBezTo>
                  <a:pt x="0" y="43"/>
                  <a:pt x="0" y="43"/>
                  <a:pt x="0" y="43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9" y="12"/>
                  <a:pt x="38" y="11"/>
                  <a:pt x="37" y="10"/>
                </a:cubicBezTo>
                <a:lnTo>
                  <a:pt x="38" y="10"/>
                </a:lnTo>
                <a:close/>
                <a:moveTo>
                  <a:pt x="37" y="5"/>
                </a:moveTo>
                <a:cubicBezTo>
                  <a:pt x="39" y="4"/>
                  <a:pt x="41" y="4"/>
                  <a:pt x="42" y="5"/>
                </a:cubicBezTo>
                <a:cubicBezTo>
                  <a:pt x="44" y="7"/>
                  <a:pt x="44" y="9"/>
                  <a:pt x="42" y="10"/>
                </a:cubicBezTo>
                <a:cubicBezTo>
                  <a:pt x="41" y="11"/>
                  <a:pt x="40" y="11"/>
                  <a:pt x="39" y="11"/>
                </a:cubicBezTo>
                <a:cubicBezTo>
                  <a:pt x="38" y="11"/>
                  <a:pt x="38" y="10"/>
                  <a:pt x="38" y="10"/>
                </a:cubicBezTo>
                <a:cubicBezTo>
                  <a:pt x="37" y="10"/>
                  <a:pt x="37" y="9"/>
                  <a:pt x="36" y="9"/>
                </a:cubicBezTo>
                <a:cubicBezTo>
                  <a:pt x="36" y="7"/>
                  <a:pt x="36" y="6"/>
                  <a:pt x="37" y="5"/>
                </a:cubicBezTo>
                <a:close/>
                <a:moveTo>
                  <a:pt x="37" y="10"/>
                </a:move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4" name="Freeform 411">
            <a:extLst>
              <a:ext uri="{FF2B5EF4-FFF2-40B4-BE49-F238E27FC236}">
                <a16:creationId xmlns:a16="http://schemas.microsoft.com/office/drawing/2014/main" id="{757EC85C-7E1D-4791-AAC3-C2506A41BE19}"/>
              </a:ext>
            </a:extLst>
          </p:cNvPr>
          <p:cNvSpPr>
            <a:spLocks/>
          </p:cNvSpPr>
          <p:nvPr/>
        </p:nvSpPr>
        <p:spPr bwMode="auto">
          <a:xfrm>
            <a:off x="10563905" y="5808434"/>
            <a:ext cx="377825" cy="103188"/>
          </a:xfrm>
          <a:custGeom>
            <a:avLst/>
            <a:gdLst>
              <a:gd name="T0" fmla="*/ 88 w 92"/>
              <a:gd name="T1" fmla="*/ 0 h 25"/>
              <a:gd name="T2" fmla="*/ 88 w 92"/>
              <a:gd name="T3" fmla="*/ 20 h 25"/>
              <a:gd name="T4" fmla="*/ 85 w 92"/>
              <a:gd name="T5" fmla="*/ 22 h 25"/>
              <a:gd name="T6" fmla="*/ 7 w 92"/>
              <a:gd name="T7" fmla="*/ 22 h 25"/>
              <a:gd name="T8" fmla="*/ 4 w 92"/>
              <a:gd name="T9" fmla="*/ 21 h 25"/>
              <a:gd name="T10" fmla="*/ 3 w 92"/>
              <a:gd name="T11" fmla="*/ 19 h 25"/>
              <a:gd name="T12" fmla="*/ 3 w 92"/>
              <a:gd name="T13" fmla="*/ 0 h 25"/>
              <a:gd name="T14" fmla="*/ 0 w 92"/>
              <a:gd name="T15" fmla="*/ 0 h 25"/>
              <a:gd name="T16" fmla="*/ 0 w 92"/>
              <a:gd name="T17" fmla="*/ 19 h 25"/>
              <a:gd name="T18" fmla="*/ 1 w 92"/>
              <a:gd name="T19" fmla="*/ 23 h 25"/>
              <a:gd name="T20" fmla="*/ 7 w 92"/>
              <a:gd name="T21" fmla="*/ 25 h 25"/>
              <a:gd name="T22" fmla="*/ 85 w 92"/>
              <a:gd name="T23" fmla="*/ 25 h 25"/>
              <a:gd name="T24" fmla="*/ 92 w 92"/>
              <a:gd name="T25" fmla="*/ 20 h 25"/>
              <a:gd name="T26" fmla="*/ 92 w 92"/>
              <a:gd name="T27" fmla="*/ 0 h 25"/>
              <a:gd name="T28" fmla="*/ 88 w 92"/>
              <a:gd name="T29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2" h="25">
                <a:moveTo>
                  <a:pt x="88" y="0"/>
                </a:moveTo>
                <a:cubicBezTo>
                  <a:pt x="88" y="20"/>
                  <a:pt x="88" y="20"/>
                  <a:pt x="88" y="20"/>
                </a:cubicBezTo>
                <a:cubicBezTo>
                  <a:pt x="88" y="21"/>
                  <a:pt x="88" y="22"/>
                  <a:pt x="8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2"/>
                  <a:pt x="4" y="22"/>
                  <a:pt x="4" y="21"/>
                </a:cubicBezTo>
                <a:cubicBezTo>
                  <a:pt x="3" y="20"/>
                  <a:pt x="3" y="19"/>
                  <a:pt x="3" y="19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21"/>
                  <a:pt x="1" y="23"/>
                </a:cubicBezTo>
                <a:cubicBezTo>
                  <a:pt x="3" y="25"/>
                  <a:pt x="5" y="25"/>
                  <a:pt x="7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90" y="25"/>
                  <a:pt x="91" y="22"/>
                  <a:pt x="92" y="20"/>
                </a:cubicBezTo>
                <a:cubicBezTo>
                  <a:pt x="92" y="0"/>
                  <a:pt x="92" y="0"/>
                  <a:pt x="92" y="0"/>
                </a:cubicBezTo>
                <a:cubicBezTo>
                  <a:pt x="88" y="0"/>
                  <a:pt x="88" y="0"/>
                  <a:pt x="8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5" name="Freeform 412">
            <a:extLst>
              <a:ext uri="{FF2B5EF4-FFF2-40B4-BE49-F238E27FC236}">
                <a16:creationId xmlns:a16="http://schemas.microsoft.com/office/drawing/2014/main" id="{17477784-C68A-4606-AF2D-E6EEB3B1D6DA}"/>
              </a:ext>
            </a:extLst>
          </p:cNvPr>
          <p:cNvSpPr>
            <a:spLocks/>
          </p:cNvSpPr>
          <p:nvPr/>
        </p:nvSpPr>
        <p:spPr bwMode="auto">
          <a:xfrm>
            <a:off x="10535330" y="5698897"/>
            <a:ext cx="193675" cy="134938"/>
          </a:xfrm>
          <a:custGeom>
            <a:avLst/>
            <a:gdLst>
              <a:gd name="T0" fmla="*/ 7 w 47"/>
              <a:gd name="T1" fmla="*/ 1 h 33"/>
              <a:gd name="T2" fmla="*/ 0 w 47"/>
              <a:gd name="T3" fmla="*/ 5 h 33"/>
              <a:gd name="T4" fmla="*/ 0 w 47"/>
              <a:gd name="T5" fmla="*/ 27 h 33"/>
              <a:gd name="T6" fmla="*/ 7 w 47"/>
              <a:gd name="T7" fmla="*/ 33 h 33"/>
              <a:gd name="T8" fmla="*/ 47 w 47"/>
              <a:gd name="T9" fmla="*/ 33 h 33"/>
              <a:gd name="T10" fmla="*/ 47 w 47"/>
              <a:gd name="T11" fmla="*/ 1 h 33"/>
              <a:gd name="T12" fmla="*/ 7 w 47"/>
              <a:gd name="T13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33">
                <a:moveTo>
                  <a:pt x="7" y="1"/>
                </a:moveTo>
                <a:cubicBezTo>
                  <a:pt x="7" y="1"/>
                  <a:pt x="0" y="0"/>
                  <a:pt x="0" y="5"/>
                </a:cubicBezTo>
                <a:cubicBezTo>
                  <a:pt x="0" y="10"/>
                  <a:pt x="0" y="27"/>
                  <a:pt x="0" y="27"/>
                </a:cubicBezTo>
                <a:cubicBezTo>
                  <a:pt x="0" y="27"/>
                  <a:pt x="0" y="33"/>
                  <a:pt x="7" y="33"/>
                </a:cubicBezTo>
                <a:cubicBezTo>
                  <a:pt x="10" y="33"/>
                  <a:pt x="28" y="33"/>
                  <a:pt x="47" y="33"/>
                </a:cubicBezTo>
                <a:cubicBezTo>
                  <a:pt x="47" y="1"/>
                  <a:pt x="47" y="1"/>
                  <a:pt x="47" y="1"/>
                </a:cubicBezTo>
                <a:cubicBezTo>
                  <a:pt x="7" y="1"/>
                  <a:pt x="7" y="1"/>
                  <a:pt x="7" y="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6" name="Freeform 413">
            <a:extLst>
              <a:ext uri="{FF2B5EF4-FFF2-40B4-BE49-F238E27FC236}">
                <a16:creationId xmlns:a16="http://schemas.microsoft.com/office/drawing/2014/main" id="{14E443CD-25BD-4CFB-B808-55405BB55A85}"/>
              </a:ext>
            </a:extLst>
          </p:cNvPr>
          <p:cNvSpPr>
            <a:spLocks/>
          </p:cNvSpPr>
          <p:nvPr/>
        </p:nvSpPr>
        <p:spPr bwMode="auto">
          <a:xfrm>
            <a:off x="10773455" y="5702072"/>
            <a:ext cx="192088" cy="131763"/>
          </a:xfrm>
          <a:custGeom>
            <a:avLst/>
            <a:gdLst>
              <a:gd name="T0" fmla="*/ 43 w 47"/>
              <a:gd name="T1" fmla="*/ 0 h 32"/>
              <a:gd name="T2" fmla="*/ 0 w 47"/>
              <a:gd name="T3" fmla="*/ 0 h 32"/>
              <a:gd name="T4" fmla="*/ 0 w 47"/>
              <a:gd name="T5" fmla="*/ 32 h 32"/>
              <a:gd name="T6" fmla="*/ 41 w 47"/>
              <a:gd name="T7" fmla="*/ 32 h 32"/>
              <a:gd name="T8" fmla="*/ 47 w 47"/>
              <a:gd name="T9" fmla="*/ 28 h 32"/>
              <a:gd name="T10" fmla="*/ 47 w 47"/>
              <a:gd name="T11" fmla="*/ 4 h 32"/>
              <a:gd name="T12" fmla="*/ 43 w 47"/>
              <a:gd name="T1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32">
                <a:moveTo>
                  <a:pt x="4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20" y="32"/>
                  <a:pt x="38" y="32"/>
                  <a:pt x="41" y="32"/>
                </a:cubicBezTo>
                <a:cubicBezTo>
                  <a:pt x="47" y="32"/>
                  <a:pt x="47" y="28"/>
                  <a:pt x="47" y="28"/>
                </a:cubicBezTo>
                <a:cubicBezTo>
                  <a:pt x="47" y="28"/>
                  <a:pt x="47" y="7"/>
                  <a:pt x="47" y="4"/>
                </a:cubicBezTo>
                <a:cubicBezTo>
                  <a:pt x="47" y="0"/>
                  <a:pt x="43" y="0"/>
                  <a:pt x="4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7" name="Freeform 414">
            <a:extLst>
              <a:ext uri="{FF2B5EF4-FFF2-40B4-BE49-F238E27FC236}">
                <a16:creationId xmlns:a16="http://schemas.microsoft.com/office/drawing/2014/main" id="{1CBC9296-D534-480B-94D9-0CF5D0649C2F}"/>
              </a:ext>
            </a:extLst>
          </p:cNvPr>
          <p:cNvSpPr>
            <a:spLocks/>
          </p:cNvSpPr>
          <p:nvPr/>
        </p:nvSpPr>
        <p:spPr bwMode="auto">
          <a:xfrm>
            <a:off x="10729005" y="5702072"/>
            <a:ext cx="44450" cy="196850"/>
          </a:xfrm>
          <a:custGeom>
            <a:avLst/>
            <a:gdLst>
              <a:gd name="T0" fmla="*/ 28 w 28"/>
              <a:gd name="T1" fmla="*/ 0 h 124"/>
              <a:gd name="T2" fmla="*/ 0 w 28"/>
              <a:gd name="T3" fmla="*/ 0 h 124"/>
              <a:gd name="T4" fmla="*/ 0 w 28"/>
              <a:gd name="T5" fmla="*/ 124 h 124"/>
              <a:gd name="T6" fmla="*/ 28 w 28"/>
              <a:gd name="T7" fmla="*/ 124 h 124"/>
              <a:gd name="T8" fmla="*/ 28 w 28"/>
              <a:gd name="T9" fmla="*/ 83 h 124"/>
              <a:gd name="T10" fmla="*/ 28 w 28"/>
              <a:gd name="T11" fmla="*/ 83 h 124"/>
              <a:gd name="T12" fmla="*/ 28 w 28"/>
              <a:gd name="T13" fmla="*/ 0 h 124"/>
              <a:gd name="T14" fmla="*/ 28 w 28"/>
              <a:gd name="T15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" h="124">
                <a:moveTo>
                  <a:pt x="28" y="0"/>
                </a:moveTo>
                <a:lnTo>
                  <a:pt x="0" y="0"/>
                </a:lnTo>
                <a:lnTo>
                  <a:pt x="0" y="124"/>
                </a:lnTo>
                <a:lnTo>
                  <a:pt x="28" y="124"/>
                </a:lnTo>
                <a:lnTo>
                  <a:pt x="28" y="83"/>
                </a:lnTo>
                <a:lnTo>
                  <a:pt x="28" y="83"/>
                </a:lnTo>
                <a:lnTo>
                  <a:pt x="28" y="0"/>
                </a:lnTo>
                <a:lnTo>
                  <a:pt x="2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8" name="Freeform 415">
            <a:extLst>
              <a:ext uri="{FF2B5EF4-FFF2-40B4-BE49-F238E27FC236}">
                <a16:creationId xmlns:a16="http://schemas.microsoft.com/office/drawing/2014/main" id="{DCA3A989-EECC-4808-87E6-97ACD9057BC4}"/>
              </a:ext>
            </a:extLst>
          </p:cNvPr>
          <p:cNvSpPr>
            <a:spLocks/>
          </p:cNvSpPr>
          <p:nvPr/>
        </p:nvSpPr>
        <p:spPr bwMode="auto">
          <a:xfrm>
            <a:off x="10729005" y="5702072"/>
            <a:ext cx="44450" cy="196850"/>
          </a:xfrm>
          <a:custGeom>
            <a:avLst/>
            <a:gdLst>
              <a:gd name="T0" fmla="*/ 28 w 28"/>
              <a:gd name="T1" fmla="*/ 0 h 124"/>
              <a:gd name="T2" fmla="*/ 0 w 28"/>
              <a:gd name="T3" fmla="*/ 0 h 124"/>
              <a:gd name="T4" fmla="*/ 0 w 28"/>
              <a:gd name="T5" fmla="*/ 124 h 124"/>
              <a:gd name="T6" fmla="*/ 28 w 28"/>
              <a:gd name="T7" fmla="*/ 124 h 124"/>
              <a:gd name="T8" fmla="*/ 28 w 28"/>
              <a:gd name="T9" fmla="*/ 83 h 124"/>
              <a:gd name="T10" fmla="*/ 28 w 28"/>
              <a:gd name="T11" fmla="*/ 83 h 124"/>
              <a:gd name="T12" fmla="*/ 28 w 28"/>
              <a:gd name="T13" fmla="*/ 0 h 124"/>
              <a:gd name="T14" fmla="*/ 28 w 28"/>
              <a:gd name="T15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" h="124">
                <a:moveTo>
                  <a:pt x="28" y="0"/>
                </a:moveTo>
                <a:lnTo>
                  <a:pt x="0" y="0"/>
                </a:lnTo>
                <a:lnTo>
                  <a:pt x="0" y="124"/>
                </a:lnTo>
                <a:lnTo>
                  <a:pt x="28" y="124"/>
                </a:lnTo>
                <a:lnTo>
                  <a:pt x="28" y="83"/>
                </a:lnTo>
                <a:lnTo>
                  <a:pt x="28" y="83"/>
                </a:lnTo>
                <a:lnTo>
                  <a:pt x="28" y="0"/>
                </a:lnTo>
                <a:lnTo>
                  <a:pt x="2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9" name="Rectangle 416">
            <a:extLst>
              <a:ext uri="{FF2B5EF4-FFF2-40B4-BE49-F238E27FC236}">
                <a16:creationId xmlns:a16="http://schemas.microsoft.com/office/drawing/2014/main" id="{4FF223EF-88C6-44EC-90C5-67D381DD1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29005" y="5898922"/>
            <a:ext cx="44450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0" name="Rectangle 417">
            <a:extLst>
              <a:ext uri="{FF2B5EF4-FFF2-40B4-BE49-F238E27FC236}">
                <a16:creationId xmlns:a16="http://schemas.microsoft.com/office/drawing/2014/main" id="{305FFCE2-4B3C-49FA-9C59-0136B498B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29005" y="5898922"/>
            <a:ext cx="44450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1" name="Freeform 418">
            <a:extLst>
              <a:ext uri="{FF2B5EF4-FFF2-40B4-BE49-F238E27FC236}">
                <a16:creationId xmlns:a16="http://schemas.microsoft.com/office/drawing/2014/main" id="{B5FE16E7-3B5E-484D-8A14-A3D6801525B0}"/>
              </a:ext>
            </a:extLst>
          </p:cNvPr>
          <p:cNvSpPr>
            <a:spLocks/>
          </p:cNvSpPr>
          <p:nvPr/>
        </p:nvSpPr>
        <p:spPr bwMode="auto">
          <a:xfrm>
            <a:off x="11244942" y="5541734"/>
            <a:ext cx="142875" cy="263525"/>
          </a:xfrm>
          <a:custGeom>
            <a:avLst/>
            <a:gdLst>
              <a:gd name="T0" fmla="*/ 35 w 35"/>
              <a:gd name="T1" fmla="*/ 64 h 64"/>
              <a:gd name="T2" fmla="*/ 30 w 35"/>
              <a:gd name="T3" fmla="*/ 64 h 64"/>
              <a:gd name="T4" fmla="*/ 0 w 35"/>
              <a:gd name="T5" fmla="*/ 4 h 64"/>
              <a:gd name="T6" fmla="*/ 2 w 35"/>
              <a:gd name="T7" fmla="*/ 0 h 64"/>
              <a:gd name="T8" fmla="*/ 35 w 35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64">
                <a:moveTo>
                  <a:pt x="35" y="64"/>
                </a:moveTo>
                <a:cubicBezTo>
                  <a:pt x="30" y="64"/>
                  <a:pt x="30" y="64"/>
                  <a:pt x="30" y="64"/>
                </a:cubicBezTo>
                <a:cubicBezTo>
                  <a:pt x="30" y="63"/>
                  <a:pt x="30" y="18"/>
                  <a:pt x="0" y="4"/>
                </a:cubicBezTo>
                <a:cubicBezTo>
                  <a:pt x="2" y="0"/>
                  <a:pt x="2" y="0"/>
                  <a:pt x="2" y="0"/>
                </a:cubicBezTo>
                <a:cubicBezTo>
                  <a:pt x="34" y="15"/>
                  <a:pt x="35" y="62"/>
                  <a:pt x="35" y="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2" name="Freeform 419">
            <a:extLst>
              <a:ext uri="{FF2B5EF4-FFF2-40B4-BE49-F238E27FC236}">
                <a16:creationId xmlns:a16="http://schemas.microsoft.com/office/drawing/2014/main" id="{C5ECD595-A913-4A4B-9320-0CF4E562C430}"/>
              </a:ext>
            </a:extLst>
          </p:cNvPr>
          <p:cNvSpPr>
            <a:spLocks/>
          </p:cNvSpPr>
          <p:nvPr/>
        </p:nvSpPr>
        <p:spPr bwMode="auto">
          <a:xfrm>
            <a:off x="11297330" y="5768747"/>
            <a:ext cx="152400" cy="142875"/>
          </a:xfrm>
          <a:custGeom>
            <a:avLst/>
            <a:gdLst>
              <a:gd name="T0" fmla="*/ 37 w 37"/>
              <a:gd name="T1" fmla="*/ 8 h 35"/>
              <a:gd name="T2" fmla="*/ 19 w 37"/>
              <a:gd name="T3" fmla="*/ 0 h 35"/>
              <a:gd name="T4" fmla="*/ 0 w 37"/>
              <a:gd name="T5" fmla="*/ 15 h 35"/>
              <a:gd name="T6" fmla="*/ 19 w 37"/>
              <a:gd name="T7" fmla="*/ 35 h 35"/>
              <a:gd name="T8" fmla="*/ 37 w 37"/>
              <a:gd name="T9" fmla="*/ 24 h 35"/>
              <a:gd name="T10" fmla="*/ 34 w 37"/>
              <a:gd name="T11" fmla="*/ 15 h 35"/>
              <a:gd name="T12" fmla="*/ 37 w 37"/>
              <a:gd name="T13" fmla="*/ 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35">
                <a:moveTo>
                  <a:pt x="37" y="8"/>
                </a:moveTo>
                <a:cubicBezTo>
                  <a:pt x="33" y="3"/>
                  <a:pt x="27" y="0"/>
                  <a:pt x="19" y="0"/>
                </a:cubicBezTo>
                <a:cubicBezTo>
                  <a:pt x="9" y="0"/>
                  <a:pt x="0" y="5"/>
                  <a:pt x="0" y="15"/>
                </a:cubicBezTo>
                <a:cubicBezTo>
                  <a:pt x="0" y="26"/>
                  <a:pt x="9" y="35"/>
                  <a:pt x="19" y="35"/>
                </a:cubicBezTo>
                <a:cubicBezTo>
                  <a:pt x="27" y="35"/>
                  <a:pt x="33" y="31"/>
                  <a:pt x="37" y="24"/>
                </a:cubicBezTo>
                <a:cubicBezTo>
                  <a:pt x="35" y="22"/>
                  <a:pt x="34" y="19"/>
                  <a:pt x="34" y="15"/>
                </a:cubicBezTo>
                <a:cubicBezTo>
                  <a:pt x="34" y="12"/>
                  <a:pt x="35" y="10"/>
                  <a:pt x="37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3" name="Oval 420">
            <a:extLst>
              <a:ext uri="{FF2B5EF4-FFF2-40B4-BE49-F238E27FC236}">
                <a16:creationId xmlns:a16="http://schemas.microsoft.com/office/drawing/2014/main" id="{EB58A0F4-6A87-47E1-A6C8-96E1666D3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49730" y="5768747"/>
            <a:ext cx="155575" cy="1428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4" name="Freeform 421">
            <a:extLst>
              <a:ext uri="{FF2B5EF4-FFF2-40B4-BE49-F238E27FC236}">
                <a16:creationId xmlns:a16="http://schemas.microsoft.com/office/drawing/2014/main" id="{B75E5993-0C8F-4D98-B3D3-75DC3E326524}"/>
              </a:ext>
            </a:extLst>
          </p:cNvPr>
          <p:cNvSpPr>
            <a:spLocks/>
          </p:cNvSpPr>
          <p:nvPr/>
        </p:nvSpPr>
        <p:spPr bwMode="auto">
          <a:xfrm>
            <a:off x="11395755" y="5608409"/>
            <a:ext cx="139700" cy="196850"/>
          </a:xfrm>
          <a:custGeom>
            <a:avLst/>
            <a:gdLst>
              <a:gd name="T0" fmla="*/ 34 w 34"/>
              <a:gd name="T1" fmla="*/ 48 h 48"/>
              <a:gd name="T2" fmla="*/ 30 w 34"/>
              <a:gd name="T3" fmla="*/ 48 h 48"/>
              <a:gd name="T4" fmla="*/ 0 w 34"/>
              <a:gd name="T5" fmla="*/ 4 h 48"/>
              <a:gd name="T6" fmla="*/ 1 w 34"/>
              <a:gd name="T7" fmla="*/ 0 h 48"/>
              <a:gd name="T8" fmla="*/ 34 w 34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48">
                <a:moveTo>
                  <a:pt x="34" y="48"/>
                </a:moveTo>
                <a:cubicBezTo>
                  <a:pt x="30" y="48"/>
                  <a:pt x="30" y="48"/>
                  <a:pt x="30" y="48"/>
                </a:cubicBezTo>
                <a:cubicBezTo>
                  <a:pt x="30" y="46"/>
                  <a:pt x="30" y="18"/>
                  <a:pt x="0" y="4"/>
                </a:cubicBezTo>
                <a:cubicBezTo>
                  <a:pt x="1" y="0"/>
                  <a:pt x="1" y="0"/>
                  <a:pt x="1" y="0"/>
                </a:cubicBezTo>
                <a:cubicBezTo>
                  <a:pt x="34" y="15"/>
                  <a:pt x="34" y="47"/>
                  <a:pt x="34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5" name="Freeform 422">
            <a:extLst>
              <a:ext uri="{FF2B5EF4-FFF2-40B4-BE49-F238E27FC236}">
                <a16:creationId xmlns:a16="http://schemas.microsoft.com/office/drawing/2014/main" id="{BAC2448D-9392-4496-879F-FD7FB1069E46}"/>
              </a:ext>
            </a:extLst>
          </p:cNvPr>
          <p:cNvSpPr>
            <a:spLocks noEditPoints="1"/>
          </p:cNvSpPr>
          <p:nvPr/>
        </p:nvSpPr>
        <p:spPr bwMode="auto">
          <a:xfrm>
            <a:off x="7409542" y="6367234"/>
            <a:ext cx="401638" cy="361950"/>
          </a:xfrm>
          <a:custGeom>
            <a:avLst/>
            <a:gdLst>
              <a:gd name="T0" fmla="*/ 93 w 98"/>
              <a:gd name="T1" fmla="*/ 9 h 88"/>
              <a:gd name="T2" fmla="*/ 88 w 98"/>
              <a:gd name="T3" fmla="*/ 0 h 88"/>
              <a:gd name="T4" fmla="*/ 51 w 98"/>
              <a:gd name="T5" fmla="*/ 13 h 88"/>
              <a:gd name="T6" fmla="*/ 46 w 98"/>
              <a:gd name="T7" fmla="*/ 18 h 88"/>
              <a:gd name="T8" fmla="*/ 33 w 98"/>
              <a:gd name="T9" fmla="*/ 20 h 88"/>
              <a:gd name="T10" fmla="*/ 32 w 98"/>
              <a:gd name="T11" fmla="*/ 19 h 88"/>
              <a:gd name="T12" fmla="*/ 0 w 98"/>
              <a:gd name="T13" fmla="*/ 29 h 88"/>
              <a:gd name="T14" fmla="*/ 75 w 98"/>
              <a:gd name="T15" fmla="*/ 88 h 88"/>
              <a:gd name="T16" fmla="*/ 83 w 98"/>
              <a:gd name="T17" fmla="*/ 76 h 88"/>
              <a:gd name="T18" fmla="*/ 93 w 98"/>
              <a:gd name="T19" fmla="*/ 9 h 88"/>
              <a:gd name="T20" fmla="*/ 45 w 98"/>
              <a:gd name="T21" fmla="*/ 36 h 88"/>
              <a:gd name="T22" fmla="*/ 35 w 98"/>
              <a:gd name="T23" fmla="*/ 34 h 88"/>
              <a:gd name="T24" fmla="*/ 37 w 98"/>
              <a:gd name="T25" fmla="*/ 25 h 88"/>
              <a:gd name="T26" fmla="*/ 46 w 98"/>
              <a:gd name="T27" fmla="*/ 26 h 88"/>
              <a:gd name="T28" fmla="*/ 45 w 98"/>
              <a:gd name="T29" fmla="*/ 36 h 88"/>
              <a:gd name="T30" fmla="*/ 67 w 98"/>
              <a:gd name="T31" fmla="*/ 60 h 88"/>
              <a:gd name="T32" fmla="*/ 53 w 98"/>
              <a:gd name="T33" fmla="*/ 58 h 88"/>
              <a:gd name="T34" fmla="*/ 55 w 98"/>
              <a:gd name="T35" fmla="*/ 45 h 88"/>
              <a:gd name="T36" fmla="*/ 69 w 98"/>
              <a:gd name="T37" fmla="*/ 47 h 88"/>
              <a:gd name="T38" fmla="*/ 67 w 98"/>
              <a:gd name="T39" fmla="*/ 60 h 88"/>
              <a:gd name="T40" fmla="*/ 76 w 98"/>
              <a:gd name="T41" fmla="*/ 34 h 88"/>
              <a:gd name="T42" fmla="*/ 67 w 98"/>
              <a:gd name="T43" fmla="*/ 32 h 88"/>
              <a:gd name="T44" fmla="*/ 68 w 98"/>
              <a:gd name="T45" fmla="*/ 24 h 88"/>
              <a:gd name="T46" fmla="*/ 77 w 98"/>
              <a:gd name="T47" fmla="*/ 25 h 88"/>
              <a:gd name="T48" fmla="*/ 76 w 98"/>
              <a:gd name="T49" fmla="*/ 3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8" h="88">
                <a:moveTo>
                  <a:pt x="93" y="9"/>
                </a:moveTo>
                <a:cubicBezTo>
                  <a:pt x="91" y="6"/>
                  <a:pt x="90" y="3"/>
                  <a:pt x="88" y="0"/>
                </a:cubicBezTo>
                <a:cubicBezTo>
                  <a:pt x="51" y="13"/>
                  <a:pt x="51" y="13"/>
                  <a:pt x="51" y="13"/>
                </a:cubicBezTo>
                <a:cubicBezTo>
                  <a:pt x="50" y="14"/>
                  <a:pt x="48" y="16"/>
                  <a:pt x="46" y="18"/>
                </a:cubicBezTo>
                <a:cubicBezTo>
                  <a:pt x="41" y="22"/>
                  <a:pt x="35" y="23"/>
                  <a:pt x="33" y="20"/>
                </a:cubicBezTo>
                <a:cubicBezTo>
                  <a:pt x="33" y="20"/>
                  <a:pt x="32" y="19"/>
                  <a:pt x="32" y="19"/>
                </a:cubicBezTo>
                <a:cubicBezTo>
                  <a:pt x="0" y="29"/>
                  <a:pt x="0" y="29"/>
                  <a:pt x="0" y="29"/>
                </a:cubicBezTo>
                <a:cubicBezTo>
                  <a:pt x="75" y="88"/>
                  <a:pt x="75" y="88"/>
                  <a:pt x="75" y="88"/>
                </a:cubicBezTo>
                <a:cubicBezTo>
                  <a:pt x="78" y="84"/>
                  <a:pt x="80" y="80"/>
                  <a:pt x="83" y="76"/>
                </a:cubicBezTo>
                <a:cubicBezTo>
                  <a:pt x="95" y="55"/>
                  <a:pt x="98" y="31"/>
                  <a:pt x="93" y="9"/>
                </a:cubicBezTo>
                <a:moveTo>
                  <a:pt x="45" y="36"/>
                </a:moveTo>
                <a:cubicBezTo>
                  <a:pt x="42" y="38"/>
                  <a:pt x="38" y="37"/>
                  <a:pt x="35" y="34"/>
                </a:cubicBezTo>
                <a:cubicBezTo>
                  <a:pt x="33" y="32"/>
                  <a:pt x="34" y="27"/>
                  <a:pt x="37" y="25"/>
                </a:cubicBezTo>
                <a:cubicBezTo>
                  <a:pt x="40" y="23"/>
                  <a:pt x="44" y="24"/>
                  <a:pt x="46" y="26"/>
                </a:cubicBezTo>
                <a:cubicBezTo>
                  <a:pt x="48" y="29"/>
                  <a:pt x="48" y="34"/>
                  <a:pt x="45" y="36"/>
                </a:cubicBezTo>
                <a:moveTo>
                  <a:pt x="67" y="60"/>
                </a:moveTo>
                <a:cubicBezTo>
                  <a:pt x="62" y="63"/>
                  <a:pt x="57" y="63"/>
                  <a:pt x="53" y="58"/>
                </a:cubicBezTo>
                <a:cubicBezTo>
                  <a:pt x="50" y="54"/>
                  <a:pt x="51" y="48"/>
                  <a:pt x="55" y="45"/>
                </a:cubicBezTo>
                <a:cubicBezTo>
                  <a:pt x="59" y="42"/>
                  <a:pt x="65" y="43"/>
                  <a:pt x="69" y="47"/>
                </a:cubicBezTo>
                <a:cubicBezTo>
                  <a:pt x="72" y="51"/>
                  <a:pt x="71" y="57"/>
                  <a:pt x="67" y="60"/>
                </a:cubicBezTo>
                <a:moveTo>
                  <a:pt x="76" y="34"/>
                </a:moveTo>
                <a:cubicBezTo>
                  <a:pt x="73" y="36"/>
                  <a:pt x="69" y="35"/>
                  <a:pt x="67" y="32"/>
                </a:cubicBezTo>
                <a:cubicBezTo>
                  <a:pt x="65" y="30"/>
                  <a:pt x="66" y="26"/>
                  <a:pt x="68" y="24"/>
                </a:cubicBezTo>
                <a:cubicBezTo>
                  <a:pt x="71" y="22"/>
                  <a:pt x="75" y="22"/>
                  <a:pt x="77" y="25"/>
                </a:cubicBezTo>
                <a:cubicBezTo>
                  <a:pt x="79" y="28"/>
                  <a:pt x="78" y="31"/>
                  <a:pt x="76" y="3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6" name="Freeform 423">
            <a:extLst>
              <a:ext uri="{FF2B5EF4-FFF2-40B4-BE49-F238E27FC236}">
                <a16:creationId xmlns:a16="http://schemas.microsoft.com/office/drawing/2014/main" id="{02729D90-3F8E-48CE-BB85-88C413E20F07}"/>
              </a:ext>
            </a:extLst>
          </p:cNvPr>
          <p:cNvSpPr>
            <a:spLocks/>
          </p:cNvSpPr>
          <p:nvPr/>
        </p:nvSpPr>
        <p:spPr bwMode="auto">
          <a:xfrm>
            <a:off x="7409542" y="6486297"/>
            <a:ext cx="306388" cy="242888"/>
          </a:xfrm>
          <a:custGeom>
            <a:avLst/>
            <a:gdLst>
              <a:gd name="T0" fmla="*/ 0 w 193"/>
              <a:gd name="T1" fmla="*/ 0 h 153"/>
              <a:gd name="T2" fmla="*/ 36 w 193"/>
              <a:gd name="T3" fmla="*/ 57 h 153"/>
              <a:gd name="T4" fmla="*/ 193 w 193"/>
              <a:gd name="T5" fmla="*/ 153 h 153"/>
              <a:gd name="T6" fmla="*/ 0 w 193"/>
              <a:gd name="T7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3" h="153">
                <a:moveTo>
                  <a:pt x="0" y="0"/>
                </a:moveTo>
                <a:lnTo>
                  <a:pt x="36" y="57"/>
                </a:lnTo>
                <a:lnTo>
                  <a:pt x="193" y="15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7" name="Freeform 424">
            <a:extLst>
              <a:ext uri="{FF2B5EF4-FFF2-40B4-BE49-F238E27FC236}">
                <a16:creationId xmlns:a16="http://schemas.microsoft.com/office/drawing/2014/main" id="{BC53C839-6C17-48CF-9FAC-123218FE9B7D}"/>
              </a:ext>
            </a:extLst>
          </p:cNvPr>
          <p:cNvSpPr>
            <a:spLocks/>
          </p:cNvSpPr>
          <p:nvPr/>
        </p:nvSpPr>
        <p:spPr bwMode="auto">
          <a:xfrm>
            <a:off x="7409542" y="6486297"/>
            <a:ext cx="306388" cy="242888"/>
          </a:xfrm>
          <a:custGeom>
            <a:avLst/>
            <a:gdLst>
              <a:gd name="T0" fmla="*/ 0 w 193"/>
              <a:gd name="T1" fmla="*/ 0 h 153"/>
              <a:gd name="T2" fmla="*/ 36 w 193"/>
              <a:gd name="T3" fmla="*/ 57 h 153"/>
              <a:gd name="T4" fmla="*/ 193 w 193"/>
              <a:gd name="T5" fmla="*/ 153 h 153"/>
              <a:gd name="T6" fmla="*/ 0 w 193"/>
              <a:gd name="T7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3" h="153">
                <a:moveTo>
                  <a:pt x="0" y="0"/>
                </a:moveTo>
                <a:lnTo>
                  <a:pt x="36" y="57"/>
                </a:lnTo>
                <a:lnTo>
                  <a:pt x="193" y="153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8" name="Freeform 425">
            <a:extLst>
              <a:ext uri="{FF2B5EF4-FFF2-40B4-BE49-F238E27FC236}">
                <a16:creationId xmlns:a16="http://schemas.microsoft.com/office/drawing/2014/main" id="{9E9AD503-23C1-4111-ADEB-3BDF7A1918F4}"/>
              </a:ext>
            </a:extLst>
          </p:cNvPr>
          <p:cNvSpPr>
            <a:spLocks noEditPoints="1"/>
          </p:cNvSpPr>
          <p:nvPr/>
        </p:nvSpPr>
        <p:spPr bwMode="auto">
          <a:xfrm>
            <a:off x="8262030" y="6367234"/>
            <a:ext cx="482600" cy="423863"/>
          </a:xfrm>
          <a:custGeom>
            <a:avLst/>
            <a:gdLst>
              <a:gd name="T0" fmla="*/ 105 w 118"/>
              <a:gd name="T1" fmla="*/ 35 h 103"/>
              <a:gd name="T2" fmla="*/ 89 w 118"/>
              <a:gd name="T3" fmla="*/ 19 h 103"/>
              <a:gd name="T4" fmla="*/ 43 w 118"/>
              <a:gd name="T5" fmla="*/ 7 h 103"/>
              <a:gd name="T6" fmla="*/ 31 w 118"/>
              <a:gd name="T7" fmla="*/ 16 h 103"/>
              <a:gd name="T8" fmla="*/ 11 w 118"/>
              <a:gd name="T9" fmla="*/ 34 h 103"/>
              <a:gd name="T10" fmla="*/ 1 w 118"/>
              <a:gd name="T11" fmla="*/ 52 h 103"/>
              <a:gd name="T12" fmla="*/ 58 w 118"/>
              <a:gd name="T13" fmla="*/ 103 h 103"/>
              <a:gd name="T14" fmla="*/ 109 w 118"/>
              <a:gd name="T15" fmla="*/ 63 h 103"/>
              <a:gd name="T16" fmla="*/ 106 w 118"/>
              <a:gd name="T17" fmla="*/ 35 h 103"/>
              <a:gd name="T18" fmla="*/ 102 w 118"/>
              <a:gd name="T19" fmla="*/ 38 h 103"/>
              <a:gd name="T20" fmla="*/ 67 w 118"/>
              <a:gd name="T21" fmla="*/ 84 h 103"/>
              <a:gd name="T22" fmla="*/ 92 w 118"/>
              <a:gd name="T23" fmla="*/ 27 h 103"/>
              <a:gd name="T24" fmla="*/ 53 w 118"/>
              <a:gd name="T25" fmla="*/ 84 h 103"/>
              <a:gd name="T26" fmla="*/ 88 w 118"/>
              <a:gd name="T27" fmla="*/ 25 h 103"/>
              <a:gd name="T28" fmla="*/ 63 w 118"/>
              <a:gd name="T29" fmla="*/ 84 h 103"/>
              <a:gd name="T30" fmla="*/ 64 w 118"/>
              <a:gd name="T31" fmla="*/ 79 h 103"/>
              <a:gd name="T32" fmla="*/ 88 w 118"/>
              <a:gd name="T33" fmla="*/ 25 h 103"/>
              <a:gd name="T34" fmla="*/ 67 w 118"/>
              <a:gd name="T35" fmla="*/ 10 h 103"/>
              <a:gd name="T36" fmla="*/ 58 w 118"/>
              <a:gd name="T37" fmla="*/ 83 h 103"/>
              <a:gd name="T38" fmla="*/ 49 w 118"/>
              <a:gd name="T39" fmla="*/ 11 h 103"/>
              <a:gd name="T40" fmla="*/ 49 w 118"/>
              <a:gd name="T41" fmla="*/ 11 h 103"/>
              <a:gd name="T42" fmla="*/ 67 w 118"/>
              <a:gd name="T43" fmla="*/ 9 h 103"/>
              <a:gd name="T44" fmla="*/ 34 w 118"/>
              <a:gd name="T45" fmla="*/ 19 h 103"/>
              <a:gd name="T46" fmla="*/ 34 w 118"/>
              <a:gd name="T47" fmla="*/ 19 h 103"/>
              <a:gd name="T48" fmla="*/ 45 w 118"/>
              <a:gd name="T49" fmla="*/ 11 h 103"/>
              <a:gd name="T50" fmla="*/ 33 w 118"/>
              <a:gd name="T51" fmla="*/ 20 h 103"/>
              <a:gd name="T52" fmla="*/ 15 w 118"/>
              <a:gd name="T53" fmla="*/ 35 h 103"/>
              <a:gd name="T54" fmla="*/ 48 w 118"/>
              <a:gd name="T55" fmla="*/ 80 h 103"/>
              <a:gd name="T56" fmla="*/ 45 w 118"/>
              <a:gd name="T57" fmla="*/ 80 h 103"/>
              <a:gd name="T58" fmla="*/ 16 w 118"/>
              <a:gd name="T59" fmla="*/ 43 h 103"/>
              <a:gd name="T60" fmla="*/ 5 w 118"/>
              <a:gd name="T61" fmla="*/ 51 h 103"/>
              <a:gd name="T62" fmla="*/ 10 w 118"/>
              <a:gd name="T63" fmla="*/ 40 h 103"/>
              <a:gd name="T64" fmla="*/ 14 w 118"/>
              <a:gd name="T65" fmla="*/ 46 h 103"/>
              <a:gd name="T66" fmla="*/ 45 w 118"/>
              <a:gd name="T67" fmla="*/ 85 h 103"/>
              <a:gd name="T68" fmla="*/ 5 w 118"/>
              <a:gd name="T69" fmla="*/ 51 h 103"/>
              <a:gd name="T70" fmla="*/ 79 w 118"/>
              <a:gd name="T71" fmla="*/ 88 h 103"/>
              <a:gd name="T72" fmla="*/ 105 w 118"/>
              <a:gd name="T73" fmla="*/ 4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8" h="103">
                <a:moveTo>
                  <a:pt x="106" y="35"/>
                </a:moveTo>
                <a:cubicBezTo>
                  <a:pt x="105" y="35"/>
                  <a:pt x="105" y="35"/>
                  <a:pt x="105" y="35"/>
                </a:cubicBezTo>
                <a:cubicBezTo>
                  <a:pt x="89" y="19"/>
                  <a:pt x="89" y="19"/>
                  <a:pt x="89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84" y="10"/>
                  <a:pt x="76" y="8"/>
                  <a:pt x="72" y="7"/>
                </a:cubicBezTo>
                <a:cubicBezTo>
                  <a:pt x="54" y="0"/>
                  <a:pt x="44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0" y="8"/>
                  <a:pt x="36" y="11"/>
                  <a:pt x="31" y="16"/>
                </a:cubicBezTo>
                <a:cubicBezTo>
                  <a:pt x="10" y="34"/>
                  <a:pt x="10" y="34"/>
                  <a:pt x="10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9" y="35"/>
                  <a:pt x="7" y="37"/>
                  <a:pt x="3" y="42"/>
                </a:cubicBezTo>
                <a:cubicBezTo>
                  <a:pt x="1" y="45"/>
                  <a:pt x="0" y="48"/>
                  <a:pt x="1" y="52"/>
                </a:cubicBezTo>
                <a:cubicBezTo>
                  <a:pt x="4" y="70"/>
                  <a:pt x="41" y="96"/>
                  <a:pt x="43" y="97"/>
                </a:cubicBezTo>
                <a:cubicBezTo>
                  <a:pt x="47" y="101"/>
                  <a:pt x="52" y="103"/>
                  <a:pt x="58" y="103"/>
                </a:cubicBezTo>
                <a:cubicBezTo>
                  <a:pt x="69" y="103"/>
                  <a:pt x="78" y="94"/>
                  <a:pt x="78" y="94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62"/>
                  <a:pt x="109" y="62"/>
                  <a:pt x="109" y="62"/>
                </a:cubicBezTo>
                <a:cubicBezTo>
                  <a:pt x="118" y="46"/>
                  <a:pt x="106" y="35"/>
                  <a:pt x="106" y="35"/>
                </a:cubicBezTo>
                <a:close/>
                <a:moveTo>
                  <a:pt x="92" y="27"/>
                </a:moveTo>
                <a:cubicBezTo>
                  <a:pt x="102" y="38"/>
                  <a:pt x="102" y="38"/>
                  <a:pt x="102" y="38"/>
                </a:cubicBezTo>
                <a:cubicBezTo>
                  <a:pt x="101" y="45"/>
                  <a:pt x="81" y="69"/>
                  <a:pt x="68" y="84"/>
                </a:cubicBezTo>
                <a:cubicBezTo>
                  <a:pt x="68" y="84"/>
                  <a:pt x="67" y="84"/>
                  <a:pt x="67" y="84"/>
                </a:cubicBezTo>
                <a:cubicBezTo>
                  <a:pt x="67" y="84"/>
                  <a:pt x="67" y="83"/>
                  <a:pt x="68" y="83"/>
                </a:cubicBezTo>
                <a:cubicBezTo>
                  <a:pt x="71" y="76"/>
                  <a:pt x="89" y="33"/>
                  <a:pt x="92" y="27"/>
                </a:cubicBezTo>
                <a:close/>
                <a:moveTo>
                  <a:pt x="53" y="84"/>
                </a:moveTo>
                <a:cubicBezTo>
                  <a:pt x="53" y="84"/>
                  <a:pt x="53" y="84"/>
                  <a:pt x="53" y="84"/>
                </a:cubicBezTo>
                <a:cubicBezTo>
                  <a:pt x="53" y="84"/>
                  <a:pt x="53" y="84"/>
                  <a:pt x="53" y="84"/>
                </a:cubicBezTo>
                <a:close/>
                <a:moveTo>
                  <a:pt x="88" y="25"/>
                </a:moveTo>
                <a:cubicBezTo>
                  <a:pt x="86" y="32"/>
                  <a:pt x="67" y="74"/>
                  <a:pt x="64" y="81"/>
                </a:cubicBezTo>
                <a:cubicBezTo>
                  <a:pt x="64" y="82"/>
                  <a:pt x="63" y="83"/>
                  <a:pt x="63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3" y="82"/>
                  <a:pt x="64" y="81"/>
                  <a:pt x="64" y="79"/>
                </a:cubicBezTo>
                <a:cubicBezTo>
                  <a:pt x="65" y="77"/>
                  <a:pt x="77" y="31"/>
                  <a:pt x="72" y="11"/>
                </a:cubicBezTo>
                <a:cubicBezTo>
                  <a:pt x="76" y="12"/>
                  <a:pt x="84" y="14"/>
                  <a:pt x="88" y="25"/>
                </a:cubicBezTo>
                <a:close/>
                <a:moveTo>
                  <a:pt x="67" y="9"/>
                </a:moveTo>
                <a:cubicBezTo>
                  <a:pt x="67" y="10"/>
                  <a:pt x="67" y="10"/>
                  <a:pt x="67" y="10"/>
                </a:cubicBezTo>
                <a:cubicBezTo>
                  <a:pt x="74" y="26"/>
                  <a:pt x="61" y="78"/>
                  <a:pt x="61" y="78"/>
                </a:cubicBezTo>
                <a:cubicBezTo>
                  <a:pt x="59" y="83"/>
                  <a:pt x="58" y="83"/>
                  <a:pt x="58" y="83"/>
                </a:cubicBezTo>
                <a:cubicBezTo>
                  <a:pt x="57" y="83"/>
                  <a:pt x="56" y="81"/>
                  <a:pt x="56" y="79"/>
                </a:cubicBezTo>
                <a:cubicBezTo>
                  <a:pt x="45" y="49"/>
                  <a:pt x="49" y="11"/>
                  <a:pt x="49" y="1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1"/>
                  <a:pt x="49" y="11"/>
                  <a:pt x="49" y="11"/>
                </a:cubicBezTo>
                <a:cubicBezTo>
                  <a:pt x="48" y="10"/>
                  <a:pt x="48" y="10"/>
                  <a:pt x="48" y="9"/>
                </a:cubicBezTo>
                <a:cubicBezTo>
                  <a:pt x="51" y="8"/>
                  <a:pt x="58" y="6"/>
                  <a:pt x="67" y="9"/>
                </a:cubicBezTo>
                <a:close/>
                <a:moveTo>
                  <a:pt x="33" y="20"/>
                </a:moveTo>
                <a:cubicBezTo>
                  <a:pt x="33" y="20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41" y="12"/>
                  <a:pt x="43" y="11"/>
                  <a:pt x="44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4" y="15"/>
                  <a:pt x="45" y="53"/>
                  <a:pt x="54" y="83"/>
                </a:cubicBezTo>
                <a:cubicBezTo>
                  <a:pt x="45" y="70"/>
                  <a:pt x="22" y="32"/>
                  <a:pt x="33" y="20"/>
                </a:cubicBezTo>
                <a:close/>
                <a:moveTo>
                  <a:pt x="14" y="38"/>
                </a:moveTo>
                <a:cubicBezTo>
                  <a:pt x="15" y="37"/>
                  <a:pt x="15" y="36"/>
                  <a:pt x="15" y="35"/>
                </a:cubicBezTo>
                <a:cubicBezTo>
                  <a:pt x="26" y="26"/>
                  <a:pt x="26" y="26"/>
                  <a:pt x="26" y="26"/>
                </a:cubicBezTo>
                <a:cubicBezTo>
                  <a:pt x="23" y="45"/>
                  <a:pt x="47" y="79"/>
                  <a:pt x="48" y="80"/>
                </a:cubicBezTo>
                <a:cubicBezTo>
                  <a:pt x="49" y="81"/>
                  <a:pt x="49" y="82"/>
                  <a:pt x="49" y="83"/>
                </a:cubicBezTo>
                <a:cubicBezTo>
                  <a:pt x="48" y="82"/>
                  <a:pt x="47" y="82"/>
                  <a:pt x="45" y="80"/>
                </a:cubicBezTo>
                <a:cubicBezTo>
                  <a:pt x="38" y="75"/>
                  <a:pt x="30" y="63"/>
                  <a:pt x="17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2"/>
                  <a:pt x="14" y="39"/>
                  <a:pt x="14" y="38"/>
                </a:cubicBezTo>
                <a:close/>
                <a:moveTo>
                  <a:pt x="5" y="51"/>
                </a:moveTo>
                <a:cubicBezTo>
                  <a:pt x="4" y="49"/>
                  <a:pt x="5" y="46"/>
                  <a:pt x="6" y="45"/>
                </a:cubicBezTo>
                <a:cubicBezTo>
                  <a:pt x="7" y="44"/>
                  <a:pt x="9" y="42"/>
                  <a:pt x="10" y="40"/>
                </a:cubicBezTo>
                <a:cubicBezTo>
                  <a:pt x="10" y="42"/>
                  <a:pt x="12" y="44"/>
                  <a:pt x="13" y="45"/>
                </a:cubicBezTo>
                <a:cubicBezTo>
                  <a:pt x="14" y="46"/>
                  <a:pt x="14" y="46"/>
                  <a:pt x="14" y="46"/>
                </a:cubicBezTo>
                <a:cubicBezTo>
                  <a:pt x="27" y="66"/>
                  <a:pt x="36" y="78"/>
                  <a:pt x="43" y="83"/>
                </a:cubicBezTo>
                <a:cubicBezTo>
                  <a:pt x="44" y="84"/>
                  <a:pt x="45" y="85"/>
                  <a:pt x="45" y="85"/>
                </a:cubicBezTo>
                <a:cubicBezTo>
                  <a:pt x="41" y="86"/>
                  <a:pt x="38" y="88"/>
                  <a:pt x="37" y="88"/>
                </a:cubicBezTo>
                <a:cubicBezTo>
                  <a:pt x="26" y="80"/>
                  <a:pt x="7" y="63"/>
                  <a:pt x="5" y="51"/>
                </a:cubicBezTo>
                <a:close/>
                <a:moveTo>
                  <a:pt x="106" y="60"/>
                </a:moveTo>
                <a:cubicBezTo>
                  <a:pt x="79" y="88"/>
                  <a:pt x="79" y="88"/>
                  <a:pt x="79" y="88"/>
                </a:cubicBezTo>
                <a:cubicBezTo>
                  <a:pt x="77" y="87"/>
                  <a:pt x="74" y="86"/>
                  <a:pt x="72" y="85"/>
                </a:cubicBezTo>
                <a:cubicBezTo>
                  <a:pt x="79" y="78"/>
                  <a:pt x="100" y="53"/>
                  <a:pt x="105" y="41"/>
                </a:cubicBezTo>
                <a:cubicBezTo>
                  <a:pt x="108" y="45"/>
                  <a:pt x="111" y="51"/>
                  <a:pt x="106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9" name="Freeform 426">
            <a:extLst>
              <a:ext uri="{FF2B5EF4-FFF2-40B4-BE49-F238E27FC236}">
                <a16:creationId xmlns:a16="http://schemas.microsoft.com/office/drawing/2014/main" id="{B92D0997-688F-4316-8DC9-342F1FD9108E}"/>
              </a:ext>
            </a:extLst>
          </p:cNvPr>
          <p:cNvSpPr>
            <a:spLocks noEditPoints="1"/>
          </p:cNvSpPr>
          <p:nvPr/>
        </p:nvSpPr>
        <p:spPr bwMode="auto">
          <a:xfrm>
            <a:off x="9014505" y="6379934"/>
            <a:ext cx="385763" cy="385763"/>
          </a:xfrm>
          <a:custGeom>
            <a:avLst/>
            <a:gdLst>
              <a:gd name="T0" fmla="*/ 64 w 94"/>
              <a:gd name="T1" fmla="*/ 0 h 94"/>
              <a:gd name="T2" fmla="*/ 0 w 94"/>
              <a:gd name="T3" fmla="*/ 48 h 94"/>
              <a:gd name="T4" fmla="*/ 0 w 94"/>
              <a:gd name="T5" fmla="*/ 94 h 94"/>
              <a:gd name="T6" fmla="*/ 94 w 94"/>
              <a:gd name="T7" fmla="*/ 94 h 94"/>
              <a:gd name="T8" fmla="*/ 94 w 94"/>
              <a:gd name="T9" fmla="*/ 48 h 94"/>
              <a:gd name="T10" fmla="*/ 64 w 94"/>
              <a:gd name="T11" fmla="*/ 0 h 94"/>
              <a:gd name="T12" fmla="*/ 91 w 94"/>
              <a:gd name="T13" fmla="*/ 69 h 94"/>
              <a:gd name="T14" fmla="*/ 4 w 94"/>
              <a:gd name="T15" fmla="*/ 69 h 94"/>
              <a:gd name="T16" fmla="*/ 4 w 94"/>
              <a:gd name="T17" fmla="*/ 52 h 94"/>
              <a:gd name="T18" fmla="*/ 91 w 94"/>
              <a:gd name="T19" fmla="*/ 52 h 94"/>
              <a:gd name="T20" fmla="*/ 91 w 94"/>
              <a:gd name="T21" fmla="*/ 69 h 94"/>
              <a:gd name="T22" fmla="*/ 4 w 94"/>
              <a:gd name="T23" fmla="*/ 91 h 94"/>
              <a:gd name="T24" fmla="*/ 4 w 94"/>
              <a:gd name="T25" fmla="*/ 73 h 94"/>
              <a:gd name="T26" fmla="*/ 91 w 94"/>
              <a:gd name="T27" fmla="*/ 73 h 94"/>
              <a:gd name="T28" fmla="*/ 91 w 94"/>
              <a:gd name="T29" fmla="*/ 91 h 94"/>
              <a:gd name="T30" fmla="*/ 4 w 94"/>
              <a:gd name="T31" fmla="*/ 91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4" h="94">
                <a:moveTo>
                  <a:pt x="64" y="0"/>
                </a:moveTo>
                <a:cubicBezTo>
                  <a:pt x="0" y="48"/>
                  <a:pt x="0" y="48"/>
                  <a:pt x="0" y="48"/>
                </a:cubicBezTo>
                <a:cubicBezTo>
                  <a:pt x="0" y="94"/>
                  <a:pt x="0" y="94"/>
                  <a:pt x="0" y="94"/>
                </a:cubicBezTo>
                <a:cubicBezTo>
                  <a:pt x="94" y="94"/>
                  <a:pt x="94" y="94"/>
                  <a:pt x="94" y="94"/>
                </a:cubicBezTo>
                <a:cubicBezTo>
                  <a:pt x="94" y="48"/>
                  <a:pt x="94" y="48"/>
                  <a:pt x="94" y="48"/>
                </a:cubicBezTo>
                <a:cubicBezTo>
                  <a:pt x="94" y="48"/>
                  <a:pt x="92" y="28"/>
                  <a:pt x="64" y="0"/>
                </a:cubicBezTo>
                <a:close/>
                <a:moveTo>
                  <a:pt x="91" y="69"/>
                </a:moveTo>
                <a:cubicBezTo>
                  <a:pt x="4" y="69"/>
                  <a:pt x="4" y="69"/>
                  <a:pt x="4" y="69"/>
                </a:cubicBezTo>
                <a:cubicBezTo>
                  <a:pt x="4" y="52"/>
                  <a:pt x="4" y="52"/>
                  <a:pt x="4" y="52"/>
                </a:cubicBezTo>
                <a:cubicBezTo>
                  <a:pt x="91" y="52"/>
                  <a:pt x="91" y="52"/>
                  <a:pt x="91" y="52"/>
                </a:cubicBezTo>
                <a:lnTo>
                  <a:pt x="91" y="69"/>
                </a:lnTo>
                <a:close/>
                <a:moveTo>
                  <a:pt x="4" y="91"/>
                </a:moveTo>
                <a:cubicBezTo>
                  <a:pt x="4" y="73"/>
                  <a:pt x="4" y="73"/>
                  <a:pt x="4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91"/>
                  <a:pt x="91" y="91"/>
                  <a:pt x="91" y="91"/>
                </a:cubicBezTo>
                <a:lnTo>
                  <a:pt x="4" y="9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0" name="Freeform 427">
            <a:extLst>
              <a:ext uri="{FF2B5EF4-FFF2-40B4-BE49-F238E27FC236}">
                <a16:creationId xmlns:a16="http://schemas.microsoft.com/office/drawing/2014/main" id="{76967758-510B-45AF-95C7-93A1D64AA347}"/>
              </a:ext>
            </a:extLst>
          </p:cNvPr>
          <p:cNvSpPr>
            <a:spLocks/>
          </p:cNvSpPr>
          <p:nvPr/>
        </p:nvSpPr>
        <p:spPr bwMode="auto">
          <a:xfrm>
            <a:off x="9970180" y="6503759"/>
            <a:ext cx="111125" cy="150813"/>
          </a:xfrm>
          <a:custGeom>
            <a:avLst/>
            <a:gdLst>
              <a:gd name="T0" fmla="*/ 16 w 27"/>
              <a:gd name="T1" fmla="*/ 37 h 37"/>
              <a:gd name="T2" fmla="*/ 27 w 27"/>
              <a:gd name="T3" fmla="*/ 13 h 37"/>
              <a:gd name="T4" fmla="*/ 6 w 27"/>
              <a:gd name="T5" fmla="*/ 0 h 37"/>
              <a:gd name="T6" fmla="*/ 0 w 27"/>
              <a:gd name="T7" fmla="*/ 31 h 37"/>
              <a:gd name="T8" fmla="*/ 16 w 27"/>
              <a:gd name="T9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37">
                <a:moveTo>
                  <a:pt x="16" y="37"/>
                </a:moveTo>
                <a:cubicBezTo>
                  <a:pt x="27" y="13"/>
                  <a:pt x="27" y="13"/>
                  <a:pt x="27" y="13"/>
                </a:cubicBezTo>
                <a:cubicBezTo>
                  <a:pt x="21" y="7"/>
                  <a:pt x="14" y="3"/>
                  <a:pt x="6" y="0"/>
                </a:cubicBezTo>
                <a:cubicBezTo>
                  <a:pt x="0" y="31"/>
                  <a:pt x="0" y="31"/>
                  <a:pt x="0" y="31"/>
                </a:cubicBezTo>
                <a:cubicBezTo>
                  <a:pt x="5" y="32"/>
                  <a:pt x="11" y="35"/>
                  <a:pt x="16" y="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1" name="Freeform 428">
            <a:extLst>
              <a:ext uri="{FF2B5EF4-FFF2-40B4-BE49-F238E27FC236}">
                <a16:creationId xmlns:a16="http://schemas.microsoft.com/office/drawing/2014/main" id="{0C6BA2AE-FDBF-4C59-B344-66B3C7E127B5}"/>
              </a:ext>
            </a:extLst>
          </p:cNvPr>
          <p:cNvSpPr>
            <a:spLocks/>
          </p:cNvSpPr>
          <p:nvPr/>
        </p:nvSpPr>
        <p:spPr bwMode="auto">
          <a:xfrm>
            <a:off x="9739992" y="6503759"/>
            <a:ext cx="123825" cy="150813"/>
          </a:xfrm>
          <a:custGeom>
            <a:avLst/>
            <a:gdLst>
              <a:gd name="T0" fmla="*/ 30 w 30"/>
              <a:gd name="T1" fmla="*/ 31 h 37"/>
              <a:gd name="T2" fmla="*/ 24 w 30"/>
              <a:gd name="T3" fmla="*/ 0 h 37"/>
              <a:gd name="T4" fmla="*/ 0 w 30"/>
              <a:gd name="T5" fmla="*/ 16 h 37"/>
              <a:gd name="T6" fmla="*/ 15 w 30"/>
              <a:gd name="T7" fmla="*/ 37 h 37"/>
              <a:gd name="T8" fmla="*/ 30 w 30"/>
              <a:gd name="T9" fmla="*/ 31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37">
                <a:moveTo>
                  <a:pt x="30" y="31"/>
                </a:moveTo>
                <a:cubicBezTo>
                  <a:pt x="24" y="0"/>
                  <a:pt x="24" y="0"/>
                  <a:pt x="24" y="0"/>
                </a:cubicBezTo>
                <a:cubicBezTo>
                  <a:pt x="14" y="3"/>
                  <a:pt x="6" y="9"/>
                  <a:pt x="0" y="16"/>
                </a:cubicBezTo>
                <a:cubicBezTo>
                  <a:pt x="15" y="37"/>
                  <a:pt x="15" y="37"/>
                  <a:pt x="15" y="37"/>
                </a:cubicBezTo>
                <a:cubicBezTo>
                  <a:pt x="19" y="34"/>
                  <a:pt x="25" y="32"/>
                  <a:pt x="30" y="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2" name="Freeform 429">
            <a:extLst>
              <a:ext uri="{FF2B5EF4-FFF2-40B4-BE49-F238E27FC236}">
                <a16:creationId xmlns:a16="http://schemas.microsoft.com/office/drawing/2014/main" id="{CA145277-DABA-4AE0-A916-C02689CCDB6A}"/>
              </a:ext>
            </a:extLst>
          </p:cNvPr>
          <p:cNvSpPr>
            <a:spLocks/>
          </p:cNvSpPr>
          <p:nvPr/>
        </p:nvSpPr>
        <p:spPr bwMode="auto">
          <a:xfrm>
            <a:off x="9690780" y="6584722"/>
            <a:ext cx="95250" cy="127000"/>
          </a:xfrm>
          <a:custGeom>
            <a:avLst/>
            <a:gdLst>
              <a:gd name="T0" fmla="*/ 0 w 23"/>
              <a:gd name="T1" fmla="*/ 20 h 31"/>
              <a:gd name="T2" fmla="*/ 11 w 23"/>
              <a:gd name="T3" fmla="*/ 31 h 31"/>
              <a:gd name="T4" fmla="*/ 23 w 23"/>
              <a:gd name="T5" fmla="*/ 19 h 31"/>
              <a:gd name="T6" fmla="*/ 9 w 23"/>
              <a:gd name="T7" fmla="*/ 0 h 31"/>
              <a:gd name="T8" fmla="*/ 0 w 23"/>
              <a:gd name="T9" fmla="*/ 2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31">
                <a:moveTo>
                  <a:pt x="0" y="20"/>
                </a:moveTo>
                <a:cubicBezTo>
                  <a:pt x="11" y="31"/>
                  <a:pt x="11" y="31"/>
                  <a:pt x="11" y="31"/>
                </a:cubicBezTo>
                <a:cubicBezTo>
                  <a:pt x="15" y="26"/>
                  <a:pt x="19" y="22"/>
                  <a:pt x="23" y="19"/>
                </a:cubicBezTo>
                <a:cubicBezTo>
                  <a:pt x="9" y="0"/>
                  <a:pt x="9" y="0"/>
                  <a:pt x="9" y="0"/>
                </a:cubicBezTo>
                <a:cubicBezTo>
                  <a:pt x="5" y="6"/>
                  <a:pt x="2" y="13"/>
                  <a:pt x="0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3" name="Freeform 430">
            <a:extLst>
              <a:ext uri="{FF2B5EF4-FFF2-40B4-BE49-F238E27FC236}">
                <a16:creationId xmlns:a16="http://schemas.microsoft.com/office/drawing/2014/main" id="{318AC6C2-F57D-452C-BF2D-C8A6325140B8}"/>
              </a:ext>
            </a:extLst>
          </p:cNvPr>
          <p:cNvSpPr>
            <a:spLocks/>
          </p:cNvSpPr>
          <p:nvPr/>
        </p:nvSpPr>
        <p:spPr bwMode="auto">
          <a:xfrm>
            <a:off x="10047967" y="6572022"/>
            <a:ext cx="85725" cy="128588"/>
          </a:xfrm>
          <a:custGeom>
            <a:avLst/>
            <a:gdLst>
              <a:gd name="T0" fmla="*/ 11 w 21"/>
              <a:gd name="T1" fmla="*/ 0 h 31"/>
              <a:gd name="T2" fmla="*/ 0 w 21"/>
              <a:gd name="T3" fmla="*/ 23 h 31"/>
              <a:gd name="T4" fmla="*/ 10 w 21"/>
              <a:gd name="T5" fmla="*/ 31 h 31"/>
              <a:gd name="T6" fmla="*/ 21 w 21"/>
              <a:gd name="T7" fmla="*/ 16 h 31"/>
              <a:gd name="T8" fmla="*/ 11 w 21"/>
              <a:gd name="T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31">
                <a:moveTo>
                  <a:pt x="11" y="0"/>
                </a:moveTo>
                <a:cubicBezTo>
                  <a:pt x="0" y="23"/>
                  <a:pt x="0" y="23"/>
                  <a:pt x="0" y="23"/>
                </a:cubicBezTo>
                <a:cubicBezTo>
                  <a:pt x="4" y="25"/>
                  <a:pt x="7" y="28"/>
                  <a:pt x="10" y="31"/>
                </a:cubicBezTo>
                <a:cubicBezTo>
                  <a:pt x="21" y="16"/>
                  <a:pt x="21" y="16"/>
                  <a:pt x="21" y="16"/>
                </a:cubicBezTo>
                <a:cubicBezTo>
                  <a:pt x="18" y="10"/>
                  <a:pt x="15" y="4"/>
                  <a:pt x="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4" name="Freeform 431">
            <a:extLst>
              <a:ext uri="{FF2B5EF4-FFF2-40B4-BE49-F238E27FC236}">
                <a16:creationId xmlns:a16="http://schemas.microsoft.com/office/drawing/2014/main" id="{917E4205-2750-49B4-BADC-2B776D1F32B9}"/>
              </a:ext>
            </a:extLst>
          </p:cNvPr>
          <p:cNvSpPr>
            <a:spLocks/>
          </p:cNvSpPr>
          <p:nvPr/>
        </p:nvSpPr>
        <p:spPr bwMode="auto">
          <a:xfrm>
            <a:off x="10101942" y="6659334"/>
            <a:ext cx="44450" cy="127000"/>
          </a:xfrm>
          <a:custGeom>
            <a:avLst/>
            <a:gdLst>
              <a:gd name="T0" fmla="*/ 0 w 11"/>
              <a:gd name="T1" fmla="*/ 13 h 31"/>
              <a:gd name="T2" fmla="*/ 9 w 11"/>
              <a:gd name="T3" fmla="*/ 31 h 31"/>
              <a:gd name="T4" fmla="*/ 11 w 11"/>
              <a:gd name="T5" fmla="*/ 15 h 31"/>
              <a:gd name="T6" fmla="*/ 9 w 11"/>
              <a:gd name="T7" fmla="*/ 0 h 31"/>
              <a:gd name="T8" fmla="*/ 0 w 11"/>
              <a:gd name="T9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31">
                <a:moveTo>
                  <a:pt x="0" y="13"/>
                </a:moveTo>
                <a:cubicBezTo>
                  <a:pt x="4" y="19"/>
                  <a:pt x="7" y="25"/>
                  <a:pt x="9" y="31"/>
                </a:cubicBezTo>
                <a:cubicBezTo>
                  <a:pt x="10" y="26"/>
                  <a:pt x="11" y="21"/>
                  <a:pt x="11" y="15"/>
                </a:cubicBezTo>
                <a:cubicBezTo>
                  <a:pt x="11" y="10"/>
                  <a:pt x="11" y="4"/>
                  <a:pt x="9" y="0"/>
                </a:cubicBezTo>
                <a:lnTo>
                  <a:pt x="0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5" name="Freeform 432">
            <a:extLst>
              <a:ext uri="{FF2B5EF4-FFF2-40B4-BE49-F238E27FC236}">
                <a16:creationId xmlns:a16="http://schemas.microsoft.com/office/drawing/2014/main" id="{EAAF0BCB-B260-4792-BD26-60746E102F68}"/>
              </a:ext>
            </a:extLst>
          </p:cNvPr>
          <p:cNvSpPr>
            <a:spLocks/>
          </p:cNvSpPr>
          <p:nvPr/>
        </p:nvSpPr>
        <p:spPr bwMode="auto">
          <a:xfrm>
            <a:off x="9855880" y="6486297"/>
            <a:ext cx="122238" cy="139700"/>
          </a:xfrm>
          <a:custGeom>
            <a:avLst/>
            <a:gdLst>
              <a:gd name="T0" fmla="*/ 15 w 30"/>
              <a:gd name="T1" fmla="*/ 0 h 34"/>
              <a:gd name="T2" fmla="*/ 0 w 30"/>
              <a:gd name="T3" fmla="*/ 3 h 34"/>
              <a:gd name="T4" fmla="*/ 6 w 30"/>
              <a:gd name="T5" fmla="*/ 34 h 34"/>
              <a:gd name="T6" fmla="*/ 15 w 30"/>
              <a:gd name="T7" fmla="*/ 34 h 34"/>
              <a:gd name="T8" fmla="*/ 24 w 30"/>
              <a:gd name="T9" fmla="*/ 34 h 34"/>
              <a:gd name="T10" fmla="*/ 30 w 30"/>
              <a:gd name="T11" fmla="*/ 3 h 34"/>
              <a:gd name="T12" fmla="*/ 15 w 30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4">
                <a:moveTo>
                  <a:pt x="15" y="0"/>
                </a:moveTo>
                <a:cubicBezTo>
                  <a:pt x="10" y="0"/>
                  <a:pt x="5" y="1"/>
                  <a:pt x="0" y="3"/>
                </a:cubicBezTo>
                <a:cubicBezTo>
                  <a:pt x="6" y="34"/>
                  <a:pt x="6" y="34"/>
                  <a:pt x="6" y="34"/>
                </a:cubicBezTo>
                <a:cubicBezTo>
                  <a:pt x="9" y="34"/>
                  <a:pt x="12" y="34"/>
                  <a:pt x="15" y="34"/>
                </a:cubicBezTo>
                <a:cubicBezTo>
                  <a:pt x="18" y="34"/>
                  <a:pt x="21" y="34"/>
                  <a:pt x="24" y="34"/>
                </a:cubicBezTo>
                <a:cubicBezTo>
                  <a:pt x="30" y="3"/>
                  <a:pt x="30" y="3"/>
                  <a:pt x="30" y="3"/>
                </a:cubicBezTo>
                <a:cubicBezTo>
                  <a:pt x="25" y="1"/>
                  <a:pt x="20" y="0"/>
                  <a:pt x="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6" name="Freeform 433">
            <a:extLst>
              <a:ext uri="{FF2B5EF4-FFF2-40B4-BE49-F238E27FC236}">
                <a16:creationId xmlns:a16="http://schemas.microsoft.com/office/drawing/2014/main" id="{9E5F76EE-6FBC-4628-A4BD-3FFBF0EE4549}"/>
              </a:ext>
            </a:extLst>
          </p:cNvPr>
          <p:cNvSpPr>
            <a:spLocks/>
          </p:cNvSpPr>
          <p:nvPr/>
        </p:nvSpPr>
        <p:spPr bwMode="auto">
          <a:xfrm>
            <a:off x="9687605" y="6687909"/>
            <a:ext cx="41275" cy="98425"/>
          </a:xfrm>
          <a:custGeom>
            <a:avLst/>
            <a:gdLst>
              <a:gd name="T0" fmla="*/ 0 w 10"/>
              <a:gd name="T1" fmla="*/ 8 h 24"/>
              <a:gd name="T2" fmla="*/ 2 w 10"/>
              <a:gd name="T3" fmla="*/ 24 h 24"/>
              <a:gd name="T4" fmla="*/ 10 w 10"/>
              <a:gd name="T5" fmla="*/ 9 h 24"/>
              <a:gd name="T6" fmla="*/ 0 w 10"/>
              <a:gd name="T7" fmla="*/ 0 h 24"/>
              <a:gd name="T8" fmla="*/ 0 w 10"/>
              <a:gd name="T9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24">
                <a:moveTo>
                  <a:pt x="0" y="8"/>
                </a:moveTo>
                <a:cubicBezTo>
                  <a:pt x="0" y="14"/>
                  <a:pt x="0" y="19"/>
                  <a:pt x="2" y="24"/>
                </a:cubicBezTo>
                <a:cubicBezTo>
                  <a:pt x="4" y="19"/>
                  <a:pt x="6" y="13"/>
                  <a:pt x="10" y="9"/>
                </a:cubicBezTo>
                <a:cubicBezTo>
                  <a:pt x="0" y="0"/>
                  <a:pt x="0" y="0"/>
                  <a:pt x="0" y="0"/>
                </a:cubicBezTo>
                <a:cubicBezTo>
                  <a:pt x="0" y="3"/>
                  <a:pt x="0" y="5"/>
                  <a:pt x="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7" name="Freeform 434">
            <a:extLst>
              <a:ext uri="{FF2B5EF4-FFF2-40B4-BE49-F238E27FC236}">
                <a16:creationId xmlns:a16="http://schemas.microsoft.com/office/drawing/2014/main" id="{99C9EA98-ED2F-4630-8786-A04985BC72F0}"/>
              </a:ext>
            </a:extLst>
          </p:cNvPr>
          <p:cNvSpPr>
            <a:spLocks noEditPoints="1"/>
          </p:cNvSpPr>
          <p:nvPr/>
        </p:nvSpPr>
        <p:spPr bwMode="auto">
          <a:xfrm>
            <a:off x="10729005" y="6494234"/>
            <a:ext cx="236538" cy="206375"/>
          </a:xfrm>
          <a:custGeom>
            <a:avLst/>
            <a:gdLst>
              <a:gd name="T0" fmla="*/ 113 w 149"/>
              <a:gd name="T1" fmla="*/ 0 h 130"/>
              <a:gd name="T2" fmla="*/ 38 w 149"/>
              <a:gd name="T3" fmla="*/ 0 h 130"/>
              <a:gd name="T4" fmla="*/ 0 w 149"/>
              <a:gd name="T5" fmla="*/ 65 h 130"/>
              <a:gd name="T6" fmla="*/ 38 w 149"/>
              <a:gd name="T7" fmla="*/ 130 h 130"/>
              <a:gd name="T8" fmla="*/ 113 w 149"/>
              <a:gd name="T9" fmla="*/ 130 h 130"/>
              <a:gd name="T10" fmla="*/ 149 w 149"/>
              <a:gd name="T11" fmla="*/ 65 h 130"/>
              <a:gd name="T12" fmla="*/ 113 w 149"/>
              <a:gd name="T13" fmla="*/ 0 h 130"/>
              <a:gd name="T14" fmla="*/ 105 w 149"/>
              <a:gd name="T15" fmla="*/ 119 h 130"/>
              <a:gd name="T16" fmla="*/ 43 w 149"/>
              <a:gd name="T17" fmla="*/ 119 h 130"/>
              <a:gd name="T18" fmla="*/ 12 w 149"/>
              <a:gd name="T19" fmla="*/ 65 h 130"/>
              <a:gd name="T20" fmla="*/ 43 w 149"/>
              <a:gd name="T21" fmla="*/ 11 h 130"/>
              <a:gd name="T22" fmla="*/ 105 w 149"/>
              <a:gd name="T23" fmla="*/ 11 h 130"/>
              <a:gd name="T24" fmla="*/ 136 w 149"/>
              <a:gd name="T25" fmla="*/ 65 h 130"/>
              <a:gd name="T26" fmla="*/ 105 w 149"/>
              <a:gd name="T27" fmla="*/ 119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9" h="130">
                <a:moveTo>
                  <a:pt x="113" y="0"/>
                </a:moveTo>
                <a:lnTo>
                  <a:pt x="38" y="0"/>
                </a:lnTo>
                <a:lnTo>
                  <a:pt x="0" y="65"/>
                </a:lnTo>
                <a:lnTo>
                  <a:pt x="38" y="130"/>
                </a:lnTo>
                <a:lnTo>
                  <a:pt x="113" y="130"/>
                </a:lnTo>
                <a:lnTo>
                  <a:pt x="149" y="65"/>
                </a:lnTo>
                <a:lnTo>
                  <a:pt x="113" y="0"/>
                </a:lnTo>
                <a:close/>
                <a:moveTo>
                  <a:pt x="105" y="119"/>
                </a:moveTo>
                <a:lnTo>
                  <a:pt x="43" y="119"/>
                </a:lnTo>
                <a:lnTo>
                  <a:pt x="12" y="65"/>
                </a:lnTo>
                <a:lnTo>
                  <a:pt x="43" y="11"/>
                </a:lnTo>
                <a:lnTo>
                  <a:pt x="105" y="11"/>
                </a:lnTo>
                <a:lnTo>
                  <a:pt x="136" y="65"/>
                </a:lnTo>
                <a:lnTo>
                  <a:pt x="105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8" name="Freeform 435">
            <a:extLst>
              <a:ext uri="{FF2B5EF4-FFF2-40B4-BE49-F238E27FC236}">
                <a16:creationId xmlns:a16="http://schemas.microsoft.com/office/drawing/2014/main" id="{0BE1AAC5-C6E3-436E-BC16-276190A1DC6F}"/>
              </a:ext>
            </a:extLst>
          </p:cNvPr>
          <p:cNvSpPr>
            <a:spLocks noEditPoints="1"/>
          </p:cNvSpPr>
          <p:nvPr/>
        </p:nvSpPr>
        <p:spPr bwMode="auto">
          <a:xfrm>
            <a:off x="10535330" y="6379934"/>
            <a:ext cx="238125" cy="204788"/>
          </a:xfrm>
          <a:custGeom>
            <a:avLst/>
            <a:gdLst>
              <a:gd name="T0" fmla="*/ 111 w 150"/>
              <a:gd name="T1" fmla="*/ 129 h 129"/>
              <a:gd name="T2" fmla="*/ 150 w 150"/>
              <a:gd name="T3" fmla="*/ 65 h 129"/>
              <a:gd name="T4" fmla="*/ 111 w 150"/>
              <a:gd name="T5" fmla="*/ 0 h 129"/>
              <a:gd name="T6" fmla="*/ 36 w 150"/>
              <a:gd name="T7" fmla="*/ 0 h 129"/>
              <a:gd name="T8" fmla="*/ 0 w 150"/>
              <a:gd name="T9" fmla="*/ 65 h 129"/>
              <a:gd name="T10" fmla="*/ 36 w 150"/>
              <a:gd name="T11" fmla="*/ 129 h 129"/>
              <a:gd name="T12" fmla="*/ 111 w 150"/>
              <a:gd name="T13" fmla="*/ 129 h 129"/>
              <a:gd name="T14" fmla="*/ 44 w 150"/>
              <a:gd name="T15" fmla="*/ 10 h 129"/>
              <a:gd name="T16" fmla="*/ 106 w 150"/>
              <a:gd name="T17" fmla="*/ 10 h 129"/>
              <a:gd name="T18" fmla="*/ 137 w 150"/>
              <a:gd name="T19" fmla="*/ 65 h 129"/>
              <a:gd name="T20" fmla="*/ 106 w 150"/>
              <a:gd name="T21" fmla="*/ 119 h 129"/>
              <a:gd name="T22" fmla="*/ 44 w 150"/>
              <a:gd name="T23" fmla="*/ 119 h 129"/>
              <a:gd name="T24" fmla="*/ 13 w 150"/>
              <a:gd name="T25" fmla="*/ 65 h 129"/>
              <a:gd name="T26" fmla="*/ 44 w 150"/>
              <a:gd name="T27" fmla="*/ 1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0" h="129">
                <a:moveTo>
                  <a:pt x="111" y="129"/>
                </a:moveTo>
                <a:lnTo>
                  <a:pt x="150" y="65"/>
                </a:lnTo>
                <a:lnTo>
                  <a:pt x="111" y="0"/>
                </a:lnTo>
                <a:lnTo>
                  <a:pt x="36" y="0"/>
                </a:lnTo>
                <a:lnTo>
                  <a:pt x="0" y="65"/>
                </a:lnTo>
                <a:lnTo>
                  <a:pt x="36" y="129"/>
                </a:lnTo>
                <a:lnTo>
                  <a:pt x="111" y="129"/>
                </a:lnTo>
                <a:close/>
                <a:moveTo>
                  <a:pt x="44" y="10"/>
                </a:moveTo>
                <a:lnTo>
                  <a:pt x="106" y="10"/>
                </a:lnTo>
                <a:lnTo>
                  <a:pt x="137" y="65"/>
                </a:lnTo>
                <a:lnTo>
                  <a:pt x="106" y="119"/>
                </a:lnTo>
                <a:lnTo>
                  <a:pt x="44" y="119"/>
                </a:lnTo>
                <a:lnTo>
                  <a:pt x="13" y="65"/>
                </a:lnTo>
                <a:lnTo>
                  <a:pt x="44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9" name="Freeform 436">
            <a:extLst>
              <a:ext uri="{FF2B5EF4-FFF2-40B4-BE49-F238E27FC236}">
                <a16:creationId xmlns:a16="http://schemas.microsoft.com/office/drawing/2014/main" id="{A8F62DBB-71AD-4B75-BA66-08F5F5CCD880}"/>
              </a:ext>
            </a:extLst>
          </p:cNvPr>
          <p:cNvSpPr>
            <a:spLocks noEditPoints="1"/>
          </p:cNvSpPr>
          <p:nvPr/>
        </p:nvSpPr>
        <p:spPr bwMode="auto">
          <a:xfrm>
            <a:off x="10535330" y="6610122"/>
            <a:ext cx="238125" cy="204788"/>
          </a:xfrm>
          <a:custGeom>
            <a:avLst/>
            <a:gdLst>
              <a:gd name="T0" fmla="*/ 36 w 150"/>
              <a:gd name="T1" fmla="*/ 0 h 129"/>
              <a:gd name="T2" fmla="*/ 0 w 150"/>
              <a:gd name="T3" fmla="*/ 64 h 129"/>
              <a:gd name="T4" fmla="*/ 36 w 150"/>
              <a:gd name="T5" fmla="*/ 129 h 129"/>
              <a:gd name="T6" fmla="*/ 111 w 150"/>
              <a:gd name="T7" fmla="*/ 129 h 129"/>
              <a:gd name="T8" fmla="*/ 150 w 150"/>
              <a:gd name="T9" fmla="*/ 64 h 129"/>
              <a:gd name="T10" fmla="*/ 111 w 150"/>
              <a:gd name="T11" fmla="*/ 0 h 129"/>
              <a:gd name="T12" fmla="*/ 36 w 150"/>
              <a:gd name="T13" fmla="*/ 0 h 129"/>
              <a:gd name="T14" fmla="*/ 106 w 150"/>
              <a:gd name="T15" fmla="*/ 116 h 129"/>
              <a:gd name="T16" fmla="*/ 44 w 150"/>
              <a:gd name="T17" fmla="*/ 116 h 129"/>
              <a:gd name="T18" fmla="*/ 13 w 150"/>
              <a:gd name="T19" fmla="*/ 64 h 129"/>
              <a:gd name="T20" fmla="*/ 44 w 150"/>
              <a:gd name="T21" fmla="*/ 10 h 129"/>
              <a:gd name="T22" fmla="*/ 106 w 150"/>
              <a:gd name="T23" fmla="*/ 10 h 129"/>
              <a:gd name="T24" fmla="*/ 137 w 150"/>
              <a:gd name="T25" fmla="*/ 64 h 129"/>
              <a:gd name="T26" fmla="*/ 106 w 150"/>
              <a:gd name="T27" fmla="*/ 11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0" h="129">
                <a:moveTo>
                  <a:pt x="36" y="0"/>
                </a:moveTo>
                <a:lnTo>
                  <a:pt x="0" y="64"/>
                </a:lnTo>
                <a:lnTo>
                  <a:pt x="36" y="129"/>
                </a:lnTo>
                <a:lnTo>
                  <a:pt x="111" y="129"/>
                </a:lnTo>
                <a:lnTo>
                  <a:pt x="150" y="64"/>
                </a:lnTo>
                <a:lnTo>
                  <a:pt x="111" y="0"/>
                </a:lnTo>
                <a:lnTo>
                  <a:pt x="36" y="0"/>
                </a:lnTo>
                <a:close/>
                <a:moveTo>
                  <a:pt x="106" y="116"/>
                </a:moveTo>
                <a:lnTo>
                  <a:pt x="44" y="116"/>
                </a:lnTo>
                <a:lnTo>
                  <a:pt x="13" y="64"/>
                </a:lnTo>
                <a:lnTo>
                  <a:pt x="44" y="10"/>
                </a:lnTo>
                <a:lnTo>
                  <a:pt x="106" y="10"/>
                </a:lnTo>
                <a:lnTo>
                  <a:pt x="137" y="64"/>
                </a:lnTo>
                <a:lnTo>
                  <a:pt x="106" y="1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0" name="Freeform 437">
            <a:extLst>
              <a:ext uri="{FF2B5EF4-FFF2-40B4-BE49-F238E27FC236}">
                <a16:creationId xmlns:a16="http://schemas.microsoft.com/office/drawing/2014/main" id="{D2C197D5-6F00-4262-9B2A-4C6082533539}"/>
              </a:ext>
            </a:extLst>
          </p:cNvPr>
          <p:cNvSpPr>
            <a:spLocks/>
          </p:cNvSpPr>
          <p:nvPr/>
        </p:nvSpPr>
        <p:spPr bwMode="auto">
          <a:xfrm>
            <a:off x="11367180" y="6445022"/>
            <a:ext cx="180975" cy="98425"/>
          </a:xfrm>
          <a:custGeom>
            <a:avLst/>
            <a:gdLst>
              <a:gd name="T0" fmla="*/ 12 w 44"/>
              <a:gd name="T1" fmla="*/ 24 h 24"/>
              <a:gd name="T2" fmla="*/ 32 w 44"/>
              <a:gd name="T3" fmla="*/ 24 h 24"/>
              <a:gd name="T4" fmla="*/ 44 w 44"/>
              <a:gd name="T5" fmla="*/ 17 h 24"/>
              <a:gd name="T6" fmla="*/ 32 w 44"/>
              <a:gd name="T7" fmla="*/ 0 h 24"/>
              <a:gd name="T8" fmla="*/ 12 w 44"/>
              <a:gd name="T9" fmla="*/ 0 h 24"/>
              <a:gd name="T10" fmla="*/ 0 w 44"/>
              <a:gd name="T11" fmla="*/ 17 h 24"/>
              <a:gd name="T12" fmla="*/ 12 w 44"/>
              <a:gd name="T13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" h="24">
                <a:moveTo>
                  <a:pt x="1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9" y="24"/>
                  <a:pt x="44" y="24"/>
                  <a:pt x="44" y="17"/>
                </a:cubicBezTo>
                <a:cubicBezTo>
                  <a:pt x="44" y="10"/>
                  <a:pt x="39" y="0"/>
                  <a:pt x="3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10"/>
                  <a:pt x="0" y="17"/>
                </a:cubicBezTo>
                <a:cubicBezTo>
                  <a:pt x="0" y="24"/>
                  <a:pt x="5" y="24"/>
                  <a:pt x="12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1" name="Freeform 438">
            <a:extLst>
              <a:ext uri="{FF2B5EF4-FFF2-40B4-BE49-F238E27FC236}">
                <a16:creationId xmlns:a16="http://schemas.microsoft.com/office/drawing/2014/main" id="{71FDCF34-A9E1-41DA-8355-8803FBA7C796}"/>
              </a:ext>
            </a:extLst>
          </p:cNvPr>
          <p:cNvSpPr>
            <a:spLocks noEditPoints="1"/>
          </p:cNvSpPr>
          <p:nvPr/>
        </p:nvSpPr>
        <p:spPr bwMode="auto">
          <a:xfrm>
            <a:off x="11195730" y="6478359"/>
            <a:ext cx="463550" cy="336550"/>
          </a:xfrm>
          <a:custGeom>
            <a:avLst/>
            <a:gdLst>
              <a:gd name="T0" fmla="*/ 113 w 113"/>
              <a:gd name="T1" fmla="*/ 40 h 82"/>
              <a:gd name="T2" fmla="*/ 92 w 113"/>
              <a:gd name="T3" fmla="*/ 19 h 82"/>
              <a:gd name="T4" fmla="*/ 88 w 113"/>
              <a:gd name="T5" fmla="*/ 19 h 82"/>
              <a:gd name="T6" fmla="*/ 85 w 113"/>
              <a:gd name="T7" fmla="*/ 18 h 82"/>
              <a:gd name="T8" fmla="*/ 40 w 113"/>
              <a:gd name="T9" fmla="*/ 18 h 82"/>
              <a:gd name="T10" fmla="*/ 31 w 113"/>
              <a:gd name="T11" fmla="*/ 30 h 82"/>
              <a:gd name="T12" fmla="*/ 0 w 113"/>
              <a:gd name="T13" fmla="*/ 0 h 82"/>
              <a:gd name="T14" fmla="*/ 0 w 113"/>
              <a:gd name="T15" fmla="*/ 10 h 82"/>
              <a:gd name="T16" fmla="*/ 29 w 113"/>
              <a:gd name="T17" fmla="*/ 44 h 82"/>
              <a:gd name="T18" fmla="*/ 27 w 113"/>
              <a:gd name="T19" fmla="*/ 66 h 82"/>
              <a:gd name="T20" fmla="*/ 48 w 113"/>
              <a:gd name="T21" fmla="*/ 81 h 82"/>
              <a:gd name="T22" fmla="*/ 86 w 113"/>
              <a:gd name="T23" fmla="*/ 81 h 82"/>
              <a:gd name="T24" fmla="*/ 100 w 113"/>
              <a:gd name="T25" fmla="*/ 66 h 82"/>
              <a:gd name="T26" fmla="*/ 100 w 113"/>
              <a:gd name="T27" fmla="*/ 60 h 82"/>
              <a:gd name="T28" fmla="*/ 113 w 113"/>
              <a:gd name="T29" fmla="*/ 40 h 82"/>
              <a:gd name="T30" fmla="*/ 100 w 113"/>
              <a:gd name="T31" fmla="*/ 55 h 82"/>
              <a:gd name="T32" fmla="*/ 92 w 113"/>
              <a:gd name="T33" fmla="*/ 23 h 82"/>
              <a:gd name="T34" fmla="*/ 109 w 113"/>
              <a:gd name="T35" fmla="*/ 40 h 82"/>
              <a:gd name="T36" fmla="*/ 100 w 113"/>
              <a:gd name="T37" fmla="*/ 5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" h="82">
                <a:moveTo>
                  <a:pt x="113" y="40"/>
                </a:moveTo>
                <a:cubicBezTo>
                  <a:pt x="113" y="29"/>
                  <a:pt x="103" y="19"/>
                  <a:pt x="92" y="19"/>
                </a:cubicBezTo>
                <a:cubicBezTo>
                  <a:pt x="91" y="19"/>
                  <a:pt x="90" y="19"/>
                  <a:pt x="88" y="19"/>
                </a:cubicBezTo>
                <a:cubicBezTo>
                  <a:pt x="86" y="18"/>
                  <a:pt x="85" y="18"/>
                  <a:pt x="85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36" y="18"/>
                  <a:pt x="33" y="23"/>
                  <a:pt x="31" y="30"/>
                </a:cubicBezTo>
                <a:cubicBezTo>
                  <a:pt x="0" y="0"/>
                  <a:pt x="0" y="0"/>
                  <a:pt x="0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9" y="44"/>
                  <a:pt x="29" y="44"/>
                  <a:pt x="29" y="44"/>
                </a:cubicBezTo>
                <a:cubicBezTo>
                  <a:pt x="27" y="55"/>
                  <a:pt x="27" y="66"/>
                  <a:pt x="27" y="66"/>
                </a:cubicBezTo>
                <a:cubicBezTo>
                  <a:pt x="27" y="82"/>
                  <a:pt x="48" y="81"/>
                  <a:pt x="48" y="81"/>
                </a:cubicBezTo>
                <a:cubicBezTo>
                  <a:pt x="48" y="81"/>
                  <a:pt x="73" y="81"/>
                  <a:pt x="86" y="81"/>
                </a:cubicBezTo>
                <a:cubicBezTo>
                  <a:pt x="98" y="81"/>
                  <a:pt x="100" y="66"/>
                  <a:pt x="100" y="66"/>
                </a:cubicBezTo>
                <a:cubicBezTo>
                  <a:pt x="100" y="64"/>
                  <a:pt x="100" y="62"/>
                  <a:pt x="100" y="60"/>
                </a:cubicBezTo>
                <a:cubicBezTo>
                  <a:pt x="108" y="56"/>
                  <a:pt x="113" y="49"/>
                  <a:pt x="113" y="40"/>
                </a:cubicBezTo>
                <a:close/>
                <a:moveTo>
                  <a:pt x="100" y="55"/>
                </a:moveTo>
                <a:cubicBezTo>
                  <a:pt x="98" y="37"/>
                  <a:pt x="95" y="28"/>
                  <a:pt x="92" y="23"/>
                </a:cubicBezTo>
                <a:cubicBezTo>
                  <a:pt x="101" y="23"/>
                  <a:pt x="109" y="31"/>
                  <a:pt x="109" y="40"/>
                </a:cubicBezTo>
                <a:cubicBezTo>
                  <a:pt x="109" y="47"/>
                  <a:pt x="105" y="52"/>
                  <a:pt x="100" y="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2" name="Freeform 439">
            <a:extLst>
              <a:ext uri="{FF2B5EF4-FFF2-40B4-BE49-F238E27FC236}">
                <a16:creationId xmlns:a16="http://schemas.microsoft.com/office/drawing/2014/main" id="{B72BDD2A-D309-4B7F-8E7F-44A2F50D5B93}"/>
              </a:ext>
            </a:extLst>
          </p:cNvPr>
          <p:cNvSpPr>
            <a:spLocks noEditPoints="1"/>
          </p:cNvSpPr>
          <p:nvPr/>
        </p:nvSpPr>
        <p:spPr bwMode="auto">
          <a:xfrm>
            <a:off x="4507592" y="-17691"/>
            <a:ext cx="323850" cy="160338"/>
          </a:xfrm>
          <a:custGeom>
            <a:avLst/>
            <a:gdLst>
              <a:gd name="T0" fmla="*/ 18 w 204"/>
              <a:gd name="T1" fmla="*/ 86 h 101"/>
              <a:gd name="T2" fmla="*/ 33 w 204"/>
              <a:gd name="T3" fmla="*/ 13 h 101"/>
              <a:gd name="T4" fmla="*/ 170 w 204"/>
              <a:gd name="T5" fmla="*/ 13 h 101"/>
              <a:gd name="T6" fmla="*/ 186 w 204"/>
              <a:gd name="T7" fmla="*/ 86 h 101"/>
              <a:gd name="T8" fmla="*/ 18 w 204"/>
              <a:gd name="T9" fmla="*/ 86 h 101"/>
              <a:gd name="T10" fmla="*/ 181 w 204"/>
              <a:gd name="T11" fmla="*/ 0 h 101"/>
              <a:gd name="T12" fmla="*/ 23 w 204"/>
              <a:gd name="T13" fmla="*/ 0 h 101"/>
              <a:gd name="T14" fmla="*/ 0 w 204"/>
              <a:gd name="T15" fmla="*/ 101 h 101"/>
              <a:gd name="T16" fmla="*/ 204 w 204"/>
              <a:gd name="T17" fmla="*/ 101 h 101"/>
              <a:gd name="T18" fmla="*/ 181 w 204"/>
              <a:gd name="T1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4" h="101">
                <a:moveTo>
                  <a:pt x="18" y="86"/>
                </a:moveTo>
                <a:lnTo>
                  <a:pt x="33" y="13"/>
                </a:lnTo>
                <a:lnTo>
                  <a:pt x="170" y="13"/>
                </a:lnTo>
                <a:lnTo>
                  <a:pt x="186" y="86"/>
                </a:lnTo>
                <a:lnTo>
                  <a:pt x="18" y="86"/>
                </a:lnTo>
                <a:close/>
                <a:moveTo>
                  <a:pt x="181" y="0"/>
                </a:moveTo>
                <a:lnTo>
                  <a:pt x="23" y="0"/>
                </a:lnTo>
                <a:lnTo>
                  <a:pt x="0" y="101"/>
                </a:lnTo>
                <a:lnTo>
                  <a:pt x="204" y="101"/>
                </a:lnTo>
                <a:lnTo>
                  <a:pt x="18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3" name="Freeform 440">
            <a:extLst>
              <a:ext uri="{FF2B5EF4-FFF2-40B4-BE49-F238E27FC236}">
                <a16:creationId xmlns:a16="http://schemas.microsoft.com/office/drawing/2014/main" id="{4F986C80-006F-4CA8-AA40-555C171F6F93}"/>
              </a:ext>
            </a:extLst>
          </p:cNvPr>
          <p:cNvSpPr>
            <a:spLocks noEditPoints="1"/>
          </p:cNvSpPr>
          <p:nvPr/>
        </p:nvSpPr>
        <p:spPr bwMode="auto">
          <a:xfrm>
            <a:off x="4507592" y="-17691"/>
            <a:ext cx="323850" cy="160338"/>
          </a:xfrm>
          <a:custGeom>
            <a:avLst/>
            <a:gdLst>
              <a:gd name="T0" fmla="*/ 18 w 204"/>
              <a:gd name="T1" fmla="*/ 86 h 101"/>
              <a:gd name="T2" fmla="*/ 33 w 204"/>
              <a:gd name="T3" fmla="*/ 13 h 101"/>
              <a:gd name="T4" fmla="*/ 170 w 204"/>
              <a:gd name="T5" fmla="*/ 13 h 101"/>
              <a:gd name="T6" fmla="*/ 186 w 204"/>
              <a:gd name="T7" fmla="*/ 86 h 101"/>
              <a:gd name="T8" fmla="*/ 18 w 204"/>
              <a:gd name="T9" fmla="*/ 86 h 101"/>
              <a:gd name="T10" fmla="*/ 181 w 204"/>
              <a:gd name="T11" fmla="*/ 0 h 101"/>
              <a:gd name="T12" fmla="*/ 23 w 204"/>
              <a:gd name="T13" fmla="*/ 0 h 101"/>
              <a:gd name="T14" fmla="*/ 0 w 204"/>
              <a:gd name="T15" fmla="*/ 101 h 101"/>
              <a:gd name="T16" fmla="*/ 204 w 204"/>
              <a:gd name="T17" fmla="*/ 101 h 101"/>
              <a:gd name="T18" fmla="*/ 181 w 204"/>
              <a:gd name="T1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4" h="101">
                <a:moveTo>
                  <a:pt x="18" y="86"/>
                </a:moveTo>
                <a:lnTo>
                  <a:pt x="33" y="13"/>
                </a:lnTo>
                <a:lnTo>
                  <a:pt x="170" y="13"/>
                </a:lnTo>
                <a:lnTo>
                  <a:pt x="186" y="86"/>
                </a:lnTo>
                <a:lnTo>
                  <a:pt x="18" y="86"/>
                </a:lnTo>
                <a:moveTo>
                  <a:pt x="181" y="0"/>
                </a:moveTo>
                <a:lnTo>
                  <a:pt x="23" y="0"/>
                </a:lnTo>
                <a:lnTo>
                  <a:pt x="0" y="101"/>
                </a:lnTo>
                <a:lnTo>
                  <a:pt x="204" y="101"/>
                </a:lnTo>
                <a:lnTo>
                  <a:pt x="18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4" name="Freeform 441">
            <a:extLst>
              <a:ext uri="{FF2B5EF4-FFF2-40B4-BE49-F238E27FC236}">
                <a16:creationId xmlns:a16="http://schemas.microsoft.com/office/drawing/2014/main" id="{D2F0D967-DFE9-446B-8604-D923ADF74DDE}"/>
              </a:ext>
            </a:extLst>
          </p:cNvPr>
          <p:cNvSpPr>
            <a:spLocks/>
          </p:cNvSpPr>
          <p:nvPr/>
        </p:nvSpPr>
        <p:spPr bwMode="auto">
          <a:xfrm>
            <a:off x="4507592" y="142647"/>
            <a:ext cx="323850" cy="66675"/>
          </a:xfrm>
          <a:custGeom>
            <a:avLst/>
            <a:gdLst>
              <a:gd name="T0" fmla="*/ 0 w 204"/>
              <a:gd name="T1" fmla="*/ 0 h 42"/>
              <a:gd name="T2" fmla="*/ 0 w 204"/>
              <a:gd name="T3" fmla="*/ 42 h 42"/>
              <a:gd name="T4" fmla="*/ 72 w 204"/>
              <a:gd name="T5" fmla="*/ 42 h 42"/>
              <a:gd name="T6" fmla="*/ 72 w 204"/>
              <a:gd name="T7" fmla="*/ 26 h 42"/>
              <a:gd name="T8" fmla="*/ 132 w 204"/>
              <a:gd name="T9" fmla="*/ 26 h 42"/>
              <a:gd name="T10" fmla="*/ 132 w 204"/>
              <a:gd name="T11" fmla="*/ 42 h 42"/>
              <a:gd name="T12" fmla="*/ 204 w 204"/>
              <a:gd name="T13" fmla="*/ 42 h 42"/>
              <a:gd name="T14" fmla="*/ 204 w 204"/>
              <a:gd name="T15" fmla="*/ 0 h 42"/>
              <a:gd name="T16" fmla="*/ 0 w 204"/>
              <a:gd name="T1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42">
                <a:moveTo>
                  <a:pt x="0" y="0"/>
                </a:moveTo>
                <a:lnTo>
                  <a:pt x="0" y="42"/>
                </a:lnTo>
                <a:lnTo>
                  <a:pt x="72" y="42"/>
                </a:lnTo>
                <a:lnTo>
                  <a:pt x="72" y="26"/>
                </a:lnTo>
                <a:lnTo>
                  <a:pt x="132" y="26"/>
                </a:lnTo>
                <a:lnTo>
                  <a:pt x="132" y="42"/>
                </a:lnTo>
                <a:lnTo>
                  <a:pt x="204" y="42"/>
                </a:lnTo>
                <a:lnTo>
                  <a:pt x="204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5" name="Freeform 442">
            <a:extLst>
              <a:ext uri="{FF2B5EF4-FFF2-40B4-BE49-F238E27FC236}">
                <a16:creationId xmlns:a16="http://schemas.microsoft.com/office/drawing/2014/main" id="{ED50EBED-4741-4FF3-A1E7-19AE968105CF}"/>
              </a:ext>
            </a:extLst>
          </p:cNvPr>
          <p:cNvSpPr>
            <a:spLocks/>
          </p:cNvSpPr>
          <p:nvPr/>
        </p:nvSpPr>
        <p:spPr bwMode="auto">
          <a:xfrm>
            <a:off x="4507592" y="220434"/>
            <a:ext cx="323850" cy="177800"/>
          </a:xfrm>
          <a:custGeom>
            <a:avLst/>
            <a:gdLst>
              <a:gd name="T0" fmla="*/ 132 w 204"/>
              <a:gd name="T1" fmla="*/ 21 h 112"/>
              <a:gd name="T2" fmla="*/ 72 w 204"/>
              <a:gd name="T3" fmla="*/ 21 h 112"/>
              <a:gd name="T4" fmla="*/ 72 w 204"/>
              <a:gd name="T5" fmla="*/ 0 h 112"/>
              <a:gd name="T6" fmla="*/ 0 w 204"/>
              <a:gd name="T7" fmla="*/ 0 h 112"/>
              <a:gd name="T8" fmla="*/ 0 w 204"/>
              <a:gd name="T9" fmla="*/ 112 h 112"/>
              <a:gd name="T10" fmla="*/ 204 w 204"/>
              <a:gd name="T11" fmla="*/ 112 h 112"/>
              <a:gd name="T12" fmla="*/ 204 w 204"/>
              <a:gd name="T13" fmla="*/ 0 h 112"/>
              <a:gd name="T14" fmla="*/ 132 w 204"/>
              <a:gd name="T15" fmla="*/ 0 h 112"/>
              <a:gd name="T16" fmla="*/ 132 w 204"/>
              <a:gd name="T17" fmla="*/ 2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112">
                <a:moveTo>
                  <a:pt x="132" y="21"/>
                </a:moveTo>
                <a:lnTo>
                  <a:pt x="72" y="21"/>
                </a:lnTo>
                <a:lnTo>
                  <a:pt x="72" y="0"/>
                </a:lnTo>
                <a:lnTo>
                  <a:pt x="0" y="0"/>
                </a:lnTo>
                <a:lnTo>
                  <a:pt x="0" y="112"/>
                </a:lnTo>
                <a:lnTo>
                  <a:pt x="204" y="112"/>
                </a:lnTo>
                <a:lnTo>
                  <a:pt x="204" y="0"/>
                </a:lnTo>
                <a:lnTo>
                  <a:pt x="132" y="0"/>
                </a:lnTo>
                <a:lnTo>
                  <a:pt x="132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6" name="Freeform 443">
            <a:extLst>
              <a:ext uri="{FF2B5EF4-FFF2-40B4-BE49-F238E27FC236}">
                <a16:creationId xmlns:a16="http://schemas.microsoft.com/office/drawing/2014/main" id="{3137AF8A-FA9C-4C05-BCD8-D38140F51B6A}"/>
              </a:ext>
            </a:extLst>
          </p:cNvPr>
          <p:cNvSpPr>
            <a:spLocks noEditPoints="1"/>
          </p:cNvSpPr>
          <p:nvPr/>
        </p:nvSpPr>
        <p:spPr bwMode="auto">
          <a:xfrm>
            <a:off x="4629830" y="191859"/>
            <a:ext cx="77788" cy="58738"/>
          </a:xfrm>
          <a:custGeom>
            <a:avLst/>
            <a:gdLst>
              <a:gd name="T0" fmla="*/ 0 w 49"/>
              <a:gd name="T1" fmla="*/ 0 h 37"/>
              <a:gd name="T2" fmla="*/ 0 w 49"/>
              <a:gd name="T3" fmla="*/ 37 h 37"/>
              <a:gd name="T4" fmla="*/ 49 w 49"/>
              <a:gd name="T5" fmla="*/ 37 h 37"/>
              <a:gd name="T6" fmla="*/ 49 w 49"/>
              <a:gd name="T7" fmla="*/ 0 h 37"/>
              <a:gd name="T8" fmla="*/ 0 w 49"/>
              <a:gd name="T9" fmla="*/ 0 h 37"/>
              <a:gd name="T10" fmla="*/ 44 w 49"/>
              <a:gd name="T11" fmla="*/ 31 h 37"/>
              <a:gd name="T12" fmla="*/ 6 w 49"/>
              <a:gd name="T13" fmla="*/ 31 h 37"/>
              <a:gd name="T14" fmla="*/ 6 w 49"/>
              <a:gd name="T15" fmla="*/ 24 h 37"/>
              <a:gd name="T16" fmla="*/ 44 w 49"/>
              <a:gd name="T17" fmla="*/ 24 h 37"/>
              <a:gd name="T18" fmla="*/ 44 w 49"/>
              <a:gd name="T19" fmla="*/ 31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9" h="37">
                <a:moveTo>
                  <a:pt x="0" y="0"/>
                </a:moveTo>
                <a:lnTo>
                  <a:pt x="0" y="37"/>
                </a:lnTo>
                <a:lnTo>
                  <a:pt x="49" y="37"/>
                </a:lnTo>
                <a:lnTo>
                  <a:pt x="49" y="0"/>
                </a:lnTo>
                <a:lnTo>
                  <a:pt x="0" y="0"/>
                </a:lnTo>
                <a:close/>
                <a:moveTo>
                  <a:pt x="44" y="31"/>
                </a:moveTo>
                <a:lnTo>
                  <a:pt x="6" y="31"/>
                </a:lnTo>
                <a:lnTo>
                  <a:pt x="6" y="24"/>
                </a:lnTo>
                <a:lnTo>
                  <a:pt x="44" y="24"/>
                </a:lnTo>
                <a:lnTo>
                  <a:pt x="44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7" name="Freeform 444">
            <a:extLst>
              <a:ext uri="{FF2B5EF4-FFF2-40B4-BE49-F238E27FC236}">
                <a16:creationId xmlns:a16="http://schemas.microsoft.com/office/drawing/2014/main" id="{2D9F64CD-02B9-4059-8D0A-CE1247D37F2C}"/>
              </a:ext>
            </a:extLst>
          </p:cNvPr>
          <p:cNvSpPr>
            <a:spLocks noEditPoints="1"/>
          </p:cNvSpPr>
          <p:nvPr/>
        </p:nvSpPr>
        <p:spPr bwMode="auto">
          <a:xfrm>
            <a:off x="5245780" y="114072"/>
            <a:ext cx="277813" cy="266700"/>
          </a:xfrm>
          <a:custGeom>
            <a:avLst/>
            <a:gdLst>
              <a:gd name="T0" fmla="*/ 59 w 68"/>
              <a:gd name="T1" fmla="*/ 46 h 65"/>
              <a:gd name="T2" fmla="*/ 53 w 68"/>
              <a:gd name="T3" fmla="*/ 39 h 65"/>
              <a:gd name="T4" fmla="*/ 59 w 68"/>
              <a:gd name="T5" fmla="*/ 33 h 65"/>
              <a:gd name="T6" fmla="*/ 66 w 68"/>
              <a:gd name="T7" fmla="*/ 33 h 65"/>
              <a:gd name="T8" fmla="*/ 68 w 68"/>
              <a:gd name="T9" fmla="*/ 33 h 65"/>
              <a:gd name="T10" fmla="*/ 68 w 68"/>
              <a:gd name="T11" fmla="*/ 16 h 65"/>
              <a:gd name="T12" fmla="*/ 63 w 68"/>
              <a:gd name="T13" fmla="*/ 12 h 65"/>
              <a:gd name="T14" fmla="*/ 7 w 68"/>
              <a:gd name="T15" fmla="*/ 12 h 65"/>
              <a:gd name="T16" fmla="*/ 7 w 68"/>
              <a:gd name="T17" fmla="*/ 12 h 65"/>
              <a:gd name="T18" fmla="*/ 7 w 68"/>
              <a:gd name="T19" fmla="*/ 6 h 65"/>
              <a:gd name="T20" fmla="*/ 64 w 68"/>
              <a:gd name="T21" fmla="*/ 6 h 65"/>
              <a:gd name="T22" fmla="*/ 64 w 68"/>
              <a:gd name="T23" fmla="*/ 5 h 65"/>
              <a:gd name="T24" fmla="*/ 58 w 68"/>
              <a:gd name="T25" fmla="*/ 0 h 65"/>
              <a:gd name="T26" fmla="*/ 6 w 68"/>
              <a:gd name="T27" fmla="*/ 0 h 65"/>
              <a:gd name="T28" fmla="*/ 0 w 68"/>
              <a:gd name="T29" fmla="*/ 5 h 65"/>
              <a:gd name="T30" fmla="*/ 0 w 68"/>
              <a:gd name="T31" fmla="*/ 60 h 65"/>
              <a:gd name="T32" fmla="*/ 6 w 68"/>
              <a:gd name="T33" fmla="*/ 65 h 65"/>
              <a:gd name="T34" fmla="*/ 6 w 68"/>
              <a:gd name="T35" fmla="*/ 65 h 65"/>
              <a:gd name="T36" fmla="*/ 7 w 68"/>
              <a:gd name="T37" fmla="*/ 65 h 65"/>
              <a:gd name="T38" fmla="*/ 63 w 68"/>
              <a:gd name="T39" fmla="*/ 65 h 65"/>
              <a:gd name="T40" fmla="*/ 68 w 68"/>
              <a:gd name="T41" fmla="*/ 61 h 65"/>
              <a:gd name="T42" fmla="*/ 68 w 68"/>
              <a:gd name="T43" fmla="*/ 45 h 65"/>
              <a:gd name="T44" fmla="*/ 66 w 68"/>
              <a:gd name="T45" fmla="*/ 46 h 65"/>
              <a:gd name="T46" fmla="*/ 59 w 68"/>
              <a:gd name="T47" fmla="*/ 46 h 65"/>
              <a:gd name="T48" fmla="*/ 12 w 68"/>
              <a:gd name="T49" fmla="*/ 61 h 65"/>
              <a:gd name="T50" fmla="*/ 9 w 68"/>
              <a:gd name="T51" fmla="*/ 61 h 65"/>
              <a:gd name="T52" fmla="*/ 9 w 68"/>
              <a:gd name="T53" fmla="*/ 16 h 65"/>
              <a:gd name="T54" fmla="*/ 12 w 68"/>
              <a:gd name="T55" fmla="*/ 16 h 65"/>
              <a:gd name="T56" fmla="*/ 12 w 68"/>
              <a:gd name="T57" fmla="*/ 6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" h="65">
                <a:moveTo>
                  <a:pt x="59" y="46"/>
                </a:moveTo>
                <a:cubicBezTo>
                  <a:pt x="56" y="46"/>
                  <a:pt x="53" y="43"/>
                  <a:pt x="53" y="39"/>
                </a:cubicBezTo>
                <a:cubicBezTo>
                  <a:pt x="53" y="35"/>
                  <a:pt x="56" y="33"/>
                  <a:pt x="59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8" y="33"/>
                  <a:pt x="68" y="33"/>
                </a:cubicBezTo>
                <a:cubicBezTo>
                  <a:pt x="68" y="16"/>
                  <a:pt x="68" y="16"/>
                  <a:pt x="68" y="16"/>
                </a:cubicBezTo>
                <a:cubicBezTo>
                  <a:pt x="68" y="14"/>
                  <a:pt x="66" y="12"/>
                  <a:pt x="63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5" y="9"/>
                  <a:pt x="6" y="7"/>
                  <a:pt x="7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5"/>
                  <a:pt x="64" y="5"/>
                  <a:pt x="64" y="5"/>
                </a:cubicBezTo>
                <a:cubicBezTo>
                  <a:pt x="64" y="2"/>
                  <a:pt x="61" y="0"/>
                  <a:pt x="58" y="0"/>
                </a:cubicBez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3"/>
                  <a:pt x="2" y="65"/>
                  <a:pt x="6" y="65"/>
                </a:cubicBezTo>
                <a:cubicBezTo>
                  <a:pt x="6" y="65"/>
                  <a:pt x="6" y="65"/>
                  <a:pt x="6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6" y="65"/>
                  <a:pt x="68" y="63"/>
                  <a:pt x="68" y="61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7" y="46"/>
                  <a:pt x="66" y="46"/>
                </a:cubicBezTo>
                <a:lnTo>
                  <a:pt x="59" y="46"/>
                </a:lnTo>
                <a:close/>
                <a:moveTo>
                  <a:pt x="12" y="61"/>
                </a:moveTo>
                <a:cubicBezTo>
                  <a:pt x="9" y="61"/>
                  <a:pt x="9" y="61"/>
                  <a:pt x="9" y="61"/>
                </a:cubicBezTo>
                <a:cubicBezTo>
                  <a:pt x="9" y="16"/>
                  <a:pt x="9" y="16"/>
                  <a:pt x="9" y="16"/>
                </a:cubicBezTo>
                <a:cubicBezTo>
                  <a:pt x="12" y="16"/>
                  <a:pt x="12" y="16"/>
                  <a:pt x="12" y="16"/>
                </a:cubicBezTo>
                <a:lnTo>
                  <a:pt x="12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8" name="Freeform 445">
            <a:extLst>
              <a:ext uri="{FF2B5EF4-FFF2-40B4-BE49-F238E27FC236}">
                <a16:creationId xmlns:a16="http://schemas.microsoft.com/office/drawing/2014/main" id="{E0CB6AAC-4028-4398-85F9-585AED40FE38}"/>
              </a:ext>
            </a:extLst>
          </p:cNvPr>
          <p:cNvSpPr>
            <a:spLocks/>
          </p:cNvSpPr>
          <p:nvPr/>
        </p:nvSpPr>
        <p:spPr bwMode="auto">
          <a:xfrm>
            <a:off x="5523592" y="250597"/>
            <a:ext cx="20638" cy="49213"/>
          </a:xfrm>
          <a:custGeom>
            <a:avLst/>
            <a:gdLst>
              <a:gd name="T0" fmla="*/ 5 w 5"/>
              <a:gd name="T1" fmla="*/ 6 h 12"/>
              <a:gd name="T2" fmla="*/ 0 w 5"/>
              <a:gd name="T3" fmla="*/ 0 h 12"/>
              <a:gd name="T4" fmla="*/ 0 w 5"/>
              <a:gd name="T5" fmla="*/ 12 h 12"/>
              <a:gd name="T6" fmla="*/ 5 w 5"/>
              <a:gd name="T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12">
                <a:moveTo>
                  <a:pt x="5" y="6"/>
                </a:moveTo>
                <a:cubicBezTo>
                  <a:pt x="5" y="3"/>
                  <a:pt x="3" y="1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3" y="12"/>
                  <a:pt x="5" y="9"/>
                  <a:pt x="5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9" name="Oval 446">
            <a:extLst>
              <a:ext uri="{FF2B5EF4-FFF2-40B4-BE49-F238E27FC236}">
                <a16:creationId xmlns:a16="http://schemas.microsoft.com/office/drawing/2014/main" id="{FF9B6220-444F-4B44-9139-14E26F920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4380" y="266472"/>
            <a:ext cx="20638" cy="15875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0" name="Oval 447">
            <a:extLst>
              <a:ext uri="{FF2B5EF4-FFF2-40B4-BE49-F238E27FC236}">
                <a16:creationId xmlns:a16="http://schemas.microsoft.com/office/drawing/2014/main" id="{DEAC2021-4AAB-4AF5-A91A-63947C3B9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4630" y="344259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1" name="Oval 448">
            <a:extLst>
              <a:ext uri="{FF2B5EF4-FFF2-40B4-BE49-F238E27FC236}">
                <a16:creationId xmlns:a16="http://schemas.microsoft.com/office/drawing/2014/main" id="{4C77306B-D199-446F-9119-B5527268F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9055" y="344259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2" name="Freeform 449">
            <a:extLst>
              <a:ext uri="{FF2B5EF4-FFF2-40B4-BE49-F238E27FC236}">
                <a16:creationId xmlns:a16="http://schemas.microsoft.com/office/drawing/2014/main" id="{FCEDE1CE-9D15-441B-90A4-4798E3F3E91C}"/>
              </a:ext>
            </a:extLst>
          </p:cNvPr>
          <p:cNvSpPr>
            <a:spLocks/>
          </p:cNvSpPr>
          <p:nvPr/>
        </p:nvSpPr>
        <p:spPr bwMode="auto">
          <a:xfrm>
            <a:off x="5901417" y="28346"/>
            <a:ext cx="376238" cy="295275"/>
          </a:xfrm>
          <a:custGeom>
            <a:avLst/>
            <a:gdLst>
              <a:gd name="T0" fmla="*/ 28 w 92"/>
              <a:gd name="T1" fmla="*/ 58 h 72"/>
              <a:gd name="T2" fmla="*/ 22 w 92"/>
              <a:gd name="T3" fmla="*/ 21 h 72"/>
              <a:gd name="T4" fmla="*/ 0 w 92"/>
              <a:gd name="T5" fmla="*/ 0 h 72"/>
              <a:gd name="T6" fmla="*/ 0 w 92"/>
              <a:gd name="T7" fmla="*/ 6 h 72"/>
              <a:gd name="T8" fmla="*/ 17 w 92"/>
              <a:gd name="T9" fmla="*/ 22 h 72"/>
              <a:gd name="T10" fmla="*/ 22 w 92"/>
              <a:gd name="T11" fmla="*/ 58 h 72"/>
              <a:gd name="T12" fmla="*/ 37 w 92"/>
              <a:gd name="T13" fmla="*/ 72 h 72"/>
              <a:gd name="T14" fmla="*/ 92 w 92"/>
              <a:gd name="T15" fmla="*/ 72 h 72"/>
              <a:gd name="T16" fmla="*/ 92 w 92"/>
              <a:gd name="T17" fmla="*/ 67 h 72"/>
              <a:gd name="T18" fmla="*/ 37 w 92"/>
              <a:gd name="T19" fmla="*/ 67 h 72"/>
              <a:gd name="T20" fmla="*/ 28 w 92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72">
                <a:moveTo>
                  <a:pt x="28" y="58"/>
                </a:moveTo>
                <a:cubicBezTo>
                  <a:pt x="22" y="21"/>
                  <a:pt x="22" y="21"/>
                  <a:pt x="22" y="21"/>
                </a:cubicBezTo>
                <a:cubicBezTo>
                  <a:pt x="19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4" y="6"/>
                  <a:pt x="17" y="22"/>
                </a:cubicBezTo>
                <a:cubicBezTo>
                  <a:pt x="22" y="58"/>
                  <a:pt x="22" y="58"/>
                  <a:pt x="22" y="58"/>
                </a:cubicBezTo>
                <a:cubicBezTo>
                  <a:pt x="23" y="63"/>
                  <a:pt x="26" y="72"/>
                  <a:pt x="37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67"/>
                  <a:pt x="92" y="67"/>
                  <a:pt x="92" y="67"/>
                </a:cubicBezTo>
                <a:cubicBezTo>
                  <a:pt x="37" y="67"/>
                  <a:pt x="37" y="67"/>
                  <a:pt x="37" y="67"/>
                </a:cubicBezTo>
                <a:cubicBezTo>
                  <a:pt x="29" y="67"/>
                  <a:pt x="28" y="59"/>
                  <a:pt x="2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3" name="Freeform 450">
            <a:extLst>
              <a:ext uri="{FF2B5EF4-FFF2-40B4-BE49-F238E27FC236}">
                <a16:creationId xmlns:a16="http://schemas.microsoft.com/office/drawing/2014/main" id="{041197F3-7DAB-4A91-B331-734EF8DF1D45}"/>
              </a:ext>
            </a:extLst>
          </p:cNvPr>
          <p:cNvSpPr>
            <a:spLocks/>
          </p:cNvSpPr>
          <p:nvPr/>
        </p:nvSpPr>
        <p:spPr bwMode="auto">
          <a:xfrm>
            <a:off x="6007780" y="72796"/>
            <a:ext cx="319088" cy="209550"/>
          </a:xfrm>
          <a:custGeom>
            <a:avLst/>
            <a:gdLst>
              <a:gd name="T0" fmla="*/ 67 w 78"/>
              <a:gd name="T1" fmla="*/ 8 h 51"/>
              <a:gd name="T2" fmla="*/ 11 w 78"/>
              <a:gd name="T3" fmla="*/ 2 h 51"/>
              <a:gd name="T4" fmla="*/ 2 w 78"/>
              <a:gd name="T5" fmla="*/ 12 h 51"/>
              <a:gd name="T6" fmla="*/ 6 w 78"/>
              <a:gd name="T7" fmla="*/ 42 h 51"/>
              <a:gd name="T8" fmla="*/ 18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7 w 78"/>
              <a:gd name="T17" fmla="*/ 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8" h="51">
                <a:moveTo>
                  <a:pt x="67" y="8"/>
                </a:moveTo>
                <a:cubicBezTo>
                  <a:pt x="57" y="8"/>
                  <a:pt x="11" y="2"/>
                  <a:pt x="11" y="2"/>
                </a:cubicBezTo>
                <a:cubicBezTo>
                  <a:pt x="11" y="2"/>
                  <a:pt x="0" y="0"/>
                  <a:pt x="2" y="12"/>
                </a:cubicBezTo>
                <a:cubicBezTo>
                  <a:pt x="4" y="24"/>
                  <a:pt x="6" y="42"/>
                  <a:pt x="6" y="42"/>
                </a:cubicBezTo>
                <a:cubicBezTo>
                  <a:pt x="6" y="42"/>
                  <a:pt x="9" y="51"/>
                  <a:pt x="18" y="51"/>
                </a:cubicBezTo>
                <a:cubicBezTo>
                  <a:pt x="26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7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4" name="Oval 451">
            <a:extLst>
              <a:ext uri="{FF2B5EF4-FFF2-40B4-BE49-F238E27FC236}">
                <a16:creationId xmlns:a16="http://schemas.microsoft.com/office/drawing/2014/main" id="{CD07D4C4-A9A6-42EF-8A15-5329720E6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1680" y="1144359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5" name="Oval 452">
            <a:extLst>
              <a:ext uri="{FF2B5EF4-FFF2-40B4-BE49-F238E27FC236}">
                <a16:creationId xmlns:a16="http://schemas.microsoft.com/office/drawing/2014/main" id="{EB6F5AE3-0D61-4A8B-8C1F-41D2E08B8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6105" y="1144359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6" name="Freeform 453">
            <a:extLst>
              <a:ext uri="{FF2B5EF4-FFF2-40B4-BE49-F238E27FC236}">
                <a16:creationId xmlns:a16="http://schemas.microsoft.com/office/drawing/2014/main" id="{ABAF9AA2-2C67-48F0-9659-AD3DACA4C764}"/>
              </a:ext>
            </a:extLst>
          </p:cNvPr>
          <p:cNvSpPr>
            <a:spLocks/>
          </p:cNvSpPr>
          <p:nvPr/>
        </p:nvSpPr>
        <p:spPr bwMode="auto">
          <a:xfrm>
            <a:off x="5163230" y="828447"/>
            <a:ext cx="373063" cy="295275"/>
          </a:xfrm>
          <a:custGeom>
            <a:avLst/>
            <a:gdLst>
              <a:gd name="T0" fmla="*/ 27 w 91"/>
              <a:gd name="T1" fmla="*/ 58 h 72"/>
              <a:gd name="T2" fmla="*/ 22 w 91"/>
              <a:gd name="T3" fmla="*/ 22 h 72"/>
              <a:gd name="T4" fmla="*/ 0 w 91"/>
              <a:gd name="T5" fmla="*/ 0 h 72"/>
              <a:gd name="T6" fmla="*/ 0 w 91"/>
              <a:gd name="T7" fmla="*/ 6 h 72"/>
              <a:gd name="T8" fmla="*/ 16 w 91"/>
              <a:gd name="T9" fmla="*/ 23 h 72"/>
              <a:gd name="T10" fmla="*/ 22 w 91"/>
              <a:gd name="T11" fmla="*/ 58 h 72"/>
              <a:gd name="T12" fmla="*/ 36 w 91"/>
              <a:gd name="T13" fmla="*/ 72 h 72"/>
              <a:gd name="T14" fmla="*/ 91 w 91"/>
              <a:gd name="T15" fmla="*/ 72 h 72"/>
              <a:gd name="T16" fmla="*/ 91 w 91"/>
              <a:gd name="T17" fmla="*/ 67 h 72"/>
              <a:gd name="T18" fmla="*/ 36 w 91"/>
              <a:gd name="T19" fmla="*/ 67 h 72"/>
              <a:gd name="T20" fmla="*/ 27 w 91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" h="72">
                <a:moveTo>
                  <a:pt x="27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3" y="6"/>
                  <a:pt x="16" y="23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3"/>
                  <a:pt x="25" y="72"/>
                  <a:pt x="36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67"/>
                  <a:pt x="91" y="67"/>
                  <a:pt x="91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8" y="67"/>
                  <a:pt x="28" y="59"/>
                  <a:pt x="27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7" name="Freeform 454">
            <a:extLst>
              <a:ext uri="{FF2B5EF4-FFF2-40B4-BE49-F238E27FC236}">
                <a16:creationId xmlns:a16="http://schemas.microsoft.com/office/drawing/2014/main" id="{E3B4CFB3-9549-43B4-84F5-374E6DFABD0D}"/>
              </a:ext>
            </a:extLst>
          </p:cNvPr>
          <p:cNvSpPr>
            <a:spLocks noEditPoints="1"/>
          </p:cNvSpPr>
          <p:nvPr/>
        </p:nvSpPr>
        <p:spPr bwMode="auto">
          <a:xfrm>
            <a:off x="5264830" y="874484"/>
            <a:ext cx="320675" cy="209550"/>
          </a:xfrm>
          <a:custGeom>
            <a:avLst/>
            <a:gdLst>
              <a:gd name="T0" fmla="*/ 68 w 78"/>
              <a:gd name="T1" fmla="*/ 8 h 51"/>
              <a:gd name="T2" fmla="*/ 11 w 78"/>
              <a:gd name="T3" fmla="*/ 3 h 51"/>
              <a:gd name="T4" fmla="*/ 2 w 78"/>
              <a:gd name="T5" fmla="*/ 12 h 51"/>
              <a:gd name="T6" fmla="*/ 7 w 78"/>
              <a:gd name="T7" fmla="*/ 42 h 51"/>
              <a:gd name="T8" fmla="*/ 19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8 w 78"/>
              <a:gd name="T17" fmla="*/ 8 h 51"/>
              <a:gd name="T18" fmla="*/ 58 w 78"/>
              <a:gd name="T19" fmla="*/ 29 h 51"/>
              <a:gd name="T20" fmla="*/ 44 w 78"/>
              <a:gd name="T21" fmla="*/ 44 h 51"/>
              <a:gd name="T22" fmla="*/ 42 w 78"/>
              <a:gd name="T23" fmla="*/ 44 h 51"/>
              <a:gd name="T24" fmla="*/ 42 w 78"/>
              <a:gd name="T25" fmla="*/ 37 h 51"/>
              <a:gd name="T26" fmla="*/ 39 w 78"/>
              <a:gd name="T27" fmla="*/ 37 h 51"/>
              <a:gd name="T28" fmla="*/ 22 w 78"/>
              <a:gd name="T29" fmla="*/ 37 h 51"/>
              <a:gd name="T30" fmla="*/ 21 w 78"/>
              <a:gd name="T31" fmla="*/ 36 h 51"/>
              <a:gd name="T32" fmla="*/ 21 w 78"/>
              <a:gd name="T33" fmla="*/ 21 h 51"/>
              <a:gd name="T34" fmla="*/ 22 w 78"/>
              <a:gd name="T35" fmla="*/ 20 h 51"/>
              <a:gd name="T36" fmla="*/ 39 w 78"/>
              <a:gd name="T37" fmla="*/ 20 h 51"/>
              <a:gd name="T38" fmla="*/ 42 w 78"/>
              <a:gd name="T39" fmla="*/ 20 h 51"/>
              <a:gd name="T40" fmla="*/ 42 w 78"/>
              <a:gd name="T41" fmla="*/ 14 h 51"/>
              <a:gd name="T42" fmla="*/ 44 w 78"/>
              <a:gd name="T43" fmla="*/ 14 h 51"/>
              <a:gd name="T44" fmla="*/ 58 w 78"/>
              <a:gd name="T45" fmla="*/ 27 h 51"/>
              <a:gd name="T46" fmla="*/ 58 w 78"/>
              <a:gd name="T47" fmla="*/ 2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8" h="51">
                <a:moveTo>
                  <a:pt x="68" y="8"/>
                </a:moveTo>
                <a:cubicBezTo>
                  <a:pt x="57" y="8"/>
                  <a:pt x="11" y="3"/>
                  <a:pt x="11" y="3"/>
                </a:cubicBezTo>
                <a:cubicBezTo>
                  <a:pt x="11" y="3"/>
                  <a:pt x="0" y="0"/>
                  <a:pt x="2" y="12"/>
                </a:cubicBezTo>
                <a:cubicBezTo>
                  <a:pt x="4" y="25"/>
                  <a:pt x="7" y="42"/>
                  <a:pt x="7" y="42"/>
                </a:cubicBezTo>
                <a:cubicBezTo>
                  <a:pt x="7" y="42"/>
                  <a:pt x="9" y="51"/>
                  <a:pt x="19" y="51"/>
                </a:cubicBezTo>
                <a:cubicBezTo>
                  <a:pt x="27" y="51"/>
                  <a:pt x="50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8" y="8"/>
                </a:cubicBezTo>
                <a:close/>
                <a:moveTo>
                  <a:pt x="58" y="29"/>
                </a:moveTo>
                <a:cubicBezTo>
                  <a:pt x="44" y="44"/>
                  <a:pt x="44" y="44"/>
                  <a:pt x="44" y="44"/>
                </a:cubicBezTo>
                <a:cubicBezTo>
                  <a:pt x="44" y="44"/>
                  <a:pt x="42" y="45"/>
                  <a:pt x="42" y="44"/>
                </a:cubicBezTo>
                <a:cubicBezTo>
                  <a:pt x="42" y="42"/>
                  <a:pt x="42" y="37"/>
                  <a:pt x="42" y="37"/>
                </a:cubicBezTo>
                <a:cubicBezTo>
                  <a:pt x="42" y="37"/>
                  <a:pt x="41" y="37"/>
                  <a:pt x="39" y="37"/>
                </a:cubicBezTo>
                <a:cubicBezTo>
                  <a:pt x="34" y="37"/>
                  <a:pt x="26" y="37"/>
                  <a:pt x="22" y="37"/>
                </a:cubicBezTo>
                <a:cubicBezTo>
                  <a:pt x="22" y="37"/>
                  <a:pt x="21" y="37"/>
                  <a:pt x="21" y="36"/>
                </a:cubicBezTo>
                <a:cubicBezTo>
                  <a:pt x="21" y="34"/>
                  <a:pt x="21" y="22"/>
                  <a:pt x="21" y="21"/>
                </a:cubicBezTo>
                <a:cubicBezTo>
                  <a:pt x="21" y="20"/>
                  <a:pt x="22" y="20"/>
                  <a:pt x="22" y="20"/>
                </a:cubicBezTo>
                <a:cubicBezTo>
                  <a:pt x="25" y="20"/>
                  <a:pt x="35" y="20"/>
                  <a:pt x="39" y="20"/>
                </a:cubicBezTo>
                <a:cubicBezTo>
                  <a:pt x="41" y="20"/>
                  <a:pt x="42" y="20"/>
                  <a:pt x="42" y="20"/>
                </a:cubicBezTo>
                <a:cubicBezTo>
                  <a:pt x="42" y="20"/>
                  <a:pt x="42" y="16"/>
                  <a:pt x="42" y="14"/>
                </a:cubicBezTo>
                <a:cubicBezTo>
                  <a:pt x="42" y="12"/>
                  <a:pt x="44" y="14"/>
                  <a:pt x="44" y="14"/>
                </a:cubicBezTo>
                <a:cubicBezTo>
                  <a:pt x="44" y="14"/>
                  <a:pt x="57" y="26"/>
                  <a:pt x="58" y="27"/>
                </a:cubicBezTo>
                <a:cubicBezTo>
                  <a:pt x="59" y="28"/>
                  <a:pt x="58" y="29"/>
                  <a:pt x="58" y="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8" name="Oval 455">
            <a:extLst>
              <a:ext uri="{FF2B5EF4-FFF2-40B4-BE49-F238E27FC236}">
                <a16:creationId xmlns:a16="http://schemas.microsoft.com/office/drawing/2014/main" id="{57D2699B-E3F0-413D-B4F4-BDB8114B4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4655" y="339497"/>
            <a:ext cx="49213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9" name="Oval 456">
            <a:extLst>
              <a:ext uri="{FF2B5EF4-FFF2-40B4-BE49-F238E27FC236}">
                <a16:creationId xmlns:a16="http://schemas.microsoft.com/office/drawing/2014/main" id="{3C43E285-2CE6-4A6A-A604-73A2175FE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9080" y="339497"/>
            <a:ext cx="49213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0" name="Freeform 457">
            <a:extLst>
              <a:ext uri="{FF2B5EF4-FFF2-40B4-BE49-F238E27FC236}">
                <a16:creationId xmlns:a16="http://schemas.microsoft.com/office/drawing/2014/main" id="{F343B633-DD53-490B-9ADE-7B367CD5EC83}"/>
              </a:ext>
            </a:extLst>
          </p:cNvPr>
          <p:cNvSpPr>
            <a:spLocks/>
          </p:cNvSpPr>
          <p:nvPr/>
        </p:nvSpPr>
        <p:spPr bwMode="auto">
          <a:xfrm>
            <a:off x="7371442" y="23584"/>
            <a:ext cx="377825" cy="296863"/>
          </a:xfrm>
          <a:custGeom>
            <a:avLst/>
            <a:gdLst>
              <a:gd name="T0" fmla="*/ 28 w 92"/>
              <a:gd name="T1" fmla="*/ 58 h 72"/>
              <a:gd name="T2" fmla="*/ 22 w 92"/>
              <a:gd name="T3" fmla="*/ 22 h 72"/>
              <a:gd name="T4" fmla="*/ 0 w 92"/>
              <a:gd name="T5" fmla="*/ 0 h 72"/>
              <a:gd name="T6" fmla="*/ 0 w 92"/>
              <a:gd name="T7" fmla="*/ 6 h 72"/>
              <a:gd name="T8" fmla="*/ 17 w 92"/>
              <a:gd name="T9" fmla="*/ 23 h 72"/>
              <a:gd name="T10" fmla="*/ 23 w 92"/>
              <a:gd name="T11" fmla="*/ 58 h 72"/>
              <a:gd name="T12" fmla="*/ 37 w 92"/>
              <a:gd name="T13" fmla="*/ 72 h 72"/>
              <a:gd name="T14" fmla="*/ 92 w 92"/>
              <a:gd name="T15" fmla="*/ 72 h 72"/>
              <a:gd name="T16" fmla="*/ 92 w 92"/>
              <a:gd name="T17" fmla="*/ 67 h 72"/>
              <a:gd name="T18" fmla="*/ 37 w 92"/>
              <a:gd name="T19" fmla="*/ 67 h 72"/>
              <a:gd name="T20" fmla="*/ 28 w 92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72">
                <a:moveTo>
                  <a:pt x="28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9" y="0"/>
                  <a:pt x="1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4" y="6"/>
                  <a:pt x="17" y="23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63"/>
                  <a:pt x="26" y="72"/>
                  <a:pt x="37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67"/>
                  <a:pt x="92" y="67"/>
                  <a:pt x="92" y="67"/>
                </a:cubicBezTo>
                <a:cubicBezTo>
                  <a:pt x="37" y="67"/>
                  <a:pt x="37" y="67"/>
                  <a:pt x="37" y="67"/>
                </a:cubicBezTo>
                <a:cubicBezTo>
                  <a:pt x="29" y="67"/>
                  <a:pt x="28" y="59"/>
                  <a:pt x="2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1" name="Freeform 458">
            <a:extLst>
              <a:ext uri="{FF2B5EF4-FFF2-40B4-BE49-F238E27FC236}">
                <a16:creationId xmlns:a16="http://schemas.microsoft.com/office/drawing/2014/main" id="{52FA610C-A3E7-4B53-BF09-63BE68185A6A}"/>
              </a:ext>
            </a:extLst>
          </p:cNvPr>
          <p:cNvSpPr>
            <a:spLocks/>
          </p:cNvSpPr>
          <p:nvPr/>
        </p:nvSpPr>
        <p:spPr bwMode="auto">
          <a:xfrm>
            <a:off x="7604805" y="142647"/>
            <a:ext cx="61913" cy="82550"/>
          </a:xfrm>
          <a:custGeom>
            <a:avLst/>
            <a:gdLst>
              <a:gd name="T0" fmla="*/ 9 w 15"/>
              <a:gd name="T1" fmla="*/ 2 h 20"/>
              <a:gd name="T2" fmla="*/ 11 w 15"/>
              <a:gd name="T3" fmla="*/ 3 h 20"/>
              <a:gd name="T4" fmla="*/ 12 w 15"/>
              <a:gd name="T5" fmla="*/ 5 h 20"/>
              <a:gd name="T6" fmla="*/ 12 w 15"/>
              <a:gd name="T7" fmla="*/ 6 h 20"/>
              <a:gd name="T8" fmla="*/ 15 w 15"/>
              <a:gd name="T9" fmla="*/ 6 h 20"/>
              <a:gd name="T10" fmla="*/ 15 w 15"/>
              <a:gd name="T11" fmla="*/ 5 h 20"/>
              <a:gd name="T12" fmla="*/ 13 w 15"/>
              <a:gd name="T13" fmla="*/ 2 h 20"/>
              <a:gd name="T14" fmla="*/ 9 w 15"/>
              <a:gd name="T15" fmla="*/ 0 h 20"/>
              <a:gd name="T16" fmla="*/ 4 w 15"/>
              <a:gd name="T17" fmla="*/ 3 h 20"/>
              <a:gd name="T18" fmla="*/ 2 w 15"/>
              <a:gd name="T19" fmla="*/ 7 h 20"/>
              <a:gd name="T20" fmla="*/ 0 w 15"/>
              <a:gd name="T21" fmla="*/ 7 h 20"/>
              <a:gd name="T22" fmla="*/ 0 w 15"/>
              <a:gd name="T23" fmla="*/ 9 h 20"/>
              <a:gd name="T24" fmla="*/ 2 w 15"/>
              <a:gd name="T25" fmla="*/ 9 h 20"/>
              <a:gd name="T26" fmla="*/ 2 w 15"/>
              <a:gd name="T27" fmla="*/ 10 h 20"/>
              <a:gd name="T28" fmla="*/ 2 w 15"/>
              <a:gd name="T29" fmla="*/ 10 h 20"/>
              <a:gd name="T30" fmla="*/ 0 w 15"/>
              <a:gd name="T31" fmla="*/ 10 h 20"/>
              <a:gd name="T32" fmla="*/ 0 w 15"/>
              <a:gd name="T33" fmla="*/ 13 h 20"/>
              <a:gd name="T34" fmla="*/ 2 w 15"/>
              <a:gd name="T35" fmla="*/ 13 h 20"/>
              <a:gd name="T36" fmla="*/ 4 w 15"/>
              <a:gd name="T37" fmla="*/ 17 h 20"/>
              <a:gd name="T38" fmla="*/ 9 w 15"/>
              <a:gd name="T39" fmla="*/ 20 h 20"/>
              <a:gd name="T40" fmla="*/ 13 w 15"/>
              <a:gd name="T41" fmla="*/ 18 h 20"/>
              <a:gd name="T42" fmla="*/ 15 w 15"/>
              <a:gd name="T43" fmla="*/ 14 h 20"/>
              <a:gd name="T44" fmla="*/ 15 w 15"/>
              <a:gd name="T45" fmla="*/ 14 h 20"/>
              <a:gd name="T46" fmla="*/ 12 w 15"/>
              <a:gd name="T47" fmla="*/ 14 h 20"/>
              <a:gd name="T48" fmla="*/ 12 w 15"/>
              <a:gd name="T49" fmla="*/ 14 h 20"/>
              <a:gd name="T50" fmla="*/ 11 w 15"/>
              <a:gd name="T51" fmla="*/ 17 h 20"/>
              <a:gd name="T52" fmla="*/ 9 w 15"/>
              <a:gd name="T53" fmla="*/ 17 h 20"/>
              <a:gd name="T54" fmla="*/ 5 w 15"/>
              <a:gd name="T55" fmla="*/ 15 h 20"/>
              <a:gd name="T56" fmla="*/ 4 w 15"/>
              <a:gd name="T57" fmla="*/ 13 h 20"/>
              <a:gd name="T58" fmla="*/ 10 w 15"/>
              <a:gd name="T59" fmla="*/ 13 h 20"/>
              <a:gd name="T60" fmla="*/ 10 w 15"/>
              <a:gd name="T61" fmla="*/ 10 h 20"/>
              <a:gd name="T62" fmla="*/ 4 w 15"/>
              <a:gd name="T63" fmla="*/ 10 h 20"/>
              <a:gd name="T64" fmla="*/ 4 w 15"/>
              <a:gd name="T65" fmla="*/ 9 h 20"/>
              <a:gd name="T66" fmla="*/ 11 w 15"/>
              <a:gd name="T67" fmla="*/ 9 h 20"/>
              <a:gd name="T68" fmla="*/ 11 w 15"/>
              <a:gd name="T69" fmla="*/ 7 h 20"/>
              <a:gd name="T70" fmla="*/ 4 w 15"/>
              <a:gd name="T71" fmla="*/ 7 h 20"/>
              <a:gd name="T72" fmla="*/ 5 w 15"/>
              <a:gd name="T73" fmla="*/ 4 h 20"/>
              <a:gd name="T74" fmla="*/ 9 w 15"/>
              <a:gd name="T75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" h="20">
                <a:moveTo>
                  <a:pt x="9" y="2"/>
                </a:moveTo>
                <a:cubicBezTo>
                  <a:pt x="9" y="2"/>
                  <a:pt x="10" y="2"/>
                  <a:pt x="11" y="3"/>
                </a:cubicBezTo>
                <a:cubicBezTo>
                  <a:pt x="11" y="4"/>
                  <a:pt x="12" y="4"/>
                  <a:pt x="12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4"/>
                  <a:pt x="14" y="3"/>
                  <a:pt x="13" y="2"/>
                </a:cubicBezTo>
                <a:cubicBezTo>
                  <a:pt x="11" y="1"/>
                  <a:pt x="10" y="0"/>
                  <a:pt x="9" y="0"/>
                </a:cubicBezTo>
                <a:cubicBezTo>
                  <a:pt x="7" y="0"/>
                  <a:pt x="5" y="1"/>
                  <a:pt x="4" y="3"/>
                </a:cubicBezTo>
                <a:cubicBezTo>
                  <a:pt x="3" y="4"/>
                  <a:pt x="2" y="5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9"/>
                  <a:pt x="0" y="9"/>
                  <a:pt x="0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3"/>
                  <a:pt x="0" y="13"/>
                  <a:pt x="0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4"/>
                  <a:pt x="3" y="16"/>
                  <a:pt x="4" y="17"/>
                </a:cubicBezTo>
                <a:cubicBezTo>
                  <a:pt x="5" y="19"/>
                  <a:pt x="7" y="20"/>
                  <a:pt x="9" y="20"/>
                </a:cubicBezTo>
                <a:cubicBezTo>
                  <a:pt x="10" y="20"/>
                  <a:pt x="12" y="19"/>
                  <a:pt x="13" y="18"/>
                </a:cubicBezTo>
                <a:cubicBezTo>
                  <a:pt x="14" y="17"/>
                  <a:pt x="14" y="16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5"/>
                  <a:pt x="11" y="16"/>
                  <a:pt x="11" y="17"/>
                </a:cubicBezTo>
                <a:cubicBezTo>
                  <a:pt x="10" y="17"/>
                  <a:pt x="10" y="17"/>
                  <a:pt x="9" y="17"/>
                </a:cubicBezTo>
                <a:cubicBezTo>
                  <a:pt x="7" y="17"/>
                  <a:pt x="6" y="17"/>
                  <a:pt x="5" y="15"/>
                </a:cubicBezTo>
                <a:cubicBezTo>
                  <a:pt x="5" y="15"/>
                  <a:pt x="5" y="14"/>
                  <a:pt x="4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0"/>
                  <a:pt x="10" y="10"/>
                  <a:pt x="10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9"/>
                  <a:pt x="4" y="9"/>
                  <a:pt x="4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7"/>
                  <a:pt x="11" y="7"/>
                  <a:pt x="11" y="7"/>
                </a:cubicBezTo>
                <a:cubicBezTo>
                  <a:pt x="4" y="7"/>
                  <a:pt x="4" y="7"/>
                  <a:pt x="4" y="7"/>
                </a:cubicBezTo>
                <a:cubicBezTo>
                  <a:pt x="5" y="6"/>
                  <a:pt x="5" y="5"/>
                  <a:pt x="5" y="4"/>
                </a:cubicBezTo>
                <a:cubicBezTo>
                  <a:pt x="6" y="3"/>
                  <a:pt x="7" y="2"/>
                  <a:pt x="9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2" name="Freeform 459">
            <a:extLst>
              <a:ext uri="{FF2B5EF4-FFF2-40B4-BE49-F238E27FC236}">
                <a16:creationId xmlns:a16="http://schemas.microsoft.com/office/drawing/2014/main" id="{D4A3F7B8-850E-4042-B8F4-DE630D40CD53}"/>
              </a:ext>
            </a:extLst>
          </p:cNvPr>
          <p:cNvSpPr>
            <a:spLocks noEditPoints="1"/>
          </p:cNvSpPr>
          <p:nvPr/>
        </p:nvSpPr>
        <p:spPr bwMode="auto">
          <a:xfrm>
            <a:off x="7477805" y="69621"/>
            <a:ext cx="320675" cy="209550"/>
          </a:xfrm>
          <a:custGeom>
            <a:avLst/>
            <a:gdLst>
              <a:gd name="T0" fmla="*/ 67 w 78"/>
              <a:gd name="T1" fmla="*/ 8 h 51"/>
              <a:gd name="T2" fmla="*/ 11 w 78"/>
              <a:gd name="T3" fmla="*/ 3 h 51"/>
              <a:gd name="T4" fmla="*/ 2 w 78"/>
              <a:gd name="T5" fmla="*/ 12 h 51"/>
              <a:gd name="T6" fmla="*/ 7 w 78"/>
              <a:gd name="T7" fmla="*/ 42 h 51"/>
              <a:gd name="T8" fmla="*/ 19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7 w 78"/>
              <a:gd name="T17" fmla="*/ 8 h 51"/>
              <a:gd name="T18" fmla="*/ 38 w 78"/>
              <a:gd name="T19" fmla="*/ 47 h 51"/>
              <a:gd name="T20" fmla="*/ 20 w 78"/>
              <a:gd name="T21" fmla="*/ 28 h 51"/>
              <a:gd name="T22" fmla="*/ 38 w 78"/>
              <a:gd name="T23" fmla="*/ 9 h 51"/>
              <a:gd name="T24" fmla="*/ 57 w 78"/>
              <a:gd name="T25" fmla="*/ 28 h 51"/>
              <a:gd name="T26" fmla="*/ 38 w 78"/>
              <a:gd name="T27" fmla="*/ 4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1">
                <a:moveTo>
                  <a:pt x="67" y="8"/>
                </a:moveTo>
                <a:cubicBezTo>
                  <a:pt x="57" y="8"/>
                  <a:pt x="11" y="3"/>
                  <a:pt x="11" y="3"/>
                </a:cubicBezTo>
                <a:cubicBezTo>
                  <a:pt x="11" y="3"/>
                  <a:pt x="0" y="0"/>
                  <a:pt x="2" y="12"/>
                </a:cubicBezTo>
                <a:cubicBezTo>
                  <a:pt x="4" y="25"/>
                  <a:pt x="7" y="42"/>
                  <a:pt x="7" y="42"/>
                </a:cubicBezTo>
                <a:cubicBezTo>
                  <a:pt x="7" y="42"/>
                  <a:pt x="9" y="51"/>
                  <a:pt x="19" y="51"/>
                </a:cubicBezTo>
                <a:cubicBezTo>
                  <a:pt x="26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7" y="8"/>
                </a:cubicBezTo>
                <a:close/>
                <a:moveTo>
                  <a:pt x="38" y="47"/>
                </a:moveTo>
                <a:cubicBezTo>
                  <a:pt x="28" y="47"/>
                  <a:pt x="20" y="38"/>
                  <a:pt x="20" y="28"/>
                </a:cubicBezTo>
                <a:cubicBezTo>
                  <a:pt x="20" y="18"/>
                  <a:pt x="28" y="9"/>
                  <a:pt x="38" y="9"/>
                </a:cubicBezTo>
                <a:cubicBezTo>
                  <a:pt x="49" y="9"/>
                  <a:pt x="57" y="18"/>
                  <a:pt x="57" y="28"/>
                </a:cubicBezTo>
                <a:cubicBezTo>
                  <a:pt x="57" y="38"/>
                  <a:pt x="49" y="47"/>
                  <a:pt x="38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3" name="Freeform 460">
            <a:extLst>
              <a:ext uri="{FF2B5EF4-FFF2-40B4-BE49-F238E27FC236}">
                <a16:creationId xmlns:a16="http://schemas.microsoft.com/office/drawing/2014/main" id="{F415AFB8-1BEB-4083-A22F-12EF66738DC3}"/>
              </a:ext>
            </a:extLst>
          </p:cNvPr>
          <p:cNvSpPr>
            <a:spLocks noEditPoints="1"/>
          </p:cNvSpPr>
          <p:nvPr/>
        </p:nvSpPr>
        <p:spPr bwMode="auto">
          <a:xfrm>
            <a:off x="7565117" y="114072"/>
            <a:ext cx="142875" cy="139700"/>
          </a:xfrm>
          <a:custGeom>
            <a:avLst/>
            <a:gdLst>
              <a:gd name="T0" fmla="*/ 17 w 35"/>
              <a:gd name="T1" fmla="*/ 0 h 34"/>
              <a:gd name="T2" fmla="*/ 0 w 35"/>
              <a:gd name="T3" fmla="*/ 17 h 34"/>
              <a:gd name="T4" fmla="*/ 17 w 35"/>
              <a:gd name="T5" fmla="*/ 34 h 34"/>
              <a:gd name="T6" fmla="*/ 35 w 35"/>
              <a:gd name="T7" fmla="*/ 17 h 34"/>
              <a:gd name="T8" fmla="*/ 17 w 35"/>
              <a:gd name="T9" fmla="*/ 0 h 34"/>
              <a:gd name="T10" fmla="*/ 17 w 35"/>
              <a:gd name="T11" fmla="*/ 32 h 34"/>
              <a:gd name="T12" fmla="*/ 2 w 35"/>
              <a:gd name="T13" fmla="*/ 17 h 34"/>
              <a:gd name="T14" fmla="*/ 17 w 35"/>
              <a:gd name="T15" fmla="*/ 2 h 34"/>
              <a:gd name="T16" fmla="*/ 33 w 35"/>
              <a:gd name="T17" fmla="*/ 17 h 34"/>
              <a:gd name="T18" fmla="*/ 17 w 35"/>
              <a:gd name="T19" fmla="*/ 3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4">
                <a:moveTo>
                  <a:pt x="17" y="0"/>
                </a:moveTo>
                <a:cubicBezTo>
                  <a:pt x="8" y="0"/>
                  <a:pt x="0" y="7"/>
                  <a:pt x="0" y="17"/>
                </a:cubicBezTo>
                <a:cubicBezTo>
                  <a:pt x="0" y="26"/>
                  <a:pt x="8" y="34"/>
                  <a:pt x="17" y="34"/>
                </a:cubicBezTo>
                <a:cubicBezTo>
                  <a:pt x="27" y="34"/>
                  <a:pt x="35" y="26"/>
                  <a:pt x="35" y="17"/>
                </a:cubicBezTo>
                <a:cubicBezTo>
                  <a:pt x="35" y="7"/>
                  <a:pt x="27" y="0"/>
                  <a:pt x="17" y="0"/>
                </a:cubicBezTo>
                <a:close/>
                <a:moveTo>
                  <a:pt x="17" y="32"/>
                </a:moveTo>
                <a:cubicBezTo>
                  <a:pt x="9" y="32"/>
                  <a:pt x="2" y="25"/>
                  <a:pt x="2" y="17"/>
                </a:cubicBezTo>
                <a:cubicBezTo>
                  <a:pt x="2" y="9"/>
                  <a:pt x="9" y="2"/>
                  <a:pt x="17" y="2"/>
                </a:cubicBezTo>
                <a:cubicBezTo>
                  <a:pt x="26" y="2"/>
                  <a:pt x="33" y="9"/>
                  <a:pt x="33" y="17"/>
                </a:cubicBezTo>
                <a:cubicBezTo>
                  <a:pt x="33" y="25"/>
                  <a:pt x="26" y="32"/>
                  <a:pt x="17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4" name="Oval 461">
            <a:extLst>
              <a:ext uri="{FF2B5EF4-FFF2-40B4-BE49-F238E27FC236}">
                <a16:creationId xmlns:a16="http://schemas.microsoft.com/office/drawing/2014/main" id="{D9DD3E49-DFA9-4DE1-AB4B-61919A05D1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1230" y="356959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5" name="Oval 462">
            <a:extLst>
              <a:ext uri="{FF2B5EF4-FFF2-40B4-BE49-F238E27FC236}">
                <a16:creationId xmlns:a16="http://schemas.microsoft.com/office/drawing/2014/main" id="{82D806E7-FD7B-4960-8120-BF0994F21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0417" y="356959"/>
            <a:ext cx="44450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6" name="Freeform 463">
            <a:extLst>
              <a:ext uri="{FF2B5EF4-FFF2-40B4-BE49-F238E27FC236}">
                <a16:creationId xmlns:a16="http://schemas.microsoft.com/office/drawing/2014/main" id="{02532474-EDFF-463D-8AD4-E9FBFCCB20F3}"/>
              </a:ext>
            </a:extLst>
          </p:cNvPr>
          <p:cNvSpPr>
            <a:spLocks/>
          </p:cNvSpPr>
          <p:nvPr/>
        </p:nvSpPr>
        <p:spPr bwMode="auto">
          <a:xfrm>
            <a:off x="6642780" y="41046"/>
            <a:ext cx="376238" cy="295275"/>
          </a:xfrm>
          <a:custGeom>
            <a:avLst/>
            <a:gdLst>
              <a:gd name="T0" fmla="*/ 28 w 92"/>
              <a:gd name="T1" fmla="*/ 57 h 72"/>
              <a:gd name="T2" fmla="*/ 22 w 92"/>
              <a:gd name="T3" fmla="*/ 21 h 72"/>
              <a:gd name="T4" fmla="*/ 0 w 92"/>
              <a:gd name="T5" fmla="*/ 0 h 72"/>
              <a:gd name="T6" fmla="*/ 0 w 92"/>
              <a:gd name="T7" fmla="*/ 5 h 72"/>
              <a:gd name="T8" fmla="*/ 16 w 92"/>
              <a:gd name="T9" fmla="*/ 22 h 72"/>
              <a:gd name="T10" fmla="*/ 22 w 92"/>
              <a:gd name="T11" fmla="*/ 58 h 72"/>
              <a:gd name="T12" fmla="*/ 36 w 92"/>
              <a:gd name="T13" fmla="*/ 72 h 72"/>
              <a:gd name="T14" fmla="*/ 92 w 92"/>
              <a:gd name="T15" fmla="*/ 72 h 72"/>
              <a:gd name="T16" fmla="*/ 92 w 92"/>
              <a:gd name="T17" fmla="*/ 66 h 72"/>
              <a:gd name="T18" fmla="*/ 36 w 92"/>
              <a:gd name="T19" fmla="*/ 66 h 72"/>
              <a:gd name="T20" fmla="*/ 28 w 92"/>
              <a:gd name="T21" fmla="*/ 5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72">
                <a:moveTo>
                  <a:pt x="28" y="57"/>
                </a:moveTo>
                <a:cubicBezTo>
                  <a:pt x="22" y="21"/>
                  <a:pt x="22" y="21"/>
                  <a:pt x="22" y="21"/>
                </a:cubicBezTo>
                <a:cubicBezTo>
                  <a:pt x="18" y="0"/>
                  <a:pt x="0" y="0"/>
                  <a:pt x="0" y="0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13" y="6"/>
                  <a:pt x="16" y="22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3"/>
                  <a:pt x="26" y="72"/>
                  <a:pt x="36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66"/>
                  <a:pt x="92" y="66"/>
                  <a:pt x="92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29" y="66"/>
                  <a:pt x="28" y="59"/>
                  <a:pt x="28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7" name="Freeform 464">
            <a:extLst>
              <a:ext uri="{FF2B5EF4-FFF2-40B4-BE49-F238E27FC236}">
                <a16:creationId xmlns:a16="http://schemas.microsoft.com/office/drawing/2014/main" id="{263B96BB-C224-4CA5-830D-A29E60C53FF9}"/>
              </a:ext>
            </a:extLst>
          </p:cNvPr>
          <p:cNvSpPr>
            <a:spLocks noEditPoints="1"/>
          </p:cNvSpPr>
          <p:nvPr/>
        </p:nvSpPr>
        <p:spPr bwMode="auto">
          <a:xfrm>
            <a:off x="6831692" y="134709"/>
            <a:ext cx="147638" cy="144463"/>
          </a:xfrm>
          <a:custGeom>
            <a:avLst/>
            <a:gdLst>
              <a:gd name="T0" fmla="*/ 18 w 36"/>
              <a:gd name="T1" fmla="*/ 0 h 35"/>
              <a:gd name="T2" fmla="*/ 0 w 36"/>
              <a:gd name="T3" fmla="*/ 18 h 35"/>
              <a:gd name="T4" fmla="*/ 18 w 36"/>
              <a:gd name="T5" fmla="*/ 35 h 35"/>
              <a:gd name="T6" fmla="*/ 36 w 36"/>
              <a:gd name="T7" fmla="*/ 18 h 35"/>
              <a:gd name="T8" fmla="*/ 18 w 36"/>
              <a:gd name="T9" fmla="*/ 0 h 35"/>
              <a:gd name="T10" fmla="*/ 18 w 36"/>
              <a:gd name="T11" fmla="*/ 33 h 35"/>
              <a:gd name="T12" fmla="*/ 3 w 36"/>
              <a:gd name="T13" fmla="*/ 18 h 35"/>
              <a:gd name="T14" fmla="*/ 18 w 36"/>
              <a:gd name="T15" fmla="*/ 2 h 35"/>
              <a:gd name="T16" fmla="*/ 33 w 36"/>
              <a:gd name="T17" fmla="*/ 18 h 35"/>
              <a:gd name="T18" fmla="*/ 18 w 36"/>
              <a:gd name="T1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5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ubicBezTo>
                  <a:pt x="28" y="35"/>
                  <a:pt x="36" y="27"/>
                  <a:pt x="36" y="18"/>
                </a:cubicBezTo>
                <a:cubicBezTo>
                  <a:pt x="36" y="8"/>
                  <a:pt x="28" y="0"/>
                  <a:pt x="18" y="0"/>
                </a:cubicBezTo>
                <a:close/>
                <a:moveTo>
                  <a:pt x="18" y="33"/>
                </a:moveTo>
                <a:cubicBezTo>
                  <a:pt x="9" y="33"/>
                  <a:pt x="3" y="26"/>
                  <a:pt x="3" y="18"/>
                </a:cubicBezTo>
                <a:cubicBezTo>
                  <a:pt x="3" y="9"/>
                  <a:pt x="9" y="2"/>
                  <a:pt x="18" y="2"/>
                </a:cubicBezTo>
                <a:cubicBezTo>
                  <a:pt x="27" y="2"/>
                  <a:pt x="33" y="9"/>
                  <a:pt x="33" y="18"/>
                </a:cubicBezTo>
                <a:cubicBezTo>
                  <a:pt x="33" y="26"/>
                  <a:pt x="27" y="33"/>
                  <a:pt x="18" y="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8" name="Freeform 465">
            <a:extLst>
              <a:ext uri="{FF2B5EF4-FFF2-40B4-BE49-F238E27FC236}">
                <a16:creationId xmlns:a16="http://schemas.microsoft.com/office/drawing/2014/main" id="{2E37D71E-C94C-4885-9E46-C37DDA4B56F2}"/>
              </a:ext>
            </a:extLst>
          </p:cNvPr>
          <p:cNvSpPr>
            <a:spLocks/>
          </p:cNvSpPr>
          <p:nvPr/>
        </p:nvSpPr>
        <p:spPr bwMode="auto">
          <a:xfrm>
            <a:off x="6880905" y="163284"/>
            <a:ext cx="49213" cy="87313"/>
          </a:xfrm>
          <a:custGeom>
            <a:avLst/>
            <a:gdLst>
              <a:gd name="T0" fmla="*/ 6 w 12"/>
              <a:gd name="T1" fmla="*/ 9 h 21"/>
              <a:gd name="T2" fmla="*/ 4 w 12"/>
              <a:gd name="T3" fmla="*/ 8 h 21"/>
              <a:gd name="T4" fmla="*/ 3 w 12"/>
              <a:gd name="T5" fmla="*/ 6 h 21"/>
              <a:gd name="T6" fmla="*/ 4 w 12"/>
              <a:gd name="T7" fmla="*/ 5 h 21"/>
              <a:gd name="T8" fmla="*/ 6 w 12"/>
              <a:gd name="T9" fmla="*/ 4 h 21"/>
              <a:gd name="T10" fmla="*/ 8 w 12"/>
              <a:gd name="T11" fmla="*/ 5 h 21"/>
              <a:gd name="T12" fmla="*/ 9 w 12"/>
              <a:gd name="T13" fmla="*/ 7 h 21"/>
              <a:gd name="T14" fmla="*/ 9 w 12"/>
              <a:gd name="T15" fmla="*/ 7 h 21"/>
              <a:gd name="T16" fmla="*/ 12 w 12"/>
              <a:gd name="T17" fmla="*/ 7 h 21"/>
              <a:gd name="T18" fmla="*/ 12 w 12"/>
              <a:gd name="T19" fmla="*/ 7 h 21"/>
              <a:gd name="T20" fmla="*/ 10 w 12"/>
              <a:gd name="T21" fmla="*/ 3 h 21"/>
              <a:gd name="T22" fmla="*/ 7 w 12"/>
              <a:gd name="T23" fmla="*/ 2 h 21"/>
              <a:gd name="T24" fmla="*/ 7 w 12"/>
              <a:gd name="T25" fmla="*/ 0 h 21"/>
              <a:gd name="T26" fmla="*/ 5 w 12"/>
              <a:gd name="T27" fmla="*/ 0 h 21"/>
              <a:gd name="T28" fmla="*/ 5 w 12"/>
              <a:gd name="T29" fmla="*/ 2 h 21"/>
              <a:gd name="T30" fmla="*/ 2 w 12"/>
              <a:gd name="T31" fmla="*/ 3 h 21"/>
              <a:gd name="T32" fmla="*/ 1 w 12"/>
              <a:gd name="T33" fmla="*/ 7 h 21"/>
              <a:gd name="T34" fmla="*/ 2 w 12"/>
              <a:gd name="T35" fmla="*/ 9 h 21"/>
              <a:gd name="T36" fmla="*/ 6 w 12"/>
              <a:gd name="T37" fmla="*/ 11 h 21"/>
              <a:gd name="T38" fmla="*/ 9 w 12"/>
              <a:gd name="T39" fmla="*/ 12 h 21"/>
              <a:gd name="T40" fmla="*/ 9 w 12"/>
              <a:gd name="T41" fmla="*/ 14 h 21"/>
              <a:gd name="T42" fmla="*/ 8 w 12"/>
              <a:gd name="T43" fmla="*/ 16 h 21"/>
              <a:gd name="T44" fmla="*/ 6 w 12"/>
              <a:gd name="T45" fmla="*/ 17 h 21"/>
              <a:gd name="T46" fmla="*/ 4 w 12"/>
              <a:gd name="T47" fmla="*/ 16 h 21"/>
              <a:gd name="T48" fmla="*/ 3 w 12"/>
              <a:gd name="T49" fmla="*/ 14 h 21"/>
              <a:gd name="T50" fmla="*/ 3 w 12"/>
              <a:gd name="T51" fmla="*/ 14 h 21"/>
              <a:gd name="T52" fmla="*/ 0 w 12"/>
              <a:gd name="T53" fmla="*/ 14 h 21"/>
              <a:gd name="T54" fmla="*/ 0 w 12"/>
              <a:gd name="T55" fmla="*/ 14 h 21"/>
              <a:gd name="T56" fmla="*/ 2 w 12"/>
              <a:gd name="T57" fmla="*/ 17 h 21"/>
              <a:gd name="T58" fmla="*/ 5 w 12"/>
              <a:gd name="T59" fmla="*/ 19 h 21"/>
              <a:gd name="T60" fmla="*/ 5 w 12"/>
              <a:gd name="T61" fmla="*/ 21 h 21"/>
              <a:gd name="T62" fmla="*/ 7 w 12"/>
              <a:gd name="T63" fmla="*/ 21 h 21"/>
              <a:gd name="T64" fmla="*/ 7 w 12"/>
              <a:gd name="T65" fmla="*/ 19 h 21"/>
              <a:gd name="T66" fmla="*/ 10 w 12"/>
              <a:gd name="T67" fmla="*/ 18 h 21"/>
              <a:gd name="T68" fmla="*/ 12 w 12"/>
              <a:gd name="T69" fmla="*/ 14 h 21"/>
              <a:gd name="T70" fmla="*/ 10 w 12"/>
              <a:gd name="T71" fmla="*/ 11 h 21"/>
              <a:gd name="T72" fmla="*/ 6 w 12"/>
              <a:gd name="T73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" h="21">
                <a:moveTo>
                  <a:pt x="6" y="9"/>
                </a:moveTo>
                <a:cubicBezTo>
                  <a:pt x="5" y="9"/>
                  <a:pt x="4" y="8"/>
                  <a:pt x="4" y="8"/>
                </a:cubicBezTo>
                <a:cubicBezTo>
                  <a:pt x="3" y="8"/>
                  <a:pt x="3" y="7"/>
                  <a:pt x="3" y="6"/>
                </a:cubicBezTo>
                <a:cubicBezTo>
                  <a:pt x="3" y="6"/>
                  <a:pt x="4" y="5"/>
                  <a:pt x="4" y="5"/>
                </a:cubicBezTo>
                <a:cubicBezTo>
                  <a:pt x="5" y="4"/>
                  <a:pt x="5" y="4"/>
                  <a:pt x="6" y="4"/>
                </a:cubicBezTo>
                <a:cubicBezTo>
                  <a:pt x="7" y="4"/>
                  <a:pt x="8" y="4"/>
                  <a:pt x="8" y="5"/>
                </a:cubicBezTo>
                <a:cubicBezTo>
                  <a:pt x="9" y="5"/>
                  <a:pt x="9" y="6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5"/>
                  <a:pt x="11" y="4"/>
                  <a:pt x="10" y="3"/>
                </a:cubicBezTo>
                <a:cubicBezTo>
                  <a:pt x="9" y="3"/>
                  <a:pt x="8" y="2"/>
                  <a:pt x="7" y="2"/>
                </a:cubicBezTo>
                <a:cubicBezTo>
                  <a:pt x="7" y="0"/>
                  <a:pt x="7" y="0"/>
                  <a:pt x="7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2"/>
                  <a:pt x="5" y="2"/>
                  <a:pt x="5" y="2"/>
                </a:cubicBezTo>
                <a:cubicBezTo>
                  <a:pt x="4" y="2"/>
                  <a:pt x="3" y="3"/>
                  <a:pt x="2" y="3"/>
                </a:cubicBezTo>
                <a:cubicBezTo>
                  <a:pt x="1" y="4"/>
                  <a:pt x="1" y="5"/>
                  <a:pt x="1" y="7"/>
                </a:cubicBezTo>
                <a:cubicBezTo>
                  <a:pt x="1" y="8"/>
                  <a:pt x="1" y="9"/>
                  <a:pt x="2" y="9"/>
                </a:cubicBezTo>
                <a:cubicBezTo>
                  <a:pt x="3" y="10"/>
                  <a:pt x="4" y="11"/>
                  <a:pt x="6" y="11"/>
                </a:cubicBezTo>
                <a:cubicBezTo>
                  <a:pt x="7" y="11"/>
                  <a:pt x="8" y="12"/>
                  <a:pt x="9" y="12"/>
                </a:cubicBezTo>
                <a:cubicBezTo>
                  <a:pt x="9" y="13"/>
                  <a:pt x="9" y="13"/>
                  <a:pt x="9" y="14"/>
                </a:cubicBezTo>
                <a:cubicBezTo>
                  <a:pt x="9" y="15"/>
                  <a:pt x="9" y="16"/>
                  <a:pt x="8" y="16"/>
                </a:cubicBezTo>
                <a:cubicBezTo>
                  <a:pt x="8" y="17"/>
                  <a:pt x="7" y="17"/>
                  <a:pt x="6" y="17"/>
                </a:cubicBezTo>
                <a:cubicBezTo>
                  <a:pt x="5" y="17"/>
                  <a:pt x="4" y="17"/>
                  <a:pt x="4" y="16"/>
                </a:cubicBezTo>
                <a:cubicBezTo>
                  <a:pt x="3" y="16"/>
                  <a:pt x="3" y="15"/>
                  <a:pt x="3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1" y="17"/>
                  <a:pt x="2" y="17"/>
                </a:cubicBezTo>
                <a:cubicBezTo>
                  <a:pt x="3" y="18"/>
                  <a:pt x="4" y="19"/>
                  <a:pt x="5" y="19"/>
                </a:cubicBezTo>
                <a:cubicBezTo>
                  <a:pt x="5" y="21"/>
                  <a:pt x="5" y="21"/>
                  <a:pt x="5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19"/>
                  <a:pt x="7" y="19"/>
                  <a:pt x="7" y="19"/>
                </a:cubicBezTo>
                <a:cubicBezTo>
                  <a:pt x="8" y="19"/>
                  <a:pt x="9" y="18"/>
                  <a:pt x="10" y="18"/>
                </a:cubicBezTo>
                <a:cubicBezTo>
                  <a:pt x="11" y="17"/>
                  <a:pt x="12" y="15"/>
                  <a:pt x="12" y="14"/>
                </a:cubicBezTo>
                <a:cubicBezTo>
                  <a:pt x="12" y="13"/>
                  <a:pt x="11" y="12"/>
                  <a:pt x="10" y="11"/>
                </a:cubicBezTo>
                <a:cubicBezTo>
                  <a:pt x="10" y="10"/>
                  <a:pt x="8" y="10"/>
                  <a:pt x="6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9" name="Freeform 466">
            <a:extLst>
              <a:ext uri="{FF2B5EF4-FFF2-40B4-BE49-F238E27FC236}">
                <a16:creationId xmlns:a16="http://schemas.microsoft.com/office/drawing/2014/main" id="{C0E9C74B-B2CD-4D04-AA7D-DE17A2DD522D}"/>
              </a:ext>
            </a:extLst>
          </p:cNvPr>
          <p:cNvSpPr>
            <a:spLocks noEditPoints="1"/>
          </p:cNvSpPr>
          <p:nvPr/>
        </p:nvSpPr>
        <p:spPr bwMode="auto">
          <a:xfrm>
            <a:off x="6744380" y="85496"/>
            <a:ext cx="323850" cy="209550"/>
          </a:xfrm>
          <a:custGeom>
            <a:avLst/>
            <a:gdLst>
              <a:gd name="T0" fmla="*/ 68 w 79"/>
              <a:gd name="T1" fmla="*/ 8 h 51"/>
              <a:gd name="T2" fmla="*/ 12 w 79"/>
              <a:gd name="T3" fmla="*/ 2 h 51"/>
              <a:gd name="T4" fmla="*/ 2 w 79"/>
              <a:gd name="T5" fmla="*/ 12 h 51"/>
              <a:gd name="T6" fmla="*/ 7 w 79"/>
              <a:gd name="T7" fmla="*/ 41 h 51"/>
              <a:gd name="T8" fmla="*/ 19 w 79"/>
              <a:gd name="T9" fmla="*/ 51 h 51"/>
              <a:gd name="T10" fmla="*/ 59 w 79"/>
              <a:gd name="T11" fmla="*/ 51 h 51"/>
              <a:gd name="T12" fmla="*/ 71 w 79"/>
              <a:gd name="T13" fmla="*/ 40 h 51"/>
              <a:gd name="T14" fmla="*/ 75 w 79"/>
              <a:gd name="T15" fmla="*/ 17 h 51"/>
              <a:gd name="T16" fmla="*/ 68 w 79"/>
              <a:gd name="T17" fmla="*/ 8 h 51"/>
              <a:gd name="T18" fmla="*/ 39 w 79"/>
              <a:gd name="T19" fmla="*/ 49 h 51"/>
              <a:gd name="T20" fmla="*/ 20 w 79"/>
              <a:gd name="T21" fmla="*/ 30 h 51"/>
              <a:gd name="T22" fmla="*/ 39 w 79"/>
              <a:gd name="T23" fmla="*/ 10 h 51"/>
              <a:gd name="T24" fmla="*/ 58 w 79"/>
              <a:gd name="T25" fmla="*/ 30 h 51"/>
              <a:gd name="T26" fmla="*/ 39 w 79"/>
              <a:gd name="T27" fmla="*/ 4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51">
                <a:moveTo>
                  <a:pt x="68" y="8"/>
                </a:moveTo>
                <a:cubicBezTo>
                  <a:pt x="57" y="8"/>
                  <a:pt x="12" y="2"/>
                  <a:pt x="12" y="2"/>
                </a:cubicBezTo>
                <a:cubicBezTo>
                  <a:pt x="12" y="2"/>
                  <a:pt x="0" y="0"/>
                  <a:pt x="2" y="12"/>
                </a:cubicBezTo>
                <a:cubicBezTo>
                  <a:pt x="4" y="24"/>
                  <a:pt x="7" y="41"/>
                  <a:pt x="7" y="41"/>
                </a:cubicBezTo>
                <a:cubicBezTo>
                  <a:pt x="7" y="41"/>
                  <a:pt x="9" y="51"/>
                  <a:pt x="19" y="51"/>
                </a:cubicBezTo>
                <a:cubicBezTo>
                  <a:pt x="27" y="51"/>
                  <a:pt x="50" y="51"/>
                  <a:pt x="59" y="51"/>
                </a:cubicBezTo>
                <a:cubicBezTo>
                  <a:pt x="67" y="51"/>
                  <a:pt x="71" y="40"/>
                  <a:pt x="71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9" y="8"/>
                  <a:pt x="68" y="8"/>
                </a:cubicBezTo>
                <a:close/>
                <a:moveTo>
                  <a:pt x="39" y="49"/>
                </a:moveTo>
                <a:cubicBezTo>
                  <a:pt x="28" y="49"/>
                  <a:pt x="20" y="40"/>
                  <a:pt x="20" y="30"/>
                </a:cubicBezTo>
                <a:cubicBezTo>
                  <a:pt x="20" y="19"/>
                  <a:pt x="28" y="10"/>
                  <a:pt x="39" y="10"/>
                </a:cubicBezTo>
                <a:cubicBezTo>
                  <a:pt x="50" y="10"/>
                  <a:pt x="58" y="19"/>
                  <a:pt x="58" y="30"/>
                </a:cubicBezTo>
                <a:cubicBezTo>
                  <a:pt x="58" y="40"/>
                  <a:pt x="50" y="49"/>
                  <a:pt x="39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0" name="Oval 467">
            <a:extLst>
              <a:ext uri="{FF2B5EF4-FFF2-40B4-BE49-F238E27FC236}">
                <a16:creationId xmlns:a16="http://schemas.microsoft.com/office/drawing/2014/main" id="{D7E63B50-7B81-4EA6-8FD4-B3D6B48FA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95392" y="339497"/>
            <a:ext cx="44450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1" name="Oval 468">
            <a:extLst>
              <a:ext uri="{FF2B5EF4-FFF2-40B4-BE49-F238E27FC236}">
                <a16:creationId xmlns:a16="http://schemas.microsoft.com/office/drawing/2014/main" id="{618CC6EC-11ED-4B79-AE3C-D285860C1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9817" y="339497"/>
            <a:ext cx="49213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2" name="Freeform 469">
            <a:extLst>
              <a:ext uri="{FF2B5EF4-FFF2-40B4-BE49-F238E27FC236}">
                <a16:creationId xmlns:a16="http://schemas.microsoft.com/office/drawing/2014/main" id="{CC4EFDE5-6835-455F-BC77-7A03D284B90F}"/>
              </a:ext>
            </a:extLst>
          </p:cNvPr>
          <p:cNvSpPr>
            <a:spLocks/>
          </p:cNvSpPr>
          <p:nvPr/>
        </p:nvSpPr>
        <p:spPr bwMode="auto">
          <a:xfrm>
            <a:off x="8192180" y="23584"/>
            <a:ext cx="376238" cy="296863"/>
          </a:xfrm>
          <a:custGeom>
            <a:avLst/>
            <a:gdLst>
              <a:gd name="T0" fmla="*/ 28 w 92"/>
              <a:gd name="T1" fmla="*/ 58 h 72"/>
              <a:gd name="T2" fmla="*/ 22 w 92"/>
              <a:gd name="T3" fmla="*/ 22 h 72"/>
              <a:gd name="T4" fmla="*/ 0 w 92"/>
              <a:gd name="T5" fmla="*/ 0 h 72"/>
              <a:gd name="T6" fmla="*/ 0 w 92"/>
              <a:gd name="T7" fmla="*/ 6 h 72"/>
              <a:gd name="T8" fmla="*/ 17 w 92"/>
              <a:gd name="T9" fmla="*/ 23 h 72"/>
              <a:gd name="T10" fmla="*/ 22 w 92"/>
              <a:gd name="T11" fmla="*/ 58 h 72"/>
              <a:gd name="T12" fmla="*/ 36 w 92"/>
              <a:gd name="T13" fmla="*/ 72 h 72"/>
              <a:gd name="T14" fmla="*/ 92 w 92"/>
              <a:gd name="T15" fmla="*/ 72 h 72"/>
              <a:gd name="T16" fmla="*/ 92 w 92"/>
              <a:gd name="T17" fmla="*/ 67 h 72"/>
              <a:gd name="T18" fmla="*/ 36 w 92"/>
              <a:gd name="T19" fmla="*/ 67 h 72"/>
              <a:gd name="T20" fmla="*/ 28 w 92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72">
                <a:moveTo>
                  <a:pt x="28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4" y="6"/>
                  <a:pt x="17" y="23"/>
                </a:cubicBezTo>
                <a:cubicBezTo>
                  <a:pt x="22" y="58"/>
                  <a:pt x="22" y="58"/>
                  <a:pt x="22" y="58"/>
                </a:cubicBezTo>
                <a:cubicBezTo>
                  <a:pt x="23" y="63"/>
                  <a:pt x="26" y="72"/>
                  <a:pt x="36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67"/>
                  <a:pt x="92" y="67"/>
                  <a:pt x="92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9" y="67"/>
                  <a:pt x="28" y="59"/>
                  <a:pt x="2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3" name="Freeform 470">
            <a:extLst>
              <a:ext uri="{FF2B5EF4-FFF2-40B4-BE49-F238E27FC236}">
                <a16:creationId xmlns:a16="http://schemas.microsoft.com/office/drawing/2014/main" id="{3C0275DD-4F5E-4ED9-B31A-6F8534BA2860}"/>
              </a:ext>
            </a:extLst>
          </p:cNvPr>
          <p:cNvSpPr>
            <a:spLocks noEditPoints="1"/>
          </p:cNvSpPr>
          <p:nvPr/>
        </p:nvSpPr>
        <p:spPr bwMode="auto">
          <a:xfrm>
            <a:off x="8298542" y="69621"/>
            <a:ext cx="319088" cy="209550"/>
          </a:xfrm>
          <a:custGeom>
            <a:avLst/>
            <a:gdLst>
              <a:gd name="T0" fmla="*/ 67 w 78"/>
              <a:gd name="T1" fmla="*/ 8 h 51"/>
              <a:gd name="T2" fmla="*/ 11 w 78"/>
              <a:gd name="T3" fmla="*/ 2 h 51"/>
              <a:gd name="T4" fmla="*/ 2 w 78"/>
              <a:gd name="T5" fmla="*/ 12 h 51"/>
              <a:gd name="T6" fmla="*/ 6 w 78"/>
              <a:gd name="T7" fmla="*/ 42 h 51"/>
              <a:gd name="T8" fmla="*/ 18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7 w 78"/>
              <a:gd name="T17" fmla="*/ 8 h 51"/>
              <a:gd name="T18" fmla="*/ 38 w 78"/>
              <a:gd name="T19" fmla="*/ 48 h 51"/>
              <a:gd name="T20" fmla="*/ 19 w 78"/>
              <a:gd name="T21" fmla="*/ 29 h 51"/>
              <a:gd name="T22" fmla="*/ 38 w 78"/>
              <a:gd name="T23" fmla="*/ 10 h 51"/>
              <a:gd name="T24" fmla="*/ 57 w 78"/>
              <a:gd name="T25" fmla="*/ 29 h 51"/>
              <a:gd name="T26" fmla="*/ 38 w 78"/>
              <a:gd name="T27" fmla="*/ 4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1">
                <a:moveTo>
                  <a:pt x="67" y="8"/>
                </a:moveTo>
                <a:cubicBezTo>
                  <a:pt x="57" y="8"/>
                  <a:pt x="11" y="2"/>
                  <a:pt x="11" y="2"/>
                </a:cubicBezTo>
                <a:cubicBezTo>
                  <a:pt x="11" y="2"/>
                  <a:pt x="0" y="0"/>
                  <a:pt x="2" y="12"/>
                </a:cubicBezTo>
                <a:cubicBezTo>
                  <a:pt x="3" y="25"/>
                  <a:pt x="6" y="42"/>
                  <a:pt x="6" y="42"/>
                </a:cubicBezTo>
                <a:cubicBezTo>
                  <a:pt x="6" y="42"/>
                  <a:pt x="9" y="51"/>
                  <a:pt x="18" y="51"/>
                </a:cubicBezTo>
                <a:cubicBezTo>
                  <a:pt x="26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7" y="8"/>
                </a:cubicBezTo>
                <a:close/>
                <a:moveTo>
                  <a:pt x="38" y="48"/>
                </a:moveTo>
                <a:cubicBezTo>
                  <a:pt x="28" y="48"/>
                  <a:pt x="19" y="39"/>
                  <a:pt x="19" y="29"/>
                </a:cubicBezTo>
                <a:cubicBezTo>
                  <a:pt x="19" y="19"/>
                  <a:pt x="28" y="10"/>
                  <a:pt x="38" y="10"/>
                </a:cubicBezTo>
                <a:cubicBezTo>
                  <a:pt x="49" y="10"/>
                  <a:pt x="57" y="19"/>
                  <a:pt x="57" y="29"/>
                </a:cubicBezTo>
                <a:cubicBezTo>
                  <a:pt x="57" y="39"/>
                  <a:pt x="49" y="48"/>
                  <a:pt x="38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4" name="Freeform 471">
            <a:extLst>
              <a:ext uri="{FF2B5EF4-FFF2-40B4-BE49-F238E27FC236}">
                <a16:creationId xmlns:a16="http://schemas.microsoft.com/office/drawing/2014/main" id="{5EBABAF9-6CB7-4498-A2B5-6C42B4033E29}"/>
              </a:ext>
            </a:extLst>
          </p:cNvPr>
          <p:cNvSpPr>
            <a:spLocks/>
          </p:cNvSpPr>
          <p:nvPr/>
        </p:nvSpPr>
        <p:spPr bwMode="auto">
          <a:xfrm>
            <a:off x="8433480" y="147409"/>
            <a:ext cx="44450" cy="73025"/>
          </a:xfrm>
          <a:custGeom>
            <a:avLst/>
            <a:gdLst>
              <a:gd name="T0" fmla="*/ 5 w 11"/>
              <a:gd name="T1" fmla="*/ 13 h 18"/>
              <a:gd name="T2" fmla="*/ 5 w 11"/>
              <a:gd name="T3" fmla="*/ 10 h 18"/>
              <a:gd name="T4" fmla="*/ 9 w 11"/>
              <a:gd name="T5" fmla="*/ 10 h 18"/>
              <a:gd name="T6" fmla="*/ 9 w 11"/>
              <a:gd name="T7" fmla="*/ 8 h 18"/>
              <a:gd name="T8" fmla="*/ 5 w 11"/>
              <a:gd name="T9" fmla="*/ 8 h 18"/>
              <a:gd name="T10" fmla="*/ 4 w 11"/>
              <a:gd name="T11" fmla="*/ 6 h 18"/>
              <a:gd name="T12" fmla="*/ 7 w 11"/>
              <a:gd name="T13" fmla="*/ 3 h 18"/>
              <a:gd name="T14" fmla="*/ 10 w 11"/>
              <a:gd name="T15" fmla="*/ 4 h 18"/>
              <a:gd name="T16" fmla="*/ 10 w 11"/>
              <a:gd name="T17" fmla="*/ 4 h 18"/>
              <a:gd name="T18" fmla="*/ 10 w 11"/>
              <a:gd name="T19" fmla="*/ 1 h 18"/>
              <a:gd name="T20" fmla="*/ 10 w 11"/>
              <a:gd name="T21" fmla="*/ 1 h 18"/>
              <a:gd name="T22" fmla="*/ 7 w 11"/>
              <a:gd name="T23" fmla="*/ 0 h 18"/>
              <a:gd name="T24" fmla="*/ 2 w 11"/>
              <a:gd name="T25" fmla="*/ 6 h 18"/>
              <a:gd name="T26" fmla="*/ 2 w 11"/>
              <a:gd name="T27" fmla="*/ 8 h 18"/>
              <a:gd name="T28" fmla="*/ 0 w 11"/>
              <a:gd name="T29" fmla="*/ 8 h 18"/>
              <a:gd name="T30" fmla="*/ 0 w 11"/>
              <a:gd name="T31" fmla="*/ 10 h 18"/>
              <a:gd name="T32" fmla="*/ 2 w 11"/>
              <a:gd name="T33" fmla="*/ 10 h 18"/>
              <a:gd name="T34" fmla="*/ 3 w 11"/>
              <a:gd name="T35" fmla="*/ 12 h 18"/>
              <a:gd name="T36" fmla="*/ 0 w 11"/>
              <a:gd name="T37" fmla="*/ 16 h 18"/>
              <a:gd name="T38" fmla="*/ 0 w 11"/>
              <a:gd name="T39" fmla="*/ 16 h 18"/>
              <a:gd name="T40" fmla="*/ 0 w 11"/>
              <a:gd name="T41" fmla="*/ 18 h 18"/>
              <a:gd name="T42" fmla="*/ 11 w 11"/>
              <a:gd name="T43" fmla="*/ 18 h 18"/>
              <a:gd name="T44" fmla="*/ 11 w 11"/>
              <a:gd name="T45" fmla="*/ 16 h 18"/>
              <a:gd name="T46" fmla="*/ 3 w 11"/>
              <a:gd name="T47" fmla="*/ 16 h 18"/>
              <a:gd name="T48" fmla="*/ 5 w 11"/>
              <a:gd name="T49" fmla="*/ 1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" h="18">
                <a:moveTo>
                  <a:pt x="5" y="13"/>
                </a:moveTo>
                <a:cubicBezTo>
                  <a:pt x="5" y="12"/>
                  <a:pt x="5" y="11"/>
                  <a:pt x="5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4" y="7"/>
                  <a:pt x="4" y="6"/>
                </a:cubicBezTo>
                <a:cubicBezTo>
                  <a:pt x="4" y="4"/>
                  <a:pt x="5" y="3"/>
                  <a:pt x="7" y="3"/>
                </a:cubicBezTo>
                <a:cubicBezTo>
                  <a:pt x="8" y="3"/>
                  <a:pt x="9" y="3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9" y="0"/>
                  <a:pt x="7" y="0"/>
                </a:cubicBezTo>
                <a:cubicBezTo>
                  <a:pt x="4" y="0"/>
                  <a:pt x="2" y="3"/>
                  <a:pt x="2" y="6"/>
                </a:cubicBezTo>
                <a:cubicBezTo>
                  <a:pt x="2" y="7"/>
                  <a:pt x="2" y="8"/>
                  <a:pt x="2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10"/>
                  <a:pt x="0" y="10"/>
                  <a:pt x="0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3" y="11"/>
                  <a:pt x="3" y="11"/>
                  <a:pt x="3" y="12"/>
                </a:cubicBezTo>
                <a:cubicBezTo>
                  <a:pt x="3" y="14"/>
                  <a:pt x="1" y="15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8"/>
                  <a:pt x="0" y="18"/>
                  <a:pt x="0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4" y="15"/>
                  <a:pt x="5" y="14"/>
                  <a:pt x="5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5" name="Freeform 472">
            <a:extLst>
              <a:ext uri="{FF2B5EF4-FFF2-40B4-BE49-F238E27FC236}">
                <a16:creationId xmlns:a16="http://schemas.microsoft.com/office/drawing/2014/main" id="{C58209DF-0ACF-472F-A648-310C954B6B18}"/>
              </a:ext>
            </a:extLst>
          </p:cNvPr>
          <p:cNvSpPr>
            <a:spLocks noEditPoints="1"/>
          </p:cNvSpPr>
          <p:nvPr/>
        </p:nvSpPr>
        <p:spPr bwMode="auto">
          <a:xfrm>
            <a:off x="8384267" y="118834"/>
            <a:ext cx="142875" cy="139700"/>
          </a:xfrm>
          <a:custGeom>
            <a:avLst/>
            <a:gdLst>
              <a:gd name="T0" fmla="*/ 17 w 35"/>
              <a:gd name="T1" fmla="*/ 0 h 34"/>
              <a:gd name="T2" fmla="*/ 0 w 35"/>
              <a:gd name="T3" fmla="*/ 17 h 34"/>
              <a:gd name="T4" fmla="*/ 17 w 35"/>
              <a:gd name="T5" fmla="*/ 34 h 34"/>
              <a:gd name="T6" fmla="*/ 35 w 35"/>
              <a:gd name="T7" fmla="*/ 17 h 34"/>
              <a:gd name="T8" fmla="*/ 17 w 35"/>
              <a:gd name="T9" fmla="*/ 0 h 34"/>
              <a:gd name="T10" fmla="*/ 17 w 35"/>
              <a:gd name="T11" fmla="*/ 32 h 34"/>
              <a:gd name="T12" fmla="*/ 2 w 35"/>
              <a:gd name="T13" fmla="*/ 17 h 34"/>
              <a:gd name="T14" fmla="*/ 17 w 35"/>
              <a:gd name="T15" fmla="*/ 2 h 34"/>
              <a:gd name="T16" fmla="*/ 32 w 35"/>
              <a:gd name="T17" fmla="*/ 17 h 34"/>
              <a:gd name="T18" fmla="*/ 17 w 35"/>
              <a:gd name="T19" fmla="*/ 3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4">
                <a:moveTo>
                  <a:pt x="17" y="0"/>
                </a:moveTo>
                <a:cubicBezTo>
                  <a:pt x="8" y="0"/>
                  <a:pt x="0" y="7"/>
                  <a:pt x="0" y="17"/>
                </a:cubicBezTo>
                <a:cubicBezTo>
                  <a:pt x="0" y="27"/>
                  <a:pt x="8" y="34"/>
                  <a:pt x="17" y="34"/>
                </a:cubicBezTo>
                <a:cubicBezTo>
                  <a:pt x="27" y="34"/>
                  <a:pt x="35" y="27"/>
                  <a:pt x="35" y="17"/>
                </a:cubicBezTo>
                <a:cubicBezTo>
                  <a:pt x="35" y="7"/>
                  <a:pt x="27" y="0"/>
                  <a:pt x="17" y="0"/>
                </a:cubicBezTo>
                <a:close/>
                <a:moveTo>
                  <a:pt x="17" y="32"/>
                </a:moveTo>
                <a:cubicBezTo>
                  <a:pt x="9" y="32"/>
                  <a:pt x="2" y="25"/>
                  <a:pt x="2" y="17"/>
                </a:cubicBezTo>
                <a:cubicBezTo>
                  <a:pt x="2" y="9"/>
                  <a:pt x="9" y="2"/>
                  <a:pt x="17" y="2"/>
                </a:cubicBezTo>
                <a:cubicBezTo>
                  <a:pt x="26" y="2"/>
                  <a:pt x="32" y="9"/>
                  <a:pt x="32" y="17"/>
                </a:cubicBezTo>
                <a:cubicBezTo>
                  <a:pt x="32" y="25"/>
                  <a:pt x="26" y="32"/>
                  <a:pt x="17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6" name="Oval 473">
            <a:extLst>
              <a:ext uri="{FF2B5EF4-FFF2-40B4-BE49-F238E27FC236}">
                <a16:creationId xmlns:a16="http://schemas.microsoft.com/office/drawing/2014/main" id="{05EBC221-64A8-41B5-BAD2-82108A6A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967" y="339497"/>
            <a:ext cx="49213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7" name="Oval 474">
            <a:extLst>
              <a:ext uri="{FF2B5EF4-FFF2-40B4-BE49-F238E27FC236}">
                <a16:creationId xmlns:a16="http://schemas.microsoft.com/office/drawing/2014/main" id="{53485FE0-B918-4CC1-9D8B-6241F1E20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30392" y="339497"/>
            <a:ext cx="49213" cy="508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8" name="Freeform 475">
            <a:extLst>
              <a:ext uri="{FF2B5EF4-FFF2-40B4-BE49-F238E27FC236}">
                <a16:creationId xmlns:a16="http://schemas.microsoft.com/office/drawing/2014/main" id="{515B118B-20C5-42D2-BED8-AF064B1F2AFD}"/>
              </a:ext>
            </a:extLst>
          </p:cNvPr>
          <p:cNvSpPr>
            <a:spLocks/>
          </p:cNvSpPr>
          <p:nvPr/>
        </p:nvSpPr>
        <p:spPr bwMode="auto">
          <a:xfrm>
            <a:off x="8985930" y="23584"/>
            <a:ext cx="373063" cy="296863"/>
          </a:xfrm>
          <a:custGeom>
            <a:avLst/>
            <a:gdLst>
              <a:gd name="T0" fmla="*/ 27 w 91"/>
              <a:gd name="T1" fmla="*/ 58 h 72"/>
              <a:gd name="T2" fmla="*/ 22 w 91"/>
              <a:gd name="T3" fmla="*/ 22 h 72"/>
              <a:gd name="T4" fmla="*/ 0 w 91"/>
              <a:gd name="T5" fmla="*/ 0 h 72"/>
              <a:gd name="T6" fmla="*/ 0 w 91"/>
              <a:gd name="T7" fmla="*/ 6 h 72"/>
              <a:gd name="T8" fmla="*/ 16 w 91"/>
              <a:gd name="T9" fmla="*/ 23 h 72"/>
              <a:gd name="T10" fmla="*/ 22 w 91"/>
              <a:gd name="T11" fmla="*/ 58 h 72"/>
              <a:gd name="T12" fmla="*/ 36 w 91"/>
              <a:gd name="T13" fmla="*/ 72 h 72"/>
              <a:gd name="T14" fmla="*/ 91 w 91"/>
              <a:gd name="T15" fmla="*/ 72 h 72"/>
              <a:gd name="T16" fmla="*/ 91 w 91"/>
              <a:gd name="T17" fmla="*/ 67 h 72"/>
              <a:gd name="T18" fmla="*/ 36 w 91"/>
              <a:gd name="T19" fmla="*/ 67 h 72"/>
              <a:gd name="T20" fmla="*/ 27 w 91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" h="72">
                <a:moveTo>
                  <a:pt x="27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3" y="6"/>
                  <a:pt x="16" y="23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3"/>
                  <a:pt x="25" y="72"/>
                  <a:pt x="36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67"/>
                  <a:pt x="91" y="67"/>
                  <a:pt x="91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8" y="67"/>
                  <a:pt x="28" y="59"/>
                  <a:pt x="27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9" name="Freeform 476">
            <a:extLst>
              <a:ext uri="{FF2B5EF4-FFF2-40B4-BE49-F238E27FC236}">
                <a16:creationId xmlns:a16="http://schemas.microsoft.com/office/drawing/2014/main" id="{34EF285C-CA28-4A85-B068-5815E1343EB0}"/>
              </a:ext>
            </a:extLst>
          </p:cNvPr>
          <p:cNvSpPr>
            <a:spLocks noEditPoints="1"/>
          </p:cNvSpPr>
          <p:nvPr/>
        </p:nvSpPr>
        <p:spPr bwMode="auto">
          <a:xfrm>
            <a:off x="9089117" y="69621"/>
            <a:ext cx="319088" cy="209550"/>
          </a:xfrm>
          <a:custGeom>
            <a:avLst/>
            <a:gdLst>
              <a:gd name="T0" fmla="*/ 68 w 78"/>
              <a:gd name="T1" fmla="*/ 8 h 51"/>
              <a:gd name="T2" fmla="*/ 11 w 78"/>
              <a:gd name="T3" fmla="*/ 2 h 51"/>
              <a:gd name="T4" fmla="*/ 2 w 78"/>
              <a:gd name="T5" fmla="*/ 12 h 51"/>
              <a:gd name="T6" fmla="*/ 7 w 78"/>
              <a:gd name="T7" fmla="*/ 42 h 51"/>
              <a:gd name="T8" fmla="*/ 19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8 w 78"/>
              <a:gd name="T17" fmla="*/ 8 h 51"/>
              <a:gd name="T18" fmla="*/ 39 w 78"/>
              <a:gd name="T19" fmla="*/ 48 h 51"/>
              <a:gd name="T20" fmla="*/ 19 w 78"/>
              <a:gd name="T21" fmla="*/ 28 h 51"/>
              <a:gd name="T22" fmla="*/ 39 w 78"/>
              <a:gd name="T23" fmla="*/ 9 h 51"/>
              <a:gd name="T24" fmla="*/ 58 w 78"/>
              <a:gd name="T25" fmla="*/ 28 h 51"/>
              <a:gd name="T26" fmla="*/ 39 w 78"/>
              <a:gd name="T27" fmla="*/ 4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1">
                <a:moveTo>
                  <a:pt x="68" y="8"/>
                </a:moveTo>
                <a:cubicBezTo>
                  <a:pt x="57" y="8"/>
                  <a:pt x="11" y="2"/>
                  <a:pt x="11" y="2"/>
                </a:cubicBezTo>
                <a:cubicBezTo>
                  <a:pt x="11" y="2"/>
                  <a:pt x="0" y="0"/>
                  <a:pt x="2" y="12"/>
                </a:cubicBezTo>
                <a:cubicBezTo>
                  <a:pt x="4" y="25"/>
                  <a:pt x="7" y="42"/>
                  <a:pt x="7" y="42"/>
                </a:cubicBezTo>
                <a:cubicBezTo>
                  <a:pt x="7" y="42"/>
                  <a:pt x="9" y="51"/>
                  <a:pt x="19" y="51"/>
                </a:cubicBezTo>
                <a:cubicBezTo>
                  <a:pt x="27" y="51"/>
                  <a:pt x="50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8" y="8"/>
                </a:cubicBezTo>
                <a:close/>
                <a:moveTo>
                  <a:pt x="39" y="48"/>
                </a:moveTo>
                <a:cubicBezTo>
                  <a:pt x="28" y="48"/>
                  <a:pt x="19" y="39"/>
                  <a:pt x="19" y="28"/>
                </a:cubicBezTo>
                <a:cubicBezTo>
                  <a:pt x="19" y="18"/>
                  <a:pt x="28" y="9"/>
                  <a:pt x="39" y="9"/>
                </a:cubicBezTo>
                <a:cubicBezTo>
                  <a:pt x="50" y="9"/>
                  <a:pt x="58" y="18"/>
                  <a:pt x="58" y="28"/>
                </a:cubicBezTo>
                <a:cubicBezTo>
                  <a:pt x="58" y="39"/>
                  <a:pt x="50" y="48"/>
                  <a:pt x="3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0" name="Freeform 477">
            <a:extLst>
              <a:ext uri="{FF2B5EF4-FFF2-40B4-BE49-F238E27FC236}">
                <a16:creationId xmlns:a16="http://schemas.microsoft.com/office/drawing/2014/main" id="{40BBF0D7-DC04-474C-9B69-304AD90D9EF1}"/>
              </a:ext>
            </a:extLst>
          </p:cNvPr>
          <p:cNvSpPr>
            <a:spLocks/>
          </p:cNvSpPr>
          <p:nvPr/>
        </p:nvSpPr>
        <p:spPr bwMode="auto">
          <a:xfrm>
            <a:off x="9220880" y="152172"/>
            <a:ext cx="57150" cy="73025"/>
          </a:xfrm>
          <a:custGeom>
            <a:avLst/>
            <a:gdLst>
              <a:gd name="T0" fmla="*/ 11 w 14"/>
              <a:gd name="T1" fmla="*/ 0 h 18"/>
              <a:gd name="T2" fmla="*/ 7 w 14"/>
              <a:gd name="T3" fmla="*/ 6 h 18"/>
              <a:gd name="T4" fmla="*/ 7 w 14"/>
              <a:gd name="T5" fmla="*/ 7 h 18"/>
              <a:gd name="T6" fmla="*/ 6 w 14"/>
              <a:gd name="T7" fmla="*/ 6 h 18"/>
              <a:gd name="T8" fmla="*/ 3 w 14"/>
              <a:gd name="T9" fmla="*/ 0 h 18"/>
              <a:gd name="T10" fmla="*/ 0 w 14"/>
              <a:gd name="T11" fmla="*/ 0 h 18"/>
              <a:gd name="T12" fmla="*/ 4 w 14"/>
              <a:gd name="T13" fmla="*/ 8 h 18"/>
              <a:gd name="T14" fmla="*/ 1 w 14"/>
              <a:gd name="T15" fmla="*/ 8 h 18"/>
              <a:gd name="T16" fmla="*/ 1 w 14"/>
              <a:gd name="T17" fmla="*/ 11 h 18"/>
              <a:gd name="T18" fmla="*/ 5 w 14"/>
              <a:gd name="T19" fmla="*/ 11 h 18"/>
              <a:gd name="T20" fmla="*/ 5 w 14"/>
              <a:gd name="T21" fmla="*/ 12 h 18"/>
              <a:gd name="T22" fmla="*/ 1 w 14"/>
              <a:gd name="T23" fmla="*/ 12 h 18"/>
              <a:gd name="T24" fmla="*/ 1 w 14"/>
              <a:gd name="T25" fmla="*/ 14 h 18"/>
              <a:gd name="T26" fmla="*/ 5 w 14"/>
              <a:gd name="T27" fmla="*/ 14 h 18"/>
              <a:gd name="T28" fmla="*/ 5 w 14"/>
              <a:gd name="T29" fmla="*/ 18 h 18"/>
              <a:gd name="T30" fmla="*/ 8 w 14"/>
              <a:gd name="T31" fmla="*/ 18 h 18"/>
              <a:gd name="T32" fmla="*/ 8 w 14"/>
              <a:gd name="T33" fmla="*/ 14 h 18"/>
              <a:gd name="T34" fmla="*/ 13 w 14"/>
              <a:gd name="T35" fmla="*/ 14 h 18"/>
              <a:gd name="T36" fmla="*/ 13 w 14"/>
              <a:gd name="T37" fmla="*/ 12 h 18"/>
              <a:gd name="T38" fmla="*/ 8 w 14"/>
              <a:gd name="T39" fmla="*/ 12 h 18"/>
              <a:gd name="T40" fmla="*/ 8 w 14"/>
              <a:gd name="T41" fmla="*/ 11 h 18"/>
              <a:gd name="T42" fmla="*/ 13 w 14"/>
              <a:gd name="T43" fmla="*/ 11 h 18"/>
              <a:gd name="T44" fmla="*/ 13 w 14"/>
              <a:gd name="T45" fmla="*/ 8 h 18"/>
              <a:gd name="T46" fmla="*/ 9 w 14"/>
              <a:gd name="T47" fmla="*/ 8 h 18"/>
              <a:gd name="T48" fmla="*/ 14 w 14"/>
              <a:gd name="T49" fmla="*/ 0 h 18"/>
              <a:gd name="T50" fmla="*/ 11 w 14"/>
              <a:gd name="T51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" h="18">
                <a:moveTo>
                  <a:pt x="11" y="0"/>
                </a:moveTo>
                <a:cubicBezTo>
                  <a:pt x="7" y="6"/>
                  <a:pt x="7" y="6"/>
                  <a:pt x="7" y="6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6" y="7"/>
                  <a:pt x="6" y="6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4" y="8"/>
                  <a:pt x="4" y="8"/>
                  <a:pt x="4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11"/>
                  <a:pt x="1" y="11"/>
                  <a:pt x="1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2"/>
                  <a:pt x="5" y="12"/>
                  <a:pt x="5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4"/>
                  <a:pt x="1" y="14"/>
                  <a:pt x="1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8"/>
                  <a:pt x="5" y="18"/>
                  <a:pt x="5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4"/>
                  <a:pt x="8" y="14"/>
                  <a:pt x="8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2"/>
                  <a:pt x="13" y="12"/>
                  <a:pt x="13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1"/>
                  <a:pt x="8" y="11"/>
                  <a:pt x="8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8"/>
                  <a:pt x="13" y="8"/>
                  <a:pt x="13" y="8"/>
                </a:cubicBezTo>
                <a:cubicBezTo>
                  <a:pt x="9" y="8"/>
                  <a:pt x="9" y="8"/>
                  <a:pt x="9" y="8"/>
                </a:cubicBezTo>
                <a:cubicBezTo>
                  <a:pt x="14" y="0"/>
                  <a:pt x="14" y="0"/>
                  <a:pt x="14" y="0"/>
                </a:cubicBezTo>
                <a:lnTo>
                  <a:pt x="1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1" name="Freeform 478">
            <a:extLst>
              <a:ext uri="{FF2B5EF4-FFF2-40B4-BE49-F238E27FC236}">
                <a16:creationId xmlns:a16="http://schemas.microsoft.com/office/drawing/2014/main" id="{D74B72F3-D70E-4938-82F7-DA271586BCE3}"/>
              </a:ext>
            </a:extLst>
          </p:cNvPr>
          <p:cNvSpPr>
            <a:spLocks noEditPoints="1"/>
          </p:cNvSpPr>
          <p:nvPr/>
        </p:nvSpPr>
        <p:spPr bwMode="auto">
          <a:xfrm>
            <a:off x="9174842" y="110897"/>
            <a:ext cx="147638" cy="147638"/>
          </a:xfrm>
          <a:custGeom>
            <a:avLst/>
            <a:gdLst>
              <a:gd name="T0" fmla="*/ 18 w 36"/>
              <a:gd name="T1" fmla="*/ 0 h 36"/>
              <a:gd name="T2" fmla="*/ 0 w 36"/>
              <a:gd name="T3" fmla="*/ 18 h 36"/>
              <a:gd name="T4" fmla="*/ 18 w 36"/>
              <a:gd name="T5" fmla="*/ 36 h 36"/>
              <a:gd name="T6" fmla="*/ 36 w 36"/>
              <a:gd name="T7" fmla="*/ 18 h 36"/>
              <a:gd name="T8" fmla="*/ 18 w 36"/>
              <a:gd name="T9" fmla="*/ 0 h 36"/>
              <a:gd name="T10" fmla="*/ 18 w 36"/>
              <a:gd name="T11" fmla="*/ 34 h 36"/>
              <a:gd name="T12" fmla="*/ 2 w 36"/>
              <a:gd name="T13" fmla="*/ 18 h 36"/>
              <a:gd name="T14" fmla="*/ 18 w 36"/>
              <a:gd name="T15" fmla="*/ 3 h 36"/>
              <a:gd name="T16" fmla="*/ 33 w 36"/>
              <a:gd name="T17" fmla="*/ 18 h 36"/>
              <a:gd name="T18" fmla="*/ 18 w 36"/>
              <a:gd name="T19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ubicBezTo>
                  <a:pt x="28" y="36"/>
                  <a:pt x="36" y="28"/>
                  <a:pt x="36" y="18"/>
                </a:cubicBezTo>
                <a:cubicBezTo>
                  <a:pt x="36" y="8"/>
                  <a:pt x="28" y="0"/>
                  <a:pt x="18" y="0"/>
                </a:cubicBezTo>
                <a:close/>
                <a:moveTo>
                  <a:pt x="18" y="34"/>
                </a:moveTo>
                <a:cubicBezTo>
                  <a:pt x="9" y="34"/>
                  <a:pt x="2" y="27"/>
                  <a:pt x="2" y="18"/>
                </a:cubicBezTo>
                <a:cubicBezTo>
                  <a:pt x="2" y="10"/>
                  <a:pt x="9" y="3"/>
                  <a:pt x="18" y="3"/>
                </a:cubicBezTo>
                <a:cubicBezTo>
                  <a:pt x="26" y="3"/>
                  <a:pt x="33" y="10"/>
                  <a:pt x="33" y="18"/>
                </a:cubicBezTo>
                <a:cubicBezTo>
                  <a:pt x="33" y="27"/>
                  <a:pt x="26" y="34"/>
                  <a:pt x="18" y="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2" name="Oval 479">
            <a:extLst>
              <a:ext uri="{FF2B5EF4-FFF2-40B4-BE49-F238E27FC236}">
                <a16:creationId xmlns:a16="http://schemas.microsoft.com/office/drawing/2014/main" id="{CC230FBC-15DC-4A2D-96C9-854D6CC7C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3842" y="323622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3" name="Oval 480">
            <a:extLst>
              <a:ext uri="{FF2B5EF4-FFF2-40B4-BE49-F238E27FC236}">
                <a16:creationId xmlns:a16="http://schemas.microsoft.com/office/drawing/2014/main" id="{C7C81A14-D257-4F6B-93D6-F4854BE29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8267" y="323622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4" name="Freeform 481">
            <a:extLst>
              <a:ext uri="{FF2B5EF4-FFF2-40B4-BE49-F238E27FC236}">
                <a16:creationId xmlns:a16="http://schemas.microsoft.com/office/drawing/2014/main" id="{7AA0AA63-8512-49E7-B42D-2D6DDEA019F2}"/>
              </a:ext>
            </a:extLst>
          </p:cNvPr>
          <p:cNvSpPr>
            <a:spLocks/>
          </p:cNvSpPr>
          <p:nvPr/>
        </p:nvSpPr>
        <p:spPr bwMode="auto">
          <a:xfrm>
            <a:off x="9765392" y="7709"/>
            <a:ext cx="373063" cy="295275"/>
          </a:xfrm>
          <a:custGeom>
            <a:avLst/>
            <a:gdLst>
              <a:gd name="T0" fmla="*/ 27 w 91"/>
              <a:gd name="T1" fmla="*/ 58 h 72"/>
              <a:gd name="T2" fmla="*/ 22 w 91"/>
              <a:gd name="T3" fmla="*/ 22 h 72"/>
              <a:gd name="T4" fmla="*/ 0 w 91"/>
              <a:gd name="T5" fmla="*/ 0 h 72"/>
              <a:gd name="T6" fmla="*/ 0 w 91"/>
              <a:gd name="T7" fmla="*/ 6 h 72"/>
              <a:gd name="T8" fmla="*/ 16 w 91"/>
              <a:gd name="T9" fmla="*/ 23 h 72"/>
              <a:gd name="T10" fmla="*/ 22 w 91"/>
              <a:gd name="T11" fmla="*/ 58 h 72"/>
              <a:gd name="T12" fmla="*/ 36 w 91"/>
              <a:gd name="T13" fmla="*/ 72 h 72"/>
              <a:gd name="T14" fmla="*/ 91 w 91"/>
              <a:gd name="T15" fmla="*/ 72 h 72"/>
              <a:gd name="T16" fmla="*/ 91 w 91"/>
              <a:gd name="T17" fmla="*/ 67 h 72"/>
              <a:gd name="T18" fmla="*/ 36 w 91"/>
              <a:gd name="T19" fmla="*/ 67 h 72"/>
              <a:gd name="T20" fmla="*/ 27 w 91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" h="72">
                <a:moveTo>
                  <a:pt x="27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3" y="6"/>
                  <a:pt x="16" y="23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3"/>
                  <a:pt x="25" y="72"/>
                  <a:pt x="36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67"/>
                  <a:pt x="91" y="67"/>
                  <a:pt x="91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8" y="67"/>
                  <a:pt x="27" y="59"/>
                  <a:pt x="27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5" name="Rectangle 482">
            <a:extLst>
              <a:ext uri="{FF2B5EF4-FFF2-40B4-BE49-F238E27FC236}">
                <a16:creationId xmlns:a16="http://schemas.microsoft.com/office/drawing/2014/main" id="{78AE99C3-21B1-44F8-B15E-2B8C0E516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98755" y="134709"/>
            <a:ext cx="57150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6" name="Freeform 483">
            <a:extLst>
              <a:ext uri="{FF2B5EF4-FFF2-40B4-BE49-F238E27FC236}">
                <a16:creationId xmlns:a16="http://schemas.microsoft.com/office/drawing/2014/main" id="{A0DE7F00-BD24-4635-9734-F6D88974A4CC}"/>
              </a:ext>
            </a:extLst>
          </p:cNvPr>
          <p:cNvSpPr>
            <a:spLocks/>
          </p:cNvSpPr>
          <p:nvPr/>
        </p:nvSpPr>
        <p:spPr bwMode="auto">
          <a:xfrm>
            <a:off x="9986055" y="155347"/>
            <a:ext cx="77788" cy="49213"/>
          </a:xfrm>
          <a:custGeom>
            <a:avLst/>
            <a:gdLst>
              <a:gd name="T0" fmla="*/ 18 w 19"/>
              <a:gd name="T1" fmla="*/ 6 h 12"/>
              <a:gd name="T2" fmla="*/ 17 w 19"/>
              <a:gd name="T3" fmla="*/ 5 h 12"/>
              <a:gd name="T4" fmla="*/ 17 w 19"/>
              <a:gd name="T5" fmla="*/ 6 h 12"/>
              <a:gd name="T6" fmla="*/ 17 w 19"/>
              <a:gd name="T7" fmla="*/ 9 h 12"/>
              <a:gd name="T8" fmla="*/ 14 w 19"/>
              <a:gd name="T9" fmla="*/ 9 h 12"/>
              <a:gd name="T10" fmla="*/ 14 w 19"/>
              <a:gd name="T11" fmla="*/ 9 h 12"/>
              <a:gd name="T12" fmla="*/ 14 w 19"/>
              <a:gd name="T13" fmla="*/ 9 h 12"/>
              <a:gd name="T14" fmla="*/ 14 w 19"/>
              <a:gd name="T15" fmla="*/ 3 h 12"/>
              <a:gd name="T16" fmla="*/ 19 w 19"/>
              <a:gd name="T17" fmla="*/ 3 h 12"/>
              <a:gd name="T18" fmla="*/ 19 w 19"/>
              <a:gd name="T19" fmla="*/ 0 h 12"/>
              <a:gd name="T20" fmla="*/ 1 w 19"/>
              <a:gd name="T21" fmla="*/ 0 h 12"/>
              <a:gd name="T22" fmla="*/ 1 w 19"/>
              <a:gd name="T23" fmla="*/ 3 h 12"/>
              <a:gd name="T24" fmla="*/ 6 w 19"/>
              <a:gd name="T25" fmla="*/ 3 h 12"/>
              <a:gd name="T26" fmla="*/ 1 w 19"/>
              <a:gd name="T27" fmla="*/ 10 h 12"/>
              <a:gd name="T28" fmla="*/ 0 w 19"/>
              <a:gd name="T29" fmla="*/ 10 h 12"/>
              <a:gd name="T30" fmla="*/ 1 w 19"/>
              <a:gd name="T31" fmla="*/ 11 h 12"/>
              <a:gd name="T32" fmla="*/ 2 w 19"/>
              <a:gd name="T33" fmla="*/ 11 h 12"/>
              <a:gd name="T34" fmla="*/ 2 w 19"/>
              <a:gd name="T35" fmla="*/ 12 h 12"/>
              <a:gd name="T36" fmla="*/ 2 w 19"/>
              <a:gd name="T37" fmla="*/ 12 h 12"/>
              <a:gd name="T38" fmla="*/ 8 w 19"/>
              <a:gd name="T39" fmla="*/ 3 h 12"/>
              <a:gd name="T40" fmla="*/ 8 w 19"/>
              <a:gd name="T41" fmla="*/ 3 h 12"/>
              <a:gd name="T42" fmla="*/ 11 w 19"/>
              <a:gd name="T43" fmla="*/ 3 h 12"/>
              <a:gd name="T44" fmla="*/ 11 w 19"/>
              <a:gd name="T45" fmla="*/ 9 h 12"/>
              <a:gd name="T46" fmla="*/ 14 w 19"/>
              <a:gd name="T47" fmla="*/ 12 h 12"/>
              <a:gd name="T48" fmla="*/ 17 w 19"/>
              <a:gd name="T49" fmla="*/ 12 h 12"/>
              <a:gd name="T50" fmla="*/ 19 w 19"/>
              <a:gd name="T51" fmla="*/ 7 h 12"/>
              <a:gd name="T52" fmla="*/ 19 w 19"/>
              <a:gd name="T53" fmla="*/ 7 h 12"/>
              <a:gd name="T54" fmla="*/ 19 w 19"/>
              <a:gd name="T55" fmla="*/ 6 h 12"/>
              <a:gd name="T56" fmla="*/ 18 w 19"/>
              <a:gd name="T5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" h="12">
                <a:moveTo>
                  <a:pt x="18" y="6"/>
                </a:moveTo>
                <a:cubicBezTo>
                  <a:pt x="17" y="5"/>
                  <a:pt x="17" y="5"/>
                  <a:pt x="17" y="5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7"/>
                  <a:pt x="17" y="9"/>
                  <a:pt x="17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3"/>
                  <a:pt x="14" y="3"/>
                  <a:pt x="14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0"/>
                  <a:pt x="19" y="0"/>
                  <a:pt x="19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3"/>
                  <a:pt x="1" y="3"/>
                  <a:pt x="1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6"/>
                  <a:pt x="5" y="8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1" y="11"/>
                  <a:pt x="1" y="11"/>
                  <a:pt x="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7" y="10"/>
                  <a:pt x="8" y="6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1"/>
                  <a:pt x="12" y="12"/>
                  <a:pt x="14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9" y="12"/>
                  <a:pt x="19" y="10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6"/>
                  <a:pt x="19" y="6"/>
                </a:cubicBezTo>
                <a:lnTo>
                  <a:pt x="18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7" name="Freeform 484">
            <a:extLst>
              <a:ext uri="{FF2B5EF4-FFF2-40B4-BE49-F238E27FC236}">
                <a16:creationId xmlns:a16="http://schemas.microsoft.com/office/drawing/2014/main" id="{E0578941-5CCB-4327-8BCB-0B39B75D497C}"/>
              </a:ext>
            </a:extLst>
          </p:cNvPr>
          <p:cNvSpPr>
            <a:spLocks noEditPoints="1"/>
          </p:cNvSpPr>
          <p:nvPr/>
        </p:nvSpPr>
        <p:spPr bwMode="auto">
          <a:xfrm>
            <a:off x="9866992" y="52159"/>
            <a:ext cx="320675" cy="209550"/>
          </a:xfrm>
          <a:custGeom>
            <a:avLst/>
            <a:gdLst>
              <a:gd name="T0" fmla="*/ 68 w 78"/>
              <a:gd name="T1" fmla="*/ 8 h 51"/>
              <a:gd name="T2" fmla="*/ 11 w 78"/>
              <a:gd name="T3" fmla="*/ 3 h 51"/>
              <a:gd name="T4" fmla="*/ 2 w 78"/>
              <a:gd name="T5" fmla="*/ 12 h 51"/>
              <a:gd name="T6" fmla="*/ 7 w 78"/>
              <a:gd name="T7" fmla="*/ 42 h 51"/>
              <a:gd name="T8" fmla="*/ 19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8 w 78"/>
              <a:gd name="T17" fmla="*/ 8 h 51"/>
              <a:gd name="T18" fmla="*/ 39 w 78"/>
              <a:gd name="T19" fmla="*/ 48 h 51"/>
              <a:gd name="T20" fmla="*/ 19 w 78"/>
              <a:gd name="T21" fmla="*/ 28 h 51"/>
              <a:gd name="T22" fmla="*/ 39 w 78"/>
              <a:gd name="T23" fmla="*/ 9 h 51"/>
              <a:gd name="T24" fmla="*/ 58 w 78"/>
              <a:gd name="T25" fmla="*/ 28 h 51"/>
              <a:gd name="T26" fmla="*/ 39 w 78"/>
              <a:gd name="T27" fmla="*/ 4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1">
                <a:moveTo>
                  <a:pt x="68" y="8"/>
                </a:moveTo>
                <a:cubicBezTo>
                  <a:pt x="57" y="8"/>
                  <a:pt x="11" y="3"/>
                  <a:pt x="11" y="3"/>
                </a:cubicBezTo>
                <a:cubicBezTo>
                  <a:pt x="11" y="3"/>
                  <a:pt x="0" y="0"/>
                  <a:pt x="2" y="12"/>
                </a:cubicBezTo>
                <a:cubicBezTo>
                  <a:pt x="4" y="25"/>
                  <a:pt x="7" y="42"/>
                  <a:pt x="7" y="42"/>
                </a:cubicBezTo>
                <a:cubicBezTo>
                  <a:pt x="7" y="42"/>
                  <a:pt x="9" y="51"/>
                  <a:pt x="19" y="51"/>
                </a:cubicBezTo>
                <a:cubicBezTo>
                  <a:pt x="27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8" y="8"/>
                </a:cubicBezTo>
                <a:close/>
                <a:moveTo>
                  <a:pt x="39" y="48"/>
                </a:moveTo>
                <a:cubicBezTo>
                  <a:pt x="28" y="48"/>
                  <a:pt x="19" y="39"/>
                  <a:pt x="19" y="28"/>
                </a:cubicBezTo>
                <a:cubicBezTo>
                  <a:pt x="19" y="18"/>
                  <a:pt x="28" y="9"/>
                  <a:pt x="39" y="9"/>
                </a:cubicBezTo>
                <a:cubicBezTo>
                  <a:pt x="49" y="9"/>
                  <a:pt x="58" y="18"/>
                  <a:pt x="58" y="28"/>
                </a:cubicBezTo>
                <a:cubicBezTo>
                  <a:pt x="58" y="39"/>
                  <a:pt x="49" y="48"/>
                  <a:pt x="3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8" name="Freeform 485">
            <a:extLst>
              <a:ext uri="{FF2B5EF4-FFF2-40B4-BE49-F238E27FC236}">
                <a16:creationId xmlns:a16="http://schemas.microsoft.com/office/drawing/2014/main" id="{794A5636-1C9E-472A-91E5-11F292CC1464}"/>
              </a:ext>
            </a:extLst>
          </p:cNvPr>
          <p:cNvSpPr>
            <a:spLocks noEditPoints="1"/>
          </p:cNvSpPr>
          <p:nvPr/>
        </p:nvSpPr>
        <p:spPr bwMode="auto">
          <a:xfrm>
            <a:off x="9954305" y="98197"/>
            <a:ext cx="142875" cy="142875"/>
          </a:xfrm>
          <a:custGeom>
            <a:avLst/>
            <a:gdLst>
              <a:gd name="T0" fmla="*/ 18 w 35"/>
              <a:gd name="T1" fmla="*/ 0 h 35"/>
              <a:gd name="T2" fmla="*/ 0 w 35"/>
              <a:gd name="T3" fmla="*/ 17 h 35"/>
              <a:gd name="T4" fmla="*/ 18 w 35"/>
              <a:gd name="T5" fmla="*/ 35 h 35"/>
              <a:gd name="T6" fmla="*/ 35 w 35"/>
              <a:gd name="T7" fmla="*/ 17 h 35"/>
              <a:gd name="T8" fmla="*/ 18 w 35"/>
              <a:gd name="T9" fmla="*/ 0 h 35"/>
              <a:gd name="T10" fmla="*/ 18 w 35"/>
              <a:gd name="T11" fmla="*/ 33 h 35"/>
              <a:gd name="T12" fmla="*/ 2 w 35"/>
              <a:gd name="T13" fmla="*/ 17 h 35"/>
              <a:gd name="T14" fmla="*/ 18 w 35"/>
              <a:gd name="T15" fmla="*/ 2 h 35"/>
              <a:gd name="T16" fmla="*/ 33 w 35"/>
              <a:gd name="T17" fmla="*/ 17 h 35"/>
              <a:gd name="T18" fmla="*/ 18 w 35"/>
              <a:gd name="T1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5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5"/>
                  <a:pt x="18" y="35"/>
                </a:cubicBezTo>
                <a:cubicBezTo>
                  <a:pt x="27" y="35"/>
                  <a:pt x="35" y="27"/>
                  <a:pt x="35" y="17"/>
                </a:cubicBezTo>
                <a:cubicBezTo>
                  <a:pt x="35" y="8"/>
                  <a:pt x="27" y="0"/>
                  <a:pt x="18" y="0"/>
                </a:cubicBezTo>
                <a:close/>
                <a:moveTo>
                  <a:pt x="18" y="33"/>
                </a:moveTo>
                <a:cubicBezTo>
                  <a:pt x="9" y="33"/>
                  <a:pt x="2" y="26"/>
                  <a:pt x="2" y="17"/>
                </a:cubicBezTo>
                <a:cubicBezTo>
                  <a:pt x="2" y="9"/>
                  <a:pt x="9" y="2"/>
                  <a:pt x="18" y="2"/>
                </a:cubicBezTo>
                <a:cubicBezTo>
                  <a:pt x="26" y="2"/>
                  <a:pt x="33" y="9"/>
                  <a:pt x="33" y="17"/>
                </a:cubicBezTo>
                <a:cubicBezTo>
                  <a:pt x="33" y="26"/>
                  <a:pt x="26" y="33"/>
                  <a:pt x="18" y="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9" name="Oval 486">
            <a:extLst>
              <a:ext uri="{FF2B5EF4-FFF2-40B4-BE49-F238E27FC236}">
                <a16:creationId xmlns:a16="http://schemas.microsoft.com/office/drawing/2014/main" id="{0B543C40-C741-4F5B-AD56-9460AB283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65517" y="323622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0" name="Oval 487">
            <a:extLst>
              <a:ext uri="{FF2B5EF4-FFF2-40B4-BE49-F238E27FC236}">
                <a16:creationId xmlns:a16="http://schemas.microsoft.com/office/drawing/2014/main" id="{9F625944-FF9E-4734-B73A-53C601208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09942" y="323622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1" name="Freeform 488">
            <a:extLst>
              <a:ext uri="{FF2B5EF4-FFF2-40B4-BE49-F238E27FC236}">
                <a16:creationId xmlns:a16="http://schemas.microsoft.com/office/drawing/2014/main" id="{384C2A15-7CA0-4250-8F7D-6F79BEEA14B5}"/>
              </a:ext>
            </a:extLst>
          </p:cNvPr>
          <p:cNvSpPr>
            <a:spLocks/>
          </p:cNvSpPr>
          <p:nvPr/>
        </p:nvSpPr>
        <p:spPr bwMode="auto">
          <a:xfrm>
            <a:off x="10465480" y="2946"/>
            <a:ext cx="373063" cy="300038"/>
          </a:xfrm>
          <a:custGeom>
            <a:avLst/>
            <a:gdLst>
              <a:gd name="T0" fmla="*/ 28 w 91"/>
              <a:gd name="T1" fmla="*/ 58 h 73"/>
              <a:gd name="T2" fmla="*/ 22 w 91"/>
              <a:gd name="T3" fmla="*/ 22 h 73"/>
              <a:gd name="T4" fmla="*/ 0 w 91"/>
              <a:gd name="T5" fmla="*/ 0 h 73"/>
              <a:gd name="T6" fmla="*/ 0 w 91"/>
              <a:gd name="T7" fmla="*/ 6 h 73"/>
              <a:gd name="T8" fmla="*/ 16 w 91"/>
              <a:gd name="T9" fmla="*/ 23 h 73"/>
              <a:gd name="T10" fmla="*/ 22 w 91"/>
              <a:gd name="T11" fmla="*/ 59 h 73"/>
              <a:gd name="T12" fmla="*/ 36 w 91"/>
              <a:gd name="T13" fmla="*/ 73 h 73"/>
              <a:gd name="T14" fmla="*/ 91 w 91"/>
              <a:gd name="T15" fmla="*/ 73 h 73"/>
              <a:gd name="T16" fmla="*/ 91 w 91"/>
              <a:gd name="T17" fmla="*/ 67 h 73"/>
              <a:gd name="T18" fmla="*/ 36 w 91"/>
              <a:gd name="T19" fmla="*/ 67 h 73"/>
              <a:gd name="T20" fmla="*/ 28 w 91"/>
              <a:gd name="T21" fmla="*/ 5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" h="73">
                <a:moveTo>
                  <a:pt x="28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1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3" y="6"/>
                  <a:pt x="16" y="23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64"/>
                  <a:pt x="26" y="73"/>
                  <a:pt x="36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7"/>
                  <a:pt x="91" y="67"/>
                  <a:pt x="91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8" y="67"/>
                  <a:pt x="28" y="59"/>
                  <a:pt x="2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2" name="Freeform 489">
            <a:extLst>
              <a:ext uri="{FF2B5EF4-FFF2-40B4-BE49-F238E27FC236}">
                <a16:creationId xmlns:a16="http://schemas.microsoft.com/office/drawing/2014/main" id="{DE759AA8-32F4-49F3-A3BD-01EBD7701760}"/>
              </a:ext>
            </a:extLst>
          </p:cNvPr>
          <p:cNvSpPr>
            <a:spLocks noEditPoints="1"/>
          </p:cNvSpPr>
          <p:nvPr/>
        </p:nvSpPr>
        <p:spPr bwMode="auto">
          <a:xfrm>
            <a:off x="10568667" y="52159"/>
            <a:ext cx="319088" cy="206375"/>
          </a:xfrm>
          <a:custGeom>
            <a:avLst/>
            <a:gdLst>
              <a:gd name="T0" fmla="*/ 68 w 78"/>
              <a:gd name="T1" fmla="*/ 7 h 50"/>
              <a:gd name="T2" fmla="*/ 12 w 78"/>
              <a:gd name="T3" fmla="*/ 2 h 50"/>
              <a:gd name="T4" fmla="*/ 2 w 78"/>
              <a:gd name="T5" fmla="*/ 12 h 50"/>
              <a:gd name="T6" fmla="*/ 7 w 78"/>
              <a:gd name="T7" fmla="*/ 41 h 50"/>
              <a:gd name="T8" fmla="*/ 19 w 78"/>
              <a:gd name="T9" fmla="*/ 50 h 50"/>
              <a:gd name="T10" fmla="*/ 58 w 78"/>
              <a:gd name="T11" fmla="*/ 50 h 50"/>
              <a:gd name="T12" fmla="*/ 70 w 78"/>
              <a:gd name="T13" fmla="*/ 40 h 50"/>
              <a:gd name="T14" fmla="*/ 75 w 78"/>
              <a:gd name="T15" fmla="*/ 17 h 50"/>
              <a:gd name="T16" fmla="*/ 68 w 78"/>
              <a:gd name="T17" fmla="*/ 7 h 50"/>
              <a:gd name="T18" fmla="*/ 39 w 78"/>
              <a:gd name="T19" fmla="*/ 48 h 50"/>
              <a:gd name="T20" fmla="*/ 20 w 78"/>
              <a:gd name="T21" fmla="*/ 28 h 50"/>
              <a:gd name="T22" fmla="*/ 39 w 78"/>
              <a:gd name="T23" fmla="*/ 9 h 50"/>
              <a:gd name="T24" fmla="*/ 58 w 78"/>
              <a:gd name="T25" fmla="*/ 28 h 50"/>
              <a:gd name="T26" fmla="*/ 39 w 78"/>
              <a:gd name="T27" fmla="*/ 4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0">
                <a:moveTo>
                  <a:pt x="68" y="7"/>
                </a:moveTo>
                <a:cubicBezTo>
                  <a:pt x="57" y="7"/>
                  <a:pt x="12" y="2"/>
                  <a:pt x="12" y="2"/>
                </a:cubicBezTo>
                <a:cubicBezTo>
                  <a:pt x="12" y="2"/>
                  <a:pt x="0" y="0"/>
                  <a:pt x="2" y="12"/>
                </a:cubicBezTo>
                <a:cubicBezTo>
                  <a:pt x="4" y="24"/>
                  <a:pt x="7" y="41"/>
                  <a:pt x="7" y="41"/>
                </a:cubicBezTo>
                <a:cubicBezTo>
                  <a:pt x="7" y="41"/>
                  <a:pt x="9" y="50"/>
                  <a:pt x="19" y="50"/>
                </a:cubicBezTo>
                <a:cubicBezTo>
                  <a:pt x="27" y="50"/>
                  <a:pt x="50" y="50"/>
                  <a:pt x="58" y="50"/>
                </a:cubicBezTo>
                <a:cubicBezTo>
                  <a:pt x="67" y="50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7"/>
                  <a:pt x="68" y="7"/>
                </a:cubicBezTo>
                <a:close/>
                <a:moveTo>
                  <a:pt x="39" y="48"/>
                </a:moveTo>
                <a:cubicBezTo>
                  <a:pt x="28" y="48"/>
                  <a:pt x="20" y="39"/>
                  <a:pt x="20" y="28"/>
                </a:cubicBezTo>
                <a:cubicBezTo>
                  <a:pt x="20" y="18"/>
                  <a:pt x="28" y="9"/>
                  <a:pt x="39" y="9"/>
                </a:cubicBezTo>
                <a:cubicBezTo>
                  <a:pt x="50" y="9"/>
                  <a:pt x="58" y="18"/>
                  <a:pt x="58" y="28"/>
                </a:cubicBezTo>
                <a:cubicBezTo>
                  <a:pt x="58" y="39"/>
                  <a:pt x="50" y="48"/>
                  <a:pt x="3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3" name="Freeform 490">
            <a:extLst>
              <a:ext uri="{FF2B5EF4-FFF2-40B4-BE49-F238E27FC236}">
                <a16:creationId xmlns:a16="http://schemas.microsoft.com/office/drawing/2014/main" id="{27FAA5FF-7C59-4E16-815C-9511BB3C06AA}"/>
              </a:ext>
            </a:extLst>
          </p:cNvPr>
          <p:cNvSpPr>
            <a:spLocks noEditPoints="1"/>
          </p:cNvSpPr>
          <p:nvPr/>
        </p:nvSpPr>
        <p:spPr bwMode="auto">
          <a:xfrm>
            <a:off x="10662330" y="101372"/>
            <a:ext cx="131763" cy="136525"/>
          </a:xfrm>
          <a:custGeom>
            <a:avLst/>
            <a:gdLst>
              <a:gd name="T0" fmla="*/ 16 w 32"/>
              <a:gd name="T1" fmla="*/ 0 h 33"/>
              <a:gd name="T2" fmla="*/ 0 w 32"/>
              <a:gd name="T3" fmla="*/ 16 h 33"/>
              <a:gd name="T4" fmla="*/ 16 w 32"/>
              <a:gd name="T5" fmla="*/ 33 h 33"/>
              <a:gd name="T6" fmla="*/ 32 w 32"/>
              <a:gd name="T7" fmla="*/ 16 h 33"/>
              <a:gd name="T8" fmla="*/ 16 w 32"/>
              <a:gd name="T9" fmla="*/ 0 h 33"/>
              <a:gd name="T10" fmla="*/ 26 w 32"/>
              <a:gd name="T11" fmla="*/ 19 h 33"/>
              <a:gd name="T12" fmla="*/ 19 w 32"/>
              <a:gd name="T13" fmla="*/ 19 h 33"/>
              <a:gd name="T14" fmla="*/ 19 w 32"/>
              <a:gd name="T15" fmla="*/ 26 h 33"/>
              <a:gd name="T16" fmla="*/ 13 w 32"/>
              <a:gd name="T17" fmla="*/ 26 h 33"/>
              <a:gd name="T18" fmla="*/ 13 w 32"/>
              <a:gd name="T19" fmla="*/ 19 h 33"/>
              <a:gd name="T20" fmla="*/ 6 w 32"/>
              <a:gd name="T21" fmla="*/ 19 h 33"/>
              <a:gd name="T22" fmla="*/ 6 w 32"/>
              <a:gd name="T23" fmla="*/ 13 h 33"/>
              <a:gd name="T24" fmla="*/ 13 w 32"/>
              <a:gd name="T25" fmla="*/ 13 h 33"/>
              <a:gd name="T26" fmla="*/ 13 w 32"/>
              <a:gd name="T27" fmla="*/ 7 h 33"/>
              <a:gd name="T28" fmla="*/ 19 w 32"/>
              <a:gd name="T29" fmla="*/ 7 h 33"/>
              <a:gd name="T30" fmla="*/ 19 w 32"/>
              <a:gd name="T31" fmla="*/ 13 h 33"/>
              <a:gd name="T32" fmla="*/ 26 w 32"/>
              <a:gd name="T33" fmla="*/ 13 h 33"/>
              <a:gd name="T34" fmla="*/ 26 w 32"/>
              <a:gd name="T35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2" h="33"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5"/>
                  <a:pt x="7" y="33"/>
                  <a:pt x="16" y="33"/>
                </a:cubicBezTo>
                <a:cubicBezTo>
                  <a:pt x="25" y="33"/>
                  <a:pt x="32" y="25"/>
                  <a:pt x="32" y="16"/>
                </a:cubicBezTo>
                <a:cubicBezTo>
                  <a:pt x="32" y="7"/>
                  <a:pt x="25" y="0"/>
                  <a:pt x="16" y="0"/>
                </a:cubicBezTo>
                <a:close/>
                <a:moveTo>
                  <a:pt x="26" y="19"/>
                </a:moveTo>
                <a:cubicBezTo>
                  <a:pt x="19" y="19"/>
                  <a:pt x="19" y="19"/>
                  <a:pt x="19" y="19"/>
                </a:cubicBezTo>
                <a:cubicBezTo>
                  <a:pt x="19" y="26"/>
                  <a:pt x="19" y="26"/>
                  <a:pt x="19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3"/>
                  <a:pt x="6" y="13"/>
                  <a:pt x="6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7"/>
                  <a:pt x="13" y="7"/>
                  <a:pt x="13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13"/>
                  <a:pt x="19" y="13"/>
                  <a:pt x="19" y="13"/>
                </a:cubicBezTo>
                <a:cubicBezTo>
                  <a:pt x="26" y="13"/>
                  <a:pt x="26" y="13"/>
                  <a:pt x="26" y="13"/>
                </a:cubicBezTo>
                <a:lnTo>
                  <a:pt x="26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4" name="Oval 491">
            <a:extLst>
              <a:ext uri="{FF2B5EF4-FFF2-40B4-BE49-F238E27FC236}">
                <a16:creationId xmlns:a16="http://schemas.microsoft.com/office/drawing/2014/main" id="{539DB186-5664-4052-BC08-788CED800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75117" y="320447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5" name="Oval 492">
            <a:extLst>
              <a:ext uri="{FF2B5EF4-FFF2-40B4-BE49-F238E27FC236}">
                <a16:creationId xmlns:a16="http://schemas.microsoft.com/office/drawing/2014/main" id="{AC82E08E-C57F-4CE9-86E4-37137556A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19542" y="320447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6" name="Freeform 493">
            <a:extLst>
              <a:ext uri="{FF2B5EF4-FFF2-40B4-BE49-F238E27FC236}">
                <a16:creationId xmlns:a16="http://schemas.microsoft.com/office/drawing/2014/main" id="{23E80B85-93D0-4AED-A1B9-C9187E8352D6}"/>
              </a:ext>
            </a:extLst>
          </p:cNvPr>
          <p:cNvSpPr>
            <a:spLocks/>
          </p:cNvSpPr>
          <p:nvPr/>
        </p:nvSpPr>
        <p:spPr bwMode="auto">
          <a:xfrm>
            <a:off x="11071905" y="2946"/>
            <a:ext cx="377825" cy="296863"/>
          </a:xfrm>
          <a:custGeom>
            <a:avLst/>
            <a:gdLst>
              <a:gd name="T0" fmla="*/ 28 w 92"/>
              <a:gd name="T1" fmla="*/ 58 h 72"/>
              <a:gd name="T2" fmla="*/ 22 w 92"/>
              <a:gd name="T3" fmla="*/ 21 h 72"/>
              <a:gd name="T4" fmla="*/ 0 w 92"/>
              <a:gd name="T5" fmla="*/ 0 h 72"/>
              <a:gd name="T6" fmla="*/ 0 w 92"/>
              <a:gd name="T7" fmla="*/ 5 h 72"/>
              <a:gd name="T8" fmla="*/ 17 w 92"/>
              <a:gd name="T9" fmla="*/ 22 h 72"/>
              <a:gd name="T10" fmla="*/ 22 w 92"/>
              <a:gd name="T11" fmla="*/ 58 h 72"/>
              <a:gd name="T12" fmla="*/ 37 w 92"/>
              <a:gd name="T13" fmla="*/ 72 h 72"/>
              <a:gd name="T14" fmla="*/ 92 w 92"/>
              <a:gd name="T15" fmla="*/ 72 h 72"/>
              <a:gd name="T16" fmla="*/ 92 w 92"/>
              <a:gd name="T17" fmla="*/ 66 h 72"/>
              <a:gd name="T18" fmla="*/ 37 w 92"/>
              <a:gd name="T19" fmla="*/ 66 h 72"/>
              <a:gd name="T20" fmla="*/ 28 w 92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72">
                <a:moveTo>
                  <a:pt x="28" y="58"/>
                </a:moveTo>
                <a:cubicBezTo>
                  <a:pt x="22" y="21"/>
                  <a:pt x="22" y="21"/>
                  <a:pt x="22" y="21"/>
                </a:cubicBezTo>
                <a:cubicBezTo>
                  <a:pt x="19" y="0"/>
                  <a:pt x="0" y="0"/>
                  <a:pt x="0" y="0"/>
                </a:cubicBezTo>
                <a:cubicBezTo>
                  <a:pt x="0" y="5"/>
                  <a:pt x="0" y="5"/>
                  <a:pt x="0" y="5"/>
                </a:cubicBezTo>
                <a:cubicBezTo>
                  <a:pt x="1" y="5"/>
                  <a:pt x="14" y="6"/>
                  <a:pt x="17" y="22"/>
                </a:cubicBezTo>
                <a:cubicBezTo>
                  <a:pt x="22" y="58"/>
                  <a:pt x="22" y="58"/>
                  <a:pt x="22" y="58"/>
                </a:cubicBezTo>
                <a:cubicBezTo>
                  <a:pt x="23" y="63"/>
                  <a:pt x="26" y="72"/>
                  <a:pt x="37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66"/>
                  <a:pt x="92" y="66"/>
                  <a:pt x="92" y="66"/>
                </a:cubicBezTo>
                <a:cubicBezTo>
                  <a:pt x="37" y="66"/>
                  <a:pt x="37" y="66"/>
                  <a:pt x="37" y="66"/>
                </a:cubicBezTo>
                <a:cubicBezTo>
                  <a:pt x="29" y="66"/>
                  <a:pt x="28" y="59"/>
                  <a:pt x="2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7" name="Freeform 494">
            <a:extLst>
              <a:ext uri="{FF2B5EF4-FFF2-40B4-BE49-F238E27FC236}">
                <a16:creationId xmlns:a16="http://schemas.microsoft.com/office/drawing/2014/main" id="{4A0AC16F-3523-4D65-8690-278A47AF28BA}"/>
              </a:ext>
            </a:extLst>
          </p:cNvPr>
          <p:cNvSpPr>
            <a:spLocks noEditPoints="1"/>
          </p:cNvSpPr>
          <p:nvPr/>
        </p:nvSpPr>
        <p:spPr bwMode="auto">
          <a:xfrm>
            <a:off x="11179855" y="48984"/>
            <a:ext cx="319088" cy="209550"/>
          </a:xfrm>
          <a:custGeom>
            <a:avLst/>
            <a:gdLst>
              <a:gd name="T0" fmla="*/ 67 w 78"/>
              <a:gd name="T1" fmla="*/ 8 h 51"/>
              <a:gd name="T2" fmla="*/ 11 w 78"/>
              <a:gd name="T3" fmla="*/ 2 h 51"/>
              <a:gd name="T4" fmla="*/ 2 w 78"/>
              <a:gd name="T5" fmla="*/ 12 h 51"/>
              <a:gd name="T6" fmla="*/ 6 w 78"/>
              <a:gd name="T7" fmla="*/ 41 h 51"/>
              <a:gd name="T8" fmla="*/ 18 w 78"/>
              <a:gd name="T9" fmla="*/ 51 h 51"/>
              <a:gd name="T10" fmla="*/ 58 w 78"/>
              <a:gd name="T11" fmla="*/ 51 h 51"/>
              <a:gd name="T12" fmla="*/ 70 w 78"/>
              <a:gd name="T13" fmla="*/ 40 h 51"/>
              <a:gd name="T14" fmla="*/ 75 w 78"/>
              <a:gd name="T15" fmla="*/ 17 h 51"/>
              <a:gd name="T16" fmla="*/ 67 w 78"/>
              <a:gd name="T17" fmla="*/ 8 h 51"/>
              <a:gd name="T18" fmla="*/ 39 w 78"/>
              <a:gd name="T19" fmla="*/ 46 h 51"/>
              <a:gd name="T20" fmla="*/ 21 w 78"/>
              <a:gd name="T21" fmla="*/ 28 h 51"/>
              <a:gd name="T22" fmla="*/ 39 w 78"/>
              <a:gd name="T23" fmla="*/ 10 h 51"/>
              <a:gd name="T24" fmla="*/ 57 w 78"/>
              <a:gd name="T25" fmla="*/ 28 h 51"/>
              <a:gd name="T26" fmla="*/ 39 w 78"/>
              <a:gd name="T27" fmla="*/ 46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8" h="51">
                <a:moveTo>
                  <a:pt x="67" y="8"/>
                </a:moveTo>
                <a:cubicBezTo>
                  <a:pt x="57" y="8"/>
                  <a:pt x="11" y="2"/>
                  <a:pt x="11" y="2"/>
                </a:cubicBezTo>
                <a:cubicBezTo>
                  <a:pt x="11" y="2"/>
                  <a:pt x="0" y="0"/>
                  <a:pt x="2" y="12"/>
                </a:cubicBezTo>
                <a:cubicBezTo>
                  <a:pt x="4" y="24"/>
                  <a:pt x="6" y="41"/>
                  <a:pt x="6" y="41"/>
                </a:cubicBezTo>
                <a:cubicBezTo>
                  <a:pt x="6" y="41"/>
                  <a:pt x="9" y="51"/>
                  <a:pt x="18" y="51"/>
                </a:cubicBezTo>
                <a:cubicBezTo>
                  <a:pt x="26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7" y="8"/>
                </a:cubicBezTo>
                <a:close/>
                <a:moveTo>
                  <a:pt x="39" y="46"/>
                </a:moveTo>
                <a:cubicBezTo>
                  <a:pt x="29" y="46"/>
                  <a:pt x="21" y="38"/>
                  <a:pt x="21" y="28"/>
                </a:cubicBezTo>
                <a:cubicBezTo>
                  <a:pt x="21" y="18"/>
                  <a:pt x="29" y="10"/>
                  <a:pt x="39" y="10"/>
                </a:cubicBezTo>
                <a:cubicBezTo>
                  <a:pt x="49" y="10"/>
                  <a:pt x="57" y="18"/>
                  <a:pt x="57" y="28"/>
                </a:cubicBezTo>
                <a:cubicBezTo>
                  <a:pt x="57" y="38"/>
                  <a:pt x="49" y="46"/>
                  <a:pt x="39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8" name="Freeform 495">
            <a:extLst>
              <a:ext uri="{FF2B5EF4-FFF2-40B4-BE49-F238E27FC236}">
                <a16:creationId xmlns:a16="http://schemas.microsoft.com/office/drawing/2014/main" id="{E26B940B-7464-405D-9D6B-941A19D3ED53}"/>
              </a:ext>
            </a:extLst>
          </p:cNvPr>
          <p:cNvSpPr>
            <a:spLocks noEditPoints="1"/>
          </p:cNvSpPr>
          <p:nvPr/>
        </p:nvSpPr>
        <p:spPr bwMode="auto">
          <a:xfrm>
            <a:off x="11276692" y="98197"/>
            <a:ext cx="123825" cy="127000"/>
          </a:xfrm>
          <a:custGeom>
            <a:avLst/>
            <a:gdLst>
              <a:gd name="T0" fmla="*/ 15 w 30"/>
              <a:gd name="T1" fmla="*/ 0 h 31"/>
              <a:gd name="T2" fmla="*/ 0 w 30"/>
              <a:gd name="T3" fmla="*/ 16 h 31"/>
              <a:gd name="T4" fmla="*/ 15 w 30"/>
              <a:gd name="T5" fmla="*/ 31 h 31"/>
              <a:gd name="T6" fmla="*/ 30 w 30"/>
              <a:gd name="T7" fmla="*/ 16 h 31"/>
              <a:gd name="T8" fmla="*/ 15 w 30"/>
              <a:gd name="T9" fmla="*/ 0 h 31"/>
              <a:gd name="T10" fmla="*/ 23 w 30"/>
              <a:gd name="T11" fmla="*/ 21 h 31"/>
              <a:gd name="T12" fmla="*/ 20 w 30"/>
              <a:gd name="T13" fmla="*/ 23 h 31"/>
              <a:gd name="T14" fmla="*/ 15 w 30"/>
              <a:gd name="T15" fmla="*/ 19 h 31"/>
              <a:gd name="T16" fmla="*/ 10 w 30"/>
              <a:gd name="T17" fmla="*/ 23 h 31"/>
              <a:gd name="T18" fmla="*/ 7 w 30"/>
              <a:gd name="T19" fmla="*/ 21 h 31"/>
              <a:gd name="T20" fmla="*/ 12 w 30"/>
              <a:gd name="T21" fmla="*/ 16 h 31"/>
              <a:gd name="T22" fmla="*/ 7 w 30"/>
              <a:gd name="T23" fmla="*/ 11 h 31"/>
              <a:gd name="T24" fmla="*/ 10 w 30"/>
              <a:gd name="T25" fmla="*/ 8 h 31"/>
              <a:gd name="T26" fmla="*/ 15 w 30"/>
              <a:gd name="T27" fmla="*/ 13 h 31"/>
              <a:gd name="T28" fmla="*/ 20 w 30"/>
              <a:gd name="T29" fmla="*/ 8 h 31"/>
              <a:gd name="T30" fmla="*/ 23 w 30"/>
              <a:gd name="T31" fmla="*/ 11 h 31"/>
              <a:gd name="T32" fmla="*/ 18 w 30"/>
              <a:gd name="T33" fmla="*/ 16 h 31"/>
              <a:gd name="T34" fmla="*/ 23 w 30"/>
              <a:gd name="T35" fmla="*/ 2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0" h="31">
                <a:moveTo>
                  <a:pt x="15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4"/>
                  <a:pt x="7" y="31"/>
                  <a:pt x="15" y="31"/>
                </a:cubicBezTo>
                <a:cubicBezTo>
                  <a:pt x="23" y="31"/>
                  <a:pt x="30" y="24"/>
                  <a:pt x="30" y="16"/>
                </a:cubicBezTo>
                <a:cubicBezTo>
                  <a:pt x="30" y="7"/>
                  <a:pt x="23" y="0"/>
                  <a:pt x="15" y="0"/>
                </a:cubicBezTo>
                <a:close/>
                <a:moveTo>
                  <a:pt x="23" y="21"/>
                </a:moveTo>
                <a:cubicBezTo>
                  <a:pt x="20" y="23"/>
                  <a:pt x="20" y="23"/>
                  <a:pt x="20" y="23"/>
                </a:cubicBezTo>
                <a:cubicBezTo>
                  <a:pt x="15" y="19"/>
                  <a:pt x="15" y="19"/>
                  <a:pt x="15" y="19"/>
                </a:cubicBezTo>
                <a:cubicBezTo>
                  <a:pt x="10" y="23"/>
                  <a:pt x="10" y="23"/>
                  <a:pt x="10" y="23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12" y="16"/>
                  <a:pt x="12" y="16"/>
                </a:cubicBezTo>
                <a:cubicBezTo>
                  <a:pt x="12" y="15"/>
                  <a:pt x="7" y="11"/>
                  <a:pt x="7" y="11"/>
                </a:cubicBezTo>
                <a:cubicBezTo>
                  <a:pt x="10" y="8"/>
                  <a:pt x="10" y="8"/>
                  <a:pt x="10" y="8"/>
                </a:cubicBezTo>
                <a:cubicBezTo>
                  <a:pt x="15" y="13"/>
                  <a:pt x="15" y="13"/>
                  <a:pt x="15" y="13"/>
                </a:cubicBezTo>
                <a:cubicBezTo>
                  <a:pt x="20" y="8"/>
                  <a:pt x="20" y="8"/>
                  <a:pt x="20" y="8"/>
                </a:cubicBezTo>
                <a:cubicBezTo>
                  <a:pt x="23" y="11"/>
                  <a:pt x="23" y="11"/>
                  <a:pt x="23" y="11"/>
                </a:cubicBezTo>
                <a:cubicBezTo>
                  <a:pt x="18" y="16"/>
                  <a:pt x="18" y="16"/>
                  <a:pt x="18" y="16"/>
                </a:cubicBezTo>
                <a:lnTo>
                  <a:pt x="23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9" name="Oval 496">
            <a:extLst>
              <a:ext uri="{FF2B5EF4-FFF2-40B4-BE49-F238E27FC236}">
                <a16:creationId xmlns:a16="http://schemas.microsoft.com/office/drawing/2014/main" id="{577BD662-EC99-4152-A19B-E944BF2CD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7467" y="1133247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0" name="Oval 497">
            <a:extLst>
              <a:ext uri="{FF2B5EF4-FFF2-40B4-BE49-F238E27FC236}">
                <a16:creationId xmlns:a16="http://schemas.microsoft.com/office/drawing/2014/main" id="{CF0BBFBA-E634-4DD5-A4F1-872572B2B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1892" y="1133247"/>
            <a:ext cx="49213" cy="4921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1" name="Freeform 498">
            <a:extLst>
              <a:ext uri="{FF2B5EF4-FFF2-40B4-BE49-F238E27FC236}">
                <a16:creationId xmlns:a16="http://schemas.microsoft.com/office/drawing/2014/main" id="{D0F8B5DC-CC3E-47D4-84DA-256D91D9883C}"/>
              </a:ext>
            </a:extLst>
          </p:cNvPr>
          <p:cNvSpPr>
            <a:spLocks/>
          </p:cNvSpPr>
          <p:nvPr/>
        </p:nvSpPr>
        <p:spPr bwMode="auto">
          <a:xfrm>
            <a:off x="4479017" y="815747"/>
            <a:ext cx="373063" cy="296863"/>
          </a:xfrm>
          <a:custGeom>
            <a:avLst/>
            <a:gdLst>
              <a:gd name="T0" fmla="*/ 27 w 91"/>
              <a:gd name="T1" fmla="*/ 58 h 72"/>
              <a:gd name="T2" fmla="*/ 22 w 91"/>
              <a:gd name="T3" fmla="*/ 22 h 72"/>
              <a:gd name="T4" fmla="*/ 0 w 91"/>
              <a:gd name="T5" fmla="*/ 0 h 72"/>
              <a:gd name="T6" fmla="*/ 0 w 91"/>
              <a:gd name="T7" fmla="*/ 6 h 72"/>
              <a:gd name="T8" fmla="*/ 16 w 91"/>
              <a:gd name="T9" fmla="*/ 22 h 72"/>
              <a:gd name="T10" fmla="*/ 22 w 91"/>
              <a:gd name="T11" fmla="*/ 58 h 72"/>
              <a:gd name="T12" fmla="*/ 36 w 91"/>
              <a:gd name="T13" fmla="*/ 72 h 72"/>
              <a:gd name="T14" fmla="*/ 91 w 91"/>
              <a:gd name="T15" fmla="*/ 72 h 72"/>
              <a:gd name="T16" fmla="*/ 91 w 91"/>
              <a:gd name="T17" fmla="*/ 67 h 72"/>
              <a:gd name="T18" fmla="*/ 36 w 91"/>
              <a:gd name="T19" fmla="*/ 67 h 72"/>
              <a:gd name="T20" fmla="*/ 27 w 91"/>
              <a:gd name="T21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" h="72">
                <a:moveTo>
                  <a:pt x="27" y="58"/>
                </a:moveTo>
                <a:cubicBezTo>
                  <a:pt x="22" y="22"/>
                  <a:pt x="22" y="22"/>
                  <a:pt x="22" y="22"/>
                </a:cubicBezTo>
                <a:cubicBezTo>
                  <a:pt x="18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3" y="6"/>
                  <a:pt x="16" y="22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3"/>
                  <a:pt x="25" y="72"/>
                  <a:pt x="36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67"/>
                  <a:pt x="91" y="67"/>
                  <a:pt x="91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28" y="67"/>
                  <a:pt x="27" y="59"/>
                  <a:pt x="27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2" name="Freeform 499">
            <a:extLst>
              <a:ext uri="{FF2B5EF4-FFF2-40B4-BE49-F238E27FC236}">
                <a16:creationId xmlns:a16="http://schemas.microsoft.com/office/drawing/2014/main" id="{7C38340D-86D4-4F0A-A3D1-33748E73BFD0}"/>
              </a:ext>
            </a:extLst>
          </p:cNvPr>
          <p:cNvSpPr>
            <a:spLocks noEditPoints="1"/>
          </p:cNvSpPr>
          <p:nvPr/>
        </p:nvSpPr>
        <p:spPr bwMode="auto">
          <a:xfrm>
            <a:off x="4580617" y="861784"/>
            <a:ext cx="320675" cy="209550"/>
          </a:xfrm>
          <a:custGeom>
            <a:avLst/>
            <a:gdLst>
              <a:gd name="T0" fmla="*/ 11 w 78"/>
              <a:gd name="T1" fmla="*/ 2 h 51"/>
              <a:gd name="T2" fmla="*/ 7 w 78"/>
              <a:gd name="T3" fmla="*/ 42 h 51"/>
              <a:gd name="T4" fmla="*/ 58 w 78"/>
              <a:gd name="T5" fmla="*/ 51 h 51"/>
              <a:gd name="T6" fmla="*/ 75 w 78"/>
              <a:gd name="T7" fmla="*/ 17 h 51"/>
              <a:gd name="T8" fmla="*/ 53 w 78"/>
              <a:gd name="T9" fmla="*/ 27 h 51"/>
              <a:gd name="T10" fmla="*/ 55 w 78"/>
              <a:gd name="T11" fmla="*/ 33 h 51"/>
              <a:gd name="T12" fmla="*/ 49 w 78"/>
              <a:gd name="T13" fmla="*/ 32 h 51"/>
              <a:gd name="T14" fmla="*/ 48 w 78"/>
              <a:gd name="T15" fmla="*/ 29 h 51"/>
              <a:gd name="T16" fmla="*/ 53 w 78"/>
              <a:gd name="T17" fmla="*/ 27 h 51"/>
              <a:gd name="T18" fmla="*/ 43 w 78"/>
              <a:gd name="T19" fmla="*/ 10 h 51"/>
              <a:gd name="T20" fmla="*/ 48 w 78"/>
              <a:gd name="T21" fmla="*/ 17 h 51"/>
              <a:gd name="T22" fmla="*/ 51 w 78"/>
              <a:gd name="T23" fmla="*/ 17 h 51"/>
              <a:gd name="T24" fmla="*/ 49 w 78"/>
              <a:gd name="T25" fmla="*/ 25 h 51"/>
              <a:gd name="T26" fmla="*/ 40 w 78"/>
              <a:gd name="T27" fmla="*/ 23 h 51"/>
              <a:gd name="T28" fmla="*/ 42 w 78"/>
              <a:gd name="T29" fmla="*/ 21 h 51"/>
              <a:gd name="T30" fmla="*/ 37 w 78"/>
              <a:gd name="T31" fmla="*/ 12 h 51"/>
              <a:gd name="T32" fmla="*/ 35 w 78"/>
              <a:gd name="T33" fmla="*/ 40 h 51"/>
              <a:gd name="T34" fmla="*/ 29 w 78"/>
              <a:gd name="T35" fmla="*/ 40 h 51"/>
              <a:gd name="T36" fmla="*/ 31 w 78"/>
              <a:gd name="T37" fmla="*/ 35 h 51"/>
              <a:gd name="T38" fmla="*/ 35 w 78"/>
              <a:gd name="T39" fmla="*/ 34 h 51"/>
              <a:gd name="T40" fmla="*/ 35 w 78"/>
              <a:gd name="T41" fmla="*/ 40 h 51"/>
              <a:gd name="T42" fmla="*/ 32 w 78"/>
              <a:gd name="T43" fmla="*/ 29 h 51"/>
              <a:gd name="T44" fmla="*/ 28 w 78"/>
              <a:gd name="T45" fmla="*/ 39 h 51"/>
              <a:gd name="T46" fmla="*/ 22 w 78"/>
              <a:gd name="T47" fmla="*/ 35 h 51"/>
              <a:gd name="T48" fmla="*/ 25 w 78"/>
              <a:gd name="T49" fmla="*/ 27 h 51"/>
              <a:gd name="T50" fmla="*/ 24 w 78"/>
              <a:gd name="T51" fmla="*/ 25 h 51"/>
              <a:gd name="T52" fmla="*/ 32 w 78"/>
              <a:gd name="T53" fmla="*/ 21 h 51"/>
              <a:gd name="T54" fmla="*/ 35 w 78"/>
              <a:gd name="T55" fmla="*/ 30 h 51"/>
              <a:gd name="T56" fmla="*/ 36 w 78"/>
              <a:gd name="T57" fmla="*/ 20 h 51"/>
              <a:gd name="T58" fmla="*/ 32 w 78"/>
              <a:gd name="T59" fmla="*/ 17 h 51"/>
              <a:gd name="T60" fmla="*/ 36 w 78"/>
              <a:gd name="T61" fmla="*/ 12 h 51"/>
              <a:gd name="T62" fmla="*/ 39 w 78"/>
              <a:gd name="T63" fmla="*/ 18 h 51"/>
              <a:gd name="T64" fmla="*/ 36 w 78"/>
              <a:gd name="T65" fmla="*/ 20 h 51"/>
              <a:gd name="T66" fmla="*/ 53 w 78"/>
              <a:gd name="T67" fmla="*/ 41 h 51"/>
              <a:gd name="T68" fmla="*/ 44 w 78"/>
              <a:gd name="T69" fmla="*/ 41 h 51"/>
              <a:gd name="T70" fmla="*/ 43 w 78"/>
              <a:gd name="T71" fmla="*/ 44 h 51"/>
              <a:gd name="T72" fmla="*/ 37 w 78"/>
              <a:gd name="T73" fmla="*/ 37 h 51"/>
              <a:gd name="T74" fmla="*/ 44 w 78"/>
              <a:gd name="T75" fmla="*/ 31 h 51"/>
              <a:gd name="T76" fmla="*/ 45 w 78"/>
              <a:gd name="T77" fmla="*/ 34 h 51"/>
              <a:gd name="T78" fmla="*/ 55 w 78"/>
              <a:gd name="T79" fmla="*/ 34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8" h="51">
                <a:moveTo>
                  <a:pt x="68" y="8"/>
                </a:moveTo>
                <a:cubicBezTo>
                  <a:pt x="57" y="8"/>
                  <a:pt x="11" y="2"/>
                  <a:pt x="11" y="2"/>
                </a:cubicBezTo>
                <a:cubicBezTo>
                  <a:pt x="11" y="2"/>
                  <a:pt x="0" y="0"/>
                  <a:pt x="2" y="12"/>
                </a:cubicBezTo>
                <a:cubicBezTo>
                  <a:pt x="4" y="24"/>
                  <a:pt x="7" y="42"/>
                  <a:pt x="7" y="42"/>
                </a:cubicBezTo>
                <a:cubicBezTo>
                  <a:pt x="7" y="42"/>
                  <a:pt x="9" y="51"/>
                  <a:pt x="19" y="51"/>
                </a:cubicBezTo>
                <a:cubicBezTo>
                  <a:pt x="27" y="51"/>
                  <a:pt x="49" y="51"/>
                  <a:pt x="58" y="51"/>
                </a:cubicBezTo>
                <a:cubicBezTo>
                  <a:pt x="67" y="51"/>
                  <a:pt x="70" y="40"/>
                  <a:pt x="70" y="40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8" y="8"/>
                  <a:pt x="68" y="8"/>
                </a:cubicBezTo>
                <a:close/>
                <a:moveTo>
                  <a:pt x="53" y="27"/>
                </a:moveTo>
                <a:cubicBezTo>
                  <a:pt x="55" y="32"/>
                  <a:pt x="55" y="32"/>
                  <a:pt x="55" y="32"/>
                </a:cubicBezTo>
                <a:cubicBezTo>
                  <a:pt x="55" y="33"/>
                  <a:pt x="55" y="33"/>
                  <a:pt x="55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49" y="32"/>
                  <a:pt x="49" y="32"/>
                  <a:pt x="49" y="32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29"/>
                  <a:pt x="47" y="29"/>
                  <a:pt x="48" y="29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6"/>
                  <a:pt x="53" y="27"/>
                  <a:pt x="53" y="27"/>
                </a:cubicBezTo>
                <a:close/>
                <a:moveTo>
                  <a:pt x="37" y="11"/>
                </a:moveTo>
                <a:cubicBezTo>
                  <a:pt x="38" y="11"/>
                  <a:pt x="43" y="10"/>
                  <a:pt x="43" y="10"/>
                </a:cubicBezTo>
                <a:cubicBezTo>
                  <a:pt x="44" y="9"/>
                  <a:pt x="44" y="10"/>
                  <a:pt x="44" y="10"/>
                </a:cubicBezTo>
                <a:cubicBezTo>
                  <a:pt x="45" y="11"/>
                  <a:pt x="47" y="15"/>
                  <a:pt x="48" y="17"/>
                </a:cubicBezTo>
                <a:cubicBezTo>
                  <a:pt x="48" y="17"/>
                  <a:pt x="49" y="18"/>
                  <a:pt x="49" y="18"/>
                </a:cubicBezTo>
                <a:cubicBezTo>
                  <a:pt x="49" y="18"/>
                  <a:pt x="50" y="17"/>
                  <a:pt x="51" y="17"/>
                </a:cubicBezTo>
                <a:cubicBezTo>
                  <a:pt x="52" y="16"/>
                  <a:pt x="51" y="17"/>
                  <a:pt x="51" y="17"/>
                </a:cubicBezTo>
                <a:cubicBezTo>
                  <a:pt x="51" y="17"/>
                  <a:pt x="49" y="24"/>
                  <a:pt x="49" y="25"/>
                </a:cubicBezTo>
                <a:cubicBezTo>
                  <a:pt x="49" y="26"/>
                  <a:pt x="48" y="26"/>
                  <a:pt x="48" y="26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39" y="23"/>
                  <a:pt x="40" y="23"/>
                </a:cubicBezTo>
                <a:cubicBezTo>
                  <a:pt x="41" y="22"/>
                  <a:pt x="42" y="21"/>
                  <a:pt x="42" y="21"/>
                </a:cubicBezTo>
                <a:cubicBezTo>
                  <a:pt x="42" y="21"/>
                  <a:pt x="42" y="21"/>
                  <a:pt x="42" y="20"/>
                </a:cubicBezTo>
                <a:cubicBezTo>
                  <a:pt x="41" y="19"/>
                  <a:pt x="38" y="13"/>
                  <a:pt x="37" y="12"/>
                </a:cubicBezTo>
                <a:cubicBezTo>
                  <a:pt x="37" y="12"/>
                  <a:pt x="37" y="11"/>
                  <a:pt x="37" y="11"/>
                </a:cubicBezTo>
                <a:close/>
                <a:moveTo>
                  <a:pt x="35" y="40"/>
                </a:moveTo>
                <a:cubicBezTo>
                  <a:pt x="35" y="40"/>
                  <a:pt x="34" y="40"/>
                  <a:pt x="34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39"/>
                  <a:pt x="29" y="39"/>
                  <a:pt x="29" y="39"/>
                </a:cubicBezTo>
                <a:cubicBezTo>
                  <a:pt x="31" y="35"/>
                  <a:pt x="31" y="35"/>
                  <a:pt x="31" y="35"/>
                </a:cubicBezTo>
                <a:cubicBezTo>
                  <a:pt x="32" y="34"/>
                  <a:pt x="32" y="34"/>
                  <a:pt x="32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5"/>
                </a:cubicBezTo>
                <a:lnTo>
                  <a:pt x="35" y="40"/>
                </a:lnTo>
                <a:close/>
                <a:moveTo>
                  <a:pt x="35" y="30"/>
                </a:moveTo>
                <a:cubicBezTo>
                  <a:pt x="34" y="30"/>
                  <a:pt x="32" y="29"/>
                  <a:pt x="32" y="29"/>
                </a:cubicBezTo>
                <a:cubicBezTo>
                  <a:pt x="32" y="29"/>
                  <a:pt x="32" y="29"/>
                  <a:pt x="32" y="30"/>
                </a:cubicBezTo>
                <a:cubicBezTo>
                  <a:pt x="31" y="32"/>
                  <a:pt x="28" y="38"/>
                  <a:pt x="28" y="39"/>
                </a:cubicBezTo>
                <a:cubicBezTo>
                  <a:pt x="28" y="39"/>
                  <a:pt x="27" y="40"/>
                  <a:pt x="27" y="39"/>
                </a:cubicBezTo>
                <a:cubicBezTo>
                  <a:pt x="26" y="39"/>
                  <a:pt x="23" y="35"/>
                  <a:pt x="22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3"/>
                  <a:pt x="25" y="29"/>
                  <a:pt x="25" y="27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5" y="25"/>
                  <a:pt x="24" y="25"/>
                </a:cubicBezTo>
                <a:cubicBezTo>
                  <a:pt x="23" y="25"/>
                  <a:pt x="24" y="24"/>
                  <a:pt x="24" y="24"/>
                </a:cubicBezTo>
                <a:cubicBezTo>
                  <a:pt x="24" y="24"/>
                  <a:pt x="31" y="22"/>
                  <a:pt x="32" y="21"/>
                </a:cubicBezTo>
                <a:cubicBezTo>
                  <a:pt x="32" y="21"/>
                  <a:pt x="32" y="22"/>
                  <a:pt x="32" y="22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6" y="30"/>
                  <a:pt x="35" y="30"/>
                </a:cubicBezTo>
                <a:close/>
                <a:moveTo>
                  <a:pt x="36" y="20"/>
                </a:moveTo>
                <a:cubicBezTo>
                  <a:pt x="32" y="18"/>
                  <a:pt x="32" y="18"/>
                  <a:pt x="32" y="18"/>
                </a:cubicBezTo>
                <a:cubicBezTo>
                  <a:pt x="32" y="17"/>
                  <a:pt x="32" y="17"/>
                  <a:pt x="32" y="17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8"/>
                  <a:pt x="39" y="18"/>
                  <a:pt x="39" y="18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1"/>
                  <a:pt x="36" y="21"/>
                  <a:pt x="36" y="20"/>
                </a:cubicBezTo>
                <a:close/>
                <a:moveTo>
                  <a:pt x="54" y="40"/>
                </a:moveTo>
                <a:cubicBezTo>
                  <a:pt x="54" y="41"/>
                  <a:pt x="53" y="41"/>
                  <a:pt x="53" y="41"/>
                </a:cubicBezTo>
                <a:cubicBezTo>
                  <a:pt x="52" y="41"/>
                  <a:pt x="47" y="41"/>
                  <a:pt x="45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4" y="41"/>
                  <a:pt x="44" y="42"/>
                  <a:pt x="44" y="43"/>
                </a:cubicBezTo>
                <a:cubicBezTo>
                  <a:pt x="44" y="44"/>
                  <a:pt x="43" y="44"/>
                  <a:pt x="43" y="44"/>
                </a:cubicBezTo>
                <a:cubicBezTo>
                  <a:pt x="43" y="44"/>
                  <a:pt x="38" y="38"/>
                  <a:pt x="37" y="38"/>
                </a:cubicBezTo>
                <a:cubicBezTo>
                  <a:pt x="37" y="37"/>
                  <a:pt x="37" y="37"/>
                  <a:pt x="37" y="37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4" y="30"/>
                  <a:pt x="44" y="31"/>
                </a:cubicBezTo>
                <a:cubicBezTo>
                  <a:pt x="44" y="32"/>
                  <a:pt x="44" y="34"/>
                  <a:pt x="44" y="34"/>
                </a:cubicBezTo>
                <a:cubicBezTo>
                  <a:pt x="44" y="34"/>
                  <a:pt x="44" y="34"/>
                  <a:pt x="45" y="34"/>
                </a:cubicBezTo>
                <a:cubicBezTo>
                  <a:pt x="47" y="34"/>
                  <a:pt x="54" y="34"/>
                  <a:pt x="55" y="34"/>
                </a:cubicBezTo>
                <a:cubicBezTo>
                  <a:pt x="55" y="34"/>
                  <a:pt x="55" y="34"/>
                  <a:pt x="55" y="34"/>
                </a:cubicBezTo>
                <a:cubicBezTo>
                  <a:pt x="55" y="35"/>
                  <a:pt x="54" y="40"/>
                  <a:pt x="54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3" name="Rectangle 500">
            <a:extLst>
              <a:ext uri="{FF2B5EF4-FFF2-40B4-BE49-F238E27FC236}">
                <a16:creationId xmlns:a16="http://schemas.microsoft.com/office/drawing/2014/main" id="{B1B59A6D-D7E5-4925-999C-B22037E71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7017" y="952272"/>
            <a:ext cx="41275" cy="201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4" name="Freeform 501">
            <a:extLst>
              <a:ext uri="{FF2B5EF4-FFF2-40B4-BE49-F238E27FC236}">
                <a16:creationId xmlns:a16="http://schemas.microsoft.com/office/drawing/2014/main" id="{9E85702C-A742-4F86-BF99-3CF530D8055F}"/>
              </a:ext>
            </a:extLst>
          </p:cNvPr>
          <p:cNvSpPr>
            <a:spLocks/>
          </p:cNvSpPr>
          <p:nvPr/>
        </p:nvSpPr>
        <p:spPr bwMode="auto">
          <a:xfrm>
            <a:off x="5990317" y="841147"/>
            <a:ext cx="312738" cy="103188"/>
          </a:xfrm>
          <a:custGeom>
            <a:avLst/>
            <a:gdLst>
              <a:gd name="T0" fmla="*/ 96 w 197"/>
              <a:gd name="T1" fmla="*/ 0 h 65"/>
              <a:gd name="T2" fmla="*/ 0 w 197"/>
              <a:gd name="T3" fmla="*/ 65 h 65"/>
              <a:gd name="T4" fmla="*/ 197 w 197"/>
              <a:gd name="T5" fmla="*/ 65 h 65"/>
              <a:gd name="T6" fmla="*/ 96 w 197"/>
              <a:gd name="T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7" h="65">
                <a:moveTo>
                  <a:pt x="96" y="0"/>
                </a:moveTo>
                <a:lnTo>
                  <a:pt x="0" y="65"/>
                </a:lnTo>
                <a:lnTo>
                  <a:pt x="197" y="65"/>
                </a:lnTo>
                <a:lnTo>
                  <a:pt x="9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5" name="Rectangle 502">
            <a:extLst>
              <a:ext uri="{FF2B5EF4-FFF2-40B4-BE49-F238E27FC236}">
                <a16:creationId xmlns:a16="http://schemas.microsoft.com/office/drawing/2014/main" id="{1B935703-1420-45F8-9078-4A22BBF19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080" y="952272"/>
            <a:ext cx="41275" cy="201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6" name="Rectangle 503">
            <a:extLst>
              <a:ext uri="{FF2B5EF4-FFF2-40B4-BE49-F238E27FC236}">
                <a16:creationId xmlns:a16="http://schemas.microsoft.com/office/drawing/2014/main" id="{D2ECE96F-6491-43B5-A842-27CBF3B96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7630" y="952272"/>
            <a:ext cx="39688" cy="201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7" name="Rectangle 504">
            <a:extLst>
              <a:ext uri="{FF2B5EF4-FFF2-40B4-BE49-F238E27FC236}">
                <a16:creationId xmlns:a16="http://schemas.microsoft.com/office/drawing/2014/main" id="{1CD964A6-4228-42EE-8FBF-5FBBA3900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1292" y="952272"/>
            <a:ext cx="41275" cy="2016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8" name="Rectangle 505">
            <a:extLst>
              <a:ext uri="{FF2B5EF4-FFF2-40B4-BE49-F238E27FC236}">
                <a16:creationId xmlns:a16="http://schemas.microsoft.com/office/drawing/2014/main" id="{55EC7D04-8CE9-4EDA-8E2E-B00D542B5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2380" y="1169759"/>
            <a:ext cx="328613" cy="365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9" name="Freeform 506">
            <a:extLst>
              <a:ext uri="{FF2B5EF4-FFF2-40B4-BE49-F238E27FC236}">
                <a16:creationId xmlns:a16="http://schemas.microsoft.com/office/drawing/2014/main" id="{A3E65FB7-D8DC-4B19-9EBC-159EE73AE99C}"/>
              </a:ext>
            </a:extLst>
          </p:cNvPr>
          <p:cNvSpPr>
            <a:spLocks noEditPoints="1"/>
          </p:cNvSpPr>
          <p:nvPr/>
        </p:nvSpPr>
        <p:spPr bwMode="auto">
          <a:xfrm>
            <a:off x="6818992" y="882422"/>
            <a:ext cx="139700" cy="295275"/>
          </a:xfrm>
          <a:custGeom>
            <a:avLst/>
            <a:gdLst>
              <a:gd name="T0" fmla="*/ 70 w 88"/>
              <a:gd name="T1" fmla="*/ 168 h 186"/>
              <a:gd name="T2" fmla="*/ 70 w 88"/>
              <a:gd name="T3" fmla="*/ 186 h 186"/>
              <a:gd name="T4" fmla="*/ 88 w 88"/>
              <a:gd name="T5" fmla="*/ 186 h 186"/>
              <a:gd name="T6" fmla="*/ 88 w 88"/>
              <a:gd name="T7" fmla="*/ 0 h 186"/>
              <a:gd name="T8" fmla="*/ 0 w 88"/>
              <a:gd name="T9" fmla="*/ 0 h 186"/>
              <a:gd name="T10" fmla="*/ 0 w 88"/>
              <a:gd name="T11" fmla="*/ 10 h 186"/>
              <a:gd name="T12" fmla="*/ 77 w 88"/>
              <a:gd name="T13" fmla="*/ 10 h 186"/>
              <a:gd name="T14" fmla="*/ 77 w 88"/>
              <a:gd name="T15" fmla="*/ 23 h 186"/>
              <a:gd name="T16" fmla="*/ 0 w 88"/>
              <a:gd name="T17" fmla="*/ 23 h 186"/>
              <a:gd name="T18" fmla="*/ 0 w 88"/>
              <a:gd name="T19" fmla="*/ 186 h 186"/>
              <a:gd name="T20" fmla="*/ 20 w 88"/>
              <a:gd name="T21" fmla="*/ 186 h 186"/>
              <a:gd name="T22" fmla="*/ 20 w 88"/>
              <a:gd name="T23" fmla="*/ 168 h 186"/>
              <a:gd name="T24" fmla="*/ 70 w 88"/>
              <a:gd name="T25" fmla="*/ 168 h 186"/>
              <a:gd name="T26" fmla="*/ 51 w 88"/>
              <a:gd name="T27" fmla="*/ 39 h 186"/>
              <a:gd name="T28" fmla="*/ 77 w 88"/>
              <a:gd name="T29" fmla="*/ 39 h 186"/>
              <a:gd name="T30" fmla="*/ 77 w 88"/>
              <a:gd name="T31" fmla="*/ 65 h 186"/>
              <a:gd name="T32" fmla="*/ 51 w 88"/>
              <a:gd name="T33" fmla="*/ 65 h 186"/>
              <a:gd name="T34" fmla="*/ 51 w 88"/>
              <a:gd name="T35" fmla="*/ 39 h 186"/>
              <a:gd name="T36" fmla="*/ 51 w 88"/>
              <a:gd name="T37" fmla="*/ 83 h 186"/>
              <a:gd name="T38" fmla="*/ 77 w 88"/>
              <a:gd name="T39" fmla="*/ 83 h 186"/>
              <a:gd name="T40" fmla="*/ 77 w 88"/>
              <a:gd name="T41" fmla="*/ 111 h 186"/>
              <a:gd name="T42" fmla="*/ 51 w 88"/>
              <a:gd name="T43" fmla="*/ 111 h 186"/>
              <a:gd name="T44" fmla="*/ 51 w 88"/>
              <a:gd name="T45" fmla="*/ 83 h 186"/>
              <a:gd name="T46" fmla="*/ 51 w 88"/>
              <a:gd name="T47" fmla="*/ 129 h 186"/>
              <a:gd name="T48" fmla="*/ 77 w 88"/>
              <a:gd name="T49" fmla="*/ 129 h 186"/>
              <a:gd name="T50" fmla="*/ 77 w 88"/>
              <a:gd name="T51" fmla="*/ 155 h 186"/>
              <a:gd name="T52" fmla="*/ 51 w 88"/>
              <a:gd name="T53" fmla="*/ 155 h 186"/>
              <a:gd name="T54" fmla="*/ 51 w 88"/>
              <a:gd name="T55" fmla="*/ 129 h 186"/>
              <a:gd name="T56" fmla="*/ 10 w 88"/>
              <a:gd name="T57" fmla="*/ 39 h 186"/>
              <a:gd name="T58" fmla="*/ 36 w 88"/>
              <a:gd name="T59" fmla="*/ 39 h 186"/>
              <a:gd name="T60" fmla="*/ 36 w 88"/>
              <a:gd name="T61" fmla="*/ 65 h 186"/>
              <a:gd name="T62" fmla="*/ 10 w 88"/>
              <a:gd name="T63" fmla="*/ 65 h 186"/>
              <a:gd name="T64" fmla="*/ 10 w 88"/>
              <a:gd name="T65" fmla="*/ 39 h 186"/>
              <a:gd name="T66" fmla="*/ 10 w 88"/>
              <a:gd name="T67" fmla="*/ 83 h 186"/>
              <a:gd name="T68" fmla="*/ 36 w 88"/>
              <a:gd name="T69" fmla="*/ 83 h 186"/>
              <a:gd name="T70" fmla="*/ 36 w 88"/>
              <a:gd name="T71" fmla="*/ 111 h 186"/>
              <a:gd name="T72" fmla="*/ 10 w 88"/>
              <a:gd name="T73" fmla="*/ 111 h 186"/>
              <a:gd name="T74" fmla="*/ 10 w 88"/>
              <a:gd name="T75" fmla="*/ 83 h 186"/>
              <a:gd name="T76" fmla="*/ 10 w 88"/>
              <a:gd name="T77" fmla="*/ 155 h 186"/>
              <a:gd name="T78" fmla="*/ 10 w 88"/>
              <a:gd name="T79" fmla="*/ 129 h 186"/>
              <a:gd name="T80" fmla="*/ 36 w 88"/>
              <a:gd name="T81" fmla="*/ 129 h 186"/>
              <a:gd name="T82" fmla="*/ 36 w 88"/>
              <a:gd name="T83" fmla="*/ 155 h 186"/>
              <a:gd name="T84" fmla="*/ 10 w 88"/>
              <a:gd name="T85" fmla="*/ 155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186">
                <a:moveTo>
                  <a:pt x="70" y="168"/>
                </a:moveTo>
                <a:lnTo>
                  <a:pt x="70" y="186"/>
                </a:lnTo>
                <a:lnTo>
                  <a:pt x="88" y="186"/>
                </a:lnTo>
                <a:lnTo>
                  <a:pt x="88" y="0"/>
                </a:lnTo>
                <a:lnTo>
                  <a:pt x="0" y="0"/>
                </a:lnTo>
                <a:lnTo>
                  <a:pt x="0" y="10"/>
                </a:lnTo>
                <a:lnTo>
                  <a:pt x="77" y="10"/>
                </a:lnTo>
                <a:lnTo>
                  <a:pt x="77" y="23"/>
                </a:lnTo>
                <a:lnTo>
                  <a:pt x="0" y="23"/>
                </a:lnTo>
                <a:lnTo>
                  <a:pt x="0" y="186"/>
                </a:lnTo>
                <a:lnTo>
                  <a:pt x="20" y="186"/>
                </a:lnTo>
                <a:lnTo>
                  <a:pt x="20" y="168"/>
                </a:lnTo>
                <a:lnTo>
                  <a:pt x="70" y="168"/>
                </a:lnTo>
                <a:close/>
                <a:moveTo>
                  <a:pt x="51" y="39"/>
                </a:moveTo>
                <a:lnTo>
                  <a:pt x="77" y="39"/>
                </a:lnTo>
                <a:lnTo>
                  <a:pt x="77" y="65"/>
                </a:lnTo>
                <a:lnTo>
                  <a:pt x="51" y="65"/>
                </a:lnTo>
                <a:lnTo>
                  <a:pt x="51" y="39"/>
                </a:lnTo>
                <a:close/>
                <a:moveTo>
                  <a:pt x="51" y="83"/>
                </a:moveTo>
                <a:lnTo>
                  <a:pt x="77" y="83"/>
                </a:lnTo>
                <a:lnTo>
                  <a:pt x="77" y="111"/>
                </a:lnTo>
                <a:lnTo>
                  <a:pt x="51" y="111"/>
                </a:lnTo>
                <a:lnTo>
                  <a:pt x="51" y="83"/>
                </a:lnTo>
                <a:close/>
                <a:moveTo>
                  <a:pt x="51" y="129"/>
                </a:moveTo>
                <a:lnTo>
                  <a:pt x="77" y="129"/>
                </a:lnTo>
                <a:lnTo>
                  <a:pt x="77" y="155"/>
                </a:lnTo>
                <a:lnTo>
                  <a:pt x="51" y="155"/>
                </a:lnTo>
                <a:lnTo>
                  <a:pt x="51" y="129"/>
                </a:lnTo>
                <a:close/>
                <a:moveTo>
                  <a:pt x="10" y="39"/>
                </a:moveTo>
                <a:lnTo>
                  <a:pt x="36" y="39"/>
                </a:lnTo>
                <a:lnTo>
                  <a:pt x="36" y="65"/>
                </a:lnTo>
                <a:lnTo>
                  <a:pt x="10" y="65"/>
                </a:lnTo>
                <a:lnTo>
                  <a:pt x="10" y="39"/>
                </a:lnTo>
                <a:close/>
                <a:moveTo>
                  <a:pt x="10" y="83"/>
                </a:moveTo>
                <a:lnTo>
                  <a:pt x="36" y="83"/>
                </a:lnTo>
                <a:lnTo>
                  <a:pt x="36" y="111"/>
                </a:lnTo>
                <a:lnTo>
                  <a:pt x="10" y="111"/>
                </a:lnTo>
                <a:lnTo>
                  <a:pt x="10" y="83"/>
                </a:lnTo>
                <a:close/>
                <a:moveTo>
                  <a:pt x="10" y="155"/>
                </a:moveTo>
                <a:lnTo>
                  <a:pt x="10" y="129"/>
                </a:lnTo>
                <a:lnTo>
                  <a:pt x="36" y="129"/>
                </a:lnTo>
                <a:lnTo>
                  <a:pt x="36" y="155"/>
                </a:lnTo>
                <a:lnTo>
                  <a:pt x="10" y="1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0" name="Freeform 507">
            <a:extLst>
              <a:ext uri="{FF2B5EF4-FFF2-40B4-BE49-F238E27FC236}">
                <a16:creationId xmlns:a16="http://schemas.microsoft.com/office/drawing/2014/main" id="{5E1EC035-5777-44D2-8C64-0010760EDAFF}"/>
              </a:ext>
            </a:extLst>
          </p:cNvPr>
          <p:cNvSpPr>
            <a:spLocks/>
          </p:cNvSpPr>
          <p:nvPr/>
        </p:nvSpPr>
        <p:spPr bwMode="auto">
          <a:xfrm>
            <a:off x="6772955" y="1177697"/>
            <a:ext cx="230188" cy="33338"/>
          </a:xfrm>
          <a:custGeom>
            <a:avLst/>
            <a:gdLst>
              <a:gd name="T0" fmla="*/ 99 w 145"/>
              <a:gd name="T1" fmla="*/ 3 h 21"/>
              <a:gd name="T2" fmla="*/ 99 w 145"/>
              <a:gd name="T3" fmla="*/ 0 h 21"/>
              <a:gd name="T4" fmla="*/ 49 w 145"/>
              <a:gd name="T5" fmla="*/ 0 h 21"/>
              <a:gd name="T6" fmla="*/ 49 w 145"/>
              <a:gd name="T7" fmla="*/ 3 h 21"/>
              <a:gd name="T8" fmla="*/ 0 w 145"/>
              <a:gd name="T9" fmla="*/ 3 h 21"/>
              <a:gd name="T10" fmla="*/ 0 w 145"/>
              <a:gd name="T11" fmla="*/ 21 h 21"/>
              <a:gd name="T12" fmla="*/ 145 w 145"/>
              <a:gd name="T13" fmla="*/ 21 h 21"/>
              <a:gd name="T14" fmla="*/ 145 w 145"/>
              <a:gd name="T15" fmla="*/ 3 h 21"/>
              <a:gd name="T16" fmla="*/ 99 w 145"/>
              <a:gd name="T17" fmla="*/ 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5" h="21">
                <a:moveTo>
                  <a:pt x="99" y="3"/>
                </a:moveTo>
                <a:lnTo>
                  <a:pt x="99" y="0"/>
                </a:lnTo>
                <a:lnTo>
                  <a:pt x="49" y="0"/>
                </a:lnTo>
                <a:lnTo>
                  <a:pt x="49" y="3"/>
                </a:lnTo>
                <a:lnTo>
                  <a:pt x="0" y="3"/>
                </a:lnTo>
                <a:lnTo>
                  <a:pt x="0" y="21"/>
                </a:lnTo>
                <a:lnTo>
                  <a:pt x="145" y="21"/>
                </a:lnTo>
                <a:lnTo>
                  <a:pt x="145" y="3"/>
                </a:lnTo>
                <a:lnTo>
                  <a:pt x="99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1" name="Freeform 508">
            <a:extLst>
              <a:ext uri="{FF2B5EF4-FFF2-40B4-BE49-F238E27FC236}">
                <a16:creationId xmlns:a16="http://schemas.microsoft.com/office/drawing/2014/main" id="{6D2D3378-E53F-43F1-811D-EA99B26C7719}"/>
              </a:ext>
            </a:extLst>
          </p:cNvPr>
          <p:cNvSpPr>
            <a:spLocks noEditPoints="1"/>
          </p:cNvSpPr>
          <p:nvPr/>
        </p:nvSpPr>
        <p:spPr bwMode="auto">
          <a:xfrm>
            <a:off x="7523842" y="972909"/>
            <a:ext cx="101600" cy="209550"/>
          </a:xfrm>
          <a:custGeom>
            <a:avLst/>
            <a:gdLst>
              <a:gd name="T0" fmla="*/ 49 w 64"/>
              <a:gd name="T1" fmla="*/ 121 h 132"/>
              <a:gd name="T2" fmla="*/ 49 w 64"/>
              <a:gd name="T3" fmla="*/ 132 h 132"/>
              <a:gd name="T4" fmla="*/ 64 w 64"/>
              <a:gd name="T5" fmla="*/ 132 h 132"/>
              <a:gd name="T6" fmla="*/ 64 w 64"/>
              <a:gd name="T7" fmla="*/ 0 h 132"/>
              <a:gd name="T8" fmla="*/ 0 w 64"/>
              <a:gd name="T9" fmla="*/ 0 h 132"/>
              <a:gd name="T10" fmla="*/ 0 w 64"/>
              <a:gd name="T11" fmla="*/ 8 h 132"/>
              <a:gd name="T12" fmla="*/ 57 w 64"/>
              <a:gd name="T13" fmla="*/ 8 h 132"/>
              <a:gd name="T14" fmla="*/ 57 w 64"/>
              <a:gd name="T15" fmla="*/ 15 h 132"/>
              <a:gd name="T16" fmla="*/ 0 w 64"/>
              <a:gd name="T17" fmla="*/ 15 h 132"/>
              <a:gd name="T18" fmla="*/ 0 w 64"/>
              <a:gd name="T19" fmla="*/ 132 h 132"/>
              <a:gd name="T20" fmla="*/ 15 w 64"/>
              <a:gd name="T21" fmla="*/ 132 h 132"/>
              <a:gd name="T22" fmla="*/ 15 w 64"/>
              <a:gd name="T23" fmla="*/ 121 h 132"/>
              <a:gd name="T24" fmla="*/ 49 w 64"/>
              <a:gd name="T25" fmla="*/ 121 h 132"/>
              <a:gd name="T26" fmla="*/ 36 w 64"/>
              <a:gd name="T27" fmla="*/ 26 h 132"/>
              <a:gd name="T28" fmla="*/ 57 w 64"/>
              <a:gd name="T29" fmla="*/ 26 h 132"/>
              <a:gd name="T30" fmla="*/ 57 w 64"/>
              <a:gd name="T31" fmla="*/ 46 h 132"/>
              <a:gd name="T32" fmla="*/ 36 w 64"/>
              <a:gd name="T33" fmla="*/ 46 h 132"/>
              <a:gd name="T34" fmla="*/ 36 w 64"/>
              <a:gd name="T35" fmla="*/ 26 h 132"/>
              <a:gd name="T36" fmla="*/ 36 w 64"/>
              <a:gd name="T37" fmla="*/ 59 h 132"/>
              <a:gd name="T38" fmla="*/ 57 w 64"/>
              <a:gd name="T39" fmla="*/ 59 h 132"/>
              <a:gd name="T40" fmla="*/ 57 w 64"/>
              <a:gd name="T41" fmla="*/ 77 h 132"/>
              <a:gd name="T42" fmla="*/ 36 w 64"/>
              <a:gd name="T43" fmla="*/ 77 h 132"/>
              <a:gd name="T44" fmla="*/ 36 w 64"/>
              <a:gd name="T45" fmla="*/ 59 h 132"/>
              <a:gd name="T46" fmla="*/ 36 w 64"/>
              <a:gd name="T47" fmla="*/ 90 h 132"/>
              <a:gd name="T48" fmla="*/ 57 w 64"/>
              <a:gd name="T49" fmla="*/ 90 h 132"/>
              <a:gd name="T50" fmla="*/ 57 w 64"/>
              <a:gd name="T51" fmla="*/ 111 h 132"/>
              <a:gd name="T52" fmla="*/ 36 w 64"/>
              <a:gd name="T53" fmla="*/ 111 h 132"/>
              <a:gd name="T54" fmla="*/ 36 w 64"/>
              <a:gd name="T55" fmla="*/ 90 h 132"/>
              <a:gd name="T56" fmla="*/ 8 w 64"/>
              <a:gd name="T57" fmla="*/ 26 h 132"/>
              <a:gd name="T58" fmla="*/ 26 w 64"/>
              <a:gd name="T59" fmla="*/ 26 h 132"/>
              <a:gd name="T60" fmla="*/ 26 w 64"/>
              <a:gd name="T61" fmla="*/ 46 h 132"/>
              <a:gd name="T62" fmla="*/ 8 w 64"/>
              <a:gd name="T63" fmla="*/ 46 h 132"/>
              <a:gd name="T64" fmla="*/ 8 w 64"/>
              <a:gd name="T65" fmla="*/ 26 h 132"/>
              <a:gd name="T66" fmla="*/ 8 w 64"/>
              <a:gd name="T67" fmla="*/ 59 h 132"/>
              <a:gd name="T68" fmla="*/ 26 w 64"/>
              <a:gd name="T69" fmla="*/ 59 h 132"/>
              <a:gd name="T70" fmla="*/ 26 w 64"/>
              <a:gd name="T71" fmla="*/ 77 h 132"/>
              <a:gd name="T72" fmla="*/ 8 w 64"/>
              <a:gd name="T73" fmla="*/ 77 h 132"/>
              <a:gd name="T74" fmla="*/ 8 w 64"/>
              <a:gd name="T75" fmla="*/ 59 h 132"/>
              <a:gd name="T76" fmla="*/ 8 w 64"/>
              <a:gd name="T77" fmla="*/ 111 h 132"/>
              <a:gd name="T78" fmla="*/ 8 w 64"/>
              <a:gd name="T79" fmla="*/ 90 h 132"/>
              <a:gd name="T80" fmla="*/ 26 w 64"/>
              <a:gd name="T81" fmla="*/ 90 h 132"/>
              <a:gd name="T82" fmla="*/ 26 w 64"/>
              <a:gd name="T83" fmla="*/ 111 h 132"/>
              <a:gd name="T84" fmla="*/ 8 w 64"/>
              <a:gd name="T85" fmla="*/ 11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" h="132">
                <a:moveTo>
                  <a:pt x="49" y="121"/>
                </a:moveTo>
                <a:lnTo>
                  <a:pt x="49" y="132"/>
                </a:lnTo>
                <a:lnTo>
                  <a:pt x="64" y="132"/>
                </a:lnTo>
                <a:lnTo>
                  <a:pt x="64" y="0"/>
                </a:lnTo>
                <a:lnTo>
                  <a:pt x="0" y="0"/>
                </a:lnTo>
                <a:lnTo>
                  <a:pt x="0" y="8"/>
                </a:lnTo>
                <a:lnTo>
                  <a:pt x="57" y="8"/>
                </a:lnTo>
                <a:lnTo>
                  <a:pt x="57" y="15"/>
                </a:lnTo>
                <a:lnTo>
                  <a:pt x="0" y="15"/>
                </a:lnTo>
                <a:lnTo>
                  <a:pt x="0" y="132"/>
                </a:lnTo>
                <a:lnTo>
                  <a:pt x="15" y="132"/>
                </a:lnTo>
                <a:lnTo>
                  <a:pt x="15" y="121"/>
                </a:lnTo>
                <a:lnTo>
                  <a:pt x="49" y="121"/>
                </a:lnTo>
                <a:close/>
                <a:moveTo>
                  <a:pt x="36" y="26"/>
                </a:moveTo>
                <a:lnTo>
                  <a:pt x="57" y="26"/>
                </a:lnTo>
                <a:lnTo>
                  <a:pt x="57" y="46"/>
                </a:lnTo>
                <a:lnTo>
                  <a:pt x="36" y="46"/>
                </a:lnTo>
                <a:lnTo>
                  <a:pt x="36" y="26"/>
                </a:lnTo>
                <a:close/>
                <a:moveTo>
                  <a:pt x="36" y="59"/>
                </a:moveTo>
                <a:lnTo>
                  <a:pt x="57" y="59"/>
                </a:lnTo>
                <a:lnTo>
                  <a:pt x="57" y="77"/>
                </a:lnTo>
                <a:lnTo>
                  <a:pt x="36" y="77"/>
                </a:lnTo>
                <a:lnTo>
                  <a:pt x="36" y="59"/>
                </a:lnTo>
                <a:close/>
                <a:moveTo>
                  <a:pt x="36" y="90"/>
                </a:moveTo>
                <a:lnTo>
                  <a:pt x="57" y="90"/>
                </a:lnTo>
                <a:lnTo>
                  <a:pt x="57" y="111"/>
                </a:lnTo>
                <a:lnTo>
                  <a:pt x="36" y="111"/>
                </a:lnTo>
                <a:lnTo>
                  <a:pt x="36" y="90"/>
                </a:lnTo>
                <a:close/>
                <a:moveTo>
                  <a:pt x="8" y="26"/>
                </a:moveTo>
                <a:lnTo>
                  <a:pt x="26" y="26"/>
                </a:lnTo>
                <a:lnTo>
                  <a:pt x="26" y="46"/>
                </a:lnTo>
                <a:lnTo>
                  <a:pt x="8" y="46"/>
                </a:lnTo>
                <a:lnTo>
                  <a:pt x="8" y="26"/>
                </a:lnTo>
                <a:close/>
                <a:moveTo>
                  <a:pt x="8" y="59"/>
                </a:moveTo>
                <a:lnTo>
                  <a:pt x="26" y="59"/>
                </a:lnTo>
                <a:lnTo>
                  <a:pt x="26" y="77"/>
                </a:lnTo>
                <a:lnTo>
                  <a:pt x="8" y="77"/>
                </a:lnTo>
                <a:lnTo>
                  <a:pt x="8" y="59"/>
                </a:lnTo>
                <a:close/>
                <a:moveTo>
                  <a:pt x="8" y="111"/>
                </a:moveTo>
                <a:lnTo>
                  <a:pt x="8" y="90"/>
                </a:lnTo>
                <a:lnTo>
                  <a:pt x="26" y="90"/>
                </a:lnTo>
                <a:lnTo>
                  <a:pt x="26" y="111"/>
                </a:lnTo>
                <a:lnTo>
                  <a:pt x="8" y="1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2" name="Freeform 509">
            <a:extLst>
              <a:ext uri="{FF2B5EF4-FFF2-40B4-BE49-F238E27FC236}">
                <a16:creationId xmlns:a16="http://schemas.microsoft.com/office/drawing/2014/main" id="{3A45FA5A-5CA9-4156-8AF6-3B0362B3AEBA}"/>
              </a:ext>
            </a:extLst>
          </p:cNvPr>
          <p:cNvSpPr>
            <a:spLocks noEditPoints="1"/>
          </p:cNvSpPr>
          <p:nvPr/>
        </p:nvSpPr>
        <p:spPr bwMode="auto">
          <a:xfrm>
            <a:off x="7523842" y="972909"/>
            <a:ext cx="101600" cy="209550"/>
          </a:xfrm>
          <a:custGeom>
            <a:avLst/>
            <a:gdLst>
              <a:gd name="T0" fmla="*/ 49 w 64"/>
              <a:gd name="T1" fmla="*/ 121 h 132"/>
              <a:gd name="T2" fmla="*/ 49 w 64"/>
              <a:gd name="T3" fmla="*/ 132 h 132"/>
              <a:gd name="T4" fmla="*/ 64 w 64"/>
              <a:gd name="T5" fmla="*/ 132 h 132"/>
              <a:gd name="T6" fmla="*/ 64 w 64"/>
              <a:gd name="T7" fmla="*/ 0 h 132"/>
              <a:gd name="T8" fmla="*/ 0 w 64"/>
              <a:gd name="T9" fmla="*/ 0 h 132"/>
              <a:gd name="T10" fmla="*/ 0 w 64"/>
              <a:gd name="T11" fmla="*/ 8 h 132"/>
              <a:gd name="T12" fmla="*/ 57 w 64"/>
              <a:gd name="T13" fmla="*/ 8 h 132"/>
              <a:gd name="T14" fmla="*/ 57 w 64"/>
              <a:gd name="T15" fmla="*/ 15 h 132"/>
              <a:gd name="T16" fmla="*/ 0 w 64"/>
              <a:gd name="T17" fmla="*/ 15 h 132"/>
              <a:gd name="T18" fmla="*/ 0 w 64"/>
              <a:gd name="T19" fmla="*/ 132 h 132"/>
              <a:gd name="T20" fmla="*/ 15 w 64"/>
              <a:gd name="T21" fmla="*/ 132 h 132"/>
              <a:gd name="T22" fmla="*/ 15 w 64"/>
              <a:gd name="T23" fmla="*/ 121 h 132"/>
              <a:gd name="T24" fmla="*/ 49 w 64"/>
              <a:gd name="T25" fmla="*/ 121 h 132"/>
              <a:gd name="T26" fmla="*/ 36 w 64"/>
              <a:gd name="T27" fmla="*/ 26 h 132"/>
              <a:gd name="T28" fmla="*/ 57 w 64"/>
              <a:gd name="T29" fmla="*/ 26 h 132"/>
              <a:gd name="T30" fmla="*/ 57 w 64"/>
              <a:gd name="T31" fmla="*/ 46 h 132"/>
              <a:gd name="T32" fmla="*/ 36 w 64"/>
              <a:gd name="T33" fmla="*/ 46 h 132"/>
              <a:gd name="T34" fmla="*/ 36 w 64"/>
              <a:gd name="T35" fmla="*/ 26 h 132"/>
              <a:gd name="T36" fmla="*/ 36 w 64"/>
              <a:gd name="T37" fmla="*/ 59 h 132"/>
              <a:gd name="T38" fmla="*/ 57 w 64"/>
              <a:gd name="T39" fmla="*/ 59 h 132"/>
              <a:gd name="T40" fmla="*/ 57 w 64"/>
              <a:gd name="T41" fmla="*/ 77 h 132"/>
              <a:gd name="T42" fmla="*/ 36 w 64"/>
              <a:gd name="T43" fmla="*/ 77 h 132"/>
              <a:gd name="T44" fmla="*/ 36 w 64"/>
              <a:gd name="T45" fmla="*/ 59 h 132"/>
              <a:gd name="T46" fmla="*/ 36 w 64"/>
              <a:gd name="T47" fmla="*/ 90 h 132"/>
              <a:gd name="T48" fmla="*/ 57 w 64"/>
              <a:gd name="T49" fmla="*/ 90 h 132"/>
              <a:gd name="T50" fmla="*/ 57 w 64"/>
              <a:gd name="T51" fmla="*/ 111 h 132"/>
              <a:gd name="T52" fmla="*/ 36 w 64"/>
              <a:gd name="T53" fmla="*/ 111 h 132"/>
              <a:gd name="T54" fmla="*/ 36 w 64"/>
              <a:gd name="T55" fmla="*/ 90 h 132"/>
              <a:gd name="T56" fmla="*/ 8 w 64"/>
              <a:gd name="T57" fmla="*/ 26 h 132"/>
              <a:gd name="T58" fmla="*/ 26 w 64"/>
              <a:gd name="T59" fmla="*/ 26 h 132"/>
              <a:gd name="T60" fmla="*/ 26 w 64"/>
              <a:gd name="T61" fmla="*/ 46 h 132"/>
              <a:gd name="T62" fmla="*/ 8 w 64"/>
              <a:gd name="T63" fmla="*/ 46 h 132"/>
              <a:gd name="T64" fmla="*/ 8 w 64"/>
              <a:gd name="T65" fmla="*/ 26 h 132"/>
              <a:gd name="T66" fmla="*/ 8 w 64"/>
              <a:gd name="T67" fmla="*/ 59 h 132"/>
              <a:gd name="T68" fmla="*/ 26 w 64"/>
              <a:gd name="T69" fmla="*/ 59 h 132"/>
              <a:gd name="T70" fmla="*/ 26 w 64"/>
              <a:gd name="T71" fmla="*/ 77 h 132"/>
              <a:gd name="T72" fmla="*/ 8 w 64"/>
              <a:gd name="T73" fmla="*/ 77 h 132"/>
              <a:gd name="T74" fmla="*/ 8 w 64"/>
              <a:gd name="T75" fmla="*/ 59 h 132"/>
              <a:gd name="T76" fmla="*/ 8 w 64"/>
              <a:gd name="T77" fmla="*/ 111 h 132"/>
              <a:gd name="T78" fmla="*/ 8 w 64"/>
              <a:gd name="T79" fmla="*/ 90 h 132"/>
              <a:gd name="T80" fmla="*/ 26 w 64"/>
              <a:gd name="T81" fmla="*/ 90 h 132"/>
              <a:gd name="T82" fmla="*/ 26 w 64"/>
              <a:gd name="T83" fmla="*/ 111 h 132"/>
              <a:gd name="T84" fmla="*/ 8 w 64"/>
              <a:gd name="T85" fmla="*/ 11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" h="132">
                <a:moveTo>
                  <a:pt x="49" y="121"/>
                </a:moveTo>
                <a:lnTo>
                  <a:pt x="49" y="132"/>
                </a:lnTo>
                <a:lnTo>
                  <a:pt x="64" y="132"/>
                </a:lnTo>
                <a:lnTo>
                  <a:pt x="64" y="0"/>
                </a:lnTo>
                <a:lnTo>
                  <a:pt x="0" y="0"/>
                </a:lnTo>
                <a:lnTo>
                  <a:pt x="0" y="8"/>
                </a:lnTo>
                <a:lnTo>
                  <a:pt x="57" y="8"/>
                </a:lnTo>
                <a:lnTo>
                  <a:pt x="57" y="15"/>
                </a:lnTo>
                <a:lnTo>
                  <a:pt x="0" y="15"/>
                </a:lnTo>
                <a:lnTo>
                  <a:pt x="0" y="132"/>
                </a:lnTo>
                <a:lnTo>
                  <a:pt x="15" y="132"/>
                </a:lnTo>
                <a:lnTo>
                  <a:pt x="15" y="121"/>
                </a:lnTo>
                <a:lnTo>
                  <a:pt x="49" y="121"/>
                </a:lnTo>
                <a:moveTo>
                  <a:pt x="36" y="26"/>
                </a:moveTo>
                <a:lnTo>
                  <a:pt x="57" y="26"/>
                </a:lnTo>
                <a:lnTo>
                  <a:pt x="57" y="46"/>
                </a:lnTo>
                <a:lnTo>
                  <a:pt x="36" y="46"/>
                </a:lnTo>
                <a:lnTo>
                  <a:pt x="36" y="26"/>
                </a:lnTo>
                <a:moveTo>
                  <a:pt x="36" y="59"/>
                </a:moveTo>
                <a:lnTo>
                  <a:pt x="57" y="59"/>
                </a:lnTo>
                <a:lnTo>
                  <a:pt x="57" y="77"/>
                </a:lnTo>
                <a:lnTo>
                  <a:pt x="36" y="77"/>
                </a:lnTo>
                <a:lnTo>
                  <a:pt x="36" y="59"/>
                </a:lnTo>
                <a:moveTo>
                  <a:pt x="36" y="90"/>
                </a:moveTo>
                <a:lnTo>
                  <a:pt x="57" y="90"/>
                </a:lnTo>
                <a:lnTo>
                  <a:pt x="57" y="111"/>
                </a:lnTo>
                <a:lnTo>
                  <a:pt x="36" y="111"/>
                </a:lnTo>
                <a:lnTo>
                  <a:pt x="36" y="90"/>
                </a:lnTo>
                <a:moveTo>
                  <a:pt x="8" y="26"/>
                </a:moveTo>
                <a:lnTo>
                  <a:pt x="26" y="26"/>
                </a:lnTo>
                <a:lnTo>
                  <a:pt x="26" y="46"/>
                </a:lnTo>
                <a:lnTo>
                  <a:pt x="8" y="46"/>
                </a:lnTo>
                <a:lnTo>
                  <a:pt x="8" y="26"/>
                </a:lnTo>
                <a:moveTo>
                  <a:pt x="8" y="59"/>
                </a:moveTo>
                <a:lnTo>
                  <a:pt x="26" y="59"/>
                </a:lnTo>
                <a:lnTo>
                  <a:pt x="26" y="77"/>
                </a:lnTo>
                <a:lnTo>
                  <a:pt x="8" y="77"/>
                </a:lnTo>
                <a:lnTo>
                  <a:pt x="8" y="59"/>
                </a:lnTo>
                <a:moveTo>
                  <a:pt x="8" y="111"/>
                </a:moveTo>
                <a:lnTo>
                  <a:pt x="8" y="90"/>
                </a:lnTo>
                <a:lnTo>
                  <a:pt x="26" y="90"/>
                </a:lnTo>
                <a:lnTo>
                  <a:pt x="26" y="111"/>
                </a:lnTo>
                <a:lnTo>
                  <a:pt x="8" y="111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3" name="Freeform 510">
            <a:extLst>
              <a:ext uri="{FF2B5EF4-FFF2-40B4-BE49-F238E27FC236}">
                <a16:creationId xmlns:a16="http://schemas.microsoft.com/office/drawing/2014/main" id="{E78A96C7-13D6-4404-B020-8607827AD364}"/>
              </a:ext>
            </a:extLst>
          </p:cNvPr>
          <p:cNvSpPr>
            <a:spLocks/>
          </p:cNvSpPr>
          <p:nvPr/>
        </p:nvSpPr>
        <p:spPr bwMode="auto">
          <a:xfrm>
            <a:off x="7490505" y="1182459"/>
            <a:ext cx="168275" cy="23813"/>
          </a:xfrm>
          <a:custGeom>
            <a:avLst/>
            <a:gdLst>
              <a:gd name="T0" fmla="*/ 70 w 106"/>
              <a:gd name="T1" fmla="*/ 2 h 15"/>
              <a:gd name="T2" fmla="*/ 70 w 106"/>
              <a:gd name="T3" fmla="*/ 0 h 15"/>
              <a:gd name="T4" fmla="*/ 36 w 106"/>
              <a:gd name="T5" fmla="*/ 0 h 15"/>
              <a:gd name="T6" fmla="*/ 36 w 106"/>
              <a:gd name="T7" fmla="*/ 2 h 15"/>
              <a:gd name="T8" fmla="*/ 0 w 106"/>
              <a:gd name="T9" fmla="*/ 2 h 15"/>
              <a:gd name="T10" fmla="*/ 0 w 106"/>
              <a:gd name="T11" fmla="*/ 15 h 15"/>
              <a:gd name="T12" fmla="*/ 106 w 106"/>
              <a:gd name="T13" fmla="*/ 15 h 15"/>
              <a:gd name="T14" fmla="*/ 106 w 106"/>
              <a:gd name="T15" fmla="*/ 2 h 15"/>
              <a:gd name="T16" fmla="*/ 70 w 106"/>
              <a:gd name="T17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" h="15">
                <a:moveTo>
                  <a:pt x="70" y="2"/>
                </a:moveTo>
                <a:lnTo>
                  <a:pt x="70" y="0"/>
                </a:lnTo>
                <a:lnTo>
                  <a:pt x="36" y="0"/>
                </a:lnTo>
                <a:lnTo>
                  <a:pt x="36" y="2"/>
                </a:lnTo>
                <a:lnTo>
                  <a:pt x="0" y="2"/>
                </a:lnTo>
                <a:lnTo>
                  <a:pt x="0" y="15"/>
                </a:lnTo>
                <a:lnTo>
                  <a:pt x="106" y="15"/>
                </a:lnTo>
                <a:lnTo>
                  <a:pt x="106" y="2"/>
                </a:lnTo>
                <a:lnTo>
                  <a:pt x="70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4" name="Freeform 511">
            <a:extLst>
              <a:ext uri="{FF2B5EF4-FFF2-40B4-BE49-F238E27FC236}">
                <a16:creationId xmlns:a16="http://schemas.microsoft.com/office/drawing/2014/main" id="{90E31C76-212A-49D5-81E8-473D8CB7797F}"/>
              </a:ext>
            </a:extLst>
          </p:cNvPr>
          <p:cNvSpPr>
            <a:spLocks/>
          </p:cNvSpPr>
          <p:nvPr/>
        </p:nvSpPr>
        <p:spPr bwMode="auto">
          <a:xfrm>
            <a:off x="7490505" y="1182459"/>
            <a:ext cx="168275" cy="23813"/>
          </a:xfrm>
          <a:custGeom>
            <a:avLst/>
            <a:gdLst>
              <a:gd name="T0" fmla="*/ 70 w 106"/>
              <a:gd name="T1" fmla="*/ 2 h 15"/>
              <a:gd name="T2" fmla="*/ 70 w 106"/>
              <a:gd name="T3" fmla="*/ 0 h 15"/>
              <a:gd name="T4" fmla="*/ 36 w 106"/>
              <a:gd name="T5" fmla="*/ 0 h 15"/>
              <a:gd name="T6" fmla="*/ 36 w 106"/>
              <a:gd name="T7" fmla="*/ 2 h 15"/>
              <a:gd name="T8" fmla="*/ 0 w 106"/>
              <a:gd name="T9" fmla="*/ 2 h 15"/>
              <a:gd name="T10" fmla="*/ 0 w 106"/>
              <a:gd name="T11" fmla="*/ 15 h 15"/>
              <a:gd name="T12" fmla="*/ 106 w 106"/>
              <a:gd name="T13" fmla="*/ 15 h 15"/>
              <a:gd name="T14" fmla="*/ 106 w 106"/>
              <a:gd name="T15" fmla="*/ 2 h 15"/>
              <a:gd name="T16" fmla="*/ 70 w 106"/>
              <a:gd name="T17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" h="15">
                <a:moveTo>
                  <a:pt x="70" y="2"/>
                </a:moveTo>
                <a:lnTo>
                  <a:pt x="70" y="0"/>
                </a:lnTo>
                <a:lnTo>
                  <a:pt x="36" y="0"/>
                </a:lnTo>
                <a:lnTo>
                  <a:pt x="36" y="2"/>
                </a:lnTo>
                <a:lnTo>
                  <a:pt x="0" y="2"/>
                </a:lnTo>
                <a:lnTo>
                  <a:pt x="0" y="15"/>
                </a:lnTo>
                <a:lnTo>
                  <a:pt x="106" y="15"/>
                </a:lnTo>
                <a:lnTo>
                  <a:pt x="106" y="2"/>
                </a:lnTo>
                <a:lnTo>
                  <a:pt x="70" y="2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5" name="Freeform 512">
            <a:extLst>
              <a:ext uri="{FF2B5EF4-FFF2-40B4-BE49-F238E27FC236}">
                <a16:creationId xmlns:a16="http://schemas.microsoft.com/office/drawing/2014/main" id="{F6C99637-0420-4043-BD40-62060645F300}"/>
              </a:ext>
            </a:extLst>
          </p:cNvPr>
          <p:cNvSpPr>
            <a:spLocks noEditPoints="1"/>
          </p:cNvSpPr>
          <p:nvPr/>
        </p:nvSpPr>
        <p:spPr bwMode="auto">
          <a:xfrm>
            <a:off x="7646080" y="836384"/>
            <a:ext cx="144463" cy="369888"/>
          </a:xfrm>
          <a:custGeom>
            <a:avLst/>
            <a:gdLst>
              <a:gd name="T0" fmla="*/ 78 w 91"/>
              <a:gd name="T1" fmla="*/ 0 h 233"/>
              <a:gd name="T2" fmla="*/ 8 w 91"/>
              <a:gd name="T3" fmla="*/ 0 h 233"/>
              <a:gd name="T4" fmla="*/ 8 w 91"/>
              <a:gd name="T5" fmla="*/ 8 h 233"/>
              <a:gd name="T6" fmla="*/ 0 w 91"/>
              <a:gd name="T7" fmla="*/ 8 h 233"/>
              <a:gd name="T8" fmla="*/ 0 w 91"/>
              <a:gd name="T9" fmla="*/ 233 h 233"/>
              <a:gd name="T10" fmla="*/ 13 w 91"/>
              <a:gd name="T11" fmla="*/ 233 h 233"/>
              <a:gd name="T12" fmla="*/ 13 w 91"/>
              <a:gd name="T13" fmla="*/ 215 h 233"/>
              <a:gd name="T14" fmla="*/ 78 w 91"/>
              <a:gd name="T15" fmla="*/ 215 h 233"/>
              <a:gd name="T16" fmla="*/ 78 w 91"/>
              <a:gd name="T17" fmla="*/ 233 h 233"/>
              <a:gd name="T18" fmla="*/ 91 w 91"/>
              <a:gd name="T19" fmla="*/ 233 h 233"/>
              <a:gd name="T20" fmla="*/ 91 w 91"/>
              <a:gd name="T21" fmla="*/ 8 h 233"/>
              <a:gd name="T22" fmla="*/ 78 w 91"/>
              <a:gd name="T23" fmla="*/ 8 h 233"/>
              <a:gd name="T24" fmla="*/ 78 w 91"/>
              <a:gd name="T25" fmla="*/ 0 h 233"/>
              <a:gd name="T26" fmla="*/ 42 w 91"/>
              <a:gd name="T27" fmla="*/ 189 h 233"/>
              <a:gd name="T28" fmla="*/ 11 w 91"/>
              <a:gd name="T29" fmla="*/ 189 h 233"/>
              <a:gd name="T30" fmla="*/ 11 w 91"/>
              <a:gd name="T31" fmla="*/ 161 h 233"/>
              <a:gd name="T32" fmla="*/ 42 w 91"/>
              <a:gd name="T33" fmla="*/ 161 h 233"/>
              <a:gd name="T34" fmla="*/ 42 w 91"/>
              <a:gd name="T35" fmla="*/ 189 h 233"/>
              <a:gd name="T36" fmla="*/ 11 w 91"/>
              <a:gd name="T37" fmla="*/ 73 h 233"/>
              <a:gd name="T38" fmla="*/ 11 w 91"/>
              <a:gd name="T39" fmla="*/ 42 h 233"/>
              <a:gd name="T40" fmla="*/ 42 w 91"/>
              <a:gd name="T41" fmla="*/ 42 h 233"/>
              <a:gd name="T42" fmla="*/ 42 w 91"/>
              <a:gd name="T43" fmla="*/ 73 h 233"/>
              <a:gd name="T44" fmla="*/ 11 w 91"/>
              <a:gd name="T45" fmla="*/ 73 h 233"/>
              <a:gd name="T46" fmla="*/ 42 w 91"/>
              <a:gd name="T47" fmla="*/ 150 h 233"/>
              <a:gd name="T48" fmla="*/ 11 w 91"/>
              <a:gd name="T49" fmla="*/ 150 h 233"/>
              <a:gd name="T50" fmla="*/ 11 w 91"/>
              <a:gd name="T51" fmla="*/ 119 h 233"/>
              <a:gd name="T52" fmla="*/ 42 w 91"/>
              <a:gd name="T53" fmla="*/ 119 h 233"/>
              <a:gd name="T54" fmla="*/ 42 w 91"/>
              <a:gd name="T55" fmla="*/ 150 h 233"/>
              <a:gd name="T56" fmla="*/ 42 w 91"/>
              <a:gd name="T57" fmla="*/ 112 h 233"/>
              <a:gd name="T58" fmla="*/ 11 w 91"/>
              <a:gd name="T59" fmla="*/ 112 h 233"/>
              <a:gd name="T60" fmla="*/ 11 w 91"/>
              <a:gd name="T61" fmla="*/ 81 h 233"/>
              <a:gd name="T62" fmla="*/ 42 w 91"/>
              <a:gd name="T63" fmla="*/ 81 h 233"/>
              <a:gd name="T64" fmla="*/ 42 w 91"/>
              <a:gd name="T65" fmla="*/ 112 h 233"/>
              <a:gd name="T66" fmla="*/ 42 w 91"/>
              <a:gd name="T67" fmla="*/ 31 h 233"/>
              <a:gd name="T68" fmla="*/ 11 w 91"/>
              <a:gd name="T69" fmla="*/ 31 h 233"/>
              <a:gd name="T70" fmla="*/ 11 w 91"/>
              <a:gd name="T71" fmla="*/ 21 h 233"/>
              <a:gd name="T72" fmla="*/ 42 w 91"/>
              <a:gd name="T73" fmla="*/ 21 h 233"/>
              <a:gd name="T74" fmla="*/ 42 w 91"/>
              <a:gd name="T75" fmla="*/ 31 h 233"/>
              <a:gd name="T76" fmla="*/ 80 w 91"/>
              <a:gd name="T77" fmla="*/ 189 h 233"/>
              <a:gd name="T78" fmla="*/ 49 w 91"/>
              <a:gd name="T79" fmla="*/ 189 h 233"/>
              <a:gd name="T80" fmla="*/ 49 w 91"/>
              <a:gd name="T81" fmla="*/ 161 h 233"/>
              <a:gd name="T82" fmla="*/ 80 w 91"/>
              <a:gd name="T83" fmla="*/ 161 h 233"/>
              <a:gd name="T84" fmla="*/ 80 w 91"/>
              <a:gd name="T85" fmla="*/ 189 h 233"/>
              <a:gd name="T86" fmla="*/ 47 w 91"/>
              <a:gd name="T87" fmla="*/ 73 h 233"/>
              <a:gd name="T88" fmla="*/ 47 w 91"/>
              <a:gd name="T89" fmla="*/ 42 h 233"/>
              <a:gd name="T90" fmla="*/ 78 w 91"/>
              <a:gd name="T91" fmla="*/ 42 h 233"/>
              <a:gd name="T92" fmla="*/ 78 w 91"/>
              <a:gd name="T93" fmla="*/ 73 h 233"/>
              <a:gd name="T94" fmla="*/ 47 w 91"/>
              <a:gd name="T95" fmla="*/ 73 h 233"/>
              <a:gd name="T96" fmla="*/ 80 w 91"/>
              <a:gd name="T97" fmla="*/ 150 h 233"/>
              <a:gd name="T98" fmla="*/ 49 w 91"/>
              <a:gd name="T99" fmla="*/ 150 h 233"/>
              <a:gd name="T100" fmla="*/ 49 w 91"/>
              <a:gd name="T101" fmla="*/ 119 h 233"/>
              <a:gd name="T102" fmla="*/ 80 w 91"/>
              <a:gd name="T103" fmla="*/ 119 h 233"/>
              <a:gd name="T104" fmla="*/ 80 w 91"/>
              <a:gd name="T105" fmla="*/ 150 h 233"/>
              <a:gd name="T106" fmla="*/ 80 w 91"/>
              <a:gd name="T107" fmla="*/ 112 h 233"/>
              <a:gd name="T108" fmla="*/ 49 w 91"/>
              <a:gd name="T109" fmla="*/ 112 h 233"/>
              <a:gd name="T110" fmla="*/ 49 w 91"/>
              <a:gd name="T111" fmla="*/ 81 h 233"/>
              <a:gd name="T112" fmla="*/ 80 w 91"/>
              <a:gd name="T113" fmla="*/ 81 h 233"/>
              <a:gd name="T114" fmla="*/ 80 w 91"/>
              <a:gd name="T115" fmla="*/ 112 h 233"/>
              <a:gd name="T116" fmla="*/ 80 w 91"/>
              <a:gd name="T117" fmla="*/ 31 h 233"/>
              <a:gd name="T118" fmla="*/ 47 w 91"/>
              <a:gd name="T119" fmla="*/ 31 h 233"/>
              <a:gd name="T120" fmla="*/ 47 w 91"/>
              <a:gd name="T121" fmla="*/ 21 h 233"/>
              <a:gd name="T122" fmla="*/ 80 w 91"/>
              <a:gd name="T123" fmla="*/ 21 h 233"/>
              <a:gd name="T124" fmla="*/ 80 w 91"/>
              <a:gd name="T125" fmla="*/ 3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1" h="233">
                <a:moveTo>
                  <a:pt x="78" y="0"/>
                </a:moveTo>
                <a:lnTo>
                  <a:pt x="8" y="0"/>
                </a:lnTo>
                <a:lnTo>
                  <a:pt x="8" y="8"/>
                </a:lnTo>
                <a:lnTo>
                  <a:pt x="0" y="8"/>
                </a:lnTo>
                <a:lnTo>
                  <a:pt x="0" y="233"/>
                </a:lnTo>
                <a:lnTo>
                  <a:pt x="13" y="233"/>
                </a:lnTo>
                <a:lnTo>
                  <a:pt x="13" y="215"/>
                </a:lnTo>
                <a:lnTo>
                  <a:pt x="78" y="215"/>
                </a:lnTo>
                <a:lnTo>
                  <a:pt x="78" y="233"/>
                </a:lnTo>
                <a:lnTo>
                  <a:pt x="91" y="233"/>
                </a:lnTo>
                <a:lnTo>
                  <a:pt x="91" y="8"/>
                </a:lnTo>
                <a:lnTo>
                  <a:pt x="78" y="8"/>
                </a:lnTo>
                <a:lnTo>
                  <a:pt x="78" y="0"/>
                </a:lnTo>
                <a:close/>
                <a:moveTo>
                  <a:pt x="42" y="189"/>
                </a:moveTo>
                <a:lnTo>
                  <a:pt x="11" y="189"/>
                </a:lnTo>
                <a:lnTo>
                  <a:pt x="11" y="161"/>
                </a:lnTo>
                <a:lnTo>
                  <a:pt x="42" y="161"/>
                </a:lnTo>
                <a:lnTo>
                  <a:pt x="42" y="189"/>
                </a:lnTo>
                <a:close/>
                <a:moveTo>
                  <a:pt x="11" y="73"/>
                </a:moveTo>
                <a:lnTo>
                  <a:pt x="11" y="42"/>
                </a:lnTo>
                <a:lnTo>
                  <a:pt x="42" y="42"/>
                </a:lnTo>
                <a:lnTo>
                  <a:pt x="42" y="73"/>
                </a:lnTo>
                <a:lnTo>
                  <a:pt x="11" y="73"/>
                </a:lnTo>
                <a:close/>
                <a:moveTo>
                  <a:pt x="42" y="150"/>
                </a:moveTo>
                <a:lnTo>
                  <a:pt x="11" y="150"/>
                </a:lnTo>
                <a:lnTo>
                  <a:pt x="11" y="119"/>
                </a:lnTo>
                <a:lnTo>
                  <a:pt x="42" y="119"/>
                </a:lnTo>
                <a:lnTo>
                  <a:pt x="42" y="150"/>
                </a:lnTo>
                <a:close/>
                <a:moveTo>
                  <a:pt x="42" y="112"/>
                </a:moveTo>
                <a:lnTo>
                  <a:pt x="11" y="112"/>
                </a:lnTo>
                <a:lnTo>
                  <a:pt x="11" y="81"/>
                </a:lnTo>
                <a:lnTo>
                  <a:pt x="42" y="81"/>
                </a:lnTo>
                <a:lnTo>
                  <a:pt x="42" y="112"/>
                </a:lnTo>
                <a:close/>
                <a:moveTo>
                  <a:pt x="42" y="31"/>
                </a:moveTo>
                <a:lnTo>
                  <a:pt x="11" y="31"/>
                </a:lnTo>
                <a:lnTo>
                  <a:pt x="11" y="21"/>
                </a:lnTo>
                <a:lnTo>
                  <a:pt x="42" y="21"/>
                </a:lnTo>
                <a:lnTo>
                  <a:pt x="42" y="31"/>
                </a:lnTo>
                <a:close/>
                <a:moveTo>
                  <a:pt x="80" y="189"/>
                </a:moveTo>
                <a:lnTo>
                  <a:pt x="49" y="189"/>
                </a:lnTo>
                <a:lnTo>
                  <a:pt x="49" y="161"/>
                </a:lnTo>
                <a:lnTo>
                  <a:pt x="80" y="161"/>
                </a:lnTo>
                <a:lnTo>
                  <a:pt x="80" y="189"/>
                </a:lnTo>
                <a:close/>
                <a:moveTo>
                  <a:pt x="47" y="73"/>
                </a:moveTo>
                <a:lnTo>
                  <a:pt x="47" y="42"/>
                </a:lnTo>
                <a:lnTo>
                  <a:pt x="78" y="42"/>
                </a:lnTo>
                <a:lnTo>
                  <a:pt x="78" y="73"/>
                </a:lnTo>
                <a:lnTo>
                  <a:pt x="47" y="73"/>
                </a:lnTo>
                <a:close/>
                <a:moveTo>
                  <a:pt x="80" y="150"/>
                </a:moveTo>
                <a:lnTo>
                  <a:pt x="49" y="150"/>
                </a:lnTo>
                <a:lnTo>
                  <a:pt x="49" y="119"/>
                </a:lnTo>
                <a:lnTo>
                  <a:pt x="80" y="119"/>
                </a:lnTo>
                <a:lnTo>
                  <a:pt x="80" y="150"/>
                </a:lnTo>
                <a:close/>
                <a:moveTo>
                  <a:pt x="80" y="112"/>
                </a:moveTo>
                <a:lnTo>
                  <a:pt x="49" y="112"/>
                </a:lnTo>
                <a:lnTo>
                  <a:pt x="49" y="81"/>
                </a:lnTo>
                <a:lnTo>
                  <a:pt x="80" y="81"/>
                </a:lnTo>
                <a:lnTo>
                  <a:pt x="80" y="112"/>
                </a:lnTo>
                <a:close/>
                <a:moveTo>
                  <a:pt x="80" y="31"/>
                </a:moveTo>
                <a:lnTo>
                  <a:pt x="47" y="31"/>
                </a:lnTo>
                <a:lnTo>
                  <a:pt x="47" y="21"/>
                </a:lnTo>
                <a:lnTo>
                  <a:pt x="80" y="21"/>
                </a:lnTo>
                <a:lnTo>
                  <a:pt x="80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6" name="Freeform 513">
            <a:extLst>
              <a:ext uri="{FF2B5EF4-FFF2-40B4-BE49-F238E27FC236}">
                <a16:creationId xmlns:a16="http://schemas.microsoft.com/office/drawing/2014/main" id="{6533E19F-15D6-4BAC-BF10-E338AA772492}"/>
              </a:ext>
            </a:extLst>
          </p:cNvPr>
          <p:cNvSpPr>
            <a:spLocks noEditPoints="1"/>
          </p:cNvSpPr>
          <p:nvPr/>
        </p:nvSpPr>
        <p:spPr bwMode="auto">
          <a:xfrm>
            <a:off x="7646080" y="836384"/>
            <a:ext cx="144463" cy="369888"/>
          </a:xfrm>
          <a:custGeom>
            <a:avLst/>
            <a:gdLst>
              <a:gd name="T0" fmla="*/ 78 w 91"/>
              <a:gd name="T1" fmla="*/ 0 h 233"/>
              <a:gd name="T2" fmla="*/ 8 w 91"/>
              <a:gd name="T3" fmla="*/ 0 h 233"/>
              <a:gd name="T4" fmla="*/ 8 w 91"/>
              <a:gd name="T5" fmla="*/ 8 h 233"/>
              <a:gd name="T6" fmla="*/ 0 w 91"/>
              <a:gd name="T7" fmla="*/ 8 h 233"/>
              <a:gd name="T8" fmla="*/ 0 w 91"/>
              <a:gd name="T9" fmla="*/ 233 h 233"/>
              <a:gd name="T10" fmla="*/ 13 w 91"/>
              <a:gd name="T11" fmla="*/ 233 h 233"/>
              <a:gd name="T12" fmla="*/ 13 w 91"/>
              <a:gd name="T13" fmla="*/ 215 h 233"/>
              <a:gd name="T14" fmla="*/ 78 w 91"/>
              <a:gd name="T15" fmla="*/ 215 h 233"/>
              <a:gd name="T16" fmla="*/ 78 w 91"/>
              <a:gd name="T17" fmla="*/ 233 h 233"/>
              <a:gd name="T18" fmla="*/ 91 w 91"/>
              <a:gd name="T19" fmla="*/ 233 h 233"/>
              <a:gd name="T20" fmla="*/ 91 w 91"/>
              <a:gd name="T21" fmla="*/ 8 h 233"/>
              <a:gd name="T22" fmla="*/ 78 w 91"/>
              <a:gd name="T23" fmla="*/ 8 h 233"/>
              <a:gd name="T24" fmla="*/ 78 w 91"/>
              <a:gd name="T25" fmla="*/ 0 h 233"/>
              <a:gd name="T26" fmla="*/ 42 w 91"/>
              <a:gd name="T27" fmla="*/ 189 h 233"/>
              <a:gd name="T28" fmla="*/ 11 w 91"/>
              <a:gd name="T29" fmla="*/ 189 h 233"/>
              <a:gd name="T30" fmla="*/ 11 w 91"/>
              <a:gd name="T31" fmla="*/ 161 h 233"/>
              <a:gd name="T32" fmla="*/ 42 w 91"/>
              <a:gd name="T33" fmla="*/ 161 h 233"/>
              <a:gd name="T34" fmla="*/ 42 w 91"/>
              <a:gd name="T35" fmla="*/ 189 h 233"/>
              <a:gd name="T36" fmla="*/ 11 w 91"/>
              <a:gd name="T37" fmla="*/ 73 h 233"/>
              <a:gd name="T38" fmla="*/ 11 w 91"/>
              <a:gd name="T39" fmla="*/ 42 h 233"/>
              <a:gd name="T40" fmla="*/ 42 w 91"/>
              <a:gd name="T41" fmla="*/ 42 h 233"/>
              <a:gd name="T42" fmla="*/ 42 w 91"/>
              <a:gd name="T43" fmla="*/ 73 h 233"/>
              <a:gd name="T44" fmla="*/ 11 w 91"/>
              <a:gd name="T45" fmla="*/ 73 h 233"/>
              <a:gd name="T46" fmla="*/ 42 w 91"/>
              <a:gd name="T47" fmla="*/ 150 h 233"/>
              <a:gd name="T48" fmla="*/ 11 w 91"/>
              <a:gd name="T49" fmla="*/ 150 h 233"/>
              <a:gd name="T50" fmla="*/ 11 w 91"/>
              <a:gd name="T51" fmla="*/ 119 h 233"/>
              <a:gd name="T52" fmla="*/ 42 w 91"/>
              <a:gd name="T53" fmla="*/ 119 h 233"/>
              <a:gd name="T54" fmla="*/ 42 w 91"/>
              <a:gd name="T55" fmla="*/ 150 h 233"/>
              <a:gd name="T56" fmla="*/ 42 w 91"/>
              <a:gd name="T57" fmla="*/ 112 h 233"/>
              <a:gd name="T58" fmla="*/ 11 w 91"/>
              <a:gd name="T59" fmla="*/ 112 h 233"/>
              <a:gd name="T60" fmla="*/ 11 w 91"/>
              <a:gd name="T61" fmla="*/ 81 h 233"/>
              <a:gd name="T62" fmla="*/ 42 w 91"/>
              <a:gd name="T63" fmla="*/ 81 h 233"/>
              <a:gd name="T64" fmla="*/ 42 w 91"/>
              <a:gd name="T65" fmla="*/ 112 h 233"/>
              <a:gd name="T66" fmla="*/ 42 w 91"/>
              <a:gd name="T67" fmla="*/ 31 h 233"/>
              <a:gd name="T68" fmla="*/ 11 w 91"/>
              <a:gd name="T69" fmla="*/ 31 h 233"/>
              <a:gd name="T70" fmla="*/ 11 w 91"/>
              <a:gd name="T71" fmla="*/ 21 h 233"/>
              <a:gd name="T72" fmla="*/ 42 w 91"/>
              <a:gd name="T73" fmla="*/ 21 h 233"/>
              <a:gd name="T74" fmla="*/ 42 w 91"/>
              <a:gd name="T75" fmla="*/ 31 h 233"/>
              <a:gd name="T76" fmla="*/ 80 w 91"/>
              <a:gd name="T77" fmla="*/ 189 h 233"/>
              <a:gd name="T78" fmla="*/ 49 w 91"/>
              <a:gd name="T79" fmla="*/ 189 h 233"/>
              <a:gd name="T80" fmla="*/ 49 w 91"/>
              <a:gd name="T81" fmla="*/ 161 h 233"/>
              <a:gd name="T82" fmla="*/ 80 w 91"/>
              <a:gd name="T83" fmla="*/ 161 h 233"/>
              <a:gd name="T84" fmla="*/ 80 w 91"/>
              <a:gd name="T85" fmla="*/ 189 h 233"/>
              <a:gd name="T86" fmla="*/ 47 w 91"/>
              <a:gd name="T87" fmla="*/ 73 h 233"/>
              <a:gd name="T88" fmla="*/ 47 w 91"/>
              <a:gd name="T89" fmla="*/ 42 h 233"/>
              <a:gd name="T90" fmla="*/ 78 w 91"/>
              <a:gd name="T91" fmla="*/ 42 h 233"/>
              <a:gd name="T92" fmla="*/ 78 w 91"/>
              <a:gd name="T93" fmla="*/ 73 h 233"/>
              <a:gd name="T94" fmla="*/ 47 w 91"/>
              <a:gd name="T95" fmla="*/ 73 h 233"/>
              <a:gd name="T96" fmla="*/ 80 w 91"/>
              <a:gd name="T97" fmla="*/ 150 h 233"/>
              <a:gd name="T98" fmla="*/ 49 w 91"/>
              <a:gd name="T99" fmla="*/ 150 h 233"/>
              <a:gd name="T100" fmla="*/ 49 w 91"/>
              <a:gd name="T101" fmla="*/ 119 h 233"/>
              <a:gd name="T102" fmla="*/ 80 w 91"/>
              <a:gd name="T103" fmla="*/ 119 h 233"/>
              <a:gd name="T104" fmla="*/ 80 w 91"/>
              <a:gd name="T105" fmla="*/ 150 h 233"/>
              <a:gd name="T106" fmla="*/ 80 w 91"/>
              <a:gd name="T107" fmla="*/ 112 h 233"/>
              <a:gd name="T108" fmla="*/ 49 w 91"/>
              <a:gd name="T109" fmla="*/ 112 h 233"/>
              <a:gd name="T110" fmla="*/ 49 w 91"/>
              <a:gd name="T111" fmla="*/ 81 h 233"/>
              <a:gd name="T112" fmla="*/ 80 w 91"/>
              <a:gd name="T113" fmla="*/ 81 h 233"/>
              <a:gd name="T114" fmla="*/ 80 w 91"/>
              <a:gd name="T115" fmla="*/ 112 h 233"/>
              <a:gd name="T116" fmla="*/ 80 w 91"/>
              <a:gd name="T117" fmla="*/ 31 h 233"/>
              <a:gd name="T118" fmla="*/ 47 w 91"/>
              <a:gd name="T119" fmla="*/ 31 h 233"/>
              <a:gd name="T120" fmla="*/ 47 w 91"/>
              <a:gd name="T121" fmla="*/ 21 h 233"/>
              <a:gd name="T122" fmla="*/ 80 w 91"/>
              <a:gd name="T123" fmla="*/ 21 h 233"/>
              <a:gd name="T124" fmla="*/ 80 w 91"/>
              <a:gd name="T125" fmla="*/ 3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1" h="233">
                <a:moveTo>
                  <a:pt x="78" y="0"/>
                </a:moveTo>
                <a:lnTo>
                  <a:pt x="8" y="0"/>
                </a:lnTo>
                <a:lnTo>
                  <a:pt x="8" y="8"/>
                </a:lnTo>
                <a:lnTo>
                  <a:pt x="0" y="8"/>
                </a:lnTo>
                <a:lnTo>
                  <a:pt x="0" y="233"/>
                </a:lnTo>
                <a:lnTo>
                  <a:pt x="13" y="233"/>
                </a:lnTo>
                <a:lnTo>
                  <a:pt x="13" y="215"/>
                </a:lnTo>
                <a:lnTo>
                  <a:pt x="78" y="215"/>
                </a:lnTo>
                <a:lnTo>
                  <a:pt x="78" y="233"/>
                </a:lnTo>
                <a:lnTo>
                  <a:pt x="91" y="233"/>
                </a:lnTo>
                <a:lnTo>
                  <a:pt x="91" y="8"/>
                </a:lnTo>
                <a:lnTo>
                  <a:pt x="78" y="8"/>
                </a:lnTo>
                <a:lnTo>
                  <a:pt x="78" y="0"/>
                </a:lnTo>
                <a:moveTo>
                  <a:pt x="42" y="189"/>
                </a:moveTo>
                <a:lnTo>
                  <a:pt x="11" y="189"/>
                </a:lnTo>
                <a:lnTo>
                  <a:pt x="11" y="161"/>
                </a:lnTo>
                <a:lnTo>
                  <a:pt x="42" y="161"/>
                </a:lnTo>
                <a:lnTo>
                  <a:pt x="42" y="189"/>
                </a:lnTo>
                <a:moveTo>
                  <a:pt x="11" y="73"/>
                </a:moveTo>
                <a:lnTo>
                  <a:pt x="11" y="42"/>
                </a:lnTo>
                <a:lnTo>
                  <a:pt x="42" y="42"/>
                </a:lnTo>
                <a:lnTo>
                  <a:pt x="42" y="73"/>
                </a:lnTo>
                <a:lnTo>
                  <a:pt x="11" y="73"/>
                </a:lnTo>
                <a:moveTo>
                  <a:pt x="42" y="150"/>
                </a:moveTo>
                <a:lnTo>
                  <a:pt x="11" y="150"/>
                </a:lnTo>
                <a:lnTo>
                  <a:pt x="11" y="119"/>
                </a:lnTo>
                <a:lnTo>
                  <a:pt x="42" y="119"/>
                </a:lnTo>
                <a:lnTo>
                  <a:pt x="42" y="150"/>
                </a:lnTo>
                <a:moveTo>
                  <a:pt x="42" y="112"/>
                </a:moveTo>
                <a:lnTo>
                  <a:pt x="11" y="112"/>
                </a:lnTo>
                <a:lnTo>
                  <a:pt x="11" y="81"/>
                </a:lnTo>
                <a:lnTo>
                  <a:pt x="42" y="81"/>
                </a:lnTo>
                <a:lnTo>
                  <a:pt x="42" y="112"/>
                </a:lnTo>
                <a:moveTo>
                  <a:pt x="42" y="31"/>
                </a:moveTo>
                <a:lnTo>
                  <a:pt x="11" y="31"/>
                </a:lnTo>
                <a:lnTo>
                  <a:pt x="11" y="21"/>
                </a:lnTo>
                <a:lnTo>
                  <a:pt x="42" y="21"/>
                </a:lnTo>
                <a:lnTo>
                  <a:pt x="42" y="31"/>
                </a:lnTo>
                <a:moveTo>
                  <a:pt x="80" y="189"/>
                </a:moveTo>
                <a:lnTo>
                  <a:pt x="49" y="189"/>
                </a:lnTo>
                <a:lnTo>
                  <a:pt x="49" y="161"/>
                </a:lnTo>
                <a:lnTo>
                  <a:pt x="80" y="161"/>
                </a:lnTo>
                <a:lnTo>
                  <a:pt x="80" y="189"/>
                </a:lnTo>
                <a:moveTo>
                  <a:pt x="47" y="73"/>
                </a:moveTo>
                <a:lnTo>
                  <a:pt x="47" y="42"/>
                </a:lnTo>
                <a:lnTo>
                  <a:pt x="78" y="42"/>
                </a:lnTo>
                <a:lnTo>
                  <a:pt x="78" y="73"/>
                </a:lnTo>
                <a:lnTo>
                  <a:pt x="47" y="73"/>
                </a:lnTo>
                <a:moveTo>
                  <a:pt x="80" y="150"/>
                </a:moveTo>
                <a:lnTo>
                  <a:pt x="49" y="150"/>
                </a:lnTo>
                <a:lnTo>
                  <a:pt x="49" y="119"/>
                </a:lnTo>
                <a:lnTo>
                  <a:pt x="80" y="119"/>
                </a:lnTo>
                <a:lnTo>
                  <a:pt x="80" y="150"/>
                </a:lnTo>
                <a:moveTo>
                  <a:pt x="80" y="112"/>
                </a:moveTo>
                <a:lnTo>
                  <a:pt x="49" y="112"/>
                </a:lnTo>
                <a:lnTo>
                  <a:pt x="49" y="81"/>
                </a:lnTo>
                <a:lnTo>
                  <a:pt x="80" y="81"/>
                </a:lnTo>
                <a:lnTo>
                  <a:pt x="80" y="112"/>
                </a:lnTo>
                <a:moveTo>
                  <a:pt x="80" y="31"/>
                </a:moveTo>
                <a:lnTo>
                  <a:pt x="47" y="31"/>
                </a:lnTo>
                <a:lnTo>
                  <a:pt x="47" y="21"/>
                </a:lnTo>
                <a:lnTo>
                  <a:pt x="80" y="21"/>
                </a:lnTo>
                <a:lnTo>
                  <a:pt x="80" y="31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7" name="Freeform 514">
            <a:extLst>
              <a:ext uri="{FF2B5EF4-FFF2-40B4-BE49-F238E27FC236}">
                <a16:creationId xmlns:a16="http://schemas.microsoft.com/office/drawing/2014/main" id="{85550B1F-7B35-4007-A798-77D4947BA895}"/>
              </a:ext>
            </a:extLst>
          </p:cNvPr>
          <p:cNvSpPr>
            <a:spLocks/>
          </p:cNvSpPr>
          <p:nvPr/>
        </p:nvSpPr>
        <p:spPr bwMode="auto">
          <a:xfrm>
            <a:off x="7801655" y="918934"/>
            <a:ext cx="111125" cy="287338"/>
          </a:xfrm>
          <a:custGeom>
            <a:avLst/>
            <a:gdLst>
              <a:gd name="T0" fmla="*/ 16 w 70"/>
              <a:gd name="T1" fmla="*/ 0 h 181"/>
              <a:gd name="T2" fmla="*/ 0 w 70"/>
              <a:gd name="T3" fmla="*/ 0 h 181"/>
              <a:gd name="T4" fmla="*/ 0 w 70"/>
              <a:gd name="T5" fmla="*/ 181 h 181"/>
              <a:gd name="T6" fmla="*/ 16 w 70"/>
              <a:gd name="T7" fmla="*/ 181 h 181"/>
              <a:gd name="T8" fmla="*/ 29 w 70"/>
              <a:gd name="T9" fmla="*/ 181 h 181"/>
              <a:gd name="T10" fmla="*/ 42 w 70"/>
              <a:gd name="T11" fmla="*/ 181 h 181"/>
              <a:gd name="T12" fmla="*/ 52 w 70"/>
              <a:gd name="T13" fmla="*/ 181 h 181"/>
              <a:gd name="T14" fmla="*/ 70 w 70"/>
              <a:gd name="T15" fmla="*/ 181 h 181"/>
              <a:gd name="T16" fmla="*/ 70 w 70"/>
              <a:gd name="T17" fmla="*/ 91 h 181"/>
              <a:gd name="T18" fmla="*/ 52 w 70"/>
              <a:gd name="T19" fmla="*/ 91 h 181"/>
              <a:gd name="T20" fmla="*/ 52 w 70"/>
              <a:gd name="T21" fmla="*/ 98 h 181"/>
              <a:gd name="T22" fmla="*/ 42 w 70"/>
              <a:gd name="T23" fmla="*/ 98 h 181"/>
              <a:gd name="T24" fmla="*/ 42 w 70"/>
              <a:gd name="T25" fmla="*/ 31 h 181"/>
              <a:gd name="T26" fmla="*/ 16 w 70"/>
              <a:gd name="T27" fmla="*/ 31 h 181"/>
              <a:gd name="T28" fmla="*/ 16 w 70"/>
              <a:gd name="T29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0" h="181">
                <a:moveTo>
                  <a:pt x="16" y="0"/>
                </a:moveTo>
                <a:lnTo>
                  <a:pt x="0" y="0"/>
                </a:lnTo>
                <a:lnTo>
                  <a:pt x="0" y="181"/>
                </a:lnTo>
                <a:lnTo>
                  <a:pt x="16" y="181"/>
                </a:lnTo>
                <a:lnTo>
                  <a:pt x="29" y="181"/>
                </a:lnTo>
                <a:lnTo>
                  <a:pt x="42" y="181"/>
                </a:lnTo>
                <a:lnTo>
                  <a:pt x="52" y="181"/>
                </a:lnTo>
                <a:lnTo>
                  <a:pt x="70" y="181"/>
                </a:lnTo>
                <a:lnTo>
                  <a:pt x="70" y="91"/>
                </a:lnTo>
                <a:lnTo>
                  <a:pt x="52" y="91"/>
                </a:lnTo>
                <a:lnTo>
                  <a:pt x="52" y="98"/>
                </a:lnTo>
                <a:lnTo>
                  <a:pt x="42" y="98"/>
                </a:lnTo>
                <a:lnTo>
                  <a:pt x="42" y="31"/>
                </a:lnTo>
                <a:lnTo>
                  <a:pt x="16" y="31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8" name="Freeform 515">
            <a:extLst>
              <a:ext uri="{FF2B5EF4-FFF2-40B4-BE49-F238E27FC236}">
                <a16:creationId xmlns:a16="http://schemas.microsoft.com/office/drawing/2014/main" id="{636AB0A4-E623-4884-A36E-888985CE16F5}"/>
              </a:ext>
            </a:extLst>
          </p:cNvPr>
          <p:cNvSpPr>
            <a:spLocks/>
          </p:cNvSpPr>
          <p:nvPr/>
        </p:nvSpPr>
        <p:spPr bwMode="auto">
          <a:xfrm>
            <a:off x="7801655" y="918934"/>
            <a:ext cx="111125" cy="287338"/>
          </a:xfrm>
          <a:custGeom>
            <a:avLst/>
            <a:gdLst>
              <a:gd name="T0" fmla="*/ 16 w 70"/>
              <a:gd name="T1" fmla="*/ 0 h 181"/>
              <a:gd name="T2" fmla="*/ 0 w 70"/>
              <a:gd name="T3" fmla="*/ 0 h 181"/>
              <a:gd name="T4" fmla="*/ 0 w 70"/>
              <a:gd name="T5" fmla="*/ 181 h 181"/>
              <a:gd name="T6" fmla="*/ 16 w 70"/>
              <a:gd name="T7" fmla="*/ 181 h 181"/>
              <a:gd name="T8" fmla="*/ 29 w 70"/>
              <a:gd name="T9" fmla="*/ 181 h 181"/>
              <a:gd name="T10" fmla="*/ 42 w 70"/>
              <a:gd name="T11" fmla="*/ 181 h 181"/>
              <a:gd name="T12" fmla="*/ 52 w 70"/>
              <a:gd name="T13" fmla="*/ 181 h 181"/>
              <a:gd name="T14" fmla="*/ 70 w 70"/>
              <a:gd name="T15" fmla="*/ 181 h 181"/>
              <a:gd name="T16" fmla="*/ 70 w 70"/>
              <a:gd name="T17" fmla="*/ 91 h 181"/>
              <a:gd name="T18" fmla="*/ 52 w 70"/>
              <a:gd name="T19" fmla="*/ 91 h 181"/>
              <a:gd name="T20" fmla="*/ 52 w 70"/>
              <a:gd name="T21" fmla="*/ 98 h 181"/>
              <a:gd name="T22" fmla="*/ 42 w 70"/>
              <a:gd name="T23" fmla="*/ 98 h 181"/>
              <a:gd name="T24" fmla="*/ 42 w 70"/>
              <a:gd name="T25" fmla="*/ 31 h 181"/>
              <a:gd name="T26" fmla="*/ 16 w 70"/>
              <a:gd name="T27" fmla="*/ 31 h 181"/>
              <a:gd name="T28" fmla="*/ 16 w 70"/>
              <a:gd name="T29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0" h="181">
                <a:moveTo>
                  <a:pt x="16" y="0"/>
                </a:moveTo>
                <a:lnTo>
                  <a:pt x="0" y="0"/>
                </a:lnTo>
                <a:lnTo>
                  <a:pt x="0" y="181"/>
                </a:lnTo>
                <a:lnTo>
                  <a:pt x="16" y="181"/>
                </a:lnTo>
                <a:lnTo>
                  <a:pt x="29" y="181"/>
                </a:lnTo>
                <a:lnTo>
                  <a:pt x="42" y="181"/>
                </a:lnTo>
                <a:lnTo>
                  <a:pt x="52" y="181"/>
                </a:lnTo>
                <a:lnTo>
                  <a:pt x="70" y="181"/>
                </a:lnTo>
                <a:lnTo>
                  <a:pt x="70" y="91"/>
                </a:lnTo>
                <a:lnTo>
                  <a:pt x="52" y="91"/>
                </a:lnTo>
                <a:lnTo>
                  <a:pt x="52" y="98"/>
                </a:lnTo>
                <a:lnTo>
                  <a:pt x="42" y="98"/>
                </a:lnTo>
                <a:lnTo>
                  <a:pt x="42" y="31"/>
                </a:lnTo>
                <a:lnTo>
                  <a:pt x="16" y="31"/>
                </a:lnTo>
                <a:lnTo>
                  <a:pt x="1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9" name="Freeform 516">
            <a:extLst>
              <a:ext uri="{FF2B5EF4-FFF2-40B4-BE49-F238E27FC236}">
                <a16:creationId xmlns:a16="http://schemas.microsoft.com/office/drawing/2014/main" id="{909DD12E-4BFE-4C87-9180-29CA05563EBA}"/>
              </a:ext>
            </a:extLst>
          </p:cNvPr>
          <p:cNvSpPr>
            <a:spLocks/>
          </p:cNvSpPr>
          <p:nvPr/>
        </p:nvSpPr>
        <p:spPr bwMode="auto">
          <a:xfrm>
            <a:off x="7425417" y="918934"/>
            <a:ext cx="106363" cy="287338"/>
          </a:xfrm>
          <a:custGeom>
            <a:avLst/>
            <a:gdLst>
              <a:gd name="T0" fmla="*/ 67 w 67"/>
              <a:gd name="T1" fmla="*/ 0 h 181"/>
              <a:gd name="T2" fmla="*/ 52 w 67"/>
              <a:gd name="T3" fmla="*/ 0 h 181"/>
              <a:gd name="T4" fmla="*/ 52 w 67"/>
              <a:gd name="T5" fmla="*/ 31 h 181"/>
              <a:gd name="T6" fmla="*/ 28 w 67"/>
              <a:gd name="T7" fmla="*/ 31 h 181"/>
              <a:gd name="T8" fmla="*/ 28 w 67"/>
              <a:gd name="T9" fmla="*/ 98 h 181"/>
              <a:gd name="T10" fmla="*/ 15 w 67"/>
              <a:gd name="T11" fmla="*/ 98 h 181"/>
              <a:gd name="T12" fmla="*/ 15 w 67"/>
              <a:gd name="T13" fmla="*/ 91 h 181"/>
              <a:gd name="T14" fmla="*/ 0 w 67"/>
              <a:gd name="T15" fmla="*/ 91 h 181"/>
              <a:gd name="T16" fmla="*/ 0 w 67"/>
              <a:gd name="T17" fmla="*/ 181 h 181"/>
              <a:gd name="T18" fmla="*/ 15 w 67"/>
              <a:gd name="T19" fmla="*/ 181 h 181"/>
              <a:gd name="T20" fmla="*/ 28 w 67"/>
              <a:gd name="T21" fmla="*/ 181 h 181"/>
              <a:gd name="T22" fmla="*/ 39 w 67"/>
              <a:gd name="T23" fmla="*/ 181 h 181"/>
              <a:gd name="T24" fmla="*/ 41 w 67"/>
              <a:gd name="T25" fmla="*/ 181 h 181"/>
              <a:gd name="T26" fmla="*/ 41 w 67"/>
              <a:gd name="T27" fmla="*/ 168 h 181"/>
              <a:gd name="T28" fmla="*/ 67 w 67"/>
              <a:gd name="T29" fmla="*/ 168 h 181"/>
              <a:gd name="T30" fmla="*/ 67 w 67"/>
              <a:gd name="T31" fmla="*/ 166 h 181"/>
              <a:gd name="T32" fmla="*/ 62 w 67"/>
              <a:gd name="T33" fmla="*/ 166 h 181"/>
              <a:gd name="T34" fmla="*/ 62 w 67"/>
              <a:gd name="T35" fmla="*/ 49 h 181"/>
              <a:gd name="T36" fmla="*/ 67 w 67"/>
              <a:gd name="T37" fmla="*/ 49 h 181"/>
              <a:gd name="T38" fmla="*/ 67 w 67"/>
              <a:gd name="T39" fmla="*/ 42 h 181"/>
              <a:gd name="T40" fmla="*/ 62 w 67"/>
              <a:gd name="T41" fmla="*/ 42 h 181"/>
              <a:gd name="T42" fmla="*/ 62 w 67"/>
              <a:gd name="T43" fmla="*/ 34 h 181"/>
              <a:gd name="T44" fmla="*/ 67 w 67"/>
              <a:gd name="T45" fmla="*/ 34 h 181"/>
              <a:gd name="T46" fmla="*/ 67 w 67"/>
              <a:gd name="T47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7" h="181">
                <a:moveTo>
                  <a:pt x="67" y="0"/>
                </a:moveTo>
                <a:lnTo>
                  <a:pt x="52" y="0"/>
                </a:lnTo>
                <a:lnTo>
                  <a:pt x="52" y="31"/>
                </a:lnTo>
                <a:lnTo>
                  <a:pt x="28" y="31"/>
                </a:lnTo>
                <a:lnTo>
                  <a:pt x="28" y="98"/>
                </a:lnTo>
                <a:lnTo>
                  <a:pt x="15" y="98"/>
                </a:lnTo>
                <a:lnTo>
                  <a:pt x="15" y="91"/>
                </a:lnTo>
                <a:lnTo>
                  <a:pt x="0" y="91"/>
                </a:lnTo>
                <a:lnTo>
                  <a:pt x="0" y="181"/>
                </a:lnTo>
                <a:lnTo>
                  <a:pt x="15" y="181"/>
                </a:lnTo>
                <a:lnTo>
                  <a:pt x="28" y="181"/>
                </a:lnTo>
                <a:lnTo>
                  <a:pt x="39" y="181"/>
                </a:lnTo>
                <a:lnTo>
                  <a:pt x="41" y="181"/>
                </a:lnTo>
                <a:lnTo>
                  <a:pt x="41" y="168"/>
                </a:lnTo>
                <a:lnTo>
                  <a:pt x="67" y="168"/>
                </a:lnTo>
                <a:lnTo>
                  <a:pt x="67" y="166"/>
                </a:lnTo>
                <a:lnTo>
                  <a:pt x="62" y="166"/>
                </a:lnTo>
                <a:lnTo>
                  <a:pt x="62" y="49"/>
                </a:lnTo>
                <a:lnTo>
                  <a:pt x="67" y="49"/>
                </a:lnTo>
                <a:lnTo>
                  <a:pt x="67" y="42"/>
                </a:lnTo>
                <a:lnTo>
                  <a:pt x="62" y="42"/>
                </a:lnTo>
                <a:lnTo>
                  <a:pt x="62" y="34"/>
                </a:lnTo>
                <a:lnTo>
                  <a:pt x="67" y="34"/>
                </a:lnTo>
                <a:lnTo>
                  <a:pt x="6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0" name="Freeform 517">
            <a:extLst>
              <a:ext uri="{FF2B5EF4-FFF2-40B4-BE49-F238E27FC236}">
                <a16:creationId xmlns:a16="http://schemas.microsoft.com/office/drawing/2014/main" id="{7D6B48CD-79C7-4E7F-815D-2EE253BAFC30}"/>
              </a:ext>
            </a:extLst>
          </p:cNvPr>
          <p:cNvSpPr>
            <a:spLocks/>
          </p:cNvSpPr>
          <p:nvPr/>
        </p:nvSpPr>
        <p:spPr bwMode="auto">
          <a:xfrm>
            <a:off x="7425417" y="918934"/>
            <a:ext cx="106363" cy="287338"/>
          </a:xfrm>
          <a:custGeom>
            <a:avLst/>
            <a:gdLst>
              <a:gd name="T0" fmla="*/ 67 w 67"/>
              <a:gd name="T1" fmla="*/ 0 h 181"/>
              <a:gd name="T2" fmla="*/ 52 w 67"/>
              <a:gd name="T3" fmla="*/ 0 h 181"/>
              <a:gd name="T4" fmla="*/ 52 w 67"/>
              <a:gd name="T5" fmla="*/ 31 h 181"/>
              <a:gd name="T6" fmla="*/ 28 w 67"/>
              <a:gd name="T7" fmla="*/ 31 h 181"/>
              <a:gd name="T8" fmla="*/ 28 w 67"/>
              <a:gd name="T9" fmla="*/ 98 h 181"/>
              <a:gd name="T10" fmla="*/ 15 w 67"/>
              <a:gd name="T11" fmla="*/ 98 h 181"/>
              <a:gd name="T12" fmla="*/ 15 w 67"/>
              <a:gd name="T13" fmla="*/ 91 h 181"/>
              <a:gd name="T14" fmla="*/ 0 w 67"/>
              <a:gd name="T15" fmla="*/ 91 h 181"/>
              <a:gd name="T16" fmla="*/ 0 w 67"/>
              <a:gd name="T17" fmla="*/ 181 h 181"/>
              <a:gd name="T18" fmla="*/ 15 w 67"/>
              <a:gd name="T19" fmla="*/ 181 h 181"/>
              <a:gd name="T20" fmla="*/ 28 w 67"/>
              <a:gd name="T21" fmla="*/ 181 h 181"/>
              <a:gd name="T22" fmla="*/ 39 w 67"/>
              <a:gd name="T23" fmla="*/ 181 h 181"/>
              <a:gd name="T24" fmla="*/ 41 w 67"/>
              <a:gd name="T25" fmla="*/ 181 h 181"/>
              <a:gd name="T26" fmla="*/ 41 w 67"/>
              <a:gd name="T27" fmla="*/ 168 h 181"/>
              <a:gd name="T28" fmla="*/ 67 w 67"/>
              <a:gd name="T29" fmla="*/ 168 h 181"/>
              <a:gd name="T30" fmla="*/ 67 w 67"/>
              <a:gd name="T31" fmla="*/ 166 h 181"/>
              <a:gd name="T32" fmla="*/ 62 w 67"/>
              <a:gd name="T33" fmla="*/ 166 h 181"/>
              <a:gd name="T34" fmla="*/ 62 w 67"/>
              <a:gd name="T35" fmla="*/ 49 h 181"/>
              <a:gd name="T36" fmla="*/ 67 w 67"/>
              <a:gd name="T37" fmla="*/ 49 h 181"/>
              <a:gd name="T38" fmla="*/ 67 w 67"/>
              <a:gd name="T39" fmla="*/ 42 h 181"/>
              <a:gd name="T40" fmla="*/ 62 w 67"/>
              <a:gd name="T41" fmla="*/ 42 h 181"/>
              <a:gd name="T42" fmla="*/ 62 w 67"/>
              <a:gd name="T43" fmla="*/ 34 h 181"/>
              <a:gd name="T44" fmla="*/ 67 w 67"/>
              <a:gd name="T45" fmla="*/ 34 h 181"/>
              <a:gd name="T46" fmla="*/ 67 w 67"/>
              <a:gd name="T47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7" h="181">
                <a:moveTo>
                  <a:pt x="67" y="0"/>
                </a:moveTo>
                <a:lnTo>
                  <a:pt x="52" y="0"/>
                </a:lnTo>
                <a:lnTo>
                  <a:pt x="52" y="31"/>
                </a:lnTo>
                <a:lnTo>
                  <a:pt x="28" y="31"/>
                </a:lnTo>
                <a:lnTo>
                  <a:pt x="28" y="98"/>
                </a:lnTo>
                <a:lnTo>
                  <a:pt x="15" y="98"/>
                </a:lnTo>
                <a:lnTo>
                  <a:pt x="15" y="91"/>
                </a:lnTo>
                <a:lnTo>
                  <a:pt x="0" y="91"/>
                </a:lnTo>
                <a:lnTo>
                  <a:pt x="0" y="181"/>
                </a:lnTo>
                <a:lnTo>
                  <a:pt x="15" y="181"/>
                </a:lnTo>
                <a:lnTo>
                  <a:pt x="28" y="181"/>
                </a:lnTo>
                <a:lnTo>
                  <a:pt x="39" y="181"/>
                </a:lnTo>
                <a:lnTo>
                  <a:pt x="41" y="181"/>
                </a:lnTo>
                <a:lnTo>
                  <a:pt x="41" y="168"/>
                </a:lnTo>
                <a:lnTo>
                  <a:pt x="67" y="168"/>
                </a:lnTo>
                <a:lnTo>
                  <a:pt x="67" y="166"/>
                </a:lnTo>
                <a:lnTo>
                  <a:pt x="62" y="166"/>
                </a:lnTo>
                <a:lnTo>
                  <a:pt x="62" y="49"/>
                </a:lnTo>
                <a:lnTo>
                  <a:pt x="67" y="49"/>
                </a:lnTo>
                <a:lnTo>
                  <a:pt x="67" y="42"/>
                </a:lnTo>
                <a:lnTo>
                  <a:pt x="62" y="42"/>
                </a:lnTo>
                <a:lnTo>
                  <a:pt x="62" y="34"/>
                </a:lnTo>
                <a:lnTo>
                  <a:pt x="67" y="34"/>
                </a:lnTo>
                <a:lnTo>
                  <a:pt x="6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1" name="Freeform 518">
            <a:extLst>
              <a:ext uri="{FF2B5EF4-FFF2-40B4-BE49-F238E27FC236}">
                <a16:creationId xmlns:a16="http://schemas.microsoft.com/office/drawing/2014/main" id="{EC34CB0B-6044-4108-96AC-D59091B91C9A}"/>
              </a:ext>
            </a:extLst>
          </p:cNvPr>
          <p:cNvSpPr>
            <a:spLocks noEditPoints="1"/>
          </p:cNvSpPr>
          <p:nvPr/>
        </p:nvSpPr>
        <p:spPr bwMode="auto">
          <a:xfrm>
            <a:off x="7523842" y="972909"/>
            <a:ext cx="7938" cy="209550"/>
          </a:xfrm>
          <a:custGeom>
            <a:avLst/>
            <a:gdLst>
              <a:gd name="T0" fmla="*/ 5 w 5"/>
              <a:gd name="T1" fmla="*/ 15 h 132"/>
              <a:gd name="T2" fmla="*/ 0 w 5"/>
              <a:gd name="T3" fmla="*/ 15 h 132"/>
              <a:gd name="T4" fmla="*/ 0 w 5"/>
              <a:gd name="T5" fmla="*/ 132 h 132"/>
              <a:gd name="T6" fmla="*/ 5 w 5"/>
              <a:gd name="T7" fmla="*/ 132 h 132"/>
              <a:gd name="T8" fmla="*/ 5 w 5"/>
              <a:gd name="T9" fmla="*/ 15 h 132"/>
              <a:gd name="T10" fmla="*/ 5 w 5"/>
              <a:gd name="T11" fmla="*/ 0 h 132"/>
              <a:gd name="T12" fmla="*/ 0 w 5"/>
              <a:gd name="T13" fmla="*/ 0 h 132"/>
              <a:gd name="T14" fmla="*/ 0 w 5"/>
              <a:gd name="T15" fmla="*/ 8 h 132"/>
              <a:gd name="T16" fmla="*/ 5 w 5"/>
              <a:gd name="T17" fmla="*/ 8 h 132"/>
              <a:gd name="T18" fmla="*/ 5 w 5"/>
              <a:gd name="T19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132">
                <a:moveTo>
                  <a:pt x="5" y="15"/>
                </a:moveTo>
                <a:lnTo>
                  <a:pt x="0" y="15"/>
                </a:lnTo>
                <a:lnTo>
                  <a:pt x="0" y="132"/>
                </a:lnTo>
                <a:lnTo>
                  <a:pt x="5" y="132"/>
                </a:lnTo>
                <a:lnTo>
                  <a:pt x="5" y="15"/>
                </a:lnTo>
                <a:close/>
                <a:moveTo>
                  <a:pt x="5" y="0"/>
                </a:moveTo>
                <a:lnTo>
                  <a:pt x="0" y="0"/>
                </a:lnTo>
                <a:lnTo>
                  <a:pt x="0" y="8"/>
                </a:lnTo>
                <a:lnTo>
                  <a:pt x="5" y="8"/>
                </a:lnTo>
                <a:lnTo>
                  <a:pt x="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2" name="Freeform 519">
            <a:extLst>
              <a:ext uri="{FF2B5EF4-FFF2-40B4-BE49-F238E27FC236}">
                <a16:creationId xmlns:a16="http://schemas.microsoft.com/office/drawing/2014/main" id="{911CD419-94D1-4A7D-AE23-CC471ED9A82E}"/>
              </a:ext>
            </a:extLst>
          </p:cNvPr>
          <p:cNvSpPr>
            <a:spLocks noEditPoints="1"/>
          </p:cNvSpPr>
          <p:nvPr/>
        </p:nvSpPr>
        <p:spPr bwMode="auto">
          <a:xfrm>
            <a:off x="7523842" y="972909"/>
            <a:ext cx="7938" cy="209550"/>
          </a:xfrm>
          <a:custGeom>
            <a:avLst/>
            <a:gdLst>
              <a:gd name="T0" fmla="*/ 5 w 5"/>
              <a:gd name="T1" fmla="*/ 15 h 132"/>
              <a:gd name="T2" fmla="*/ 0 w 5"/>
              <a:gd name="T3" fmla="*/ 15 h 132"/>
              <a:gd name="T4" fmla="*/ 0 w 5"/>
              <a:gd name="T5" fmla="*/ 132 h 132"/>
              <a:gd name="T6" fmla="*/ 5 w 5"/>
              <a:gd name="T7" fmla="*/ 132 h 132"/>
              <a:gd name="T8" fmla="*/ 5 w 5"/>
              <a:gd name="T9" fmla="*/ 15 h 132"/>
              <a:gd name="T10" fmla="*/ 5 w 5"/>
              <a:gd name="T11" fmla="*/ 0 h 132"/>
              <a:gd name="T12" fmla="*/ 0 w 5"/>
              <a:gd name="T13" fmla="*/ 0 h 132"/>
              <a:gd name="T14" fmla="*/ 0 w 5"/>
              <a:gd name="T15" fmla="*/ 8 h 132"/>
              <a:gd name="T16" fmla="*/ 5 w 5"/>
              <a:gd name="T17" fmla="*/ 8 h 132"/>
              <a:gd name="T18" fmla="*/ 5 w 5"/>
              <a:gd name="T19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132">
                <a:moveTo>
                  <a:pt x="5" y="15"/>
                </a:moveTo>
                <a:lnTo>
                  <a:pt x="0" y="15"/>
                </a:lnTo>
                <a:lnTo>
                  <a:pt x="0" y="132"/>
                </a:lnTo>
                <a:lnTo>
                  <a:pt x="5" y="132"/>
                </a:lnTo>
                <a:lnTo>
                  <a:pt x="5" y="15"/>
                </a:lnTo>
                <a:moveTo>
                  <a:pt x="5" y="0"/>
                </a:moveTo>
                <a:lnTo>
                  <a:pt x="0" y="0"/>
                </a:lnTo>
                <a:lnTo>
                  <a:pt x="0" y="8"/>
                </a:lnTo>
                <a:lnTo>
                  <a:pt x="5" y="8"/>
                </a:lnTo>
                <a:lnTo>
                  <a:pt x="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3" name="Freeform 520">
            <a:extLst>
              <a:ext uri="{FF2B5EF4-FFF2-40B4-BE49-F238E27FC236}">
                <a16:creationId xmlns:a16="http://schemas.microsoft.com/office/drawing/2014/main" id="{6233FF00-3DC9-42B6-8B91-EABD615F973E}"/>
              </a:ext>
            </a:extLst>
          </p:cNvPr>
          <p:cNvSpPr>
            <a:spLocks/>
          </p:cNvSpPr>
          <p:nvPr/>
        </p:nvSpPr>
        <p:spPr bwMode="auto">
          <a:xfrm>
            <a:off x="7490505" y="1185634"/>
            <a:ext cx="41275" cy="20638"/>
          </a:xfrm>
          <a:custGeom>
            <a:avLst/>
            <a:gdLst>
              <a:gd name="T0" fmla="*/ 26 w 26"/>
              <a:gd name="T1" fmla="*/ 0 h 13"/>
              <a:gd name="T2" fmla="*/ 0 w 26"/>
              <a:gd name="T3" fmla="*/ 0 h 13"/>
              <a:gd name="T4" fmla="*/ 0 w 26"/>
              <a:gd name="T5" fmla="*/ 13 h 13"/>
              <a:gd name="T6" fmla="*/ 11 w 26"/>
              <a:gd name="T7" fmla="*/ 13 h 13"/>
              <a:gd name="T8" fmla="*/ 26 w 26"/>
              <a:gd name="T9" fmla="*/ 13 h 13"/>
              <a:gd name="T10" fmla="*/ 26 w 26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" h="13">
                <a:moveTo>
                  <a:pt x="26" y="0"/>
                </a:moveTo>
                <a:lnTo>
                  <a:pt x="0" y="0"/>
                </a:lnTo>
                <a:lnTo>
                  <a:pt x="0" y="13"/>
                </a:lnTo>
                <a:lnTo>
                  <a:pt x="11" y="13"/>
                </a:lnTo>
                <a:lnTo>
                  <a:pt x="26" y="13"/>
                </a:lnTo>
                <a:lnTo>
                  <a:pt x="2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4" name="Freeform 521">
            <a:extLst>
              <a:ext uri="{FF2B5EF4-FFF2-40B4-BE49-F238E27FC236}">
                <a16:creationId xmlns:a16="http://schemas.microsoft.com/office/drawing/2014/main" id="{2F665B2E-E8F0-4ECD-99AA-7E45B17AE1A9}"/>
              </a:ext>
            </a:extLst>
          </p:cNvPr>
          <p:cNvSpPr>
            <a:spLocks/>
          </p:cNvSpPr>
          <p:nvPr/>
        </p:nvSpPr>
        <p:spPr bwMode="auto">
          <a:xfrm>
            <a:off x="7490505" y="1185634"/>
            <a:ext cx="41275" cy="20638"/>
          </a:xfrm>
          <a:custGeom>
            <a:avLst/>
            <a:gdLst>
              <a:gd name="T0" fmla="*/ 26 w 26"/>
              <a:gd name="T1" fmla="*/ 0 h 13"/>
              <a:gd name="T2" fmla="*/ 0 w 26"/>
              <a:gd name="T3" fmla="*/ 0 h 13"/>
              <a:gd name="T4" fmla="*/ 0 w 26"/>
              <a:gd name="T5" fmla="*/ 13 h 13"/>
              <a:gd name="T6" fmla="*/ 11 w 26"/>
              <a:gd name="T7" fmla="*/ 13 h 13"/>
              <a:gd name="T8" fmla="*/ 26 w 26"/>
              <a:gd name="T9" fmla="*/ 13 h 13"/>
              <a:gd name="T10" fmla="*/ 26 w 26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" h="13">
                <a:moveTo>
                  <a:pt x="26" y="0"/>
                </a:moveTo>
                <a:lnTo>
                  <a:pt x="0" y="0"/>
                </a:lnTo>
                <a:lnTo>
                  <a:pt x="0" y="13"/>
                </a:lnTo>
                <a:lnTo>
                  <a:pt x="11" y="13"/>
                </a:lnTo>
                <a:lnTo>
                  <a:pt x="26" y="13"/>
                </a:lnTo>
                <a:lnTo>
                  <a:pt x="2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5" name="Freeform 522">
            <a:extLst>
              <a:ext uri="{FF2B5EF4-FFF2-40B4-BE49-F238E27FC236}">
                <a16:creationId xmlns:a16="http://schemas.microsoft.com/office/drawing/2014/main" id="{4A47A294-805A-4FB3-9D37-C4E20F811007}"/>
              </a:ext>
            </a:extLst>
          </p:cNvPr>
          <p:cNvSpPr>
            <a:spLocks/>
          </p:cNvSpPr>
          <p:nvPr/>
        </p:nvSpPr>
        <p:spPr bwMode="auto">
          <a:xfrm>
            <a:off x="8350930" y="820509"/>
            <a:ext cx="53975" cy="139700"/>
          </a:xfrm>
          <a:custGeom>
            <a:avLst/>
            <a:gdLst>
              <a:gd name="T0" fmla="*/ 34 w 34"/>
              <a:gd name="T1" fmla="*/ 78 h 88"/>
              <a:gd name="T2" fmla="*/ 0 w 34"/>
              <a:gd name="T3" fmla="*/ 88 h 88"/>
              <a:gd name="T4" fmla="*/ 0 w 34"/>
              <a:gd name="T5" fmla="*/ 0 h 88"/>
              <a:gd name="T6" fmla="*/ 34 w 34"/>
              <a:gd name="T7" fmla="*/ 0 h 88"/>
              <a:gd name="T8" fmla="*/ 34 w 34"/>
              <a:gd name="T9" fmla="*/ 7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88">
                <a:moveTo>
                  <a:pt x="34" y="78"/>
                </a:moveTo>
                <a:lnTo>
                  <a:pt x="0" y="88"/>
                </a:lnTo>
                <a:lnTo>
                  <a:pt x="0" y="0"/>
                </a:lnTo>
                <a:lnTo>
                  <a:pt x="34" y="0"/>
                </a:lnTo>
                <a:lnTo>
                  <a:pt x="34" y="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6" name="Freeform 523">
            <a:extLst>
              <a:ext uri="{FF2B5EF4-FFF2-40B4-BE49-F238E27FC236}">
                <a16:creationId xmlns:a16="http://schemas.microsoft.com/office/drawing/2014/main" id="{55DC6848-65A8-48DD-8521-A4C7C98477EB}"/>
              </a:ext>
            </a:extLst>
          </p:cNvPr>
          <p:cNvSpPr>
            <a:spLocks/>
          </p:cNvSpPr>
          <p:nvPr/>
        </p:nvSpPr>
        <p:spPr bwMode="auto">
          <a:xfrm>
            <a:off x="8350930" y="820509"/>
            <a:ext cx="53975" cy="139700"/>
          </a:xfrm>
          <a:custGeom>
            <a:avLst/>
            <a:gdLst>
              <a:gd name="T0" fmla="*/ 34 w 34"/>
              <a:gd name="T1" fmla="*/ 78 h 88"/>
              <a:gd name="T2" fmla="*/ 0 w 34"/>
              <a:gd name="T3" fmla="*/ 88 h 88"/>
              <a:gd name="T4" fmla="*/ 0 w 34"/>
              <a:gd name="T5" fmla="*/ 0 h 88"/>
              <a:gd name="T6" fmla="*/ 34 w 34"/>
              <a:gd name="T7" fmla="*/ 0 h 88"/>
              <a:gd name="T8" fmla="*/ 34 w 34"/>
              <a:gd name="T9" fmla="*/ 7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88">
                <a:moveTo>
                  <a:pt x="34" y="78"/>
                </a:moveTo>
                <a:lnTo>
                  <a:pt x="0" y="88"/>
                </a:lnTo>
                <a:lnTo>
                  <a:pt x="0" y="0"/>
                </a:lnTo>
                <a:lnTo>
                  <a:pt x="34" y="0"/>
                </a:lnTo>
                <a:lnTo>
                  <a:pt x="34" y="78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7" name="Freeform 524">
            <a:extLst>
              <a:ext uri="{FF2B5EF4-FFF2-40B4-BE49-F238E27FC236}">
                <a16:creationId xmlns:a16="http://schemas.microsoft.com/office/drawing/2014/main" id="{F5B86CB0-F64D-48A3-B9C8-8360528D5316}"/>
              </a:ext>
            </a:extLst>
          </p:cNvPr>
          <p:cNvSpPr>
            <a:spLocks/>
          </p:cNvSpPr>
          <p:nvPr/>
        </p:nvSpPr>
        <p:spPr bwMode="auto">
          <a:xfrm>
            <a:off x="8498567" y="820509"/>
            <a:ext cx="53975" cy="139700"/>
          </a:xfrm>
          <a:custGeom>
            <a:avLst/>
            <a:gdLst>
              <a:gd name="T0" fmla="*/ 34 w 34"/>
              <a:gd name="T1" fmla="*/ 78 h 88"/>
              <a:gd name="T2" fmla="*/ 0 w 34"/>
              <a:gd name="T3" fmla="*/ 88 h 88"/>
              <a:gd name="T4" fmla="*/ 0 w 34"/>
              <a:gd name="T5" fmla="*/ 0 h 88"/>
              <a:gd name="T6" fmla="*/ 34 w 34"/>
              <a:gd name="T7" fmla="*/ 0 h 88"/>
              <a:gd name="T8" fmla="*/ 34 w 34"/>
              <a:gd name="T9" fmla="*/ 7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88">
                <a:moveTo>
                  <a:pt x="34" y="78"/>
                </a:moveTo>
                <a:lnTo>
                  <a:pt x="0" y="88"/>
                </a:lnTo>
                <a:lnTo>
                  <a:pt x="0" y="0"/>
                </a:lnTo>
                <a:lnTo>
                  <a:pt x="34" y="0"/>
                </a:lnTo>
                <a:lnTo>
                  <a:pt x="34" y="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8" name="Freeform 525">
            <a:extLst>
              <a:ext uri="{FF2B5EF4-FFF2-40B4-BE49-F238E27FC236}">
                <a16:creationId xmlns:a16="http://schemas.microsoft.com/office/drawing/2014/main" id="{954B5AF5-16E8-48AD-BD03-C9D133CD6226}"/>
              </a:ext>
            </a:extLst>
          </p:cNvPr>
          <p:cNvSpPr>
            <a:spLocks/>
          </p:cNvSpPr>
          <p:nvPr/>
        </p:nvSpPr>
        <p:spPr bwMode="auto">
          <a:xfrm>
            <a:off x="8498567" y="820509"/>
            <a:ext cx="53975" cy="139700"/>
          </a:xfrm>
          <a:custGeom>
            <a:avLst/>
            <a:gdLst>
              <a:gd name="T0" fmla="*/ 34 w 34"/>
              <a:gd name="T1" fmla="*/ 78 h 88"/>
              <a:gd name="T2" fmla="*/ 0 w 34"/>
              <a:gd name="T3" fmla="*/ 88 h 88"/>
              <a:gd name="T4" fmla="*/ 0 w 34"/>
              <a:gd name="T5" fmla="*/ 0 h 88"/>
              <a:gd name="T6" fmla="*/ 34 w 34"/>
              <a:gd name="T7" fmla="*/ 0 h 88"/>
              <a:gd name="T8" fmla="*/ 34 w 34"/>
              <a:gd name="T9" fmla="*/ 7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88">
                <a:moveTo>
                  <a:pt x="34" y="78"/>
                </a:moveTo>
                <a:lnTo>
                  <a:pt x="0" y="88"/>
                </a:lnTo>
                <a:lnTo>
                  <a:pt x="0" y="0"/>
                </a:lnTo>
                <a:lnTo>
                  <a:pt x="34" y="0"/>
                </a:lnTo>
                <a:lnTo>
                  <a:pt x="34" y="78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9" name="Rectangle 526">
            <a:extLst>
              <a:ext uri="{FF2B5EF4-FFF2-40B4-BE49-F238E27FC236}">
                <a16:creationId xmlns:a16="http://schemas.microsoft.com/office/drawing/2014/main" id="{5478E7EF-E322-4DE8-8B5F-3D032F126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5842" y="1084034"/>
            <a:ext cx="385763" cy="130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0" name="Freeform 527">
            <a:extLst>
              <a:ext uri="{FF2B5EF4-FFF2-40B4-BE49-F238E27FC236}">
                <a16:creationId xmlns:a16="http://schemas.microsoft.com/office/drawing/2014/main" id="{F889A1B9-0D80-4511-A11F-B96A7EAA018E}"/>
              </a:ext>
            </a:extLst>
          </p:cNvPr>
          <p:cNvSpPr>
            <a:spLocks/>
          </p:cNvSpPr>
          <p:nvPr/>
        </p:nvSpPr>
        <p:spPr bwMode="auto">
          <a:xfrm>
            <a:off x="8285842" y="947509"/>
            <a:ext cx="385763" cy="115888"/>
          </a:xfrm>
          <a:custGeom>
            <a:avLst/>
            <a:gdLst>
              <a:gd name="T0" fmla="*/ 178 w 243"/>
              <a:gd name="T1" fmla="*/ 0 h 73"/>
              <a:gd name="T2" fmla="*/ 93 w 243"/>
              <a:gd name="T3" fmla="*/ 36 h 73"/>
              <a:gd name="T4" fmla="*/ 83 w 243"/>
              <a:gd name="T5" fmla="*/ 0 h 73"/>
              <a:gd name="T6" fmla="*/ 0 w 243"/>
              <a:gd name="T7" fmla="*/ 36 h 73"/>
              <a:gd name="T8" fmla="*/ 0 w 243"/>
              <a:gd name="T9" fmla="*/ 73 h 73"/>
              <a:gd name="T10" fmla="*/ 243 w 243"/>
              <a:gd name="T11" fmla="*/ 73 h 73"/>
              <a:gd name="T12" fmla="*/ 243 w 243"/>
              <a:gd name="T13" fmla="*/ 36 h 73"/>
              <a:gd name="T14" fmla="*/ 186 w 243"/>
              <a:gd name="T15" fmla="*/ 36 h 73"/>
              <a:gd name="T16" fmla="*/ 178 w 243"/>
              <a:gd name="T17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3" h="73">
                <a:moveTo>
                  <a:pt x="178" y="0"/>
                </a:moveTo>
                <a:lnTo>
                  <a:pt x="93" y="36"/>
                </a:lnTo>
                <a:lnTo>
                  <a:pt x="83" y="0"/>
                </a:lnTo>
                <a:lnTo>
                  <a:pt x="0" y="36"/>
                </a:lnTo>
                <a:lnTo>
                  <a:pt x="0" y="73"/>
                </a:lnTo>
                <a:lnTo>
                  <a:pt x="243" y="73"/>
                </a:lnTo>
                <a:lnTo>
                  <a:pt x="243" y="36"/>
                </a:lnTo>
                <a:lnTo>
                  <a:pt x="186" y="36"/>
                </a:lnTo>
                <a:lnTo>
                  <a:pt x="17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1" name="Freeform 528">
            <a:extLst>
              <a:ext uri="{FF2B5EF4-FFF2-40B4-BE49-F238E27FC236}">
                <a16:creationId xmlns:a16="http://schemas.microsoft.com/office/drawing/2014/main" id="{55EA352D-59EF-4B82-8384-16A974651948}"/>
              </a:ext>
            </a:extLst>
          </p:cNvPr>
          <p:cNvSpPr>
            <a:spLocks/>
          </p:cNvSpPr>
          <p:nvPr/>
        </p:nvSpPr>
        <p:spPr bwMode="auto">
          <a:xfrm>
            <a:off x="8285842" y="947509"/>
            <a:ext cx="385763" cy="115888"/>
          </a:xfrm>
          <a:custGeom>
            <a:avLst/>
            <a:gdLst>
              <a:gd name="T0" fmla="*/ 178 w 243"/>
              <a:gd name="T1" fmla="*/ 0 h 73"/>
              <a:gd name="T2" fmla="*/ 93 w 243"/>
              <a:gd name="T3" fmla="*/ 36 h 73"/>
              <a:gd name="T4" fmla="*/ 83 w 243"/>
              <a:gd name="T5" fmla="*/ 0 h 73"/>
              <a:gd name="T6" fmla="*/ 0 w 243"/>
              <a:gd name="T7" fmla="*/ 36 h 73"/>
              <a:gd name="T8" fmla="*/ 0 w 243"/>
              <a:gd name="T9" fmla="*/ 73 h 73"/>
              <a:gd name="T10" fmla="*/ 243 w 243"/>
              <a:gd name="T11" fmla="*/ 73 h 73"/>
              <a:gd name="T12" fmla="*/ 243 w 243"/>
              <a:gd name="T13" fmla="*/ 36 h 73"/>
              <a:gd name="T14" fmla="*/ 186 w 243"/>
              <a:gd name="T15" fmla="*/ 36 h 73"/>
              <a:gd name="T16" fmla="*/ 178 w 243"/>
              <a:gd name="T17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3" h="73">
                <a:moveTo>
                  <a:pt x="178" y="0"/>
                </a:moveTo>
                <a:lnTo>
                  <a:pt x="93" y="36"/>
                </a:lnTo>
                <a:lnTo>
                  <a:pt x="83" y="0"/>
                </a:lnTo>
                <a:lnTo>
                  <a:pt x="0" y="36"/>
                </a:lnTo>
                <a:lnTo>
                  <a:pt x="0" y="73"/>
                </a:lnTo>
                <a:lnTo>
                  <a:pt x="243" y="73"/>
                </a:lnTo>
                <a:lnTo>
                  <a:pt x="243" y="36"/>
                </a:lnTo>
                <a:lnTo>
                  <a:pt x="186" y="36"/>
                </a:lnTo>
                <a:lnTo>
                  <a:pt x="17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2" name="Freeform 529">
            <a:extLst>
              <a:ext uri="{FF2B5EF4-FFF2-40B4-BE49-F238E27FC236}">
                <a16:creationId xmlns:a16="http://schemas.microsoft.com/office/drawing/2014/main" id="{2BECDDFC-B478-456A-AE3C-8FB4CC6D112E}"/>
              </a:ext>
            </a:extLst>
          </p:cNvPr>
          <p:cNvSpPr>
            <a:spLocks/>
          </p:cNvSpPr>
          <p:nvPr/>
        </p:nvSpPr>
        <p:spPr bwMode="auto">
          <a:xfrm>
            <a:off x="8457292" y="776059"/>
            <a:ext cx="82550" cy="31750"/>
          </a:xfrm>
          <a:custGeom>
            <a:avLst/>
            <a:gdLst>
              <a:gd name="T0" fmla="*/ 18 w 20"/>
              <a:gd name="T1" fmla="*/ 8 h 8"/>
              <a:gd name="T2" fmla="*/ 15 w 20"/>
              <a:gd name="T3" fmla="*/ 4 h 8"/>
              <a:gd name="T4" fmla="*/ 11 w 20"/>
              <a:gd name="T5" fmla="*/ 5 h 8"/>
              <a:gd name="T6" fmla="*/ 6 w 20"/>
              <a:gd name="T7" fmla="*/ 7 h 8"/>
              <a:gd name="T8" fmla="*/ 0 w 20"/>
              <a:gd name="T9" fmla="*/ 1 h 8"/>
              <a:gd name="T10" fmla="*/ 2 w 20"/>
              <a:gd name="T11" fmla="*/ 0 h 8"/>
              <a:gd name="T12" fmla="*/ 7 w 20"/>
              <a:gd name="T13" fmla="*/ 5 h 8"/>
              <a:gd name="T14" fmla="*/ 10 w 20"/>
              <a:gd name="T15" fmla="*/ 3 h 8"/>
              <a:gd name="T16" fmla="*/ 15 w 20"/>
              <a:gd name="T17" fmla="*/ 2 h 8"/>
              <a:gd name="T18" fmla="*/ 20 w 20"/>
              <a:gd name="T19" fmla="*/ 8 h 8"/>
              <a:gd name="T20" fmla="*/ 18 w 20"/>
              <a:gd name="T21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" h="8">
                <a:moveTo>
                  <a:pt x="18" y="8"/>
                </a:moveTo>
                <a:cubicBezTo>
                  <a:pt x="17" y="7"/>
                  <a:pt x="16" y="5"/>
                  <a:pt x="15" y="4"/>
                </a:cubicBezTo>
                <a:cubicBezTo>
                  <a:pt x="14" y="4"/>
                  <a:pt x="13" y="4"/>
                  <a:pt x="11" y="5"/>
                </a:cubicBezTo>
                <a:cubicBezTo>
                  <a:pt x="10" y="7"/>
                  <a:pt x="8" y="8"/>
                  <a:pt x="6" y="7"/>
                </a:cubicBezTo>
                <a:cubicBezTo>
                  <a:pt x="2" y="6"/>
                  <a:pt x="0" y="1"/>
                  <a:pt x="0" y="1"/>
                </a:cubicBezTo>
                <a:cubicBezTo>
                  <a:pt x="2" y="0"/>
                  <a:pt x="2" y="0"/>
                  <a:pt x="2" y="0"/>
                </a:cubicBezTo>
                <a:cubicBezTo>
                  <a:pt x="3" y="1"/>
                  <a:pt x="4" y="4"/>
                  <a:pt x="7" y="5"/>
                </a:cubicBezTo>
                <a:cubicBezTo>
                  <a:pt x="8" y="5"/>
                  <a:pt x="9" y="4"/>
                  <a:pt x="10" y="3"/>
                </a:cubicBezTo>
                <a:cubicBezTo>
                  <a:pt x="12" y="2"/>
                  <a:pt x="14" y="1"/>
                  <a:pt x="15" y="2"/>
                </a:cubicBezTo>
                <a:cubicBezTo>
                  <a:pt x="19" y="3"/>
                  <a:pt x="20" y="7"/>
                  <a:pt x="20" y="8"/>
                </a:cubicBezTo>
                <a:lnTo>
                  <a:pt x="1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3" name="Freeform 530">
            <a:extLst>
              <a:ext uri="{FF2B5EF4-FFF2-40B4-BE49-F238E27FC236}">
                <a16:creationId xmlns:a16="http://schemas.microsoft.com/office/drawing/2014/main" id="{884DEA6C-88AF-442A-8975-181580E213C2}"/>
              </a:ext>
            </a:extLst>
          </p:cNvPr>
          <p:cNvSpPr>
            <a:spLocks/>
          </p:cNvSpPr>
          <p:nvPr/>
        </p:nvSpPr>
        <p:spPr bwMode="auto">
          <a:xfrm>
            <a:off x="8301717" y="776059"/>
            <a:ext cx="82550" cy="31750"/>
          </a:xfrm>
          <a:custGeom>
            <a:avLst/>
            <a:gdLst>
              <a:gd name="T0" fmla="*/ 17 w 20"/>
              <a:gd name="T1" fmla="*/ 8 h 8"/>
              <a:gd name="T2" fmla="*/ 15 w 20"/>
              <a:gd name="T3" fmla="*/ 4 h 8"/>
              <a:gd name="T4" fmla="*/ 11 w 20"/>
              <a:gd name="T5" fmla="*/ 5 h 8"/>
              <a:gd name="T6" fmla="*/ 6 w 20"/>
              <a:gd name="T7" fmla="*/ 7 h 8"/>
              <a:gd name="T8" fmla="*/ 0 w 20"/>
              <a:gd name="T9" fmla="*/ 1 h 8"/>
              <a:gd name="T10" fmla="*/ 2 w 20"/>
              <a:gd name="T11" fmla="*/ 0 h 8"/>
              <a:gd name="T12" fmla="*/ 6 w 20"/>
              <a:gd name="T13" fmla="*/ 5 h 8"/>
              <a:gd name="T14" fmla="*/ 10 w 20"/>
              <a:gd name="T15" fmla="*/ 3 h 8"/>
              <a:gd name="T16" fmla="*/ 15 w 20"/>
              <a:gd name="T17" fmla="*/ 2 h 8"/>
              <a:gd name="T18" fmla="*/ 20 w 20"/>
              <a:gd name="T19" fmla="*/ 8 h 8"/>
              <a:gd name="T20" fmla="*/ 17 w 20"/>
              <a:gd name="T21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" h="8">
                <a:moveTo>
                  <a:pt x="17" y="8"/>
                </a:moveTo>
                <a:cubicBezTo>
                  <a:pt x="17" y="7"/>
                  <a:pt x="16" y="5"/>
                  <a:pt x="15" y="4"/>
                </a:cubicBezTo>
                <a:cubicBezTo>
                  <a:pt x="14" y="4"/>
                  <a:pt x="13" y="4"/>
                  <a:pt x="11" y="5"/>
                </a:cubicBezTo>
                <a:cubicBezTo>
                  <a:pt x="10" y="7"/>
                  <a:pt x="8" y="8"/>
                  <a:pt x="6" y="7"/>
                </a:cubicBezTo>
                <a:cubicBezTo>
                  <a:pt x="2" y="6"/>
                  <a:pt x="0" y="1"/>
                  <a:pt x="0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1"/>
                  <a:pt x="4" y="4"/>
                  <a:pt x="6" y="5"/>
                </a:cubicBezTo>
                <a:cubicBezTo>
                  <a:pt x="8" y="5"/>
                  <a:pt x="9" y="4"/>
                  <a:pt x="10" y="3"/>
                </a:cubicBezTo>
                <a:cubicBezTo>
                  <a:pt x="12" y="2"/>
                  <a:pt x="14" y="1"/>
                  <a:pt x="15" y="2"/>
                </a:cubicBezTo>
                <a:cubicBezTo>
                  <a:pt x="19" y="3"/>
                  <a:pt x="20" y="7"/>
                  <a:pt x="20" y="8"/>
                </a:cubicBezTo>
                <a:lnTo>
                  <a:pt x="17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4" name="Rectangle 531">
            <a:extLst>
              <a:ext uri="{FF2B5EF4-FFF2-40B4-BE49-F238E27FC236}">
                <a16:creationId xmlns:a16="http://schemas.microsoft.com/office/drawing/2014/main" id="{44AEA318-D8B5-4874-A56F-36BE515B3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0542" y="972909"/>
            <a:ext cx="311150" cy="650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5" name="Rectangle 532">
            <a:extLst>
              <a:ext uri="{FF2B5EF4-FFF2-40B4-BE49-F238E27FC236}">
                <a16:creationId xmlns:a16="http://schemas.microsoft.com/office/drawing/2014/main" id="{D859754C-9D28-4776-96DE-750D345A0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9630" y="952272"/>
            <a:ext cx="66675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6" name="Rectangle 533">
            <a:extLst>
              <a:ext uri="{FF2B5EF4-FFF2-40B4-BE49-F238E27FC236}">
                <a16:creationId xmlns:a16="http://schemas.microsoft.com/office/drawing/2014/main" id="{BB9065F9-4515-4F60-960B-B24C600E5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5630" y="820509"/>
            <a:ext cx="5397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7" name="Rectangle 534">
            <a:extLst>
              <a:ext uri="{FF2B5EF4-FFF2-40B4-BE49-F238E27FC236}">
                <a16:creationId xmlns:a16="http://schemas.microsoft.com/office/drawing/2014/main" id="{708C4AA6-E663-425E-A33F-FF45CC176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73267" y="820509"/>
            <a:ext cx="53975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8" name="Freeform 535">
            <a:extLst>
              <a:ext uri="{FF2B5EF4-FFF2-40B4-BE49-F238E27FC236}">
                <a16:creationId xmlns:a16="http://schemas.microsoft.com/office/drawing/2014/main" id="{E9EA1519-C50C-4FC9-8FCE-9B8B8AA230DE}"/>
              </a:ext>
            </a:extLst>
          </p:cNvPr>
          <p:cNvSpPr>
            <a:spLocks noEditPoints="1"/>
          </p:cNvSpPr>
          <p:nvPr/>
        </p:nvSpPr>
        <p:spPr bwMode="auto">
          <a:xfrm>
            <a:off x="9060542" y="1045934"/>
            <a:ext cx="385763" cy="123825"/>
          </a:xfrm>
          <a:custGeom>
            <a:avLst/>
            <a:gdLst>
              <a:gd name="T0" fmla="*/ 18 w 243"/>
              <a:gd name="T1" fmla="*/ 42 h 78"/>
              <a:gd name="T2" fmla="*/ 67 w 243"/>
              <a:gd name="T3" fmla="*/ 42 h 78"/>
              <a:gd name="T4" fmla="*/ 67 w 243"/>
              <a:gd name="T5" fmla="*/ 78 h 78"/>
              <a:gd name="T6" fmla="*/ 243 w 243"/>
              <a:gd name="T7" fmla="*/ 78 h 78"/>
              <a:gd name="T8" fmla="*/ 243 w 243"/>
              <a:gd name="T9" fmla="*/ 0 h 78"/>
              <a:gd name="T10" fmla="*/ 0 w 243"/>
              <a:gd name="T11" fmla="*/ 0 h 78"/>
              <a:gd name="T12" fmla="*/ 0 w 243"/>
              <a:gd name="T13" fmla="*/ 78 h 78"/>
              <a:gd name="T14" fmla="*/ 18 w 243"/>
              <a:gd name="T15" fmla="*/ 78 h 78"/>
              <a:gd name="T16" fmla="*/ 18 w 243"/>
              <a:gd name="T17" fmla="*/ 42 h 78"/>
              <a:gd name="T18" fmla="*/ 175 w 243"/>
              <a:gd name="T19" fmla="*/ 13 h 78"/>
              <a:gd name="T20" fmla="*/ 227 w 243"/>
              <a:gd name="T21" fmla="*/ 13 h 78"/>
              <a:gd name="T22" fmla="*/ 227 w 243"/>
              <a:gd name="T23" fmla="*/ 37 h 78"/>
              <a:gd name="T24" fmla="*/ 175 w 243"/>
              <a:gd name="T25" fmla="*/ 37 h 78"/>
              <a:gd name="T26" fmla="*/ 175 w 243"/>
              <a:gd name="T27" fmla="*/ 13 h 78"/>
              <a:gd name="T28" fmla="*/ 108 w 243"/>
              <a:gd name="T29" fmla="*/ 13 h 78"/>
              <a:gd name="T30" fmla="*/ 160 w 243"/>
              <a:gd name="T31" fmla="*/ 13 h 78"/>
              <a:gd name="T32" fmla="*/ 160 w 243"/>
              <a:gd name="T33" fmla="*/ 37 h 78"/>
              <a:gd name="T34" fmla="*/ 108 w 243"/>
              <a:gd name="T35" fmla="*/ 37 h 78"/>
              <a:gd name="T36" fmla="*/ 108 w 243"/>
              <a:gd name="T37" fmla="*/ 1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78">
                <a:moveTo>
                  <a:pt x="18" y="42"/>
                </a:moveTo>
                <a:lnTo>
                  <a:pt x="67" y="42"/>
                </a:lnTo>
                <a:lnTo>
                  <a:pt x="67" y="78"/>
                </a:lnTo>
                <a:lnTo>
                  <a:pt x="243" y="78"/>
                </a:lnTo>
                <a:lnTo>
                  <a:pt x="243" y="0"/>
                </a:lnTo>
                <a:lnTo>
                  <a:pt x="0" y="0"/>
                </a:lnTo>
                <a:lnTo>
                  <a:pt x="0" y="78"/>
                </a:lnTo>
                <a:lnTo>
                  <a:pt x="18" y="78"/>
                </a:lnTo>
                <a:lnTo>
                  <a:pt x="18" y="42"/>
                </a:lnTo>
                <a:close/>
                <a:moveTo>
                  <a:pt x="175" y="13"/>
                </a:moveTo>
                <a:lnTo>
                  <a:pt x="227" y="13"/>
                </a:lnTo>
                <a:lnTo>
                  <a:pt x="227" y="37"/>
                </a:lnTo>
                <a:lnTo>
                  <a:pt x="175" y="37"/>
                </a:lnTo>
                <a:lnTo>
                  <a:pt x="175" y="13"/>
                </a:lnTo>
                <a:close/>
                <a:moveTo>
                  <a:pt x="108" y="13"/>
                </a:moveTo>
                <a:lnTo>
                  <a:pt x="160" y="13"/>
                </a:lnTo>
                <a:lnTo>
                  <a:pt x="160" y="37"/>
                </a:lnTo>
                <a:lnTo>
                  <a:pt x="108" y="37"/>
                </a:lnTo>
                <a:lnTo>
                  <a:pt x="108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9" name="Freeform 536">
            <a:extLst>
              <a:ext uri="{FF2B5EF4-FFF2-40B4-BE49-F238E27FC236}">
                <a16:creationId xmlns:a16="http://schemas.microsoft.com/office/drawing/2014/main" id="{8804288D-3FA7-4D01-9023-E2EBB3BDBC32}"/>
              </a:ext>
            </a:extLst>
          </p:cNvPr>
          <p:cNvSpPr>
            <a:spLocks/>
          </p:cNvSpPr>
          <p:nvPr/>
        </p:nvSpPr>
        <p:spPr bwMode="auto">
          <a:xfrm>
            <a:off x="9231992" y="776059"/>
            <a:ext cx="82550" cy="31750"/>
          </a:xfrm>
          <a:custGeom>
            <a:avLst/>
            <a:gdLst>
              <a:gd name="T0" fmla="*/ 6 w 20"/>
              <a:gd name="T1" fmla="*/ 7 h 8"/>
              <a:gd name="T2" fmla="*/ 12 w 20"/>
              <a:gd name="T3" fmla="*/ 6 h 8"/>
              <a:gd name="T4" fmla="*/ 15 w 20"/>
              <a:gd name="T5" fmla="*/ 4 h 8"/>
              <a:gd name="T6" fmla="*/ 18 w 20"/>
              <a:gd name="T7" fmla="*/ 8 h 8"/>
              <a:gd name="T8" fmla="*/ 20 w 20"/>
              <a:gd name="T9" fmla="*/ 8 h 8"/>
              <a:gd name="T10" fmla="*/ 16 w 20"/>
              <a:gd name="T11" fmla="*/ 2 h 8"/>
              <a:gd name="T12" fmla="*/ 10 w 20"/>
              <a:gd name="T13" fmla="*/ 4 h 8"/>
              <a:gd name="T14" fmla="*/ 7 w 20"/>
              <a:gd name="T15" fmla="*/ 5 h 8"/>
              <a:gd name="T16" fmla="*/ 2 w 20"/>
              <a:gd name="T17" fmla="*/ 0 h 8"/>
              <a:gd name="T18" fmla="*/ 0 w 20"/>
              <a:gd name="T19" fmla="*/ 1 h 8"/>
              <a:gd name="T20" fmla="*/ 6 w 20"/>
              <a:gd name="T21" fmla="*/ 7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" h="8">
                <a:moveTo>
                  <a:pt x="6" y="7"/>
                </a:moveTo>
                <a:cubicBezTo>
                  <a:pt x="8" y="8"/>
                  <a:pt x="10" y="7"/>
                  <a:pt x="12" y="6"/>
                </a:cubicBezTo>
                <a:cubicBezTo>
                  <a:pt x="13" y="5"/>
                  <a:pt x="14" y="4"/>
                  <a:pt x="15" y="4"/>
                </a:cubicBezTo>
                <a:cubicBezTo>
                  <a:pt x="16" y="5"/>
                  <a:pt x="18" y="7"/>
                  <a:pt x="18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7"/>
                  <a:pt x="19" y="3"/>
                  <a:pt x="16" y="2"/>
                </a:cubicBezTo>
                <a:cubicBezTo>
                  <a:pt x="14" y="1"/>
                  <a:pt x="12" y="2"/>
                  <a:pt x="10" y="4"/>
                </a:cubicBezTo>
                <a:cubicBezTo>
                  <a:pt x="9" y="5"/>
                  <a:pt x="8" y="5"/>
                  <a:pt x="7" y="5"/>
                </a:cubicBezTo>
                <a:cubicBezTo>
                  <a:pt x="5" y="4"/>
                  <a:pt x="3" y="1"/>
                  <a:pt x="2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2" y="6"/>
                  <a:pt x="6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0" name="Freeform 537">
            <a:extLst>
              <a:ext uri="{FF2B5EF4-FFF2-40B4-BE49-F238E27FC236}">
                <a16:creationId xmlns:a16="http://schemas.microsoft.com/office/drawing/2014/main" id="{16CA7946-1F88-4C47-86AB-7A93126EBD4F}"/>
              </a:ext>
            </a:extLst>
          </p:cNvPr>
          <p:cNvSpPr>
            <a:spLocks/>
          </p:cNvSpPr>
          <p:nvPr/>
        </p:nvSpPr>
        <p:spPr bwMode="auto">
          <a:xfrm>
            <a:off x="9076417" y="776059"/>
            <a:ext cx="82550" cy="31750"/>
          </a:xfrm>
          <a:custGeom>
            <a:avLst/>
            <a:gdLst>
              <a:gd name="T0" fmla="*/ 6 w 20"/>
              <a:gd name="T1" fmla="*/ 7 h 8"/>
              <a:gd name="T2" fmla="*/ 12 w 20"/>
              <a:gd name="T3" fmla="*/ 6 h 8"/>
              <a:gd name="T4" fmla="*/ 15 w 20"/>
              <a:gd name="T5" fmla="*/ 4 h 8"/>
              <a:gd name="T6" fmla="*/ 18 w 20"/>
              <a:gd name="T7" fmla="*/ 8 h 8"/>
              <a:gd name="T8" fmla="*/ 20 w 20"/>
              <a:gd name="T9" fmla="*/ 8 h 8"/>
              <a:gd name="T10" fmla="*/ 16 w 20"/>
              <a:gd name="T11" fmla="*/ 2 h 8"/>
              <a:gd name="T12" fmla="*/ 10 w 20"/>
              <a:gd name="T13" fmla="*/ 4 h 8"/>
              <a:gd name="T14" fmla="*/ 7 w 20"/>
              <a:gd name="T15" fmla="*/ 5 h 8"/>
              <a:gd name="T16" fmla="*/ 2 w 20"/>
              <a:gd name="T17" fmla="*/ 0 h 8"/>
              <a:gd name="T18" fmla="*/ 0 w 20"/>
              <a:gd name="T19" fmla="*/ 1 h 8"/>
              <a:gd name="T20" fmla="*/ 6 w 20"/>
              <a:gd name="T21" fmla="*/ 7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" h="8">
                <a:moveTo>
                  <a:pt x="6" y="7"/>
                </a:moveTo>
                <a:cubicBezTo>
                  <a:pt x="8" y="8"/>
                  <a:pt x="10" y="7"/>
                  <a:pt x="12" y="6"/>
                </a:cubicBezTo>
                <a:cubicBezTo>
                  <a:pt x="13" y="5"/>
                  <a:pt x="14" y="4"/>
                  <a:pt x="15" y="4"/>
                </a:cubicBezTo>
                <a:cubicBezTo>
                  <a:pt x="16" y="5"/>
                  <a:pt x="17" y="7"/>
                  <a:pt x="18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7"/>
                  <a:pt x="19" y="3"/>
                  <a:pt x="16" y="2"/>
                </a:cubicBezTo>
                <a:cubicBezTo>
                  <a:pt x="14" y="1"/>
                  <a:pt x="12" y="2"/>
                  <a:pt x="10" y="4"/>
                </a:cubicBezTo>
                <a:cubicBezTo>
                  <a:pt x="9" y="5"/>
                  <a:pt x="8" y="5"/>
                  <a:pt x="7" y="5"/>
                </a:cubicBezTo>
                <a:cubicBezTo>
                  <a:pt x="5" y="4"/>
                  <a:pt x="3" y="1"/>
                  <a:pt x="2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2" y="6"/>
                  <a:pt x="6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1" name="Freeform 538">
            <a:extLst>
              <a:ext uri="{FF2B5EF4-FFF2-40B4-BE49-F238E27FC236}">
                <a16:creationId xmlns:a16="http://schemas.microsoft.com/office/drawing/2014/main" id="{E9E6D4AD-4DA6-4125-8451-8973D1BBDEA8}"/>
              </a:ext>
            </a:extLst>
          </p:cNvPr>
          <p:cNvSpPr>
            <a:spLocks/>
          </p:cNvSpPr>
          <p:nvPr/>
        </p:nvSpPr>
        <p:spPr bwMode="auto">
          <a:xfrm>
            <a:off x="9035142" y="1169759"/>
            <a:ext cx="434975" cy="36513"/>
          </a:xfrm>
          <a:custGeom>
            <a:avLst/>
            <a:gdLst>
              <a:gd name="T0" fmla="*/ 259 w 274"/>
              <a:gd name="T1" fmla="*/ 0 h 23"/>
              <a:gd name="T2" fmla="*/ 259 w 274"/>
              <a:gd name="T3" fmla="*/ 8 h 23"/>
              <a:gd name="T4" fmla="*/ 83 w 274"/>
              <a:gd name="T5" fmla="*/ 8 h 23"/>
              <a:gd name="T6" fmla="*/ 83 w 274"/>
              <a:gd name="T7" fmla="*/ 18 h 23"/>
              <a:gd name="T8" fmla="*/ 34 w 274"/>
              <a:gd name="T9" fmla="*/ 18 h 23"/>
              <a:gd name="T10" fmla="*/ 34 w 274"/>
              <a:gd name="T11" fmla="*/ 8 h 23"/>
              <a:gd name="T12" fmla="*/ 16 w 274"/>
              <a:gd name="T13" fmla="*/ 8 h 23"/>
              <a:gd name="T14" fmla="*/ 16 w 274"/>
              <a:gd name="T15" fmla="*/ 0 h 23"/>
              <a:gd name="T16" fmla="*/ 0 w 274"/>
              <a:gd name="T17" fmla="*/ 0 h 23"/>
              <a:gd name="T18" fmla="*/ 0 w 274"/>
              <a:gd name="T19" fmla="*/ 23 h 23"/>
              <a:gd name="T20" fmla="*/ 274 w 274"/>
              <a:gd name="T21" fmla="*/ 23 h 23"/>
              <a:gd name="T22" fmla="*/ 274 w 274"/>
              <a:gd name="T23" fmla="*/ 0 h 23"/>
              <a:gd name="T24" fmla="*/ 259 w 274"/>
              <a:gd name="T2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4" h="23">
                <a:moveTo>
                  <a:pt x="259" y="0"/>
                </a:moveTo>
                <a:lnTo>
                  <a:pt x="259" y="8"/>
                </a:lnTo>
                <a:lnTo>
                  <a:pt x="83" y="8"/>
                </a:lnTo>
                <a:lnTo>
                  <a:pt x="83" y="18"/>
                </a:lnTo>
                <a:lnTo>
                  <a:pt x="34" y="18"/>
                </a:lnTo>
                <a:lnTo>
                  <a:pt x="34" y="8"/>
                </a:lnTo>
                <a:lnTo>
                  <a:pt x="16" y="8"/>
                </a:lnTo>
                <a:lnTo>
                  <a:pt x="16" y="0"/>
                </a:lnTo>
                <a:lnTo>
                  <a:pt x="0" y="0"/>
                </a:lnTo>
                <a:lnTo>
                  <a:pt x="0" y="23"/>
                </a:lnTo>
                <a:lnTo>
                  <a:pt x="274" y="23"/>
                </a:lnTo>
                <a:lnTo>
                  <a:pt x="274" y="0"/>
                </a:lnTo>
                <a:lnTo>
                  <a:pt x="2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2" name="Rectangle 539">
            <a:extLst>
              <a:ext uri="{FF2B5EF4-FFF2-40B4-BE49-F238E27FC236}">
                <a16:creationId xmlns:a16="http://schemas.microsoft.com/office/drawing/2014/main" id="{0EA1B0CA-55F8-4CC6-B933-C62E6DCD0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9117" y="1169759"/>
            <a:ext cx="7778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3" name="Freeform 540">
            <a:extLst>
              <a:ext uri="{FF2B5EF4-FFF2-40B4-BE49-F238E27FC236}">
                <a16:creationId xmlns:a16="http://schemas.microsoft.com/office/drawing/2014/main" id="{122A61B3-0BC0-4788-954F-A80D4739CBF5}"/>
              </a:ext>
            </a:extLst>
          </p:cNvPr>
          <p:cNvSpPr>
            <a:spLocks/>
          </p:cNvSpPr>
          <p:nvPr/>
        </p:nvSpPr>
        <p:spPr bwMode="auto">
          <a:xfrm>
            <a:off x="10003517" y="825272"/>
            <a:ext cx="88900" cy="77788"/>
          </a:xfrm>
          <a:custGeom>
            <a:avLst/>
            <a:gdLst>
              <a:gd name="T0" fmla="*/ 12 w 22"/>
              <a:gd name="T1" fmla="*/ 9 h 19"/>
              <a:gd name="T2" fmla="*/ 12 w 22"/>
              <a:gd name="T3" fmla="*/ 0 h 19"/>
              <a:gd name="T4" fmla="*/ 11 w 22"/>
              <a:gd name="T5" fmla="*/ 0 h 19"/>
              <a:gd name="T6" fmla="*/ 11 w 22"/>
              <a:gd name="T7" fmla="*/ 9 h 19"/>
              <a:gd name="T8" fmla="*/ 0 w 22"/>
              <a:gd name="T9" fmla="*/ 19 h 19"/>
              <a:gd name="T10" fmla="*/ 22 w 22"/>
              <a:gd name="T11" fmla="*/ 19 h 19"/>
              <a:gd name="T12" fmla="*/ 12 w 22"/>
              <a:gd name="T13" fmla="*/ 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" h="19">
                <a:moveTo>
                  <a:pt x="12" y="9"/>
                </a:moveTo>
                <a:cubicBezTo>
                  <a:pt x="12" y="0"/>
                  <a:pt x="12" y="0"/>
                  <a:pt x="1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9"/>
                  <a:pt x="11" y="9"/>
                  <a:pt x="11" y="9"/>
                </a:cubicBezTo>
                <a:cubicBezTo>
                  <a:pt x="5" y="9"/>
                  <a:pt x="1" y="13"/>
                  <a:pt x="0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3"/>
                  <a:pt x="17" y="10"/>
                  <a:pt x="12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4" name="Rectangle 541">
            <a:extLst>
              <a:ext uri="{FF2B5EF4-FFF2-40B4-BE49-F238E27FC236}">
                <a16:creationId xmlns:a16="http://schemas.microsoft.com/office/drawing/2014/main" id="{E873F899-50CA-4881-BB04-197AAD518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0480" y="931634"/>
            <a:ext cx="123825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5" name="Rectangle 542">
            <a:extLst>
              <a:ext uri="{FF2B5EF4-FFF2-40B4-BE49-F238E27FC236}">
                <a16:creationId xmlns:a16="http://schemas.microsoft.com/office/drawing/2014/main" id="{5AD44C0D-1589-409C-9845-BF3AC48E9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1155" y="931634"/>
            <a:ext cx="117475" cy="285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6" name="Freeform 543">
            <a:extLst>
              <a:ext uri="{FF2B5EF4-FFF2-40B4-BE49-F238E27FC236}">
                <a16:creationId xmlns:a16="http://schemas.microsoft.com/office/drawing/2014/main" id="{8A0BE0A0-9A2D-487F-B266-C0DBD70A1AF5}"/>
              </a:ext>
            </a:extLst>
          </p:cNvPr>
          <p:cNvSpPr>
            <a:spLocks noEditPoints="1"/>
          </p:cNvSpPr>
          <p:nvPr/>
        </p:nvSpPr>
        <p:spPr bwMode="auto">
          <a:xfrm>
            <a:off x="9732055" y="915759"/>
            <a:ext cx="631825" cy="269875"/>
          </a:xfrm>
          <a:custGeom>
            <a:avLst/>
            <a:gdLst>
              <a:gd name="T0" fmla="*/ 351 w 398"/>
              <a:gd name="T1" fmla="*/ 124 h 170"/>
              <a:gd name="T2" fmla="*/ 377 w 398"/>
              <a:gd name="T3" fmla="*/ 108 h 170"/>
              <a:gd name="T4" fmla="*/ 351 w 398"/>
              <a:gd name="T5" fmla="*/ 88 h 170"/>
              <a:gd name="T6" fmla="*/ 377 w 398"/>
              <a:gd name="T7" fmla="*/ 69 h 170"/>
              <a:gd name="T8" fmla="*/ 351 w 398"/>
              <a:gd name="T9" fmla="*/ 49 h 170"/>
              <a:gd name="T10" fmla="*/ 377 w 398"/>
              <a:gd name="T11" fmla="*/ 31 h 170"/>
              <a:gd name="T12" fmla="*/ 245 w 398"/>
              <a:gd name="T13" fmla="*/ 31 h 170"/>
              <a:gd name="T14" fmla="*/ 233 w 398"/>
              <a:gd name="T15" fmla="*/ 0 h 170"/>
              <a:gd name="T16" fmla="*/ 165 w 398"/>
              <a:gd name="T17" fmla="*/ 31 h 170"/>
              <a:gd name="T18" fmla="*/ 44 w 398"/>
              <a:gd name="T19" fmla="*/ 31 h 170"/>
              <a:gd name="T20" fmla="*/ 23 w 398"/>
              <a:gd name="T21" fmla="*/ 49 h 170"/>
              <a:gd name="T22" fmla="*/ 44 w 398"/>
              <a:gd name="T23" fmla="*/ 69 h 170"/>
              <a:gd name="T24" fmla="*/ 26 w 398"/>
              <a:gd name="T25" fmla="*/ 88 h 170"/>
              <a:gd name="T26" fmla="*/ 44 w 398"/>
              <a:gd name="T27" fmla="*/ 108 h 170"/>
              <a:gd name="T28" fmla="*/ 23 w 398"/>
              <a:gd name="T29" fmla="*/ 124 h 170"/>
              <a:gd name="T30" fmla="*/ 44 w 398"/>
              <a:gd name="T31" fmla="*/ 163 h 170"/>
              <a:gd name="T32" fmla="*/ 0 w 398"/>
              <a:gd name="T33" fmla="*/ 170 h 170"/>
              <a:gd name="T34" fmla="*/ 398 w 398"/>
              <a:gd name="T35" fmla="*/ 163 h 170"/>
              <a:gd name="T36" fmla="*/ 233 w 398"/>
              <a:gd name="T37" fmla="*/ 88 h 170"/>
              <a:gd name="T38" fmla="*/ 245 w 398"/>
              <a:gd name="T39" fmla="*/ 108 h 170"/>
              <a:gd name="T40" fmla="*/ 233 w 398"/>
              <a:gd name="T41" fmla="*/ 88 h 170"/>
              <a:gd name="T42" fmla="*/ 245 w 398"/>
              <a:gd name="T43" fmla="*/ 163 h 170"/>
              <a:gd name="T44" fmla="*/ 233 w 398"/>
              <a:gd name="T45" fmla="*/ 124 h 170"/>
              <a:gd name="T46" fmla="*/ 256 w 398"/>
              <a:gd name="T47" fmla="*/ 49 h 170"/>
              <a:gd name="T48" fmla="*/ 341 w 398"/>
              <a:gd name="T49" fmla="*/ 69 h 170"/>
              <a:gd name="T50" fmla="*/ 256 w 398"/>
              <a:gd name="T51" fmla="*/ 49 h 170"/>
              <a:gd name="T52" fmla="*/ 341 w 398"/>
              <a:gd name="T53" fmla="*/ 88 h 170"/>
              <a:gd name="T54" fmla="*/ 256 w 398"/>
              <a:gd name="T55" fmla="*/ 108 h 170"/>
              <a:gd name="T56" fmla="*/ 256 w 398"/>
              <a:gd name="T57" fmla="*/ 124 h 170"/>
              <a:gd name="T58" fmla="*/ 341 w 398"/>
              <a:gd name="T59" fmla="*/ 147 h 170"/>
              <a:gd name="T60" fmla="*/ 256 w 398"/>
              <a:gd name="T61" fmla="*/ 124 h 170"/>
              <a:gd name="T62" fmla="*/ 245 w 398"/>
              <a:gd name="T63" fmla="*/ 69 h 170"/>
              <a:gd name="T64" fmla="*/ 233 w 398"/>
              <a:gd name="T65" fmla="*/ 49 h 170"/>
              <a:gd name="T66" fmla="*/ 153 w 398"/>
              <a:gd name="T67" fmla="*/ 49 h 170"/>
              <a:gd name="T68" fmla="*/ 165 w 398"/>
              <a:gd name="T69" fmla="*/ 69 h 170"/>
              <a:gd name="T70" fmla="*/ 153 w 398"/>
              <a:gd name="T71" fmla="*/ 49 h 170"/>
              <a:gd name="T72" fmla="*/ 165 w 398"/>
              <a:gd name="T73" fmla="*/ 88 h 170"/>
              <a:gd name="T74" fmla="*/ 153 w 398"/>
              <a:gd name="T75" fmla="*/ 108 h 170"/>
              <a:gd name="T76" fmla="*/ 54 w 398"/>
              <a:gd name="T77" fmla="*/ 49 h 170"/>
              <a:gd name="T78" fmla="*/ 140 w 398"/>
              <a:gd name="T79" fmla="*/ 69 h 170"/>
              <a:gd name="T80" fmla="*/ 54 w 398"/>
              <a:gd name="T81" fmla="*/ 49 h 170"/>
              <a:gd name="T82" fmla="*/ 140 w 398"/>
              <a:gd name="T83" fmla="*/ 88 h 170"/>
              <a:gd name="T84" fmla="*/ 54 w 398"/>
              <a:gd name="T85" fmla="*/ 108 h 170"/>
              <a:gd name="T86" fmla="*/ 54 w 398"/>
              <a:gd name="T87" fmla="*/ 124 h 170"/>
              <a:gd name="T88" fmla="*/ 140 w 398"/>
              <a:gd name="T89" fmla="*/ 147 h 170"/>
              <a:gd name="T90" fmla="*/ 54 w 398"/>
              <a:gd name="T91" fmla="*/ 124 h 170"/>
              <a:gd name="T92" fmla="*/ 165 w 398"/>
              <a:gd name="T93" fmla="*/ 124 h 170"/>
              <a:gd name="T94" fmla="*/ 153 w 398"/>
              <a:gd name="T95" fmla="*/ 16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98" h="170">
                <a:moveTo>
                  <a:pt x="351" y="163"/>
                </a:moveTo>
                <a:lnTo>
                  <a:pt x="351" y="124"/>
                </a:lnTo>
                <a:lnTo>
                  <a:pt x="377" y="124"/>
                </a:lnTo>
                <a:lnTo>
                  <a:pt x="377" y="108"/>
                </a:lnTo>
                <a:lnTo>
                  <a:pt x="351" y="108"/>
                </a:lnTo>
                <a:lnTo>
                  <a:pt x="351" y="88"/>
                </a:lnTo>
                <a:lnTo>
                  <a:pt x="377" y="88"/>
                </a:lnTo>
                <a:lnTo>
                  <a:pt x="377" y="69"/>
                </a:lnTo>
                <a:lnTo>
                  <a:pt x="351" y="69"/>
                </a:lnTo>
                <a:lnTo>
                  <a:pt x="351" y="49"/>
                </a:lnTo>
                <a:lnTo>
                  <a:pt x="377" y="49"/>
                </a:lnTo>
                <a:lnTo>
                  <a:pt x="377" y="31"/>
                </a:lnTo>
                <a:lnTo>
                  <a:pt x="351" y="31"/>
                </a:lnTo>
                <a:lnTo>
                  <a:pt x="245" y="31"/>
                </a:lnTo>
                <a:lnTo>
                  <a:pt x="233" y="31"/>
                </a:lnTo>
                <a:lnTo>
                  <a:pt x="233" y="0"/>
                </a:lnTo>
                <a:lnTo>
                  <a:pt x="165" y="0"/>
                </a:lnTo>
                <a:lnTo>
                  <a:pt x="165" y="31"/>
                </a:lnTo>
                <a:lnTo>
                  <a:pt x="153" y="31"/>
                </a:lnTo>
                <a:lnTo>
                  <a:pt x="44" y="31"/>
                </a:lnTo>
                <a:lnTo>
                  <a:pt x="23" y="31"/>
                </a:lnTo>
                <a:lnTo>
                  <a:pt x="23" y="49"/>
                </a:lnTo>
                <a:lnTo>
                  <a:pt x="44" y="49"/>
                </a:lnTo>
                <a:lnTo>
                  <a:pt x="44" y="69"/>
                </a:lnTo>
                <a:lnTo>
                  <a:pt x="26" y="69"/>
                </a:lnTo>
                <a:lnTo>
                  <a:pt x="26" y="88"/>
                </a:lnTo>
                <a:lnTo>
                  <a:pt x="44" y="88"/>
                </a:lnTo>
                <a:lnTo>
                  <a:pt x="44" y="108"/>
                </a:lnTo>
                <a:lnTo>
                  <a:pt x="23" y="108"/>
                </a:lnTo>
                <a:lnTo>
                  <a:pt x="23" y="124"/>
                </a:lnTo>
                <a:lnTo>
                  <a:pt x="44" y="124"/>
                </a:lnTo>
                <a:lnTo>
                  <a:pt x="44" y="163"/>
                </a:lnTo>
                <a:lnTo>
                  <a:pt x="0" y="163"/>
                </a:lnTo>
                <a:lnTo>
                  <a:pt x="0" y="170"/>
                </a:lnTo>
                <a:lnTo>
                  <a:pt x="398" y="170"/>
                </a:lnTo>
                <a:lnTo>
                  <a:pt x="398" y="163"/>
                </a:lnTo>
                <a:lnTo>
                  <a:pt x="351" y="163"/>
                </a:lnTo>
                <a:close/>
                <a:moveTo>
                  <a:pt x="233" y="88"/>
                </a:moveTo>
                <a:lnTo>
                  <a:pt x="245" y="88"/>
                </a:lnTo>
                <a:lnTo>
                  <a:pt x="245" y="108"/>
                </a:lnTo>
                <a:lnTo>
                  <a:pt x="233" y="108"/>
                </a:lnTo>
                <a:lnTo>
                  <a:pt x="233" y="88"/>
                </a:lnTo>
                <a:close/>
                <a:moveTo>
                  <a:pt x="245" y="124"/>
                </a:moveTo>
                <a:lnTo>
                  <a:pt x="245" y="163"/>
                </a:lnTo>
                <a:lnTo>
                  <a:pt x="233" y="163"/>
                </a:lnTo>
                <a:lnTo>
                  <a:pt x="233" y="124"/>
                </a:lnTo>
                <a:lnTo>
                  <a:pt x="245" y="124"/>
                </a:lnTo>
                <a:close/>
                <a:moveTo>
                  <a:pt x="256" y="49"/>
                </a:moveTo>
                <a:lnTo>
                  <a:pt x="341" y="49"/>
                </a:lnTo>
                <a:lnTo>
                  <a:pt x="341" y="69"/>
                </a:lnTo>
                <a:lnTo>
                  <a:pt x="256" y="69"/>
                </a:lnTo>
                <a:lnTo>
                  <a:pt x="256" y="49"/>
                </a:lnTo>
                <a:close/>
                <a:moveTo>
                  <a:pt x="256" y="88"/>
                </a:moveTo>
                <a:lnTo>
                  <a:pt x="341" y="88"/>
                </a:lnTo>
                <a:lnTo>
                  <a:pt x="341" y="108"/>
                </a:lnTo>
                <a:lnTo>
                  <a:pt x="256" y="108"/>
                </a:lnTo>
                <a:lnTo>
                  <a:pt x="256" y="88"/>
                </a:lnTo>
                <a:close/>
                <a:moveTo>
                  <a:pt x="256" y="124"/>
                </a:moveTo>
                <a:lnTo>
                  <a:pt x="341" y="124"/>
                </a:lnTo>
                <a:lnTo>
                  <a:pt x="341" y="147"/>
                </a:lnTo>
                <a:lnTo>
                  <a:pt x="256" y="147"/>
                </a:lnTo>
                <a:lnTo>
                  <a:pt x="256" y="124"/>
                </a:lnTo>
                <a:close/>
                <a:moveTo>
                  <a:pt x="245" y="49"/>
                </a:moveTo>
                <a:lnTo>
                  <a:pt x="245" y="69"/>
                </a:lnTo>
                <a:lnTo>
                  <a:pt x="233" y="69"/>
                </a:lnTo>
                <a:lnTo>
                  <a:pt x="233" y="49"/>
                </a:lnTo>
                <a:lnTo>
                  <a:pt x="245" y="49"/>
                </a:lnTo>
                <a:close/>
                <a:moveTo>
                  <a:pt x="153" y="49"/>
                </a:moveTo>
                <a:lnTo>
                  <a:pt x="165" y="49"/>
                </a:lnTo>
                <a:lnTo>
                  <a:pt x="165" y="69"/>
                </a:lnTo>
                <a:lnTo>
                  <a:pt x="153" y="69"/>
                </a:lnTo>
                <a:lnTo>
                  <a:pt x="153" y="49"/>
                </a:lnTo>
                <a:close/>
                <a:moveTo>
                  <a:pt x="153" y="88"/>
                </a:moveTo>
                <a:lnTo>
                  <a:pt x="165" y="88"/>
                </a:lnTo>
                <a:lnTo>
                  <a:pt x="165" y="108"/>
                </a:lnTo>
                <a:lnTo>
                  <a:pt x="153" y="108"/>
                </a:lnTo>
                <a:lnTo>
                  <a:pt x="153" y="88"/>
                </a:lnTo>
                <a:close/>
                <a:moveTo>
                  <a:pt x="54" y="49"/>
                </a:moveTo>
                <a:lnTo>
                  <a:pt x="140" y="49"/>
                </a:lnTo>
                <a:lnTo>
                  <a:pt x="140" y="69"/>
                </a:lnTo>
                <a:lnTo>
                  <a:pt x="54" y="69"/>
                </a:lnTo>
                <a:lnTo>
                  <a:pt x="54" y="49"/>
                </a:lnTo>
                <a:close/>
                <a:moveTo>
                  <a:pt x="54" y="88"/>
                </a:moveTo>
                <a:lnTo>
                  <a:pt x="140" y="88"/>
                </a:lnTo>
                <a:lnTo>
                  <a:pt x="140" y="108"/>
                </a:lnTo>
                <a:lnTo>
                  <a:pt x="54" y="108"/>
                </a:lnTo>
                <a:lnTo>
                  <a:pt x="54" y="88"/>
                </a:lnTo>
                <a:close/>
                <a:moveTo>
                  <a:pt x="54" y="124"/>
                </a:moveTo>
                <a:lnTo>
                  <a:pt x="140" y="124"/>
                </a:lnTo>
                <a:lnTo>
                  <a:pt x="140" y="147"/>
                </a:lnTo>
                <a:lnTo>
                  <a:pt x="54" y="147"/>
                </a:lnTo>
                <a:lnTo>
                  <a:pt x="54" y="124"/>
                </a:lnTo>
                <a:close/>
                <a:moveTo>
                  <a:pt x="153" y="124"/>
                </a:moveTo>
                <a:lnTo>
                  <a:pt x="165" y="124"/>
                </a:lnTo>
                <a:lnTo>
                  <a:pt x="165" y="163"/>
                </a:lnTo>
                <a:lnTo>
                  <a:pt x="153" y="163"/>
                </a:lnTo>
                <a:lnTo>
                  <a:pt x="153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7" name="Freeform 544">
            <a:extLst>
              <a:ext uri="{FF2B5EF4-FFF2-40B4-BE49-F238E27FC236}">
                <a16:creationId xmlns:a16="http://schemas.microsoft.com/office/drawing/2014/main" id="{DC74F00F-F68E-4B3E-A5D4-AFCE4D0EE4AD}"/>
              </a:ext>
            </a:extLst>
          </p:cNvPr>
          <p:cNvSpPr>
            <a:spLocks noEditPoints="1"/>
          </p:cNvSpPr>
          <p:nvPr/>
        </p:nvSpPr>
        <p:spPr bwMode="auto">
          <a:xfrm>
            <a:off x="10675030" y="845909"/>
            <a:ext cx="103188" cy="328613"/>
          </a:xfrm>
          <a:custGeom>
            <a:avLst/>
            <a:gdLst>
              <a:gd name="T0" fmla="*/ 57 w 65"/>
              <a:gd name="T1" fmla="*/ 106 h 207"/>
              <a:gd name="T2" fmla="*/ 57 w 65"/>
              <a:gd name="T3" fmla="*/ 41 h 207"/>
              <a:gd name="T4" fmla="*/ 46 w 65"/>
              <a:gd name="T5" fmla="*/ 41 h 207"/>
              <a:gd name="T6" fmla="*/ 46 w 65"/>
              <a:gd name="T7" fmla="*/ 18 h 207"/>
              <a:gd name="T8" fmla="*/ 36 w 65"/>
              <a:gd name="T9" fmla="*/ 18 h 207"/>
              <a:gd name="T10" fmla="*/ 36 w 65"/>
              <a:gd name="T11" fmla="*/ 0 h 207"/>
              <a:gd name="T12" fmla="*/ 28 w 65"/>
              <a:gd name="T13" fmla="*/ 0 h 207"/>
              <a:gd name="T14" fmla="*/ 28 w 65"/>
              <a:gd name="T15" fmla="*/ 18 h 207"/>
              <a:gd name="T16" fmla="*/ 18 w 65"/>
              <a:gd name="T17" fmla="*/ 18 h 207"/>
              <a:gd name="T18" fmla="*/ 18 w 65"/>
              <a:gd name="T19" fmla="*/ 41 h 207"/>
              <a:gd name="T20" fmla="*/ 8 w 65"/>
              <a:gd name="T21" fmla="*/ 41 h 207"/>
              <a:gd name="T22" fmla="*/ 8 w 65"/>
              <a:gd name="T23" fmla="*/ 106 h 207"/>
              <a:gd name="T24" fmla="*/ 0 w 65"/>
              <a:gd name="T25" fmla="*/ 106 h 207"/>
              <a:gd name="T26" fmla="*/ 0 w 65"/>
              <a:gd name="T27" fmla="*/ 207 h 207"/>
              <a:gd name="T28" fmla="*/ 18 w 65"/>
              <a:gd name="T29" fmla="*/ 207 h 207"/>
              <a:gd name="T30" fmla="*/ 18 w 65"/>
              <a:gd name="T31" fmla="*/ 186 h 207"/>
              <a:gd name="T32" fmla="*/ 46 w 65"/>
              <a:gd name="T33" fmla="*/ 186 h 207"/>
              <a:gd name="T34" fmla="*/ 46 w 65"/>
              <a:gd name="T35" fmla="*/ 207 h 207"/>
              <a:gd name="T36" fmla="*/ 65 w 65"/>
              <a:gd name="T37" fmla="*/ 207 h 207"/>
              <a:gd name="T38" fmla="*/ 65 w 65"/>
              <a:gd name="T39" fmla="*/ 106 h 207"/>
              <a:gd name="T40" fmla="*/ 57 w 65"/>
              <a:gd name="T41" fmla="*/ 106 h 207"/>
              <a:gd name="T42" fmla="*/ 15 w 65"/>
              <a:gd name="T43" fmla="*/ 49 h 207"/>
              <a:gd name="T44" fmla="*/ 49 w 65"/>
              <a:gd name="T45" fmla="*/ 49 h 207"/>
              <a:gd name="T46" fmla="*/ 49 w 65"/>
              <a:gd name="T47" fmla="*/ 57 h 207"/>
              <a:gd name="T48" fmla="*/ 15 w 65"/>
              <a:gd name="T49" fmla="*/ 57 h 207"/>
              <a:gd name="T50" fmla="*/ 15 w 65"/>
              <a:gd name="T51" fmla="*/ 49 h 207"/>
              <a:gd name="T52" fmla="*/ 15 w 65"/>
              <a:gd name="T53" fmla="*/ 62 h 207"/>
              <a:gd name="T54" fmla="*/ 49 w 65"/>
              <a:gd name="T55" fmla="*/ 62 h 207"/>
              <a:gd name="T56" fmla="*/ 49 w 65"/>
              <a:gd name="T57" fmla="*/ 69 h 207"/>
              <a:gd name="T58" fmla="*/ 15 w 65"/>
              <a:gd name="T59" fmla="*/ 69 h 207"/>
              <a:gd name="T60" fmla="*/ 15 w 65"/>
              <a:gd name="T61" fmla="*/ 62 h 207"/>
              <a:gd name="T62" fmla="*/ 49 w 65"/>
              <a:gd name="T63" fmla="*/ 75 h 207"/>
              <a:gd name="T64" fmla="*/ 49 w 65"/>
              <a:gd name="T65" fmla="*/ 85 h 207"/>
              <a:gd name="T66" fmla="*/ 15 w 65"/>
              <a:gd name="T67" fmla="*/ 85 h 207"/>
              <a:gd name="T68" fmla="*/ 15 w 65"/>
              <a:gd name="T69" fmla="*/ 75 h 207"/>
              <a:gd name="T70" fmla="*/ 49 w 65"/>
              <a:gd name="T71" fmla="*/ 75 h 207"/>
              <a:gd name="T72" fmla="*/ 15 w 65"/>
              <a:gd name="T73" fmla="*/ 88 h 207"/>
              <a:gd name="T74" fmla="*/ 49 w 65"/>
              <a:gd name="T75" fmla="*/ 88 h 207"/>
              <a:gd name="T76" fmla="*/ 49 w 65"/>
              <a:gd name="T77" fmla="*/ 98 h 207"/>
              <a:gd name="T78" fmla="*/ 15 w 65"/>
              <a:gd name="T79" fmla="*/ 98 h 207"/>
              <a:gd name="T80" fmla="*/ 15 w 65"/>
              <a:gd name="T81" fmla="*/ 88 h 207"/>
              <a:gd name="T82" fmla="*/ 57 w 65"/>
              <a:gd name="T83" fmla="*/ 178 h 207"/>
              <a:gd name="T84" fmla="*/ 5 w 65"/>
              <a:gd name="T85" fmla="*/ 178 h 207"/>
              <a:gd name="T86" fmla="*/ 5 w 65"/>
              <a:gd name="T87" fmla="*/ 168 h 207"/>
              <a:gd name="T88" fmla="*/ 57 w 65"/>
              <a:gd name="T89" fmla="*/ 168 h 207"/>
              <a:gd name="T90" fmla="*/ 57 w 65"/>
              <a:gd name="T91" fmla="*/ 178 h 207"/>
              <a:gd name="T92" fmla="*/ 57 w 65"/>
              <a:gd name="T93" fmla="*/ 160 h 207"/>
              <a:gd name="T94" fmla="*/ 5 w 65"/>
              <a:gd name="T95" fmla="*/ 160 h 207"/>
              <a:gd name="T96" fmla="*/ 5 w 65"/>
              <a:gd name="T97" fmla="*/ 147 h 207"/>
              <a:gd name="T98" fmla="*/ 57 w 65"/>
              <a:gd name="T99" fmla="*/ 147 h 207"/>
              <a:gd name="T100" fmla="*/ 57 w 65"/>
              <a:gd name="T101" fmla="*/ 160 h 207"/>
              <a:gd name="T102" fmla="*/ 57 w 65"/>
              <a:gd name="T103" fmla="*/ 142 h 207"/>
              <a:gd name="T104" fmla="*/ 5 w 65"/>
              <a:gd name="T105" fmla="*/ 142 h 207"/>
              <a:gd name="T106" fmla="*/ 5 w 65"/>
              <a:gd name="T107" fmla="*/ 129 h 207"/>
              <a:gd name="T108" fmla="*/ 57 w 65"/>
              <a:gd name="T109" fmla="*/ 129 h 207"/>
              <a:gd name="T110" fmla="*/ 57 w 65"/>
              <a:gd name="T111" fmla="*/ 142 h 207"/>
              <a:gd name="T112" fmla="*/ 57 w 65"/>
              <a:gd name="T113" fmla="*/ 124 h 207"/>
              <a:gd name="T114" fmla="*/ 5 w 65"/>
              <a:gd name="T115" fmla="*/ 124 h 207"/>
              <a:gd name="T116" fmla="*/ 5 w 65"/>
              <a:gd name="T117" fmla="*/ 111 h 207"/>
              <a:gd name="T118" fmla="*/ 57 w 65"/>
              <a:gd name="T119" fmla="*/ 111 h 207"/>
              <a:gd name="T120" fmla="*/ 57 w 65"/>
              <a:gd name="T121" fmla="*/ 124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5" h="207">
                <a:moveTo>
                  <a:pt x="57" y="106"/>
                </a:moveTo>
                <a:lnTo>
                  <a:pt x="57" y="41"/>
                </a:lnTo>
                <a:lnTo>
                  <a:pt x="46" y="41"/>
                </a:lnTo>
                <a:lnTo>
                  <a:pt x="46" y="18"/>
                </a:lnTo>
                <a:lnTo>
                  <a:pt x="36" y="18"/>
                </a:lnTo>
                <a:lnTo>
                  <a:pt x="36" y="0"/>
                </a:lnTo>
                <a:lnTo>
                  <a:pt x="28" y="0"/>
                </a:lnTo>
                <a:lnTo>
                  <a:pt x="28" y="18"/>
                </a:lnTo>
                <a:lnTo>
                  <a:pt x="18" y="18"/>
                </a:lnTo>
                <a:lnTo>
                  <a:pt x="18" y="41"/>
                </a:lnTo>
                <a:lnTo>
                  <a:pt x="8" y="41"/>
                </a:lnTo>
                <a:lnTo>
                  <a:pt x="8" y="106"/>
                </a:lnTo>
                <a:lnTo>
                  <a:pt x="0" y="106"/>
                </a:lnTo>
                <a:lnTo>
                  <a:pt x="0" y="207"/>
                </a:lnTo>
                <a:lnTo>
                  <a:pt x="18" y="207"/>
                </a:lnTo>
                <a:lnTo>
                  <a:pt x="18" y="186"/>
                </a:lnTo>
                <a:lnTo>
                  <a:pt x="46" y="186"/>
                </a:lnTo>
                <a:lnTo>
                  <a:pt x="46" y="207"/>
                </a:lnTo>
                <a:lnTo>
                  <a:pt x="65" y="207"/>
                </a:lnTo>
                <a:lnTo>
                  <a:pt x="65" y="106"/>
                </a:lnTo>
                <a:lnTo>
                  <a:pt x="57" y="106"/>
                </a:lnTo>
                <a:close/>
                <a:moveTo>
                  <a:pt x="15" y="49"/>
                </a:moveTo>
                <a:lnTo>
                  <a:pt x="49" y="49"/>
                </a:lnTo>
                <a:lnTo>
                  <a:pt x="49" y="57"/>
                </a:lnTo>
                <a:lnTo>
                  <a:pt x="15" y="57"/>
                </a:lnTo>
                <a:lnTo>
                  <a:pt x="15" y="49"/>
                </a:lnTo>
                <a:close/>
                <a:moveTo>
                  <a:pt x="15" y="62"/>
                </a:moveTo>
                <a:lnTo>
                  <a:pt x="49" y="62"/>
                </a:lnTo>
                <a:lnTo>
                  <a:pt x="49" y="69"/>
                </a:lnTo>
                <a:lnTo>
                  <a:pt x="15" y="69"/>
                </a:lnTo>
                <a:lnTo>
                  <a:pt x="15" y="62"/>
                </a:lnTo>
                <a:close/>
                <a:moveTo>
                  <a:pt x="49" y="75"/>
                </a:moveTo>
                <a:lnTo>
                  <a:pt x="49" y="85"/>
                </a:lnTo>
                <a:lnTo>
                  <a:pt x="15" y="85"/>
                </a:lnTo>
                <a:lnTo>
                  <a:pt x="15" y="75"/>
                </a:lnTo>
                <a:lnTo>
                  <a:pt x="49" y="75"/>
                </a:lnTo>
                <a:close/>
                <a:moveTo>
                  <a:pt x="15" y="88"/>
                </a:moveTo>
                <a:lnTo>
                  <a:pt x="49" y="88"/>
                </a:lnTo>
                <a:lnTo>
                  <a:pt x="49" y="98"/>
                </a:lnTo>
                <a:lnTo>
                  <a:pt x="15" y="98"/>
                </a:lnTo>
                <a:lnTo>
                  <a:pt x="15" y="88"/>
                </a:lnTo>
                <a:close/>
                <a:moveTo>
                  <a:pt x="57" y="178"/>
                </a:moveTo>
                <a:lnTo>
                  <a:pt x="5" y="178"/>
                </a:lnTo>
                <a:lnTo>
                  <a:pt x="5" y="168"/>
                </a:lnTo>
                <a:lnTo>
                  <a:pt x="57" y="168"/>
                </a:lnTo>
                <a:lnTo>
                  <a:pt x="57" y="178"/>
                </a:lnTo>
                <a:close/>
                <a:moveTo>
                  <a:pt x="57" y="160"/>
                </a:moveTo>
                <a:lnTo>
                  <a:pt x="5" y="160"/>
                </a:lnTo>
                <a:lnTo>
                  <a:pt x="5" y="147"/>
                </a:lnTo>
                <a:lnTo>
                  <a:pt x="57" y="147"/>
                </a:lnTo>
                <a:lnTo>
                  <a:pt x="57" y="160"/>
                </a:lnTo>
                <a:close/>
                <a:moveTo>
                  <a:pt x="57" y="142"/>
                </a:moveTo>
                <a:lnTo>
                  <a:pt x="5" y="142"/>
                </a:lnTo>
                <a:lnTo>
                  <a:pt x="5" y="129"/>
                </a:lnTo>
                <a:lnTo>
                  <a:pt x="57" y="129"/>
                </a:lnTo>
                <a:lnTo>
                  <a:pt x="57" y="142"/>
                </a:lnTo>
                <a:close/>
                <a:moveTo>
                  <a:pt x="57" y="124"/>
                </a:moveTo>
                <a:lnTo>
                  <a:pt x="5" y="124"/>
                </a:lnTo>
                <a:lnTo>
                  <a:pt x="5" y="111"/>
                </a:lnTo>
                <a:lnTo>
                  <a:pt x="57" y="111"/>
                </a:lnTo>
                <a:lnTo>
                  <a:pt x="57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8" name="Freeform 545">
            <a:extLst>
              <a:ext uri="{FF2B5EF4-FFF2-40B4-BE49-F238E27FC236}">
                <a16:creationId xmlns:a16="http://schemas.microsoft.com/office/drawing/2014/main" id="{C2227F41-D1AC-4527-B09F-F3E8ABD4AEE6}"/>
              </a:ext>
            </a:extLst>
          </p:cNvPr>
          <p:cNvSpPr>
            <a:spLocks noEditPoints="1"/>
          </p:cNvSpPr>
          <p:nvPr/>
        </p:nvSpPr>
        <p:spPr bwMode="auto">
          <a:xfrm>
            <a:off x="10675030" y="845909"/>
            <a:ext cx="103188" cy="328613"/>
          </a:xfrm>
          <a:custGeom>
            <a:avLst/>
            <a:gdLst>
              <a:gd name="T0" fmla="*/ 57 w 65"/>
              <a:gd name="T1" fmla="*/ 106 h 207"/>
              <a:gd name="T2" fmla="*/ 57 w 65"/>
              <a:gd name="T3" fmla="*/ 41 h 207"/>
              <a:gd name="T4" fmla="*/ 46 w 65"/>
              <a:gd name="T5" fmla="*/ 41 h 207"/>
              <a:gd name="T6" fmla="*/ 46 w 65"/>
              <a:gd name="T7" fmla="*/ 18 h 207"/>
              <a:gd name="T8" fmla="*/ 36 w 65"/>
              <a:gd name="T9" fmla="*/ 18 h 207"/>
              <a:gd name="T10" fmla="*/ 36 w 65"/>
              <a:gd name="T11" fmla="*/ 0 h 207"/>
              <a:gd name="T12" fmla="*/ 28 w 65"/>
              <a:gd name="T13" fmla="*/ 0 h 207"/>
              <a:gd name="T14" fmla="*/ 28 w 65"/>
              <a:gd name="T15" fmla="*/ 18 h 207"/>
              <a:gd name="T16" fmla="*/ 18 w 65"/>
              <a:gd name="T17" fmla="*/ 18 h 207"/>
              <a:gd name="T18" fmla="*/ 18 w 65"/>
              <a:gd name="T19" fmla="*/ 41 h 207"/>
              <a:gd name="T20" fmla="*/ 8 w 65"/>
              <a:gd name="T21" fmla="*/ 41 h 207"/>
              <a:gd name="T22" fmla="*/ 8 w 65"/>
              <a:gd name="T23" fmla="*/ 106 h 207"/>
              <a:gd name="T24" fmla="*/ 0 w 65"/>
              <a:gd name="T25" fmla="*/ 106 h 207"/>
              <a:gd name="T26" fmla="*/ 0 w 65"/>
              <a:gd name="T27" fmla="*/ 207 h 207"/>
              <a:gd name="T28" fmla="*/ 18 w 65"/>
              <a:gd name="T29" fmla="*/ 207 h 207"/>
              <a:gd name="T30" fmla="*/ 18 w 65"/>
              <a:gd name="T31" fmla="*/ 186 h 207"/>
              <a:gd name="T32" fmla="*/ 46 w 65"/>
              <a:gd name="T33" fmla="*/ 186 h 207"/>
              <a:gd name="T34" fmla="*/ 46 w 65"/>
              <a:gd name="T35" fmla="*/ 207 h 207"/>
              <a:gd name="T36" fmla="*/ 65 w 65"/>
              <a:gd name="T37" fmla="*/ 207 h 207"/>
              <a:gd name="T38" fmla="*/ 65 w 65"/>
              <a:gd name="T39" fmla="*/ 106 h 207"/>
              <a:gd name="T40" fmla="*/ 57 w 65"/>
              <a:gd name="T41" fmla="*/ 106 h 207"/>
              <a:gd name="T42" fmla="*/ 15 w 65"/>
              <a:gd name="T43" fmla="*/ 49 h 207"/>
              <a:gd name="T44" fmla="*/ 49 w 65"/>
              <a:gd name="T45" fmla="*/ 49 h 207"/>
              <a:gd name="T46" fmla="*/ 49 w 65"/>
              <a:gd name="T47" fmla="*/ 57 h 207"/>
              <a:gd name="T48" fmla="*/ 15 w 65"/>
              <a:gd name="T49" fmla="*/ 57 h 207"/>
              <a:gd name="T50" fmla="*/ 15 w 65"/>
              <a:gd name="T51" fmla="*/ 49 h 207"/>
              <a:gd name="T52" fmla="*/ 15 w 65"/>
              <a:gd name="T53" fmla="*/ 62 h 207"/>
              <a:gd name="T54" fmla="*/ 49 w 65"/>
              <a:gd name="T55" fmla="*/ 62 h 207"/>
              <a:gd name="T56" fmla="*/ 49 w 65"/>
              <a:gd name="T57" fmla="*/ 69 h 207"/>
              <a:gd name="T58" fmla="*/ 15 w 65"/>
              <a:gd name="T59" fmla="*/ 69 h 207"/>
              <a:gd name="T60" fmla="*/ 15 w 65"/>
              <a:gd name="T61" fmla="*/ 62 h 207"/>
              <a:gd name="T62" fmla="*/ 49 w 65"/>
              <a:gd name="T63" fmla="*/ 75 h 207"/>
              <a:gd name="T64" fmla="*/ 49 w 65"/>
              <a:gd name="T65" fmla="*/ 85 h 207"/>
              <a:gd name="T66" fmla="*/ 15 w 65"/>
              <a:gd name="T67" fmla="*/ 85 h 207"/>
              <a:gd name="T68" fmla="*/ 15 w 65"/>
              <a:gd name="T69" fmla="*/ 75 h 207"/>
              <a:gd name="T70" fmla="*/ 49 w 65"/>
              <a:gd name="T71" fmla="*/ 75 h 207"/>
              <a:gd name="T72" fmla="*/ 15 w 65"/>
              <a:gd name="T73" fmla="*/ 88 h 207"/>
              <a:gd name="T74" fmla="*/ 49 w 65"/>
              <a:gd name="T75" fmla="*/ 88 h 207"/>
              <a:gd name="T76" fmla="*/ 49 w 65"/>
              <a:gd name="T77" fmla="*/ 98 h 207"/>
              <a:gd name="T78" fmla="*/ 15 w 65"/>
              <a:gd name="T79" fmla="*/ 98 h 207"/>
              <a:gd name="T80" fmla="*/ 15 w 65"/>
              <a:gd name="T81" fmla="*/ 88 h 207"/>
              <a:gd name="T82" fmla="*/ 57 w 65"/>
              <a:gd name="T83" fmla="*/ 178 h 207"/>
              <a:gd name="T84" fmla="*/ 5 w 65"/>
              <a:gd name="T85" fmla="*/ 178 h 207"/>
              <a:gd name="T86" fmla="*/ 5 w 65"/>
              <a:gd name="T87" fmla="*/ 168 h 207"/>
              <a:gd name="T88" fmla="*/ 57 w 65"/>
              <a:gd name="T89" fmla="*/ 168 h 207"/>
              <a:gd name="T90" fmla="*/ 57 w 65"/>
              <a:gd name="T91" fmla="*/ 178 h 207"/>
              <a:gd name="T92" fmla="*/ 57 w 65"/>
              <a:gd name="T93" fmla="*/ 160 h 207"/>
              <a:gd name="T94" fmla="*/ 5 w 65"/>
              <a:gd name="T95" fmla="*/ 160 h 207"/>
              <a:gd name="T96" fmla="*/ 5 w 65"/>
              <a:gd name="T97" fmla="*/ 147 h 207"/>
              <a:gd name="T98" fmla="*/ 57 w 65"/>
              <a:gd name="T99" fmla="*/ 147 h 207"/>
              <a:gd name="T100" fmla="*/ 57 w 65"/>
              <a:gd name="T101" fmla="*/ 160 h 207"/>
              <a:gd name="T102" fmla="*/ 57 w 65"/>
              <a:gd name="T103" fmla="*/ 142 h 207"/>
              <a:gd name="T104" fmla="*/ 5 w 65"/>
              <a:gd name="T105" fmla="*/ 142 h 207"/>
              <a:gd name="T106" fmla="*/ 5 w 65"/>
              <a:gd name="T107" fmla="*/ 129 h 207"/>
              <a:gd name="T108" fmla="*/ 57 w 65"/>
              <a:gd name="T109" fmla="*/ 129 h 207"/>
              <a:gd name="T110" fmla="*/ 57 w 65"/>
              <a:gd name="T111" fmla="*/ 142 h 207"/>
              <a:gd name="T112" fmla="*/ 57 w 65"/>
              <a:gd name="T113" fmla="*/ 124 h 207"/>
              <a:gd name="T114" fmla="*/ 5 w 65"/>
              <a:gd name="T115" fmla="*/ 124 h 207"/>
              <a:gd name="T116" fmla="*/ 5 w 65"/>
              <a:gd name="T117" fmla="*/ 111 h 207"/>
              <a:gd name="T118" fmla="*/ 57 w 65"/>
              <a:gd name="T119" fmla="*/ 111 h 207"/>
              <a:gd name="T120" fmla="*/ 57 w 65"/>
              <a:gd name="T121" fmla="*/ 124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5" h="207">
                <a:moveTo>
                  <a:pt x="57" y="106"/>
                </a:moveTo>
                <a:lnTo>
                  <a:pt x="57" y="41"/>
                </a:lnTo>
                <a:lnTo>
                  <a:pt x="46" y="41"/>
                </a:lnTo>
                <a:lnTo>
                  <a:pt x="46" y="18"/>
                </a:lnTo>
                <a:lnTo>
                  <a:pt x="36" y="18"/>
                </a:lnTo>
                <a:lnTo>
                  <a:pt x="36" y="0"/>
                </a:lnTo>
                <a:lnTo>
                  <a:pt x="28" y="0"/>
                </a:lnTo>
                <a:lnTo>
                  <a:pt x="28" y="18"/>
                </a:lnTo>
                <a:lnTo>
                  <a:pt x="18" y="18"/>
                </a:lnTo>
                <a:lnTo>
                  <a:pt x="18" y="41"/>
                </a:lnTo>
                <a:lnTo>
                  <a:pt x="8" y="41"/>
                </a:lnTo>
                <a:lnTo>
                  <a:pt x="8" y="106"/>
                </a:lnTo>
                <a:lnTo>
                  <a:pt x="0" y="106"/>
                </a:lnTo>
                <a:lnTo>
                  <a:pt x="0" y="207"/>
                </a:lnTo>
                <a:lnTo>
                  <a:pt x="18" y="207"/>
                </a:lnTo>
                <a:lnTo>
                  <a:pt x="18" y="186"/>
                </a:lnTo>
                <a:lnTo>
                  <a:pt x="46" y="186"/>
                </a:lnTo>
                <a:lnTo>
                  <a:pt x="46" y="207"/>
                </a:lnTo>
                <a:lnTo>
                  <a:pt x="65" y="207"/>
                </a:lnTo>
                <a:lnTo>
                  <a:pt x="65" y="106"/>
                </a:lnTo>
                <a:lnTo>
                  <a:pt x="57" y="106"/>
                </a:lnTo>
                <a:moveTo>
                  <a:pt x="15" y="49"/>
                </a:moveTo>
                <a:lnTo>
                  <a:pt x="49" y="49"/>
                </a:lnTo>
                <a:lnTo>
                  <a:pt x="49" y="57"/>
                </a:lnTo>
                <a:lnTo>
                  <a:pt x="15" y="57"/>
                </a:lnTo>
                <a:lnTo>
                  <a:pt x="15" y="49"/>
                </a:lnTo>
                <a:moveTo>
                  <a:pt x="15" y="62"/>
                </a:moveTo>
                <a:lnTo>
                  <a:pt x="49" y="62"/>
                </a:lnTo>
                <a:lnTo>
                  <a:pt x="49" y="69"/>
                </a:lnTo>
                <a:lnTo>
                  <a:pt x="15" y="69"/>
                </a:lnTo>
                <a:lnTo>
                  <a:pt x="15" y="62"/>
                </a:lnTo>
                <a:moveTo>
                  <a:pt x="49" y="75"/>
                </a:moveTo>
                <a:lnTo>
                  <a:pt x="49" y="85"/>
                </a:lnTo>
                <a:lnTo>
                  <a:pt x="15" y="85"/>
                </a:lnTo>
                <a:lnTo>
                  <a:pt x="15" y="75"/>
                </a:lnTo>
                <a:lnTo>
                  <a:pt x="49" y="75"/>
                </a:lnTo>
                <a:moveTo>
                  <a:pt x="15" y="88"/>
                </a:moveTo>
                <a:lnTo>
                  <a:pt x="49" y="88"/>
                </a:lnTo>
                <a:lnTo>
                  <a:pt x="49" y="98"/>
                </a:lnTo>
                <a:lnTo>
                  <a:pt x="15" y="98"/>
                </a:lnTo>
                <a:lnTo>
                  <a:pt x="15" y="88"/>
                </a:lnTo>
                <a:moveTo>
                  <a:pt x="57" y="178"/>
                </a:moveTo>
                <a:lnTo>
                  <a:pt x="5" y="178"/>
                </a:lnTo>
                <a:lnTo>
                  <a:pt x="5" y="168"/>
                </a:lnTo>
                <a:lnTo>
                  <a:pt x="57" y="168"/>
                </a:lnTo>
                <a:lnTo>
                  <a:pt x="57" y="178"/>
                </a:lnTo>
                <a:moveTo>
                  <a:pt x="57" y="160"/>
                </a:moveTo>
                <a:lnTo>
                  <a:pt x="5" y="160"/>
                </a:lnTo>
                <a:lnTo>
                  <a:pt x="5" y="147"/>
                </a:lnTo>
                <a:lnTo>
                  <a:pt x="57" y="147"/>
                </a:lnTo>
                <a:lnTo>
                  <a:pt x="57" y="160"/>
                </a:lnTo>
                <a:moveTo>
                  <a:pt x="57" y="142"/>
                </a:moveTo>
                <a:lnTo>
                  <a:pt x="5" y="142"/>
                </a:lnTo>
                <a:lnTo>
                  <a:pt x="5" y="129"/>
                </a:lnTo>
                <a:lnTo>
                  <a:pt x="57" y="129"/>
                </a:lnTo>
                <a:lnTo>
                  <a:pt x="57" y="142"/>
                </a:lnTo>
                <a:moveTo>
                  <a:pt x="57" y="124"/>
                </a:moveTo>
                <a:lnTo>
                  <a:pt x="5" y="124"/>
                </a:lnTo>
                <a:lnTo>
                  <a:pt x="5" y="111"/>
                </a:lnTo>
                <a:lnTo>
                  <a:pt x="57" y="111"/>
                </a:lnTo>
                <a:lnTo>
                  <a:pt x="57" y="124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9" name="Freeform 546">
            <a:extLst>
              <a:ext uri="{FF2B5EF4-FFF2-40B4-BE49-F238E27FC236}">
                <a16:creationId xmlns:a16="http://schemas.microsoft.com/office/drawing/2014/main" id="{AE2E0AAA-F4CD-4EC7-89A7-32C5303B8647}"/>
              </a:ext>
            </a:extLst>
          </p:cNvPr>
          <p:cNvSpPr>
            <a:spLocks/>
          </p:cNvSpPr>
          <p:nvPr/>
        </p:nvSpPr>
        <p:spPr bwMode="auto">
          <a:xfrm>
            <a:off x="10781392" y="1050697"/>
            <a:ext cx="69850" cy="123825"/>
          </a:xfrm>
          <a:custGeom>
            <a:avLst/>
            <a:gdLst>
              <a:gd name="T0" fmla="*/ 13 w 44"/>
              <a:gd name="T1" fmla="*/ 0 h 78"/>
              <a:gd name="T2" fmla="*/ 0 w 44"/>
              <a:gd name="T3" fmla="*/ 0 h 78"/>
              <a:gd name="T4" fmla="*/ 0 w 44"/>
              <a:gd name="T5" fmla="*/ 78 h 78"/>
              <a:gd name="T6" fmla="*/ 13 w 44"/>
              <a:gd name="T7" fmla="*/ 78 h 78"/>
              <a:gd name="T8" fmla="*/ 18 w 44"/>
              <a:gd name="T9" fmla="*/ 78 h 78"/>
              <a:gd name="T10" fmla="*/ 21 w 44"/>
              <a:gd name="T11" fmla="*/ 78 h 78"/>
              <a:gd name="T12" fmla="*/ 23 w 44"/>
              <a:gd name="T13" fmla="*/ 78 h 78"/>
              <a:gd name="T14" fmla="*/ 31 w 44"/>
              <a:gd name="T15" fmla="*/ 78 h 78"/>
              <a:gd name="T16" fmla="*/ 39 w 44"/>
              <a:gd name="T17" fmla="*/ 78 h 78"/>
              <a:gd name="T18" fmla="*/ 44 w 44"/>
              <a:gd name="T19" fmla="*/ 78 h 78"/>
              <a:gd name="T20" fmla="*/ 44 w 44"/>
              <a:gd name="T21" fmla="*/ 46 h 78"/>
              <a:gd name="T22" fmla="*/ 44 w 44"/>
              <a:gd name="T23" fmla="*/ 31 h 78"/>
              <a:gd name="T24" fmla="*/ 39 w 44"/>
              <a:gd name="T25" fmla="*/ 31 h 78"/>
              <a:gd name="T26" fmla="*/ 39 w 44"/>
              <a:gd name="T27" fmla="*/ 46 h 78"/>
              <a:gd name="T28" fmla="*/ 31 w 44"/>
              <a:gd name="T29" fmla="*/ 46 h 78"/>
              <a:gd name="T30" fmla="*/ 31 w 44"/>
              <a:gd name="T31" fmla="*/ 15 h 78"/>
              <a:gd name="T32" fmla="*/ 18 w 44"/>
              <a:gd name="T33" fmla="*/ 15 h 78"/>
              <a:gd name="T34" fmla="*/ 18 w 44"/>
              <a:gd name="T35" fmla="*/ 26 h 78"/>
              <a:gd name="T36" fmla="*/ 13 w 44"/>
              <a:gd name="T37" fmla="*/ 26 h 78"/>
              <a:gd name="T38" fmla="*/ 13 w 44"/>
              <a:gd name="T3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4" h="78">
                <a:moveTo>
                  <a:pt x="13" y="0"/>
                </a:moveTo>
                <a:lnTo>
                  <a:pt x="0" y="0"/>
                </a:lnTo>
                <a:lnTo>
                  <a:pt x="0" y="78"/>
                </a:lnTo>
                <a:lnTo>
                  <a:pt x="13" y="78"/>
                </a:lnTo>
                <a:lnTo>
                  <a:pt x="18" y="78"/>
                </a:lnTo>
                <a:lnTo>
                  <a:pt x="21" y="78"/>
                </a:lnTo>
                <a:lnTo>
                  <a:pt x="23" y="78"/>
                </a:lnTo>
                <a:lnTo>
                  <a:pt x="31" y="78"/>
                </a:lnTo>
                <a:lnTo>
                  <a:pt x="39" y="78"/>
                </a:lnTo>
                <a:lnTo>
                  <a:pt x="44" y="78"/>
                </a:lnTo>
                <a:lnTo>
                  <a:pt x="44" y="46"/>
                </a:lnTo>
                <a:lnTo>
                  <a:pt x="44" y="31"/>
                </a:lnTo>
                <a:lnTo>
                  <a:pt x="39" y="31"/>
                </a:lnTo>
                <a:lnTo>
                  <a:pt x="39" y="46"/>
                </a:lnTo>
                <a:lnTo>
                  <a:pt x="31" y="46"/>
                </a:lnTo>
                <a:lnTo>
                  <a:pt x="31" y="15"/>
                </a:lnTo>
                <a:lnTo>
                  <a:pt x="18" y="15"/>
                </a:lnTo>
                <a:lnTo>
                  <a:pt x="18" y="26"/>
                </a:lnTo>
                <a:lnTo>
                  <a:pt x="13" y="26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0" name="Freeform 547">
            <a:extLst>
              <a:ext uri="{FF2B5EF4-FFF2-40B4-BE49-F238E27FC236}">
                <a16:creationId xmlns:a16="http://schemas.microsoft.com/office/drawing/2014/main" id="{E5B9A461-C4D8-4480-80A2-65ED1DB807D0}"/>
              </a:ext>
            </a:extLst>
          </p:cNvPr>
          <p:cNvSpPr>
            <a:spLocks/>
          </p:cNvSpPr>
          <p:nvPr/>
        </p:nvSpPr>
        <p:spPr bwMode="auto">
          <a:xfrm>
            <a:off x="10781392" y="1050697"/>
            <a:ext cx="69850" cy="123825"/>
          </a:xfrm>
          <a:custGeom>
            <a:avLst/>
            <a:gdLst>
              <a:gd name="T0" fmla="*/ 13 w 44"/>
              <a:gd name="T1" fmla="*/ 0 h 78"/>
              <a:gd name="T2" fmla="*/ 0 w 44"/>
              <a:gd name="T3" fmla="*/ 0 h 78"/>
              <a:gd name="T4" fmla="*/ 0 w 44"/>
              <a:gd name="T5" fmla="*/ 78 h 78"/>
              <a:gd name="T6" fmla="*/ 13 w 44"/>
              <a:gd name="T7" fmla="*/ 78 h 78"/>
              <a:gd name="T8" fmla="*/ 18 w 44"/>
              <a:gd name="T9" fmla="*/ 78 h 78"/>
              <a:gd name="T10" fmla="*/ 21 w 44"/>
              <a:gd name="T11" fmla="*/ 78 h 78"/>
              <a:gd name="T12" fmla="*/ 23 w 44"/>
              <a:gd name="T13" fmla="*/ 78 h 78"/>
              <a:gd name="T14" fmla="*/ 31 w 44"/>
              <a:gd name="T15" fmla="*/ 78 h 78"/>
              <a:gd name="T16" fmla="*/ 39 w 44"/>
              <a:gd name="T17" fmla="*/ 78 h 78"/>
              <a:gd name="T18" fmla="*/ 44 w 44"/>
              <a:gd name="T19" fmla="*/ 78 h 78"/>
              <a:gd name="T20" fmla="*/ 44 w 44"/>
              <a:gd name="T21" fmla="*/ 46 h 78"/>
              <a:gd name="T22" fmla="*/ 44 w 44"/>
              <a:gd name="T23" fmla="*/ 31 h 78"/>
              <a:gd name="T24" fmla="*/ 39 w 44"/>
              <a:gd name="T25" fmla="*/ 31 h 78"/>
              <a:gd name="T26" fmla="*/ 39 w 44"/>
              <a:gd name="T27" fmla="*/ 46 h 78"/>
              <a:gd name="T28" fmla="*/ 31 w 44"/>
              <a:gd name="T29" fmla="*/ 46 h 78"/>
              <a:gd name="T30" fmla="*/ 31 w 44"/>
              <a:gd name="T31" fmla="*/ 15 h 78"/>
              <a:gd name="T32" fmla="*/ 18 w 44"/>
              <a:gd name="T33" fmla="*/ 15 h 78"/>
              <a:gd name="T34" fmla="*/ 18 w 44"/>
              <a:gd name="T35" fmla="*/ 26 h 78"/>
              <a:gd name="T36" fmla="*/ 13 w 44"/>
              <a:gd name="T37" fmla="*/ 26 h 78"/>
              <a:gd name="T38" fmla="*/ 13 w 44"/>
              <a:gd name="T3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4" h="78">
                <a:moveTo>
                  <a:pt x="13" y="0"/>
                </a:moveTo>
                <a:lnTo>
                  <a:pt x="0" y="0"/>
                </a:lnTo>
                <a:lnTo>
                  <a:pt x="0" y="78"/>
                </a:lnTo>
                <a:lnTo>
                  <a:pt x="13" y="78"/>
                </a:lnTo>
                <a:lnTo>
                  <a:pt x="18" y="78"/>
                </a:lnTo>
                <a:lnTo>
                  <a:pt x="21" y="78"/>
                </a:lnTo>
                <a:lnTo>
                  <a:pt x="23" y="78"/>
                </a:lnTo>
                <a:lnTo>
                  <a:pt x="31" y="78"/>
                </a:lnTo>
                <a:lnTo>
                  <a:pt x="39" y="78"/>
                </a:lnTo>
                <a:lnTo>
                  <a:pt x="44" y="78"/>
                </a:lnTo>
                <a:lnTo>
                  <a:pt x="44" y="46"/>
                </a:lnTo>
                <a:lnTo>
                  <a:pt x="44" y="31"/>
                </a:lnTo>
                <a:lnTo>
                  <a:pt x="39" y="31"/>
                </a:lnTo>
                <a:lnTo>
                  <a:pt x="39" y="46"/>
                </a:lnTo>
                <a:lnTo>
                  <a:pt x="31" y="46"/>
                </a:lnTo>
                <a:lnTo>
                  <a:pt x="31" y="15"/>
                </a:lnTo>
                <a:lnTo>
                  <a:pt x="18" y="15"/>
                </a:lnTo>
                <a:lnTo>
                  <a:pt x="18" y="26"/>
                </a:lnTo>
                <a:lnTo>
                  <a:pt x="13" y="26"/>
                </a:lnTo>
                <a:lnTo>
                  <a:pt x="1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1" name="Freeform 548">
            <a:extLst>
              <a:ext uri="{FF2B5EF4-FFF2-40B4-BE49-F238E27FC236}">
                <a16:creationId xmlns:a16="http://schemas.microsoft.com/office/drawing/2014/main" id="{1550DF97-1860-4612-BC78-BADDDDD28616}"/>
              </a:ext>
            </a:extLst>
          </p:cNvPr>
          <p:cNvSpPr>
            <a:spLocks/>
          </p:cNvSpPr>
          <p:nvPr/>
        </p:nvSpPr>
        <p:spPr bwMode="auto">
          <a:xfrm>
            <a:off x="10605180" y="1050697"/>
            <a:ext cx="65088" cy="123825"/>
          </a:xfrm>
          <a:custGeom>
            <a:avLst/>
            <a:gdLst>
              <a:gd name="T0" fmla="*/ 41 w 41"/>
              <a:gd name="T1" fmla="*/ 0 h 78"/>
              <a:gd name="T2" fmla="*/ 28 w 41"/>
              <a:gd name="T3" fmla="*/ 0 h 78"/>
              <a:gd name="T4" fmla="*/ 28 w 41"/>
              <a:gd name="T5" fmla="*/ 26 h 78"/>
              <a:gd name="T6" fmla="*/ 23 w 41"/>
              <a:gd name="T7" fmla="*/ 26 h 78"/>
              <a:gd name="T8" fmla="*/ 23 w 41"/>
              <a:gd name="T9" fmla="*/ 15 h 78"/>
              <a:gd name="T10" fmla="*/ 13 w 41"/>
              <a:gd name="T11" fmla="*/ 15 h 78"/>
              <a:gd name="T12" fmla="*/ 13 w 41"/>
              <a:gd name="T13" fmla="*/ 46 h 78"/>
              <a:gd name="T14" fmla="*/ 3 w 41"/>
              <a:gd name="T15" fmla="*/ 46 h 78"/>
              <a:gd name="T16" fmla="*/ 3 w 41"/>
              <a:gd name="T17" fmla="*/ 31 h 78"/>
              <a:gd name="T18" fmla="*/ 0 w 41"/>
              <a:gd name="T19" fmla="*/ 31 h 78"/>
              <a:gd name="T20" fmla="*/ 0 w 41"/>
              <a:gd name="T21" fmla="*/ 46 h 78"/>
              <a:gd name="T22" fmla="*/ 0 w 41"/>
              <a:gd name="T23" fmla="*/ 78 h 78"/>
              <a:gd name="T24" fmla="*/ 3 w 41"/>
              <a:gd name="T25" fmla="*/ 78 h 78"/>
              <a:gd name="T26" fmla="*/ 13 w 41"/>
              <a:gd name="T27" fmla="*/ 78 h 78"/>
              <a:gd name="T28" fmla="*/ 18 w 41"/>
              <a:gd name="T29" fmla="*/ 78 h 78"/>
              <a:gd name="T30" fmla="*/ 23 w 41"/>
              <a:gd name="T31" fmla="*/ 78 h 78"/>
              <a:gd name="T32" fmla="*/ 23 w 41"/>
              <a:gd name="T33" fmla="*/ 78 h 78"/>
              <a:gd name="T34" fmla="*/ 28 w 41"/>
              <a:gd name="T35" fmla="*/ 78 h 78"/>
              <a:gd name="T36" fmla="*/ 41 w 41"/>
              <a:gd name="T37" fmla="*/ 78 h 78"/>
              <a:gd name="T38" fmla="*/ 41 w 41"/>
              <a:gd name="T3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1" h="78">
                <a:moveTo>
                  <a:pt x="41" y="0"/>
                </a:moveTo>
                <a:lnTo>
                  <a:pt x="28" y="0"/>
                </a:lnTo>
                <a:lnTo>
                  <a:pt x="28" y="26"/>
                </a:lnTo>
                <a:lnTo>
                  <a:pt x="23" y="26"/>
                </a:lnTo>
                <a:lnTo>
                  <a:pt x="23" y="15"/>
                </a:lnTo>
                <a:lnTo>
                  <a:pt x="13" y="15"/>
                </a:lnTo>
                <a:lnTo>
                  <a:pt x="13" y="46"/>
                </a:lnTo>
                <a:lnTo>
                  <a:pt x="3" y="46"/>
                </a:lnTo>
                <a:lnTo>
                  <a:pt x="3" y="31"/>
                </a:lnTo>
                <a:lnTo>
                  <a:pt x="0" y="31"/>
                </a:lnTo>
                <a:lnTo>
                  <a:pt x="0" y="46"/>
                </a:lnTo>
                <a:lnTo>
                  <a:pt x="0" y="78"/>
                </a:lnTo>
                <a:lnTo>
                  <a:pt x="3" y="78"/>
                </a:lnTo>
                <a:lnTo>
                  <a:pt x="13" y="78"/>
                </a:lnTo>
                <a:lnTo>
                  <a:pt x="18" y="78"/>
                </a:lnTo>
                <a:lnTo>
                  <a:pt x="23" y="78"/>
                </a:lnTo>
                <a:lnTo>
                  <a:pt x="23" y="78"/>
                </a:lnTo>
                <a:lnTo>
                  <a:pt x="28" y="78"/>
                </a:lnTo>
                <a:lnTo>
                  <a:pt x="41" y="78"/>
                </a:lnTo>
                <a:lnTo>
                  <a:pt x="4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2" name="Freeform 549">
            <a:extLst>
              <a:ext uri="{FF2B5EF4-FFF2-40B4-BE49-F238E27FC236}">
                <a16:creationId xmlns:a16="http://schemas.microsoft.com/office/drawing/2014/main" id="{B803839D-AA93-412B-B507-A641454C6AB5}"/>
              </a:ext>
            </a:extLst>
          </p:cNvPr>
          <p:cNvSpPr>
            <a:spLocks/>
          </p:cNvSpPr>
          <p:nvPr/>
        </p:nvSpPr>
        <p:spPr bwMode="auto">
          <a:xfrm>
            <a:off x="10605180" y="1050697"/>
            <a:ext cx="65088" cy="123825"/>
          </a:xfrm>
          <a:custGeom>
            <a:avLst/>
            <a:gdLst>
              <a:gd name="T0" fmla="*/ 41 w 41"/>
              <a:gd name="T1" fmla="*/ 0 h 78"/>
              <a:gd name="T2" fmla="*/ 28 w 41"/>
              <a:gd name="T3" fmla="*/ 0 h 78"/>
              <a:gd name="T4" fmla="*/ 28 w 41"/>
              <a:gd name="T5" fmla="*/ 26 h 78"/>
              <a:gd name="T6" fmla="*/ 23 w 41"/>
              <a:gd name="T7" fmla="*/ 26 h 78"/>
              <a:gd name="T8" fmla="*/ 23 w 41"/>
              <a:gd name="T9" fmla="*/ 15 h 78"/>
              <a:gd name="T10" fmla="*/ 13 w 41"/>
              <a:gd name="T11" fmla="*/ 15 h 78"/>
              <a:gd name="T12" fmla="*/ 13 w 41"/>
              <a:gd name="T13" fmla="*/ 46 h 78"/>
              <a:gd name="T14" fmla="*/ 3 w 41"/>
              <a:gd name="T15" fmla="*/ 46 h 78"/>
              <a:gd name="T16" fmla="*/ 3 w 41"/>
              <a:gd name="T17" fmla="*/ 31 h 78"/>
              <a:gd name="T18" fmla="*/ 0 w 41"/>
              <a:gd name="T19" fmla="*/ 31 h 78"/>
              <a:gd name="T20" fmla="*/ 0 w 41"/>
              <a:gd name="T21" fmla="*/ 46 h 78"/>
              <a:gd name="T22" fmla="*/ 0 w 41"/>
              <a:gd name="T23" fmla="*/ 78 h 78"/>
              <a:gd name="T24" fmla="*/ 3 w 41"/>
              <a:gd name="T25" fmla="*/ 78 h 78"/>
              <a:gd name="T26" fmla="*/ 13 w 41"/>
              <a:gd name="T27" fmla="*/ 78 h 78"/>
              <a:gd name="T28" fmla="*/ 18 w 41"/>
              <a:gd name="T29" fmla="*/ 78 h 78"/>
              <a:gd name="T30" fmla="*/ 23 w 41"/>
              <a:gd name="T31" fmla="*/ 78 h 78"/>
              <a:gd name="T32" fmla="*/ 23 w 41"/>
              <a:gd name="T33" fmla="*/ 78 h 78"/>
              <a:gd name="T34" fmla="*/ 28 w 41"/>
              <a:gd name="T35" fmla="*/ 78 h 78"/>
              <a:gd name="T36" fmla="*/ 41 w 41"/>
              <a:gd name="T37" fmla="*/ 78 h 78"/>
              <a:gd name="T38" fmla="*/ 41 w 41"/>
              <a:gd name="T3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1" h="78">
                <a:moveTo>
                  <a:pt x="41" y="0"/>
                </a:moveTo>
                <a:lnTo>
                  <a:pt x="28" y="0"/>
                </a:lnTo>
                <a:lnTo>
                  <a:pt x="28" y="26"/>
                </a:lnTo>
                <a:lnTo>
                  <a:pt x="23" y="26"/>
                </a:lnTo>
                <a:lnTo>
                  <a:pt x="23" y="15"/>
                </a:lnTo>
                <a:lnTo>
                  <a:pt x="13" y="15"/>
                </a:lnTo>
                <a:lnTo>
                  <a:pt x="13" y="46"/>
                </a:lnTo>
                <a:lnTo>
                  <a:pt x="3" y="46"/>
                </a:lnTo>
                <a:lnTo>
                  <a:pt x="3" y="31"/>
                </a:lnTo>
                <a:lnTo>
                  <a:pt x="0" y="31"/>
                </a:lnTo>
                <a:lnTo>
                  <a:pt x="0" y="46"/>
                </a:lnTo>
                <a:lnTo>
                  <a:pt x="0" y="78"/>
                </a:lnTo>
                <a:lnTo>
                  <a:pt x="3" y="78"/>
                </a:lnTo>
                <a:lnTo>
                  <a:pt x="13" y="78"/>
                </a:lnTo>
                <a:lnTo>
                  <a:pt x="18" y="78"/>
                </a:lnTo>
                <a:lnTo>
                  <a:pt x="23" y="78"/>
                </a:lnTo>
                <a:lnTo>
                  <a:pt x="23" y="78"/>
                </a:lnTo>
                <a:lnTo>
                  <a:pt x="28" y="78"/>
                </a:lnTo>
                <a:lnTo>
                  <a:pt x="41" y="78"/>
                </a:lnTo>
                <a:lnTo>
                  <a:pt x="4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3" name="Freeform 550">
            <a:extLst>
              <a:ext uri="{FF2B5EF4-FFF2-40B4-BE49-F238E27FC236}">
                <a16:creationId xmlns:a16="http://schemas.microsoft.com/office/drawing/2014/main" id="{0C226CBA-6ACF-4C27-B0FB-69D914019D24}"/>
              </a:ext>
            </a:extLst>
          </p:cNvPr>
          <p:cNvSpPr>
            <a:spLocks/>
          </p:cNvSpPr>
          <p:nvPr/>
        </p:nvSpPr>
        <p:spPr bwMode="auto">
          <a:xfrm>
            <a:off x="11387817" y="866547"/>
            <a:ext cx="53975" cy="52388"/>
          </a:xfrm>
          <a:custGeom>
            <a:avLst/>
            <a:gdLst>
              <a:gd name="T0" fmla="*/ 23 w 34"/>
              <a:gd name="T1" fmla="*/ 0 h 33"/>
              <a:gd name="T2" fmla="*/ 13 w 34"/>
              <a:gd name="T3" fmla="*/ 0 h 33"/>
              <a:gd name="T4" fmla="*/ 13 w 34"/>
              <a:gd name="T5" fmla="*/ 12 h 33"/>
              <a:gd name="T6" fmla="*/ 0 w 34"/>
              <a:gd name="T7" fmla="*/ 12 h 33"/>
              <a:gd name="T8" fmla="*/ 0 w 34"/>
              <a:gd name="T9" fmla="*/ 23 h 33"/>
              <a:gd name="T10" fmla="*/ 13 w 34"/>
              <a:gd name="T11" fmla="*/ 23 h 33"/>
              <a:gd name="T12" fmla="*/ 13 w 34"/>
              <a:gd name="T13" fmla="*/ 33 h 33"/>
              <a:gd name="T14" fmla="*/ 23 w 34"/>
              <a:gd name="T15" fmla="*/ 33 h 33"/>
              <a:gd name="T16" fmla="*/ 23 w 34"/>
              <a:gd name="T17" fmla="*/ 23 h 33"/>
              <a:gd name="T18" fmla="*/ 34 w 34"/>
              <a:gd name="T19" fmla="*/ 23 h 33"/>
              <a:gd name="T20" fmla="*/ 34 w 34"/>
              <a:gd name="T21" fmla="*/ 12 h 33"/>
              <a:gd name="T22" fmla="*/ 23 w 34"/>
              <a:gd name="T23" fmla="*/ 12 h 33"/>
              <a:gd name="T24" fmla="*/ 23 w 34"/>
              <a:gd name="T25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4" h="33">
                <a:moveTo>
                  <a:pt x="23" y="0"/>
                </a:moveTo>
                <a:lnTo>
                  <a:pt x="13" y="0"/>
                </a:lnTo>
                <a:lnTo>
                  <a:pt x="13" y="12"/>
                </a:lnTo>
                <a:lnTo>
                  <a:pt x="0" y="12"/>
                </a:lnTo>
                <a:lnTo>
                  <a:pt x="0" y="23"/>
                </a:lnTo>
                <a:lnTo>
                  <a:pt x="13" y="23"/>
                </a:lnTo>
                <a:lnTo>
                  <a:pt x="13" y="33"/>
                </a:lnTo>
                <a:lnTo>
                  <a:pt x="23" y="33"/>
                </a:lnTo>
                <a:lnTo>
                  <a:pt x="23" y="23"/>
                </a:lnTo>
                <a:lnTo>
                  <a:pt x="34" y="23"/>
                </a:lnTo>
                <a:lnTo>
                  <a:pt x="34" y="12"/>
                </a:lnTo>
                <a:lnTo>
                  <a:pt x="23" y="12"/>
                </a:lnTo>
                <a:lnTo>
                  <a:pt x="2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4" name="Freeform 551">
            <a:extLst>
              <a:ext uri="{FF2B5EF4-FFF2-40B4-BE49-F238E27FC236}">
                <a16:creationId xmlns:a16="http://schemas.microsoft.com/office/drawing/2014/main" id="{BB53516B-F23C-4C94-9796-77D0D23B1117}"/>
              </a:ext>
            </a:extLst>
          </p:cNvPr>
          <p:cNvSpPr>
            <a:spLocks/>
          </p:cNvSpPr>
          <p:nvPr/>
        </p:nvSpPr>
        <p:spPr bwMode="auto">
          <a:xfrm>
            <a:off x="11408455" y="1009422"/>
            <a:ext cx="7938" cy="4763"/>
          </a:xfrm>
          <a:custGeom>
            <a:avLst/>
            <a:gdLst>
              <a:gd name="T0" fmla="*/ 1 w 2"/>
              <a:gd name="T1" fmla="*/ 0 h 1"/>
              <a:gd name="T2" fmla="*/ 1 w 2"/>
              <a:gd name="T3" fmla="*/ 0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0 h 1"/>
              <a:gd name="T10" fmla="*/ 1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0"/>
                  <a:pt x="2" y="0"/>
                  <a:pt x="2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5" name="Oval 552">
            <a:extLst>
              <a:ext uri="{FF2B5EF4-FFF2-40B4-BE49-F238E27FC236}">
                <a16:creationId xmlns:a16="http://schemas.microsoft.com/office/drawing/2014/main" id="{A6577CC5-3537-4533-AE90-098031394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1014184"/>
            <a:ext cx="3175" cy="158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6" name="Oval 553">
            <a:extLst>
              <a:ext uri="{FF2B5EF4-FFF2-40B4-BE49-F238E27FC236}">
                <a16:creationId xmlns:a16="http://schemas.microsoft.com/office/drawing/2014/main" id="{A392CDA4-6F4C-47B9-A769-A75F44A78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960209"/>
            <a:ext cx="7938" cy="47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7" name="Freeform 554">
            <a:extLst>
              <a:ext uri="{FF2B5EF4-FFF2-40B4-BE49-F238E27FC236}">
                <a16:creationId xmlns:a16="http://schemas.microsoft.com/office/drawing/2014/main" id="{3C3603A1-7406-4285-B4AE-A39FFF305E87}"/>
              </a:ext>
            </a:extLst>
          </p:cNvPr>
          <p:cNvSpPr>
            <a:spLocks/>
          </p:cNvSpPr>
          <p:nvPr/>
        </p:nvSpPr>
        <p:spPr bwMode="auto">
          <a:xfrm>
            <a:off x="11416392" y="1004659"/>
            <a:ext cx="7938" cy="4763"/>
          </a:xfrm>
          <a:custGeom>
            <a:avLst/>
            <a:gdLst>
              <a:gd name="T0" fmla="*/ 0 w 2"/>
              <a:gd name="T1" fmla="*/ 1 h 1"/>
              <a:gd name="T2" fmla="*/ 0 w 2"/>
              <a:gd name="T3" fmla="*/ 1 h 1"/>
              <a:gd name="T4" fmla="*/ 0 w 2"/>
              <a:gd name="T5" fmla="*/ 1 h 1"/>
              <a:gd name="T6" fmla="*/ 2 w 2"/>
              <a:gd name="T7" fmla="*/ 0 h 1"/>
              <a:gd name="T8" fmla="*/ 1 w 2"/>
              <a:gd name="T9" fmla="*/ 0 h 1"/>
              <a:gd name="T10" fmla="*/ 1 w 2"/>
              <a:gd name="T11" fmla="*/ 0 h 1"/>
              <a:gd name="T12" fmla="*/ 0 w 2"/>
              <a:gd name="T13" fmla="*/ 0 h 1"/>
              <a:gd name="T14" fmla="*/ 0 w 2"/>
              <a:gd name="T1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8" name="Freeform 555">
            <a:extLst>
              <a:ext uri="{FF2B5EF4-FFF2-40B4-BE49-F238E27FC236}">
                <a16:creationId xmlns:a16="http://schemas.microsoft.com/office/drawing/2014/main" id="{D0CF4855-D1C7-4F46-A383-D510370EE43C}"/>
              </a:ext>
            </a:extLst>
          </p:cNvPr>
          <p:cNvSpPr>
            <a:spLocks/>
          </p:cNvSpPr>
          <p:nvPr/>
        </p:nvSpPr>
        <p:spPr bwMode="auto">
          <a:xfrm>
            <a:off x="11403692" y="993547"/>
            <a:ext cx="12700" cy="3175"/>
          </a:xfrm>
          <a:custGeom>
            <a:avLst/>
            <a:gdLst>
              <a:gd name="T0" fmla="*/ 2 w 3"/>
              <a:gd name="T1" fmla="*/ 0 h 1"/>
              <a:gd name="T2" fmla="*/ 0 w 3"/>
              <a:gd name="T3" fmla="*/ 1 h 1"/>
              <a:gd name="T4" fmla="*/ 3 w 3"/>
              <a:gd name="T5" fmla="*/ 1 h 1"/>
              <a:gd name="T6" fmla="*/ 2 w 3"/>
              <a:gd name="T7" fmla="*/ 0 h 1"/>
              <a:gd name="T8" fmla="*/ 2 w 3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1">
                <a:moveTo>
                  <a:pt x="2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1"/>
                  <a:pt x="3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9" name="Freeform 556">
            <a:extLst>
              <a:ext uri="{FF2B5EF4-FFF2-40B4-BE49-F238E27FC236}">
                <a16:creationId xmlns:a16="http://schemas.microsoft.com/office/drawing/2014/main" id="{27637130-E405-4088-9452-FE58F5A4836C}"/>
              </a:ext>
            </a:extLst>
          </p:cNvPr>
          <p:cNvSpPr>
            <a:spLocks/>
          </p:cNvSpPr>
          <p:nvPr/>
        </p:nvSpPr>
        <p:spPr bwMode="auto">
          <a:xfrm>
            <a:off x="11416392" y="1009422"/>
            <a:ext cx="7938" cy="4763"/>
          </a:xfrm>
          <a:custGeom>
            <a:avLst/>
            <a:gdLst>
              <a:gd name="T0" fmla="*/ 0 w 2"/>
              <a:gd name="T1" fmla="*/ 1 h 1"/>
              <a:gd name="T2" fmla="*/ 2 w 2"/>
              <a:gd name="T3" fmla="*/ 0 h 1"/>
              <a:gd name="T4" fmla="*/ 1 w 2"/>
              <a:gd name="T5" fmla="*/ 0 h 1"/>
              <a:gd name="T6" fmla="*/ 0 w 2"/>
              <a:gd name="T7" fmla="*/ 0 h 1"/>
              <a:gd name="T8" fmla="*/ 0 w 2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0" y="1"/>
                </a:moveTo>
                <a:cubicBezTo>
                  <a:pt x="1" y="1"/>
                  <a:pt x="2" y="1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0" name="Freeform 557">
            <a:extLst>
              <a:ext uri="{FF2B5EF4-FFF2-40B4-BE49-F238E27FC236}">
                <a16:creationId xmlns:a16="http://schemas.microsoft.com/office/drawing/2014/main" id="{46EEBBD9-7057-4D8D-BEED-03CA358F2A7C}"/>
              </a:ext>
            </a:extLst>
          </p:cNvPr>
          <p:cNvSpPr>
            <a:spLocks/>
          </p:cNvSpPr>
          <p:nvPr/>
        </p:nvSpPr>
        <p:spPr bwMode="auto">
          <a:xfrm>
            <a:off x="11416392" y="1014184"/>
            <a:ext cx="4763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0 w 1"/>
              <a:gd name="T4" fmla="*/ 0 w 1"/>
              <a:gd name="T5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1" name="Freeform 558">
            <a:extLst>
              <a:ext uri="{FF2B5EF4-FFF2-40B4-BE49-F238E27FC236}">
                <a16:creationId xmlns:a16="http://schemas.microsoft.com/office/drawing/2014/main" id="{2D9D58EF-D4BD-4374-BA55-5879205B54EA}"/>
              </a:ext>
            </a:extLst>
          </p:cNvPr>
          <p:cNvSpPr>
            <a:spLocks/>
          </p:cNvSpPr>
          <p:nvPr/>
        </p:nvSpPr>
        <p:spPr bwMode="auto">
          <a:xfrm>
            <a:off x="11408455" y="996722"/>
            <a:ext cx="7938" cy="7938"/>
          </a:xfrm>
          <a:custGeom>
            <a:avLst/>
            <a:gdLst>
              <a:gd name="T0" fmla="*/ 1 w 2"/>
              <a:gd name="T1" fmla="*/ 0 h 2"/>
              <a:gd name="T2" fmla="*/ 1 w 2"/>
              <a:gd name="T3" fmla="*/ 0 h 2"/>
              <a:gd name="T4" fmla="*/ 0 w 2"/>
              <a:gd name="T5" fmla="*/ 1 h 2"/>
              <a:gd name="T6" fmla="*/ 2 w 2"/>
              <a:gd name="T7" fmla="*/ 2 h 2"/>
              <a:gd name="T8" fmla="*/ 2 w 2"/>
              <a:gd name="T9" fmla="*/ 0 h 2"/>
              <a:gd name="T10" fmla="*/ 1 w 2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2"/>
                  <a:pt x="2" y="2"/>
                </a:cubicBezTo>
                <a:cubicBezTo>
                  <a:pt x="2" y="0"/>
                  <a:pt x="2" y="0"/>
                  <a:pt x="2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2" name="Freeform 559">
            <a:extLst>
              <a:ext uri="{FF2B5EF4-FFF2-40B4-BE49-F238E27FC236}">
                <a16:creationId xmlns:a16="http://schemas.microsoft.com/office/drawing/2014/main" id="{99B4A9AC-0067-4AB1-9A6D-174C98FEB0F1}"/>
              </a:ext>
            </a:extLst>
          </p:cNvPr>
          <p:cNvSpPr>
            <a:spLocks/>
          </p:cNvSpPr>
          <p:nvPr/>
        </p:nvSpPr>
        <p:spPr bwMode="auto">
          <a:xfrm>
            <a:off x="11408455" y="1004659"/>
            <a:ext cx="7938" cy="4763"/>
          </a:xfrm>
          <a:custGeom>
            <a:avLst/>
            <a:gdLst>
              <a:gd name="T0" fmla="*/ 1 w 2"/>
              <a:gd name="T1" fmla="*/ 0 h 1"/>
              <a:gd name="T2" fmla="*/ 1 w 2"/>
              <a:gd name="T3" fmla="*/ 0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0 h 1"/>
              <a:gd name="T10" fmla="*/ 1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0"/>
                  <a:pt x="2" y="0"/>
                  <a:pt x="2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3" name="Freeform 560">
            <a:extLst>
              <a:ext uri="{FF2B5EF4-FFF2-40B4-BE49-F238E27FC236}">
                <a16:creationId xmlns:a16="http://schemas.microsoft.com/office/drawing/2014/main" id="{A8C566E5-CF68-4FD9-927A-38D3811D53F3}"/>
              </a:ext>
            </a:extLst>
          </p:cNvPr>
          <p:cNvSpPr>
            <a:spLocks/>
          </p:cNvSpPr>
          <p:nvPr/>
        </p:nvSpPr>
        <p:spPr bwMode="auto">
          <a:xfrm>
            <a:off x="11416392" y="996722"/>
            <a:ext cx="7938" cy="7938"/>
          </a:xfrm>
          <a:custGeom>
            <a:avLst/>
            <a:gdLst>
              <a:gd name="T0" fmla="*/ 2 w 2"/>
              <a:gd name="T1" fmla="*/ 1 h 2"/>
              <a:gd name="T2" fmla="*/ 1 w 2"/>
              <a:gd name="T3" fmla="*/ 0 h 2"/>
              <a:gd name="T4" fmla="*/ 1 w 2"/>
              <a:gd name="T5" fmla="*/ 0 h 2"/>
              <a:gd name="T6" fmla="*/ 0 w 2"/>
              <a:gd name="T7" fmla="*/ 0 h 2"/>
              <a:gd name="T8" fmla="*/ 0 w 2"/>
              <a:gd name="T9" fmla="*/ 2 h 2"/>
              <a:gd name="T10" fmla="*/ 2 w 2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2" y="1"/>
                </a:moveTo>
                <a:cubicBezTo>
                  <a:pt x="2" y="1"/>
                  <a:pt x="2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2" y="1"/>
                  <a:pt x="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4" name="Freeform 561">
            <a:extLst>
              <a:ext uri="{FF2B5EF4-FFF2-40B4-BE49-F238E27FC236}">
                <a16:creationId xmlns:a16="http://schemas.microsoft.com/office/drawing/2014/main" id="{7A7FC9A9-8FB8-4229-A45B-6946CB21718A}"/>
              </a:ext>
            </a:extLst>
          </p:cNvPr>
          <p:cNvSpPr>
            <a:spLocks noEditPoints="1"/>
          </p:cNvSpPr>
          <p:nvPr/>
        </p:nvSpPr>
        <p:spPr bwMode="auto">
          <a:xfrm>
            <a:off x="11364005" y="833209"/>
            <a:ext cx="106363" cy="315913"/>
          </a:xfrm>
          <a:custGeom>
            <a:avLst/>
            <a:gdLst>
              <a:gd name="T0" fmla="*/ 0 w 26"/>
              <a:gd name="T1" fmla="*/ 0 h 77"/>
              <a:gd name="T2" fmla="*/ 26 w 26"/>
              <a:gd name="T3" fmla="*/ 77 h 77"/>
              <a:gd name="T4" fmla="*/ 19 w 26"/>
              <a:gd name="T5" fmla="*/ 37 h 77"/>
              <a:gd name="T6" fmla="*/ 15 w 26"/>
              <a:gd name="T7" fmla="*/ 36 h 77"/>
              <a:gd name="T8" fmla="*/ 14 w 26"/>
              <a:gd name="T9" fmla="*/ 36 h 77"/>
              <a:gd name="T10" fmla="*/ 13 w 26"/>
              <a:gd name="T11" fmla="*/ 39 h 77"/>
              <a:gd name="T12" fmla="*/ 14 w 26"/>
              <a:gd name="T13" fmla="*/ 37 h 77"/>
              <a:gd name="T14" fmla="*/ 16 w 26"/>
              <a:gd name="T15" fmla="*/ 38 h 77"/>
              <a:gd name="T16" fmla="*/ 16 w 26"/>
              <a:gd name="T17" fmla="*/ 40 h 77"/>
              <a:gd name="T18" fmla="*/ 16 w 26"/>
              <a:gd name="T19" fmla="*/ 41 h 77"/>
              <a:gd name="T20" fmla="*/ 15 w 26"/>
              <a:gd name="T21" fmla="*/ 42 h 77"/>
              <a:gd name="T22" fmla="*/ 15 w 26"/>
              <a:gd name="T23" fmla="*/ 43 h 77"/>
              <a:gd name="T24" fmla="*/ 14 w 26"/>
              <a:gd name="T25" fmla="*/ 44 h 77"/>
              <a:gd name="T26" fmla="*/ 13 w 26"/>
              <a:gd name="T27" fmla="*/ 46 h 77"/>
              <a:gd name="T28" fmla="*/ 13 w 26"/>
              <a:gd name="T29" fmla="*/ 45 h 77"/>
              <a:gd name="T30" fmla="*/ 12 w 26"/>
              <a:gd name="T31" fmla="*/ 44 h 77"/>
              <a:gd name="T32" fmla="*/ 12 w 26"/>
              <a:gd name="T33" fmla="*/ 43 h 77"/>
              <a:gd name="T34" fmla="*/ 12 w 26"/>
              <a:gd name="T35" fmla="*/ 42 h 77"/>
              <a:gd name="T36" fmla="*/ 12 w 26"/>
              <a:gd name="T37" fmla="*/ 40 h 77"/>
              <a:gd name="T38" fmla="*/ 12 w 26"/>
              <a:gd name="T39" fmla="*/ 39 h 77"/>
              <a:gd name="T40" fmla="*/ 12 w 26"/>
              <a:gd name="T41" fmla="*/ 37 h 77"/>
              <a:gd name="T42" fmla="*/ 10 w 26"/>
              <a:gd name="T43" fmla="*/ 38 h 77"/>
              <a:gd name="T44" fmla="*/ 12 w 26"/>
              <a:gd name="T45" fmla="*/ 36 h 77"/>
              <a:gd name="T46" fmla="*/ 12 w 26"/>
              <a:gd name="T47" fmla="*/ 36 h 77"/>
              <a:gd name="T48" fmla="*/ 11 w 26"/>
              <a:gd name="T49" fmla="*/ 37 h 77"/>
              <a:gd name="T50" fmla="*/ 3 w 26"/>
              <a:gd name="T51" fmla="*/ 34 h 77"/>
              <a:gd name="T52" fmla="*/ 11 w 26"/>
              <a:gd name="T53" fmla="*/ 34 h 77"/>
              <a:gd name="T54" fmla="*/ 12 w 26"/>
              <a:gd name="T55" fmla="*/ 34 h 77"/>
              <a:gd name="T56" fmla="*/ 10 w 26"/>
              <a:gd name="T57" fmla="*/ 32 h 77"/>
              <a:gd name="T58" fmla="*/ 15 w 26"/>
              <a:gd name="T59" fmla="*/ 32 h 77"/>
              <a:gd name="T60" fmla="*/ 14 w 26"/>
              <a:gd name="T61" fmla="*/ 34 h 77"/>
              <a:gd name="T62" fmla="*/ 15 w 26"/>
              <a:gd name="T63" fmla="*/ 34 h 77"/>
              <a:gd name="T64" fmla="*/ 23 w 26"/>
              <a:gd name="T65" fmla="*/ 34 h 77"/>
              <a:gd name="T66" fmla="*/ 13 w 26"/>
              <a:gd name="T67" fmla="*/ 26 h 77"/>
              <a:gd name="T68" fmla="*/ 13 w 26"/>
              <a:gd name="T69" fmla="*/ 4 h 77"/>
              <a:gd name="T70" fmla="*/ 13 w 26"/>
              <a:gd name="T71" fmla="*/ 2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" h="77">
                <a:moveTo>
                  <a:pt x="2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77"/>
                  <a:pt x="0" y="77"/>
                  <a:pt x="0" y="77"/>
                </a:cubicBezTo>
                <a:cubicBezTo>
                  <a:pt x="26" y="77"/>
                  <a:pt x="26" y="77"/>
                  <a:pt x="26" y="77"/>
                </a:cubicBezTo>
                <a:lnTo>
                  <a:pt x="26" y="0"/>
                </a:lnTo>
                <a:close/>
                <a:moveTo>
                  <a:pt x="19" y="37"/>
                </a:moveTo>
                <a:cubicBezTo>
                  <a:pt x="19" y="37"/>
                  <a:pt x="17" y="38"/>
                  <a:pt x="15" y="37"/>
                </a:cubicBezTo>
                <a:cubicBezTo>
                  <a:pt x="15" y="36"/>
                  <a:pt x="15" y="36"/>
                  <a:pt x="15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9"/>
                  <a:pt x="13" y="39"/>
                  <a:pt x="13" y="39"/>
                </a:cubicBezTo>
                <a:cubicBezTo>
                  <a:pt x="15" y="39"/>
                  <a:pt x="16" y="38"/>
                  <a:pt x="16" y="38"/>
                </a:cubicBezTo>
                <a:cubicBezTo>
                  <a:pt x="16" y="38"/>
                  <a:pt x="15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7"/>
                  <a:pt x="16" y="38"/>
                  <a:pt x="16" y="38"/>
                </a:cubicBezTo>
                <a:cubicBezTo>
                  <a:pt x="16" y="38"/>
                  <a:pt x="15" y="39"/>
                  <a:pt x="14" y="39"/>
                </a:cubicBezTo>
                <a:cubicBezTo>
                  <a:pt x="15" y="39"/>
                  <a:pt x="16" y="39"/>
                  <a:pt x="16" y="40"/>
                </a:cubicBezTo>
                <a:cubicBezTo>
                  <a:pt x="16" y="40"/>
                  <a:pt x="15" y="40"/>
                  <a:pt x="14" y="40"/>
                </a:cubicBezTo>
                <a:cubicBezTo>
                  <a:pt x="15" y="41"/>
                  <a:pt x="16" y="41"/>
                  <a:pt x="16" y="41"/>
                </a:cubicBezTo>
                <a:cubicBezTo>
                  <a:pt x="16" y="41"/>
                  <a:pt x="15" y="42"/>
                  <a:pt x="14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3"/>
                  <a:pt x="15" y="43"/>
                  <a:pt x="14" y="43"/>
                </a:cubicBezTo>
                <a:cubicBezTo>
                  <a:pt x="14" y="43"/>
                  <a:pt x="15" y="43"/>
                  <a:pt x="15" y="43"/>
                </a:cubicBezTo>
                <a:cubicBezTo>
                  <a:pt x="15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5"/>
                  <a:pt x="13" y="45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5"/>
                  <a:pt x="13" y="45"/>
                  <a:pt x="13" y="45"/>
                </a:cubicBezTo>
                <a:cubicBezTo>
                  <a:pt x="12" y="45"/>
                  <a:pt x="11" y="44"/>
                  <a:pt x="11" y="44"/>
                </a:cubicBezTo>
                <a:cubicBezTo>
                  <a:pt x="11" y="44"/>
                  <a:pt x="12" y="44"/>
                  <a:pt x="12" y="44"/>
                </a:cubicBezTo>
                <a:cubicBezTo>
                  <a:pt x="12" y="44"/>
                  <a:pt x="11" y="44"/>
                  <a:pt x="11" y="43"/>
                </a:cubicBezTo>
                <a:cubicBezTo>
                  <a:pt x="11" y="43"/>
                  <a:pt x="11" y="43"/>
                  <a:pt x="12" y="43"/>
                </a:cubicBezTo>
                <a:cubicBezTo>
                  <a:pt x="11" y="43"/>
                  <a:pt x="11" y="43"/>
                  <a:pt x="11" y="42"/>
                </a:cubicBezTo>
                <a:cubicBezTo>
                  <a:pt x="11" y="42"/>
                  <a:pt x="11" y="42"/>
                  <a:pt x="12" y="42"/>
                </a:cubicBezTo>
                <a:cubicBezTo>
                  <a:pt x="11" y="42"/>
                  <a:pt x="10" y="41"/>
                  <a:pt x="10" y="41"/>
                </a:cubicBezTo>
                <a:cubicBezTo>
                  <a:pt x="10" y="41"/>
                  <a:pt x="11" y="40"/>
                  <a:pt x="12" y="40"/>
                </a:cubicBezTo>
                <a:cubicBezTo>
                  <a:pt x="11" y="40"/>
                  <a:pt x="10" y="40"/>
                  <a:pt x="10" y="40"/>
                </a:cubicBezTo>
                <a:cubicBezTo>
                  <a:pt x="10" y="39"/>
                  <a:pt x="11" y="39"/>
                  <a:pt x="12" y="39"/>
                </a:cubicBezTo>
                <a:cubicBezTo>
                  <a:pt x="10" y="39"/>
                  <a:pt x="10" y="38"/>
                  <a:pt x="10" y="38"/>
                </a:cubicBezTo>
                <a:cubicBezTo>
                  <a:pt x="10" y="38"/>
                  <a:pt x="11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0" y="38"/>
                  <a:pt x="10" y="38"/>
                </a:cubicBezTo>
                <a:cubicBezTo>
                  <a:pt x="10" y="38"/>
                  <a:pt x="11" y="39"/>
                  <a:pt x="12" y="39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7"/>
                  <a:pt x="11" y="37"/>
                  <a:pt x="11" y="37"/>
                </a:cubicBezTo>
                <a:cubicBezTo>
                  <a:pt x="9" y="38"/>
                  <a:pt x="7" y="37"/>
                  <a:pt x="7" y="37"/>
                </a:cubicBezTo>
                <a:cubicBezTo>
                  <a:pt x="3" y="37"/>
                  <a:pt x="3" y="34"/>
                  <a:pt x="3" y="34"/>
                </a:cubicBezTo>
                <a:cubicBezTo>
                  <a:pt x="4" y="35"/>
                  <a:pt x="6" y="34"/>
                  <a:pt x="6" y="34"/>
                </a:cubicBezTo>
                <a:cubicBezTo>
                  <a:pt x="8" y="31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1" y="33"/>
                  <a:pt x="10" y="33"/>
                  <a:pt x="10" y="32"/>
                </a:cubicBezTo>
                <a:cubicBezTo>
                  <a:pt x="10" y="30"/>
                  <a:pt x="12" y="29"/>
                  <a:pt x="13" y="29"/>
                </a:cubicBezTo>
                <a:cubicBezTo>
                  <a:pt x="14" y="29"/>
                  <a:pt x="15" y="30"/>
                  <a:pt x="15" y="32"/>
                </a:cubicBezTo>
                <a:cubicBezTo>
                  <a:pt x="15" y="33"/>
                  <a:pt x="15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7" y="31"/>
                  <a:pt x="20" y="34"/>
                </a:cubicBezTo>
                <a:cubicBezTo>
                  <a:pt x="20" y="34"/>
                  <a:pt x="22" y="35"/>
                  <a:pt x="23" y="34"/>
                </a:cubicBezTo>
                <a:cubicBezTo>
                  <a:pt x="23" y="34"/>
                  <a:pt x="23" y="37"/>
                  <a:pt x="19" y="37"/>
                </a:cubicBezTo>
                <a:close/>
                <a:moveTo>
                  <a:pt x="13" y="26"/>
                </a:moveTo>
                <a:cubicBezTo>
                  <a:pt x="7" y="26"/>
                  <a:pt x="2" y="21"/>
                  <a:pt x="2" y="15"/>
                </a:cubicBezTo>
                <a:cubicBezTo>
                  <a:pt x="2" y="9"/>
                  <a:pt x="7" y="4"/>
                  <a:pt x="13" y="4"/>
                </a:cubicBezTo>
                <a:cubicBezTo>
                  <a:pt x="19" y="4"/>
                  <a:pt x="24" y="9"/>
                  <a:pt x="24" y="15"/>
                </a:cubicBezTo>
                <a:cubicBezTo>
                  <a:pt x="24" y="21"/>
                  <a:pt x="19" y="26"/>
                  <a:pt x="13" y="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5" name="Freeform 562">
            <a:extLst>
              <a:ext uri="{FF2B5EF4-FFF2-40B4-BE49-F238E27FC236}">
                <a16:creationId xmlns:a16="http://schemas.microsoft.com/office/drawing/2014/main" id="{27180B97-C300-4468-8320-56B392EF479C}"/>
              </a:ext>
            </a:extLst>
          </p:cNvPr>
          <p:cNvSpPr>
            <a:spLocks/>
          </p:cNvSpPr>
          <p:nvPr/>
        </p:nvSpPr>
        <p:spPr bwMode="auto">
          <a:xfrm>
            <a:off x="11416392" y="993547"/>
            <a:ext cx="7938" cy="3175"/>
          </a:xfrm>
          <a:custGeom>
            <a:avLst/>
            <a:gdLst>
              <a:gd name="T0" fmla="*/ 2 w 2"/>
              <a:gd name="T1" fmla="*/ 1 h 1"/>
              <a:gd name="T2" fmla="*/ 1 w 2"/>
              <a:gd name="T3" fmla="*/ 0 h 1"/>
              <a:gd name="T4" fmla="*/ 0 w 2"/>
              <a:gd name="T5" fmla="*/ 0 h 1"/>
              <a:gd name="T6" fmla="*/ 0 w 2"/>
              <a:gd name="T7" fmla="*/ 1 h 1"/>
              <a:gd name="T8" fmla="*/ 2 w 2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2" y="0"/>
                  <a:pt x="2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2" y="1"/>
                  <a:pt x="2" y="1"/>
                  <a:pt x="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6" name="Rectangle 563">
            <a:extLst>
              <a:ext uri="{FF2B5EF4-FFF2-40B4-BE49-F238E27FC236}">
                <a16:creationId xmlns:a16="http://schemas.microsoft.com/office/drawing/2014/main" id="{49FF5904-ADC5-49B1-A6B3-BE51471E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4330" y="972909"/>
            <a:ext cx="158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7" name="Rectangle 564">
            <a:extLst>
              <a:ext uri="{FF2B5EF4-FFF2-40B4-BE49-F238E27FC236}">
                <a16:creationId xmlns:a16="http://schemas.microsoft.com/office/drawing/2014/main" id="{2D018BEF-6167-4DA2-BC45-C2DEF9267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1155" y="972909"/>
            <a:ext cx="158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8" name="Rectangle 565">
            <a:extLst>
              <a:ext uri="{FF2B5EF4-FFF2-40B4-BE49-F238E27FC236}">
                <a16:creationId xmlns:a16="http://schemas.microsoft.com/office/drawing/2014/main" id="{8FED5B0D-B6B3-45BB-80AB-29D4170A3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08455" y="972909"/>
            <a:ext cx="158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9" name="Rectangle 566">
            <a:extLst>
              <a:ext uri="{FF2B5EF4-FFF2-40B4-BE49-F238E27FC236}">
                <a16:creationId xmlns:a16="http://schemas.microsoft.com/office/drawing/2014/main" id="{B3DD0CF3-BEFF-4A52-99EF-FEC24EE68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972909"/>
            <a:ext cx="158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0" name="Rectangle 567">
            <a:extLst>
              <a:ext uri="{FF2B5EF4-FFF2-40B4-BE49-F238E27FC236}">
                <a16:creationId xmlns:a16="http://schemas.microsoft.com/office/drawing/2014/main" id="{7CE04E09-00FC-40B4-B393-29CCAF012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980847"/>
            <a:ext cx="3175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1" name="Freeform 568">
            <a:extLst>
              <a:ext uri="{FF2B5EF4-FFF2-40B4-BE49-F238E27FC236}">
                <a16:creationId xmlns:a16="http://schemas.microsoft.com/office/drawing/2014/main" id="{D43D1F44-9D71-433C-87F6-8C10D53C711B}"/>
              </a:ext>
            </a:extLst>
          </p:cNvPr>
          <p:cNvSpPr>
            <a:spLocks/>
          </p:cNvSpPr>
          <p:nvPr/>
        </p:nvSpPr>
        <p:spPr bwMode="auto">
          <a:xfrm>
            <a:off x="11413217" y="993547"/>
            <a:ext cx="3175" cy="0"/>
          </a:xfrm>
          <a:custGeom>
            <a:avLst/>
            <a:gdLst>
              <a:gd name="T0" fmla="*/ 0 w 2"/>
              <a:gd name="T1" fmla="*/ 0 w 2"/>
              <a:gd name="T2" fmla="*/ 2 w 2"/>
              <a:gd name="T3" fmla="*/ 2 w 2"/>
              <a:gd name="T4" fmla="*/ 2 w 2"/>
              <a:gd name="T5" fmla="*/ 2 w 2"/>
              <a:gd name="T6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2" name="Freeform 569">
            <a:extLst>
              <a:ext uri="{FF2B5EF4-FFF2-40B4-BE49-F238E27FC236}">
                <a16:creationId xmlns:a16="http://schemas.microsoft.com/office/drawing/2014/main" id="{E249428A-0B85-4073-A68E-CBF3A13CD1B2}"/>
              </a:ext>
            </a:extLst>
          </p:cNvPr>
          <p:cNvSpPr>
            <a:spLocks/>
          </p:cNvSpPr>
          <p:nvPr/>
        </p:nvSpPr>
        <p:spPr bwMode="auto">
          <a:xfrm>
            <a:off x="11416392" y="9967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3" name="Rectangle 570">
            <a:extLst>
              <a:ext uri="{FF2B5EF4-FFF2-40B4-BE49-F238E27FC236}">
                <a16:creationId xmlns:a16="http://schemas.microsoft.com/office/drawing/2014/main" id="{58E22294-4A74-4E6E-990A-247748293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993547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4" name="Rectangle 571">
            <a:extLst>
              <a:ext uri="{FF2B5EF4-FFF2-40B4-BE49-F238E27FC236}">
                <a16:creationId xmlns:a16="http://schemas.microsoft.com/office/drawing/2014/main" id="{35F26D28-C83A-48A6-9CC3-F9150996E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1155" y="993547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5" name="Freeform 572">
            <a:extLst>
              <a:ext uri="{FF2B5EF4-FFF2-40B4-BE49-F238E27FC236}">
                <a16:creationId xmlns:a16="http://schemas.microsoft.com/office/drawing/2014/main" id="{870907FC-3A6E-4A57-BAFA-A1ECC7B9DDD7}"/>
              </a:ext>
            </a:extLst>
          </p:cNvPr>
          <p:cNvSpPr>
            <a:spLocks/>
          </p:cNvSpPr>
          <p:nvPr/>
        </p:nvSpPr>
        <p:spPr bwMode="auto">
          <a:xfrm>
            <a:off x="11416392" y="10046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6" name="Rectangle 573">
            <a:extLst>
              <a:ext uri="{FF2B5EF4-FFF2-40B4-BE49-F238E27FC236}">
                <a16:creationId xmlns:a16="http://schemas.microsoft.com/office/drawing/2014/main" id="{D2072FBE-7F80-4A34-9B46-1053CB4DA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996722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7" name="Rectangle 574">
            <a:extLst>
              <a:ext uri="{FF2B5EF4-FFF2-40B4-BE49-F238E27FC236}">
                <a16:creationId xmlns:a16="http://schemas.microsoft.com/office/drawing/2014/main" id="{74038C4B-7505-405D-A830-65942671F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1155" y="996722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8" name="Freeform 575">
            <a:extLst>
              <a:ext uri="{FF2B5EF4-FFF2-40B4-BE49-F238E27FC236}">
                <a16:creationId xmlns:a16="http://schemas.microsoft.com/office/drawing/2014/main" id="{4A238871-3A80-4001-8777-913A77A8631C}"/>
              </a:ext>
            </a:extLst>
          </p:cNvPr>
          <p:cNvSpPr>
            <a:spLocks/>
          </p:cNvSpPr>
          <p:nvPr/>
        </p:nvSpPr>
        <p:spPr bwMode="auto">
          <a:xfrm>
            <a:off x="11416392" y="10094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9" name="Rectangle 576">
            <a:extLst>
              <a:ext uri="{FF2B5EF4-FFF2-40B4-BE49-F238E27FC236}">
                <a16:creationId xmlns:a16="http://schemas.microsoft.com/office/drawing/2014/main" id="{76FB9D78-DE4F-4023-BF85-A8FD96B6F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1004659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0" name="Rectangle 577">
            <a:extLst>
              <a:ext uri="{FF2B5EF4-FFF2-40B4-BE49-F238E27FC236}">
                <a16:creationId xmlns:a16="http://schemas.microsoft.com/office/drawing/2014/main" id="{E114ACF1-0F2E-4561-B7A9-1A01DB19E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1155" y="1004659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1" name="Freeform 578">
            <a:extLst>
              <a:ext uri="{FF2B5EF4-FFF2-40B4-BE49-F238E27FC236}">
                <a16:creationId xmlns:a16="http://schemas.microsoft.com/office/drawing/2014/main" id="{20303F34-37E5-4E07-9A08-3D0EFF553E42}"/>
              </a:ext>
            </a:extLst>
          </p:cNvPr>
          <p:cNvSpPr>
            <a:spLocks/>
          </p:cNvSpPr>
          <p:nvPr/>
        </p:nvSpPr>
        <p:spPr bwMode="auto">
          <a:xfrm>
            <a:off x="11416392" y="101418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2" name="Freeform 579">
            <a:extLst>
              <a:ext uri="{FF2B5EF4-FFF2-40B4-BE49-F238E27FC236}">
                <a16:creationId xmlns:a16="http://schemas.microsoft.com/office/drawing/2014/main" id="{1F766BED-87F7-40C3-8881-BB6A3FBAE07E}"/>
              </a:ext>
            </a:extLst>
          </p:cNvPr>
          <p:cNvSpPr>
            <a:spLocks/>
          </p:cNvSpPr>
          <p:nvPr/>
        </p:nvSpPr>
        <p:spPr bwMode="auto">
          <a:xfrm>
            <a:off x="11416392" y="1009422"/>
            <a:ext cx="4763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3 w 3"/>
              <a:gd name="T4" fmla="*/ 0 w 3"/>
              <a:gd name="T5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3" name="Rectangle 580">
            <a:extLst>
              <a:ext uri="{FF2B5EF4-FFF2-40B4-BE49-F238E27FC236}">
                <a16:creationId xmlns:a16="http://schemas.microsoft.com/office/drawing/2014/main" id="{723896AF-7115-4577-A6A8-F2884028D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13217" y="1009422"/>
            <a:ext cx="1588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4" name="Freeform 581">
            <a:extLst>
              <a:ext uri="{FF2B5EF4-FFF2-40B4-BE49-F238E27FC236}">
                <a16:creationId xmlns:a16="http://schemas.microsoft.com/office/drawing/2014/main" id="{4681ABF0-DF9B-4370-AB8B-0EA4EECF2833}"/>
              </a:ext>
            </a:extLst>
          </p:cNvPr>
          <p:cNvSpPr>
            <a:spLocks/>
          </p:cNvSpPr>
          <p:nvPr/>
        </p:nvSpPr>
        <p:spPr bwMode="auto">
          <a:xfrm>
            <a:off x="11416392" y="1014184"/>
            <a:ext cx="0" cy="3175"/>
          </a:xfrm>
          <a:custGeom>
            <a:avLst/>
            <a:gdLst>
              <a:gd name="T0" fmla="*/ 2 h 2"/>
              <a:gd name="T1" fmla="*/ 0 h 2"/>
              <a:gd name="T2" fmla="*/ 2 h 2"/>
              <a:gd name="T3" fmla="*/ 2 h 2"/>
              <a:gd name="T4" fmla="*/ 2 h 2"/>
              <a:gd name="T5" fmla="*/ 0 h 2"/>
              <a:gd name="T6" fmla="*/ 2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5" name="Freeform 582">
            <a:extLst>
              <a:ext uri="{FF2B5EF4-FFF2-40B4-BE49-F238E27FC236}">
                <a16:creationId xmlns:a16="http://schemas.microsoft.com/office/drawing/2014/main" id="{D9637EB3-2EB2-440A-A13C-3539C6A4EBC9}"/>
              </a:ext>
            </a:extLst>
          </p:cNvPr>
          <p:cNvSpPr>
            <a:spLocks/>
          </p:cNvSpPr>
          <p:nvPr/>
        </p:nvSpPr>
        <p:spPr bwMode="auto">
          <a:xfrm>
            <a:off x="11416392" y="1014184"/>
            <a:ext cx="4763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6" name="Freeform 583">
            <a:extLst>
              <a:ext uri="{FF2B5EF4-FFF2-40B4-BE49-F238E27FC236}">
                <a16:creationId xmlns:a16="http://schemas.microsoft.com/office/drawing/2014/main" id="{2F421701-A3C9-40BF-B4CB-715E1CCC1508}"/>
              </a:ext>
            </a:extLst>
          </p:cNvPr>
          <p:cNvSpPr>
            <a:spLocks/>
          </p:cNvSpPr>
          <p:nvPr/>
        </p:nvSpPr>
        <p:spPr bwMode="auto">
          <a:xfrm>
            <a:off x="11413217" y="1014184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7" name="Freeform 584">
            <a:extLst>
              <a:ext uri="{FF2B5EF4-FFF2-40B4-BE49-F238E27FC236}">
                <a16:creationId xmlns:a16="http://schemas.microsoft.com/office/drawing/2014/main" id="{01758501-D4CA-4855-9E9A-C2EDFC878790}"/>
              </a:ext>
            </a:extLst>
          </p:cNvPr>
          <p:cNvSpPr>
            <a:spLocks/>
          </p:cNvSpPr>
          <p:nvPr/>
        </p:nvSpPr>
        <p:spPr bwMode="auto">
          <a:xfrm>
            <a:off x="11413217" y="972909"/>
            <a:ext cx="7938" cy="0"/>
          </a:xfrm>
          <a:custGeom>
            <a:avLst/>
            <a:gdLst>
              <a:gd name="T0" fmla="*/ 5 w 5"/>
              <a:gd name="T1" fmla="*/ 5 w 5"/>
              <a:gd name="T2" fmla="*/ 0 w 5"/>
              <a:gd name="T3" fmla="*/ 0 w 5"/>
              <a:gd name="T4" fmla="*/ 2 w 5"/>
              <a:gd name="T5" fmla="*/ 5 w 5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</a:cxnLst>
            <a:rect l="0" t="0" r="r" b="b"/>
            <a:pathLst>
              <a:path w="5">
                <a:moveTo>
                  <a:pt x="5" y="0"/>
                </a:moveTo>
                <a:lnTo>
                  <a:pt x="5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8" name="Freeform 585">
            <a:extLst>
              <a:ext uri="{FF2B5EF4-FFF2-40B4-BE49-F238E27FC236}">
                <a16:creationId xmlns:a16="http://schemas.microsoft.com/office/drawing/2014/main" id="{84B8F34C-CC0D-4A3E-8EE3-AC99D7669402}"/>
              </a:ext>
            </a:extLst>
          </p:cNvPr>
          <p:cNvSpPr>
            <a:spLocks noEditPoints="1"/>
          </p:cNvSpPr>
          <p:nvPr/>
        </p:nvSpPr>
        <p:spPr bwMode="auto">
          <a:xfrm>
            <a:off x="11162392" y="960209"/>
            <a:ext cx="193675" cy="188913"/>
          </a:xfrm>
          <a:custGeom>
            <a:avLst/>
            <a:gdLst>
              <a:gd name="T0" fmla="*/ 122 w 122"/>
              <a:gd name="T1" fmla="*/ 0 h 119"/>
              <a:gd name="T2" fmla="*/ 0 w 122"/>
              <a:gd name="T3" fmla="*/ 0 h 119"/>
              <a:gd name="T4" fmla="*/ 0 w 122"/>
              <a:gd name="T5" fmla="*/ 119 h 119"/>
              <a:gd name="T6" fmla="*/ 122 w 122"/>
              <a:gd name="T7" fmla="*/ 119 h 119"/>
              <a:gd name="T8" fmla="*/ 122 w 122"/>
              <a:gd name="T9" fmla="*/ 0 h 119"/>
              <a:gd name="T10" fmla="*/ 11 w 122"/>
              <a:gd name="T11" fmla="*/ 16 h 119"/>
              <a:gd name="T12" fmla="*/ 36 w 122"/>
              <a:gd name="T13" fmla="*/ 16 h 119"/>
              <a:gd name="T14" fmla="*/ 36 w 122"/>
              <a:gd name="T15" fmla="*/ 36 h 119"/>
              <a:gd name="T16" fmla="*/ 11 w 122"/>
              <a:gd name="T17" fmla="*/ 36 h 119"/>
              <a:gd name="T18" fmla="*/ 11 w 122"/>
              <a:gd name="T19" fmla="*/ 16 h 119"/>
              <a:gd name="T20" fmla="*/ 36 w 122"/>
              <a:gd name="T21" fmla="*/ 96 h 119"/>
              <a:gd name="T22" fmla="*/ 13 w 122"/>
              <a:gd name="T23" fmla="*/ 96 h 119"/>
              <a:gd name="T24" fmla="*/ 13 w 122"/>
              <a:gd name="T25" fmla="*/ 75 h 119"/>
              <a:gd name="T26" fmla="*/ 36 w 122"/>
              <a:gd name="T27" fmla="*/ 75 h 119"/>
              <a:gd name="T28" fmla="*/ 36 w 122"/>
              <a:gd name="T29" fmla="*/ 96 h 119"/>
              <a:gd name="T30" fmla="*/ 36 w 122"/>
              <a:gd name="T31" fmla="*/ 67 h 119"/>
              <a:gd name="T32" fmla="*/ 13 w 122"/>
              <a:gd name="T33" fmla="*/ 67 h 119"/>
              <a:gd name="T34" fmla="*/ 13 w 122"/>
              <a:gd name="T35" fmla="*/ 47 h 119"/>
              <a:gd name="T36" fmla="*/ 36 w 122"/>
              <a:gd name="T37" fmla="*/ 47 h 119"/>
              <a:gd name="T38" fmla="*/ 36 w 122"/>
              <a:gd name="T39" fmla="*/ 67 h 119"/>
              <a:gd name="T40" fmla="*/ 47 w 122"/>
              <a:gd name="T41" fmla="*/ 16 h 119"/>
              <a:gd name="T42" fmla="*/ 72 w 122"/>
              <a:gd name="T43" fmla="*/ 16 h 119"/>
              <a:gd name="T44" fmla="*/ 72 w 122"/>
              <a:gd name="T45" fmla="*/ 36 h 119"/>
              <a:gd name="T46" fmla="*/ 47 w 122"/>
              <a:gd name="T47" fmla="*/ 36 h 119"/>
              <a:gd name="T48" fmla="*/ 47 w 122"/>
              <a:gd name="T49" fmla="*/ 16 h 119"/>
              <a:gd name="T50" fmla="*/ 72 w 122"/>
              <a:gd name="T51" fmla="*/ 96 h 119"/>
              <a:gd name="T52" fmla="*/ 49 w 122"/>
              <a:gd name="T53" fmla="*/ 96 h 119"/>
              <a:gd name="T54" fmla="*/ 49 w 122"/>
              <a:gd name="T55" fmla="*/ 75 h 119"/>
              <a:gd name="T56" fmla="*/ 72 w 122"/>
              <a:gd name="T57" fmla="*/ 75 h 119"/>
              <a:gd name="T58" fmla="*/ 72 w 122"/>
              <a:gd name="T59" fmla="*/ 96 h 119"/>
              <a:gd name="T60" fmla="*/ 72 w 122"/>
              <a:gd name="T61" fmla="*/ 67 h 119"/>
              <a:gd name="T62" fmla="*/ 49 w 122"/>
              <a:gd name="T63" fmla="*/ 67 h 119"/>
              <a:gd name="T64" fmla="*/ 49 w 122"/>
              <a:gd name="T65" fmla="*/ 47 h 119"/>
              <a:gd name="T66" fmla="*/ 72 w 122"/>
              <a:gd name="T67" fmla="*/ 47 h 119"/>
              <a:gd name="T68" fmla="*/ 72 w 122"/>
              <a:gd name="T69" fmla="*/ 67 h 119"/>
              <a:gd name="T70" fmla="*/ 83 w 122"/>
              <a:gd name="T71" fmla="*/ 16 h 119"/>
              <a:gd name="T72" fmla="*/ 106 w 122"/>
              <a:gd name="T73" fmla="*/ 16 h 119"/>
              <a:gd name="T74" fmla="*/ 106 w 122"/>
              <a:gd name="T75" fmla="*/ 36 h 119"/>
              <a:gd name="T76" fmla="*/ 83 w 122"/>
              <a:gd name="T77" fmla="*/ 36 h 119"/>
              <a:gd name="T78" fmla="*/ 83 w 122"/>
              <a:gd name="T79" fmla="*/ 16 h 119"/>
              <a:gd name="T80" fmla="*/ 106 w 122"/>
              <a:gd name="T81" fmla="*/ 96 h 119"/>
              <a:gd name="T82" fmla="*/ 83 w 122"/>
              <a:gd name="T83" fmla="*/ 96 h 119"/>
              <a:gd name="T84" fmla="*/ 83 w 122"/>
              <a:gd name="T85" fmla="*/ 75 h 119"/>
              <a:gd name="T86" fmla="*/ 106 w 122"/>
              <a:gd name="T87" fmla="*/ 75 h 119"/>
              <a:gd name="T88" fmla="*/ 106 w 122"/>
              <a:gd name="T89" fmla="*/ 96 h 119"/>
              <a:gd name="T90" fmla="*/ 106 w 122"/>
              <a:gd name="T91" fmla="*/ 67 h 119"/>
              <a:gd name="T92" fmla="*/ 83 w 122"/>
              <a:gd name="T93" fmla="*/ 67 h 119"/>
              <a:gd name="T94" fmla="*/ 83 w 122"/>
              <a:gd name="T95" fmla="*/ 47 h 119"/>
              <a:gd name="T96" fmla="*/ 106 w 122"/>
              <a:gd name="T97" fmla="*/ 47 h 119"/>
              <a:gd name="T98" fmla="*/ 106 w 122"/>
              <a:gd name="T99" fmla="*/ 67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2" h="119">
                <a:moveTo>
                  <a:pt x="122" y="0"/>
                </a:moveTo>
                <a:lnTo>
                  <a:pt x="0" y="0"/>
                </a:lnTo>
                <a:lnTo>
                  <a:pt x="0" y="119"/>
                </a:lnTo>
                <a:lnTo>
                  <a:pt x="122" y="119"/>
                </a:lnTo>
                <a:lnTo>
                  <a:pt x="122" y="0"/>
                </a:lnTo>
                <a:close/>
                <a:moveTo>
                  <a:pt x="11" y="16"/>
                </a:moveTo>
                <a:lnTo>
                  <a:pt x="36" y="16"/>
                </a:lnTo>
                <a:lnTo>
                  <a:pt x="36" y="36"/>
                </a:lnTo>
                <a:lnTo>
                  <a:pt x="11" y="36"/>
                </a:lnTo>
                <a:lnTo>
                  <a:pt x="11" y="16"/>
                </a:lnTo>
                <a:close/>
                <a:moveTo>
                  <a:pt x="36" y="96"/>
                </a:moveTo>
                <a:lnTo>
                  <a:pt x="13" y="96"/>
                </a:lnTo>
                <a:lnTo>
                  <a:pt x="13" y="75"/>
                </a:lnTo>
                <a:lnTo>
                  <a:pt x="36" y="75"/>
                </a:lnTo>
                <a:lnTo>
                  <a:pt x="36" y="96"/>
                </a:lnTo>
                <a:close/>
                <a:moveTo>
                  <a:pt x="36" y="67"/>
                </a:moveTo>
                <a:lnTo>
                  <a:pt x="13" y="67"/>
                </a:lnTo>
                <a:lnTo>
                  <a:pt x="13" y="47"/>
                </a:lnTo>
                <a:lnTo>
                  <a:pt x="36" y="47"/>
                </a:lnTo>
                <a:lnTo>
                  <a:pt x="36" y="67"/>
                </a:lnTo>
                <a:close/>
                <a:moveTo>
                  <a:pt x="47" y="16"/>
                </a:moveTo>
                <a:lnTo>
                  <a:pt x="72" y="16"/>
                </a:lnTo>
                <a:lnTo>
                  <a:pt x="72" y="36"/>
                </a:lnTo>
                <a:lnTo>
                  <a:pt x="47" y="36"/>
                </a:lnTo>
                <a:lnTo>
                  <a:pt x="47" y="16"/>
                </a:lnTo>
                <a:close/>
                <a:moveTo>
                  <a:pt x="72" y="96"/>
                </a:moveTo>
                <a:lnTo>
                  <a:pt x="49" y="96"/>
                </a:lnTo>
                <a:lnTo>
                  <a:pt x="49" y="75"/>
                </a:lnTo>
                <a:lnTo>
                  <a:pt x="72" y="75"/>
                </a:lnTo>
                <a:lnTo>
                  <a:pt x="72" y="96"/>
                </a:lnTo>
                <a:close/>
                <a:moveTo>
                  <a:pt x="72" y="67"/>
                </a:moveTo>
                <a:lnTo>
                  <a:pt x="49" y="67"/>
                </a:lnTo>
                <a:lnTo>
                  <a:pt x="49" y="47"/>
                </a:lnTo>
                <a:lnTo>
                  <a:pt x="72" y="47"/>
                </a:lnTo>
                <a:lnTo>
                  <a:pt x="72" y="67"/>
                </a:lnTo>
                <a:close/>
                <a:moveTo>
                  <a:pt x="83" y="16"/>
                </a:moveTo>
                <a:lnTo>
                  <a:pt x="106" y="16"/>
                </a:lnTo>
                <a:lnTo>
                  <a:pt x="106" y="36"/>
                </a:lnTo>
                <a:lnTo>
                  <a:pt x="83" y="36"/>
                </a:lnTo>
                <a:lnTo>
                  <a:pt x="83" y="16"/>
                </a:lnTo>
                <a:close/>
                <a:moveTo>
                  <a:pt x="106" y="96"/>
                </a:moveTo>
                <a:lnTo>
                  <a:pt x="83" y="96"/>
                </a:lnTo>
                <a:lnTo>
                  <a:pt x="83" y="75"/>
                </a:lnTo>
                <a:lnTo>
                  <a:pt x="106" y="75"/>
                </a:lnTo>
                <a:lnTo>
                  <a:pt x="106" y="96"/>
                </a:lnTo>
                <a:close/>
                <a:moveTo>
                  <a:pt x="106" y="67"/>
                </a:moveTo>
                <a:lnTo>
                  <a:pt x="83" y="67"/>
                </a:lnTo>
                <a:lnTo>
                  <a:pt x="83" y="47"/>
                </a:lnTo>
                <a:lnTo>
                  <a:pt x="106" y="47"/>
                </a:lnTo>
                <a:lnTo>
                  <a:pt x="106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9" name="Rectangle 586">
            <a:extLst>
              <a:ext uri="{FF2B5EF4-FFF2-40B4-BE49-F238E27FC236}">
                <a16:creationId xmlns:a16="http://schemas.microsoft.com/office/drawing/2014/main" id="{5A44B5E6-5FE5-4E03-A42F-19D75EC0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6517" y="1157059"/>
            <a:ext cx="33655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0" name="Freeform 587">
            <a:extLst>
              <a:ext uri="{FF2B5EF4-FFF2-40B4-BE49-F238E27FC236}">
                <a16:creationId xmlns:a16="http://schemas.microsoft.com/office/drawing/2014/main" id="{35DE5C62-18A3-4DAB-A4DA-B5A67AFA74BB}"/>
              </a:ext>
            </a:extLst>
          </p:cNvPr>
          <p:cNvSpPr>
            <a:spLocks noEditPoints="1"/>
          </p:cNvSpPr>
          <p:nvPr/>
        </p:nvSpPr>
        <p:spPr bwMode="auto">
          <a:xfrm>
            <a:off x="4650467" y="1584097"/>
            <a:ext cx="173038" cy="442913"/>
          </a:xfrm>
          <a:custGeom>
            <a:avLst/>
            <a:gdLst>
              <a:gd name="T0" fmla="*/ 0 w 42"/>
              <a:gd name="T1" fmla="*/ 21 h 108"/>
              <a:gd name="T2" fmla="*/ 0 w 42"/>
              <a:gd name="T3" fmla="*/ 108 h 108"/>
              <a:gd name="T4" fmla="*/ 42 w 42"/>
              <a:gd name="T5" fmla="*/ 108 h 108"/>
              <a:gd name="T6" fmla="*/ 42 w 42"/>
              <a:gd name="T7" fmla="*/ 20 h 108"/>
              <a:gd name="T8" fmla="*/ 21 w 42"/>
              <a:gd name="T9" fmla="*/ 0 h 108"/>
              <a:gd name="T10" fmla="*/ 0 w 42"/>
              <a:gd name="T11" fmla="*/ 21 h 108"/>
              <a:gd name="T12" fmla="*/ 33 w 42"/>
              <a:gd name="T13" fmla="*/ 29 h 108"/>
              <a:gd name="T14" fmla="*/ 20 w 42"/>
              <a:gd name="T15" fmla="*/ 42 h 108"/>
              <a:gd name="T16" fmla="*/ 8 w 42"/>
              <a:gd name="T17" fmla="*/ 29 h 108"/>
              <a:gd name="T18" fmla="*/ 20 w 42"/>
              <a:gd name="T19" fmla="*/ 17 h 108"/>
              <a:gd name="T20" fmla="*/ 33 w 42"/>
              <a:gd name="T21" fmla="*/ 29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" h="108">
                <a:moveTo>
                  <a:pt x="0" y="21"/>
                </a:moveTo>
                <a:cubicBezTo>
                  <a:pt x="0" y="108"/>
                  <a:pt x="0" y="108"/>
                  <a:pt x="0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20"/>
                  <a:pt x="42" y="20"/>
                  <a:pt x="42" y="20"/>
                </a:cubicBezTo>
                <a:cubicBezTo>
                  <a:pt x="21" y="0"/>
                  <a:pt x="21" y="0"/>
                  <a:pt x="21" y="0"/>
                </a:cubicBezTo>
                <a:lnTo>
                  <a:pt x="0" y="21"/>
                </a:lnTo>
                <a:close/>
                <a:moveTo>
                  <a:pt x="33" y="29"/>
                </a:moveTo>
                <a:cubicBezTo>
                  <a:pt x="33" y="36"/>
                  <a:pt x="28" y="42"/>
                  <a:pt x="20" y="42"/>
                </a:cubicBezTo>
                <a:cubicBezTo>
                  <a:pt x="13" y="42"/>
                  <a:pt x="8" y="36"/>
                  <a:pt x="8" y="29"/>
                </a:cubicBezTo>
                <a:cubicBezTo>
                  <a:pt x="8" y="22"/>
                  <a:pt x="13" y="17"/>
                  <a:pt x="20" y="17"/>
                </a:cubicBezTo>
                <a:cubicBezTo>
                  <a:pt x="28" y="17"/>
                  <a:pt x="33" y="22"/>
                  <a:pt x="33" y="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1" name="Freeform 588">
            <a:extLst>
              <a:ext uri="{FF2B5EF4-FFF2-40B4-BE49-F238E27FC236}">
                <a16:creationId xmlns:a16="http://schemas.microsoft.com/office/drawing/2014/main" id="{3F1FF07B-72CB-4A3C-A0CD-99C63606DBBF}"/>
              </a:ext>
            </a:extLst>
          </p:cNvPr>
          <p:cNvSpPr>
            <a:spLocks noEditPoints="1"/>
          </p:cNvSpPr>
          <p:nvPr/>
        </p:nvSpPr>
        <p:spPr bwMode="auto">
          <a:xfrm>
            <a:off x="4691742" y="1661884"/>
            <a:ext cx="85725" cy="87313"/>
          </a:xfrm>
          <a:custGeom>
            <a:avLst/>
            <a:gdLst>
              <a:gd name="T0" fmla="*/ 10 w 21"/>
              <a:gd name="T1" fmla="*/ 2 h 21"/>
              <a:gd name="T2" fmla="*/ 10 w 21"/>
              <a:gd name="T3" fmla="*/ 2 h 21"/>
              <a:gd name="T4" fmla="*/ 10 w 21"/>
              <a:gd name="T5" fmla="*/ 0 h 21"/>
              <a:gd name="T6" fmla="*/ 10 w 21"/>
              <a:gd name="T7" fmla="*/ 0 h 21"/>
              <a:gd name="T8" fmla="*/ 0 w 21"/>
              <a:gd name="T9" fmla="*/ 10 h 21"/>
              <a:gd name="T10" fmla="*/ 2 w 21"/>
              <a:gd name="T11" fmla="*/ 10 h 21"/>
              <a:gd name="T12" fmla="*/ 2 w 21"/>
              <a:gd name="T13" fmla="*/ 10 h 21"/>
              <a:gd name="T14" fmla="*/ 2 w 21"/>
              <a:gd name="T15" fmla="*/ 11 h 21"/>
              <a:gd name="T16" fmla="*/ 0 w 21"/>
              <a:gd name="T17" fmla="*/ 11 h 21"/>
              <a:gd name="T18" fmla="*/ 10 w 21"/>
              <a:gd name="T19" fmla="*/ 21 h 21"/>
              <a:gd name="T20" fmla="*/ 10 w 21"/>
              <a:gd name="T21" fmla="*/ 19 h 21"/>
              <a:gd name="T22" fmla="*/ 10 w 21"/>
              <a:gd name="T23" fmla="*/ 19 h 21"/>
              <a:gd name="T24" fmla="*/ 11 w 21"/>
              <a:gd name="T25" fmla="*/ 19 h 21"/>
              <a:gd name="T26" fmla="*/ 11 w 21"/>
              <a:gd name="T27" fmla="*/ 21 h 21"/>
              <a:gd name="T28" fmla="*/ 21 w 21"/>
              <a:gd name="T29" fmla="*/ 11 h 21"/>
              <a:gd name="T30" fmla="*/ 19 w 21"/>
              <a:gd name="T31" fmla="*/ 11 h 21"/>
              <a:gd name="T32" fmla="*/ 19 w 21"/>
              <a:gd name="T33" fmla="*/ 10 h 21"/>
              <a:gd name="T34" fmla="*/ 19 w 21"/>
              <a:gd name="T35" fmla="*/ 10 h 21"/>
              <a:gd name="T36" fmla="*/ 21 w 21"/>
              <a:gd name="T37" fmla="*/ 10 h 21"/>
              <a:gd name="T38" fmla="*/ 11 w 21"/>
              <a:gd name="T39" fmla="*/ 0 h 21"/>
              <a:gd name="T40" fmla="*/ 11 w 21"/>
              <a:gd name="T41" fmla="*/ 0 h 21"/>
              <a:gd name="T42" fmla="*/ 11 w 21"/>
              <a:gd name="T43" fmla="*/ 2 h 21"/>
              <a:gd name="T44" fmla="*/ 10 w 21"/>
              <a:gd name="T45" fmla="*/ 2 h 21"/>
              <a:gd name="T46" fmla="*/ 11 w 21"/>
              <a:gd name="T47" fmla="*/ 10 h 21"/>
              <a:gd name="T48" fmla="*/ 17 w 21"/>
              <a:gd name="T49" fmla="*/ 10 h 21"/>
              <a:gd name="T50" fmla="*/ 18 w 21"/>
              <a:gd name="T51" fmla="*/ 10 h 21"/>
              <a:gd name="T52" fmla="*/ 17 w 21"/>
              <a:gd name="T53" fmla="*/ 11 h 21"/>
              <a:gd name="T54" fmla="*/ 11 w 21"/>
              <a:gd name="T55" fmla="*/ 11 h 21"/>
              <a:gd name="T56" fmla="*/ 10 w 21"/>
              <a:gd name="T57" fmla="*/ 11 h 21"/>
              <a:gd name="T58" fmla="*/ 9 w 21"/>
              <a:gd name="T59" fmla="*/ 10 h 21"/>
              <a:gd name="T60" fmla="*/ 9 w 21"/>
              <a:gd name="T61" fmla="*/ 10 h 21"/>
              <a:gd name="T62" fmla="*/ 5 w 21"/>
              <a:gd name="T63" fmla="*/ 6 h 21"/>
              <a:gd name="T64" fmla="*/ 5 w 21"/>
              <a:gd name="T65" fmla="*/ 5 h 21"/>
              <a:gd name="T66" fmla="*/ 6 w 21"/>
              <a:gd name="T67" fmla="*/ 5 h 21"/>
              <a:gd name="T68" fmla="*/ 10 w 21"/>
              <a:gd name="T69" fmla="*/ 9 h 21"/>
              <a:gd name="T70" fmla="*/ 10 w 21"/>
              <a:gd name="T71" fmla="*/ 9 h 21"/>
              <a:gd name="T72" fmla="*/ 11 w 21"/>
              <a:gd name="T73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" h="21"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1"/>
                  <a:pt x="2" y="11"/>
                  <a:pt x="2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6"/>
                  <a:pt x="5" y="21"/>
                  <a:pt x="10" y="21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1"/>
                  <a:pt x="11" y="21"/>
                  <a:pt x="11" y="21"/>
                </a:cubicBezTo>
                <a:cubicBezTo>
                  <a:pt x="16" y="21"/>
                  <a:pt x="21" y="16"/>
                  <a:pt x="21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4"/>
                  <a:pt x="16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2"/>
                  <a:pt x="11" y="2"/>
                  <a:pt x="11" y="2"/>
                </a:cubicBezTo>
                <a:lnTo>
                  <a:pt x="10" y="2"/>
                </a:lnTo>
                <a:close/>
                <a:moveTo>
                  <a:pt x="11" y="10"/>
                </a:moveTo>
                <a:cubicBezTo>
                  <a:pt x="17" y="10"/>
                  <a:pt x="17" y="10"/>
                  <a:pt x="17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1"/>
                  <a:pt x="17" y="11"/>
                  <a:pt x="17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0" y="11"/>
                </a:cubicBezTo>
                <a:cubicBezTo>
                  <a:pt x="10" y="11"/>
                  <a:pt x="9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6" y="5"/>
                  <a:pt x="6" y="5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10"/>
                  <a:pt x="11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2" name="Freeform 589">
            <a:extLst>
              <a:ext uri="{FF2B5EF4-FFF2-40B4-BE49-F238E27FC236}">
                <a16:creationId xmlns:a16="http://schemas.microsoft.com/office/drawing/2014/main" id="{28A16F7C-9E81-41B4-9D80-58D5B4E9276C}"/>
              </a:ext>
            </a:extLst>
          </p:cNvPr>
          <p:cNvSpPr>
            <a:spLocks/>
          </p:cNvSpPr>
          <p:nvPr/>
        </p:nvSpPr>
        <p:spPr bwMode="auto">
          <a:xfrm>
            <a:off x="4609192" y="1555522"/>
            <a:ext cx="250825" cy="134938"/>
          </a:xfrm>
          <a:custGeom>
            <a:avLst/>
            <a:gdLst>
              <a:gd name="T0" fmla="*/ 26 w 158"/>
              <a:gd name="T1" fmla="*/ 65 h 85"/>
              <a:gd name="T2" fmla="*/ 80 w 158"/>
              <a:gd name="T3" fmla="*/ 10 h 85"/>
              <a:gd name="T4" fmla="*/ 135 w 158"/>
              <a:gd name="T5" fmla="*/ 62 h 85"/>
              <a:gd name="T6" fmla="*/ 155 w 158"/>
              <a:gd name="T7" fmla="*/ 83 h 85"/>
              <a:gd name="T8" fmla="*/ 158 w 158"/>
              <a:gd name="T9" fmla="*/ 78 h 85"/>
              <a:gd name="T10" fmla="*/ 135 w 158"/>
              <a:gd name="T11" fmla="*/ 52 h 85"/>
              <a:gd name="T12" fmla="*/ 80 w 158"/>
              <a:gd name="T13" fmla="*/ 0 h 85"/>
              <a:gd name="T14" fmla="*/ 80 w 158"/>
              <a:gd name="T15" fmla="*/ 0 h 85"/>
              <a:gd name="T16" fmla="*/ 78 w 158"/>
              <a:gd name="T17" fmla="*/ 0 h 85"/>
              <a:gd name="T18" fmla="*/ 26 w 158"/>
              <a:gd name="T19" fmla="*/ 54 h 85"/>
              <a:gd name="T20" fmla="*/ 0 w 158"/>
              <a:gd name="T21" fmla="*/ 80 h 85"/>
              <a:gd name="T22" fmla="*/ 6 w 158"/>
              <a:gd name="T23" fmla="*/ 85 h 85"/>
              <a:gd name="T24" fmla="*/ 26 w 158"/>
              <a:gd name="T25" fmla="*/ 6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8" h="85">
                <a:moveTo>
                  <a:pt x="26" y="65"/>
                </a:moveTo>
                <a:lnTo>
                  <a:pt x="80" y="10"/>
                </a:lnTo>
                <a:lnTo>
                  <a:pt x="135" y="62"/>
                </a:lnTo>
                <a:lnTo>
                  <a:pt x="155" y="83"/>
                </a:lnTo>
                <a:lnTo>
                  <a:pt x="158" y="78"/>
                </a:lnTo>
                <a:lnTo>
                  <a:pt x="135" y="52"/>
                </a:lnTo>
                <a:lnTo>
                  <a:pt x="80" y="0"/>
                </a:lnTo>
                <a:lnTo>
                  <a:pt x="80" y="0"/>
                </a:lnTo>
                <a:lnTo>
                  <a:pt x="78" y="0"/>
                </a:lnTo>
                <a:lnTo>
                  <a:pt x="26" y="54"/>
                </a:lnTo>
                <a:lnTo>
                  <a:pt x="0" y="80"/>
                </a:lnTo>
                <a:lnTo>
                  <a:pt x="6" y="85"/>
                </a:lnTo>
                <a:lnTo>
                  <a:pt x="26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3" name="Freeform 590">
            <a:extLst>
              <a:ext uri="{FF2B5EF4-FFF2-40B4-BE49-F238E27FC236}">
                <a16:creationId xmlns:a16="http://schemas.microsoft.com/office/drawing/2014/main" id="{16F16422-99DA-4A8D-8E2F-F7EE77E723AB}"/>
              </a:ext>
            </a:extLst>
          </p:cNvPr>
          <p:cNvSpPr>
            <a:spLocks/>
          </p:cNvSpPr>
          <p:nvPr/>
        </p:nvSpPr>
        <p:spPr bwMode="auto">
          <a:xfrm>
            <a:off x="4450442" y="1785709"/>
            <a:ext cx="184150" cy="61913"/>
          </a:xfrm>
          <a:custGeom>
            <a:avLst/>
            <a:gdLst>
              <a:gd name="T0" fmla="*/ 116 w 116"/>
              <a:gd name="T1" fmla="*/ 0 h 39"/>
              <a:gd name="T2" fmla="*/ 8 w 116"/>
              <a:gd name="T3" fmla="*/ 0 h 39"/>
              <a:gd name="T4" fmla="*/ 0 w 116"/>
              <a:gd name="T5" fmla="*/ 39 h 39"/>
              <a:gd name="T6" fmla="*/ 116 w 116"/>
              <a:gd name="T7" fmla="*/ 39 h 39"/>
              <a:gd name="T8" fmla="*/ 116 w 116"/>
              <a:gd name="T9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39">
                <a:moveTo>
                  <a:pt x="116" y="0"/>
                </a:moveTo>
                <a:lnTo>
                  <a:pt x="8" y="0"/>
                </a:lnTo>
                <a:lnTo>
                  <a:pt x="0" y="39"/>
                </a:lnTo>
                <a:lnTo>
                  <a:pt x="116" y="39"/>
                </a:lnTo>
                <a:lnTo>
                  <a:pt x="1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4" name="Freeform 591">
            <a:extLst>
              <a:ext uri="{FF2B5EF4-FFF2-40B4-BE49-F238E27FC236}">
                <a16:creationId xmlns:a16="http://schemas.microsoft.com/office/drawing/2014/main" id="{624AB259-07F7-4EFD-B55F-1CA49372B535}"/>
              </a:ext>
            </a:extLst>
          </p:cNvPr>
          <p:cNvSpPr>
            <a:spLocks/>
          </p:cNvSpPr>
          <p:nvPr/>
        </p:nvSpPr>
        <p:spPr bwMode="auto">
          <a:xfrm>
            <a:off x="4834617" y="1785709"/>
            <a:ext cx="185738" cy="61913"/>
          </a:xfrm>
          <a:custGeom>
            <a:avLst/>
            <a:gdLst>
              <a:gd name="T0" fmla="*/ 0 w 117"/>
              <a:gd name="T1" fmla="*/ 39 h 39"/>
              <a:gd name="T2" fmla="*/ 117 w 117"/>
              <a:gd name="T3" fmla="*/ 39 h 39"/>
              <a:gd name="T4" fmla="*/ 109 w 117"/>
              <a:gd name="T5" fmla="*/ 0 h 39"/>
              <a:gd name="T6" fmla="*/ 0 w 117"/>
              <a:gd name="T7" fmla="*/ 0 h 39"/>
              <a:gd name="T8" fmla="*/ 0 w 117"/>
              <a:gd name="T9" fmla="*/ 3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39">
                <a:moveTo>
                  <a:pt x="0" y="39"/>
                </a:moveTo>
                <a:lnTo>
                  <a:pt x="117" y="39"/>
                </a:lnTo>
                <a:lnTo>
                  <a:pt x="109" y="0"/>
                </a:lnTo>
                <a:lnTo>
                  <a:pt x="0" y="0"/>
                </a:lnTo>
                <a:lnTo>
                  <a:pt x="0" y="3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5" name="Freeform 592">
            <a:extLst>
              <a:ext uri="{FF2B5EF4-FFF2-40B4-BE49-F238E27FC236}">
                <a16:creationId xmlns:a16="http://schemas.microsoft.com/office/drawing/2014/main" id="{F05A4847-549F-436E-938B-8CA65C3DC15D}"/>
              </a:ext>
            </a:extLst>
          </p:cNvPr>
          <p:cNvSpPr>
            <a:spLocks noEditPoints="1"/>
          </p:cNvSpPr>
          <p:nvPr/>
        </p:nvSpPr>
        <p:spPr bwMode="auto">
          <a:xfrm>
            <a:off x="4486955" y="1855559"/>
            <a:ext cx="147638" cy="171450"/>
          </a:xfrm>
          <a:custGeom>
            <a:avLst/>
            <a:gdLst>
              <a:gd name="T0" fmla="*/ 93 w 93"/>
              <a:gd name="T1" fmla="*/ 108 h 108"/>
              <a:gd name="T2" fmla="*/ 93 w 93"/>
              <a:gd name="T3" fmla="*/ 0 h 108"/>
              <a:gd name="T4" fmla="*/ 0 w 93"/>
              <a:gd name="T5" fmla="*/ 0 h 108"/>
              <a:gd name="T6" fmla="*/ 0 w 93"/>
              <a:gd name="T7" fmla="*/ 108 h 108"/>
              <a:gd name="T8" fmla="*/ 93 w 93"/>
              <a:gd name="T9" fmla="*/ 108 h 108"/>
              <a:gd name="T10" fmla="*/ 67 w 93"/>
              <a:gd name="T11" fmla="*/ 21 h 108"/>
              <a:gd name="T12" fmla="*/ 88 w 93"/>
              <a:gd name="T13" fmla="*/ 21 h 108"/>
              <a:gd name="T14" fmla="*/ 88 w 93"/>
              <a:gd name="T15" fmla="*/ 39 h 108"/>
              <a:gd name="T16" fmla="*/ 67 w 93"/>
              <a:gd name="T17" fmla="*/ 39 h 108"/>
              <a:gd name="T18" fmla="*/ 67 w 93"/>
              <a:gd name="T19" fmla="*/ 21 h 108"/>
              <a:gd name="T20" fmla="*/ 67 w 93"/>
              <a:gd name="T21" fmla="*/ 46 h 108"/>
              <a:gd name="T22" fmla="*/ 88 w 93"/>
              <a:gd name="T23" fmla="*/ 46 h 108"/>
              <a:gd name="T24" fmla="*/ 88 w 93"/>
              <a:gd name="T25" fmla="*/ 64 h 108"/>
              <a:gd name="T26" fmla="*/ 67 w 93"/>
              <a:gd name="T27" fmla="*/ 64 h 108"/>
              <a:gd name="T28" fmla="*/ 67 w 93"/>
              <a:gd name="T29" fmla="*/ 46 h 108"/>
              <a:gd name="T30" fmla="*/ 67 w 93"/>
              <a:gd name="T31" fmla="*/ 75 h 108"/>
              <a:gd name="T32" fmla="*/ 85 w 93"/>
              <a:gd name="T33" fmla="*/ 75 h 108"/>
              <a:gd name="T34" fmla="*/ 85 w 93"/>
              <a:gd name="T35" fmla="*/ 90 h 108"/>
              <a:gd name="T36" fmla="*/ 67 w 93"/>
              <a:gd name="T37" fmla="*/ 90 h 108"/>
              <a:gd name="T38" fmla="*/ 67 w 93"/>
              <a:gd name="T39" fmla="*/ 75 h 108"/>
              <a:gd name="T40" fmla="*/ 36 w 93"/>
              <a:gd name="T41" fmla="*/ 21 h 108"/>
              <a:gd name="T42" fmla="*/ 57 w 93"/>
              <a:gd name="T43" fmla="*/ 21 h 108"/>
              <a:gd name="T44" fmla="*/ 57 w 93"/>
              <a:gd name="T45" fmla="*/ 39 h 108"/>
              <a:gd name="T46" fmla="*/ 36 w 93"/>
              <a:gd name="T47" fmla="*/ 39 h 108"/>
              <a:gd name="T48" fmla="*/ 36 w 93"/>
              <a:gd name="T49" fmla="*/ 21 h 108"/>
              <a:gd name="T50" fmla="*/ 36 w 93"/>
              <a:gd name="T51" fmla="*/ 46 h 108"/>
              <a:gd name="T52" fmla="*/ 57 w 93"/>
              <a:gd name="T53" fmla="*/ 46 h 108"/>
              <a:gd name="T54" fmla="*/ 57 w 93"/>
              <a:gd name="T55" fmla="*/ 64 h 108"/>
              <a:gd name="T56" fmla="*/ 36 w 93"/>
              <a:gd name="T57" fmla="*/ 64 h 108"/>
              <a:gd name="T58" fmla="*/ 36 w 93"/>
              <a:gd name="T59" fmla="*/ 46 h 108"/>
              <a:gd name="T60" fmla="*/ 36 w 93"/>
              <a:gd name="T61" fmla="*/ 75 h 108"/>
              <a:gd name="T62" fmla="*/ 57 w 93"/>
              <a:gd name="T63" fmla="*/ 75 h 108"/>
              <a:gd name="T64" fmla="*/ 57 w 93"/>
              <a:gd name="T65" fmla="*/ 90 h 108"/>
              <a:gd name="T66" fmla="*/ 36 w 93"/>
              <a:gd name="T67" fmla="*/ 90 h 108"/>
              <a:gd name="T68" fmla="*/ 36 w 93"/>
              <a:gd name="T69" fmla="*/ 75 h 108"/>
              <a:gd name="T70" fmla="*/ 8 w 93"/>
              <a:gd name="T71" fmla="*/ 21 h 108"/>
              <a:gd name="T72" fmla="*/ 28 w 93"/>
              <a:gd name="T73" fmla="*/ 21 h 108"/>
              <a:gd name="T74" fmla="*/ 28 w 93"/>
              <a:gd name="T75" fmla="*/ 39 h 108"/>
              <a:gd name="T76" fmla="*/ 8 w 93"/>
              <a:gd name="T77" fmla="*/ 39 h 108"/>
              <a:gd name="T78" fmla="*/ 8 w 93"/>
              <a:gd name="T79" fmla="*/ 21 h 108"/>
              <a:gd name="T80" fmla="*/ 8 w 93"/>
              <a:gd name="T81" fmla="*/ 46 h 108"/>
              <a:gd name="T82" fmla="*/ 28 w 93"/>
              <a:gd name="T83" fmla="*/ 46 h 108"/>
              <a:gd name="T84" fmla="*/ 28 w 93"/>
              <a:gd name="T85" fmla="*/ 64 h 108"/>
              <a:gd name="T86" fmla="*/ 8 w 93"/>
              <a:gd name="T87" fmla="*/ 64 h 108"/>
              <a:gd name="T88" fmla="*/ 8 w 93"/>
              <a:gd name="T89" fmla="*/ 46 h 108"/>
              <a:gd name="T90" fmla="*/ 8 w 93"/>
              <a:gd name="T91" fmla="*/ 75 h 108"/>
              <a:gd name="T92" fmla="*/ 26 w 93"/>
              <a:gd name="T93" fmla="*/ 75 h 108"/>
              <a:gd name="T94" fmla="*/ 26 w 93"/>
              <a:gd name="T95" fmla="*/ 90 h 108"/>
              <a:gd name="T96" fmla="*/ 8 w 93"/>
              <a:gd name="T97" fmla="*/ 90 h 108"/>
              <a:gd name="T98" fmla="*/ 8 w 93"/>
              <a:gd name="T99" fmla="*/ 7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3" h="108">
                <a:moveTo>
                  <a:pt x="93" y="108"/>
                </a:moveTo>
                <a:lnTo>
                  <a:pt x="93" y="0"/>
                </a:lnTo>
                <a:lnTo>
                  <a:pt x="0" y="0"/>
                </a:lnTo>
                <a:lnTo>
                  <a:pt x="0" y="108"/>
                </a:lnTo>
                <a:lnTo>
                  <a:pt x="93" y="108"/>
                </a:lnTo>
                <a:close/>
                <a:moveTo>
                  <a:pt x="67" y="21"/>
                </a:moveTo>
                <a:lnTo>
                  <a:pt x="88" y="21"/>
                </a:lnTo>
                <a:lnTo>
                  <a:pt x="88" y="39"/>
                </a:lnTo>
                <a:lnTo>
                  <a:pt x="67" y="39"/>
                </a:lnTo>
                <a:lnTo>
                  <a:pt x="67" y="21"/>
                </a:lnTo>
                <a:close/>
                <a:moveTo>
                  <a:pt x="67" y="46"/>
                </a:moveTo>
                <a:lnTo>
                  <a:pt x="88" y="46"/>
                </a:lnTo>
                <a:lnTo>
                  <a:pt x="88" y="64"/>
                </a:lnTo>
                <a:lnTo>
                  <a:pt x="67" y="64"/>
                </a:lnTo>
                <a:lnTo>
                  <a:pt x="67" y="46"/>
                </a:lnTo>
                <a:close/>
                <a:moveTo>
                  <a:pt x="67" y="75"/>
                </a:moveTo>
                <a:lnTo>
                  <a:pt x="85" y="75"/>
                </a:lnTo>
                <a:lnTo>
                  <a:pt x="85" y="90"/>
                </a:lnTo>
                <a:lnTo>
                  <a:pt x="67" y="90"/>
                </a:lnTo>
                <a:lnTo>
                  <a:pt x="67" y="75"/>
                </a:lnTo>
                <a:close/>
                <a:moveTo>
                  <a:pt x="36" y="21"/>
                </a:moveTo>
                <a:lnTo>
                  <a:pt x="57" y="21"/>
                </a:lnTo>
                <a:lnTo>
                  <a:pt x="57" y="39"/>
                </a:lnTo>
                <a:lnTo>
                  <a:pt x="36" y="39"/>
                </a:lnTo>
                <a:lnTo>
                  <a:pt x="36" y="21"/>
                </a:lnTo>
                <a:close/>
                <a:moveTo>
                  <a:pt x="36" y="46"/>
                </a:moveTo>
                <a:lnTo>
                  <a:pt x="57" y="46"/>
                </a:lnTo>
                <a:lnTo>
                  <a:pt x="57" y="64"/>
                </a:lnTo>
                <a:lnTo>
                  <a:pt x="36" y="64"/>
                </a:lnTo>
                <a:lnTo>
                  <a:pt x="36" y="46"/>
                </a:lnTo>
                <a:close/>
                <a:moveTo>
                  <a:pt x="36" y="75"/>
                </a:moveTo>
                <a:lnTo>
                  <a:pt x="57" y="75"/>
                </a:lnTo>
                <a:lnTo>
                  <a:pt x="57" y="90"/>
                </a:lnTo>
                <a:lnTo>
                  <a:pt x="36" y="90"/>
                </a:lnTo>
                <a:lnTo>
                  <a:pt x="36" y="75"/>
                </a:lnTo>
                <a:close/>
                <a:moveTo>
                  <a:pt x="8" y="21"/>
                </a:moveTo>
                <a:lnTo>
                  <a:pt x="28" y="21"/>
                </a:lnTo>
                <a:lnTo>
                  <a:pt x="28" y="39"/>
                </a:lnTo>
                <a:lnTo>
                  <a:pt x="8" y="39"/>
                </a:lnTo>
                <a:lnTo>
                  <a:pt x="8" y="21"/>
                </a:lnTo>
                <a:close/>
                <a:moveTo>
                  <a:pt x="8" y="46"/>
                </a:moveTo>
                <a:lnTo>
                  <a:pt x="28" y="46"/>
                </a:lnTo>
                <a:lnTo>
                  <a:pt x="28" y="64"/>
                </a:lnTo>
                <a:lnTo>
                  <a:pt x="8" y="64"/>
                </a:lnTo>
                <a:lnTo>
                  <a:pt x="8" y="46"/>
                </a:lnTo>
                <a:close/>
                <a:moveTo>
                  <a:pt x="8" y="75"/>
                </a:moveTo>
                <a:lnTo>
                  <a:pt x="26" y="75"/>
                </a:lnTo>
                <a:lnTo>
                  <a:pt x="26" y="90"/>
                </a:lnTo>
                <a:lnTo>
                  <a:pt x="8" y="90"/>
                </a:lnTo>
                <a:lnTo>
                  <a:pt x="8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6" name="Freeform 593">
            <a:extLst>
              <a:ext uri="{FF2B5EF4-FFF2-40B4-BE49-F238E27FC236}">
                <a16:creationId xmlns:a16="http://schemas.microsoft.com/office/drawing/2014/main" id="{E6B0671D-98FF-444D-8A66-CD8790626C93}"/>
              </a:ext>
            </a:extLst>
          </p:cNvPr>
          <p:cNvSpPr>
            <a:spLocks noEditPoints="1"/>
          </p:cNvSpPr>
          <p:nvPr/>
        </p:nvSpPr>
        <p:spPr bwMode="auto">
          <a:xfrm>
            <a:off x="4834617" y="1855559"/>
            <a:ext cx="147638" cy="171450"/>
          </a:xfrm>
          <a:custGeom>
            <a:avLst/>
            <a:gdLst>
              <a:gd name="T0" fmla="*/ 0 w 93"/>
              <a:gd name="T1" fmla="*/ 108 h 108"/>
              <a:gd name="T2" fmla="*/ 93 w 93"/>
              <a:gd name="T3" fmla="*/ 108 h 108"/>
              <a:gd name="T4" fmla="*/ 93 w 93"/>
              <a:gd name="T5" fmla="*/ 0 h 108"/>
              <a:gd name="T6" fmla="*/ 0 w 93"/>
              <a:gd name="T7" fmla="*/ 0 h 108"/>
              <a:gd name="T8" fmla="*/ 0 w 93"/>
              <a:gd name="T9" fmla="*/ 108 h 108"/>
              <a:gd name="T10" fmla="*/ 68 w 93"/>
              <a:gd name="T11" fmla="*/ 21 h 108"/>
              <a:gd name="T12" fmla="*/ 86 w 93"/>
              <a:gd name="T13" fmla="*/ 21 h 108"/>
              <a:gd name="T14" fmla="*/ 86 w 93"/>
              <a:gd name="T15" fmla="*/ 39 h 108"/>
              <a:gd name="T16" fmla="*/ 68 w 93"/>
              <a:gd name="T17" fmla="*/ 39 h 108"/>
              <a:gd name="T18" fmla="*/ 68 w 93"/>
              <a:gd name="T19" fmla="*/ 21 h 108"/>
              <a:gd name="T20" fmla="*/ 68 w 93"/>
              <a:gd name="T21" fmla="*/ 46 h 108"/>
              <a:gd name="T22" fmla="*/ 86 w 93"/>
              <a:gd name="T23" fmla="*/ 46 h 108"/>
              <a:gd name="T24" fmla="*/ 86 w 93"/>
              <a:gd name="T25" fmla="*/ 64 h 108"/>
              <a:gd name="T26" fmla="*/ 68 w 93"/>
              <a:gd name="T27" fmla="*/ 64 h 108"/>
              <a:gd name="T28" fmla="*/ 68 w 93"/>
              <a:gd name="T29" fmla="*/ 46 h 108"/>
              <a:gd name="T30" fmla="*/ 68 w 93"/>
              <a:gd name="T31" fmla="*/ 75 h 108"/>
              <a:gd name="T32" fmla="*/ 86 w 93"/>
              <a:gd name="T33" fmla="*/ 75 h 108"/>
              <a:gd name="T34" fmla="*/ 86 w 93"/>
              <a:gd name="T35" fmla="*/ 90 h 108"/>
              <a:gd name="T36" fmla="*/ 68 w 93"/>
              <a:gd name="T37" fmla="*/ 90 h 108"/>
              <a:gd name="T38" fmla="*/ 68 w 93"/>
              <a:gd name="T39" fmla="*/ 75 h 108"/>
              <a:gd name="T40" fmla="*/ 37 w 93"/>
              <a:gd name="T41" fmla="*/ 21 h 108"/>
              <a:gd name="T42" fmla="*/ 57 w 93"/>
              <a:gd name="T43" fmla="*/ 21 h 108"/>
              <a:gd name="T44" fmla="*/ 57 w 93"/>
              <a:gd name="T45" fmla="*/ 39 h 108"/>
              <a:gd name="T46" fmla="*/ 37 w 93"/>
              <a:gd name="T47" fmla="*/ 39 h 108"/>
              <a:gd name="T48" fmla="*/ 37 w 93"/>
              <a:gd name="T49" fmla="*/ 21 h 108"/>
              <a:gd name="T50" fmla="*/ 37 w 93"/>
              <a:gd name="T51" fmla="*/ 46 h 108"/>
              <a:gd name="T52" fmla="*/ 57 w 93"/>
              <a:gd name="T53" fmla="*/ 46 h 108"/>
              <a:gd name="T54" fmla="*/ 57 w 93"/>
              <a:gd name="T55" fmla="*/ 64 h 108"/>
              <a:gd name="T56" fmla="*/ 37 w 93"/>
              <a:gd name="T57" fmla="*/ 64 h 108"/>
              <a:gd name="T58" fmla="*/ 37 w 93"/>
              <a:gd name="T59" fmla="*/ 46 h 108"/>
              <a:gd name="T60" fmla="*/ 37 w 93"/>
              <a:gd name="T61" fmla="*/ 75 h 108"/>
              <a:gd name="T62" fmla="*/ 55 w 93"/>
              <a:gd name="T63" fmla="*/ 75 h 108"/>
              <a:gd name="T64" fmla="*/ 55 w 93"/>
              <a:gd name="T65" fmla="*/ 90 h 108"/>
              <a:gd name="T66" fmla="*/ 37 w 93"/>
              <a:gd name="T67" fmla="*/ 90 h 108"/>
              <a:gd name="T68" fmla="*/ 37 w 93"/>
              <a:gd name="T69" fmla="*/ 75 h 108"/>
              <a:gd name="T70" fmla="*/ 8 w 93"/>
              <a:gd name="T71" fmla="*/ 21 h 108"/>
              <a:gd name="T72" fmla="*/ 26 w 93"/>
              <a:gd name="T73" fmla="*/ 21 h 108"/>
              <a:gd name="T74" fmla="*/ 26 w 93"/>
              <a:gd name="T75" fmla="*/ 39 h 108"/>
              <a:gd name="T76" fmla="*/ 8 w 93"/>
              <a:gd name="T77" fmla="*/ 39 h 108"/>
              <a:gd name="T78" fmla="*/ 8 w 93"/>
              <a:gd name="T79" fmla="*/ 21 h 108"/>
              <a:gd name="T80" fmla="*/ 8 w 93"/>
              <a:gd name="T81" fmla="*/ 46 h 108"/>
              <a:gd name="T82" fmla="*/ 26 w 93"/>
              <a:gd name="T83" fmla="*/ 46 h 108"/>
              <a:gd name="T84" fmla="*/ 26 w 93"/>
              <a:gd name="T85" fmla="*/ 64 h 108"/>
              <a:gd name="T86" fmla="*/ 8 w 93"/>
              <a:gd name="T87" fmla="*/ 64 h 108"/>
              <a:gd name="T88" fmla="*/ 8 w 93"/>
              <a:gd name="T89" fmla="*/ 46 h 108"/>
              <a:gd name="T90" fmla="*/ 8 w 93"/>
              <a:gd name="T91" fmla="*/ 75 h 108"/>
              <a:gd name="T92" fmla="*/ 26 w 93"/>
              <a:gd name="T93" fmla="*/ 75 h 108"/>
              <a:gd name="T94" fmla="*/ 26 w 93"/>
              <a:gd name="T95" fmla="*/ 90 h 108"/>
              <a:gd name="T96" fmla="*/ 8 w 93"/>
              <a:gd name="T97" fmla="*/ 90 h 108"/>
              <a:gd name="T98" fmla="*/ 8 w 93"/>
              <a:gd name="T99" fmla="*/ 7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3" h="108">
                <a:moveTo>
                  <a:pt x="0" y="108"/>
                </a:moveTo>
                <a:lnTo>
                  <a:pt x="93" y="108"/>
                </a:lnTo>
                <a:lnTo>
                  <a:pt x="93" y="0"/>
                </a:lnTo>
                <a:lnTo>
                  <a:pt x="0" y="0"/>
                </a:lnTo>
                <a:lnTo>
                  <a:pt x="0" y="108"/>
                </a:lnTo>
                <a:close/>
                <a:moveTo>
                  <a:pt x="68" y="21"/>
                </a:moveTo>
                <a:lnTo>
                  <a:pt x="86" y="21"/>
                </a:lnTo>
                <a:lnTo>
                  <a:pt x="86" y="39"/>
                </a:lnTo>
                <a:lnTo>
                  <a:pt x="68" y="39"/>
                </a:lnTo>
                <a:lnTo>
                  <a:pt x="68" y="21"/>
                </a:lnTo>
                <a:close/>
                <a:moveTo>
                  <a:pt x="68" y="46"/>
                </a:moveTo>
                <a:lnTo>
                  <a:pt x="86" y="46"/>
                </a:lnTo>
                <a:lnTo>
                  <a:pt x="86" y="64"/>
                </a:lnTo>
                <a:lnTo>
                  <a:pt x="68" y="64"/>
                </a:lnTo>
                <a:lnTo>
                  <a:pt x="68" y="46"/>
                </a:lnTo>
                <a:close/>
                <a:moveTo>
                  <a:pt x="68" y="75"/>
                </a:moveTo>
                <a:lnTo>
                  <a:pt x="86" y="75"/>
                </a:lnTo>
                <a:lnTo>
                  <a:pt x="86" y="90"/>
                </a:lnTo>
                <a:lnTo>
                  <a:pt x="68" y="90"/>
                </a:lnTo>
                <a:lnTo>
                  <a:pt x="68" y="75"/>
                </a:lnTo>
                <a:close/>
                <a:moveTo>
                  <a:pt x="37" y="21"/>
                </a:moveTo>
                <a:lnTo>
                  <a:pt x="57" y="21"/>
                </a:lnTo>
                <a:lnTo>
                  <a:pt x="57" y="39"/>
                </a:lnTo>
                <a:lnTo>
                  <a:pt x="37" y="39"/>
                </a:lnTo>
                <a:lnTo>
                  <a:pt x="37" y="21"/>
                </a:lnTo>
                <a:close/>
                <a:moveTo>
                  <a:pt x="37" y="46"/>
                </a:moveTo>
                <a:lnTo>
                  <a:pt x="57" y="46"/>
                </a:lnTo>
                <a:lnTo>
                  <a:pt x="57" y="64"/>
                </a:lnTo>
                <a:lnTo>
                  <a:pt x="37" y="64"/>
                </a:lnTo>
                <a:lnTo>
                  <a:pt x="37" y="46"/>
                </a:lnTo>
                <a:close/>
                <a:moveTo>
                  <a:pt x="37" y="75"/>
                </a:moveTo>
                <a:lnTo>
                  <a:pt x="55" y="75"/>
                </a:lnTo>
                <a:lnTo>
                  <a:pt x="55" y="90"/>
                </a:lnTo>
                <a:lnTo>
                  <a:pt x="37" y="90"/>
                </a:lnTo>
                <a:lnTo>
                  <a:pt x="37" y="75"/>
                </a:lnTo>
                <a:close/>
                <a:moveTo>
                  <a:pt x="8" y="21"/>
                </a:moveTo>
                <a:lnTo>
                  <a:pt x="26" y="21"/>
                </a:lnTo>
                <a:lnTo>
                  <a:pt x="26" y="39"/>
                </a:lnTo>
                <a:lnTo>
                  <a:pt x="8" y="39"/>
                </a:lnTo>
                <a:lnTo>
                  <a:pt x="8" y="21"/>
                </a:lnTo>
                <a:close/>
                <a:moveTo>
                  <a:pt x="8" y="46"/>
                </a:moveTo>
                <a:lnTo>
                  <a:pt x="26" y="46"/>
                </a:lnTo>
                <a:lnTo>
                  <a:pt x="26" y="64"/>
                </a:lnTo>
                <a:lnTo>
                  <a:pt x="8" y="64"/>
                </a:lnTo>
                <a:lnTo>
                  <a:pt x="8" y="46"/>
                </a:lnTo>
                <a:close/>
                <a:moveTo>
                  <a:pt x="8" y="75"/>
                </a:moveTo>
                <a:lnTo>
                  <a:pt x="26" y="75"/>
                </a:lnTo>
                <a:lnTo>
                  <a:pt x="26" y="90"/>
                </a:lnTo>
                <a:lnTo>
                  <a:pt x="8" y="90"/>
                </a:lnTo>
                <a:lnTo>
                  <a:pt x="8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7" name="Rectangle 594">
            <a:extLst>
              <a:ext uri="{FF2B5EF4-FFF2-40B4-BE49-F238E27FC236}">
                <a16:creationId xmlns:a16="http://schemas.microsoft.com/office/drawing/2014/main" id="{CBE6DECC-04C0-4176-988C-B76364E83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8380" y="2036534"/>
            <a:ext cx="56197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8" name="Freeform 595">
            <a:extLst>
              <a:ext uri="{FF2B5EF4-FFF2-40B4-BE49-F238E27FC236}">
                <a16:creationId xmlns:a16="http://schemas.microsoft.com/office/drawing/2014/main" id="{5C06489C-22DE-42F2-954E-261F8D282E2F}"/>
              </a:ext>
            </a:extLst>
          </p:cNvPr>
          <p:cNvSpPr>
            <a:spLocks/>
          </p:cNvSpPr>
          <p:nvPr/>
        </p:nvSpPr>
        <p:spPr bwMode="auto">
          <a:xfrm>
            <a:off x="5269592" y="1699984"/>
            <a:ext cx="303213" cy="155575"/>
          </a:xfrm>
          <a:custGeom>
            <a:avLst/>
            <a:gdLst>
              <a:gd name="T0" fmla="*/ 90 w 191"/>
              <a:gd name="T1" fmla="*/ 0 h 98"/>
              <a:gd name="T2" fmla="*/ 0 w 191"/>
              <a:gd name="T3" fmla="*/ 77 h 98"/>
              <a:gd name="T4" fmla="*/ 0 w 191"/>
              <a:gd name="T5" fmla="*/ 98 h 98"/>
              <a:gd name="T6" fmla="*/ 90 w 191"/>
              <a:gd name="T7" fmla="*/ 23 h 98"/>
              <a:gd name="T8" fmla="*/ 191 w 191"/>
              <a:gd name="T9" fmla="*/ 98 h 98"/>
              <a:gd name="T10" fmla="*/ 191 w 191"/>
              <a:gd name="T11" fmla="*/ 77 h 98"/>
              <a:gd name="T12" fmla="*/ 90 w 191"/>
              <a:gd name="T13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98">
                <a:moveTo>
                  <a:pt x="90" y="0"/>
                </a:moveTo>
                <a:lnTo>
                  <a:pt x="0" y="77"/>
                </a:lnTo>
                <a:lnTo>
                  <a:pt x="0" y="98"/>
                </a:lnTo>
                <a:lnTo>
                  <a:pt x="90" y="23"/>
                </a:lnTo>
                <a:lnTo>
                  <a:pt x="191" y="98"/>
                </a:lnTo>
                <a:lnTo>
                  <a:pt x="191" y="77"/>
                </a:lnTo>
                <a:lnTo>
                  <a:pt x="9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9" name="Freeform 596">
            <a:extLst>
              <a:ext uri="{FF2B5EF4-FFF2-40B4-BE49-F238E27FC236}">
                <a16:creationId xmlns:a16="http://schemas.microsoft.com/office/drawing/2014/main" id="{2053C25E-8403-459B-A00D-05670702BDC0}"/>
              </a:ext>
            </a:extLst>
          </p:cNvPr>
          <p:cNvSpPr>
            <a:spLocks/>
          </p:cNvSpPr>
          <p:nvPr/>
        </p:nvSpPr>
        <p:spPr bwMode="auto">
          <a:xfrm>
            <a:off x="5334680" y="1876197"/>
            <a:ext cx="33338" cy="44450"/>
          </a:xfrm>
          <a:custGeom>
            <a:avLst/>
            <a:gdLst>
              <a:gd name="T0" fmla="*/ 21 w 21"/>
              <a:gd name="T1" fmla="*/ 2 h 28"/>
              <a:gd name="T2" fmla="*/ 0 w 21"/>
              <a:gd name="T3" fmla="*/ 0 h 28"/>
              <a:gd name="T4" fmla="*/ 0 w 21"/>
              <a:gd name="T5" fmla="*/ 26 h 28"/>
              <a:gd name="T6" fmla="*/ 21 w 21"/>
              <a:gd name="T7" fmla="*/ 28 h 28"/>
              <a:gd name="T8" fmla="*/ 21 w 21"/>
              <a:gd name="T9" fmla="*/ 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8">
                <a:moveTo>
                  <a:pt x="21" y="2"/>
                </a:moveTo>
                <a:lnTo>
                  <a:pt x="0" y="0"/>
                </a:lnTo>
                <a:lnTo>
                  <a:pt x="0" y="26"/>
                </a:lnTo>
                <a:lnTo>
                  <a:pt x="21" y="28"/>
                </a:lnTo>
                <a:lnTo>
                  <a:pt x="21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0" name="Freeform 597">
            <a:extLst>
              <a:ext uri="{FF2B5EF4-FFF2-40B4-BE49-F238E27FC236}">
                <a16:creationId xmlns:a16="http://schemas.microsoft.com/office/drawing/2014/main" id="{571FAD1B-99A4-49CB-B483-E8633490AD24}"/>
              </a:ext>
            </a:extLst>
          </p:cNvPr>
          <p:cNvSpPr>
            <a:spLocks/>
          </p:cNvSpPr>
          <p:nvPr/>
        </p:nvSpPr>
        <p:spPr bwMode="auto">
          <a:xfrm>
            <a:off x="5334680" y="1925409"/>
            <a:ext cx="33338" cy="52388"/>
          </a:xfrm>
          <a:custGeom>
            <a:avLst/>
            <a:gdLst>
              <a:gd name="T0" fmla="*/ 21 w 21"/>
              <a:gd name="T1" fmla="*/ 2 h 33"/>
              <a:gd name="T2" fmla="*/ 0 w 21"/>
              <a:gd name="T3" fmla="*/ 0 h 33"/>
              <a:gd name="T4" fmla="*/ 0 w 21"/>
              <a:gd name="T5" fmla="*/ 33 h 33"/>
              <a:gd name="T6" fmla="*/ 21 w 21"/>
              <a:gd name="T7" fmla="*/ 31 h 33"/>
              <a:gd name="T8" fmla="*/ 21 w 21"/>
              <a:gd name="T9" fmla="*/ 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33">
                <a:moveTo>
                  <a:pt x="21" y="2"/>
                </a:moveTo>
                <a:lnTo>
                  <a:pt x="0" y="0"/>
                </a:lnTo>
                <a:lnTo>
                  <a:pt x="0" y="33"/>
                </a:lnTo>
                <a:lnTo>
                  <a:pt x="21" y="31"/>
                </a:lnTo>
                <a:lnTo>
                  <a:pt x="21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1" name="Freeform 598">
            <a:extLst>
              <a:ext uri="{FF2B5EF4-FFF2-40B4-BE49-F238E27FC236}">
                <a16:creationId xmlns:a16="http://schemas.microsoft.com/office/drawing/2014/main" id="{90CDF2B9-1404-496C-9370-1A43231C34FF}"/>
              </a:ext>
            </a:extLst>
          </p:cNvPr>
          <p:cNvSpPr>
            <a:spLocks/>
          </p:cNvSpPr>
          <p:nvPr/>
        </p:nvSpPr>
        <p:spPr bwMode="auto">
          <a:xfrm>
            <a:off x="5360080" y="1920647"/>
            <a:ext cx="3175" cy="4763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0 w 2"/>
              <a:gd name="T5" fmla="*/ 3 h 3"/>
              <a:gd name="T6" fmla="*/ 0 w 2"/>
              <a:gd name="T7" fmla="*/ 3 h 3"/>
              <a:gd name="T8" fmla="*/ 2 w 2"/>
              <a:gd name="T9" fmla="*/ 3 h 3"/>
              <a:gd name="T10" fmla="*/ 2 w 2"/>
              <a:gd name="T11" fmla="*/ 3 h 3"/>
              <a:gd name="T12" fmla="*/ 2 w 2"/>
              <a:gd name="T13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3">
                <a:moveTo>
                  <a:pt x="2" y="3"/>
                </a:moveTo>
                <a:lnTo>
                  <a:pt x="0" y="0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2" y="3"/>
                </a:lnTo>
                <a:lnTo>
                  <a:pt x="2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2" name="Freeform 599">
            <a:extLst>
              <a:ext uri="{FF2B5EF4-FFF2-40B4-BE49-F238E27FC236}">
                <a16:creationId xmlns:a16="http://schemas.microsoft.com/office/drawing/2014/main" id="{CF8982FF-3B4B-4369-9282-45B975BA8DEB}"/>
              </a:ext>
            </a:extLst>
          </p:cNvPr>
          <p:cNvSpPr>
            <a:spLocks/>
          </p:cNvSpPr>
          <p:nvPr/>
        </p:nvSpPr>
        <p:spPr bwMode="auto">
          <a:xfrm>
            <a:off x="5363255" y="1920647"/>
            <a:ext cx="4763" cy="4763"/>
          </a:xfrm>
          <a:custGeom>
            <a:avLst/>
            <a:gdLst>
              <a:gd name="T0" fmla="*/ 3 w 3"/>
              <a:gd name="T1" fmla="*/ 3 h 3"/>
              <a:gd name="T2" fmla="*/ 3 w 3"/>
              <a:gd name="T3" fmla="*/ 3 h 3"/>
              <a:gd name="T4" fmla="*/ 3 w 3"/>
              <a:gd name="T5" fmla="*/ 3 h 3"/>
              <a:gd name="T6" fmla="*/ 0 w 3"/>
              <a:gd name="T7" fmla="*/ 3 h 3"/>
              <a:gd name="T8" fmla="*/ 3 w 3"/>
              <a:gd name="T9" fmla="*/ 3 h 3"/>
              <a:gd name="T10" fmla="*/ 3 w 3"/>
              <a:gd name="T11" fmla="*/ 3 h 3"/>
              <a:gd name="T12" fmla="*/ 3 w 3"/>
              <a:gd name="T13" fmla="*/ 0 h 3"/>
              <a:gd name="T14" fmla="*/ 0 w 3"/>
              <a:gd name="T15" fmla="*/ 3 h 3"/>
              <a:gd name="T16" fmla="*/ 3 w 3"/>
              <a:gd name="T1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" h="3">
                <a:moveTo>
                  <a:pt x="3" y="3"/>
                </a:moveTo>
                <a:lnTo>
                  <a:pt x="3" y="3"/>
                </a:lnTo>
                <a:lnTo>
                  <a:pt x="3" y="3"/>
                </a:lnTo>
                <a:lnTo>
                  <a:pt x="0" y="3"/>
                </a:lnTo>
                <a:lnTo>
                  <a:pt x="3" y="3"/>
                </a:lnTo>
                <a:lnTo>
                  <a:pt x="3" y="3"/>
                </a:lnTo>
                <a:lnTo>
                  <a:pt x="3" y="0"/>
                </a:lnTo>
                <a:lnTo>
                  <a:pt x="0" y="3"/>
                </a:lnTo>
                <a:lnTo>
                  <a:pt x="3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3" name="Freeform 600">
            <a:extLst>
              <a:ext uri="{FF2B5EF4-FFF2-40B4-BE49-F238E27FC236}">
                <a16:creationId xmlns:a16="http://schemas.microsoft.com/office/drawing/2014/main" id="{3412D42C-ED0F-410E-95BD-EC8868952C57}"/>
              </a:ext>
            </a:extLst>
          </p:cNvPr>
          <p:cNvSpPr>
            <a:spLocks noEditPoints="1"/>
          </p:cNvSpPr>
          <p:nvPr/>
        </p:nvSpPr>
        <p:spPr bwMode="auto">
          <a:xfrm>
            <a:off x="5302930" y="1752372"/>
            <a:ext cx="228600" cy="250825"/>
          </a:xfrm>
          <a:custGeom>
            <a:avLst/>
            <a:gdLst>
              <a:gd name="T0" fmla="*/ 144 w 144"/>
              <a:gd name="T1" fmla="*/ 158 h 158"/>
              <a:gd name="T2" fmla="*/ 144 w 144"/>
              <a:gd name="T3" fmla="*/ 54 h 158"/>
              <a:gd name="T4" fmla="*/ 69 w 144"/>
              <a:gd name="T5" fmla="*/ 0 h 158"/>
              <a:gd name="T6" fmla="*/ 0 w 144"/>
              <a:gd name="T7" fmla="*/ 54 h 158"/>
              <a:gd name="T8" fmla="*/ 0 w 144"/>
              <a:gd name="T9" fmla="*/ 158 h 158"/>
              <a:gd name="T10" fmla="*/ 5 w 144"/>
              <a:gd name="T11" fmla="*/ 158 h 158"/>
              <a:gd name="T12" fmla="*/ 5 w 144"/>
              <a:gd name="T13" fmla="*/ 153 h 158"/>
              <a:gd name="T14" fmla="*/ 75 w 144"/>
              <a:gd name="T15" fmla="*/ 153 h 158"/>
              <a:gd name="T16" fmla="*/ 75 w 144"/>
              <a:gd name="T17" fmla="*/ 158 h 158"/>
              <a:gd name="T18" fmla="*/ 144 w 144"/>
              <a:gd name="T19" fmla="*/ 158 h 158"/>
              <a:gd name="T20" fmla="*/ 13 w 144"/>
              <a:gd name="T21" fmla="*/ 150 h 158"/>
              <a:gd name="T22" fmla="*/ 10 w 144"/>
              <a:gd name="T23" fmla="*/ 150 h 158"/>
              <a:gd name="T24" fmla="*/ 10 w 144"/>
              <a:gd name="T25" fmla="*/ 67 h 158"/>
              <a:gd name="T26" fmla="*/ 10 w 144"/>
              <a:gd name="T27" fmla="*/ 65 h 158"/>
              <a:gd name="T28" fmla="*/ 10 w 144"/>
              <a:gd name="T29" fmla="*/ 65 h 158"/>
              <a:gd name="T30" fmla="*/ 13 w 144"/>
              <a:gd name="T31" fmla="*/ 67 h 158"/>
              <a:gd name="T32" fmla="*/ 13 w 144"/>
              <a:gd name="T33" fmla="*/ 150 h 158"/>
              <a:gd name="T34" fmla="*/ 44 w 144"/>
              <a:gd name="T35" fmla="*/ 142 h 158"/>
              <a:gd name="T36" fmla="*/ 18 w 144"/>
              <a:gd name="T37" fmla="*/ 148 h 158"/>
              <a:gd name="T38" fmla="*/ 18 w 144"/>
              <a:gd name="T39" fmla="*/ 70 h 158"/>
              <a:gd name="T40" fmla="*/ 44 w 144"/>
              <a:gd name="T41" fmla="*/ 75 h 158"/>
              <a:gd name="T42" fmla="*/ 44 w 144"/>
              <a:gd name="T43" fmla="*/ 142 h 158"/>
              <a:gd name="T44" fmla="*/ 15 w 144"/>
              <a:gd name="T45" fmla="*/ 67 h 158"/>
              <a:gd name="T46" fmla="*/ 10 w 144"/>
              <a:gd name="T47" fmla="*/ 65 h 158"/>
              <a:gd name="T48" fmla="*/ 69 w 144"/>
              <a:gd name="T49" fmla="*/ 65 h 158"/>
              <a:gd name="T50" fmla="*/ 64 w 144"/>
              <a:gd name="T51" fmla="*/ 67 h 158"/>
              <a:gd name="T52" fmla="*/ 15 w 144"/>
              <a:gd name="T53" fmla="*/ 67 h 158"/>
              <a:gd name="T54" fmla="*/ 69 w 144"/>
              <a:gd name="T55" fmla="*/ 65 h 158"/>
              <a:gd name="T56" fmla="*/ 69 w 144"/>
              <a:gd name="T57" fmla="*/ 67 h 158"/>
              <a:gd name="T58" fmla="*/ 69 w 144"/>
              <a:gd name="T59" fmla="*/ 150 h 158"/>
              <a:gd name="T60" fmla="*/ 67 w 144"/>
              <a:gd name="T61" fmla="*/ 150 h 158"/>
              <a:gd name="T62" fmla="*/ 67 w 144"/>
              <a:gd name="T63" fmla="*/ 67 h 158"/>
              <a:gd name="T64" fmla="*/ 67 w 144"/>
              <a:gd name="T65" fmla="*/ 67 h 158"/>
              <a:gd name="T66" fmla="*/ 69 w 144"/>
              <a:gd name="T67" fmla="*/ 65 h 158"/>
              <a:gd name="T68" fmla="*/ 69 w 144"/>
              <a:gd name="T69" fmla="*/ 65 h 158"/>
              <a:gd name="T70" fmla="*/ 113 w 144"/>
              <a:gd name="T71" fmla="*/ 70 h 158"/>
              <a:gd name="T72" fmla="*/ 126 w 144"/>
              <a:gd name="T73" fmla="*/ 70 h 158"/>
              <a:gd name="T74" fmla="*/ 126 w 144"/>
              <a:gd name="T75" fmla="*/ 83 h 158"/>
              <a:gd name="T76" fmla="*/ 113 w 144"/>
              <a:gd name="T77" fmla="*/ 83 h 158"/>
              <a:gd name="T78" fmla="*/ 113 w 144"/>
              <a:gd name="T79" fmla="*/ 70 h 158"/>
              <a:gd name="T80" fmla="*/ 113 w 144"/>
              <a:gd name="T81" fmla="*/ 88 h 158"/>
              <a:gd name="T82" fmla="*/ 126 w 144"/>
              <a:gd name="T83" fmla="*/ 88 h 158"/>
              <a:gd name="T84" fmla="*/ 126 w 144"/>
              <a:gd name="T85" fmla="*/ 101 h 158"/>
              <a:gd name="T86" fmla="*/ 113 w 144"/>
              <a:gd name="T87" fmla="*/ 101 h 158"/>
              <a:gd name="T88" fmla="*/ 113 w 144"/>
              <a:gd name="T89" fmla="*/ 88 h 158"/>
              <a:gd name="T90" fmla="*/ 95 w 144"/>
              <a:gd name="T91" fmla="*/ 70 h 158"/>
              <a:gd name="T92" fmla="*/ 108 w 144"/>
              <a:gd name="T93" fmla="*/ 70 h 158"/>
              <a:gd name="T94" fmla="*/ 108 w 144"/>
              <a:gd name="T95" fmla="*/ 83 h 158"/>
              <a:gd name="T96" fmla="*/ 95 w 144"/>
              <a:gd name="T97" fmla="*/ 83 h 158"/>
              <a:gd name="T98" fmla="*/ 95 w 144"/>
              <a:gd name="T99" fmla="*/ 70 h 158"/>
              <a:gd name="T100" fmla="*/ 95 w 144"/>
              <a:gd name="T101" fmla="*/ 88 h 158"/>
              <a:gd name="T102" fmla="*/ 108 w 144"/>
              <a:gd name="T103" fmla="*/ 88 h 158"/>
              <a:gd name="T104" fmla="*/ 108 w 144"/>
              <a:gd name="T105" fmla="*/ 101 h 158"/>
              <a:gd name="T106" fmla="*/ 95 w 144"/>
              <a:gd name="T107" fmla="*/ 101 h 158"/>
              <a:gd name="T108" fmla="*/ 95 w 144"/>
              <a:gd name="T109" fmla="*/ 8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4" h="158">
                <a:moveTo>
                  <a:pt x="144" y="158"/>
                </a:moveTo>
                <a:lnTo>
                  <a:pt x="144" y="54"/>
                </a:lnTo>
                <a:lnTo>
                  <a:pt x="69" y="0"/>
                </a:lnTo>
                <a:lnTo>
                  <a:pt x="0" y="54"/>
                </a:lnTo>
                <a:lnTo>
                  <a:pt x="0" y="158"/>
                </a:lnTo>
                <a:lnTo>
                  <a:pt x="5" y="158"/>
                </a:lnTo>
                <a:lnTo>
                  <a:pt x="5" y="153"/>
                </a:lnTo>
                <a:lnTo>
                  <a:pt x="75" y="153"/>
                </a:lnTo>
                <a:lnTo>
                  <a:pt x="75" y="158"/>
                </a:lnTo>
                <a:lnTo>
                  <a:pt x="144" y="158"/>
                </a:lnTo>
                <a:close/>
                <a:moveTo>
                  <a:pt x="13" y="150"/>
                </a:moveTo>
                <a:lnTo>
                  <a:pt x="10" y="150"/>
                </a:lnTo>
                <a:lnTo>
                  <a:pt x="10" y="67"/>
                </a:lnTo>
                <a:lnTo>
                  <a:pt x="10" y="65"/>
                </a:lnTo>
                <a:lnTo>
                  <a:pt x="10" y="65"/>
                </a:lnTo>
                <a:lnTo>
                  <a:pt x="13" y="67"/>
                </a:lnTo>
                <a:lnTo>
                  <a:pt x="13" y="150"/>
                </a:lnTo>
                <a:close/>
                <a:moveTo>
                  <a:pt x="44" y="142"/>
                </a:moveTo>
                <a:lnTo>
                  <a:pt x="18" y="148"/>
                </a:lnTo>
                <a:lnTo>
                  <a:pt x="18" y="70"/>
                </a:lnTo>
                <a:lnTo>
                  <a:pt x="44" y="75"/>
                </a:lnTo>
                <a:lnTo>
                  <a:pt x="44" y="142"/>
                </a:lnTo>
                <a:close/>
                <a:moveTo>
                  <a:pt x="15" y="67"/>
                </a:moveTo>
                <a:lnTo>
                  <a:pt x="10" y="65"/>
                </a:lnTo>
                <a:lnTo>
                  <a:pt x="69" y="65"/>
                </a:lnTo>
                <a:lnTo>
                  <a:pt x="64" y="67"/>
                </a:lnTo>
                <a:lnTo>
                  <a:pt x="15" y="67"/>
                </a:lnTo>
                <a:close/>
                <a:moveTo>
                  <a:pt x="69" y="65"/>
                </a:moveTo>
                <a:lnTo>
                  <a:pt x="69" y="67"/>
                </a:lnTo>
                <a:lnTo>
                  <a:pt x="69" y="150"/>
                </a:lnTo>
                <a:lnTo>
                  <a:pt x="67" y="150"/>
                </a:lnTo>
                <a:lnTo>
                  <a:pt x="67" y="67"/>
                </a:lnTo>
                <a:lnTo>
                  <a:pt x="67" y="67"/>
                </a:lnTo>
                <a:lnTo>
                  <a:pt x="69" y="65"/>
                </a:lnTo>
                <a:lnTo>
                  <a:pt x="69" y="65"/>
                </a:lnTo>
                <a:close/>
                <a:moveTo>
                  <a:pt x="113" y="70"/>
                </a:moveTo>
                <a:lnTo>
                  <a:pt x="126" y="70"/>
                </a:lnTo>
                <a:lnTo>
                  <a:pt x="126" y="83"/>
                </a:lnTo>
                <a:lnTo>
                  <a:pt x="113" y="83"/>
                </a:lnTo>
                <a:lnTo>
                  <a:pt x="113" y="70"/>
                </a:lnTo>
                <a:close/>
                <a:moveTo>
                  <a:pt x="113" y="88"/>
                </a:moveTo>
                <a:lnTo>
                  <a:pt x="126" y="88"/>
                </a:lnTo>
                <a:lnTo>
                  <a:pt x="126" y="101"/>
                </a:lnTo>
                <a:lnTo>
                  <a:pt x="113" y="101"/>
                </a:lnTo>
                <a:lnTo>
                  <a:pt x="113" y="88"/>
                </a:lnTo>
                <a:close/>
                <a:moveTo>
                  <a:pt x="95" y="70"/>
                </a:moveTo>
                <a:lnTo>
                  <a:pt x="108" y="70"/>
                </a:lnTo>
                <a:lnTo>
                  <a:pt x="108" y="83"/>
                </a:lnTo>
                <a:lnTo>
                  <a:pt x="95" y="83"/>
                </a:lnTo>
                <a:lnTo>
                  <a:pt x="95" y="70"/>
                </a:lnTo>
                <a:close/>
                <a:moveTo>
                  <a:pt x="95" y="88"/>
                </a:moveTo>
                <a:lnTo>
                  <a:pt x="108" y="88"/>
                </a:lnTo>
                <a:lnTo>
                  <a:pt x="108" y="101"/>
                </a:lnTo>
                <a:lnTo>
                  <a:pt x="95" y="101"/>
                </a:lnTo>
                <a:lnTo>
                  <a:pt x="95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4" name="Rectangle 601">
            <a:extLst>
              <a:ext uri="{FF2B5EF4-FFF2-40B4-BE49-F238E27FC236}">
                <a16:creationId xmlns:a16="http://schemas.microsoft.com/office/drawing/2014/main" id="{EF606A96-0042-4044-898D-09FB62D15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9592" y="2011134"/>
            <a:ext cx="303213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5" name="Freeform 602">
            <a:extLst>
              <a:ext uri="{FF2B5EF4-FFF2-40B4-BE49-F238E27FC236}">
                <a16:creationId xmlns:a16="http://schemas.microsoft.com/office/drawing/2014/main" id="{1941FFA3-F0A6-45DB-84F5-C84C1503ADC8}"/>
              </a:ext>
            </a:extLst>
          </p:cNvPr>
          <p:cNvSpPr>
            <a:spLocks/>
          </p:cNvSpPr>
          <p:nvPr/>
        </p:nvSpPr>
        <p:spPr bwMode="auto">
          <a:xfrm>
            <a:off x="5499780" y="1690459"/>
            <a:ext cx="36513" cy="87313"/>
          </a:xfrm>
          <a:custGeom>
            <a:avLst/>
            <a:gdLst>
              <a:gd name="T0" fmla="*/ 23 w 23"/>
              <a:gd name="T1" fmla="*/ 0 h 55"/>
              <a:gd name="T2" fmla="*/ 0 w 23"/>
              <a:gd name="T3" fmla="*/ 0 h 55"/>
              <a:gd name="T4" fmla="*/ 0 w 23"/>
              <a:gd name="T5" fmla="*/ 39 h 55"/>
              <a:gd name="T6" fmla="*/ 23 w 23"/>
              <a:gd name="T7" fmla="*/ 55 h 55"/>
              <a:gd name="T8" fmla="*/ 23 w 23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55">
                <a:moveTo>
                  <a:pt x="23" y="0"/>
                </a:moveTo>
                <a:lnTo>
                  <a:pt x="0" y="0"/>
                </a:lnTo>
                <a:lnTo>
                  <a:pt x="0" y="39"/>
                </a:lnTo>
                <a:lnTo>
                  <a:pt x="23" y="55"/>
                </a:lnTo>
                <a:lnTo>
                  <a:pt x="2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6" name="Freeform 603">
            <a:extLst>
              <a:ext uri="{FF2B5EF4-FFF2-40B4-BE49-F238E27FC236}">
                <a16:creationId xmlns:a16="http://schemas.microsoft.com/office/drawing/2014/main" id="{AD856920-029A-4B6E-B843-021E901DA3DC}"/>
              </a:ext>
            </a:extLst>
          </p:cNvPr>
          <p:cNvSpPr>
            <a:spLocks/>
          </p:cNvSpPr>
          <p:nvPr/>
        </p:nvSpPr>
        <p:spPr bwMode="auto">
          <a:xfrm>
            <a:off x="5860142" y="1785709"/>
            <a:ext cx="577850" cy="98425"/>
          </a:xfrm>
          <a:custGeom>
            <a:avLst/>
            <a:gdLst>
              <a:gd name="T0" fmla="*/ 353 w 364"/>
              <a:gd name="T1" fmla="*/ 0 h 62"/>
              <a:gd name="T2" fmla="*/ 10 w 364"/>
              <a:gd name="T3" fmla="*/ 0 h 62"/>
              <a:gd name="T4" fmla="*/ 0 w 364"/>
              <a:gd name="T5" fmla="*/ 62 h 62"/>
              <a:gd name="T6" fmla="*/ 364 w 364"/>
              <a:gd name="T7" fmla="*/ 62 h 62"/>
              <a:gd name="T8" fmla="*/ 353 w 364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62">
                <a:moveTo>
                  <a:pt x="353" y="0"/>
                </a:moveTo>
                <a:lnTo>
                  <a:pt x="10" y="0"/>
                </a:lnTo>
                <a:lnTo>
                  <a:pt x="0" y="62"/>
                </a:lnTo>
                <a:lnTo>
                  <a:pt x="364" y="62"/>
                </a:lnTo>
                <a:lnTo>
                  <a:pt x="35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7" name="Freeform 604">
            <a:extLst>
              <a:ext uri="{FF2B5EF4-FFF2-40B4-BE49-F238E27FC236}">
                <a16:creationId xmlns:a16="http://schemas.microsoft.com/office/drawing/2014/main" id="{264FC6C8-E6EB-4FB4-8AE0-E9B9313E68B3}"/>
              </a:ext>
            </a:extLst>
          </p:cNvPr>
          <p:cNvSpPr>
            <a:spLocks/>
          </p:cNvSpPr>
          <p:nvPr/>
        </p:nvSpPr>
        <p:spPr bwMode="auto">
          <a:xfrm>
            <a:off x="5860142" y="1785709"/>
            <a:ext cx="577850" cy="98425"/>
          </a:xfrm>
          <a:custGeom>
            <a:avLst/>
            <a:gdLst>
              <a:gd name="T0" fmla="*/ 353 w 364"/>
              <a:gd name="T1" fmla="*/ 0 h 62"/>
              <a:gd name="T2" fmla="*/ 10 w 364"/>
              <a:gd name="T3" fmla="*/ 0 h 62"/>
              <a:gd name="T4" fmla="*/ 0 w 364"/>
              <a:gd name="T5" fmla="*/ 62 h 62"/>
              <a:gd name="T6" fmla="*/ 364 w 364"/>
              <a:gd name="T7" fmla="*/ 62 h 62"/>
              <a:gd name="T8" fmla="*/ 353 w 364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62">
                <a:moveTo>
                  <a:pt x="353" y="0"/>
                </a:moveTo>
                <a:lnTo>
                  <a:pt x="10" y="0"/>
                </a:lnTo>
                <a:lnTo>
                  <a:pt x="0" y="62"/>
                </a:lnTo>
                <a:lnTo>
                  <a:pt x="364" y="62"/>
                </a:lnTo>
                <a:lnTo>
                  <a:pt x="35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8" name="Freeform 605">
            <a:extLst>
              <a:ext uri="{FF2B5EF4-FFF2-40B4-BE49-F238E27FC236}">
                <a16:creationId xmlns:a16="http://schemas.microsoft.com/office/drawing/2014/main" id="{1CAB3377-911D-48D6-B20F-798F73C9B576}"/>
              </a:ext>
            </a:extLst>
          </p:cNvPr>
          <p:cNvSpPr>
            <a:spLocks noEditPoints="1"/>
          </p:cNvSpPr>
          <p:nvPr/>
        </p:nvSpPr>
        <p:spPr bwMode="auto">
          <a:xfrm>
            <a:off x="5860142" y="1884134"/>
            <a:ext cx="577850" cy="131763"/>
          </a:xfrm>
          <a:custGeom>
            <a:avLst/>
            <a:gdLst>
              <a:gd name="T0" fmla="*/ 13 w 364"/>
              <a:gd name="T1" fmla="*/ 62 h 83"/>
              <a:gd name="T2" fmla="*/ 13 w 364"/>
              <a:gd name="T3" fmla="*/ 44 h 83"/>
              <a:gd name="T4" fmla="*/ 46 w 364"/>
              <a:gd name="T5" fmla="*/ 44 h 83"/>
              <a:gd name="T6" fmla="*/ 46 w 364"/>
              <a:gd name="T7" fmla="*/ 62 h 83"/>
              <a:gd name="T8" fmla="*/ 13 w 364"/>
              <a:gd name="T9" fmla="*/ 62 h 83"/>
              <a:gd name="T10" fmla="*/ 59 w 364"/>
              <a:gd name="T11" fmla="*/ 62 h 83"/>
              <a:gd name="T12" fmla="*/ 59 w 364"/>
              <a:gd name="T13" fmla="*/ 44 h 83"/>
              <a:gd name="T14" fmla="*/ 93 w 364"/>
              <a:gd name="T15" fmla="*/ 44 h 83"/>
              <a:gd name="T16" fmla="*/ 93 w 364"/>
              <a:gd name="T17" fmla="*/ 62 h 83"/>
              <a:gd name="T18" fmla="*/ 59 w 364"/>
              <a:gd name="T19" fmla="*/ 62 h 83"/>
              <a:gd name="T20" fmla="*/ 268 w 364"/>
              <a:gd name="T21" fmla="*/ 59 h 83"/>
              <a:gd name="T22" fmla="*/ 268 w 364"/>
              <a:gd name="T23" fmla="*/ 41 h 83"/>
              <a:gd name="T24" fmla="*/ 302 w 364"/>
              <a:gd name="T25" fmla="*/ 41 h 83"/>
              <a:gd name="T26" fmla="*/ 302 w 364"/>
              <a:gd name="T27" fmla="*/ 59 h 83"/>
              <a:gd name="T28" fmla="*/ 268 w 364"/>
              <a:gd name="T29" fmla="*/ 59 h 83"/>
              <a:gd name="T30" fmla="*/ 317 w 364"/>
              <a:gd name="T31" fmla="*/ 59 h 83"/>
              <a:gd name="T32" fmla="*/ 317 w 364"/>
              <a:gd name="T33" fmla="*/ 41 h 83"/>
              <a:gd name="T34" fmla="*/ 351 w 364"/>
              <a:gd name="T35" fmla="*/ 41 h 83"/>
              <a:gd name="T36" fmla="*/ 351 w 364"/>
              <a:gd name="T37" fmla="*/ 59 h 83"/>
              <a:gd name="T38" fmla="*/ 317 w 364"/>
              <a:gd name="T39" fmla="*/ 59 h 83"/>
              <a:gd name="T40" fmla="*/ 13 w 364"/>
              <a:gd name="T41" fmla="*/ 34 h 83"/>
              <a:gd name="T42" fmla="*/ 13 w 364"/>
              <a:gd name="T43" fmla="*/ 13 h 83"/>
              <a:gd name="T44" fmla="*/ 46 w 364"/>
              <a:gd name="T45" fmla="*/ 13 h 83"/>
              <a:gd name="T46" fmla="*/ 46 w 364"/>
              <a:gd name="T47" fmla="*/ 34 h 83"/>
              <a:gd name="T48" fmla="*/ 13 w 364"/>
              <a:gd name="T49" fmla="*/ 34 h 83"/>
              <a:gd name="T50" fmla="*/ 59 w 364"/>
              <a:gd name="T51" fmla="*/ 34 h 83"/>
              <a:gd name="T52" fmla="*/ 59 w 364"/>
              <a:gd name="T53" fmla="*/ 13 h 83"/>
              <a:gd name="T54" fmla="*/ 93 w 364"/>
              <a:gd name="T55" fmla="*/ 13 h 83"/>
              <a:gd name="T56" fmla="*/ 93 w 364"/>
              <a:gd name="T57" fmla="*/ 34 h 83"/>
              <a:gd name="T58" fmla="*/ 59 w 364"/>
              <a:gd name="T59" fmla="*/ 34 h 83"/>
              <a:gd name="T60" fmla="*/ 268 w 364"/>
              <a:gd name="T61" fmla="*/ 31 h 83"/>
              <a:gd name="T62" fmla="*/ 268 w 364"/>
              <a:gd name="T63" fmla="*/ 13 h 83"/>
              <a:gd name="T64" fmla="*/ 302 w 364"/>
              <a:gd name="T65" fmla="*/ 13 h 83"/>
              <a:gd name="T66" fmla="*/ 302 w 364"/>
              <a:gd name="T67" fmla="*/ 31 h 83"/>
              <a:gd name="T68" fmla="*/ 268 w 364"/>
              <a:gd name="T69" fmla="*/ 31 h 83"/>
              <a:gd name="T70" fmla="*/ 317 w 364"/>
              <a:gd name="T71" fmla="*/ 31 h 83"/>
              <a:gd name="T72" fmla="*/ 317 w 364"/>
              <a:gd name="T73" fmla="*/ 13 h 83"/>
              <a:gd name="T74" fmla="*/ 351 w 364"/>
              <a:gd name="T75" fmla="*/ 13 h 83"/>
              <a:gd name="T76" fmla="*/ 351 w 364"/>
              <a:gd name="T77" fmla="*/ 31 h 83"/>
              <a:gd name="T78" fmla="*/ 317 w 364"/>
              <a:gd name="T79" fmla="*/ 31 h 83"/>
              <a:gd name="T80" fmla="*/ 364 w 364"/>
              <a:gd name="T81" fmla="*/ 0 h 83"/>
              <a:gd name="T82" fmla="*/ 364 w 364"/>
              <a:gd name="T83" fmla="*/ 0 h 83"/>
              <a:gd name="T84" fmla="*/ 0 w 364"/>
              <a:gd name="T85" fmla="*/ 0 h 83"/>
              <a:gd name="T86" fmla="*/ 0 w 364"/>
              <a:gd name="T87" fmla="*/ 83 h 83"/>
              <a:gd name="T88" fmla="*/ 364 w 364"/>
              <a:gd name="T89" fmla="*/ 83 h 83"/>
              <a:gd name="T90" fmla="*/ 364 w 364"/>
              <a:gd name="T9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64" h="83">
                <a:moveTo>
                  <a:pt x="13" y="62"/>
                </a:moveTo>
                <a:lnTo>
                  <a:pt x="13" y="44"/>
                </a:lnTo>
                <a:lnTo>
                  <a:pt x="46" y="44"/>
                </a:lnTo>
                <a:lnTo>
                  <a:pt x="46" y="62"/>
                </a:lnTo>
                <a:lnTo>
                  <a:pt x="13" y="62"/>
                </a:lnTo>
                <a:close/>
                <a:moveTo>
                  <a:pt x="59" y="62"/>
                </a:moveTo>
                <a:lnTo>
                  <a:pt x="59" y="44"/>
                </a:lnTo>
                <a:lnTo>
                  <a:pt x="93" y="44"/>
                </a:lnTo>
                <a:lnTo>
                  <a:pt x="93" y="62"/>
                </a:lnTo>
                <a:lnTo>
                  <a:pt x="59" y="62"/>
                </a:lnTo>
                <a:close/>
                <a:moveTo>
                  <a:pt x="268" y="59"/>
                </a:moveTo>
                <a:lnTo>
                  <a:pt x="268" y="41"/>
                </a:lnTo>
                <a:lnTo>
                  <a:pt x="302" y="41"/>
                </a:lnTo>
                <a:lnTo>
                  <a:pt x="302" y="59"/>
                </a:lnTo>
                <a:lnTo>
                  <a:pt x="268" y="59"/>
                </a:lnTo>
                <a:close/>
                <a:moveTo>
                  <a:pt x="317" y="59"/>
                </a:moveTo>
                <a:lnTo>
                  <a:pt x="317" y="41"/>
                </a:lnTo>
                <a:lnTo>
                  <a:pt x="351" y="41"/>
                </a:lnTo>
                <a:lnTo>
                  <a:pt x="351" y="59"/>
                </a:lnTo>
                <a:lnTo>
                  <a:pt x="317" y="59"/>
                </a:lnTo>
                <a:close/>
                <a:moveTo>
                  <a:pt x="13" y="34"/>
                </a:moveTo>
                <a:lnTo>
                  <a:pt x="13" y="13"/>
                </a:lnTo>
                <a:lnTo>
                  <a:pt x="46" y="13"/>
                </a:lnTo>
                <a:lnTo>
                  <a:pt x="46" y="34"/>
                </a:lnTo>
                <a:lnTo>
                  <a:pt x="13" y="34"/>
                </a:lnTo>
                <a:close/>
                <a:moveTo>
                  <a:pt x="59" y="34"/>
                </a:moveTo>
                <a:lnTo>
                  <a:pt x="59" y="13"/>
                </a:lnTo>
                <a:lnTo>
                  <a:pt x="93" y="13"/>
                </a:lnTo>
                <a:lnTo>
                  <a:pt x="93" y="34"/>
                </a:lnTo>
                <a:lnTo>
                  <a:pt x="59" y="34"/>
                </a:lnTo>
                <a:close/>
                <a:moveTo>
                  <a:pt x="268" y="31"/>
                </a:moveTo>
                <a:lnTo>
                  <a:pt x="268" y="13"/>
                </a:lnTo>
                <a:lnTo>
                  <a:pt x="302" y="13"/>
                </a:lnTo>
                <a:lnTo>
                  <a:pt x="302" y="31"/>
                </a:lnTo>
                <a:lnTo>
                  <a:pt x="268" y="31"/>
                </a:lnTo>
                <a:close/>
                <a:moveTo>
                  <a:pt x="317" y="31"/>
                </a:moveTo>
                <a:lnTo>
                  <a:pt x="317" y="13"/>
                </a:lnTo>
                <a:lnTo>
                  <a:pt x="351" y="13"/>
                </a:lnTo>
                <a:lnTo>
                  <a:pt x="351" y="31"/>
                </a:lnTo>
                <a:lnTo>
                  <a:pt x="317" y="31"/>
                </a:lnTo>
                <a:close/>
                <a:moveTo>
                  <a:pt x="364" y="0"/>
                </a:moveTo>
                <a:lnTo>
                  <a:pt x="364" y="0"/>
                </a:lnTo>
                <a:lnTo>
                  <a:pt x="0" y="0"/>
                </a:lnTo>
                <a:lnTo>
                  <a:pt x="0" y="83"/>
                </a:lnTo>
                <a:lnTo>
                  <a:pt x="364" y="83"/>
                </a:lnTo>
                <a:lnTo>
                  <a:pt x="36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9" name="Freeform 606">
            <a:extLst>
              <a:ext uri="{FF2B5EF4-FFF2-40B4-BE49-F238E27FC236}">
                <a16:creationId xmlns:a16="http://schemas.microsoft.com/office/drawing/2014/main" id="{B914ECD8-FE01-4BAC-AB36-B7F6A93E4969}"/>
              </a:ext>
            </a:extLst>
          </p:cNvPr>
          <p:cNvSpPr>
            <a:spLocks noEditPoints="1"/>
          </p:cNvSpPr>
          <p:nvPr/>
        </p:nvSpPr>
        <p:spPr bwMode="auto">
          <a:xfrm>
            <a:off x="5860142" y="1884134"/>
            <a:ext cx="577850" cy="131763"/>
          </a:xfrm>
          <a:custGeom>
            <a:avLst/>
            <a:gdLst>
              <a:gd name="T0" fmla="*/ 13 w 364"/>
              <a:gd name="T1" fmla="*/ 62 h 83"/>
              <a:gd name="T2" fmla="*/ 13 w 364"/>
              <a:gd name="T3" fmla="*/ 44 h 83"/>
              <a:gd name="T4" fmla="*/ 46 w 364"/>
              <a:gd name="T5" fmla="*/ 44 h 83"/>
              <a:gd name="T6" fmla="*/ 46 w 364"/>
              <a:gd name="T7" fmla="*/ 62 h 83"/>
              <a:gd name="T8" fmla="*/ 13 w 364"/>
              <a:gd name="T9" fmla="*/ 62 h 83"/>
              <a:gd name="T10" fmla="*/ 59 w 364"/>
              <a:gd name="T11" fmla="*/ 62 h 83"/>
              <a:gd name="T12" fmla="*/ 59 w 364"/>
              <a:gd name="T13" fmla="*/ 44 h 83"/>
              <a:gd name="T14" fmla="*/ 93 w 364"/>
              <a:gd name="T15" fmla="*/ 44 h 83"/>
              <a:gd name="T16" fmla="*/ 93 w 364"/>
              <a:gd name="T17" fmla="*/ 62 h 83"/>
              <a:gd name="T18" fmla="*/ 59 w 364"/>
              <a:gd name="T19" fmla="*/ 62 h 83"/>
              <a:gd name="T20" fmla="*/ 268 w 364"/>
              <a:gd name="T21" fmla="*/ 59 h 83"/>
              <a:gd name="T22" fmla="*/ 268 w 364"/>
              <a:gd name="T23" fmla="*/ 41 h 83"/>
              <a:gd name="T24" fmla="*/ 302 w 364"/>
              <a:gd name="T25" fmla="*/ 41 h 83"/>
              <a:gd name="T26" fmla="*/ 302 w 364"/>
              <a:gd name="T27" fmla="*/ 59 h 83"/>
              <a:gd name="T28" fmla="*/ 268 w 364"/>
              <a:gd name="T29" fmla="*/ 59 h 83"/>
              <a:gd name="T30" fmla="*/ 317 w 364"/>
              <a:gd name="T31" fmla="*/ 59 h 83"/>
              <a:gd name="T32" fmla="*/ 317 w 364"/>
              <a:gd name="T33" fmla="*/ 41 h 83"/>
              <a:gd name="T34" fmla="*/ 351 w 364"/>
              <a:gd name="T35" fmla="*/ 41 h 83"/>
              <a:gd name="T36" fmla="*/ 351 w 364"/>
              <a:gd name="T37" fmla="*/ 59 h 83"/>
              <a:gd name="T38" fmla="*/ 317 w 364"/>
              <a:gd name="T39" fmla="*/ 59 h 83"/>
              <a:gd name="T40" fmla="*/ 13 w 364"/>
              <a:gd name="T41" fmla="*/ 34 h 83"/>
              <a:gd name="T42" fmla="*/ 13 w 364"/>
              <a:gd name="T43" fmla="*/ 13 h 83"/>
              <a:gd name="T44" fmla="*/ 46 w 364"/>
              <a:gd name="T45" fmla="*/ 13 h 83"/>
              <a:gd name="T46" fmla="*/ 46 w 364"/>
              <a:gd name="T47" fmla="*/ 34 h 83"/>
              <a:gd name="T48" fmla="*/ 13 w 364"/>
              <a:gd name="T49" fmla="*/ 34 h 83"/>
              <a:gd name="T50" fmla="*/ 59 w 364"/>
              <a:gd name="T51" fmla="*/ 34 h 83"/>
              <a:gd name="T52" fmla="*/ 59 w 364"/>
              <a:gd name="T53" fmla="*/ 13 h 83"/>
              <a:gd name="T54" fmla="*/ 93 w 364"/>
              <a:gd name="T55" fmla="*/ 13 h 83"/>
              <a:gd name="T56" fmla="*/ 93 w 364"/>
              <a:gd name="T57" fmla="*/ 34 h 83"/>
              <a:gd name="T58" fmla="*/ 59 w 364"/>
              <a:gd name="T59" fmla="*/ 34 h 83"/>
              <a:gd name="T60" fmla="*/ 268 w 364"/>
              <a:gd name="T61" fmla="*/ 31 h 83"/>
              <a:gd name="T62" fmla="*/ 268 w 364"/>
              <a:gd name="T63" fmla="*/ 13 h 83"/>
              <a:gd name="T64" fmla="*/ 302 w 364"/>
              <a:gd name="T65" fmla="*/ 13 h 83"/>
              <a:gd name="T66" fmla="*/ 302 w 364"/>
              <a:gd name="T67" fmla="*/ 31 h 83"/>
              <a:gd name="T68" fmla="*/ 268 w 364"/>
              <a:gd name="T69" fmla="*/ 31 h 83"/>
              <a:gd name="T70" fmla="*/ 317 w 364"/>
              <a:gd name="T71" fmla="*/ 31 h 83"/>
              <a:gd name="T72" fmla="*/ 317 w 364"/>
              <a:gd name="T73" fmla="*/ 13 h 83"/>
              <a:gd name="T74" fmla="*/ 351 w 364"/>
              <a:gd name="T75" fmla="*/ 13 h 83"/>
              <a:gd name="T76" fmla="*/ 351 w 364"/>
              <a:gd name="T77" fmla="*/ 31 h 83"/>
              <a:gd name="T78" fmla="*/ 317 w 364"/>
              <a:gd name="T79" fmla="*/ 31 h 83"/>
              <a:gd name="T80" fmla="*/ 364 w 364"/>
              <a:gd name="T81" fmla="*/ 0 h 83"/>
              <a:gd name="T82" fmla="*/ 364 w 364"/>
              <a:gd name="T83" fmla="*/ 0 h 83"/>
              <a:gd name="T84" fmla="*/ 0 w 364"/>
              <a:gd name="T85" fmla="*/ 0 h 83"/>
              <a:gd name="T86" fmla="*/ 0 w 364"/>
              <a:gd name="T87" fmla="*/ 83 h 83"/>
              <a:gd name="T88" fmla="*/ 364 w 364"/>
              <a:gd name="T89" fmla="*/ 83 h 83"/>
              <a:gd name="T90" fmla="*/ 364 w 364"/>
              <a:gd name="T9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64" h="83">
                <a:moveTo>
                  <a:pt x="13" y="62"/>
                </a:moveTo>
                <a:lnTo>
                  <a:pt x="13" y="44"/>
                </a:lnTo>
                <a:lnTo>
                  <a:pt x="46" y="44"/>
                </a:lnTo>
                <a:lnTo>
                  <a:pt x="46" y="62"/>
                </a:lnTo>
                <a:lnTo>
                  <a:pt x="13" y="62"/>
                </a:lnTo>
                <a:moveTo>
                  <a:pt x="59" y="62"/>
                </a:moveTo>
                <a:lnTo>
                  <a:pt x="59" y="44"/>
                </a:lnTo>
                <a:lnTo>
                  <a:pt x="93" y="44"/>
                </a:lnTo>
                <a:lnTo>
                  <a:pt x="93" y="62"/>
                </a:lnTo>
                <a:lnTo>
                  <a:pt x="59" y="62"/>
                </a:lnTo>
                <a:moveTo>
                  <a:pt x="268" y="59"/>
                </a:moveTo>
                <a:lnTo>
                  <a:pt x="268" y="41"/>
                </a:lnTo>
                <a:lnTo>
                  <a:pt x="302" y="41"/>
                </a:lnTo>
                <a:lnTo>
                  <a:pt x="302" y="59"/>
                </a:lnTo>
                <a:lnTo>
                  <a:pt x="268" y="59"/>
                </a:lnTo>
                <a:moveTo>
                  <a:pt x="317" y="59"/>
                </a:moveTo>
                <a:lnTo>
                  <a:pt x="317" y="41"/>
                </a:lnTo>
                <a:lnTo>
                  <a:pt x="351" y="41"/>
                </a:lnTo>
                <a:lnTo>
                  <a:pt x="351" y="59"/>
                </a:lnTo>
                <a:lnTo>
                  <a:pt x="317" y="59"/>
                </a:lnTo>
                <a:moveTo>
                  <a:pt x="13" y="34"/>
                </a:moveTo>
                <a:lnTo>
                  <a:pt x="13" y="13"/>
                </a:lnTo>
                <a:lnTo>
                  <a:pt x="46" y="13"/>
                </a:lnTo>
                <a:lnTo>
                  <a:pt x="46" y="34"/>
                </a:lnTo>
                <a:lnTo>
                  <a:pt x="13" y="34"/>
                </a:lnTo>
                <a:moveTo>
                  <a:pt x="59" y="34"/>
                </a:moveTo>
                <a:lnTo>
                  <a:pt x="59" y="13"/>
                </a:lnTo>
                <a:lnTo>
                  <a:pt x="93" y="13"/>
                </a:lnTo>
                <a:lnTo>
                  <a:pt x="93" y="34"/>
                </a:lnTo>
                <a:lnTo>
                  <a:pt x="59" y="34"/>
                </a:lnTo>
                <a:moveTo>
                  <a:pt x="268" y="31"/>
                </a:moveTo>
                <a:lnTo>
                  <a:pt x="268" y="13"/>
                </a:lnTo>
                <a:lnTo>
                  <a:pt x="302" y="13"/>
                </a:lnTo>
                <a:lnTo>
                  <a:pt x="302" y="31"/>
                </a:lnTo>
                <a:lnTo>
                  <a:pt x="268" y="31"/>
                </a:lnTo>
                <a:moveTo>
                  <a:pt x="317" y="31"/>
                </a:moveTo>
                <a:lnTo>
                  <a:pt x="317" y="13"/>
                </a:lnTo>
                <a:lnTo>
                  <a:pt x="351" y="13"/>
                </a:lnTo>
                <a:lnTo>
                  <a:pt x="351" y="31"/>
                </a:lnTo>
                <a:lnTo>
                  <a:pt x="317" y="31"/>
                </a:lnTo>
                <a:moveTo>
                  <a:pt x="364" y="0"/>
                </a:moveTo>
                <a:lnTo>
                  <a:pt x="364" y="0"/>
                </a:lnTo>
                <a:lnTo>
                  <a:pt x="0" y="0"/>
                </a:lnTo>
                <a:lnTo>
                  <a:pt x="0" y="83"/>
                </a:lnTo>
                <a:lnTo>
                  <a:pt x="364" y="83"/>
                </a:lnTo>
                <a:lnTo>
                  <a:pt x="36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0" name="Rectangle 608">
            <a:extLst>
              <a:ext uri="{FF2B5EF4-FFF2-40B4-BE49-F238E27FC236}">
                <a16:creationId xmlns:a16="http://schemas.microsoft.com/office/drawing/2014/main" id="{8A103ADD-BCE0-48E4-96D3-5226C8D61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2205" y="2007959"/>
            <a:ext cx="606425" cy="444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1" name="Freeform 609">
            <a:extLst>
              <a:ext uri="{FF2B5EF4-FFF2-40B4-BE49-F238E27FC236}">
                <a16:creationId xmlns:a16="http://schemas.microsoft.com/office/drawing/2014/main" id="{CA79AFF1-2539-4E76-8913-5D362FBCE8CC}"/>
              </a:ext>
            </a:extLst>
          </p:cNvPr>
          <p:cNvSpPr>
            <a:spLocks/>
          </p:cNvSpPr>
          <p:nvPr/>
        </p:nvSpPr>
        <p:spPr bwMode="auto">
          <a:xfrm>
            <a:off x="6003017" y="1707922"/>
            <a:ext cx="303213" cy="155575"/>
          </a:xfrm>
          <a:custGeom>
            <a:avLst/>
            <a:gdLst>
              <a:gd name="T0" fmla="*/ 90 w 191"/>
              <a:gd name="T1" fmla="*/ 0 h 98"/>
              <a:gd name="T2" fmla="*/ 0 w 191"/>
              <a:gd name="T3" fmla="*/ 75 h 98"/>
              <a:gd name="T4" fmla="*/ 0 w 191"/>
              <a:gd name="T5" fmla="*/ 98 h 98"/>
              <a:gd name="T6" fmla="*/ 90 w 191"/>
              <a:gd name="T7" fmla="*/ 20 h 98"/>
              <a:gd name="T8" fmla="*/ 191 w 191"/>
              <a:gd name="T9" fmla="*/ 98 h 98"/>
              <a:gd name="T10" fmla="*/ 191 w 191"/>
              <a:gd name="T11" fmla="*/ 75 h 98"/>
              <a:gd name="T12" fmla="*/ 90 w 191"/>
              <a:gd name="T13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98">
                <a:moveTo>
                  <a:pt x="90" y="0"/>
                </a:moveTo>
                <a:lnTo>
                  <a:pt x="0" y="75"/>
                </a:lnTo>
                <a:lnTo>
                  <a:pt x="0" y="98"/>
                </a:lnTo>
                <a:lnTo>
                  <a:pt x="90" y="20"/>
                </a:lnTo>
                <a:lnTo>
                  <a:pt x="191" y="98"/>
                </a:lnTo>
                <a:lnTo>
                  <a:pt x="191" y="75"/>
                </a:lnTo>
                <a:lnTo>
                  <a:pt x="9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2" name="Freeform 610">
            <a:extLst>
              <a:ext uri="{FF2B5EF4-FFF2-40B4-BE49-F238E27FC236}">
                <a16:creationId xmlns:a16="http://schemas.microsoft.com/office/drawing/2014/main" id="{5F1F7D12-22C9-4D4A-A009-0741014B81B5}"/>
              </a:ext>
            </a:extLst>
          </p:cNvPr>
          <p:cNvSpPr>
            <a:spLocks noEditPoints="1"/>
          </p:cNvSpPr>
          <p:nvPr/>
        </p:nvSpPr>
        <p:spPr bwMode="auto">
          <a:xfrm>
            <a:off x="6023655" y="1760309"/>
            <a:ext cx="250825" cy="250825"/>
          </a:xfrm>
          <a:custGeom>
            <a:avLst/>
            <a:gdLst>
              <a:gd name="T0" fmla="*/ 30 w 61"/>
              <a:gd name="T1" fmla="*/ 0 h 61"/>
              <a:gd name="T2" fmla="*/ 4 w 61"/>
              <a:gd name="T3" fmla="*/ 20 h 61"/>
              <a:gd name="T4" fmla="*/ 0 w 61"/>
              <a:gd name="T5" fmla="*/ 20 h 61"/>
              <a:gd name="T6" fmla="*/ 0 w 61"/>
              <a:gd name="T7" fmla="*/ 25 h 61"/>
              <a:gd name="T8" fmla="*/ 3 w 61"/>
              <a:gd name="T9" fmla="*/ 25 h 61"/>
              <a:gd name="T10" fmla="*/ 3 w 61"/>
              <a:gd name="T11" fmla="*/ 61 h 61"/>
              <a:gd name="T12" fmla="*/ 9 w 61"/>
              <a:gd name="T13" fmla="*/ 61 h 61"/>
              <a:gd name="T14" fmla="*/ 9 w 61"/>
              <a:gd name="T15" fmla="*/ 25 h 61"/>
              <a:gd name="T16" fmla="*/ 12 w 61"/>
              <a:gd name="T17" fmla="*/ 25 h 61"/>
              <a:gd name="T18" fmla="*/ 12 w 61"/>
              <a:gd name="T19" fmla="*/ 23 h 61"/>
              <a:gd name="T20" fmla="*/ 50 w 61"/>
              <a:gd name="T21" fmla="*/ 23 h 61"/>
              <a:gd name="T22" fmla="*/ 50 w 61"/>
              <a:gd name="T23" fmla="*/ 24 h 61"/>
              <a:gd name="T24" fmla="*/ 52 w 61"/>
              <a:gd name="T25" fmla="*/ 24 h 61"/>
              <a:gd name="T26" fmla="*/ 52 w 61"/>
              <a:gd name="T27" fmla="*/ 61 h 61"/>
              <a:gd name="T28" fmla="*/ 59 w 61"/>
              <a:gd name="T29" fmla="*/ 61 h 61"/>
              <a:gd name="T30" fmla="*/ 59 w 61"/>
              <a:gd name="T31" fmla="*/ 24 h 61"/>
              <a:gd name="T32" fmla="*/ 61 w 61"/>
              <a:gd name="T33" fmla="*/ 24 h 61"/>
              <a:gd name="T34" fmla="*/ 61 w 61"/>
              <a:gd name="T35" fmla="*/ 20 h 61"/>
              <a:gd name="T36" fmla="*/ 58 w 61"/>
              <a:gd name="T37" fmla="*/ 20 h 61"/>
              <a:gd name="T38" fmla="*/ 30 w 61"/>
              <a:gd name="T39" fmla="*/ 0 h 61"/>
              <a:gd name="T40" fmla="*/ 31 w 61"/>
              <a:gd name="T41" fmla="*/ 19 h 61"/>
              <a:gd name="T42" fmla="*/ 25 w 61"/>
              <a:gd name="T43" fmla="*/ 14 h 61"/>
              <a:gd name="T44" fmla="*/ 31 w 61"/>
              <a:gd name="T45" fmla="*/ 8 h 61"/>
              <a:gd name="T46" fmla="*/ 36 w 61"/>
              <a:gd name="T47" fmla="*/ 14 h 61"/>
              <a:gd name="T48" fmla="*/ 31 w 61"/>
              <a:gd name="T49" fmla="*/ 1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" h="61">
                <a:moveTo>
                  <a:pt x="30" y="0"/>
                </a:moveTo>
                <a:cubicBezTo>
                  <a:pt x="4" y="20"/>
                  <a:pt x="4" y="20"/>
                  <a:pt x="4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61"/>
                  <a:pt x="3" y="61"/>
                  <a:pt x="3" y="61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25"/>
                  <a:pt x="9" y="25"/>
                  <a:pt x="9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3"/>
                  <a:pt x="12" y="23"/>
                  <a:pt x="12" y="23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4"/>
                  <a:pt x="50" y="24"/>
                  <a:pt x="50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2" y="61"/>
                  <a:pt x="52" y="61"/>
                  <a:pt x="52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24"/>
                  <a:pt x="59" y="24"/>
                  <a:pt x="59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1" y="20"/>
                  <a:pt x="61" y="20"/>
                  <a:pt x="61" y="20"/>
                </a:cubicBezTo>
                <a:cubicBezTo>
                  <a:pt x="58" y="20"/>
                  <a:pt x="58" y="20"/>
                  <a:pt x="58" y="20"/>
                </a:cubicBezTo>
                <a:lnTo>
                  <a:pt x="30" y="0"/>
                </a:lnTo>
                <a:close/>
                <a:moveTo>
                  <a:pt x="31" y="19"/>
                </a:moveTo>
                <a:cubicBezTo>
                  <a:pt x="28" y="19"/>
                  <a:pt x="25" y="17"/>
                  <a:pt x="25" y="14"/>
                </a:cubicBezTo>
                <a:cubicBezTo>
                  <a:pt x="25" y="11"/>
                  <a:pt x="28" y="8"/>
                  <a:pt x="31" y="8"/>
                </a:cubicBezTo>
                <a:cubicBezTo>
                  <a:pt x="34" y="8"/>
                  <a:pt x="36" y="11"/>
                  <a:pt x="36" y="14"/>
                </a:cubicBezTo>
                <a:cubicBezTo>
                  <a:pt x="36" y="17"/>
                  <a:pt x="34" y="19"/>
                  <a:pt x="31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3" name="Freeform 611">
            <a:extLst>
              <a:ext uri="{FF2B5EF4-FFF2-40B4-BE49-F238E27FC236}">
                <a16:creationId xmlns:a16="http://schemas.microsoft.com/office/drawing/2014/main" id="{DD4F115C-B3A1-475F-A9E5-4654A42FBEDF}"/>
              </a:ext>
            </a:extLst>
          </p:cNvPr>
          <p:cNvSpPr>
            <a:spLocks/>
          </p:cNvSpPr>
          <p:nvPr/>
        </p:nvSpPr>
        <p:spPr bwMode="auto">
          <a:xfrm>
            <a:off x="6233205" y="1699984"/>
            <a:ext cx="36513" cy="80963"/>
          </a:xfrm>
          <a:custGeom>
            <a:avLst/>
            <a:gdLst>
              <a:gd name="T0" fmla="*/ 23 w 23"/>
              <a:gd name="T1" fmla="*/ 0 h 51"/>
              <a:gd name="T2" fmla="*/ 0 w 23"/>
              <a:gd name="T3" fmla="*/ 0 h 51"/>
              <a:gd name="T4" fmla="*/ 0 w 23"/>
              <a:gd name="T5" fmla="*/ 38 h 51"/>
              <a:gd name="T6" fmla="*/ 23 w 23"/>
              <a:gd name="T7" fmla="*/ 51 h 51"/>
              <a:gd name="T8" fmla="*/ 23 w 23"/>
              <a:gd name="T9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51">
                <a:moveTo>
                  <a:pt x="23" y="0"/>
                </a:moveTo>
                <a:lnTo>
                  <a:pt x="0" y="0"/>
                </a:lnTo>
                <a:lnTo>
                  <a:pt x="0" y="38"/>
                </a:lnTo>
                <a:lnTo>
                  <a:pt x="23" y="51"/>
                </a:lnTo>
                <a:lnTo>
                  <a:pt x="2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4" name="Freeform 612">
            <a:extLst>
              <a:ext uri="{FF2B5EF4-FFF2-40B4-BE49-F238E27FC236}">
                <a16:creationId xmlns:a16="http://schemas.microsoft.com/office/drawing/2014/main" id="{E735E2E7-894E-4816-89CC-AC3AF396672A}"/>
              </a:ext>
            </a:extLst>
          </p:cNvPr>
          <p:cNvSpPr>
            <a:spLocks/>
          </p:cNvSpPr>
          <p:nvPr/>
        </p:nvSpPr>
        <p:spPr bwMode="auto">
          <a:xfrm>
            <a:off x="6855505" y="1876197"/>
            <a:ext cx="25400" cy="127000"/>
          </a:xfrm>
          <a:custGeom>
            <a:avLst/>
            <a:gdLst>
              <a:gd name="T0" fmla="*/ 16 w 16"/>
              <a:gd name="T1" fmla="*/ 77 h 80"/>
              <a:gd name="T2" fmla="*/ 16 w 16"/>
              <a:gd name="T3" fmla="*/ 0 h 80"/>
              <a:gd name="T4" fmla="*/ 0 w 16"/>
              <a:gd name="T5" fmla="*/ 5 h 80"/>
              <a:gd name="T6" fmla="*/ 0 w 16"/>
              <a:gd name="T7" fmla="*/ 80 h 80"/>
              <a:gd name="T8" fmla="*/ 16 w 16"/>
              <a:gd name="T9" fmla="*/ 7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80">
                <a:moveTo>
                  <a:pt x="16" y="77"/>
                </a:moveTo>
                <a:lnTo>
                  <a:pt x="16" y="0"/>
                </a:lnTo>
                <a:lnTo>
                  <a:pt x="0" y="5"/>
                </a:lnTo>
                <a:lnTo>
                  <a:pt x="0" y="80"/>
                </a:lnTo>
                <a:lnTo>
                  <a:pt x="16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5" name="Freeform 613">
            <a:extLst>
              <a:ext uri="{FF2B5EF4-FFF2-40B4-BE49-F238E27FC236}">
                <a16:creationId xmlns:a16="http://schemas.microsoft.com/office/drawing/2014/main" id="{5C4E6E7E-226F-481F-8999-ABEEAA0E98D8}"/>
              </a:ext>
            </a:extLst>
          </p:cNvPr>
          <p:cNvSpPr>
            <a:spLocks noEditPoints="1"/>
          </p:cNvSpPr>
          <p:nvPr/>
        </p:nvSpPr>
        <p:spPr bwMode="auto">
          <a:xfrm>
            <a:off x="6777717" y="1699984"/>
            <a:ext cx="331788" cy="303213"/>
          </a:xfrm>
          <a:custGeom>
            <a:avLst/>
            <a:gdLst>
              <a:gd name="T0" fmla="*/ 13 w 209"/>
              <a:gd name="T1" fmla="*/ 191 h 191"/>
              <a:gd name="T2" fmla="*/ 41 w 209"/>
              <a:gd name="T3" fmla="*/ 191 h 191"/>
              <a:gd name="T4" fmla="*/ 41 w 209"/>
              <a:gd name="T5" fmla="*/ 106 h 191"/>
              <a:gd name="T6" fmla="*/ 83 w 209"/>
              <a:gd name="T7" fmla="*/ 106 h 191"/>
              <a:gd name="T8" fmla="*/ 83 w 209"/>
              <a:gd name="T9" fmla="*/ 191 h 191"/>
              <a:gd name="T10" fmla="*/ 196 w 209"/>
              <a:gd name="T11" fmla="*/ 191 h 191"/>
              <a:gd name="T12" fmla="*/ 196 w 209"/>
              <a:gd name="T13" fmla="*/ 77 h 191"/>
              <a:gd name="T14" fmla="*/ 209 w 209"/>
              <a:gd name="T15" fmla="*/ 77 h 191"/>
              <a:gd name="T16" fmla="*/ 199 w 209"/>
              <a:gd name="T17" fmla="*/ 5 h 191"/>
              <a:gd name="T18" fmla="*/ 199 w 209"/>
              <a:gd name="T19" fmla="*/ 0 h 191"/>
              <a:gd name="T20" fmla="*/ 10 w 209"/>
              <a:gd name="T21" fmla="*/ 0 h 191"/>
              <a:gd name="T22" fmla="*/ 10 w 209"/>
              <a:gd name="T23" fmla="*/ 5 h 191"/>
              <a:gd name="T24" fmla="*/ 0 w 209"/>
              <a:gd name="T25" fmla="*/ 77 h 191"/>
              <a:gd name="T26" fmla="*/ 13 w 209"/>
              <a:gd name="T27" fmla="*/ 77 h 191"/>
              <a:gd name="T28" fmla="*/ 13 w 209"/>
              <a:gd name="T29" fmla="*/ 191 h 191"/>
              <a:gd name="T30" fmla="*/ 170 w 209"/>
              <a:gd name="T31" fmla="*/ 5 h 191"/>
              <a:gd name="T32" fmla="*/ 191 w 209"/>
              <a:gd name="T33" fmla="*/ 5 h 191"/>
              <a:gd name="T34" fmla="*/ 191 w 209"/>
              <a:gd name="T35" fmla="*/ 72 h 191"/>
              <a:gd name="T36" fmla="*/ 170 w 209"/>
              <a:gd name="T37" fmla="*/ 72 h 191"/>
              <a:gd name="T38" fmla="*/ 170 w 209"/>
              <a:gd name="T39" fmla="*/ 5 h 191"/>
              <a:gd name="T40" fmla="*/ 134 w 209"/>
              <a:gd name="T41" fmla="*/ 5 h 191"/>
              <a:gd name="T42" fmla="*/ 155 w 209"/>
              <a:gd name="T43" fmla="*/ 5 h 191"/>
              <a:gd name="T44" fmla="*/ 155 w 209"/>
              <a:gd name="T45" fmla="*/ 72 h 191"/>
              <a:gd name="T46" fmla="*/ 134 w 209"/>
              <a:gd name="T47" fmla="*/ 72 h 191"/>
              <a:gd name="T48" fmla="*/ 134 w 209"/>
              <a:gd name="T49" fmla="*/ 5 h 191"/>
              <a:gd name="T50" fmla="*/ 119 w 209"/>
              <a:gd name="T51" fmla="*/ 95 h 191"/>
              <a:gd name="T52" fmla="*/ 178 w 209"/>
              <a:gd name="T53" fmla="*/ 95 h 191"/>
              <a:gd name="T54" fmla="*/ 178 w 209"/>
              <a:gd name="T55" fmla="*/ 119 h 191"/>
              <a:gd name="T56" fmla="*/ 119 w 209"/>
              <a:gd name="T57" fmla="*/ 119 h 191"/>
              <a:gd name="T58" fmla="*/ 119 w 209"/>
              <a:gd name="T59" fmla="*/ 95 h 191"/>
              <a:gd name="T60" fmla="*/ 96 w 209"/>
              <a:gd name="T61" fmla="*/ 5 h 191"/>
              <a:gd name="T62" fmla="*/ 116 w 209"/>
              <a:gd name="T63" fmla="*/ 5 h 191"/>
              <a:gd name="T64" fmla="*/ 116 w 209"/>
              <a:gd name="T65" fmla="*/ 72 h 191"/>
              <a:gd name="T66" fmla="*/ 96 w 209"/>
              <a:gd name="T67" fmla="*/ 72 h 191"/>
              <a:gd name="T68" fmla="*/ 96 w 209"/>
              <a:gd name="T69" fmla="*/ 5 h 191"/>
              <a:gd name="T70" fmla="*/ 57 w 209"/>
              <a:gd name="T71" fmla="*/ 5 h 191"/>
              <a:gd name="T72" fmla="*/ 77 w 209"/>
              <a:gd name="T73" fmla="*/ 5 h 191"/>
              <a:gd name="T74" fmla="*/ 77 w 209"/>
              <a:gd name="T75" fmla="*/ 72 h 191"/>
              <a:gd name="T76" fmla="*/ 57 w 209"/>
              <a:gd name="T77" fmla="*/ 72 h 191"/>
              <a:gd name="T78" fmla="*/ 57 w 209"/>
              <a:gd name="T79" fmla="*/ 5 h 191"/>
              <a:gd name="T80" fmla="*/ 21 w 209"/>
              <a:gd name="T81" fmla="*/ 5 h 191"/>
              <a:gd name="T82" fmla="*/ 41 w 209"/>
              <a:gd name="T83" fmla="*/ 5 h 191"/>
              <a:gd name="T84" fmla="*/ 41 w 209"/>
              <a:gd name="T85" fmla="*/ 72 h 191"/>
              <a:gd name="T86" fmla="*/ 21 w 209"/>
              <a:gd name="T87" fmla="*/ 72 h 191"/>
              <a:gd name="T88" fmla="*/ 21 w 209"/>
              <a:gd name="T89" fmla="*/ 5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9" h="191">
                <a:moveTo>
                  <a:pt x="13" y="191"/>
                </a:moveTo>
                <a:lnTo>
                  <a:pt x="41" y="191"/>
                </a:lnTo>
                <a:lnTo>
                  <a:pt x="41" y="106"/>
                </a:lnTo>
                <a:lnTo>
                  <a:pt x="83" y="106"/>
                </a:lnTo>
                <a:lnTo>
                  <a:pt x="83" y="191"/>
                </a:lnTo>
                <a:lnTo>
                  <a:pt x="196" y="191"/>
                </a:lnTo>
                <a:lnTo>
                  <a:pt x="196" y="77"/>
                </a:lnTo>
                <a:lnTo>
                  <a:pt x="209" y="77"/>
                </a:lnTo>
                <a:lnTo>
                  <a:pt x="199" y="5"/>
                </a:lnTo>
                <a:lnTo>
                  <a:pt x="199" y="0"/>
                </a:lnTo>
                <a:lnTo>
                  <a:pt x="10" y="0"/>
                </a:lnTo>
                <a:lnTo>
                  <a:pt x="10" y="5"/>
                </a:lnTo>
                <a:lnTo>
                  <a:pt x="0" y="77"/>
                </a:lnTo>
                <a:lnTo>
                  <a:pt x="13" y="77"/>
                </a:lnTo>
                <a:lnTo>
                  <a:pt x="13" y="191"/>
                </a:lnTo>
                <a:close/>
                <a:moveTo>
                  <a:pt x="170" y="5"/>
                </a:moveTo>
                <a:lnTo>
                  <a:pt x="191" y="5"/>
                </a:lnTo>
                <a:lnTo>
                  <a:pt x="191" y="72"/>
                </a:lnTo>
                <a:lnTo>
                  <a:pt x="170" y="72"/>
                </a:lnTo>
                <a:lnTo>
                  <a:pt x="170" y="5"/>
                </a:lnTo>
                <a:close/>
                <a:moveTo>
                  <a:pt x="134" y="5"/>
                </a:moveTo>
                <a:lnTo>
                  <a:pt x="155" y="5"/>
                </a:lnTo>
                <a:lnTo>
                  <a:pt x="155" y="72"/>
                </a:lnTo>
                <a:lnTo>
                  <a:pt x="134" y="72"/>
                </a:lnTo>
                <a:lnTo>
                  <a:pt x="134" y="5"/>
                </a:lnTo>
                <a:close/>
                <a:moveTo>
                  <a:pt x="119" y="95"/>
                </a:moveTo>
                <a:lnTo>
                  <a:pt x="178" y="95"/>
                </a:lnTo>
                <a:lnTo>
                  <a:pt x="178" y="119"/>
                </a:lnTo>
                <a:lnTo>
                  <a:pt x="119" y="119"/>
                </a:lnTo>
                <a:lnTo>
                  <a:pt x="119" y="95"/>
                </a:lnTo>
                <a:close/>
                <a:moveTo>
                  <a:pt x="96" y="5"/>
                </a:moveTo>
                <a:lnTo>
                  <a:pt x="116" y="5"/>
                </a:lnTo>
                <a:lnTo>
                  <a:pt x="116" y="72"/>
                </a:lnTo>
                <a:lnTo>
                  <a:pt x="96" y="72"/>
                </a:lnTo>
                <a:lnTo>
                  <a:pt x="96" y="5"/>
                </a:lnTo>
                <a:close/>
                <a:moveTo>
                  <a:pt x="57" y="5"/>
                </a:moveTo>
                <a:lnTo>
                  <a:pt x="77" y="5"/>
                </a:lnTo>
                <a:lnTo>
                  <a:pt x="77" y="72"/>
                </a:lnTo>
                <a:lnTo>
                  <a:pt x="57" y="72"/>
                </a:lnTo>
                <a:lnTo>
                  <a:pt x="57" y="5"/>
                </a:lnTo>
                <a:close/>
                <a:moveTo>
                  <a:pt x="21" y="5"/>
                </a:moveTo>
                <a:lnTo>
                  <a:pt x="41" y="5"/>
                </a:lnTo>
                <a:lnTo>
                  <a:pt x="41" y="72"/>
                </a:lnTo>
                <a:lnTo>
                  <a:pt x="21" y="72"/>
                </a:lnTo>
                <a:lnTo>
                  <a:pt x="21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6" name="Rectangle 614">
            <a:extLst>
              <a:ext uri="{FF2B5EF4-FFF2-40B4-BE49-F238E27FC236}">
                <a16:creationId xmlns:a16="http://schemas.microsoft.com/office/drawing/2014/main" id="{E41A8F50-C27B-46CF-B1B3-032F5C919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1205" y="2011134"/>
            <a:ext cx="404813" cy="571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7" name="Freeform 615">
            <a:extLst>
              <a:ext uri="{FF2B5EF4-FFF2-40B4-BE49-F238E27FC236}">
                <a16:creationId xmlns:a16="http://schemas.microsoft.com/office/drawing/2014/main" id="{10E06721-CC02-4FDA-B45F-21ACAB8BE397}"/>
              </a:ext>
            </a:extLst>
          </p:cNvPr>
          <p:cNvSpPr>
            <a:spLocks/>
          </p:cNvSpPr>
          <p:nvPr/>
        </p:nvSpPr>
        <p:spPr bwMode="auto">
          <a:xfrm>
            <a:off x="7539717" y="1690459"/>
            <a:ext cx="307975" cy="49213"/>
          </a:xfrm>
          <a:custGeom>
            <a:avLst/>
            <a:gdLst>
              <a:gd name="T0" fmla="*/ 189 w 194"/>
              <a:gd name="T1" fmla="*/ 0 h 31"/>
              <a:gd name="T2" fmla="*/ 3 w 194"/>
              <a:gd name="T3" fmla="*/ 0 h 31"/>
              <a:gd name="T4" fmla="*/ 0 w 194"/>
              <a:gd name="T5" fmla="*/ 31 h 31"/>
              <a:gd name="T6" fmla="*/ 194 w 194"/>
              <a:gd name="T7" fmla="*/ 31 h 31"/>
              <a:gd name="T8" fmla="*/ 189 w 194"/>
              <a:gd name="T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4" h="31">
                <a:moveTo>
                  <a:pt x="189" y="0"/>
                </a:moveTo>
                <a:lnTo>
                  <a:pt x="3" y="0"/>
                </a:lnTo>
                <a:lnTo>
                  <a:pt x="0" y="31"/>
                </a:lnTo>
                <a:lnTo>
                  <a:pt x="194" y="31"/>
                </a:lnTo>
                <a:lnTo>
                  <a:pt x="1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8" name="Freeform 616">
            <a:extLst>
              <a:ext uri="{FF2B5EF4-FFF2-40B4-BE49-F238E27FC236}">
                <a16:creationId xmlns:a16="http://schemas.microsoft.com/office/drawing/2014/main" id="{7C13B1EA-FE32-4A66-9327-89ACB5EAD0CD}"/>
              </a:ext>
            </a:extLst>
          </p:cNvPr>
          <p:cNvSpPr>
            <a:spLocks noEditPoints="1"/>
          </p:cNvSpPr>
          <p:nvPr/>
        </p:nvSpPr>
        <p:spPr bwMode="auto">
          <a:xfrm>
            <a:off x="7547655" y="1757134"/>
            <a:ext cx="287338" cy="230188"/>
          </a:xfrm>
          <a:custGeom>
            <a:avLst/>
            <a:gdLst>
              <a:gd name="T0" fmla="*/ 181 w 181"/>
              <a:gd name="T1" fmla="*/ 145 h 145"/>
              <a:gd name="T2" fmla="*/ 181 w 181"/>
              <a:gd name="T3" fmla="*/ 0 h 145"/>
              <a:gd name="T4" fmla="*/ 0 w 181"/>
              <a:gd name="T5" fmla="*/ 0 h 145"/>
              <a:gd name="T6" fmla="*/ 0 w 181"/>
              <a:gd name="T7" fmla="*/ 145 h 145"/>
              <a:gd name="T8" fmla="*/ 181 w 181"/>
              <a:gd name="T9" fmla="*/ 145 h 145"/>
              <a:gd name="T10" fmla="*/ 16 w 181"/>
              <a:gd name="T11" fmla="*/ 8 h 145"/>
              <a:gd name="T12" fmla="*/ 168 w 181"/>
              <a:gd name="T13" fmla="*/ 8 h 145"/>
              <a:gd name="T14" fmla="*/ 168 w 181"/>
              <a:gd name="T15" fmla="*/ 15 h 145"/>
              <a:gd name="T16" fmla="*/ 16 w 181"/>
              <a:gd name="T17" fmla="*/ 15 h 145"/>
              <a:gd name="T18" fmla="*/ 16 w 181"/>
              <a:gd name="T19" fmla="*/ 8 h 145"/>
              <a:gd name="T20" fmla="*/ 16 w 181"/>
              <a:gd name="T21" fmla="*/ 23 h 145"/>
              <a:gd name="T22" fmla="*/ 168 w 181"/>
              <a:gd name="T23" fmla="*/ 23 h 145"/>
              <a:gd name="T24" fmla="*/ 168 w 181"/>
              <a:gd name="T25" fmla="*/ 31 h 145"/>
              <a:gd name="T26" fmla="*/ 16 w 181"/>
              <a:gd name="T27" fmla="*/ 31 h 145"/>
              <a:gd name="T28" fmla="*/ 16 w 181"/>
              <a:gd name="T29" fmla="*/ 23 h 145"/>
              <a:gd name="T30" fmla="*/ 16 w 181"/>
              <a:gd name="T31" fmla="*/ 36 h 145"/>
              <a:gd name="T32" fmla="*/ 168 w 181"/>
              <a:gd name="T33" fmla="*/ 36 h 145"/>
              <a:gd name="T34" fmla="*/ 168 w 181"/>
              <a:gd name="T35" fmla="*/ 44 h 145"/>
              <a:gd name="T36" fmla="*/ 16 w 181"/>
              <a:gd name="T37" fmla="*/ 44 h 145"/>
              <a:gd name="T38" fmla="*/ 16 w 181"/>
              <a:gd name="T39" fmla="*/ 36 h 145"/>
              <a:gd name="T40" fmla="*/ 16 w 181"/>
              <a:gd name="T41" fmla="*/ 51 h 145"/>
              <a:gd name="T42" fmla="*/ 168 w 181"/>
              <a:gd name="T43" fmla="*/ 51 h 145"/>
              <a:gd name="T44" fmla="*/ 168 w 181"/>
              <a:gd name="T45" fmla="*/ 59 h 145"/>
              <a:gd name="T46" fmla="*/ 16 w 181"/>
              <a:gd name="T47" fmla="*/ 59 h 145"/>
              <a:gd name="T48" fmla="*/ 16 w 181"/>
              <a:gd name="T49" fmla="*/ 51 h 145"/>
              <a:gd name="T50" fmla="*/ 16 w 181"/>
              <a:gd name="T51" fmla="*/ 67 h 145"/>
              <a:gd name="T52" fmla="*/ 168 w 181"/>
              <a:gd name="T53" fmla="*/ 67 h 145"/>
              <a:gd name="T54" fmla="*/ 168 w 181"/>
              <a:gd name="T55" fmla="*/ 75 h 145"/>
              <a:gd name="T56" fmla="*/ 16 w 181"/>
              <a:gd name="T57" fmla="*/ 75 h 145"/>
              <a:gd name="T58" fmla="*/ 16 w 181"/>
              <a:gd name="T59" fmla="*/ 67 h 145"/>
              <a:gd name="T60" fmla="*/ 16 w 181"/>
              <a:gd name="T61" fmla="*/ 80 h 145"/>
              <a:gd name="T62" fmla="*/ 168 w 181"/>
              <a:gd name="T63" fmla="*/ 80 h 145"/>
              <a:gd name="T64" fmla="*/ 168 w 181"/>
              <a:gd name="T65" fmla="*/ 88 h 145"/>
              <a:gd name="T66" fmla="*/ 16 w 181"/>
              <a:gd name="T67" fmla="*/ 88 h 145"/>
              <a:gd name="T68" fmla="*/ 16 w 181"/>
              <a:gd name="T69" fmla="*/ 80 h 145"/>
              <a:gd name="T70" fmla="*/ 16 w 181"/>
              <a:gd name="T71" fmla="*/ 95 h 145"/>
              <a:gd name="T72" fmla="*/ 168 w 181"/>
              <a:gd name="T73" fmla="*/ 95 h 145"/>
              <a:gd name="T74" fmla="*/ 168 w 181"/>
              <a:gd name="T75" fmla="*/ 103 h 145"/>
              <a:gd name="T76" fmla="*/ 16 w 181"/>
              <a:gd name="T77" fmla="*/ 103 h 145"/>
              <a:gd name="T78" fmla="*/ 16 w 181"/>
              <a:gd name="T79" fmla="*/ 95 h 145"/>
              <a:gd name="T80" fmla="*/ 16 w 181"/>
              <a:gd name="T81" fmla="*/ 108 h 145"/>
              <a:gd name="T82" fmla="*/ 168 w 181"/>
              <a:gd name="T83" fmla="*/ 108 h 145"/>
              <a:gd name="T84" fmla="*/ 168 w 181"/>
              <a:gd name="T85" fmla="*/ 119 h 145"/>
              <a:gd name="T86" fmla="*/ 16 w 181"/>
              <a:gd name="T87" fmla="*/ 119 h 145"/>
              <a:gd name="T88" fmla="*/ 16 w 181"/>
              <a:gd name="T89" fmla="*/ 108 h 145"/>
              <a:gd name="T90" fmla="*/ 16 w 181"/>
              <a:gd name="T91" fmla="*/ 124 h 145"/>
              <a:gd name="T92" fmla="*/ 168 w 181"/>
              <a:gd name="T93" fmla="*/ 124 h 145"/>
              <a:gd name="T94" fmla="*/ 168 w 181"/>
              <a:gd name="T95" fmla="*/ 132 h 145"/>
              <a:gd name="T96" fmla="*/ 16 w 181"/>
              <a:gd name="T97" fmla="*/ 132 h 145"/>
              <a:gd name="T98" fmla="*/ 16 w 181"/>
              <a:gd name="T99" fmla="*/ 12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81" h="145">
                <a:moveTo>
                  <a:pt x="181" y="145"/>
                </a:moveTo>
                <a:lnTo>
                  <a:pt x="181" y="0"/>
                </a:lnTo>
                <a:lnTo>
                  <a:pt x="0" y="0"/>
                </a:lnTo>
                <a:lnTo>
                  <a:pt x="0" y="145"/>
                </a:lnTo>
                <a:lnTo>
                  <a:pt x="181" y="145"/>
                </a:lnTo>
                <a:close/>
                <a:moveTo>
                  <a:pt x="16" y="8"/>
                </a:moveTo>
                <a:lnTo>
                  <a:pt x="168" y="8"/>
                </a:lnTo>
                <a:lnTo>
                  <a:pt x="168" y="15"/>
                </a:lnTo>
                <a:lnTo>
                  <a:pt x="16" y="15"/>
                </a:lnTo>
                <a:lnTo>
                  <a:pt x="16" y="8"/>
                </a:lnTo>
                <a:close/>
                <a:moveTo>
                  <a:pt x="16" y="23"/>
                </a:moveTo>
                <a:lnTo>
                  <a:pt x="168" y="23"/>
                </a:lnTo>
                <a:lnTo>
                  <a:pt x="168" y="31"/>
                </a:lnTo>
                <a:lnTo>
                  <a:pt x="16" y="31"/>
                </a:lnTo>
                <a:lnTo>
                  <a:pt x="16" y="23"/>
                </a:lnTo>
                <a:close/>
                <a:moveTo>
                  <a:pt x="16" y="36"/>
                </a:moveTo>
                <a:lnTo>
                  <a:pt x="168" y="36"/>
                </a:lnTo>
                <a:lnTo>
                  <a:pt x="168" y="44"/>
                </a:lnTo>
                <a:lnTo>
                  <a:pt x="16" y="44"/>
                </a:lnTo>
                <a:lnTo>
                  <a:pt x="16" y="36"/>
                </a:lnTo>
                <a:close/>
                <a:moveTo>
                  <a:pt x="16" y="51"/>
                </a:moveTo>
                <a:lnTo>
                  <a:pt x="168" y="51"/>
                </a:lnTo>
                <a:lnTo>
                  <a:pt x="168" y="59"/>
                </a:lnTo>
                <a:lnTo>
                  <a:pt x="16" y="59"/>
                </a:lnTo>
                <a:lnTo>
                  <a:pt x="16" y="51"/>
                </a:lnTo>
                <a:close/>
                <a:moveTo>
                  <a:pt x="16" y="67"/>
                </a:moveTo>
                <a:lnTo>
                  <a:pt x="168" y="67"/>
                </a:lnTo>
                <a:lnTo>
                  <a:pt x="168" y="75"/>
                </a:lnTo>
                <a:lnTo>
                  <a:pt x="16" y="75"/>
                </a:lnTo>
                <a:lnTo>
                  <a:pt x="16" y="67"/>
                </a:lnTo>
                <a:close/>
                <a:moveTo>
                  <a:pt x="16" y="80"/>
                </a:moveTo>
                <a:lnTo>
                  <a:pt x="168" y="80"/>
                </a:lnTo>
                <a:lnTo>
                  <a:pt x="168" y="88"/>
                </a:lnTo>
                <a:lnTo>
                  <a:pt x="16" y="88"/>
                </a:lnTo>
                <a:lnTo>
                  <a:pt x="16" y="80"/>
                </a:lnTo>
                <a:close/>
                <a:moveTo>
                  <a:pt x="16" y="95"/>
                </a:moveTo>
                <a:lnTo>
                  <a:pt x="168" y="95"/>
                </a:lnTo>
                <a:lnTo>
                  <a:pt x="168" y="103"/>
                </a:lnTo>
                <a:lnTo>
                  <a:pt x="16" y="103"/>
                </a:lnTo>
                <a:lnTo>
                  <a:pt x="16" y="95"/>
                </a:lnTo>
                <a:close/>
                <a:moveTo>
                  <a:pt x="16" y="108"/>
                </a:moveTo>
                <a:lnTo>
                  <a:pt x="168" y="108"/>
                </a:lnTo>
                <a:lnTo>
                  <a:pt x="168" y="119"/>
                </a:lnTo>
                <a:lnTo>
                  <a:pt x="16" y="119"/>
                </a:lnTo>
                <a:lnTo>
                  <a:pt x="16" y="108"/>
                </a:lnTo>
                <a:close/>
                <a:moveTo>
                  <a:pt x="16" y="124"/>
                </a:moveTo>
                <a:lnTo>
                  <a:pt x="168" y="124"/>
                </a:lnTo>
                <a:lnTo>
                  <a:pt x="168" y="132"/>
                </a:lnTo>
                <a:lnTo>
                  <a:pt x="16" y="132"/>
                </a:lnTo>
                <a:lnTo>
                  <a:pt x="16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9" name="Freeform 617">
            <a:extLst>
              <a:ext uri="{FF2B5EF4-FFF2-40B4-BE49-F238E27FC236}">
                <a16:creationId xmlns:a16="http://schemas.microsoft.com/office/drawing/2014/main" id="{F81E8AE1-9F6A-4D81-8F36-2D6E361DFB3D}"/>
              </a:ext>
            </a:extLst>
          </p:cNvPr>
          <p:cNvSpPr>
            <a:spLocks/>
          </p:cNvSpPr>
          <p:nvPr/>
        </p:nvSpPr>
        <p:spPr bwMode="auto">
          <a:xfrm>
            <a:off x="7498442" y="1990497"/>
            <a:ext cx="390525" cy="69850"/>
          </a:xfrm>
          <a:custGeom>
            <a:avLst/>
            <a:gdLst>
              <a:gd name="T0" fmla="*/ 235 w 246"/>
              <a:gd name="T1" fmla="*/ 34 h 44"/>
              <a:gd name="T2" fmla="*/ 235 w 246"/>
              <a:gd name="T3" fmla="*/ 0 h 44"/>
              <a:gd name="T4" fmla="*/ 11 w 246"/>
              <a:gd name="T5" fmla="*/ 0 h 44"/>
              <a:gd name="T6" fmla="*/ 11 w 246"/>
              <a:gd name="T7" fmla="*/ 34 h 44"/>
              <a:gd name="T8" fmla="*/ 0 w 246"/>
              <a:gd name="T9" fmla="*/ 34 h 44"/>
              <a:gd name="T10" fmla="*/ 0 w 246"/>
              <a:gd name="T11" fmla="*/ 44 h 44"/>
              <a:gd name="T12" fmla="*/ 246 w 246"/>
              <a:gd name="T13" fmla="*/ 44 h 44"/>
              <a:gd name="T14" fmla="*/ 246 w 246"/>
              <a:gd name="T15" fmla="*/ 34 h 44"/>
              <a:gd name="T16" fmla="*/ 235 w 246"/>
              <a:gd name="T17" fmla="*/ 3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6" h="44">
                <a:moveTo>
                  <a:pt x="235" y="34"/>
                </a:moveTo>
                <a:lnTo>
                  <a:pt x="235" y="0"/>
                </a:lnTo>
                <a:lnTo>
                  <a:pt x="11" y="0"/>
                </a:lnTo>
                <a:lnTo>
                  <a:pt x="11" y="34"/>
                </a:lnTo>
                <a:lnTo>
                  <a:pt x="0" y="34"/>
                </a:lnTo>
                <a:lnTo>
                  <a:pt x="0" y="44"/>
                </a:lnTo>
                <a:lnTo>
                  <a:pt x="246" y="44"/>
                </a:lnTo>
                <a:lnTo>
                  <a:pt x="246" y="34"/>
                </a:lnTo>
                <a:lnTo>
                  <a:pt x="235" y="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0" name="Freeform 618">
            <a:extLst>
              <a:ext uri="{FF2B5EF4-FFF2-40B4-BE49-F238E27FC236}">
                <a16:creationId xmlns:a16="http://schemas.microsoft.com/office/drawing/2014/main" id="{66CCC8DB-FEBB-4F5D-AF83-1595452663AF}"/>
              </a:ext>
            </a:extLst>
          </p:cNvPr>
          <p:cNvSpPr>
            <a:spLocks/>
          </p:cNvSpPr>
          <p:nvPr/>
        </p:nvSpPr>
        <p:spPr bwMode="auto">
          <a:xfrm>
            <a:off x="8327117" y="1687284"/>
            <a:ext cx="303213" cy="155575"/>
          </a:xfrm>
          <a:custGeom>
            <a:avLst/>
            <a:gdLst>
              <a:gd name="T0" fmla="*/ 90 w 191"/>
              <a:gd name="T1" fmla="*/ 0 h 98"/>
              <a:gd name="T2" fmla="*/ 0 w 191"/>
              <a:gd name="T3" fmla="*/ 75 h 98"/>
              <a:gd name="T4" fmla="*/ 0 w 191"/>
              <a:gd name="T5" fmla="*/ 98 h 98"/>
              <a:gd name="T6" fmla="*/ 90 w 191"/>
              <a:gd name="T7" fmla="*/ 20 h 98"/>
              <a:gd name="T8" fmla="*/ 191 w 191"/>
              <a:gd name="T9" fmla="*/ 98 h 98"/>
              <a:gd name="T10" fmla="*/ 191 w 191"/>
              <a:gd name="T11" fmla="*/ 75 h 98"/>
              <a:gd name="T12" fmla="*/ 90 w 191"/>
              <a:gd name="T13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98">
                <a:moveTo>
                  <a:pt x="90" y="0"/>
                </a:moveTo>
                <a:lnTo>
                  <a:pt x="0" y="75"/>
                </a:lnTo>
                <a:lnTo>
                  <a:pt x="0" y="98"/>
                </a:lnTo>
                <a:lnTo>
                  <a:pt x="90" y="20"/>
                </a:lnTo>
                <a:lnTo>
                  <a:pt x="191" y="98"/>
                </a:lnTo>
                <a:lnTo>
                  <a:pt x="191" y="75"/>
                </a:lnTo>
                <a:lnTo>
                  <a:pt x="9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1" name="Freeform 619">
            <a:extLst>
              <a:ext uri="{FF2B5EF4-FFF2-40B4-BE49-F238E27FC236}">
                <a16:creationId xmlns:a16="http://schemas.microsoft.com/office/drawing/2014/main" id="{180F3176-BA0B-499E-B055-7FEDCBCB5729}"/>
              </a:ext>
            </a:extLst>
          </p:cNvPr>
          <p:cNvSpPr>
            <a:spLocks/>
          </p:cNvSpPr>
          <p:nvPr/>
        </p:nvSpPr>
        <p:spPr bwMode="auto">
          <a:xfrm>
            <a:off x="8368392" y="1801584"/>
            <a:ext cx="212725" cy="20638"/>
          </a:xfrm>
          <a:custGeom>
            <a:avLst/>
            <a:gdLst>
              <a:gd name="T0" fmla="*/ 0 w 134"/>
              <a:gd name="T1" fmla="*/ 13 h 13"/>
              <a:gd name="T2" fmla="*/ 134 w 134"/>
              <a:gd name="T3" fmla="*/ 13 h 13"/>
              <a:gd name="T4" fmla="*/ 116 w 134"/>
              <a:gd name="T5" fmla="*/ 0 h 13"/>
              <a:gd name="T6" fmla="*/ 15 w 134"/>
              <a:gd name="T7" fmla="*/ 0 h 13"/>
              <a:gd name="T8" fmla="*/ 0 w 134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4" h="13">
                <a:moveTo>
                  <a:pt x="0" y="13"/>
                </a:moveTo>
                <a:lnTo>
                  <a:pt x="134" y="13"/>
                </a:lnTo>
                <a:lnTo>
                  <a:pt x="116" y="0"/>
                </a:lnTo>
                <a:lnTo>
                  <a:pt x="15" y="0"/>
                </a:lnTo>
                <a:lnTo>
                  <a:pt x="0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2" name="Freeform 620">
            <a:extLst>
              <a:ext uri="{FF2B5EF4-FFF2-40B4-BE49-F238E27FC236}">
                <a16:creationId xmlns:a16="http://schemas.microsoft.com/office/drawing/2014/main" id="{BC33237C-00EF-430B-A89D-0B37EE10E1DB}"/>
              </a:ext>
            </a:extLst>
          </p:cNvPr>
          <p:cNvSpPr>
            <a:spLocks/>
          </p:cNvSpPr>
          <p:nvPr/>
        </p:nvSpPr>
        <p:spPr bwMode="auto">
          <a:xfrm>
            <a:off x="8420780" y="1744434"/>
            <a:ext cx="103188" cy="36513"/>
          </a:xfrm>
          <a:custGeom>
            <a:avLst/>
            <a:gdLst>
              <a:gd name="T0" fmla="*/ 0 w 65"/>
              <a:gd name="T1" fmla="*/ 23 h 23"/>
              <a:gd name="T2" fmla="*/ 65 w 65"/>
              <a:gd name="T3" fmla="*/ 23 h 23"/>
              <a:gd name="T4" fmla="*/ 31 w 65"/>
              <a:gd name="T5" fmla="*/ 0 h 23"/>
              <a:gd name="T6" fmla="*/ 0 w 65"/>
              <a:gd name="T7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5" h="23">
                <a:moveTo>
                  <a:pt x="0" y="23"/>
                </a:moveTo>
                <a:lnTo>
                  <a:pt x="65" y="23"/>
                </a:lnTo>
                <a:lnTo>
                  <a:pt x="31" y="0"/>
                </a:lnTo>
                <a:lnTo>
                  <a:pt x="0" y="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3" name="Freeform 621">
            <a:extLst>
              <a:ext uri="{FF2B5EF4-FFF2-40B4-BE49-F238E27FC236}">
                <a16:creationId xmlns:a16="http://schemas.microsoft.com/office/drawing/2014/main" id="{61765ADD-FCB4-4927-9946-F8EABB910151}"/>
              </a:ext>
            </a:extLst>
          </p:cNvPr>
          <p:cNvSpPr>
            <a:spLocks/>
          </p:cNvSpPr>
          <p:nvPr/>
        </p:nvSpPr>
        <p:spPr bwMode="auto">
          <a:xfrm>
            <a:off x="8555717" y="1679347"/>
            <a:ext cx="33338" cy="80963"/>
          </a:xfrm>
          <a:custGeom>
            <a:avLst/>
            <a:gdLst>
              <a:gd name="T0" fmla="*/ 21 w 21"/>
              <a:gd name="T1" fmla="*/ 0 h 51"/>
              <a:gd name="T2" fmla="*/ 0 w 21"/>
              <a:gd name="T3" fmla="*/ 0 h 51"/>
              <a:gd name="T4" fmla="*/ 0 w 21"/>
              <a:gd name="T5" fmla="*/ 36 h 51"/>
              <a:gd name="T6" fmla="*/ 21 w 21"/>
              <a:gd name="T7" fmla="*/ 51 h 51"/>
              <a:gd name="T8" fmla="*/ 21 w 21"/>
              <a:gd name="T9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1">
                <a:moveTo>
                  <a:pt x="21" y="0"/>
                </a:moveTo>
                <a:lnTo>
                  <a:pt x="0" y="0"/>
                </a:lnTo>
                <a:lnTo>
                  <a:pt x="0" y="36"/>
                </a:lnTo>
                <a:lnTo>
                  <a:pt x="21" y="51"/>
                </a:lnTo>
                <a:lnTo>
                  <a:pt x="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4" name="Freeform 622">
            <a:extLst>
              <a:ext uri="{FF2B5EF4-FFF2-40B4-BE49-F238E27FC236}">
                <a16:creationId xmlns:a16="http://schemas.microsoft.com/office/drawing/2014/main" id="{0D62E018-048D-41CB-AF50-3CFCDEBE8FC6}"/>
              </a:ext>
            </a:extLst>
          </p:cNvPr>
          <p:cNvSpPr>
            <a:spLocks noEditPoints="1"/>
          </p:cNvSpPr>
          <p:nvPr/>
        </p:nvSpPr>
        <p:spPr bwMode="auto">
          <a:xfrm>
            <a:off x="8327117" y="1847622"/>
            <a:ext cx="303213" cy="196850"/>
          </a:xfrm>
          <a:custGeom>
            <a:avLst/>
            <a:gdLst>
              <a:gd name="T0" fmla="*/ 113 w 191"/>
              <a:gd name="T1" fmla="*/ 93 h 124"/>
              <a:gd name="T2" fmla="*/ 165 w 191"/>
              <a:gd name="T3" fmla="*/ 93 h 124"/>
              <a:gd name="T4" fmla="*/ 165 w 191"/>
              <a:gd name="T5" fmla="*/ 82 h 124"/>
              <a:gd name="T6" fmla="*/ 113 w 191"/>
              <a:gd name="T7" fmla="*/ 82 h 124"/>
              <a:gd name="T8" fmla="*/ 113 w 191"/>
              <a:gd name="T9" fmla="*/ 69 h 124"/>
              <a:gd name="T10" fmla="*/ 165 w 191"/>
              <a:gd name="T11" fmla="*/ 69 h 124"/>
              <a:gd name="T12" fmla="*/ 165 w 191"/>
              <a:gd name="T13" fmla="*/ 57 h 124"/>
              <a:gd name="T14" fmla="*/ 113 w 191"/>
              <a:gd name="T15" fmla="*/ 57 h 124"/>
              <a:gd name="T16" fmla="*/ 113 w 191"/>
              <a:gd name="T17" fmla="*/ 44 h 124"/>
              <a:gd name="T18" fmla="*/ 165 w 191"/>
              <a:gd name="T19" fmla="*/ 44 h 124"/>
              <a:gd name="T20" fmla="*/ 165 w 191"/>
              <a:gd name="T21" fmla="*/ 26 h 124"/>
              <a:gd name="T22" fmla="*/ 113 w 191"/>
              <a:gd name="T23" fmla="*/ 26 h 124"/>
              <a:gd name="T24" fmla="*/ 113 w 191"/>
              <a:gd name="T25" fmla="*/ 13 h 124"/>
              <a:gd name="T26" fmla="*/ 165 w 191"/>
              <a:gd name="T27" fmla="*/ 13 h 124"/>
              <a:gd name="T28" fmla="*/ 165 w 191"/>
              <a:gd name="T29" fmla="*/ 0 h 124"/>
              <a:gd name="T30" fmla="*/ 20 w 191"/>
              <a:gd name="T31" fmla="*/ 0 h 124"/>
              <a:gd name="T32" fmla="*/ 20 w 191"/>
              <a:gd name="T33" fmla="*/ 13 h 124"/>
              <a:gd name="T34" fmla="*/ 70 w 191"/>
              <a:gd name="T35" fmla="*/ 13 h 124"/>
              <a:gd name="T36" fmla="*/ 70 w 191"/>
              <a:gd name="T37" fmla="*/ 26 h 124"/>
              <a:gd name="T38" fmla="*/ 20 w 191"/>
              <a:gd name="T39" fmla="*/ 26 h 124"/>
              <a:gd name="T40" fmla="*/ 20 w 191"/>
              <a:gd name="T41" fmla="*/ 44 h 124"/>
              <a:gd name="T42" fmla="*/ 70 w 191"/>
              <a:gd name="T43" fmla="*/ 44 h 124"/>
              <a:gd name="T44" fmla="*/ 70 w 191"/>
              <a:gd name="T45" fmla="*/ 57 h 124"/>
              <a:gd name="T46" fmla="*/ 20 w 191"/>
              <a:gd name="T47" fmla="*/ 57 h 124"/>
              <a:gd name="T48" fmla="*/ 20 w 191"/>
              <a:gd name="T49" fmla="*/ 69 h 124"/>
              <a:gd name="T50" fmla="*/ 70 w 191"/>
              <a:gd name="T51" fmla="*/ 69 h 124"/>
              <a:gd name="T52" fmla="*/ 70 w 191"/>
              <a:gd name="T53" fmla="*/ 82 h 124"/>
              <a:gd name="T54" fmla="*/ 20 w 191"/>
              <a:gd name="T55" fmla="*/ 82 h 124"/>
              <a:gd name="T56" fmla="*/ 20 w 191"/>
              <a:gd name="T57" fmla="*/ 93 h 124"/>
              <a:gd name="T58" fmla="*/ 26 w 191"/>
              <a:gd name="T59" fmla="*/ 93 h 124"/>
              <a:gd name="T60" fmla="*/ 70 w 191"/>
              <a:gd name="T61" fmla="*/ 93 h 124"/>
              <a:gd name="T62" fmla="*/ 70 w 191"/>
              <a:gd name="T63" fmla="*/ 98 h 124"/>
              <a:gd name="T64" fmla="*/ 0 w 191"/>
              <a:gd name="T65" fmla="*/ 98 h 124"/>
              <a:gd name="T66" fmla="*/ 0 w 191"/>
              <a:gd name="T67" fmla="*/ 124 h 124"/>
              <a:gd name="T68" fmla="*/ 191 w 191"/>
              <a:gd name="T69" fmla="*/ 124 h 124"/>
              <a:gd name="T70" fmla="*/ 191 w 191"/>
              <a:gd name="T71" fmla="*/ 98 h 124"/>
              <a:gd name="T72" fmla="*/ 113 w 191"/>
              <a:gd name="T73" fmla="*/ 98 h 124"/>
              <a:gd name="T74" fmla="*/ 113 w 191"/>
              <a:gd name="T75" fmla="*/ 93 h 124"/>
              <a:gd name="T76" fmla="*/ 108 w 191"/>
              <a:gd name="T77" fmla="*/ 98 h 124"/>
              <a:gd name="T78" fmla="*/ 72 w 191"/>
              <a:gd name="T79" fmla="*/ 98 h 124"/>
              <a:gd name="T80" fmla="*/ 72 w 191"/>
              <a:gd name="T81" fmla="*/ 13 h 124"/>
              <a:gd name="T82" fmla="*/ 108 w 191"/>
              <a:gd name="T83" fmla="*/ 13 h 124"/>
              <a:gd name="T84" fmla="*/ 108 w 191"/>
              <a:gd name="T85" fmla="*/ 9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1" h="124">
                <a:moveTo>
                  <a:pt x="113" y="93"/>
                </a:moveTo>
                <a:lnTo>
                  <a:pt x="165" y="93"/>
                </a:lnTo>
                <a:lnTo>
                  <a:pt x="165" y="82"/>
                </a:lnTo>
                <a:lnTo>
                  <a:pt x="113" y="82"/>
                </a:lnTo>
                <a:lnTo>
                  <a:pt x="113" y="69"/>
                </a:lnTo>
                <a:lnTo>
                  <a:pt x="165" y="69"/>
                </a:lnTo>
                <a:lnTo>
                  <a:pt x="165" y="57"/>
                </a:lnTo>
                <a:lnTo>
                  <a:pt x="113" y="57"/>
                </a:lnTo>
                <a:lnTo>
                  <a:pt x="113" y="44"/>
                </a:lnTo>
                <a:lnTo>
                  <a:pt x="165" y="44"/>
                </a:lnTo>
                <a:lnTo>
                  <a:pt x="165" y="26"/>
                </a:lnTo>
                <a:lnTo>
                  <a:pt x="113" y="26"/>
                </a:lnTo>
                <a:lnTo>
                  <a:pt x="113" y="13"/>
                </a:lnTo>
                <a:lnTo>
                  <a:pt x="165" y="13"/>
                </a:lnTo>
                <a:lnTo>
                  <a:pt x="165" y="0"/>
                </a:lnTo>
                <a:lnTo>
                  <a:pt x="20" y="0"/>
                </a:lnTo>
                <a:lnTo>
                  <a:pt x="20" y="13"/>
                </a:lnTo>
                <a:lnTo>
                  <a:pt x="70" y="13"/>
                </a:lnTo>
                <a:lnTo>
                  <a:pt x="70" y="26"/>
                </a:lnTo>
                <a:lnTo>
                  <a:pt x="20" y="26"/>
                </a:lnTo>
                <a:lnTo>
                  <a:pt x="20" y="44"/>
                </a:lnTo>
                <a:lnTo>
                  <a:pt x="70" y="44"/>
                </a:lnTo>
                <a:lnTo>
                  <a:pt x="70" y="57"/>
                </a:lnTo>
                <a:lnTo>
                  <a:pt x="20" y="57"/>
                </a:lnTo>
                <a:lnTo>
                  <a:pt x="20" y="69"/>
                </a:lnTo>
                <a:lnTo>
                  <a:pt x="70" y="69"/>
                </a:lnTo>
                <a:lnTo>
                  <a:pt x="70" y="82"/>
                </a:lnTo>
                <a:lnTo>
                  <a:pt x="20" y="82"/>
                </a:lnTo>
                <a:lnTo>
                  <a:pt x="20" y="93"/>
                </a:lnTo>
                <a:lnTo>
                  <a:pt x="26" y="93"/>
                </a:lnTo>
                <a:lnTo>
                  <a:pt x="70" y="93"/>
                </a:lnTo>
                <a:lnTo>
                  <a:pt x="70" y="98"/>
                </a:lnTo>
                <a:lnTo>
                  <a:pt x="0" y="98"/>
                </a:lnTo>
                <a:lnTo>
                  <a:pt x="0" y="124"/>
                </a:lnTo>
                <a:lnTo>
                  <a:pt x="191" y="124"/>
                </a:lnTo>
                <a:lnTo>
                  <a:pt x="191" y="98"/>
                </a:lnTo>
                <a:lnTo>
                  <a:pt x="113" y="98"/>
                </a:lnTo>
                <a:lnTo>
                  <a:pt x="113" y="93"/>
                </a:lnTo>
                <a:close/>
                <a:moveTo>
                  <a:pt x="108" y="98"/>
                </a:moveTo>
                <a:lnTo>
                  <a:pt x="72" y="98"/>
                </a:lnTo>
                <a:lnTo>
                  <a:pt x="72" y="13"/>
                </a:lnTo>
                <a:lnTo>
                  <a:pt x="108" y="13"/>
                </a:lnTo>
                <a:lnTo>
                  <a:pt x="108" y="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5" name="Freeform 623">
            <a:extLst>
              <a:ext uri="{FF2B5EF4-FFF2-40B4-BE49-F238E27FC236}">
                <a16:creationId xmlns:a16="http://schemas.microsoft.com/office/drawing/2014/main" id="{EF2B0998-423F-4856-86D5-84869C3F87CA}"/>
              </a:ext>
            </a:extLst>
          </p:cNvPr>
          <p:cNvSpPr>
            <a:spLocks/>
          </p:cNvSpPr>
          <p:nvPr/>
        </p:nvSpPr>
        <p:spPr bwMode="auto">
          <a:xfrm>
            <a:off x="9019267" y="1703159"/>
            <a:ext cx="307975" cy="155575"/>
          </a:xfrm>
          <a:custGeom>
            <a:avLst/>
            <a:gdLst>
              <a:gd name="T0" fmla="*/ 93 w 194"/>
              <a:gd name="T1" fmla="*/ 0 h 98"/>
              <a:gd name="T2" fmla="*/ 0 w 194"/>
              <a:gd name="T3" fmla="*/ 78 h 98"/>
              <a:gd name="T4" fmla="*/ 0 w 194"/>
              <a:gd name="T5" fmla="*/ 98 h 98"/>
              <a:gd name="T6" fmla="*/ 90 w 194"/>
              <a:gd name="T7" fmla="*/ 23 h 98"/>
              <a:gd name="T8" fmla="*/ 194 w 194"/>
              <a:gd name="T9" fmla="*/ 98 h 98"/>
              <a:gd name="T10" fmla="*/ 194 w 194"/>
              <a:gd name="T11" fmla="*/ 78 h 98"/>
              <a:gd name="T12" fmla="*/ 93 w 194"/>
              <a:gd name="T13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98">
                <a:moveTo>
                  <a:pt x="93" y="0"/>
                </a:moveTo>
                <a:lnTo>
                  <a:pt x="0" y="78"/>
                </a:lnTo>
                <a:lnTo>
                  <a:pt x="0" y="98"/>
                </a:lnTo>
                <a:lnTo>
                  <a:pt x="90" y="23"/>
                </a:lnTo>
                <a:lnTo>
                  <a:pt x="194" y="98"/>
                </a:lnTo>
                <a:lnTo>
                  <a:pt x="194" y="78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6" name="Freeform 624">
            <a:extLst>
              <a:ext uri="{FF2B5EF4-FFF2-40B4-BE49-F238E27FC236}">
                <a16:creationId xmlns:a16="http://schemas.microsoft.com/office/drawing/2014/main" id="{2C38176E-6D4F-4F68-A021-4075241C22DE}"/>
              </a:ext>
            </a:extLst>
          </p:cNvPr>
          <p:cNvSpPr>
            <a:spLocks/>
          </p:cNvSpPr>
          <p:nvPr/>
        </p:nvSpPr>
        <p:spPr bwMode="auto">
          <a:xfrm>
            <a:off x="9019267" y="1703159"/>
            <a:ext cx="307975" cy="155575"/>
          </a:xfrm>
          <a:custGeom>
            <a:avLst/>
            <a:gdLst>
              <a:gd name="T0" fmla="*/ 93 w 194"/>
              <a:gd name="T1" fmla="*/ 0 h 98"/>
              <a:gd name="T2" fmla="*/ 0 w 194"/>
              <a:gd name="T3" fmla="*/ 78 h 98"/>
              <a:gd name="T4" fmla="*/ 0 w 194"/>
              <a:gd name="T5" fmla="*/ 98 h 98"/>
              <a:gd name="T6" fmla="*/ 90 w 194"/>
              <a:gd name="T7" fmla="*/ 23 h 98"/>
              <a:gd name="T8" fmla="*/ 194 w 194"/>
              <a:gd name="T9" fmla="*/ 98 h 98"/>
              <a:gd name="T10" fmla="*/ 194 w 194"/>
              <a:gd name="T11" fmla="*/ 78 h 98"/>
              <a:gd name="T12" fmla="*/ 93 w 194"/>
              <a:gd name="T13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98">
                <a:moveTo>
                  <a:pt x="93" y="0"/>
                </a:moveTo>
                <a:lnTo>
                  <a:pt x="0" y="78"/>
                </a:lnTo>
                <a:lnTo>
                  <a:pt x="0" y="98"/>
                </a:lnTo>
                <a:lnTo>
                  <a:pt x="90" y="23"/>
                </a:lnTo>
                <a:lnTo>
                  <a:pt x="194" y="98"/>
                </a:lnTo>
                <a:lnTo>
                  <a:pt x="194" y="78"/>
                </a:lnTo>
                <a:lnTo>
                  <a:pt x="9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7" name="Freeform 625">
            <a:extLst>
              <a:ext uri="{FF2B5EF4-FFF2-40B4-BE49-F238E27FC236}">
                <a16:creationId xmlns:a16="http://schemas.microsoft.com/office/drawing/2014/main" id="{C43EDEBB-9BDA-4ACA-9C01-6E1647E62E30}"/>
              </a:ext>
            </a:extLst>
          </p:cNvPr>
          <p:cNvSpPr>
            <a:spLocks noEditPoints="1"/>
          </p:cNvSpPr>
          <p:nvPr/>
        </p:nvSpPr>
        <p:spPr bwMode="auto">
          <a:xfrm>
            <a:off x="9055780" y="1757134"/>
            <a:ext cx="230188" cy="250825"/>
          </a:xfrm>
          <a:custGeom>
            <a:avLst/>
            <a:gdLst>
              <a:gd name="T0" fmla="*/ 145 w 145"/>
              <a:gd name="T1" fmla="*/ 158 h 158"/>
              <a:gd name="T2" fmla="*/ 145 w 145"/>
              <a:gd name="T3" fmla="*/ 54 h 158"/>
              <a:gd name="T4" fmla="*/ 70 w 145"/>
              <a:gd name="T5" fmla="*/ 0 h 158"/>
              <a:gd name="T6" fmla="*/ 0 w 145"/>
              <a:gd name="T7" fmla="*/ 54 h 158"/>
              <a:gd name="T8" fmla="*/ 0 w 145"/>
              <a:gd name="T9" fmla="*/ 158 h 158"/>
              <a:gd name="T10" fmla="*/ 5 w 145"/>
              <a:gd name="T11" fmla="*/ 158 h 158"/>
              <a:gd name="T12" fmla="*/ 5 w 145"/>
              <a:gd name="T13" fmla="*/ 152 h 158"/>
              <a:gd name="T14" fmla="*/ 75 w 145"/>
              <a:gd name="T15" fmla="*/ 152 h 158"/>
              <a:gd name="T16" fmla="*/ 75 w 145"/>
              <a:gd name="T17" fmla="*/ 158 h 158"/>
              <a:gd name="T18" fmla="*/ 145 w 145"/>
              <a:gd name="T19" fmla="*/ 158 h 158"/>
              <a:gd name="T20" fmla="*/ 65 w 145"/>
              <a:gd name="T21" fmla="*/ 147 h 158"/>
              <a:gd name="T22" fmla="*/ 13 w 145"/>
              <a:gd name="T23" fmla="*/ 147 h 158"/>
              <a:gd name="T24" fmla="*/ 13 w 145"/>
              <a:gd name="T25" fmla="*/ 59 h 158"/>
              <a:gd name="T26" fmla="*/ 65 w 145"/>
              <a:gd name="T27" fmla="*/ 59 h 158"/>
              <a:gd name="T28" fmla="*/ 65 w 145"/>
              <a:gd name="T29" fmla="*/ 147 h 158"/>
              <a:gd name="T30" fmla="*/ 111 w 145"/>
              <a:gd name="T31" fmla="*/ 70 h 158"/>
              <a:gd name="T32" fmla="*/ 124 w 145"/>
              <a:gd name="T33" fmla="*/ 70 h 158"/>
              <a:gd name="T34" fmla="*/ 124 w 145"/>
              <a:gd name="T35" fmla="*/ 83 h 158"/>
              <a:gd name="T36" fmla="*/ 111 w 145"/>
              <a:gd name="T37" fmla="*/ 83 h 158"/>
              <a:gd name="T38" fmla="*/ 111 w 145"/>
              <a:gd name="T39" fmla="*/ 70 h 158"/>
              <a:gd name="T40" fmla="*/ 111 w 145"/>
              <a:gd name="T41" fmla="*/ 88 h 158"/>
              <a:gd name="T42" fmla="*/ 124 w 145"/>
              <a:gd name="T43" fmla="*/ 88 h 158"/>
              <a:gd name="T44" fmla="*/ 124 w 145"/>
              <a:gd name="T45" fmla="*/ 101 h 158"/>
              <a:gd name="T46" fmla="*/ 111 w 145"/>
              <a:gd name="T47" fmla="*/ 101 h 158"/>
              <a:gd name="T48" fmla="*/ 111 w 145"/>
              <a:gd name="T49" fmla="*/ 88 h 158"/>
              <a:gd name="T50" fmla="*/ 96 w 145"/>
              <a:gd name="T51" fmla="*/ 70 h 158"/>
              <a:gd name="T52" fmla="*/ 106 w 145"/>
              <a:gd name="T53" fmla="*/ 70 h 158"/>
              <a:gd name="T54" fmla="*/ 106 w 145"/>
              <a:gd name="T55" fmla="*/ 83 h 158"/>
              <a:gd name="T56" fmla="*/ 96 w 145"/>
              <a:gd name="T57" fmla="*/ 83 h 158"/>
              <a:gd name="T58" fmla="*/ 96 w 145"/>
              <a:gd name="T59" fmla="*/ 70 h 158"/>
              <a:gd name="T60" fmla="*/ 96 w 145"/>
              <a:gd name="T61" fmla="*/ 88 h 158"/>
              <a:gd name="T62" fmla="*/ 106 w 145"/>
              <a:gd name="T63" fmla="*/ 88 h 158"/>
              <a:gd name="T64" fmla="*/ 106 w 145"/>
              <a:gd name="T65" fmla="*/ 101 h 158"/>
              <a:gd name="T66" fmla="*/ 96 w 145"/>
              <a:gd name="T67" fmla="*/ 101 h 158"/>
              <a:gd name="T68" fmla="*/ 96 w 145"/>
              <a:gd name="T69" fmla="*/ 8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58">
                <a:moveTo>
                  <a:pt x="145" y="158"/>
                </a:moveTo>
                <a:lnTo>
                  <a:pt x="145" y="54"/>
                </a:lnTo>
                <a:lnTo>
                  <a:pt x="70" y="0"/>
                </a:lnTo>
                <a:lnTo>
                  <a:pt x="0" y="54"/>
                </a:lnTo>
                <a:lnTo>
                  <a:pt x="0" y="158"/>
                </a:lnTo>
                <a:lnTo>
                  <a:pt x="5" y="158"/>
                </a:lnTo>
                <a:lnTo>
                  <a:pt x="5" y="152"/>
                </a:lnTo>
                <a:lnTo>
                  <a:pt x="75" y="152"/>
                </a:lnTo>
                <a:lnTo>
                  <a:pt x="75" y="158"/>
                </a:lnTo>
                <a:lnTo>
                  <a:pt x="145" y="158"/>
                </a:lnTo>
                <a:close/>
                <a:moveTo>
                  <a:pt x="65" y="147"/>
                </a:moveTo>
                <a:lnTo>
                  <a:pt x="13" y="147"/>
                </a:lnTo>
                <a:lnTo>
                  <a:pt x="13" y="59"/>
                </a:lnTo>
                <a:lnTo>
                  <a:pt x="65" y="59"/>
                </a:lnTo>
                <a:lnTo>
                  <a:pt x="65" y="147"/>
                </a:lnTo>
                <a:close/>
                <a:moveTo>
                  <a:pt x="111" y="70"/>
                </a:moveTo>
                <a:lnTo>
                  <a:pt x="124" y="70"/>
                </a:lnTo>
                <a:lnTo>
                  <a:pt x="124" y="83"/>
                </a:lnTo>
                <a:lnTo>
                  <a:pt x="111" y="83"/>
                </a:lnTo>
                <a:lnTo>
                  <a:pt x="111" y="70"/>
                </a:lnTo>
                <a:close/>
                <a:moveTo>
                  <a:pt x="111" y="88"/>
                </a:moveTo>
                <a:lnTo>
                  <a:pt x="124" y="88"/>
                </a:lnTo>
                <a:lnTo>
                  <a:pt x="124" y="101"/>
                </a:lnTo>
                <a:lnTo>
                  <a:pt x="111" y="101"/>
                </a:lnTo>
                <a:lnTo>
                  <a:pt x="111" y="88"/>
                </a:lnTo>
                <a:close/>
                <a:moveTo>
                  <a:pt x="96" y="70"/>
                </a:moveTo>
                <a:lnTo>
                  <a:pt x="106" y="70"/>
                </a:lnTo>
                <a:lnTo>
                  <a:pt x="106" y="83"/>
                </a:lnTo>
                <a:lnTo>
                  <a:pt x="96" y="83"/>
                </a:lnTo>
                <a:lnTo>
                  <a:pt x="96" y="70"/>
                </a:lnTo>
                <a:close/>
                <a:moveTo>
                  <a:pt x="96" y="88"/>
                </a:moveTo>
                <a:lnTo>
                  <a:pt x="106" y="88"/>
                </a:lnTo>
                <a:lnTo>
                  <a:pt x="106" y="101"/>
                </a:lnTo>
                <a:lnTo>
                  <a:pt x="96" y="101"/>
                </a:lnTo>
                <a:lnTo>
                  <a:pt x="96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8" name="Rectangle 626">
            <a:extLst>
              <a:ext uri="{FF2B5EF4-FFF2-40B4-BE49-F238E27FC236}">
                <a16:creationId xmlns:a16="http://schemas.microsoft.com/office/drawing/2014/main" id="{617CD5A8-3F1C-47CB-ADCF-9A48D0DF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9267" y="2015897"/>
            <a:ext cx="434975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9" name="Rectangle 627">
            <a:extLst>
              <a:ext uri="{FF2B5EF4-FFF2-40B4-BE49-F238E27FC236}">
                <a16:creationId xmlns:a16="http://schemas.microsoft.com/office/drawing/2014/main" id="{66DA07B5-83B1-4140-B318-095588704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9267" y="2015897"/>
            <a:ext cx="434975" cy="412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0" name="Freeform 628">
            <a:extLst>
              <a:ext uri="{FF2B5EF4-FFF2-40B4-BE49-F238E27FC236}">
                <a16:creationId xmlns:a16="http://schemas.microsoft.com/office/drawing/2014/main" id="{3D3C530B-56F1-466B-8E61-4A8F19BDD3B0}"/>
              </a:ext>
            </a:extLst>
          </p:cNvPr>
          <p:cNvSpPr>
            <a:spLocks/>
          </p:cNvSpPr>
          <p:nvPr/>
        </p:nvSpPr>
        <p:spPr bwMode="auto">
          <a:xfrm>
            <a:off x="9252630" y="1695222"/>
            <a:ext cx="33338" cy="85725"/>
          </a:xfrm>
          <a:custGeom>
            <a:avLst/>
            <a:gdLst>
              <a:gd name="T0" fmla="*/ 21 w 21"/>
              <a:gd name="T1" fmla="*/ 0 h 54"/>
              <a:gd name="T2" fmla="*/ 0 w 21"/>
              <a:gd name="T3" fmla="*/ 0 h 54"/>
              <a:gd name="T4" fmla="*/ 0 w 21"/>
              <a:gd name="T5" fmla="*/ 39 h 54"/>
              <a:gd name="T6" fmla="*/ 21 w 21"/>
              <a:gd name="T7" fmla="*/ 54 h 54"/>
              <a:gd name="T8" fmla="*/ 21 w 21"/>
              <a:gd name="T9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4">
                <a:moveTo>
                  <a:pt x="21" y="0"/>
                </a:moveTo>
                <a:lnTo>
                  <a:pt x="0" y="0"/>
                </a:lnTo>
                <a:lnTo>
                  <a:pt x="0" y="39"/>
                </a:lnTo>
                <a:lnTo>
                  <a:pt x="21" y="54"/>
                </a:lnTo>
                <a:lnTo>
                  <a:pt x="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1" name="Freeform 629">
            <a:extLst>
              <a:ext uri="{FF2B5EF4-FFF2-40B4-BE49-F238E27FC236}">
                <a16:creationId xmlns:a16="http://schemas.microsoft.com/office/drawing/2014/main" id="{4CF2054A-F511-4F7E-86DD-123F94EAC0BE}"/>
              </a:ext>
            </a:extLst>
          </p:cNvPr>
          <p:cNvSpPr>
            <a:spLocks/>
          </p:cNvSpPr>
          <p:nvPr/>
        </p:nvSpPr>
        <p:spPr bwMode="auto">
          <a:xfrm>
            <a:off x="9252630" y="1695222"/>
            <a:ext cx="33338" cy="85725"/>
          </a:xfrm>
          <a:custGeom>
            <a:avLst/>
            <a:gdLst>
              <a:gd name="T0" fmla="*/ 21 w 21"/>
              <a:gd name="T1" fmla="*/ 0 h 54"/>
              <a:gd name="T2" fmla="*/ 0 w 21"/>
              <a:gd name="T3" fmla="*/ 0 h 54"/>
              <a:gd name="T4" fmla="*/ 0 w 21"/>
              <a:gd name="T5" fmla="*/ 39 h 54"/>
              <a:gd name="T6" fmla="*/ 21 w 21"/>
              <a:gd name="T7" fmla="*/ 54 h 54"/>
              <a:gd name="T8" fmla="*/ 21 w 21"/>
              <a:gd name="T9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4">
                <a:moveTo>
                  <a:pt x="21" y="0"/>
                </a:moveTo>
                <a:lnTo>
                  <a:pt x="0" y="0"/>
                </a:lnTo>
                <a:lnTo>
                  <a:pt x="0" y="39"/>
                </a:lnTo>
                <a:lnTo>
                  <a:pt x="21" y="54"/>
                </a:lnTo>
                <a:lnTo>
                  <a:pt x="2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2" name="Freeform 630">
            <a:extLst>
              <a:ext uri="{FF2B5EF4-FFF2-40B4-BE49-F238E27FC236}">
                <a16:creationId xmlns:a16="http://schemas.microsoft.com/office/drawing/2014/main" id="{169CAC32-E1C0-4CE1-ADBF-A2C57C28C255}"/>
              </a:ext>
            </a:extLst>
          </p:cNvPr>
          <p:cNvSpPr>
            <a:spLocks/>
          </p:cNvSpPr>
          <p:nvPr/>
        </p:nvSpPr>
        <p:spPr bwMode="auto">
          <a:xfrm>
            <a:off x="9084355" y="1855559"/>
            <a:ext cx="53975" cy="131763"/>
          </a:xfrm>
          <a:custGeom>
            <a:avLst/>
            <a:gdLst>
              <a:gd name="T0" fmla="*/ 34 w 34"/>
              <a:gd name="T1" fmla="*/ 72 h 83"/>
              <a:gd name="T2" fmla="*/ 0 w 34"/>
              <a:gd name="T3" fmla="*/ 83 h 83"/>
              <a:gd name="T4" fmla="*/ 0 w 34"/>
              <a:gd name="T5" fmla="*/ 0 h 83"/>
              <a:gd name="T6" fmla="*/ 34 w 34"/>
              <a:gd name="T7" fmla="*/ 10 h 83"/>
              <a:gd name="T8" fmla="*/ 34 w 34"/>
              <a:gd name="T9" fmla="*/ 7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83">
                <a:moveTo>
                  <a:pt x="34" y="72"/>
                </a:moveTo>
                <a:lnTo>
                  <a:pt x="0" y="83"/>
                </a:lnTo>
                <a:lnTo>
                  <a:pt x="0" y="0"/>
                </a:lnTo>
                <a:lnTo>
                  <a:pt x="34" y="10"/>
                </a:lnTo>
                <a:lnTo>
                  <a:pt x="34" y="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3" name="Rectangle 631">
            <a:extLst>
              <a:ext uri="{FF2B5EF4-FFF2-40B4-BE49-F238E27FC236}">
                <a16:creationId xmlns:a16="http://schemas.microsoft.com/office/drawing/2014/main" id="{C1DD16A6-DF03-4311-93D4-97C9DEFEB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1692" y="1809522"/>
            <a:ext cx="25400" cy="2063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4" name="Rectangle 632">
            <a:extLst>
              <a:ext uri="{FF2B5EF4-FFF2-40B4-BE49-F238E27FC236}">
                <a16:creationId xmlns:a16="http://schemas.microsoft.com/office/drawing/2014/main" id="{35B30EA3-BDFD-4598-A131-3B5A45796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1692" y="2015897"/>
            <a:ext cx="2540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5" name="Rectangle 633">
            <a:extLst>
              <a:ext uri="{FF2B5EF4-FFF2-40B4-BE49-F238E27FC236}">
                <a16:creationId xmlns:a16="http://schemas.microsoft.com/office/drawing/2014/main" id="{BA892758-4232-4C5D-A581-62D591555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1692" y="2015897"/>
            <a:ext cx="2540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6" name="Freeform 634">
            <a:extLst>
              <a:ext uri="{FF2B5EF4-FFF2-40B4-BE49-F238E27FC236}">
                <a16:creationId xmlns:a16="http://schemas.microsoft.com/office/drawing/2014/main" id="{BE8C5278-5B30-40F8-A753-77B90777EA74}"/>
              </a:ext>
            </a:extLst>
          </p:cNvPr>
          <p:cNvSpPr>
            <a:spLocks/>
          </p:cNvSpPr>
          <p:nvPr/>
        </p:nvSpPr>
        <p:spPr bwMode="auto">
          <a:xfrm>
            <a:off x="9281205" y="1633309"/>
            <a:ext cx="204788" cy="193675"/>
          </a:xfrm>
          <a:custGeom>
            <a:avLst/>
            <a:gdLst>
              <a:gd name="T0" fmla="*/ 21 w 50"/>
              <a:gd name="T1" fmla="*/ 0 h 47"/>
              <a:gd name="T2" fmla="*/ 7 w 50"/>
              <a:gd name="T3" fmla="*/ 11 h 47"/>
              <a:gd name="T4" fmla="*/ 2 w 50"/>
              <a:gd name="T5" fmla="*/ 19 h 47"/>
              <a:gd name="T6" fmla="*/ 2 w 50"/>
              <a:gd name="T7" fmla="*/ 24 h 47"/>
              <a:gd name="T8" fmla="*/ 1 w 50"/>
              <a:gd name="T9" fmla="*/ 26 h 47"/>
              <a:gd name="T10" fmla="*/ 1 w 50"/>
              <a:gd name="T11" fmla="*/ 36 h 47"/>
              <a:gd name="T12" fmla="*/ 0 w 50"/>
              <a:gd name="T13" fmla="*/ 35 h 47"/>
              <a:gd name="T14" fmla="*/ 2 w 50"/>
              <a:gd name="T15" fmla="*/ 40 h 47"/>
              <a:gd name="T16" fmla="*/ 11 w 50"/>
              <a:gd name="T17" fmla="*/ 47 h 47"/>
              <a:gd name="T18" fmla="*/ 11 w 50"/>
              <a:gd name="T19" fmla="*/ 47 h 47"/>
              <a:gd name="T20" fmla="*/ 13 w 50"/>
              <a:gd name="T21" fmla="*/ 47 h 47"/>
              <a:gd name="T22" fmla="*/ 15 w 50"/>
              <a:gd name="T23" fmla="*/ 47 h 47"/>
              <a:gd name="T24" fmla="*/ 22 w 50"/>
              <a:gd name="T25" fmla="*/ 45 h 47"/>
              <a:gd name="T26" fmla="*/ 22 w 50"/>
              <a:gd name="T27" fmla="*/ 45 h 47"/>
              <a:gd name="T28" fmla="*/ 25 w 50"/>
              <a:gd name="T29" fmla="*/ 43 h 47"/>
              <a:gd name="T30" fmla="*/ 25 w 50"/>
              <a:gd name="T31" fmla="*/ 43 h 47"/>
              <a:gd name="T32" fmla="*/ 25 w 50"/>
              <a:gd name="T33" fmla="*/ 43 h 47"/>
              <a:gd name="T34" fmla="*/ 28 w 50"/>
              <a:gd name="T35" fmla="*/ 45 h 47"/>
              <a:gd name="T36" fmla="*/ 32 w 50"/>
              <a:gd name="T37" fmla="*/ 47 h 47"/>
              <a:gd name="T38" fmla="*/ 35 w 50"/>
              <a:gd name="T39" fmla="*/ 47 h 47"/>
              <a:gd name="T40" fmla="*/ 50 w 50"/>
              <a:gd name="T41" fmla="*/ 34 h 47"/>
              <a:gd name="T42" fmla="*/ 47 w 50"/>
              <a:gd name="T43" fmla="*/ 23 h 47"/>
              <a:gd name="T44" fmla="*/ 39 w 50"/>
              <a:gd name="T45" fmla="*/ 10 h 47"/>
              <a:gd name="T46" fmla="*/ 36 w 50"/>
              <a:gd name="T47" fmla="*/ 9 h 47"/>
              <a:gd name="T48" fmla="*/ 35 w 50"/>
              <a:gd name="T49" fmla="*/ 9 h 47"/>
              <a:gd name="T50" fmla="*/ 24 w 50"/>
              <a:gd name="T51" fmla="*/ 1 h 47"/>
              <a:gd name="T52" fmla="*/ 21 w 50"/>
              <a:gd name="T53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0" h="47">
                <a:moveTo>
                  <a:pt x="21" y="0"/>
                </a:moveTo>
                <a:cubicBezTo>
                  <a:pt x="15" y="0"/>
                  <a:pt x="9" y="4"/>
                  <a:pt x="7" y="11"/>
                </a:cubicBezTo>
                <a:cubicBezTo>
                  <a:pt x="4" y="12"/>
                  <a:pt x="2" y="15"/>
                  <a:pt x="2" y="19"/>
                </a:cubicBezTo>
                <a:cubicBezTo>
                  <a:pt x="1" y="20"/>
                  <a:pt x="2" y="22"/>
                  <a:pt x="2" y="24"/>
                </a:cubicBezTo>
                <a:cubicBezTo>
                  <a:pt x="2" y="24"/>
                  <a:pt x="1" y="25"/>
                  <a:pt x="1" y="26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1" y="38"/>
                  <a:pt x="2" y="40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47"/>
                  <a:pt x="12" y="47"/>
                  <a:pt x="13" y="47"/>
                </a:cubicBezTo>
                <a:cubicBezTo>
                  <a:pt x="13" y="47"/>
                  <a:pt x="14" y="47"/>
                  <a:pt x="15" y="47"/>
                </a:cubicBezTo>
                <a:cubicBezTo>
                  <a:pt x="18" y="47"/>
                  <a:pt x="20" y="46"/>
                  <a:pt x="22" y="45"/>
                </a:cubicBezTo>
                <a:cubicBezTo>
                  <a:pt x="22" y="45"/>
                  <a:pt x="22" y="45"/>
                  <a:pt x="22" y="45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8" y="45"/>
                  <a:pt x="28" y="45"/>
                  <a:pt x="28" y="45"/>
                </a:cubicBezTo>
                <a:cubicBezTo>
                  <a:pt x="29" y="46"/>
                  <a:pt x="31" y="46"/>
                  <a:pt x="32" y="47"/>
                </a:cubicBezTo>
                <a:cubicBezTo>
                  <a:pt x="33" y="47"/>
                  <a:pt x="34" y="47"/>
                  <a:pt x="35" y="47"/>
                </a:cubicBezTo>
                <a:cubicBezTo>
                  <a:pt x="42" y="47"/>
                  <a:pt x="49" y="41"/>
                  <a:pt x="50" y="34"/>
                </a:cubicBezTo>
                <a:cubicBezTo>
                  <a:pt x="50" y="30"/>
                  <a:pt x="50" y="26"/>
                  <a:pt x="47" y="23"/>
                </a:cubicBezTo>
                <a:cubicBezTo>
                  <a:pt x="48" y="17"/>
                  <a:pt x="45" y="12"/>
                  <a:pt x="39" y="10"/>
                </a:cubicBezTo>
                <a:cubicBezTo>
                  <a:pt x="38" y="9"/>
                  <a:pt x="37" y="9"/>
                  <a:pt x="36" y="9"/>
                </a:cubicBezTo>
                <a:cubicBezTo>
                  <a:pt x="36" y="9"/>
                  <a:pt x="35" y="9"/>
                  <a:pt x="35" y="9"/>
                </a:cubicBezTo>
                <a:cubicBezTo>
                  <a:pt x="33" y="5"/>
                  <a:pt x="29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7" name="Freeform 635">
            <a:extLst>
              <a:ext uri="{FF2B5EF4-FFF2-40B4-BE49-F238E27FC236}">
                <a16:creationId xmlns:a16="http://schemas.microsoft.com/office/drawing/2014/main" id="{6399E997-6BAE-410F-9DC6-B2129120BB6B}"/>
              </a:ext>
            </a:extLst>
          </p:cNvPr>
          <p:cNvSpPr>
            <a:spLocks/>
          </p:cNvSpPr>
          <p:nvPr/>
        </p:nvSpPr>
        <p:spPr bwMode="auto">
          <a:xfrm>
            <a:off x="9289142" y="1798409"/>
            <a:ext cx="38100" cy="28575"/>
          </a:xfrm>
          <a:custGeom>
            <a:avLst/>
            <a:gdLst>
              <a:gd name="T0" fmla="*/ 0 w 9"/>
              <a:gd name="T1" fmla="*/ 0 h 7"/>
              <a:gd name="T2" fmla="*/ 9 w 9"/>
              <a:gd name="T3" fmla="*/ 7 h 7"/>
              <a:gd name="T4" fmla="*/ 9 w 9"/>
              <a:gd name="T5" fmla="*/ 7 h 7"/>
              <a:gd name="T6" fmla="*/ 0 w 9"/>
              <a:gd name="T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7">
                <a:moveTo>
                  <a:pt x="0" y="0"/>
                </a:moveTo>
                <a:cubicBezTo>
                  <a:pt x="2" y="3"/>
                  <a:pt x="5" y="6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8" name="Freeform 636">
            <a:extLst>
              <a:ext uri="{FF2B5EF4-FFF2-40B4-BE49-F238E27FC236}">
                <a16:creationId xmlns:a16="http://schemas.microsoft.com/office/drawing/2014/main" id="{E50773D5-A116-46CB-929D-25F1B0242AA9}"/>
              </a:ext>
            </a:extLst>
          </p:cNvPr>
          <p:cNvSpPr>
            <a:spLocks/>
          </p:cNvSpPr>
          <p:nvPr/>
        </p:nvSpPr>
        <p:spPr bwMode="auto">
          <a:xfrm>
            <a:off x="9281205" y="1739672"/>
            <a:ext cx="4763" cy="41275"/>
          </a:xfrm>
          <a:custGeom>
            <a:avLst/>
            <a:gdLst>
              <a:gd name="T0" fmla="*/ 1 w 1"/>
              <a:gd name="T1" fmla="*/ 0 h 10"/>
              <a:gd name="T2" fmla="*/ 0 w 1"/>
              <a:gd name="T3" fmla="*/ 4 h 10"/>
              <a:gd name="T4" fmla="*/ 0 w 1"/>
              <a:gd name="T5" fmla="*/ 9 h 10"/>
              <a:gd name="T6" fmla="*/ 1 w 1"/>
              <a:gd name="T7" fmla="*/ 10 h 10"/>
              <a:gd name="T8" fmla="*/ 1 w 1"/>
              <a:gd name="T9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0">
                <a:moveTo>
                  <a:pt x="1" y="0"/>
                </a:moveTo>
                <a:cubicBezTo>
                  <a:pt x="1" y="1"/>
                  <a:pt x="0" y="2"/>
                  <a:pt x="0" y="4"/>
                </a:cubicBezTo>
                <a:cubicBezTo>
                  <a:pt x="0" y="5"/>
                  <a:pt x="0" y="7"/>
                  <a:pt x="0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9" name="Freeform 637">
            <a:extLst>
              <a:ext uri="{FF2B5EF4-FFF2-40B4-BE49-F238E27FC236}">
                <a16:creationId xmlns:a16="http://schemas.microsoft.com/office/drawing/2014/main" id="{B745FBD9-83F7-4276-B3F6-E8C9D75E4801}"/>
              </a:ext>
            </a:extLst>
          </p:cNvPr>
          <p:cNvSpPr>
            <a:spLocks noEditPoints="1"/>
          </p:cNvSpPr>
          <p:nvPr/>
        </p:nvSpPr>
        <p:spPr bwMode="auto">
          <a:xfrm>
            <a:off x="9371692" y="1809522"/>
            <a:ext cx="25400" cy="9525"/>
          </a:xfrm>
          <a:custGeom>
            <a:avLst/>
            <a:gdLst>
              <a:gd name="T0" fmla="*/ 3 w 6"/>
              <a:gd name="T1" fmla="*/ 0 h 2"/>
              <a:gd name="T2" fmla="*/ 6 w 6"/>
              <a:gd name="T3" fmla="*/ 2 h 2"/>
              <a:gd name="T4" fmla="*/ 6 w 6"/>
              <a:gd name="T5" fmla="*/ 2 h 2"/>
              <a:gd name="T6" fmla="*/ 3 w 6"/>
              <a:gd name="T7" fmla="*/ 0 h 2"/>
              <a:gd name="T8" fmla="*/ 3 w 6"/>
              <a:gd name="T9" fmla="*/ 0 h 2"/>
              <a:gd name="T10" fmla="*/ 0 w 6"/>
              <a:gd name="T11" fmla="*/ 2 h 2"/>
              <a:gd name="T12" fmla="*/ 0 w 6"/>
              <a:gd name="T13" fmla="*/ 2 h 2"/>
              <a:gd name="T14" fmla="*/ 3 w 6"/>
              <a:gd name="T1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2">
                <a:moveTo>
                  <a:pt x="3" y="0"/>
                </a:moveTo>
                <a:cubicBezTo>
                  <a:pt x="4" y="1"/>
                  <a:pt x="5" y="1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3" y="0"/>
                  <a:pt x="3" y="0"/>
                </a:cubicBezTo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2" y="1"/>
                  <a:pt x="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0" name="Freeform 638">
            <a:extLst>
              <a:ext uri="{FF2B5EF4-FFF2-40B4-BE49-F238E27FC236}">
                <a16:creationId xmlns:a16="http://schemas.microsoft.com/office/drawing/2014/main" id="{D1C77FAB-4D12-4CA7-ADAE-8CFEE16DF227}"/>
              </a:ext>
            </a:extLst>
          </p:cNvPr>
          <p:cNvSpPr>
            <a:spLocks/>
          </p:cNvSpPr>
          <p:nvPr/>
        </p:nvSpPr>
        <p:spPr bwMode="auto">
          <a:xfrm>
            <a:off x="9954305" y="1912709"/>
            <a:ext cx="192088" cy="152400"/>
          </a:xfrm>
          <a:custGeom>
            <a:avLst/>
            <a:gdLst>
              <a:gd name="T0" fmla="*/ 0 w 121"/>
              <a:gd name="T1" fmla="*/ 0 h 96"/>
              <a:gd name="T2" fmla="*/ 0 w 121"/>
              <a:gd name="T3" fmla="*/ 96 h 96"/>
              <a:gd name="T4" fmla="*/ 41 w 121"/>
              <a:gd name="T5" fmla="*/ 96 h 96"/>
              <a:gd name="T6" fmla="*/ 41 w 121"/>
              <a:gd name="T7" fmla="*/ 28 h 96"/>
              <a:gd name="T8" fmla="*/ 77 w 121"/>
              <a:gd name="T9" fmla="*/ 28 h 96"/>
              <a:gd name="T10" fmla="*/ 77 w 121"/>
              <a:gd name="T11" fmla="*/ 96 h 96"/>
              <a:gd name="T12" fmla="*/ 121 w 121"/>
              <a:gd name="T13" fmla="*/ 96 h 96"/>
              <a:gd name="T14" fmla="*/ 121 w 121"/>
              <a:gd name="T15" fmla="*/ 0 h 96"/>
              <a:gd name="T16" fmla="*/ 0 w 121"/>
              <a:gd name="T17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96">
                <a:moveTo>
                  <a:pt x="0" y="0"/>
                </a:moveTo>
                <a:lnTo>
                  <a:pt x="0" y="96"/>
                </a:lnTo>
                <a:lnTo>
                  <a:pt x="41" y="96"/>
                </a:lnTo>
                <a:lnTo>
                  <a:pt x="41" y="28"/>
                </a:lnTo>
                <a:lnTo>
                  <a:pt x="77" y="28"/>
                </a:lnTo>
                <a:lnTo>
                  <a:pt x="77" y="96"/>
                </a:lnTo>
                <a:lnTo>
                  <a:pt x="121" y="96"/>
                </a:lnTo>
                <a:lnTo>
                  <a:pt x="121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1" name="Freeform 639">
            <a:extLst>
              <a:ext uri="{FF2B5EF4-FFF2-40B4-BE49-F238E27FC236}">
                <a16:creationId xmlns:a16="http://schemas.microsoft.com/office/drawing/2014/main" id="{3B8D78CF-7F64-4D05-BE5A-E3F84B13CB3B}"/>
              </a:ext>
            </a:extLst>
          </p:cNvPr>
          <p:cNvSpPr>
            <a:spLocks/>
          </p:cNvSpPr>
          <p:nvPr/>
        </p:nvSpPr>
        <p:spPr bwMode="auto">
          <a:xfrm>
            <a:off x="9954305" y="1912709"/>
            <a:ext cx="192088" cy="152400"/>
          </a:xfrm>
          <a:custGeom>
            <a:avLst/>
            <a:gdLst>
              <a:gd name="T0" fmla="*/ 0 w 121"/>
              <a:gd name="T1" fmla="*/ 0 h 96"/>
              <a:gd name="T2" fmla="*/ 0 w 121"/>
              <a:gd name="T3" fmla="*/ 96 h 96"/>
              <a:gd name="T4" fmla="*/ 41 w 121"/>
              <a:gd name="T5" fmla="*/ 96 h 96"/>
              <a:gd name="T6" fmla="*/ 41 w 121"/>
              <a:gd name="T7" fmla="*/ 28 h 96"/>
              <a:gd name="T8" fmla="*/ 77 w 121"/>
              <a:gd name="T9" fmla="*/ 28 h 96"/>
              <a:gd name="T10" fmla="*/ 77 w 121"/>
              <a:gd name="T11" fmla="*/ 96 h 96"/>
              <a:gd name="T12" fmla="*/ 121 w 121"/>
              <a:gd name="T13" fmla="*/ 96 h 96"/>
              <a:gd name="T14" fmla="*/ 121 w 121"/>
              <a:gd name="T15" fmla="*/ 0 h 96"/>
              <a:gd name="T16" fmla="*/ 0 w 121"/>
              <a:gd name="T17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96">
                <a:moveTo>
                  <a:pt x="0" y="0"/>
                </a:moveTo>
                <a:lnTo>
                  <a:pt x="0" y="96"/>
                </a:lnTo>
                <a:lnTo>
                  <a:pt x="41" y="96"/>
                </a:lnTo>
                <a:lnTo>
                  <a:pt x="41" y="28"/>
                </a:lnTo>
                <a:lnTo>
                  <a:pt x="77" y="28"/>
                </a:lnTo>
                <a:lnTo>
                  <a:pt x="77" y="96"/>
                </a:lnTo>
                <a:lnTo>
                  <a:pt x="121" y="96"/>
                </a:lnTo>
                <a:lnTo>
                  <a:pt x="121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2" name="Freeform 640">
            <a:extLst>
              <a:ext uri="{FF2B5EF4-FFF2-40B4-BE49-F238E27FC236}">
                <a16:creationId xmlns:a16="http://schemas.microsoft.com/office/drawing/2014/main" id="{5993D18E-303D-40E4-9429-3B354A026C97}"/>
              </a:ext>
            </a:extLst>
          </p:cNvPr>
          <p:cNvSpPr>
            <a:spLocks/>
          </p:cNvSpPr>
          <p:nvPr/>
        </p:nvSpPr>
        <p:spPr bwMode="auto">
          <a:xfrm>
            <a:off x="9954305" y="1777772"/>
            <a:ext cx="192088" cy="119063"/>
          </a:xfrm>
          <a:custGeom>
            <a:avLst/>
            <a:gdLst>
              <a:gd name="T0" fmla="*/ 121 w 121"/>
              <a:gd name="T1" fmla="*/ 75 h 75"/>
              <a:gd name="T2" fmla="*/ 0 w 121"/>
              <a:gd name="T3" fmla="*/ 75 h 75"/>
              <a:gd name="T4" fmla="*/ 31 w 121"/>
              <a:gd name="T5" fmla="*/ 0 h 75"/>
              <a:gd name="T6" fmla="*/ 90 w 121"/>
              <a:gd name="T7" fmla="*/ 0 h 75"/>
              <a:gd name="T8" fmla="*/ 121 w 121"/>
              <a:gd name="T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1" h="75">
                <a:moveTo>
                  <a:pt x="121" y="75"/>
                </a:moveTo>
                <a:lnTo>
                  <a:pt x="0" y="75"/>
                </a:lnTo>
                <a:lnTo>
                  <a:pt x="31" y="0"/>
                </a:lnTo>
                <a:lnTo>
                  <a:pt x="90" y="0"/>
                </a:lnTo>
                <a:lnTo>
                  <a:pt x="121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3" name="Freeform 641">
            <a:extLst>
              <a:ext uri="{FF2B5EF4-FFF2-40B4-BE49-F238E27FC236}">
                <a16:creationId xmlns:a16="http://schemas.microsoft.com/office/drawing/2014/main" id="{BE6A212B-64AB-458D-B4DA-95C029EDFEEB}"/>
              </a:ext>
            </a:extLst>
          </p:cNvPr>
          <p:cNvSpPr>
            <a:spLocks/>
          </p:cNvSpPr>
          <p:nvPr/>
        </p:nvSpPr>
        <p:spPr bwMode="auto">
          <a:xfrm>
            <a:off x="9954305" y="1777772"/>
            <a:ext cx="192088" cy="119063"/>
          </a:xfrm>
          <a:custGeom>
            <a:avLst/>
            <a:gdLst>
              <a:gd name="T0" fmla="*/ 121 w 121"/>
              <a:gd name="T1" fmla="*/ 75 h 75"/>
              <a:gd name="T2" fmla="*/ 0 w 121"/>
              <a:gd name="T3" fmla="*/ 75 h 75"/>
              <a:gd name="T4" fmla="*/ 31 w 121"/>
              <a:gd name="T5" fmla="*/ 0 h 75"/>
              <a:gd name="T6" fmla="*/ 90 w 121"/>
              <a:gd name="T7" fmla="*/ 0 h 75"/>
              <a:gd name="T8" fmla="*/ 121 w 121"/>
              <a:gd name="T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1" h="75">
                <a:moveTo>
                  <a:pt x="121" y="75"/>
                </a:moveTo>
                <a:lnTo>
                  <a:pt x="0" y="75"/>
                </a:lnTo>
                <a:lnTo>
                  <a:pt x="31" y="0"/>
                </a:lnTo>
                <a:lnTo>
                  <a:pt x="90" y="0"/>
                </a:lnTo>
                <a:lnTo>
                  <a:pt x="121" y="75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4" name="Freeform 642">
            <a:extLst>
              <a:ext uri="{FF2B5EF4-FFF2-40B4-BE49-F238E27FC236}">
                <a16:creationId xmlns:a16="http://schemas.microsoft.com/office/drawing/2014/main" id="{B3B6DF11-AAB3-485C-8E16-FCF7C911788E}"/>
              </a:ext>
            </a:extLst>
          </p:cNvPr>
          <p:cNvSpPr>
            <a:spLocks/>
          </p:cNvSpPr>
          <p:nvPr/>
        </p:nvSpPr>
        <p:spPr bwMode="auto">
          <a:xfrm>
            <a:off x="9970180" y="1633309"/>
            <a:ext cx="160338" cy="119063"/>
          </a:xfrm>
          <a:custGeom>
            <a:avLst/>
            <a:gdLst>
              <a:gd name="T0" fmla="*/ 101 w 101"/>
              <a:gd name="T1" fmla="*/ 75 h 75"/>
              <a:gd name="T2" fmla="*/ 0 w 101"/>
              <a:gd name="T3" fmla="*/ 75 h 75"/>
              <a:gd name="T4" fmla="*/ 52 w 101"/>
              <a:gd name="T5" fmla="*/ 0 h 75"/>
              <a:gd name="T6" fmla="*/ 101 w 101"/>
              <a:gd name="T7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1" h="75">
                <a:moveTo>
                  <a:pt x="101" y="75"/>
                </a:moveTo>
                <a:lnTo>
                  <a:pt x="0" y="75"/>
                </a:lnTo>
                <a:lnTo>
                  <a:pt x="52" y="0"/>
                </a:lnTo>
                <a:lnTo>
                  <a:pt x="101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5" name="Freeform 643">
            <a:extLst>
              <a:ext uri="{FF2B5EF4-FFF2-40B4-BE49-F238E27FC236}">
                <a16:creationId xmlns:a16="http://schemas.microsoft.com/office/drawing/2014/main" id="{6EC56C7A-1866-4D64-A3B7-47FEA4A029F2}"/>
              </a:ext>
            </a:extLst>
          </p:cNvPr>
          <p:cNvSpPr>
            <a:spLocks/>
          </p:cNvSpPr>
          <p:nvPr/>
        </p:nvSpPr>
        <p:spPr bwMode="auto">
          <a:xfrm>
            <a:off x="9970180" y="1633309"/>
            <a:ext cx="160338" cy="119063"/>
          </a:xfrm>
          <a:custGeom>
            <a:avLst/>
            <a:gdLst>
              <a:gd name="T0" fmla="*/ 101 w 101"/>
              <a:gd name="T1" fmla="*/ 75 h 75"/>
              <a:gd name="T2" fmla="*/ 0 w 101"/>
              <a:gd name="T3" fmla="*/ 75 h 75"/>
              <a:gd name="T4" fmla="*/ 52 w 101"/>
              <a:gd name="T5" fmla="*/ 0 h 75"/>
              <a:gd name="T6" fmla="*/ 101 w 101"/>
              <a:gd name="T7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1" h="75">
                <a:moveTo>
                  <a:pt x="101" y="75"/>
                </a:moveTo>
                <a:lnTo>
                  <a:pt x="0" y="75"/>
                </a:lnTo>
                <a:lnTo>
                  <a:pt x="52" y="0"/>
                </a:lnTo>
                <a:lnTo>
                  <a:pt x="101" y="75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6" name="Freeform 644">
            <a:extLst>
              <a:ext uri="{FF2B5EF4-FFF2-40B4-BE49-F238E27FC236}">
                <a16:creationId xmlns:a16="http://schemas.microsoft.com/office/drawing/2014/main" id="{D71BC983-0A81-4610-B1A0-CBE5916BED73}"/>
              </a:ext>
            </a:extLst>
          </p:cNvPr>
          <p:cNvSpPr>
            <a:spLocks/>
          </p:cNvSpPr>
          <p:nvPr/>
        </p:nvSpPr>
        <p:spPr bwMode="auto">
          <a:xfrm>
            <a:off x="9982880" y="1752372"/>
            <a:ext cx="134938" cy="74613"/>
          </a:xfrm>
          <a:custGeom>
            <a:avLst/>
            <a:gdLst>
              <a:gd name="T0" fmla="*/ 85 w 85"/>
              <a:gd name="T1" fmla="*/ 0 h 47"/>
              <a:gd name="T2" fmla="*/ 0 w 85"/>
              <a:gd name="T3" fmla="*/ 0 h 47"/>
              <a:gd name="T4" fmla="*/ 0 w 85"/>
              <a:gd name="T5" fmla="*/ 47 h 47"/>
              <a:gd name="T6" fmla="*/ 13 w 85"/>
              <a:gd name="T7" fmla="*/ 16 h 47"/>
              <a:gd name="T8" fmla="*/ 72 w 85"/>
              <a:gd name="T9" fmla="*/ 16 h 47"/>
              <a:gd name="T10" fmla="*/ 85 w 85"/>
              <a:gd name="T11" fmla="*/ 47 h 47"/>
              <a:gd name="T12" fmla="*/ 85 w 85"/>
              <a:gd name="T13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47">
                <a:moveTo>
                  <a:pt x="85" y="0"/>
                </a:moveTo>
                <a:lnTo>
                  <a:pt x="0" y="0"/>
                </a:lnTo>
                <a:lnTo>
                  <a:pt x="0" y="47"/>
                </a:lnTo>
                <a:lnTo>
                  <a:pt x="13" y="16"/>
                </a:lnTo>
                <a:lnTo>
                  <a:pt x="72" y="16"/>
                </a:lnTo>
                <a:lnTo>
                  <a:pt x="85" y="47"/>
                </a:lnTo>
                <a:lnTo>
                  <a:pt x="8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7" name="Freeform 645">
            <a:extLst>
              <a:ext uri="{FF2B5EF4-FFF2-40B4-BE49-F238E27FC236}">
                <a16:creationId xmlns:a16="http://schemas.microsoft.com/office/drawing/2014/main" id="{0948F3EA-EA96-4407-B43F-3E95E09D7ABF}"/>
              </a:ext>
            </a:extLst>
          </p:cNvPr>
          <p:cNvSpPr>
            <a:spLocks/>
          </p:cNvSpPr>
          <p:nvPr/>
        </p:nvSpPr>
        <p:spPr bwMode="auto">
          <a:xfrm>
            <a:off x="9982880" y="1752372"/>
            <a:ext cx="134938" cy="74613"/>
          </a:xfrm>
          <a:custGeom>
            <a:avLst/>
            <a:gdLst>
              <a:gd name="T0" fmla="*/ 85 w 85"/>
              <a:gd name="T1" fmla="*/ 0 h 47"/>
              <a:gd name="T2" fmla="*/ 0 w 85"/>
              <a:gd name="T3" fmla="*/ 0 h 47"/>
              <a:gd name="T4" fmla="*/ 0 w 85"/>
              <a:gd name="T5" fmla="*/ 47 h 47"/>
              <a:gd name="T6" fmla="*/ 13 w 85"/>
              <a:gd name="T7" fmla="*/ 16 h 47"/>
              <a:gd name="T8" fmla="*/ 72 w 85"/>
              <a:gd name="T9" fmla="*/ 16 h 47"/>
              <a:gd name="T10" fmla="*/ 85 w 85"/>
              <a:gd name="T11" fmla="*/ 47 h 47"/>
              <a:gd name="T12" fmla="*/ 85 w 85"/>
              <a:gd name="T13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47">
                <a:moveTo>
                  <a:pt x="85" y="0"/>
                </a:moveTo>
                <a:lnTo>
                  <a:pt x="0" y="0"/>
                </a:lnTo>
                <a:lnTo>
                  <a:pt x="0" y="47"/>
                </a:lnTo>
                <a:lnTo>
                  <a:pt x="13" y="16"/>
                </a:lnTo>
                <a:lnTo>
                  <a:pt x="72" y="16"/>
                </a:lnTo>
                <a:lnTo>
                  <a:pt x="85" y="47"/>
                </a:lnTo>
                <a:lnTo>
                  <a:pt x="8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8" name="Freeform 646">
            <a:extLst>
              <a:ext uri="{FF2B5EF4-FFF2-40B4-BE49-F238E27FC236}">
                <a16:creationId xmlns:a16="http://schemas.microsoft.com/office/drawing/2014/main" id="{18E3FCCE-EFB6-4F9B-9134-310FDA0BC8E8}"/>
              </a:ext>
            </a:extLst>
          </p:cNvPr>
          <p:cNvSpPr>
            <a:spLocks/>
          </p:cNvSpPr>
          <p:nvPr/>
        </p:nvSpPr>
        <p:spPr bwMode="auto">
          <a:xfrm>
            <a:off x="9982880" y="1777772"/>
            <a:ext cx="134938" cy="69850"/>
          </a:xfrm>
          <a:custGeom>
            <a:avLst/>
            <a:gdLst>
              <a:gd name="T0" fmla="*/ 72 w 85"/>
              <a:gd name="T1" fmla="*/ 0 h 44"/>
              <a:gd name="T2" fmla="*/ 13 w 85"/>
              <a:gd name="T3" fmla="*/ 0 h 44"/>
              <a:gd name="T4" fmla="*/ 0 w 85"/>
              <a:gd name="T5" fmla="*/ 31 h 44"/>
              <a:gd name="T6" fmla="*/ 0 w 85"/>
              <a:gd name="T7" fmla="*/ 44 h 44"/>
              <a:gd name="T8" fmla="*/ 44 w 85"/>
              <a:gd name="T9" fmla="*/ 23 h 44"/>
              <a:gd name="T10" fmla="*/ 85 w 85"/>
              <a:gd name="T11" fmla="*/ 44 h 44"/>
              <a:gd name="T12" fmla="*/ 85 w 85"/>
              <a:gd name="T13" fmla="*/ 31 h 44"/>
              <a:gd name="T14" fmla="*/ 72 w 85"/>
              <a:gd name="T15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44">
                <a:moveTo>
                  <a:pt x="72" y="0"/>
                </a:moveTo>
                <a:lnTo>
                  <a:pt x="13" y="0"/>
                </a:lnTo>
                <a:lnTo>
                  <a:pt x="0" y="31"/>
                </a:lnTo>
                <a:lnTo>
                  <a:pt x="0" y="44"/>
                </a:lnTo>
                <a:lnTo>
                  <a:pt x="44" y="23"/>
                </a:lnTo>
                <a:lnTo>
                  <a:pt x="85" y="44"/>
                </a:lnTo>
                <a:lnTo>
                  <a:pt x="85" y="31"/>
                </a:lnTo>
                <a:lnTo>
                  <a:pt x="7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9" name="Freeform 647">
            <a:extLst>
              <a:ext uri="{FF2B5EF4-FFF2-40B4-BE49-F238E27FC236}">
                <a16:creationId xmlns:a16="http://schemas.microsoft.com/office/drawing/2014/main" id="{2EBA3C01-2B97-474E-9479-9046794200AE}"/>
              </a:ext>
            </a:extLst>
          </p:cNvPr>
          <p:cNvSpPr>
            <a:spLocks/>
          </p:cNvSpPr>
          <p:nvPr/>
        </p:nvSpPr>
        <p:spPr bwMode="auto">
          <a:xfrm>
            <a:off x="9982880" y="1777772"/>
            <a:ext cx="134938" cy="69850"/>
          </a:xfrm>
          <a:custGeom>
            <a:avLst/>
            <a:gdLst>
              <a:gd name="T0" fmla="*/ 72 w 85"/>
              <a:gd name="T1" fmla="*/ 0 h 44"/>
              <a:gd name="T2" fmla="*/ 13 w 85"/>
              <a:gd name="T3" fmla="*/ 0 h 44"/>
              <a:gd name="T4" fmla="*/ 0 w 85"/>
              <a:gd name="T5" fmla="*/ 31 h 44"/>
              <a:gd name="T6" fmla="*/ 0 w 85"/>
              <a:gd name="T7" fmla="*/ 44 h 44"/>
              <a:gd name="T8" fmla="*/ 44 w 85"/>
              <a:gd name="T9" fmla="*/ 23 h 44"/>
              <a:gd name="T10" fmla="*/ 85 w 85"/>
              <a:gd name="T11" fmla="*/ 44 h 44"/>
              <a:gd name="T12" fmla="*/ 85 w 85"/>
              <a:gd name="T13" fmla="*/ 31 h 44"/>
              <a:gd name="T14" fmla="*/ 72 w 85"/>
              <a:gd name="T15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44">
                <a:moveTo>
                  <a:pt x="72" y="0"/>
                </a:moveTo>
                <a:lnTo>
                  <a:pt x="13" y="0"/>
                </a:lnTo>
                <a:lnTo>
                  <a:pt x="0" y="31"/>
                </a:lnTo>
                <a:lnTo>
                  <a:pt x="0" y="44"/>
                </a:lnTo>
                <a:lnTo>
                  <a:pt x="44" y="23"/>
                </a:lnTo>
                <a:lnTo>
                  <a:pt x="85" y="44"/>
                </a:lnTo>
                <a:lnTo>
                  <a:pt x="85" y="31"/>
                </a:lnTo>
                <a:lnTo>
                  <a:pt x="7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0" name="Freeform 648">
            <a:extLst>
              <a:ext uri="{FF2B5EF4-FFF2-40B4-BE49-F238E27FC236}">
                <a16:creationId xmlns:a16="http://schemas.microsoft.com/office/drawing/2014/main" id="{9EB35B83-A2EA-4FDD-9506-AB1559EC787B}"/>
              </a:ext>
            </a:extLst>
          </p:cNvPr>
          <p:cNvSpPr>
            <a:spLocks/>
          </p:cNvSpPr>
          <p:nvPr/>
        </p:nvSpPr>
        <p:spPr bwMode="auto">
          <a:xfrm>
            <a:off x="9801905" y="1850797"/>
            <a:ext cx="492125" cy="82550"/>
          </a:xfrm>
          <a:custGeom>
            <a:avLst/>
            <a:gdLst>
              <a:gd name="T0" fmla="*/ 204 w 310"/>
              <a:gd name="T1" fmla="*/ 0 h 52"/>
              <a:gd name="T2" fmla="*/ 217 w 310"/>
              <a:gd name="T3" fmla="*/ 29 h 52"/>
              <a:gd name="T4" fmla="*/ 96 w 310"/>
              <a:gd name="T5" fmla="*/ 29 h 52"/>
              <a:gd name="T6" fmla="*/ 106 w 310"/>
              <a:gd name="T7" fmla="*/ 3 h 52"/>
              <a:gd name="T8" fmla="*/ 0 w 310"/>
              <a:gd name="T9" fmla="*/ 52 h 52"/>
              <a:gd name="T10" fmla="*/ 96 w 310"/>
              <a:gd name="T11" fmla="*/ 52 h 52"/>
              <a:gd name="T12" fmla="*/ 96 w 310"/>
              <a:gd name="T13" fmla="*/ 39 h 52"/>
              <a:gd name="T14" fmla="*/ 217 w 310"/>
              <a:gd name="T15" fmla="*/ 39 h 52"/>
              <a:gd name="T16" fmla="*/ 217 w 310"/>
              <a:gd name="T17" fmla="*/ 52 h 52"/>
              <a:gd name="T18" fmla="*/ 310 w 310"/>
              <a:gd name="T19" fmla="*/ 52 h 52"/>
              <a:gd name="T20" fmla="*/ 204 w 310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0" h="52">
                <a:moveTo>
                  <a:pt x="204" y="0"/>
                </a:moveTo>
                <a:lnTo>
                  <a:pt x="217" y="29"/>
                </a:lnTo>
                <a:lnTo>
                  <a:pt x="96" y="29"/>
                </a:lnTo>
                <a:lnTo>
                  <a:pt x="106" y="3"/>
                </a:lnTo>
                <a:lnTo>
                  <a:pt x="0" y="52"/>
                </a:lnTo>
                <a:lnTo>
                  <a:pt x="96" y="52"/>
                </a:lnTo>
                <a:lnTo>
                  <a:pt x="96" y="39"/>
                </a:lnTo>
                <a:lnTo>
                  <a:pt x="217" y="39"/>
                </a:lnTo>
                <a:lnTo>
                  <a:pt x="217" y="52"/>
                </a:lnTo>
                <a:lnTo>
                  <a:pt x="310" y="52"/>
                </a:lnTo>
                <a:lnTo>
                  <a:pt x="2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1" name="Freeform 649">
            <a:extLst>
              <a:ext uri="{FF2B5EF4-FFF2-40B4-BE49-F238E27FC236}">
                <a16:creationId xmlns:a16="http://schemas.microsoft.com/office/drawing/2014/main" id="{DEFA5B4B-8C25-4335-9F39-B0E364B96211}"/>
              </a:ext>
            </a:extLst>
          </p:cNvPr>
          <p:cNvSpPr>
            <a:spLocks/>
          </p:cNvSpPr>
          <p:nvPr/>
        </p:nvSpPr>
        <p:spPr bwMode="auto">
          <a:xfrm>
            <a:off x="9801905" y="1850797"/>
            <a:ext cx="492125" cy="82550"/>
          </a:xfrm>
          <a:custGeom>
            <a:avLst/>
            <a:gdLst>
              <a:gd name="T0" fmla="*/ 204 w 310"/>
              <a:gd name="T1" fmla="*/ 0 h 52"/>
              <a:gd name="T2" fmla="*/ 217 w 310"/>
              <a:gd name="T3" fmla="*/ 29 h 52"/>
              <a:gd name="T4" fmla="*/ 96 w 310"/>
              <a:gd name="T5" fmla="*/ 29 h 52"/>
              <a:gd name="T6" fmla="*/ 106 w 310"/>
              <a:gd name="T7" fmla="*/ 3 h 52"/>
              <a:gd name="T8" fmla="*/ 0 w 310"/>
              <a:gd name="T9" fmla="*/ 52 h 52"/>
              <a:gd name="T10" fmla="*/ 96 w 310"/>
              <a:gd name="T11" fmla="*/ 52 h 52"/>
              <a:gd name="T12" fmla="*/ 96 w 310"/>
              <a:gd name="T13" fmla="*/ 39 h 52"/>
              <a:gd name="T14" fmla="*/ 217 w 310"/>
              <a:gd name="T15" fmla="*/ 39 h 52"/>
              <a:gd name="T16" fmla="*/ 217 w 310"/>
              <a:gd name="T17" fmla="*/ 52 h 52"/>
              <a:gd name="T18" fmla="*/ 310 w 310"/>
              <a:gd name="T19" fmla="*/ 52 h 52"/>
              <a:gd name="T20" fmla="*/ 204 w 310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0" h="52">
                <a:moveTo>
                  <a:pt x="204" y="0"/>
                </a:moveTo>
                <a:lnTo>
                  <a:pt x="217" y="29"/>
                </a:lnTo>
                <a:lnTo>
                  <a:pt x="96" y="29"/>
                </a:lnTo>
                <a:lnTo>
                  <a:pt x="106" y="3"/>
                </a:lnTo>
                <a:lnTo>
                  <a:pt x="0" y="52"/>
                </a:lnTo>
                <a:lnTo>
                  <a:pt x="96" y="52"/>
                </a:lnTo>
                <a:lnTo>
                  <a:pt x="96" y="39"/>
                </a:lnTo>
                <a:lnTo>
                  <a:pt x="217" y="39"/>
                </a:lnTo>
                <a:lnTo>
                  <a:pt x="217" y="52"/>
                </a:lnTo>
                <a:lnTo>
                  <a:pt x="310" y="52"/>
                </a:lnTo>
                <a:lnTo>
                  <a:pt x="20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2" name="Rectangle 650">
            <a:extLst>
              <a:ext uri="{FF2B5EF4-FFF2-40B4-BE49-F238E27FC236}">
                <a16:creationId xmlns:a16="http://schemas.microsoft.com/office/drawing/2014/main" id="{79D63C9C-CAE3-4AE9-BFB4-E1478C859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54305" y="1912709"/>
            <a:ext cx="1920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3" name="Rectangle 651">
            <a:extLst>
              <a:ext uri="{FF2B5EF4-FFF2-40B4-BE49-F238E27FC236}">
                <a16:creationId xmlns:a16="http://schemas.microsoft.com/office/drawing/2014/main" id="{975D83E1-15C6-494E-86C7-263DBADCF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54305" y="1912709"/>
            <a:ext cx="1920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4" name="Freeform 652">
            <a:extLst>
              <a:ext uri="{FF2B5EF4-FFF2-40B4-BE49-F238E27FC236}">
                <a16:creationId xmlns:a16="http://schemas.microsoft.com/office/drawing/2014/main" id="{E45CA1FD-32AA-4BE4-90EF-38DF4EFBBBFD}"/>
              </a:ext>
            </a:extLst>
          </p:cNvPr>
          <p:cNvSpPr>
            <a:spLocks/>
          </p:cNvSpPr>
          <p:nvPr/>
        </p:nvSpPr>
        <p:spPr bwMode="auto">
          <a:xfrm>
            <a:off x="9954305" y="1847622"/>
            <a:ext cx="192088" cy="49213"/>
          </a:xfrm>
          <a:custGeom>
            <a:avLst/>
            <a:gdLst>
              <a:gd name="T0" fmla="*/ 103 w 121"/>
              <a:gd name="T1" fmla="*/ 0 h 31"/>
              <a:gd name="T2" fmla="*/ 103 w 121"/>
              <a:gd name="T3" fmla="*/ 0 h 31"/>
              <a:gd name="T4" fmla="*/ 18 w 121"/>
              <a:gd name="T5" fmla="*/ 0 h 31"/>
              <a:gd name="T6" fmla="*/ 18 w 121"/>
              <a:gd name="T7" fmla="*/ 0 h 31"/>
              <a:gd name="T8" fmla="*/ 10 w 121"/>
              <a:gd name="T9" fmla="*/ 5 h 31"/>
              <a:gd name="T10" fmla="*/ 0 w 121"/>
              <a:gd name="T11" fmla="*/ 31 h 31"/>
              <a:gd name="T12" fmla="*/ 121 w 121"/>
              <a:gd name="T13" fmla="*/ 31 h 31"/>
              <a:gd name="T14" fmla="*/ 108 w 121"/>
              <a:gd name="T15" fmla="*/ 2 h 31"/>
              <a:gd name="T16" fmla="*/ 103 w 121"/>
              <a:gd name="T17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31">
                <a:moveTo>
                  <a:pt x="103" y="0"/>
                </a:moveTo>
                <a:lnTo>
                  <a:pt x="103" y="0"/>
                </a:lnTo>
                <a:lnTo>
                  <a:pt x="18" y="0"/>
                </a:lnTo>
                <a:lnTo>
                  <a:pt x="18" y="0"/>
                </a:lnTo>
                <a:lnTo>
                  <a:pt x="10" y="5"/>
                </a:lnTo>
                <a:lnTo>
                  <a:pt x="0" y="31"/>
                </a:lnTo>
                <a:lnTo>
                  <a:pt x="121" y="31"/>
                </a:lnTo>
                <a:lnTo>
                  <a:pt x="108" y="2"/>
                </a:lnTo>
                <a:lnTo>
                  <a:pt x="1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5" name="Freeform 653">
            <a:extLst>
              <a:ext uri="{FF2B5EF4-FFF2-40B4-BE49-F238E27FC236}">
                <a16:creationId xmlns:a16="http://schemas.microsoft.com/office/drawing/2014/main" id="{066EF49A-7663-43AB-9B8D-9CE73D542634}"/>
              </a:ext>
            </a:extLst>
          </p:cNvPr>
          <p:cNvSpPr>
            <a:spLocks/>
          </p:cNvSpPr>
          <p:nvPr/>
        </p:nvSpPr>
        <p:spPr bwMode="auto">
          <a:xfrm>
            <a:off x="9954305" y="1847622"/>
            <a:ext cx="192088" cy="49213"/>
          </a:xfrm>
          <a:custGeom>
            <a:avLst/>
            <a:gdLst>
              <a:gd name="T0" fmla="*/ 103 w 121"/>
              <a:gd name="T1" fmla="*/ 0 h 31"/>
              <a:gd name="T2" fmla="*/ 103 w 121"/>
              <a:gd name="T3" fmla="*/ 0 h 31"/>
              <a:gd name="T4" fmla="*/ 18 w 121"/>
              <a:gd name="T5" fmla="*/ 0 h 31"/>
              <a:gd name="T6" fmla="*/ 18 w 121"/>
              <a:gd name="T7" fmla="*/ 0 h 31"/>
              <a:gd name="T8" fmla="*/ 10 w 121"/>
              <a:gd name="T9" fmla="*/ 5 h 31"/>
              <a:gd name="T10" fmla="*/ 0 w 121"/>
              <a:gd name="T11" fmla="*/ 31 h 31"/>
              <a:gd name="T12" fmla="*/ 121 w 121"/>
              <a:gd name="T13" fmla="*/ 31 h 31"/>
              <a:gd name="T14" fmla="*/ 108 w 121"/>
              <a:gd name="T15" fmla="*/ 2 h 31"/>
              <a:gd name="T16" fmla="*/ 103 w 121"/>
              <a:gd name="T17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31">
                <a:moveTo>
                  <a:pt x="103" y="0"/>
                </a:moveTo>
                <a:lnTo>
                  <a:pt x="103" y="0"/>
                </a:lnTo>
                <a:lnTo>
                  <a:pt x="18" y="0"/>
                </a:lnTo>
                <a:lnTo>
                  <a:pt x="18" y="0"/>
                </a:lnTo>
                <a:lnTo>
                  <a:pt x="10" y="5"/>
                </a:lnTo>
                <a:lnTo>
                  <a:pt x="0" y="31"/>
                </a:lnTo>
                <a:lnTo>
                  <a:pt x="121" y="31"/>
                </a:lnTo>
                <a:lnTo>
                  <a:pt x="108" y="2"/>
                </a:lnTo>
                <a:lnTo>
                  <a:pt x="10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6" name="Freeform 654">
            <a:extLst>
              <a:ext uri="{FF2B5EF4-FFF2-40B4-BE49-F238E27FC236}">
                <a16:creationId xmlns:a16="http://schemas.microsoft.com/office/drawing/2014/main" id="{D0AFE76B-E25A-40FB-9644-84FFA27B2217}"/>
              </a:ext>
            </a:extLst>
          </p:cNvPr>
          <p:cNvSpPr>
            <a:spLocks/>
          </p:cNvSpPr>
          <p:nvPr/>
        </p:nvSpPr>
        <p:spPr bwMode="auto">
          <a:xfrm>
            <a:off x="9982880" y="1814284"/>
            <a:ext cx="134938" cy="33338"/>
          </a:xfrm>
          <a:custGeom>
            <a:avLst/>
            <a:gdLst>
              <a:gd name="T0" fmla="*/ 44 w 85"/>
              <a:gd name="T1" fmla="*/ 0 h 21"/>
              <a:gd name="T2" fmla="*/ 0 w 85"/>
              <a:gd name="T3" fmla="*/ 21 h 21"/>
              <a:gd name="T4" fmla="*/ 0 w 85"/>
              <a:gd name="T5" fmla="*/ 21 h 21"/>
              <a:gd name="T6" fmla="*/ 85 w 85"/>
              <a:gd name="T7" fmla="*/ 21 h 21"/>
              <a:gd name="T8" fmla="*/ 85 w 85"/>
              <a:gd name="T9" fmla="*/ 21 h 21"/>
              <a:gd name="T10" fmla="*/ 44 w 85"/>
              <a:gd name="T11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" h="21">
                <a:moveTo>
                  <a:pt x="44" y="0"/>
                </a:moveTo>
                <a:lnTo>
                  <a:pt x="0" y="21"/>
                </a:lnTo>
                <a:lnTo>
                  <a:pt x="0" y="21"/>
                </a:lnTo>
                <a:lnTo>
                  <a:pt x="85" y="21"/>
                </a:lnTo>
                <a:lnTo>
                  <a:pt x="85" y="21"/>
                </a:lnTo>
                <a:lnTo>
                  <a:pt x="4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7" name="Freeform 655">
            <a:extLst>
              <a:ext uri="{FF2B5EF4-FFF2-40B4-BE49-F238E27FC236}">
                <a16:creationId xmlns:a16="http://schemas.microsoft.com/office/drawing/2014/main" id="{68700513-A566-4CEE-8A04-5901CCEC5681}"/>
              </a:ext>
            </a:extLst>
          </p:cNvPr>
          <p:cNvSpPr>
            <a:spLocks/>
          </p:cNvSpPr>
          <p:nvPr/>
        </p:nvSpPr>
        <p:spPr bwMode="auto">
          <a:xfrm>
            <a:off x="9982880" y="1814284"/>
            <a:ext cx="134938" cy="33338"/>
          </a:xfrm>
          <a:custGeom>
            <a:avLst/>
            <a:gdLst>
              <a:gd name="T0" fmla="*/ 44 w 85"/>
              <a:gd name="T1" fmla="*/ 0 h 21"/>
              <a:gd name="T2" fmla="*/ 0 w 85"/>
              <a:gd name="T3" fmla="*/ 21 h 21"/>
              <a:gd name="T4" fmla="*/ 0 w 85"/>
              <a:gd name="T5" fmla="*/ 21 h 21"/>
              <a:gd name="T6" fmla="*/ 85 w 85"/>
              <a:gd name="T7" fmla="*/ 21 h 21"/>
              <a:gd name="T8" fmla="*/ 85 w 85"/>
              <a:gd name="T9" fmla="*/ 21 h 21"/>
              <a:gd name="T10" fmla="*/ 44 w 85"/>
              <a:gd name="T11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" h="21">
                <a:moveTo>
                  <a:pt x="44" y="0"/>
                </a:moveTo>
                <a:lnTo>
                  <a:pt x="0" y="21"/>
                </a:lnTo>
                <a:lnTo>
                  <a:pt x="0" y="21"/>
                </a:lnTo>
                <a:lnTo>
                  <a:pt x="85" y="21"/>
                </a:lnTo>
                <a:lnTo>
                  <a:pt x="85" y="21"/>
                </a:lnTo>
                <a:lnTo>
                  <a:pt x="4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8" name="Freeform 656">
            <a:extLst>
              <a:ext uri="{FF2B5EF4-FFF2-40B4-BE49-F238E27FC236}">
                <a16:creationId xmlns:a16="http://schemas.microsoft.com/office/drawing/2014/main" id="{445FFF55-3D5F-41C1-A37F-6A20864FD6D2}"/>
              </a:ext>
            </a:extLst>
          </p:cNvPr>
          <p:cNvSpPr>
            <a:spLocks noEditPoints="1"/>
          </p:cNvSpPr>
          <p:nvPr/>
        </p:nvSpPr>
        <p:spPr bwMode="auto">
          <a:xfrm>
            <a:off x="9809842" y="1946047"/>
            <a:ext cx="484188" cy="119063"/>
          </a:xfrm>
          <a:custGeom>
            <a:avLst/>
            <a:gdLst>
              <a:gd name="T0" fmla="*/ 168 w 305"/>
              <a:gd name="T1" fmla="*/ 7 h 75"/>
              <a:gd name="T2" fmla="*/ 132 w 305"/>
              <a:gd name="T3" fmla="*/ 7 h 75"/>
              <a:gd name="T4" fmla="*/ 132 w 305"/>
              <a:gd name="T5" fmla="*/ 75 h 75"/>
              <a:gd name="T6" fmla="*/ 168 w 305"/>
              <a:gd name="T7" fmla="*/ 75 h 75"/>
              <a:gd name="T8" fmla="*/ 168 w 305"/>
              <a:gd name="T9" fmla="*/ 7 h 75"/>
              <a:gd name="T10" fmla="*/ 91 w 305"/>
              <a:gd name="T11" fmla="*/ 0 h 75"/>
              <a:gd name="T12" fmla="*/ 0 w 305"/>
              <a:gd name="T13" fmla="*/ 0 h 75"/>
              <a:gd name="T14" fmla="*/ 0 w 305"/>
              <a:gd name="T15" fmla="*/ 75 h 75"/>
              <a:gd name="T16" fmla="*/ 91 w 305"/>
              <a:gd name="T17" fmla="*/ 75 h 75"/>
              <a:gd name="T18" fmla="*/ 91 w 305"/>
              <a:gd name="T19" fmla="*/ 0 h 75"/>
              <a:gd name="T20" fmla="*/ 305 w 305"/>
              <a:gd name="T21" fmla="*/ 0 h 75"/>
              <a:gd name="T22" fmla="*/ 212 w 305"/>
              <a:gd name="T23" fmla="*/ 0 h 75"/>
              <a:gd name="T24" fmla="*/ 212 w 305"/>
              <a:gd name="T25" fmla="*/ 75 h 75"/>
              <a:gd name="T26" fmla="*/ 305 w 305"/>
              <a:gd name="T27" fmla="*/ 75 h 75"/>
              <a:gd name="T28" fmla="*/ 305 w 305"/>
              <a:gd name="T2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5" h="75">
                <a:moveTo>
                  <a:pt x="168" y="7"/>
                </a:moveTo>
                <a:lnTo>
                  <a:pt x="132" y="7"/>
                </a:lnTo>
                <a:lnTo>
                  <a:pt x="132" y="75"/>
                </a:lnTo>
                <a:lnTo>
                  <a:pt x="168" y="75"/>
                </a:lnTo>
                <a:lnTo>
                  <a:pt x="168" y="7"/>
                </a:lnTo>
                <a:close/>
                <a:moveTo>
                  <a:pt x="91" y="0"/>
                </a:moveTo>
                <a:lnTo>
                  <a:pt x="0" y="0"/>
                </a:lnTo>
                <a:lnTo>
                  <a:pt x="0" y="75"/>
                </a:lnTo>
                <a:lnTo>
                  <a:pt x="91" y="75"/>
                </a:lnTo>
                <a:lnTo>
                  <a:pt x="91" y="0"/>
                </a:lnTo>
                <a:close/>
                <a:moveTo>
                  <a:pt x="305" y="0"/>
                </a:moveTo>
                <a:lnTo>
                  <a:pt x="212" y="0"/>
                </a:lnTo>
                <a:lnTo>
                  <a:pt x="212" y="75"/>
                </a:lnTo>
                <a:lnTo>
                  <a:pt x="305" y="75"/>
                </a:lnTo>
                <a:lnTo>
                  <a:pt x="30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9" name="Freeform 657">
            <a:extLst>
              <a:ext uri="{FF2B5EF4-FFF2-40B4-BE49-F238E27FC236}">
                <a16:creationId xmlns:a16="http://schemas.microsoft.com/office/drawing/2014/main" id="{DDB56FCF-0C98-48A0-BCB8-F325BF0F145A}"/>
              </a:ext>
            </a:extLst>
          </p:cNvPr>
          <p:cNvSpPr>
            <a:spLocks noEditPoints="1"/>
          </p:cNvSpPr>
          <p:nvPr/>
        </p:nvSpPr>
        <p:spPr bwMode="auto">
          <a:xfrm>
            <a:off x="9809842" y="1946047"/>
            <a:ext cx="484188" cy="119063"/>
          </a:xfrm>
          <a:custGeom>
            <a:avLst/>
            <a:gdLst>
              <a:gd name="T0" fmla="*/ 168 w 305"/>
              <a:gd name="T1" fmla="*/ 7 h 75"/>
              <a:gd name="T2" fmla="*/ 132 w 305"/>
              <a:gd name="T3" fmla="*/ 7 h 75"/>
              <a:gd name="T4" fmla="*/ 132 w 305"/>
              <a:gd name="T5" fmla="*/ 75 h 75"/>
              <a:gd name="T6" fmla="*/ 168 w 305"/>
              <a:gd name="T7" fmla="*/ 75 h 75"/>
              <a:gd name="T8" fmla="*/ 168 w 305"/>
              <a:gd name="T9" fmla="*/ 7 h 75"/>
              <a:gd name="T10" fmla="*/ 91 w 305"/>
              <a:gd name="T11" fmla="*/ 0 h 75"/>
              <a:gd name="T12" fmla="*/ 0 w 305"/>
              <a:gd name="T13" fmla="*/ 0 h 75"/>
              <a:gd name="T14" fmla="*/ 0 w 305"/>
              <a:gd name="T15" fmla="*/ 75 h 75"/>
              <a:gd name="T16" fmla="*/ 91 w 305"/>
              <a:gd name="T17" fmla="*/ 75 h 75"/>
              <a:gd name="T18" fmla="*/ 91 w 305"/>
              <a:gd name="T19" fmla="*/ 0 h 75"/>
              <a:gd name="T20" fmla="*/ 305 w 305"/>
              <a:gd name="T21" fmla="*/ 0 h 75"/>
              <a:gd name="T22" fmla="*/ 212 w 305"/>
              <a:gd name="T23" fmla="*/ 0 h 75"/>
              <a:gd name="T24" fmla="*/ 212 w 305"/>
              <a:gd name="T25" fmla="*/ 75 h 75"/>
              <a:gd name="T26" fmla="*/ 305 w 305"/>
              <a:gd name="T27" fmla="*/ 75 h 75"/>
              <a:gd name="T28" fmla="*/ 305 w 305"/>
              <a:gd name="T2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5" h="75">
                <a:moveTo>
                  <a:pt x="168" y="7"/>
                </a:moveTo>
                <a:lnTo>
                  <a:pt x="132" y="7"/>
                </a:lnTo>
                <a:lnTo>
                  <a:pt x="132" y="75"/>
                </a:lnTo>
                <a:lnTo>
                  <a:pt x="168" y="75"/>
                </a:lnTo>
                <a:lnTo>
                  <a:pt x="168" y="7"/>
                </a:lnTo>
                <a:moveTo>
                  <a:pt x="91" y="0"/>
                </a:moveTo>
                <a:lnTo>
                  <a:pt x="0" y="0"/>
                </a:lnTo>
                <a:lnTo>
                  <a:pt x="0" y="75"/>
                </a:lnTo>
                <a:lnTo>
                  <a:pt x="91" y="75"/>
                </a:lnTo>
                <a:lnTo>
                  <a:pt x="91" y="0"/>
                </a:lnTo>
                <a:moveTo>
                  <a:pt x="305" y="0"/>
                </a:moveTo>
                <a:lnTo>
                  <a:pt x="212" y="0"/>
                </a:lnTo>
                <a:lnTo>
                  <a:pt x="212" y="75"/>
                </a:lnTo>
                <a:lnTo>
                  <a:pt x="305" y="75"/>
                </a:lnTo>
                <a:lnTo>
                  <a:pt x="30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0" name="Freeform 658">
            <a:extLst>
              <a:ext uri="{FF2B5EF4-FFF2-40B4-BE49-F238E27FC236}">
                <a16:creationId xmlns:a16="http://schemas.microsoft.com/office/drawing/2014/main" id="{A7F53A44-DCE6-4880-9F9A-153B1730DDD5}"/>
              </a:ext>
            </a:extLst>
          </p:cNvPr>
          <p:cNvSpPr>
            <a:spLocks/>
          </p:cNvSpPr>
          <p:nvPr/>
        </p:nvSpPr>
        <p:spPr bwMode="auto">
          <a:xfrm>
            <a:off x="9954305" y="1946047"/>
            <a:ext cx="192088" cy="119063"/>
          </a:xfrm>
          <a:custGeom>
            <a:avLst/>
            <a:gdLst>
              <a:gd name="T0" fmla="*/ 121 w 121"/>
              <a:gd name="T1" fmla="*/ 0 h 75"/>
              <a:gd name="T2" fmla="*/ 0 w 121"/>
              <a:gd name="T3" fmla="*/ 0 h 75"/>
              <a:gd name="T4" fmla="*/ 0 w 121"/>
              <a:gd name="T5" fmla="*/ 75 h 75"/>
              <a:gd name="T6" fmla="*/ 41 w 121"/>
              <a:gd name="T7" fmla="*/ 75 h 75"/>
              <a:gd name="T8" fmla="*/ 41 w 121"/>
              <a:gd name="T9" fmla="*/ 7 h 75"/>
              <a:gd name="T10" fmla="*/ 77 w 121"/>
              <a:gd name="T11" fmla="*/ 7 h 75"/>
              <a:gd name="T12" fmla="*/ 77 w 121"/>
              <a:gd name="T13" fmla="*/ 75 h 75"/>
              <a:gd name="T14" fmla="*/ 121 w 121"/>
              <a:gd name="T15" fmla="*/ 75 h 75"/>
              <a:gd name="T16" fmla="*/ 121 w 121"/>
              <a:gd name="T17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75">
                <a:moveTo>
                  <a:pt x="121" y="0"/>
                </a:moveTo>
                <a:lnTo>
                  <a:pt x="0" y="0"/>
                </a:lnTo>
                <a:lnTo>
                  <a:pt x="0" y="75"/>
                </a:lnTo>
                <a:lnTo>
                  <a:pt x="41" y="75"/>
                </a:lnTo>
                <a:lnTo>
                  <a:pt x="41" y="7"/>
                </a:lnTo>
                <a:lnTo>
                  <a:pt x="77" y="7"/>
                </a:lnTo>
                <a:lnTo>
                  <a:pt x="77" y="75"/>
                </a:lnTo>
                <a:lnTo>
                  <a:pt x="121" y="75"/>
                </a:lnTo>
                <a:lnTo>
                  <a:pt x="1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1" name="Freeform 659">
            <a:extLst>
              <a:ext uri="{FF2B5EF4-FFF2-40B4-BE49-F238E27FC236}">
                <a16:creationId xmlns:a16="http://schemas.microsoft.com/office/drawing/2014/main" id="{BED9FC72-5375-4F24-80BD-3B5E0D67CAB0}"/>
              </a:ext>
            </a:extLst>
          </p:cNvPr>
          <p:cNvSpPr>
            <a:spLocks/>
          </p:cNvSpPr>
          <p:nvPr/>
        </p:nvSpPr>
        <p:spPr bwMode="auto">
          <a:xfrm>
            <a:off x="9954305" y="1946047"/>
            <a:ext cx="192088" cy="119063"/>
          </a:xfrm>
          <a:custGeom>
            <a:avLst/>
            <a:gdLst>
              <a:gd name="T0" fmla="*/ 121 w 121"/>
              <a:gd name="T1" fmla="*/ 0 h 75"/>
              <a:gd name="T2" fmla="*/ 0 w 121"/>
              <a:gd name="T3" fmla="*/ 0 h 75"/>
              <a:gd name="T4" fmla="*/ 0 w 121"/>
              <a:gd name="T5" fmla="*/ 75 h 75"/>
              <a:gd name="T6" fmla="*/ 41 w 121"/>
              <a:gd name="T7" fmla="*/ 75 h 75"/>
              <a:gd name="T8" fmla="*/ 41 w 121"/>
              <a:gd name="T9" fmla="*/ 7 h 75"/>
              <a:gd name="T10" fmla="*/ 77 w 121"/>
              <a:gd name="T11" fmla="*/ 7 h 75"/>
              <a:gd name="T12" fmla="*/ 77 w 121"/>
              <a:gd name="T13" fmla="*/ 75 h 75"/>
              <a:gd name="T14" fmla="*/ 121 w 121"/>
              <a:gd name="T15" fmla="*/ 75 h 75"/>
              <a:gd name="T16" fmla="*/ 121 w 121"/>
              <a:gd name="T17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75">
                <a:moveTo>
                  <a:pt x="121" y="0"/>
                </a:moveTo>
                <a:lnTo>
                  <a:pt x="0" y="0"/>
                </a:lnTo>
                <a:lnTo>
                  <a:pt x="0" y="75"/>
                </a:lnTo>
                <a:lnTo>
                  <a:pt x="41" y="75"/>
                </a:lnTo>
                <a:lnTo>
                  <a:pt x="41" y="7"/>
                </a:lnTo>
                <a:lnTo>
                  <a:pt x="77" y="7"/>
                </a:lnTo>
                <a:lnTo>
                  <a:pt x="77" y="75"/>
                </a:lnTo>
                <a:lnTo>
                  <a:pt x="121" y="75"/>
                </a:lnTo>
                <a:lnTo>
                  <a:pt x="12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2" name="Rectangle 660">
            <a:extLst>
              <a:ext uri="{FF2B5EF4-FFF2-40B4-BE49-F238E27FC236}">
                <a16:creationId xmlns:a16="http://schemas.microsoft.com/office/drawing/2014/main" id="{764292F7-FA6A-4C3B-B0D6-556C6EA35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8092" y="2065109"/>
            <a:ext cx="552450" cy="238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3" name="Rectangle 661">
            <a:extLst>
              <a:ext uri="{FF2B5EF4-FFF2-40B4-BE49-F238E27FC236}">
                <a16:creationId xmlns:a16="http://schemas.microsoft.com/office/drawing/2014/main" id="{B7DE8EA2-A059-40AF-9D7A-3B142386E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0030" y="1531709"/>
            <a:ext cx="20638" cy="130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4" name="Rectangle 662">
            <a:extLst>
              <a:ext uri="{FF2B5EF4-FFF2-40B4-BE49-F238E27FC236}">
                <a16:creationId xmlns:a16="http://schemas.microsoft.com/office/drawing/2014/main" id="{0725EF49-52AF-4A0D-858C-903F4AFC5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6692" y="1563459"/>
            <a:ext cx="8255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5" name="Rectangle 663">
            <a:extLst>
              <a:ext uri="{FF2B5EF4-FFF2-40B4-BE49-F238E27FC236}">
                <a16:creationId xmlns:a16="http://schemas.microsoft.com/office/drawing/2014/main" id="{89A84BB9-D5B4-4EBE-A265-6FFE4EFB5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6455" y="1868259"/>
            <a:ext cx="147638" cy="39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6" name="Freeform 664">
            <a:extLst>
              <a:ext uri="{FF2B5EF4-FFF2-40B4-BE49-F238E27FC236}">
                <a16:creationId xmlns:a16="http://schemas.microsoft.com/office/drawing/2014/main" id="{001515B0-0AF5-4C29-B100-192EC0DEF25C}"/>
              </a:ext>
            </a:extLst>
          </p:cNvPr>
          <p:cNvSpPr>
            <a:spLocks/>
          </p:cNvSpPr>
          <p:nvPr/>
        </p:nvSpPr>
        <p:spPr bwMode="auto">
          <a:xfrm>
            <a:off x="10649630" y="1760309"/>
            <a:ext cx="139700" cy="103188"/>
          </a:xfrm>
          <a:custGeom>
            <a:avLst/>
            <a:gdLst>
              <a:gd name="T0" fmla="*/ 18 w 34"/>
              <a:gd name="T1" fmla="*/ 8 h 25"/>
              <a:gd name="T2" fmla="*/ 18 w 34"/>
              <a:gd name="T3" fmla="*/ 4 h 25"/>
              <a:gd name="T4" fmla="*/ 19 w 34"/>
              <a:gd name="T5" fmla="*/ 4 h 25"/>
              <a:gd name="T6" fmla="*/ 19 w 34"/>
              <a:gd name="T7" fmla="*/ 4 h 25"/>
              <a:gd name="T8" fmla="*/ 21 w 34"/>
              <a:gd name="T9" fmla="*/ 3 h 25"/>
              <a:gd name="T10" fmla="*/ 20 w 34"/>
              <a:gd name="T11" fmla="*/ 3 h 25"/>
              <a:gd name="T12" fmla="*/ 19 w 34"/>
              <a:gd name="T13" fmla="*/ 3 h 25"/>
              <a:gd name="T14" fmla="*/ 17 w 34"/>
              <a:gd name="T15" fmla="*/ 3 h 25"/>
              <a:gd name="T16" fmla="*/ 17 w 34"/>
              <a:gd name="T17" fmla="*/ 2 h 25"/>
              <a:gd name="T18" fmla="*/ 17 w 34"/>
              <a:gd name="T19" fmla="*/ 0 h 25"/>
              <a:gd name="T20" fmla="*/ 17 w 34"/>
              <a:gd name="T21" fmla="*/ 0 h 25"/>
              <a:gd name="T22" fmla="*/ 16 w 34"/>
              <a:gd name="T23" fmla="*/ 2 h 25"/>
              <a:gd name="T24" fmla="*/ 17 w 34"/>
              <a:gd name="T25" fmla="*/ 4 h 25"/>
              <a:gd name="T26" fmla="*/ 17 w 34"/>
              <a:gd name="T27" fmla="*/ 4 h 25"/>
              <a:gd name="T28" fmla="*/ 17 w 34"/>
              <a:gd name="T29" fmla="*/ 8 h 25"/>
              <a:gd name="T30" fmla="*/ 17 w 34"/>
              <a:gd name="T31" fmla="*/ 8 h 25"/>
              <a:gd name="T32" fmla="*/ 0 w 34"/>
              <a:gd name="T33" fmla="*/ 25 h 25"/>
              <a:gd name="T34" fmla="*/ 34 w 34"/>
              <a:gd name="T35" fmla="*/ 25 h 25"/>
              <a:gd name="T36" fmla="*/ 18 w 34"/>
              <a:gd name="T37" fmla="*/ 8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25">
                <a:moveTo>
                  <a:pt x="18" y="8"/>
                </a:move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4"/>
                  <a:pt x="20" y="4"/>
                  <a:pt x="21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19" y="3"/>
                  <a:pt x="19" y="3"/>
                </a:cubicBezTo>
                <a:cubicBezTo>
                  <a:pt x="18" y="4"/>
                  <a:pt x="18" y="3"/>
                  <a:pt x="17" y="3"/>
                </a:cubicBezTo>
                <a:cubicBezTo>
                  <a:pt x="17" y="3"/>
                  <a:pt x="17" y="2"/>
                  <a:pt x="17" y="2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6" y="0"/>
                  <a:pt x="16" y="1"/>
                  <a:pt x="16" y="2"/>
                </a:cubicBezTo>
                <a:cubicBezTo>
                  <a:pt x="16" y="2"/>
                  <a:pt x="16" y="3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8" y="8"/>
                  <a:pt x="0" y="16"/>
                  <a:pt x="0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16"/>
                  <a:pt x="27" y="9"/>
                  <a:pt x="18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7" name="Freeform 665">
            <a:extLst>
              <a:ext uri="{FF2B5EF4-FFF2-40B4-BE49-F238E27FC236}">
                <a16:creationId xmlns:a16="http://schemas.microsoft.com/office/drawing/2014/main" id="{7AE312C1-EF19-451E-8B34-CCEEC3B591B6}"/>
              </a:ext>
            </a:extLst>
          </p:cNvPr>
          <p:cNvSpPr>
            <a:spLocks noEditPoints="1"/>
          </p:cNvSpPr>
          <p:nvPr/>
        </p:nvSpPr>
        <p:spPr bwMode="auto">
          <a:xfrm>
            <a:off x="10581367" y="1592034"/>
            <a:ext cx="417513" cy="496888"/>
          </a:xfrm>
          <a:custGeom>
            <a:avLst/>
            <a:gdLst>
              <a:gd name="T0" fmla="*/ 94 w 102"/>
              <a:gd name="T1" fmla="*/ 115 h 121"/>
              <a:gd name="T2" fmla="*/ 94 w 102"/>
              <a:gd name="T3" fmla="*/ 79 h 121"/>
              <a:gd name="T4" fmla="*/ 79 w 102"/>
              <a:gd name="T5" fmla="*/ 79 h 121"/>
              <a:gd name="T6" fmla="*/ 79 w 102"/>
              <a:gd name="T7" fmla="*/ 34 h 121"/>
              <a:gd name="T8" fmla="*/ 77 w 102"/>
              <a:gd name="T9" fmla="*/ 34 h 121"/>
              <a:gd name="T10" fmla="*/ 77 w 102"/>
              <a:gd name="T11" fmla="*/ 21 h 121"/>
              <a:gd name="T12" fmla="*/ 75 w 102"/>
              <a:gd name="T13" fmla="*/ 21 h 121"/>
              <a:gd name="T14" fmla="*/ 75 w 102"/>
              <a:gd name="T15" fmla="*/ 10 h 121"/>
              <a:gd name="T16" fmla="*/ 74 w 102"/>
              <a:gd name="T17" fmla="*/ 10 h 121"/>
              <a:gd name="T18" fmla="*/ 74 w 102"/>
              <a:gd name="T19" fmla="*/ 4 h 121"/>
              <a:gd name="T20" fmla="*/ 75 w 102"/>
              <a:gd name="T21" fmla="*/ 5 h 121"/>
              <a:gd name="T22" fmla="*/ 75 w 102"/>
              <a:gd name="T23" fmla="*/ 5 h 121"/>
              <a:gd name="T24" fmla="*/ 77 w 102"/>
              <a:gd name="T25" fmla="*/ 4 h 121"/>
              <a:gd name="T26" fmla="*/ 76 w 102"/>
              <a:gd name="T27" fmla="*/ 3 h 121"/>
              <a:gd name="T28" fmla="*/ 75 w 102"/>
              <a:gd name="T29" fmla="*/ 4 h 121"/>
              <a:gd name="T30" fmla="*/ 73 w 102"/>
              <a:gd name="T31" fmla="*/ 4 h 121"/>
              <a:gd name="T32" fmla="*/ 73 w 102"/>
              <a:gd name="T33" fmla="*/ 2 h 121"/>
              <a:gd name="T34" fmla="*/ 73 w 102"/>
              <a:gd name="T35" fmla="*/ 1 h 121"/>
              <a:gd name="T36" fmla="*/ 72 w 102"/>
              <a:gd name="T37" fmla="*/ 0 h 121"/>
              <a:gd name="T38" fmla="*/ 72 w 102"/>
              <a:gd name="T39" fmla="*/ 2 h 121"/>
              <a:gd name="T40" fmla="*/ 73 w 102"/>
              <a:gd name="T41" fmla="*/ 4 h 121"/>
              <a:gd name="T42" fmla="*/ 73 w 102"/>
              <a:gd name="T43" fmla="*/ 4 h 121"/>
              <a:gd name="T44" fmla="*/ 73 w 102"/>
              <a:gd name="T45" fmla="*/ 10 h 121"/>
              <a:gd name="T46" fmla="*/ 71 w 102"/>
              <a:gd name="T47" fmla="*/ 10 h 121"/>
              <a:gd name="T48" fmla="*/ 71 w 102"/>
              <a:gd name="T49" fmla="*/ 21 h 121"/>
              <a:gd name="T50" fmla="*/ 70 w 102"/>
              <a:gd name="T51" fmla="*/ 21 h 121"/>
              <a:gd name="T52" fmla="*/ 70 w 102"/>
              <a:gd name="T53" fmla="*/ 34 h 121"/>
              <a:gd name="T54" fmla="*/ 67 w 102"/>
              <a:gd name="T55" fmla="*/ 34 h 121"/>
              <a:gd name="T56" fmla="*/ 67 w 102"/>
              <a:gd name="T57" fmla="*/ 79 h 121"/>
              <a:gd name="T58" fmla="*/ 6 w 102"/>
              <a:gd name="T59" fmla="*/ 79 h 121"/>
              <a:gd name="T60" fmla="*/ 6 w 102"/>
              <a:gd name="T61" fmla="*/ 115 h 121"/>
              <a:gd name="T62" fmla="*/ 0 w 102"/>
              <a:gd name="T63" fmla="*/ 115 h 121"/>
              <a:gd name="T64" fmla="*/ 0 w 102"/>
              <a:gd name="T65" fmla="*/ 121 h 121"/>
              <a:gd name="T66" fmla="*/ 102 w 102"/>
              <a:gd name="T67" fmla="*/ 121 h 121"/>
              <a:gd name="T68" fmla="*/ 102 w 102"/>
              <a:gd name="T69" fmla="*/ 115 h 121"/>
              <a:gd name="T70" fmla="*/ 94 w 102"/>
              <a:gd name="T71" fmla="*/ 115 h 121"/>
              <a:gd name="T72" fmla="*/ 71 w 102"/>
              <a:gd name="T73" fmla="*/ 89 h 121"/>
              <a:gd name="T74" fmla="*/ 77 w 102"/>
              <a:gd name="T75" fmla="*/ 89 h 121"/>
              <a:gd name="T76" fmla="*/ 77 w 102"/>
              <a:gd name="T77" fmla="*/ 103 h 121"/>
              <a:gd name="T78" fmla="*/ 71 w 102"/>
              <a:gd name="T79" fmla="*/ 103 h 121"/>
              <a:gd name="T80" fmla="*/ 71 w 102"/>
              <a:gd name="T81" fmla="*/ 89 h 121"/>
              <a:gd name="T82" fmla="*/ 81 w 102"/>
              <a:gd name="T83" fmla="*/ 89 h 121"/>
              <a:gd name="T84" fmla="*/ 87 w 102"/>
              <a:gd name="T85" fmla="*/ 89 h 121"/>
              <a:gd name="T86" fmla="*/ 87 w 102"/>
              <a:gd name="T87" fmla="*/ 103 h 121"/>
              <a:gd name="T88" fmla="*/ 81 w 102"/>
              <a:gd name="T89" fmla="*/ 103 h 121"/>
              <a:gd name="T90" fmla="*/ 81 w 102"/>
              <a:gd name="T91" fmla="*/ 89 h 121"/>
              <a:gd name="T92" fmla="*/ 61 w 102"/>
              <a:gd name="T93" fmla="*/ 89 h 121"/>
              <a:gd name="T94" fmla="*/ 67 w 102"/>
              <a:gd name="T95" fmla="*/ 89 h 121"/>
              <a:gd name="T96" fmla="*/ 67 w 102"/>
              <a:gd name="T97" fmla="*/ 103 h 121"/>
              <a:gd name="T98" fmla="*/ 61 w 102"/>
              <a:gd name="T99" fmla="*/ 103 h 121"/>
              <a:gd name="T100" fmla="*/ 61 w 102"/>
              <a:gd name="T101" fmla="*/ 89 h 121"/>
              <a:gd name="T102" fmla="*/ 21 w 102"/>
              <a:gd name="T103" fmla="*/ 115 h 121"/>
              <a:gd name="T104" fmla="*/ 21 w 102"/>
              <a:gd name="T105" fmla="*/ 88 h 121"/>
              <a:gd name="T106" fmla="*/ 45 w 102"/>
              <a:gd name="T107" fmla="*/ 88 h 121"/>
              <a:gd name="T108" fmla="*/ 45 w 102"/>
              <a:gd name="T109" fmla="*/ 115 h 121"/>
              <a:gd name="T110" fmla="*/ 21 w 102"/>
              <a:gd name="T111" fmla="*/ 1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2" h="121">
                <a:moveTo>
                  <a:pt x="94" y="115"/>
                </a:moveTo>
                <a:cubicBezTo>
                  <a:pt x="94" y="79"/>
                  <a:pt x="94" y="79"/>
                  <a:pt x="94" y="79"/>
                </a:cubicBezTo>
                <a:cubicBezTo>
                  <a:pt x="79" y="79"/>
                  <a:pt x="79" y="79"/>
                  <a:pt x="79" y="79"/>
                </a:cubicBezTo>
                <a:cubicBezTo>
                  <a:pt x="79" y="34"/>
                  <a:pt x="79" y="34"/>
                  <a:pt x="79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21"/>
                  <a:pt x="77" y="21"/>
                  <a:pt x="77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10"/>
                  <a:pt x="75" y="10"/>
                  <a:pt x="75" y="10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5"/>
                  <a:pt x="74" y="5"/>
                  <a:pt x="75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6" y="5"/>
                  <a:pt x="76" y="4"/>
                  <a:pt x="77" y="4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4"/>
                  <a:pt x="75" y="4"/>
                  <a:pt x="75" y="4"/>
                </a:cubicBezTo>
                <a:cubicBezTo>
                  <a:pt x="74" y="4"/>
                  <a:pt x="74" y="4"/>
                  <a:pt x="73" y="4"/>
                </a:cubicBezTo>
                <a:cubicBezTo>
                  <a:pt x="73" y="3"/>
                  <a:pt x="73" y="3"/>
                  <a:pt x="73" y="2"/>
                </a:cubicBezTo>
                <a:cubicBezTo>
                  <a:pt x="72" y="2"/>
                  <a:pt x="73" y="1"/>
                  <a:pt x="73" y="1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1"/>
                  <a:pt x="72" y="1"/>
                  <a:pt x="72" y="2"/>
                </a:cubicBezTo>
                <a:cubicBezTo>
                  <a:pt x="72" y="3"/>
                  <a:pt x="72" y="4"/>
                  <a:pt x="73" y="4"/>
                </a:cubicBezTo>
                <a:cubicBezTo>
                  <a:pt x="73" y="4"/>
                  <a:pt x="73" y="4"/>
                  <a:pt x="73" y="4"/>
                </a:cubicBezTo>
                <a:cubicBezTo>
                  <a:pt x="73" y="10"/>
                  <a:pt x="73" y="10"/>
                  <a:pt x="73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1"/>
                  <a:pt x="71" y="21"/>
                  <a:pt x="71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34"/>
                  <a:pt x="70" y="34"/>
                  <a:pt x="70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79"/>
                  <a:pt x="67" y="79"/>
                  <a:pt x="67" y="79"/>
                </a:cubicBezTo>
                <a:cubicBezTo>
                  <a:pt x="6" y="79"/>
                  <a:pt x="6" y="79"/>
                  <a:pt x="6" y="79"/>
                </a:cubicBezTo>
                <a:cubicBezTo>
                  <a:pt x="6" y="115"/>
                  <a:pt x="6" y="115"/>
                  <a:pt x="6" y="115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1"/>
                  <a:pt x="0" y="121"/>
                  <a:pt x="0" y="121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15"/>
                  <a:pt x="102" y="115"/>
                  <a:pt x="102" y="115"/>
                </a:cubicBezTo>
                <a:lnTo>
                  <a:pt x="94" y="115"/>
                </a:lnTo>
                <a:close/>
                <a:moveTo>
                  <a:pt x="71" y="89"/>
                </a:moveTo>
                <a:cubicBezTo>
                  <a:pt x="77" y="89"/>
                  <a:pt x="77" y="89"/>
                  <a:pt x="77" y="89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89"/>
                </a:lnTo>
                <a:close/>
                <a:moveTo>
                  <a:pt x="81" y="89"/>
                </a:moveTo>
                <a:cubicBezTo>
                  <a:pt x="87" y="89"/>
                  <a:pt x="87" y="89"/>
                  <a:pt x="87" y="89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1" y="103"/>
                  <a:pt x="81" y="103"/>
                  <a:pt x="81" y="103"/>
                </a:cubicBezTo>
                <a:lnTo>
                  <a:pt x="81" y="89"/>
                </a:lnTo>
                <a:close/>
                <a:moveTo>
                  <a:pt x="61" y="89"/>
                </a:moveTo>
                <a:cubicBezTo>
                  <a:pt x="67" y="89"/>
                  <a:pt x="67" y="89"/>
                  <a:pt x="67" y="89"/>
                </a:cubicBezTo>
                <a:cubicBezTo>
                  <a:pt x="67" y="103"/>
                  <a:pt x="67" y="103"/>
                  <a:pt x="67" y="103"/>
                </a:cubicBezTo>
                <a:cubicBezTo>
                  <a:pt x="61" y="103"/>
                  <a:pt x="61" y="103"/>
                  <a:pt x="61" y="103"/>
                </a:cubicBezTo>
                <a:lnTo>
                  <a:pt x="61" y="89"/>
                </a:lnTo>
                <a:close/>
                <a:moveTo>
                  <a:pt x="21" y="115"/>
                </a:moveTo>
                <a:cubicBezTo>
                  <a:pt x="21" y="88"/>
                  <a:pt x="21" y="88"/>
                  <a:pt x="21" y="88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115"/>
                  <a:pt x="45" y="115"/>
                  <a:pt x="45" y="115"/>
                </a:cubicBezTo>
                <a:lnTo>
                  <a:pt x="21" y="1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8" name="Freeform 666">
            <a:extLst>
              <a:ext uri="{FF2B5EF4-FFF2-40B4-BE49-F238E27FC236}">
                <a16:creationId xmlns:a16="http://schemas.microsoft.com/office/drawing/2014/main" id="{90802E6B-11BE-47A4-8C32-09D5B6131E5E}"/>
              </a:ext>
            </a:extLst>
          </p:cNvPr>
          <p:cNvSpPr>
            <a:spLocks noEditPoints="1"/>
          </p:cNvSpPr>
          <p:nvPr/>
        </p:nvSpPr>
        <p:spPr bwMode="auto">
          <a:xfrm>
            <a:off x="11195730" y="1731734"/>
            <a:ext cx="360363" cy="361950"/>
          </a:xfrm>
          <a:custGeom>
            <a:avLst/>
            <a:gdLst>
              <a:gd name="T0" fmla="*/ 76 w 88"/>
              <a:gd name="T1" fmla="*/ 66 h 88"/>
              <a:gd name="T2" fmla="*/ 72 w 88"/>
              <a:gd name="T3" fmla="*/ 74 h 88"/>
              <a:gd name="T4" fmla="*/ 77 w 88"/>
              <a:gd name="T5" fmla="*/ 28 h 88"/>
              <a:gd name="T6" fmla="*/ 71 w 88"/>
              <a:gd name="T7" fmla="*/ 24 h 88"/>
              <a:gd name="T8" fmla="*/ 73 w 88"/>
              <a:gd name="T9" fmla="*/ 18 h 88"/>
              <a:gd name="T10" fmla="*/ 44 w 88"/>
              <a:gd name="T11" fmla="*/ 5 h 88"/>
              <a:gd name="T12" fmla="*/ 15 w 88"/>
              <a:gd name="T13" fmla="*/ 18 h 88"/>
              <a:gd name="T14" fmla="*/ 17 w 88"/>
              <a:gd name="T15" fmla="*/ 24 h 88"/>
              <a:gd name="T16" fmla="*/ 11 w 88"/>
              <a:gd name="T17" fmla="*/ 28 h 88"/>
              <a:gd name="T18" fmla="*/ 17 w 88"/>
              <a:gd name="T19" fmla="*/ 75 h 88"/>
              <a:gd name="T20" fmla="*/ 13 w 88"/>
              <a:gd name="T21" fmla="*/ 68 h 88"/>
              <a:gd name="T22" fmla="*/ 10 w 88"/>
              <a:gd name="T23" fmla="*/ 83 h 88"/>
              <a:gd name="T24" fmla="*/ 2 w 88"/>
              <a:gd name="T25" fmla="*/ 88 h 88"/>
              <a:gd name="T26" fmla="*/ 88 w 88"/>
              <a:gd name="T27" fmla="*/ 83 h 88"/>
              <a:gd name="T28" fmla="*/ 79 w 88"/>
              <a:gd name="T29" fmla="*/ 66 h 88"/>
              <a:gd name="T30" fmla="*/ 76 w 88"/>
              <a:gd name="T31" fmla="*/ 83 h 88"/>
              <a:gd name="T32" fmla="*/ 72 w 88"/>
              <a:gd name="T33" fmla="*/ 77 h 88"/>
              <a:gd name="T34" fmla="*/ 59 w 88"/>
              <a:gd name="T35" fmla="*/ 77 h 88"/>
              <a:gd name="T36" fmla="*/ 63 w 88"/>
              <a:gd name="T37" fmla="*/ 83 h 88"/>
              <a:gd name="T38" fmla="*/ 59 w 88"/>
              <a:gd name="T39" fmla="*/ 77 h 88"/>
              <a:gd name="T40" fmla="*/ 47 w 88"/>
              <a:gd name="T41" fmla="*/ 24 h 88"/>
              <a:gd name="T42" fmla="*/ 65 w 88"/>
              <a:gd name="T43" fmla="*/ 18 h 88"/>
              <a:gd name="T44" fmla="*/ 23 w 88"/>
              <a:gd name="T45" fmla="*/ 18 h 88"/>
              <a:gd name="T46" fmla="*/ 41 w 88"/>
              <a:gd name="T47" fmla="*/ 24 h 88"/>
              <a:gd name="T48" fmla="*/ 23 w 88"/>
              <a:gd name="T49" fmla="*/ 18 h 88"/>
              <a:gd name="T50" fmla="*/ 41 w 88"/>
              <a:gd name="T51" fmla="*/ 28 h 88"/>
              <a:gd name="T52" fmla="*/ 63 w 88"/>
              <a:gd name="T53" fmla="*/ 28 h 88"/>
              <a:gd name="T54" fmla="*/ 59 w 88"/>
              <a:gd name="T55" fmla="*/ 74 h 88"/>
              <a:gd name="T56" fmla="*/ 56 w 88"/>
              <a:gd name="T57" fmla="*/ 66 h 88"/>
              <a:gd name="T58" fmla="*/ 32 w 88"/>
              <a:gd name="T59" fmla="*/ 83 h 88"/>
              <a:gd name="T60" fmla="*/ 29 w 88"/>
              <a:gd name="T61" fmla="*/ 68 h 88"/>
              <a:gd name="T62" fmla="*/ 25 w 88"/>
              <a:gd name="T63" fmla="*/ 75 h 88"/>
              <a:gd name="T64" fmla="*/ 29 w 88"/>
              <a:gd name="T65" fmla="*/ 83 h 88"/>
              <a:gd name="T66" fmla="*/ 25 w 88"/>
              <a:gd name="T67" fmla="*/ 79 h 88"/>
              <a:gd name="T68" fmla="*/ 29 w 88"/>
              <a:gd name="T69" fmla="*/ 83 h 88"/>
              <a:gd name="T70" fmla="*/ 17 w 88"/>
              <a:gd name="T71" fmla="*/ 79 h 88"/>
              <a:gd name="T72" fmla="*/ 13 w 88"/>
              <a:gd name="T73" fmla="*/ 8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8" h="88">
                <a:moveTo>
                  <a:pt x="79" y="66"/>
                </a:moveTo>
                <a:cubicBezTo>
                  <a:pt x="76" y="66"/>
                  <a:pt x="76" y="66"/>
                  <a:pt x="76" y="66"/>
                </a:cubicBezTo>
                <a:cubicBezTo>
                  <a:pt x="76" y="74"/>
                  <a:pt x="76" y="74"/>
                  <a:pt x="76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28"/>
                  <a:pt x="72" y="28"/>
                  <a:pt x="72" y="28"/>
                </a:cubicBezTo>
                <a:cubicBezTo>
                  <a:pt x="77" y="28"/>
                  <a:pt x="77" y="28"/>
                  <a:pt x="77" y="28"/>
                </a:cubicBezTo>
                <a:cubicBezTo>
                  <a:pt x="77" y="24"/>
                  <a:pt x="77" y="24"/>
                  <a:pt x="77" y="24"/>
                </a:cubicBezTo>
                <a:cubicBezTo>
                  <a:pt x="71" y="24"/>
                  <a:pt x="71" y="24"/>
                  <a:pt x="71" y="24"/>
                </a:cubicBezTo>
                <a:cubicBezTo>
                  <a:pt x="71" y="18"/>
                  <a:pt x="71" y="18"/>
                  <a:pt x="71" y="18"/>
                </a:cubicBezTo>
                <a:cubicBezTo>
                  <a:pt x="73" y="18"/>
                  <a:pt x="73" y="18"/>
                  <a:pt x="73" y="18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68" y="5"/>
                  <a:pt x="44" y="5"/>
                </a:cubicBezTo>
                <a:cubicBezTo>
                  <a:pt x="21" y="5"/>
                  <a:pt x="0" y="0"/>
                  <a:pt x="0" y="0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24"/>
                  <a:pt x="17" y="24"/>
                  <a:pt x="17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8"/>
                  <a:pt x="11" y="28"/>
                  <a:pt x="11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75"/>
                  <a:pt x="17" y="75"/>
                  <a:pt x="17" y="75"/>
                </a:cubicBezTo>
                <a:cubicBezTo>
                  <a:pt x="13" y="75"/>
                  <a:pt x="13" y="75"/>
                  <a:pt x="13" y="75"/>
                </a:cubicBezTo>
                <a:cubicBezTo>
                  <a:pt x="13" y="68"/>
                  <a:pt x="13" y="68"/>
                  <a:pt x="13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83"/>
                  <a:pt x="10" y="83"/>
                  <a:pt x="10" y="83"/>
                </a:cubicBezTo>
                <a:cubicBezTo>
                  <a:pt x="2" y="83"/>
                  <a:pt x="2" y="83"/>
                  <a:pt x="2" y="83"/>
                </a:cubicBezTo>
                <a:cubicBezTo>
                  <a:pt x="2" y="88"/>
                  <a:pt x="2" y="88"/>
                  <a:pt x="2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88" y="83"/>
                  <a:pt x="88" y="83"/>
                  <a:pt x="88" y="83"/>
                </a:cubicBezTo>
                <a:cubicBezTo>
                  <a:pt x="79" y="83"/>
                  <a:pt x="79" y="83"/>
                  <a:pt x="79" y="83"/>
                </a:cubicBezTo>
                <a:lnTo>
                  <a:pt x="79" y="66"/>
                </a:lnTo>
                <a:close/>
                <a:moveTo>
                  <a:pt x="76" y="77"/>
                </a:moveTo>
                <a:cubicBezTo>
                  <a:pt x="76" y="83"/>
                  <a:pt x="76" y="83"/>
                  <a:pt x="76" y="83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77"/>
                  <a:pt x="72" y="77"/>
                  <a:pt x="72" y="77"/>
                </a:cubicBezTo>
                <a:lnTo>
                  <a:pt x="76" y="77"/>
                </a:lnTo>
                <a:close/>
                <a:moveTo>
                  <a:pt x="59" y="77"/>
                </a:moveTo>
                <a:cubicBezTo>
                  <a:pt x="63" y="77"/>
                  <a:pt x="63" y="77"/>
                  <a:pt x="63" y="77"/>
                </a:cubicBezTo>
                <a:cubicBezTo>
                  <a:pt x="63" y="83"/>
                  <a:pt x="63" y="83"/>
                  <a:pt x="63" y="83"/>
                </a:cubicBezTo>
                <a:cubicBezTo>
                  <a:pt x="59" y="83"/>
                  <a:pt x="59" y="83"/>
                  <a:pt x="59" y="83"/>
                </a:cubicBezTo>
                <a:lnTo>
                  <a:pt x="59" y="77"/>
                </a:lnTo>
                <a:close/>
                <a:moveTo>
                  <a:pt x="65" y="24"/>
                </a:moveTo>
                <a:cubicBezTo>
                  <a:pt x="47" y="24"/>
                  <a:pt x="47" y="24"/>
                  <a:pt x="47" y="24"/>
                </a:cubicBezTo>
                <a:cubicBezTo>
                  <a:pt x="47" y="18"/>
                  <a:pt x="47" y="18"/>
                  <a:pt x="47" y="18"/>
                </a:cubicBezTo>
                <a:cubicBezTo>
                  <a:pt x="65" y="18"/>
                  <a:pt x="65" y="18"/>
                  <a:pt x="65" y="18"/>
                </a:cubicBezTo>
                <a:lnTo>
                  <a:pt x="65" y="24"/>
                </a:lnTo>
                <a:close/>
                <a:moveTo>
                  <a:pt x="23" y="18"/>
                </a:moveTo>
                <a:cubicBezTo>
                  <a:pt x="41" y="18"/>
                  <a:pt x="41" y="18"/>
                  <a:pt x="41" y="18"/>
                </a:cubicBezTo>
                <a:cubicBezTo>
                  <a:pt x="41" y="24"/>
                  <a:pt x="41" y="24"/>
                  <a:pt x="41" y="24"/>
                </a:cubicBezTo>
                <a:cubicBezTo>
                  <a:pt x="23" y="24"/>
                  <a:pt x="23" y="24"/>
                  <a:pt x="23" y="24"/>
                </a:cubicBezTo>
                <a:lnTo>
                  <a:pt x="23" y="18"/>
                </a:lnTo>
                <a:close/>
                <a:moveTo>
                  <a:pt x="25" y="28"/>
                </a:moveTo>
                <a:cubicBezTo>
                  <a:pt x="41" y="28"/>
                  <a:pt x="41" y="28"/>
                  <a:pt x="41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63" y="28"/>
                  <a:pt x="63" y="28"/>
                  <a:pt x="63" y="28"/>
                </a:cubicBezTo>
                <a:cubicBezTo>
                  <a:pt x="63" y="74"/>
                  <a:pt x="63" y="74"/>
                  <a:pt x="63" y="74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66"/>
                  <a:pt x="59" y="66"/>
                  <a:pt x="59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83"/>
                  <a:pt x="56" y="83"/>
                  <a:pt x="56" y="8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68"/>
                  <a:pt x="32" y="68"/>
                  <a:pt x="32" y="68"/>
                </a:cubicBezTo>
                <a:cubicBezTo>
                  <a:pt x="29" y="68"/>
                  <a:pt x="29" y="68"/>
                  <a:pt x="29" y="68"/>
                </a:cubicBezTo>
                <a:cubicBezTo>
                  <a:pt x="29" y="75"/>
                  <a:pt x="29" y="75"/>
                  <a:pt x="29" y="75"/>
                </a:cubicBezTo>
                <a:cubicBezTo>
                  <a:pt x="25" y="75"/>
                  <a:pt x="25" y="75"/>
                  <a:pt x="25" y="75"/>
                </a:cubicBezTo>
                <a:lnTo>
                  <a:pt x="25" y="28"/>
                </a:lnTo>
                <a:close/>
                <a:moveTo>
                  <a:pt x="29" y="83"/>
                </a:moveTo>
                <a:cubicBezTo>
                  <a:pt x="25" y="83"/>
                  <a:pt x="25" y="83"/>
                  <a:pt x="25" y="83"/>
                </a:cubicBezTo>
                <a:cubicBezTo>
                  <a:pt x="25" y="79"/>
                  <a:pt x="25" y="79"/>
                  <a:pt x="25" y="79"/>
                </a:cubicBezTo>
                <a:cubicBezTo>
                  <a:pt x="29" y="79"/>
                  <a:pt x="29" y="79"/>
                  <a:pt x="29" y="79"/>
                </a:cubicBezTo>
                <a:lnTo>
                  <a:pt x="29" y="83"/>
                </a:lnTo>
                <a:close/>
                <a:moveTo>
                  <a:pt x="13" y="79"/>
                </a:moveTo>
                <a:cubicBezTo>
                  <a:pt x="17" y="79"/>
                  <a:pt x="17" y="79"/>
                  <a:pt x="17" y="79"/>
                </a:cubicBezTo>
                <a:cubicBezTo>
                  <a:pt x="17" y="83"/>
                  <a:pt x="17" y="83"/>
                  <a:pt x="17" y="83"/>
                </a:cubicBezTo>
                <a:cubicBezTo>
                  <a:pt x="13" y="83"/>
                  <a:pt x="13" y="83"/>
                  <a:pt x="13" y="83"/>
                </a:cubicBezTo>
                <a:lnTo>
                  <a:pt x="13" y="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606759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Freeform 5"/>
          <p:cNvSpPr>
            <a:spLocks/>
          </p:cNvSpPr>
          <p:nvPr/>
        </p:nvSpPr>
        <p:spPr bwMode="auto">
          <a:xfrm>
            <a:off x="641124" y="166689"/>
            <a:ext cx="327025" cy="360363"/>
          </a:xfrm>
          <a:custGeom>
            <a:avLst/>
            <a:gdLst>
              <a:gd name="T0" fmla="*/ 44 w 77"/>
              <a:gd name="T1" fmla="*/ 13 h 85"/>
              <a:gd name="T2" fmla="*/ 47 w 77"/>
              <a:gd name="T3" fmla="*/ 28 h 85"/>
              <a:gd name="T4" fmla="*/ 39 w 77"/>
              <a:gd name="T5" fmla="*/ 14 h 85"/>
              <a:gd name="T6" fmla="*/ 37 w 77"/>
              <a:gd name="T7" fmla="*/ 14 h 85"/>
              <a:gd name="T8" fmla="*/ 37 w 77"/>
              <a:gd name="T9" fmla="*/ 14 h 85"/>
              <a:gd name="T10" fmla="*/ 37 w 77"/>
              <a:gd name="T11" fmla="*/ 14 h 85"/>
              <a:gd name="T12" fmla="*/ 23 w 77"/>
              <a:gd name="T13" fmla="*/ 47 h 85"/>
              <a:gd name="T14" fmla="*/ 27 w 77"/>
              <a:gd name="T15" fmla="*/ 85 h 85"/>
              <a:gd name="T16" fmla="*/ 42 w 77"/>
              <a:gd name="T17" fmla="*/ 54 h 85"/>
              <a:gd name="T18" fmla="*/ 54 w 77"/>
              <a:gd name="T19" fmla="*/ 85 h 85"/>
              <a:gd name="T20" fmla="*/ 59 w 77"/>
              <a:gd name="T21" fmla="*/ 46 h 85"/>
              <a:gd name="T22" fmla="*/ 44 w 77"/>
              <a:gd name="T23" fmla="*/ 1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7" h="85">
                <a:moveTo>
                  <a:pt x="44" y="13"/>
                </a:moveTo>
                <a:cubicBezTo>
                  <a:pt x="50" y="20"/>
                  <a:pt x="47" y="28"/>
                  <a:pt x="47" y="28"/>
                </a:cubicBezTo>
                <a:cubicBezTo>
                  <a:pt x="45" y="18"/>
                  <a:pt x="41" y="15"/>
                  <a:pt x="39" y="14"/>
                </a:cubicBezTo>
                <a:cubicBezTo>
                  <a:pt x="38" y="14"/>
                  <a:pt x="38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0" y="2"/>
                  <a:pt x="23" y="47"/>
                  <a:pt x="23" y="47"/>
                </a:cubicBezTo>
                <a:cubicBezTo>
                  <a:pt x="21" y="70"/>
                  <a:pt x="24" y="85"/>
                  <a:pt x="27" y="85"/>
                </a:cubicBezTo>
                <a:cubicBezTo>
                  <a:pt x="31" y="85"/>
                  <a:pt x="38" y="53"/>
                  <a:pt x="42" y="54"/>
                </a:cubicBezTo>
                <a:cubicBezTo>
                  <a:pt x="46" y="55"/>
                  <a:pt x="50" y="85"/>
                  <a:pt x="54" y="85"/>
                </a:cubicBezTo>
                <a:cubicBezTo>
                  <a:pt x="59" y="85"/>
                  <a:pt x="59" y="46"/>
                  <a:pt x="59" y="46"/>
                </a:cubicBezTo>
                <a:cubicBezTo>
                  <a:pt x="77" y="0"/>
                  <a:pt x="44" y="13"/>
                  <a:pt x="44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0" name="Freeform 6"/>
          <p:cNvSpPr>
            <a:spLocks/>
          </p:cNvSpPr>
          <p:nvPr/>
        </p:nvSpPr>
        <p:spPr bwMode="auto">
          <a:xfrm>
            <a:off x="798287" y="225426"/>
            <a:ext cx="4763" cy="0"/>
          </a:xfrm>
          <a:custGeom>
            <a:avLst/>
            <a:gdLst>
              <a:gd name="T0" fmla="*/ 3 w 3"/>
              <a:gd name="T1" fmla="*/ 0 w 3"/>
              <a:gd name="T2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1" name="Oval 7"/>
          <p:cNvSpPr>
            <a:spLocks noChangeArrowheads="1"/>
          </p:cNvSpPr>
          <p:nvPr/>
        </p:nvSpPr>
        <p:spPr bwMode="auto">
          <a:xfrm>
            <a:off x="4076474" y="311151"/>
            <a:ext cx="20638" cy="20638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2" name="Oval 8"/>
          <p:cNvSpPr>
            <a:spLocks noChangeArrowheads="1"/>
          </p:cNvSpPr>
          <p:nvPr/>
        </p:nvSpPr>
        <p:spPr bwMode="auto">
          <a:xfrm>
            <a:off x="4025674" y="311151"/>
            <a:ext cx="38100" cy="381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3" name="Oval 9"/>
          <p:cNvSpPr>
            <a:spLocks noChangeArrowheads="1"/>
          </p:cNvSpPr>
          <p:nvPr/>
        </p:nvSpPr>
        <p:spPr bwMode="auto">
          <a:xfrm>
            <a:off x="4063774" y="273051"/>
            <a:ext cx="25400" cy="254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4" name="Freeform 10"/>
          <p:cNvSpPr>
            <a:spLocks noEditPoints="1"/>
          </p:cNvSpPr>
          <p:nvPr/>
        </p:nvSpPr>
        <p:spPr bwMode="auto">
          <a:xfrm>
            <a:off x="3839937" y="184151"/>
            <a:ext cx="360363" cy="352425"/>
          </a:xfrm>
          <a:custGeom>
            <a:avLst/>
            <a:gdLst>
              <a:gd name="T0" fmla="*/ 83 w 85"/>
              <a:gd name="T1" fmla="*/ 30 h 83"/>
              <a:gd name="T2" fmla="*/ 54 w 85"/>
              <a:gd name="T3" fmla="*/ 1 h 83"/>
              <a:gd name="T4" fmla="*/ 50 w 85"/>
              <a:gd name="T5" fmla="*/ 1 h 83"/>
              <a:gd name="T6" fmla="*/ 50 w 85"/>
              <a:gd name="T7" fmla="*/ 5 h 83"/>
              <a:gd name="T8" fmla="*/ 52 w 85"/>
              <a:gd name="T9" fmla="*/ 7 h 83"/>
              <a:gd name="T10" fmla="*/ 7 w 85"/>
              <a:gd name="T11" fmla="*/ 51 h 83"/>
              <a:gd name="T12" fmla="*/ 7 w 85"/>
              <a:gd name="T13" fmla="*/ 77 h 83"/>
              <a:gd name="T14" fmla="*/ 20 w 85"/>
              <a:gd name="T15" fmla="*/ 83 h 83"/>
              <a:gd name="T16" fmla="*/ 33 w 85"/>
              <a:gd name="T17" fmla="*/ 77 h 83"/>
              <a:gd name="T18" fmla="*/ 78 w 85"/>
              <a:gd name="T19" fmla="*/ 33 h 83"/>
              <a:gd name="T20" fmla="*/ 79 w 85"/>
              <a:gd name="T21" fmla="*/ 34 h 83"/>
              <a:gd name="T22" fmla="*/ 83 w 85"/>
              <a:gd name="T23" fmla="*/ 34 h 83"/>
              <a:gd name="T24" fmla="*/ 83 w 85"/>
              <a:gd name="T25" fmla="*/ 30 h 83"/>
              <a:gd name="T26" fmla="*/ 45 w 85"/>
              <a:gd name="T27" fmla="*/ 57 h 83"/>
              <a:gd name="T28" fmla="*/ 36 w 85"/>
              <a:gd name="T29" fmla="*/ 66 h 83"/>
              <a:gd name="T30" fmla="*/ 27 w 85"/>
              <a:gd name="T31" fmla="*/ 70 h 83"/>
              <a:gd name="T32" fmla="*/ 18 w 85"/>
              <a:gd name="T33" fmla="*/ 66 h 83"/>
              <a:gd name="T34" fmla="*/ 18 w 85"/>
              <a:gd name="T35" fmla="*/ 49 h 83"/>
              <a:gd name="T36" fmla="*/ 32 w 85"/>
              <a:gd name="T37" fmla="*/ 36 h 83"/>
              <a:gd name="T38" fmla="*/ 56 w 85"/>
              <a:gd name="T39" fmla="*/ 11 h 83"/>
              <a:gd name="T40" fmla="*/ 73 w 85"/>
              <a:gd name="T41" fmla="*/ 29 h 83"/>
              <a:gd name="T42" fmla="*/ 45 w 85"/>
              <a:gd name="T43" fmla="*/ 5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5" h="83">
                <a:moveTo>
                  <a:pt x="83" y="30"/>
                </a:moveTo>
                <a:cubicBezTo>
                  <a:pt x="54" y="1"/>
                  <a:pt x="54" y="1"/>
                  <a:pt x="54" y="1"/>
                </a:cubicBezTo>
                <a:cubicBezTo>
                  <a:pt x="53" y="0"/>
                  <a:pt x="51" y="0"/>
                  <a:pt x="50" y="1"/>
                </a:cubicBezTo>
                <a:cubicBezTo>
                  <a:pt x="49" y="2"/>
                  <a:pt x="49" y="4"/>
                  <a:pt x="50" y="5"/>
                </a:cubicBezTo>
                <a:cubicBezTo>
                  <a:pt x="52" y="7"/>
                  <a:pt x="52" y="7"/>
                  <a:pt x="52" y="7"/>
                </a:cubicBezTo>
                <a:cubicBezTo>
                  <a:pt x="7" y="51"/>
                  <a:pt x="7" y="51"/>
                  <a:pt x="7" y="51"/>
                </a:cubicBezTo>
                <a:cubicBezTo>
                  <a:pt x="0" y="58"/>
                  <a:pt x="0" y="70"/>
                  <a:pt x="7" y="77"/>
                </a:cubicBezTo>
                <a:cubicBezTo>
                  <a:pt x="11" y="81"/>
                  <a:pt x="16" y="83"/>
                  <a:pt x="20" y="83"/>
                </a:cubicBezTo>
                <a:cubicBezTo>
                  <a:pt x="25" y="83"/>
                  <a:pt x="30" y="81"/>
                  <a:pt x="33" y="77"/>
                </a:cubicBezTo>
                <a:cubicBezTo>
                  <a:pt x="78" y="33"/>
                  <a:pt x="78" y="33"/>
                  <a:pt x="78" y="33"/>
                </a:cubicBezTo>
                <a:cubicBezTo>
                  <a:pt x="79" y="34"/>
                  <a:pt x="79" y="34"/>
                  <a:pt x="79" y="34"/>
                </a:cubicBezTo>
                <a:cubicBezTo>
                  <a:pt x="80" y="36"/>
                  <a:pt x="82" y="36"/>
                  <a:pt x="83" y="34"/>
                </a:cubicBezTo>
                <a:cubicBezTo>
                  <a:pt x="85" y="33"/>
                  <a:pt x="85" y="31"/>
                  <a:pt x="83" y="30"/>
                </a:cubicBezTo>
                <a:moveTo>
                  <a:pt x="45" y="57"/>
                </a:moveTo>
                <a:cubicBezTo>
                  <a:pt x="36" y="66"/>
                  <a:pt x="36" y="66"/>
                  <a:pt x="36" y="66"/>
                </a:cubicBezTo>
                <a:cubicBezTo>
                  <a:pt x="33" y="69"/>
                  <a:pt x="30" y="70"/>
                  <a:pt x="27" y="70"/>
                </a:cubicBezTo>
                <a:cubicBezTo>
                  <a:pt x="24" y="70"/>
                  <a:pt x="21" y="69"/>
                  <a:pt x="18" y="66"/>
                </a:cubicBezTo>
                <a:cubicBezTo>
                  <a:pt x="14" y="62"/>
                  <a:pt x="14" y="54"/>
                  <a:pt x="18" y="49"/>
                </a:cubicBezTo>
                <a:cubicBezTo>
                  <a:pt x="32" y="36"/>
                  <a:pt x="32" y="36"/>
                  <a:pt x="32" y="36"/>
                </a:cubicBezTo>
                <a:cubicBezTo>
                  <a:pt x="56" y="11"/>
                  <a:pt x="56" y="11"/>
                  <a:pt x="56" y="11"/>
                </a:cubicBezTo>
                <a:cubicBezTo>
                  <a:pt x="73" y="29"/>
                  <a:pt x="73" y="29"/>
                  <a:pt x="73" y="29"/>
                </a:cubicBezTo>
                <a:cubicBezTo>
                  <a:pt x="45" y="57"/>
                  <a:pt x="45" y="57"/>
                  <a:pt x="45" y="57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5" name="Freeform 11"/>
          <p:cNvSpPr>
            <a:spLocks/>
          </p:cNvSpPr>
          <p:nvPr/>
        </p:nvSpPr>
        <p:spPr bwMode="auto">
          <a:xfrm>
            <a:off x="3903437" y="354014"/>
            <a:ext cx="198438" cy="127000"/>
          </a:xfrm>
          <a:custGeom>
            <a:avLst/>
            <a:gdLst>
              <a:gd name="T0" fmla="*/ 47 w 47"/>
              <a:gd name="T1" fmla="*/ 0 h 30"/>
              <a:gd name="T2" fmla="*/ 12 w 47"/>
              <a:gd name="T3" fmla="*/ 0 h 30"/>
              <a:gd name="T4" fmla="*/ 3 w 47"/>
              <a:gd name="T5" fmla="*/ 9 h 30"/>
              <a:gd name="T6" fmla="*/ 0 w 47"/>
              <a:gd name="T7" fmla="*/ 18 h 30"/>
              <a:gd name="T8" fmla="*/ 3 w 47"/>
              <a:gd name="T9" fmla="*/ 26 h 30"/>
              <a:gd name="T10" fmla="*/ 12 w 47"/>
              <a:gd name="T11" fmla="*/ 30 h 30"/>
              <a:gd name="T12" fmla="*/ 21 w 47"/>
              <a:gd name="T13" fmla="*/ 26 h 30"/>
              <a:gd name="T14" fmla="*/ 21 w 47"/>
              <a:gd name="T15" fmla="*/ 26 h 30"/>
              <a:gd name="T16" fmla="*/ 30 w 47"/>
              <a:gd name="T17" fmla="*/ 17 h 30"/>
              <a:gd name="T18" fmla="*/ 47 w 47"/>
              <a:gd name="T1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30">
                <a:moveTo>
                  <a:pt x="47" y="0"/>
                </a:moveTo>
                <a:cubicBezTo>
                  <a:pt x="12" y="0"/>
                  <a:pt x="12" y="0"/>
                  <a:pt x="12" y="0"/>
                </a:cubicBezTo>
                <a:cubicBezTo>
                  <a:pt x="3" y="9"/>
                  <a:pt x="3" y="9"/>
                  <a:pt x="3" y="9"/>
                </a:cubicBezTo>
                <a:cubicBezTo>
                  <a:pt x="1" y="11"/>
                  <a:pt x="0" y="15"/>
                  <a:pt x="0" y="18"/>
                </a:cubicBezTo>
                <a:cubicBezTo>
                  <a:pt x="0" y="21"/>
                  <a:pt x="1" y="24"/>
                  <a:pt x="3" y="26"/>
                </a:cubicBezTo>
                <a:cubicBezTo>
                  <a:pt x="6" y="29"/>
                  <a:pt x="9" y="30"/>
                  <a:pt x="12" y="30"/>
                </a:cubicBezTo>
                <a:cubicBezTo>
                  <a:pt x="15" y="30"/>
                  <a:pt x="18" y="29"/>
                  <a:pt x="21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30" y="17"/>
                  <a:pt x="30" y="17"/>
                  <a:pt x="30" y="17"/>
                </a:cubicBezTo>
                <a:cubicBezTo>
                  <a:pt x="47" y="0"/>
                  <a:pt x="47" y="0"/>
                  <a:pt x="4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6" name="Freeform 12"/>
          <p:cNvSpPr>
            <a:spLocks noEditPoints="1"/>
          </p:cNvSpPr>
          <p:nvPr/>
        </p:nvSpPr>
        <p:spPr bwMode="auto">
          <a:xfrm>
            <a:off x="3903437" y="354014"/>
            <a:ext cx="198438" cy="109538"/>
          </a:xfrm>
          <a:custGeom>
            <a:avLst/>
            <a:gdLst>
              <a:gd name="T0" fmla="*/ 3 w 47"/>
              <a:gd name="T1" fmla="*/ 9 h 26"/>
              <a:gd name="T2" fmla="*/ 3 w 47"/>
              <a:gd name="T3" fmla="*/ 9 h 26"/>
              <a:gd name="T4" fmla="*/ 0 w 47"/>
              <a:gd name="T5" fmla="*/ 18 h 26"/>
              <a:gd name="T6" fmla="*/ 3 w 47"/>
              <a:gd name="T7" fmla="*/ 9 h 26"/>
              <a:gd name="T8" fmla="*/ 3 w 47"/>
              <a:gd name="T9" fmla="*/ 9 h 26"/>
              <a:gd name="T10" fmla="*/ 47 w 47"/>
              <a:gd name="T11" fmla="*/ 0 h 26"/>
              <a:gd name="T12" fmla="*/ 47 w 47"/>
              <a:gd name="T13" fmla="*/ 0 h 26"/>
              <a:gd name="T14" fmla="*/ 30 w 47"/>
              <a:gd name="T15" fmla="*/ 17 h 26"/>
              <a:gd name="T16" fmla="*/ 21 w 47"/>
              <a:gd name="T17" fmla="*/ 26 h 26"/>
              <a:gd name="T18" fmla="*/ 47 w 47"/>
              <a:gd name="T1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26">
                <a:moveTo>
                  <a:pt x="3" y="9"/>
                </a:moveTo>
                <a:cubicBezTo>
                  <a:pt x="3" y="9"/>
                  <a:pt x="3" y="9"/>
                  <a:pt x="3" y="9"/>
                </a:cubicBezTo>
                <a:cubicBezTo>
                  <a:pt x="1" y="11"/>
                  <a:pt x="0" y="15"/>
                  <a:pt x="0" y="18"/>
                </a:cubicBezTo>
                <a:cubicBezTo>
                  <a:pt x="0" y="15"/>
                  <a:pt x="1" y="11"/>
                  <a:pt x="3" y="9"/>
                </a:cubicBezTo>
                <a:cubicBezTo>
                  <a:pt x="3" y="9"/>
                  <a:pt x="3" y="9"/>
                  <a:pt x="3" y="9"/>
                </a:cubicBezTo>
                <a:moveTo>
                  <a:pt x="47" y="0"/>
                </a:moveTo>
                <a:cubicBezTo>
                  <a:pt x="47" y="0"/>
                  <a:pt x="47" y="0"/>
                  <a:pt x="47" y="0"/>
                </a:cubicBezTo>
                <a:cubicBezTo>
                  <a:pt x="30" y="17"/>
                  <a:pt x="30" y="17"/>
                  <a:pt x="30" y="17"/>
                </a:cubicBezTo>
                <a:cubicBezTo>
                  <a:pt x="21" y="26"/>
                  <a:pt x="21" y="26"/>
                  <a:pt x="21" y="26"/>
                </a:cubicBezTo>
                <a:cubicBezTo>
                  <a:pt x="47" y="0"/>
                  <a:pt x="47" y="0"/>
                  <a:pt x="4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7" name="Oval 13"/>
          <p:cNvSpPr>
            <a:spLocks noChangeArrowheads="1"/>
          </p:cNvSpPr>
          <p:nvPr/>
        </p:nvSpPr>
        <p:spPr bwMode="auto">
          <a:xfrm>
            <a:off x="1519012" y="349251"/>
            <a:ext cx="85725" cy="809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8" name="Freeform 14"/>
          <p:cNvSpPr>
            <a:spLocks noEditPoints="1"/>
          </p:cNvSpPr>
          <p:nvPr/>
        </p:nvSpPr>
        <p:spPr bwMode="auto">
          <a:xfrm>
            <a:off x="1303112" y="247651"/>
            <a:ext cx="512763" cy="279400"/>
          </a:xfrm>
          <a:custGeom>
            <a:avLst/>
            <a:gdLst>
              <a:gd name="T0" fmla="*/ 110 w 121"/>
              <a:gd name="T1" fmla="*/ 28 h 66"/>
              <a:gd name="T2" fmla="*/ 60 w 121"/>
              <a:gd name="T3" fmla="*/ 0 h 66"/>
              <a:gd name="T4" fmla="*/ 10 w 121"/>
              <a:gd name="T5" fmla="*/ 28 h 66"/>
              <a:gd name="T6" fmla="*/ 0 w 121"/>
              <a:gd name="T7" fmla="*/ 33 h 66"/>
              <a:gd name="T8" fmla="*/ 10 w 121"/>
              <a:gd name="T9" fmla="*/ 39 h 66"/>
              <a:gd name="T10" fmla="*/ 60 w 121"/>
              <a:gd name="T11" fmla="*/ 66 h 66"/>
              <a:gd name="T12" fmla="*/ 110 w 121"/>
              <a:gd name="T13" fmla="*/ 39 h 66"/>
              <a:gd name="T14" fmla="*/ 121 w 121"/>
              <a:gd name="T15" fmla="*/ 33 h 66"/>
              <a:gd name="T16" fmla="*/ 110 w 121"/>
              <a:gd name="T17" fmla="*/ 28 h 66"/>
              <a:gd name="T18" fmla="*/ 60 w 121"/>
              <a:gd name="T19" fmla="*/ 53 h 66"/>
              <a:gd name="T20" fmla="*/ 39 w 121"/>
              <a:gd name="T21" fmla="*/ 33 h 66"/>
              <a:gd name="T22" fmla="*/ 60 w 121"/>
              <a:gd name="T23" fmla="*/ 14 h 66"/>
              <a:gd name="T24" fmla="*/ 81 w 121"/>
              <a:gd name="T25" fmla="*/ 33 h 66"/>
              <a:gd name="T26" fmla="*/ 60 w 121"/>
              <a:gd name="T27" fmla="*/ 5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1" h="66">
                <a:moveTo>
                  <a:pt x="110" y="28"/>
                </a:moveTo>
                <a:cubicBezTo>
                  <a:pt x="110" y="28"/>
                  <a:pt x="93" y="0"/>
                  <a:pt x="60" y="0"/>
                </a:cubicBezTo>
                <a:cubicBezTo>
                  <a:pt x="27" y="0"/>
                  <a:pt x="10" y="28"/>
                  <a:pt x="10" y="28"/>
                </a:cubicBezTo>
                <a:cubicBezTo>
                  <a:pt x="6" y="31"/>
                  <a:pt x="0" y="33"/>
                  <a:pt x="0" y="33"/>
                </a:cubicBezTo>
                <a:cubicBezTo>
                  <a:pt x="0" y="33"/>
                  <a:pt x="6" y="36"/>
                  <a:pt x="10" y="39"/>
                </a:cubicBezTo>
                <a:cubicBezTo>
                  <a:pt x="10" y="39"/>
                  <a:pt x="27" y="66"/>
                  <a:pt x="60" y="66"/>
                </a:cubicBezTo>
                <a:cubicBezTo>
                  <a:pt x="93" y="66"/>
                  <a:pt x="110" y="39"/>
                  <a:pt x="110" y="39"/>
                </a:cubicBezTo>
                <a:cubicBezTo>
                  <a:pt x="114" y="36"/>
                  <a:pt x="121" y="33"/>
                  <a:pt x="121" y="33"/>
                </a:cubicBezTo>
                <a:cubicBezTo>
                  <a:pt x="121" y="33"/>
                  <a:pt x="114" y="31"/>
                  <a:pt x="110" y="28"/>
                </a:cubicBezTo>
                <a:close/>
                <a:moveTo>
                  <a:pt x="60" y="53"/>
                </a:moveTo>
                <a:cubicBezTo>
                  <a:pt x="49" y="53"/>
                  <a:pt x="39" y="44"/>
                  <a:pt x="39" y="33"/>
                </a:cubicBezTo>
                <a:cubicBezTo>
                  <a:pt x="39" y="23"/>
                  <a:pt x="49" y="14"/>
                  <a:pt x="60" y="14"/>
                </a:cubicBezTo>
                <a:cubicBezTo>
                  <a:pt x="72" y="14"/>
                  <a:pt x="81" y="23"/>
                  <a:pt x="81" y="33"/>
                </a:cubicBezTo>
                <a:cubicBezTo>
                  <a:pt x="81" y="44"/>
                  <a:pt x="72" y="53"/>
                  <a:pt x="60" y="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9" name="Freeform 15"/>
          <p:cNvSpPr>
            <a:spLocks noEditPoints="1"/>
          </p:cNvSpPr>
          <p:nvPr/>
        </p:nvSpPr>
        <p:spPr bwMode="auto">
          <a:xfrm>
            <a:off x="2214337" y="149226"/>
            <a:ext cx="501650" cy="425450"/>
          </a:xfrm>
          <a:custGeom>
            <a:avLst/>
            <a:gdLst>
              <a:gd name="T0" fmla="*/ 104 w 118"/>
              <a:gd name="T1" fmla="*/ 55 h 100"/>
              <a:gd name="T2" fmla="*/ 85 w 118"/>
              <a:gd name="T3" fmla="*/ 53 h 100"/>
              <a:gd name="T4" fmla="*/ 81 w 118"/>
              <a:gd name="T5" fmla="*/ 35 h 100"/>
              <a:gd name="T6" fmla="*/ 95 w 118"/>
              <a:gd name="T7" fmla="*/ 28 h 100"/>
              <a:gd name="T8" fmla="*/ 95 w 118"/>
              <a:gd name="T9" fmla="*/ 21 h 100"/>
              <a:gd name="T10" fmla="*/ 91 w 118"/>
              <a:gd name="T11" fmla="*/ 25 h 100"/>
              <a:gd name="T12" fmla="*/ 71 w 118"/>
              <a:gd name="T13" fmla="*/ 25 h 100"/>
              <a:gd name="T14" fmla="*/ 82 w 118"/>
              <a:gd name="T15" fmla="*/ 12 h 100"/>
              <a:gd name="T16" fmla="*/ 78 w 118"/>
              <a:gd name="T17" fmla="*/ 5 h 100"/>
              <a:gd name="T18" fmla="*/ 77 w 118"/>
              <a:gd name="T19" fmla="*/ 11 h 100"/>
              <a:gd name="T20" fmla="*/ 60 w 118"/>
              <a:gd name="T21" fmla="*/ 21 h 100"/>
              <a:gd name="T22" fmla="*/ 63 w 118"/>
              <a:gd name="T23" fmla="*/ 11 h 100"/>
              <a:gd name="T24" fmla="*/ 59 w 118"/>
              <a:gd name="T25" fmla="*/ 7 h 100"/>
              <a:gd name="T26" fmla="*/ 60 w 118"/>
              <a:gd name="T27" fmla="*/ 11 h 100"/>
              <a:gd name="T28" fmla="*/ 57 w 118"/>
              <a:gd name="T29" fmla="*/ 21 h 100"/>
              <a:gd name="T30" fmla="*/ 39 w 118"/>
              <a:gd name="T31" fmla="*/ 9 h 100"/>
              <a:gd name="T32" fmla="*/ 35 w 118"/>
              <a:gd name="T33" fmla="*/ 0 h 100"/>
              <a:gd name="T34" fmla="*/ 35 w 118"/>
              <a:gd name="T35" fmla="*/ 11 h 100"/>
              <a:gd name="T36" fmla="*/ 43 w 118"/>
              <a:gd name="T37" fmla="*/ 25 h 100"/>
              <a:gd name="T38" fmla="*/ 22 w 118"/>
              <a:gd name="T39" fmla="*/ 25 h 100"/>
              <a:gd name="T40" fmla="*/ 17 w 118"/>
              <a:gd name="T41" fmla="*/ 20 h 100"/>
              <a:gd name="T42" fmla="*/ 20 w 118"/>
              <a:gd name="T43" fmla="*/ 28 h 100"/>
              <a:gd name="T44" fmla="*/ 32 w 118"/>
              <a:gd name="T45" fmla="*/ 36 h 100"/>
              <a:gd name="T46" fmla="*/ 12 w 118"/>
              <a:gd name="T47" fmla="*/ 47 h 100"/>
              <a:gd name="T48" fmla="*/ 2 w 118"/>
              <a:gd name="T49" fmla="*/ 47 h 100"/>
              <a:gd name="T50" fmla="*/ 12 w 118"/>
              <a:gd name="T51" fmla="*/ 52 h 100"/>
              <a:gd name="T52" fmla="*/ 29 w 118"/>
              <a:gd name="T53" fmla="*/ 51 h 100"/>
              <a:gd name="T54" fmla="*/ 19 w 118"/>
              <a:gd name="T55" fmla="*/ 62 h 100"/>
              <a:gd name="T56" fmla="*/ 12 w 118"/>
              <a:gd name="T57" fmla="*/ 64 h 100"/>
              <a:gd name="T58" fmla="*/ 20 w 118"/>
              <a:gd name="T59" fmla="*/ 65 h 100"/>
              <a:gd name="T60" fmla="*/ 31 w 118"/>
              <a:gd name="T61" fmla="*/ 60 h 100"/>
              <a:gd name="T62" fmla="*/ 36 w 118"/>
              <a:gd name="T63" fmla="*/ 78 h 100"/>
              <a:gd name="T64" fmla="*/ 31 w 118"/>
              <a:gd name="T65" fmla="*/ 83 h 100"/>
              <a:gd name="T66" fmla="*/ 39 w 118"/>
              <a:gd name="T67" fmla="*/ 81 h 100"/>
              <a:gd name="T68" fmla="*/ 44 w 118"/>
              <a:gd name="T69" fmla="*/ 74 h 100"/>
              <a:gd name="T70" fmla="*/ 51 w 118"/>
              <a:gd name="T71" fmla="*/ 92 h 100"/>
              <a:gd name="T72" fmla="*/ 50 w 118"/>
              <a:gd name="T73" fmla="*/ 99 h 100"/>
              <a:gd name="T74" fmla="*/ 55 w 118"/>
              <a:gd name="T75" fmla="*/ 92 h 100"/>
              <a:gd name="T76" fmla="*/ 56 w 118"/>
              <a:gd name="T77" fmla="*/ 78 h 100"/>
              <a:gd name="T78" fmla="*/ 68 w 118"/>
              <a:gd name="T79" fmla="*/ 76 h 100"/>
              <a:gd name="T80" fmla="*/ 69 w 118"/>
              <a:gd name="T81" fmla="*/ 90 h 100"/>
              <a:gd name="T82" fmla="*/ 77 w 118"/>
              <a:gd name="T83" fmla="*/ 93 h 100"/>
              <a:gd name="T84" fmla="*/ 73 w 118"/>
              <a:gd name="T85" fmla="*/ 88 h 100"/>
              <a:gd name="T86" fmla="*/ 76 w 118"/>
              <a:gd name="T87" fmla="*/ 71 h 100"/>
              <a:gd name="T88" fmla="*/ 79 w 118"/>
              <a:gd name="T89" fmla="*/ 78 h 100"/>
              <a:gd name="T90" fmla="*/ 85 w 118"/>
              <a:gd name="T91" fmla="*/ 77 h 100"/>
              <a:gd name="T92" fmla="*/ 81 w 118"/>
              <a:gd name="T93" fmla="*/ 75 h 100"/>
              <a:gd name="T94" fmla="*/ 84 w 118"/>
              <a:gd name="T95" fmla="*/ 58 h 100"/>
              <a:gd name="T96" fmla="*/ 105 w 118"/>
              <a:gd name="T97" fmla="*/ 66 h 100"/>
              <a:gd name="T98" fmla="*/ 114 w 118"/>
              <a:gd name="T99" fmla="*/ 54 h 100"/>
              <a:gd name="T100" fmla="*/ 44 w 118"/>
              <a:gd name="T101" fmla="*/ 44 h 100"/>
              <a:gd name="T102" fmla="*/ 53 w 118"/>
              <a:gd name="T103" fmla="*/ 44 h 100"/>
              <a:gd name="T104" fmla="*/ 59 w 118"/>
              <a:gd name="T105" fmla="*/ 57 h 100"/>
              <a:gd name="T106" fmla="*/ 59 w 118"/>
              <a:gd name="T107" fmla="*/ 51 h 100"/>
              <a:gd name="T108" fmla="*/ 59 w 118"/>
              <a:gd name="T109" fmla="*/ 57 h 100"/>
              <a:gd name="T110" fmla="*/ 71 w 118"/>
              <a:gd name="T111" fmla="*/ 35 h 100"/>
              <a:gd name="T112" fmla="*/ 71 w 118"/>
              <a:gd name="T113" fmla="*/ 4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8" h="100">
                <a:moveTo>
                  <a:pt x="114" y="54"/>
                </a:moveTo>
                <a:cubicBezTo>
                  <a:pt x="111" y="51"/>
                  <a:pt x="106" y="52"/>
                  <a:pt x="104" y="55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2"/>
                  <a:pt x="85" y="51"/>
                  <a:pt x="85" y="49"/>
                </a:cubicBezTo>
                <a:cubicBezTo>
                  <a:pt x="85" y="44"/>
                  <a:pt x="84" y="39"/>
                  <a:pt x="81" y="35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28"/>
                  <a:pt x="95" y="28"/>
                  <a:pt x="95" y="28"/>
                </a:cubicBezTo>
                <a:cubicBezTo>
                  <a:pt x="98" y="28"/>
                  <a:pt x="99" y="26"/>
                  <a:pt x="99" y="24"/>
                </a:cubicBezTo>
                <a:cubicBezTo>
                  <a:pt x="99" y="22"/>
                  <a:pt x="97" y="20"/>
                  <a:pt x="95" y="21"/>
                </a:cubicBezTo>
                <a:cubicBezTo>
                  <a:pt x="93" y="21"/>
                  <a:pt x="91" y="23"/>
                  <a:pt x="91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80" y="33"/>
                  <a:pt x="80" y="33"/>
                  <a:pt x="80" y="33"/>
                </a:cubicBezTo>
                <a:cubicBezTo>
                  <a:pt x="78" y="30"/>
                  <a:pt x="75" y="27"/>
                  <a:pt x="71" y="25"/>
                </a:cubicBezTo>
                <a:cubicBezTo>
                  <a:pt x="80" y="12"/>
                  <a:pt x="80" y="12"/>
                  <a:pt x="80" y="12"/>
                </a:cubicBezTo>
                <a:cubicBezTo>
                  <a:pt x="81" y="12"/>
                  <a:pt x="81" y="12"/>
                  <a:pt x="82" y="12"/>
                </a:cubicBezTo>
                <a:cubicBezTo>
                  <a:pt x="84" y="11"/>
                  <a:pt x="85" y="8"/>
                  <a:pt x="84" y="6"/>
                </a:cubicBezTo>
                <a:cubicBezTo>
                  <a:pt x="83" y="4"/>
                  <a:pt x="80" y="4"/>
                  <a:pt x="78" y="5"/>
                </a:cubicBezTo>
                <a:cubicBezTo>
                  <a:pt x="76" y="6"/>
                  <a:pt x="76" y="8"/>
                  <a:pt x="77" y="10"/>
                </a:cubicBezTo>
                <a:cubicBezTo>
                  <a:pt x="77" y="11"/>
                  <a:pt x="77" y="11"/>
                  <a:pt x="77" y="11"/>
                </a:cubicBezTo>
                <a:cubicBezTo>
                  <a:pt x="69" y="24"/>
                  <a:pt x="69" y="24"/>
                  <a:pt x="69" y="24"/>
                </a:cubicBezTo>
                <a:cubicBezTo>
                  <a:pt x="66" y="23"/>
                  <a:pt x="63" y="22"/>
                  <a:pt x="60" y="21"/>
                </a:cubicBezTo>
                <a:cubicBezTo>
                  <a:pt x="62" y="12"/>
                  <a:pt x="62" y="12"/>
                  <a:pt x="62" y="12"/>
                </a:cubicBezTo>
                <a:cubicBezTo>
                  <a:pt x="62" y="11"/>
                  <a:pt x="63" y="11"/>
                  <a:pt x="63" y="11"/>
                </a:cubicBezTo>
                <a:cubicBezTo>
                  <a:pt x="64" y="9"/>
                  <a:pt x="64" y="7"/>
                  <a:pt x="63" y="6"/>
                </a:cubicBezTo>
                <a:cubicBezTo>
                  <a:pt x="61" y="5"/>
                  <a:pt x="60" y="6"/>
                  <a:pt x="59" y="7"/>
                </a:cubicBezTo>
                <a:cubicBezTo>
                  <a:pt x="58" y="8"/>
                  <a:pt x="58" y="10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58" y="21"/>
                  <a:pt x="58" y="21"/>
                  <a:pt x="58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4" y="21"/>
                  <a:pt x="50" y="22"/>
                  <a:pt x="47" y="23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8"/>
                  <a:pt x="40" y="7"/>
                  <a:pt x="40" y="5"/>
                </a:cubicBezTo>
                <a:cubicBezTo>
                  <a:pt x="40" y="2"/>
                  <a:pt x="38" y="0"/>
                  <a:pt x="35" y="0"/>
                </a:cubicBezTo>
                <a:cubicBezTo>
                  <a:pt x="31" y="0"/>
                  <a:pt x="29" y="2"/>
                  <a:pt x="29" y="5"/>
                </a:cubicBezTo>
                <a:cubicBezTo>
                  <a:pt x="29" y="9"/>
                  <a:pt x="32" y="11"/>
                  <a:pt x="35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43" y="25"/>
                  <a:pt x="43" y="25"/>
                  <a:pt x="43" y="25"/>
                </a:cubicBezTo>
                <a:cubicBezTo>
                  <a:pt x="39" y="27"/>
                  <a:pt x="36" y="30"/>
                  <a:pt x="34" y="34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3"/>
                  <a:pt x="22" y="22"/>
                </a:cubicBezTo>
                <a:cubicBezTo>
                  <a:pt x="21" y="20"/>
                  <a:pt x="19" y="19"/>
                  <a:pt x="17" y="20"/>
                </a:cubicBezTo>
                <a:cubicBezTo>
                  <a:pt x="15" y="21"/>
                  <a:pt x="14" y="24"/>
                  <a:pt x="15" y="26"/>
                </a:cubicBezTo>
                <a:cubicBezTo>
                  <a:pt x="16" y="28"/>
                  <a:pt x="18" y="28"/>
                  <a:pt x="20" y="28"/>
                </a:cubicBezTo>
                <a:cubicBezTo>
                  <a:pt x="21" y="27"/>
                  <a:pt x="21" y="27"/>
                  <a:pt x="21" y="27"/>
                </a:cubicBezTo>
                <a:cubicBezTo>
                  <a:pt x="32" y="36"/>
                  <a:pt x="32" y="36"/>
                  <a:pt x="32" y="36"/>
                </a:cubicBezTo>
                <a:cubicBezTo>
                  <a:pt x="31" y="40"/>
                  <a:pt x="29" y="43"/>
                  <a:pt x="29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6"/>
                  <a:pt x="11" y="45"/>
                  <a:pt x="9" y="45"/>
                </a:cubicBezTo>
                <a:cubicBezTo>
                  <a:pt x="7" y="43"/>
                  <a:pt x="3" y="44"/>
                  <a:pt x="2" y="47"/>
                </a:cubicBezTo>
                <a:cubicBezTo>
                  <a:pt x="0" y="50"/>
                  <a:pt x="1" y="53"/>
                  <a:pt x="4" y="54"/>
                </a:cubicBezTo>
                <a:cubicBezTo>
                  <a:pt x="7" y="56"/>
                  <a:pt x="10" y="55"/>
                  <a:pt x="12" y="52"/>
                </a:cubicBezTo>
                <a:cubicBezTo>
                  <a:pt x="12" y="51"/>
                  <a:pt x="12" y="51"/>
                  <a:pt x="12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9" y="54"/>
                  <a:pt x="30" y="56"/>
                  <a:pt x="30" y="58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61"/>
                  <a:pt x="18" y="61"/>
                  <a:pt x="17" y="61"/>
                </a:cubicBezTo>
                <a:cubicBezTo>
                  <a:pt x="15" y="61"/>
                  <a:pt x="13" y="62"/>
                  <a:pt x="12" y="64"/>
                </a:cubicBezTo>
                <a:cubicBezTo>
                  <a:pt x="12" y="67"/>
                  <a:pt x="14" y="68"/>
                  <a:pt x="16" y="69"/>
                </a:cubicBezTo>
                <a:cubicBezTo>
                  <a:pt x="18" y="69"/>
                  <a:pt x="20" y="67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31" y="60"/>
                  <a:pt x="31" y="60"/>
                  <a:pt x="31" y="60"/>
                </a:cubicBezTo>
                <a:cubicBezTo>
                  <a:pt x="33" y="66"/>
                  <a:pt x="37" y="70"/>
                  <a:pt x="42" y="73"/>
                </a:cubicBezTo>
                <a:cubicBezTo>
                  <a:pt x="36" y="78"/>
                  <a:pt x="36" y="78"/>
                  <a:pt x="36" y="78"/>
                </a:cubicBezTo>
                <a:cubicBezTo>
                  <a:pt x="35" y="78"/>
                  <a:pt x="35" y="78"/>
                  <a:pt x="34" y="78"/>
                </a:cubicBezTo>
                <a:cubicBezTo>
                  <a:pt x="32" y="79"/>
                  <a:pt x="30" y="81"/>
                  <a:pt x="31" y="83"/>
                </a:cubicBezTo>
                <a:cubicBezTo>
                  <a:pt x="32" y="85"/>
                  <a:pt x="34" y="87"/>
                  <a:pt x="36" y="86"/>
                </a:cubicBezTo>
                <a:cubicBezTo>
                  <a:pt x="38" y="85"/>
                  <a:pt x="39" y="83"/>
                  <a:pt x="39" y="81"/>
                </a:cubicBezTo>
                <a:cubicBezTo>
                  <a:pt x="38" y="80"/>
                  <a:pt x="38" y="80"/>
                  <a:pt x="38" y="80"/>
                </a:cubicBezTo>
                <a:cubicBezTo>
                  <a:pt x="44" y="74"/>
                  <a:pt x="44" y="74"/>
                  <a:pt x="44" y="74"/>
                </a:cubicBezTo>
                <a:cubicBezTo>
                  <a:pt x="47" y="76"/>
                  <a:pt x="50" y="77"/>
                  <a:pt x="53" y="77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0" y="92"/>
                  <a:pt x="49" y="93"/>
                </a:cubicBezTo>
                <a:cubicBezTo>
                  <a:pt x="48" y="95"/>
                  <a:pt x="48" y="97"/>
                  <a:pt x="50" y="99"/>
                </a:cubicBezTo>
                <a:cubicBezTo>
                  <a:pt x="52" y="100"/>
                  <a:pt x="54" y="100"/>
                  <a:pt x="55" y="98"/>
                </a:cubicBezTo>
                <a:cubicBezTo>
                  <a:pt x="57" y="96"/>
                  <a:pt x="57" y="94"/>
                  <a:pt x="55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6" y="78"/>
                  <a:pt x="56" y="78"/>
                  <a:pt x="56" y="78"/>
                </a:cubicBezTo>
                <a:cubicBezTo>
                  <a:pt x="56" y="78"/>
                  <a:pt x="57" y="78"/>
                  <a:pt x="57" y="78"/>
                </a:cubicBezTo>
                <a:cubicBezTo>
                  <a:pt x="61" y="78"/>
                  <a:pt x="64" y="77"/>
                  <a:pt x="68" y="76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89"/>
                  <a:pt x="69" y="90"/>
                  <a:pt x="69" y="90"/>
                </a:cubicBezTo>
                <a:cubicBezTo>
                  <a:pt x="68" y="93"/>
                  <a:pt x="70" y="95"/>
                  <a:pt x="72" y="95"/>
                </a:cubicBezTo>
                <a:cubicBezTo>
                  <a:pt x="74" y="96"/>
                  <a:pt x="76" y="95"/>
                  <a:pt x="77" y="93"/>
                </a:cubicBezTo>
                <a:cubicBezTo>
                  <a:pt x="77" y="90"/>
                  <a:pt x="76" y="88"/>
                  <a:pt x="74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0" y="74"/>
                  <a:pt x="70" y="74"/>
                  <a:pt x="70" y="74"/>
                </a:cubicBezTo>
                <a:cubicBezTo>
                  <a:pt x="72" y="73"/>
                  <a:pt x="74" y="72"/>
                  <a:pt x="76" y="71"/>
                </a:cubicBezTo>
                <a:cubicBezTo>
                  <a:pt x="80" y="76"/>
                  <a:pt x="80" y="76"/>
                  <a:pt x="80" y="76"/>
                </a:cubicBezTo>
                <a:cubicBezTo>
                  <a:pt x="79" y="77"/>
                  <a:pt x="79" y="77"/>
                  <a:pt x="79" y="78"/>
                </a:cubicBezTo>
                <a:cubicBezTo>
                  <a:pt x="80" y="80"/>
                  <a:pt x="81" y="81"/>
                  <a:pt x="83" y="80"/>
                </a:cubicBezTo>
                <a:cubicBezTo>
                  <a:pt x="84" y="80"/>
                  <a:pt x="85" y="79"/>
                  <a:pt x="85" y="77"/>
                </a:cubicBezTo>
                <a:cubicBezTo>
                  <a:pt x="85" y="76"/>
                  <a:pt x="83" y="74"/>
                  <a:pt x="82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77" y="69"/>
                  <a:pt x="77" y="69"/>
                  <a:pt x="77" y="69"/>
                </a:cubicBezTo>
                <a:cubicBezTo>
                  <a:pt x="80" y="66"/>
                  <a:pt x="83" y="62"/>
                  <a:pt x="84" y="58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3" y="63"/>
                  <a:pt x="104" y="65"/>
                  <a:pt x="105" y="66"/>
                </a:cubicBezTo>
                <a:cubicBezTo>
                  <a:pt x="108" y="68"/>
                  <a:pt x="113" y="67"/>
                  <a:pt x="115" y="64"/>
                </a:cubicBezTo>
                <a:cubicBezTo>
                  <a:pt x="118" y="61"/>
                  <a:pt x="117" y="56"/>
                  <a:pt x="114" y="54"/>
                </a:cubicBezTo>
                <a:close/>
                <a:moveTo>
                  <a:pt x="48" y="48"/>
                </a:moveTo>
                <a:cubicBezTo>
                  <a:pt x="46" y="48"/>
                  <a:pt x="44" y="46"/>
                  <a:pt x="44" y="44"/>
                </a:cubicBezTo>
                <a:cubicBezTo>
                  <a:pt x="44" y="42"/>
                  <a:pt x="46" y="40"/>
                  <a:pt x="48" y="40"/>
                </a:cubicBezTo>
                <a:cubicBezTo>
                  <a:pt x="51" y="40"/>
                  <a:pt x="53" y="42"/>
                  <a:pt x="53" y="44"/>
                </a:cubicBezTo>
                <a:cubicBezTo>
                  <a:pt x="53" y="46"/>
                  <a:pt x="51" y="48"/>
                  <a:pt x="48" y="48"/>
                </a:cubicBezTo>
                <a:close/>
                <a:moveTo>
                  <a:pt x="59" y="57"/>
                </a:moveTo>
                <a:cubicBezTo>
                  <a:pt x="58" y="57"/>
                  <a:pt x="56" y="56"/>
                  <a:pt x="56" y="54"/>
                </a:cubicBezTo>
                <a:cubicBezTo>
                  <a:pt x="56" y="53"/>
                  <a:pt x="58" y="51"/>
                  <a:pt x="59" y="51"/>
                </a:cubicBezTo>
                <a:cubicBezTo>
                  <a:pt x="61" y="51"/>
                  <a:pt x="62" y="53"/>
                  <a:pt x="62" y="54"/>
                </a:cubicBezTo>
                <a:cubicBezTo>
                  <a:pt x="62" y="56"/>
                  <a:pt x="61" y="57"/>
                  <a:pt x="59" y="57"/>
                </a:cubicBezTo>
                <a:close/>
                <a:moveTo>
                  <a:pt x="66" y="40"/>
                </a:moveTo>
                <a:cubicBezTo>
                  <a:pt x="66" y="37"/>
                  <a:pt x="68" y="35"/>
                  <a:pt x="71" y="35"/>
                </a:cubicBezTo>
                <a:cubicBezTo>
                  <a:pt x="73" y="35"/>
                  <a:pt x="75" y="37"/>
                  <a:pt x="75" y="40"/>
                </a:cubicBezTo>
                <a:cubicBezTo>
                  <a:pt x="75" y="42"/>
                  <a:pt x="73" y="44"/>
                  <a:pt x="71" y="44"/>
                </a:cubicBezTo>
                <a:cubicBezTo>
                  <a:pt x="68" y="44"/>
                  <a:pt x="66" y="42"/>
                  <a:pt x="66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0" name="Freeform 16"/>
          <p:cNvSpPr>
            <a:spLocks/>
          </p:cNvSpPr>
          <p:nvPr/>
        </p:nvSpPr>
        <p:spPr bwMode="auto">
          <a:xfrm>
            <a:off x="3066824" y="417514"/>
            <a:ext cx="327025" cy="96838"/>
          </a:xfrm>
          <a:custGeom>
            <a:avLst/>
            <a:gdLst>
              <a:gd name="T0" fmla="*/ 68 w 77"/>
              <a:gd name="T1" fmla="*/ 0 h 23"/>
              <a:gd name="T2" fmla="*/ 8 w 77"/>
              <a:gd name="T3" fmla="*/ 0 h 23"/>
              <a:gd name="T4" fmla="*/ 4 w 77"/>
              <a:gd name="T5" fmla="*/ 11 h 23"/>
              <a:gd name="T6" fmla="*/ 15 w 77"/>
              <a:gd name="T7" fmla="*/ 23 h 23"/>
              <a:gd name="T8" fmla="*/ 66 w 77"/>
              <a:gd name="T9" fmla="*/ 23 h 23"/>
              <a:gd name="T10" fmla="*/ 68 w 77"/>
              <a:gd name="T11" fmla="*/ 23 h 23"/>
              <a:gd name="T12" fmla="*/ 74 w 77"/>
              <a:gd name="T13" fmla="*/ 13 h 23"/>
              <a:gd name="T14" fmla="*/ 68 w 77"/>
              <a:gd name="T1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7" h="23">
                <a:moveTo>
                  <a:pt x="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0" y="23"/>
                  <a:pt x="15" y="23"/>
                </a:cubicBezTo>
                <a:cubicBezTo>
                  <a:pt x="66" y="23"/>
                  <a:pt x="66" y="23"/>
                  <a:pt x="66" y="23"/>
                </a:cubicBezTo>
                <a:cubicBezTo>
                  <a:pt x="66" y="23"/>
                  <a:pt x="67" y="23"/>
                  <a:pt x="68" y="23"/>
                </a:cubicBezTo>
                <a:cubicBezTo>
                  <a:pt x="71" y="23"/>
                  <a:pt x="77" y="22"/>
                  <a:pt x="74" y="13"/>
                </a:cubicBezTo>
                <a:cubicBezTo>
                  <a:pt x="68" y="0"/>
                  <a:pt x="68" y="0"/>
                  <a:pt x="6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1" name="Oval 17"/>
          <p:cNvSpPr>
            <a:spLocks noChangeArrowheads="1"/>
          </p:cNvSpPr>
          <p:nvPr/>
        </p:nvSpPr>
        <p:spPr bwMode="auto">
          <a:xfrm>
            <a:off x="3236687" y="361951"/>
            <a:ext cx="42863" cy="428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2" name="Oval 18"/>
          <p:cNvSpPr>
            <a:spLocks noChangeArrowheads="1"/>
          </p:cNvSpPr>
          <p:nvPr/>
        </p:nvSpPr>
        <p:spPr bwMode="auto">
          <a:xfrm>
            <a:off x="3177949" y="349251"/>
            <a:ext cx="42863" cy="428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3" name="Oval 19"/>
          <p:cNvSpPr>
            <a:spLocks noChangeArrowheads="1"/>
          </p:cNvSpPr>
          <p:nvPr/>
        </p:nvSpPr>
        <p:spPr bwMode="auto">
          <a:xfrm>
            <a:off x="3223987" y="319089"/>
            <a:ext cx="30163" cy="30163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4" name="Freeform 20"/>
          <p:cNvSpPr>
            <a:spLocks noEditPoints="1"/>
          </p:cNvSpPr>
          <p:nvPr/>
        </p:nvSpPr>
        <p:spPr bwMode="auto">
          <a:xfrm>
            <a:off x="3033487" y="146051"/>
            <a:ext cx="390525" cy="393700"/>
          </a:xfrm>
          <a:custGeom>
            <a:avLst/>
            <a:gdLst>
              <a:gd name="T0" fmla="*/ 89 w 92"/>
              <a:gd name="T1" fmla="*/ 77 h 93"/>
              <a:gd name="T2" fmla="*/ 59 w 92"/>
              <a:gd name="T3" fmla="*/ 24 h 93"/>
              <a:gd name="T4" fmla="*/ 59 w 92"/>
              <a:gd name="T5" fmla="*/ 6 h 93"/>
              <a:gd name="T6" fmla="*/ 60 w 92"/>
              <a:gd name="T7" fmla="*/ 6 h 93"/>
              <a:gd name="T8" fmla="*/ 63 w 92"/>
              <a:gd name="T9" fmla="*/ 3 h 93"/>
              <a:gd name="T10" fmla="*/ 60 w 92"/>
              <a:gd name="T11" fmla="*/ 0 h 93"/>
              <a:gd name="T12" fmla="*/ 32 w 92"/>
              <a:gd name="T13" fmla="*/ 0 h 93"/>
              <a:gd name="T14" fmla="*/ 29 w 92"/>
              <a:gd name="T15" fmla="*/ 3 h 93"/>
              <a:gd name="T16" fmla="*/ 32 w 92"/>
              <a:gd name="T17" fmla="*/ 6 h 93"/>
              <a:gd name="T18" fmla="*/ 34 w 92"/>
              <a:gd name="T19" fmla="*/ 6 h 93"/>
              <a:gd name="T20" fmla="*/ 34 w 92"/>
              <a:gd name="T21" fmla="*/ 24 h 93"/>
              <a:gd name="T22" fmla="*/ 3 w 92"/>
              <a:gd name="T23" fmla="*/ 77 h 93"/>
              <a:gd name="T24" fmla="*/ 13 w 92"/>
              <a:gd name="T25" fmla="*/ 93 h 93"/>
              <a:gd name="T26" fmla="*/ 79 w 92"/>
              <a:gd name="T27" fmla="*/ 93 h 93"/>
              <a:gd name="T28" fmla="*/ 89 w 92"/>
              <a:gd name="T29" fmla="*/ 77 h 93"/>
              <a:gd name="T30" fmla="*/ 73 w 92"/>
              <a:gd name="T31" fmla="*/ 87 h 93"/>
              <a:gd name="T32" fmla="*/ 23 w 92"/>
              <a:gd name="T33" fmla="*/ 87 h 93"/>
              <a:gd name="T34" fmla="*/ 12 w 92"/>
              <a:gd name="T35" fmla="*/ 75 h 93"/>
              <a:gd name="T36" fmla="*/ 18 w 92"/>
              <a:gd name="T37" fmla="*/ 64 h 93"/>
              <a:gd name="T38" fmla="*/ 39 w 92"/>
              <a:gd name="T39" fmla="*/ 27 h 93"/>
              <a:gd name="T40" fmla="*/ 40 w 92"/>
              <a:gd name="T41" fmla="*/ 26 h 93"/>
              <a:gd name="T42" fmla="*/ 53 w 92"/>
              <a:gd name="T43" fmla="*/ 26 h 93"/>
              <a:gd name="T44" fmla="*/ 53 w 92"/>
              <a:gd name="T45" fmla="*/ 27 h 93"/>
              <a:gd name="T46" fmla="*/ 75 w 92"/>
              <a:gd name="T47" fmla="*/ 65 h 93"/>
              <a:gd name="T48" fmla="*/ 81 w 92"/>
              <a:gd name="T49" fmla="*/ 77 h 93"/>
              <a:gd name="T50" fmla="*/ 73 w 92"/>
              <a:gd name="T51" fmla="*/ 8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2" h="93">
                <a:moveTo>
                  <a:pt x="89" y="77"/>
                </a:moveTo>
                <a:cubicBezTo>
                  <a:pt x="89" y="77"/>
                  <a:pt x="78" y="55"/>
                  <a:pt x="59" y="24"/>
                </a:cubicBezTo>
                <a:cubicBezTo>
                  <a:pt x="59" y="6"/>
                  <a:pt x="59" y="6"/>
                  <a:pt x="59" y="6"/>
                </a:cubicBezTo>
                <a:cubicBezTo>
                  <a:pt x="60" y="6"/>
                  <a:pt x="60" y="6"/>
                  <a:pt x="60" y="6"/>
                </a:cubicBezTo>
                <a:cubicBezTo>
                  <a:pt x="62" y="6"/>
                  <a:pt x="63" y="5"/>
                  <a:pt x="63" y="3"/>
                </a:cubicBezTo>
                <a:cubicBezTo>
                  <a:pt x="63" y="2"/>
                  <a:pt x="62" y="0"/>
                  <a:pt x="60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29" y="2"/>
                  <a:pt x="29" y="3"/>
                </a:cubicBezTo>
                <a:cubicBezTo>
                  <a:pt x="29" y="5"/>
                  <a:pt x="31" y="6"/>
                  <a:pt x="32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24"/>
                  <a:pt x="34" y="24"/>
                  <a:pt x="34" y="24"/>
                </a:cubicBezTo>
                <a:cubicBezTo>
                  <a:pt x="15" y="55"/>
                  <a:pt x="3" y="77"/>
                  <a:pt x="3" y="77"/>
                </a:cubicBezTo>
                <a:cubicBezTo>
                  <a:pt x="0" y="85"/>
                  <a:pt x="4" y="93"/>
                  <a:pt x="13" y="93"/>
                </a:cubicBezTo>
                <a:cubicBezTo>
                  <a:pt x="79" y="93"/>
                  <a:pt x="79" y="93"/>
                  <a:pt x="79" y="93"/>
                </a:cubicBezTo>
                <a:cubicBezTo>
                  <a:pt x="89" y="93"/>
                  <a:pt x="92" y="85"/>
                  <a:pt x="89" y="77"/>
                </a:cubicBezTo>
                <a:close/>
                <a:moveTo>
                  <a:pt x="73" y="87"/>
                </a:moveTo>
                <a:cubicBezTo>
                  <a:pt x="23" y="87"/>
                  <a:pt x="23" y="87"/>
                  <a:pt x="23" y="87"/>
                </a:cubicBezTo>
                <a:cubicBezTo>
                  <a:pt x="9" y="87"/>
                  <a:pt x="12" y="75"/>
                  <a:pt x="12" y="75"/>
                </a:cubicBezTo>
                <a:cubicBezTo>
                  <a:pt x="12" y="75"/>
                  <a:pt x="16" y="67"/>
                  <a:pt x="18" y="64"/>
                </a:cubicBezTo>
                <a:cubicBezTo>
                  <a:pt x="19" y="61"/>
                  <a:pt x="34" y="35"/>
                  <a:pt x="39" y="27"/>
                </a:cubicBezTo>
                <a:cubicBezTo>
                  <a:pt x="40" y="26"/>
                  <a:pt x="40" y="26"/>
                  <a:pt x="40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7"/>
                  <a:pt x="53" y="27"/>
                  <a:pt x="53" y="27"/>
                </a:cubicBezTo>
                <a:cubicBezTo>
                  <a:pt x="58" y="35"/>
                  <a:pt x="74" y="63"/>
                  <a:pt x="75" y="65"/>
                </a:cubicBezTo>
                <a:cubicBezTo>
                  <a:pt x="76" y="67"/>
                  <a:pt x="81" y="77"/>
                  <a:pt x="81" y="77"/>
                </a:cubicBezTo>
                <a:cubicBezTo>
                  <a:pt x="85" y="88"/>
                  <a:pt x="73" y="87"/>
                  <a:pt x="73" y="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5" name="Rectangle 21"/>
          <p:cNvSpPr>
            <a:spLocks noChangeArrowheads="1"/>
          </p:cNvSpPr>
          <p:nvPr/>
        </p:nvSpPr>
        <p:spPr bwMode="auto">
          <a:xfrm>
            <a:off x="4806724" y="146051"/>
            <a:ext cx="889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6" name="Freeform 22"/>
          <p:cNvSpPr>
            <a:spLocks/>
          </p:cNvSpPr>
          <p:nvPr/>
        </p:nvSpPr>
        <p:spPr bwMode="auto">
          <a:xfrm>
            <a:off x="4674962" y="174626"/>
            <a:ext cx="254000" cy="339725"/>
          </a:xfrm>
          <a:custGeom>
            <a:avLst/>
            <a:gdLst>
              <a:gd name="T0" fmla="*/ 23 w 60"/>
              <a:gd name="T1" fmla="*/ 80 h 80"/>
              <a:gd name="T2" fmla="*/ 60 w 60"/>
              <a:gd name="T3" fmla="*/ 80 h 80"/>
              <a:gd name="T4" fmla="*/ 60 w 60"/>
              <a:gd name="T5" fmla="*/ 66 h 80"/>
              <a:gd name="T6" fmla="*/ 58 w 60"/>
              <a:gd name="T7" fmla="*/ 66 h 80"/>
              <a:gd name="T8" fmla="*/ 58 w 60"/>
              <a:gd name="T9" fmla="*/ 63 h 80"/>
              <a:gd name="T10" fmla="*/ 26 w 60"/>
              <a:gd name="T11" fmla="*/ 63 h 80"/>
              <a:gd name="T12" fmla="*/ 26 w 60"/>
              <a:gd name="T13" fmla="*/ 66 h 80"/>
              <a:gd name="T14" fmla="*/ 25 w 60"/>
              <a:gd name="T15" fmla="*/ 66 h 80"/>
              <a:gd name="T16" fmla="*/ 7 w 60"/>
              <a:gd name="T17" fmla="*/ 38 h 80"/>
              <a:gd name="T18" fmla="*/ 34 w 60"/>
              <a:gd name="T19" fmla="*/ 8 h 80"/>
              <a:gd name="T20" fmla="*/ 34 w 60"/>
              <a:gd name="T21" fmla="*/ 38 h 80"/>
              <a:gd name="T22" fmla="*/ 26 w 60"/>
              <a:gd name="T23" fmla="*/ 38 h 80"/>
              <a:gd name="T24" fmla="*/ 26 w 60"/>
              <a:gd name="T25" fmla="*/ 40 h 80"/>
              <a:gd name="T26" fmla="*/ 28 w 60"/>
              <a:gd name="T27" fmla="*/ 40 h 80"/>
              <a:gd name="T28" fmla="*/ 27 w 60"/>
              <a:gd name="T29" fmla="*/ 42 h 80"/>
              <a:gd name="T30" fmla="*/ 27 w 60"/>
              <a:gd name="T31" fmla="*/ 49 h 80"/>
              <a:gd name="T32" fmla="*/ 31 w 60"/>
              <a:gd name="T33" fmla="*/ 53 h 80"/>
              <a:gd name="T34" fmla="*/ 35 w 60"/>
              <a:gd name="T35" fmla="*/ 49 h 80"/>
              <a:gd name="T36" fmla="*/ 35 w 60"/>
              <a:gd name="T37" fmla="*/ 42 h 80"/>
              <a:gd name="T38" fmla="*/ 35 w 60"/>
              <a:gd name="T39" fmla="*/ 40 h 80"/>
              <a:gd name="T40" fmla="*/ 38 w 60"/>
              <a:gd name="T41" fmla="*/ 40 h 80"/>
              <a:gd name="T42" fmla="*/ 38 w 60"/>
              <a:gd name="T43" fmla="*/ 42 h 80"/>
              <a:gd name="T44" fmla="*/ 38 w 60"/>
              <a:gd name="T45" fmla="*/ 54 h 80"/>
              <a:gd name="T46" fmla="*/ 42 w 60"/>
              <a:gd name="T47" fmla="*/ 58 h 80"/>
              <a:gd name="T48" fmla="*/ 46 w 60"/>
              <a:gd name="T49" fmla="*/ 54 h 80"/>
              <a:gd name="T50" fmla="*/ 46 w 60"/>
              <a:gd name="T51" fmla="*/ 42 h 80"/>
              <a:gd name="T52" fmla="*/ 45 w 60"/>
              <a:gd name="T53" fmla="*/ 40 h 80"/>
              <a:gd name="T54" fmla="*/ 48 w 60"/>
              <a:gd name="T55" fmla="*/ 40 h 80"/>
              <a:gd name="T56" fmla="*/ 48 w 60"/>
              <a:gd name="T57" fmla="*/ 42 h 80"/>
              <a:gd name="T58" fmla="*/ 48 w 60"/>
              <a:gd name="T59" fmla="*/ 49 h 80"/>
              <a:gd name="T60" fmla="*/ 52 w 60"/>
              <a:gd name="T61" fmla="*/ 53 h 80"/>
              <a:gd name="T62" fmla="*/ 56 w 60"/>
              <a:gd name="T63" fmla="*/ 49 h 80"/>
              <a:gd name="T64" fmla="*/ 56 w 60"/>
              <a:gd name="T65" fmla="*/ 42 h 80"/>
              <a:gd name="T66" fmla="*/ 56 w 60"/>
              <a:gd name="T67" fmla="*/ 40 h 80"/>
              <a:gd name="T68" fmla="*/ 58 w 60"/>
              <a:gd name="T69" fmla="*/ 40 h 80"/>
              <a:gd name="T70" fmla="*/ 58 w 60"/>
              <a:gd name="T71" fmla="*/ 38 h 80"/>
              <a:gd name="T72" fmla="*/ 49 w 60"/>
              <a:gd name="T73" fmla="*/ 38 h 80"/>
              <a:gd name="T74" fmla="*/ 49 w 60"/>
              <a:gd name="T75" fmla="*/ 0 h 80"/>
              <a:gd name="T76" fmla="*/ 34 w 60"/>
              <a:gd name="T77" fmla="*/ 0 h 80"/>
              <a:gd name="T78" fmla="*/ 34 w 60"/>
              <a:gd name="T79" fmla="*/ 2 h 80"/>
              <a:gd name="T80" fmla="*/ 0 w 60"/>
              <a:gd name="T81" fmla="*/ 38 h 80"/>
              <a:gd name="T82" fmla="*/ 23 w 60"/>
              <a:gd name="T83" fmla="*/ 72 h 80"/>
              <a:gd name="T84" fmla="*/ 23 w 60"/>
              <a:gd name="T85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0" h="80">
                <a:moveTo>
                  <a:pt x="23" y="80"/>
                </a:moveTo>
                <a:cubicBezTo>
                  <a:pt x="60" y="80"/>
                  <a:pt x="60" y="80"/>
                  <a:pt x="60" y="80"/>
                </a:cubicBezTo>
                <a:cubicBezTo>
                  <a:pt x="60" y="66"/>
                  <a:pt x="60" y="66"/>
                  <a:pt x="60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3"/>
                  <a:pt x="58" y="63"/>
                  <a:pt x="58" y="63"/>
                </a:cubicBezTo>
                <a:cubicBezTo>
                  <a:pt x="26" y="63"/>
                  <a:pt x="26" y="63"/>
                  <a:pt x="26" y="63"/>
                </a:cubicBezTo>
                <a:cubicBezTo>
                  <a:pt x="26" y="66"/>
                  <a:pt x="26" y="66"/>
                  <a:pt x="26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14" y="61"/>
                  <a:pt x="7" y="50"/>
                  <a:pt x="7" y="38"/>
                </a:cubicBezTo>
                <a:cubicBezTo>
                  <a:pt x="7" y="22"/>
                  <a:pt x="19" y="9"/>
                  <a:pt x="34" y="8"/>
                </a:cubicBezTo>
                <a:cubicBezTo>
                  <a:pt x="34" y="38"/>
                  <a:pt x="34" y="38"/>
                  <a:pt x="34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1"/>
                  <a:pt x="27" y="42"/>
                  <a:pt x="27" y="42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1"/>
                  <a:pt x="29" y="53"/>
                  <a:pt x="31" y="53"/>
                </a:cubicBezTo>
                <a:cubicBezTo>
                  <a:pt x="34" y="53"/>
                  <a:pt x="35" y="51"/>
                  <a:pt x="35" y="49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1"/>
                  <a:pt x="35" y="40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1"/>
                  <a:pt x="38" y="42"/>
                  <a:pt x="38" y="42"/>
                </a:cubicBezTo>
                <a:cubicBezTo>
                  <a:pt x="38" y="54"/>
                  <a:pt x="38" y="54"/>
                  <a:pt x="38" y="54"/>
                </a:cubicBezTo>
                <a:cubicBezTo>
                  <a:pt x="38" y="56"/>
                  <a:pt x="39" y="58"/>
                  <a:pt x="42" y="58"/>
                </a:cubicBezTo>
                <a:cubicBezTo>
                  <a:pt x="44" y="58"/>
                  <a:pt x="46" y="56"/>
                  <a:pt x="46" y="54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2"/>
                  <a:pt x="46" y="41"/>
                  <a:pt x="45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1"/>
                  <a:pt x="48" y="42"/>
                  <a:pt x="48" y="42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51"/>
                  <a:pt x="50" y="53"/>
                  <a:pt x="52" y="53"/>
                </a:cubicBezTo>
                <a:cubicBezTo>
                  <a:pt x="54" y="53"/>
                  <a:pt x="56" y="51"/>
                  <a:pt x="56" y="49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2"/>
                  <a:pt x="56" y="41"/>
                  <a:pt x="56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58" y="38"/>
                  <a:pt x="58" y="38"/>
                  <a:pt x="58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0"/>
                  <a:pt x="49" y="0"/>
                  <a:pt x="4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2"/>
                  <a:pt x="34" y="2"/>
                  <a:pt x="34" y="2"/>
                </a:cubicBezTo>
                <a:cubicBezTo>
                  <a:pt x="15" y="3"/>
                  <a:pt x="0" y="19"/>
                  <a:pt x="0" y="38"/>
                </a:cubicBezTo>
                <a:cubicBezTo>
                  <a:pt x="0" y="54"/>
                  <a:pt x="9" y="67"/>
                  <a:pt x="23" y="72"/>
                </a:cubicBezTo>
                <a:lnTo>
                  <a:pt x="23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7" name="Rectangle 23"/>
          <p:cNvSpPr>
            <a:spLocks noChangeArrowheads="1"/>
          </p:cNvSpPr>
          <p:nvPr/>
        </p:nvSpPr>
        <p:spPr bwMode="auto">
          <a:xfrm>
            <a:off x="4725762" y="531814"/>
            <a:ext cx="254000" cy="349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8" name="Freeform 24"/>
          <p:cNvSpPr>
            <a:spLocks/>
          </p:cNvSpPr>
          <p:nvPr/>
        </p:nvSpPr>
        <p:spPr bwMode="auto">
          <a:xfrm>
            <a:off x="5454424" y="141289"/>
            <a:ext cx="111125" cy="111125"/>
          </a:xfrm>
          <a:custGeom>
            <a:avLst/>
            <a:gdLst>
              <a:gd name="T0" fmla="*/ 59 w 70"/>
              <a:gd name="T1" fmla="*/ 0 h 70"/>
              <a:gd name="T2" fmla="*/ 0 w 70"/>
              <a:gd name="T3" fmla="*/ 62 h 70"/>
              <a:gd name="T4" fmla="*/ 11 w 70"/>
              <a:gd name="T5" fmla="*/ 70 h 70"/>
              <a:gd name="T6" fmla="*/ 70 w 70"/>
              <a:gd name="T7" fmla="*/ 11 h 70"/>
              <a:gd name="T8" fmla="*/ 59 w 70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0">
                <a:moveTo>
                  <a:pt x="59" y="0"/>
                </a:moveTo>
                <a:lnTo>
                  <a:pt x="0" y="62"/>
                </a:lnTo>
                <a:lnTo>
                  <a:pt x="11" y="70"/>
                </a:lnTo>
                <a:lnTo>
                  <a:pt x="70" y="11"/>
                </a:lnTo>
                <a:lnTo>
                  <a:pt x="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9" name="Freeform 25"/>
          <p:cNvSpPr>
            <a:spLocks/>
          </p:cNvSpPr>
          <p:nvPr/>
        </p:nvSpPr>
        <p:spPr bwMode="auto">
          <a:xfrm>
            <a:off x="5454424" y="141289"/>
            <a:ext cx="111125" cy="111125"/>
          </a:xfrm>
          <a:custGeom>
            <a:avLst/>
            <a:gdLst>
              <a:gd name="T0" fmla="*/ 59 w 70"/>
              <a:gd name="T1" fmla="*/ 0 h 70"/>
              <a:gd name="T2" fmla="*/ 0 w 70"/>
              <a:gd name="T3" fmla="*/ 62 h 70"/>
              <a:gd name="T4" fmla="*/ 11 w 70"/>
              <a:gd name="T5" fmla="*/ 70 h 70"/>
              <a:gd name="T6" fmla="*/ 70 w 70"/>
              <a:gd name="T7" fmla="*/ 11 h 70"/>
              <a:gd name="T8" fmla="*/ 59 w 70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0">
                <a:moveTo>
                  <a:pt x="59" y="0"/>
                </a:moveTo>
                <a:lnTo>
                  <a:pt x="0" y="62"/>
                </a:lnTo>
                <a:lnTo>
                  <a:pt x="11" y="70"/>
                </a:lnTo>
                <a:lnTo>
                  <a:pt x="70" y="11"/>
                </a:lnTo>
                <a:lnTo>
                  <a:pt x="5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0" name="Freeform 26"/>
          <p:cNvSpPr>
            <a:spLocks/>
          </p:cNvSpPr>
          <p:nvPr/>
        </p:nvSpPr>
        <p:spPr bwMode="auto">
          <a:xfrm>
            <a:off x="5502049" y="196851"/>
            <a:ext cx="84138" cy="84138"/>
          </a:xfrm>
          <a:custGeom>
            <a:avLst/>
            <a:gdLst>
              <a:gd name="T0" fmla="*/ 42 w 53"/>
              <a:gd name="T1" fmla="*/ 0 h 53"/>
              <a:gd name="T2" fmla="*/ 0 w 53"/>
              <a:gd name="T3" fmla="*/ 43 h 53"/>
              <a:gd name="T4" fmla="*/ 10 w 53"/>
              <a:gd name="T5" fmla="*/ 53 h 53"/>
              <a:gd name="T6" fmla="*/ 53 w 53"/>
              <a:gd name="T7" fmla="*/ 10 h 53"/>
              <a:gd name="T8" fmla="*/ 42 w 53"/>
              <a:gd name="T9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3" h="53">
                <a:moveTo>
                  <a:pt x="42" y="0"/>
                </a:moveTo>
                <a:lnTo>
                  <a:pt x="0" y="43"/>
                </a:lnTo>
                <a:lnTo>
                  <a:pt x="10" y="53"/>
                </a:lnTo>
                <a:lnTo>
                  <a:pt x="53" y="10"/>
                </a:lnTo>
                <a:lnTo>
                  <a:pt x="4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1" name="Freeform 27"/>
          <p:cNvSpPr>
            <a:spLocks/>
          </p:cNvSpPr>
          <p:nvPr/>
        </p:nvSpPr>
        <p:spPr bwMode="auto">
          <a:xfrm>
            <a:off x="5502049" y="196851"/>
            <a:ext cx="84138" cy="84138"/>
          </a:xfrm>
          <a:custGeom>
            <a:avLst/>
            <a:gdLst>
              <a:gd name="T0" fmla="*/ 42 w 53"/>
              <a:gd name="T1" fmla="*/ 0 h 53"/>
              <a:gd name="T2" fmla="*/ 0 w 53"/>
              <a:gd name="T3" fmla="*/ 43 h 53"/>
              <a:gd name="T4" fmla="*/ 10 w 53"/>
              <a:gd name="T5" fmla="*/ 53 h 53"/>
              <a:gd name="T6" fmla="*/ 53 w 53"/>
              <a:gd name="T7" fmla="*/ 10 h 53"/>
              <a:gd name="T8" fmla="*/ 42 w 53"/>
              <a:gd name="T9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3" h="53">
                <a:moveTo>
                  <a:pt x="42" y="0"/>
                </a:moveTo>
                <a:lnTo>
                  <a:pt x="0" y="43"/>
                </a:lnTo>
                <a:lnTo>
                  <a:pt x="10" y="53"/>
                </a:lnTo>
                <a:lnTo>
                  <a:pt x="53" y="10"/>
                </a:lnTo>
                <a:lnTo>
                  <a:pt x="4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2" name="Freeform 28"/>
          <p:cNvSpPr>
            <a:spLocks/>
          </p:cNvSpPr>
          <p:nvPr/>
        </p:nvSpPr>
        <p:spPr bwMode="auto">
          <a:xfrm>
            <a:off x="5565549" y="265114"/>
            <a:ext cx="96838" cy="96838"/>
          </a:xfrm>
          <a:custGeom>
            <a:avLst/>
            <a:gdLst>
              <a:gd name="T0" fmla="*/ 50 w 61"/>
              <a:gd name="T1" fmla="*/ 0 h 61"/>
              <a:gd name="T2" fmla="*/ 0 w 61"/>
              <a:gd name="T3" fmla="*/ 50 h 61"/>
              <a:gd name="T4" fmla="*/ 10 w 61"/>
              <a:gd name="T5" fmla="*/ 61 h 61"/>
              <a:gd name="T6" fmla="*/ 61 w 61"/>
              <a:gd name="T7" fmla="*/ 10 h 61"/>
              <a:gd name="T8" fmla="*/ 50 w 61"/>
              <a:gd name="T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0" y="0"/>
                </a:moveTo>
                <a:lnTo>
                  <a:pt x="0" y="50"/>
                </a:lnTo>
                <a:lnTo>
                  <a:pt x="10" y="61"/>
                </a:lnTo>
                <a:lnTo>
                  <a:pt x="61" y="10"/>
                </a:lnTo>
                <a:lnTo>
                  <a:pt x="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3" name="Freeform 29"/>
          <p:cNvSpPr>
            <a:spLocks/>
          </p:cNvSpPr>
          <p:nvPr/>
        </p:nvSpPr>
        <p:spPr bwMode="auto">
          <a:xfrm>
            <a:off x="5565549" y="265114"/>
            <a:ext cx="96838" cy="96838"/>
          </a:xfrm>
          <a:custGeom>
            <a:avLst/>
            <a:gdLst>
              <a:gd name="T0" fmla="*/ 50 w 61"/>
              <a:gd name="T1" fmla="*/ 0 h 61"/>
              <a:gd name="T2" fmla="*/ 0 w 61"/>
              <a:gd name="T3" fmla="*/ 50 h 61"/>
              <a:gd name="T4" fmla="*/ 10 w 61"/>
              <a:gd name="T5" fmla="*/ 61 h 61"/>
              <a:gd name="T6" fmla="*/ 61 w 61"/>
              <a:gd name="T7" fmla="*/ 10 h 61"/>
              <a:gd name="T8" fmla="*/ 50 w 61"/>
              <a:gd name="T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0" y="0"/>
                </a:moveTo>
                <a:lnTo>
                  <a:pt x="0" y="50"/>
                </a:lnTo>
                <a:lnTo>
                  <a:pt x="10" y="61"/>
                </a:lnTo>
                <a:lnTo>
                  <a:pt x="61" y="10"/>
                </a:lnTo>
                <a:lnTo>
                  <a:pt x="5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4" name="Freeform 30"/>
          <p:cNvSpPr>
            <a:spLocks/>
          </p:cNvSpPr>
          <p:nvPr/>
        </p:nvSpPr>
        <p:spPr bwMode="auto">
          <a:xfrm>
            <a:off x="5603649" y="303214"/>
            <a:ext cx="92075" cy="93663"/>
          </a:xfrm>
          <a:custGeom>
            <a:avLst/>
            <a:gdLst>
              <a:gd name="T0" fmla="*/ 48 w 58"/>
              <a:gd name="T1" fmla="*/ 0 h 59"/>
              <a:gd name="T2" fmla="*/ 0 w 58"/>
              <a:gd name="T3" fmla="*/ 48 h 59"/>
              <a:gd name="T4" fmla="*/ 10 w 58"/>
              <a:gd name="T5" fmla="*/ 59 h 59"/>
              <a:gd name="T6" fmla="*/ 58 w 58"/>
              <a:gd name="T7" fmla="*/ 10 h 59"/>
              <a:gd name="T8" fmla="*/ 48 w 58"/>
              <a:gd name="T9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59">
                <a:moveTo>
                  <a:pt x="48" y="0"/>
                </a:moveTo>
                <a:lnTo>
                  <a:pt x="0" y="48"/>
                </a:lnTo>
                <a:lnTo>
                  <a:pt x="10" y="59"/>
                </a:lnTo>
                <a:lnTo>
                  <a:pt x="58" y="10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5" name="Freeform 31"/>
          <p:cNvSpPr>
            <a:spLocks/>
          </p:cNvSpPr>
          <p:nvPr/>
        </p:nvSpPr>
        <p:spPr bwMode="auto">
          <a:xfrm>
            <a:off x="5603649" y="303214"/>
            <a:ext cx="92075" cy="93663"/>
          </a:xfrm>
          <a:custGeom>
            <a:avLst/>
            <a:gdLst>
              <a:gd name="T0" fmla="*/ 48 w 58"/>
              <a:gd name="T1" fmla="*/ 0 h 59"/>
              <a:gd name="T2" fmla="*/ 0 w 58"/>
              <a:gd name="T3" fmla="*/ 48 h 59"/>
              <a:gd name="T4" fmla="*/ 10 w 58"/>
              <a:gd name="T5" fmla="*/ 59 h 59"/>
              <a:gd name="T6" fmla="*/ 58 w 58"/>
              <a:gd name="T7" fmla="*/ 10 h 59"/>
              <a:gd name="T8" fmla="*/ 48 w 58"/>
              <a:gd name="T9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59">
                <a:moveTo>
                  <a:pt x="48" y="0"/>
                </a:moveTo>
                <a:lnTo>
                  <a:pt x="0" y="48"/>
                </a:lnTo>
                <a:lnTo>
                  <a:pt x="10" y="59"/>
                </a:lnTo>
                <a:lnTo>
                  <a:pt x="58" y="10"/>
                </a:lnTo>
                <a:lnTo>
                  <a:pt x="4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6" name="Freeform 32"/>
          <p:cNvSpPr>
            <a:spLocks/>
          </p:cNvSpPr>
          <p:nvPr/>
        </p:nvSpPr>
        <p:spPr bwMode="auto">
          <a:xfrm>
            <a:off x="5641749" y="336551"/>
            <a:ext cx="88900" cy="93663"/>
          </a:xfrm>
          <a:custGeom>
            <a:avLst/>
            <a:gdLst>
              <a:gd name="T0" fmla="*/ 48 w 56"/>
              <a:gd name="T1" fmla="*/ 0 h 59"/>
              <a:gd name="T2" fmla="*/ 0 w 56"/>
              <a:gd name="T3" fmla="*/ 48 h 59"/>
              <a:gd name="T4" fmla="*/ 8 w 56"/>
              <a:gd name="T5" fmla="*/ 59 h 59"/>
              <a:gd name="T6" fmla="*/ 56 w 56"/>
              <a:gd name="T7" fmla="*/ 11 h 59"/>
              <a:gd name="T8" fmla="*/ 48 w 56"/>
              <a:gd name="T9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59">
                <a:moveTo>
                  <a:pt x="48" y="0"/>
                </a:moveTo>
                <a:lnTo>
                  <a:pt x="0" y="48"/>
                </a:lnTo>
                <a:lnTo>
                  <a:pt x="8" y="59"/>
                </a:lnTo>
                <a:lnTo>
                  <a:pt x="56" y="11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7" name="Freeform 33"/>
          <p:cNvSpPr>
            <a:spLocks/>
          </p:cNvSpPr>
          <p:nvPr/>
        </p:nvSpPr>
        <p:spPr bwMode="auto">
          <a:xfrm>
            <a:off x="5641749" y="336551"/>
            <a:ext cx="88900" cy="93663"/>
          </a:xfrm>
          <a:custGeom>
            <a:avLst/>
            <a:gdLst>
              <a:gd name="T0" fmla="*/ 48 w 56"/>
              <a:gd name="T1" fmla="*/ 0 h 59"/>
              <a:gd name="T2" fmla="*/ 0 w 56"/>
              <a:gd name="T3" fmla="*/ 48 h 59"/>
              <a:gd name="T4" fmla="*/ 8 w 56"/>
              <a:gd name="T5" fmla="*/ 59 h 59"/>
              <a:gd name="T6" fmla="*/ 56 w 56"/>
              <a:gd name="T7" fmla="*/ 11 h 59"/>
              <a:gd name="T8" fmla="*/ 48 w 56"/>
              <a:gd name="T9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59">
                <a:moveTo>
                  <a:pt x="48" y="0"/>
                </a:moveTo>
                <a:lnTo>
                  <a:pt x="0" y="48"/>
                </a:lnTo>
                <a:lnTo>
                  <a:pt x="8" y="59"/>
                </a:lnTo>
                <a:lnTo>
                  <a:pt x="56" y="11"/>
                </a:lnTo>
                <a:lnTo>
                  <a:pt x="4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8" name="Freeform 34"/>
          <p:cNvSpPr>
            <a:spLocks/>
          </p:cNvSpPr>
          <p:nvPr/>
        </p:nvSpPr>
        <p:spPr bwMode="auto">
          <a:xfrm>
            <a:off x="5713187" y="409576"/>
            <a:ext cx="88900" cy="92075"/>
          </a:xfrm>
          <a:custGeom>
            <a:avLst/>
            <a:gdLst>
              <a:gd name="T0" fmla="*/ 48 w 56"/>
              <a:gd name="T1" fmla="*/ 0 h 58"/>
              <a:gd name="T2" fmla="*/ 0 w 56"/>
              <a:gd name="T3" fmla="*/ 48 h 58"/>
              <a:gd name="T4" fmla="*/ 8 w 56"/>
              <a:gd name="T5" fmla="*/ 58 h 58"/>
              <a:gd name="T6" fmla="*/ 56 w 56"/>
              <a:gd name="T7" fmla="*/ 8 h 58"/>
              <a:gd name="T8" fmla="*/ 48 w 56"/>
              <a:gd name="T9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58">
                <a:moveTo>
                  <a:pt x="48" y="0"/>
                </a:moveTo>
                <a:lnTo>
                  <a:pt x="0" y="48"/>
                </a:lnTo>
                <a:lnTo>
                  <a:pt x="8" y="58"/>
                </a:lnTo>
                <a:lnTo>
                  <a:pt x="56" y="8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9" name="Freeform 35"/>
          <p:cNvSpPr>
            <a:spLocks/>
          </p:cNvSpPr>
          <p:nvPr/>
        </p:nvSpPr>
        <p:spPr bwMode="auto">
          <a:xfrm>
            <a:off x="5713187" y="409576"/>
            <a:ext cx="88900" cy="92075"/>
          </a:xfrm>
          <a:custGeom>
            <a:avLst/>
            <a:gdLst>
              <a:gd name="T0" fmla="*/ 48 w 56"/>
              <a:gd name="T1" fmla="*/ 0 h 58"/>
              <a:gd name="T2" fmla="*/ 0 w 56"/>
              <a:gd name="T3" fmla="*/ 48 h 58"/>
              <a:gd name="T4" fmla="*/ 8 w 56"/>
              <a:gd name="T5" fmla="*/ 58 h 58"/>
              <a:gd name="T6" fmla="*/ 56 w 56"/>
              <a:gd name="T7" fmla="*/ 8 h 58"/>
              <a:gd name="T8" fmla="*/ 48 w 56"/>
              <a:gd name="T9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58">
                <a:moveTo>
                  <a:pt x="48" y="0"/>
                </a:moveTo>
                <a:lnTo>
                  <a:pt x="0" y="48"/>
                </a:lnTo>
                <a:lnTo>
                  <a:pt x="8" y="58"/>
                </a:lnTo>
                <a:lnTo>
                  <a:pt x="56" y="8"/>
                </a:lnTo>
                <a:lnTo>
                  <a:pt x="4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0" name="Freeform 36"/>
          <p:cNvSpPr>
            <a:spLocks/>
          </p:cNvSpPr>
          <p:nvPr/>
        </p:nvSpPr>
        <p:spPr bwMode="auto">
          <a:xfrm>
            <a:off x="5730649" y="438151"/>
            <a:ext cx="106363" cy="106363"/>
          </a:xfrm>
          <a:custGeom>
            <a:avLst/>
            <a:gdLst>
              <a:gd name="T0" fmla="*/ 56 w 67"/>
              <a:gd name="T1" fmla="*/ 0 h 67"/>
              <a:gd name="T2" fmla="*/ 0 w 67"/>
              <a:gd name="T3" fmla="*/ 56 h 67"/>
              <a:gd name="T4" fmla="*/ 11 w 67"/>
              <a:gd name="T5" fmla="*/ 67 h 67"/>
              <a:gd name="T6" fmla="*/ 67 w 67"/>
              <a:gd name="T7" fmla="*/ 11 h 67"/>
              <a:gd name="T8" fmla="*/ 56 w 67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7">
                <a:moveTo>
                  <a:pt x="56" y="0"/>
                </a:moveTo>
                <a:lnTo>
                  <a:pt x="0" y="56"/>
                </a:lnTo>
                <a:lnTo>
                  <a:pt x="11" y="67"/>
                </a:lnTo>
                <a:lnTo>
                  <a:pt x="67" y="11"/>
                </a:lnTo>
                <a:lnTo>
                  <a:pt x="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1" name="Freeform 37"/>
          <p:cNvSpPr>
            <a:spLocks/>
          </p:cNvSpPr>
          <p:nvPr/>
        </p:nvSpPr>
        <p:spPr bwMode="auto">
          <a:xfrm>
            <a:off x="5730649" y="438151"/>
            <a:ext cx="106363" cy="106363"/>
          </a:xfrm>
          <a:custGeom>
            <a:avLst/>
            <a:gdLst>
              <a:gd name="T0" fmla="*/ 56 w 67"/>
              <a:gd name="T1" fmla="*/ 0 h 67"/>
              <a:gd name="T2" fmla="*/ 0 w 67"/>
              <a:gd name="T3" fmla="*/ 56 h 67"/>
              <a:gd name="T4" fmla="*/ 11 w 67"/>
              <a:gd name="T5" fmla="*/ 67 h 67"/>
              <a:gd name="T6" fmla="*/ 67 w 67"/>
              <a:gd name="T7" fmla="*/ 11 h 67"/>
              <a:gd name="T8" fmla="*/ 56 w 67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7">
                <a:moveTo>
                  <a:pt x="56" y="0"/>
                </a:moveTo>
                <a:lnTo>
                  <a:pt x="0" y="56"/>
                </a:lnTo>
                <a:lnTo>
                  <a:pt x="11" y="67"/>
                </a:lnTo>
                <a:lnTo>
                  <a:pt x="67" y="11"/>
                </a:lnTo>
                <a:lnTo>
                  <a:pt x="5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2" name="Freeform 38"/>
          <p:cNvSpPr>
            <a:spLocks noEditPoints="1"/>
          </p:cNvSpPr>
          <p:nvPr/>
        </p:nvSpPr>
        <p:spPr bwMode="auto">
          <a:xfrm>
            <a:off x="5429024" y="128589"/>
            <a:ext cx="423863" cy="433388"/>
          </a:xfrm>
          <a:custGeom>
            <a:avLst/>
            <a:gdLst>
              <a:gd name="T0" fmla="*/ 72 w 100"/>
              <a:gd name="T1" fmla="*/ 71 h 102"/>
              <a:gd name="T2" fmla="*/ 96 w 100"/>
              <a:gd name="T3" fmla="*/ 79 h 102"/>
              <a:gd name="T4" fmla="*/ 100 w 100"/>
              <a:gd name="T5" fmla="*/ 75 h 102"/>
              <a:gd name="T6" fmla="*/ 74 w 100"/>
              <a:gd name="T7" fmla="*/ 65 h 102"/>
              <a:gd name="T8" fmla="*/ 64 w 100"/>
              <a:gd name="T9" fmla="*/ 38 h 102"/>
              <a:gd name="T10" fmla="*/ 37 w 100"/>
              <a:gd name="T11" fmla="*/ 28 h 102"/>
              <a:gd name="T12" fmla="*/ 28 w 100"/>
              <a:gd name="T13" fmla="*/ 0 h 102"/>
              <a:gd name="T14" fmla="*/ 23 w 100"/>
              <a:gd name="T15" fmla="*/ 4 h 102"/>
              <a:gd name="T16" fmla="*/ 30 w 100"/>
              <a:gd name="T17" fmla="*/ 30 h 102"/>
              <a:gd name="T18" fmla="*/ 5 w 100"/>
              <a:gd name="T19" fmla="*/ 23 h 102"/>
              <a:gd name="T20" fmla="*/ 0 w 100"/>
              <a:gd name="T21" fmla="*/ 27 h 102"/>
              <a:gd name="T22" fmla="*/ 29 w 100"/>
              <a:gd name="T23" fmla="*/ 36 h 102"/>
              <a:gd name="T24" fmla="*/ 39 w 100"/>
              <a:gd name="T25" fmla="*/ 63 h 102"/>
              <a:gd name="T26" fmla="*/ 66 w 100"/>
              <a:gd name="T27" fmla="*/ 73 h 102"/>
              <a:gd name="T28" fmla="*/ 75 w 100"/>
              <a:gd name="T29" fmla="*/ 102 h 102"/>
              <a:gd name="T30" fmla="*/ 79 w 100"/>
              <a:gd name="T31" fmla="*/ 97 h 102"/>
              <a:gd name="T32" fmla="*/ 72 w 100"/>
              <a:gd name="T33" fmla="*/ 71 h 102"/>
              <a:gd name="T34" fmla="*/ 43 w 100"/>
              <a:gd name="T35" fmla="*/ 59 h 102"/>
              <a:gd name="T36" fmla="*/ 36 w 100"/>
              <a:gd name="T37" fmla="*/ 35 h 102"/>
              <a:gd name="T38" fmla="*/ 59 w 100"/>
              <a:gd name="T39" fmla="*/ 43 h 102"/>
              <a:gd name="T40" fmla="*/ 67 w 100"/>
              <a:gd name="T41" fmla="*/ 66 h 102"/>
              <a:gd name="T42" fmla="*/ 43 w 100"/>
              <a:gd name="T43" fmla="*/ 59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0" h="102">
                <a:moveTo>
                  <a:pt x="72" y="71"/>
                </a:moveTo>
                <a:cubicBezTo>
                  <a:pt x="81" y="70"/>
                  <a:pt x="90" y="73"/>
                  <a:pt x="96" y="79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93" y="67"/>
                  <a:pt x="83" y="64"/>
                  <a:pt x="74" y="65"/>
                </a:cubicBezTo>
                <a:cubicBezTo>
                  <a:pt x="74" y="55"/>
                  <a:pt x="71" y="45"/>
                  <a:pt x="64" y="38"/>
                </a:cubicBezTo>
                <a:cubicBezTo>
                  <a:pt x="57" y="31"/>
                  <a:pt x="47" y="27"/>
                  <a:pt x="37" y="28"/>
                </a:cubicBezTo>
                <a:cubicBezTo>
                  <a:pt x="39" y="18"/>
                  <a:pt x="36" y="7"/>
                  <a:pt x="28" y="0"/>
                </a:cubicBezTo>
                <a:cubicBezTo>
                  <a:pt x="23" y="4"/>
                  <a:pt x="23" y="4"/>
                  <a:pt x="23" y="4"/>
                </a:cubicBezTo>
                <a:cubicBezTo>
                  <a:pt x="30" y="11"/>
                  <a:pt x="33" y="21"/>
                  <a:pt x="30" y="30"/>
                </a:cubicBezTo>
                <a:cubicBezTo>
                  <a:pt x="21" y="32"/>
                  <a:pt x="12" y="29"/>
                  <a:pt x="5" y="23"/>
                </a:cubicBezTo>
                <a:cubicBezTo>
                  <a:pt x="0" y="27"/>
                  <a:pt x="0" y="27"/>
                  <a:pt x="0" y="27"/>
                </a:cubicBezTo>
                <a:cubicBezTo>
                  <a:pt x="8" y="35"/>
                  <a:pt x="19" y="38"/>
                  <a:pt x="29" y="36"/>
                </a:cubicBezTo>
                <a:cubicBezTo>
                  <a:pt x="28" y="46"/>
                  <a:pt x="31" y="56"/>
                  <a:pt x="39" y="63"/>
                </a:cubicBezTo>
                <a:cubicBezTo>
                  <a:pt x="46" y="71"/>
                  <a:pt x="56" y="74"/>
                  <a:pt x="66" y="73"/>
                </a:cubicBezTo>
                <a:cubicBezTo>
                  <a:pt x="64" y="83"/>
                  <a:pt x="67" y="94"/>
                  <a:pt x="75" y="102"/>
                </a:cubicBezTo>
                <a:cubicBezTo>
                  <a:pt x="79" y="97"/>
                  <a:pt x="79" y="97"/>
                  <a:pt x="79" y="97"/>
                </a:cubicBezTo>
                <a:cubicBezTo>
                  <a:pt x="72" y="90"/>
                  <a:pt x="70" y="80"/>
                  <a:pt x="72" y="71"/>
                </a:cubicBezTo>
                <a:close/>
                <a:moveTo>
                  <a:pt x="43" y="59"/>
                </a:moveTo>
                <a:cubicBezTo>
                  <a:pt x="37" y="52"/>
                  <a:pt x="34" y="43"/>
                  <a:pt x="36" y="35"/>
                </a:cubicBezTo>
                <a:cubicBezTo>
                  <a:pt x="44" y="34"/>
                  <a:pt x="53" y="36"/>
                  <a:pt x="59" y="43"/>
                </a:cubicBezTo>
                <a:cubicBezTo>
                  <a:pt x="66" y="49"/>
                  <a:pt x="68" y="58"/>
                  <a:pt x="67" y="66"/>
                </a:cubicBezTo>
                <a:cubicBezTo>
                  <a:pt x="59" y="68"/>
                  <a:pt x="50" y="65"/>
                  <a:pt x="43" y="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3" name="Freeform 39"/>
          <p:cNvSpPr>
            <a:spLocks noEditPoints="1"/>
          </p:cNvSpPr>
          <p:nvPr/>
        </p:nvSpPr>
        <p:spPr bwMode="auto">
          <a:xfrm>
            <a:off x="6205312" y="103189"/>
            <a:ext cx="309563" cy="479425"/>
          </a:xfrm>
          <a:custGeom>
            <a:avLst/>
            <a:gdLst>
              <a:gd name="T0" fmla="*/ 73 w 73"/>
              <a:gd name="T1" fmla="*/ 24 h 113"/>
              <a:gd name="T2" fmla="*/ 53 w 73"/>
              <a:gd name="T3" fmla="*/ 3 h 113"/>
              <a:gd name="T4" fmla="*/ 53 w 73"/>
              <a:gd name="T5" fmla="*/ 2 h 113"/>
              <a:gd name="T6" fmla="*/ 52 w 73"/>
              <a:gd name="T7" fmla="*/ 0 h 113"/>
              <a:gd name="T8" fmla="*/ 50 w 73"/>
              <a:gd name="T9" fmla="*/ 2 h 113"/>
              <a:gd name="T10" fmla="*/ 50 w 73"/>
              <a:gd name="T11" fmla="*/ 5 h 113"/>
              <a:gd name="T12" fmla="*/ 52 w 73"/>
              <a:gd name="T13" fmla="*/ 7 h 113"/>
              <a:gd name="T14" fmla="*/ 53 w 73"/>
              <a:gd name="T15" fmla="*/ 6 h 113"/>
              <a:gd name="T16" fmla="*/ 70 w 73"/>
              <a:gd name="T17" fmla="*/ 24 h 113"/>
              <a:gd name="T18" fmla="*/ 46 w 73"/>
              <a:gd name="T19" fmla="*/ 55 h 113"/>
              <a:gd name="T20" fmla="*/ 23 w 73"/>
              <a:gd name="T21" fmla="*/ 24 h 113"/>
              <a:gd name="T22" fmla="*/ 40 w 73"/>
              <a:gd name="T23" fmla="*/ 6 h 113"/>
              <a:gd name="T24" fmla="*/ 40 w 73"/>
              <a:gd name="T25" fmla="*/ 5 h 113"/>
              <a:gd name="T26" fmla="*/ 40 w 73"/>
              <a:gd name="T27" fmla="*/ 5 h 113"/>
              <a:gd name="T28" fmla="*/ 42 w 73"/>
              <a:gd name="T29" fmla="*/ 7 h 113"/>
              <a:gd name="T30" fmla="*/ 43 w 73"/>
              <a:gd name="T31" fmla="*/ 5 h 113"/>
              <a:gd name="T32" fmla="*/ 43 w 73"/>
              <a:gd name="T33" fmla="*/ 2 h 113"/>
              <a:gd name="T34" fmla="*/ 42 w 73"/>
              <a:gd name="T35" fmla="*/ 0 h 113"/>
              <a:gd name="T36" fmla="*/ 40 w 73"/>
              <a:gd name="T37" fmla="*/ 2 h 113"/>
              <a:gd name="T38" fmla="*/ 40 w 73"/>
              <a:gd name="T39" fmla="*/ 2 h 113"/>
              <a:gd name="T40" fmla="*/ 19 w 73"/>
              <a:gd name="T41" fmla="*/ 24 h 113"/>
              <a:gd name="T42" fmla="*/ 44 w 73"/>
              <a:gd name="T43" fmla="*/ 58 h 113"/>
              <a:gd name="T44" fmla="*/ 44 w 73"/>
              <a:gd name="T45" fmla="*/ 91 h 113"/>
              <a:gd name="T46" fmla="*/ 28 w 73"/>
              <a:gd name="T47" fmla="*/ 109 h 113"/>
              <a:gd name="T48" fmla="*/ 11 w 73"/>
              <a:gd name="T49" fmla="*/ 91 h 113"/>
              <a:gd name="T50" fmla="*/ 11 w 73"/>
              <a:gd name="T51" fmla="*/ 69 h 113"/>
              <a:gd name="T52" fmla="*/ 17 w 73"/>
              <a:gd name="T53" fmla="*/ 61 h 113"/>
              <a:gd name="T54" fmla="*/ 8 w 73"/>
              <a:gd name="T55" fmla="*/ 53 h 113"/>
              <a:gd name="T56" fmla="*/ 0 w 73"/>
              <a:gd name="T57" fmla="*/ 61 h 113"/>
              <a:gd name="T58" fmla="*/ 6 w 73"/>
              <a:gd name="T59" fmla="*/ 69 h 113"/>
              <a:gd name="T60" fmla="*/ 6 w 73"/>
              <a:gd name="T61" fmla="*/ 92 h 113"/>
              <a:gd name="T62" fmla="*/ 28 w 73"/>
              <a:gd name="T63" fmla="*/ 113 h 113"/>
              <a:gd name="T64" fmla="*/ 49 w 73"/>
              <a:gd name="T65" fmla="*/ 92 h 113"/>
              <a:gd name="T66" fmla="*/ 49 w 73"/>
              <a:gd name="T67" fmla="*/ 66 h 113"/>
              <a:gd name="T68" fmla="*/ 49 w 73"/>
              <a:gd name="T69" fmla="*/ 66 h 113"/>
              <a:gd name="T70" fmla="*/ 49 w 73"/>
              <a:gd name="T71" fmla="*/ 58 h 113"/>
              <a:gd name="T72" fmla="*/ 73 w 73"/>
              <a:gd name="T73" fmla="*/ 24 h 113"/>
              <a:gd name="T74" fmla="*/ 8 w 73"/>
              <a:gd name="T75" fmla="*/ 66 h 113"/>
              <a:gd name="T76" fmla="*/ 3 w 73"/>
              <a:gd name="T77" fmla="*/ 61 h 113"/>
              <a:gd name="T78" fmla="*/ 8 w 73"/>
              <a:gd name="T79" fmla="*/ 56 h 113"/>
              <a:gd name="T80" fmla="*/ 14 w 73"/>
              <a:gd name="T81" fmla="*/ 61 h 113"/>
              <a:gd name="T82" fmla="*/ 9 w 73"/>
              <a:gd name="T83" fmla="*/ 66 h 113"/>
              <a:gd name="T84" fmla="*/ 8 w 73"/>
              <a:gd name="T85" fmla="*/ 6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3" h="113">
                <a:moveTo>
                  <a:pt x="73" y="24"/>
                </a:moveTo>
                <a:cubicBezTo>
                  <a:pt x="73" y="14"/>
                  <a:pt x="65" y="5"/>
                  <a:pt x="53" y="3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1"/>
                  <a:pt x="53" y="0"/>
                  <a:pt x="52" y="0"/>
                </a:cubicBezTo>
                <a:cubicBezTo>
                  <a:pt x="51" y="0"/>
                  <a:pt x="50" y="1"/>
                  <a:pt x="50" y="2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6"/>
                  <a:pt x="51" y="7"/>
                  <a:pt x="52" y="7"/>
                </a:cubicBezTo>
                <a:cubicBezTo>
                  <a:pt x="53" y="7"/>
                  <a:pt x="53" y="6"/>
                  <a:pt x="53" y="6"/>
                </a:cubicBezTo>
                <a:cubicBezTo>
                  <a:pt x="63" y="8"/>
                  <a:pt x="70" y="16"/>
                  <a:pt x="70" y="24"/>
                </a:cubicBezTo>
                <a:cubicBezTo>
                  <a:pt x="70" y="35"/>
                  <a:pt x="59" y="55"/>
                  <a:pt x="46" y="55"/>
                </a:cubicBezTo>
                <a:cubicBezTo>
                  <a:pt x="33" y="55"/>
                  <a:pt x="23" y="35"/>
                  <a:pt x="23" y="24"/>
                </a:cubicBezTo>
                <a:cubicBezTo>
                  <a:pt x="23" y="15"/>
                  <a:pt x="30" y="8"/>
                  <a:pt x="40" y="6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6"/>
                  <a:pt x="41" y="7"/>
                  <a:pt x="42" y="7"/>
                </a:cubicBezTo>
                <a:cubicBezTo>
                  <a:pt x="42" y="7"/>
                  <a:pt x="43" y="6"/>
                  <a:pt x="43" y="5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"/>
                  <a:pt x="42" y="0"/>
                  <a:pt x="42" y="0"/>
                </a:cubicBezTo>
                <a:cubicBezTo>
                  <a:pt x="41" y="0"/>
                  <a:pt x="40" y="1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28" y="5"/>
                  <a:pt x="19" y="14"/>
                  <a:pt x="19" y="24"/>
                </a:cubicBezTo>
                <a:cubicBezTo>
                  <a:pt x="19" y="36"/>
                  <a:pt x="30" y="55"/>
                  <a:pt x="44" y="58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101"/>
                  <a:pt x="37" y="109"/>
                  <a:pt x="28" y="109"/>
                </a:cubicBezTo>
                <a:cubicBezTo>
                  <a:pt x="18" y="109"/>
                  <a:pt x="11" y="101"/>
                  <a:pt x="11" y="91"/>
                </a:cubicBezTo>
                <a:cubicBezTo>
                  <a:pt x="11" y="69"/>
                  <a:pt x="11" y="69"/>
                  <a:pt x="11" y="69"/>
                </a:cubicBezTo>
                <a:cubicBezTo>
                  <a:pt x="14" y="68"/>
                  <a:pt x="17" y="65"/>
                  <a:pt x="17" y="61"/>
                </a:cubicBezTo>
                <a:cubicBezTo>
                  <a:pt x="17" y="57"/>
                  <a:pt x="13" y="53"/>
                  <a:pt x="8" y="53"/>
                </a:cubicBezTo>
                <a:cubicBezTo>
                  <a:pt x="4" y="53"/>
                  <a:pt x="0" y="57"/>
                  <a:pt x="0" y="61"/>
                </a:cubicBezTo>
                <a:cubicBezTo>
                  <a:pt x="0" y="65"/>
                  <a:pt x="3" y="68"/>
                  <a:pt x="6" y="69"/>
                </a:cubicBezTo>
                <a:cubicBezTo>
                  <a:pt x="6" y="92"/>
                  <a:pt x="6" y="92"/>
                  <a:pt x="6" y="92"/>
                </a:cubicBezTo>
                <a:cubicBezTo>
                  <a:pt x="6" y="103"/>
                  <a:pt x="16" y="113"/>
                  <a:pt x="28" y="113"/>
                </a:cubicBezTo>
                <a:cubicBezTo>
                  <a:pt x="39" y="113"/>
                  <a:pt x="49" y="103"/>
                  <a:pt x="49" y="92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58"/>
                  <a:pt x="49" y="58"/>
                  <a:pt x="49" y="58"/>
                </a:cubicBezTo>
                <a:cubicBezTo>
                  <a:pt x="63" y="55"/>
                  <a:pt x="73" y="36"/>
                  <a:pt x="73" y="24"/>
                </a:cubicBezTo>
                <a:close/>
                <a:moveTo>
                  <a:pt x="8" y="66"/>
                </a:moveTo>
                <a:cubicBezTo>
                  <a:pt x="5" y="66"/>
                  <a:pt x="3" y="64"/>
                  <a:pt x="3" y="61"/>
                </a:cubicBezTo>
                <a:cubicBezTo>
                  <a:pt x="3" y="59"/>
                  <a:pt x="6" y="56"/>
                  <a:pt x="8" y="56"/>
                </a:cubicBezTo>
                <a:cubicBezTo>
                  <a:pt x="11" y="56"/>
                  <a:pt x="14" y="59"/>
                  <a:pt x="14" y="61"/>
                </a:cubicBezTo>
                <a:cubicBezTo>
                  <a:pt x="14" y="64"/>
                  <a:pt x="12" y="66"/>
                  <a:pt x="9" y="66"/>
                </a:cubicBezTo>
                <a:lnTo>
                  <a:pt x="8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4" name="Freeform 40"/>
          <p:cNvSpPr>
            <a:spLocks noEditPoints="1"/>
          </p:cNvSpPr>
          <p:nvPr/>
        </p:nvSpPr>
        <p:spPr bwMode="auto">
          <a:xfrm>
            <a:off x="6883174" y="98426"/>
            <a:ext cx="509588" cy="506413"/>
          </a:xfrm>
          <a:custGeom>
            <a:avLst/>
            <a:gdLst>
              <a:gd name="T0" fmla="*/ 93 w 120"/>
              <a:gd name="T1" fmla="*/ 6 h 119"/>
              <a:gd name="T2" fmla="*/ 41 w 120"/>
              <a:gd name="T3" fmla="*/ 58 h 119"/>
              <a:gd name="T4" fmla="*/ 12 w 120"/>
              <a:gd name="T5" fmla="*/ 65 h 119"/>
              <a:gd name="T6" fmla="*/ 12 w 120"/>
              <a:gd name="T7" fmla="*/ 108 h 119"/>
              <a:gd name="T8" fmla="*/ 54 w 120"/>
              <a:gd name="T9" fmla="*/ 108 h 119"/>
              <a:gd name="T10" fmla="*/ 62 w 120"/>
              <a:gd name="T11" fmla="*/ 79 h 119"/>
              <a:gd name="T12" fmla="*/ 114 w 120"/>
              <a:gd name="T13" fmla="*/ 27 h 119"/>
              <a:gd name="T14" fmla="*/ 114 w 120"/>
              <a:gd name="T15" fmla="*/ 6 h 119"/>
              <a:gd name="T16" fmla="*/ 93 w 120"/>
              <a:gd name="T17" fmla="*/ 6 h 119"/>
              <a:gd name="T18" fmla="*/ 111 w 120"/>
              <a:gd name="T19" fmla="*/ 25 h 119"/>
              <a:gd name="T20" fmla="*/ 100 w 120"/>
              <a:gd name="T21" fmla="*/ 36 h 119"/>
              <a:gd name="T22" fmla="*/ 93 w 120"/>
              <a:gd name="T23" fmla="*/ 30 h 119"/>
              <a:gd name="T24" fmla="*/ 91 w 120"/>
              <a:gd name="T25" fmla="*/ 30 h 119"/>
              <a:gd name="T26" fmla="*/ 91 w 120"/>
              <a:gd name="T27" fmla="*/ 32 h 119"/>
              <a:gd name="T28" fmla="*/ 98 w 120"/>
              <a:gd name="T29" fmla="*/ 39 h 119"/>
              <a:gd name="T30" fmla="*/ 89 w 120"/>
              <a:gd name="T31" fmla="*/ 47 h 119"/>
              <a:gd name="T32" fmla="*/ 83 w 120"/>
              <a:gd name="T33" fmla="*/ 41 h 119"/>
              <a:gd name="T34" fmla="*/ 80 w 120"/>
              <a:gd name="T35" fmla="*/ 41 h 119"/>
              <a:gd name="T36" fmla="*/ 80 w 120"/>
              <a:gd name="T37" fmla="*/ 43 h 119"/>
              <a:gd name="T38" fmla="*/ 87 w 120"/>
              <a:gd name="T39" fmla="*/ 49 h 119"/>
              <a:gd name="T40" fmla="*/ 79 w 120"/>
              <a:gd name="T41" fmla="*/ 57 h 119"/>
              <a:gd name="T42" fmla="*/ 73 w 120"/>
              <a:gd name="T43" fmla="*/ 51 h 119"/>
              <a:gd name="T44" fmla="*/ 70 w 120"/>
              <a:gd name="T45" fmla="*/ 51 h 119"/>
              <a:gd name="T46" fmla="*/ 70 w 120"/>
              <a:gd name="T47" fmla="*/ 53 h 119"/>
              <a:gd name="T48" fmla="*/ 77 w 120"/>
              <a:gd name="T49" fmla="*/ 59 h 119"/>
              <a:gd name="T50" fmla="*/ 69 w 120"/>
              <a:gd name="T51" fmla="*/ 68 h 119"/>
              <a:gd name="T52" fmla="*/ 62 w 120"/>
              <a:gd name="T53" fmla="*/ 61 h 119"/>
              <a:gd name="T54" fmla="*/ 60 w 120"/>
              <a:gd name="T55" fmla="*/ 61 h 119"/>
              <a:gd name="T56" fmla="*/ 60 w 120"/>
              <a:gd name="T57" fmla="*/ 63 h 119"/>
              <a:gd name="T58" fmla="*/ 67 w 120"/>
              <a:gd name="T59" fmla="*/ 70 h 119"/>
              <a:gd name="T60" fmla="*/ 60 w 120"/>
              <a:gd name="T61" fmla="*/ 77 h 119"/>
              <a:gd name="T62" fmla="*/ 58 w 120"/>
              <a:gd name="T63" fmla="*/ 78 h 119"/>
              <a:gd name="T64" fmla="*/ 59 w 120"/>
              <a:gd name="T65" fmla="*/ 80 h 119"/>
              <a:gd name="T66" fmla="*/ 59 w 120"/>
              <a:gd name="T67" fmla="*/ 80 h 119"/>
              <a:gd name="T68" fmla="*/ 52 w 120"/>
              <a:gd name="T69" fmla="*/ 105 h 119"/>
              <a:gd name="T70" fmla="*/ 14 w 120"/>
              <a:gd name="T71" fmla="*/ 105 h 119"/>
              <a:gd name="T72" fmla="*/ 14 w 120"/>
              <a:gd name="T73" fmla="*/ 68 h 119"/>
              <a:gd name="T74" fmla="*/ 40 w 120"/>
              <a:gd name="T75" fmla="*/ 61 h 119"/>
              <a:gd name="T76" fmla="*/ 42 w 120"/>
              <a:gd name="T77" fmla="*/ 61 h 119"/>
              <a:gd name="T78" fmla="*/ 43 w 120"/>
              <a:gd name="T79" fmla="*/ 60 h 119"/>
              <a:gd name="T80" fmla="*/ 95 w 120"/>
              <a:gd name="T81" fmla="*/ 8 h 119"/>
              <a:gd name="T82" fmla="*/ 111 w 120"/>
              <a:gd name="T83" fmla="*/ 8 h 119"/>
              <a:gd name="T84" fmla="*/ 111 w 120"/>
              <a:gd name="T85" fmla="*/ 25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0" h="119">
                <a:moveTo>
                  <a:pt x="93" y="6"/>
                </a:moveTo>
                <a:cubicBezTo>
                  <a:pt x="41" y="58"/>
                  <a:pt x="41" y="58"/>
                  <a:pt x="41" y="58"/>
                </a:cubicBezTo>
                <a:cubicBezTo>
                  <a:pt x="31" y="55"/>
                  <a:pt x="20" y="57"/>
                  <a:pt x="12" y="65"/>
                </a:cubicBezTo>
                <a:cubicBezTo>
                  <a:pt x="0" y="77"/>
                  <a:pt x="0" y="96"/>
                  <a:pt x="12" y="108"/>
                </a:cubicBezTo>
                <a:cubicBezTo>
                  <a:pt x="24" y="119"/>
                  <a:pt x="43" y="119"/>
                  <a:pt x="54" y="108"/>
                </a:cubicBezTo>
                <a:cubicBezTo>
                  <a:pt x="62" y="100"/>
                  <a:pt x="65" y="89"/>
                  <a:pt x="62" y="79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20" y="21"/>
                  <a:pt x="120" y="12"/>
                  <a:pt x="114" y="6"/>
                </a:cubicBezTo>
                <a:cubicBezTo>
                  <a:pt x="108" y="0"/>
                  <a:pt x="99" y="0"/>
                  <a:pt x="93" y="6"/>
                </a:cubicBezTo>
                <a:moveTo>
                  <a:pt x="111" y="25"/>
                </a:moveTo>
                <a:cubicBezTo>
                  <a:pt x="100" y="36"/>
                  <a:pt x="100" y="36"/>
                  <a:pt x="100" y="36"/>
                </a:cubicBezTo>
                <a:cubicBezTo>
                  <a:pt x="93" y="30"/>
                  <a:pt x="93" y="30"/>
                  <a:pt x="93" y="30"/>
                </a:cubicBezTo>
                <a:cubicBezTo>
                  <a:pt x="93" y="29"/>
                  <a:pt x="92" y="29"/>
                  <a:pt x="91" y="30"/>
                </a:cubicBezTo>
                <a:cubicBezTo>
                  <a:pt x="91" y="30"/>
                  <a:pt x="91" y="31"/>
                  <a:pt x="91" y="32"/>
                </a:cubicBezTo>
                <a:cubicBezTo>
                  <a:pt x="98" y="39"/>
                  <a:pt x="98" y="39"/>
                  <a:pt x="98" y="39"/>
                </a:cubicBezTo>
                <a:cubicBezTo>
                  <a:pt x="89" y="47"/>
                  <a:pt x="89" y="47"/>
                  <a:pt x="89" y="47"/>
                </a:cubicBezTo>
                <a:cubicBezTo>
                  <a:pt x="83" y="41"/>
                  <a:pt x="83" y="41"/>
                  <a:pt x="83" y="41"/>
                </a:cubicBezTo>
                <a:cubicBezTo>
                  <a:pt x="82" y="40"/>
                  <a:pt x="81" y="40"/>
                  <a:pt x="80" y="41"/>
                </a:cubicBezTo>
                <a:cubicBezTo>
                  <a:pt x="80" y="41"/>
                  <a:pt x="80" y="42"/>
                  <a:pt x="80" y="43"/>
                </a:cubicBezTo>
                <a:cubicBezTo>
                  <a:pt x="87" y="49"/>
                  <a:pt x="87" y="49"/>
                  <a:pt x="87" y="49"/>
                </a:cubicBezTo>
                <a:cubicBezTo>
                  <a:pt x="79" y="57"/>
                  <a:pt x="79" y="57"/>
                  <a:pt x="79" y="57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1" y="50"/>
                  <a:pt x="70" y="51"/>
                </a:cubicBezTo>
                <a:cubicBezTo>
                  <a:pt x="70" y="51"/>
                  <a:pt x="70" y="52"/>
                  <a:pt x="70" y="53"/>
                </a:cubicBezTo>
                <a:cubicBezTo>
                  <a:pt x="77" y="59"/>
                  <a:pt x="77" y="59"/>
                  <a:pt x="77" y="59"/>
                </a:cubicBezTo>
                <a:cubicBezTo>
                  <a:pt x="69" y="68"/>
                  <a:pt x="69" y="68"/>
                  <a:pt x="69" y="68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1"/>
                  <a:pt x="60" y="61"/>
                </a:cubicBezTo>
                <a:cubicBezTo>
                  <a:pt x="60" y="62"/>
                  <a:pt x="60" y="63"/>
                  <a:pt x="60" y="63"/>
                </a:cubicBezTo>
                <a:cubicBezTo>
                  <a:pt x="67" y="70"/>
                  <a:pt x="67" y="70"/>
                  <a:pt x="67" y="70"/>
                </a:cubicBezTo>
                <a:cubicBezTo>
                  <a:pt x="60" y="77"/>
                  <a:pt x="60" y="77"/>
                  <a:pt x="60" y="77"/>
                </a:cubicBezTo>
                <a:cubicBezTo>
                  <a:pt x="59" y="77"/>
                  <a:pt x="59" y="77"/>
                  <a:pt x="58" y="78"/>
                </a:cubicBezTo>
                <a:cubicBezTo>
                  <a:pt x="59" y="78"/>
                  <a:pt x="59" y="79"/>
                  <a:pt x="59" y="80"/>
                </a:cubicBezTo>
                <a:cubicBezTo>
                  <a:pt x="59" y="80"/>
                  <a:pt x="59" y="80"/>
                  <a:pt x="59" y="80"/>
                </a:cubicBezTo>
                <a:cubicBezTo>
                  <a:pt x="61" y="89"/>
                  <a:pt x="59" y="98"/>
                  <a:pt x="52" y="105"/>
                </a:cubicBezTo>
                <a:cubicBezTo>
                  <a:pt x="42" y="116"/>
                  <a:pt x="25" y="116"/>
                  <a:pt x="14" y="105"/>
                </a:cubicBezTo>
                <a:cubicBezTo>
                  <a:pt x="4" y="95"/>
                  <a:pt x="4" y="78"/>
                  <a:pt x="14" y="68"/>
                </a:cubicBezTo>
                <a:cubicBezTo>
                  <a:pt x="21" y="61"/>
                  <a:pt x="31" y="58"/>
                  <a:pt x="40" y="61"/>
                </a:cubicBezTo>
                <a:cubicBezTo>
                  <a:pt x="41" y="61"/>
                  <a:pt x="41" y="61"/>
                  <a:pt x="42" y="61"/>
                </a:cubicBezTo>
                <a:cubicBezTo>
                  <a:pt x="42" y="61"/>
                  <a:pt x="43" y="60"/>
                  <a:pt x="43" y="60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4"/>
                  <a:pt x="107" y="4"/>
                  <a:pt x="111" y="8"/>
                </a:cubicBezTo>
                <a:cubicBezTo>
                  <a:pt x="116" y="13"/>
                  <a:pt x="116" y="21"/>
                  <a:pt x="111" y="2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5" name="Freeform 41"/>
          <p:cNvSpPr>
            <a:spLocks/>
          </p:cNvSpPr>
          <p:nvPr/>
        </p:nvSpPr>
        <p:spPr bwMode="auto">
          <a:xfrm>
            <a:off x="6921274" y="468314"/>
            <a:ext cx="204788" cy="101600"/>
          </a:xfrm>
          <a:custGeom>
            <a:avLst/>
            <a:gdLst>
              <a:gd name="T0" fmla="*/ 48 w 48"/>
              <a:gd name="T1" fmla="*/ 0 h 24"/>
              <a:gd name="T2" fmla="*/ 0 w 48"/>
              <a:gd name="T3" fmla="*/ 0 h 24"/>
              <a:gd name="T4" fmla="*/ 24 w 48"/>
              <a:gd name="T5" fmla="*/ 24 h 24"/>
              <a:gd name="T6" fmla="*/ 48 w 48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" h="24">
                <a:moveTo>
                  <a:pt x="4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3"/>
                  <a:pt x="11" y="24"/>
                  <a:pt x="24" y="24"/>
                </a:cubicBezTo>
                <a:cubicBezTo>
                  <a:pt x="38" y="24"/>
                  <a:pt x="48" y="13"/>
                  <a:pt x="48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6" name="Freeform 42"/>
          <p:cNvSpPr>
            <a:spLocks/>
          </p:cNvSpPr>
          <p:nvPr/>
        </p:nvSpPr>
        <p:spPr bwMode="auto">
          <a:xfrm>
            <a:off x="7773762" y="146051"/>
            <a:ext cx="187325" cy="66675"/>
          </a:xfrm>
          <a:custGeom>
            <a:avLst/>
            <a:gdLst>
              <a:gd name="T0" fmla="*/ 118 w 118"/>
              <a:gd name="T1" fmla="*/ 0 h 42"/>
              <a:gd name="T2" fmla="*/ 0 w 118"/>
              <a:gd name="T3" fmla="*/ 0 h 42"/>
              <a:gd name="T4" fmla="*/ 0 w 118"/>
              <a:gd name="T5" fmla="*/ 29 h 42"/>
              <a:gd name="T6" fmla="*/ 14 w 118"/>
              <a:gd name="T7" fmla="*/ 29 h 42"/>
              <a:gd name="T8" fmla="*/ 14 w 118"/>
              <a:gd name="T9" fmla="*/ 42 h 42"/>
              <a:gd name="T10" fmla="*/ 105 w 118"/>
              <a:gd name="T11" fmla="*/ 42 h 42"/>
              <a:gd name="T12" fmla="*/ 105 w 118"/>
              <a:gd name="T13" fmla="*/ 29 h 42"/>
              <a:gd name="T14" fmla="*/ 118 w 118"/>
              <a:gd name="T15" fmla="*/ 29 h 42"/>
              <a:gd name="T16" fmla="*/ 118 w 118"/>
              <a:gd name="T1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8" h="42">
                <a:moveTo>
                  <a:pt x="118" y="0"/>
                </a:moveTo>
                <a:lnTo>
                  <a:pt x="0" y="0"/>
                </a:lnTo>
                <a:lnTo>
                  <a:pt x="0" y="29"/>
                </a:lnTo>
                <a:lnTo>
                  <a:pt x="14" y="29"/>
                </a:lnTo>
                <a:lnTo>
                  <a:pt x="14" y="42"/>
                </a:lnTo>
                <a:lnTo>
                  <a:pt x="105" y="42"/>
                </a:lnTo>
                <a:lnTo>
                  <a:pt x="105" y="29"/>
                </a:lnTo>
                <a:lnTo>
                  <a:pt x="118" y="29"/>
                </a:lnTo>
                <a:lnTo>
                  <a:pt x="11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7" name="Freeform 43"/>
          <p:cNvSpPr>
            <a:spLocks/>
          </p:cNvSpPr>
          <p:nvPr/>
        </p:nvSpPr>
        <p:spPr bwMode="auto">
          <a:xfrm>
            <a:off x="7715024" y="485776"/>
            <a:ext cx="309563" cy="106363"/>
          </a:xfrm>
          <a:custGeom>
            <a:avLst/>
            <a:gdLst>
              <a:gd name="T0" fmla="*/ 0 w 73"/>
              <a:gd name="T1" fmla="*/ 6 h 25"/>
              <a:gd name="T2" fmla="*/ 30 w 73"/>
              <a:gd name="T3" fmla="*/ 25 h 25"/>
              <a:gd name="T4" fmla="*/ 43 w 73"/>
              <a:gd name="T5" fmla="*/ 25 h 25"/>
              <a:gd name="T6" fmla="*/ 73 w 73"/>
              <a:gd name="T7" fmla="*/ 6 h 25"/>
              <a:gd name="T8" fmla="*/ 73 w 73"/>
              <a:gd name="T9" fmla="*/ 0 h 25"/>
              <a:gd name="T10" fmla="*/ 0 w 73"/>
              <a:gd name="T11" fmla="*/ 0 h 25"/>
              <a:gd name="T12" fmla="*/ 0 w 73"/>
              <a:gd name="T13" fmla="*/ 6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25">
                <a:moveTo>
                  <a:pt x="0" y="6"/>
                </a:moveTo>
                <a:cubicBezTo>
                  <a:pt x="0" y="22"/>
                  <a:pt x="13" y="25"/>
                  <a:pt x="30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59" y="25"/>
                  <a:pt x="73" y="22"/>
                  <a:pt x="73" y="6"/>
                </a:cubicBezTo>
                <a:cubicBezTo>
                  <a:pt x="73" y="0"/>
                  <a:pt x="73" y="0"/>
                  <a:pt x="7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8" name="Freeform 44"/>
          <p:cNvSpPr>
            <a:spLocks/>
          </p:cNvSpPr>
          <p:nvPr/>
        </p:nvSpPr>
        <p:spPr bwMode="auto">
          <a:xfrm>
            <a:off x="7715024" y="225426"/>
            <a:ext cx="309563" cy="98425"/>
          </a:xfrm>
          <a:custGeom>
            <a:avLst/>
            <a:gdLst>
              <a:gd name="T0" fmla="*/ 43 w 73"/>
              <a:gd name="T1" fmla="*/ 1 h 23"/>
              <a:gd name="T2" fmla="*/ 30 w 73"/>
              <a:gd name="T3" fmla="*/ 1 h 23"/>
              <a:gd name="T4" fmla="*/ 0 w 73"/>
              <a:gd name="T5" fmla="*/ 17 h 23"/>
              <a:gd name="T6" fmla="*/ 0 w 73"/>
              <a:gd name="T7" fmla="*/ 23 h 23"/>
              <a:gd name="T8" fmla="*/ 73 w 73"/>
              <a:gd name="T9" fmla="*/ 23 h 23"/>
              <a:gd name="T10" fmla="*/ 73 w 73"/>
              <a:gd name="T11" fmla="*/ 17 h 23"/>
              <a:gd name="T12" fmla="*/ 43 w 73"/>
              <a:gd name="T13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23">
                <a:moveTo>
                  <a:pt x="43" y="1"/>
                </a:moveTo>
                <a:cubicBezTo>
                  <a:pt x="30" y="1"/>
                  <a:pt x="30" y="1"/>
                  <a:pt x="30" y="1"/>
                </a:cubicBezTo>
                <a:cubicBezTo>
                  <a:pt x="13" y="1"/>
                  <a:pt x="0" y="0"/>
                  <a:pt x="0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73" y="23"/>
                  <a:pt x="73" y="23"/>
                  <a:pt x="73" y="23"/>
                </a:cubicBezTo>
                <a:cubicBezTo>
                  <a:pt x="73" y="17"/>
                  <a:pt x="73" y="17"/>
                  <a:pt x="73" y="17"/>
                </a:cubicBezTo>
                <a:cubicBezTo>
                  <a:pt x="73" y="0"/>
                  <a:pt x="59" y="1"/>
                  <a:pt x="43" y="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9" name="Freeform 45"/>
          <p:cNvSpPr>
            <a:spLocks/>
          </p:cNvSpPr>
          <p:nvPr/>
        </p:nvSpPr>
        <p:spPr bwMode="auto">
          <a:xfrm>
            <a:off x="7715024" y="323851"/>
            <a:ext cx="309563" cy="161925"/>
          </a:xfrm>
          <a:custGeom>
            <a:avLst/>
            <a:gdLst>
              <a:gd name="T0" fmla="*/ 195 w 195"/>
              <a:gd name="T1" fmla="*/ 0 h 102"/>
              <a:gd name="T2" fmla="*/ 195 w 195"/>
              <a:gd name="T3" fmla="*/ 0 h 102"/>
              <a:gd name="T4" fmla="*/ 0 w 195"/>
              <a:gd name="T5" fmla="*/ 0 h 102"/>
              <a:gd name="T6" fmla="*/ 0 w 195"/>
              <a:gd name="T7" fmla="*/ 102 h 102"/>
              <a:gd name="T8" fmla="*/ 195 w 195"/>
              <a:gd name="T9" fmla="*/ 102 h 102"/>
              <a:gd name="T10" fmla="*/ 195 w 195"/>
              <a:gd name="T11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5" h="102">
                <a:moveTo>
                  <a:pt x="195" y="0"/>
                </a:moveTo>
                <a:lnTo>
                  <a:pt x="195" y="0"/>
                </a:lnTo>
                <a:lnTo>
                  <a:pt x="0" y="0"/>
                </a:lnTo>
                <a:lnTo>
                  <a:pt x="0" y="102"/>
                </a:lnTo>
                <a:lnTo>
                  <a:pt x="195" y="102"/>
                </a:lnTo>
                <a:lnTo>
                  <a:pt x="1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0" name="Freeform 46"/>
          <p:cNvSpPr>
            <a:spLocks/>
          </p:cNvSpPr>
          <p:nvPr/>
        </p:nvSpPr>
        <p:spPr bwMode="auto">
          <a:xfrm>
            <a:off x="7715024" y="323851"/>
            <a:ext cx="309563" cy="161925"/>
          </a:xfrm>
          <a:custGeom>
            <a:avLst/>
            <a:gdLst>
              <a:gd name="T0" fmla="*/ 195 w 195"/>
              <a:gd name="T1" fmla="*/ 0 h 102"/>
              <a:gd name="T2" fmla="*/ 195 w 195"/>
              <a:gd name="T3" fmla="*/ 0 h 102"/>
              <a:gd name="T4" fmla="*/ 0 w 195"/>
              <a:gd name="T5" fmla="*/ 0 h 102"/>
              <a:gd name="T6" fmla="*/ 0 w 195"/>
              <a:gd name="T7" fmla="*/ 102 h 102"/>
              <a:gd name="T8" fmla="*/ 195 w 195"/>
              <a:gd name="T9" fmla="*/ 102 h 102"/>
              <a:gd name="T10" fmla="*/ 195 w 195"/>
              <a:gd name="T11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95" h="102">
                <a:moveTo>
                  <a:pt x="195" y="0"/>
                </a:moveTo>
                <a:lnTo>
                  <a:pt x="195" y="0"/>
                </a:lnTo>
                <a:lnTo>
                  <a:pt x="0" y="0"/>
                </a:lnTo>
                <a:lnTo>
                  <a:pt x="0" y="102"/>
                </a:lnTo>
                <a:lnTo>
                  <a:pt x="195" y="102"/>
                </a:lnTo>
                <a:lnTo>
                  <a:pt x="19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1" name="Freeform 47"/>
          <p:cNvSpPr>
            <a:spLocks/>
          </p:cNvSpPr>
          <p:nvPr/>
        </p:nvSpPr>
        <p:spPr bwMode="auto">
          <a:xfrm>
            <a:off x="637949" y="1089026"/>
            <a:ext cx="249238" cy="250825"/>
          </a:xfrm>
          <a:custGeom>
            <a:avLst/>
            <a:gdLst>
              <a:gd name="T0" fmla="*/ 7 w 59"/>
              <a:gd name="T1" fmla="*/ 26 h 59"/>
              <a:gd name="T2" fmla="*/ 7 w 59"/>
              <a:gd name="T3" fmla="*/ 51 h 59"/>
              <a:gd name="T4" fmla="*/ 8 w 59"/>
              <a:gd name="T5" fmla="*/ 52 h 59"/>
              <a:gd name="T6" fmla="*/ 34 w 59"/>
              <a:gd name="T7" fmla="*/ 52 h 59"/>
              <a:gd name="T8" fmla="*/ 59 w 59"/>
              <a:gd name="T9" fmla="*/ 27 h 59"/>
              <a:gd name="T10" fmla="*/ 33 w 59"/>
              <a:gd name="T11" fmla="*/ 0 h 59"/>
              <a:gd name="T12" fmla="*/ 7 w 59"/>
              <a:gd name="T13" fmla="*/ 26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9">
                <a:moveTo>
                  <a:pt x="7" y="26"/>
                </a:moveTo>
                <a:cubicBezTo>
                  <a:pt x="0" y="33"/>
                  <a:pt x="0" y="44"/>
                  <a:pt x="7" y="51"/>
                </a:cubicBezTo>
                <a:cubicBezTo>
                  <a:pt x="8" y="52"/>
                  <a:pt x="8" y="52"/>
                  <a:pt x="8" y="52"/>
                </a:cubicBezTo>
                <a:cubicBezTo>
                  <a:pt x="15" y="59"/>
                  <a:pt x="27" y="59"/>
                  <a:pt x="34" y="52"/>
                </a:cubicBezTo>
                <a:cubicBezTo>
                  <a:pt x="59" y="27"/>
                  <a:pt x="59" y="27"/>
                  <a:pt x="59" y="27"/>
                </a:cubicBezTo>
                <a:cubicBezTo>
                  <a:pt x="33" y="0"/>
                  <a:pt x="33" y="0"/>
                  <a:pt x="33" y="0"/>
                </a:cubicBezTo>
                <a:cubicBezTo>
                  <a:pt x="7" y="26"/>
                  <a:pt x="7" y="26"/>
                  <a:pt x="7" y="2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2" name="Freeform 48"/>
          <p:cNvSpPr>
            <a:spLocks/>
          </p:cNvSpPr>
          <p:nvPr/>
        </p:nvSpPr>
        <p:spPr bwMode="auto">
          <a:xfrm>
            <a:off x="772887" y="944564"/>
            <a:ext cx="268288" cy="258763"/>
          </a:xfrm>
          <a:custGeom>
            <a:avLst/>
            <a:gdLst>
              <a:gd name="T0" fmla="*/ 42 w 63"/>
              <a:gd name="T1" fmla="*/ 0 h 61"/>
              <a:gd name="T2" fmla="*/ 30 w 63"/>
              <a:gd name="T3" fmla="*/ 5 h 61"/>
              <a:gd name="T4" fmla="*/ 0 w 63"/>
              <a:gd name="T5" fmla="*/ 35 h 61"/>
              <a:gd name="T6" fmla="*/ 0 w 63"/>
              <a:gd name="T7" fmla="*/ 35 h 61"/>
              <a:gd name="T8" fmla="*/ 1 w 63"/>
              <a:gd name="T9" fmla="*/ 34 h 61"/>
              <a:gd name="T10" fmla="*/ 27 w 63"/>
              <a:gd name="T11" fmla="*/ 61 h 61"/>
              <a:gd name="T12" fmla="*/ 56 w 63"/>
              <a:gd name="T13" fmla="*/ 31 h 61"/>
              <a:gd name="T14" fmla="*/ 56 w 63"/>
              <a:gd name="T15" fmla="*/ 6 h 61"/>
              <a:gd name="T16" fmla="*/ 55 w 63"/>
              <a:gd name="T17" fmla="*/ 5 h 61"/>
              <a:gd name="T18" fmla="*/ 42 w 63"/>
              <a:gd name="T1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3" h="61">
                <a:moveTo>
                  <a:pt x="42" y="0"/>
                </a:moveTo>
                <a:cubicBezTo>
                  <a:pt x="38" y="0"/>
                  <a:pt x="33" y="2"/>
                  <a:pt x="30" y="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1" y="34"/>
                  <a:pt x="1" y="34"/>
                  <a:pt x="1" y="34"/>
                </a:cubicBezTo>
                <a:cubicBezTo>
                  <a:pt x="27" y="61"/>
                  <a:pt x="27" y="61"/>
                  <a:pt x="27" y="61"/>
                </a:cubicBezTo>
                <a:cubicBezTo>
                  <a:pt x="56" y="31"/>
                  <a:pt x="56" y="31"/>
                  <a:pt x="56" y="31"/>
                </a:cubicBezTo>
                <a:cubicBezTo>
                  <a:pt x="63" y="24"/>
                  <a:pt x="63" y="13"/>
                  <a:pt x="56" y="6"/>
                </a:cubicBezTo>
                <a:cubicBezTo>
                  <a:pt x="55" y="5"/>
                  <a:pt x="55" y="5"/>
                  <a:pt x="55" y="5"/>
                </a:cubicBezTo>
                <a:cubicBezTo>
                  <a:pt x="52" y="2"/>
                  <a:pt x="47" y="0"/>
                  <a:pt x="4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3" name="Freeform 49"/>
          <p:cNvSpPr>
            <a:spLocks/>
          </p:cNvSpPr>
          <p:nvPr/>
        </p:nvSpPr>
        <p:spPr bwMode="auto">
          <a:xfrm>
            <a:off x="772887" y="1089026"/>
            <a:ext cx="114300" cy="114300"/>
          </a:xfrm>
          <a:custGeom>
            <a:avLst/>
            <a:gdLst>
              <a:gd name="T0" fmla="*/ 3 w 72"/>
              <a:gd name="T1" fmla="*/ 0 h 72"/>
              <a:gd name="T2" fmla="*/ 0 w 72"/>
              <a:gd name="T3" fmla="*/ 2 h 72"/>
              <a:gd name="T4" fmla="*/ 70 w 72"/>
              <a:gd name="T5" fmla="*/ 72 h 72"/>
              <a:gd name="T6" fmla="*/ 72 w 72"/>
              <a:gd name="T7" fmla="*/ 72 h 72"/>
              <a:gd name="T8" fmla="*/ 3 w 72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3" y="0"/>
                </a:moveTo>
                <a:lnTo>
                  <a:pt x="0" y="2"/>
                </a:lnTo>
                <a:lnTo>
                  <a:pt x="70" y="72"/>
                </a:lnTo>
                <a:lnTo>
                  <a:pt x="72" y="72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4" name="Freeform 50"/>
          <p:cNvSpPr>
            <a:spLocks/>
          </p:cNvSpPr>
          <p:nvPr/>
        </p:nvSpPr>
        <p:spPr bwMode="auto">
          <a:xfrm>
            <a:off x="772887" y="1089026"/>
            <a:ext cx="114300" cy="114300"/>
          </a:xfrm>
          <a:custGeom>
            <a:avLst/>
            <a:gdLst>
              <a:gd name="T0" fmla="*/ 3 w 72"/>
              <a:gd name="T1" fmla="*/ 0 h 72"/>
              <a:gd name="T2" fmla="*/ 0 w 72"/>
              <a:gd name="T3" fmla="*/ 2 h 72"/>
              <a:gd name="T4" fmla="*/ 70 w 72"/>
              <a:gd name="T5" fmla="*/ 72 h 72"/>
              <a:gd name="T6" fmla="*/ 72 w 72"/>
              <a:gd name="T7" fmla="*/ 72 h 72"/>
              <a:gd name="T8" fmla="*/ 3 w 72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3" y="0"/>
                </a:moveTo>
                <a:lnTo>
                  <a:pt x="0" y="2"/>
                </a:lnTo>
                <a:lnTo>
                  <a:pt x="70" y="72"/>
                </a:lnTo>
                <a:lnTo>
                  <a:pt x="72" y="72"/>
                </a:lnTo>
                <a:lnTo>
                  <a:pt x="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5" name="Freeform 51"/>
          <p:cNvSpPr>
            <a:spLocks/>
          </p:cNvSpPr>
          <p:nvPr/>
        </p:nvSpPr>
        <p:spPr bwMode="auto">
          <a:xfrm>
            <a:off x="1353912" y="1096964"/>
            <a:ext cx="212725" cy="242888"/>
          </a:xfrm>
          <a:custGeom>
            <a:avLst/>
            <a:gdLst>
              <a:gd name="T0" fmla="*/ 50 w 50"/>
              <a:gd name="T1" fmla="*/ 20 h 57"/>
              <a:gd name="T2" fmla="*/ 31 w 50"/>
              <a:gd name="T3" fmla="*/ 0 h 57"/>
              <a:gd name="T4" fmla="*/ 7 w 50"/>
              <a:gd name="T5" fmla="*/ 24 h 57"/>
              <a:gd name="T6" fmla="*/ 7 w 50"/>
              <a:gd name="T7" fmla="*/ 49 h 57"/>
              <a:gd name="T8" fmla="*/ 8 w 50"/>
              <a:gd name="T9" fmla="*/ 50 h 57"/>
              <a:gd name="T10" fmla="*/ 33 w 50"/>
              <a:gd name="T11" fmla="*/ 50 h 57"/>
              <a:gd name="T12" fmla="*/ 41 w 50"/>
              <a:gd name="T13" fmla="*/ 42 h 57"/>
              <a:gd name="T14" fmla="*/ 41 w 50"/>
              <a:gd name="T15" fmla="*/ 39 h 57"/>
              <a:gd name="T16" fmla="*/ 50 w 50"/>
              <a:gd name="T17" fmla="*/ 2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7">
                <a:moveTo>
                  <a:pt x="50" y="20"/>
                </a:moveTo>
                <a:cubicBezTo>
                  <a:pt x="31" y="0"/>
                  <a:pt x="31" y="0"/>
                  <a:pt x="31" y="0"/>
                </a:cubicBezTo>
                <a:cubicBezTo>
                  <a:pt x="7" y="24"/>
                  <a:pt x="7" y="24"/>
                  <a:pt x="7" y="24"/>
                </a:cubicBezTo>
                <a:cubicBezTo>
                  <a:pt x="0" y="31"/>
                  <a:pt x="0" y="42"/>
                  <a:pt x="7" y="49"/>
                </a:cubicBezTo>
                <a:cubicBezTo>
                  <a:pt x="8" y="50"/>
                  <a:pt x="8" y="50"/>
                  <a:pt x="8" y="50"/>
                </a:cubicBezTo>
                <a:cubicBezTo>
                  <a:pt x="15" y="57"/>
                  <a:pt x="26" y="57"/>
                  <a:pt x="33" y="50"/>
                </a:cubicBezTo>
                <a:cubicBezTo>
                  <a:pt x="41" y="42"/>
                  <a:pt x="41" y="42"/>
                  <a:pt x="41" y="42"/>
                </a:cubicBezTo>
                <a:cubicBezTo>
                  <a:pt x="41" y="41"/>
                  <a:pt x="41" y="40"/>
                  <a:pt x="41" y="39"/>
                </a:cubicBezTo>
                <a:cubicBezTo>
                  <a:pt x="41" y="31"/>
                  <a:pt x="44" y="24"/>
                  <a:pt x="50" y="2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6" name="Freeform 52"/>
          <p:cNvSpPr>
            <a:spLocks noEditPoints="1"/>
          </p:cNvSpPr>
          <p:nvPr/>
        </p:nvSpPr>
        <p:spPr bwMode="auto">
          <a:xfrm>
            <a:off x="1485674" y="947739"/>
            <a:ext cx="263525" cy="225425"/>
          </a:xfrm>
          <a:custGeom>
            <a:avLst/>
            <a:gdLst>
              <a:gd name="T0" fmla="*/ 1 w 62"/>
              <a:gd name="T1" fmla="*/ 33 h 53"/>
              <a:gd name="T2" fmla="*/ 0 w 62"/>
              <a:gd name="T3" fmla="*/ 35 h 53"/>
              <a:gd name="T4" fmla="*/ 1 w 62"/>
              <a:gd name="T5" fmla="*/ 33 h 53"/>
              <a:gd name="T6" fmla="*/ 1 w 62"/>
              <a:gd name="T7" fmla="*/ 33 h 53"/>
              <a:gd name="T8" fmla="*/ 42 w 62"/>
              <a:gd name="T9" fmla="*/ 0 h 53"/>
              <a:gd name="T10" fmla="*/ 29 w 62"/>
              <a:gd name="T11" fmla="*/ 5 h 53"/>
              <a:gd name="T12" fmla="*/ 1 w 62"/>
              <a:gd name="T13" fmla="*/ 33 h 53"/>
              <a:gd name="T14" fmla="*/ 21 w 62"/>
              <a:gd name="T15" fmla="*/ 53 h 53"/>
              <a:gd name="T16" fmla="*/ 33 w 62"/>
              <a:gd name="T17" fmla="*/ 50 h 53"/>
              <a:gd name="T18" fmla="*/ 37 w 62"/>
              <a:gd name="T19" fmla="*/ 50 h 53"/>
              <a:gd name="T20" fmla="*/ 55 w 62"/>
              <a:gd name="T21" fmla="*/ 32 h 53"/>
              <a:gd name="T22" fmla="*/ 55 w 62"/>
              <a:gd name="T23" fmla="*/ 6 h 53"/>
              <a:gd name="T24" fmla="*/ 54 w 62"/>
              <a:gd name="T25" fmla="*/ 5 h 53"/>
              <a:gd name="T26" fmla="*/ 42 w 62"/>
              <a:gd name="T27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2" h="53">
                <a:moveTo>
                  <a:pt x="1" y="33"/>
                </a:moveTo>
                <a:cubicBezTo>
                  <a:pt x="0" y="35"/>
                  <a:pt x="0" y="35"/>
                  <a:pt x="0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1" y="33"/>
                  <a:pt x="1" y="33"/>
                  <a:pt x="1" y="33"/>
                </a:cubicBezTo>
                <a:moveTo>
                  <a:pt x="42" y="0"/>
                </a:moveTo>
                <a:cubicBezTo>
                  <a:pt x="37" y="0"/>
                  <a:pt x="33" y="2"/>
                  <a:pt x="29" y="5"/>
                </a:cubicBezTo>
                <a:cubicBezTo>
                  <a:pt x="1" y="33"/>
                  <a:pt x="1" y="33"/>
                  <a:pt x="1" y="33"/>
                </a:cubicBezTo>
                <a:cubicBezTo>
                  <a:pt x="21" y="53"/>
                  <a:pt x="21" y="53"/>
                  <a:pt x="21" y="53"/>
                </a:cubicBezTo>
                <a:cubicBezTo>
                  <a:pt x="25" y="51"/>
                  <a:pt x="29" y="50"/>
                  <a:pt x="33" y="50"/>
                </a:cubicBezTo>
                <a:cubicBezTo>
                  <a:pt x="34" y="50"/>
                  <a:pt x="36" y="50"/>
                  <a:pt x="37" y="50"/>
                </a:cubicBezTo>
                <a:cubicBezTo>
                  <a:pt x="55" y="32"/>
                  <a:pt x="55" y="32"/>
                  <a:pt x="55" y="32"/>
                </a:cubicBezTo>
                <a:cubicBezTo>
                  <a:pt x="62" y="25"/>
                  <a:pt x="62" y="13"/>
                  <a:pt x="55" y="6"/>
                </a:cubicBezTo>
                <a:cubicBezTo>
                  <a:pt x="54" y="5"/>
                  <a:pt x="54" y="5"/>
                  <a:pt x="54" y="5"/>
                </a:cubicBezTo>
                <a:cubicBezTo>
                  <a:pt x="51" y="2"/>
                  <a:pt x="46" y="0"/>
                  <a:pt x="42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7" name="Freeform 53"/>
          <p:cNvSpPr>
            <a:spLocks/>
          </p:cNvSpPr>
          <p:nvPr/>
        </p:nvSpPr>
        <p:spPr bwMode="auto">
          <a:xfrm>
            <a:off x="1528537" y="1198564"/>
            <a:ext cx="160338" cy="153988"/>
          </a:xfrm>
          <a:custGeom>
            <a:avLst/>
            <a:gdLst>
              <a:gd name="T0" fmla="*/ 7 w 38"/>
              <a:gd name="T1" fmla="*/ 0 h 36"/>
              <a:gd name="T2" fmla="*/ 8 w 38"/>
              <a:gd name="T3" fmla="*/ 30 h 36"/>
              <a:gd name="T4" fmla="*/ 23 w 38"/>
              <a:gd name="T5" fmla="*/ 36 h 36"/>
              <a:gd name="T6" fmla="*/ 38 w 38"/>
              <a:gd name="T7" fmla="*/ 31 h 36"/>
              <a:gd name="T8" fmla="*/ 7 w 38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6">
                <a:moveTo>
                  <a:pt x="7" y="0"/>
                </a:moveTo>
                <a:cubicBezTo>
                  <a:pt x="0" y="9"/>
                  <a:pt x="0" y="22"/>
                  <a:pt x="8" y="30"/>
                </a:cubicBezTo>
                <a:cubicBezTo>
                  <a:pt x="13" y="34"/>
                  <a:pt x="18" y="36"/>
                  <a:pt x="23" y="36"/>
                </a:cubicBezTo>
                <a:cubicBezTo>
                  <a:pt x="28" y="36"/>
                  <a:pt x="33" y="34"/>
                  <a:pt x="38" y="31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8" name="Freeform 54"/>
          <p:cNvSpPr>
            <a:spLocks/>
          </p:cNvSpPr>
          <p:nvPr/>
        </p:nvSpPr>
        <p:spPr bwMode="auto">
          <a:xfrm>
            <a:off x="1569812" y="1160464"/>
            <a:ext cx="157163" cy="157163"/>
          </a:xfrm>
          <a:custGeom>
            <a:avLst/>
            <a:gdLst>
              <a:gd name="T0" fmla="*/ 29 w 37"/>
              <a:gd name="T1" fmla="*/ 8 h 37"/>
              <a:gd name="T2" fmla="*/ 0 w 37"/>
              <a:gd name="T3" fmla="*/ 7 h 37"/>
              <a:gd name="T4" fmla="*/ 30 w 37"/>
              <a:gd name="T5" fmla="*/ 37 h 37"/>
              <a:gd name="T6" fmla="*/ 29 w 37"/>
              <a:gd name="T7" fmla="*/ 8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7" h="37">
                <a:moveTo>
                  <a:pt x="29" y="8"/>
                </a:moveTo>
                <a:cubicBezTo>
                  <a:pt x="21" y="0"/>
                  <a:pt x="8" y="0"/>
                  <a:pt x="0" y="7"/>
                </a:cubicBezTo>
                <a:cubicBezTo>
                  <a:pt x="30" y="37"/>
                  <a:pt x="30" y="37"/>
                  <a:pt x="30" y="37"/>
                </a:cubicBezTo>
                <a:cubicBezTo>
                  <a:pt x="37" y="29"/>
                  <a:pt x="37" y="16"/>
                  <a:pt x="29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9" name="Freeform 55"/>
          <p:cNvSpPr>
            <a:spLocks noEditPoints="1"/>
          </p:cNvSpPr>
          <p:nvPr/>
        </p:nvSpPr>
        <p:spPr bwMode="auto">
          <a:xfrm>
            <a:off x="2249262" y="1033464"/>
            <a:ext cx="271463" cy="271463"/>
          </a:xfrm>
          <a:custGeom>
            <a:avLst/>
            <a:gdLst>
              <a:gd name="T0" fmla="*/ 0 w 171"/>
              <a:gd name="T1" fmla="*/ 120 h 171"/>
              <a:gd name="T2" fmla="*/ 53 w 171"/>
              <a:gd name="T3" fmla="*/ 171 h 171"/>
              <a:gd name="T4" fmla="*/ 171 w 171"/>
              <a:gd name="T5" fmla="*/ 53 h 171"/>
              <a:gd name="T6" fmla="*/ 120 w 171"/>
              <a:gd name="T7" fmla="*/ 0 h 171"/>
              <a:gd name="T8" fmla="*/ 0 w 171"/>
              <a:gd name="T9" fmla="*/ 120 h 171"/>
              <a:gd name="T10" fmla="*/ 160 w 171"/>
              <a:gd name="T11" fmla="*/ 53 h 171"/>
              <a:gd name="T12" fmla="*/ 53 w 171"/>
              <a:gd name="T13" fmla="*/ 160 h 171"/>
              <a:gd name="T14" fmla="*/ 13 w 171"/>
              <a:gd name="T15" fmla="*/ 118 h 171"/>
              <a:gd name="T16" fmla="*/ 117 w 171"/>
              <a:gd name="T17" fmla="*/ 11 h 171"/>
              <a:gd name="T18" fmla="*/ 160 w 171"/>
              <a:gd name="T19" fmla="*/ 53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1" h="171">
                <a:moveTo>
                  <a:pt x="0" y="120"/>
                </a:moveTo>
                <a:lnTo>
                  <a:pt x="53" y="171"/>
                </a:lnTo>
                <a:lnTo>
                  <a:pt x="171" y="53"/>
                </a:lnTo>
                <a:lnTo>
                  <a:pt x="120" y="0"/>
                </a:lnTo>
                <a:lnTo>
                  <a:pt x="0" y="120"/>
                </a:lnTo>
                <a:close/>
                <a:moveTo>
                  <a:pt x="160" y="53"/>
                </a:moveTo>
                <a:lnTo>
                  <a:pt x="53" y="160"/>
                </a:lnTo>
                <a:lnTo>
                  <a:pt x="13" y="118"/>
                </a:lnTo>
                <a:lnTo>
                  <a:pt x="117" y="11"/>
                </a:lnTo>
                <a:lnTo>
                  <a:pt x="160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0" name="Freeform 56"/>
          <p:cNvSpPr>
            <a:spLocks noEditPoints="1"/>
          </p:cNvSpPr>
          <p:nvPr/>
        </p:nvSpPr>
        <p:spPr bwMode="auto">
          <a:xfrm>
            <a:off x="2249262" y="1033464"/>
            <a:ext cx="271463" cy="271463"/>
          </a:xfrm>
          <a:custGeom>
            <a:avLst/>
            <a:gdLst>
              <a:gd name="T0" fmla="*/ 0 w 171"/>
              <a:gd name="T1" fmla="*/ 120 h 171"/>
              <a:gd name="T2" fmla="*/ 53 w 171"/>
              <a:gd name="T3" fmla="*/ 171 h 171"/>
              <a:gd name="T4" fmla="*/ 171 w 171"/>
              <a:gd name="T5" fmla="*/ 53 h 171"/>
              <a:gd name="T6" fmla="*/ 120 w 171"/>
              <a:gd name="T7" fmla="*/ 0 h 171"/>
              <a:gd name="T8" fmla="*/ 0 w 171"/>
              <a:gd name="T9" fmla="*/ 120 h 171"/>
              <a:gd name="T10" fmla="*/ 160 w 171"/>
              <a:gd name="T11" fmla="*/ 53 h 171"/>
              <a:gd name="T12" fmla="*/ 53 w 171"/>
              <a:gd name="T13" fmla="*/ 160 h 171"/>
              <a:gd name="T14" fmla="*/ 13 w 171"/>
              <a:gd name="T15" fmla="*/ 118 h 171"/>
              <a:gd name="T16" fmla="*/ 117 w 171"/>
              <a:gd name="T17" fmla="*/ 11 h 171"/>
              <a:gd name="T18" fmla="*/ 160 w 171"/>
              <a:gd name="T19" fmla="*/ 53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1" h="171">
                <a:moveTo>
                  <a:pt x="0" y="120"/>
                </a:moveTo>
                <a:lnTo>
                  <a:pt x="53" y="171"/>
                </a:lnTo>
                <a:lnTo>
                  <a:pt x="171" y="53"/>
                </a:lnTo>
                <a:lnTo>
                  <a:pt x="120" y="0"/>
                </a:lnTo>
                <a:lnTo>
                  <a:pt x="0" y="120"/>
                </a:lnTo>
                <a:moveTo>
                  <a:pt x="160" y="53"/>
                </a:moveTo>
                <a:lnTo>
                  <a:pt x="53" y="160"/>
                </a:lnTo>
                <a:lnTo>
                  <a:pt x="13" y="118"/>
                </a:lnTo>
                <a:lnTo>
                  <a:pt x="117" y="11"/>
                </a:lnTo>
                <a:lnTo>
                  <a:pt x="160" y="5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1" name="Freeform 57"/>
          <p:cNvSpPr>
            <a:spLocks/>
          </p:cNvSpPr>
          <p:nvPr/>
        </p:nvSpPr>
        <p:spPr bwMode="auto">
          <a:xfrm>
            <a:off x="2427062" y="982664"/>
            <a:ext cx="144463" cy="144463"/>
          </a:xfrm>
          <a:custGeom>
            <a:avLst/>
            <a:gdLst>
              <a:gd name="T0" fmla="*/ 91 w 91"/>
              <a:gd name="T1" fmla="*/ 83 h 91"/>
              <a:gd name="T2" fmla="*/ 80 w 91"/>
              <a:gd name="T3" fmla="*/ 91 h 91"/>
              <a:gd name="T4" fmla="*/ 0 w 91"/>
              <a:gd name="T5" fmla="*/ 10 h 91"/>
              <a:gd name="T6" fmla="*/ 11 w 91"/>
              <a:gd name="T7" fmla="*/ 0 h 91"/>
              <a:gd name="T8" fmla="*/ 91 w 91"/>
              <a:gd name="T9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91">
                <a:moveTo>
                  <a:pt x="91" y="83"/>
                </a:moveTo>
                <a:lnTo>
                  <a:pt x="80" y="91"/>
                </a:lnTo>
                <a:lnTo>
                  <a:pt x="0" y="10"/>
                </a:lnTo>
                <a:lnTo>
                  <a:pt x="11" y="0"/>
                </a:lnTo>
                <a:lnTo>
                  <a:pt x="91" y="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2" name="Freeform 58"/>
          <p:cNvSpPr>
            <a:spLocks/>
          </p:cNvSpPr>
          <p:nvPr/>
        </p:nvSpPr>
        <p:spPr bwMode="auto">
          <a:xfrm>
            <a:off x="2482624" y="906464"/>
            <a:ext cx="165100" cy="165100"/>
          </a:xfrm>
          <a:custGeom>
            <a:avLst/>
            <a:gdLst>
              <a:gd name="T0" fmla="*/ 24 w 104"/>
              <a:gd name="T1" fmla="*/ 8 h 104"/>
              <a:gd name="T2" fmla="*/ 40 w 104"/>
              <a:gd name="T3" fmla="*/ 21 h 104"/>
              <a:gd name="T4" fmla="*/ 0 w 104"/>
              <a:gd name="T5" fmla="*/ 61 h 104"/>
              <a:gd name="T6" fmla="*/ 42 w 104"/>
              <a:gd name="T7" fmla="*/ 104 h 104"/>
              <a:gd name="T8" fmla="*/ 83 w 104"/>
              <a:gd name="T9" fmla="*/ 64 h 104"/>
              <a:gd name="T10" fmla="*/ 96 w 104"/>
              <a:gd name="T11" fmla="*/ 80 h 104"/>
              <a:gd name="T12" fmla="*/ 104 w 104"/>
              <a:gd name="T13" fmla="*/ 72 h 104"/>
              <a:gd name="T14" fmla="*/ 32 w 104"/>
              <a:gd name="T15" fmla="*/ 0 h 104"/>
              <a:gd name="T16" fmla="*/ 24 w 104"/>
              <a:gd name="T17" fmla="*/ 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4" h="104">
                <a:moveTo>
                  <a:pt x="24" y="8"/>
                </a:moveTo>
                <a:lnTo>
                  <a:pt x="40" y="21"/>
                </a:lnTo>
                <a:lnTo>
                  <a:pt x="0" y="61"/>
                </a:lnTo>
                <a:lnTo>
                  <a:pt x="42" y="104"/>
                </a:lnTo>
                <a:lnTo>
                  <a:pt x="83" y="64"/>
                </a:lnTo>
                <a:lnTo>
                  <a:pt x="96" y="80"/>
                </a:lnTo>
                <a:lnTo>
                  <a:pt x="104" y="72"/>
                </a:lnTo>
                <a:lnTo>
                  <a:pt x="32" y="0"/>
                </a:lnTo>
                <a:lnTo>
                  <a:pt x="24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3" name="Freeform 59"/>
          <p:cNvSpPr>
            <a:spLocks/>
          </p:cNvSpPr>
          <p:nvPr/>
        </p:nvSpPr>
        <p:spPr bwMode="auto">
          <a:xfrm>
            <a:off x="2180999" y="1262064"/>
            <a:ext cx="114300" cy="111125"/>
          </a:xfrm>
          <a:custGeom>
            <a:avLst/>
            <a:gdLst>
              <a:gd name="T0" fmla="*/ 0 w 72"/>
              <a:gd name="T1" fmla="*/ 65 h 70"/>
              <a:gd name="T2" fmla="*/ 53 w 72"/>
              <a:gd name="T3" fmla="*/ 0 h 70"/>
              <a:gd name="T4" fmla="*/ 72 w 72"/>
              <a:gd name="T5" fmla="*/ 16 h 70"/>
              <a:gd name="T6" fmla="*/ 5 w 72"/>
              <a:gd name="T7" fmla="*/ 70 h 70"/>
              <a:gd name="T8" fmla="*/ 0 w 72"/>
              <a:gd name="T9" fmla="*/ 6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65"/>
                </a:moveTo>
                <a:lnTo>
                  <a:pt x="53" y="0"/>
                </a:lnTo>
                <a:lnTo>
                  <a:pt x="72" y="16"/>
                </a:lnTo>
                <a:lnTo>
                  <a:pt x="5" y="70"/>
                </a:lnTo>
                <a:lnTo>
                  <a:pt x="0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4" name="Freeform 60"/>
          <p:cNvSpPr>
            <a:spLocks/>
          </p:cNvSpPr>
          <p:nvPr/>
        </p:nvSpPr>
        <p:spPr bwMode="auto">
          <a:xfrm>
            <a:off x="2295299" y="1177926"/>
            <a:ext cx="55563" cy="58738"/>
          </a:xfrm>
          <a:custGeom>
            <a:avLst/>
            <a:gdLst>
              <a:gd name="T0" fmla="*/ 8 w 35"/>
              <a:gd name="T1" fmla="*/ 0 h 37"/>
              <a:gd name="T2" fmla="*/ 0 w 35"/>
              <a:gd name="T3" fmla="*/ 11 h 37"/>
              <a:gd name="T4" fmla="*/ 24 w 35"/>
              <a:gd name="T5" fmla="*/ 37 h 37"/>
              <a:gd name="T6" fmla="*/ 35 w 35"/>
              <a:gd name="T7" fmla="*/ 27 h 37"/>
              <a:gd name="T8" fmla="*/ 8 w 35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7">
                <a:moveTo>
                  <a:pt x="8" y="0"/>
                </a:moveTo>
                <a:lnTo>
                  <a:pt x="0" y="11"/>
                </a:lnTo>
                <a:lnTo>
                  <a:pt x="24" y="37"/>
                </a:lnTo>
                <a:lnTo>
                  <a:pt x="35" y="27"/>
                </a:lnTo>
                <a:lnTo>
                  <a:pt x="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5" name="Freeform 61"/>
          <p:cNvSpPr>
            <a:spLocks/>
          </p:cNvSpPr>
          <p:nvPr/>
        </p:nvSpPr>
        <p:spPr bwMode="auto">
          <a:xfrm>
            <a:off x="2295299" y="1177926"/>
            <a:ext cx="55563" cy="58738"/>
          </a:xfrm>
          <a:custGeom>
            <a:avLst/>
            <a:gdLst>
              <a:gd name="T0" fmla="*/ 8 w 35"/>
              <a:gd name="T1" fmla="*/ 0 h 37"/>
              <a:gd name="T2" fmla="*/ 0 w 35"/>
              <a:gd name="T3" fmla="*/ 11 h 37"/>
              <a:gd name="T4" fmla="*/ 24 w 35"/>
              <a:gd name="T5" fmla="*/ 37 h 37"/>
              <a:gd name="T6" fmla="*/ 35 w 35"/>
              <a:gd name="T7" fmla="*/ 27 h 37"/>
              <a:gd name="T8" fmla="*/ 8 w 35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7">
                <a:moveTo>
                  <a:pt x="8" y="0"/>
                </a:moveTo>
                <a:lnTo>
                  <a:pt x="0" y="11"/>
                </a:lnTo>
                <a:lnTo>
                  <a:pt x="24" y="37"/>
                </a:lnTo>
                <a:lnTo>
                  <a:pt x="35" y="27"/>
                </a:lnTo>
                <a:lnTo>
                  <a:pt x="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6" name="Freeform 62"/>
          <p:cNvSpPr>
            <a:spLocks/>
          </p:cNvSpPr>
          <p:nvPr/>
        </p:nvSpPr>
        <p:spPr bwMode="auto">
          <a:xfrm>
            <a:off x="2333399" y="1139826"/>
            <a:ext cx="55563" cy="58738"/>
          </a:xfrm>
          <a:custGeom>
            <a:avLst/>
            <a:gdLst>
              <a:gd name="T0" fmla="*/ 8 w 35"/>
              <a:gd name="T1" fmla="*/ 0 h 37"/>
              <a:gd name="T2" fmla="*/ 0 w 35"/>
              <a:gd name="T3" fmla="*/ 10 h 37"/>
              <a:gd name="T4" fmla="*/ 24 w 35"/>
              <a:gd name="T5" fmla="*/ 37 h 37"/>
              <a:gd name="T6" fmla="*/ 35 w 35"/>
              <a:gd name="T7" fmla="*/ 27 h 37"/>
              <a:gd name="T8" fmla="*/ 8 w 35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7">
                <a:moveTo>
                  <a:pt x="8" y="0"/>
                </a:moveTo>
                <a:lnTo>
                  <a:pt x="0" y="10"/>
                </a:lnTo>
                <a:lnTo>
                  <a:pt x="24" y="37"/>
                </a:lnTo>
                <a:lnTo>
                  <a:pt x="35" y="27"/>
                </a:lnTo>
                <a:lnTo>
                  <a:pt x="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7" name="Freeform 63"/>
          <p:cNvSpPr>
            <a:spLocks/>
          </p:cNvSpPr>
          <p:nvPr/>
        </p:nvSpPr>
        <p:spPr bwMode="auto">
          <a:xfrm>
            <a:off x="2333399" y="1139826"/>
            <a:ext cx="55563" cy="58738"/>
          </a:xfrm>
          <a:custGeom>
            <a:avLst/>
            <a:gdLst>
              <a:gd name="T0" fmla="*/ 8 w 35"/>
              <a:gd name="T1" fmla="*/ 0 h 37"/>
              <a:gd name="T2" fmla="*/ 0 w 35"/>
              <a:gd name="T3" fmla="*/ 10 h 37"/>
              <a:gd name="T4" fmla="*/ 24 w 35"/>
              <a:gd name="T5" fmla="*/ 37 h 37"/>
              <a:gd name="T6" fmla="*/ 35 w 35"/>
              <a:gd name="T7" fmla="*/ 27 h 37"/>
              <a:gd name="T8" fmla="*/ 8 w 35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7">
                <a:moveTo>
                  <a:pt x="8" y="0"/>
                </a:moveTo>
                <a:lnTo>
                  <a:pt x="0" y="10"/>
                </a:lnTo>
                <a:lnTo>
                  <a:pt x="24" y="37"/>
                </a:lnTo>
                <a:lnTo>
                  <a:pt x="35" y="27"/>
                </a:lnTo>
                <a:lnTo>
                  <a:pt x="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8" name="Freeform 64"/>
          <p:cNvSpPr>
            <a:spLocks/>
          </p:cNvSpPr>
          <p:nvPr/>
        </p:nvSpPr>
        <p:spPr bwMode="auto">
          <a:xfrm>
            <a:off x="2368324" y="1104901"/>
            <a:ext cx="58738" cy="55563"/>
          </a:xfrm>
          <a:custGeom>
            <a:avLst/>
            <a:gdLst>
              <a:gd name="T0" fmla="*/ 10 w 37"/>
              <a:gd name="T1" fmla="*/ 0 h 35"/>
              <a:gd name="T2" fmla="*/ 0 w 37"/>
              <a:gd name="T3" fmla="*/ 8 h 35"/>
              <a:gd name="T4" fmla="*/ 26 w 37"/>
              <a:gd name="T5" fmla="*/ 35 h 35"/>
              <a:gd name="T6" fmla="*/ 37 w 37"/>
              <a:gd name="T7" fmla="*/ 24 h 35"/>
              <a:gd name="T8" fmla="*/ 10 w 37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10" y="0"/>
                </a:moveTo>
                <a:lnTo>
                  <a:pt x="0" y="8"/>
                </a:lnTo>
                <a:lnTo>
                  <a:pt x="26" y="35"/>
                </a:lnTo>
                <a:lnTo>
                  <a:pt x="37" y="24"/>
                </a:lnTo>
                <a:lnTo>
                  <a:pt x="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9" name="Freeform 65"/>
          <p:cNvSpPr>
            <a:spLocks/>
          </p:cNvSpPr>
          <p:nvPr/>
        </p:nvSpPr>
        <p:spPr bwMode="auto">
          <a:xfrm>
            <a:off x="2368324" y="1104901"/>
            <a:ext cx="58738" cy="55563"/>
          </a:xfrm>
          <a:custGeom>
            <a:avLst/>
            <a:gdLst>
              <a:gd name="T0" fmla="*/ 10 w 37"/>
              <a:gd name="T1" fmla="*/ 0 h 35"/>
              <a:gd name="T2" fmla="*/ 0 w 37"/>
              <a:gd name="T3" fmla="*/ 8 h 35"/>
              <a:gd name="T4" fmla="*/ 26 w 37"/>
              <a:gd name="T5" fmla="*/ 35 h 35"/>
              <a:gd name="T6" fmla="*/ 37 w 37"/>
              <a:gd name="T7" fmla="*/ 24 h 35"/>
              <a:gd name="T8" fmla="*/ 10 w 37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10" y="0"/>
                </a:moveTo>
                <a:lnTo>
                  <a:pt x="0" y="8"/>
                </a:lnTo>
                <a:lnTo>
                  <a:pt x="26" y="35"/>
                </a:lnTo>
                <a:lnTo>
                  <a:pt x="37" y="24"/>
                </a:lnTo>
                <a:lnTo>
                  <a:pt x="1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0" name="Freeform 66"/>
          <p:cNvSpPr>
            <a:spLocks/>
          </p:cNvSpPr>
          <p:nvPr/>
        </p:nvSpPr>
        <p:spPr bwMode="auto">
          <a:xfrm>
            <a:off x="2401662" y="1071564"/>
            <a:ext cx="58738" cy="55563"/>
          </a:xfrm>
          <a:custGeom>
            <a:avLst/>
            <a:gdLst>
              <a:gd name="T0" fmla="*/ 11 w 37"/>
              <a:gd name="T1" fmla="*/ 0 h 35"/>
              <a:gd name="T2" fmla="*/ 0 w 37"/>
              <a:gd name="T3" fmla="*/ 11 h 35"/>
              <a:gd name="T4" fmla="*/ 27 w 37"/>
              <a:gd name="T5" fmla="*/ 35 h 35"/>
              <a:gd name="T6" fmla="*/ 37 w 37"/>
              <a:gd name="T7" fmla="*/ 27 h 35"/>
              <a:gd name="T8" fmla="*/ 11 w 37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11" y="0"/>
                </a:moveTo>
                <a:lnTo>
                  <a:pt x="0" y="11"/>
                </a:lnTo>
                <a:lnTo>
                  <a:pt x="27" y="35"/>
                </a:lnTo>
                <a:lnTo>
                  <a:pt x="37" y="27"/>
                </a:lnTo>
                <a:lnTo>
                  <a:pt x="1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1" name="Freeform 67"/>
          <p:cNvSpPr>
            <a:spLocks/>
          </p:cNvSpPr>
          <p:nvPr/>
        </p:nvSpPr>
        <p:spPr bwMode="auto">
          <a:xfrm>
            <a:off x="2401662" y="1071564"/>
            <a:ext cx="58738" cy="55563"/>
          </a:xfrm>
          <a:custGeom>
            <a:avLst/>
            <a:gdLst>
              <a:gd name="T0" fmla="*/ 11 w 37"/>
              <a:gd name="T1" fmla="*/ 0 h 35"/>
              <a:gd name="T2" fmla="*/ 0 w 37"/>
              <a:gd name="T3" fmla="*/ 11 h 35"/>
              <a:gd name="T4" fmla="*/ 27 w 37"/>
              <a:gd name="T5" fmla="*/ 35 h 35"/>
              <a:gd name="T6" fmla="*/ 37 w 37"/>
              <a:gd name="T7" fmla="*/ 27 h 35"/>
              <a:gd name="T8" fmla="*/ 11 w 37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11" y="0"/>
                </a:moveTo>
                <a:lnTo>
                  <a:pt x="0" y="11"/>
                </a:lnTo>
                <a:lnTo>
                  <a:pt x="27" y="35"/>
                </a:lnTo>
                <a:lnTo>
                  <a:pt x="37" y="27"/>
                </a:lnTo>
                <a:lnTo>
                  <a:pt x="1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2" name="Freeform 68"/>
          <p:cNvSpPr>
            <a:spLocks/>
          </p:cNvSpPr>
          <p:nvPr/>
        </p:nvSpPr>
        <p:spPr bwMode="auto">
          <a:xfrm>
            <a:off x="2974749" y="931864"/>
            <a:ext cx="439738" cy="415925"/>
          </a:xfrm>
          <a:custGeom>
            <a:avLst/>
            <a:gdLst>
              <a:gd name="T0" fmla="*/ 88 w 277"/>
              <a:gd name="T1" fmla="*/ 262 h 262"/>
              <a:gd name="T2" fmla="*/ 61 w 277"/>
              <a:gd name="T3" fmla="*/ 171 h 262"/>
              <a:gd name="T4" fmla="*/ 48 w 277"/>
              <a:gd name="T5" fmla="*/ 203 h 262"/>
              <a:gd name="T6" fmla="*/ 0 w 277"/>
              <a:gd name="T7" fmla="*/ 203 h 262"/>
              <a:gd name="T8" fmla="*/ 0 w 277"/>
              <a:gd name="T9" fmla="*/ 192 h 262"/>
              <a:gd name="T10" fmla="*/ 42 w 277"/>
              <a:gd name="T11" fmla="*/ 192 h 262"/>
              <a:gd name="T12" fmla="*/ 64 w 277"/>
              <a:gd name="T13" fmla="*/ 139 h 262"/>
              <a:gd name="T14" fmla="*/ 85 w 277"/>
              <a:gd name="T15" fmla="*/ 219 h 262"/>
              <a:gd name="T16" fmla="*/ 104 w 277"/>
              <a:gd name="T17" fmla="*/ 133 h 262"/>
              <a:gd name="T18" fmla="*/ 114 w 277"/>
              <a:gd name="T19" fmla="*/ 179 h 262"/>
              <a:gd name="T20" fmla="*/ 146 w 277"/>
              <a:gd name="T21" fmla="*/ 0 h 262"/>
              <a:gd name="T22" fmla="*/ 176 w 277"/>
              <a:gd name="T23" fmla="*/ 187 h 262"/>
              <a:gd name="T24" fmla="*/ 197 w 277"/>
              <a:gd name="T25" fmla="*/ 141 h 262"/>
              <a:gd name="T26" fmla="*/ 224 w 277"/>
              <a:gd name="T27" fmla="*/ 200 h 262"/>
              <a:gd name="T28" fmla="*/ 277 w 277"/>
              <a:gd name="T29" fmla="*/ 200 h 262"/>
              <a:gd name="T30" fmla="*/ 277 w 277"/>
              <a:gd name="T31" fmla="*/ 211 h 262"/>
              <a:gd name="T32" fmla="*/ 216 w 277"/>
              <a:gd name="T33" fmla="*/ 211 h 262"/>
              <a:gd name="T34" fmla="*/ 197 w 277"/>
              <a:gd name="T35" fmla="*/ 168 h 262"/>
              <a:gd name="T36" fmla="*/ 171 w 277"/>
              <a:gd name="T37" fmla="*/ 222 h 262"/>
              <a:gd name="T38" fmla="*/ 146 w 277"/>
              <a:gd name="T39" fmla="*/ 67 h 262"/>
              <a:gd name="T40" fmla="*/ 117 w 277"/>
              <a:gd name="T41" fmla="*/ 230 h 262"/>
              <a:gd name="T42" fmla="*/ 104 w 277"/>
              <a:gd name="T43" fmla="*/ 179 h 262"/>
              <a:gd name="T44" fmla="*/ 88 w 277"/>
              <a:gd name="T45" fmla="*/ 262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77" h="262">
                <a:moveTo>
                  <a:pt x="88" y="262"/>
                </a:moveTo>
                <a:lnTo>
                  <a:pt x="61" y="171"/>
                </a:lnTo>
                <a:lnTo>
                  <a:pt x="48" y="203"/>
                </a:lnTo>
                <a:lnTo>
                  <a:pt x="0" y="203"/>
                </a:lnTo>
                <a:lnTo>
                  <a:pt x="0" y="192"/>
                </a:lnTo>
                <a:lnTo>
                  <a:pt x="42" y="192"/>
                </a:lnTo>
                <a:lnTo>
                  <a:pt x="64" y="139"/>
                </a:lnTo>
                <a:lnTo>
                  <a:pt x="85" y="219"/>
                </a:lnTo>
                <a:lnTo>
                  <a:pt x="104" y="133"/>
                </a:lnTo>
                <a:lnTo>
                  <a:pt x="114" y="179"/>
                </a:lnTo>
                <a:lnTo>
                  <a:pt x="146" y="0"/>
                </a:lnTo>
                <a:lnTo>
                  <a:pt x="176" y="187"/>
                </a:lnTo>
                <a:lnTo>
                  <a:pt x="197" y="141"/>
                </a:lnTo>
                <a:lnTo>
                  <a:pt x="224" y="200"/>
                </a:lnTo>
                <a:lnTo>
                  <a:pt x="277" y="200"/>
                </a:lnTo>
                <a:lnTo>
                  <a:pt x="277" y="211"/>
                </a:lnTo>
                <a:lnTo>
                  <a:pt x="216" y="211"/>
                </a:lnTo>
                <a:lnTo>
                  <a:pt x="197" y="168"/>
                </a:lnTo>
                <a:lnTo>
                  <a:pt x="171" y="222"/>
                </a:lnTo>
                <a:lnTo>
                  <a:pt x="146" y="67"/>
                </a:lnTo>
                <a:lnTo>
                  <a:pt x="117" y="230"/>
                </a:lnTo>
                <a:lnTo>
                  <a:pt x="104" y="179"/>
                </a:lnTo>
                <a:lnTo>
                  <a:pt x="88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3" name="Freeform 69"/>
          <p:cNvSpPr>
            <a:spLocks noEditPoints="1"/>
          </p:cNvSpPr>
          <p:nvPr/>
        </p:nvSpPr>
        <p:spPr bwMode="auto">
          <a:xfrm>
            <a:off x="3766912" y="922339"/>
            <a:ext cx="474663" cy="476250"/>
          </a:xfrm>
          <a:custGeom>
            <a:avLst/>
            <a:gdLst>
              <a:gd name="T0" fmla="*/ 56 w 112"/>
              <a:gd name="T1" fmla="*/ 0 h 112"/>
              <a:gd name="T2" fmla="*/ 0 w 112"/>
              <a:gd name="T3" fmla="*/ 56 h 112"/>
              <a:gd name="T4" fmla="*/ 56 w 112"/>
              <a:gd name="T5" fmla="*/ 112 h 112"/>
              <a:gd name="T6" fmla="*/ 112 w 112"/>
              <a:gd name="T7" fmla="*/ 56 h 112"/>
              <a:gd name="T8" fmla="*/ 56 w 112"/>
              <a:gd name="T9" fmla="*/ 0 h 112"/>
              <a:gd name="T10" fmla="*/ 56 w 112"/>
              <a:gd name="T11" fmla="*/ 10 h 112"/>
              <a:gd name="T12" fmla="*/ 102 w 112"/>
              <a:gd name="T13" fmla="*/ 56 h 112"/>
              <a:gd name="T14" fmla="*/ 102 w 112"/>
              <a:gd name="T15" fmla="*/ 59 h 112"/>
              <a:gd name="T16" fmla="*/ 92 w 112"/>
              <a:gd name="T17" fmla="*/ 59 h 112"/>
              <a:gd name="T18" fmla="*/ 92 w 112"/>
              <a:gd name="T19" fmla="*/ 61 h 112"/>
              <a:gd name="T20" fmla="*/ 90 w 112"/>
              <a:gd name="T21" fmla="*/ 75 h 112"/>
              <a:gd name="T22" fmla="*/ 88 w 112"/>
              <a:gd name="T23" fmla="*/ 65 h 112"/>
              <a:gd name="T24" fmla="*/ 83 w 112"/>
              <a:gd name="T25" fmla="*/ 50 h 112"/>
              <a:gd name="T26" fmla="*/ 76 w 112"/>
              <a:gd name="T27" fmla="*/ 60 h 112"/>
              <a:gd name="T28" fmla="*/ 72 w 112"/>
              <a:gd name="T29" fmla="*/ 60 h 112"/>
              <a:gd name="T30" fmla="*/ 61 w 112"/>
              <a:gd name="T31" fmla="*/ 15 h 112"/>
              <a:gd name="T32" fmla="*/ 49 w 112"/>
              <a:gd name="T33" fmla="*/ 61 h 112"/>
              <a:gd name="T34" fmla="*/ 41 w 112"/>
              <a:gd name="T35" fmla="*/ 61 h 112"/>
              <a:gd name="T36" fmla="*/ 41 w 112"/>
              <a:gd name="T37" fmla="*/ 62 h 112"/>
              <a:gd name="T38" fmla="*/ 36 w 112"/>
              <a:gd name="T39" fmla="*/ 80 h 112"/>
              <a:gd name="T40" fmla="*/ 34 w 112"/>
              <a:gd name="T41" fmla="*/ 68 h 112"/>
              <a:gd name="T42" fmla="*/ 26 w 112"/>
              <a:gd name="T43" fmla="*/ 46 h 112"/>
              <a:gd name="T44" fmla="*/ 16 w 112"/>
              <a:gd name="T45" fmla="*/ 63 h 112"/>
              <a:gd name="T46" fmla="*/ 10 w 112"/>
              <a:gd name="T47" fmla="*/ 63 h 112"/>
              <a:gd name="T48" fmla="*/ 9 w 112"/>
              <a:gd name="T49" fmla="*/ 56 h 112"/>
              <a:gd name="T50" fmla="*/ 56 w 112"/>
              <a:gd name="T51" fmla="*/ 10 h 112"/>
              <a:gd name="T52" fmla="*/ 56 w 112"/>
              <a:gd name="T53" fmla="*/ 103 h 112"/>
              <a:gd name="T54" fmla="*/ 10 w 112"/>
              <a:gd name="T55" fmla="*/ 67 h 112"/>
              <a:gd name="T56" fmla="*/ 19 w 112"/>
              <a:gd name="T57" fmla="*/ 67 h 112"/>
              <a:gd name="T58" fmla="*/ 19 w 112"/>
              <a:gd name="T59" fmla="*/ 65 h 112"/>
              <a:gd name="T60" fmla="*/ 25 w 112"/>
              <a:gd name="T61" fmla="*/ 50 h 112"/>
              <a:gd name="T62" fmla="*/ 30 w 112"/>
              <a:gd name="T63" fmla="*/ 69 h 112"/>
              <a:gd name="T64" fmla="*/ 35 w 112"/>
              <a:gd name="T65" fmla="*/ 85 h 112"/>
              <a:gd name="T66" fmla="*/ 36 w 112"/>
              <a:gd name="T67" fmla="*/ 85 h 112"/>
              <a:gd name="T68" fmla="*/ 37 w 112"/>
              <a:gd name="T69" fmla="*/ 85 h 112"/>
              <a:gd name="T70" fmla="*/ 44 w 112"/>
              <a:gd name="T71" fmla="*/ 65 h 112"/>
              <a:gd name="T72" fmla="*/ 52 w 112"/>
              <a:gd name="T73" fmla="*/ 65 h 112"/>
              <a:gd name="T74" fmla="*/ 52 w 112"/>
              <a:gd name="T75" fmla="*/ 63 h 112"/>
              <a:gd name="T76" fmla="*/ 60 w 112"/>
              <a:gd name="T77" fmla="*/ 19 h 112"/>
              <a:gd name="T78" fmla="*/ 68 w 112"/>
              <a:gd name="T79" fmla="*/ 62 h 112"/>
              <a:gd name="T80" fmla="*/ 69 w 112"/>
              <a:gd name="T81" fmla="*/ 64 h 112"/>
              <a:gd name="T82" fmla="*/ 79 w 112"/>
              <a:gd name="T83" fmla="*/ 63 h 112"/>
              <a:gd name="T84" fmla="*/ 79 w 112"/>
              <a:gd name="T85" fmla="*/ 62 h 112"/>
              <a:gd name="T86" fmla="*/ 82 w 112"/>
              <a:gd name="T87" fmla="*/ 54 h 112"/>
              <a:gd name="T88" fmla="*/ 85 w 112"/>
              <a:gd name="T89" fmla="*/ 66 h 112"/>
              <a:gd name="T90" fmla="*/ 90 w 112"/>
              <a:gd name="T91" fmla="*/ 82 h 112"/>
              <a:gd name="T92" fmla="*/ 95 w 112"/>
              <a:gd name="T93" fmla="*/ 63 h 112"/>
              <a:gd name="T94" fmla="*/ 102 w 112"/>
              <a:gd name="T95" fmla="*/ 63 h 112"/>
              <a:gd name="T96" fmla="*/ 56 w 112"/>
              <a:gd name="T97" fmla="*/ 10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112">
                <a:moveTo>
                  <a:pt x="56" y="0"/>
                </a:moveTo>
                <a:cubicBezTo>
                  <a:pt x="25" y="0"/>
                  <a:pt x="0" y="25"/>
                  <a:pt x="0" y="56"/>
                </a:cubicBezTo>
                <a:cubicBezTo>
                  <a:pt x="0" y="87"/>
                  <a:pt x="25" y="112"/>
                  <a:pt x="56" y="112"/>
                </a:cubicBezTo>
                <a:cubicBezTo>
                  <a:pt x="87" y="112"/>
                  <a:pt x="112" y="87"/>
                  <a:pt x="112" y="56"/>
                </a:cubicBezTo>
                <a:cubicBezTo>
                  <a:pt x="112" y="25"/>
                  <a:pt x="87" y="0"/>
                  <a:pt x="56" y="0"/>
                </a:cubicBezTo>
                <a:close/>
                <a:moveTo>
                  <a:pt x="56" y="10"/>
                </a:moveTo>
                <a:cubicBezTo>
                  <a:pt x="81" y="10"/>
                  <a:pt x="102" y="30"/>
                  <a:pt x="102" y="56"/>
                </a:cubicBezTo>
                <a:cubicBezTo>
                  <a:pt x="102" y="57"/>
                  <a:pt x="102" y="58"/>
                  <a:pt x="102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2" y="61"/>
                  <a:pt x="92" y="61"/>
                  <a:pt x="92" y="61"/>
                </a:cubicBezTo>
                <a:cubicBezTo>
                  <a:pt x="91" y="66"/>
                  <a:pt x="91" y="72"/>
                  <a:pt x="90" y="75"/>
                </a:cubicBezTo>
                <a:cubicBezTo>
                  <a:pt x="90" y="73"/>
                  <a:pt x="89" y="69"/>
                  <a:pt x="88" y="65"/>
                </a:cubicBezTo>
                <a:cubicBezTo>
                  <a:pt x="86" y="53"/>
                  <a:pt x="85" y="50"/>
                  <a:pt x="83" y="50"/>
                </a:cubicBezTo>
                <a:cubicBezTo>
                  <a:pt x="81" y="50"/>
                  <a:pt x="78" y="53"/>
                  <a:pt x="76" y="60"/>
                </a:cubicBezTo>
                <a:cubicBezTo>
                  <a:pt x="72" y="60"/>
                  <a:pt x="72" y="60"/>
                  <a:pt x="72" y="60"/>
                </a:cubicBezTo>
                <a:cubicBezTo>
                  <a:pt x="67" y="15"/>
                  <a:pt x="62" y="15"/>
                  <a:pt x="61" y="15"/>
                </a:cubicBezTo>
                <a:cubicBezTo>
                  <a:pt x="59" y="15"/>
                  <a:pt x="52" y="15"/>
                  <a:pt x="49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2"/>
                  <a:pt x="41" y="62"/>
                  <a:pt x="41" y="62"/>
                </a:cubicBezTo>
                <a:cubicBezTo>
                  <a:pt x="40" y="69"/>
                  <a:pt x="37" y="76"/>
                  <a:pt x="36" y="80"/>
                </a:cubicBezTo>
                <a:cubicBezTo>
                  <a:pt x="35" y="77"/>
                  <a:pt x="34" y="72"/>
                  <a:pt x="34" y="68"/>
                </a:cubicBezTo>
                <a:cubicBezTo>
                  <a:pt x="31" y="52"/>
                  <a:pt x="29" y="47"/>
                  <a:pt x="26" y="46"/>
                </a:cubicBezTo>
                <a:cubicBezTo>
                  <a:pt x="22" y="45"/>
                  <a:pt x="18" y="54"/>
                  <a:pt x="16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9" y="61"/>
                  <a:pt x="9" y="58"/>
                  <a:pt x="9" y="56"/>
                </a:cubicBezTo>
                <a:cubicBezTo>
                  <a:pt x="9" y="30"/>
                  <a:pt x="30" y="10"/>
                  <a:pt x="56" y="10"/>
                </a:cubicBezTo>
                <a:close/>
                <a:moveTo>
                  <a:pt x="56" y="103"/>
                </a:moveTo>
                <a:cubicBezTo>
                  <a:pt x="34" y="103"/>
                  <a:pt x="15" y="87"/>
                  <a:pt x="10" y="67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65"/>
                  <a:pt x="19" y="65"/>
                  <a:pt x="19" y="65"/>
                </a:cubicBezTo>
                <a:cubicBezTo>
                  <a:pt x="21" y="58"/>
                  <a:pt x="24" y="51"/>
                  <a:pt x="25" y="50"/>
                </a:cubicBezTo>
                <a:cubicBezTo>
                  <a:pt x="27" y="52"/>
                  <a:pt x="29" y="63"/>
                  <a:pt x="30" y="69"/>
                </a:cubicBezTo>
                <a:cubicBezTo>
                  <a:pt x="32" y="81"/>
                  <a:pt x="33" y="84"/>
                  <a:pt x="35" y="85"/>
                </a:cubicBezTo>
                <a:cubicBezTo>
                  <a:pt x="36" y="85"/>
                  <a:pt x="36" y="85"/>
                  <a:pt x="36" y="85"/>
                </a:cubicBezTo>
                <a:cubicBezTo>
                  <a:pt x="36" y="85"/>
                  <a:pt x="36" y="85"/>
                  <a:pt x="37" y="85"/>
                </a:cubicBezTo>
                <a:cubicBezTo>
                  <a:pt x="39" y="83"/>
                  <a:pt x="42" y="73"/>
                  <a:pt x="44" y="65"/>
                </a:cubicBezTo>
                <a:cubicBezTo>
                  <a:pt x="52" y="65"/>
                  <a:pt x="52" y="65"/>
                  <a:pt x="52" y="65"/>
                </a:cubicBezTo>
                <a:cubicBezTo>
                  <a:pt x="52" y="63"/>
                  <a:pt x="52" y="63"/>
                  <a:pt x="52" y="63"/>
                </a:cubicBezTo>
                <a:cubicBezTo>
                  <a:pt x="53" y="45"/>
                  <a:pt x="58" y="19"/>
                  <a:pt x="60" y="19"/>
                </a:cubicBezTo>
                <a:cubicBezTo>
                  <a:pt x="63" y="19"/>
                  <a:pt x="65" y="44"/>
                  <a:pt x="68" y="62"/>
                </a:cubicBezTo>
                <a:cubicBezTo>
                  <a:pt x="69" y="64"/>
                  <a:pt x="69" y="64"/>
                  <a:pt x="69" y="64"/>
                </a:cubicBezTo>
                <a:cubicBezTo>
                  <a:pt x="79" y="63"/>
                  <a:pt x="79" y="63"/>
                  <a:pt x="79" y="63"/>
                </a:cubicBezTo>
                <a:cubicBezTo>
                  <a:pt x="79" y="62"/>
                  <a:pt x="79" y="62"/>
                  <a:pt x="79" y="62"/>
                </a:cubicBezTo>
                <a:cubicBezTo>
                  <a:pt x="80" y="59"/>
                  <a:pt x="81" y="56"/>
                  <a:pt x="82" y="54"/>
                </a:cubicBezTo>
                <a:cubicBezTo>
                  <a:pt x="83" y="57"/>
                  <a:pt x="84" y="62"/>
                  <a:pt x="85" y="66"/>
                </a:cubicBezTo>
                <a:cubicBezTo>
                  <a:pt x="87" y="78"/>
                  <a:pt x="88" y="82"/>
                  <a:pt x="90" y="82"/>
                </a:cubicBezTo>
                <a:cubicBezTo>
                  <a:pt x="92" y="81"/>
                  <a:pt x="94" y="81"/>
                  <a:pt x="95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98" y="85"/>
                  <a:pt x="79" y="103"/>
                  <a:pt x="56" y="1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4" name="Freeform 70"/>
          <p:cNvSpPr>
            <a:spLocks/>
          </p:cNvSpPr>
          <p:nvPr/>
        </p:nvSpPr>
        <p:spPr bwMode="auto">
          <a:xfrm>
            <a:off x="4878162" y="1008064"/>
            <a:ext cx="207963" cy="160338"/>
          </a:xfrm>
          <a:custGeom>
            <a:avLst/>
            <a:gdLst>
              <a:gd name="T0" fmla="*/ 0 w 49"/>
              <a:gd name="T1" fmla="*/ 16 h 38"/>
              <a:gd name="T2" fmla="*/ 32 w 49"/>
              <a:gd name="T3" fmla="*/ 16 h 38"/>
              <a:gd name="T4" fmla="*/ 49 w 49"/>
              <a:gd name="T5" fmla="*/ 16 h 38"/>
              <a:gd name="T6" fmla="*/ 24 w 49"/>
              <a:gd name="T7" fmla="*/ 36 h 38"/>
              <a:gd name="T8" fmla="*/ 0 w 49"/>
              <a:gd name="T9" fmla="*/ 31 h 38"/>
              <a:gd name="T10" fmla="*/ 0 w 49"/>
              <a:gd name="T11" fmla="*/ 1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9" h="38">
                <a:moveTo>
                  <a:pt x="0" y="16"/>
                </a:moveTo>
                <a:cubicBezTo>
                  <a:pt x="0" y="16"/>
                  <a:pt x="17" y="0"/>
                  <a:pt x="32" y="16"/>
                </a:cubicBezTo>
                <a:cubicBezTo>
                  <a:pt x="32" y="16"/>
                  <a:pt x="42" y="22"/>
                  <a:pt x="49" y="16"/>
                </a:cubicBezTo>
                <a:cubicBezTo>
                  <a:pt x="49" y="16"/>
                  <a:pt x="48" y="36"/>
                  <a:pt x="24" y="36"/>
                </a:cubicBezTo>
                <a:cubicBezTo>
                  <a:pt x="24" y="36"/>
                  <a:pt x="14" y="38"/>
                  <a:pt x="0" y="31"/>
                </a:cubicBez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5" name="Freeform 71"/>
          <p:cNvSpPr>
            <a:spLocks/>
          </p:cNvSpPr>
          <p:nvPr/>
        </p:nvSpPr>
        <p:spPr bwMode="auto">
          <a:xfrm>
            <a:off x="4589237" y="1008064"/>
            <a:ext cx="207963" cy="160338"/>
          </a:xfrm>
          <a:custGeom>
            <a:avLst/>
            <a:gdLst>
              <a:gd name="T0" fmla="*/ 49 w 49"/>
              <a:gd name="T1" fmla="*/ 16 h 38"/>
              <a:gd name="T2" fmla="*/ 16 w 49"/>
              <a:gd name="T3" fmla="*/ 16 h 38"/>
              <a:gd name="T4" fmla="*/ 0 w 49"/>
              <a:gd name="T5" fmla="*/ 16 h 38"/>
              <a:gd name="T6" fmla="*/ 24 w 49"/>
              <a:gd name="T7" fmla="*/ 36 h 38"/>
              <a:gd name="T8" fmla="*/ 49 w 49"/>
              <a:gd name="T9" fmla="*/ 31 h 38"/>
              <a:gd name="T10" fmla="*/ 49 w 49"/>
              <a:gd name="T11" fmla="*/ 1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9" h="38">
                <a:moveTo>
                  <a:pt x="49" y="16"/>
                </a:moveTo>
                <a:cubicBezTo>
                  <a:pt x="49" y="16"/>
                  <a:pt x="32" y="0"/>
                  <a:pt x="16" y="16"/>
                </a:cubicBezTo>
                <a:cubicBezTo>
                  <a:pt x="16" y="16"/>
                  <a:pt x="7" y="22"/>
                  <a:pt x="0" y="16"/>
                </a:cubicBezTo>
                <a:cubicBezTo>
                  <a:pt x="0" y="16"/>
                  <a:pt x="1" y="36"/>
                  <a:pt x="24" y="36"/>
                </a:cubicBezTo>
                <a:cubicBezTo>
                  <a:pt x="24" y="36"/>
                  <a:pt x="35" y="38"/>
                  <a:pt x="49" y="31"/>
                </a:cubicBezTo>
                <a:lnTo>
                  <a:pt x="49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6" name="Rectangle 72"/>
          <p:cNvSpPr>
            <a:spLocks noChangeArrowheads="1"/>
          </p:cNvSpPr>
          <p:nvPr/>
        </p:nvSpPr>
        <p:spPr bwMode="auto">
          <a:xfrm>
            <a:off x="4809899" y="1066801"/>
            <a:ext cx="50800" cy="730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7" name="Rectangle 73"/>
          <p:cNvSpPr>
            <a:spLocks noChangeArrowheads="1"/>
          </p:cNvSpPr>
          <p:nvPr/>
        </p:nvSpPr>
        <p:spPr bwMode="auto">
          <a:xfrm>
            <a:off x="4857524" y="1084264"/>
            <a:ext cx="33338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8" name="Rectangle 74"/>
          <p:cNvSpPr>
            <a:spLocks noChangeArrowheads="1"/>
          </p:cNvSpPr>
          <p:nvPr/>
        </p:nvSpPr>
        <p:spPr bwMode="auto">
          <a:xfrm>
            <a:off x="4789262" y="1084264"/>
            <a:ext cx="33338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9" name="Freeform 75"/>
          <p:cNvSpPr>
            <a:spLocks/>
          </p:cNvSpPr>
          <p:nvPr/>
        </p:nvSpPr>
        <p:spPr bwMode="auto">
          <a:xfrm>
            <a:off x="4822599" y="1135064"/>
            <a:ext cx="30163" cy="233363"/>
          </a:xfrm>
          <a:custGeom>
            <a:avLst/>
            <a:gdLst>
              <a:gd name="T0" fmla="*/ 14 w 19"/>
              <a:gd name="T1" fmla="*/ 147 h 147"/>
              <a:gd name="T2" fmla="*/ 8 w 19"/>
              <a:gd name="T3" fmla="*/ 147 h 147"/>
              <a:gd name="T4" fmla="*/ 0 w 19"/>
              <a:gd name="T5" fmla="*/ 0 h 147"/>
              <a:gd name="T6" fmla="*/ 19 w 19"/>
              <a:gd name="T7" fmla="*/ 0 h 147"/>
              <a:gd name="T8" fmla="*/ 14 w 19"/>
              <a:gd name="T9" fmla="*/ 14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47">
                <a:moveTo>
                  <a:pt x="14" y="147"/>
                </a:moveTo>
                <a:lnTo>
                  <a:pt x="8" y="147"/>
                </a:lnTo>
                <a:lnTo>
                  <a:pt x="0" y="0"/>
                </a:lnTo>
                <a:lnTo>
                  <a:pt x="19" y="0"/>
                </a:lnTo>
                <a:lnTo>
                  <a:pt x="14" y="1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0" name="Freeform 76"/>
          <p:cNvSpPr>
            <a:spLocks/>
          </p:cNvSpPr>
          <p:nvPr/>
        </p:nvSpPr>
        <p:spPr bwMode="auto">
          <a:xfrm>
            <a:off x="4754337" y="1155701"/>
            <a:ext cx="166688" cy="47625"/>
          </a:xfrm>
          <a:custGeom>
            <a:avLst/>
            <a:gdLst>
              <a:gd name="T0" fmla="*/ 25 w 39"/>
              <a:gd name="T1" fmla="*/ 0 h 11"/>
              <a:gd name="T2" fmla="*/ 25 w 39"/>
              <a:gd name="T3" fmla="*/ 1 h 11"/>
              <a:gd name="T4" fmla="*/ 36 w 39"/>
              <a:gd name="T5" fmla="*/ 5 h 11"/>
              <a:gd name="T6" fmla="*/ 19 w 39"/>
              <a:gd name="T7" fmla="*/ 10 h 11"/>
              <a:gd name="T8" fmla="*/ 2 w 39"/>
              <a:gd name="T9" fmla="*/ 5 h 11"/>
              <a:gd name="T10" fmla="*/ 13 w 39"/>
              <a:gd name="T11" fmla="*/ 1 h 11"/>
              <a:gd name="T12" fmla="*/ 13 w 39"/>
              <a:gd name="T13" fmla="*/ 0 h 11"/>
              <a:gd name="T14" fmla="*/ 0 w 39"/>
              <a:gd name="T15" fmla="*/ 5 h 11"/>
              <a:gd name="T16" fmla="*/ 19 w 39"/>
              <a:gd name="T17" fmla="*/ 11 h 11"/>
              <a:gd name="T18" fmla="*/ 39 w 39"/>
              <a:gd name="T19" fmla="*/ 5 h 11"/>
              <a:gd name="T20" fmla="*/ 25 w 39"/>
              <a:gd name="T21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11">
                <a:moveTo>
                  <a:pt x="25" y="0"/>
                </a:moveTo>
                <a:cubicBezTo>
                  <a:pt x="25" y="1"/>
                  <a:pt x="25" y="1"/>
                  <a:pt x="25" y="1"/>
                </a:cubicBezTo>
                <a:cubicBezTo>
                  <a:pt x="31" y="1"/>
                  <a:pt x="36" y="3"/>
                  <a:pt x="36" y="5"/>
                </a:cubicBezTo>
                <a:cubicBezTo>
                  <a:pt x="36" y="8"/>
                  <a:pt x="29" y="10"/>
                  <a:pt x="19" y="10"/>
                </a:cubicBezTo>
                <a:cubicBezTo>
                  <a:pt x="10" y="10"/>
                  <a:pt x="2" y="8"/>
                  <a:pt x="2" y="5"/>
                </a:cubicBezTo>
                <a:cubicBezTo>
                  <a:pt x="2" y="3"/>
                  <a:pt x="7" y="1"/>
                  <a:pt x="13" y="1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3"/>
                  <a:pt x="0" y="5"/>
                </a:cubicBezTo>
                <a:cubicBezTo>
                  <a:pt x="0" y="8"/>
                  <a:pt x="9" y="11"/>
                  <a:pt x="19" y="11"/>
                </a:cubicBezTo>
                <a:cubicBezTo>
                  <a:pt x="30" y="11"/>
                  <a:pt x="39" y="8"/>
                  <a:pt x="39" y="5"/>
                </a:cubicBezTo>
                <a:cubicBezTo>
                  <a:pt x="39" y="3"/>
                  <a:pt x="33" y="1"/>
                  <a:pt x="2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1" name="Freeform 77"/>
          <p:cNvSpPr>
            <a:spLocks/>
          </p:cNvSpPr>
          <p:nvPr/>
        </p:nvSpPr>
        <p:spPr bwMode="auto">
          <a:xfrm>
            <a:off x="4767037" y="1198564"/>
            <a:ext cx="144463" cy="38100"/>
          </a:xfrm>
          <a:custGeom>
            <a:avLst/>
            <a:gdLst>
              <a:gd name="T0" fmla="*/ 22 w 34"/>
              <a:gd name="T1" fmla="*/ 0 h 9"/>
              <a:gd name="T2" fmla="*/ 22 w 34"/>
              <a:gd name="T3" fmla="*/ 0 h 9"/>
              <a:gd name="T4" fmla="*/ 31 w 34"/>
              <a:gd name="T5" fmla="*/ 4 h 9"/>
              <a:gd name="T6" fmla="*/ 17 w 34"/>
              <a:gd name="T7" fmla="*/ 8 h 9"/>
              <a:gd name="T8" fmla="*/ 2 w 34"/>
              <a:gd name="T9" fmla="*/ 4 h 9"/>
              <a:gd name="T10" fmla="*/ 12 w 34"/>
              <a:gd name="T11" fmla="*/ 0 h 9"/>
              <a:gd name="T12" fmla="*/ 12 w 34"/>
              <a:gd name="T13" fmla="*/ 0 h 9"/>
              <a:gd name="T14" fmla="*/ 0 w 34"/>
              <a:gd name="T15" fmla="*/ 4 h 9"/>
              <a:gd name="T16" fmla="*/ 17 w 34"/>
              <a:gd name="T17" fmla="*/ 9 h 9"/>
              <a:gd name="T18" fmla="*/ 34 w 34"/>
              <a:gd name="T19" fmla="*/ 4 h 9"/>
              <a:gd name="T20" fmla="*/ 22 w 34"/>
              <a:gd name="T2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9"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7" y="1"/>
                  <a:pt x="31" y="3"/>
                  <a:pt x="31" y="4"/>
                </a:cubicBezTo>
                <a:cubicBezTo>
                  <a:pt x="31" y="7"/>
                  <a:pt x="25" y="8"/>
                  <a:pt x="17" y="8"/>
                </a:cubicBezTo>
                <a:cubicBezTo>
                  <a:pt x="9" y="8"/>
                  <a:pt x="2" y="7"/>
                  <a:pt x="2" y="4"/>
                </a:cubicBezTo>
                <a:cubicBezTo>
                  <a:pt x="2" y="3"/>
                  <a:pt x="6" y="1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2"/>
                  <a:pt x="0" y="4"/>
                </a:cubicBezTo>
                <a:cubicBezTo>
                  <a:pt x="0" y="7"/>
                  <a:pt x="7" y="9"/>
                  <a:pt x="17" y="9"/>
                </a:cubicBezTo>
                <a:cubicBezTo>
                  <a:pt x="26" y="9"/>
                  <a:pt x="34" y="7"/>
                  <a:pt x="34" y="4"/>
                </a:cubicBezTo>
                <a:cubicBezTo>
                  <a:pt x="34" y="2"/>
                  <a:pt x="29" y="0"/>
                  <a:pt x="2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2" name="Freeform 78"/>
          <p:cNvSpPr>
            <a:spLocks/>
          </p:cNvSpPr>
          <p:nvPr/>
        </p:nvSpPr>
        <p:spPr bwMode="auto">
          <a:xfrm>
            <a:off x="4776562" y="1233489"/>
            <a:ext cx="127000" cy="38100"/>
          </a:xfrm>
          <a:custGeom>
            <a:avLst/>
            <a:gdLst>
              <a:gd name="T0" fmla="*/ 19 w 30"/>
              <a:gd name="T1" fmla="*/ 0 h 9"/>
              <a:gd name="T2" fmla="*/ 19 w 30"/>
              <a:gd name="T3" fmla="*/ 1 h 9"/>
              <a:gd name="T4" fmla="*/ 28 w 30"/>
              <a:gd name="T5" fmla="*/ 5 h 9"/>
              <a:gd name="T6" fmla="*/ 15 w 30"/>
              <a:gd name="T7" fmla="*/ 8 h 9"/>
              <a:gd name="T8" fmla="*/ 2 w 30"/>
              <a:gd name="T9" fmla="*/ 4 h 9"/>
              <a:gd name="T10" fmla="*/ 10 w 30"/>
              <a:gd name="T11" fmla="*/ 1 h 9"/>
              <a:gd name="T12" fmla="*/ 10 w 30"/>
              <a:gd name="T13" fmla="*/ 0 h 9"/>
              <a:gd name="T14" fmla="*/ 0 w 30"/>
              <a:gd name="T15" fmla="*/ 4 h 9"/>
              <a:gd name="T16" fmla="*/ 15 w 30"/>
              <a:gd name="T17" fmla="*/ 9 h 9"/>
              <a:gd name="T18" fmla="*/ 30 w 30"/>
              <a:gd name="T19" fmla="*/ 5 h 9"/>
              <a:gd name="T20" fmla="*/ 19 w 30"/>
              <a:gd name="T2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" h="9">
                <a:moveTo>
                  <a:pt x="19" y="0"/>
                </a:moveTo>
                <a:cubicBezTo>
                  <a:pt x="19" y="1"/>
                  <a:pt x="19" y="1"/>
                  <a:pt x="19" y="1"/>
                </a:cubicBezTo>
                <a:cubicBezTo>
                  <a:pt x="24" y="2"/>
                  <a:pt x="28" y="3"/>
                  <a:pt x="28" y="5"/>
                </a:cubicBezTo>
                <a:cubicBezTo>
                  <a:pt x="28" y="7"/>
                  <a:pt x="22" y="8"/>
                  <a:pt x="15" y="8"/>
                </a:cubicBezTo>
                <a:cubicBezTo>
                  <a:pt x="7" y="8"/>
                  <a:pt x="2" y="6"/>
                  <a:pt x="2" y="4"/>
                </a:cubicBezTo>
                <a:cubicBezTo>
                  <a:pt x="2" y="3"/>
                  <a:pt x="5" y="1"/>
                  <a:pt x="10" y="1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1"/>
                  <a:pt x="0" y="2"/>
                  <a:pt x="0" y="4"/>
                </a:cubicBezTo>
                <a:cubicBezTo>
                  <a:pt x="0" y="7"/>
                  <a:pt x="6" y="9"/>
                  <a:pt x="15" y="9"/>
                </a:cubicBezTo>
                <a:cubicBezTo>
                  <a:pt x="23" y="9"/>
                  <a:pt x="30" y="7"/>
                  <a:pt x="30" y="5"/>
                </a:cubicBezTo>
                <a:cubicBezTo>
                  <a:pt x="30" y="3"/>
                  <a:pt x="26" y="1"/>
                  <a:pt x="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3" name="Freeform 79"/>
          <p:cNvSpPr>
            <a:spLocks/>
          </p:cNvSpPr>
          <p:nvPr/>
        </p:nvSpPr>
        <p:spPr bwMode="auto">
          <a:xfrm>
            <a:off x="4781324" y="1266826"/>
            <a:ext cx="114300" cy="33338"/>
          </a:xfrm>
          <a:custGeom>
            <a:avLst/>
            <a:gdLst>
              <a:gd name="T0" fmla="*/ 18 w 27"/>
              <a:gd name="T1" fmla="*/ 0 h 8"/>
              <a:gd name="T2" fmla="*/ 18 w 27"/>
              <a:gd name="T3" fmla="*/ 1 h 8"/>
              <a:gd name="T4" fmla="*/ 25 w 27"/>
              <a:gd name="T5" fmla="*/ 4 h 8"/>
              <a:gd name="T6" fmla="*/ 14 w 27"/>
              <a:gd name="T7" fmla="*/ 7 h 8"/>
              <a:gd name="T8" fmla="*/ 2 w 27"/>
              <a:gd name="T9" fmla="*/ 4 h 8"/>
              <a:gd name="T10" fmla="*/ 10 w 27"/>
              <a:gd name="T11" fmla="*/ 1 h 8"/>
              <a:gd name="T12" fmla="*/ 10 w 27"/>
              <a:gd name="T13" fmla="*/ 0 h 8"/>
              <a:gd name="T14" fmla="*/ 0 w 27"/>
              <a:gd name="T15" fmla="*/ 4 h 8"/>
              <a:gd name="T16" fmla="*/ 14 w 27"/>
              <a:gd name="T17" fmla="*/ 8 h 8"/>
              <a:gd name="T18" fmla="*/ 27 w 27"/>
              <a:gd name="T19" fmla="*/ 4 h 8"/>
              <a:gd name="T20" fmla="*/ 18 w 27"/>
              <a:gd name="T2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7" h="8">
                <a:moveTo>
                  <a:pt x="18" y="0"/>
                </a:moveTo>
                <a:cubicBezTo>
                  <a:pt x="18" y="1"/>
                  <a:pt x="18" y="1"/>
                  <a:pt x="18" y="1"/>
                </a:cubicBezTo>
                <a:cubicBezTo>
                  <a:pt x="22" y="1"/>
                  <a:pt x="25" y="2"/>
                  <a:pt x="25" y="4"/>
                </a:cubicBezTo>
                <a:cubicBezTo>
                  <a:pt x="25" y="6"/>
                  <a:pt x="20" y="7"/>
                  <a:pt x="14" y="7"/>
                </a:cubicBezTo>
                <a:cubicBezTo>
                  <a:pt x="7" y="7"/>
                  <a:pt x="2" y="6"/>
                  <a:pt x="2" y="4"/>
                </a:cubicBezTo>
                <a:cubicBezTo>
                  <a:pt x="2" y="2"/>
                  <a:pt x="5" y="1"/>
                  <a:pt x="10" y="1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1"/>
                  <a:pt x="0" y="2"/>
                  <a:pt x="0" y="4"/>
                </a:cubicBezTo>
                <a:cubicBezTo>
                  <a:pt x="0" y="6"/>
                  <a:pt x="6" y="8"/>
                  <a:pt x="14" y="8"/>
                </a:cubicBezTo>
                <a:cubicBezTo>
                  <a:pt x="21" y="8"/>
                  <a:pt x="27" y="6"/>
                  <a:pt x="27" y="4"/>
                </a:cubicBezTo>
                <a:cubicBezTo>
                  <a:pt x="27" y="2"/>
                  <a:pt x="23" y="1"/>
                  <a:pt x="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4" name="Freeform 80"/>
          <p:cNvSpPr>
            <a:spLocks/>
          </p:cNvSpPr>
          <p:nvPr/>
        </p:nvSpPr>
        <p:spPr bwMode="auto">
          <a:xfrm>
            <a:off x="4789262" y="1296989"/>
            <a:ext cx="96838" cy="25400"/>
          </a:xfrm>
          <a:custGeom>
            <a:avLst/>
            <a:gdLst>
              <a:gd name="T0" fmla="*/ 15 w 23"/>
              <a:gd name="T1" fmla="*/ 0 h 6"/>
              <a:gd name="T2" fmla="*/ 15 w 23"/>
              <a:gd name="T3" fmla="*/ 0 h 6"/>
              <a:gd name="T4" fmla="*/ 21 w 23"/>
              <a:gd name="T5" fmla="*/ 3 h 6"/>
              <a:gd name="T6" fmla="*/ 11 w 23"/>
              <a:gd name="T7" fmla="*/ 6 h 6"/>
              <a:gd name="T8" fmla="*/ 2 w 23"/>
              <a:gd name="T9" fmla="*/ 3 h 6"/>
              <a:gd name="T10" fmla="*/ 8 w 23"/>
              <a:gd name="T11" fmla="*/ 0 h 6"/>
              <a:gd name="T12" fmla="*/ 8 w 23"/>
              <a:gd name="T13" fmla="*/ 0 h 6"/>
              <a:gd name="T14" fmla="*/ 0 w 23"/>
              <a:gd name="T15" fmla="*/ 3 h 6"/>
              <a:gd name="T16" fmla="*/ 11 w 23"/>
              <a:gd name="T17" fmla="*/ 6 h 6"/>
              <a:gd name="T18" fmla="*/ 23 w 23"/>
              <a:gd name="T19" fmla="*/ 3 h 6"/>
              <a:gd name="T20" fmla="*/ 15 w 23"/>
              <a:gd name="T2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" h="6">
                <a:moveTo>
                  <a:pt x="15" y="0"/>
                </a:moveTo>
                <a:cubicBezTo>
                  <a:pt x="15" y="0"/>
                  <a:pt x="15" y="0"/>
                  <a:pt x="15" y="0"/>
                </a:cubicBezTo>
                <a:cubicBezTo>
                  <a:pt x="18" y="1"/>
                  <a:pt x="21" y="2"/>
                  <a:pt x="21" y="3"/>
                </a:cubicBezTo>
                <a:cubicBezTo>
                  <a:pt x="21" y="4"/>
                  <a:pt x="17" y="6"/>
                  <a:pt x="11" y="6"/>
                </a:cubicBezTo>
                <a:cubicBezTo>
                  <a:pt x="6" y="6"/>
                  <a:pt x="2" y="4"/>
                  <a:pt x="2" y="3"/>
                </a:cubicBezTo>
                <a:cubicBezTo>
                  <a:pt x="2" y="2"/>
                  <a:pt x="4" y="1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2"/>
                  <a:pt x="0" y="3"/>
                </a:cubicBezTo>
                <a:cubicBezTo>
                  <a:pt x="0" y="5"/>
                  <a:pt x="5" y="6"/>
                  <a:pt x="11" y="6"/>
                </a:cubicBezTo>
                <a:cubicBezTo>
                  <a:pt x="18" y="6"/>
                  <a:pt x="23" y="5"/>
                  <a:pt x="23" y="3"/>
                </a:cubicBezTo>
                <a:cubicBezTo>
                  <a:pt x="23" y="1"/>
                  <a:pt x="19" y="0"/>
                  <a:pt x="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5" name="Freeform 81"/>
          <p:cNvSpPr>
            <a:spLocks/>
          </p:cNvSpPr>
          <p:nvPr/>
        </p:nvSpPr>
        <p:spPr bwMode="auto">
          <a:xfrm>
            <a:off x="4801962" y="1322389"/>
            <a:ext cx="76200" cy="17463"/>
          </a:xfrm>
          <a:custGeom>
            <a:avLst/>
            <a:gdLst>
              <a:gd name="T0" fmla="*/ 11 w 18"/>
              <a:gd name="T1" fmla="*/ 0 h 4"/>
              <a:gd name="T2" fmla="*/ 11 w 18"/>
              <a:gd name="T3" fmla="*/ 0 h 4"/>
              <a:gd name="T4" fmla="*/ 16 w 18"/>
              <a:gd name="T5" fmla="*/ 2 h 4"/>
              <a:gd name="T6" fmla="*/ 9 w 18"/>
              <a:gd name="T7" fmla="*/ 4 h 4"/>
              <a:gd name="T8" fmla="*/ 1 w 18"/>
              <a:gd name="T9" fmla="*/ 2 h 4"/>
              <a:gd name="T10" fmla="*/ 6 w 18"/>
              <a:gd name="T11" fmla="*/ 0 h 4"/>
              <a:gd name="T12" fmla="*/ 6 w 18"/>
              <a:gd name="T13" fmla="*/ 0 h 4"/>
              <a:gd name="T14" fmla="*/ 0 w 18"/>
              <a:gd name="T15" fmla="*/ 2 h 4"/>
              <a:gd name="T16" fmla="*/ 9 w 18"/>
              <a:gd name="T17" fmla="*/ 4 h 4"/>
              <a:gd name="T18" fmla="*/ 18 w 18"/>
              <a:gd name="T19" fmla="*/ 2 h 4"/>
              <a:gd name="T20" fmla="*/ 11 w 18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" h="4"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14" y="0"/>
                  <a:pt x="16" y="1"/>
                  <a:pt x="16" y="2"/>
                </a:cubicBezTo>
                <a:cubicBezTo>
                  <a:pt x="16" y="3"/>
                  <a:pt x="13" y="4"/>
                  <a:pt x="9" y="4"/>
                </a:cubicBezTo>
                <a:cubicBezTo>
                  <a:pt x="5" y="4"/>
                  <a:pt x="1" y="3"/>
                  <a:pt x="1" y="2"/>
                </a:cubicBezTo>
                <a:cubicBezTo>
                  <a:pt x="1" y="1"/>
                  <a:pt x="3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1"/>
                  <a:pt x="0" y="2"/>
                </a:cubicBezTo>
                <a:cubicBezTo>
                  <a:pt x="0" y="3"/>
                  <a:pt x="4" y="4"/>
                  <a:pt x="9" y="4"/>
                </a:cubicBezTo>
                <a:cubicBezTo>
                  <a:pt x="14" y="4"/>
                  <a:pt x="18" y="3"/>
                  <a:pt x="18" y="2"/>
                </a:cubicBezTo>
                <a:cubicBezTo>
                  <a:pt x="18" y="1"/>
                  <a:pt x="15" y="0"/>
                  <a:pt x="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6" name="Freeform 82"/>
          <p:cNvSpPr>
            <a:spLocks noEditPoints="1"/>
          </p:cNvSpPr>
          <p:nvPr/>
        </p:nvSpPr>
        <p:spPr bwMode="auto">
          <a:xfrm>
            <a:off x="4776562" y="952501"/>
            <a:ext cx="122238" cy="127000"/>
          </a:xfrm>
          <a:custGeom>
            <a:avLst/>
            <a:gdLst>
              <a:gd name="T0" fmla="*/ 14 w 29"/>
              <a:gd name="T1" fmla="*/ 0 h 30"/>
              <a:gd name="T2" fmla="*/ 0 w 29"/>
              <a:gd name="T3" fmla="*/ 15 h 30"/>
              <a:gd name="T4" fmla="*/ 14 w 29"/>
              <a:gd name="T5" fmla="*/ 30 h 30"/>
              <a:gd name="T6" fmla="*/ 29 w 29"/>
              <a:gd name="T7" fmla="*/ 15 h 30"/>
              <a:gd name="T8" fmla="*/ 14 w 29"/>
              <a:gd name="T9" fmla="*/ 0 h 30"/>
              <a:gd name="T10" fmla="*/ 15 w 29"/>
              <a:gd name="T11" fmla="*/ 20 h 30"/>
              <a:gd name="T12" fmla="*/ 10 w 29"/>
              <a:gd name="T13" fmla="*/ 15 h 30"/>
              <a:gd name="T14" fmla="*/ 15 w 29"/>
              <a:gd name="T15" fmla="*/ 9 h 30"/>
              <a:gd name="T16" fmla="*/ 20 w 29"/>
              <a:gd name="T17" fmla="*/ 15 h 30"/>
              <a:gd name="T18" fmla="*/ 15 w 29"/>
              <a:gd name="T19" fmla="*/ 2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9" h="30">
                <a:moveTo>
                  <a:pt x="14" y="0"/>
                </a:moveTo>
                <a:cubicBezTo>
                  <a:pt x="6" y="0"/>
                  <a:pt x="0" y="7"/>
                  <a:pt x="0" y="15"/>
                </a:cubicBezTo>
                <a:cubicBezTo>
                  <a:pt x="0" y="23"/>
                  <a:pt x="6" y="30"/>
                  <a:pt x="14" y="30"/>
                </a:cubicBezTo>
                <a:cubicBezTo>
                  <a:pt x="23" y="30"/>
                  <a:pt x="29" y="23"/>
                  <a:pt x="29" y="15"/>
                </a:cubicBezTo>
                <a:cubicBezTo>
                  <a:pt x="29" y="7"/>
                  <a:pt x="23" y="0"/>
                  <a:pt x="14" y="0"/>
                </a:cubicBezTo>
                <a:close/>
                <a:moveTo>
                  <a:pt x="15" y="20"/>
                </a:moveTo>
                <a:cubicBezTo>
                  <a:pt x="12" y="20"/>
                  <a:pt x="10" y="17"/>
                  <a:pt x="10" y="15"/>
                </a:cubicBezTo>
                <a:cubicBezTo>
                  <a:pt x="10" y="12"/>
                  <a:pt x="12" y="9"/>
                  <a:pt x="15" y="9"/>
                </a:cubicBezTo>
                <a:cubicBezTo>
                  <a:pt x="18" y="9"/>
                  <a:pt x="20" y="12"/>
                  <a:pt x="20" y="15"/>
                </a:cubicBezTo>
                <a:cubicBezTo>
                  <a:pt x="20" y="17"/>
                  <a:pt x="18" y="20"/>
                  <a:pt x="1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7" name="Freeform 83"/>
          <p:cNvSpPr>
            <a:spLocks/>
          </p:cNvSpPr>
          <p:nvPr/>
        </p:nvSpPr>
        <p:spPr bwMode="auto">
          <a:xfrm>
            <a:off x="5509987" y="965201"/>
            <a:ext cx="292100" cy="395288"/>
          </a:xfrm>
          <a:custGeom>
            <a:avLst/>
            <a:gdLst>
              <a:gd name="T0" fmla="*/ 158 w 184"/>
              <a:gd name="T1" fmla="*/ 0 h 249"/>
              <a:gd name="T2" fmla="*/ 0 w 184"/>
              <a:gd name="T3" fmla="*/ 198 h 249"/>
              <a:gd name="T4" fmla="*/ 40 w 184"/>
              <a:gd name="T5" fmla="*/ 249 h 249"/>
              <a:gd name="T6" fmla="*/ 184 w 184"/>
              <a:gd name="T7" fmla="*/ 62 h 249"/>
              <a:gd name="T8" fmla="*/ 158 w 184"/>
              <a:gd name="T9" fmla="*/ 0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4" h="249">
                <a:moveTo>
                  <a:pt x="158" y="0"/>
                </a:moveTo>
                <a:lnTo>
                  <a:pt x="0" y="198"/>
                </a:lnTo>
                <a:lnTo>
                  <a:pt x="40" y="249"/>
                </a:lnTo>
                <a:lnTo>
                  <a:pt x="184" y="62"/>
                </a:lnTo>
                <a:lnTo>
                  <a:pt x="15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8" name="Freeform 84"/>
          <p:cNvSpPr>
            <a:spLocks/>
          </p:cNvSpPr>
          <p:nvPr/>
        </p:nvSpPr>
        <p:spPr bwMode="auto">
          <a:xfrm>
            <a:off x="5675087" y="1182689"/>
            <a:ext cx="149225" cy="182563"/>
          </a:xfrm>
          <a:custGeom>
            <a:avLst/>
            <a:gdLst>
              <a:gd name="T0" fmla="*/ 40 w 94"/>
              <a:gd name="T1" fmla="*/ 0 h 115"/>
              <a:gd name="T2" fmla="*/ 0 w 94"/>
              <a:gd name="T3" fmla="*/ 48 h 115"/>
              <a:gd name="T4" fmla="*/ 51 w 94"/>
              <a:gd name="T5" fmla="*/ 115 h 115"/>
              <a:gd name="T6" fmla="*/ 94 w 94"/>
              <a:gd name="T7" fmla="*/ 66 h 115"/>
              <a:gd name="T8" fmla="*/ 40 w 94"/>
              <a:gd name="T9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115">
                <a:moveTo>
                  <a:pt x="40" y="0"/>
                </a:moveTo>
                <a:lnTo>
                  <a:pt x="0" y="48"/>
                </a:lnTo>
                <a:lnTo>
                  <a:pt x="51" y="115"/>
                </a:lnTo>
                <a:lnTo>
                  <a:pt x="94" y="66"/>
                </a:lnTo>
                <a:lnTo>
                  <a:pt x="4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9" name="Freeform 85"/>
          <p:cNvSpPr>
            <a:spLocks/>
          </p:cNvSpPr>
          <p:nvPr/>
        </p:nvSpPr>
        <p:spPr bwMode="auto">
          <a:xfrm>
            <a:off x="5514749" y="969964"/>
            <a:ext cx="139700" cy="185738"/>
          </a:xfrm>
          <a:custGeom>
            <a:avLst/>
            <a:gdLst>
              <a:gd name="T0" fmla="*/ 88 w 88"/>
              <a:gd name="T1" fmla="*/ 64 h 117"/>
              <a:gd name="T2" fmla="*/ 40 w 88"/>
              <a:gd name="T3" fmla="*/ 0 h 117"/>
              <a:gd name="T4" fmla="*/ 0 w 88"/>
              <a:gd name="T5" fmla="*/ 51 h 117"/>
              <a:gd name="T6" fmla="*/ 45 w 88"/>
              <a:gd name="T7" fmla="*/ 117 h 117"/>
              <a:gd name="T8" fmla="*/ 88 w 88"/>
              <a:gd name="T9" fmla="*/ 64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117">
                <a:moveTo>
                  <a:pt x="88" y="64"/>
                </a:moveTo>
                <a:lnTo>
                  <a:pt x="40" y="0"/>
                </a:lnTo>
                <a:lnTo>
                  <a:pt x="0" y="51"/>
                </a:lnTo>
                <a:lnTo>
                  <a:pt x="45" y="117"/>
                </a:lnTo>
                <a:lnTo>
                  <a:pt x="88" y="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0" name="Freeform 86"/>
          <p:cNvSpPr>
            <a:spLocks/>
          </p:cNvSpPr>
          <p:nvPr/>
        </p:nvSpPr>
        <p:spPr bwMode="auto">
          <a:xfrm>
            <a:off x="5598887" y="960439"/>
            <a:ext cx="139700" cy="47625"/>
          </a:xfrm>
          <a:custGeom>
            <a:avLst/>
            <a:gdLst>
              <a:gd name="T0" fmla="*/ 67 w 88"/>
              <a:gd name="T1" fmla="*/ 30 h 30"/>
              <a:gd name="T2" fmla="*/ 88 w 88"/>
              <a:gd name="T3" fmla="*/ 0 h 30"/>
              <a:gd name="T4" fmla="*/ 0 w 88"/>
              <a:gd name="T5" fmla="*/ 0 h 30"/>
              <a:gd name="T6" fmla="*/ 21 w 88"/>
              <a:gd name="T7" fmla="*/ 30 h 30"/>
              <a:gd name="T8" fmla="*/ 67 w 88"/>
              <a:gd name="T9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30">
                <a:moveTo>
                  <a:pt x="67" y="30"/>
                </a:moveTo>
                <a:lnTo>
                  <a:pt x="88" y="0"/>
                </a:lnTo>
                <a:lnTo>
                  <a:pt x="0" y="0"/>
                </a:lnTo>
                <a:lnTo>
                  <a:pt x="21" y="30"/>
                </a:lnTo>
                <a:lnTo>
                  <a:pt x="67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1" name="Freeform 87"/>
          <p:cNvSpPr>
            <a:spLocks noEditPoints="1"/>
          </p:cNvSpPr>
          <p:nvPr/>
        </p:nvSpPr>
        <p:spPr bwMode="auto">
          <a:xfrm>
            <a:off x="6146574" y="947739"/>
            <a:ext cx="465138" cy="319088"/>
          </a:xfrm>
          <a:custGeom>
            <a:avLst/>
            <a:gdLst>
              <a:gd name="T0" fmla="*/ 102 w 110"/>
              <a:gd name="T1" fmla="*/ 16 h 75"/>
              <a:gd name="T2" fmla="*/ 74 w 110"/>
              <a:gd name="T3" fmla="*/ 16 h 75"/>
              <a:gd name="T4" fmla="*/ 74 w 110"/>
              <a:gd name="T5" fmla="*/ 5 h 75"/>
              <a:gd name="T6" fmla="*/ 68 w 110"/>
              <a:gd name="T7" fmla="*/ 0 h 75"/>
              <a:gd name="T8" fmla="*/ 42 w 110"/>
              <a:gd name="T9" fmla="*/ 0 h 75"/>
              <a:gd name="T10" fmla="*/ 36 w 110"/>
              <a:gd name="T11" fmla="*/ 7 h 75"/>
              <a:gd name="T12" fmla="*/ 36 w 110"/>
              <a:gd name="T13" fmla="*/ 16 h 75"/>
              <a:gd name="T14" fmla="*/ 9 w 110"/>
              <a:gd name="T15" fmla="*/ 16 h 75"/>
              <a:gd name="T16" fmla="*/ 1 w 110"/>
              <a:gd name="T17" fmla="*/ 26 h 75"/>
              <a:gd name="T18" fmla="*/ 1 w 110"/>
              <a:gd name="T19" fmla="*/ 75 h 75"/>
              <a:gd name="T20" fmla="*/ 14 w 110"/>
              <a:gd name="T21" fmla="*/ 75 h 75"/>
              <a:gd name="T22" fmla="*/ 14 w 110"/>
              <a:gd name="T23" fmla="*/ 66 h 75"/>
              <a:gd name="T24" fmla="*/ 25 w 110"/>
              <a:gd name="T25" fmla="*/ 66 h 75"/>
              <a:gd name="T26" fmla="*/ 25 w 110"/>
              <a:gd name="T27" fmla="*/ 75 h 75"/>
              <a:gd name="T28" fmla="*/ 88 w 110"/>
              <a:gd name="T29" fmla="*/ 75 h 75"/>
              <a:gd name="T30" fmla="*/ 88 w 110"/>
              <a:gd name="T31" fmla="*/ 65 h 75"/>
              <a:gd name="T32" fmla="*/ 99 w 110"/>
              <a:gd name="T33" fmla="*/ 65 h 75"/>
              <a:gd name="T34" fmla="*/ 99 w 110"/>
              <a:gd name="T35" fmla="*/ 75 h 75"/>
              <a:gd name="T36" fmla="*/ 109 w 110"/>
              <a:gd name="T37" fmla="*/ 75 h 75"/>
              <a:gd name="T38" fmla="*/ 109 w 110"/>
              <a:gd name="T39" fmla="*/ 25 h 75"/>
              <a:gd name="T40" fmla="*/ 102 w 110"/>
              <a:gd name="T41" fmla="*/ 16 h 75"/>
              <a:gd name="T42" fmla="*/ 45 w 110"/>
              <a:gd name="T43" fmla="*/ 7 h 75"/>
              <a:gd name="T44" fmla="*/ 65 w 110"/>
              <a:gd name="T45" fmla="*/ 7 h 75"/>
              <a:gd name="T46" fmla="*/ 65 w 110"/>
              <a:gd name="T47" fmla="*/ 16 h 75"/>
              <a:gd name="T48" fmla="*/ 45 w 110"/>
              <a:gd name="T49" fmla="*/ 16 h 75"/>
              <a:gd name="T50" fmla="*/ 45 w 110"/>
              <a:gd name="T51" fmla="*/ 7 h 75"/>
              <a:gd name="T52" fmla="*/ 75 w 110"/>
              <a:gd name="T53" fmla="*/ 54 h 75"/>
              <a:gd name="T54" fmla="*/ 60 w 110"/>
              <a:gd name="T55" fmla="*/ 54 h 75"/>
              <a:gd name="T56" fmla="*/ 60 w 110"/>
              <a:gd name="T57" fmla="*/ 68 h 75"/>
              <a:gd name="T58" fmla="*/ 50 w 110"/>
              <a:gd name="T59" fmla="*/ 68 h 75"/>
              <a:gd name="T60" fmla="*/ 50 w 110"/>
              <a:gd name="T61" fmla="*/ 54 h 75"/>
              <a:gd name="T62" fmla="*/ 35 w 110"/>
              <a:gd name="T63" fmla="*/ 54 h 75"/>
              <a:gd name="T64" fmla="*/ 35 w 110"/>
              <a:gd name="T65" fmla="*/ 44 h 75"/>
              <a:gd name="T66" fmla="*/ 50 w 110"/>
              <a:gd name="T67" fmla="*/ 44 h 75"/>
              <a:gd name="T68" fmla="*/ 50 w 110"/>
              <a:gd name="T69" fmla="*/ 29 h 75"/>
              <a:gd name="T70" fmla="*/ 60 w 110"/>
              <a:gd name="T71" fmla="*/ 29 h 75"/>
              <a:gd name="T72" fmla="*/ 60 w 110"/>
              <a:gd name="T73" fmla="*/ 44 h 75"/>
              <a:gd name="T74" fmla="*/ 75 w 110"/>
              <a:gd name="T75" fmla="*/ 44 h 75"/>
              <a:gd name="T76" fmla="*/ 75 w 110"/>
              <a:gd name="T77" fmla="*/ 5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0" h="75">
                <a:moveTo>
                  <a:pt x="102" y="16"/>
                </a:moveTo>
                <a:cubicBezTo>
                  <a:pt x="94" y="16"/>
                  <a:pt x="74" y="16"/>
                  <a:pt x="74" y="16"/>
                </a:cubicBezTo>
                <a:cubicBezTo>
                  <a:pt x="74" y="5"/>
                  <a:pt x="74" y="5"/>
                  <a:pt x="74" y="5"/>
                </a:cubicBezTo>
                <a:cubicBezTo>
                  <a:pt x="74" y="5"/>
                  <a:pt x="74" y="0"/>
                  <a:pt x="68" y="0"/>
                </a:cubicBezTo>
                <a:cubicBezTo>
                  <a:pt x="62" y="0"/>
                  <a:pt x="49" y="0"/>
                  <a:pt x="42" y="0"/>
                </a:cubicBezTo>
                <a:cubicBezTo>
                  <a:pt x="36" y="0"/>
                  <a:pt x="36" y="7"/>
                  <a:pt x="36" y="7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19" y="16"/>
                  <a:pt x="9" y="16"/>
                </a:cubicBezTo>
                <a:cubicBezTo>
                  <a:pt x="0" y="16"/>
                  <a:pt x="1" y="26"/>
                  <a:pt x="1" y="26"/>
                </a:cubicBezTo>
                <a:cubicBezTo>
                  <a:pt x="1" y="75"/>
                  <a:pt x="1" y="75"/>
                  <a:pt x="1" y="75"/>
                </a:cubicBezTo>
                <a:cubicBezTo>
                  <a:pt x="14" y="75"/>
                  <a:pt x="14" y="75"/>
                  <a:pt x="14" y="75"/>
                </a:cubicBezTo>
                <a:cubicBezTo>
                  <a:pt x="14" y="66"/>
                  <a:pt x="14" y="66"/>
                  <a:pt x="14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75"/>
                  <a:pt x="25" y="75"/>
                  <a:pt x="25" y="75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65"/>
                  <a:pt x="88" y="65"/>
                  <a:pt x="88" y="65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75"/>
                  <a:pt x="99" y="75"/>
                  <a:pt x="99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5"/>
                  <a:pt x="110" y="16"/>
                  <a:pt x="102" y="16"/>
                </a:cubicBezTo>
                <a:close/>
                <a:moveTo>
                  <a:pt x="45" y="7"/>
                </a:moveTo>
                <a:cubicBezTo>
                  <a:pt x="65" y="7"/>
                  <a:pt x="65" y="7"/>
                  <a:pt x="65" y="7"/>
                </a:cubicBezTo>
                <a:cubicBezTo>
                  <a:pt x="65" y="16"/>
                  <a:pt x="65" y="16"/>
                  <a:pt x="65" y="16"/>
                </a:cubicBezTo>
                <a:cubicBezTo>
                  <a:pt x="45" y="16"/>
                  <a:pt x="45" y="16"/>
                  <a:pt x="45" y="16"/>
                </a:cubicBezTo>
                <a:lnTo>
                  <a:pt x="45" y="7"/>
                </a:lnTo>
                <a:close/>
                <a:moveTo>
                  <a:pt x="75" y="54"/>
                </a:moveTo>
                <a:cubicBezTo>
                  <a:pt x="60" y="54"/>
                  <a:pt x="60" y="54"/>
                  <a:pt x="60" y="54"/>
                </a:cubicBezTo>
                <a:cubicBezTo>
                  <a:pt x="60" y="68"/>
                  <a:pt x="60" y="68"/>
                  <a:pt x="6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54"/>
                  <a:pt x="50" y="54"/>
                  <a:pt x="50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44"/>
                  <a:pt x="35" y="44"/>
                  <a:pt x="35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29"/>
                  <a:pt x="50" y="29"/>
                  <a:pt x="50" y="29"/>
                </a:cubicBezTo>
                <a:cubicBezTo>
                  <a:pt x="60" y="29"/>
                  <a:pt x="60" y="29"/>
                  <a:pt x="60" y="29"/>
                </a:cubicBezTo>
                <a:cubicBezTo>
                  <a:pt x="60" y="44"/>
                  <a:pt x="60" y="44"/>
                  <a:pt x="60" y="44"/>
                </a:cubicBezTo>
                <a:cubicBezTo>
                  <a:pt x="75" y="44"/>
                  <a:pt x="75" y="44"/>
                  <a:pt x="75" y="44"/>
                </a:cubicBezTo>
                <a:lnTo>
                  <a:pt x="75" y="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2" name="Freeform 88"/>
          <p:cNvSpPr>
            <a:spLocks/>
          </p:cNvSpPr>
          <p:nvPr/>
        </p:nvSpPr>
        <p:spPr bwMode="auto">
          <a:xfrm>
            <a:off x="6149749" y="1284289"/>
            <a:ext cx="458788" cy="76200"/>
          </a:xfrm>
          <a:custGeom>
            <a:avLst/>
            <a:gdLst>
              <a:gd name="T0" fmla="*/ 233 w 289"/>
              <a:gd name="T1" fmla="*/ 21 h 48"/>
              <a:gd name="T2" fmla="*/ 233 w 289"/>
              <a:gd name="T3" fmla="*/ 0 h 48"/>
              <a:gd name="T4" fmla="*/ 64 w 289"/>
              <a:gd name="T5" fmla="*/ 0 h 48"/>
              <a:gd name="T6" fmla="*/ 64 w 289"/>
              <a:gd name="T7" fmla="*/ 24 h 48"/>
              <a:gd name="T8" fmla="*/ 35 w 289"/>
              <a:gd name="T9" fmla="*/ 24 h 48"/>
              <a:gd name="T10" fmla="*/ 35 w 289"/>
              <a:gd name="T11" fmla="*/ 0 h 48"/>
              <a:gd name="T12" fmla="*/ 0 w 289"/>
              <a:gd name="T13" fmla="*/ 0 h 48"/>
              <a:gd name="T14" fmla="*/ 0 w 289"/>
              <a:gd name="T15" fmla="*/ 48 h 48"/>
              <a:gd name="T16" fmla="*/ 289 w 289"/>
              <a:gd name="T17" fmla="*/ 48 h 48"/>
              <a:gd name="T18" fmla="*/ 289 w 289"/>
              <a:gd name="T19" fmla="*/ 0 h 48"/>
              <a:gd name="T20" fmla="*/ 262 w 289"/>
              <a:gd name="T21" fmla="*/ 0 h 48"/>
              <a:gd name="T22" fmla="*/ 262 w 289"/>
              <a:gd name="T23" fmla="*/ 21 h 48"/>
              <a:gd name="T24" fmla="*/ 233 w 289"/>
              <a:gd name="T25" fmla="*/ 2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89" h="48">
                <a:moveTo>
                  <a:pt x="233" y="21"/>
                </a:moveTo>
                <a:lnTo>
                  <a:pt x="233" y="0"/>
                </a:lnTo>
                <a:lnTo>
                  <a:pt x="64" y="0"/>
                </a:lnTo>
                <a:lnTo>
                  <a:pt x="64" y="24"/>
                </a:lnTo>
                <a:lnTo>
                  <a:pt x="35" y="24"/>
                </a:lnTo>
                <a:lnTo>
                  <a:pt x="35" y="0"/>
                </a:lnTo>
                <a:lnTo>
                  <a:pt x="0" y="0"/>
                </a:lnTo>
                <a:lnTo>
                  <a:pt x="0" y="48"/>
                </a:lnTo>
                <a:lnTo>
                  <a:pt x="289" y="48"/>
                </a:lnTo>
                <a:lnTo>
                  <a:pt x="289" y="0"/>
                </a:lnTo>
                <a:lnTo>
                  <a:pt x="262" y="0"/>
                </a:lnTo>
                <a:lnTo>
                  <a:pt x="262" y="21"/>
                </a:lnTo>
                <a:lnTo>
                  <a:pt x="233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3" name="Rectangle 89"/>
          <p:cNvSpPr>
            <a:spLocks noChangeArrowheads="1"/>
          </p:cNvSpPr>
          <p:nvPr/>
        </p:nvSpPr>
        <p:spPr bwMode="auto">
          <a:xfrm>
            <a:off x="6205312" y="1266826"/>
            <a:ext cx="460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4" name="Rectangle 90"/>
          <p:cNvSpPr>
            <a:spLocks noChangeArrowheads="1"/>
          </p:cNvSpPr>
          <p:nvPr/>
        </p:nvSpPr>
        <p:spPr bwMode="auto">
          <a:xfrm>
            <a:off x="6519637" y="1266826"/>
            <a:ext cx="460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5" name="Freeform 91"/>
          <p:cNvSpPr>
            <a:spLocks noEditPoints="1"/>
          </p:cNvSpPr>
          <p:nvPr/>
        </p:nvSpPr>
        <p:spPr bwMode="auto">
          <a:xfrm>
            <a:off x="6938737" y="960439"/>
            <a:ext cx="441325" cy="442913"/>
          </a:xfrm>
          <a:custGeom>
            <a:avLst/>
            <a:gdLst>
              <a:gd name="T0" fmla="*/ 66 w 104"/>
              <a:gd name="T1" fmla="*/ 8 h 104"/>
              <a:gd name="T2" fmla="*/ 8 w 104"/>
              <a:gd name="T3" fmla="*/ 65 h 104"/>
              <a:gd name="T4" fmla="*/ 8 w 104"/>
              <a:gd name="T5" fmla="*/ 95 h 104"/>
              <a:gd name="T6" fmla="*/ 38 w 104"/>
              <a:gd name="T7" fmla="*/ 95 h 104"/>
              <a:gd name="T8" fmla="*/ 96 w 104"/>
              <a:gd name="T9" fmla="*/ 38 h 104"/>
              <a:gd name="T10" fmla="*/ 96 w 104"/>
              <a:gd name="T11" fmla="*/ 8 h 104"/>
              <a:gd name="T12" fmla="*/ 66 w 104"/>
              <a:gd name="T13" fmla="*/ 8 h 104"/>
              <a:gd name="T14" fmla="*/ 80 w 104"/>
              <a:gd name="T15" fmla="*/ 50 h 104"/>
              <a:gd name="T16" fmla="*/ 50 w 104"/>
              <a:gd name="T17" fmla="*/ 79 h 104"/>
              <a:gd name="T18" fmla="*/ 24 w 104"/>
              <a:gd name="T19" fmla="*/ 53 h 104"/>
              <a:gd name="T20" fmla="*/ 54 w 104"/>
              <a:gd name="T21" fmla="*/ 24 h 104"/>
              <a:gd name="T22" fmla="*/ 80 w 104"/>
              <a:gd name="T23" fmla="*/ 5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4" h="104">
                <a:moveTo>
                  <a:pt x="66" y="8"/>
                </a:moveTo>
                <a:cubicBezTo>
                  <a:pt x="8" y="65"/>
                  <a:pt x="8" y="65"/>
                  <a:pt x="8" y="65"/>
                </a:cubicBezTo>
                <a:cubicBezTo>
                  <a:pt x="0" y="74"/>
                  <a:pt x="0" y="87"/>
                  <a:pt x="8" y="95"/>
                </a:cubicBezTo>
                <a:cubicBezTo>
                  <a:pt x="16" y="104"/>
                  <a:pt x="30" y="104"/>
                  <a:pt x="38" y="95"/>
                </a:cubicBezTo>
                <a:cubicBezTo>
                  <a:pt x="96" y="38"/>
                  <a:pt x="96" y="38"/>
                  <a:pt x="96" y="38"/>
                </a:cubicBezTo>
                <a:cubicBezTo>
                  <a:pt x="104" y="29"/>
                  <a:pt x="104" y="16"/>
                  <a:pt x="96" y="8"/>
                </a:cubicBezTo>
                <a:cubicBezTo>
                  <a:pt x="87" y="0"/>
                  <a:pt x="74" y="0"/>
                  <a:pt x="66" y="8"/>
                </a:cubicBezTo>
                <a:moveTo>
                  <a:pt x="80" y="50"/>
                </a:moveTo>
                <a:cubicBezTo>
                  <a:pt x="50" y="79"/>
                  <a:pt x="50" y="79"/>
                  <a:pt x="50" y="79"/>
                </a:cubicBezTo>
                <a:cubicBezTo>
                  <a:pt x="24" y="53"/>
                  <a:pt x="24" y="53"/>
                  <a:pt x="24" y="53"/>
                </a:cubicBezTo>
                <a:cubicBezTo>
                  <a:pt x="54" y="24"/>
                  <a:pt x="54" y="24"/>
                  <a:pt x="54" y="24"/>
                </a:cubicBezTo>
                <a:cubicBezTo>
                  <a:pt x="80" y="50"/>
                  <a:pt x="80" y="50"/>
                  <a:pt x="80" y="5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6" name="Freeform 92"/>
          <p:cNvSpPr>
            <a:spLocks noEditPoints="1"/>
          </p:cNvSpPr>
          <p:nvPr/>
        </p:nvSpPr>
        <p:spPr bwMode="auto">
          <a:xfrm>
            <a:off x="7057799" y="1076326"/>
            <a:ext cx="203200" cy="203200"/>
          </a:xfrm>
          <a:custGeom>
            <a:avLst/>
            <a:gdLst>
              <a:gd name="T0" fmla="*/ 56 w 128"/>
              <a:gd name="T1" fmla="*/ 104 h 128"/>
              <a:gd name="T2" fmla="*/ 67 w 128"/>
              <a:gd name="T3" fmla="*/ 109 h 128"/>
              <a:gd name="T4" fmla="*/ 75 w 128"/>
              <a:gd name="T5" fmla="*/ 101 h 128"/>
              <a:gd name="T6" fmla="*/ 35 w 128"/>
              <a:gd name="T7" fmla="*/ 99 h 128"/>
              <a:gd name="T8" fmla="*/ 43 w 128"/>
              <a:gd name="T9" fmla="*/ 107 h 128"/>
              <a:gd name="T10" fmla="*/ 77 w 128"/>
              <a:gd name="T11" fmla="*/ 83 h 128"/>
              <a:gd name="T12" fmla="*/ 53 w 128"/>
              <a:gd name="T13" fmla="*/ 96 h 128"/>
              <a:gd name="T14" fmla="*/ 61 w 128"/>
              <a:gd name="T15" fmla="*/ 88 h 128"/>
              <a:gd name="T16" fmla="*/ 21 w 128"/>
              <a:gd name="T17" fmla="*/ 85 h 128"/>
              <a:gd name="T18" fmla="*/ 32 w 128"/>
              <a:gd name="T19" fmla="*/ 93 h 128"/>
              <a:gd name="T20" fmla="*/ 88 w 128"/>
              <a:gd name="T21" fmla="*/ 72 h 128"/>
              <a:gd name="T22" fmla="*/ 67 w 128"/>
              <a:gd name="T23" fmla="*/ 85 h 128"/>
              <a:gd name="T24" fmla="*/ 72 w 128"/>
              <a:gd name="T25" fmla="*/ 77 h 128"/>
              <a:gd name="T26" fmla="*/ 35 w 128"/>
              <a:gd name="T27" fmla="*/ 75 h 128"/>
              <a:gd name="T28" fmla="*/ 43 w 128"/>
              <a:gd name="T29" fmla="*/ 83 h 128"/>
              <a:gd name="T30" fmla="*/ 16 w 128"/>
              <a:gd name="T31" fmla="*/ 64 h 128"/>
              <a:gd name="T32" fmla="*/ 101 w 128"/>
              <a:gd name="T33" fmla="*/ 75 h 128"/>
              <a:gd name="T34" fmla="*/ 107 w 128"/>
              <a:gd name="T35" fmla="*/ 69 h 128"/>
              <a:gd name="T36" fmla="*/ 69 w 128"/>
              <a:gd name="T37" fmla="*/ 67 h 128"/>
              <a:gd name="T38" fmla="*/ 77 w 128"/>
              <a:gd name="T39" fmla="*/ 72 h 128"/>
              <a:gd name="T40" fmla="*/ 51 w 128"/>
              <a:gd name="T41" fmla="*/ 56 h 128"/>
              <a:gd name="T42" fmla="*/ 29 w 128"/>
              <a:gd name="T43" fmla="*/ 69 h 128"/>
              <a:gd name="T44" fmla="*/ 35 w 128"/>
              <a:gd name="T45" fmla="*/ 61 h 128"/>
              <a:gd name="T46" fmla="*/ 104 w 128"/>
              <a:gd name="T47" fmla="*/ 56 h 128"/>
              <a:gd name="T48" fmla="*/ 112 w 128"/>
              <a:gd name="T49" fmla="*/ 64 h 128"/>
              <a:gd name="T50" fmla="*/ 85 w 128"/>
              <a:gd name="T51" fmla="*/ 48 h 128"/>
              <a:gd name="T52" fmla="*/ 64 w 128"/>
              <a:gd name="T53" fmla="*/ 61 h 128"/>
              <a:gd name="T54" fmla="*/ 72 w 128"/>
              <a:gd name="T55" fmla="*/ 53 h 128"/>
              <a:gd name="T56" fmla="*/ 29 w 128"/>
              <a:gd name="T57" fmla="*/ 50 h 128"/>
              <a:gd name="T58" fmla="*/ 40 w 128"/>
              <a:gd name="T59" fmla="*/ 58 h 128"/>
              <a:gd name="T60" fmla="*/ 96 w 128"/>
              <a:gd name="T61" fmla="*/ 37 h 128"/>
              <a:gd name="T62" fmla="*/ 75 w 128"/>
              <a:gd name="T63" fmla="*/ 48 h 128"/>
              <a:gd name="T64" fmla="*/ 83 w 128"/>
              <a:gd name="T65" fmla="*/ 42 h 128"/>
              <a:gd name="T66" fmla="*/ 43 w 128"/>
              <a:gd name="T67" fmla="*/ 37 h 128"/>
              <a:gd name="T68" fmla="*/ 51 w 128"/>
              <a:gd name="T69" fmla="*/ 48 h 128"/>
              <a:gd name="T70" fmla="*/ 83 w 128"/>
              <a:gd name="T71" fmla="*/ 24 h 128"/>
              <a:gd name="T72" fmla="*/ 61 w 128"/>
              <a:gd name="T73" fmla="*/ 34 h 128"/>
              <a:gd name="T74" fmla="*/ 67 w 128"/>
              <a:gd name="T75" fmla="*/ 29 h 128"/>
              <a:gd name="T76" fmla="*/ 64 w 128"/>
              <a:gd name="T77" fmla="*/ 16 h 128"/>
              <a:gd name="T78" fmla="*/ 72 w 128"/>
              <a:gd name="T79" fmla="*/ 24 h 128"/>
              <a:gd name="T80" fmla="*/ 59 w 128"/>
              <a:gd name="T81" fmla="*/ 10 h 128"/>
              <a:gd name="T82" fmla="*/ 43 w 128"/>
              <a:gd name="T83" fmla="*/ 26 h 128"/>
              <a:gd name="T84" fmla="*/ 3 w 128"/>
              <a:gd name="T85" fmla="*/ 67 h 128"/>
              <a:gd name="T86" fmla="*/ 27 w 128"/>
              <a:gd name="T87" fmla="*/ 99 h 128"/>
              <a:gd name="T88" fmla="*/ 59 w 128"/>
              <a:gd name="T89" fmla="*/ 128 h 128"/>
              <a:gd name="T90" fmla="*/ 61 w 128"/>
              <a:gd name="T91" fmla="*/ 125 h 128"/>
              <a:gd name="T92" fmla="*/ 72 w 128"/>
              <a:gd name="T93" fmla="*/ 115 h 128"/>
              <a:gd name="T94" fmla="*/ 80 w 128"/>
              <a:gd name="T95" fmla="*/ 107 h 128"/>
              <a:gd name="T96" fmla="*/ 91 w 128"/>
              <a:gd name="T97" fmla="*/ 96 h 128"/>
              <a:gd name="T98" fmla="*/ 96 w 128"/>
              <a:gd name="T99" fmla="*/ 91 h 128"/>
              <a:gd name="T100" fmla="*/ 107 w 128"/>
              <a:gd name="T101" fmla="*/ 80 h 128"/>
              <a:gd name="T102" fmla="*/ 112 w 128"/>
              <a:gd name="T103" fmla="*/ 75 h 128"/>
              <a:gd name="T104" fmla="*/ 123 w 128"/>
              <a:gd name="T105" fmla="*/ 64 h 128"/>
              <a:gd name="T106" fmla="*/ 128 w 128"/>
              <a:gd name="T107" fmla="*/ 58 h 128"/>
              <a:gd name="T108" fmla="*/ 109 w 128"/>
              <a:gd name="T109" fmla="*/ 40 h 128"/>
              <a:gd name="T110" fmla="*/ 88 w 128"/>
              <a:gd name="T111" fmla="*/ 18 h 128"/>
              <a:gd name="T112" fmla="*/ 75 w 128"/>
              <a:gd name="T113" fmla="*/ 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56" y="120"/>
                </a:moveTo>
                <a:lnTo>
                  <a:pt x="48" y="112"/>
                </a:lnTo>
                <a:lnTo>
                  <a:pt x="56" y="104"/>
                </a:lnTo>
                <a:lnTo>
                  <a:pt x="64" y="112"/>
                </a:lnTo>
                <a:lnTo>
                  <a:pt x="56" y="120"/>
                </a:lnTo>
                <a:close/>
                <a:moveTo>
                  <a:pt x="67" y="109"/>
                </a:moveTo>
                <a:lnTo>
                  <a:pt x="59" y="101"/>
                </a:lnTo>
                <a:lnTo>
                  <a:pt x="67" y="93"/>
                </a:lnTo>
                <a:lnTo>
                  <a:pt x="75" y="101"/>
                </a:lnTo>
                <a:lnTo>
                  <a:pt x="67" y="109"/>
                </a:lnTo>
                <a:close/>
                <a:moveTo>
                  <a:pt x="43" y="107"/>
                </a:moveTo>
                <a:lnTo>
                  <a:pt x="35" y="99"/>
                </a:lnTo>
                <a:lnTo>
                  <a:pt x="43" y="91"/>
                </a:lnTo>
                <a:lnTo>
                  <a:pt x="51" y="99"/>
                </a:lnTo>
                <a:lnTo>
                  <a:pt x="43" y="107"/>
                </a:lnTo>
                <a:close/>
                <a:moveTo>
                  <a:pt x="77" y="99"/>
                </a:moveTo>
                <a:lnTo>
                  <a:pt x="69" y="91"/>
                </a:lnTo>
                <a:lnTo>
                  <a:pt x="77" y="83"/>
                </a:lnTo>
                <a:lnTo>
                  <a:pt x="85" y="91"/>
                </a:lnTo>
                <a:lnTo>
                  <a:pt x="77" y="99"/>
                </a:lnTo>
                <a:close/>
                <a:moveTo>
                  <a:pt x="53" y="96"/>
                </a:moveTo>
                <a:lnTo>
                  <a:pt x="48" y="88"/>
                </a:lnTo>
                <a:lnTo>
                  <a:pt x="53" y="80"/>
                </a:lnTo>
                <a:lnTo>
                  <a:pt x="61" y="88"/>
                </a:lnTo>
                <a:lnTo>
                  <a:pt x="53" y="96"/>
                </a:lnTo>
                <a:close/>
                <a:moveTo>
                  <a:pt x="32" y="93"/>
                </a:moveTo>
                <a:lnTo>
                  <a:pt x="21" y="85"/>
                </a:lnTo>
                <a:lnTo>
                  <a:pt x="29" y="77"/>
                </a:lnTo>
                <a:lnTo>
                  <a:pt x="37" y="85"/>
                </a:lnTo>
                <a:lnTo>
                  <a:pt x="32" y="93"/>
                </a:lnTo>
                <a:close/>
                <a:moveTo>
                  <a:pt x="91" y="85"/>
                </a:moveTo>
                <a:lnTo>
                  <a:pt x="83" y="77"/>
                </a:lnTo>
                <a:lnTo>
                  <a:pt x="88" y="72"/>
                </a:lnTo>
                <a:lnTo>
                  <a:pt x="96" y="80"/>
                </a:lnTo>
                <a:lnTo>
                  <a:pt x="91" y="85"/>
                </a:lnTo>
                <a:close/>
                <a:moveTo>
                  <a:pt x="67" y="85"/>
                </a:moveTo>
                <a:lnTo>
                  <a:pt x="59" y="77"/>
                </a:lnTo>
                <a:lnTo>
                  <a:pt x="64" y="69"/>
                </a:lnTo>
                <a:lnTo>
                  <a:pt x="72" y="77"/>
                </a:lnTo>
                <a:lnTo>
                  <a:pt x="67" y="85"/>
                </a:lnTo>
                <a:close/>
                <a:moveTo>
                  <a:pt x="43" y="83"/>
                </a:moveTo>
                <a:lnTo>
                  <a:pt x="35" y="75"/>
                </a:lnTo>
                <a:lnTo>
                  <a:pt x="40" y="67"/>
                </a:lnTo>
                <a:lnTo>
                  <a:pt x="48" y="75"/>
                </a:lnTo>
                <a:lnTo>
                  <a:pt x="43" y="83"/>
                </a:lnTo>
                <a:close/>
                <a:moveTo>
                  <a:pt x="19" y="80"/>
                </a:moveTo>
                <a:lnTo>
                  <a:pt x="8" y="72"/>
                </a:lnTo>
                <a:lnTo>
                  <a:pt x="16" y="64"/>
                </a:lnTo>
                <a:lnTo>
                  <a:pt x="24" y="72"/>
                </a:lnTo>
                <a:lnTo>
                  <a:pt x="19" y="80"/>
                </a:lnTo>
                <a:close/>
                <a:moveTo>
                  <a:pt x="101" y="75"/>
                </a:moveTo>
                <a:lnTo>
                  <a:pt x="93" y="67"/>
                </a:lnTo>
                <a:lnTo>
                  <a:pt x="99" y="61"/>
                </a:lnTo>
                <a:lnTo>
                  <a:pt x="107" y="69"/>
                </a:lnTo>
                <a:lnTo>
                  <a:pt x="101" y="75"/>
                </a:lnTo>
                <a:close/>
                <a:moveTo>
                  <a:pt x="77" y="72"/>
                </a:moveTo>
                <a:lnTo>
                  <a:pt x="69" y="67"/>
                </a:lnTo>
                <a:lnTo>
                  <a:pt x="77" y="58"/>
                </a:lnTo>
                <a:lnTo>
                  <a:pt x="83" y="67"/>
                </a:lnTo>
                <a:lnTo>
                  <a:pt x="77" y="72"/>
                </a:lnTo>
                <a:close/>
                <a:moveTo>
                  <a:pt x="53" y="72"/>
                </a:moveTo>
                <a:lnTo>
                  <a:pt x="45" y="64"/>
                </a:lnTo>
                <a:lnTo>
                  <a:pt x="51" y="56"/>
                </a:lnTo>
                <a:lnTo>
                  <a:pt x="59" y="64"/>
                </a:lnTo>
                <a:lnTo>
                  <a:pt x="53" y="72"/>
                </a:lnTo>
                <a:close/>
                <a:moveTo>
                  <a:pt x="29" y="69"/>
                </a:moveTo>
                <a:lnTo>
                  <a:pt x="19" y="61"/>
                </a:lnTo>
                <a:lnTo>
                  <a:pt x="27" y="53"/>
                </a:lnTo>
                <a:lnTo>
                  <a:pt x="35" y="61"/>
                </a:lnTo>
                <a:lnTo>
                  <a:pt x="29" y="69"/>
                </a:lnTo>
                <a:close/>
                <a:moveTo>
                  <a:pt x="112" y="64"/>
                </a:moveTo>
                <a:lnTo>
                  <a:pt x="104" y="56"/>
                </a:lnTo>
                <a:lnTo>
                  <a:pt x="109" y="50"/>
                </a:lnTo>
                <a:lnTo>
                  <a:pt x="117" y="58"/>
                </a:lnTo>
                <a:lnTo>
                  <a:pt x="112" y="64"/>
                </a:lnTo>
                <a:close/>
                <a:moveTo>
                  <a:pt x="88" y="61"/>
                </a:moveTo>
                <a:lnTo>
                  <a:pt x="80" y="53"/>
                </a:lnTo>
                <a:lnTo>
                  <a:pt x="85" y="48"/>
                </a:lnTo>
                <a:lnTo>
                  <a:pt x="93" y="56"/>
                </a:lnTo>
                <a:lnTo>
                  <a:pt x="88" y="61"/>
                </a:lnTo>
                <a:close/>
                <a:moveTo>
                  <a:pt x="64" y="61"/>
                </a:moveTo>
                <a:lnTo>
                  <a:pt x="56" y="53"/>
                </a:lnTo>
                <a:lnTo>
                  <a:pt x="61" y="45"/>
                </a:lnTo>
                <a:lnTo>
                  <a:pt x="72" y="53"/>
                </a:lnTo>
                <a:lnTo>
                  <a:pt x="64" y="61"/>
                </a:lnTo>
                <a:close/>
                <a:moveTo>
                  <a:pt x="40" y="58"/>
                </a:moveTo>
                <a:lnTo>
                  <a:pt x="29" y="50"/>
                </a:lnTo>
                <a:lnTo>
                  <a:pt x="37" y="42"/>
                </a:lnTo>
                <a:lnTo>
                  <a:pt x="45" y="50"/>
                </a:lnTo>
                <a:lnTo>
                  <a:pt x="40" y="58"/>
                </a:lnTo>
                <a:close/>
                <a:moveTo>
                  <a:pt x="99" y="50"/>
                </a:moveTo>
                <a:lnTo>
                  <a:pt x="91" y="42"/>
                </a:lnTo>
                <a:lnTo>
                  <a:pt x="96" y="37"/>
                </a:lnTo>
                <a:lnTo>
                  <a:pt x="104" y="45"/>
                </a:lnTo>
                <a:lnTo>
                  <a:pt x="99" y="50"/>
                </a:lnTo>
                <a:close/>
                <a:moveTo>
                  <a:pt x="75" y="48"/>
                </a:moveTo>
                <a:lnTo>
                  <a:pt x="67" y="40"/>
                </a:lnTo>
                <a:lnTo>
                  <a:pt x="72" y="34"/>
                </a:lnTo>
                <a:lnTo>
                  <a:pt x="83" y="42"/>
                </a:lnTo>
                <a:lnTo>
                  <a:pt x="75" y="48"/>
                </a:lnTo>
                <a:close/>
                <a:moveTo>
                  <a:pt x="51" y="48"/>
                </a:moveTo>
                <a:lnTo>
                  <a:pt x="43" y="37"/>
                </a:lnTo>
                <a:lnTo>
                  <a:pt x="48" y="32"/>
                </a:lnTo>
                <a:lnTo>
                  <a:pt x="59" y="40"/>
                </a:lnTo>
                <a:lnTo>
                  <a:pt x="51" y="48"/>
                </a:lnTo>
                <a:close/>
                <a:moveTo>
                  <a:pt x="85" y="37"/>
                </a:moveTo>
                <a:lnTo>
                  <a:pt x="77" y="29"/>
                </a:lnTo>
                <a:lnTo>
                  <a:pt x="83" y="24"/>
                </a:lnTo>
                <a:lnTo>
                  <a:pt x="91" y="32"/>
                </a:lnTo>
                <a:lnTo>
                  <a:pt x="85" y="37"/>
                </a:lnTo>
                <a:close/>
                <a:moveTo>
                  <a:pt x="61" y="34"/>
                </a:moveTo>
                <a:lnTo>
                  <a:pt x="53" y="26"/>
                </a:lnTo>
                <a:lnTo>
                  <a:pt x="59" y="21"/>
                </a:lnTo>
                <a:lnTo>
                  <a:pt x="67" y="29"/>
                </a:lnTo>
                <a:lnTo>
                  <a:pt x="61" y="34"/>
                </a:lnTo>
                <a:close/>
                <a:moveTo>
                  <a:pt x="72" y="24"/>
                </a:moveTo>
                <a:lnTo>
                  <a:pt x="64" y="16"/>
                </a:lnTo>
                <a:lnTo>
                  <a:pt x="69" y="10"/>
                </a:lnTo>
                <a:lnTo>
                  <a:pt x="77" y="18"/>
                </a:lnTo>
                <a:lnTo>
                  <a:pt x="72" y="24"/>
                </a:lnTo>
                <a:close/>
                <a:moveTo>
                  <a:pt x="69" y="0"/>
                </a:moveTo>
                <a:lnTo>
                  <a:pt x="64" y="5"/>
                </a:lnTo>
                <a:lnTo>
                  <a:pt x="59" y="10"/>
                </a:lnTo>
                <a:lnTo>
                  <a:pt x="53" y="16"/>
                </a:lnTo>
                <a:lnTo>
                  <a:pt x="48" y="21"/>
                </a:lnTo>
                <a:lnTo>
                  <a:pt x="43" y="26"/>
                </a:lnTo>
                <a:lnTo>
                  <a:pt x="27" y="45"/>
                </a:lnTo>
                <a:lnTo>
                  <a:pt x="21" y="48"/>
                </a:lnTo>
                <a:lnTo>
                  <a:pt x="3" y="67"/>
                </a:lnTo>
                <a:lnTo>
                  <a:pt x="0" y="69"/>
                </a:lnTo>
                <a:lnTo>
                  <a:pt x="5" y="75"/>
                </a:lnTo>
                <a:lnTo>
                  <a:pt x="27" y="99"/>
                </a:lnTo>
                <a:lnTo>
                  <a:pt x="32" y="101"/>
                </a:lnTo>
                <a:lnTo>
                  <a:pt x="53" y="123"/>
                </a:lnTo>
                <a:lnTo>
                  <a:pt x="59" y="128"/>
                </a:lnTo>
                <a:lnTo>
                  <a:pt x="59" y="128"/>
                </a:lnTo>
                <a:lnTo>
                  <a:pt x="61" y="125"/>
                </a:lnTo>
                <a:lnTo>
                  <a:pt x="61" y="125"/>
                </a:lnTo>
                <a:lnTo>
                  <a:pt x="69" y="117"/>
                </a:lnTo>
                <a:lnTo>
                  <a:pt x="69" y="117"/>
                </a:lnTo>
                <a:lnTo>
                  <a:pt x="72" y="115"/>
                </a:lnTo>
                <a:lnTo>
                  <a:pt x="72" y="115"/>
                </a:lnTo>
                <a:lnTo>
                  <a:pt x="80" y="107"/>
                </a:lnTo>
                <a:lnTo>
                  <a:pt x="80" y="107"/>
                </a:lnTo>
                <a:lnTo>
                  <a:pt x="83" y="101"/>
                </a:lnTo>
                <a:lnTo>
                  <a:pt x="83" y="101"/>
                </a:lnTo>
                <a:lnTo>
                  <a:pt x="91" y="96"/>
                </a:lnTo>
                <a:lnTo>
                  <a:pt x="91" y="96"/>
                </a:lnTo>
                <a:lnTo>
                  <a:pt x="96" y="91"/>
                </a:lnTo>
                <a:lnTo>
                  <a:pt x="96" y="91"/>
                </a:lnTo>
                <a:lnTo>
                  <a:pt x="101" y="85"/>
                </a:lnTo>
                <a:lnTo>
                  <a:pt x="101" y="85"/>
                </a:lnTo>
                <a:lnTo>
                  <a:pt x="107" y="80"/>
                </a:lnTo>
                <a:lnTo>
                  <a:pt x="107" y="80"/>
                </a:lnTo>
                <a:lnTo>
                  <a:pt x="112" y="75"/>
                </a:lnTo>
                <a:lnTo>
                  <a:pt x="112" y="75"/>
                </a:lnTo>
                <a:lnTo>
                  <a:pt x="117" y="69"/>
                </a:lnTo>
                <a:lnTo>
                  <a:pt x="117" y="69"/>
                </a:lnTo>
                <a:lnTo>
                  <a:pt x="123" y="64"/>
                </a:lnTo>
                <a:lnTo>
                  <a:pt x="123" y="64"/>
                </a:lnTo>
                <a:lnTo>
                  <a:pt x="128" y="58"/>
                </a:lnTo>
                <a:lnTo>
                  <a:pt x="128" y="58"/>
                </a:lnTo>
                <a:lnTo>
                  <a:pt x="123" y="53"/>
                </a:lnTo>
                <a:lnTo>
                  <a:pt x="115" y="45"/>
                </a:lnTo>
                <a:lnTo>
                  <a:pt x="109" y="40"/>
                </a:lnTo>
                <a:lnTo>
                  <a:pt x="101" y="34"/>
                </a:lnTo>
                <a:lnTo>
                  <a:pt x="96" y="29"/>
                </a:lnTo>
                <a:lnTo>
                  <a:pt x="88" y="18"/>
                </a:lnTo>
                <a:lnTo>
                  <a:pt x="88" y="18"/>
                </a:lnTo>
                <a:lnTo>
                  <a:pt x="83" y="16"/>
                </a:lnTo>
                <a:lnTo>
                  <a:pt x="75" y="5"/>
                </a:lnTo>
                <a:lnTo>
                  <a:pt x="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7" name="Freeform 93"/>
          <p:cNvSpPr>
            <a:spLocks noEditPoints="1"/>
          </p:cNvSpPr>
          <p:nvPr/>
        </p:nvSpPr>
        <p:spPr bwMode="auto">
          <a:xfrm>
            <a:off x="7057799" y="1076326"/>
            <a:ext cx="203200" cy="203200"/>
          </a:xfrm>
          <a:custGeom>
            <a:avLst/>
            <a:gdLst>
              <a:gd name="T0" fmla="*/ 56 w 128"/>
              <a:gd name="T1" fmla="*/ 104 h 128"/>
              <a:gd name="T2" fmla="*/ 67 w 128"/>
              <a:gd name="T3" fmla="*/ 109 h 128"/>
              <a:gd name="T4" fmla="*/ 75 w 128"/>
              <a:gd name="T5" fmla="*/ 101 h 128"/>
              <a:gd name="T6" fmla="*/ 35 w 128"/>
              <a:gd name="T7" fmla="*/ 99 h 128"/>
              <a:gd name="T8" fmla="*/ 43 w 128"/>
              <a:gd name="T9" fmla="*/ 107 h 128"/>
              <a:gd name="T10" fmla="*/ 77 w 128"/>
              <a:gd name="T11" fmla="*/ 83 h 128"/>
              <a:gd name="T12" fmla="*/ 53 w 128"/>
              <a:gd name="T13" fmla="*/ 96 h 128"/>
              <a:gd name="T14" fmla="*/ 61 w 128"/>
              <a:gd name="T15" fmla="*/ 88 h 128"/>
              <a:gd name="T16" fmla="*/ 21 w 128"/>
              <a:gd name="T17" fmla="*/ 85 h 128"/>
              <a:gd name="T18" fmla="*/ 32 w 128"/>
              <a:gd name="T19" fmla="*/ 93 h 128"/>
              <a:gd name="T20" fmla="*/ 88 w 128"/>
              <a:gd name="T21" fmla="*/ 72 h 128"/>
              <a:gd name="T22" fmla="*/ 67 w 128"/>
              <a:gd name="T23" fmla="*/ 85 h 128"/>
              <a:gd name="T24" fmla="*/ 72 w 128"/>
              <a:gd name="T25" fmla="*/ 77 h 128"/>
              <a:gd name="T26" fmla="*/ 35 w 128"/>
              <a:gd name="T27" fmla="*/ 75 h 128"/>
              <a:gd name="T28" fmla="*/ 43 w 128"/>
              <a:gd name="T29" fmla="*/ 83 h 128"/>
              <a:gd name="T30" fmla="*/ 16 w 128"/>
              <a:gd name="T31" fmla="*/ 64 h 128"/>
              <a:gd name="T32" fmla="*/ 101 w 128"/>
              <a:gd name="T33" fmla="*/ 75 h 128"/>
              <a:gd name="T34" fmla="*/ 107 w 128"/>
              <a:gd name="T35" fmla="*/ 69 h 128"/>
              <a:gd name="T36" fmla="*/ 69 w 128"/>
              <a:gd name="T37" fmla="*/ 67 h 128"/>
              <a:gd name="T38" fmla="*/ 77 w 128"/>
              <a:gd name="T39" fmla="*/ 72 h 128"/>
              <a:gd name="T40" fmla="*/ 51 w 128"/>
              <a:gd name="T41" fmla="*/ 56 h 128"/>
              <a:gd name="T42" fmla="*/ 29 w 128"/>
              <a:gd name="T43" fmla="*/ 69 h 128"/>
              <a:gd name="T44" fmla="*/ 35 w 128"/>
              <a:gd name="T45" fmla="*/ 61 h 128"/>
              <a:gd name="T46" fmla="*/ 104 w 128"/>
              <a:gd name="T47" fmla="*/ 56 h 128"/>
              <a:gd name="T48" fmla="*/ 112 w 128"/>
              <a:gd name="T49" fmla="*/ 64 h 128"/>
              <a:gd name="T50" fmla="*/ 85 w 128"/>
              <a:gd name="T51" fmla="*/ 48 h 128"/>
              <a:gd name="T52" fmla="*/ 64 w 128"/>
              <a:gd name="T53" fmla="*/ 61 h 128"/>
              <a:gd name="T54" fmla="*/ 72 w 128"/>
              <a:gd name="T55" fmla="*/ 53 h 128"/>
              <a:gd name="T56" fmla="*/ 29 w 128"/>
              <a:gd name="T57" fmla="*/ 50 h 128"/>
              <a:gd name="T58" fmla="*/ 40 w 128"/>
              <a:gd name="T59" fmla="*/ 58 h 128"/>
              <a:gd name="T60" fmla="*/ 96 w 128"/>
              <a:gd name="T61" fmla="*/ 37 h 128"/>
              <a:gd name="T62" fmla="*/ 75 w 128"/>
              <a:gd name="T63" fmla="*/ 48 h 128"/>
              <a:gd name="T64" fmla="*/ 83 w 128"/>
              <a:gd name="T65" fmla="*/ 42 h 128"/>
              <a:gd name="T66" fmla="*/ 43 w 128"/>
              <a:gd name="T67" fmla="*/ 37 h 128"/>
              <a:gd name="T68" fmla="*/ 51 w 128"/>
              <a:gd name="T69" fmla="*/ 48 h 128"/>
              <a:gd name="T70" fmla="*/ 83 w 128"/>
              <a:gd name="T71" fmla="*/ 24 h 128"/>
              <a:gd name="T72" fmla="*/ 61 w 128"/>
              <a:gd name="T73" fmla="*/ 34 h 128"/>
              <a:gd name="T74" fmla="*/ 67 w 128"/>
              <a:gd name="T75" fmla="*/ 29 h 128"/>
              <a:gd name="T76" fmla="*/ 64 w 128"/>
              <a:gd name="T77" fmla="*/ 16 h 128"/>
              <a:gd name="T78" fmla="*/ 72 w 128"/>
              <a:gd name="T79" fmla="*/ 24 h 128"/>
              <a:gd name="T80" fmla="*/ 59 w 128"/>
              <a:gd name="T81" fmla="*/ 10 h 128"/>
              <a:gd name="T82" fmla="*/ 43 w 128"/>
              <a:gd name="T83" fmla="*/ 26 h 128"/>
              <a:gd name="T84" fmla="*/ 3 w 128"/>
              <a:gd name="T85" fmla="*/ 67 h 128"/>
              <a:gd name="T86" fmla="*/ 27 w 128"/>
              <a:gd name="T87" fmla="*/ 99 h 128"/>
              <a:gd name="T88" fmla="*/ 59 w 128"/>
              <a:gd name="T89" fmla="*/ 128 h 128"/>
              <a:gd name="T90" fmla="*/ 61 w 128"/>
              <a:gd name="T91" fmla="*/ 125 h 128"/>
              <a:gd name="T92" fmla="*/ 72 w 128"/>
              <a:gd name="T93" fmla="*/ 115 h 128"/>
              <a:gd name="T94" fmla="*/ 80 w 128"/>
              <a:gd name="T95" fmla="*/ 107 h 128"/>
              <a:gd name="T96" fmla="*/ 91 w 128"/>
              <a:gd name="T97" fmla="*/ 96 h 128"/>
              <a:gd name="T98" fmla="*/ 96 w 128"/>
              <a:gd name="T99" fmla="*/ 91 h 128"/>
              <a:gd name="T100" fmla="*/ 107 w 128"/>
              <a:gd name="T101" fmla="*/ 80 h 128"/>
              <a:gd name="T102" fmla="*/ 112 w 128"/>
              <a:gd name="T103" fmla="*/ 75 h 128"/>
              <a:gd name="T104" fmla="*/ 123 w 128"/>
              <a:gd name="T105" fmla="*/ 64 h 128"/>
              <a:gd name="T106" fmla="*/ 128 w 128"/>
              <a:gd name="T107" fmla="*/ 58 h 128"/>
              <a:gd name="T108" fmla="*/ 109 w 128"/>
              <a:gd name="T109" fmla="*/ 40 h 128"/>
              <a:gd name="T110" fmla="*/ 88 w 128"/>
              <a:gd name="T111" fmla="*/ 18 h 128"/>
              <a:gd name="T112" fmla="*/ 75 w 128"/>
              <a:gd name="T113" fmla="*/ 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56" y="120"/>
                </a:moveTo>
                <a:lnTo>
                  <a:pt x="48" y="112"/>
                </a:lnTo>
                <a:lnTo>
                  <a:pt x="56" y="104"/>
                </a:lnTo>
                <a:lnTo>
                  <a:pt x="64" y="112"/>
                </a:lnTo>
                <a:lnTo>
                  <a:pt x="56" y="120"/>
                </a:lnTo>
                <a:moveTo>
                  <a:pt x="67" y="109"/>
                </a:moveTo>
                <a:lnTo>
                  <a:pt x="59" y="101"/>
                </a:lnTo>
                <a:lnTo>
                  <a:pt x="67" y="93"/>
                </a:lnTo>
                <a:lnTo>
                  <a:pt x="75" y="101"/>
                </a:lnTo>
                <a:lnTo>
                  <a:pt x="67" y="109"/>
                </a:lnTo>
                <a:moveTo>
                  <a:pt x="43" y="107"/>
                </a:moveTo>
                <a:lnTo>
                  <a:pt x="35" y="99"/>
                </a:lnTo>
                <a:lnTo>
                  <a:pt x="43" y="91"/>
                </a:lnTo>
                <a:lnTo>
                  <a:pt x="51" y="99"/>
                </a:lnTo>
                <a:lnTo>
                  <a:pt x="43" y="107"/>
                </a:lnTo>
                <a:moveTo>
                  <a:pt x="77" y="99"/>
                </a:moveTo>
                <a:lnTo>
                  <a:pt x="69" y="91"/>
                </a:lnTo>
                <a:lnTo>
                  <a:pt x="77" y="83"/>
                </a:lnTo>
                <a:lnTo>
                  <a:pt x="85" y="91"/>
                </a:lnTo>
                <a:lnTo>
                  <a:pt x="77" y="99"/>
                </a:lnTo>
                <a:moveTo>
                  <a:pt x="53" y="96"/>
                </a:moveTo>
                <a:lnTo>
                  <a:pt x="48" y="88"/>
                </a:lnTo>
                <a:lnTo>
                  <a:pt x="53" y="80"/>
                </a:lnTo>
                <a:lnTo>
                  <a:pt x="61" y="88"/>
                </a:lnTo>
                <a:lnTo>
                  <a:pt x="53" y="96"/>
                </a:lnTo>
                <a:moveTo>
                  <a:pt x="32" y="93"/>
                </a:moveTo>
                <a:lnTo>
                  <a:pt x="21" y="85"/>
                </a:lnTo>
                <a:lnTo>
                  <a:pt x="29" y="77"/>
                </a:lnTo>
                <a:lnTo>
                  <a:pt x="37" y="85"/>
                </a:lnTo>
                <a:lnTo>
                  <a:pt x="32" y="93"/>
                </a:lnTo>
                <a:moveTo>
                  <a:pt x="91" y="85"/>
                </a:moveTo>
                <a:lnTo>
                  <a:pt x="83" y="77"/>
                </a:lnTo>
                <a:lnTo>
                  <a:pt x="88" y="72"/>
                </a:lnTo>
                <a:lnTo>
                  <a:pt x="96" y="80"/>
                </a:lnTo>
                <a:lnTo>
                  <a:pt x="91" y="85"/>
                </a:lnTo>
                <a:moveTo>
                  <a:pt x="67" y="85"/>
                </a:moveTo>
                <a:lnTo>
                  <a:pt x="59" y="77"/>
                </a:lnTo>
                <a:lnTo>
                  <a:pt x="64" y="69"/>
                </a:lnTo>
                <a:lnTo>
                  <a:pt x="72" y="77"/>
                </a:lnTo>
                <a:lnTo>
                  <a:pt x="67" y="85"/>
                </a:lnTo>
                <a:moveTo>
                  <a:pt x="43" y="83"/>
                </a:moveTo>
                <a:lnTo>
                  <a:pt x="35" y="75"/>
                </a:lnTo>
                <a:lnTo>
                  <a:pt x="40" y="67"/>
                </a:lnTo>
                <a:lnTo>
                  <a:pt x="48" y="75"/>
                </a:lnTo>
                <a:lnTo>
                  <a:pt x="43" y="83"/>
                </a:lnTo>
                <a:moveTo>
                  <a:pt x="19" y="80"/>
                </a:moveTo>
                <a:lnTo>
                  <a:pt x="8" y="72"/>
                </a:lnTo>
                <a:lnTo>
                  <a:pt x="16" y="64"/>
                </a:lnTo>
                <a:lnTo>
                  <a:pt x="24" y="72"/>
                </a:lnTo>
                <a:lnTo>
                  <a:pt x="19" y="80"/>
                </a:lnTo>
                <a:moveTo>
                  <a:pt x="101" y="75"/>
                </a:moveTo>
                <a:lnTo>
                  <a:pt x="93" y="67"/>
                </a:lnTo>
                <a:lnTo>
                  <a:pt x="99" y="61"/>
                </a:lnTo>
                <a:lnTo>
                  <a:pt x="107" y="69"/>
                </a:lnTo>
                <a:lnTo>
                  <a:pt x="101" y="75"/>
                </a:lnTo>
                <a:moveTo>
                  <a:pt x="77" y="72"/>
                </a:moveTo>
                <a:lnTo>
                  <a:pt x="69" y="67"/>
                </a:lnTo>
                <a:lnTo>
                  <a:pt x="77" y="58"/>
                </a:lnTo>
                <a:lnTo>
                  <a:pt x="83" y="67"/>
                </a:lnTo>
                <a:lnTo>
                  <a:pt x="77" y="72"/>
                </a:lnTo>
                <a:moveTo>
                  <a:pt x="53" y="72"/>
                </a:moveTo>
                <a:lnTo>
                  <a:pt x="45" y="64"/>
                </a:lnTo>
                <a:lnTo>
                  <a:pt x="51" y="56"/>
                </a:lnTo>
                <a:lnTo>
                  <a:pt x="59" y="64"/>
                </a:lnTo>
                <a:lnTo>
                  <a:pt x="53" y="72"/>
                </a:lnTo>
                <a:moveTo>
                  <a:pt x="29" y="69"/>
                </a:moveTo>
                <a:lnTo>
                  <a:pt x="19" y="61"/>
                </a:lnTo>
                <a:lnTo>
                  <a:pt x="27" y="53"/>
                </a:lnTo>
                <a:lnTo>
                  <a:pt x="35" y="61"/>
                </a:lnTo>
                <a:lnTo>
                  <a:pt x="29" y="69"/>
                </a:lnTo>
                <a:moveTo>
                  <a:pt x="112" y="64"/>
                </a:moveTo>
                <a:lnTo>
                  <a:pt x="104" y="56"/>
                </a:lnTo>
                <a:lnTo>
                  <a:pt x="109" y="50"/>
                </a:lnTo>
                <a:lnTo>
                  <a:pt x="117" y="58"/>
                </a:lnTo>
                <a:lnTo>
                  <a:pt x="112" y="64"/>
                </a:lnTo>
                <a:moveTo>
                  <a:pt x="88" y="61"/>
                </a:moveTo>
                <a:lnTo>
                  <a:pt x="80" y="53"/>
                </a:lnTo>
                <a:lnTo>
                  <a:pt x="85" y="48"/>
                </a:lnTo>
                <a:lnTo>
                  <a:pt x="93" y="56"/>
                </a:lnTo>
                <a:lnTo>
                  <a:pt x="88" y="61"/>
                </a:lnTo>
                <a:moveTo>
                  <a:pt x="64" y="61"/>
                </a:moveTo>
                <a:lnTo>
                  <a:pt x="56" y="53"/>
                </a:lnTo>
                <a:lnTo>
                  <a:pt x="61" y="45"/>
                </a:lnTo>
                <a:lnTo>
                  <a:pt x="72" y="53"/>
                </a:lnTo>
                <a:lnTo>
                  <a:pt x="64" y="61"/>
                </a:lnTo>
                <a:moveTo>
                  <a:pt x="40" y="58"/>
                </a:moveTo>
                <a:lnTo>
                  <a:pt x="29" y="50"/>
                </a:lnTo>
                <a:lnTo>
                  <a:pt x="37" y="42"/>
                </a:lnTo>
                <a:lnTo>
                  <a:pt x="45" y="50"/>
                </a:lnTo>
                <a:lnTo>
                  <a:pt x="40" y="58"/>
                </a:lnTo>
                <a:moveTo>
                  <a:pt x="99" y="50"/>
                </a:moveTo>
                <a:lnTo>
                  <a:pt x="91" y="42"/>
                </a:lnTo>
                <a:lnTo>
                  <a:pt x="96" y="37"/>
                </a:lnTo>
                <a:lnTo>
                  <a:pt x="104" y="45"/>
                </a:lnTo>
                <a:lnTo>
                  <a:pt x="99" y="50"/>
                </a:lnTo>
                <a:moveTo>
                  <a:pt x="75" y="48"/>
                </a:moveTo>
                <a:lnTo>
                  <a:pt x="67" y="40"/>
                </a:lnTo>
                <a:lnTo>
                  <a:pt x="72" y="34"/>
                </a:lnTo>
                <a:lnTo>
                  <a:pt x="83" y="42"/>
                </a:lnTo>
                <a:lnTo>
                  <a:pt x="75" y="48"/>
                </a:lnTo>
                <a:moveTo>
                  <a:pt x="51" y="48"/>
                </a:moveTo>
                <a:lnTo>
                  <a:pt x="43" y="37"/>
                </a:lnTo>
                <a:lnTo>
                  <a:pt x="48" y="32"/>
                </a:lnTo>
                <a:lnTo>
                  <a:pt x="59" y="40"/>
                </a:lnTo>
                <a:lnTo>
                  <a:pt x="51" y="48"/>
                </a:lnTo>
                <a:moveTo>
                  <a:pt x="85" y="37"/>
                </a:moveTo>
                <a:lnTo>
                  <a:pt x="77" y="29"/>
                </a:lnTo>
                <a:lnTo>
                  <a:pt x="83" y="24"/>
                </a:lnTo>
                <a:lnTo>
                  <a:pt x="91" y="32"/>
                </a:lnTo>
                <a:lnTo>
                  <a:pt x="85" y="37"/>
                </a:lnTo>
                <a:moveTo>
                  <a:pt x="61" y="34"/>
                </a:moveTo>
                <a:lnTo>
                  <a:pt x="53" y="26"/>
                </a:lnTo>
                <a:lnTo>
                  <a:pt x="59" y="21"/>
                </a:lnTo>
                <a:lnTo>
                  <a:pt x="67" y="29"/>
                </a:lnTo>
                <a:lnTo>
                  <a:pt x="61" y="34"/>
                </a:lnTo>
                <a:moveTo>
                  <a:pt x="72" y="24"/>
                </a:moveTo>
                <a:lnTo>
                  <a:pt x="64" y="16"/>
                </a:lnTo>
                <a:lnTo>
                  <a:pt x="69" y="10"/>
                </a:lnTo>
                <a:lnTo>
                  <a:pt x="77" y="18"/>
                </a:lnTo>
                <a:lnTo>
                  <a:pt x="72" y="24"/>
                </a:lnTo>
                <a:moveTo>
                  <a:pt x="69" y="0"/>
                </a:moveTo>
                <a:lnTo>
                  <a:pt x="64" y="5"/>
                </a:lnTo>
                <a:lnTo>
                  <a:pt x="59" y="10"/>
                </a:lnTo>
                <a:lnTo>
                  <a:pt x="53" y="16"/>
                </a:lnTo>
                <a:lnTo>
                  <a:pt x="48" y="21"/>
                </a:lnTo>
                <a:lnTo>
                  <a:pt x="43" y="26"/>
                </a:lnTo>
                <a:lnTo>
                  <a:pt x="27" y="45"/>
                </a:lnTo>
                <a:lnTo>
                  <a:pt x="21" y="48"/>
                </a:lnTo>
                <a:lnTo>
                  <a:pt x="3" y="67"/>
                </a:lnTo>
                <a:lnTo>
                  <a:pt x="0" y="69"/>
                </a:lnTo>
                <a:lnTo>
                  <a:pt x="5" y="75"/>
                </a:lnTo>
                <a:lnTo>
                  <a:pt x="27" y="99"/>
                </a:lnTo>
                <a:lnTo>
                  <a:pt x="32" y="101"/>
                </a:lnTo>
                <a:lnTo>
                  <a:pt x="53" y="123"/>
                </a:lnTo>
                <a:lnTo>
                  <a:pt x="59" y="128"/>
                </a:lnTo>
                <a:lnTo>
                  <a:pt x="59" y="128"/>
                </a:lnTo>
                <a:lnTo>
                  <a:pt x="61" y="125"/>
                </a:lnTo>
                <a:lnTo>
                  <a:pt x="61" y="125"/>
                </a:lnTo>
                <a:lnTo>
                  <a:pt x="69" y="117"/>
                </a:lnTo>
                <a:lnTo>
                  <a:pt x="69" y="117"/>
                </a:lnTo>
                <a:lnTo>
                  <a:pt x="72" y="115"/>
                </a:lnTo>
                <a:lnTo>
                  <a:pt x="72" y="115"/>
                </a:lnTo>
                <a:lnTo>
                  <a:pt x="80" y="107"/>
                </a:lnTo>
                <a:lnTo>
                  <a:pt x="80" y="107"/>
                </a:lnTo>
                <a:lnTo>
                  <a:pt x="83" y="101"/>
                </a:lnTo>
                <a:lnTo>
                  <a:pt x="83" y="101"/>
                </a:lnTo>
                <a:lnTo>
                  <a:pt x="91" y="96"/>
                </a:lnTo>
                <a:lnTo>
                  <a:pt x="91" y="96"/>
                </a:lnTo>
                <a:lnTo>
                  <a:pt x="96" y="91"/>
                </a:lnTo>
                <a:lnTo>
                  <a:pt x="96" y="91"/>
                </a:lnTo>
                <a:lnTo>
                  <a:pt x="101" y="85"/>
                </a:lnTo>
                <a:lnTo>
                  <a:pt x="101" y="85"/>
                </a:lnTo>
                <a:lnTo>
                  <a:pt x="107" y="80"/>
                </a:lnTo>
                <a:lnTo>
                  <a:pt x="107" y="80"/>
                </a:lnTo>
                <a:lnTo>
                  <a:pt x="112" y="75"/>
                </a:lnTo>
                <a:lnTo>
                  <a:pt x="112" y="75"/>
                </a:lnTo>
                <a:lnTo>
                  <a:pt x="117" y="69"/>
                </a:lnTo>
                <a:lnTo>
                  <a:pt x="117" y="69"/>
                </a:lnTo>
                <a:lnTo>
                  <a:pt x="123" y="64"/>
                </a:lnTo>
                <a:lnTo>
                  <a:pt x="123" y="64"/>
                </a:lnTo>
                <a:lnTo>
                  <a:pt x="128" y="58"/>
                </a:lnTo>
                <a:lnTo>
                  <a:pt x="128" y="58"/>
                </a:lnTo>
                <a:lnTo>
                  <a:pt x="123" y="53"/>
                </a:lnTo>
                <a:lnTo>
                  <a:pt x="115" y="45"/>
                </a:lnTo>
                <a:lnTo>
                  <a:pt x="109" y="40"/>
                </a:lnTo>
                <a:lnTo>
                  <a:pt x="101" y="34"/>
                </a:lnTo>
                <a:lnTo>
                  <a:pt x="96" y="29"/>
                </a:lnTo>
                <a:lnTo>
                  <a:pt x="88" y="18"/>
                </a:lnTo>
                <a:lnTo>
                  <a:pt x="88" y="18"/>
                </a:lnTo>
                <a:lnTo>
                  <a:pt x="83" y="16"/>
                </a:lnTo>
                <a:lnTo>
                  <a:pt x="75" y="5"/>
                </a:lnTo>
                <a:lnTo>
                  <a:pt x="6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8" name="Rectangle 94"/>
          <p:cNvSpPr>
            <a:spLocks noChangeArrowheads="1"/>
          </p:cNvSpPr>
          <p:nvPr/>
        </p:nvSpPr>
        <p:spPr bwMode="auto">
          <a:xfrm>
            <a:off x="7656287" y="1246189"/>
            <a:ext cx="274638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9" name="Rectangle 95"/>
          <p:cNvSpPr>
            <a:spLocks noChangeArrowheads="1"/>
          </p:cNvSpPr>
          <p:nvPr/>
        </p:nvSpPr>
        <p:spPr bwMode="auto">
          <a:xfrm>
            <a:off x="7948387" y="1246189"/>
            <a:ext cx="33338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0" name="Rectangle 96"/>
          <p:cNvSpPr>
            <a:spLocks noChangeArrowheads="1"/>
          </p:cNvSpPr>
          <p:nvPr/>
        </p:nvSpPr>
        <p:spPr bwMode="auto">
          <a:xfrm>
            <a:off x="7948387" y="1246189"/>
            <a:ext cx="33338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1" name="Freeform 97"/>
          <p:cNvSpPr>
            <a:spLocks/>
          </p:cNvSpPr>
          <p:nvPr/>
        </p:nvSpPr>
        <p:spPr bwMode="auto">
          <a:xfrm>
            <a:off x="7991249" y="1185864"/>
            <a:ext cx="20638" cy="60325"/>
          </a:xfrm>
          <a:custGeom>
            <a:avLst/>
            <a:gdLst>
              <a:gd name="T0" fmla="*/ 3 w 5"/>
              <a:gd name="T1" fmla="*/ 14 h 14"/>
              <a:gd name="T2" fmla="*/ 2 w 5"/>
              <a:gd name="T3" fmla="*/ 13 h 14"/>
              <a:gd name="T4" fmla="*/ 2 w 5"/>
              <a:gd name="T5" fmla="*/ 8 h 14"/>
              <a:gd name="T6" fmla="*/ 1 w 5"/>
              <a:gd name="T7" fmla="*/ 2 h 14"/>
              <a:gd name="T8" fmla="*/ 2 w 5"/>
              <a:gd name="T9" fmla="*/ 0 h 14"/>
              <a:gd name="T10" fmla="*/ 3 w 5"/>
              <a:gd name="T11" fmla="*/ 1 h 14"/>
              <a:gd name="T12" fmla="*/ 3 w 5"/>
              <a:gd name="T13" fmla="*/ 1 h 14"/>
              <a:gd name="T14" fmla="*/ 3 w 5"/>
              <a:gd name="T15" fmla="*/ 1 h 14"/>
              <a:gd name="T16" fmla="*/ 3 w 5"/>
              <a:gd name="T17" fmla="*/ 7 h 14"/>
              <a:gd name="T18" fmla="*/ 4 w 5"/>
              <a:gd name="T19" fmla="*/ 12 h 14"/>
              <a:gd name="T20" fmla="*/ 3 w 5"/>
              <a:gd name="T21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14">
                <a:moveTo>
                  <a:pt x="3" y="14"/>
                </a:move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5" y="12"/>
                  <a:pt x="2" y="8"/>
                </a:cubicBezTo>
                <a:cubicBezTo>
                  <a:pt x="1" y="6"/>
                  <a:pt x="0" y="4"/>
                  <a:pt x="1" y="2"/>
                </a:cubicBezTo>
                <a:cubicBezTo>
                  <a:pt x="1" y="1"/>
                  <a:pt x="2" y="0"/>
                  <a:pt x="2" y="0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0" y="3"/>
                  <a:pt x="3" y="7"/>
                </a:cubicBezTo>
                <a:cubicBezTo>
                  <a:pt x="4" y="9"/>
                  <a:pt x="5" y="11"/>
                  <a:pt x="4" y="12"/>
                </a:cubicBezTo>
                <a:cubicBezTo>
                  <a:pt x="4" y="14"/>
                  <a:pt x="3" y="14"/>
                  <a:pt x="3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2" name="Freeform 98"/>
          <p:cNvSpPr>
            <a:spLocks/>
          </p:cNvSpPr>
          <p:nvPr/>
        </p:nvSpPr>
        <p:spPr bwMode="auto">
          <a:xfrm>
            <a:off x="8007124" y="1155701"/>
            <a:ext cx="22225" cy="60325"/>
          </a:xfrm>
          <a:custGeom>
            <a:avLst/>
            <a:gdLst>
              <a:gd name="T0" fmla="*/ 2 w 5"/>
              <a:gd name="T1" fmla="*/ 14 h 14"/>
              <a:gd name="T2" fmla="*/ 3 w 5"/>
              <a:gd name="T3" fmla="*/ 13 h 14"/>
              <a:gd name="T4" fmla="*/ 3 w 5"/>
              <a:gd name="T5" fmla="*/ 8 h 14"/>
              <a:gd name="T6" fmla="*/ 4 w 5"/>
              <a:gd name="T7" fmla="*/ 2 h 14"/>
              <a:gd name="T8" fmla="*/ 3 w 5"/>
              <a:gd name="T9" fmla="*/ 0 h 14"/>
              <a:gd name="T10" fmla="*/ 2 w 5"/>
              <a:gd name="T11" fmla="*/ 1 h 14"/>
              <a:gd name="T12" fmla="*/ 2 w 5"/>
              <a:gd name="T13" fmla="*/ 1 h 14"/>
              <a:gd name="T14" fmla="*/ 2 w 5"/>
              <a:gd name="T15" fmla="*/ 1 h 14"/>
              <a:gd name="T16" fmla="*/ 2 w 5"/>
              <a:gd name="T17" fmla="*/ 7 h 14"/>
              <a:gd name="T18" fmla="*/ 1 w 5"/>
              <a:gd name="T19" fmla="*/ 12 h 14"/>
              <a:gd name="T20" fmla="*/ 2 w 5"/>
              <a:gd name="T21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14">
                <a:moveTo>
                  <a:pt x="2" y="14"/>
                </a:move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0" y="12"/>
                  <a:pt x="3" y="8"/>
                </a:cubicBezTo>
                <a:cubicBezTo>
                  <a:pt x="4" y="6"/>
                  <a:pt x="5" y="4"/>
                  <a:pt x="4" y="2"/>
                </a:cubicBezTo>
                <a:cubicBezTo>
                  <a:pt x="4" y="1"/>
                  <a:pt x="3" y="0"/>
                  <a:pt x="3" y="0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5" y="3"/>
                  <a:pt x="2" y="7"/>
                </a:cubicBezTo>
                <a:cubicBezTo>
                  <a:pt x="1" y="9"/>
                  <a:pt x="0" y="11"/>
                  <a:pt x="1" y="12"/>
                </a:cubicBezTo>
                <a:cubicBezTo>
                  <a:pt x="1" y="14"/>
                  <a:pt x="2" y="14"/>
                  <a:pt x="2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3" name="Freeform 99"/>
          <p:cNvSpPr>
            <a:spLocks/>
          </p:cNvSpPr>
          <p:nvPr/>
        </p:nvSpPr>
        <p:spPr bwMode="auto">
          <a:xfrm>
            <a:off x="1036412" y="1619251"/>
            <a:ext cx="17463" cy="20638"/>
          </a:xfrm>
          <a:custGeom>
            <a:avLst/>
            <a:gdLst>
              <a:gd name="T0" fmla="*/ 11 w 11"/>
              <a:gd name="T1" fmla="*/ 13 h 13"/>
              <a:gd name="T2" fmla="*/ 3 w 11"/>
              <a:gd name="T3" fmla="*/ 0 h 13"/>
              <a:gd name="T4" fmla="*/ 0 w 11"/>
              <a:gd name="T5" fmla="*/ 3 h 13"/>
              <a:gd name="T6" fmla="*/ 11 w 11"/>
              <a:gd name="T7" fmla="*/ 13 h 13"/>
              <a:gd name="T8" fmla="*/ 11 w 11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3">
                <a:moveTo>
                  <a:pt x="11" y="13"/>
                </a:moveTo>
                <a:lnTo>
                  <a:pt x="3" y="0"/>
                </a:lnTo>
                <a:lnTo>
                  <a:pt x="0" y="3"/>
                </a:lnTo>
                <a:lnTo>
                  <a:pt x="11" y="13"/>
                </a:lnTo>
                <a:lnTo>
                  <a:pt x="11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4" name="Freeform 100"/>
          <p:cNvSpPr>
            <a:spLocks/>
          </p:cNvSpPr>
          <p:nvPr/>
        </p:nvSpPr>
        <p:spPr bwMode="auto">
          <a:xfrm>
            <a:off x="1069749" y="1627189"/>
            <a:ext cx="22225" cy="17463"/>
          </a:xfrm>
          <a:custGeom>
            <a:avLst/>
            <a:gdLst>
              <a:gd name="T0" fmla="*/ 14 w 14"/>
              <a:gd name="T1" fmla="*/ 3 h 11"/>
              <a:gd name="T2" fmla="*/ 11 w 14"/>
              <a:gd name="T3" fmla="*/ 0 h 11"/>
              <a:gd name="T4" fmla="*/ 0 w 14"/>
              <a:gd name="T5" fmla="*/ 8 h 11"/>
              <a:gd name="T6" fmla="*/ 0 w 14"/>
              <a:gd name="T7" fmla="*/ 11 h 11"/>
              <a:gd name="T8" fmla="*/ 14 w 14"/>
              <a:gd name="T9" fmla="*/ 3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1">
                <a:moveTo>
                  <a:pt x="14" y="3"/>
                </a:moveTo>
                <a:lnTo>
                  <a:pt x="11" y="0"/>
                </a:lnTo>
                <a:lnTo>
                  <a:pt x="0" y="8"/>
                </a:lnTo>
                <a:lnTo>
                  <a:pt x="0" y="11"/>
                </a:lnTo>
                <a:lnTo>
                  <a:pt x="1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5" name="Freeform 101"/>
          <p:cNvSpPr>
            <a:spLocks/>
          </p:cNvSpPr>
          <p:nvPr/>
        </p:nvSpPr>
        <p:spPr bwMode="auto">
          <a:xfrm>
            <a:off x="1069749" y="1657351"/>
            <a:ext cx="25400" cy="4763"/>
          </a:xfrm>
          <a:custGeom>
            <a:avLst/>
            <a:gdLst>
              <a:gd name="T0" fmla="*/ 0 w 16"/>
              <a:gd name="T1" fmla="*/ 0 h 3"/>
              <a:gd name="T2" fmla="*/ 0 w 16"/>
              <a:gd name="T3" fmla="*/ 0 h 3"/>
              <a:gd name="T4" fmla="*/ 16 w 16"/>
              <a:gd name="T5" fmla="*/ 3 h 3"/>
              <a:gd name="T6" fmla="*/ 16 w 16"/>
              <a:gd name="T7" fmla="*/ 0 h 3"/>
              <a:gd name="T8" fmla="*/ 0 w 16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">
                <a:moveTo>
                  <a:pt x="0" y="0"/>
                </a:moveTo>
                <a:lnTo>
                  <a:pt x="0" y="0"/>
                </a:lnTo>
                <a:lnTo>
                  <a:pt x="16" y="3"/>
                </a:lnTo>
                <a:lnTo>
                  <a:pt x="1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6" name="Freeform 102"/>
          <p:cNvSpPr>
            <a:spLocks/>
          </p:cNvSpPr>
          <p:nvPr/>
        </p:nvSpPr>
        <p:spPr bwMode="auto">
          <a:xfrm>
            <a:off x="645887" y="1649414"/>
            <a:ext cx="415925" cy="530225"/>
          </a:xfrm>
          <a:custGeom>
            <a:avLst/>
            <a:gdLst>
              <a:gd name="T0" fmla="*/ 90 w 98"/>
              <a:gd name="T1" fmla="*/ 20 h 125"/>
              <a:gd name="T2" fmla="*/ 83 w 98"/>
              <a:gd name="T3" fmla="*/ 39 h 125"/>
              <a:gd name="T4" fmla="*/ 75 w 98"/>
              <a:gd name="T5" fmla="*/ 32 h 125"/>
              <a:gd name="T6" fmla="*/ 67 w 98"/>
              <a:gd name="T7" fmla="*/ 39 h 125"/>
              <a:gd name="T8" fmla="*/ 46 w 98"/>
              <a:gd name="T9" fmla="*/ 34 h 125"/>
              <a:gd name="T10" fmla="*/ 0 w 98"/>
              <a:gd name="T11" fmla="*/ 80 h 125"/>
              <a:gd name="T12" fmla="*/ 46 w 98"/>
              <a:gd name="T13" fmla="*/ 125 h 125"/>
              <a:gd name="T14" fmla="*/ 91 w 98"/>
              <a:gd name="T15" fmla="*/ 80 h 125"/>
              <a:gd name="T16" fmla="*/ 83 w 98"/>
              <a:gd name="T17" fmla="*/ 54 h 125"/>
              <a:gd name="T18" fmla="*/ 90 w 98"/>
              <a:gd name="T19" fmla="*/ 47 h 125"/>
              <a:gd name="T20" fmla="*/ 83 w 98"/>
              <a:gd name="T21" fmla="*/ 40 h 125"/>
              <a:gd name="T22" fmla="*/ 91 w 98"/>
              <a:gd name="T23" fmla="*/ 20 h 125"/>
              <a:gd name="T24" fmla="*/ 98 w 98"/>
              <a:gd name="T25" fmla="*/ 1 h 125"/>
              <a:gd name="T26" fmla="*/ 97 w 98"/>
              <a:gd name="T27" fmla="*/ 0 h 125"/>
              <a:gd name="T28" fmla="*/ 90 w 98"/>
              <a:gd name="T29" fmla="*/ 2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8" h="125">
                <a:moveTo>
                  <a:pt x="90" y="20"/>
                </a:moveTo>
                <a:cubicBezTo>
                  <a:pt x="91" y="31"/>
                  <a:pt x="85" y="37"/>
                  <a:pt x="83" y="39"/>
                </a:cubicBezTo>
                <a:cubicBezTo>
                  <a:pt x="75" y="32"/>
                  <a:pt x="75" y="32"/>
                  <a:pt x="75" y="32"/>
                </a:cubicBezTo>
                <a:cubicBezTo>
                  <a:pt x="67" y="39"/>
                  <a:pt x="67" y="39"/>
                  <a:pt x="67" y="39"/>
                </a:cubicBezTo>
                <a:cubicBezTo>
                  <a:pt x="61" y="36"/>
                  <a:pt x="54" y="34"/>
                  <a:pt x="46" y="34"/>
                </a:cubicBezTo>
                <a:cubicBezTo>
                  <a:pt x="21" y="34"/>
                  <a:pt x="0" y="54"/>
                  <a:pt x="0" y="80"/>
                </a:cubicBezTo>
                <a:cubicBezTo>
                  <a:pt x="0" y="105"/>
                  <a:pt x="21" y="125"/>
                  <a:pt x="46" y="125"/>
                </a:cubicBezTo>
                <a:cubicBezTo>
                  <a:pt x="71" y="125"/>
                  <a:pt x="91" y="105"/>
                  <a:pt x="91" y="80"/>
                </a:cubicBezTo>
                <a:cubicBezTo>
                  <a:pt x="91" y="70"/>
                  <a:pt x="88" y="61"/>
                  <a:pt x="83" y="54"/>
                </a:cubicBezTo>
                <a:cubicBezTo>
                  <a:pt x="90" y="47"/>
                  <a:pt x="90" y="47"/>
                  <a:pt x="90" y="47"/>
                </a:cubicBezTo>
                <a:cubicBezTo>
                  <a:pt x="83" y="40"/>
                  <a:pt x="83" y="40"/>
                  <a:pt x="83" y="40"/>
                </a:cubicBezTo>
                <a:cubicBezTo>
                  <a:pt x="86" y="38"/>
                  <a:pt x="92" y="31"/>
                  <a:pt x="91" y="20"/>
                </a:cubicBezTo>
                <a:cubicBezTo>
                  <a:pt x="89" y="8"/>
                  <a:pt x="98" y="1"/>
                  <a:pt x="98" y="1"/>
                </a:cubicBezTo>
                <a:cubicBezTo>
                  <a:pt x="97" y="0"/>
                  <a:pt x="97" y="0"/>
                  <a:pt x="97" y="0"/>
                </a:cubicBezTo>
                <a:cubicBezTo>
                  <a:pt x="97" y="0"/>
                  <a:pt x="87" y="8"/>
                  <a:pt x="90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7" name="Freeform 103"/>
          <p:cNvSpPr>
            <a:spLocks noEditPoints="1"/>
          </p:cNvSpPr>
          <p:nvPr/>
        </p:nvSpPr>
        <p:spPr bwMode="auto">
          <a:xfrm>
            <a:off x="1363437" y="1758951"/>
            <a:ext cx="414338" cy="417513"/>
          </a:xfrm>
          <a:custGeom>
            <a:avLst/>
            <a:gdLst>
              <a:gd name="T0" fmla="*/ 50 w 98"/>
              <a:gd name="T1" fmla="*/ 1 h 98"/>
              <a:gd name="T2" fmla="*/ 1 w 98"/>
              <a:gd name="T3" fmla="*/ 47 h 98"/>
              <a:gd name="T4" fmla="*/ 47 w 98"/>
              <a:gd name="T5" fmla="*/ 97 h 98"/>
              <a:gd name="T6" fmla="*/ 97 w 98"/>
              <a:gd name="T7" fmla="*/ 51 h 98"/>
              <a:gd name="T8" fmla="*/ 50 w 98"/>
              <a:gd name="T9" fmla="*/ 1 h 98"/>
              <a:gd name="T10" fmla="*/ 49 w 98"/>
              <a:gd name="T11" fmla="*/ 8 h 98"/>
              <a:gd name="T12" fmla="*/ 66 w 98"/>
              <a:gd name="T13" fmla="*/ 12 h 98"/>
              <a:gd name="T14" fmla="*/ 55 w 98"/>
              <a:gd name="T15" fmla="*/ 40 h 98"/>
              <a:gd name="T16" fmla="*/ 50 w 98"/>
              <a:gd name="T17" fmla="*/ 39 h 98"/>
              <a:gd name="T18" fmla="*/ 49 w 98"/>
              <a:gd name="T19" fmla="*/ 39 h 98"/>
              <a:gd name="T20" fmla="*/ 49 w 98"/>
              <a:gd name="T21" fmla="*/ 40 h 98"/>
              <a:gd name="T22" fmla="*/ 45 w 98"/>
              <a:gd name="T23" fmla="*/ 41 h 98"/>
              <a:gd name="T24" fmla="*/ 32 w 98"/>
              <a:gd name="T25" fmla="*/ 12 h 98"/>
              <a:gd name="T26" fmla="*/ 49 w 98"/>
              <a:gd name="T27" fmla="*/ 8 h 98"/>
              <a:gd name="T28" fmla="*/ 12 w 98"/>
              <a:gd name="T29" fmla="*/ 66 h 98"/>
              <a:gd name="T30" fmla="*/ 8 w 98"/>
              <a:gd name="T31" fmla="*/ 49 h 98"/>
              <a:gd name="T32" fmla="*/ 12 w 98"/>
              <a:gd name="T33" fmla="*/ 31 h 98"/>
              <a:gd name="T34" fmla="*/ 41 w 98"/>
              <a:gd name="T35" fmla="*/ 44 h 98"/>
              <a:gd name="T36" fmla="*/ 39 w 98"/>
              <a:gd name="T37" fmla="*/ 51 h 98"/>
              <a:gd name="T38" fmla="*/ 40 w 98"/>
              <a:gd name="T39" fmla="*/ 54 h 98"/>
              <a:gd name="T40" fmla="*/ 12 w 98"/>
              <a:gd name="T41" fmla="*/ 66 h 98"/>
              <a:gd name="T42" fmla="*/ 49 w 98"/>
              <a:gd name="T43" fmla="*/ 89 h 98"/>
              <a:gd name="T44" fmla="*/ 34 w 98"/>
              <a:gd name="T45" fmla="*/ 86 h 98"/>
              <a:gd name="T46" fmla="*/ 45 w 98"/>
              <a:gd name="T47" fmla="*/ 60 h 98"/>
              <a:gd name="T48" fmla="*/ 51 w 98"/>
              <a:gd name="T49" fmla="*/ 61 h 98"/>
              <a:gd name="T50" fmla="*/ 56 w 98"/>
              <a:gd name="T51" fmla="*/ 60 h 98"/>
              <a:gd name="T52" fmla="*/ 67 w 98"/>
              <a:gd name="T53" fmla="*/ 85 h 98"/>
              <a:gd name="T54" fmla="*/ 49 w 98"/>
              <a:gd name="T55" fmla="*/ 89 h 98"/>
              <a:gd name="T56" fmla="*/ 60 w 98"/>
              <a:gd name="T57" fmla="*/ 55 h 98"/>
              <a:gd name="T58" fmla="*/ 61 w 98"/>
              <a:gd name="T59" fmla="*/ 51 h 98"/>
              <a:gd name="T60" fmla="*/ 59 w 98"/>
              <a:gd name="T61" fmla="*/ 44 h 98"/>
              <a:gd name="T62" fmla="*/ 86 w 98"/>
              <a:gd name="T63" fmla="*/ 32 h 98"/>
              <a:gd name="T64" fmla="*/ 89 w 98"/>
              <a:gd name="T65" fmla="*/ 49 h 98"/>
              <a:gd name="T66" fmla="*/ 86 w 98"/>
              <a:gd name="T67" fmla="*/ 66 h 98"/>
              <a:gd name="T68" fmla="*/ 60 w 98"/>
              <a:gd name="T69" fmla="*/ 5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98">
                <a:moveTo>
                  <a:pt x="50" y="1"/>
                </a:moveTo>
                <a:cubicBezTo>
                  <a:pt x="24" y="0"/>
                  <a:pt x="2" y="21"/>
                  <a:pt x="1" y="47"/>
                </a:cubicBezTo>
                <a:cubicBezTo>
                  <a:pt x="0" y="74"/>
                  <a:pt x="20" y="96"/>
                  <a:pt x="47" y="97"/>
                </a:cubicBezTo>
                <a:cubicBezTo>
                  <a:pt x="74" y="98"/>
                  <a:pt x="96" y="77"/>
                  <a:pt x="97" y="51"/>
                </a:cubicBezTo>
                <a:cubicBezTo>
                  <a:pt x="98" y="24"/>
                  <a:pt x="77" y="2"/>
                  <a:pt x="50" y="1"/>
                </a:cubicBezTo>
                <a:close/>
                <a:moveTo>
                  <a:pt x="49" y="8"/>
                </a:moveTo>
                <a:cubicBezTo>
                  <a:pt x="55" y="8"/>
                  <a:pt x="61" y="10"/>
                  <a:pt x="66" y="12"/>
                </a:cubicBezTo>
                <a:cubicBezTo>
                  <a:pt x="55" y="40"/>
                  <a:pt x="55" y="40"/>
                  <a:pt x="55" y="40"/>
                </a:cubicBezTo>
                <a:cubicBezTo>
                  <a:pt x="53" y="40"/>
                  <a:pt x="52" y="39"/>
                  <a:pt x="50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40"/>
                  <a:pt x="49" y="40"/>
                  <a:pt x="49" y="40"/>
                </a:cubicBezTo>
                <a:cubicBezTo>
                  <a:pt x="47" y="40"/>
                  <a:pt x="46" y="40"/>
                  <a:pt x="45" y="41"/>
                </a:cubicBezTo>
                <a:cubicBezTo>
                  <a:pt x="32" y="12"/>
                  <a:pt x="32" y="12"/>
                  <a:pt x="32" y="12"/>
                </a:cubicBezTo>
                <a:cubicBezTo>
                  <a:pt x="37" y="9"/>
                  <a:pt x="43" y="8"/>
                  <a:pt x="49" y="8"/>
                </a:cubicBezTo>
                <a:close/>
                <a:moveTo>
                  <a:pt x="12" y="66"/>
                </a:moveTo>
                <a:cubicBezTo>
                  <a:pt x="10" y="61"/>
                  <a:pt x="8" y="55"/>
                  <a:pt x="8" y="49"/>
                </a:cubicBezTo>
                <a:cubicBezTo>
                  <a:pt x="8" y="43"/>
                  <a:pt x="10" y="37"/>
                  <a:pt x="12" y="31"/>
                </a:cubicBezTo>
                <a:cubicBezTo>
                  <a:pt x="41" y="44"/>
                  <a:pt x="41" y="44"/>
                  <a:pt x="41" y="44"/>
                </a:cubicBezTo>
                <a:cubicBezTo>
                  <a:pt x="40" y="45"/>
                  <a:pt x="39" y="48"/>
                  <a:pt x="39" y="51"/>
                </a:cubicBezTo>
                <a:cubicBezTo>
                  <a:pt x="39" y="52"/>
                  <a:pt x="39" y="53"/>
                  <a:pt x="40" y="54"/>
                </a:cubicBezTo>
                <a:lnTo>
                  <a:pt x="12" y="66"/>
                </a:lnTo>
                <a:close/>
                <a:moveTo>
                  <a:pt x="49" y="89"/>
                </a:moveTo>
                <a:cubicBezTo>
                  <a:pt x="44" y="89"/>
                  <a:pt x="39" y="88"/>
                  <a:pt x="34" y="86"/>
                </a:cubicBezTo>
                <a:cubicBezTo>
                  <a:pt x="45" y="60"/>
                  <a:pt x="45" y="60"/>
                  <a:pt x="45" y="60"/>
                </a:cubicBezTo>
                <a:cubicBezTo>
                  <a:pt x="47" y="61"/>
                  <a:pt x="48" y="61"/>
                  <a:pt x="51" y="61"/>
                </a:cubicBezTo>
                <a:cubicBezTo>
                  <a:pt x="53" y="61"/>
                  <a:pt x="55" y="61"/>
                  <a:pt x="56" y="60"/>
                </a:cubicBezTo>
                <a:cubicBezTo>
                  <a:pt x="67" y="85"/>
                  <a:pt x="67" y="85"/>
                  <a:pt x="67" y="85"/>
                </a:cubicBezTo>
                <a:cubicBezTo>
                  <a:pt x="62" y="87"/>
                  <a:pt x="56" y="89"/>
                  <a:pt x="49" y="89"/>
                </a:cubicBezTo>
                <a:close/>
                <a:moveTo>
                  <a:pt x="60" y="55"/>
                </a:moveTo>
                <a:cubicBezTo>
                  <a:pt x="61" y="54"/>
                  <a:pt x="61" y="52"/>
                  <a:pt x="61" y="51"/>
                </a:cubicBezTo>
                <a:cubicBezTo>
                  <a:pt x="61" y="48"/>
                  <a:pt x="60" y="46"/>
                  <a:pt x="59" y="44"/>
                </a:cubicBezTo>
                <a:cubicBezTo>
                  <a:pt x="86" y="32"/>
                  <a:pt x="86" y="32"/>
                  <a:pt x="86" y="32"/>
                </a:cubicBezTo>
                <a:cubicBezTo>
                  <a:pt x="88" y="37"/>
                  <a:pt x="89" y="43"/>
                  <a:pt x="89" y="49"/>
                </a:cubicBezTo>
                <a:cubicBezTo>
                  <a:pt x="89" y="55"/>
                  <a:pt x="88" y="61"/>
                  <a:pt x="86" y="66"/>
                </a:cubicBezTo>
                <a:lnTo>
                  <a:pt x="60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8" name="Freeform 104"/>
          <p:cNvSpPr>
            <a:spLocks/>
          </p:cNvSpPr>
          <p:nvPr/>
        </p:nvSpPr>
        <p:spPr bwMode="auto">
          <a:xfrm>
            <a:off x="2355624" y="1981201"/>
            <a:ext cx="246063" cy="185738"/>
          </a:xfrm>
          <a:custGeom>
            <a:avLst/>
            <a:gdLst>
              <a:gd name="T0" fmla="*/ 56 w 58"/>
              <a:gd name="T1" fmla="*/ 11 h 44"/>
              <a:gd name="T2" fmla="*/ 25 w 58"/>
              <a:gd name="T3" fmla="*/ 11 h 44"/>
              <a:gd name="T4" fmla="*/ 21 w 58"/>
              <a:gd name="T5" fmla="*/ 11 h 44"/>
              <a:gd name="T6" fmla="*/ 21 w 58"/>
              <a:gd name="T7" fmla="*/ 3 h 44"/>
              <a:gd name="T8" fmla="*/ 19 w 58"/>
              <a:gd name="T9" fmla="*/ 2 h 44"/>
              <a:gd name="T10" fmla="*/ 1 w 58"/>
              <a:gd name="T11" fmla="*/ 21 h 44"/>
              <a:gd name="T12" fmla="*/ 1 w 58"/>
              <a:gd name="T13" fmla="*/ 23 h 44"/>
              <a:gd name="T14" fmla="*/ 19 w 58"/>
              <a:gd name="T15" fmla="*/ 41 h 44"/>
              <a:gd name="T16" fmla="*/ 22 w 58"/>
              <a:gd name="T17" fmla="*/ 41 h 44"/>
              <a:gd name="T18" fmla="*/ 22 w 58"/>
              <a:gd name="T19" fmla="*/ 33 h 44"/>
              <a:gd name="T20" fmla="*/ 25 w 58"/>
              <a:gd name="T21" fmla="*/ 33 h 44"/>
              <a:gd name="T22" fmla="*/ 51 w 58"/>
              <a:gd name="T23" fmla="*/ 33 h 44"/>
              <a:gd name="T24" fmla="*/ 52 w 58"/>
              <a:gd name="T25" fmla="*/ 32 h 44"/>
              <a:gd name="T26" fmla="*/ 58 w 58"/>
              <a:gd name="T27" fmla="*/ 13 h 44"/>
              <a:gd name="T28" fmla="*/ 56 w 58"/>
              <a:gd name="T29" fmla="*/ 1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8" h="44">
                <a:moveTo>
                  <a:pt x="56" y="11"/>
                </a:moveTo>
                <a:cubicBezTo>
                  <a:pt x="52" y="11"/>
                  <a:pt x="31" y="11"/>
                  <a:pt x="25" y="11"/>
                </a:cubicBezTo>
                <a:cubicBezTo>
                  <a:pt x="23" y="11"/>
                  <a:pt x="21" y="11"/>
                  <a:pt x="21" y="11"/>
                </a:cubicBezTo>
                <a:cubicBezTo>
                  <a:pt x="21" y="11"/>
                  <a:pt x="21" y="5"/>
                  <a:pt x="21" y="3"/>
                </a:cubicBezTo>
                <a:cubicBezTo>
                  <a:pt x="21" y="0"/>
                  <a:pt x="19" y="2"/>
                  <a:pt x="19" y="2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1"/>
                  <a:pt x="0" y="22"/>
                  <a:pt x="1" y="23"/>
                </a:cubicBezTo>
                <a:cubicBezTo>
                  <a:pt x="3" y="25"/>
                  <a:pt x="19" y="41"/>
                  <a:pt x="19" y="41"/>
                </a:cubicBezTo>
                <a:cubicBezTo>
                  <a:pt x="19" y="41"/>
                  <a:pt x="22" y="44"/>
                  <a:pt x="22" y="41"/>
                </a:cubicBezTo>
                <a:cubicBezTo>
                  <a:pt x="22" y="38"/>
                  <a:pt x="22" y="33"/>
                  <a:pt x="22" y="33"/>
                </a:cubicBezTo>
                <a:cubicBezTo>
                  <a:pt x="22" y="33"/>
                  <a:pt x="23" y="33"/>
                  <a:pt x="25" y="33"/>
                </a:cubicBezTo>
                <a:cubicBezTo>
                  <a:pt x="31" y="33"/>
                  <a:pt x="47" y="33"/>
                  <a:pt x="51" y="33"/>
                </a:cubicBezTo>
                <a:cubicBezTo>
                  <a:pt x="51" y="33"/>
                  <a:pt x="52" y="33"/>
                  <a:pt x="52" y="32"/>
                </a:cubicBezTo>
                <a:cubicBezTo>
                  <a:pt x="52" y="30"/>
                  <a:pt x="58" y="15"/>
                  <a:pt x="58" y="13"/>
                </a:cubicBezTo>
                <a:cubicBezTo>
                  <a:pt x="58" y="11"/>
                  <a:pt x="56" y="11"/>
                  <a:pt x="56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9" name="Freeform 105"/>
          <p:cNvSpPr>
            <a:spLocks/>
          </p:cNvSpPr>
          <p:nvPr/>
        </p:nvSpPr>
        <p:spPr bwMode="auto">
          <a:xfrm>
            <a:off x="2490562" y="1928814"/>
            <a:ext cx="106363" cy="85725"/>
          </a:xfrm>
          <a:custGeom>
            <a:avLst/>
            <a:gdLst>
              <a:gd name="T0" fmla="*/ 1 w 25"/>
              <a:gd name="T1" fmla="*/ 10 h 20"/>
              <a:gd name="T2" fmla="*/ 5 w 25"/>
              <a:gd name="T3" fmla="*/ 18 h 20"/>
              <a:gd name="T4" fmla="*/ 8 w 25"/>
              <a:gd name="T5" fmla="*/ 20 h 20"/>
              <a:gd name="T6" fmla="*/ 23 w 25"/>
              <a:gd name="T7" fmla="*/ 20 h 20"/>
              <a:gd name="T8" fmla="*/ 25 w 25"/>
              <a:gd name="T9" fmla="*/ 18 h 20"/>
              <a:gd name="T10" fmla="*/ 18 w 25"/>
              <a:gd name="T11" fmla="*/ 2 h 20"/>
              <a:gd name="T12" fmla="*/ 16 w 25"/>
              <a:gd name="T13" fmla="*/ 1 h 20"/>
              <a:gd name="T14" fmla="*/ 2 w 25"/>
              <a:gd name="T15" fmla="*/ 7 h 20"/>
              <a:gd name="T16" fmla="*/ 1 w 25"/>
              <a:gd name="T17" fmla="*/ 1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" h="20">
                <a:moveTo>
                  <a:pt x="1" y="10"/>
                </a:moveTo>
                <a:cubicBezTo>
                  <a:pt x="5" y="18"/>
                  <a:pt x="5" y="18"/>
                  <a:pt x="5" y="18"/>
                </a:cubicBezTo>
                <a:cubicBezTo>
                  <a:pt x="5" y="19"/>
                  <a:pt x="7" y="20"/>
                  <a:pt x="8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4" y="20"/>
                  <a:pt x="25" y="19"/>
                  <a:pt x="25" y="18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7" y="0"/>
                  <a:pt x="16" y="1"/>
                </a:cubicBezTo>
                <a:cubicBezTo>
                  <a:pt x="2" y="7"/>
                  <a:pt x="2" y="7"/>
                  <a:pt x="2" y="7"/>
                </a:cubicBezTo>
                <a:cubicBezTo>
                  <a:pt x="1" y="8"/>
                  <a:pt x="0" y="9"/>
                  <a:pt x="1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0" name="Freeform 106"/>
          <p:cNvSpPr>
            <a:spLocks/>
          </p:cNvSpPr>
          <p:nvPr/>
        </p:nvSpPr>
        <p:spPr bwMode="auto">
          <a:xfrm>
            <a:off x="2350862" y="1704976"/>
            <a:ext cx="195263" cy="215900"/>
          </a:xfrm>
          <a:custGeom>
            <a:avLst/>
            <a:gdLst>
              <a:gd name="T0" fmla="*/ 16 w 46"/>
              <a:gd name="T1" fmla="*/ 35 h 51"/>
              <a:gd name="T2" fmla="*/ 18 w 46"/>
              <a:gd name="T3" fmla="*/ 38 h 51"/>
              <a:gd name="T4" fmla="*/ 11 w 46"/>
              <a:gd name="T5" fmla="*/ 42 h 51"/>
              <a:gd name="T6" fmla="*/ 12 w 46"/>
              <a:gd name="T7" fmla="*/ 44 h 51"/>
              <a:gd name="T8" fmla="*/ 37 w 46"/>
              <a:gd name="T9" fmla="*/ 50 h 51"/>
              <a:gd name="T10" fmla="*/ 39 w 46"/>
              <a:gd name="T11" fmla="*/ 49 h 51"/>
              <a:gd name="T12" fmla="*/ 45 w 46"/>
              <a:gd name="T13" fmla="*/ 24 h 51"/>
              <a:gd name="T14" fmla="*/ 44 w 46"/>
              <a:gd name="T15" fmla="*/ 23 h 51"/>
              <a:gd name="T16" fmla="*/ 37 w 46"/>
              <a:gd name="T17" fmla="*/ 27 h 51"/>
              <a:gd name="T18" fmla="*/ 35 w 46"/>
              <a:gd name="T19" fmla="*/ 24 h 51"/>
              <a:gd name="T20" fmla="*/ 22 w 46"/>
              <a:gd name="T21" fmla="*/ 1 h 51"/>
              <a:gd name="T22" fmla="*/ 21 w 46"/>
              <a:gd name="T23" fmla="*/ 1 h 51"/>
              <a:gd name="T24" fmla="*/ 2 w 46"/>
              <a:gd name="T25" fmla="*/ 6 h 51"/>
              <a:gd name="T26" fmla="*/ 1 w 46"/>
              <a:gd name="T27" fmla="*/ 7 h 51"/>
              <a:gd name="T28" fmla="*/ 16 w 46"/>
              <a:gd name="T29" fmla="*/ 35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6" h="51">
                <a:moveTo>
                  <a:pt x="16" y="35"/>
                </a:moveTo>
                <a:cubicBezTo>
                  <a:pt x="18" y="37"/>
                  <a:pt x="18" y="38"/>
                  <a:pt x="18" y="38"/>
                </a:cubicBezTo>
                <a:cubicBezTo>
                  <a:pt x="18" y="38"/>
                  <a:pt x="13" y="41"/>
                  <a:pt x="11" y="42"/>
                </a:cubicBezTo>
                <a:cubicBezTo>
                  <a:pt x="9" y="43"/>
                  <a:pt x="12" y="44"/>
                  <a:pt x="12" y="44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9" y="51"/>
                  <a:pt x="39" y="49"/>
                </a:cubicBezTo>
                <a:cubicBezTo>
                  <a:pt x="40" y="47"/>
                  <a:pt x="45" y="24"/>
                  <a:pt x="45" y="24"/>
                </a:cubicBezTo>
                <a:cubicBezTo>
                  <a:pt x="45" y="24"/>
                  <a:pt x="46" y="21"/>
                  <a:pt x="44" y="23"/>
                </a:cubicBezTo>
                <a:cubicBezTo>
                  <a:pt x="41" y="24"/>
                  <a:pt x="37" y="27"/>
                  <a:pt x="37" y="27"/>
                </a:cubicBezTo>
                <a:cubicBezTo>
                  <a:pt x="37" y="27"/>
                  <a:pt x="36" y="25"/>
                  <a:pt x="35" y="24"/>
                </a:cubicBezTo>
                <a:cubicBezTo>
                  <a:pt x="32" y="18"/>
                  <a:pt x="25" y="5"/>
                  <a:pt x="22" y="1"/>
                </a:cubicBezTo>
                <a:cubicBezTo>
                  <a:pt x="22" y="1"/>
                  <a:pt x="22" y="0"/>
                  <a:pt x="21" y="1"/>
                </a:cubicBezTo>
                <a:cubicBezTo>
                  <a:pt x="20" y="2"/>
                  <a:pt x="3" y="5"/>
                  <a:pt x="2" y="6"/>
                </a:cubicBezTo>
                <a:cubicBezTo>
                  <a:pt x="0" y="7"/>
                  <a:pt x="1" y="7"/>
                  <a:pt x="1" y="7"/>
                </a:cubicBezTo>
                <a:cubicBezTo>
                  <a:pt x="3" y="12"/>
                  <a:pt x="13" y="29"/>
                  <a:pt x="16" y="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1" name="Freeform 107"/>
          <p:cNvSpPr>
            <a:spLocks/>
          </p:cNvSpPr>
          <p:nvPr/>
        </p:nvSpPr>
        <p:spPr bwMode="auto">
          <a:xfrm>
            <a:off x="2282599" y="1743076"/>
            <a:ext cx="98425" cy="114300"/>
          </a:xfrm>
          <a:custGeom>
            <a:avLst/>
            <a:gdLst>
              <a:gd name="T0" fmla="*/ 22 w 23"/>
              <a:gd name="T1" fmla="*/ 14 h 27"/>
              <a:gd name="T2" fmla="*/ 15 w 23"/>
              <a:gd name="T3" fmla="*/ 1 h 27"/>
              <a:gd name="T4" fmla="*/ 12 w 23"/>
              <a:gd name="T5" fmla="*/ 0 h 27"/>
              <a:gd name="T6" fmla="*/ 2 w 23"/>
              <a:gd name="T7" fmla="*/ 14 h 27"/>
              <a:gd name="T8" fmla="*/ 2 w 23"/>
              <a:gd name="T9" fmla="*/ 17 h 27"/>
              <a:gd name="T10" fmla="*/ 14 w 23"/>
              <a:gd name="T11" fmla="*/ 26 h 27"/>
              <a:gd name="T12" fmla="*/ 17 w 23"/>
              <a:gd name="T13" fmla="*/ 26 h 27"/>
              <a:gd name="T14" fmla="*/ 22 w 23"/>
              <a:gd name="T15" fmla="*/ 18 h 27"/>
              <a:gd name="T16" fmla="*/ 22 w 23"/>
              <a:gd name="T1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7">
                <a:moveTo>
                  <a:pt x="22" y="14"/>
                </a:moveTo>
                <a:cubicBezTo>
                  <a:pt x="15" y="1"/>
                  <a:pt x="15" y="1"/>
                  <a:pt x="15" y="1"/>
                </a:cubicBezTo>
                <a:cubicBezTo>
                  <a:pt x="14" y="0"/>
                  <a:pt x="13" y="0"/>
                  <a:pt x="12" y="0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0" y="16"/>
                  <a:pt x="2" y="17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6" y="27"/>
                  <a:pt x="17" y="26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7"/>
                  <a:pt x="22" y="15"/>
                  <a:pt x="22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2" name="Freeform 108"/>
          <p:cNvSpPr>
            <a:spLocks/>
          </p:cNvSpPr>
          <p:nvPr/>
        </p:nvSpPr>
        <p:spPr bwMode="auto">
          <a:xfrm>
            <a:off x="2155599" y="1862139"/>
            <a:ext cx="182563" cy="241300"/>
          </a:xfrm>
          <a:custGeom>
            <a:avLst/>
            <a:gdLst>
              <a:gd name="T0" fmla="*/ 33 w 43"/>
              <a:gd name="T1" fmla="*/ 2 h 57"/>
              <a:gd name="T2" fmla="*/ 30 w 43"/>
              <a:gd name="T3" fmla="*/ 1 h 57"/>
              <a:gd name="T4" fmla="*/ 6 w 43"/>
              <a:gd name="T5" fmla="*/ 10 h 57"/>
              <a:gd name="T6" fmla="*/ 6 w 43"/>
              <a:gd name="T7" fmla="*/ 12 h 57"/>
              <a:gd name="T8" fmla="*/ 13 w 43"/>
              <a:gd name="T9" fmla="*/ 15 h 57"/>
              <a:gd name="T10" fmla="*/ 11 w 43"/>
              <a:gd name="T11" fmla="*/ 18 h 57"/>
              <a:gd name="T12" fmla="*/ 0 w 43"/>
              <a:gd name="T13" fmla="*/ 42 h 57"/>
              <a:gd name="T14" fmla="*/ 1 w 43"/>
              <a:gd name="T15" fmla="*/ 43 h 57"/>
              <a:gd name="T16" fmla="*/ 16 w 43"/>
              <a:gd name="T17" fmla="*/ 56 h 57"/>
              <a:gd name="T18" fmla="*/ 18 w 43"/>
              <a:gd name="T19" fmla="*/ 56 h 57"/>
              <a:gd name="T20" fmla="*/ 31 w 43"/>
              <a:gd name="T21" fmla="*/ 27 h 57"/>
              <a:gd name="T22" fmla="*/ 33 w 43"/>
              <a:gd name="T23" fmla="*/ 24 h 57"/>
              <a:gd name="T24" fmla="*/ 40 w 43"/>
              <a:gd name="T25" fmla="*/ 28 h 57"/>
              <a:gd name="T26" fmla="*/ 42 w 43"/>
              <a:gd name="T27" fmla="*/ 26 h 57"/>
              <a:gd name="T28" fmla="*/ 33 w 43"/>
              <a:gd name="T29" fmla="*/ 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3" h="57">
                <a:moveTo>
                  <a:pt x="33" y="2"/>
                </a:moveTo>
                <a:cubicBezTo>
                  <a:pt x="33" y="2"/>
                  <a:pt x="32" y="0"/>
                  <a:pt x="30" y="1"/>
                </a:cubicBezTo>
                <a:cubicBezTo>
                  <a:pt x="28" y="1"/>
                  <a:pt x="6" y="10"/>
                  <a:pt x="6" y="10"/>
                </a:cubicBezTo>
                <a:cubicBezTo>
                  <a:pt x="6" y="10"/>
                  <a:pt x="3" y="11"/>
                  <a:pt x="6" y="12"/>
                </a:cubicBezTo>
                <a:cubicBezTo>
                  <a:pt x="9" y="13"/>
                  <a:pt x="13" y="15"/>
                  <a:pt x="13" y="15"/>
                </a:cubicBezTo>
                <a:cubicBezTo>
                  <a:pt x="13" y="15"/>
                  <a:pt x="12" y="16"/>
                  <a:pt x="11" y="18"/>
                </a:cubicBezTo>
                <a:cubicBezTo>
                  <a:pt x="9" y="24"/>
                  <a:pt x="2" y="38"/>
                  <a:pt x="0" y="42"/>
                </a:cubicBezTo>
                <a:cubicBezTo>
                  <a:pt x="0" y="42"/>
                  <a:pt x="0" y="43"/>
                  <a:pt x="1" y="43"/>
                </a:cubicBezTo>
                <a:cubicBezTo>
                  <a:pt x="2" y="44"/>
                  <a:pt x="14" y="56"/>
                  <a:pt x="16" y="56"/>
                </a:cubicBezTo>
                <a:cubicBezTo>
                  <a:pt x="18" y="57"/>
                  <a:pt x="18" y="56"/>
                  <a:pt x="18" y="56"/>
                </a:cubicBezTo>
                <a:cubicBezTo>
                  <a:pt x="20" y="52"/>
                  <a:pt x="29" y="33"/>
                  <a:pt x="31" y="27"/>
                </a:cubicBezTo>
                <a:cubicBezTo>
                  <a:pt x="32" y="25"/>
                  <a:pt x="33" y="24"/>
                  <a:pt x="33" y="24"/>
                </a:cubicBezTo>
                <a:cubicBezTo>
                  <a:pt x="33" y="24"/>
                  <a:pt x="38" y="27"/>
                  <a:pt x="40" y="28"/>
                </a:cubicBezTo>
                <a:cubicBezTo>
                  <a:pt x="43" y="29"/>
                  <a:pt x="42" y="26"/>
                  <a:pt x="42" y="26"/>
                </a:cubicBezTo>
                <a:lnTo>
                  <a:pt x="33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3" name="Freeform 109"/>
          <p:cNvSpPr>
            <a:spLocks/>
          </p:cNvSpPr>
          <p:nvPr/>
        </p:nvSpPr>
        <p:spPr bwMode="auto">
          <a:xfrm>
            <a:off x="2244499" y="2032001"/>
            <a:ext cx="88900" cy="84138"/>
          </a:xfrm>
          <a:custGeom>
            <a:avLst/>
            <a:gdLst>
              <a:gd name="T0" fmla="*/ 19 w 21"/>
              <a:gd name="T1" fmla="*/ 0 h 20"/>
              <a:gd name="T2" fmla="*/ 10 w 21"/>
              <a:gd name="T3" fmla="*/ 0 h 20"/>
              <a:gd name="T4" fmla="*/ 7 w 21"/>
              <a:gd name="T5" fmla="*/ 3 h 20"/>
              <a:gd name="T6" fmla="*/ 0 w 21"/>
              <a:gd name="T7" fmla="*/ 16 h 20"/>
              <a:gd name="T8" fmla="*/ 1 w 21"/>
              <a:gd name="T9" fmla="*/ 18 h 20"/>
              <a:gd name="T10" fmla="*/ 18 w 21"/>
              <a:gd name="T11" fmla="*/ 19 h 20"/>
              <a:gd name="T12" fmla="*/ 20 w 21"/>
              <a:gd name="T13" fmla="*/ 17 h 20"/>
              <a:gd name="T14" fmla="*/ 21 w 21"/>
              <a:gd name="T15" fmla="*/ 2 h 20"/>
              <a:gd name="T16" fmla="*/ 19 w 21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" h="20">
                <a:moveTo>
                  <a:pt x="19" y="0"/>
                </a:moveTo>
                <a:cubicBezTo>
                  <a:pt x="10" y="0"/>
                  <a:pt x="10" y="0"/>
                  <a:pt x="10" y="0"/>
                </a:cubicBezTo>
                <a:cubicBezTo>
                  <a:pt x="9" y="1"/>
                  <a:pt x="7" y="2"/>
                  <a:pt x="7" y="3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7"/>
                  <a:pt x="0" y="18"/>
                  <a:pt x="1" y="18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21" y="20"/>
                  <a:pt x="20" y="17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0" y="0"/>
                  <a:pt x="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4" name="Freeform 110"/>
          <p:cNvSpPr>
            <a:spLocks noEditPoints="1"/>
          </p:cNvSpPr>
          <p:nvPr/>
        </p:nvSpPr>
        <p:spPr bwMode="auto">
          <a:xfrm>
            <a:off x="2977924" y="1692276"/>
            <a:ext cx="420688" cy="454025"/>
          </a:xfrm>
          <a:custGeom>
            <a:avLst/>
            <a:gdLst>
              <a:gd name="T0" fmla="*/ 68 w 99"/>
              <a:gd name="T1" fmla="*/ 66 h 107"/>
              <a:gd name="T2" fmla="*/ 76 w 99"/>
              <a:gd name="T3" fmla="*/ 74 h 107"/>
              <a:gd name="T4" fmla="*/ 55 w 99"/>
              <a:gd name="T5" fmla="*/ 84 h 107"/>
              <a:gd name="T6" fmla="*/ 55 w 99"/>
              <a:gd name="T7" fmla="*/ 46 h 107"/>
              <a:gd name="T8" fmla="*/ 63 w 99"/>
              <a:gd name="T9" fmla="*/ 46 h 107"/>
              <a:gd name="T10" fmla="*/ 63 w 99"/>
              <a:gd name="T11" fmla="*/ 42 h 107"/>
              <a:gd name="T12" fmla="*/ 55 w 99"/>
              <a:gd name="T13" fmla="*/ 42 h 107"/>
              <a:gd name="T14" fmla="*/ 55 w 99"/>
              <a:gd name="T15" fmla="*/ 34 h 107"/>
              <a:gd name="T16" fmla="*/ 68 w 99"/>
              <a:gd name="T17" fmla="*/ 18 h 107"/>
              <a:gd name="T18" fmla="*/ 50 w 99"/>
              <a:gd name="T19" fmla="*/ 0 h 107"/>
              <a:gd name="T20" fmla="*/ 32 w 99"/>
              <a:gd name="T21" fmla="*/ 18 h 107"/>
              <a:gd name="T22" fmla="*/ 44 w 99"/>
              <a:gd name="T23" fmla="*/ 34 h 107"/>
              <a:gd name="T24" fmla="*/ 44 w 99"/>
              <a:gd name="T25" fmla="*/ 42 h 107"/>
              <a:gd name="T26" fmla="*/ 37 w 99"/>
              <a:gd name="T27" fmla="*/ 42 h 107"/>
              <a:gd name="T28" fmla="*/ 37 w 99"/>
              <a:gd name="T29" fmla="*/ 46 h 107"/>
              <a:gd name="T30" fmla="*/ 44 w 99"/>
              <a:gd name="T31" fmla="*/ 46 h 107"/>
              <a:gd name="T32" fmla="*/ 44 w 99"/>
              <a:gd name="T33" fmla="*/ 84 h 107"/>
              <a:gd name="T34" fmla="*/ 23 w 99"/>
              <a:gd name="T35" fmla="*/ 74 h 107"/>
              <a:gd name="T36" fmla="*/ 31 w 99"/>
              <a:gd name="T37" fmla="*/ 66 h 107"/>
              <a:gd name="T38" fmla="*/ 0 w 99"/>
              <a:gd name="T39" fmla="*/ 61 h 107"/>
              <a:gd name="T40" fmla="*/ 5 w 99"/>
              <a:gd name="T41" fmla="*/ 92 h 107"/>
              <a:gd name="T42" fmla="*/ 13 w 99"/>
              <a:gd name="T43" fmla="*/ 84 h 107"/>
              <a:gd name="T44" fmla="*/ 46 w 99"/>
              <a:gd name="T45" fmla="*/ 97 h 107"/>
              <a:gd name="T46" fmla="*/ 48 w 99"/>
              <a:gd name="T47" fmla="*/ 107 h 107"/>
              <a:gd name="T48" fmla="*/ 51 w 99"/>
              <a:gd name="T49" fmla="*/ 107 h 107"/>
              <a:gd name="T50" fmla="*/ 53 w 99"/>
              <a:gd name="T51" fmla="*/ 97 h 107"/>
              <a:gd name="T52" fmla="*/ 86 w 99"/>
              <a:gd name="T53" fmla="*/ 83 h 107"/>
              <a:gd name="T54" fmla="*/ 95 w 99"/>
              <a:gd name="T55" fmla="*/ 92 h 107"/>
              <a:gd name="T56" fmla="*/ 99 w 99"/>
              <a:gd name="T57" fmla="*/ 61 h 107"/>
              <a:gd name="T58" fmla="*/ 68 w 99"/>
              <a:gd name="T59" fmla="*/ 66 h 107"/>
              <a:gd name="T60" fmla="*/ 40 w 99"/>
              <a:gd name="T61" fmla="*/ 18 h 107"/>
              <a:gd name="T62" fmla="*/ 50 w 99"/>
              <a:gd name="T63" fmla="*/ 9 h 107"/>
              <a:gd name="T64" fmla="*/ 59 w 99"/>
              <a:gd name="T65" fmla="*/ 18 h 107"/>
              <a:gd name="T66" fmla="*/ 50 w 99"/>
              <a:gd name="T67" fmla="*/ 26 h 107"/>
              <a:gd name="T68" fmla="*/ 40 w 99"/>
              <a:gd name="T69" fmla="*/ 18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9" h="107">
                <a:moveTo>
                  <a:pt x="68" y="66"/>
                </a:moveTo>
                <a:cubicBezTo>
                  <a:pt x="76" y="74"/>
                  <a:pt x="76" y="74"/>
                  <a:pt x="76" y="74"/>
                </a:cubicBezTo>
                <a:cubicBezTo>
                  <a:pt x="70" y="78"/>
                  <a:pt x="64" y="84"/>
                  <a:pt x="55" y="84"/>
                </a:cubicBezTo>
                <a:cubicBezTo>
                  <a:pt x="56" y="84"/>
                  <a:pt x="56" y="61"/>
                  <a:pt x="55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42"/>
                  <a:pt x="63" y="42"/>
                  <a:pt x="63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39"/>
                  <a:pt x="55" y="36"/>
                  <a:pt x="55" y="34"/>
                </a:cubicBezTo>
                <a:cubicBezTo>
                  <a:pt x="62" y="32"/>
                  <a:pt x="68" y="25"/>
                  <a:pt x="68" y="18"/>
                </a:cubicBezTo>
                <a:cubicBezTo>
                  <a:pt x="68" y="8"/>
                  <a:pt x="60" y="0"/>
                  <a:pt x="50" y="0"/>
                </a:cubicBezTo>
                <a:cubicBezTo>
                  <a:pt x="40" y="0"/>
                  <a:pt x="32" y="8"/>
                  <a:pt x="32" y="18"/>
                </a:cubicBezTo>
                <a:cubicBezTo>
                  <a:pt x="32" y="25"/>
                  <a:pt x="37" y="32"/>
                  <a:pt x="44" y="34"/>
                </a:cubicBezTo>
                <a:cubicBezTo>
                  <a:pt x="44" y="42"/>
                  <a:pt x="44" y="42"/>
                  <a:pt x="44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6"/>
                  <a:pt x="37" y="46"/>
                  <a:pt x="37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4" y="84"/>
                  <a:pt x="44" y="84"/>
                  <a:pt x="44" y="84"/>
                </a:cubicBezTo>
                <a:cubicBezTo>
                  <a:pt x="34" y="84"/>
                  <a:pt x="29" y="79"/>
                  <a:pt x="23" y="74"/>
                </a:cubicBezTo>
                <a:cubicBezTo>
                  <a:pt x="31" y="66"/>
                  <a:pt x="31" y="66"/>
                  <a:pt x="31" y="66"/>
                </a:cubicBezTo>
                <a:cubicBezTo>
                  <a:pt x="0" y="61"/>
                  <a:pt x="0" y="61"/>
                  <a:pt x="0" y="61"/>
                </a:cubicBezTo>
                <a:cubicBezTo>
                  <a:pt x="5" y="92"/>
                  <a:pt x="5" y="92"/>
                  <a:pt x="5" y="92"/>
                </a:cubicBezTo>
                <a:cubicBezTo>
                  <a:pt x="13" y="84"/>
                  <a:pt x="13" y="84"/>
                  <a:pt x="13" y="84"/>
                </a:cubicBezTo>
                <a:cubicBezTo>
                  <a:pt x="20" y="89"/>
                  <a:pt x="29" y="97"/>
                  <a:pt x="46" y="97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3" y="97"/>
                  <a:pt x="53" y="97"/>
                  <a:pt x="53" y="97"/>
                </a:cubicBezTo>
                <a:cubicBezTo>
                  <a:pt x="70" y="96"/>
                  <a:pt x="79" y="89"/>
                  <a:pt x="86" y="83"/>
                </a:cubicBezTo>
                <a:cubicBezTo>
                  <a:pt x="95" y="92"/>
                  <a:pt x="95" y="92"/>
                  <a:pt x="95" y="92"/>
                </a:cubicBezTo>
                <a:cubicBezTo>
                  <a:pt x="99" y="61"/>
                  <a:pt x="99" y="61"/>
                  <a:pt x="99" y="61"/>
                </a:cubicBezTo>
                <a:lnTo>
                  <a:pt x="68" y="66"/>
                </a:lnTo>
                <a:close/>
                <a:moveTo>
                  <a:pt x="40" y="18"/>
                </a:moveTo>
                <a:cubicBezTo>
                  <a:pt x="40" y="13"/>
                  <a:pt x="45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2"/>
                  <a:pt x="55" y="26"/>
                  <a:pt x="50" y="26"/>
                </a:cubicBezTo>
                <a:cubicBezTo>
                  <a:pt x="45" y="26"/>
                  <a:pt x="40" y="22"/>
                  <a:pt x="40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5" name="Freeform 111"/>
          <p:cNvSpPr>
            <a:spLocks noEditPoints="1"/>
          </p:cNvSpPr>
          <p:nvPr/>
        </p:nvSpPr>
        <p:spPr bwMode="auto">
          <a:xfrm>
            <a:off x="3716112" y="1682751"/>
            <a:ext cx="538163" cy="534988"/>
          </a:xfrm>
          <a:custGeom>
            <a:avLst/>
            <a:gdLst>
              <a:gd name="T0" fmla="*/ 114 w 127"/>
              <a:gd name="T1" fmla="*/ 59 h 126"/>
              <a:gd name="T2" fmla="*/ 105 w 127"/>
              <a:gd name="T3" fmla="*/ 61 h 126"/>
              <a:gd name="T4" fmla="*/ 98 w 127"/>
              <a:gd name="T5" fmla="*/ 31 h 126"/>
              <a:gd name="T6" fmla="*/ 108 w 127"/>
              <a:gd name="T7" fmla="*/ 23 h 126"/>
              <a:gd name="T8" fmla="*/ 103 w 127"/>
              <a:gd name="T9" fmla="*/ 18 h 126"/>
              <a:gd name="T10" fmla="*/ 95 w 127"/>
              <a:gd name="T11" fmla="*/ 28 h 126"/>
              <a:gd name="T12" fmla="*/ 65 w 127"/>
              <a:gd name="T13" fmla="*/ 21 h 126"/>
              <a:gd name="T14" fmla="*/ 67 w 127"/>
              <a:gd name="T15" fmla="*/ 12 h 126"/>
              <a:gd name="T16" fmla="*/ 63 w 127"/>
              <a:gd name="T17" fmla="*/ 0 h 126"/>
              <a:gd name="T18" fmla="*/ 59 w 127"/>
              <a:gd name="T19" fmla="*/ 12 h 126"/>
              <a:gd name="T20" fmla="*/ 61 w 127"/>
              <a:gd name="T21" fmla="*/ 21 h 126"/>
              <a:gd name="T22" fmla="*/ 31 w 127"/>
              <a:gd name="T23" fmla="*/ 28 h 126"/>
              <a:gd name="T24" fmla="*/ 24 w 127"/>
              <a:gd name="T25" fmla="*/ 18 h 126"/>
              <a:gd name="T26" fmla="*/ 19 w 127"/>
              <a:gd name="T27" fmla="*/ 23 h 126"/>
              <a:gd name="T28" fmla="*/ 28 w 127"/>
              <a:gd name="T29" fmla="*/ 31 h 126"/>
              <a:gd name="T30" fmla="*/ 22 w 127"/>
              <a:gd name="T31" fmla="*/ 61 h 126"/>
              <a:gd name="T32" fmla="*/ 13 w 127"/>
              <a:gd name="T33" fmla="*/ 59 h 126"/>
              <a:gd name="T34" fmla="*/ 0 w 127"/>
              <a:gd name="T35" fmla="*/ 63 h 126"/>
              <a:gd name="T36" fmla="*/ 13 w 127"/>
              <a:gd name="T37" fmla="*/ 67 h 126"/>
              <a:gd name="T38" fmla="*/ 22 w 127"/>
              <a:gd name="T39" fmla="*/ 65 h 126"/>
              <a:gd name="T40" fmla="*/ 28 w 127"/>
              <a:gd name="T41" fmla="*/ 95 h 126"/>
              <a:gd name="T42" fmla="*/ 18 w 127"/>
              <a:gd name="T43" fmla="*/ 102 h 126"/>
              <a:gd name="T44" fmla="*/ 24 w 127"/>
              <a:gd name="T45" fmla="*/ 108 h 126"/>
              <a:gd name="T46" fmla="*/ 31 w 127"/>
              <a:gd name="T47" fmla="*/ 98 h 126"/>
              <a:gd name="T48" fmla="*/ 61 w 127"/>
              <a:gd name="T49" fmla="*/ 105 h 126"/>
              <a:gd name="T50" fmla="*/ 59 w 127"/>
              <a:gd name="T51" fmla="*/ 113 h 126"/>
              <a:gd name="T52" fmla="*/ 63 w 127"/>
              <a:gd name="T53" fmla="*/ 126 h 126"/>
              <a:gd name="T54" fmla="*/ 67 w 127"/>
              <a:gd name="T55" fmla="*/ 113 h 126"/>
              <a:gd name="T56" fmla="*/ 65 w 127"/>
              <a:gd name="T57" fmla="*/ 105 h 126"/>
              <a:gd name="T58" fmla="*/ 95 w 127"/>
              <a:gd name="T59" fmla="*/ 98 h 126"/>
              <a:gd name="T60" fmla="*/ 103 w 127"/>
              <a:gd name="T61" fmla="*/ 108 h 126"/>
              <a:gd name="T62" fmla="*/ 108 w 127"/>
              <a:gd name="T63" fmla="*/ 102 h 126"/>
              <a:gd name="T64" fmla="*/ 99 w 127"/>
              <a:gd name="T65" fmla="*/ 95 h 126"/>
              <a:gd name="T66" fmla="*/ 105 w 127"/>
              <a:gd name="T67" fmla="*/ 65 h 126"/>
              <a:gd name="T68" fmla="*/ 114 w 127"/>
              <a:gd name="T69" fmla="*/ 67 h 126"/>
              <a:gd name="T70" fmla="*/ 127 w 127"/>
              <a:gd name="T71" fmla="*/ 63 h 126"/>
              <a:gd name="T72" fmla="*/ 99 w 127"/>
              <a:gd name="T73" fmla="*/ 61 h 126"/>
              <a:gd name="T74" fmla="*/ 90 w 127"/>
              <a:gd name="T75" fmla="*/ 39 h 126"/>
              <a:gd name="T76" fmla="*/ 87 w 127"/>
              <a:gd name="T77" fmla="*/ 36 h 126"/>
              <a:gd name="T78" fmla="*/ 65 w 127"/>
              <a:gd name="T79" fmla="*/ 27 h 126"/>
              <a:gd name="T80" fmla="*/ 61 w 127"/>
              <a:gd name="T81" fmla="*/ 27 h 126"/>
              <a:gd name="T82" fmla="*/ 40 w 127"/>
              <a:gd name="T83" fmla="*/ 36 h 126"/>
              <a:gd name="T84" fmla="*/ 36 w 127"/>
              <a:gd name="T85" fmla="*/ 39 h 126"/>
              <a:gd name="T86" fmla="*/ 28 w 127"/>
              <a:gd name="T87" fmla="*/ 61 h 126"/>
              <a:gd name="T88" fmla="*/ 28 w 127"/>
              <a:gd name="T89" fmla="*/ 65 h 126"/>
              <a:gd name="T90" fmla="*/ 36 w 127"/>
              <a:gd name="T91" fmla="*/ 86 h 126"/>
              <a:gd name="T92" fmla="*/ 40 w 127"/>
              <a:gd name="T93" fmla="*/ 90 h 126"/>
              <a:gd name="T94" fmla="*/ 61 w 127"/>
              <a:gd name="T95" fmla="*/ 99 h 126"/>
              <a:gd name="T96" fmla="*/ 65 w 127"/>
              <a:gd name="T97" fmla="*/ 99 h 126"/>
              <a:gd name="T98" fmla="*/ 87 w 127"/>
              <a:gd name="T99" fmla="*/ 90 h 126"/>
              <a:gd name="T100" fmla="*/ 90 w 127"/>
              <a:gd name="T101" fmla="*/ 86 h 126"/>
              <a:gd name="T102" fmla="*/ 99 w 127"/>
              <a:gd name="T103" fmla="*/ 65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7" h="126">
                <a:moveTo>
                  <a:pt x="123" y="59"/>
                </a:moveTo>
                <a:cubicBezTo>
                  <a:pt x="114" y="59"/>
                  <a:pt x="114" y="59"/>
                  <a:pt x="114" y="59"/>
                </a:cubicBezTo>
                <a:cubicBezTo>
                  <a:pt x="113" y="59"/>
                  <a:pt x="111" y="60"/>
                  <a:pt x="111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4" y="51"/>
                  <a:pt x="100" y="42"/>
                  <a:pt x="94" y="35"/>
                </a:cubicBezTo>
                <a:cubicBezTo>
                  <a:pt x="98" y="31"/>
                  <a:pt x="98" y="31"/>
                  <a:pt x="98" y="31"/>
                </a:cubicBezTo>
                <a:cubicBezTo>
                  <a:pt x="100" y="31"/>
                  <a:pt x="101" y="31"/>
                  <a:pt x="102" y="30"/>
                </a:cubicBezTo>
                <a:cubicBezTo>
                  <a:pt x="108" y="23"/>
                  <a:pt x="108" y="23"/>
                  <a:pt x="108" y="23"/>
                </a:cubicBezTo>
                <a:cubicBezTo>
                  <a:pt x="110" y="22"/>
                  <a:pt x="110" y="19"/>
                  <a:pt x="108" y="18"/>
                </a:cubicBezTo>
                <a:cubicBezTo>
                  <a:pt x="107" y="16"/>
                  <a:pt x="104" y="16"/>
                  <a:pt x="103" y="18"/>
                </a:cubicBezTo>
                <a:cubicBezTo>
                  <a:pt x="96" y="24"/>
                  <a:pt x="96" y="24"/>
                  <a:pt x="96" y="24"/>
                </a:cubicBezTo>
                <a:cubicBezTo>
                  <a:pt x="95" y="25"/>
                  <a:pt x="95" y="26"/>
                  <a:pt x="95" y="28"/>
                </a:cubicBezTo>
                <a:cubicBezTo>
                  <a:pt x="91" y="32"/>
                  <a:pt x="91" y="32"/>
                  <a:pt x="91" y="32"/>
                </a:cubicBezTo>
                <a:cubicBezTo>
                  <a:pt x="84" y="26"/>
                  <a:pt x="75" y="22"/>
                  <a:pt x="65" y="21"/>
                </a:cubicBezTo>
                <a:cubicBezTo>
                  <a:pt x="65" y="15"/>
                  <a:pt x="65" y="15"/>
                  <a:pt x="65" y="15"/>
                </a:cubicBezTo>
                <a:cubicBezTo>
                  <a:pt x="66" y="15"/>
                  <a:pt x="67" y="14"/>
                  <a:pt x="67" y="12"/>
                </a:cubicBezTo>
                <a:cubicBezTo>
                  <a:pt x="67" y="3"/>
                  <a:pt x="67" y="3"/>
                  <a:pt x="67" y="3"/>
                </a:cubicBezTo>
                <a:cubicBezTo>
                  <a:pt x="67" y="1"/>
                  <a:pt x="65" y="0"/>
                  <a:pt x="63" y="0"/>
                </a:cubicBezTo>
                <a:cubicBezTo>
                  <a:pt x="61" y="0"/>
                  <a:pt x="59" y="1"/>
                  <a:pt x="59" y="3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14"/>
                  <a:pt x="60" y="15"/>
                  <a:pt x="61" y="15"/>
                </a:cubicBezTo>
                <a:cubicBezTo>
                  <a:pt x="61" y="21"/>
                  <a:pt x="61" y="21"/>
                  <a:pt x="61" y="21"/>
                </a:cubicBezTo>
                <a:cubicBezTo>
                  <a:pt x="51" y="22"/>
                  <a:pt x="42" y="26"/>
                  <a:pt x="35" y="32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7"/>
                  <a:pt x="31" y="25"/>
                  <a:pt x="30" y="25"/>
                </a:cubicBezTo>
                <a:cubicBezTo>
                  <a:pt x="24" y="18"/>
                  <a:pt x="24" y="18"/>
                  <a:pt x="24" y="18"/>
                </a:cubicBezTo>
                <a:cubicBezTo>
                  <a:pt x="22" y="17"/>
                  <a:pt x="20" y="17"/>
                  <a:pt x="19" y="18"/>
                </a:cubicBezTo>
                <a:cubicBezTo>
                  <a:pt x="17" y="20"/>
                  <a:pt x="17" y="22"/>
                  <a:pt x="19" y="23"/>
                </a:cubicBezTo>
                <a:cubicBezTo>
                  <a:pt x="25" y="30"/>
                  <a:pt x="25" y="30"/>
                  <a:pt x="25" y="30"/>
                </a:cubicBezTo>
                <a:cubicBezTo>
                  <a:pt x="26" y="31"/>
                  <a:pt x="27" y="31"/>
                  <a:pt x="28" y="31"/>
                </a:cubicBezTo>
                <a:cubicBezTo>
                  <a:pt x="32" y="35"/>
                  <a:pt x="32" y="35"/>
                  <a:pt x="32" y="35"/>
                </a:cubicBezTo>
                <a:cubicBezTo>
                  <a:pt x="26" y="42"/>
                  <a:pt x="22" y="51"/>
                  <a:pt x="22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15" y="60"/>
                  <a:pt x="14" y="59"/>
                  <a:pt x="13" y="59"/>
                </a:cubicBezTo>
                <a:cubicBezTo>
                  <a:pt x="4" y="59"/>
                  <a:pt x="4" y="59"/>
                  <a:pt x="4" y="59"/>
                </a:cubicBezTo>
                <a:cubicBezTo>
                  <a:pt x="2" y="59"/>
                  <a:pt x="0" y="61"/>
                  <a:pt x="0" y="63"/>
                </a:cubicBezTo>
                <a:cubicBezTo>
                  <a:pt x="0" y="65"/>
                  <a:pt x="2" y="67"/>
                  <a:pt x="4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4" y="67"/>
                  <a:pt x="15" y="66"/>
                  <a:pt x="16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75"/>
                  <a:pt x="26" y="84"/>
                  <a:pt x="32" y="91"/>
                </a:cubicBezTo>
                <a:cubicBezTo>
                  <a:pt x="28" y="95"/>
                  <a:pt x="28" y="95"/>
                  <a:pt x="28" y="95"/>
                </a:cubicBezTo>
                <a:cubicBezTo>
                  <a:pt x="27" y="95"/>
                  <a:pt x="26" y="95"/>
                  <a:pt x="25" y="96"/>
                </a:cubicBezTo>
                <a:cubicBezTo>
                  <a:pt x="18" y="102"/>
                  <a:pt x="18" y="102"/>
                  <a:pt x="18" y="102"/>
                </a:cubicBezTo>
                <a:cubicBezTo>
                  <a:pt x="17" y="104"/>
                  <a:pt x="17" y="106"/>
                  <a:pt x="18" y="108"/>
                </a:cubicBezTo>
                <a:cubicBezTo>
                  <a:pt x="20" y="109"/>
                  <a:pt x="22" y="109"/>
                  <a:pt x="24" y="108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31" y="100"/>
                  <a:pt x="31" y="99"/>
                  <a:pt x="31" y="98"/>
                </a:cubicBezTo>
                <a:cubicBezTo>
                  <a:pt x="35" y="94"/>
                  <a:pt x="35" y="94"/>
                  <a:pt x="35" y="94"/>
                </a:cubicBezTo>
                <a:cubicBezTo>
                  <a:pt x="42" y="100"/>
                  <a:pt x="51" y="104"/>
                  <a:pt x="61" y="105"/>
                </a:cubicBezTo>
                <a:cubicBezTo>
                  <a:pt x="61" y="110"/>
                  <a:pt x="61" y="110"/>
                  <a:pt x="61" y="110"/>
                </a:cubicBezTo>
                <a:cubicBezTo>
                  <a:pt x="60" y="111"/>
                  <a:pt x="59" y="112"/>
                  <a:pt x="59" y="113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5"/>
                  <a:pt x="61" y="126"/>
                  <a:pt x="63" y="126"/>
                </a:cubicBezTo>
                <a:cubicBezTo>
                  <a:pt x="65" y="126"/>
                  <a:pt x="67" y="125"/>
                  <a:pt x="67" y="123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112"/>
                  <a:pt x="66" y="111"/>
                  <a:pt x="65" y="110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75" y="104"/>
                  <a:pt x="84" y="100"/>
                  <a:pt x="91" y="94"/>
                </a:cubicBezTo>
                <a:cubicBezTo>
                  <a:pt x="95" y="98"/>
                  <a:pt x="95" y="98"/>
                  <a:pt x="95" y="98"/>
                </a:cubicBezTo>
                <a:cubicBezTo>
                  <a:pt x="95" y="99"/>
                  <a:pt x="96" y="100"/>
                  <a:pt x="96" y="101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4" y="109"/>
                  <a:pt x="107" y="109"/>
                  <a:pt x="108" y="108"/>
                </a:cubicBezTo>
                <a:cubicBezTo>
                  <a:pt x="110" y="106"/>
                  <a:pt x="110" y="104"/>
                  <a:pt x="108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5"/>
                  <a:pt x="100" y="95"/>
                  <a:pt x="99" y="95"/>
                </a:cubicBezTo>
                <a:cubicBezTo>
                  <a:pt x="94" y="91"/>
                  <a:pt x="94" y="91"/>
                  <a:pt x="94" y="91"/>
                </a:cubicBezTo>
                <a:cubicBezTo>
                  <a:pt x="100" y="84"/>
                  <a:pt x="104" y="75"/>
                  <a:pt x="105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2" y="66"/>
                  <a:pt x="113" y="67"/>
                  <a:pt x="114" y="67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5" y="67"/>
                  <a:pt x="127" y="65"/>
                  <a:pt x="127" y="63"/>
                </a:cubicBezTo>
                <a:cubicBezTo>
                  <a:pt x="127" y="61"/>
                  <a:pt x="125" y="59"/>
                  <a:pt x="123" y="59"/>
                </a:cubicBezTo>
                <a:close/>
                <a:moveTo>
                  <a:pt x="99" y="61"/>
                </a:moveTo>
                <a:cubicBezTo>
                  <a:pt x="69" y="61"/>
                  <a:pt x="69" y="61"/>
                  <a:pt x="69" y="61"/>
                </a:cubicBezTo>
                <a:cubicBezTo>
                  <a:pt x="90" y="39"/>
                  <a:pt x="90" y="39"/>
                  <a:pt x="90" y="39"/>
                </a:cubicBezTo>
                <a:cubicBezTo>
                  <a:pt x="95" y="45"/>
                  <a:pt x="98" y="52"/>
                  <a:pt x="99" y="61"/>
                </a:cubicBezTo>
                <a:close/>
                <a:moveTo>
                  <a:pt x="87" y="36"/>
                </a:moveTo>
                <a:cubicBezTo>
                  <a:pt x="65" y="57"/>
                  <a:pt x="65" y="57"/>
                  <a:pt x="65" y="57"/>
                </a:cubicBezTo>
                <a:cubicBezTo>
                  <a:pt x="65" y="27"/>
                  <a:pt x="65" y="27"/>
                  <a:pt x="65" y="27"/>
                </a:cubicBezTo>
                <a:cubicBezTo>
                  <a:pt x="74" y="28"/>
                  <a:pt x="81" y="31"/>
                  <a:pt x="87" y="36"/>
                </a:cubicBezTo>
                <a:close/>
                <a:moveTo>
                  <a:pt x="61" y="27"/>
                </a:moveTo>
                <a:cubicBezTo>
                  <a:pt x="61" y="57"/>
                  <a:pt x="61" y="57"/>
                  <a:pt x="61" y="57"/>
                </a:cubicBezTo>
                <a:cubicBezTo>
                  <a:pt x="40" y="36"/>
                  <a:pt x="40" y="36"/>
                  <a:pt x="40" y="36"/>
                </a:cubicBezTo>
                <a:cubicBezTo>
                  <a:pt x="45" y="31"/>
                  <a:pt x="53" y="28"/>
                  <a:pt x="61" y="27"/>
                </a:cubicBezTo>
                <a:close/>
                <a:moveTo>
                  <a:pt x="36" y="39"/>
                </a:moveTo>
                <a:cubicBezTo>
                  <a:pt x="58" y="61"/>
                  <a:pt x="58" y="61"/>
                  <a:pt x="58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2"/>
                  <a:pt x="31" y="45"/>
                  <a:pt x="36" y="39"/>
                </a:cubicBezTo>
                <a:close/>
                <a:moveTo>
                  <a:pt x="28" y="65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86"/>
                  <a:pt x="36" y="86"/>
                  <a:pt x="36" y="86"/>
                </a:cubicBezTo>
                <a:cubicBezTo>
                  <a:pt x="31" y="81"/>
                  <a:pt x="28" y="73"/>
                  <a:pt x="28" y="65"/>
                </a:cubicBezTo>
                <a:close/>
                <a:moveTo>
                  <a:pt x="40" y="90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99"/>
                  <a:pt x="61" y="99"/>
                  <a:pt x="61" y="99"/>
                </a:cubicBezTo>
                <a:cubicBezTo>
                  <a:pt x="53" y="98"/>
                  <a:pt x="45" y="95"/>
                  <a:pt x="40" y="90"/>
                </a:cubicBezTo>
                <a:close/>
                <a:moveTo>
                  <a:pt x="65" y="99"/>
                </a:moveTo>
                <a:cubicBezTo>
                  <a:pt x="65" y="68"/>
                  <a:pt x="65" y="68"/>
                  <a:pt x="65" y="68"/>
                </a:cubicBezTo>
                <a:cubicBezTo>
                  <a:pt x="87" y="90"/>
                  <a:pt x="87" y="90"/>
                  <a:pt x="87" y="90"/>
                </a:cubicBezTo>
                <a:cubicBezTo>
                  <a:pt x="81" y="95"/>
                  <a:pt x="74" y="98"/>
                  <a:pt x="65" y="99"/>
                </a:cubicBezTo>
                <a:close/>
                <a:moveTo>
                  <a:pt x="90" y="86"/>
                </a:moveTo>
                <a:cubicBezTo>
                  <a:pt x="69" y="65"/>
                  <a:pt x="69" y="65"/>
                  <a:pt x="69" y="65"/>
                </a:cubicBezTo>
                <a:cubicBezTo>
                  <a:pt x="99" y="65"/>
                  <a:pt x="99" y="65"/>
                  <a:pt x="99" y="65"/>
                </a:cubicBezTo>
                <a:cubicBezTo>
                  <a:pt x="98" y="73"/>
                  <a:pt x="95" y="81"/>
                  <a:pt x="90" y="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6" name="Rectangle 112"/>
          <p:cNvSpPr>
            <a:spLocks noChangeArrowheads="1"/>
          </p:cNvSpPr>
          <p:nvPr/>
        </p:nvSpPr>
        <p:spPr bwMode="auto">
          <a:xfrm>
            <a:off x="4857524" y="1984376"/>
            <a:ext cx="7938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7" name="Rectangle 113"/>
          <p:cNvSpPr>
            <a:spLocks noChangeArrowheads="1"/>
          </p:cNvSpPr>
          <p:nvPr/>
        </p:nvSpPr>
        <p:spPr bwMode="auto">
          <a:xfrm>
            <a:off x="4870224" y="1984376"/>
            <a:ext cx="3175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8" name="Freeform 114"/>
          <p:cNvSpPr>
            <a:spLocks/>
          </p:cNvSpPr>
          <p:nvPr/>
        </p:nvSpPr>
        <p:spPr bwMode="auto">
          <a:xfrm>
            <a:off x="4860699" y="1951039"/>
            <a:ext cx="9525" cy="12700"/>
          </a:xfrm>
          <a:custGeom>
            <a:avLst/>
            <a:gdLst>
              <a:gd name="T0" fmla="*/ 1 w 2"/>
              <a:gd name="T1" fmla="*/ 3 h 3"/>
              <a:gd name="T2" fmla="*/ 2 w 2"/>
              <a:gd name="T3" fmla="*/ 3 h 3"/>
              <a:gd name="T4" fmla="*/ 2 w 2"/>
              <a:gd name="T5" fmla="*/ 0 h 3"/>
              <a:gd name="T6" fmla="*/ 1 w 2"/>
              <a:gd name="T7" fmla="*/ 1 h 3"/>
              <a:gd name="T8" fmla="*/ 1 w 2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2" y="3"/>
                  <a:pt x="2" y="3"/>
                  <a:pt x="2" y="3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1" y="1"/>
                  <a:pt x="1" y="1"/>
                </a:cubicBezTo>
                <a:cubicBezTo>
                  <a:pt x="0" y="2"/>
                  <a:pt x="0" y="3"/>
                  <a:pt x="1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9" name="Rectangle 115"/>
          <p:cNvSpPr>
            <a:spLocks noChangeArrowheads="1"/>
          </p:cNvSpPr>
          <p:nvPr/>
        </p:nvSpPr>
        <p:spPr bwMode="auto">
          <a:xfrm>
            <a:off x="4847999" y="1984376"/>
            <a:ext cx="47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0" name="Freeform 116"/>
          <p:cNvSpPr>
            <a:spLocks/>
          </p:cNvSpPr>
          <p:nvPr/>
        </p:nvSpPr>
        <p:spPr bwMode="auto">
          <a:xfrm>
            <a:off x="4832124" y="1916114"/>
            <a:ext cx="28575" cy="30163"/>
          </a:xfrm>
          <a:custGeom>
            <a:avLst/>
            <a:gdLst>
              <a:gd name="T0" fmla="*/ 7 w 7"/>
              <a:gd name="T1" fmla="*/ 5 h 7"/>
              <a:gd name="T2" fmla="*/ 1 w 7"/>
              <a:gd name="T3" fmla="*/ 0 h 7"/>
              <a:gd name="T4" fmla="*/ 0 w 7"/>
              <a:gd name="T5" fmla="*/ 3 h 7"/>
              <a:gd name="T6" fmla="*/ 0 w 7"/>
              <a:gd name="T7" fmla="*/ 4 h 7"/>
              <a:gd name="T8" fmla="*/ 1 w 7"/>
              <a:gd name="T9" fmla="*/ 5 h 7"/>
              <a:gd name="T10" fmla="*/ 4 w 7"/>
              <a:gd name="T11" fmla="*/ 6 h 7"/>
              <a:gd name="T12" fmla="*/ 7 w 7"/>
              <a:gd name="T13" fmla="*/ 6 h 7"/>
              <a:gd name="T14" fmla="*/ 7 w 7"/>
              <a:gd name="T15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" h="7">
                <a:moveTo>
                  <a:pt x="7" y="5"/>
                </a:moveTo>
                <a:cubicBezTo>
                  <a:pt x="4" y="4"/>
                  <a:pt x="2" y="3"/>
                  <a:pt x="1" y="0"/>
                </a:cubicBezTo>
                <a:cubicBezTo>
                  <a:pt x="1" y="1"/>
                  <a:pt x="1" y="2"/>
                  <a:pt x="0" y="3"/>
                </a:cubicBezTo>
                <a:cubicBezTo>
                  <a:pt x="0" y="3"/>
                  <a:pt x="0" y="4"/>
                  <a:pt x="0" y="4"/>
                </a:cubicBezTo>
                <a:cubicBezTo>
                  <a:pt x="0" y="5"/>
                  <a:pt x="1" y="5"/>
                  <a:pt x="1" y="5"/>
                </a:cubicBezTo>
                <a:cubicBezTo>
                  <a:pt x="2" y="6"/>
                  <a:pt x="3" y="6"/>
                  <a:pt x="4" y="6"/>
                </a:cubicBezTo>
                <a:cubicBezTo>
                  <a:pt x="5" y="7"/>
                  <a:pt x="6" y="6"/>
                  <a:pt x="7" y="6"/>
                </a:cubicBezTo>
                <a:lnTo>
                  <a:pt x="7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1" name="Rectangle 117"/>
          <p:cNvSpPr>
            <a:spLocks noChangeArrowheads="1"/>
          </p:cNvSpPr>
          <p:nvPr/>
        </p:nvSpPr>
        <p:spPr bwMode="auto">
          <a:xfrm>
            <a:off x="4890862" y="1984376"/>
            <a:ext cx="47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2" name="Freeform 118"/>
          <p:cNvSpPr>
            <a:spLocks/>
          </p:cNvSpPr>
          <p:nvPr/>
        </p:nvSpPr>
        <p:spPr bwMode="auto">
          <a:xfrm>
            <a:off x="4873399" y="1951039"/>
            <a:ext cx="4763" cy="12700"/>
          </a:xfrm>
          <a:custGeom>
            <a:avLst/>
            <a:gdLst>
              <a:gd name="T0" fmla="*/ 1 w 1"/>
              <a:gd name="T1" fmla="*/ 2 h 3"/>
              <a:gd name="T2" fmla="*/ 1 w 1"/>
              <a:gd name="T3" fmla="*/ 1 h 3"/>
              <a:gd name="T4" fmla="*/ 0 w 1"/>
              <a:gd name="T5" fmla="*/ 0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3 h 3"/>
              <a:gd name="T12" fmla="*/ 1 w 1"/>
              <a:gd name="T13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" h="3">
                <a:moveTo>
                  <a:pt x="1" y="2"/>
                </a:moveTo>
                <a:cubicBezTo>
                  <a:pt x="1" y="2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lnTo>
                  <a:pt x="1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3" name="Freeform 119"/>
          <p:cNvSpPr>
            <a:spLocks/>
          </p:cNvSpPr>
          <p:nvPr/>
        </p:nvSpPr>
        <p:spPr bwMode="auto">
          <a:xfrm>
            <a:off x="4882924" y="1916114"/>
            <a:ext cx="25400" cy="30163"/>
          </a:xfrm>
          <a:custGeom>
            <a:avLst/>
            <a:gdLst>
              <a:gd name="T0" fmla="*/ 6 w 6"/>
              <a:gd name="T1" fmla="*/ 0 h 7"/>
              <a:gd name="T2" fmla="*/ 0 w 6"/>
              <a:gd name="T3" fmla="*/ 4 h 7"/>
              <a:gd name="T4" fmla="*/ 0 w 6"/>
              <a:gd name="T5" fmla="*/ 6 h 7"/>
              <a:gd name="T6" fmla="*/ 3 w 6"/>
              <a:gd name="T7" fmla="*/ 6 h 7"/>
              <a:gd name="T8" fmla="*/ 6 w 6"/>
              <a:gd name="T9" fmla="*/ 5 h 7"/>
              <a:gd name="T10" fmla="*/ 6 w 6"/>
              <a:gd name="T11" fmla="*/ 4 h 7"/>
              <a:gd name="T12" fmla="*/ 6 w 6"/>
              <a:gd name="T13" fmla="*/ 3 h 7"/>
              <a:gd name="T14" fmla="*/ 6 w 6"/>
              <a:gd name="T1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7">
                <a:moveTo>
                  <a:pt x="6" y="0"/>
                </a:moveTo>
                <a:cubicBezTo>
                  <a:pt x="4" y="3"/>
                  <a:pt x="2" y="4"/>
                  <a:pt x="0" y="4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2" y="7"/>
                  <a:pt x="3" y="6"/>
                </a:cubicBezTo>
                <a:cubicBezTo>
                  <a:pt x="4" y="6"/>
                  <a:pt x="5" y="6"/>
                  <a:pt x="6" y="5"/>
                </a:cubicBezTo>
                <a:cubicBezTo>
                  <a:pt x="6" y="5"/>
                  <a:pt x="6" y="5"/>
                  <a:pt x="6" y="4"/>
                </a:cubicBezTo>
                <a:cubicBezTo>
                  <a:pt x="6" y="4"/>
                  <a:pt x="6" y="3"/>
                  <a:pt x="6" y="3"/>
                </a:cubicBezTo>
                <a:cubicBezTo>
                  <a:pt x="6" y="2"/>
                  <a:pt x="6" y="1"/>
                  <a:pt x="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4" name="Freeform 120"/>
          <p:cNvSpPr>
            <a:spLocks noEditPoints="1"/>
          </p:cNvSpPr>
          <p:nvPr/>
        </p:nvSpPr>
        <p:spPr bwMode="auto">
          <a:xfrm>
            <a:off x="4576537" y="1768476"/>
            <a:ext cx="568325" cy="357188"/>
          </a:xfrm>
          <a:custGeom>
            <a:avLst/>
            <a:gdLst>
              <a:gd name="T0" fmla="*/ 98 w 134"/>
              <a:gd name="T1" fmla="*/ 35 h 84"/>
              <a:gd name="T2" fmla="*/ 69 w 134"/>
              <a:gd name="T3" fmla="*/ 0 h 84"/>
              <a:gd name="T4" fmla="*/ 39 w 134"/>
              <a:gd name="T5" fmla="*/ 35 h 84"/>
              <a:gd name="T6" fmla="*/ 0 w 134"/>
              <a:gd name="T7" fmla="*/ 35 h 84"/>
              <a:gd name="T8" fmla="*/ 19 w 134"/>
              <a:gd name="T9" fmla="*/ 84 h 84"/>
              <a:gd name="T10" fmla="*/ 117 w 134"/>
              <a:gd name="T11" fmla="*/ 83 h 84"/>
              <a:gd name="T12" fmla="*/ 134 w 134"/>
              <a:gd name="T13" fmla="*/ 35 h 84"/>
              <a:gd name="T14" fmla="*/ 98 w 134"/>
              <a:gd name="T15" fmla="*/ 35 h 84"/>
              <a:gd name="T16" fmla="*/ 81 w 134"/>
              <a:gd name="T17" fmla="*/ 43 h 84"/>
              <a:gd name="T18" fmla="*/ 76 w 134"/>
              <a:gd name="T19" fmla="*/ 50 h 84"/>
              <a:gd name="T20" fmla="*/ 76 w 134"/>
              <a:gd name="T21" fmla="*/ 53 h 84"/>
              <a:gd name="T22" fmla="*/ 76 w 134"/>
              <a:gd name="T23" fmla="*/ 56 h 84"/>
              <a:gd name="T24" fmla="*/ 76 w 134"/>
              <a:gd name="T25" fmla="*/ 56 h 84"/>
              <a:gd name="T26" fmla="*/ 63 w 134"/>
              <a:gd name="T27" fmla="*/ 56 h 84"/>
              <a:gd name="T28" fmla="*/ 63 w 134"/>
              <a:gd name="T29" fmla="*/ 56 h 84"/>
              <a:gd name="T30" fmla="*/ 63 w 134"/>
              <a:gd name="T31" fmla="*/ 53 h 84"/>
              <a:gd name="T32" fmla="*/ 63 w 134"/>
              <a:gd name="T33" fmla="*/ 50 h 84"/>
              <a:gd name="T34" fmla="*/ 58 w 134"/>
              <a:gd name="T35" fmla="*/ 43 h 84"/>
              <a:gd name="T36" fmla="*/ 55 w 134"/>
              <a:gd name="T37" fmla="*/ 37 h 84"/>
              <a:gd name="T38" fmla="*/ 56 w 134"/>
              <a:gd name="T39" fmla="*/ 34 h 84"/>
              <a:gd name="T40" fmla="*/ 62 w 134"/>
              <a:gd name="T41" fmla="*/ 28 h 84"/>
              <a:gd name="T42" fmla="*/ 77 w 134"/>
              <a:gd name="T43" fmla="*/ 28 h 84"/>
              <a:gd name="T44" fmla="*/ 83 w 134"/>
              <a:gd name="T45" fmla="*/ 34 h 84"/>
              <a:gd name="T46" fmla="*/ 83 w 134"/>
              <a:gd name="T47" fmla="*/ 37 h 84"/>
              <a:gd name="T48" fmla="*/ 81 w 134"/>
              <a:gd name="T49" fmla="*/ 43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4" h="84">
                <a:moveTo>
                  <a:pt x="98" y="35"/>
                </a:moveTo>
                <a:cubicBezTo>
                  <a:pt x="98" y="35"/>
                  <a:pt x="86" y="0"/>
                  <a:pt x="69" y="0"/>
                </a:cubicBezTo>
                <a:cubicBezTo>
                  <a:pt x="53" y="0"/>
                  <a:pt x="39" y="35"/>
                  <a:pt x="39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84"/>
                  <a:pt x="56" y="53"/>
                  <a:pt x="117" y="83"/>
                </a:cubicBezTo>
                <a:cubicBezTo>
                  <a:pt x="134" y="35"/>
                  <a:pt x="134" y="35"/>
                  <a:pt x="134" y="35"/>
                </a:cubicBezTo>
                <a:lnTo>
                  <a:pt x="98" y="35"/>
                </a:lnTo>
                <a:close/>
                <a:moveTo>
                  <a:pt x="81" y="43"/>
                </a:moveTo>
                <a:cubicBezTo>
                  <a:pt x="81" y="43"/>
                  <a:pt x="76" y="48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63" y="56"/>
                  <a:pt x="63" y="56"/>
                  <a:pt x="63" y="56"/>
                </a:cubicBezTo>
                <a:cubicBezTo>
                  <a:pt x="63" y="56"/>
                  <a:pt x="63" y="56"/>
                  <a:pt x="63" y="56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48"/>
                  <a:pt x="58" y="43"/>
                  <a:pt x="58" y="43"/>
                </a:cubicBezTo>
                <a:cubicBezTo>
                  <a:pt x="56" y="41"/>
                  <a:pt x="56" y="39"/>
                  <a:pt x="55" y="37"/>
                </a:cubicBezTo>
                <a:cubicBezTo>
                  <a:pt x="55" y="36"/>
                  <a:pt x="55" y="35"/>
                  <a:pt x="56" y="34"/>
                </a:cubicBezTo>
                <a:cubicBezTo>
                  <a:pt x="57" y="29"/>
                  <a:pt x="61" y="28"/>
                  <a:pt x="62" y="28"/>
                </a:cubicBezTo>
                <a:cubicBezTo>
                  <a:pt x="67" y="27"/>
                  <a:pt x="72" y="27"/>
                  <a:pt x="77" y="28"/>
                </a:cubicBezTo>
                <a:cubicBezTo>
                  <a:pt x="78" y="28"/>
                  <a:pt x="82" y="29"/>
                  <a:pt x="83" y="34"/>
                </a:cubicBezTo>
                <a:cubicBezTo>
                  <a:pt x="83" y="35"/>
                  <a:pt x="84" y="36"/>
                  <a:pt x="83" y="37"/>
                </a:cubicBezTo>
                <a:cubicBezTo>
                  <a:pt x="83" y="39"/>
                  <a:pt x="82" y="41"/>
                  <a:pt x="81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5" name="Rectangle 121"/>
          <p:cNvSpPr>
            <a:spLocks noChangeArrowheads="1"/>
          </p:cNvSpPr>
          <p:nvPr/>
        </p:nvSpPr>
        <p:spPr bwMode="auto">
          <a:xfrm>
            <a:off x="4878162" y="1984376"/>
            <a:ext cx="47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6" name="Freeform 122"/>
          <p:cNvSpPr>
            <a:spLocks noEditPoints="1"/>
          </p:cNvSpPr>
          <p:nvPr/>
        </p:nvSpPr>
        <p:spPr bwMode="auto">
          <a:xfrm>
            <a:off x="5492524" y="1758951"/>
            <a:ext cx="436563" cy="417513"/>
          </a:xfrm>
          <a:custGeom>
            <a:avLst/>
            <a:gdLst>
              <a:gd name="T0" fmla="*/ 147 w 275"/>
              <a:gd name="T1" fmla="*/ 57 h 263"/>
              <a:gd name="T2" fmla="*/ 118 w 275"/>
              <a:gd name="T3" fmla="*/ 0 h 263"/>
              <a:gd name="T4" fmla="*/ 107 w 275"/>
              <a:gd name="T5" fmla="*/ 65 h 263"/>
              <a:gd name="T6" fmla="*/ 62 w 275"/>
              <a:gd name="T7" fmla="*/ 8 h 263"/>
              <a:gd name="T8" fmla="*/ 78 w 275"/>
              <a:gd name="T9" fmla="*/ 73 h 263"/>
              <a:gd name="T10" fmla="*/ 0 w 275"/>
              <a:gd name="T11" fmla="*/ 59 h 263"/>
              <a:gd name="T12" fmla="*/ 70 w 275"/>
              <a:gd name="T13" fmla="*/ 115 h 263"/>
              <a:gd name="T14" fmla="*/ 22 w 275"/>
              <a:gd name="T15" fmla="*/ 129 h 263"/>
              <a:gd name="T16" fmla="*/ 75 w 275"/>
              <a:gd name="T17" fmla="*/ 137 h 263"/>
              <a:gd name="T18" fmla="*/ 19 w 275"/>
              <a:gd name="T19" fmla="*/ 212 h 263"/>
              <a:gd name="T20" fmla="*/ 94 w 275"/>
              <a:gd name="T21" fmla="*/ 166 h 263"/>
              <a:gd name="T22" fmla="*/ 88 w 275"/>
              <a:gd name="T23" fmla="*/ 228 h 263"/>
              <a:gd name="T24" fmla="*/ 128 w 275"/>
              <a:gd name="T25" fmla="*/ 177 h 263"/>
              <a:gd name="T26" fmla="*/ 147 w 275"/>
              <a:gd name="T27" fmla="*/ 263 h 263"/>
              <a:gd name="T28" fmla="*/ 161 w 275"/>
              <a:gd name="T29" fmla="*/ 169 h 263"/>
              <a:gd name="T30" fmla="*/ 230 w 275"/>
              <a:gd name="T31" fmla="*/ 231 h 263"/>
              <a:gd name="T32" fmla="*/ 182 w 275"/>
              <a:gd name="T33" fmla="*/ 142 h 263"/>
              <a:gd name="T34" fmla="*/ 275 w 275"/>
              <a:gd name="T35" fmla="*/ 172 h 263"/>
              <a:gd name="T36" fmla="*/ 201 w 275"/>
              <a:gd name="T37" fmla="*/ 110 h 263"/>
              <a:gd name="T38" fmla="*/ 257 w 275"/>
              <a:gd name="T39" fmla="*/ 38 h 263"/>
              <a:gd name="T40" fmla="*/ 179 w 275"/>
              <a:gd name="T41" fmla="*/ 75 h 263"/>
              <a:gd name="T42" fmla="*/ 187 w 275"/>
              <a:gd name="T43" fmla="*/ 16 h 263"/>
              <a:gd name="T44" fmla="*/ 147 w 275"/>
              <a:gd name="T45" fmla="*/ 57 h 263"/>
              <a:gd name="T46" fmla="*/ 211 w 275"/>
              <a:gd name="T47" fmla="*/ 70 h 263"/>
              <a:gd name="T48" fmla="*/ 177 w 275"/>
              <a:gd name="T49" fmla="*/ 115 h 263"/>
              <a:gd name="T50" fmla="*/ 222 w 275"/>
              <a:gd name="T51" fmla="*/ 153 h 263"/>
              <a:gd name="T52" fmla="*/ 163 w 275"/>
              <a:gd name="T53" fmla="*/ 134 h 263"/>
              <a:gd name="T54" fmla="*/ 195 w 275"/>
              <a:gd name="T55" fmla="*/ 190 h 263"/>
              <a:gd name="T56" fmla="*/ 153 w 275"/>
              <a:gd name="T57" fmla="*/ 150 h 263"/>
              <a:gd name="T58" fmla="*/ 142 w 275"/>
              <a:gd name="T59" fmla="*/ 209 h 263"/>
              <a:gd name="T60" fmla="*/ 131 w 275"/>
              <a:gd name="T61" fmla="*/ 156 h 263"/>
              <a:gd name="T62" fmla="*/ 104 w 275"/>
              <a:gd name="T63" fmla="*/ 188 h 263"/>
              <a:gd name="T64" fmla="*/ 110 w 275"/>
              <a:gd name="T65" fmla="*/ 150 h 263"/>
              <a:gd name="T66" fmla="*/ 62 w 275"/>
              <a:gd name="T67" fmla="*/ 177 h 263"/>
              <a:gd name="T68" fmla="*/ 96 w 275"/>
              <a:gd name="T69" fmla="*/ 132 h 263"/>
              <a:gd name="T70" fmla="*/ 64 w 275"/>
              <a:gd name="T71" fmla="*/ 126 h 263"/>
              <a:gd name="T72" fmla="*/ 94 w 275"/>
              <a:gd name="T73" fmla="*/ 115 h 263"/>
              <a:gd name="T74" fmla="*/ 51 w 275"/>
              <a:gd name="T75" fmla="*/ 81 h 263"/>
              <a:gd name="T76" fmla="*/ 99 w 275"/>
              <a:gd name="T77" fmla="*/ 89 h 263"/>
              <a:gd name="T78" fmla="*/ 88 w 275"/>
              <a:gd name="T79" fmla="*/ 49 h 263"/>
              <a:gd name="T80" fmla="*/ 118 w 275"/>
              <a:gd name="T81" fmla="*/ 83 h 263"/>
              <a:gd name="T82" fmla="*/ 123 w 275"/>
              <a:gd name="T83" fmla="*/ 46 h 263"/>
              <a:gd name="T84" fmla="*/ 145 w 275"/>
              <a:gd name="T85" fmla="*/ 81 h 263"/>
              <a:gd name="T86" fmla="*/ 169 w 275"/>
              <a:gd name="T87" fmla="*/ 54 h 263"/>
              <a:gd name="T88" fmla="*/ 163 w 275"/>
              <a:gd name="T89" fmla="*/ 91 h 263"/>
              <a:gd name="T90" fmla="*/ 211 w 275"/>
              <a:gd name="T91" fmla="*/ 7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5" h="263">
                <a:moveTo>
                  <a:pt x="147" y="57"/>
                </a:moveTo>
                <a:lnTo>
                  <a:pt x="118" y="0"/>
                </a:lnTo>
                <a:lnTo>
                  <a:pt x="107" y="65"/>
                </a:lnTo>
                <a:lnTo>
                  <a:pt x="62" y="8"/>
                </a:lnTo>
                <a:lnTo>
                  <a:pt x="78" y="73"/>
                </a:lnTo>
                <a:lnTo>
                  <a:pt x="0" y="59"/>
                </a:lnTo>
                <a:lnTo>
                  <a:pt x="70" y="115"/>
                </a:lnTo>
                <a:lnTo>
                  <a:pt x="22" y="129"/>
                </a:lnTo>
                <a:lnTo>
                  <a:pt x="75" y="137"/>
                </a:lnTo>
                <a:lnTo>
                  <a:pt x="19" y="212"/>
                </a:lnTo>
                <a:lnTo>
                  <a:pt x="94" y="166"/>
                </a:lnTo>
                <a:lnTo>
                  <a:pt x="88" y="228"/>
                </a:lnTo>
                <a:lnTo>
                  <a:pt x="128" y="177"/>
                </a:lnTo>
                <a:lnTo>
                  <a:pt x="147" y="263"/>
                </a:lnTo>
                <a:lnTo>
                  <a:pt x="161" y="169"/>
                </a:lnTo>
                <a:lnTo>
                  <a:pt x="230" y="231"/>
                </a:lnTo>
                <a:lnTo>
                  <a:pt x="182" y="142"/>
                </a:lnTo>
                <a:lnTo>
                  <a:pt x="275" y="172"/>
                </a:lnTo>
                <a:lnTo>
                  <a:pt x="201" y="110"/>
                </a:lnTo>
                <a:lnTo>
                  <a:pt x="257" y="38"/>
                </a:lnTo>
                <a:lnTo>
                  <a:pt x="179" y="75"/>
                </a:lnTo>
                <a:lnTo>
                  <a:pt x="187" y="16"/>
                </a:lnTo>
                <a:lnTo>
                  <a:pt x="147" y="57"/>
                </a:lnTo>
                <a:close/>
                <a:moveTo>
                  <a:pt x="211" y="70"/>
                </a:moveTo>
                <a:lnTo>
                  <a:pt x="177" y="115"/>
                </a:lnTo>
                <a:lnTo>
                  <a:pt x="222" y="153"/>
                </a:lnTo>
                <a:lnTo>
                  <a:pt x="163" y="134"/>
                </a:lnTo>
                <a:lnTo>
                  <a:pt x="195" y="190"/>
                </a:lnTo>
                <a:lnTo>
                  <a:pt x="153" y="150"/>
                </a:lnTo>
                <a:lnTo>
                  <a:pt x="142" y="209"/>
                </a:lnTo>
                <a:lnTo>
                  <a:pt x="131" y="156"/>
                </a:lnTo>
                <a:lnTo>
                  <a:pt x="104" y="188"/>
                </a:lnTo>
                <a:lnTo>
                  <a:pt x="110" y="150"/>
                </a:lnTo>
                <a:lnTo>
                  <a:pt x="62" y="177"/>
                </a:lnTo>
                <a:lnTo>
                  <a:pt x="96" y="132"/>
                </a:lnTo>
                <a:lnTo>
                  <a:pt x="64" y="126"/>
                </a:lnTo>
                <a:lnTo>
                  <a:pt x="94" y="115"/>
                </a:lnTo>
                <a:lnTo>
                  <a:pt x="51" y="81"/>
                </a:lnTo>
                <a:lnTo>
                  <a:pt x="99" y="89"/>
                </a:lnTo>
                <a:lnTo>
                  <a:pt x="88" y="49"/>
                </a:lnTo>
                <a:lnTo>
                  <a:pt x="118" y="83"/>
                </a:lnTo>
                <a:lnTo>
                  <a:pt x="123" y="46"/>
                </a:lnTo>
                <a:lnTo>
                  <a:pt x="145" y="81"/>
                </a:lnTo>
                <a:lnTo>
                  <a:pt x="169" y="54"/>
                </a:lnTo>
                <a:lnTo>
                  <a:pt x="163" y="91"/>
                </a:lnTo>
                <a:lnTo>
                  <a:pt x="211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7" name="Rectangle 123"/>
          <p:cNvSpPr>
            <a:spLocks noChangeArrowheads="1"/>
          </p:cNvSpPr>
          <p:nvPr/>
        </p:nvSpPr>
        <p:spPr bwMode="auto">
          <a:xfrm>
            <a:off x="6197374" y="1806576"/>
            <a:ext cx="28575" cy="263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8" name="Freeform 124"/>
          <p:cNvSpPr>
            <a:spLocks/>
          </p:cNvSpPr>
          <p:nvPr/>
        </p:nvSpPr>
        <p:spPr bwMode="auto">
          <a:xfrm>
            <a:off x="6187849" y="1758951"/>
            <a:ext cx="42863" cy="42863"/>
          </a:xfrm>
          <a:custGeom>
            <a:avLst/>
            <a:gdLst>
              <a:gd name="T0" fmla="*/ 9 w 10"/>
              <a:gd name="T1" fmla="*/ 7 h 10"/>
              <a:gd name="T2" fmla="*/ 9 w 10"/>
              <a:gd name="T3" fmla="*/ 4 h 10"/>
              <a:gd name="T4" fmla="*/ 5 w 10"/>
              <a:gd name="T5" fmla="*/ 0 h 10"/>
              <a:gd name="T6" fmla="*/ 2 w 10"/>
              <a:gd name="T7" fmla="*/ 4 h 10"/>
              <a:gd name="T8" fmla="*/ 2 w 10"/>
              <a:gd name="T9" fmla="*/ 7 h 10"/>
              <a:gd name="T10" fmla="*/ 2 w 10"/>
              <a:gd name="T11" fmla="*/ 7 h 10"/>
              <a:gd name="T12" fmla="*/ 0 w 10"/>
              <a:gd name="T13" fmla="*/ 7 h 10"/>
              <a:gd name="T14" fmla="*/ 0 w 10"/>
              <a:gd name="T15" fmla="*/ 10 h 10"/>
              <a:gd name="T16" fmla="*/ 10 w 10"/>
              <a:gd name="T17" fmla="*/ 10 h 10"/>
              <a:gd name="T18" fmla="*/ 10 w 10"/>
              <a:gd name="T19" fmla="*/ 7 h 10"/>
              <a:gd name="T20" fmla="*/ 9 w 10"/>
              <a:gd name="T21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" h="10">
                <a:moveTo>
                  <a:pt x="9" y="7"/>
                </a:moveTo>
                <a:cubicBezTo>
                  <a:pt x="9" y="4"/>
                  <a:pt x="9" y="4"/>
                  <a:pt x="9" y="4"/>
                </a:cubicBezTo>
                <a:cubicBezTo>
                  <a:pt x="9" y="2"/>
                  <a:pt x="7" y="0"/>
                  <a:pt x="5" y="0"/>
                </a:cubicBezTo>
                <a:cubicBezTo>
                  <a:pt x="3" y="0"/>
                  <a:pt x="2" y="2"/>
                  <a:pt x="2" y="4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10"/>
                  <a:pt x="0" y="10"/>
                  <a:pt x="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7"/>
                  <a:pt x="10" y="7"/>
                  <a:pt x="10" y="7"/>
                </a:cubicBezTo>
                <a:cubicBezTo>
                  <a:pt x="9" y="7"/>
                  <a:pt x="9" y="7"/>
                  <a:pt x="9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9" name="Rectangle 125"/>
          <p:cNvSpPr>
            <a:spLocks noChangeArrowheads="1"/>
          </p:cNvSpPr>
          <p:nvPr/>
        </p:nvSpPr>
        <p:spPr bwMode="auto">
          <a:xfrm>
            <a:off x="6570437" y="1806576"/>
            <a:ext cx="28575" cy="263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0" name="Freeform 126"/>
          <p:cNvSpPr>
            <a:spLocks/>
          </p:cNvSpPr>
          <p:nvPr/>
        </p:nvSpPr>
        <p:spPr bwMode="auto">
          <a:xfrm>
            <a:off x="6560912" y="1758951"/>
            <a:ext cx="42863" cy="42863"/>
          </a:xfrm>
          <a:custGeom>
            <a:avLst/>
            <a:gdLst>
              <a:gd name="T0" fmla="*/ 9 w 10"/>
              <a:gd name="T1" fmla="*/ 7 h 10"/>
              <a:gd name="T2" fmla="*/ 9 w 10"/>
              <a:gd name="T3" fmla="*/ 7 h 10"/>
              <a:gd name="T4" fmla="*/ 9 w 10"/>
              <a:gd name="T5" fmla="*/ 4 h 10"/>
              <a:gd name="T6" fmla="*/ 5 w 10"/>
              <a:gd name="T7" fmla="*/ 0 h 10"/>
              <a:gd name="T8" fmla="*/ 2 w 10"/>
              <a:gd name="T9" fmla="*/ 4 h 10"/>
              <a:gd name="T10" fmla="*/ 2 w 10"/>
              <a:gd name="T11" fmla="*/ 7 h 10"/>
              <a:gd name="T12" fmla="*/ 2 w 10"/>
              <a:gd name="T13" fmla="*/ 7 h 10"/>
              <a:gd name="T14" fmla="*/ 0 w 10"/>
              <a:gd name="T15" fmla="*/ 7 h 10"/>
              <a:gd name="T16" fmla="*/ 0 w 10"/>
              <a:gd name="T17" fmla="*/ 10 h 10"/>
              <a:gd name="T18" fmla="*/ 10 w 10"/>
              <a:gd name="T19" fmla="*/ 10 h 10"/>
              <a:gd name="T20" fmla="*/ 10 w 10"/>
              <a:gd name="T21" fmla="*/ 7 h 10"/>
              <a:gd name="T22" fmla="*/ 9 w 10"/>
              <a:gd name="T23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" h="10">
                <a:moveTo>
                  <a:pt x="9" y="7"/>
                </a:moveTo>
                <a:cubicBezTo>
                  <a:pt x="9" y="7"/>
                  <a:pt x="9" y="7"/>
                  <a:pt x="9" y="7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7" y="0"/>
                  <a:pt x="5" y="0"/>
                </a:cubicBezTo>
                <a:cubicBezTo>
                  <a:pt x="3" y="0"/>
                  <a:pt x="2" y="2"/>
                  <a:pt x="2" y="4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10"/>
                  <a:pt x="0" y="10"/>
                  <a:pt x="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7"/>
                  <a:pt x="10" y="7"/>
                  <a:pt x="10" y="7"/>
                </a:cubicBezTo>
                <a:lnTo>
                  <a:pt x="9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1" name="Freeform 127"/>
          <p:cNvSpPr>
            <a:spLocks/>
          </p:cNvSpPr>
          <p:nvPr/>
        </p:nvSpPr>
        <p:spPr bwMode="auto">
          <a:xfrm>
            <a:off x="6238649" y="1824039"/>
            <a:ext cx="314325" cy="211138"/>
          </a:xfrm>
          <a:custGeom>
            <a:avLst/>
            <a:gdLst>
              <a:gd name="T0" fmla="*/ 65 w 74"/>
              <a:gd name="T1" fmla="*/ 6 h 50"/>
              <a:gd name="T2" fmla="*/ 64 w 74"/>
              <a:gd name="T3" fmla="*/ 7 h 50"/>
              <a:gd name="T4" fmla="*/ 62 w 74"/>
              <a:gd name="T5" fmla="*/ 0 h 50"/>
              <a:gd name="T6" fmla="*/ 51 w 74"/>
              <a:gd name="T7" fmla="*/ 0 h 50"/>
              <a:gd name="T8" fmla="*/ 49 w 74"/>
              <a:gd name="T9" fmla="*/ 4 h 50"/>
              <a:gd name="T10" fmla="*/ 49 w 74"/>
              <a:gd name="T11" fmla="*/ 0 h 50"/>
              <a:gd name="T12" fmla="*/ 24 w 74"/>
              <a:gd name="T13" fmla="*/ 0 h 50"/>
              <a:gd name="T14" fmla="*/ 23 w 74"/>
              <a:gd name="T15" fmla="*/ 5 h 50"/>
              <a:gd name="T16" fmla="*/ 23 w 74"/>
              <a:gd name="T17" fmla="*/ 5 h 50"/>
              <a:gd name="T18" fmla="*/ 23 w 74"/>
              <a:gd name="T19" fmla="*/ 0 h 50"/>
              <a:gd name="T20" fmla="*/ 21 w 74"/>
              <a:gd name="T21" fmla="*/ 0 h 50"/>
              <a:gd name="T22" fmla="*/ 20 w 74"/>
              <a:gd name="T23" fmla="*/ 3 h 50"/>
              <a:gd name="T24" fmla="*/ 18 w 74"/>
              <a:gd name="T25" fmla="*/ 0 h 50"/>
              <a:gd name="T26" fmla="*/ 0 w 74"/>
              <a:gd name="T27" fmla="*/ 0 h 50"/>
              <a:gd name="T28" fmla="*/ 0 w 74"/>
              <a:gd name="T29" fmla="*/ 5 h 50"/>
              <a:gd name="T30" fmla="*/ 0 w 74"/>
              <a:gd name="T31" fmla="*/ 45 h 50"/>
              <a:gd name="T32" fmla="*/ 0 w 74"/>
              <a:gd name="T33" fmla="*/ 50 h 50"/>
              <a:gd name="T34" fmla="*/ 10 w 74"/>
              <a:gd name="T35" fmla="*/ 50 h 50"/>
              <a:gd name="T36" fmla="*/ 10 w 74"/>
              <a:gd name="T37" fmla="*/ 44 h 50"/>
              <a:gd name="T38" fmla="*/ 10 w 74"/>
              <a:gd name="T39" fmla="*/ 43 h 50"/>
              <a:gd name="T40" fmla="*/ 12 w 74"/>
              <a:gd name="T41" fmla="*/ 50 h 50"/>
              <a:gd name="T42" fmla="*/ 24 w 74"/>
              <a:gd name="T43" fmla="*/ 50 h 50"/>
              <a:gd name="T44" fmla="*/ 26 w 74"/>
              <a:gd name="T45" fmla="*/ 47 h 50"/>
              <a:gd name="T46" fmla="*/ 26 w 74"/>
              <a:gd name="T47" fmla="*/ 50 h 50"/>
              <a:gd name="T48" fmla="*/ 51 w 74"/>
              <a:gd name="T49" fmla="*/ 50 h 50"/>
              <a:gd name="T50" fmla="*/ 52 w 74"/>
              <a:gd name="T51" fmla="*/ 45 h 50"/>
              <a:gd name="T52" fmla="*/ 52 w 74"/>
              <a:gd name="T53" fmla="*/ 45 h 50"/>
              <a:gd name="T54" fmla="*/ 52 w 74"/>
              <a:gd name="T55" fmla="*/ 50 h 50"/>
              <a:gd name="T56" fmla="*/ 54 w 74"/>
              <a:gd name="T57" fmla="*/ 50 h 50"/>
              <a:gd name="T58" fmla="*/ 55 w 74"/>
              <a:gd name="T59" fmla="*/ 48 h 50"/>
              <a:gd name="T60" fmla="*/ 57 w 74"/>
              <a:gd name="T61" fmla="*/ 50 h 50"/>
              <a:gd name="T62" fmla="*/ 74 w 74"/>
              <a:gd name="T63" fmla="*/ 50 h 50"/>
              <a:gd name="T64" fmla="*/ 74 w 74"/>
              <a:gd name="T65" fmla="*/ 45 h 50"/>
              <a:gd name="T66" fmla="*/ 74 w 74"/>
              <a:gd name="T67" fmla="*/ 5 h 50"/>
              <a:gd name="T68" fmla="*/ 74 w 74"/>
              <a:gd name="T69" fmla="*/ 0 h 50"/>
              <a:gd name="T70" fmla="*/ 65 w 74"/>
              <a:gd name="T71" fmla="*/ 0 h 50"/>
              <a:gd name="T72" fmla="*/ 65 w 74"/>
              <a:gd name="T73" fmla="*/ 6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" h="50">
                <a:moveTo>
                  <a:pt x="65" y="6"/>
                </a:moveTo>
                <a:cubicBezTo>
                  <a:pt x="64" y="7"/>
                  <a:pt x="64" y="7"/>
                  <a:pt x="64" y="7"/>
                </a:cubicBezTo>
                <a:cubicBezTo>
                  <a:pt x="62" y="0"/>
                  <a:pt x="62" y="0"/>
                  <a:pt x="6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9" y="4"/>
                  <a:pt x="49" y="4"/>
                  <a:pt x="49" y="4"/>
                </a:cubicBezTo>
                <a:cubicBezTo>
                  <a:pt x="49" y="0"/>
                  <a:pt x="49" y="0"/>
                  <a:pt x="4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4"/>
                  <a:pt x="23" y="2"/>
                  <a:pt x="2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1"/>
                  <a:pt x="20" y="3"/>
                  <a:pt x="20" y="3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"/>
                  <a:pt x="0" y="5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50"/>
                  <a:pt x="0" y="50"/>
                  <a:pt x="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48"/>
                  <a:pt x="10" y="46"/>
                  <a:pt x="10" y="44"/>
                </a:cubicBezTo>
                <a:cubicBezTo>
                  <a:pt x="10" y="43"/>
                  <a:pt x="10" y="43"/>
                  <a:pt x="10" y="43"/>
                </a:cubicBezTo>
                <a:cubicBezTo>
                  <a:pt x="12" y="50"/>
                  <a:pt x="12" y="50"/>
                  <a:pt x="12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50"/>
                  <a:pt x="26" y="50"/>
                  <a:pt x="26" y="50"/>
                </a:cubicBezTo>
                <a:cubicBezTo>
                  <a:pt x="51" y="50"/>
                  <a:pt x="51" y="50"/>
                  <a:pt x="51" y="50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6"/>
                  <a:pt x="52" y="48"/>
                  <a:pt x="52" y="50"/>
                </a:cubicBezTo>
                <a:cubicBezTo>
                  <a:pt x="54" y="50"/>
                  <a:pt x="54" y="50"/>
                  <a:pt x="54" y="50"/>
                </a:cubicBezTo>
                <a:cubicBezTo>
                  <a:pt x="55" y="49"/>
                  <a:pt x="55" y="48"/>
                  <a:pt x="55" y="48"/>
                </a:cubicBezTo>
                <a:cubicBezTo>
                  <a:pt x="57" y="50"/>
                  <a:pt x="57" y="50"/>
                  <a:pt x="57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4" y="45"/>
                  <a:pt x="74" y="45"/>
                  <a:pt x="74" y="45"/>
                </a:cubicBezTo>
                <a:cubicBezTo>
                  <a:pt x="74" y="5"/>
                  <a:pt x="74" y="5"/>
                  <a:pt x="74" y="5"/>
                </a:cubicBezTo>
                <a:cubicBezTo>
                  <a:pt x="74" y="0"/>
                  <a:pt x="74" y="0"/>
                  <a:pt x="7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2"/>
                  <a:pt x="65" y="5"/>
                  <a:pt x="65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2" name="Freeform 128"/>
          <p:cNvSpPr>
            <a:spLocks/>
          </p:cNvSpPr>
          <p:nvPr/>
        </p:nvSpPr>
        <p:spPr bwMode="auto">
          <a:xfrm>
            <a:off x="6200549" y="2073276"/>
            <a:ext cx="17463" cy="42863"/>
          </a:xfrm>
          <a:custGeom>
            <a:avLst/>
            <a:gdLst>
              <a:gd name="T0" fmla="*/ 0 w 11"/>
              <a:gd name="T1" fmla="*/ 16 h 27"/>
              <a:gd name="T2" fmla="*/ 3 w 11"/>
              <a:gd name="T3" fmla="*/ 16 h 27"/>
              <a:gd name="T4" fmla="*/ 3 w 11"/>
              <a:gd name="T5" fmla="*/ 27 h 27"/>
              <a:gd name="T6" fmla="*/ 8 w 11"/>
              <a:gd name="T7" fmla="*/ 27 h 27"/>
              <a:gd name="T8" fmla="*/ 8 w 11"/>
              <a:gd name="T9" fmla="*/ 16 h 27"/>
              <a:gd name="T10" fmla="*/ 11 w 11"/>
              <a:gd name="T11" fmla="*/ 16 h 27"/>
              <a:gd name="T12" fmla="*/ 11 w 11"/>
              <a:gd name="T13" fmla="*/ 0 h 27"/>
              <a:gd name="T14" fmla="*/ 0 w 11"/>
              <a:gd name="T15" fmla="*/ 0 h 27"/>
              <a:gd name="T16" fmla="*/ 0 w 11"/>
              <a:gd name="T17" fmla="*/ 1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" h="27">
                <a:moveTo>
                  <a:pt x="0" y="16"/>
                </a:moveTo>
                <a:lnTo>
                  <a:pt x="3" y="16"/>
                </a:lnTo>
                <a:lnTo>
                  <a:pt x="3" y="27"/>
                </a:lnTo>
                <a:lnTo>
                  <a:pt x="8" y="27"/>
                </a:lnTo>
                <a:lnTo>
                  <a:pt x="8" y="16"/>
                </a:lnTo>
                <a:lnTo>
                  <a:pt x="11" y="16"/>
                </a:lnTo>
                <a:lnTo>
                  <a:pt x="11" y="0"/>
                </a:lnTo>
                <a:lnTo>
                  <a:pt x="0" y="0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3" name="Freeform 129"/>
          <p:cNvSpPr>
            <a:spLocks/>
          </p:cNvSpPr>
          <p:nvPr/>
        </p:nvSpPr>
        <p:spPr bwMode="auto">
          <a:xfrm>
            <a:off x="6573612" y="2073276"/>
            <a:ext cx="17463" cy="42863"/>
          </a:xfrm>
          <a:custGeom>
            <a:avLst/>
            <a:gdLst>
              <a:gd name="T0" fmla="*/ 0 w 11"/>
              <a:gd name="T1" fmla="*/ 16 h 27"/>
              <a:gd name="T2" fmla="*/ 3 w 11"/>
              <a:gd name="T3" fmla="*/ 16 h 27"/>
              <a:gd name="T4" fmla="*/ 3 w 11"/>
              <a:gd name="T5" fmla="*/ 27 h 27"/>
              <a:gd name="T6" fmla="*/ 8 w 11"/>
              <a:gd name="T7" fmla="*/ 27 h 27"/>
              <a:gd name="T8" fmla="*/ 8 w 11"/>
              <a:gd name="T9" fmla="*/ 16 h 27"/>
              <a:gd name="T10" fmla="*/ 11 w 11"/>
              <a:gd name="T11" fmla="*/ 16 h 27"/>
              <a:gd name="T12" fmla="*/ 11 w 11"/>
              <a:gd name="T13" fmla="*/ 0 h 27"/>
              <a:gd name="T14" fmla="*/ 0 w 11"/>
              <a:gd name="T15" fmla="*/ 0 h 27"/>
              <a:gd name="T16" fmla="*/ 0 w 11"/>
              <a:gd name="T17" fmla="*/ 1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" h="27">
                <a:moveTo>
                  <a:pt x="0" y="16"/>
                </a:moveTo>
                <a:lnTo>
                  <a:pt x="3" y="16"/>
                </a:lnTo>
                <a:lnTo>
                  <a:pt x="3" y="27"/>
                </a:lnTo>
                <a:lnTo>
                  <a:pt x="8" y="27"/>
                </a:lnTo>
                <a:lnTo>
                  <a:pt x="8" y="16"/>
                </a:lnTo>
                <a:lnTo>
                  <a:pt x="11" y="16"/>
                </a:lnTo>
                <a:lnTo>
                  <a:pt x="11" y="0"/>
                </a:lnTo>
                <a:lnTo>
                  <a:pt x="0" y="0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4" name="Freeform 130"/>
          <p:cNvSpPr>
            <a:spLocks noEditPoints="1"/>
          </p:cNvSpPr>
          <p:nvPr/>
        </p:nvSpPr>
        <p:spPr bwMode="auto">
          <a:xfrm>
            <a:off x="6989537" y="1708151"/>
            <a:ext cx="339725" cy="458788"/>
          </a:xfrm>
          <a:custGeom>
            <a:avLst/>
            <a:gdLst>
              <a:gd name="T0" fmla="*/ 78 w 80"/>
              <a:gd name="T1" fmla="*/ 13 h 108"/>
              <a:gd name="T2" fmla="*/ 41 w 80"/>
              <a:gd name="T3" fmla="*/ 1 h 108"/>
              <a:gd name="T4" fmla="*/ 40 w 80"/>
              <a:gd name="T5" fmla="*/ 0 h 108"/>
              <a:gd name="T6" fmla="*/ 40 w 80"/>
              <a:gd name="T7" fmla="*/ 0 h 108"/>
              <a:gd name="T8" fmla="*/ 38 w 80"/>
              <a:gd name="T9" fmla="*/ 1 h 108"/>
              <a:gd name="T10" fmla="*/ 2 w 80"/>
              <a:gd name="T11" fmla="*/ 13 h 108"/>
              <a:gd name="T12" fmla="*/ 0 w 80"/>
              <a:gd name="T13" fmla="*/ 15 h 108"/>
              <a:gd name="T14" fmla="*/ 0 w 80"/>
              <a:gd name="T15" fmla="*/ 68 h 108"/>
              <a:gd name="T16" fmla="*/ 39 w 80"/>
              <a:gd name="T17" fmla="*/ 108 h 108"/>
              <a:gd name="T18" fmla="*/ 40 w 80"/>
              <a:gd name="T19" fmla="*/ 108 h 108"/>
              <a:gd name="T20" fmla="*/ 41 w 80"/>
              <a:gd name="T21" fmla="*/ 108 h 108"/>
              <a:gd name="T22" fmla="*/ 80 w 80"/>
              <a:gd name="T23" fmla="*/ 68 h 108"/>
              <a:gd name="T24" fmla="*/ 80 w 80"/>
              <a:gd name="T25" fmla="*/ 15 h 108"/>
              <a:gd name="T26" fmla="*/ 78 w 80"/>
              <a:gd name="T27" fmla="*/ 13 h 108"/>
              <a:gd name="T28" fmla="*/ 71 w 80"/>
              <a:gd name="T29" fmla="*/ 65 h 108"/>
              <a:gd name="T30" fmla="*/ 40 w 80"/>
              <a:gd name="T31" fmla="*/ 96 h 108"/>
              <a:gd name="T32" fmla="*/ 40 w 80"/>
              <a:gd name="T33" fmla="*/ 96 h 108"/>
              <a:gd name="T34" fmla="*/ 39 w 80"/>
              <a:gd name="T35" fmla="*/ 96 h 108"/>
              <a:gd name="T36" fmla="*/ 9 w 80"/>
              <a:gd name="T37" fmla="*/ 65 h 108"/>
              <a:gd name="T38" fmla="*/ 9 w 80"/>
              <a:gd name="T39" fmla="*/ 23 h 108"/>
              <a:gd name="T40" fmla="*/ 10 w 80"/>
              <a:gd name="T41" fmla="*/ 22 h 108"/>
              <a:gd name="T42" fmla="*/ 39 w 80"/>
              <a:gd name="T43" fmla="*/ 13 h 108"/>
              <a:gd name="T44" fmla="*/ 40 w 80"/>
              <a:gd name="T45" fmla="*/ 12 h 108"/>
              <a:gd name="T46" fmla="*/ 40 w 80"/>
              <a:gd name="T47" fmla="*/ 12 h 108"/>
              <a:gd name="T48" fmla="*/ 41 w 80"/>
              <a:gd name="T49" fmla="*/ 13 h 108"/>
              <a:gd name="T50" fmla="*/ 70 w 80"/>
              <a:gd name="T51" fmla="*/ 22 h 108"/>
              <a:gd name="T52" fmla="*/ 71 w 80"/>
              <a:gd name="T53" fmla="*/ 23 h 108"/>
              <a:gd name="T54" fmla="*/ 71 w 80"/>
              <a:gd name="T55" fmla="*/ 6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0" h="108">
                <a:moveTo>
                  <a:pt x="78" y="13"/>
                </a:moveTo>
                <a:cubicBezTo>
                  <a:pt x="47" y="13"/>
                  <a:pt x="41" y="1"/>
                  <a:pt x="41" y="1"/>
                </a:cubicBezTo>
                <a:cubicBezTo>
                  <a:pt x="41" y="1"/>
                  <a:pt x="41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9" y="1"/>
                  <a:pt x="38" y="1"/>
                </a:cubicBezTo>
                <a:cubicBezTo>
                  <a:pt x="38" y="1"/>
                  <a:pt x="33" y="13"/>
                  <a:pt x="2" y="13"/>
                </a:cubicBezTo>
                <a:cubicBezTo>
                  <a:pt x="1" y="13"/>
                  <a:pt x="0" y="14"/>
                  <a:pt x="0" y="15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90"/>
                  <a:pt x="38" y="107"/>
                  <a:pt x="39" y="10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08"/>
                  <a:pt x="41" y="108"/>
                  <a:pt x="41" y="108"/>
                </a:cubicBezTo>
                <a:cubicBezTo>
                  <a:pt x="42" y="107"/>
                  <a:pt x="80" y="90"/>
                  <a:pt x="80" y="68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14"/>
                  <a:pt x="79" y="13"/>
                  <a:pt x="78" y="13"/>
                </a:cubicBezTo>
                <a:close/>
                <a:moveTo>
                  <a:pt x="71" y="65"/>
                </a:moveTo>
                <a:cubicBezTo>
                  <a:pt x="71" y="83"/>
                  <a:pt x="42" y="96"/>
                  <a:pt x="40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38" y="96"/>
                  <a:pt x="9" y="83"/>
                  <a:pt x="9" y="65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2"/>
                  <a:pt x="10" y="22"/>
                </a:cubicBezTo>
                <a:cubicBezTo>
                  <a:pt x="34" y="22"/>
                  <a:pt x="39" y="13"/>
                  <a:pt x="39" y="13"/>
                </a:cubicBezTo>
                <a:cubicBezTo>
                  <a:pt x="39" y="12"/>
                  <a:pt x="39" y="12"/>
                  <a:pt x="40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2"/>
                  <a:pt x="41" y="12"/>
                  <a:pt x="41" y="13"/>
                </a:cubicBezTo>
                <a:cubicBezTo>
                  <a:pt x="41" y="13"/>
                  <a:pt x="45" y="22"/>
                  <a:pt x="70" y="22"/>
                </a:cubicBezTo>
                <a:cubicBezTo>
                  <a:pt x="71" y="22"/>
                  <a:pt x="71" y="23"/>
                  <a:pt x="71" y="23"/>
                </a:cubicBezTo>
                <a:lnTo>
                  <a:pt x="71" y="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5" name="Freeform 131"/>
          <p:cNvSpPr>
            <a:spLocks noEditPoints="1"/>
          </p:cNvSpPr>
          <p:nvPr/>
        </p:nvSpPr>
        <p:spPr bwMode="auto">
          <a:xfrm>
            <a:off x="7592787" y="1708151"/>
            <a:ext cx="401638" cy="458788"/>
          </a:xfrm>
          <a:custGeom>
            <a:avLst/>
            <a:gdLst>
              <a:gd name="T0" fmla="*/ 94 w 95"/>
              <a:gd name="T1" fmla="*/ 13 h 108"/>
              <a:gd name="T2" fmla="*/ 49 w 95"/>
              <a:gd name="T3" fmla="*/ 1 h 108"/>
              <a:gd name="T4" fmla="*/ 48 w 95"/>
              <a:gd name="T5" fmla="*/ 0 h 108"/>
              <a:gd name="T6" fmla="*/ 48 w 95"/>
              <a:gd name="T7" fmla="*/ 0 h 108"/>
              <a:gd name="T8" fmla="*/ 46 w 95"/>
              <a:gd name="T9" fmla="*/ 1 h 108"/>
              <a:gd name="T10" fmla="*/ 1 w 95"/>
              <a:gd name="T11" fmla="*/ 13 h 108"/>
              <a:gd name="T12" fmla="*/ 0 w 95"/>
              <a:gd name="T13" fmla="*/ 15 h 108"/>
              <a:gd name="T14" fmla="*/ 8 w 95"/>
              <a:gd name="T15" fmla="*/ 68 h 108"/>
              <a:gd name="T16" fmla="*/ 47 w 95"/>
              <a:gd name="T17" fmla="*/ 108 h 108"/>
              <a:gd name="T18" fmla="*/ 48 w 95"/>
              <a:gd name="T19" fmla="*/ 108 h 108"/>
              <a:gd name="T20" fmla="*/ 48 w 95"/>
              <a:gd name="T21" fmla="*/ 108 h 108"/>
              <a:gd name="T22" fmla="*/ 88 w 95"/>
              <a:gd name="T23" fmla="*/ 68 h 108"/>
              <a:gd name="T24" fmla="*/ 95 w 95"/>
              <a:gd name="T25" fmla="*/ 15 h 108"/>
              <a:gd name="T26" fmla="*/ 94 w 95"/>
              <a:gd name="T27" fmla="*/ 13 h 108"/>
              <a:gd name="T28" fmla="*/ 79 w 95"/>
              <a:gd name="T29" fmla="*/ 65 h 108"/>
              <a:gd name="T30" fmla="*/ 48 w 95"/>
              <a:gd name="T31" fmla="*/ 96 h 108"/>
              <a:gd name="T32" fmla="*/ 48 w 95"/>
              <a:gd name="T33" fmla="*/ 96 h 108"/>
              <a:gd name="T34" fmla="*/ 47 w 95"/>
              <a:gd name="T35" fmla="*/ 96 h 108"/>
              <a:gd name="T36" fmla="*/ 16 w 95"/>
              <a:gd name="T37" fmla="*/ 65 h 108"/>
              <a:gd name="T38" fmla="*/ 8 w 95"/>
              <a:gd name="T39" fmla="*/ 23 h 108"/>
              <a:gd name="T40" fmla="*/ 10 w 95"/>
              <a:gd name="T41" fmla="*/ 22 h 108"/>
              <a:gd name="T42" fmla="*/ 46 w 95"/>
              <a:gd name="T43" fmla="*/ 13 h 108"/>
              <a:gd name="T44" fmla="*/ 48 w 95"/>
              <a:gd name="T45" fmla="*/ 12 h 108"/>
              <a:gd name="T46" fmla="*/ 48 w 95"/>
              <a:gd name="T47" fmla="*/ 12 h 108"/>
              <a:gd name="T48" fmla="*/ 49 w 95"/>
              <a:gd name="T49" fmla="*/ 13 h 108"/>
              <a:gd name="T50" fmla="*/ 86 w 95"/>
              <a:gd name="T51" fmla="*/ 22 h 108"/>
              <a:gd name="T52" fmla="*/ 87 w 95"/>
              <a:gd name="T53" fmla="*/ 23 h 108"/>
              <a:gd name="T54" fmla="*/ 79 w 95"/>
              <a:gd name="T55" fmla="*/ 6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5" h="108">
                <a:moveTo>
                  <a:pt x="94" y="13"/>
                </a:moveTo>
                <a:cubicBezTo>
                  <a:pt x="62" y="13"/>
                  <a:pt x="49" y="1"/>
                  <a:pt x="49" y="1"/>
                </a:cubicBezTo>
                <a:cubicBezTo>
                  <a:pt x="49" y="1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7" y="0"/>
                  <a:pt x="46" y="1"/>
                  <a:pt x="46" y="1"/>
                </a:cubicBezTo>
                <a:cubicBezTo>
                  <a:pt x="46" y="1"/>
                  <a:pt x="33" y="13"/>
                  <a:pt x="1" y="13"/>
                </a:cubicBezTo>
                <a:cubicBezTo>
                  <a:pt x="0" y="13"/>
                  <a:pt x="0" y="14"/>
                  <a:pt x="0" y="15"/>
                </a:cubicBezTo>
                <a:cubicBezTo>
                  <a:pt x="8" y="68"/>
                  <a:pt x="8" y="68"/>
                  <a:pt x="8" y="68"/>
                </a:cubicBezTo>
                <a:cubicBezTo>
                  <a:pt x="11" y="91"/>
                  <a:pt x="45" y="107"/>
                  <a:pt x="47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50" y="107"/>
                  <a:pt x="85" y="90"/>
                  <a:pt x="88" y="68"/>
                </a:cubicBezTo>
                <a:cubicBezTo>
                  <a:pt x="95" y="15"/>
                  <a:pt x="95" y="15"/>
                  <a:pt x="95" y="15"/>
                </a:cubicBezTo>
                <a:cubicBezTo>
                  <a:pt x="95" y="14"/>
                  <a:pt x="95" y="13"/>
                  <a:pt x="94" y="13"/>
                </a:cubicBezTo>
                <a:moveTo>
                  <a:pt x="79" y="65"/>
                </a:moveTo>
                <a:cubicBezTo>
                  <a:pt x="76" y="82"/>
                  <a:pt x="49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6" y="96"/>
                  <a:pt x="19" y="83"/>
                  <a:pt x="16" y="65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9" y="22"/>
                  <a:pt x="10" y="22"/>
                </a:cubicBezTo>
                <a:cubicBezTo>
                  <a:pt x="34" y="22"/>
                  <a:pt x="46" y="13"/>
                  <a:pt x="46" y="13"/>
                </a:cubicBezTo>
                <a:cubicBezTo>
                  <a:pt x="47" y="12"/>
                  <a:pt x="47" y="12"/>
                  <a:pt x="48" y="1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2"/>
                  <a:pt x="49" y="12"/>
                  <a:pt x="49" y="13"/>
                </a:cubicBezTo>
                <a:cubicBezTo>
                  <a:pt x="49" y="13"/>
                  <a:pt x="61" y="22"/>
                  <a:pt x="86" y="22"/>
                </a:cubicBezTo>
                <a:cubicBezTo>
                  <a:pt x="86" y="22"/>
                  <a:pt x="87" y="23"/>
                  <a:pt x="87" y="23"/>
                </a:cubicBezTo>
                <a:cubicBezTo>
                  <a:pt x="79" y="65"/>
                  <a:pt x="79" y="65"/>
                  <a:pt x="79" y="6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6" name="Freeform 132"/>
          <p:cNvSpPr>
            <a:spLocks/>
          </p:cNvSpPr>
          <p:nvPr/>
        </p:nvSpPr>
        <p:spPr bwMode="auto">
          <a:xfrm>
            <a:off x="7795987" y="1758951"/>
            <a:ext cx="165100" cy="357188"/>
          </a:xfrm>
          <a:custGeom>
            <a:avLst/>
            <a:gdLst>
              <a:gd name="T0" fmla="*/ 0 w 39"/>
              <a:gd name="T1" fmla="*/ 0 h 84"/>
              <a:gd name="T2" fmla="*/ 0 w 39"/>
              <a:gd name="T3" fmla="*/ 0 h 84"/>
              <a:gd name="T4" fmla="*/ 0 w 39"/>
              <a:gd name="T5" fmla="*/ 84 h 84"/>
              <a:gd name="T6" fmla="*/ 0 w 39"/>
              <a:gd name="T7" fmla="*/ 84 h 84"/>
              <a:gd name="T8" fmla="*/ 31 w 39"/>
              <a:gd name="T9" fmla="*/ 53 h 84"/>
              <a:gd name="T10" fmla="*/ 39 w 39"/>
              <a:gd name="T11" fmla="*/ 11 h 84"/>
              <a:gd name="T12" fmla="*/ 38 w 39"/>
              <a:gd name="T13" fmla="*/ 10 h 84"/>
              <a:gd name="T14" fmla="*/ 1 w 39"/>
              <a:gd name="T15" fmla="*/ 1 h 84"/>
              <a:gd name="T16" fmla="*/ 0 w 39"/>
              <a:gd name="T17" fmla="*/ 0 h 84"/>
              <a:gd name="T18" fmla="*/ 0 w 39"/>
              <a:gd name="T19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" h="84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1" y="84"/>
                  <a:pt x="28" y="70"/>
                  <a:pt x="31" y="53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8" y="10"/>
                  <a:pt x="38" y="10"/>
                </a:cubicBezTo>
                <a:cubicBezTo>
                  <a:pt x="13" y="10"/>
                  <a:pt x="1" y="1"/>
                  <a:pt x="1" y="1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7" name="Freeform 133"/>
          <p:cNvSpPr>
            <a:spLocks noEditPoints="1"/>
          </p:cNvSpPr>
          <p:nvPr/>
        </p:nvSpPr>
        <p:spPr bwMode="auto">
          <a:xfrm>
            <a:off x="7795987" y="1758951"/>
            <a:ext cx="165100" cy="366713"/>
          </a:xfrm>
          <a:custGeom>
            <a:avLst/>
            <a:gdLst>
              <a:gd name="T0" fmla="*/ 0 w 39"/>
              <a:gd name="T1" fmla="*/ 0 h 86"/>
              <a:gd name="T2" fmla="*/ 1 w 39"/>
              <a:gd name="T3" fmla="*/ 1 h 86"/>
              <a:gd name="T4" fmla="*/ 38 w 39"/>
              <a:gd name="T5" fmla="*/ 10 h 86"/>
              <a:gd name="T6" fmla="*/ 39 w 39"/>
              <a:gd name="T7" fmla="*/ 11 h 86"/>
              <a:gd name="T8" fmla="*/ 31 w 39"/>
              <a:gd name="T9" fmla="*/ 53 h 86"/>
              <a:gd name="T10" fmla="*/ 0 w 39"/>
              <a:gd name="T11" fmla="*/ 84 h 86"/>
              <a:gd name="T12" fmla="*/ 0 w 39"/>
              <a:gd name="T13" fmla="*/ 84 h 86"/>
              <a:gd name="T14" fmla="*/ 0 w 39"/>
              <a:gd name="T15" fmla="*/ 86 h 86"/>
              <a:gd name="T16" fmla="*/ 0 w 39"/>
              <a:gd name="T17" fmla="*/ 86 h 86"/>
              <a:gd name="T18" fmla="*/ 30 w 39"/>
              <a:gd name="T19" fmla="*/ 65 h 86"/>
              <a:gd name="T20" fmla="*/ 39 w 39"/>
              <a:gd name="T21" fmla="*/ 8 h 86"/>
              <a:gd name="T22" fmla="*/ 0 w 39"/>
              <a:gd name="T23" fmla="*/ 0 h 86"/>
              <a:gd name="T24" fmla="*/ 0 w 39"/>
              <a:gd name="T25" fmla="*/ 0 h 86"/>
              <a:gd name="T26" fmla="*/ 0 w 39"/>
              <a:gd name="T27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9" h="86">
                <a:moveTo>
                  <a:pt x="0" y="0"/>
                </a:moveTo>
                <a:cubicBezTo>
                  <a:pt x="0" y="0"/>
                  <a:pt x="1" y="0"/>
                  <a:pt x="1" y="1"/>
                </a:cubicBezTo>
                <a:cubicBezTo>
                  <a:pt x="1" y="1"/>
                  <a:pt x="13" y="10"/>
                  <a:pt x="38" y="10"/>
                </a:cubicBezTo>
                <a:cubicBezTo>
                  <a:pt x="38" y="10"/>
                  <a:pt x="39" y="11"/>
                  <a:pt x="39" y="11"/>
                </a:cubicBezTo>
                <a:cubicBezTo>
                  <a:pt x="31" y="53"/>
                  <a:pt x="31" y="53"/>
                  <a:pt x="31" y="53"/>
                </a:cubicBezTo>
                <a:cubicBezTo>
                  <a:pt x="28" y="70"/>
                  <a:pt x="1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14" y="86"/>
                  <a:pt x="30" y="65"/>
                  <a:pt x="30" y="65"/>
                </a:cubicBezTo>
                <a:cubicBezTo>
                  <a:pt x="39" y="8"/>
                  <a:pt x="39" y="8"/>
                  <a:pt x="39" y="8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8" name="Freeform 134"/>
          <p:cNvSpPr>
            <a:spLocks noEditPoints="1"/>
          </p:cNvSpPr>
          <p:nvPr/>
        </p:nvSpPr>
        <p:spPr bwMode="auto">
          <a:xfrm>
            <a:off x="650649" y="2557464"/>
            <a:ext cx="406400" cy="458788"/>
          </a:xfrm>
          <a:custGeom>
            <a:avLst/>
            <a:gdLst>
              <a:gd name="T0" fmla="*/ 94 w 96"/>
              <a:gd name="T1" fmla="*/ 13 h 108"/>
              <a:gd name="T2" fmla="*/ 50 w 96"/>
              <a:gd name="T3" fmla="*/ 1 h 108"/>
              <a:gd name="T4" fmla="*/ 48 w 96"/>
              <a:gd name="T5" fmla="*/ 0 h 108"/>
              <a:gd name="T6" fmla="*/ 48 w 96"/>
              <a:gd name="T7" fmla="*/ 0 h 108"/>
              <a:gd name="T8" fmla="*/ 47 w 96"/>
              <a:gd name="T9" fmla="*/ 1 h 108"/>
              <a:gd name="T10" fmla="*/ 2 w 96"/>
              <a:gd name="T11" fmla="*/ 13 h 108"/>
              <a:gd name="T12" fmla="*/ 0 w 96"/>
              <a:gd name="T13" fmla="*/ 15 h 108"/>
              <a:gd name="T14" fmla="*/ 8 w 96"/>
              <a:gd name="T15" fmla="*/ 68 h 108"/>
              <a:gd name="T16" fmla="*/ 47 w 96"/>
              <a:gd name="T17" fmla="*/ 108 h 108"/>
              <a:gd name="T18" fmla="*/ 48 w 96"/>
              <a:gd name="T19" fmla="*/ 108 h 108"/>
              <a:gd name="T20" fmla="*/ 49 w 96"/>
              <a:gd name="T21" fmla="*/ 108 h 108"/>
              <a:gd name="T22" fmla="*/ 88 w 96"/>
              <a:gd name="T23" fmla="*/ 68 h 108"/>
              <a:gd name="T24" fmla="*/ 96 w 96"/>
              <a:gd name="T25" fmla="*/ 15 h 108"/>
              <a:gd name="T26" fmla="*/ 94 w 96"/>
              <a:gd name="T27" fmla="*/ 13 h 108"/>
              <a:gd name="T28" fmla="*/ 48 w 96"/>
              <a:gd name="T29" fmla="*/ 96 h 108"/>
              <a:gd name="T30" fmla="*/ 17 w 96"/>
              <a:gd name="T31" fmla="*/ 65 h 108"/>
              <a:gd name="T32" fmla="*/ 9 w 96"/>
              <a:gd name="T33" fmla="*/ 23 h 108"/>
              <a:gd name="T34" fmla="*/ 10 w 96"/>
              <a:gd name="T35" fmla="*/ 22 h 108"/>
              <a:gd name="T36" fmla="*/ 47 w 96"/>
              <a:gd name="T37" fmla="*/ 12 h 108"/>
              <a:gd name="T38" fmla="*/ 48 w 96"/>
              <a:gd name="T39" fmla="*/ 12 h 108"/>
              <a:gd name="T40" fmla="*/ 48 w 96"/>
              <a:gd name="T41" fmla="*/ 12 h 108"/>
              <a:gd name="T42" fmla="*/ 48 w 96"/>
              <a:gd name="T43" fmla="*/ 12 h 108"/>
              <a:gd name="T44" fmla="*/ 49 w 96"/>
              <a:gd name="T45" fmla="*/ 12 h 108"/>
              <a:gd name="T46" fmla="*/ 86 w 96"/>
              <a:gd name="T47" fmla="*/ 22 h 108"/>
              <a:gd name="T48" fmla="*/ 87 w 96"/>
              <a:gd name="T49" fmla="*/ 23 h 108"/>
              <a:gd name="T50" fmla="*/ 79 w 96"/>
              <a:gd name="T51" fmla="*/ 65 h 108"/>
              <a:gd name="T52" fmla="*/ 49 w 96"/>
              <a:gd name="T53" fmla="*/ 96 h 108"/>
              <a:gd name="T54" fmla="*/ 48 w 96"/>
              <a:gd name="T55" fmla="*/ 96 h 108"/>
              <a:gd name="T56" fmla="*/ 48 w 96"/>
              <a:gd name="T57" fmla="*/ 9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6" h="108">
                <a:moveTo>
                  <a:pt x="94" y="13"/>
                </a:moveTo>
                <a:cubicBezTo>
                  <a:pt x="63" y="13"/>
                  <a:pt x="50" y="1"/>
                  <a:pt x="50" y="1"/>
                </a:cubicBezTo>
                <a:cubicBezTo>
                  <a:pt x="49" y="0"/>
                  <a:pt x="49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7" y="0"/>
                  <a:pt x="47" y="0"/>
                  <a:pt x="47" y="1"/>
                </a:cubicBezTo>
                <a:cubicBezTo>
                  <a:pt x="47" y="1"/>
                  <a:pt x="33" y="13"/>
                  <a:pt x="2" y="13"/>
                </a:cubicBezTo>
                <a:cubicBezTo>
                  <a:pt x="1" y="13"/>
                  <a:pt x="0" y="14"/>
                  <a:pt x="0" y="15"/>
                </a:cubicBezTo>
                <a:cubicBezTo>
                  <a:pt x="8" y="68"/>
                  <a:pt x="8" y="68"/>
                  <a:pt x="8" y="68"/>
                </a:cubicBezTo>
                <a:cubicBezTo>
                  <a:pt x="11" y="90"/>
                  <a:pt x="46" y="107"/>
                  <a:pt x="47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9" y="108"/>
                  <a:pt x="49" y="108"/>
                  <a:pt x="49" y="108"/>
                </a:cubicBezTo>
                <a:cubicBezTo>
                  <a:pt x="50" y="107"/>
                  <a:pt x="86" y="90"/>
                  <a:pt x="88" y="68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14"/>
                  <a:pt x="95" y="13"/>
                  <a:pt x="94" y="13"/>
                </a:cubicBezTo>
                <a:moveTo>
                  <a:pt x="48" y="96"/>
                </a:moveTo>
                <a:cubicBezTo>
                  <a:pt x="46" y="96"/>
                  <a:pt x="19" y="82"/>
                  <a:pt x="17" y="65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2"/>
                  <a:pt x="9" y="22"/>
                  <a:pt x="10" y="22"/>
                </a:cubicBezTo>
                <a:cubicBezTo>
                  <a:pt x="35" y="22"/>
                  <a:pt x="47" y="13"/>
                  <a:pt x="47" y="12"/>
                </a:cubicBezTo>
                <a:cubicBezTo>
                  <a:pt x="47" y="12"/>
                  <a:pt x="48" y="12"/>
                  <a:pt x="48" y="1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2"/>
                  <a:pt x="48" y="12"/>
                  <a:pt x="48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3"/>
                  <a:pt x="61" y="22"/>
                  <a:pt x="86" y="22"/>
                </a:cubicBezTo>
                <a:cubicBezTo>
                  <a:pt x="87" y="22"/>
                  <a:pt x="87" y="22"/>
                  <a:pt x="87" y="23"/>
                </a:cubicBezTo>
                <a:cubicBezTo>
                  <a:pt x="79" y="65"/>
                  <a:pt x="79" y="65"/>
                  <a:pt x="79" y="65"/>
                </a:cubicBezTo>
                <a:cubicBezTo>
                  <a:pt x="77" y="82"/>
                  <a:pt x="50" y="96"/>
                  <a:pt x="49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9" name="Freeform 135"/>
          <p:cNvSpPr>
            <a:spLocks/>
          </p:cNvSpPr>
          <p:nvPr/>
        </p:nvSpPr>
        <p:spPr bwMode="auto">
          <a:xfrm>
            <a:off x="853849" y="2609851"/>
            <a:ext cx="165100" cy="182563"/>
          </a:xfrm>
          <a:custGeom>
            <a:avLst/>
            <a:gdLst>
              <a:gd name="T0" fmla="*/ 0 w 39"/>
              <a:gd name="T1" fmla="*/ 0 h 43"/>
              <a:gd name="T2" fmla="*/ 0 w 39"/>
              <a:gd name="T3" fmla="*/ 42 h 43"/>
              <a:gd name="T4" fmla="*/ 33 w 39"/>
              <a:gd name="T5" fmla="*/ 43 h 43"/>
              <a:gd name="T6" fmla="*/ 39 w 39"/>
              <a:gd name="T7" fmla="*/ 11 h 43"/>
              <a:gd name="T8" fmla="*/ 38 w 39"/>
              <a:gd name="T9" fmla="*/ 10 h 43"/>
              <a:gd name="T10" fmla="*/ 1 w 39"/>
              <a:gd name="T11" fmla="*/ 0 h 43"/>
              <a:gd name="T12" fmla="*/ 0 w 39"/>
              <a:gd name="T13" fmla="*/ 0 h 43"/>
              <a:gd name="T14" fmla="*/ 0 w 39"/>
              <a:gd name="T15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9" h="43">
                <a:moveTo>
                  <a:pt x="0" y="0"/>
                </a:moveTo>
                <a:cubicBezTo>
                  <a:pt x="0" y="42"/>
                  <a:pt x="0" y="42"/>
                  <a:pt x="0" y="42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8" y="10"/>
                </a:cubicBezTo>
                <a:cubicBezTo>
                  <a:pt x="13" y="1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0" name="Freeform 136"/>
          <p:cNvSpPr>
            <a:spLocks noEditPoints="1"/>
          </p:cNvSpPr>
          <p:nvPr/>
        </p:nvSpPr>
        <p:spPr bwMode="auto">
          <a:xfrm>
            <a:off x="853849" y="2609851"/>
            <a:ext cx="165100" cy="182563"/>
          </a:xfrm>
          <a:custGeom>
            <a:avLst/>
            <a:gdLst>
              <a:gd name="T0" fmla="*/ 39 w 39"/>
              <a:gd name="T1" fmla="*/ 11 h 43"/>
              <a:gd name="T2" fmla="*/ 33 w 39"/>
              <a:gd name="T3" fmla="*/ 43 h 43"/>
              <a:gd name="T4" fmla="*/ 33 w 39"/>
              <a:gd name="T5" fmla="*/ 43 h 43"/>
              <a:gd name="T6" fmla="*/ 39 w 39"/>
              <a:gd name="T7" fmla="*/ 11 h 43"/>
              <a:gd name="T8" fmla="*/ 0 w 39"/>
              <a:gd name="T9" fmla="*/ 0 h 43"/>
              <a:gd name="T10" fmla="*/ 0 w 39"/>
              <a:gd name="T11" fmla="*/ 0 h 43"/>
              <a:gd name="T12" fmla="*/ 0 w 39"/>
              <a:gd name="T13" fmla="*/ 0 h 43"/>
              <a:gd name="T14" fmla="*/ 1 w 39"/>
              <a:gd name="T15" fmla="*/ 0 h 43"/>
              <a:gd name="T16" fmla="*/ 38 w 39"/>
              <a:gd name="T17" fmla="*/ 10 h 43"/>
              <a:gd name="T18" fmla="*/ 39 w 39"/>
              <a:gd name="T19" fmla="*/ 11 h 43"/>
              <a:gd name="T20" fmla="*/ 39 w 39"/>
              <a:gd name="T21" fmla="*/ 11 h 43"/>
              <a:gd name="T22" fmla="*/ 38 w 39"/>
              <a:gd name="T23" fmla="*/ 10 h 43"/>
              <a:gd name="T24" fmla="*/ 1 w 39"/>
              <a:gd name="T25" fmla="*/ 0 h 43"/>
              <a:gd name="T26" fmla="*/ 0 w 39"/>
              <a:gd name="T27" fmla="*/ 0 h 43"/>
              <a:gd name="T28" fmla="*/ 0 w 39"/>
              <a:gd name="T2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9" h="43">
                <a:moveTo>
                  <a:pt x="39" y="11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11"/>
                  <a:pt x="39" y="11"/>
                  <a:pt x="39" y="11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1"/>
                  <a:pt x="13" y="10"/>
                  <a:pt x="38" y="10"/>
                </a:cubicBezTo>
                <a:cubicBezTo>
                  <a:pt x="39" y="10"/>
                  <a:pt x="39" y="10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8" y="10"/>
                </a:cubicBezTo>
                <a:cubicBezTo>
                  <a:pt x="13" y="1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1" name="Freeform 137"/>
          <p:cNvSpPr>
            <a:spLocks/>
          </p:cNvSpPr>
          <p:nvPr/>
        </p:nvSpPr>
        <p:spPr bwMode="auto">
          <a:xfrm>
            <a:off x="688749" y="2655889"/>
            <a:ext cx="25400" cy="136525"/>
          </a:xfrm>
          <a:custGeom>
            <a:avLst/>
            <a:gdLst>
              <a:gd name="T0" fmla="*/ 0 w 16"/>
              <a:gd name="T1" fmla="*/ 0 h 86"/>
              <a:gd name="T2" fmla="*/ 10 w 16"/>
              <a:gd name="T3" fmla="*/ 59 h 86"/>
              <a:gd name="T4" fmla="*/ 16 w 16"/>
              <a:gd name="T5" fmla="*/ 86 h 86"/>
              <a:gd name="T6" fmla="*/ 16 w 16"/>
              <a:gd name="T7" fmla="*/ 86 h 86"/>
              <a:gd name="T8" fmla="*/ 0 w 16"/>
              <a:gd name="T9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86">
                <a:moveTo>
                  <a:pt x="0" y="0"/>
                </a:moveTo>
                <a:lnTo>
                  <a:pt x="10" y="59"/>
                </a:lnTo>
                <a:lnTo>
                  <a:pt x="16" y="86"/>
                </a:lnTo>
                <a:lnTo>
                  <a:pt x="16" y="8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2" name="Freeform 138"/>
          <p:cNvSpPr>
            <a:spLocks/>
          </p:cNvSpPr>
          <p:nvPr/>
        </p:nvSpPr>
        <p:spPr bwMode="auto">
          <a:xfrm>
            <a:off x="688749" y="2655889"/>
            <a:ext cx="25400" cy="136525"/>
          </a:xfrm>
          <a:custGeom>
            <a:avLst/>
            <a:gdLst>
              <a:gd name="T0" fmla="*/ 0 w 16"/>
              <a:gd name="T1" fmla="*/ 0 h 86"/>
              <a:gd name="T2" fmla="*/ 10 w 16"/>
              <a:gd name="T3" fmla="*/ 59 h 86"/>
              <a:gd name="T4" fmla="*/ 16 w 16"/>
              <a:gd name="T5" fmla="*/ 86 h 86"/>
              <a:gd name="T6" fmla="*/ 16 w 16"/>
              <a:gd name="T7" fmla="*/ 86 h 86"/>
              <a:gd name="T8" fmla="*/ 0 w 16"/>
              <a:gd name="T9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86">
                <a:moveTo>
                  <a:pt x="0" y="0"/>
                </a:moveTo>
                <a:lnTo>
                  <a:pt x="10" y="59"/>
                </a:lnTo>
                <a:lnTo>
                  <a:pt x="16" y="86"/>
                </a:lnTo>
                <a:lnTo>
                  <a:pt x="16" y="86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3" name="Freeform 139"/>
          <p:cNvSpPr>
            <a:spLocks/>
          </p:cNvSpPr>
          <p:nvPr/>
        </p:nvSpPr>
        <p:spPr bwMode="auto">
          <a:xfrm>
            <a:off x="704624" y="2749551"/>
            <a:ext cx="9525" cy="42863"/>
          </a:xfrm>
          <a:custGeom>
            <a:avLst/>
            <a:gdLst>
              <a:gd name="T0" fmla="*/ 0 w 6"/>
              <a:gd name="T1" fmla="*/ 0 h 27"/>
              <a:gd name="T2" fmla="*/ 6 w 6"/>
              <a:gd name="T3" fmla="*/ 27 h 27"/>
              <a:gd name="T4" fmla="*/ 6 w 6"/>
              <a:gd name="T5" fmla="*/ 27 h 27"/>
              <a:gd name="T6" fmla="*/ 0 w 6"/>
              <a:gd name="T7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27">
                <a:moveTo>
                  <a:pt x="0" y="0"/>
                </a:moveTo>
                <a:lnTo>
                  <a:pt x="6" y="27"/>
                </a:lnTo>
                <a:lnTo>
                  <a:pt x="6" y="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4" name="Freeform 140"/>
          <p:cNvSpPr>
            <a:spLocks/>
          </p:cNvSpPr>
          <p:nvPr/>
        </p:nvSpPr>
        <p:spPr bwMode="auto">
          <a:xfrm>
            <a:off x="704624" y="2749551"/>
            <a:ext cx="9525" cy="42863"/>
          </a:xfrm>
          <a:custGeom>
            <a:avLst/>
            <a:gdLst>
              <a:gd name="T0" fmla="*/ 0 w 6"/>
              <a:gd name="T1" fmla="*/ 0 h 27"/>
              <a:gd name="T2" fmla="*/ 6 w 6"/>
              <a:gd name="T3" fmla="*/ 27 h 27"/>
              <a:gd name="T4" fmla="*/ 6 w 6"/>
              <a:gd name="T5" fmla="*/ 27 h 27"/>
              <a:gd name="T6" fmla="*/ 0 w 6"/>
              <a:gd name="T7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27">
                <a:moveTo>
                  <a:pt x="0" y="0"/>
                </a:moveTo>
                <a:lnTo>
                  <a:pt x="6" y="27"/>
                </a:lnTo>
                <a:lnTo>
                  <a:pt x="6" y="27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5" name="Freeform 141"/>
          <p:cNvSpPr>
            <a:spLocks/>
          </p:cNvSpPr>
          <p:nvPr/>
        </p:nvSpPr>
        <p:spPr bwMode="auto">
          <a:xfrm>
            <a:off x="714149" y="2787651"/>
            <a:ext cx="139700" cy="177800"/>
          </a:xfrm>
          <a:custGeom>
            <a:avLst/>
            <a:gdLst>
              <a:gd name="T0" fmla="*/ 33 w 33"/>
              <a:gd name="T1" fmla="*/ 0 h 42"/>
              <a:gd name="T2" fmla="*/ 0 w 33"/>
              <a:gd name="T3" fmla="*/ 1 h 42"/>
              <a:gd name="T4" fmla="*/ 2 w 33"/>
              <a:gd name="T5" fmla="*/ 11 h 42"/>
              <a:gd name="T6" fmla="*/ 2 w 33"/>
              <a:gd name="T7" fmla="*/ 11 h 42"/>
              <a:gd name="T8" fmla="*/ 32 w 33"/>
              <a:gd name="T9" fmla="*/ 42 h 42"/>
              <a:gd name="T10" fmla="*/ 33 w 33"/>
              <a:gd name="T11" fmla="*/ 42 h 42"/>
              <a:gd name="T12" fmla="*/ 33 w 33"/>
              <a:gd name="T13" fmla="*/ 42 h 42"/>
              <a:gd name="T14" fmla="*/ 33 w 33"/>
              <a:gd name="T15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3" h="42">
                <a:moveTo>
                  <a:pt x="33" y="0"/>
                </a:moveTo>
                <a:cubicBezTo>
                  <a:pt x="0" y="1"/>
                  <a:pt x="0" y="1"/>
                  <a:pt x="0" y="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28"/>
                  <a:pt x="29" y="40"/>
                  <a:pt x="32" y="42"/>
                </a:cubicBezTo>
                <a:cubicBezTo>
                  <a:pt x="32" y="42"/>
                  <a:pt x="33" y="42"/>
                  <a:pt x="33" y="42"/>
                </a:cubicBezTo>
                <a:cubicBezTo>
                  <a:pt x="33" y="42"/>
                  <a:pt x="33" y="42"/>
                  <a:pt x="33" y="42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6" name="Freeform 142"/>
          <p:cNvSpPr>
            <a:spLocks/>
          </p:cNvSpPr>
          <p:nvPr/>
        </p:nvSpPr>
        <p:spPr bwMode="auto">
          <a:xfrm>
            <a:off x="722087" y="2833689"/>
            <a:ext cx="127000" cy="131763"/>
          </a:xfrm>
          <a:custGeom>
            <a:avLst/>
            <a:gdLst>
              <a:gd name="T0" fmla="*/ 0 w 30"/>
              <a:gd name="T1" fmla="*/ 0 h 31"/>
              <a:gd name="T2" fmla="*/ 30 w 30"/>
              <a:gd name="T3" fmla="*/ 31 h 31"/>
              <a:gd name="T4" fmla="*/ 0 w 30"/>
              <a:gd name="T5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31">
                <a:moveTo>
                  <a:pt x="0" y="0"/>
                </a:moveTo>
                <a:cubicBezTo>
                  <a:pt x="0" y="17"/>
                  <a:pt x="27" y="29"/>
                  <a:pt x="30" y="31"/>
                </a:cubicBezTo>
                <a:cubicBezTo>
                  <a:pt x="27" y="29"/>
                  <a:pt x="2" y="17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7" name="Freeform 143"/>
          <p:cNvSpPr>
            <a:spLocks/>
          </p:cNvSpPr>
          <p:nvPr/>
        </p:nvSpPr>
        <p:spPr bwMode="auto">
          <a:xfrm>
            <a:off x="1523774" y="2605089"/>
            <a:ext cx="212725" cy="369888"/>
          </a:xfrm>
          <a:custGeom>
            <a:avLst/>
            <a:gdLst>
              <a:gd name="T0" fmla="*/ 51 w 134"/>
              <a:gd name="T1" fmla="*/ 219 h 233"/>
              <a:gd name="T2" fmla="*/ 0 w 134"/>
              <a:gd name="T3" fmla="*/ 219 h 233"/>
              <a:gd name="T4" fmla="*/ 0 w 134"/>
              <a:gd name="T5" fmla="*/ 233 h 233"/>
              <a:gd name="T6" fmla="*/ 134 w 134"/>
              <a:gd name="T7" fmla="*/ 233 h 233"/>
              <a:gd name="T8" fmla="*/ 134 w 134"/>
              <a:gd name="T9" fmla="*/ 219 h 233"/>
              <a:gd name="T10" fmla="*/ 72 w 134"/>
              <a:gd name="T11" fmla="*/ 219 h 233"/>
              <a:gd name="T12" fmla="*/ 72 w 134"/>
              <a:gd name="T13" fmla="*/ 0 h 233"/>
              <a:gd name="T14" fmla="*/ 61 w 134"/>
              <a:gd name="T15" fmla="*/ 0 h 233"/>
              <a:gd name="T16" fmla="*/ 51 w 134"/>
              <a:gd name="T17" fmla="*/ 0 h 233"/>
              <a:gd name="T18" fmla="*/ 51 w 134"/>
              <a:gd name="T19" fmla="*/ 219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4" h="233">
                <a:moveTo>
                  <a:pt x="51" y="219"/>
                </a:moveTo>
                <a:lnTo>
                  <a:pt x="0" y="219"/>
                </a:lnTo>
                <a:lnTo>
                  <a:pt x="0" y="233"/>
                </a:lnTo>
                <a:lnTo>
                  <a:pt x="134" y="233"/>
                </a:lnTo>
                <a:lnTo>
                  <a:pt x="134" y="219"/>
                </a:lnTo>
                <a:lnTo>
                  <a:pt x="72" y="219"/>
                </a:lnTo>
                <a:lnTo>
                  <a:pt x="72" y="0"/>
                </a:lnTo>
                <a:lnTo>
                  <a:pt x="61" y="0"/>
                </a:lnTo>
                <a:lnTo>
                  <a:pt x="51" y="0"/>
                </a:lnTo>
                <a:lnTo>
                  <a:pt x="51" y="2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8" name="Freeform 144"/>
          <p:cNvSpPr>
            <a:spLocks noEditPoints="1"/>
          </p:cNvSpPr>
          <p:nvPr/>
        </p:nvSpPr>
        <p:spPr bwMode="auto">
          <a:xfrm>
            <a:off x="1366612" y="2536826"/>
            <a:ext cx="512763" cy="296863"/>
          </a:xfrm>
          <a:custGeom>
            <a:avLst/>
            <a:gdLst>
              <a:gd name="T0" fmla="*/ 121 w 121"/>
              <a:gd name="T1" fmla="*/ 55 h 70"/>
              <a:gd name="T2" fmla="*/ 121 w 121"/>
              <a:gd name="T3" fmla="*/ 55 h 70"/>
              <a:gd name="T4" fmla="*/ 106 w 121"/>
              <a:gd name="T5" fmla="*/ 14 h 70"/>
              <a:gd name="T6" fmla="*/ 109 w 121"/>
              <a:gd name="T7" fmla="*/ 14 h 70"/>
              <a:gd name="T8" fmla="*/ 109 w 121"/>
              <a:gd name="T9" fmla="*/ 10 h 70"/>
              <a:gd name="T10" fmla="*/ 70 w 121"/>
              <a:gd name="T11" fmla="*/ 8 h 70"/>
              <a:gd name="T12" fmla="*/ 70 w 121"/>
              <a:gd name="T13" fmla="*/ 8 h 70"/>
              <a:gd name="T14" fmla="*/ 62 w 121"/>
              <a:gd name="T15" fmla="*/ 8 h 70"/>
              <a:gd name="T16" fmla="*/ 62 w 121"/>
              <a:gd name="T17" fmla="*/ 2 h 70"/>
              <a:gd name="T18" fmla="*/ 60 w 121"/>
              <a:gd name="T19" fmla="*/ 0 h 70"/>
              <a:gd name="T20" fmla="*/ 58 w 121"/>
              <a:gd name="T21" fmla="*/ 2 h 70"/>
              <a:gd name="T22" fmla="*/ 58 w 121"/>
              <a:gd name="T23" fmla="*/ 8 h 70"/>
              <a:gd name="T24" fmla="*/ 51 w 121"/>
              <a:gd name="T25" fmla="*/ 8 h 70"/>
              <a:gd name="T26" fmla="*/ 51 w 121"/>
              <a:gd name="T27" fmla="*/ 8 h 70"/>
              <a:gd name="T28" fmla="*/ 12 w 121"/>
              <a:gd name="T29" fmla="*/ 10 h 70"/>
              <a:gd name="T30" fmla="*/ 12 w 121"/>
              <a:gd name="T31" fmla="*/ 14 h 70"/>
              <a:gd name="T32" fmla="*/ 14 w 121"/>
              <a:gd name="T33" fmla="*/ 14 h 70"/>
              <a:gd name="T34" fmla="*/ 0 w 121"/>
              <a:gd name="T35" fmla="*/ 55 h 70"/>
              <a:gd name="T36" fmla="*/ 0 w 121"/>
              <a:gd name="T37" fmla="*/ 55 h 70"/>
              <a:gd name="T38" fmla="*/ 0 w 121"/>
              <a:gd name="T39" fmla="*/ 55 h 70"/>
              <a:gd name="T40" fmla="*/ 0 w 121"/>
              <a:gd name="T41" fmla="*/ 55 h 70"/>
              <a:gd name="T42" fmla="*/ 0 w 121"/>
              <a:gd name="T43" fmla="*/ 55 h 70"/>
              <a:gd name="T44" fmla="*/ 15 w 121"/>
              <a:gd name="T45" fmla="*/ 70 h 70"/>
              <a:gd name="T46" fmla="*/ 31 w 121"/>
              <a:gd name="T47" fmla="*/ 55 h 70"/>
              <a:gd name="T48" fmla="*/ 31 w 121"/>
              <a:gd name="T49" fmla="*/ 55 h 70"/>
              <a:gd name="T50" fmla="*/ 31 w 121"/>
              <a:gd name="T51" fmla="*/ 55 h 70"/>
              <a:gd name="T52" fmla="*/ 31 w 121"/>
              <a:gd name="T53" fmla="*/ 55 h 70"/>
              <a:gd name="T54" fmla="*/ 31 w 121"/>
              <a:gd name="T55" fmla="*/ 55 h 70"/>
              <a:gd name="T56" fmla="*/ 16 w 121"/>
              <a:gd name="T57" fmla="*/ 14 h 70"/>
              <a:gd name="T58" fmla="*/ 51 w 121"/>
              <a:gd name="T59" fmla="*/ 14 h 70"/>
              <a:gd name="T60" fmla="*/ 51 w 121"/>
              <a:gd name="T61" fmla="*/ 16 h 70"/>
              <a:gd name="T62" fmla="*/ 59 w 121"/>
              <a:gd name="T63" fmla="*/ 16 h 70"/>
              <a:gd name="T64" fmla="*/ 60 w 121"/>
              <a:gd name="T65" fmla="*/ 16 h 70"/>
              <a:gd name="T66" fmla="*/ 61 w 121"/>
              <a:gd name="T67" fmla="*/ 16 h 70"/>
              <a:gd name="T68" fmla="*/ 70 w 121"/>
              <a:gd name="T69" fmla="*/ 16 h 70"/>
              <a:gd name="T70" fmla="*/ 70 w 121"/>
              <a:gd name="T71" fmla="*/ 14 h 70"/>
              <a:gd name="T72" fmla="*/ 104 w 121"/>
              <a:gd name="T73" fmla="*/ 14 h 70"/>
              <a:gd name="T74" fmla="*/ 90 w 121"/>
              <a:gd name="T75" fmla="*/ 55 h 70"/>
              <a:gd name="T76" fmla="*/ 90 w 121"/>
              <a:gd name="T77" fmla="*/ 55 h 70"/>
              <a:gd name="T78" fmla="*/ 90 w 121"/>
              <a:gd name="T79" fmla="*/ 55 h 70"/>
              <a:gd name="T80" fmla="*/ 90 w 121"/>
              <a:gd name="T81" fmla="*/ 55 h 70"/>
              <a:gd name="T82" fmla="*/ 90 w 121"/>
              <a:gd name="T83" fmla="*/ 55 h 70"/>
              <a:gd name="T84" fmla="*/ 105 w 121"/>
              <a:gd name="T85" fmla="*/ 70 h 70"/>
              <a:gd name="T86" fmla="*/ 121 w 121"/>
              <a:gd name="T87" fmla="*/ 55 h 70"/>
              <a:gd name="T88" fmla="*/ 121 w 121"/>
              <a:gd name="T89" fmla="*/ 55 h 70"/>
              <a:gd name="T90" fmla="*/ 121 w 121"/>
              <a:gd name="T91" fmla="*/ 55 h 70"/>
              <a:gd name="T92" fmla="*/ 15 w 121"/>
              <a:gd name="T93" fmla="*/ 55 h 70"/>
              <a:gd name="T94" fmla="*/ 1 w 121"/>
              <a:gd name="T95" fmla="*/ 55 h 70"/>
              <a:gd name="T96" fmla="*/ 15 w 121"/>
              <a:gd name="T97" fmla="*/ 15 h 70"/>
              <a:gd name="T98" fmla="*/ 15 w 121"/>
              <a:gd name="T99" fmla="*/ 55 h 70"/>
              <a:gd name="T100" fmla="*/ 30 w 121"/>
              <a:gd name="T101" fmla="*/ 55 h 70"/>
              <a:gd name="T102" fmla="*/ 16 w 121"/>
              <a:gd name="T103" fmla="*/ 55 h 70"/>
              <a:gd name="T104" fmla="*/ 16 w 121"/>
              <a:gd name="T105" fmla="*/ 15 h 70"/>
              <a:gd name="T106" fmla="*/ 30 w 121"/>
              <a:gd name="T107" fmla="*/ 55 h 70"/>
              <a:gd name="T108" fmla="*/ 105 w 121"/>
              <a:gd name="T109" fmla="*/ 55 h 70"/>
              <a:gd name="T110" fmla="*/ 91 w 121"/>
              <a:gd name="T111" fmla="*/ 55 h 70"/>
              <a:gd name="T112" fmla="*/ 105 w 121"/>
              <a:gd name="T113" fmla="*/ 15 h 70"/>
              <a:gd name="T114" fmla="*/ 105 w 121"/>
              <a:gd name="T115" fmla="*/ 55 h 70"/>
              <a:gd name="T116" fmla="*/ 106 w 121"/>
              <a:gd name="T117" fmla="*/ 55 h 70"/>
              <a:gd name="T118" fmla="*/ 106 w 121"/>
              <a:gd name="T119" fmla="*/ 15 h 70"/>
              <a:gd name="T120" fmla="*/ 120 w 121"/>
              <a:gd name="T121" fmla="*/ 55 h 70"/>
              <a:gd name="T122" fmla="*/ 106 w 121"/>
              <a:gd name="T123" fmla="*/ 5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1" h="70">
                <a:moveTo>
                  <a:pt x="121" y="55"/>
                </a:moveTo>
                <a:cubicBezTo>
                  <a:pt x="121" y="55"/>
                  <a:pt x="121" y="55"/>
                  <a:pt x="121" y="55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9" y="14"/>
                  <a:pt x="109" y="14"/>
                  <a:pt x="109" y="14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9" y="0"/>
                  <a:pt x="58" y="1"/>
                  <a:pt x="58" y="2"/>
                </a:cubicBezTo>
                <a:cubicBezTo>
                  <a:pt x="58" y="8"/>
                  <a:pt x="58" y="8"/>
                  <a:pt x="58" y="8"/>
                </a:cubicBezTo>
                <a:cubicBezTo>
                  <a:pt x="51" y="8"/>
                  <a:pt x="51" y="8"/>
                  <a:pt x="51" y="8"/>
                </a:cubicBezTo>
                <a:cubicBezTo>
                  <a:pt x="51" y="8"/>
                  <a:pt x="51" y="8"/>
                  <a:pt x="51" y="8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4"/>
                  <a:pt x="12" y="14"/>
                  <a:pt x="12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64"/>
                  <a:pt x="7" y="70"/>
                  <a:pt x="15" y="70"/>
                </a:cubicBezTo>
                <a:cubicBezTo>
                  <a:pt x="24" y="70"/>
                  <a:pt x="31" y="64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16" y="14"/>
                  <a:pt x="16" y="14"/>
                  <a:pt x="16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16"/>
                  <a:pt x="51" y="16"/>
                  <a:pt x="51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59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0" y="14"/>
                  <a:pt x="70" y="14"/>
                  <a:pt x="70" y="14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64"/>
                  <a:pt x="97" y="70"/>
                  <a:pt x="105" y="70"/>
                </a:cubicBezTo>
                <a:cubicBezTo>
                  <a:pt x="114" y="70"/>
                  <a:pt x="121" y="64"/>
                  <a:pt x="121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1" y="55"/>
                  <a:pt x="121" y="55"/>
                  <a:pt x="121" y="55"/>
                </a:cubicBezTo>
                <a:close/>
                <a:moveTo>
                  <a:pt x="15" y="55"/>
                </a:moveTo>
                <a:cubicBezTo>
                  <a:pt x="1" y="55"/>
                  <a:pt x="1" y="55"/>
                  <a:pt x="1" y="55"/>
                </a:cubicBezTo>
                <a:cubicBezTo>
                  <a:pt x="15" y="15"/>
                  <a:pt x="15" y="15"/>
                  <a:pt x="15" y="15"/>
                </a:cubicBezTo>
                <a:lnTo>
                  <a:pt x="15" y="55"/>
                </a:lnTo>
                <a:close/>
                <a:moveTo>
                  <a:pt x="30" y="55"/>
                </a:moveTo>
                <a:cubicBezTo>
                  <a:pt x="16" y="55"/>
                  <a:pt x="16" y="55"/>
                  <a:pt x="16" y="55"/>
                </a:cubicBezTo>
                <a:cubicBezTo>
                  <a:pt x="16" y="15"/>
                  <a:pt x="16" y="15"/>
                  <a:pt x="16" y="15"/>
                </a:cubicBezTo>
                <a:lnTo>
                  <a:pt x="30" y="55"/>
                </a:lnTo>
                <a:close/>
                <a:moveTo>
                  <a:pt x="105" y="55"/>
                </a:moveTo>
                <a:cubicBezTo>
                  <a:pt x="91" y="55"/>
                  <a:pt x="91" y="55"/>
                  <a:pt x="91" y="55"/>
                </a:cubicBezTo>
                <a:cubicBezTo>
                  <a:pt x="105" y="15"/>
                  <a:pt x="105" y="15"/>
                  <a:pt x="105" y="15"/>
                </a:cubicBezTo>
                <a:lnTo>
                  <a:pt x="105" y="55"/>
                </a:lnTo>
                <a:close/>
                <a:moveTo>
                  <a:pt x="106" y="55"/>
                </a:moveTo>
                <a:cubicBezTo>
                  <a:pt x="106" y="15"/>
                  <a:pt x="106" y="15"/>
                  <a:pt x="106" y="15"/>
                </a:cubicBezTo>
                <a:cubicBezTo>
                  <a:pt x="120" y="55"/>
                  <a:pt x="120" y="55"/>
                  <a:pt x="120" y="55"/>
                </a:cubicBezTo>
                <a:lnTo>
                  <a:pt x="106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9" name="Rectangle 145"/>
          <p:cNvSpPr>
            <a:spLocks noChangeArrowheads="1"/>
          </p:cNvSpPr>
          <p:nvPr/>
        </p:nvSpPr>
        <p:spPr bwMode="auto">
          <a:xfrm>
            <a:off x="1455512" y="2982914"/>
            <a:ext cx="3349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0" name="Freeform 146"/>
          <p:cNvSpPr>
            <a:spLocks/>
          </p:cNvSpPr>
          <p:nvPr/>
        </p:nvSpPr>
        <p:spPr bwMode="auto">
          <a:xfrm>
            <a:off x="2227037" y="2582864"/>
            <a:ext cx="238125" cy="319088"/>
          </a:xfrm>
          <a:custGeom>
            <a:avLst/>
            <a:gdLst>
              <a:gd name="T0" fmla="*/ 24 w 56"/>
              <a:gd name="T1" fmla="*/ 38 h 75"/>
              <a:gd name="T2" fmla="*/ 37 w 56"/>
              <a:gd name="T3" fmla="*/ 47 h 75"/>
              <a:gd name="T4" fmla="*/ 46 w 56"/>
              <a:gd name="T5" fmla="*/ 67 h 75"/>
              <a:gd name="T6" fmla="*/ 52 w 56"/>
              <a:gd name="T7" fmla="*/ 37 h 75"/>
              <a:gd name="T8" fmla="*/ 22 w 56"/>
              <a:gd name="T9" fmla="*/ 5 h 75"/>
              <a:gd name="T10" fmla="*/ 21 w 56"/>
              <a:gd name="T11" fmla="*/ 26 h 75"/>
              <a:gd name="T12" fmla="*/ 6 w 56"/>
              <a:gd name="T13" fmla="*/ 0 h 75"/>
              <a:gd name="T14" fmla="*/ 6 w 56"/>
              <a:gd name="T15" fmla="*/ 32 h 75"/>
              <a:gd name="T16" fmla="*/ 3 w 56"/>
              <a:gd name="T17" fmla="*/ 55 h 75"/>
              <a:gd name="T18" fmla="*/ 25 w 56"/>
              <a:gd name="T19" fmla="*/ 75 h 75"/>
              <a:gd name="T20" fmla="*/ 23 w 56"/>
              <a:gd name="T21" fmla="*/ 55 h 75"/>
              <a:gd name="T22" fmla="*/ 24 w 56"/>
              <a:gd name="T23" fmla="*/ 38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6" h="75">
                <a:moveTo>
                  <a:pt x="24" y="38"/>
                </a:moveTo>
                <a:cubicBezTo>
                  <a:pt x="25" y="38"/>
                  <a:pt x="30" y="45"/>
                  <a:pt x="37" y="47"/>
                </a:cubicBezTo>
                <a:cubicBezTo>
                  <a:pt x="44" y="50"/>
                  <a:pt x="47" y="58"/>
                  <a:pt x="46" y="67"/>
                </a:cubicBezTo>
                <a:cubicBezTo>
                  <a:pt x="46" y="67"/>
                  <a:pt x="56" y="51"/>
                  <a:pt x="52" y="37"/>
                </a:cubicBezTo>
                <a:cubicBezTo>
                  <a:pt x="44" y="16"/>
                  <a:pt x="34" y="18"/>
                  <a:pt x="22" y="5"/>
                </a:cubicBezTo>
                <a:cubicBezTo>
                  <a:pt x="22" y="5"/>
                  <a:pt x="27" y="18"/>
                  <a:pt x="21" y="26"/>
                </a:cubicBezTo>
                <a:cubicBezTo>
                  <a:pt x="21" y="26"/>
                  <a:pt x="15" y="6"/>
                  <a:pt x="6" y="0"/>
                </a:cubicBezTo>
                <a:cubicBezTo>
                  <a:pt x="6" y="0"/>
                  <a:pt x="12" y="16"/>
                  <a:pt x="6" y="32"/>
                </a:cubicBezTo>
                <a:cubicBezTo>
                  <a:pt x="0" y="44"/>
                  <a:pt x="1" y="49"/>
                  <a:pt x="3" y="55"/>
                </a:cubicBezTo>
                <a:cubicBezTo>
                  <a:pt x="5" y="61"/>
                  <a:pt x="11" y="72"/>
                  <a:pt x="25" y="75"/>
                </a:cubicBezTo>
                <a:cubicBezTo>
                  <a:pt x="25" y="75"/>
                  <a:pt x="17" y="67"/>
                  <a:pt x="23" y="55"/>
                </a:cubicBezTo>
                <a:cubicBezTo>
                  <a:pt x="28" y="43"/>
                  <a:pt x="25" y="39"/>
                  <a:pt x="24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1" name="Freeform 147"/>
          <p:cNvSpPr>
            <a:spLocks/>
          </p:cNvSpPr>
          <p:nvPr/>
        </p:nvSpPr>
        <p:spPr bwMode="auto">
          <a:xfrm>
            <a:off x="2355624" y="2843214"/>
            <a:ext cx="274638" cy="160338"/>
          </a:xfrm>
          <a:custGeom>
            <a:avLst/>
            <a:gdLst>
              <a:gd name="T0" fmla="*/ 65 w 65"/>
              <a:gd name="T1" fmla="*/ 33 h 38"/>
              <a:gd name="T2" fmla="*/ 11 w 65"/>
              <a:gd name="T3" fmla="*/ 6 h 38"/>
              <a:gd name="T4" fmla="*/ 8 w 65"/>
              <a:gd name="T5" fmla="*/ 2 h 38"/>
              <a:gd name="T6" fmla="*/ 1 w 65"/>
              <a:gd name="T7" fmla="*/ 2 h 38"/>
              <a:gd name="T8" fmla="*/ 3 w 65"/>
              <a:gd name="T9" fmla="*/ 9 h 38"/>
              <a:gd name="T10" fmla="*/ 8 w 65"/>
              <a:gd name="T11" fmla="*/ 10 h 38"/>
              <a:gd name="T12" fmla="*/ 63 w 65"/>
              <a:gd name="T13" fmla="*/ 38 h 38"/>
              <a:gd name="T14" fmla="*/ 65 w 65"/>
              <a:gd name="T15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" h="38">
                <a:moveTo>
                  <a:pt x="65" y="33"/>
                </a:moveTo>
                <a:cubicBezTo>
                  <a:pt x="11" y="6"/>
                  <a:pt x="11" y="6"/>
                  <a:pt x="11" y="6"/>
                </a:cubicBezTo>
                <a:cubicBezTo>
                  <a:pt x="11" y="4"/>
                  <a:pt x="10" y="3"/>
                  <a:pt x="8" y="2"/>
                </a:cubicBezTo>
                <a:cubicBezTo>
                  <a:pt x="5" y="0"/>
                  <a:pt x="2" y="0"/>
                  <a:pt x="1" y="2"/>
                </a:cubicBezTo>
                <a:cubicBezTo>
                  <a:pt x="0" y="4"/>
                  <a:pt x="1" y="7"/>
                  <a:pt x="3" y="9"/>
                </a:cubicBezTo>
                <a:cubicBezTo>
                  <a:pt x="5" y="10"/>
                  <a:pt x="7" y="10"/>
                  <a:pt x="8" y="10"/>
                </a:cubicBezTo>
                <a:cubicBezTo>
                  <a:pt x="63" y="38"/>
                  <a:pt x="63" y="38"/>
                  <a:pt x="63" y="38"/>
                </a:cubicBezTo>
                <a:lnTo>
                  <a:pt x="65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2" name="Freeform 148"/>
          <p:cNvSpPr>
            <a:spLocks/>
          </p:cNvSpPr>
          <p:nvPr/>
        </p:nvSpPr>
        <p:spPr bwMode="auto">
          <a:xfrm>
            <a:off x="2923949" y="2740026"/>
            <a:ext cx="269875" cy="273050"/>
          </a:xfrm>
          <a:custGeom>
            <a:avLst/>
            <a:gdLst>
              <a:gd name="T0" fmla="*/ 3 w 64"/>
              <a:gd name="T1" fmla="*/ 50 h 64"/>
              <a:gd name="T2" fmla="*/ 3 w 64"/>
              <a:gd name="T3" fmla="*/ 61 h 64"/>
              <a:gd name="T4" fmla="*/ 14 w 64"/>
              <a:gd name="T5" fmla="*/ 61 h 64"/>
              <a:gd name="T6" fmla="*/ 64 w 64"/>
              <a:gd name="T7" fmla="*/ 11 h 64"/>
              <a:gd name="T8" fmla="*/ 53 w 64"/>
              <a:gd name="T9" fmla="*/ 0 h 64"/>
              <a:gd name="T10" fmla="*/ 3 w 64"/>
              <a:gd name="T11" fmla="*/ 5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4" h="64">
                <a:moveTo>
                  <a:pt x="3" y="50"/>
                </a:moveTo>
                <a:cubicBezTo>
                  <a:pt x="0" y="53"/>
                  <a:pt x="0" y="58"/>
                  <a:pt x="3" y="61"/>
                </a:cubicBezTo>
                <a:cubicBezTo>
                  <a:pt x="6" y="64"/>
                  <a:pt x="11" y="64"/>
                  <a:pt x="14" y="61"/>
                </a:cubicBezTo>
                <a:cubicBezTo>
                  <a:pt x="64" y="11"/>
                  <a:pt x="64" y="11"/>
                  <a:pt x="64" y="11"/>
                </a:cubicBezTo>
                <a:cubicBezTo>
                  <a:pt x="53" y="0"/>
                  <a:pt x="53" y="0"/>
                  <a:pt x="53" y="0"/>
                </a:cubicBezTo>
                <a:lnTo>
                  <a:pt x="3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3" name="Freeform 149"/>
          <p:cNvSpPr>
            <a:spLocks/>
          </p:cNvSpPr>
          <p:nvPr/>
        </p:nvSpPr>
        <p:spPr bwMode="auto">
          <a:xfrm>
            <a:off x="3143024" y="2630489"/>
            <a:ext cx="161925" cy="161925"/>
          </a:xfrm>
          <a:custGeom>
            <a:avLst/>
            <a:gdLst>
              <a:gd name="T0" fmla="*/ 49 w 102"/>
              <a:gd name="T1" fmla="*/ 102 h 102"/>
              <a:gd name="T2" fmla="*/ 102 w 102"/>
              <a:gd name="T3" fmla="*/ 51 h 102"/>
              <a:gd name="T4" fmla="*/ 54 w 102"/>
              <a:gd name="T5" fmla="*/ 0 h 102"/>
              <a:gd name="T6" fmla="*/ 0 w 102"/>
              <a:gd name="T7" fmla="*/ 53 h 102"/>
              <a:gd name="T8" fmla="*/ 49 w 102"/>
              <a:gd name="T9" fmla="*/ 10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2" h="102">
                <a:moveTo>
                  <a:pt x="49" y="102"/>
                </a:moveTo>
                <a:lnTo>
                  <a:pt x="102" y="51"/>
                </a:lnTo>
                <a:lnTo>
                  <a:pt x="54" y="0"/>
                </a:lnTo>
                <a:lnTo>
                  <a:pt x="0" y="53"/>
                </a:lnTo>
                <a:lnTo>
                  <a:pt x="49" y="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4" name="Freeform 150"/>
          <p:cNvSpPr>
            <a:spLocks/>
          </p:cNvSpPr>
          <p:nvPr/>
        </p:nvSpPr>
        <p:spPr bwMode="auto">
          <a:xfrm>
            <a:off x="3104924" y="2597151"/>
            <a:ext cx="106363" cy="104775"/>
          </a:xfrm>
          <a:custGeom>
            <a:avLst/>
            <a:gdLst>
              <a:gd name="T0" fmla="*/ 25 w 25"/>
              <a:gd name="T1" fmla="*/ 5 h 25"/>
              <a:gd name="T2" fmla="*/ 6 w 25"/>
              <a:gd name="T3" fmla="*/ 5 h 25"/>
              <a:gd name="T4" fmla="*/ 6 w 25"/>
              <a:gd name="T5" fmla="*/ 25 h 25"/>
              <a:gd name="T6" fmla="*/ 25 w 25"/>
              <a:gd name="T7" fmla="*/ 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" h="25">
                <a:moveTo>
                  <a:pt x="25" y="5"/>
                </a:moveTo>
                <a:cubicBezTo>
                  <a:pt x="20" y="0"/>
                  <a:pt x="11" y="0"/>
                  <a:pt x="6" y="5"/>
                </a:cubicBezTo>
                <a:cubicBezTo>
                  <a:pt x="0" y="10"/>
                  <a:pt x="0" y="19"/>
                  <a:pt x="6" y="25"/>
                </a:cubicBezTo>
                <a:lnTo>
                  <a:pt x="25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5" name="Freeform 151"/>
          <p:cNvSpPr>
            <a:spLocks/>
          </p:cNvSpPr>
          <p:nvPr/>
        </p:nvSpPr>
        <p:spPr bwMode="auto">
          <a:xfrm>
            <a:off x="3236687" y="2724151"/>
            <a:ext cx="114300" cy="114300"/>
          </a:xfrm>
          <a:custGeom>
            <a:avLst/>
            <a:gdLst>
              <a:gd name="T0" fmla="*/ 2 w 27"/>
              <a:gd name="T1" fmla="*/ 22 h 27"/>
              <a:gd name="T2" fmla="*/ 21 w 27"/>
              <a:gd name="T3" fmla="*/ 22 h 27"/>
              <a:gd name="T4" fmla="*/ 21 w 27"/>
              <a:gd name="T5" fmla="*/ 2 h 27"/>
              <a:gd name="T6" fmla="*/ 19 w 27"/>
              <a:gd name="T7" fmla="*/ 0 h 27"/>
              <a:gd name="T8" fmla="*/ 0 w 27"/>
              <a:gd name="T9" fmla="*/ 20 h 27"/>
              <a:gd name="T10" fmla="*/ 2 w 27"/>
              <a:gd name="T11" fmla="*/ 2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27">
                <a:moveTo>
                  <a:pt x="2" y="22"/>
                </a:moveTo>
                <a:cubicBezTo>
                  <a:pt x="7" y="27"/>
                  <a:pt x="16" y="27"/>
                  <a:pt x="21" y="22"/>
                </a:cubicBezTo>
                <a:cubicBezTo>
                  <a:pt x="27" y="16"/>
                  <a:pt x="27" y="7"/>
                  <a:pt x="21" y="2"/>
                </a:cubicBezTo>
                <a:cubicBezTo>
                  <a:pt x="19" y="0"/>
                  <a:pt x="19" y="0"/>
                  <a:pt x="19" y="0"/>
                </a:cubicBezTo>
                <a:cubicBezTo>
                  <a:pt x="0" y="20"/>
                  <a:pt x="0" y="20"/>
                  <a:pt x="0" y="20"/>
                </a:cubicBezTo>
                <a:lnTo>
                  <a:pt x="2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6" name="Freeform 152"/>
          <p:cNvSpPr>
            <a:spLocks/>
          </p:cNvSpPr>
          <p:nvPr/>
        </p:nvSpPr>
        <p:spPr bwMode="auto">
          <a:xfrm>
            <a:off x="3198587" y="2936876"/>
            <a:ext cx="304800" cy="50800"/>
          </a:xfrm>
          <a:custGeom>
            <a:avLst/>
            <a:gdLst>
              <a:gd name="T0" fmla="*/ 166 w 192"/>
              <a:gd name="T1" fmla="*/ 18 h 32"/>
              <a:gd name="T2" fmla="*/ 166 w 192"/>
              <a:gd name="T3" fmla="*/ 0 h 32"/>
              <a:gd name="T4" fmla="*/ 27 w 192"/>
              <a:gd name="T5" fmla="*/ 0 h 32"/>
              <a:gd name="T6" fmla="*/ 27 w 192"/>
              <a:gd name="T7" fmla="*/ 18 h 32"/>
              <a:gd name="T8" fmla="*/ 0 w 192"/>
              <a:gd name="T9" fmla="*/ 18 h 32"/>
              <a:gd name="T10" fmla="*/ 0 w 192"/>
              <a:gd name="T11" fmla="*/ 32 h 32"/>
              <a:gd name="T12" fmla="*/ 27 w 192"/>
              <a:gd name="T13" fmla="*/ 32 h 32"/>
              <a:gd name="T14" fmla="*/ 166 w 192"/>
              <a:gd name="T15" fmla="*/ 32 h 32"/>
              <a:gd name="T16" fmla="*/ 192 w 192"/>
              <a:gd name="T17" fmla="*/ 32 h 32"/>
              <a:gd name="T18" fmla="*/ 192 w 192"/>
              <a:gd name="T19" fmla="*/ 18 h 32"/>
              <a:gd name="T20" fmla="*/ 166 w 192"/>
              <a:gd name="T21" fmla="*/ 1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2" h="32">
                <a:moveTo>
                  <a:pt x="166" y="18"/>
                </a:moveTo>
                <a:lnTo>
                  <a:pt x="166" y="0"/>
                </a:lnTo>
                <a:lnTo>
                  <a:pt x="27" y="0"/>
                </a:lnTo>
                <a:lnTo>
                  <a:pt x="27" y="18"/>
                </a:lnTo>
                <a:lnTo>
                  <a:pt x="0" y="18"/>
                </a:lnTo>
                <a:lnTo>
                  <a:pt x="0" y="32"/>
                </a:lnTo>
                <a:lnTo>
                  <a:pt x="27" y="32"/>
                </a:lnTo>
                <a:lnTo>
                  <a:pt x="166" y="32"/>
                </a:lnTo>
                <a:lnTo>
                  <a:pt x="192" y="32"/>
                </a:lnTo>
                <a:lnTo>
                  <a:pt x="192" y="18"/>
                </a:lnTo>
                <a:lnTo>
                  <a:pt x="16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7" name="Freeform 153"/>
          <p:cNvSpPr>
            <a:spLocks noEditPoints="1"/>
          </p:cNvSpPr>
          <p:nvPr/>
        </p:nvSpPr>
        <p:spPr bwMode="auto">
          <a:xfrm>
            <a:off x="3771674" y="2536826"/>
            <a:ext cx="441325" cy="492125"/>
          </a:xfrm>
          <a:custGeom>
            <a:avLst/>
            <a:gdLst>
              <a:gd name="T0" fmla="*/ 91 w 104"/>
              <a:gd name="T1" fmla="*/ 5 h 116"/>
              <a:gd name="T2" fmla="*/ 79 w 104"/>
              <a:gd name="T3" fmla="*/ 22 h 116"/>
              <a:gd name="T4" fmla="*/ 57 w 104"/>
              <a:gd name="T5" fmla="*/ 24 h 116"/>
              <a:gd name="T6" fmla="*/ 0 w 104"/>
              <a:gd name="T7" fmla="*/ 80 h 116"/>
              <a:gd name="T8" fmla="*/ 36 w 104"/>
              <a:gd name="T9" fmla="*/ 116 h 116"/>
              <a:gd name="T10" fmla="*/ 93 w 104"/>
              <a:gd name="T11" fmla="*/ 60 h 116"/>
              <a:gd name="T12" fmla="*/ 94 w 104"/>
              <a:gd name="T13" fmla="*/ 34 h 116"/>
              <a:gd name="T14" fmla="*/ 104 w 104"/>
              <a:gd name="T15" fmla="*/ 13 h 116"/>
              <a:gd name="T16" fmla="*/ 91 w 104"/>
              <a:gd name="T17" fmla="*/ 5 h 116"/>
              <a:gd name="T18" fmla="*/ 82 w 104"/>
              <a:gd name="T19" fmla="*/ 45 h 116"/>
              <a:gd name="T20" fmla="*/ 71 w 104"/>
              <a:gd name="T21" fmla="*/ 45 h 116"/>
              <a:gd name="T22" fmla="*/ 71 w 104"/>
              <a:gd name="T23" fmla="*/ 34 h 116"/>
              <a:gd name="T24" fmla="*/ 77 w 104"/>
              <a:gd name="T25" fmla="*/ 32 h 116"/>
              <a:gd name="T26" fmla="*/ 84 w 104"/>
              <a:gd name="T27" fmla="*/ 40 h 116"/>
              <a:gd name="T28" fmla="*/ 82 w 104"/>
              <a:gd name="T29" fmla="*/ 45 h 116"/>
              <a:gd name="T30" fmla="*/ 79 w 104"/>
              <a:gd name="T31" fmla="*/ 32 h 116"/>
              <a:gd name="T32" fmla="*/ 82 w 104"/>
              <a:gd name="T33" fmla="*/ 34 h 116"/>
              <a:gd name="T34" fmla="*/ 84 w 104"/>
              <a:gd name="T35" fmla="*/ 38 h 116"/>
              <a:gd name="T36" fmla="*/ 79 w 104"/>
              <a:gd name="T37" fmla="*/ 32 h 116"/>
              <a:gd name="T38" fmla="*/ 80 w 104"/>
              <a:gd name="T39" fmla="*/ 22 h 116"/>
              <a:gd name="T40" fmla="*/ 91 w 104"/>
              <a:gd name="T41" fmla="*/ 7 h 116"/>
              <a:gd name="T42" fmla="*/ 102 w 104"/>
              <a:gd name="T43" fmla="*/ 14 h 116"/>
              <a:gd name="T44" fmla="*/ 94 w 104"/>
              <a:gd name="T45" fmla="*/ 32 h 116"/>
              <a:gd name="T46" fmla="*/ 94 w 104"/>
              <a:gd name="T47" fmla="*/ 21 h 116"/>
              <a:gd name="T48" fmla="*/ 80 w 104"/>
              <a:gd name="T49" fmla="*/ 2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16">
                <a:moveTo>
                  <a:pt x="91" y="5"/>
                </a:moveTo>
                <a:cubicBezTo>
                  <a:pt x="86" y="8"/>
                  <a:pt x="81" y="15"/>
                  <a:pt x="79" y="22"/>
                </a:cubicBezTo>
                <a:cubicBezTo>
                  <a:pt x="57" y="24"/>
                  <a:pt x="57" y="24"/>
                  <a:pt x="57" y="24"/>
                </a:cubicBezTo>
                <a:cubicBezTo>
                  <a:pt x="0" y="80"/>
                  <a:pt x="0" y="80"/>
                  <a:pt x="0" y="8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93" y="60"/>
                  <a:pt x="93" y="60"/>
                  <a:pt x="93" y="60"/>
                </a:cubicBezTo>
                <a:cubicBezTo>
                  <a:pt x="94" y="34"/>
                  <a:pt x="94" y="34"/>
                  <a:pt x="94" y="34"/>
                </a:cubicBezTo>
                <a:cubicBezTo>
                  <a:pt x="99" y="29"/>
                  <a:pt x="103" y="20"/>
                  <a:pt x="104" y="13"/>
                </a:cubicBezTo>
                <a:cubicBezTo>
                  <a:pt x="104" y="3"/>
                  <a:pt x="98" y="0"/>
                  <a:pt x="91" y="5"/>
                </a:cubicBezTo>
                <a:close/>
                <a:moveTo>
                  <a:pt x="82" y="45"/>
                </a:moveTo>
                <a:cubicBezTo>
                  <a:pt x="79" y="48"/>
                  <a:pt x="74" y="48"/>
                  <a:pt x="71" y="45"/>
                </a:cubicBezTo>
                <a:cubicBezTo>
                  <a:pt x="68" y="42"/>
                  <a:pt x="68" y="37"/>
                  <a:pt x="71" y="34"/>
                </a:cubicBezTo>
                <a:cubicBezTo>
                  <a:pt x="73" y="32"/>
                  <a:pt x="75" y="32"/>
                  <a:pt x="77" y="32"/>
                </a:cubicBezTo>
                <a:cubicBezTo>
                  <a:pt x="77" y="37"/>
                  <a:pt x="80" y="40"/>
                  <a:pt x="84" y="40"/>
                </a:cubicBezTo>
                <a:cubicBezTo>
                  <a:pt x="84" y="42"/>
                  <a:pt x="83" y="44"/>
                  <a:pt x="82" y="45"/>
                </a:cubicBezTo>
                <a:close/>
                <a:moveTo>
                  <a:pt x="79" y="32"/>
                </a:moveTo>
                <a:cubicBezTo>
                  <a:pt x="80" y="33"/>
                  <a:pt x="81" y="33"/>
                  <a:pt x="82" y="34"/>
                </a:cubicBezTo>
                <a:cubicBezTo>
                  <a:pt x="83" y="35"/>
                  <a:pt x="84" y="36"/>
                  <a:pt x="84" y="38"/>
                </a:cubicBezTo>
                <a:cubicBezTo>
                  <a:pt x="81" y="38"/>
                  <a:pt x="79" y="36"/>
                  <a:pt x="79" y="32"/>
                </a:cubicBezTo>
                <a:close/>
                <a:moveTo>
                  <a:pt x="80" y="22"/>
                </a:moveTo>
                <a:cubicBezTo>
                  <a:pt x="82" y="16"/>
                  <a:pt x="86" y="10"/>
                  <a:pt x="91" y="7"/>
                </a:cubicBezTo>
                <a:cubicBezTo>
                  <a:pt x="97" y="3"/>
                  <a:pt x="102" y="6"/>
                  <a:pt x="102" y="14"/>
                </a:cubicBezTo>
                <a:cubicBezTo>
                  <a:pt x="102" y="20"/>
                  <a:pt x="98" y="27"/>
                  <a:pt x="94" y="32"/>
                </a:cubicBezTo>
                <a:cubicBezTo>
                  <a:pt x="94" y="21"/>
                  <a:pt x="94" y="21"/>
                  <a:pt x="94" y="21"/>
                </a:cubicBezTo>
                <a:lnTo>
                  <a:pt x="80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8" name="Freeform 154"/>
          <p:cNvSpPr>
            <a:spLocks noEditPoints="1"/>
          </p:cNvSpPr>
          <p:nvPr/>
        </p:nvSpPr>
        <p:spPr bwMode="auto">
          <a:xfrm>
            <a:off x="4601937" y="2622551"/>
            <a:ext cx="555625" cy="355600"/>
          </a:xfrm>
          <a:custGeom>
            <a:avLst/>
            <a:gdLst>
              <a:gd name="T0" fmla="*/ 0 w 350"/>
              <a:gd name="T1" fmla="*/ 0 h 224"/>
              <a:gd name="T2" fmla="*/ 0 w 350"/>
              <a:gd name="T3" fmla="*/ 224 h 224"/>
              <a:gd name="T4" fmla="*/ 350 w 350"/>
              <a:gd name="T5" fmla="*/ 224 h 224"/>
              <a:gd name="T6" fmla="*/ 350 w 350"/>
              <a:gd name="T7" fmla="*/ 0 h 224"/>
              <a:gd name="T8" fmla="*/ 0 w 350"/>
              <a:gd name="T9" fmla="*/ 0 h 224"/>
              <a:gd name="T10" fmla="*/ 340 w 350"/>
              <a:gd name="T11" fmla="*/ 214 h 224"/>
              <a:gd name="T12" fmla="*/ 11 w 350"/>
              <a:gd name="T13" fmla="*/ 214 h 224"/>
              <a:gd name="T14" fmla="*/ 11 w 350"/>
              <a:gd name="T15" fmla="*/ 10 h 224"/>
              <a:gd name="T16" fmla="*/ 340 w 350"/>
              <a:gd name="T17" fmla="*/ 10 h 224"/>
              <a:gd name="T18" fmla="*/ 340 w 350"/>
              <a:gd name="T19" fmla="*/ 21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0" h="224">
                <a:moveTo>
                  <a:pt x="0" y="0"/>
                </a:moveTo>
                <a:lnTo>
                  <a:pt x="0" y="224"/>
                </a:lnTo>
                <a:lnTo>
                  <a:pt x="350" y="224"/>
                </a:lnTo>
                <a:lnTo>
                  <a:pt x="350" y="0"/>
                </a:lnTo>
                <a:lnTo>
                  <a:pt x="0" y="0"/>
                </a:lnTo>
                <a:close/>
                <a:moveTo>
                  <a:pt x="340" y="214"/>
                </a:moveTo>
                <a:lnTo>
                  <a:pt x="11" y="214"/>
                </a:lnTo>
                <a:lnTo>
                  <a:pt x="11" y="10"/>
                </a:lnTo>
                <a:lnTo>
                  <a:pt x="340" y="10"/>
                </a:lnTo>
                <a:lnTo>
                  <a:pt x="340" y="2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9" name="Rectangle 155"/>
          <p:cNvSpPr>
            <a:spLocks noChangeArrowheads="1"/>
          </p:cNvSpPr>
          <p:nvPr/>
        </p:nvSpPr>
        <p:spPr bwMode="auto">
          <a:xfrm>
            <a:off x="46574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0" name="Rectangle 156"/>
          <p:cNvSpPr>
            <a:spLocks noChangeArrowheads="1"/>
          </p:cNvSpPr>
          <p:nvPr/>
        </p:nvSpPr>
        <p:spPr bwMode="auto">
          <a:xfrm>
            <a:off x="46828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1" name="Rectangle 157"/>
          <p:cNvSpPr>
            <a:spLocks noChangeArrowheads="1"/>
          </p:cNvSpPr>
          <p:nvPr/>
        </p:nvSpPr>
        <p:spPr bwMode="auto">
          <a:xfrm>
            <a:off x="4713062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2" name="Rectangle 158"/>
          <p:cNvSpPr>
            <a:spLocks noChangeArrowheads="1"/>
          </p:cNvSpPr>
          <p:nvPr/>
        </p:nvSpPr>
        <p:spPr bwMode="auto">
          <a:xfrm>
            <a:off x="4738462" y="2660651"/>
            <a:ext cx="33338" cy="195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3" name="Rectangle 159"/>
          <p:cNvSpPr>
            <a:spLocks noChangeArrowheads="1"/>
          </p:cNvSpPr>
          <p:nvPr/>
        </p:nvSpPr>
        <p:spPr bwMode="auto">
          <a:xfrm>
            <a:off x="47844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4" name="Rectangle 160"/>
          <p:cNvSpPr>
            <a:spLocks noChangeArrowheads="1"/>
          </p:cNvSpPr>
          <p:nvPr/>
        </p:nvSpPr>
        <p:spPr bwMode="auto">
          <a:xfrm>
            <a:off x="48098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5" name="Rectangle 161"/>
          <p:cNvSpPr>
            <a:spLocks noChangeArrowheads="1"/>
          </p:cNvSpPr>
          <p:nvPr/>
        </p:nvSpPr>
        <p:spPr bwMode="auto">
          <a:xfrm>
            <a:off x="4840062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6" name="Rectangle 162"/>
          <p:cNvSpPr>
            <a:spLocks noChangeArrowheads="1"/>
          </p:cNvSpPr>
          <p:nvPr/>
        </p:nvSpPr>
        <p:spPr bwMode="auto">
          <a:xfrm>
            <a:off x="49495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7" name="Rectangle 163"/>
          <p:cNvSpPr>
            <a:spLocks noChangeArrowheads="1"/>
          </p:cNvSpPr>
          <p:nvPr/>
        </p:nvSpPr>
        <p:spPr bwMode="auto">
          <a:xfrm>
            <a:off x="49749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8" name="Rectangle 164"/>
          <p:cNvSpPr>
            <a:spLocks noChangeArrowheads="1"/>
          </p:cNvSpPr>
          <p:nvPr/>
        </p:nvSpPr>
        <p:spPr bwMode="auto">
          <a:xfrm>
            <a:off x="5000399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9" name="Rectangle 165"/>
          <p:cNvSpPr>
            <a:spLocks noChangeArrowheads="1"/>
          </p:cNvSpPr>
          <p:nvPr/>
        </p:nvSpPr>
        <p:spPr bwMode="auto">
          <a:xfrm>
            <a:off x="5073424" y="2660651"/>
            <a:ext cx="7938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0" name="Rectangle 166"/>
          <p:cNvSpPr>
            <a:spLocks noChangeArrowheads="1"/>
          </p:cNvSpPr>
          <p:nvPr/>
        </p:nvSpPr>
        <p:spPr bwMode="auto">
          <a:xfrm>
            <a:off x="5090887" y="2660651"/>
            <a:ext cx="12700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1" name="Rectangle 167"/>
          <p:cNvSpPr>
            <a:spLocks noChangeArrowheads="1"/>
          </p:cNvSpPr>
          <p:nvPr/>
        </p:nvSpPr>
        <p:spPr bwMode="auto">
          <a:xfrm>
            <a:off x="4865462" y="2660651"/>
            <a:ext cx="33338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2" name="Rectangle 168"/>
          <p:cNvSpPr>
            <a:spLocks noChangeArrowheads="1"/>
          </p:cNvSpPr>
          <p:nvPr/>
        </p:nvSpPr>
        <p:spPr bwMode="auto">
          <a:xfrm>
            <a:off x="5025799" y="2660651"/>
            <a:ext cx="34925" cy="279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3" name="Rectangle 169"/>
          <p:cNvSpPr>
            <a:spLocks noChangeArrowheads="1"/>
          </p:cNvSpPr>
          <p:nvPr/>
        </p:nvSpPr>
        <p:spPr bwMode="auto">
          <a:xfrm>
            <a:off x="4908324" y="2660651"/>
            <a:ext cx="28575" cy="169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4" name="Freeform 170"/>
          <p:cNvSpPr>
            <a:spLocks/>
          </p:cNvSpPr>
          <p:nvPr/>
        </p:nvSpPr>
        <p:spPr bwMode="auto">
          <a:xfrm>
            <a:off x="4738462" y="2863851"/>
            <a:ext cx="33338" cy="76200"/>
          </a:xfrm>
          <a:custGeom>
            <a:avLst/>
            <a:gdLst>
              <a:gd name="T0" fmla="*/ 8 w 21"/>
              <a:gd name="T1" fmla="*/ 8 h 48"/>
              <a:gd name="T2" fmla="*/ 21 w 21"/>
              <a:gd name="T3" fmla="*/ 8 h 48"/>
              <a:gd name="T4" fmla="*/ 21 w 21"/>
              <a:gd name="T5" fmla="*/ 0 h 48"/>
              <a:gd name="T6" fmla="*/ 0 w 21"/>
              <a:gd name="T7" fmla="*/ 0 h 48"/>
              <a:gd name="T8" fmla="*/ 0 w 21"/>
              <a:gd name="T9" fmla="*/ 5 h 48"/>
              <a:gd name="T10" fmla="*/ 0 w 21"/>
              <a:gd name="T11" fmla="*/ 8 h 48"/>
              <a:gd name="T12" fmla="*/ 0 w 21"/>
              <a:gd name="T13" fmla="*/ 48 h 48"/>
              <a:gd name="T14" fmla="*/ 8 w 21"/>
              <a:gd name="T15" fmla="*/ 48 h 48"/>
              <a:gd name="T16" fmla="*/ 8 w 21"/>
              <a:gd name="T17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" h="48">
                <a:moveTo>
                  <a:pt x="8" y="8"/>
                </a:moveTo>
                <a:lnTo>
                  <a:pt x="21" y="8"/>
                </a:lnTo>
                <a:lnTo>
                  <a:pt x="21" y="0"/>
                </a:lnTo>
                <a:lnTo>
                  <a:pt x="0" y="0"/>
                </a:lnTo>
                <a:lnTo>
                  <a:pt x="0" y="5"/>
                </a:lnTo>
                <a:lnTo>
                  <a:pt x="0" y="8"/>
                </a:lnTo>
                <a:lnTo>
                  <a:pt x="0" y="48"/>
                </a:lnTo>
                <a:lnTo>
                  <a:pt x="8" y="48"/>
                </a:lnTo>
                <a:lnTo>
                  <a:pt x="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5" name="Freeform 171"/>
          <p:cNvSpPr>
            <a:spLocks/>
          </p:cNvSpPr>
          <p:nvPr/>
        </p:nvSpPr>
        <p:spPr bwMode="auto">
          <a:xfrm>
            <a:off x="4911499" y="2838451"/>
            <a:ext cx="25400" cy="101600"/>
          </a:xfrm>
          <a:custGeom>
            <a:avLst/>
            <a:gdLst>
              <a:gd name="T0" fmla="*/ 0 w 16"/>
              <a:gd name="T1" fmla="*/ 5 h 64"/>
              <a:gd name="T2" fmla="*/ 11 w 16"/>
              <a:gd name="T3" fmla="*/ 5 h 64"/>
              <a:gd name="T4" fmla="*/ 11 w 16"/>
              <a:gd name="T5" fmla="*/ 64 h 64"/>
              <a:gd name="T6" fmla="*/ 16 w 16"/>
              <a:gd name="T7" fmla="*/ 64 h 64"/>
              <a:gd name="T8" fmla="*/ 16 w 16"/>
              <a:gd name="T9" fmla="*/ 5 h 64"/>
              <a:gd name="T10" fmla="*/ 16 w 16"/>
              <a:gd name="T11" fmla="*/ 3 h 64"/>
              <a:gd name="T12" fmla="*/ 16 w 16"/>
              <a:gd name="T13" fmla="*/ 0 h 64"/>
              <a:gd name="T14" fmla="*/ 0 w 16"/>
              <a:gd name="T15" fmla="*/ 0 h 64"/>
              <a:gd name="T16" fmla="*/ 0 w 16"/>
              <a:gd name="T17" fmla="*/ 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" h="64">
                <a:moveTo>
                  <a:pt x="0" y="5"/>
                </a:moveTo>
                <a:lnTo>
                  <a:pt x="11" y="5"/>
                </a:lnTo>
                <a:lnTo>
                  <a:pt x="11" y="64"/>
                </a:lnTo>
                <a:lnTo>
                  <a:pt x="16" y="64"/>
                </a:lnTo>
                <a:lnTo>
                  <a:pt x="16" y="5"/>
                </a:lnTo>
                <a:lnTo>
                  <a:pt x="16" y="3"/>
                </a:lnTo>
                <a:lnTo>
                  <a:pt x="16" y="0"/>
                </a:lnTo>
                <a:lnTo>
                  <a:pt x="0" y="0"/>
                </a:lnTo>
                <a:lnTo>
                  <a:pt x="0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6" name="Freeform 172"/>
          <p:cNvSpPr>
            <a:spLocks noEditPoints="1"/>
          </p:cNvSpPr>
          <p:nvPr/>
        </p:nvSpPr>
        <p:spPr bwMode="auto">
          <a:xfrm>
            <a:off x="5509987" y="2570164"/>
            <a:ext cx="127000" cy="128588"/>
          </a:xfrm>
          <a:custGeom>
            <a:avLst/>
            <a:gdLst>
              <a:gd name="T0" fmla="*/ 80 w 80"/>
              <a:gd name="T1" fmla="*/ 0 h 81"/>
              <a:gd name="T2" fmla="*/ 0 w 80"/>
              <a:gd name="T3" fmla="*/ 0 h 81"/>
              <a:gd name="T4" fmla="*/ 0 w 80"/>
              <a:gd name="T5" fmla="*/ 81 h 81"/>
              <a:gd name="T6" fmla="*/ 80 w 80"/>
              <a:gd name="T7" fmla="*/ 81 h 81"/>
              <a:gd name="T8" fmla="*/ 80 w 80"/>
              <a:gd name="T9" fmla="*/ 0 h 81"/>
              <a:gd name="T10" fmla="*/ 69 w 80"/>
              <a:gd name="T11" fmla="*/ 70 h 81"/>
              <a:gd name="T12" fmla="*/ 11 w 80"/>
              <a:gd name="T13" fmla="*/ 70 h 81"/>
              <a:gd name="T14" fmla="*/ 11 w 80"/>
              <a:gd name="T15" fmla="*/ 11 h 81"/>
              <a:gd name="T16" fmla="*/ 69 w 80"/>
              <a:gd name="T17" fmla="*/ 11 h 81"/>
              <a:gd name="T18" fmla="*/ 69 w 80"/>
              <a:gd name="T19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0" h="81">
                <a:moveTo>
                  <a:pt x="80" y="0"/>
                </a:moveTo>
                <a:lnTo>
                  <a:pt x="0" y="0"/>
                </a:lnTo>
                <a:lnTo>
                  <a:pt x="0" y="81"/>
                </a:lnTo>
                <a:lnTo>
                  <a:pt x="80" y="81"/>
                </a:lnTo>
                <a:lnTo>
                  <a:pt x="80" y="0"/>
                </a:lnTo>
                <a:close/>
                <a:moveTo>
                  <a:pt x="69" y="70"/>
                </a:moveTo>
                <a:lnTo>
                  <a:pt x="11" y="70"/>
                </a:lnTo>
                <a:lnTo>
                  <a:pt x="11" y="11"/>
                </a:lnTo>
                <a:lnTo>
                  <a:pt x="69" y="11"/>
                </a:lnTo>
                <a:lnTo>
                  <a:pt x="69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7" name="Rectangle 173"/>
          <p:cNvSpPr>
            <a:spLocks noChangeArrowheads="1"/>
          </p:cNvSpPr>
          <p:nvPr/>
        </p:nvSpPr>
        <p:spPr bwMode="auto">
          <a:xfrm>
            <a:off x="5548087" y="2609851"/>
            <a:ext cx="50800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8" name="Freeform 174"/>
          <p:cNvSpPr>
            <a:spLocks noEditPoints="1"/>
          </p:cNvSpPr>
          <p:nvPr/>
        </p:nvSpPr>
        <p:spPr bwMode="auto">
          <a:xfrm>
            <a:off x="5814787" y="2871789"/>
            <a:ext cx="127000" cy="128588"/>
          </a:xfrm>
          <a:custGeom>
            <a:avLst/>
            <a:gdLst>
              <a:gd name="T0" fmla="*/ 0 w 80"/>
              <a:gd name="T1" fmla="*/ 81 h 81"/>
              <a:gd name="T2" fmla="*/ 80 w 80"/>
              <a:gd name="T3" fmla="*/ 81 h 81"/>
              <a:gd name="T4" fmla="*/ 80 w 80"/>
              <a:gd name="T5" fmla="*/ 0 h 81"/>
              <a:gd name="T6" fmla="*/ 0 w 80"/>
              <a:gd name="T7" fmla="*/ 0 h 81"/>
              <a:gd name="T8" fmla="*/ 0 w 80"/>
              <a:gd name="T9" fmla="*/ 81 h 81"/>
              <a:gd name="T10" fmla="*/ 11 w 80"/>
              <a:gd name="T11" fmla="*/ 11 h 81"/>
              <a:gd name="T12" fmla="*/ 70 w 80"/>
              <a:gd name="T13" fmla="*/ 11 h 81"/>
              <a:gd name="T14" fmla="*/ 70 w 80"/>
              <a:gd name="T15" fmla="*/ 70 h 81"/>
              <a:gd name="T16" fmla="*/ 11 w 80"/>
              <a:gd name="T17" fmla="*/ 70 h 81"/>
              <a:gd name="T18" fmla="*/ 11 w 80"/>
              <a:gd name="T19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0" h="81">
                <a:moveTo>
                  <a:pt x="0" y="81"/>
                </a:moveTo>
                <a:lnTo>
                  <a:pt x="80" y="81"/>
                </a:lnTo>
                <a:lnTo>
                  <a:pt x="80" y="0"/>
                </a:lnTo>
                <a:lnTo>
                  <a:pt x="0" y="0"/>
                </a:lnTo>
                <a:lnTo>
                  <a:pt x="0" y="81"/>
                </a:lnTo>
                <a:close/>
                <a:moveTo>
                  <a:pt x="11" y="11"/>
                </a:moveTo>
                <a:lnTo>
                  <a:pt x="70" y="11"/>
                </a:lnTo>
                <a:lnTo>
                  <a:pt x="70" y="70"/>
                </a:lnTo>
                <a:lnTo>
                  <a:pt x="11" y="70"/>
                </a:lnTo>
                <a:lnTo>
                  <a:pt x="11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9" name="Rectangle 175"/>
          <p:cNvSpPr>
            <a:spLocks noChangeArrowheads="1"/>
          </p:cNvSpPr>
          <p:nvPr/>
        </p:nvSpPr>
        <p:spPr bwMode="auto">
          <a:xfrm>
            <a:off x="5852887" y="2911476"/>
            <a:ext cx="50800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0" name="Freeform 176"/>
          <p:cNvSpPr>
            <a:spLocks noEditPoints="1"/>
          </p:cNvSpPr>
          <p:nvPr/>
        </p:nvSpPr>
        <p:spPr bwMode="auto">
          <a:xfrm>
            <a:off x="5814787" y="2570164"/>
            <a:ext cx="127000" cy="128588"/>
          </a:xfrm>
          <a:custGeom>
            <a:avLst/>
            <a:gdLst>
              <a:gd name="T0" fmla="*/ 0 w 80"/>
              <a:gd name="T1" fmla="*/ 0 h 81"/>
              <a:gd name="T2" fmla="*/ 0 w 80"/>
              <a:gd name="T3" fmla="*/ 81 h 81"/>
              <a:gd name="T4" fmla="*/ 80 w 80"/>
              <a:gd name="T5" fmla="*/ 81 h 81"/>
              <a:gd name="T6" fmla="*/ 80 w 80"/>
              <a:gd name="T7" fmla="*/ 0 h 81"/>
              <a:gd name="T8" fmla="*/ 0 w 80"/>
              <a:gd name="T9" fmla="*/ 0 h 81"/>
              <a:gd name="T10" fmla="*/ 70 w 80"/>
              <a:gd name="T11" fmla="*/ 70 h 81"/>
              <a:gd name="T12" fmla="*/ 11 w 80"/>
              <a:gd name="T13" fmla="*/ 70 h 81"/>
              <a:gd name="T14" fmla="*/ 11 w 80"/>
              <a:gd name="T15" fmla="*/ 11 h 81"/>
              <a:gd name="T16" fmla="*/ 70 w 80"/>
              <a:gd name="T17" fmla="*/ 11 h 81"/>
              <a:gd name="T18" fmla="*/ 70 w 80"/>
              <a:gd name="T19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0" h="81">
                <a:moveTo>
                  <a:pt x="0" y="0"/>
                </a:moveTo>
                <a:lnTo>
                  <a:pt x="0" y="81"/>
                </a:lnTo>
                <a:lnTo>
                  <a:pt x="80" y="81"/>
                </a:lnTo>
                <a:lnTo>
                  <a:pt x="80" y="0"/>
                </a:lnTo>
                <a:lnTo>
                  <a:pt x="0" y="0"/>
                </a:lnTo>
                <a:close/>
                <a:moveTo>
                  <a:pt x="70" y="70"/>
                </a:moveTo>
                <a:lnTo>
                  <a:pt x="11" y="70"/>
                </a:lnTo>
                <a:lnTo>
                  <a:pt x="11" y="11"/>
                </a:lnTo>
                <a:lnTo>
                  <a:pt x="70" y="11"/>
                </a:lnTo>
                <a:lnTo>
                  <a:pt x="70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1" name="Rectangle 177"/>
          <p:cNvSpPr>
            <a:spLocks noChangeArrowheads="1"/>
          </p:cNvSpPr>
          <p:nvPr/>
        </p:nvSpPr>
        <p:spPr bwMode="auto">
          <a:xfrm>
            <a:off x="5852887" y="2609851"/>
            <a:ext cx="50800" cy="460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2" name="Rectangle 178"/>
          <p:cNvSpPr>
            <a:spLocks noChangeArrowheads="1"/>
          </p:cNvSpPr>
          <p:nvPr/>
        </p:nvSpPr>
        <p:spPr bwMode="auto">
          <a:xfrm>
            <a:off x="5794149" y="2749551"/>
            <a:ext cx="206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3" name="Rectangle 179"/>
          <p:cNvSpPr>
            <a:spLocks noChangeArrowheads="1"/>
          </p:cNvSpPr>
          <p:nvPr/>
        </p:nvSpPr>
        <p:spPr bwMode="auto">
          <a:xfrm>
            <a:off x="5644924" y="2570164"/>
            <a:ext cx="34925" cy="47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4" name="Rectangle 180"/>
          <p:cNvSpPr>
            <a:spLocks noChangeArrowheads="1"/>
          </p:cNvSpPr>
          <p:nvPr/>
        </p:nvSpPr>
        <p:spPr bwMode="auto">
          <a:xfrm>
            <a:off x="5717949" y="2570164"/>
            <a:ext cx="46038" cy="26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5" name="Rectangle 181"/>
          <p:cNvSpPr>
            <a:spLocks noChangeArrowheads="1"/>
          </p:cNvSpPr>
          <p:nvPr/>
        </p:nvSpPr>
        <p:spPr bwMode="auto">
          <a:xfrm>
            <a:off x="5776687" y="2582864"/>
            <a:ext cx="17463" cy="85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6" name="Freeform 182"/>
          <p:cNvSpPr>
            <a:spLocks/>
          </p:cNvSpPr>
          <p:nvPr/>
        </p:nvSpPr>
        <p:spPr bwMode="auto">
          <a:xfrm>
            <a:off x="5700487" y="2617789"/>
            <a:ext cx="38100" cy="12700"/>
          </a:xfrm>
          <a:custGeom>
            <a:avLst/>
            <a:gdLst>
              <a:gd name="T0" fmla="*/ 24 w 24"/>
              <a:gd name="T1" fmla="*/ 8 h 8"/>
              <a:gd name="T2" fmla="*/ 24 w 24"/>
              <a:gd name="T3" fmla="*/ 0 h 8"/>
              <a:gd name="T4" fmla="*/ 11 w 24"/>
              <a:gd name="T5" fmla="*/ 0 h 8"/>
              <a:gd name="T6" fmla="*/ 0 w 24"/>
              <a:gd name="T7" fmla="*/ 0 h 8"/>
              <a:gd name="T8" fmla="*/ 0 w 24"/>
              <a:gd name="T9" fmla="*/ 8 h 8"/>
              <a:gd name="T10" fmla="*/ 11 w 24"/>
              <a:gd name="T11" fmla="*/ 8 h 8"/>
              <a:gd name="T12" fmla="*/ 24 w 24"/>
              <a:gd name="T13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8">
                <a:moveTo>
                  <a:pt x="24" y="8"/>
                </a:moveTo>
                <a:lnTo>
                  <a:pt x="24" y="0"/>
                </a:lnTo>
                <a:lnTo>
                  <a:pt x="11" y="0"/>
                </a:lnTo>
                <a:lnTo>
                  <a:pt x="0" y="0"/>
                </a:lnTo>
                <a:lnTo>
                  <a:pt x="0" y="8"/>
                </a:lnTo>
                <a:lnTo>
                  <a:pt x="11" y="8"/>
                </a:lnTo>
                <a:lnTo>
                  <a:pt x="24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7" name="Freeform 183"/>
          <p:cNvSpPr>
            <a:spLocks/>
          </p:cNvSpPr>
          <p:nvPr/>
        </p:nvSpPr>
        <p:spPr bwMode="auto">
          <a:xfrm>
            <a:off x="5710012" y="2638426"/>
            <a:ext cx="41275" cy="60325"/>
          </a:xfrm>
          <a:custGeom>
            <a:avLst/>
            <a:gdLst>
              <a:gd name="T0" fmla="*/ 26 w 26"/>
              <a:gd name="T1" fmla="*/ 38 h 38"/>
              <a:gd name="T2" fmla="*/ 26 w 26"/>
              <a:gd name="T3" fmla="*/ 11 h 38"/>
              <a:gd name="T4" fmla="*/ 26 w 26"/>
              <a:gd name="T5" fmla="*/ 0 h 38"/>
              <a:gd name="T6" fmla="*/ 0 w 26"/>
              <a:gd name="T7" fmla="*/ 0 h 38"/>
              <a:gd name="T8" fmla="*/ 0 w 26"/>
              <a:gd name="T9" fmla="*/ 11 h 38"/>
              <a:gd name="T10" fmla="*/ 10 w 26"/>
              <a:gd name="T11" fmla="*/ 11 h 38"/>
              <a:gd name="T12" fmla="*/ 10 w 26"/>
              <a:gd name="T13" fmla="*/ 38 h 38"/>
              <a:gd name="T14" fmla="*/ 26 w 26"/>
              <a:gd name="T15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38">
                <a:moveTo>
                  <a:pt x="26" y="38"/>
                </a:moveTo>
                <a:lnTo>
                  <a:pt x="26" y="11"/>
                </a:lnTo>
                <a:lnTo>
                  <a:pt x="26" y="0"/>
                </a:lnTo>
                <a:lnTo>
                  <a:pt x="0" y="0"/>
                </a:lnTo>
                <a:lnTo>
                  <a:pt x="0" y="11"/>
                </a:lnTo>
                <a:lnTo>
                  <a:pt x="10" y="11"/>
                </a:lnTo>
                <a:lnTo>
                  <a:pt x="10" y="38"/>
                </a:lnTo>
                <a:lnTo>
                  <a:pt x="26" y="3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8" name="Rectangle 184"/>
          <p:cNvSpPr>
            <a:spLocks noChangeArrowheads="1"/>
          </p:cNvSpPr>
          <p:nvPr/>
        </p:nvSpPr>
        <p:spPr bwMode="auto">
          <a:xfrm>
            <a:off x="5679849" y="2635251"/>
            <a:ext cx="1587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9" name="Rectangle 185"/>
          <p:cNvSpPr>
            <a:spLocks noChangeArrowheads="1"/>
          </p:cNvSpPr>
          <p:nvPr/>
        </p:nvSpPr>
        <p:spPr bwMode="auto">
          <a:xfrm>
            <a:off x="5679849" y="2698751"/>
            <a:ext cx="381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0" name="Rectangle 186"/>
          <p:cNvSpPr>
            <a:spLocks noChangeArrowheads="1"/>
          </p:cNvSpPr>
          <p:nvPr/>
        </p:nvSpPr>
        <p:spPr bwMode="auto">
          <a:xfrm>
            <a:off x="5543324" y="2711451"/>
            <a:ext cx="55563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1" name="Rectangle 187"/>
          <p:cNvSpPr>
            <a:spLocks noChangeArrowheads="1"/>
          </p:cNvSpPr>
          <p:nvPr/>
        </p:nvSpPr>
        <p:spPr bwMode="auto">
          <a:xfrm>
            <a:off x="5619524" y="2838451"/>
            <a:ext cx="682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2" name="Rectangle 188"/>
          <p:cNvSpPr>
            <a:spLocks noChangeArrowheads="1"/>
          </p:cNvSpPr>
          <p:nvPr/>
        </p:nvSpPr>
        <p:spPr bwMode="auto">
          <a:xfrm>
            <a:off x="5725887" y="2825751"/>
            <a:ext cx="254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3" name="Rectangle 189"/>
          <p:cNvSpPr>
            <a:spLocks noChangeArrowheads="1"/>
          </p:cNvSpPr>
          <p:nvPr/>
        </p:nvSpPr>
        <p:spPr bwMode="auto">
          <a:xfrm>
            <a:off x="5786212" y="2855914"/>
            <a:ext cx="7938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4" name="Rectangle 190"/>
          <p:cNvSpPr>
            <a:spLocks noChangeArrowheads="1"/>
          </p:cNvSpPr>
          <p:nvPr/>
        </p:nvSpPr>
        <p:spPr bwMode="auto">
          <a:xfrm>
            <a:off x="5789387" y="2906714"/>
            <a:ext cx="12700" cy="381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5" name="Rectangle 191"/>
          <p:cNvSpPr>
            <a:spLocks noChangeArrowheads="1"/>
          </p:cNvSpPr>
          <p:nvPr/>
        </p:nvSpPr>
        <p:spPr bwMode="auto">
          <a:xfrm>
            <a:off x="5636987" y="2897189"/>
            <a:ext cx="25400" cy="142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6" name="Freeform 192"/>
          <p:cNvSpPr>
            <a:spLocks/>
          </p:cNvSpPr>
          <p:nvPr/>
        </p:nvSpPr>
        <p:spPr bwMode="auto">
          <a:xfrm>
            <a:off x="5568724" y="2949576"/>
            <a:ext cx="131763" cy="50800"/>
          </a:xfrm>
          <a:custGeom>
            <a:avLst/>
            <a:gdLst>
              <a:gd name="T0" fmla="*/ 78 w 83"/>
              <a:gd name="T1" fmla="*/ 10 h 32"/>
              <a:gd name="T2" fmla="*/ 59 w 83"/>
              <a:gd name="T3" fmla="*/ 10 h 32"/>
              <a:gd name="T4" fmla="*/ 59 w 83"/>
              <a:gd name="T5" fmla="*/ 0 h 32"/>
              <a:gd name="T6" fmla="*/ 0 w 83"/>
              <a:gd name="T7" fmla="*/ 0 h 32"/>
              <a:gd name="T8" fmla="*/ 0 w 83"/>
              <a:gd name="T9" fmla="*/ 16 h 32"/>
              <a:gd name="T10" fmla="*/ 22 w 83"/>
              <a:gd name="T11" fmla="*/ 16 h 32"/>
              <a:gd name="T12" fmla="*/ 32 w 83"/>
              <a:gd name="T13" fmla="*/ 16 h 32"/>
              <a:gd name="T14" fmla="*/ 32 w 83"/>
              <a:gd name="T15" fmla="*/ 32 h 32"/>
              <a:gd name="T16" fmla="*/ 83 w 83"/>
              <a:gd name="T17" fmla="*/ 32 h 32"/>
              <a:gd name="T18" fmla="*/ 83 w 83"/>
              <a:gd name="T19" fmla="*/ 16 h 32"/>
              <a:gd name="T20" fmla="*/ 78 w 83"/>
              <a:gd name="T21" fmla="*/ 16 h 32"/>
              <a:gd name="T22" fmla="*/ 78 w 83"/>
              <a:gd name="T23" fmla="*/ 1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32">
                <a:moveTo>
                  <a:pt x="78" y="10"/>
                </a:moveTo>
                <a:lnTo>
                  <a:pt x="59" y="10"/>
                </a:lnTo>
                <a:lnTo>
                  <a:pt x="59" y="0"/>
                </a:lnTo>
                <a:lnTo>
                  <a:pt x="0" y="0"/>
                </a:lnTo>
                <a:lnTo>
                  <a:pt x="0" y="16"/>
                </a:lnTo>
                <a:lnTo>
                  <a:pt x="22" y="16"/>
                </a:lnTo>
                <a:lnTo>
                  <a:pt x="32" y="16"/>
                </a:lnTo>
                <a:lnTo>
                  <a:pt x="32" y="32"/>
                </a:lnTo>
                <a:lnTo>
                  <a:pt x="83" y="32"/>
                </a:lnTo>
                <a:lnTo>
                  <a:pt x="83" y="16"/>
                </a:lnTo>
                <a:lnTo>
                  <a:pt x="78" y="16"/>
                </a:lnTo>
                <a:lnTo>
                  <a:pt x="78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7" name="Rectangle 193"/>
          <p:cNvSpPr>
            <a:spLocks noChangeArrowheads="1"/>
          </p:cNvSpPr>
          <p:nvPr/>
        </p:nvSpPr>
        <p:spPr bwMode="auto">
          <a:xfrm>
            <a:off x="5832249" y="2732089"/>
            <a:ext cx="333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8" name="Freeform 194"/>
          <p:cNvSpPr>
            <a:spLocks/>
          </p:cNvSpPr>
          <p:nvPr/>
        </p:nvSpPr>
        <p:spPr bwMode="auto">
          <a:xfrm>
            <a:off x="5717949" y="2698751"/>
            <a:ext cx="96838" cy="106363"/>
          </a:xfrm>
          <a:custGeom>
            <a:avLst/>
            <a:gdLst>
              <a:gd name="T0" fmla="*/ 0 w 61"/>
              <a:gd name="T1" fmla="*/ 32 h 67"/>
              <a:gd name="T2" fmla="*/ 21 w 61"/>
              <a:gd name="T3" fmla="*/ 32 h 67"/>
              <a:gd name="T4" fmla="*/ 21 w 61"/>
              <a:gd name="T5" fmla="*/ 67 h 67"/>
              <a:gd name="T6" fmla="*/ 37 w 61"/>
              <a:gd name="T7" fmla="*/ 67 h 67"/>
              <a:gd name="T8" fmla="*/ 37 w 61"/>
              <a:gd name="T9" fmla="*/ 32 h 67"/>
              <a:gd name="T10" fmla="*/ 37 w 61"/>
              <a:gd name="T11" fmla="*/ 26 h 67"/>
              <a:gd name="T12" fmla="*/ 61 w 61"/>
              <a:gd name="T13" fmla="*/ 26 h 67"/>
              <a:gd name="T14" fmla="*/ 61 w 61"/>
              <a:gd name="T15" fmla="*/ 16 h 67"/>
              <a:gd name="T16" fmla="*/ 48 w 61"/>
              <a:gd name="T17" fmla="*/ 16 h 67"/>
              <a:gd name="T18" fmla="*/ 48 w 61"/>
              <a:gd name="T19" fmla="*/ 0 h 67"/>
              <a:gd name="T20" fmla="*/ 37 w 61"/>
              <a:gd name="T21" fmla="*/ 0 h 67"/>
              <a:gd name="T22" fmla="*/ 37 w 61"/>
              <a:gd name="T23" fmla="*/ 16 h 67"/>
              <a:gd name="T24" fmla="*/ 0 w 61"/>
              <a:gd name="T25" fmla="*/ 16 h 67"/>
              <a:gd name="T26" fmla="*/ 0 w 61"/>
              <a:gd name="T27" fmla="*/ 32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1" h="67">
                <a:moveTo>
                  <a:pt x="0" y="32"/>
                </a:moveTo>
                <a:lnTo>
                  <a:pt x="21" y="32"/>
                </a:lnTo>
                <a:lnTo>
                  <a:pt x="21" y="67"/>
                </a:lnTo>
                <a:lnTo>
                  <a:pt x="37" y="67"/>
                </a:lnTo>
                <a:lnTo>
                  <a:pt x="37" y="32"/>
                </a:lnTo>
                <a:lnTo>
                  <a:pt x="37" y="26"/>
                </a:lnTo>
                <a:lnTo>
                  <a:pt x="61" y="26"/>
                </a:lnTo>
                <a:lnTo>
                  <a:pt x="61" y="16"/>
                </a:lnTo>
                <a:lnTo>
                  <a:pt x="48" y="16"/>
                </a:lnTo>
                <a:lnTo>
                  <a:pt x="48" y="0"/>
                </a:lnTo>
                <a:lnTo>
                  <a:pt x="37" y="0"/>
                </a:lnTo>
                <a:lnTo>
                  <a:pt x="37" y="16"/>
                </a:lnTo>
                <a:lnTo>
                  <a:pt x="0" y="16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9" name="Freeform 195"/>
          <p:cNvSpPr>
            <a:spLocks/>
          </p:cNvSpPr>
          <p:nvPr/>
        </p:nvSpPr>
        <p:spPr bwMode="auto">
          <a:xfrm>
            <a:off x="5852887" y="2732089"/>
            <a:ext cx="50800" cy="80963"/>
          </a:xfrm>
          <a:custGeom>
            <a:avLst/>
            <a:gdLst>
              <a:gd name="T0" fmla="*/ 16 w 32"/>
              <a:gd name="T1" fmla="*/ 0 h 51"/>
              <a:gd name="T2" fmla="*/ 16 w 32"/>
              <a:gd name="T3" fmla="*/ 27 h 51"/>
              <a:gd name="T4" fmla="*/ 0 w 32"/>
              <a:gd name="T5" fmla="*/ 27 h 51"/>
              <a:gd name="T6" fmla="*/ 0 w 32"/>
              <a:gd name="T7" fmla="*/ 51 h 51"/>
              <a:gd name="T8" fmla="*/ 16 w 32"/>
              <a:gd name="T9" fmla="*/ 51 h 51"/>
              <a:gd name="T10" fmla="*/ 16 w 32"/>
              <a:gd name="T11" fmla="*/ 30 h 51"/>
              <a:gd name="T12" fmla="*/ 32 w 32"/>
              <a:gd name="T13" fmla="*/ 30 h 51"/>
              <a:gd name="T14" fmla="*/ 32 w 32"/>
              <a:gd name="T15" fmla="*/ 0 h 51"/>
              <a:gd name="T16" fmla="*/ 16 w 32"/>
              <a:gd name="T17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2" h="51">
                <a:moveTo>
                  <a:pt x="16" y="0"/>
                </a:moveTo>
                <a:lnTo>
                  <a:pt x="16" y="27"/>
                </a:lnTo>
                <a:lnTo>
                  <a:pt x="0" y="27"/>
                </a:lnTo>
                <a:lnTo>
                  <a:pt x="0" y="51"/>
                </a:lnTo>
                <a:lnTo>
                  <a:pt x="16" y="51"/>
                </a:lnTo>
                <a:lnTo>
                  <a:pt x="16" y="30"/>
                </a:lnTo>
                <a:lnTo>
                  <a:pt x="32" y="30"/>
                </a:lnTo>
                <a:lnTo>
                  <a:pt x="32" y="0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0" name="Rectangle 196"/>
          <p:cNvSpPr>
            <a:spLocks noChangeArrowheads="1"/>
          </p:cNvSpPr>
          <p:nvPr/>
        </p:nvSpPr>
        <p:spPr bwMode="auto">
          <a:xfrm>
            <a:off x="5832249" y="2813051"/>
            <a:ext cx="174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1" name="Freeform 197"/>
          <p:cNvSpPr>
            <a:spLocks/>
          </p:cNvSpPr>
          <p:nvPr/>
        </p:nvSpPr>
        <p:spPr bwMode="auto">
          <a:xfrm>
            <a:off x="5776687" y="2774951"/>
            <a:ext cx="55563" cy="55563"/>
          </a:xfrm>
          <a:custGeom>
            <a:avLst/>
            <a:gdLst>
              <a:gd name="T0" fmla="*/ 24 w 35"/>
              <a:gd name="T1" fmla="*/ 35 h 35"/>
              <a:gd name="T2" fmla="*/ 24 w 35"/>
              <a:gd name="T3" fmla="*/ 24 h 35"/>
              <a:gd name="T4" fmla="*/ 35 w 35"/>
              <a:gd name="T5" fmla="*/ 24 h 35"/>
              <a:gd name="T6" fmla="*/ 35 w 35"/>
              <a:gd name="T7" fmla="*/ 0 h 35"/>
              <a:gd name="T8" fmla="*/ 24 w 35"/>
              <a:gd name="T9" fmla="*/ 0 h 35"/>
              <a:gd name="T10" fmla="*/ 24 w 35"/>
              <a:gd name="T11" fmla="*/ 19 h 35"/>
              <a:gd name="T12" fmla="*/ 0 w 35"/>
              <a:gd name="T13" fmla="*/ 19 h 35"/>
              <a:gd name="T14" fmla="*/ 0 w 35"/>
              <a:gd name="T15" fmla="*/ 35 h 35"/>
              <a:gd name="T16" fmla="*/ 24 w 35"/>
              <a:gd name="T17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" h="35">
                <a:moveTo>
                  <a:pt x="24" y="35"/>
                </a:moveTo>
                <a:lnTo>
                  <a:pt x="24" y="24"/>
                </a:lnTo>
                <a:lnTo>
                  <a:pt x="35" y="24"/>
                </a:lnTo>
                <a:lnTo>
                  <a:pt x="35" y="0"/>
                </a:lnTo>
                <a:lnTo>
                  <a:pt x="24" y="0"/>
                </a:lnTo>
                <a:lnTo>
                  <a:pt x="24" y="19"/>
                </a:lnTo>
                <a:lnTo>
                  <a:pt x="0" y="19"/>
                </a:lnTo>
                <a:lnTo>
                  <a:pt x="0" y="35"/>
                </a:lnTo>
                <a:lnTo>
                  <a:pt x="24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2" name="Rectangle 198"/>
          <p:cNvSpPr>
            <a:spLocks noChangeArrowheads="1"/>
          </p:cNvSpPr>
          <p:nvPr/>
        </p:nvSpPr>
        <p:spPr bwMode="auto">
          <a:xfrm>
            <a:off x="5878287" y="2813051"/>
            <a:ext cx="25400" cy="301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3" name="Rectangle 199"/>
          <p:cNvSpPr>
            <a:spLocks noChangeArrowheads="1"/>
          </p:cNvSpPr>
          <p:nvPr/>
        </p:nvSpPr>
        <p:spPr bwMode="auto">
          <a:xfrm>
            <a:off x="5832249" y="2843214"/>
            <a:ext cx="46038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4" name="Freeform 200"/>
          <p:cNvSpPr>
            <a:spLocks/>
          </p:cNvSpPr>
          <p:nvPr/>
        </p:nvSpPr>
        <p:spPr bwMode="auto">
          <a:xfrm>
            <a:off x="5679849" y="2881314"/>
            <a:ext cx="84138" cy="101600"/>
          </a:xfrm>
          <a:custGeom>
            <a:avLst/>
            <a:gdLst>
              <a:gd name="T0" fmla="*/ 53 w 53"/>
              <a:gd name="T1" fmla="*/ 64 h 64"/>
              <a:gd name="T2" fmla="*/ 53 w 53"/>
              <a:gd name="T3" fmla="*/ 48 h 64"/>
              <a:gd name="T4" fmla="*/ 29 w 53"/>
              <a:gd name="T5" fmla="*/ 48 h 64"/>
              <a:gd name="T6" fmla="*/ 29 w 53"/>
              <a:gd name="T7" fmla="*/ 35 h 64"/>
              <a:gd name="T8" fmla="*/ 45 w 53"/>
              <a:gd name="T9" fmla="*/ 35 h 64"/>
              <a:gd name="T10" fmla="*/ 45 w 53"/>
              <a:gd name="T11" fmla="*/ 19 h 64"/>
              <a:gd name="T12" fmla="*/ 53 w 53"/>
              <a:gd name="T13" fmla="*/ 19 h 64"/>
              <a:gd name="T14" fmla="*/ 53 w 53"/>
              <a:gd name="T15" fmla="*/ 0 h 64"/>
              <a:gd name="T16" fmla="*/ 45 w 53"/>
              <a:gd name="T17" fmla="*/ 0 h 64"/>
              <a:gd name="T18" fmla="*/ 45 w 53"/>
              <a:gd name="T19" fmla="*/ 16 h 64"/>
              <a:gd name="T20" fmla="*/ 29 w 53"/>
              <a:gd name="T21" fmla="*/ 16 h 64"/>
              <a:gd name="T22" fmla="*/ 29 w 53"/>
              <a:gd name="T23" fmla="*/ 27 h 64"/>
              <a:gd name="T24" fmla="*/ 21 w 53"/>
              <a:gd name="T25" fmla="*/ 27 h 64"/>
              <a:gd name="T26" fmla="*/ 10 w 53"/>
              <a:gd name="T27" fmla="*/ 27 h 64"/>
              <a:gd name="T28" fmla="*/ 10 w 53"/>
              <a:gd name="T29" fmla="*/ 35 h 64"/>
              <a:gd name="T30" fmla="*/ 0 w 53"/>
              <a:gd name="T31" fmla="*/ 35 h 64"/>
              <a:gd name="T32" fmla="*/ 0 w 53"/>
              <a:gd name="T33" fmla="*/ 48 h 64"/>
              <a:gd name="T34" fmla="*/ 13 w 53"/>
              <a:gd name="T35" fmla="*/ 48 h 64"/>
              <a:gd name="T36" fmla="*/ 13 w 53"/>
              <a:gd name="T37" fmla="*/ 35 h 64"/>
              <a:gd name="T38" fmla="*/ 21 w 53"/>
              <a:gd name="T39" fmla="*/ 35 h 64"/>
              <a:gd name="T40" fmla="*/ 21 w 53"/>
              <a:gd name="T41" fmla="*/ 48 h 64"/>
              <a:gd name="T42" fmla="*/ 24 w 53"/>
              <a:gd name="T43" fmla="*/ 48 h 64"/>
              <a:gd name="T44" fmla="*/ 24 w 53"/>
              <a:gd name="T45" fmla="*/ 64 h 64"/>
              <a:gd name="T46" fmla="*/ 53 w 53"/>
              <a:gd name="T47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3" h="64">
                <a:moveTo>
                  <a:pt x="53" y="64"/>
                </a:moveTo>
                <a:lnTo>
                  <a:pt x="53" y="48"/>
                </a:lnTo>
                <a:lnTo>
                  <a:pt x="29" y="48"/>
                </a:lnTo>
                <a:lnTo>
                  <a:pt x="29" y="35"/>
                </a:lnTo>
                <a:lnTo>
                  <a:pt x="45" y="35"/>
                </a:lnTo>
                <a:lnTo>
                  <a:pt x="45" y="19"/>
                </a:lnTo>
                <a:lnTo>
                  <a:pt x="53" y="19"/>
                </a:lnTo>
                <a:lnTo>
                  <a:pt x="53" y="0"/>
                </a:lnTo>
                <a:lnTo>
                  <a:pt x="45" y="0"/>
                </a:lnTo>
                <a:lnTo>
                  <a:pt x="45" y="16"/>
                </a:lnTo>
                <a:lnTo>
                  <a:pt x="29" y="16"/>
                </a:lnTo>
                <a:lnTo>
                  <a:pt x="29" y="27"/>
                </a:lnTo>
                <a:lnTo>
                  <a:pt x="21" y="27"/>
                </a:lnTo>
                <a:lnTo>
                  <a:pt x="10" y="27"/>
                </a:lnTo>
                <a:lnTo>
                  <a:pt x="10" y="35"/>
                </a:lnTo>
                <a:lnTo>
                  <a:pt x="0" y="35"/>
                </a:lnTo>
                <a:lnTo>
                  <a:pt x="0" y="48"/>
                </a:lnTo>
                <a:lnTo>
                  <a:pt x="13" y="48"/>
                </a:lnTo>
                <a:lnTo>
                  <a:pt x="13" y="35"/>
                </a:lnTo>
                <a:lnTo>
                  <a:pt x="21" y="35"/>
                </a:lnTo>
                <a:lnTo>
                  <a:pt x="21" y="48"/>
                </a:lnTo>
                <a:lnTo>
                  <a:pt x="24" y="48"/>
                </a:lnTo>
                <a:lnTo>
                  <a:pt x="24" y="64"/>
                </a:lnTo>
                <a:lnTo>
                  <a:pt x="53" y="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5" name="Rectangle 201"/>
          <p:cNvSpPr>
            <a:spLocks noChangeArrowheads="1"/>
          </p:cNvSpPr>
          <p:nvPr/>
        </p:nvSpPr>
        <p:spPr bwMode="auto">
          <a:xfrm>
            <a:off x="5509987" y="2711451"/>
            <a:ext cx="20638" cy="762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6" name="Freeform 202"/>
          <p:cNvSpPr>
            <a:spLocks/>
          </p:cNvSpPr>
          <p:nvPr/>
        </p:nvSpPr>
        <p:spPr bwMode="auto">
          <a:xfrm>
            <a:off x="5509987" y="2774951"/>
            <a:ext cx="119063" cy="161925"/>
          </a:xfrm>
          <a:custGeom>
            <a:avLst/>
            <a:gdLst>
              <a:gd name="T0" fmla="*/ 32 w 75"/>
              <a:gd name="T1" fmla="*/ 56 h 102"/>
              <a:gd name="T2" fmla="*/ 32 w 75"/>
              <a:gd name="T3" fmla="*/ 45 h 102"/>
              <a:gd name="T4" fmla="*/ 40 w 75"/>
              <a:gd name="T5" fmla="*/ 45 h 102"/>
              <a:gd name="T6" fmla="*/ 40 w 75"/>
              <a:gd name="T7" fmla="*/ 37 h 102"/>
              <a:gd name="T8" fmla="*/ 32 w 75"/>
              <a:gd name="T9" fmla="*/ 37 h 102"/>
              <a:gd name="T10" fmla="*/ 32 w 75"/>
              <a:gd name="T11" fmla="*/ 21 h 102"/>
              <a:gd name="T12" fmla="*/ 32 w 75"/>
              <a:gd name="T13" fmla="*/ 13 h 102"/>
              <a:gd name="T14" fmla="*/ 51 w 75"/>
              <a:gd name="T15" fmla="*/ 13 h 102"/>
              <a:gd name="T16" fmla="*/ 51 w 75"/>
              <a:gd name="T17" fmla="*/ 29 h 102"/>
              <a:gd name="T18" fmla="*/ 53 w 75"/>
              <a:gd name="T19" fmla="*/ 29 h 102"/>
              <a:gd name="T20" fmla="*/ 53 w 75"/>
              <a:gd name="T21" fmla="*/ 32 h 102"/>
              <a:gd name="T22" fmla="*/ 75 w 75"/>
              <a:gd name="T23" fmla="*/ 32 h 102"/>
              <a:gd name="T24" fmla="*/ 75 w 75"/>
              <a:gd name="T25" fmla="*/ 29 h 102"/>
              <a:gd name="T26" fmla="*/ 64 w 75"/>
              <a:gd name="T27" fmla="*/ 29 h 102"/>
              <a:gd name="T28" fmla="*/ 64 w 75"/>
              <a:gd name="T29" fmla="*/ 3 h 102"/>
              <a:gd name="T30" fmla="*/ 51 w 75"/>
              <a:gd name="T31" fmla="*/ 3 h 102"/>
              <a:gd name="T32" fmla="*/ 32 w 75"/>
              <a:gd name="T33" fmla="*/ 3 h 102"/>
              <a:gd name="T34" fmla="*/ 32 w 75"/>
              <a:gd name="T35" fmla="*/ 0 h 102"/>
              <a:gd name="T36" fmla="*/ 24 w 75"/>
              <a:gd name="T37" fmla="*/ 0 h 102"/>
              <a:gd name="T38" fmla="*/ 24 w 75"/>
              <a:gd name="T39" fmla="*/ 21 h 102"/>
              <a:gd name="T40" fmla="*/ 13 w 75"/>
              <a:gd name="T41" fmla="*/ 21 h 102"/>
              <a:gd name="T42" fmla="*/ 13 w 75"/>
              <a:gd name="T43" fmla="*/ 45 h 102"/>
              <a:gd name="T44" fmla="*/ 5 w 75"/>
              <a:gd name="T45" fmla="*/ 45 h 102"/>
              <a:gd name="T46" fmla="*/ 5 w 75"/>
              <a:gd name="T47" fmla="*/ 67 h 102"/>
              <a:gd name="T48" fmla="*/ 0 w 75"/>
              <a:gd name="T49" fmla="*/ 67 h 102"/>
              <a:gd name="T50" fmla="*/ 0 w 75"/>
              <a:gd name="T51" fmla="*/ 102 h 102"/>
              <a:gd name="T52" fmla="*/ 24 w 75"/>
              <a:gd name="T53" fmla="*/ 102 h 102"/>
              <a:gd name="T54" fmla="*/ 24 w 75"/>
              <a:gd name="T55" fmla="*/ 67 h 102"/>
              <a:gd name="T56" fmla="*/ 13 w 75"/>
              <a:gd name="T57" fmla="*/ 67 h 102"/>
              <a:gd name="T58" fmla="*/ 13 w 75"/>
              <a:gd name="T59" fmla="*/ 56 h 102"/>
              <a:gd name="T60" fmla="*/ 32 w 75"/>
              <a:gd name="T61" fmla="*/ 56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5" h="102">
                <a:moveTo>
                  <a:pt x="32" y="56"/>
                </a:moveTo>
                <a:lnTo>
                  <a:pt x="32" y="45"/>
                </a:lnTo>
                <a:lnTo>
                  <a:pt x="40" y="45"/>
                </a:lnTo>
                <a:lnTo>
                  <a:pt x="40" y="37"/>
                </a:lnTo>
                <a:lnTo>
                  <a:pt x="32" y="37"/>
                </a:lnTo>
                <a:lnTo>
                  <a:pt x="32" y="21"/>
                </a:lnTo>
                <a:lnTo>
                  <a:pt x="32" y="13"/>
                </a:lnTo>
                <a:lnTo>
                  <a:pt x="51" y="13"/>
                </a:lnTo>
                <a:lnTo>
                  <a:pt x="51" y="29"/>
                </a:lnTo>
                <a:lnTo>
                  <a:pt x="53" y="29"/>
                </a:lnTo>
                <a:lnTo>
                  <a:pt x="53" y="32"/>
                </a:lnTo>
                <a:lnTo>
                  <a:pt x="75" y="32"/>
                </a:lnTo>
                <a:lnTo>
                  <a:pt x="75" y="29"/>
                </a:lnTo>
                <a:lnTo>
                  <a:pt x="64" y="29"/>
                </a:lnTo>
                <a:lnTo>
                  <a:pt x="64" y="3"/>
                </a:lnTo>
                <a:lnTo>
                  <a:pt x="51" y="3"/>
                </a:lnTo>
                <a:lnTo>
                  <a:pt x="32" y="3"/>
                </a:lnTo>
                <a:lnTo>
                  <a:pt x="32" y="0"/>
                </a:lnTo>
                <a:lnTo>
                  <a:pt x="24" y="0"/>
                </a:lnTo>
                <a:lnTo>
                  <a:pt x="24" y="21"/>
                </a:lnTo>
                <a:lnTo>
                  <a:pt x="13" y="21"/>
                </a:lnTo>
                <a:lnTo>
                  <a:pt x="13" y="45"/>
                </a:lnTo>
                <a:lnTo>
                  <a:pt x="5" y="45"/>
                </a:lnTo>
                <a:lnTo>
                  <a:pt x="5" y="67"/>
                </a:lnTo>
                <a:lnTo>
                  <a:pt x="0" y="67"/>
                </a:lnTo>
                <a:lnTo>
                  <a:pt x="0" y="102"/>
                </a:lnTo>
                <a:lnTo>
                  <a:pt x="24" y="102"/>
                </a:lnTo>
                <a:lnTo>
                  <a:pt x="24" y="67"/>
                </a:lnTo>
                <a:lnTo>
                  <a:pt x="13" y="67"/>
                </a:lnTo>
                <a:lnTo>
                  <a:pt x="13" y="56"/>
                </a:lnTo>
                <a:lnTo>
                  <a:pt x="32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7" name="Rectangle 203"/>
          <p:cNvSpPr>
            <a:spLocks noChangeArrowheads="1"/>
          </p:cNvSpPr>
          <p:nvPr/>
        </p:nvSpPr>
        <p:spPr bwMode="auto">
          <a:xfrm>
            <a:off x="5509987" y="2805114"/>
            <a:ext cx="17463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8" name="Rectangle 204"/>
          <p:cNvSpPr>
            <a:spLocks noChangeArrowheads="1"/>
          </p:cNvSpPr>
          <p:nvPr/>
        </p:nvSpPr>
        <p:spPr bwMode="auto">
          <a:xfrm>
            <a:off x="5916387" y="2711451"/>
            <a:ext cx="254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9" name="Freeform 206"/>
          <p:cNvSpPr>
            <a:spLocks/>
          </p:cNvSpPr>
          <p:nvPr/>
        </p:nvSpPr>
        <p:spPr bwMode="auto">
          <a:xfrm>
            <a:off x="5903686" y="2749551"/>
            <a:ext cx="38100" cy="42863"/>
          </a:xfrm>
          <a:custGeom>
            <a:avLst/>
            <a:gdLst>
              <a:gd name="T0" fmla="*/ 16 w 24"/>
              <a:gd name="T1" fmla="*/ 19 h 27"/>
              <a:gd name="T2" fmla="*/ 0 w 24"/>
              <a:gd name="T3" fmla="*/ 19 h 27"/>
              <a:gd name="T4" fmla="*/ 0 w 24"/>
              <a:gd name="T5" fmla="*/ 27 h 27"/>
              <a:gd name="T6" fmla="*/ 24 w 24"/>
              <a:gd name="T7" fmla="*/ 27 h 27"/>
              <a:gd name="T8" fmla="*/ 24 w 24"/>
              <a:gd name="T9" fmla="*/ 19 h 27"/>
              <a:gd name="T10" fmla="*/ 24 w 24"/>
              <a:gd name="T11" fmla="*/ 0 h 27"/>
              <a:gd name="T12" fmla="*/ 16 w 24"/>
              <a:gd name="T13" fmla="*/ 0 h 27"/>
              <a:gd name="T14" fmla="*/ 16 w 24"/>
              <a:gd name="T15" fmla="*/ 19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" h="27">
                <a:moveTo>
                  <a:pt x="16" y="19"/>
                </a:moveTo>
                <a:lnTo>
                  <a:pt x="0" y="19"/>
                </a:lnTo>
                <a:lnTo>
                  <a:pt x="0" y="27"/>
                </a:lnTo>
                <a:lnTo>
                  <a:pt x="24" y="27"/>
                </a:lnTo>
                <a:lnTo>
                  <a:pt x="24" y="19"/>
                </a:lnTo>
                <a:lnTo>
                  <a:pt x="24" y="0"/>
                </a:lnTo>
                <a:lnTo>
                  <a:pt x="16" y="0"/>
                </a:lnTo>
                <a:lnTo>
                  <a:pt x="16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0" name="Freeform 207"/>
          <p:cNvSpPr>
            <a:spLocks/>
          </p:cNvSpPr>
          <p:nvPr/>
        </p:nvSpPr>
        <p:spPr bwMode="auto">
          <a:xfrm>
            <a:off x="5908449" y="2813051"/>
            <a:ext cx="33338" cy="50800"/>
          </a:xfrm>
          <a:custGeom>
            <a:avLst/>
            <a:gdLst>
              <a:gd name="T0" fmla="*/ 13 w 21"/>
              <a:gd name="T1" fmla="*/ 11 h 32"/>
              <a:gd name="T2" fmla="*/ 0 w 21"/>
              <a:gd name="T3" fmla="*/ 11 h 32"/>
              <a:gd name="T4" fmla="*/ 0 w 21"/>
              <a:gd name="T5" fmla="*/ 24 h 32"/>
              <a:gd name="T6" fmla="*/ 13 w 21"/>
              <a:gd name="T7" fmla="*/ 24 h 32"/>
              <a:gd name="T8" fmla="*/ 13 w 21"/>
              <a:gd name="T9" fmla="*/ 32 h 32"/>
              <a:gd name="T10" fmla="*/ 21 w 21"/>
              <a:gd name="T11" fmla="*/ 32 h 32"/>
              <a:gd name="T12" fmla="*/ 21 w 21"/>
              <a:gd name="T13" fmla="*/ 0 h 32"/>
              <a:gd name="T14" fmla="*/ 13 w 21"/>
              <a:gd name="T15" fmla="*/ 0 h 32"/>
              <a:gd name="T16" fmla="*/ 13 w 21"/>
              <a:gd name="T17" fmla="*/ 1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" h="32">
                <a:moveTo>
                  <a:pt x="13" y="11"/>
                </a:moveTo>
                <a:lnTo>
                  <a:pt x="0" y="11"/>
                </a:lnTo>
                <a:lnTo>
                  <a:pt x="0" y="24"/>
                </a:lnTo>
                <a:lnTo>
                  <a:pt x="13" y="24"/>
                </a:lnTo>
                <a:lnTo>
                  <a:pt x="13" y="32"/>
                </a:lnTo>
                <a:lnTo>
                  <a:pt x="21" y="32"/>
                </a:lnTo>
                <a:lnTo>
                  <a:pt x="21" y="0"/>
                </a:lnTo>
                <a:lnTo>
                  <a:pt x="13" y="0"/>
                </a:lnTo>
                <a:lnTo>
                  <a:pt x="13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1" name="Freeform 208"/>
          <p:cNvSpPr>
            <a:spLocks/>
          </p:cNvSpPr>
          <p:nvPr/>
        </p:nvSpPr>
        <p:spPr bwMode="auto">
          <a:xfrm>
            <a:off x="5725886" y="2962276"/>
            <a:ext cx="76200" cy="38100"/>
          </a:xfrm>
          <a:custGeom>
            <a:avLst/>
            <a:gdLst>
              <a:gd name="T0" fmla="*/ 43 w 48"/>
              <a:gd name="T1" fmla="*/ 16 h 24"/>
              <a:gd name="T2" fmla="*/ 0 w 48"/>
              <a:gd name="T3" fmla="*/ 16 h 24"/>
              <a:gd name="T4" fmla="*/ 0 w 48"/>
              <a:gd name="T5" fmla="*/ 24 h 24"/>
              <a:gd name="T6" fmla="*/ 43 w 48"/>
              <a:gd name="T7" fmla="*/ 24 h 24"/>
              <a:gd name="T8" fmla="*/ 48 w 48"/>
              <a:gd name="T9" fmla="*/ 24 h 24"/>
              <a:gd name="T10" fmla="*/ 48 w 48"/>
              <a:gd name="T11" fmla="*/ 16 h 24"/>
              <a:gd name="T12" fmla="*/ 48 w 48"/>
              <a:gd name="T13" fmla="*/ 0 h 24"/>
              <a:gd name="T14" fmla="*/ 43 w 48"/>
              <a:gd name="T15" fmla="*/ 0 h 24"/>
              <a:gd name="T16" fmla="*/ 43 w 48"/>
              <a:gd name="T17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24">
                <a:moveTo>
                  <a:pt x="43" y="16"/>
                </a:moveTo>
                <a:lnTo>
                  <a:pt x="0" y="16"/>
                </a:lnTo>
                <a:lnTo>
                  <a:pt x="0" y="24"/>
                </a:lnTo>
                <a:lnTo>
                  <a:pt x="43" y="24"/>
                </a:lnTo>
                <a:lnTo>
                  <a:pt x="48" y="24"/>
                </a:lnTo>
                <a:lnTo>
                  <a:pt x="48" y="16"/>
                </a:lnTo>
                <a:lnTo>
                  <a:pt x="48" y="0"/>
                </a:lnTo>
                <a:lnTo>
                  <a:pt x="43" y="0"/>
                </a:lnTo>
                <a:lnTo>
                  <a:pt x="43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2" name="Rectangle 209"/>
          <p:cNvSpPr>
            <a:spLocks noChangeArrowheads="1"/>
          </p:cNvSpPr>
          <p:nvPr/>
        </p:nvSpPr>
        <p:spPr bwMode="auto">
          <a:xfrm>
            <a:off x="5654449" y="2668588"/>
            <a:ext cx="41275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3" name="Freeform 210"/>
          <p:cNvSpPr>
            <a:spLocks/>
          </p:cNvSpPr>
          <p:nvPr/>
        </p:nvSpPr>
        <p:spPr bwMode="auto">
          <a:xfrm>
            <a:off x="5568724" y="2881313"/>
            <a:ext cx="76200" cy="46038"/>
          </a:xfrm>
          <a:custGeom>
            <a:avLst/>
            <a:gdLst>
              <a:gd name="T0" fmla="*/ 48 w 48"/>
              <a:gd name="T1" fmla="*/ 29 h 29"/>
              <a:gd name="T2" fmla="*/ 48 w 48"/>
              <a:gd name="T3" fmla="*/ 24 h 29"/>
              <a:gd name="T4" fmla="*/ 19 w 48"/>
              <a:gd name="T5" fmla="*/ 24 h 29"/>
              <a:gd name="T6" fmla="*/ 19 w 48"/>
              <a:gd name="T7" fmla="*/ 0 h 29"/>
              <a:gd name="T8" fmla="*/ 0 w 48"/>
              <a:gd name="T9" fmla="*/ 0 h 29"/>
              <a:gd name="T10" fmla="*/ 0 w 48"/>
              <a:gd name="T11" fmla="*/ 29 h 29"/>
              <a:gd name="T12" fmla="*/ 14 w 48"/>
              <a:gd name="T13" fmla="*/ 29 h 29"/>
              <a:gd name="T14" fmla="*/ 14 w 48"/>
              <a:gd name="T15" fmla="*/ 29 h 29"/>
              <a:gd name="T16" fmla="*/ 48 w 48"/>
              <a:gd name="T17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29">
                <a:moveTo>
                  <a:pt x="48" y="29"/>
                </a:moveTo>
                <a:lnTo>
                  <a:pt x="48" y="24"/>
                </a:lnTo>
                <a:lnTo>
                  <a:pt x="19" y="24"/>
                </a:lnTo>
                <a:lnTo>
                  <a:pt x="19" y="0"/>
                </a:lnTo>
                <a:lnTo>
                  <a:pt x="0" y="0"/>
                </a:lnTo>
                <a:lnTo>
                  <a:pt x="0" y="29"/>
                </a:lnTo>
                <a:lnTo>
                  <a:pt x="14" y="29"/>
                </a:lnTo>
                <a:lnTo>
                  <a:pt x="14" y="29"/>
                </a:lnTo>
                <a:lnTo>
                  <a:pt x="48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4" name="Rectangle 211"/>
          <p:cNvSpPr>
            <a:spLocks noChangeArrowheads="1"/>
          </p:cNvSpPr>
          <p:nvPr/>
        </p:nvSpPr>
        <p:spPr bwMode="auto">
          <a:xfrm>
            <a:off x="5603649" y="2863851"/>
            <a:ext cx="3333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5" name="Freeform 212"/>
          <p:cNvSpPr>
            <a:spLocks/>
          </p:cNvSpPr>
          <p:nvPr/>
        </p:nvSpPr>
        <p:spPr bwMode="auto">
          <a:xfrm>
            <a:off x="5509986" y="2962276"/>
            <a:ext cx="63500" cy="38100"/>
          </a:xfrm>
          <a:custGeom>
            <a:avLst/>
            <a:gdLst>
              <a:gd name="T0" fmla="*/ 13 w 40"/>
              <a:gd name="T1" fmla="*/ 5 h 24"/>
              <a:gd name="T2" fmla="*/ 19 w 40"/>
              <a:gd name="T3" fmla="*/ 5 h 24"/>
              <a:gd name="T4" fmla="*/ 19 w 40"/>
              <a:gd name="T5" fmla="*/ 0 h 24"/>
              <a:gd name="T6" fmla="*/ 13 w 40"/>
              <a:gd name="T7" fmla="*/ 0 h 24"/>
              <a:gd name="T8" fmla="*/ 0 w 40"/>
              <a:gd name="T9" fmla="*/ 0 h 24"/>
              <a:gd name="T10" fmla="*/ 0 w 40"/>
              <a:gd name="T11" fmla="*/ 5 h 24"/>
              <a:gd name="T12" fmla="*/ 0 w 40"/>
              <a:gd name="T13" fmla="*/ 24 h 24"/>
              <a:gd name="T14" fmla="*/ 5 w 40"/>
              <a:gd name="T15" fmla="*/ 24 h 24"/>
              <a:gd name="T16" fmla="*/ 13 w 40"/>
              <a:gd name="T17" fmla="*/ 24 h 24"/>
              <a:gd name="T18" fmla="*/ 40 w 40"/>
              <a:gd name="T19" fmla="*/ 24 h 24"/>
              <a:gd name="T20" fmla="*/ 40 w 40"/>
              <a:gd name="T21" fmla="*/ 16 h 24"/>
              <a:gd name="T22" fmla="*/ 13 w 40"/>
              <a:gd name="T23" fmla="*/ 16 h 24"/>
              <a:gd name="T24" fmla="*/ 13 w 40"/>
              <a:gd name="T25" fmla="*/ 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0" h="24">
                <a:moveTo>
                  <a:pt x="13" y="5"/>
                </a:moveTo>
                <a:lnTo>
                  <a:pt x="19" y="5"/>
                </a:lnTo>
                <a:lnTo>
                  <a:pt x="19" y="0"/>
                </a:lnTo>
                <a:lnTo>
                  <a:pt x="13" y="0"/>
                </a:lnTo>
                <a:lnTo>
                  <a:pt x="0" y="0"/>
                </a:lnTo>
                <a:lnTo>
                  <a:pt x="0" y="5"/>
                </a:lnTo>
                <a:lnTo>
                  <a:pt x="0" y="24"/>
                </a:lnTo>
                <a:lnTo>
                  <a:pt x="5" y="24"/>
                </a:lnTo>
                <a:lnTo>
                  <a:pt x="13" y="24"/>
                </a:lnTo>
                <a:lnTo>
                  <a:pt x="40" y="24"/>
                </a:lnTo>
                <a:lnTo>
                  <a:pt x="40" y="16"/>
                </a:lnTo>
                <a:lnTo>
                  <a:pt x="13" y="16"/>
                </a:lnTo>
                <a:lnTo>
                  <a:pt x="1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6" name="Rectangle 213"/>
          <p:cNvSpPr>
            <a:spLocks noChangeArrowheads="1"/>
          </p:cNvSpPr>
          <p:nvPr/>
        </p:nvSpPr>
        <p:spPr bwMode="auto">
          <a:xfrm>
            <a:off x="5751286" y="2838451"/>
            <a:ext cx="127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7" name="Rectangle 214"/>
          <p:cNvSpPr>
            <a:spLocks noChangeArrowheads="1"/>
          </p:cNvSpPr>
          <p:nvPr/>
        </p:nvSpPr>
        <p:spPr bwMode="auto">
          <a:xfrm>
            <a:off x="5756049" y="2676526"/>
            <a:ext cx="7938" cy="349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8" name="Freeform 215"/>
          <p:cNvSpPr>
            <a:spLocks/>
          </p:cNvSpPr>
          <p:nvPr/>
        </p:nvSpPr>
        <p:spPr bwMode="auto">
          <a:xfrm>
            <a:off x="5649686" y="2855913"/>
            <a:ext cx="88900" cy="46038"/>
          </a:xfrm>
          <a:custGeom>
            <a:avLst/>
            <a:gdLst>
              <a:gd name="T0" fmla="*/ 38 w 56"/>
              <a:gd name="T1" fmla="*/ 24 h 29"/>
              <a:gd name="T2" fmla="*/ 16 w 56"/>
              <a:gd name="T3" fmla="*/ 24 h 29"/>
              <a:gd name="T4" fmla="*/ 16 w 56"/>
              <a:gd name="T5" fmla="*/ 29 h 29"/>
              <a:gd name="T6" fmla="*/ 38 w 56"/>
              <a:gd name="T7" fmla="*/ 29 h 29"/>
              <a:gd name="T8" fmla="*/ 43 w 56"/>
              <a:gd name="T9" fmla="*/ 29 h 29"/>
              <a:gd name="T10" fmla="*/ 43 w 56"/>
              <a:gd name="T11" fmla="*/ 24 h 29"/>
              <a:gd name="T12" fmla="*/ 43 w 56"/>
              <a:gd name="T13" fmla="*/ 10 h 29"/>
              <a:gd name="T14" fmla="*/ 56 w 56"/>
              <a:gd name="T15" fmla="*/ 10 h 29"/>
              <a:gd name="T16" fmla="*/ 56 w 56"/>
              <a:gd name="T17" fmla="*/ 0 h 29"/>
              <a:gd name="T18" fmla="*/ 43 w 56"/>
              <a:gd name="T19" fmla="*/ 0 h 29"/>
              <a:gd name="T20" fmla="*/ 43 w 56"/>
              <a:gd name="T21" fmla="*/ 5 h 29"/>
              <a:gd name="T22" fmla="*/ 38 w 56"/>
              <a:gd name="T23" fmla="*/ 5 h 29"/>
              <a:gd name="T24" fmla="*/ 11 w 56"/>
              <a:gd name="T25" fmla="*/ 5 h 29"/>
              <a:gd name="T26" fmla="*/ 11 w 56"/>
              <a:gd name="T27" fmla="*/ 10 h 29"/>
              <a:gd name="T28" fmla="*/ 0 w 56"/>
              <a:gd name="T29" fmla="*/ 10 h 29"/>
              <a:gd name="T30" fmla="*/ 0 w 56"/>
              <a:gd name="T31" fmla="*/ 16 h 29"/>
              <a:gd name="T32" fmla="*/ 19 w 56"/>
              <a:gd name="T33" fmla="*/ 16 h 29"/>
              <a:gd name="T34" fmla="*/ 19 w 56"/>
              <a:gd name="T35" fmla="*/ 13 h 29"/>
              <a:gd name="T36" fmla="*/ 38 w 56"/>
              <a:gd name="T37" fmla="*/ 13 h 29"/>
              <a:gd name="T38" fmla="*/ 38 w 56"/>
              <a:gd name="T39" fmla="*/ 2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6" h="29">
                <a:moveTo>
                  <a:pt x="38" y="24"/>
                </a:moveTo>
                <a:lnTo>
                  <a:pt x="16" y="24"/>
                </a:lnTo>
                <a:lnTo>
                  <a:pt x="16" y="29"/>
                </a:lnTo>
                <a:lnTo>
                  <a:pt x="38" y="29"/>
                </a:lnTo>
                <a:lnTo>
                  <a:pt x="43" y="29"/>
                </a:lnTo>
                <a:lnTo>
                  <a:pt x="43" y="24"/>
                </a:lnTo>
                <a:lnTo>
                  <a:pt x="43" y="10"/>
                </a:lnTo>
                <a:lnTo>
                  <a:pt x="56" y="10"/>
                </a:lnTo>
                <a:lnTo>
                  <a:pt x="56" y="0"/>
                </a:lnTo>
                <a:lnTo>
                  <a:pt x="43" y="0"/>
                </a:lnTo>
                <a:lnTo>
                  <a:pt x="43" y="5"/>
                </a:lnTo>
                <a:lnTo>
                  <a:pt x="38" y="5"/>
                </a:lnTo>
                <a:lnTo>
                  <a:pt x="11" y="5"/>
                </a:lnTo>
                <a:lnTo>
                  <a:pt x="11" y="10"/>
                </a:lnTo>
                <a:lnTo>
                  <a:pt x="0" y="10"/>
                </a:lnTo>
                <a:lnTo>
                  <a:pt x="0" y="16"/>
                </a:lnTo>
                <a:lnTo>
                  <a:pt x="19" y="16"/>
                </a:lnTo>
                <a:lnTo>
                  <a:pt x="19" y="13"/>
                </a:lnTo>
                <a:lnTo>
                  <a:pt x="38" y="13"/>
                </a:lnTo>
                <a:lnTo>
                  <a:pt x="38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9" name="Freeform 216"/>
          <p:cNvSpPr>
            <a:spLocks/>
          </p:cNvSpPr>
          <p:nvPr/>
        </p:nvSpPr>
        <p:spPr bwMode="auto">
          <a:xfrm>
            <a:off x="5667149" y="2805113"/>
            <a:ext cx="50800" cy="33338"/>
          </a:xfrm>
          <a:custGeom>
            <a:avLst/>
            <a:gdLst>
              <a:gd name="T0" fmla="*/ 32 w 32"/>
              <a:gd name="T1" fmla="*/ 21 h 21"/>
              <a:gd name="T2" fmla="*/ 32 w 32"/>
              <a:gd name="T3" fmla="*/ 5 h 21"/>
              <a:gd name="T4" fmla="*/ 27 w 32"/>
              <a:gd name="T5" fmla="*/ 5 h 21"/>
              <a:gd name="T6" fmla="*/ 27 w 32"/>
              <a:gd name="T7" fmla="*/ 13 h 21"/>
              <a:gd name="T8" fmla="*/ 5 w 32"/>
              <a:gd name="T9" fmla="*/ 13 h 21"/>
              <a:gd name="T10" fmla="*/ 5 w 32"/>
              <a:gd name="T11" fmla="*/ 0 h 21"/>
              <a:gd name="T12" fmla="*/ 0 w 32"/>
              <a:gd name="T13" fmla="*/ 0 h 21"/>
              <a:gd name="T14" fmla="*/ 0 w 32"/>
              <a:gd name="T15" fmla="*/ 18 h 21"/>
              <a:gd name="T16" fmla="*/ 5 w 32"/>
              <a:gd name="T17" fmla="*/ 18 h 21"/>
              <a:gd name="T18" fmla="*/ 27 w 32"/>
              <a:gd name="T19" fmla="*/ 18 h 21"/>
              <a:gd name="T20" fmla="*/ 27 w 32"/>
              <a:gd name="T21" fmla="*/ 21 h 21"/>
              <a:gd name="T22" fmla="*/ 32 w 32"/>
              <a:gd name="T23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2" h="21">
                <a:moveTo>
                  <a:pt x="32" y="21"/>
                </a:moveTo>
                <a:lnTo>
                  <a:pt x="32" y="5"/>
                </a:lnTo>
                <a:lnTo>
                  <a:pt x="27" y="5"/>
                </a:lnTo>
                <a:lnTo>
                  <a:pt x="27" y="13"/>
                </a:lnTo>
                <a:lnTo>
                  <a:pt x="5" y="13"/>
                </a:lnTo>
                <a:lnTo>
                  <a:pt x="5" y="0"/>
                </a:lnTo>
                <a:lnTo>
                  <a:pt x="0" y="0"/>
                </a:lnTo>
                <a:lnTo>
                  <a:pt x="0" y="18"/>
                </a:lnTo>
                <a:lnTo>
                  <a:pt x="5" y="18"/>
                </a:lnTo>
                <a:lnTo>
                  <a:pt x="27" y="18"/>
                </a:lnTo>
                <a:lnTo>
                  <a:pt x="27" y="21"/>
                </a:lnTo>
                <a:lnTo>
                  <a:pt x="32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0" name="Rectangle 217"/>
          <p:cNvSpPr>
            <a:spLocks noChangeArrowheads="1"/>
          </p:cNvSpPr>
          <p:nvPr/>
        </p:nvSpPr>
        <p:spPr bwMode="auto">
          <a:xfrm>
            <a:off x="5776686" y="2881313"/>
            <a:ext cx="17463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1" name="Freeform 218"/>
          <p:cNvSpPr>
            <a:spLocks/>
          </p:cNvSpPr>
          <p:nvPr/>
        </p:nvSpPr>
        <p:spPr bwMode="auto">
          <a:xfrm>
            <a:off x="5794149" y="2838451"/>
            <a:ext cx="30163" cy="25400"/>
          </a:xfrm>
          <a:custGeom>
            <a:avLst/>
            <a:gdLst>
              <a:gd name="T0" fmla="*/ 19 w 19"/>
              <a:gd name="T1" fmla="*/ 8 h 16"/>
              <a:gd name="T2" fmla="*/ 5 w 19"/>
              <a:gd name="T3" fmla="*/ 8 h 16"/>
              <a:gd name="T4" fmla="*/ 5 w 19"/>
              <a:gd name="T5" fmla="*/ 0 h 16"/>
              <a:gd name="T6" fmla="*/ 0 w 19"/>
              <a:gd name="T7" fmla="*/ 0 h 16"/>
              <a:gd name="T8" fmla="*/ 0 w 19"/>
              <a:gd name="T9" fmla="*/ 16 h 16"/>
              <a:gd name="T10" fmla="*/ 3 w 19"/>
              <a:gd name="T11" fmla="*/ 16 h 16"/>
              <a:gd name="T12" fmla="*/ 5 w 19"/>
              <a:gd name="T13" fmla="*/ 16 h 16"/>
              <a:gd name="T14" fmla="*/ 19 w 19"/>
              <a:gd name="T15" fmla="*/ 16 h 16"/>
              <a:gd name="T16" fmla="*/ 19 w 19"/>
              <a:gd name="T1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" h="16">
                <a:moveTo>
                  <a:pt x="19" y="8"/>
                </a:moveTo>
                <a:lnTo>
                  <a:pt x="5" y="8"/>
                </a:lnTo>
                <a:lnTo>
                  <a:pt x="5" y="0"/>
                </a:lnTo>
                <a:lnTo>
                  <a:pt x="0" y="0"/>
                </a:lnTo>
                <a:lnTo>
                  <a:pt x="0" y="16"/>
                </a:lnTo>
                <a:lnTo>
                  <a:pt x="3" y="16"/>
                </a:lnTo>
                <a:lnTo>
                  <a:pt x="5" y="16"/>
                </a:lnTo>
                <a:lnTo>
                  <a:pt x="19" y="16"/>
                </a:lnTo>
                <a:lnTo>
                  <a:pt x="1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2" name="Freeform 219"/>
          <p:cNvSpPr>
            <a:spLocks/>
          </p:cNvSpPr>
          <p:nvPr/>
        </p:nvSpPr>
        <p:spPr bwMode="auto">
          <a:xfrm>
            <a:off x="5619524" y="2698751"/>
            <a:ext cx="106363" cy="101600"/>
          </a:xfrm>
          <a:custGeom>
            <a:avLst/>
            <a:gdLst>
              <a:gd name="T0" fmla="*/ 22 w 67"/>
              <a:gd name="T1" fmla="*/ 21 h 64"/>
              <a:gd name="T2" fmla="*/ 0 w 67"/>
              <a:gd name="T3" fmla="*/ 21 h 64"/>
              <a:gd name="T4" fmla="*/ 0 w 67"/>
              <a:gd name="T5" fmla="*/ 43 h 64"/>
              <a:gd name="T6" fmla="*/ 32 w 67"/>
              <a:gd name="T7" fmla="*/ 43 h 64"/>
              <a:gd name="T8" fmla="*/ 32 w 67"/>
              <a:gd name="T9" fmla="*/ 64 h 64"/>
              <a:gd name="T10" fmla="*/ 67 w 67"/>
              <a:gd name="T11" fmla="*/ 64 h 64"/>
              <a:gd name="T12" fmla="*/ 67 w 67"/>
              <a:gd name="T13" fmla="*/ 37 h 64"/>
              <a:gd name="T14" fmla="*/ 35 w 67"/>
              <a:gd name="T15" fmla="*/ 37 h 64"/>
              <a:gd name="T16" fmla="*/ 35 w 67"/>
              <a:gd name="T17" fmla="*/ 21 h 64"/>
              <a:gd name="T18" fmla="*/ 30 w 67"/>
              <a:gd name="T19" fmla="*/ 21 h 64"/>
              <a:gd name="T20" fmla="*/ 30 w 67"/>
              <a:gd name="T21" fmla="*/ 0 h 64"/>
              <a:gd name="T22" fmla="*/ 22 w 67"/>
              <a:gd name="T23" fmla="*/ 0 h 64"/>
              <a:gd name="T24" fmla="*/ 22 w 67"/>
              <a:gd name="T25" fmla="*/ 21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7" h="64">
                <a:moveTo>
                  <a:pt x="22" y="21"/>
                </a:moveTo>
                <a:lnTo>
                  <a:pt x="0" y="21"/>
                </a:lnTo>
                <a:lnTo>
                  <a:pt x="0" y="43"/>
                </a:lnTo>
                <a:lnTo>
                  <a:pt x="32" y="43"/>
                </a:lnTo>
                <a:lnTo>
                  <a:pt x="32" y="64"/>
                </a:lnTo>
                <a:lnTo>
                  <a:pt x="67" y="64"/>
                </a:lnTo>
                <a:lnTo>
                  <a:pt x="67" y="37"/>
                </a:lnTo>
                <a:lnTo>
                  <a:pt x="35" y="37"/>
                </a:lnTo>
                <a:lnTo>
                  <a:pt x="35" y="21"/>
                </a:lnTo>
                <a:lnTo>
                  <a:pt x="30" y="21"/>
                </a:lnTo>
                <a:lnTo>
                  <a:pt x="30" y="0"/>
                </a:lnTo>
                <a:lnTo>
                  <a:pt x="22" y="0"/>
                </a:lnTo>
                <a:lnTo>
                  <a:pt x="22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3" name="Freeform 220"/>
          <p:cNvSpPr>
            <a:spLocks noEditPoints="1"/>
          </p:cNvSpPr>
          <p:nvPr/>
        </p:nvSpPr>
        <p:spPr bwMode="auto">
          <a:xfrm>
            <a:off x="6171974" y="2582863"/>
            <a:ext cx="492125" cy="407988"/>
          </a:xfrm>
          <a:custGeom>
            <a:avLst/>
            <a:gdLst>
              <a:gd name="T0" fmla="*/ 116 w 116"/>
              <a:gd name="T1" fmla="*/ 20 h 96"/>
              <a:gd name="T2" fmla="*/ 81 w 116"/>
              <a:gd name="T3" fmla="*/ 20 h 96"/>
              <a:gd name="T4" fmla="*/ 58 w 116"/>
              <a:gd name="T5" fmla="*/ 0 h 96"/>
              <a:gd name="T6" fmla="*/ 35 w 116"/>
              <a:gd name="T7" fmla="*/ 20 h 96"/>
              <a:gd name="T8" fmla="*/ 0 w 116"/>
              <a:gd name="T9" fmla="*/ 20 h 96"/>
              <a:gd name="T10" fmla="*/ 0 w 116"/>
              <a:gd name="T11" fmla="*/ 96 h 96"/>
              <a:gd name="T12" fmla="*/ 8 w 116"/>
              <a:gd name="T13" fmla="*/ 96 h 96"/>
              <a:gd name="T14" fmla="*/ 8 w 116"/>
              <a:gd name="T15" fmla="*/ 31 h 96"/>
              <a:gd name="T16" fmla="*/ 11 w 116"/>
              <a:gd name="T17" fmla="*/ 31 h 96"/>
              <a:gd name="T18" fmla="*/ 11 w 116"/>
              <a:gd name="T19" fmla="*/ 96 h 96"/>
              <a:gd name="T20" fmla="*/ 106 w 116"/>
              <a:gd name="T21" fmla="*/ 96 h 96"/>
              <a:gd name="T22" fmla="*/ 106 w 116"/>
              <a:gd name="T23" fmla="*/ 31 h 96"/>
              <a:gd name="T24" fmla="*/ 108 w 116"/>
              <a:gd name="T25" fmla="*/ 31 h 96"/>
              <a:gd name="T26" fmla="*/ 108 w 116"/>
              <a:gd name="T27" fmla="*/ 96 h 96"/>
              <a:gd name="T28" fmla="*/ 116 w 116"/>
              <a:gd name="T29" fmla="*/ 96 h 96"/>
              <a:gd name="T30" fmla="*/ 116 w 116"/>
              <a:gd name="T31" fmla="*/ 20 h 96"/>
              <a:gd name="T32" fmla="*/ 48 w 116"/>
              <a:gd name="T33" fmla="*/ 20 h 96"/>
              <a:gd name="T34" fmla="*/ 58 w 116"/>
              <a:gd name="T35" fmla="*/ 10 h 96"/>
              <a:gd name="T36" fmla="*/ 69 w 116"/>
              <a:gd name="T37" fmla="*/ 20 h 96"/>
              <a:gd name="T38" fmla="*/ 48 w 116"/>
              <a:gd name="T39" fmla="*/ 2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6" h="96">
                <a:moveTo>
                  <a:pt x="116" y="20"/>
                </a:moveTo>
                <a:cubicBezTo>
                  <a:pt x="81" y="20"/>
                  <a:pt x="81" y="20"/>
                  <a:pt x="81" y="20"/>
                </a:cubicBezTo>
                <a:cubicBezTo>
                  <a:pt x="80" y="9"/>
                  <a:pt x="70" y="0"/>
                  <a:pt x="58" y="0"/>
                </a:cubicBezTo>
                <a:cubicBezTo>
                  <a:pt x="47" y="0"/>
                  <a:pt x="37" y="9"/>
                  <a:pt x="35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6"/>
                  <a:pt x="0" y="96"/>
                  <a:pt x="0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8" y="31"/>
                  <a:pt x="8" y="31"/>
                  <a:pt x="8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96"/>
                  <a:pt x="11" y="96"/>
                  <a:pt x="11" y="96"/>
                </a:cubicBezTo>
                <a:cubicBezTo>
                  <a:pt x="106" y="96"/>
                  <a:pt x="106" y="96"/>
                  <a:pt x="106" y="96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8" y="31"/>
                  <a:pt x="108" y="31"/>
                  <a:pt x="108" y="31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16" y="96"/>
                  <a:pt x="116" y="96"/>
                  <a:pt x="116" y="96"/>
                </a:cubicBezTo>
                <a:lnTo>
                  <a:pt x="116" y="20"/>
                </a:lnTo>
                <a:close/>
                <a:moveTo>
                  <a:pt x="48" y="20"/>
                </a:moveTo>
                <a:cubicBezTo>
                  <a:pt x="48" y="14"/>
                  <a:pt x="53" y="10"/>
                  <a:pt x="58" y="10"/>
                </a:cubicBezTo>
                <a:cubicBezTo>
                  <a:pt x="64" y="10"/>
                  <a:pt x="68" y="14"/>
                  <a:pt x="69" y="20"/>
                </a:cubicBezTo>
                <a:lnTo>
                  <a:pt x="48" y="2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4" name="Freeform 221"/>
          <p:cNvSpPr>
            <a:spLocks noEditPoints="1"/>
          </p:cNvSpPr>
          <p:nvPr/>
        </p:nvSpPr>
        <p:spPr bwMode="auto">
          <a:xfrm>
            <a:off x="6946674" y="2732088"/>
            <a:ext cx="425450" cy="246063"/>
          </a:xfrm>
          <a:custGeom>
            <a:avLst/>
            <a:gdLst>
              <a:gd name="T0" fmla="*/ 98 w 100"/>
              <a:gd name="T1" fmla="*/ 25 h 58"/>
              <a:gd name="T2" fmla="*/ 98 w 100"/>
              <a:gd name="T3" fmla="*/ 24 h 58"/>
              <a:gd name="T4" fmla="*/ 73 w 100"/>
              <a:gd name="T5" fmla="*/ 0 h 58"/>
              <a:gd name="T6" fmla="*/ 26 w 100"/>
              <a:gd name="T7" fmla="*/ 0 h 58"/>
              <a:gd name="T8" fmla="*/ 1 w 100"/>
              <a:gd name="T9" fmla="*/ 24 h 58"/>
              <a:gd name="T10" fmla="*/ 1 w 100"/>
              <a:gd name="T11" fmla="*/ 27 h 58"/>
              <a:gd name="T12" fmla="*/ 0 w 100"/>
              <a:gd name="T13" fmla="*/ 35 h 58"/>
              <a:gd name="T14" fmla="*/ 23 w 100"/>
              <a:gd name="T15" fmla="*/ 58 h 58"/>
              <a:gd name="T16" fmla="*/ 47 w 100"/>
              <a:gd name="T17" fmla="*/ 35 h 58"/>
              <a:gd name="T18" fmla="*/ 35 w 100"/>
              <a:gd name="T19" fmla="*/ 15 h 58"/>
              <a:gd name="T20" fmla="*/ 65 w 100"/>
              <a:gd name="T21" fmla="*/ 15 h 58"/>
              <a:gd name="T22" fmla="*/ 53 w 100"/>
              <a:gd name="T23" fmla="*/ 35 h 58"/>
              <a:gd name="T24" fmla="*/ 77 w 100"/>
              <a:gd name="T25" fmla="*/ 58 h 58"/>
              <a:gd name="T26" fmla="*/ 100 w 100"/>
              <a:gd name="T27" fmla="*/ 35 h 58"/>
              <a:gd name="T28" fmla="*/ 98 w 100"/>
              <a:gd name="T29" fmla="*/ 25 h 58"/>
              <a:gd name="T30" fmla="*/ 23 w 100"/>
              <a:gd name="T31" fmla="*/ 50 h 58"/>
              <a:gd name="T32" fmla="*/ 8 w 100"/>
              <a:gd name="T33" fmla="*/ 35 h 58"/>
              <a:gd name="T34" fmla="*/ 23 w 100"/>
              <a:gd name="T35" fmla="*/ 19 h 58"/>
              <a:gd name="T36" fmla="*/ 39 w 100"/>
              <a:gd name="T37" fmla="*/ 35 h 58"/>
              <a:gd name="T38" fmla="*/ 23 w 100"/>
              <a:gd name="T39" fmla="*/ 50 h 58"/>
              <a:gd name="T40" fmla="*/ 77 w 100"/>
              <a:gd name="T41" fmla="*/ 50 h 58"/>
              <a:gd name="T42" fmla="*/ 61 w 100"/>
              <a:gd name="T43" fmla="*/ 35 h 58"/>
              <a:gd name="T44" fmla="*/ 77 w 100"/>
              <a:gd name="T45" fmla="*/ 19 h 58"/>
              <a:gd name="T46" fmla="*/ 92 w 100"/>
              <a:gd name="T47" fmla="*/ 35 h 58"/>
              <a:gd name="T48" fmla="*/ 77 w 100"/>
              <a:gd name="T49" fmla="*/ 5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0" h="58">
                <a:moveTo>
                  <a:pt x="98" y="25"/>
                </a:moveTo>
                <a:cubicBezTo>
                  <a:pt x="98" y="24"/>
                  <a:pt x="98" y="24"/>
                  <a:pt x="98" y="24"/>
                </a:cubicBezTo>
                <a:cubicBezTo>
                  <a:pt x="98" y="10"/>
                  <a:pt x="87" y="0"/>
                  <a:pt x="7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2" y="0"/>
                  <a:pt x="1" y="10"/>
                  <a:pt x="1" y="24"/>
                </a:cubicBezTo>
                <a:cubicBezTo>
                  <a:pt x="1" y="27"/>
                  <a:pt x="1" y="27"/>
                  <a:pt x="1" y="27"/>
                </a:cubicBezTo>
                <a:cubicBezTo>
                  <a:pt x="0" y="30"/>
                  <a:pt x="0" y="32"/>
                  <a:pt x="0" y="35"/>
                </a:cubicBezTo>
                <a:cubicBezTo>
                  <a:pt x="0" y="48"/>
                  <a:pt x="10" y="58"/>
                  <a:pt x="23" y="58"/>
                </a:cubicBezTo>
                <a:cubicBezTo>
                  <a:pt x="36" y="58"/>
                  <a:pt x="47" y="48"/>
                  <a:pt x="47" y="35"/>
                </a:cubicBezTo>
                <a:cubicBezTo>
                  <a:pt x="47" y="26"/>
                  <a:pt x="42" y="19"/>
                  <a:pt x="35" y="15"/>
                </a:cubicBezTo>
                <a:cubicBezTo>
                  <a:pt x="44" y="13"/>
                  <a:pt x="54" y="13"/>
                  <a:pt x="65" y="15"/>
                </a:cubicBezTo>
                <a:cubicBezTo>
                  <a:pt x="58" y="19"/>
                  <a:pt x="53" y="26"/>
                  <a:pt x="53" y="35"/>
                </a:cubicBezTo>
                <a:cubicBezTo>
                  <a:pt x="53" y="48"/>
                  <a:pt x="64" y="58"/>
                  <a:pt x="77" y="58"/>
                </a:cubicBezTo>
                <a:cubicBezTo>
                  <a:pt x="90" y="58"/>
                  <a:pt x="100" y="48"/>
                  <a:pt x="100" y="35"/>
                </a:cubicBezTo>
                <a:cubicBezTo>
                  <a:pt x="100" y="31"/>
                  <a:pt x="99" y="28"/>
                  <a:pt x="98" y="25"/>
                </a:cubicBezTo>
                <a:close/>
                <a:moveTo>
                  <a:pt x="23" y="50"/>
                </a:moveTo>
                <a:cubicBezTo>
                  <a:pt x="15" y="50"/>
                  <a:pt x="8" y="43"/>
                  <a:pt x="8" y="35"/>
                </a:cubicBezTo>
                <a:cubicBezTo>
                  <a:pt x="8" y="26"/>
                  <a:pt x="15" y="19"/>
                  <a:pt x="23" y="19"/>
                </a:cubicBezTo>
                <a:cubicBezTo>
                  <a:pt x="32" y="19"/>
                  <a:pt x="39" y="26"/>
                  <a:pt x="39" y="35"/>
                </a:cubicBezTo>
                <a:cubicBezTo>
                  <a:pt x="39" y="43"/>
                  <a:pt x="32" y="50"/>
                  <a:pt x="23" y="50"/>
                </a:cubicBezTo>
                <a:close/>
                <a:moveTo>
                  <a:pt x="77" y="50"/>
                </a:moveTo>
                <a:cubicBezTo>
                  <a:pt x="68" y="50"/>
                  <a:pt x="61" y="43"/>
                  <a:pt x="61" y="35"/>
                </a:cubicBezTo>
                <a:cubicBezTo>
                  <a:pt x="61" y="26"/>
                  <a:pt x="68" y="19"/>
                  <a:pt x="77" y="19"/>
                </a:cubicBezTo>
                <a:cubicBezTo>
                  <a:pt x="85" y="19"/>
                  <a:pt x="92" y="26"/>
                  <a:pt x="92" y="35"/>
                </a:cubicBezTo>
                <a:cubicBezTo>
                  <a:pt x="92" y="43"/>
                  <a:pt x="85" y="50"/>
                  <a:pt x="77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5" name="Freeform 222"/>
          <p:cNvSpPr>
            <a:spLocks/>
          </p:cNvSpPr>
          <p:nvPr/>
        </p:nvSpPr>
        <p:spPr bwMode="auto">
          <a:xfrm>
            <a:off x="6999061" y="2833688"/>
            <a:ext cx="38100" cy="38100"/>
          </a:xfrm>
          <a:custGeom>
            <a:avLst/>
            <a:gdLst>
              <a:gd name="T0" fmla="*/ 3 w 9"/>
              <a:gd name="T1" fmla="*/ 3 h 9"/>
              <a:gd name="T2" fmla="*/ 0 w 9"/>
              <a:gd name="T3" fmla="*/ 8 h 9"/>
              <a:gd name="T4" fmla="*/ 5 w 9"/>
              <a:gd name="T5" fmla="*/ 6 h 9"/>
              <a:gd name="T6" fmla="*/ 8 w 9"/>
              <a:gd name="T7" fmla="*/ 1 h 9"/>
              <a:gd name="T8" fmla="*/ 3 w 9"/>
              <a:gd name="T9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3" y="3"/>
                </a:moveTo>
                <a:cubicBezTo>
                  <a:pt x="1" y="5"/>
                  <a:pt x="0" y="8"/>
                  <a:pt x="0" y="8"/>
                </a:cubicBezTo>
                <a:cubicBezTo>
                  <a:pt x="1" y="9"/>
                  <a:pt x="3" y="8"/>
                  <a:pt x="5" y="6"/>
                </a:cubicBezTo>
                <a:cubicBezTo>
                  <a:pt x="7" y="3"/>
                  <a:pt x="9" y="1"/>
                  <a:pt x="8" y="1"/>
                </a:cubicBezTo>
                <a:cubicBezTo>
                  <a:pt x="8" y="0"/>
                  <a:pt x="5" y="1"/>
                  <a:pt x="3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6" name="Freeform 223"/>
          <p:cNvSpPr>
            <a:spLocks/>
          </p:cNvSpPr>
          <p:nvPr/>
        </p:nvSpPr>
        <p:spPr bwMode="auto">
          <a:xfrm>
            <a:off x="7286399" y="2833688"/>
            <a:ext cx="38100" cy="38100"/>
          </a:xfrm>
          <a:custGeom>
            <a:avLst/>
            <a:gdLst>
              <a:gd name="T0" fmla="*/ 1 w 9"/>
              <a:gd name="T1" fmla="*/ 0 h 9"/>
              <a:gd name="T2" fmla="*/ 4 w 9"/>
              <a:gd name="T3" fmla="*/ 5 h 9"/>
              <a:gd name="T4" fmla="*/ 8 w 9"/>
              <a:gd name="T5" fmla="*/ 9 h 9"/>
              <a:gd name="T6" fmla="*/ 6 w 9"/>
              <a:gd name="T7" fmla="*/ 3 h 9"/>
              <a:gd name="T8" fmla="*/ 1 w 9"/>
              <a:gd name="T9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1" y="0"/>
                </a:moveTo>
                <a:cubicBezTo>
                  <a:pt x="0" y="1"/>
                  <a:pt x="1" y="3"/>
                  <a:pt x="4" y="5"/>
                </a:cubicBezTo>
                <a:cubicBezTo>
                  <a:pt x="6" y="8"/>
                  <a:pt x="8" y="9"/>
                  <a:pt x="8" y="9"/>
                </a:cubicBezTo>
                <a:cubicBezTo>
                  <a:pt x="9" y="8"/>
                  <a:pt x="8" y="6"/>
                  <a:pt x="6" y="3"/>
                </a:cubicBezTo>
                <a:cubicBezTo>
                  <a:pt x="4" y="1"/>
                  <a:pt x="1" y="0"/>
                  <a:pt x="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7" name="Freeform 224"/>
          <p:cNvSpPr>
            <a:spLocks/>
          </p:cNvSpPr>
          <p:nvPr/>
        </p:nvSpPr>
        <p:spPr bwMode="auto">
          <a:xfrm>
            <a:off x="7256236" y="2681288"/>
            <a:ext cx="80963" cy="73025"/>
          </a:xfrm>
          <a:custGeom>
            <a:avLst/>
            <a:gdLst>
              <a:gd name="T0" fmla="*/ 19 w 19"/>
              <a:gd name="T1" fmla="*/ 17 h 17"/>
              <a:gd name="T2" fmla="*/ 0 w 19"/>
              <a:gd name="T3" fmla="*/ 9 h 17"/>
              <a:gd name="T4" fmla="*/ 19 w 19"/>
              <a:gd name="T5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" h="17">
                <a:moveTo>
                  <a:pt x="19" y="17"/>
                </a:moveTo>
                <a:cubicBezTo>
                  <a:pt x="9" y="0"/>
                  <a:pt x="0" y="9"/>
                  <a:pt x="0" y="9"/>
                </a:cubicBezTo>
                <a:cubicBezTo>
                  <a:pt x="12" y="9"/>
                  <a:pt x="19" y="17"/>
                  <a:pt x="19" y="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8" name="Freeform 225"/>
          <p:cNvSpPr>
            <a:spLocks/>
          </p:cNvSpPr>
          <p:nvPr/>
        </p:nvSpPr>
        <p:spPr bwMode="auto">
          <a:xfrm>
            <a:off x="6973661" y="2681288"/>
            <a:ext cx="76200" cy="73025"/>
          </a:xfrm>
          <a:custGeom>
            <a:avLst/>
            <a:gdLst>
              <a:gd name="T0" fmla="*/ 18 w 18"/>
              <a:gd name="T1" fmla="*/ 9 h 17"/>
              <a:gd name="T2" fmla="*/ 0 w 18"/>
              <a:gd name="T3" fmla="*/ 17 h 17"/>
              <a:gd name="T4" fmla="*/ 18 w 18"/>
              <a:gd name="T5" fmla="*/ 9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7">
                <a:moveTo>
                  <a:pt x="18" y="9"/>
                </a:moveTo>
                <a:cubicBezTo>
                  <a:pt x="18" y="9"/>
                  <a:pt x="9" y="0"/>
                  <a:pt x="0" y="17"/>
                </a:cubicBezTo>
                <a:cubicBezTo>
                  <a:pt x="0" y="17"/>
                  <a:pt x="6" y="9"/>
                  <a:pt x="18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9" name="Freeform 226"/>
          <p:cNvSpPr>
            <a:spLocks noEditPoints="1"/>
          </p:cNvSpPr>
          <p:nvPr/>
        </p:nvSpPr>
        <p:spPr bwMode="auto">
          <a:xfrm>
            <a:off x="7570561" y="2706688"/>
            <a:ext cx="449263" cy="309563"/>
          </a:xfrm>
          <a:custGeom>
            <a:avLst/>
            <a:gdLst>
              <a:gd name="T0" fmla="*/ 73 w 106"/>
              <a:gd name="T1" fmla="*/ 6 h 73"/>
              <a:gd name="T2" fmla="*/ 69 w 106"/>
              <a:gd name="T3" fmla="*/ 7 h 73"/>
              <a:gd name="T4" fmla="*/ 36 w 106"/>
              <a:gd name="T5" fmla="*/ 7 h 73"/>
              <a:gd name="T6" fmla="*/ 34 w 106"/>
              <a:gd name="T7" fmla="*/ 6 h 73"/>
              <a:gd name="T8" fmla="*/ 28 w 106"/>
              <a:gd name="T9" fmla="*/ 6 h 73"/>
              <a:gd name="T10" fmla="*/ 11 w 106"/>
              <a:gd name="T11" fmla="*/ 41 h 73"/>
              <a:gd name="T12" fmla="*/ 45 w 106"/>
              <a:gd name="T13" fmla="*/ 72 h 73"/>
              <a:gd name="T14" fmla="*/ 53 w 106"/>
              <a:gd name="T15" fmla="*/ 71 h 73"/>
              <a:gd name="T16" fmla="*/ 60 w 106"/>
              <a:gd name="T17" fmla="*/ 72 h 73"/>
              <a:gd name="T18" fmla="*/ 94 w 106"/>
              <a:gd name="T19" fmla="*/ 41 h 73"/>
              <a:gd name="T20" fmla="*/ 77 w 106"/>
              <a:gd name="T21" fmla="*/ 6 h 73"/>
              <a:gd name="T22" fmla="*/ 48 w 106"/>
              <a:gd name="T23" fmla="*/ 69 h 73"/>
              <a:gd name="T24" fmla="*/ 49 w 106"/>
              <a:gd name="T25" fmla="*/ 70 h 73"/>
              <a:gd name="T26" fmla="*/ 60 w 106"/>
              <a:gd name="T27" fmla="*/ 69 h 73"/>
              <a:gd name="T28" fmla="*/ 62 w 106"/>
              <a:gd name="T29" fmla="*/ 67 h 73"/>
              <a:gd name="T30" fmla="*/ 70 w 106"/>
              <a:gd name="T31" fmla="*/ 63 h 73"/>
              <a:gd name="T32" fmla="*/ 61 w 106"/>
              <a:gd name="T33" fmla="*/ 63 h 73"/>
              <a:gd name="T34" fmla="*/ 53 w 106"/>
              <a:gd name="T35" fmla="*/ 55 h 73"/>
              <a:gd name="T36" fmla="*/ 51 w 106"/>
              <a:gd name="T37" fmla="*/ 56 h 73"/>
              <a:gd name="T38" fmla="*/ 60 w 106"/>
              <a:gd name="T39" fmla="*/ 64 h 73"/>
              <a:gd name="T40" fmla="*/ 59 w 106"/>
              <a:gd name="T41" fmla="*/ 68 h 73"/>
              <a:gd name="T42" fmla="*/ 54 w 106"/>
              <a:gd name="T43" fmla="*/ 70 h 73"/>
              <a:gd name="T44" fmla="*/ 47 w 106"/>
              <a:gd name="T45" fmla="*/ 64 h 73"/>
              <a:gd name="T46" fmla="*/ 42 w 106"/>
              <a:gd name="T47" fmla="*/ 59 h 73"/>
              <a:gd name="T48" fmla="*/ 46 w 106"/>
              <a:gd name="T49" fmla="*/ 64 h 73"/>
              <a:gd name="T50" fmla="*/ 46 w 106"/>
              <a:gd name="T51" fmla="*/ 68 h 73"/>
              <a:gd name="T52" fmla="*/ 41 w 106"/>
              <a:gd name="T53" fmla="*/ 70 h 73"/>
              <a:gd name="T54" fmla="*/ 14 w 106"/>
              <a:gd name="T55" fmla="*/ 44 h 73"/>
              <a:gd name="T56" fmla="*/ 28 w 106"/>
              <a:gd name="T57" fmla="*/ 8 h 73"/>
              <a:gd name="T58" fmla="*/ 45 w 106"/>
              <a:gd name="T59" fmla="*/ 10 h 73"/>
              <a:gd name="T60" fmla="*/ 39 w 106"/>
              <a:gd name="T61" fmla="*/ 21 h 73"/>
              <a:gd name="T62" fmla="*/ 51 w 106"/>
              <a:gd name="T63" fmla="*/ 25 h 73"/>
              <a:gd name="T64" fmla="*/ 74 w 106"/>
              <a:gd name="T65" fmla="*/ 48 h 73"/>
              <a:gd name="T66" fmla="*/ 67 w 106"/>
              <a:gd name="T67" fmla="*/ 55 h 73"/>
              <a:gd name="T68" fmla="*/ 70 w 106"/>
              <a:gd name="T69" fmla="*/ 60 h 73"/>
              <a:gd name="T70" fmla="*/ 72 w 106"/>
              <a:gd name="T71" fmla="*/ 63 h 73"/>
              <a:gd name="T72" fmla="*/ 72 w 106"/>
              <a:gd name="T73" fmla="*/ 56 h 73"/>
              <a:gd name="T74" fmla="*/ 55 w 106"/>
              <a:gd name="T75" fmla="*/ 25 h 73"/>
              <a:gd name="T76" fmla="*/ 56 w 106"/>
              <a:gd name="T77" fmla="*/ 23 h 73"/>
              <a:gd name="T78" fmla="*/ 49 w 106"/>
              <a:gd name="T79" fmla="*/ 23 h 73"/>
              <a:gd name="T80" fmla="*/ 40 w 106"/>
              <a:gd name="T81" fmla="*/ 15 h 73"/>
              <a:gd name="T82" fmla="*/ 60 w 106"/>
              <a:gd name="T83" fmla="*/ 10 h 73"/>
              <a:gd name="T84" fmla="*/ 78 w 106"/>
              <a:gd name="T85" fmla="*/ 8 h 73"/>
              <a:gd name="T86" fmla="*/ 91 w 106"/>
              <a:gd name="T87" fmla="*/ 4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73">
                <a:moveTo>
                  <a:pt x="77" y="6"/>
                </a:moveTo>
                <a:cubicBezTo>
                  <a:pt x="76" y="6"/>
                  <a:pt x="75" y="6"/>
                  <a:pt x="74" y="6"/>
                </a:cubicBezTo>
                <a:cubicBezTo>
                  <a:pt x="74" y="6"/>
                  <a:pt x="73" y="6"/>
                  <a:pt x="73" y="6"/>
                </a:cubicBezTo>
                <a:cubicBezTo>
                  <a:pt x="71" y="6"/>
                  <a:pt x="71" y="6"/>
                  <a:pt x="71" y="6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7"/>
                </a:cubicBezTo>
                <a:cubicBezTo>
                  <a:pt x="69" y="7"/>
                  <a:pt x="69" y="7"/>
                  <a:pt x="69" y="7"/>
                </a:cubicBezTo>
                <a:cubicBezTo>
                  <a:pt x="53" y="9"/>
                  <a:pt x="53" y="9"/>
                  <a:pt x="53" y="9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1" y="6"/>
                  <a:pt x="31" y="6"/>
                </a:cubicBezTo>
                <a:cubicBezTo>
                  <a:pt x="31" y="6"/>
                  <a:pt x="29" y="6"/>
                  <a:pt x="28" y="6"/>
                </a:cubicBezTo>
                <a:cubicBezTo>
                  <a:pt x="22" y="0"/>
                  <a:pt x="22" y="0"/>
                  <a:pt x="22" y="0"/>
                </a:cubicBezTo>
                <a:cubicBezTo>
                  <a:pt x="0" y="23"/>
                  <a:pt x="0" y="23"/>
                  <a:pt x="0" y="23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3" y="44"/>
                  <a:pt x="13" y="45"/>
                </a:cubicBezTo>
                <a:cubicBezTo>
                  <a:pt x="40" y="71"/>
                  <a:pt x="40" y="71"/>
                  <a:pt x="40" y="71"/>
                </a:cubicBezTo>
                <a:cubicBezTo>
                  <a:pt x="41" y="73"/>
                  <a:pt x="44" y="73"/>
                  <a:pt x="45" y="72"/>
                </a:cubicBezTo>
                <a:cubicBezTo>
                  <a:pt x="46" y="70"/>
                  <a:pt x="46" y="70"/>
                  <a:pt x="46" y="70"/>
                </a:cubicBezTo>
                <a:cubicBezTo>
                  <a:pt x="47" y="71"/>
                  <a:pt x="47" y="71"/>
                  <a:pt x="47" y="71"/>
                </a:cubicBezTo>
                <a:cubicBezTo>
                  <a:pt x="49" y="73"/>
                  <a:pt x="51" y="73"/>
                  <a:pt x="53" y="71"/>
                </a:cubicBezTo>
                <a:cubicBezTo>
                  <a:pt x="54" y="73"/>
                  <a:pt x="56" y="73"/>
                  <a:pt x="58" y="71"/>
                </a:cubicBezTo>
                <a:cubicBezTo>
                  <a:pt x="59" y="70"/>
                  <a:pt x="59" y="70"/>
                  <a:pt x="59" y="70"/>
                </a:cubicBezTo>
                <a:cubicBezTo>
                  <a:pt x="60" y="72"/>
                  <a:pt x="60" y="72"/>
                  <a:pt x="60" y="72"/>
                </a:cubicBezTo>
                <a:cubicBezTo>
                  <a:pt x="62" y="73"/>
                  <a:pt x="64" y="73"/>
                  <a:pt x="66" y="71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44"/>
                  <a:pt x="94" y="41"/>
                  <a:pt x="94" y="41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83" y="0"/>
                  <a:pt x="83" y="0"/>
                  <a:pt x="83" y="0"/>
                </a:cubicBezTo>
                <a:lnTo>
                  <a:pt x="77" y="6"/>
                </a:lnTo>
                <a:close/>
                <a:moveTo>
                  <a:pt x="49" y="70"/>
                </a:move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68"/>
                  <a:pt x="48" y="67"/>
                </a:cubicBezTo>
                <a:cubicBezTo>
                  <a:pt x="51" y="70"/>
                  <a:pt x="51" y="70"/>
                  <a:pt x="51" y="70"/>
                </a:cubicBezTo>
                <a:cubicBezTo>
                  <a:pt x="51" y="71"/>
                  <a:pt x="49" y="71"/>
                  <a:pt x="49" y="70"/>
                </a:cubicBezTo>
                <a:close/>
                <a:moveTo>
                  <a:pt x="65" y="70"/>
                </a:moveTo>
                <a:cubicBezTo>
                  <a:pt x="64" y="71"/>
                  <a:pt x="62" y="71"/>
                  <a:pt x="62" y="71"/>
                </a:cubicBezTo>
                <a:cubicBezTo>
                  <a:pt x="60" y="69"/>
                  <a:pt x="60" y="69"/>
                  <a:pt x="60" y="69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4" y="68"/>
                  <a:pt x="65" y="69"/>
                  <a:pt x="66" y="68"/>
                </a:cubicBezTo>
                <a:lnTo>
                  <a:pt x="65" y="70"/>
                </a:lnTo>
                <a:close/>
                <a:moveTo>
                  <a:pt x="70" y="63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7"/>
                  <a:pt x="64" y="67"/>
                  <a:pt x="63" y="66"/>
                </a:cubicBezTo>
                <a:cubicBezTo>
                  <a:pt x="63" y="66"/>
                  <a:pt x="62" y="65"/>
                  <a:pt x="61" y="63"/>
                </a:cubicBezTo>
                <a:cubicBezTo>
                  <a:pt x="60" y="63"/>
                  <a:pt x="60" y="63"/>
                  <a:pt x="60" y="62"/>
                </a:cubicBezTo>
                <a:cubicBezTo>
                  <a:pt x="58" y="60"/>
                  <a:pt x="55" y="58"/>
                  <a:pt x="54" y="56"/>
                </a:cubicBezTo>
                <a:cubicBezTo>
                  <a:pt x="53" y="56"/>
                  <a:pt x="53" y="56"/>
                  <a:pt x="53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1" y="55"/>
                  <a:pt x="51" y="55"/>
                  <a:pt x="51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9" y="63"/>
                  <a:pt x="59" y="63"/>
                  <a:pt x="59" y="63"/>
                </a:cubicBezTo>
                <a:cubicBezTo>
                  <a:pt x="60" y="64"/>
                  <a:pt x="60" y="64"/>
                  <a:pt x="60" y="64"/>
                </a:cubicBezTo>
                <a:cubicBezTo>
                  <a:pt x="60" y="65"/>
                  <a:pt x="60" y="65"/>
                  <a:pt x="60" y="65"/>
                </a:cubicBezTo>
                <a:cubicBezTo>
                  <a:pt x="60" y="66"/>
                  <a:pt x="60" y="67"/>
                  <a:pt x="60" y="67"/>
                </a:cubicBezTo>
                <a:cubicBezTo>
                  <a:pt x="59" y="68"/>
                  <a:pt x="59" y="68"/>
                  <a:pt x="59" y="68"/>
                </a:cubicBezTo>
                <a:cubicBezTo>
                  <a:pt x="58" y="69"/>
                  <a:pt x="58" y="69"/>
                  <a:pt x="58" y="69"/>
                </a:cubicBezTo>
                <a:cubicBezTo>
                  <a:pt x="57" y="70"/>
                  <a:pt x="57" y="70"/>
                  <a:pt x="57" y="70"/>
                </a:cubicBezTo>
                <a:cubicBezTo>
                  <a:pt x="56" y="71"/>
                  <a:pt x="55" y="71"/>
                  <a:pt x="54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69"/>
                  <a:pt x="53" y="69"/>
                  <a:pt x="53" y="69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3"/>
                  <a:pt x="47" y="63"/>
                  <a:pt x="47" y="63"/>
                </a:cubicBezTo>
                <a:cubicBezTo>
                  <a:pt x="46" y="62"/>
                  <a:pt x="46" y="62"/>
                  <a:pt x="46" y="62"/>
                </a:cubicBezTo>
                <a:cubicBezTo>
                  <a:pt x="42" y="59"/>
                  <a:pt x="42" y="59"/>
                  <a:pt x="42" y="59"/>
                </a:cubicBezTo>
                <a:cubicBezTo>
                  <a:pt x="41" y="59"/>
                  <a:pt x="41" y="59"/>
                  <a:pt x="40" y="59"/>
                </a:cubicBezTo>
                <a:cubicBezTo>
                  <a:pt x="44" y="63"/>
                  <a:pt x="44" y="63"/>
                  <a:pt x="44" y="63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7" y="67"/>
                  <a:pt x="46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5" y="69"/>
                  <a:pt x="45" y="69"/>
                  <a:pt x="45" y="69"/>
                </a:cubicBezTo>
                <a:cubicBezTo>
                  <a:pt x="44" y="71"/>
                  <a:pt x="44" y="71"/>
                  <a:pt x="44" y="71"/>
                </a:cubicBezTo>
                <a:cubicBezTo>
                  <a:pt x="43" y="71"/>
                  <a:pt x="41" y="71"/>
                  <a:pt x="41" y="70"/>
                </a:cubicBezTo>
                <a:cubicBezTo>
                  <a:pt x="39" y="68"/>
                  <a:pt x="39" y="68"/>
                  <a:pt x="39" y="68"/>
                </a:cubicBezTo>
                <a:cubicBezTo>
                  <a:pt x="33" y="63"/>
                  <a:pt x="33" y="63"/>
                  <a:pt x="33" y="63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3"/>
                  <a:pt x="2" y="23"/>
                  <a:pt x="2" y="23"/>
                </a:cubicBezTo>
                <a:cubicBezTo>
                  <a:pt x="22" y="2"/>
                  <a:pt x="22" y="2"/>
                  <a:pt x="22" y="2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30" y="8"/>
                  <a:pt x="31" y="8"/>
                  <a:pt x="32" y="8"/>
                </a:cubicBezTo>
                <a:cubicBezTo>
                  <a:pt x="45" y="10"/>
                  <a:pt x="45" y="10"/>
                  <a:pt x="45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39" y="10"/>
                  <a:pt x="38" y="13"/>
                  <a:pt x="38" y="15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3"/>
                  <a:pt x="41" y="25"/>
                  <a:pt x="43" y="25"/>
                </a:cubicBezTo>
                <a:cubicBezTo>
                  <a:pt x="43" y="25"/>
                  <a:pt x="48" y="25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2" y="25"/>
                  <a:pt x="52" y="25"/>
                  <a:pt x="52" y="25"/>
                </a:cubicBezTo>
                <a:cubicBezTo>
                  <a:pt x="53" y="26"/>
                  <a:pt x="53" y="26"/>
                  <a:pt x="53" y="26"/>
                </a:cubicBezTo>
                <a:cubicBezTo>
                  <a:pt x="74" y="48"/>
                  <a:pt x="74" y="48"/>
                  <a:pt x="74" y="48"/>
                </a:cubicBezTo>
                <a:cubicBezTo>
                  <a:pt x="75" y="48"/>
                  <a:pt x="75" y="50"/>
                  <a:pt x="74" y="51"/>
                </a:cubicBezTo>
                <a:cubicBezTo>
                  <a:pt x="70" y="55"/>
                  <a:pt x="70" y="55"/>
                  <a:pt x="70" y="55"/>
                </a:cubicBezTo>
                <a:cubicBezTo>
                  <a:pt x="69" y="56"/>
                  <a:pt x="68" y="56"/>
                  <a:pt x="67" y="55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5" y="45"/>
                  <a:pt x="55" y="45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1"/>
                  <a:pt x="71" y="62"/>
                  <a:pt x="70" y="63"/>
                </a:cubicBezTo>
                <a:close/>
                <a:moveTo>
                  <a:pt x="91" y="44"/>
                </a:moveTo>
                <a:cubicBezTo>
                  <a:pt x="72" y="63"/>
                  <a:pt x="72" y="63"/>
                  <a:pt x="72" y="63"/>
                </a:cubicBezTo>
                <a:cubicBezTo>
                  <a:pt x="73" y="62"/>
                  <a:pt x="72" y="61"/>
                  <a:pt x="72" y="60"/>
                </a:cubicBezTo>
                <a:cubicBezTo>
                  <a:pt x="68" y="57"/>
                  <a:pt x="68" y="57"/>
                  <a:pt x="68" y="57"/>
                </a:cubicBezTo>
                <a:cubicBezTo>
                  <a:pt x="70" y="58"/>
                  <a:pt x="70" y="58"/>
                  <a:pt x="72" y="56"/>
                </a:cubicBezTo>
                <a:cubicBezTo>
                  <a:pt x="75" y="52"/>
                  <a:pt x="75" y="52"/>
                  <a:pt x="75" y="52"/>
                </a:cubicBezTo>
                <a:cubicBezTo>
                  <a:pt x="77" y="50"/>
                  <a:pt x="78" y="48"/>
                  <a:pt x="73" y="44"/>
                </a:cubicBezTo>
                <a:cubicBezTo>
                  <a:pt x="55" y="25"/>
                  <a:pt x="55" y="25"/>
                  <a:pt x="55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5" y="24"/>
                  <a:pt x="55" y="23"/>
                  <a:pt x="56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3" y="23"/>
                  <a:pt x="53" y="23"/>
                  <a:pt x="53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2" y="23"/>
                  <a:pt x="41" y="22"/>
                  <a:pt x="40" y="21"/>
                </a:cubicBezTo>
                <a:cubicBezTo>
                  <a:pt x="40" y="15"/>
                  <a:pt x="40" y="15"/>
                  <a:pt x="40" y="15"/>
                </a:cubicBezTo>
                <a:cubicBezTo>
                  <a:pt x="39" y="14"/>
                  <a:pt x="40" y="12"/>
                  <a:pt x="4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60" y="10"/>
                  <a:pt x="60" y="10"/>
                  <a:pt x="60" y="10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8"/>
                  <a:pt x="76" y="8"/>
                  <a:pt x="77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83" y="2"/>
                  <a:pt x="83" y="2"/>
                  <a:pt x="83" y="2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3" y="23"/>
                  <a:pt x="91" y="43"/>
                  <a:pt x="91" y="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0" name="Freeform 227"/>
          <p:cNvSpPr>
            <a:spLocks noEditPoints="1"/>
          </p:cNvSpPr>
          <p:nvPr/>
        </p:nvSpPr>
        <p:spPr bwMode="auto">
          <a:xfrm>
            <a:off x="7537224" y="2655888"/>
            <a:ext cx="134938" cy="139700"/>
          </a:xfrm>
          <a:custGeom>
            <a:avLst/>
            <a:gdLst>
              <a:gd name="T0" fmla="*/ 26 w 32"/>
              <a:gd name="T1" fmla="*/ 0 h 33"/>
              <a:gd name="T2" fmla="*/ 0 w 32"/>
              <a:gd name="T3" fmla="*/ 26 h 33"/>
              <a:gd name="T4" fmla="*/ 6 w 32"/>
              <a:gd name="T5" fmla="*/ 33 h 33"/>
              <a:gd name="T6" fmla="*/ 32 w 32"/>
              <a:gd name="T7" fmla="*/ 6 h 33"/>
              <a:gd name="T8" fmla="*/ 26 w 32"/>
              <a:gd name="T9" fmla="*/ 0 h 33"/>
              <a:gd name="T10" fmla="*/ 26 w 32"/>
              <a:gd name="T11" fmla="*/ 10 h 33"/>
              <a:gd name="T12" fmla="*/ 23 w 32"/>
              <a:gd name="T13" fmla="*/ 7 h 33"/>
              <a:gd name="T14" fmla="*/ 26 w 32"/>
              <a:gd name="T15" fmla="*/ 5 h 33"/>
              <a:gd name="T16" fmla="*/ 28 w 32"/>
              <a:gd name="T17" fmla="*/ 7 h 33"/>
              <a:gd name="T18" fmla="*/ 26 w 32"/>
              <a:gd name="T19" fmla="*/ 1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2" h="33">
                <a:moveTo>
                  <a:pt x="26" y="0"/>
                </a:moveTo>
                <a:cubicBezTo>
                  <a:pt x="0" y="26"/>
                  <a:pt x="0" y="26"/>
                  <a:pt x="0" y="26"/>
                </a:cubicBezTo>
                <a:cubicBezTo>
                  <a:pt x="6" y="33"/>
                  <a:pt x="6" y="33"/>
                  <a:pt x="6" y="33"/>
                </a:cubicBezTo>
                <a:cubicBezTo>
                  <a:pt x="32" y="6"/>
                  <a:pt x="32" y="6"/>
                  <a:pt x="32" y="6"/>
                </a:cubicBezTo>
                <a:lnTo>
                  <a:pt x="26" y="0"/>
                </a:lnTo>
                <a:close/>
                <a:moveTo>
                  <a:pt x="26" y="10"/>
                </a:moveTo>
                <a:cubicBezTo>
                  <a:pt x="25" y="10"/>
                  <a:pt x="23" y="8"/>
                  <a:pt x="23" y="7"/>
                </a:cubicBezTo>
                <a:cubicBezTo>
                  <a:pt x="23" y="6"/>
                  <a:pt x="25" y="5"/>
                  <a:pt x="26" y="5"/>
                </a:cubicBezTo>
                <a:cubicBezTo>
                  <a:pt x="27" y="5"/>
                  <a:pt x="28" y="6"/>
                  <a:pt x="28" y="7"/>
                </a:cubicBezTo>
                <a:cubicBezTo>
                  <a:pt x="28" y="8"/>
                  <a:pt x="27" y="10"/>
                  <a:pt x="26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1" name="Freeform 228"/>
          <p:cNvSpPr>
            <a:spLocks noEditPoints="1"/>
          </p:cNvSpPr>
          <p:nvPr/>
        </p:nvSpPr>
        <p:spPr bwMode="auto">
          <a:xfrm>
            <a:off x="7915049" y="2655888"/>
            <a:ext cx="134938" cy="139700"/>
          </a:xfrm>
          <a:custGeom>
            <a:avLst/>
            <a:gdLst>
              <a:gd name="T0" fmla="*/ 6 w 32"/>
              <a:gd name="T1" fmla="*/ 0 h 33"/>
              <a:gd name="T2" fmla="*/ 0 w 32"/>
              <a:gd name="T3" fmla="*/ 6 h 33"/>
              <a:gd name="T4" fmla="*/ 26 w 32"/>
              <a:gd name="T5" fmla="*/ 33 h 33"/>
              <a:gd name="T6" fmla="*/ 32 w 32"/>
              <a:gd name="T7" fmla="*/ 26 h 33"/>
              <a:gd name="T8" fmla="*/ 6 w 32"/>
              <a:gd name="T9" fmla="*/ 0 h 33"/>
              <a:gd name="T10" fmla="*/ 7 w 32"/>
              <a:gd name="T11" fmla="*/ 9 h 33"/>
              <a:gd name="T12" fmla="*/ 4 w 32"/>
              <a:gd name="T13" fmla="*/ 7 h 33"/>
              <a:gd name="T14" fmla="*/ 7 w 32"/>
              <a:gd name="T15" fmla="*/ 4 h 33"/>
              <a:gd name="T16" fmla="*/ 9 w 32"/>
              <a:gd name="T17" fmla="*/ 7 h 33"/>
              <a:gd name="T18" fmla="*/ 7 w 32"/>
              <a:gd name="T19" fmla="*/ 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2" h="33">
                <a:moveTo>
                  <a:pt x="6" y="0"/>
                </a:moveTo>
                <a:cubicBezTo>
                  <a:pt x="0" y="6"/>
                  <a:pt x="0" y="6"/>
                  <a:pt x="0" y="6"/>
                </a:cubicBezTo>
                <a:cubicBezTo>
                  <a:pt x="26" y="33"/>
                  <a:pt x="26" y="33"/>
                  <a:pt x="26" y="33"/>
                </a:cubicBezTo>
                <a:cubicBezTo>
                  <a:pt x="32" y="26"/>
                  <a:pt x="32" y="26"/>
                  <a:pt x="32" y="26"/>
                </a:cubicBezTo>
                <a:lnTo>
                  <a:pt x="6" y="0"/>
                </a:lnTo>
                <a:close/>
                <a:moveTo>
                  <a:pt x="7" y="9"/>
                </a:moveTo>
                <a:cubicBezTo>
                  <a:pt x="5" y="9"/>
                  <a:pt x="4" y="8"/>
                  <a:pt x="4" y="7"/>
                </a:cubicBezTo>
                <a:cubicBezTo>
                  <a:pt x="4" y="5"/>
                  <a:pt x="5" y="4"/>
                  <a:pt x="7" y="4"/>
                </a:cubicBezTo>
                <a:cubicBezTo>
                  <a:pt x="8" y="4"/>
                  <a:pt x="9" y="5"/>
                  <a:pt x="9" y="7"/>
                </a:cubicBezTo>
                <a:cubicBezTo>
                  <a:pt x="9" y="8"/>
                  <a:pt x="8" y="9"/>
                  <a:pt x="7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2" name="Rectangle 229"/>
          <p:cNvSpPr>
            <a:spLocks noChangeArrowheads="1"/>
          </p:cNvSpPr>
          <p:nvPr/>
        </p:nvSpPr>
        <p:spPr bwMode="auto">
          <a:xfrm>
            <a:off x="828449" y="3343276"/>
            <a:ext cx="682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3" name="Freeform 230"/>
          <p:cNvSpPr>
            <a:spLocks/>
          </p:cNvSpPr>
          <p:nvPr/>
        </p:nvSpPr>
        <p:spPr bwMode="auto">
          <a:xfrm>
            <a:off x="815749" y="3373438"/>
            <a:ext cx="157163" cy="407988"/>
          </a:xfrm>
          <a:custGeom>
            <a:avLst/>
            <a:gdLst>
              <a:gd name="T0" fmla="*/ 37 w 37"/>
              <a:gd name="T1" fmla="*/ 38 h 96"/>
              <a:gd name="T2" fmla="*/ 36 w 37"/>
              <a:gd name="T3" fmla="*/ 27 h 96"/>
              <a:gd name="T4" fmla="*/ 18 w 37"/>
              <a:gd name="T5" fmla="*/ 1 h 96"/>
              <a:gd name="T6" fmla="*/ 18 w 37"/>
              <a:gd name="T7" fmla="*/ 1 h 96"/>
              <a:gd name="T8" fmla="*/ 18 w 37"/>
              <a:gd name="T9" fmla="*/ 0 h 96"/>
              <a:gd name="T10" fmla="*/ 4 w 37"/>
              <a:gd name="T11" fmla="*/ 0 h 96"/>
              <a:gd name="T12" fmla="*/ 0 w 37"/>
              <a:gd name="T13" fmla="*/ 74 h 96"/>
              <a:gd name="T14" fmla="*/ 11 w 37"/>
              <a:gd name="T15" fmla="*/ 96 h 96"/>
              <a:gd name="T16" fmla="*/ 21 w 37"/>
              <a:gd name="T17" fmla="*/ 73 h 96"/>
              <a:gd name="T18" fmla="*/ 19 w 37"/>
              <a:gd name="T19" fmla="*/ 16 h 96"/>
              <a:gd name="T20" fmla="*/ 28 w 37"/>
              <a:gd name="T21" fmla="*/ 32 h 96"/>
              <a:gd name="T22" fmla="*/ 37 w 37"/>
              <a:gd name="T23" fmla="*/ 3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7" h="96">
                <a:moveTo>
                  <a:pt x="37" y="38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22" y="12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0"/>
                  <a:pt x="18" y="0"/>
                  <a:pt x="18" y="0"/>
                </a:cubicBezTo>
                <a:cubicBezTo>
                  <a:pt x="4" y="0"/>
                  <a:pt x="4" y="0"/>
                  <a:pt x="4" y="0"/>
                </a:cubicBezTo>
                <a:cubicBezTo>
                  <a:pt x="0" y="74"/>
                  <a:pt x="0" y="74"/>
                  <a:pt x="0" y="74"/>
                </a:cubicBezTo>
                <a:cubicBezTo>
                  <a:pt x="11" y="96"/>
                  <a:pt x="11" y="96"/>
                  <a:pt x="11" y="96"/>
                </a:cubicBezTo>
                <a:cubicBezTo>
                  <a:pt x="21" y="73"/>
                  <a:pt x="21" y="73"/>
                  <a:pt x="21" y="73"/>
                </a:cubicBezTo>
                <a:cubicBezTo>
                  <a:pt x="19" y="16"/>
                  <a:pt x="19" y="16"/>
                  <a:pt x="19" y="16"/>
                </a:cubicBezTo>
                <a:cubicBezTo>
                  <a:pt x="28" y="32"/>
                  <a:pt x="28" y="32"/>
                  <a:pt x="28" y="32"/>
                </a:cubicBezTo>
                <a:lnTo>
                  <a:pt x="37" y="3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4" name="Freeform 231"/>
          <p:cNvSpPr>
            <a:spLocks/>
          </p:cNvSpPr>
          <p:nvPr/>
        </p:nvSpPr>
        <p:spPr bwMode="auto">
          <a:xfrm>
            <a:off x="1472974" y="3429001"/>
            <a:ext cx="415925" cy="301625"/>
          </a:xfrm>
          <a:custGeom>
            <a:avLst/>
            <a:gdLst>
              <a:gd name="T0" fmla="*/ 0 w 262"/>
              <a:gd name="T1" fmla="*/ 190 h 190"/>
              <a:gd name="T2" fmla="*/ 40 w 262"/>
              <a:gd name="T3" fmla="*/ 86 h 190"/>
              <a:gd name="T4" fmla="*/ 262 w 262"/>
              <a:gd name="T5" fmla="*/ 0 h 190"/>
              <a:gd name="T6" fmla="*/ 179 w 262"/>
              <a:gd name="T7" fmla="*/ 107 h 190"/>
              <a:gd name="T8" fmla="*/ 40 w 262"/>
              <a:gd name="T9" fmla="*/ 86 h 190"/>
              <a:gd name="T10" fmla="*/ 0 w 262"/>
              <a:gd name="T11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2" h="190">
                <a:moveTo>
                  <a:pt x="0" y="190"/>
                </a:moveTo>
                <a:lnTo>
                  <a:pt x="40" y="86"/>
                </a:lnTo>
                <a:lnTo>
                  <a:pt x="262" y="0"/>
                </a:lnTo>
                <a:lnTo>
                  <a:pt x="179" y="107"/>
                </a:lnTo>
                <a:lnTo>
                  <a:pt x="40" y="86"/>
                </a:lnTo>
                <a:lnTo>
                  <a:pt x="0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5" name="Freeform 232"/>
          <p:cNvSpPr>
            <a:spLocks/>
          </p:cNvSpPr>
          <p:nvPr/>
        </p:nvSpPr>
        <p:spPr bwMode="auto">
          <a:xfrm>
            <a:off x="1472974" y="3429001"/>
            <a:ext cx="415925" cy="301625"/>
          </a:xfrm>
          <a:custGeom>
            <a:avLst/>
            <a:gdLst>
              <a:gd name="T0" fmla="*/ 0 w 262"/>
              <a:gd name="T1" fmla="*/ 190 h 190"/>
              <a:gd name="T2" fmla="*/ 40 w 262"/>
              <a:gd name="T3" fmla="*/ 86 h 190"/>
              <a:gd name="T4" fmla="*/ 262 w 262"/>
              <a:gd name="T5" fmla="*/ 0 h 190"/>
              <a:gd name="T6" fmla="*/ 179 w 262"/>
              <a:gd name="T7" fmla="*/ 107 h 190"/>
              <a:gd name="T8" fmla="*/ 40 w 262"/>
              <a:gd name="T9" fmla="*/ 86 h 190"/>
              <a:gd name="T10" fmla="*/ 0 w 262"/>
              <a:gd name="T11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2" h="190">
                <a:moveTo>
                  <a:pt x="0" y="190"/>
                </a:moveTo>
                <a:lnTo>
                  <a:pt x="40" y="86"/>
                </a:lnTo>
                <a:lnTo>
                  <a:pt x="262" y="0"/>
                </a:lnTo>
                <a:lnTo>
                  <a:pt x="179" y="107"/>
                </a:lnTo>
                <a:lnTo>
                  <a:pt x="40" y="86"/>
                </a:lnTo>
                <a:lnTo>
                  <a:pt x="0" y="19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6" name="Freeform 233"/>
          <p:cNvSpPr>
            <a:spLocks noEditPoints="1"/>
          </p:cNvSpPr>
          <p:nvPr/>
        </p:nvSpPr>
        <p:spPr bwMode="auto">
          <a:xfrm>
            <a:off x="1452336" y="3429001"/>
            <a:ext cx="431800" cy="301625"/>
          </a:xfrm>
          <a:custGeom>
            <a:avLst/>
            <a:gdLst>
              <a:gd name="T0" fmla="*/ 53 w 272"/>
              <a:gd name="T1" fmla="*/ 86 h 190"/>
              <a:gd name="T2" fmla="*/ 13 w 272"/>
              <a:gd name="T3" fmla="*/ 187 h 190"/>
              <a:gd name="T4" fmla="*/ 139 w 272"/>
              <a:gd name="T5" fmla="*/ 99 h 190"/>
              <a:gd name="T6" fmla="*/ 53 w 272"/>
              <a:gd name="T7" fmla="*/ 86 h 190"/>
              <a:gd name="T8" fmla="*/ 272 w 272"/>
              <a:gd name="T9" fmla="*/ 0 h 190"/>
              <a:gd name="T10" fmla="*/ 0 w 272"/>
              <a:gd name="T11" fmla="*/ 80 h 190"/>
              <a:gd name="T12" fmla="*/ 13 w 272"/>
              <a:gd name="T13" fmla="*/ 190 h 190"/>
              <a:gd name="T14" fmla="*/ 13 w 272"/>
              <a:gd name="T15" fmla="*/ 187 h 190"/>
              <a:gd name="T16" fmla="*/ 53 w 272"/>
              <a:gd name="T17" fmla="*/ 86 h 190"/>
              <a:gd name="T18" fmla="*/ 53 w 272"/>
              <a:gd name="T19" fmla="*/ 86 h 190"/>
              <a:gd name="T20" fmla="*/ 53 w 272"/>
              <a:gd name="T21" fmla="*/ 86 h 190"/>
              <a:gd name="T22" fmla="*/ 272 w 272"/>
              <a:gd name="T2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2" h="190">
                <a:moveTo>
                  <a:pt x="53" y="86"/>
                </a:moveTo>
                <a:lnTo>
                  <a:pt x="13" y="187"/>
                </a:lnTo>
                <a:lnTo>
                  <a:pt x="139" y="99"/>
                </a:lnTo>
                <a:lnTo>
                  <a:pt x="53" y="86"/>
                </a:lnTo>
                <a:close/>
                <a:moveTo>
                  <a:pt x="272" y="0"/>
                </a:moveTo>
                <a:lnTo>
                  <a:pt x="0" y="80"/>
                </a:lnTo>
                <a:lnTo>
                  <a:pt x="13" y="190"/>
                </a:lnTo>
                <a:lnTo>
                  <a:pt x="13" y="187"/>
                </a:lnTo>
                <a:lnTo>
                  <a:pt x="53" y="86"/>
                </a:lnTo>
                <a:lnTo>
                  <a:pt x="53" y="86"/>
                </a:lnTo>
                <a:lnTo>
                  <a:pt x="53" y="86"/>
                </a:lnTo>
                <a:lnTo>
                  <a:pt x="27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7" name="Freeform 234"/>
          <p:cNvSpPr>
            <a:spLocks noEditPoints="1"/>
          </p:cNvSpPr>
          <p:nvPr/>
        </p:nvSpPr>
        <p:spPr bwMode="auto">
          <a:xfrm>
            <a:off x="1452336" y="3429001"/>
            <a:ext cx="431800" cy="301625"/>
          </a:xfrm>
          <a:custGeom>
            <a:avLst/>
            <a:gdLst>
              <a:gd name="T0" fmla="*/ 53 w 272"/>
              <a:gd name="T1" fmla="*/ 86 h 190"/>
              <a:gd name="T2" fmla="*/ 13 w 272"/>
              <a:gd name="T3" fmla="*/ 187 h 190"/>
              <a:gd name="T4" fmla="*/ 139 w 272"/>
              <a:gd name="T5" fmla="*/ 99 h 190"/>
              <a:gd name="T6" fmla="*/ 53 w 272"/>
              <a:gd name="T7" fmla="*/ 86 h 190"/>
              <a:gd name="T8" fmla="*/ 272 w 272"/>
              <a:gd name="T9" fmla="*/ 0 h 190"/>
              <a:gd name="T10" fmla="*/ 0 w 272"/>
              <a:gd name="T11" fmla="*/ 80 h 190"/>
              <a:gd name="T12" fmla="*/ 13 w 272"/>
              <a:gd name="T13" fmla="*/ 190 h 190"/>
              <a:gd name="T14" fmla="*/ 13 w 272"/>
              <a:gd name="T15" fmla="*/ 187 h 190"/>
              <a:gd name="T16" fmla="*/ 53 w 272"/>
              <a:gd name="T17" fmla="*/ 86 h 190"/>
              <a:gd name="T18" fmla="*/ 53 w 272"/>
              <a:gd name="T19" fmla="*/ 86 h 190"/>
              <a:gd name="T20" fmla="*/ 53 w 272"/>
              <a:gd name="T21" fmla="*/ 86 h 190"/>
              <a:gd name="T22" fmla="*/ 272 w 272"/>
              <a:gd name="T2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2" h="190">
                <a:moveTo>
                  <a:pt x="53" y="86"/>
                </a:moveTo>
                <a:lnTo>
                  <a:pt x="13" y="187"/>
                </a:lnTo>
                <a:lnTo>
                  <a:pt x="139" y="99"/>
                </a:lnTo>
                <a:lnTo>
                  <a:pt x="53" y="86"/>
                </a:lnTo>
                <a:moveTo>
                  <a:pt x="272" y="0"/>
                </a:moveTo>
                <a:lnTo>
                  <a:pt x="0" y="80"/>
                </a:lnTo>
                <a:lnTo>
                  <a:pt x="13" y="190"/>
                </a:lnTo>
                <a:lnTo>
                  <a:pt x="13" y="187"/>
                </a:lnTo>
                <a:lnTo>
                  <a:pt x="53" y="86"/>
                </a:lnTo>
                <a:lnTo>
                  <a:pt x="53" y="86"/>
                </a:lnTo>
                <a:lnTo>
                  <a:pt x="53" y="86"/>
                </a:lnTo>
                <a:lnTo>
                  <a:pt x="27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8" name="Freeform 235"/>
          <p:cNvSpPr>
            <a:spLocks noEditPoints="1"/>
          </p:cNvSpPr>
          <p:nvPr/>
        </p:nvSpPr>
        <p:spPr bwMode="auto">
          <a:xfrm>
            <a:off x="1472974" y="3429001"/>
            <a:ext cx="411163" cy="296863"/>
          </a:xfrm>
          <a:custGeom>
            <a:avLst/>
            <a:gdLst>
              <a:gd name="T0" fmla="*/ 40 w 259"/>
              <a:gd name="T1" fmla="*/ 86 h 187"/>
              <a:gd name="T2" fmla="*/ 0 w 259"/>
              <a:gd name="T3" fmla="*/ 187 h 187"/>
              <a:gd name="T4" fmla="*/ 0 w 259"/>
              <a:gd name="T5" fmla="*/ 187 h 187"/>
              <a:gd name="T6" fmla="*/ 40 w 259"/>
              <a:gd name="T7" fmla="*/ 86 h 187"/>
              <a:gd name="T8" fmla="*/ 40 w 259"/>
              <a:gd name="T9" fmla="*/ 86 h 187"/>
              <a:gd name="T10" fmla="*/ 259 w 259"/>
              <a:gd name="T11" fmla="*/ 0 h 187"/>
              <a:gd name="T12" fmla="*/ 259 w 259"/>
              <a:gd name="T13" fmla="*/ 0 h 187"/>
              <a:gd name="T14" fmla="*/ 259 w 259"/>
              <a:gd name="T15" fmla="*/ 0 h 187"/>
              <a:gd name="T16" fmla="*/ 40 w 259"/>
              <a:gd name="T17" fmla="*/ 86 h 187"/>
              <a:gd name="T18" fmla="*/ 40 w 259"/>
              <a:gd name="T19" fmla="*/ 86 h 187"/>
              <a:gd name="T20" fmla="*/ 126 w 259"/>
              <a:gd name="T21" fmla="*/ 99 h 187"/>
              <a:gd name="T22" fmla="*/ 259 w 259"/>
              <a:gd name="T23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9" h="187">
                <a:moveTo>
                  <a:pt x="40" y="86"/>
                </a:moveTo>
                <a:lnTo>
                  <a:pt x="0" y="187"/>
                </a:lnTo>
                <a:lnTo>
                  <a:pt x="0" y="187"/>
                </a:lnTo>
                <a:lnTo>
                  <a:pt x="40" y="86"/>
                </a:lnTo>
                <a:lnTo>
                  <a:pt x="40" y="86"/>
                </a:lnTo>
                <a:close/>
                <a:moveTo>
                  <a:pt x="259" y="0"/>
                </a:moveTo>
                <a:lnTo>
                  <a:pt x="259" y="0"/>
                </a:lnTo>
                <a:lnTo>
                  <a:pt x="259" y="0"/>
                </a:lnTo>
                <a:lnTo>
                  <a:pt x="40" y="86"/>
                </a:lnTo>
                <a:lnTo>
                  <a:pt x="40" y="86"/>
                </a:lnTo>
                <a:lnTo>
                  <a:pt x="126" y="99"/>
                </a:lnTo>
                <a:lnTo>
                  <a:pt x="2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9" name="Freeform 236"/>
          <p:cNvSpPr>
            <a:spLocks noEditPoints="1"/>
          </p:cNvSpPr>
          <p:nvPr/>
        </p:nvSpPr>
        <p:spPr bwMode="auto">
          <a:xfrm>
            <a:off x="1472974" y="3429001"/>
            <a:ext cx="411163" cy="296863"/>
          </a:xfrm>
          <a:custGeom>
            <a:avLst/>
            <a:gdLst>
              <a:gd name="T0" fmla="*/ 40 w 259"/>
              <a:gd name="T1" fmla="*/ 86 h 187"/>
              <a:gd name="T2" fmla="*/ 0 w 259"/>
              <a:gd name="T3" fmla="*/ 187 h 187"/>
              <a:gd name="T4" fmla="*/ 0 w 259"/>
              <a:gd name="T5" fmla="*/ 187 h 187"/>
              <a:gd name="T6" fmla="*/ 40 w 259"/>
              <a:gd name="T7" fmla="*/ 86 h 187"/>
              <a:gd name="T8" fmla="*/ 40 w 259"/>
              <a:gd name="T9" fmla="*/ 86 h 187"/>
              <a:gd name="T10" fmla="*/ 259 w 259"/>
              <a:gd name="T11" fmla="*/ 0 h 187"/>
              <a:gd name="T12" fmla="*/ 259 w 259"/>
              <a:gd name="T13" fmla="*/ 0 h 187"/>
              <a:gd name="T14" fmla="*/ 259 w 259"/>
              <a:gd name="T15" fmla="*/ 0 h 187"/>
              <a:gd name="T16" fmla="*/ 40 w 259"/>
              <a:gd name="T17" fmla="*/ 86 h 187"/>
              <a:gd name="T18" fmla="*/ 40 w 259"/>
              <a:gd name="T19" fmla="*/ 86 h 187"/>
              <a:gd name="T20" fmla="*/ 126 w 259"/>
              <a:gd name="T21" fmla="*/ 99 h 187"/>
              <a:gd name="T22" fmla="*/ 259 w 259"/>
              <a:gd name="T23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9" h="187">
                <a:moveTo>
                  <a:pt x="40" y="86"/>
                </a:moveTo>
                <a:lnTo>
                  <a:pt x="0" y="187"/>
                </a:lnTo>
                <a:lnTo>
                  <a:pt x="0" y="187"/>
                </a:lnTo>
                <a:lnTo>
                  <a:pt x="40" y="86"/>
                </a:lnTo>
                <a:lnTo>
                  <a:pt x="40" y="86"/>
                </a:lnTo>
                <a:moveTo>
                  <a:pt x="259" y="0"/>
                </a:moveTo>
                <a:lnTo>
                  <a:pt x="259" y="0"/>
                </a:lnTo>
                <a:lnTo>
                  <a:pt x="259" y="0"/>
                </a:lnTo>
                <a:lnTo>
                  <a:pt x="40" y="86"/>
                </a:lnTo>
                <a:lnTo>
                  <a:pt x="40" y="86"/>
                </a:lnTo>
                <a:lnTo>
                  <a:pt x="126" y="99"/>
                </a:lnTo>
                <a:lnTo>
                  <a:pt x="25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0" name="Freeform 237"/>
          <p:cNvSpPr>
            <a:spLocks/>
          </p:cNvSpPr>
          <p:nvPr/>
        </p:nvSpPr>
        <p:spPr bwMode="auto">
          <a:xfrm>
            <a:off x="1333274" y="3429001"/>
            <a:ext cx="558800" cy="131763"/>
          </a:xfrm>
          <a:custGeom>
            <a:avLst/>
            <a:gdLst>
              <a:gd name="T0" fmla="*/ 75 w 352"/>
              <a:gd name="T1" fmla="*/ 83 h 83"/>
              <a:gd name="T2" fmla="*/ 0 w 352"/>
              <a:gd name="T3" fmla="*/ 64 h 83"/>
              <a:gd name="T4" fmla="*/ 352 w 352"/>
              <a:gd name="T5" fmla="*/ 0 h 83"/>
              <a:gd name="T6" fmla="*/ 75 w 352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2" h="83">
                <a:moveTo>
                  <a:pt x="75" y="83"/>
                </a:moveTo>
                <a:lnTo>
                  <a:pt x="0" y="64"/>
                </a:lnTo>
                <a:lnTo>
                  <a:pt x="352" y="0"/>
                </a:lnTo>
                <a:lnTo>
                  <a:pt x="75" y="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1" name="Freeform 238"/>
          <p:cNvSpPr>
            <a:spLocks/>
          </p:cNvSpPr>
          <p:nvPr/>
        </p:nvSpPr>
        <p:spPr bwMode="auto">
          <a:xfrm>
            <a:off x="2214336" y="3382963"/>
            <a:ext cx="400050" cy="398463"/>
          </a:xfrm>
          <a:custGeom>
            <a:avLst/>
            <a:gdLst>
              <a:gd name="T0" fmla="*/ 47 w 94"/>
              <a:gd name="T1" fmla="*/ 0 h 94"/>
              <a:gd name="T2" fmla="*/ 0 w 94"/>
              <a:gd name="T3" fmla="*/ 47 h 94"/>
              <a:gd name="T4" fmla="*/ 47 w 94"/>
              <a:gd name="T5" fmla="*/ 94 h 94"/>
              <a:gd name="T6" fmla="*/ 94 w 94"/>
              <a:gd name="T7" fmla="*/ 47 h 94"/>
              <a:gd name="T8" fmla="*/ 47 w 94"/>
              <a:gd name="T9" fmla="*/ 47 h 94"/>
              <a:gd name="T10" fmla="*/ 47 w 94"/>
              <a:gd name="T11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94">
                <a:moveTo>
                  <a:pt x="47" y="0"/>
                </a:moveTo>
                <a:cubicBezTo>
                  <a:pt x="21" y="0"/>
                  <a:pt x="0" y="21"/>
                  <a:pt x="0" y="47"/>
                </a:cubicBezTo>
                <a:cubicBezTo>
                  <a:pt x="0" y="73"/>
                  <a:pt x="21" y="94"/>
                  <a:pt x="47" y="94"/>
                </a:cubicBezTo>
                <a:cubicBezTo>
                  <a:pt x="73" y="94"/>
                  <a:pt x="94" y="73"/>
                  <a:pt x="94" y="47"/>
                </a:cubicBezTo>
                <a:cubicBezTo>
                  <a:pt x="47" y="47"/>
                  <a:pt x="47" y="47"/>
                  <a:pt x="47" y="47"/>
                </a:cubicBezTo>
                <a:lnTo>
                  <a:pt x="4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2" name="Freeform 239"/>
          <p:cNvSpPr>
            <a:spLocks/>
          </p:cNvSpPr>
          <p:nvPr/>
        </p:nvSpPr>
        <p:spPr bwMode="auto">
          <a:xfrm>
            <a:off x="2439761" y="3355976"/>
            <a:ext cx="200025" cy="200025"/>
          </a:xfrm>
          <a:custGeom>
            <a:avLst/>
            <a:gdLst>
              <a:gd name="T0" fmla="*/ 0 w 47"/>
              <a:gd name="T1" fmla="*/ 0 h 47"/>
              <a:gd name="T2" fmla="*/ 0 w 47"/>
              <a:gd name="T3" fmla="*/ 47 h 47"/>
              <a:gd name="T4" fmla="*/ 47 w 47"/>
              <a:gd name="T5" fmla="*/ 47 h 47"/>
              <a:gd name="T6" fmla="*/ 0 w 47"/>
              <a:gd name="T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7" h="47">
                <a:moveTo>
                  <a:pt x="0" y="0"/>
                </a:moveTo>
                <a:cubicBezTo>
                  <a:pt x="0" y="47"/>
                  <a:pt x="0" y="47"/>
                  <a:pt x="0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21"/>
                  <a:pt x="26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3" name="Freeform 240"/>
          <p:cNvSpPr>
            <a:spLocks/>
          </p:cNvSpPr>
          <p:nvPr/>
        </p:nvSpPr>
        <p:spPr bwMode="auto">
          <a:xfrm>
            <a:off x="3028724" y="3395663"/>
            <a:ext cx="398463" cy="398463"/>
          </a:xfrm>
          <a:custGeom>
            <a:avLst/>
            <a:gdLst>
              <a:gd name="T0" fmla="*/ 47 w 94"/>
              <a:gd name="T1" fmla="*/ 0 h 94"/>
              <a:gd name="T2" fmla="*/ 0 w 94"/>
              <a:gd name="T3" fmla="*/ 47 h 94"/>
              <a:gd name="T4" fmla="*/ 47 w 94"/>
              <a:gd name="T5" fmla="*/ 94 h 94"/>
              <a:gd name="T6" fmla="*/ 94 w 94"/>
              <a:gd name="T7" fmla="*/ 47 h 94"/>
              <a:gd name="T8" fmla="*/ 47 w 94"/>
              <a:gd name="T9" fmla="*/ 47 h 94"/>
              <a:gd name="T10" fmla="*/ 47 w 94"/>
              <a:gd name="T11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94">
                <a:moveTo>
                  <a:pt x="47" y="0"/>
                </a:moveTo>
                <a:cubicBezTo>
                  <a:pt x="21" y="0"/>
                  <a:pt x="0" y="21"/>
                  <a:pt x="0" y="47"/>
                </a:cubicBezTo>
                <a:cubicBezTo>
                  <a:pt x="0" y="73"/>
                  <a:pt x="21" y="94"/>
                  <a:pt x="47" y="94"/>
                </a:cubicBezTo>
                <a:cubicBezTo>
                  <a:pt x="73" y="94"/>
                  <a:pt x="94" y="73"/>
                  <a:pt x="94" y="47"/>
                </a:cubicBezTo>
                <a:cubicBezTo>
                  <a:pt x="47" y="47"/>
                  <a:pt x="47" y="47"/>
                  <a:pt x="47" y="47"/>
                </a:cubicBezTo>
                <a:lnTo>
                  <a:pt x="4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4" name="Freeform 241"/>
          <p:cNvSpPr>
            <a:spLocks/>
          </p:cNvSpPr>
          <p:nvPr/>
        </p:nvSpPr>
        <p:spPr bwMode="auto">
          <a:xfrm>
            <a:off x="3249386" y="3373438"/>
            <a:ext cx="136525" cy="195263"/>
          </a:xfrm>
          <a:custGeom>
            <a:avLst/>
            <a:gdLst>
              <a:gd name="T0" fmla="*/ 0 w 32"/>
              <a:gd name="T1" fmla="*/ 0 h 46"/>
              <a:gd name="T2" fmla="*/ 0 w 32"/>
              <a:gd name="T3" fmla="*/ 46 h 46"/>
              <a:gd name="T4" fmla="*/ 32 w 32"/>
              <a:gd name="T5" fmla="*/ 12 h 46"/>
              <a:gd name="T6" fmla="*/ 0 w 32"/>
              <a:gd name="T7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" h="46">
                <a:moveTo>
                  <a:pt x="0" y="0"/>
                </a:moveTo>
                <a:cubicBezTo>
                  <a:pt x="0" y="46"/>
                  <a:pt x="0" y="46"/>
                  <a:pt x="0" y="46"/>
                </a:cubicBezTo>
                <a:cubicBezTo>
                  <a:pt x="32" y="12"/>
                  <a:pt x="32" y="12"/>
                  <a:pt x="32" y="12"/>
                </a:cubicBezTo>
                <a:cubicBezTo>
                  <a:pt x="24" y="4"/>
                  <a:pt x="13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5" name="Freeform 242"/>
          <p:cNvSpPr>
            <a:spLocks/>
          </p:cNvSpPr>
          <p:nvPr/>
        </p:nvSpPr>
        <p:spPr bwMode="auto">
          <a:xfrm>
            <a:off x="3271611" y="3436938"/>
            <a:ext cx="198438" cy="144463"/>
          </a:xfrm>
          <a:custGeom>
            <a:avLst/>
            <a:gdLst>
              <a:gd name="T0" fmla="*/ 47 w 47"/>
              <a:gd name="T1" fmla="*/ 34 h 34"/>
              <a:gd name="T2" fmla="*/ 32 w 47"/>
              <a:gd name="T3" fmla="*/ 0 h 34"/>
              <a:gd name="T4" fmla="*/ 0 w 47"/>
              <a:gd name="T5" fmla="*/ 34 h 34"/>
              <a:gd name="T6" fmla="*/ 0 w 47"/>
              <a:gd name="T7" fmla="*/ 34 h 34"/>
              <a:gd name="T8" fmla="*/ 47 w 47"/>
              <a:gd name="T9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7" h="34">
                <a:moveTo>
                  <a:pt x="47" y="34"/>
                </a:moveTo>
                <a:cubicBezTo>
                  <a:pt x="47" y="20"/>
                  <a:pt x="41" y="8"/>
                  <a:pt x="32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4"/>
                  <a:pt x="0" y="34"/>
                  <a:pt x="0" y="34"/>
                </a:cubicBezTo>
                <a:lnTo>
                  <a:pt x="47" y="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6" name="Rectangle 243"/>
          <p:cNvSpPr>
            <a:spLocks noChangeArrowheads="1"/>
          </p:cNvSpPr>
          <p:nvPr/>
        </p:nvSpPr>
        <p:spPr bwMode="auto">
          <a:xfrm>
            <a:off x="3766911" y="3535363"/>
            <a:ext cx="98425" cy="2333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7" name="Rectangle 244"/>
          <p:cNvSpPr>
            <a:spLocks noChangeArrowheads="1"/>
          </p:cNvSpPr>
          <p:nvPr/>
        </p:nvSpPr>
        <p:spPr bwMode="auto">
          <a:xfrm>
            <a:off x="3766911" y="3535363"/>
            <a:ext cx="98425" cy="2333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8" name="Rectangle 245"/>
          <p:cNvSpPr>
            <a:spLocks noChangeArrowheads="1"/>
          </p:cNvSpPr>
          <p:nvPr/>
        </p:nvSpPr>
        <p:spPr bwMode="auto">
          <a:xfrm>
            <a:off x="3936774" y="3467101"/>
            <a:ext cx="96838" cy="301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9" name="Rectangle 246"/>
          <p:cNvSpPr>
            <a:spLocks noChangeArrowheads="1"/>
          </p:cNvSpPr>
          <p:nvPr/>
        </p:nvSpPr>
        <p:spPr bwMode="auto">
          <a:xfrm>
            <a:off x="3936774" y="3467101"/>
            <a:ext cx="96838" cy="3016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0" name="Rectangle 247"/>
          <p:cNvSpPr>
            <a:spLocks noChangeArrowheads="1"/>
          </p:cNvSpPr>
          <p:nvPr/>
        </p:nvSpPr>
        <p:spPr bwMode="auto">
          <a:xfrm>
            <a:off x="4119336" y="3348038"/>
            <a:ext cx="96838" cy="420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1" name="Rectangle 248"/>
          <p:cNvSpPr>
            <a:spLocks noChangeArrowheads="1"/>
          </p:cNvSpPr>
          <p:nvPr/>
        </p:nvSpPr>
        <p:spPr bwMode="auto">
          <a:xfrm>
            <a:off x="4614636" y="3581401"/>
            <a:ext cx="42863" cy="204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2" name="Rectangle 249"/>
          <p:cNvSpPr>
            <a:spLocks noChangeArrowheads="1"/>
          </p:cNvSpPr>
          <p:nvPr/>
        </p:nvSpPr>
        <p:spPr bwMode="auto">
          <a:xfrm>
            <a:off x="4678136" y="3497263"/>
            <a:ext cx="38100" cy="2889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3" name="Rectangle 250"/>
          <p:cNvSpPr>
            <a:spLocks noChangeArrowheads="1"/>
          </p:cNvSpPr>
          <p:nvPr/>
        </p:nvSpPr>
        <p:spPr bwMode="auto">
          <a:xfrm>
            <a:off x="4738461" y="3525838"/>
            <a:ext cx="38100" cy="260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4" name="Rectangle 251"/>
          <p:cNvSpPr>
            <a:spLocks noChangeArrowheads="1"/>
          </p:cNvSpPr>
          <p:nvPr/>
        </p:nvSpPr>
        <p:spPr bwMode="auto">
          <a:xfrm>
            <a:off x="4806724" y="3446463"/>
            <a:ext cx="38100" cy="339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5" name="Rectangle 252"/>
          <p:cNvSpPr>
            <a:spLocks noChangeArrowheads="1"/>
          </p:cNvSpPr>
          <p:nvPr/>
        </p:nvSpPr>
        <p:spPr bwMode="auto">
          <a:xfrm>
            <a:off x="4865461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6" name="Rectangle 253"/>
          <p:cNvSpPr>
            <a:spLocks noChangeArrowheads="1"/>
          </p:cNvSpPr>
          <p:nvPr/>
        </p:nvSpPr>
        <p:spPr bwMode="auto">
          <a:xfrm>
            <a:off x="4924199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7" name="Rectangle 254"/>
          <p:cNvSpPr>
            <a:spLocks noChangeArrowheads="1"/>
          </p:cNvSpPr>
          <p:nvPr/>
        </p:nvSpPr>
        <p:spPr bwMode="auto">
          <a:xfrm>
            <a:off x="4984524" y="3398838"/>
            <a:ext cx="41275" cy="387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8" name="Rectangle 255"/>
          <p:cNvSpPr>
            <a:spLocks noChangeArrowheads="1"/>
          </p:cNvSpPr>
          <p:nvPr/>
        </p:nvSpPr>
        <p:spPr bwMode="auto">
          <a:xfrm>
            <a:off x="5043261" y="3436938"/>
            <a:ext cx="38100" cy="3492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9" name="Rectangle 256"/>
          <p:cNvSpPr>
            <a:spLocks noChangeArrowheads="1"/>
          </p:cNvSpPr>
          <p:nvPr/>
        </p:nvSpPr>
        <p:spPr bwMode="auto">
          <a:xfrm>
            <a:off x="5103586" y="3636963"/>
            <a:ext cx="38100" cy="149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0" name="Rectangle 257"/>
          <p:cNvSpPr>
            <a:spLocks noChangeArrowheads="1"/>
          </p:cNvSpPr>
          <p:nvPr/>
        </p:nvSpPr>
        <p:spPr bwMode="auto">
          <a:xfrm>
            <a:off x="5476649" y="3581401"/>
            <a:ext cx="38100" cy="204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1" name="Rectangle 258"/>
          <p:cNvSpPr>
            <a:spLocks noChangeArrowheads="1"/>
          </p:cNvSpPr>
          <p:nvPr/>
        </p:nvSpPr>
        <p:spPr bwMode="auto">
          <a:xfrm>
            <a:off x="5476649" y="3581401"/>
            <a:ext cx="38100" cy="204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2" name="Rectangle 259"/>
          <p:cNvSpPr>
            <a:spLocks noChangeArrowheads="1"/>
          </p:cNvSpPr>
          <p:nvPr/>
        </p:nvSpPr>
        <p:spPr bwMode="auto">
          <a:xfrm>
            <a:off x="5535386" y="3497263"/>
            <a:ext cx="38100" cy="2889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3" name="Rectangle 260"/>
          <p:cNvSpPr>
            <a:spLocks noChangeArrowheads="1"/>
          </p:cNvSpPr>
          <p:nvPr/>
        </p:nvSpPr>
        <p:spPr bwMode="auto">
          <a:xfrm>
            <a:off x="5535386" y="3497263"/>
            <a:ext cx="38100" cy="2889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4" name="Rectangle 261"/>
          <p:cNvSpPr>
            <a:spLocks noChangeArrowheads="1"/>
          </p:cNvSpPr>
          <p:nvPr/>
        </p:nvSpPr>
        <p:spPr bwMode="auto">
          <a:xfrm>
            <a:off x="5598886" y="3525838"/>
            <a:ext cx="38100" cy="260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5" name="Rectangle 262"/>
          <p:cNvSpPr>
            <a:spLocks noChangeArrowheads="1"/>
          </p:cNvSpPr>
          <p:nvPr/>
        </p:nvSpPr>
        <p:spPr bwMode="auto">
          <a:xfrm>
            <a:off x="5598886" y="3525838"/>
            <a:ext cx="38100" cy="260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6" name="Rectangle 263"/>
          <p:cNvSpPr>
            <a:spLocks noChangeArrowheads="1"/>
          </p:cNvSpPr>
          <p:nvPr/>
        </p:nvSpPr>
        <p:spPr bwMode="auto">
          <a:xfrm>
            <a:off x="5662386" y="3446463"/>
            <a:ext cx="38100" cy="339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7" name="Rectangle 264"/>
          <p:cNvSpPr>
            <a:spLocks noChangeArrowheads="1"/>
          </p:cNvSpPr>
          <p:nvPr/>
        </p:nvSpPr>
        <p:spPr bwMode="auto">
          <a:xfrm>
            <a:off x="5662386" y="3446463"/>
            <a:ext cx="38100" cy="3397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8" name="Rectangle 265"/>
          <p:cNvSpPr>
            <a:spLocks noChangeArrowheads="1"/>
          </p:cNvSpPr>
          <p:nvPr/>
        </p:nvSpPr>
        <p:spPr bwMode="auto">
          <a:xfrm>
            <a:off x="5722711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9" name="Rectangle 266"/>
          <p:cNvSpPr>
            <a:spLocks noChangeArrowheads="1"/>
          </p:cNvSpPr>
          <p:nvPr/>
        </p:nvSpPr>
        <p:spPr bwMode="auto">
          <a:xfrm>
            <a:off x="5722711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0" name="Rectangle 267"/>
          <p:cNvSpPr>
            <a:spLocks noChangeArrowheads="1"/>
          </p:cNvSpPr>
          <p:nvPr/>
        </p:nvSpPr>
        <p:spPr bwMode="auto">
          <a:xfrm>
            <a:off x="5781449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1" name="Rectangle 268"/>
          <p:cNvSpPr>
            <a:spLocks noChangeArrowheads="1"/>
          </p:cNvSpPr>
          <p:nvPr/>
        </p:nvSpPr>
        <p:spPr bwMode="auto">
          <a:xfrm>
            <a:off x="5781449" y="3492501"/>
            <a:ext cx="38100" cy="293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2" name="Rectangle 269"/>
          <p:cNvSpPr>
            <a:spLocks noChangeArrowheads="1"/>
          </p:cNvSpPr>
          <p:nvPr/>
        </p:nvSpPr>
        <p:spPr bwMode="auto">
          <a:xfrm>
            <a:off x="5844949" y="3398838"/>
            <a:ext cx="38100" cy="387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3" name="Rectangle 270"/>
          <p:cNvSpPr>
            <a:spLocks noChangeArrowheads="1"/>
          </p:cNvSpPr>
          <p:nvPr/>
        </p:nvSpPr>
        <p:spPr bwMode="auto">
          <a:xfrm>
            <a:off x="5903686" y="3436938"/>
            <a:ext cx="38100" cy="3492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4" name="Rectangle 271"/>
          <p:cNvSpPr>
            <a:spLocks noChangeArrowheads="1"/>
          </p:cNvSpPr>
          <p:nvPr/>
        </p:nvSpPr>
        <p:spPr bwMode="auto">
          <a:xfrm>
            <a:off x="5903686" y="3436938"/>
            <a:ext cx="38100" cy="3492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5" name="Rectangle 272"/>
          <p:cNvSpPr>
            <a:spLocks noChangeArrowheads="1"/>
          </p:cNvSpPr>
          <p:nvPr/>
        </p:nvSpPr>
        <p:spPr bwMode="auto">
          <a:xfrm>
            <a:off x="5964011" y="3636963"/>
            <a:ext cx="38100" cy="149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6" name="Rectangle 273"/>
          <p:cNvSpPr>
            <a:spLocks noChangeArrowheads="1"/>
          </p:cNvSpPr>
          <p:nvPr/>
        </p:nvSpPr>
        <p:spPr bwMode="auto">
          <a:xfrm>
            <a:off x="5964011" y="3636963"/>
            <a:ext cx="38100" cy="149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7" name="Freeform 274"/>
          <p:cNvSpPr>
            <a:spLocks/>
          </p:cNvSpPr>
          <p:nvPr/>
        </p:nvSpPr>
        <p:spPr bwMode="auto">
          <a:xfrm>
            <a:off x="6210074" y="3433763"/>
            <a:ext cx="423863" cy="314325"/>
          </a:xfrm>
          <a:custGeom>
            <a:avLst/>
            <a:gdLst>
              <a:gd name="T0" fmla="*/ 267 w 267"/>
              <a:gd name="T1" fmla="*/ 0 h 198"/>
              <a:gd name="T2" fmla="*/ 256 w 267"/>
              <a:gd name="T3" fmla="*/ 10 h 198"/>
              <a:gd name="T4" fmla="*/ 256 w 267"/>
              <a:gd name="T5" fmla="*/ 182 h 198"/>
              <a:gd name="T6" fmla="*/ 8 w 267"/>
              <a:gd name="T7" fmla="*/ 182 h 198"/>
              <a:gd name="T8" fmla="*/ 0 w 267"/>
              <a:gd name="T9" fmla="*/ 198 h 198"/>
              <a:gd name="T10" fmla="*/ 267 w 267"/>
              <a:gd name="T11" fmla="*/ 198 h 198"/>
              <a:gd name="T12" fmla="*/ 267 w 267"/>
              <a:gd name="T13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7" h="198">
                <a:moveTo>
                  <a:pt x="267" y="0"/>
                </a:moveTo>
                <a:lnTo>
                  <a:pt x="256" y="10"/>
                </a:lnTo>
                <a:lnTo>
                  <a:pt x="256" y="182"/>
                </a:lnTo>
                <a:lnTo>
                  <a:pt x="8" y="182"/>
                </a:lnTo>
                <a:lnTo>
                  <a:pt x="0" y="198"/>
                </a:lnTo>
                <a:lnTo>
                  <a:pt x="267" y="198"/>
                </a:lnTo>
                <a:lnTo>
                  <a:pt x="26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8" name="Freeform 275"/>
          <p:cNvSpPr>
            <a:spLocks/>
          </p:cNvSpPr>
          <p:nvPr/>
        </p:nvSpPr>
        <p:spPr bwMode="auto">
          <a:xfrm>
            <a:off x="6210074" y="3433763"/>
            <a:ext cx="423863" cy="314325"/>
          </a:xfrm>
          <a:custGeom>
            <a:avLst/>
            <a:gdLst>
              <a:gd name="T0" fmla="*/ 267 w 267"/>
              <a:gd name="T1" fmla="*/ 0 h 198"/>
              <a:gd name="T2" fmla="*/ 256 w 267"/>
              <a:gd name="T3" fmla="*/ 10 h 198"/>
              <a:gd name="T4" fmla="*/ 256 w 267"/>
              <a:gd name="T5" fmla="*/ 182 h 198"/>
              <a:gd name="T6" fmla="*/ 8 w 267"/>
              <a:gd name="T7" fmla="*/ 182 h 198"/>
              <a:gd name="T8" fmla="*/ 0 w 267"/>
              <a:gd name="T9" fmla="*/ 198 h 198"/>
              <a:gd name="T10" fmla="*/ 267 w 267"/>
              <a:gd name="T11" fmla="*/ 198 h 198"/>
              <a:gd name="T12" fmla="*/ 267 w 267"/>
              <a:gd name="T13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7" h="198">
                <a:moveTo>
                  <a:pt x="267" y="0"/>
                </a:moveTo>
                <a:lnTo>
                  <a:pt x="256" y="10"/>
                </a:lnTo>
                <a:lnTo>
                  <a:pt x="256" y="182"/>
                </a:lnTo>
                <a:lnTo>
                  <a:pt x="8" y="182"/>
                </a:lnTo>
                <a:lnTo>
                  <a:pt x="0" y="198"/>
                </a:lnTo>
                <a:lnTo>
                  <a:pt x="267" y="198"/>
                </a:lnTo>
                <a:lnTo>
                  <a:pt x="26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9" name="Freeform 276"/>
          <p:cNvSpPr>
            <a:spLocks/>
          </p:cNvSpPr>
          <p:nvPr/>
        </p:nvSpPr>
        <p:spPr bwMode="auto">
          <a:xfrm>
            <a:off x="6192611" y="3408363"/>
            <a:ext cx="423863" cy="314325"/>
          </a:xfrm>
          <a:custGeom>
            <a:avLst/>
            <a:gdLst>
              <a:gd name="T0" fmla="*/ 267 w 267"/>
              <a:gd name="T1" fmla="*/ 0 h 198"/>
              <a:gd name="T2" fmla="*/ 195 w 267"/>
              <a:gd name="T3" fmla="*/ 80 h 198"/>
              <a:gd name="T4" fmla="*/ 142 w 267"/>
              <a:gd name="T5" fmla="*/ 50 h 198"/>
              <a:gd name="T6" fmla="*/ 91 w 267"/>
              <a:gd name="T7" fmla="*/ 131 h 198"/>
              <a:gd name="T8" fmla="*/ 43 w 267"/>
              <a:gd name="T9" fmla="*/ 131 h 198"/>
              <a:gd name="T10" fmla="*/ 0 w 267"/>
              <a:gd name="T11" fmla="*/ 198 h 198"/>
              <a:gd name="T12" fmla="*/ 19 w 267"/>
              <a:gd name="T13" fmla="*/ 198 h 198"/>
              <a:gd name="T14" fmla="*/ 53 w 267"/>
              <a:gd name="T15" fmla="*/ 147 h 198"/>
              <a:gd name="T16" fmla="*/ 99 w 267"/>
              <a:gd name="T17" fmla="*/ 147 h 198"/>
              <a:gd name="T18" fmla="*/ 152 w 267"/>
              <a:gd name="T19" fmla="*/ 66 h 198"/>
              <a:gd name="T20" fmla="*/ 203 w 267"/>
              <a:gd name="T21" fmla="*/ 96 h 198"/>
              <a:gd name="T22" fmla="*/ 267 w 267"/>
              <a:gd name="T23" fmla="*/ 26 h 198"/>
              <a:gd name="T24" fmla="*/ 267 w 267"/>
              <a:gd name="T25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98">
                <a:moveTo>
                  <a:pt x="267" y="0"/>
                </a:moveTo>
                <a:lnTo>
                  <a:pt x="195" y="80"/>
                </a:lnTo>
                <a:lnTo>
                  <a:pt x="142" y="50"/>
                </a:lnTo>
                <a:lnTo>
                  <a:pt x="91" y="131"/>
                </a:lnTo>
                <a:lnTo>
                  <a:pt x="43" y="131"/>
                </a:lnTo>
                <a:lnTo>
                  <a:pt x="0" y="198"/>
                </a:lnTo>
                <a:lnTo>
                  <a:pt x="19" y="198"/>
                </a:lnTo>
                <a:lnTo>
                  <a:pt x="53" y="147"/>
                </a:lnTo>
                <a:lnTo>
                  <a:pt x="99" y="147"/>
                </a:lnTo>
                <a:lnTo>
                  <a:pt x="152" y="66"/>
                </a:lnTo>
                <a:lnTo>
                  <a:pt x="203" y="96"/>
                </a:lnTo>
                <a:lnTo>
                  <a:pt x="267" y="26"/>
                </a:lnTo>
                <a:lnTo>
                  <a:pt x="26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0" name="Freeform 277"/>
          <p:cNvSpPr>
            <a:spLocks/>
          </p:cNvSpPr>
          <p:nvPr/>
        </p:nvSpPr>
        <p:spPr bwMode="auto">
          <a:xfrm>
            <a:off x="6192611" y="3408363"/>
            <a:ext cx="423863" cy="314325"/>
          </a:xfrm>
          <a:custGeom>
            <a:avLst/>
            <a:gdLst>
              <a:gd name="T0" fmla="*/ 267 w 267"/>
              <a:gd name="T1" fmla="*/ 0 h 198"/>
              <a:gd name="T2" fmla="*/ 195 w 267"/>
              <a:gd name="T3" fmla="*/ 80 h 198"/>
              <a:gd name="T4" fmla="*/ 142 w 267"/>
              <a:gd name="T5" fmla="*/ 50 h 198"/>
              <a:gd name="T6" fmla="*/ 91 w 267"/>
              <a:gd name="T7" fmla="*/ 131 h 198"/>
              <a:gd name="T8" fmla="*/ 43 w 267"/>
              <a:gd name="T9" fmla="*/ 131 h 198"/>
              <a:gd name="T10" fmla="*/ 0 w 267"/>
              <a:gd name="T11" fmla="*/ 198 h 198"/>
              <a:gd name="T12" fmla="*/ 19 w 267"/>
              <a:gd name="T13" fmla="*/ 198 h 198"/>
              <a:gd name="T14" fmla="*/ 53 w 267"/>
              <a:gd name="T15" fmla="*/ 147 h 198"/>
              <a:gd name="T16" fmla="*/ 99 w 267"/>
              <a:gd name="T17" fmla="*/ 147 h 198"/>
              <a:gd name="T18" fmla="*/ 152 w 267"/>
              <a:gd name="T19" fmla="*/ 66 h 198"/>
              <a:gd name="T20" fmla="*/ 203 w 267"/>
              <a:gd name="T21" fmla="*/ 96 h 198"/>
              <a:gd name="T22" fmla="*/ 267 w 267"/>
              <a:gd name="T23" fmla="*/ 26 h 198"/>
              <a:gd name="T24" fmla="*/ 267 w 267"/>
              <a:gd name="T25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98">
                <a:moveTo>
                  <a:pt x="267" y="0"/>
                </a:moveTo>
                <a:lnTo>
                  <a:pt x="195" y="80"/>
                </a:lnTo>
                <a:lnTo>
                  <a:pt x="142" y="50"/>
                </a:lnTo>
                <a:lnTo>
                  <a:pt x="91" y="131"/>
                </a:lnTo>
                <a:lnTo>
                  <a:pt x="43" y="131"/>
                </a:lnTo>
                <a:lnTo>
                  <a:pt x="0" y="198"/>
                </a:lnTo>
                <a:lnTo>
                  <a:pt x="19" y="198"/>
                </a:lnTo>
                <a:lnTo>
                  <a:pt x="53" y="147"/>
                </a:lnTo>
                <a:lnTo>
                  <a:pt x="99" y="147"/>
                </a:lnTo>
                <a:lnTo>
                  <a:pt x="152" y="66"/>
                </a:lnTo>
                <a:lnTo>
                  <a:pt x="203" y="96"/>
                </a:lnTo>
                <a:lnTo>
                  <a:pt x="267" y="26"/>
                </a:lnTo>
                <a:lnTo>
                  <a:pt x="26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1" name="Freeform 278"/>
          <p:cNvSpPr>
            <a:spLocks/>
          </p:cNvSpPr>
          <p:nvPr/>
        </p:nvSpPr>
        <p:spPr bwMode="auto">
          <a:xfrm>
            <a:off x="6222774" y="3449638"/>
            <a:ext cx="393700" cy="273050"/>
          </a:xfrm>
          <a:custGeom>
            <a:avLst/>
            <a:gdLst>
              <a:gd name="T0" fmla="*/ 248 w 248"/>
              <a:gd name="T1" fmla="*/ 0 h 172"/>
              <a:gd name="T2" fmla="*/ 184 w 248"/>
              <a:gd name="T3" fmla="*/ 70 h 172"/>
              <a:gd name="T4" fmla="*/ 133 w 248"/>
              <a:gd name="T5" fmla="*/ 40 h 172"/>
              <a:gd name="T6" fmla="*/ 80 w 248"/>
              <a:gd name="T7" fmla="*/ 121 h 172"/>
              <a:gd name="T8" fmla="*/ 34 w 248"/>
              <a:gd name="T9" fmla="*/ 121 h 172"/>
              <a:gd name="T10" fmla="*/ 0 w 248"/>
              <a:gd name="T11" fmla="*/ 172 h 172"/>
              <a:gd name="T12" fmla="*/ 248 w 248"/>
              <a:gd name="T13" fmla="*/ 172 h 172"/>
              <a:gd name="T14" fmla="*/ 248 w 248"/>
              <a:gd name="T15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8" h="172">
                <a:moveTo>
                  <a:pt x="248" y="0"/>
                </a:moveTo>
                <a:lnTo>
                  <a:pt x="184" y="70"/>
                </a:lnTo>
                <a:lnTo>
                  <a:pt x="133" y="40"/>
                </a:lnTo>
                <a:lnTo>
                  <a:pt x="80" y="121"/>
                </a:lnTo>
                <a:lnTo>
                  <a:pt x="34" y="121"/>
                </a:lnTo>
                <a:lnTo>
                  <a:pt x="0" y="172"/>
                </a:lnTo>
                <a:lnTo>
                  <a:pt x="248" y="172"/>
                </a:lnTo>
                <a:lnTo>
                  <a:pt x="2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2" name="Freeform 279"/>
          <p:cNvSpPr>
            <a:spLocks/>
          </p:cNvSpPr>
          <p:nvPr/>
        </p:nvSpPr>
        <p:spPr bwMode="auto">
          <a:xfrm>
            <a:off x="6222774" y="3449638"/>
            <a:ext cx="393700" cy="273050"/>
          </a:xfrm>
          <a:custGeom>
            <a:avLst/>
            <a:gdLst>
              <a:gd name="T0" fmla="*/ 248 w 248"/>
              <a:gd name="T1" fmla="*/ 0 h 172"/>
              <a:gd name="T2" fmla="*/ 184 w 248"/>
              <a:gd name="T3" fmla="*/ 70 h 172"/>
              <a:gd name="T4" fmla="*/ 133 w 248"/>
              <a:gd name="T5" fmla="*/ 40 h 172"/>
              <a:gd name="T6" fmla="*/ 80 w 248"/>
              <a:gd name="T7" fmla="*/ 121 h 172"/>
              <a:gd name="T8" fmla="*/ 34 w 248"/>
              <a:gd name="T9" fmla="*/ 121 h 172"/>
              <a:gd name="T10" fmla="*/ 0 w 248"/>
              <a:gd name="T11" fmla="*/ 172 h 172"/>
              <a:gd name="T12" fmla="*/ 248 w 248"/>
              <a:gd name="T13" fmla="*/ 172 h 172"/>
              <a:gd name="T14" fmla="*/ 248 w 248"/>
              <a:gd name="T15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8" h="172">
                <a:moveTo>
                  <a:pt x="248" y="0"/>
                </a:moveTo>
                <a:lnTo>
                  <a:pt x="184" y="70"/>
                </a:lnTo>
                <a:lnTo>
                  <a:pt x="133" y="40"/>
                </a:lnTo>
                <a:lnTo>
                  <a:pt x="80" y="121"/>
                </a:lnTo>
                <a:lnTo>
                  <a:pt x="34" y="121"/>
                </a:lnTo>
                <a:lnTo>
                  <a:pt x="0" y="172"/>
                </a:lnTo>
                <a:lnTo>
                  <a:pt x="248" y="172"/>
                </a:lnTo>
                <a:lnTo>
                  <a:pt x="24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3" name="Freeform 280"/>
          <p:cNvSpPr>
            <a:spLocks/>
          </p:cNvSpPr>
          <p:nvPr/>
        </p:nvSpPr>
        <p:spPr bwMode="auto">
          <a:xfrm>
            <a:off x="6222774" y="3462338"/>
            <a:ext cx="419100" cy="314325"/>
          </a:xfrm>
          <a:custGeom>
            <a:avLst/>
            <a:gdLst>
              <a:gd name="T0" fmla="*/ 0 w 264"/>
              <a:gd name="T1" fmla="*/ 198 h 198"/>
              <a:gd name="T2" fmla="*/ 264 w 264"/>
              <a:gd name="T3" fmla="*/ 198 h 198"/>
              <a:gd name="T4" fmla="*/ 264 w 264"/>
              <a:gd name="T5" fmla="*/ 0 h 198"/>
              <a:gd name="T6" fmla="*/ 192 w 264"/>
              <a:gd name="T7" fmla="*/ 81 h 198"/>
              <a:gd name="T8" fmla="*/ 141 w 264"/>
              <a:gd name="T9" fmla="*/ 51 h 198"/>
              <a:gd name="T10" fmla="*/ 88 w 264"/>
              <a:gd name="T11" fmla="*/ 131 h 198"/>
              <a:gd name="T12" fmla="*/ 40 w 264"/>
              <a:gd name="T13" fmla="*/ 131 h 198"/>
              <a:gd name="T14" fmla="*/ 0 w 264"/>
              <a:gd name="T15" fmla="*/ 198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4" h="198">
                <a:moveTo>
                  <a:pt x="0" y="198"/>
                </a:moveTo>
                <a:lnTo>
                  <a:pt x="264" y="198"/>
                </a:lnTo>
                <a:lnTo>
                  <a:pt x="264" y="0"/>
                </a:lnTo>
                <a:lnTo>
                  <a:pt x="192" y="81"/>
                </a:lnTo>
                <a:lnTo>
                  <a:pt x="141" y="51"/>
                </a:lnTo>
                <a:lnTo>
                  <a:pt x="88" y="131"/>
                </a:lnTo>
                <a:lnTo>
                  <a:pt x="40" y="131"/>
                </a:lnTo>
                <a:lnTo>
                  <a:pt x="0" y="1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4" name="Freeform 281"/>
          <p:cNvSpPr>
            <a:spLocks noEditPoints="1"/>
          </p:cNvSpPr>
          <p:nvPr/>
        </p:nvSpPr>
        <p:spPr bwMode="auto">
          <a:xfrm>
            <a:off x="7057799" y="3517901"/>
            <a:ext cx="288925" cy="220663"/>
          </a:xfrm>
          <a:custGeom>
            <a:avLst/>
            <a:gdLst>
              <a:gd name="T0" fmla="*/ 0 w 182"/>
              <a:gd name="T1" fmla="*/ 137 h 139"/>
              <a:gd name="T2" fmla="*/ 0 w 182"/>
              <a:gd name="T3" fmla="*/ 139 h 139"/>
              <a:gd name="T4" fmla="*/ 61 w 182"/>
              <a:gd name="T5" fmla="*/ 139 h 139"/>
              <a:gd name="T6" fmla="*/ 0 w 182"/>
              <a:gd name="T7" fmla="*/ 137 h 139"/>
              <a:gd name="T8" fmla="*/ 182 w 182"/>
              <a:gd name="T9" fmla="*/ 0 h 139"/>
              <a:gd name="T10" fmla="*/ 176 w 182"/>
              <a:gd name="T11" fmla="*/ 8 h 139"/>
              <a:gd name="T12" fmla="*/ 176 w 182"/>
              <a:gd name="T13" fmla="*/ 137 h 139"/>
              <a:gd name="T14" fmla="*/ 182 w 182"/>
              <a:gd name="T15" fmla="*/ 137 h 139"/>
              <a:gd name="T16" fmla="*/ 182 w 182"/>
              <a:gd name="T1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39">
                <a:moveTo>
                  <a:pt x="0" y="137"/>
                </a:moveTo>
                <a:lnTo>
                  <a:pt x="0" y="139"/>
                </a:lnTo>
                <a:lnTo>
                  <a:pt x="61" y="139"/>
                </a:lnTo>
                <a:lnTo>
                  <a:pt x="0" y="137"/>
                </a:lnTo>
                <a:close/>
                <a:moveTo>
                  <a:pt x="182" y="0"/>
                </a:moveTo>
                <a:lnTo>
                  <a:pt x="176" y="8"/>
                </a:lnTo>
                <a:lnTo>
                  <a:pt x="176" y="137"/>
                </a:lnTo>
                <a:lnTo>
                  <a:pt x="182" y="137"/>
                </a:lnTo>
                <a:lnTo>
                  <a:pt x="18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5" name="Freeform 282"/>
          <p:cNvSpPr>
            <a:spLocks noEditPoints="1"/>
          </p:cNvSpPr>
          <p:nvPr/>
        </p:nvSpPr>
        <p:spPr bwMode="auto">
          <a:xfrm>
            <a:off x="7057799" y="3517901"/>
            <a:ext cx="288925" cy="220663"/>
          </a:xfrm>
          <a:custGeom>
            <a:avLst/>
            <a:gdLst>
              <a:gd name="T0" fmla="*/ 0 w 182"/>
              <a:gd name="T1" fmla="*/ 137 h 139"/>
              <a:gd name="T2" fmla="*/ 0 w 182"/>
              <a:gd name="T3" fmla="*/ 139 h 139"/>
              <a:gd name="T4" fmla="*/ 61 w 182"/>
              <a:gd name="T5" fmla="*/ 139 h 139"/>
              <a:gd name="T6" fmla="*/ 0 w 182"/>
              <a:gd name="T7" fmla="*/ 137 h 139"/>
              <a:gd name="T8" fmla="*/ 182 w 182"/>
              <a:gd name="T9" fmla="*/ 0 h 139"/>
              <a:gd name="T10" fmla="*/ 176 w 182"/>
              <a:gd name="T11" fmla="*/ 8 h 139"/>
              <a:gd name="T12" fmla="*/ 176 w 182"/>
              <a:gd name="T13" fmla="*/ 137 h 139"/>
              <a:gd name="T14" fmla="*/ 182 w 182"/>
              <a:gd name="T15" fmla="*/ 137 h 139"/>
              <a:gd name="T16" fmla="*/ 182 w 182"/>
              <a:gd name="T1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39">
                <a:moveTo>
                  <a:pt x="0" y="137"/>
                </a:moveTo>
                <a:lnTo>
                  <a:pt x="0" y="139"/>
                </a:lnTo>
                <a:lnTo>
                  <a:pt x="61" y="139"/>
                </a:lnTo>
                <a:lnTo>
                  <a:pt x="0" y="137"/>
                </a:lnTo>
                <a:moveTo>
                  <a:pt x="182" y="0"/>
                </a:moveTo>
                <a:lnTo>
                  <a:pt x="176" y="8"/>
                </a:lnTo>
                <a:lnTo>
                  <a:pt x="176" y="137"/>
                </a:lnTo>
                <a:lnTo>
                  <a:pt x="182" y="137"/>
                </a:lnTo>
                <a:lnTo>
                  <a:pt x="18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6" name="Freeform 283"/>
          <p:cNvSpPr>
            <a:spLocks noEditPoints="1"/>
          </p:cNvSpPr>
          <p:nvPr/>
        </p:nvSpPr>
        <p:spPr bwMode="auto">
          <a:xfrm>
            <a:off x="7040336" y="3500438"/>
            <a:ext cx="296863" cy="238125"/>
          </a:xfrm>
          <a:custGeom>
            <a:avLst/>
            <a:gdLst>
              <a:gd name="T0" fmla="*/ 187 w 187"/>
              <a:gd name="T1" fmla="*/ 148 h 150"/>
              <a:gd name="T2" fmla="*/ 72 w 187"/>
              <a:gd name="T3" fmla="*/ 150 h 150"/>
              <a:gd name="T4" fmla="*/ 187 w 187"/>
              <a:gd name="T5" fmla="*/ 150 h 150"/>
              <a:gd name="T6" fmla="*/ 187 w 187"/>
              <a:gd name="T7" fmla="*/ 148 h 150"/>
              <a:gd name="T8" fmla="*/ 187 w 187"/>
              <a:gd name="T9" fmla="*/ 0 h 150"/>
              <a:gd name="T10" fmla="*/ 136 w 187"/>
              <a:gd name="T11" fmla="*/ 57 h 150"/>
              <a:gd name="T12" fmla="*/ 104 w 187"/>
              <a:gd name="T13" fmla="*/ 35 h 150"/>
              <a:gd name="T14" fmla="*/ 67 w 187"/>
              <a:gd name="T15" fmla="*/ 91 h 150"/>
              <a:gd name="T16" fmla="*/ 35 w 187"/>
              <a:gd name="T17" fmla="*/ 91 h 150"/>
              <a:gd name="T18" fmla="*/ 0 w 187"/>
              <a:gd name="T19" fmla="*/ 148 h 150"/>
              <a:gd name="T20" fmla="*/ 11 w 187"/>
              <a:gd name="T21" fmla="*/ 148 h 150"/>
              <a:gd name="T22" fmla="*/ 43 w 187"/>
              <a:gd name="T23" fmla="*/ 102 h 150"/>
              <a:gd name="T24" fmla="*/ 75 w 187"/>
              <a:gd name="T25" fmla="*/ 102 h 150"/>
              <a:gd name="T26" fmla="*/ 110 w 187"/>
              <a:gd name="T27" fmla="*/ 46 h 150"/>
              <a:gd name="T28" fmla="*/ 145 w 187"/>
              <a:gd name="T29" fmla="*/ 67 h 150"/>
              <a:gd name="T30" fmla="*/ 187 w 187"/>
              <a:gd name="T31" fmla="*/ 19 h 150"/>
              <a:gd name="T32" fmla="*/ 187 w 187"/>
              <a:gd name="T33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7" h="150">
                <a:moveTo>
                  <a:pt x="187" y="148"/>
                </a:moveTo>
                <a:lnTo>
                  <a:pt x="72" y="150"/>
                </a:lnTo>
                <a:lnTo>
                  <a:pt x="187" y="150"/>
                </a:lnTo>
                <a:lnTo>
                  <a:pt x="187" y="148"/>
                </a:lnTo>
                <a:close/>
                <a:moveTo>
                  <a:pt x="187" y="0"/>
                </a:moveTo>
                <a:lnTo>
                  <a:pt x="136" y="57"/>
                </a:lnTo>
                <a:lnTo>
                  <a:pt x="104" y="35"/>
                </a:lnTo>
                <a:lnTo>
                  <a:pt x="67" y="91"/>
                </a:lnTo>
                <a:lnTo>
                  <a:pt x="35" y="91"/>
                </a:lnTo>
                <a:lnTo>
                  <a:pt x="0" y="148"/>
                </a:lnTo>
                <a:lnTo>
                  <a:pt x="11" y="148"/>
                </a:lnTo>
                <a:lnTo>
                  <a:pt x="43" y="102"/>
                </a:lnTo>
                <a:lnTo>
                  <a:pt x="75" y="102"/>
                </a:lnTo>
                <a:lnTo>
                  <a:pt x="110" y="46"/>
                </a:lnTo>
                <a:lnTo>
                  <a:pt x="145" y="67"/>
                </a:lnTo>
                <a:lnTo>
                  <a:pt x="187" y="19"/>
                </a:lnTo>
                <a:lnTo>
                  <a:pt x="18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7" name="Freeform 284"/>
          <p:cNvSpPr>
            <a:spLocks noEditPoints="1"/>
          </p:cNvSpPr>
          <p:nvPr/>
        </p:nvSpPr>
        <p:spPr bwMode="auto">
          <a:xfrm>
            <a:off x="7040336" y="3500438"/>
            <a:ext cx="296863" cy="238125"/>
          </a:xfrm>
          <a:custGeom>
            <a:avLst/>
            <a:gdLst>
              <a:gd name="T0" fmla="*/ 187 w 187"/>
              <a:gd name="T1" fmla="*/ 148 h 150"/>
              <a:gd name="T2" fmla="*/ 72 w 187"/>
              <a:gd name="T3" fmla="*/ 150 h 150"/>
              <a:gd name="T4" fmla="*/ 187 w 187"/>
              <a:gd name="T5" fmla="*/ 150 h 150"/>
              <a:gd name="T6" fmla="*/ 187 w 187"/>
              <a:gd name="T7" fmla="*/ 148 h 150"/>
              <a:gd name="T8" fmla="*/ 187 w 187"/>
              <a:gd name="T9" fmla="*/ 0 h 150"/>
              <a:gd name="T10" fmla="*/ 136 w 187"/>
              <a:gd name="T11" fmla="*/ 57 h 150"/>
              <a:gd name="T12" fmla="*/ 104 w 187"/>
              <a:gd name="T13" fmla="*/ 35 h 150"/>
              <a:gd name="T14" fmla="*/ 67 w 187"/>
              <a:gd name="T15" fmla="*/ 91 h 150"/>
              <a:gd name="T16" fmla="*/ 35 w 187"/>
              <a:gd name="T17" fmla="*/ 91 h 150"/>
              <a:gd name="T18" fmla="*/ 0 w 187"/>
              <a:gd name="T19" fmla="*/ 148 h 150"/>
              <a:gd name="T20" fmla="*/ 11 w 187"/>
              <a:gd name="T21" fmla="*/ 148 h 150"/>
              <a:gd name="T22" fmla="*/ 43 w 187"/>
              <a:gd name="T23" fmla="*/ 102 h 150"/>
              <a:gd name="T24" fmla="*/ 75 w 187"/>
              <a:gd name="T25" fmla="*/ 102 h 150"/>
              <a:gd name="T26" fmla="*/ 110 w 187"/>
              <a:gd name="T27" fmla="*/ 46 h 150"/>
              <a:gd name="T28" fmla="*/ 145 w 187"/>
              <a:gd name="T29" fmla="*/ 67 h 150"/>
              <a:gd name="T30" fmla="*/ 187 w 187"/>
              <a:gd name="T31" fmla="*/ 19 h 150"/>
              <a:gd name="T32" fmla="*/ 187 w 187"/>
              <a:gd name="T33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7" h="150">
                <a:moveTo>
                  <a:pt x="187" y="148"/>
                </a:moveTo>
                <a:lnTo>
                  <a:pt x="72" y="150"/>
                </a:lnTo>
                <a:lnTo>
                  <a:pt x="187" y="150"/>
                </a:lnTo>
                <a:lnTo>
                  <a:pt x="187" y="148"/>
                </a:lnTo>
                <a:moveTo>
                  <a:pt x="187" y="0"/>
                </a:moveTo>
                <a:lnTo>
                  <a:pt x="136" y="57"/>
                </a:lnTo>
                <a:lnTo>
                  <a:pt x="104" y="35"/>
                </a:lnTo>
                <a:lnTo>
                  <a:pt x="67" y="91"/>
                </a:lnTo>
                <a:lnTo>
                  <a:pt x="35" y="91"/>
                </a:lnTo>
                <a:lnTo>
                  <a:pt x="0" y="148"/>
                </a:lnTo>
                <a:lnTo>
                  <a:pt x="11" y="148"/>
                </a:lnTo>
                <a:lnTo>
                  <a:pt x="43" y="102"/>
                </a:lnTo>
                <a:lnTo>
                  <a:pt x="75" y="102"/>
                </a:lnTo>
                <a:lnTo>
                  <a:pt x="110" y="46"/>
                </a:lnTo>
                <a:lnTo>
                  <a:pt x="145" y="67"/>
                </a:lnTo>
                <a:lnTo>
                  <a:pt x="187" y="19"/>
                </a:lnTo>
                <a:lnTo>
                  <a:pt x="18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8" name="Freeform 285"/>
          <p:cNvSpPr>
            <a:spLocks/>
          </p:cNvSpPr>
          <p:nvPr/>
        </p:nvSpPr>
        <p:spPr bwMode="auto">
          <a:xfrm>
            <a:off x="7057799" y="3530601"/>
            <a:ext cx="279400" cy="207963"/>
          </a:xfrm>
          <a:custGeom>
            <a:avLst/>
            <a:gdLst>
              <a:gd name="T0" fmla="*/ 176 w 176"/>
              <a:gd name="T1" fmla="*/ 0 h 131"/>
              <a:gd name="T2" fmla="*/ 134 w 176"/>
              <a:gd name="T3" fmla="*/ 48 h 131"/>
              <a:gd name="T4" fmla="*/ 99 w 176"/>
              <a:gd name="T5" fmla="*/ 27 h 131"/>
              <a:gd name="T6" fmla="*/ 64 w 176"/>
              <a:gd name="T7" fmla="*/ 83 h 131"/>
              <a:gd name="T8" fmla="*/ 32 w 176"/>
              <a:gd name="T9" fmla="*/ 83 h 131"/>
              <a:gd name="T10" fmla="*/ 0 w 176"/>
              <a:gd name="T11" fmla="*/ 129 h 131"/>
              <a:gd name="T12" fmla="*/ 61 w 176"/>
              <a:gd name="T13" fmla="*/ 131 h 131"/>
              <a:gd name="T14" fmla="*/ 176 w 176"/>
              <a:gd name="T15" fmla="*/ 129 h 131"/>
              <a:gd name="T16" fmla="*/ 176 w 176"/>
              <a:gd name="T17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31">
                <a:moveTo>
                  <a:pt x="176" y="0"/>
                </a:moveTo>
                <a:lnTo>
                  <a:pt x="134" y="48"/>
                </a:lnTo>
                <a:lnTo>
                  <a:pt x="99" y="27"/>
                </a:lnTo>
                <a:lnTo>
                  <a:pt x="64" y="83"/>
                </a:lnTo>
                <a:lnTo>
                  <a:pt x="32" y="83"/>
                </a:lnTo>
                <a:lnTo>
                  <a:pt x="0" y="129"/>
                </a:lnTo>
                <a:lnTo>
                  <a:pt x="61" y="131"/>
                </a:lnTo>
                <a:lnTo>
                  <a:pt x="176" y="129"/>
                </a:lnTo>
                <a:lnTo>
                  <a:pt x="1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9" name="Freeform 286"/>
          <p:cNvSpPr>
            <a:spLocks/>
          </p:cNvSpPr>
          <p:nvPr/>
        </p:nvSpPr>
        <p:spPr bwMode="auto">
          <a:xfrm>
            <a:off x="7057799" y="3530601"/>
            <a:ext cx="279400" cy="207963"/>
          </a:xfrm>
          <a:custGeom>
            <a:avLst/>
            <a:gdLst>
              <a:gd name="T0" fmla="*/ 176 w 176"/>
              <a:gd name="T1" fmla="*/ 0 h 131"/>
              <a:gd name="T2" fmla="*/ 134 w 176"/>
              <a:gd name="T3" fmla="*/ 48 h 131"/>
              <a:gd name="T4" fmla="*/ 99 w 176"/>
              <a:gd name="T5" fmla="*/ 27 h 131"/>
              <a:gd name="T6" fmla="*/ 64 w 176"/>
              <a:gd name="T7" fmla="*/ 83 h 131"/>
              <a:gd name="T8" fmla="*/ 32 w 176"/>
              <a:gd name="T9" fmla="*/ 83 h 131"/>
              <a:gd name="T10" fmla="*/ 0 w 176"/>
              <a:gd name="T11" fmla="*/ 129 h 131"/>
              <a:gd name="T12" fmla="*/ 61 w 176"/>
              <a:gd name="T13" fmla="*/ 131 h 131"/>
              <a:gd name="T14" fmla="*/ 176 w 176"/>
              <a:gd name="T15" fmla="*/ 129 h 131"/>
              <a:gd name="T16" fmla="*/ 176 w 176"/>
              <a:gd name="T17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31">
                <a:moveTo>
                  <a:pt x="176" y="0"/>
                </a:moveTo>
                <a:lnTo>
                  <a:pt x="134" y="48"/>
                </a:lnTo>
                <a:lnTo>
                  <a:pt x="99" y="27"/>
                </a:lnTo>
                <a:lnTo>
                  <a:pt x="64" y="83"/>
                </a:lnTo>
                <a:lnTo>
                  <a:pt x="32" y="83"/>
                </a:lnTo>
                <a:lnTo>
                  <a:pt x="0" y="129"/>
                </a:lnTo>
                <a:lnTo>
                  <a:pt x="61" y="131"/>
                </a:lnTo>
                <a:lnTo>
                  <a:pt x="176" y="129"/>
                </a:lnTo>
                <a:lnTo>
                  <a:pt x="17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0" name="Freeform 287"/>
          <p:cNvSpPr>
            <a:spLocks/>
          </p:cNvSpPr>
          <p:nvPr/>
        </p:nvSpPr>
        <p:spPr bwMode="auto">
          <a:xfrm>
            <a:off x="7070499" y="3540126"/>
            <a:ext cx="284163" cy="211138"/>
          </a:xfrm>
          <a:custGeom>
            <a:avLst/>
            <a:gdLst>
              <a:gd name="T0" fmla="*/ 0 w 179"/>
              <a:gd name="T1" fmla="*/ 133 h 133"/>
              <a:gd name="T2" fmla="*/ 179 w 179"/>
              <a:gd name="T3" fmla="*/ 133 h 133"/>
              <a:gd name="T4" fmla="*/ 179 w 179"/>
              <a:gd name="T5" fmla="*/ 0 h 133"/>
              <a:gd name="T6" fmla="*/ 131 w 179"/>
              <a:gd name="T7" fmla="*/ 56 h 133"/>
              <a:gd name="T8" fmla="*/ 96 w 179"/>
              <a:gd name="T9" fmla="*/ 34 h 133"/>
              <a:gd name="T10" fmla="*/ 61 w 179"/>
              <a:gd name="T11" fmla="*/ 88 h 133"/>
              <a:gd name="T12" fmla="*/ 29 w 179"/>
              <a:gd name="T13" fmla="*/ 88 h 133"/>
              <a:gd name="T14" fmla="*/ 0 w 179"/>
              <a:gd name="T1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9" h="133">
                <a:moveTo>
                  <a:pt x="0" y="133"/>
                </a:moveTo>
                <a:lnTo>
                  <a:pt x="179" y="133"/>
                </a:lnTo>
                <a:lnTo>
                  <a:pt x="179" y="0"/>
                </a:lnTo>
                <a:lnTo>
                  <a:pt x="131" y="56"/>
                </a:lnTo>
                <a:lnTo>
                  <a:pt x="96" y="34"/>
                </a:lnTo>
                <a:lnTo>
                  <a:pt x="61" y="88"/>
                </a:lnTo>
                <a:lnTo>
                  <a:pt x="29" y="88"/>
                </a:lnTo>
                <a:lnTo>
                  <a:pt x="0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1" name="Freeform 288"/>
          <p:cNvSpPr>
            <a:spLocks noEditPoints="1"/>
          </p:cNvSpPr>
          <p:nvPr/>
        </p:nvSpPr>
        <p:spPr bwMode="auto">
          <a:xfrm>
            <a:off x="6951436" y="3462338"/>
            <a:ext cx="415925" cy="301625"/>
          </a:xfrm>
          <a:custGeom>
            <a:avLst/>
            <a:gdLst>
              <a:gd name="T0" fmla="*/ 241 w 262"/>
              <a:gd name="T1" fmla="*/ 22 h 190"/>
              <a:gd name="T2" fmla="*/ 241 w 262"/>
              <a:gd name="T3" fmla="*/ 169 h 190"/>
              <a:gd name="T4" fmla="*/ 22 w 262"/>
              <a:gd name="T5" fmla="*/ 169 h 190"/>
              <a:gd name="T6" fmla="*/ 22 w 262"/>
              <a:gd name="T7" fmla="*/ 22 h 190"/>
              <a:gd name="T8" fmla="*/ 241 w 262"/>
              <a:gd name="T9" fmla="*/ 22 h 190"/>
              <a:gd name="T10" fmla="*/ 262 w 262"/>
              <a:gd name="T11" fmla="*/ 0 h 190"/>
              <a:gd name="T12" fmla="*/ 0 w 262"/>
              <a:gd name="T13" fmla="*/ 0 h 190"/>
              <a:gd name="T14" fmla="*/ 0 w 262"/>
              <a:gd name="T15" fmla="*/ 190 h 190"/>
              <a:gd name="T16" fmla="*/ 262 w 262"/>
              <a:gd name="T17" fmla="*/ 190 h 190"/>
              <a:gd name="T18" fmla="*/ 262 w 262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2" h="190">
                <a:moveTo>
                  <a:pt x="241" y="22"/>
                </a:moveTo>
                <a:lnTo>
                  <a:pt x="241" y="169"/>
                </a:lnTo>
                <a:lnTo>
                  <a:pt x="22" y="169"/>
                </a:lnTo>
                <a:lnTo>
                  <a:pt x="22" y="22"/>
                </a:lnTo>
                <a:lnTo>
                  <a:pt x="241" y="22"/>
                </a:lnTo>
                <a:close/>
                <a:moveTo>
                  <a:pt x="262" y="0"/>
                </a:moveTo>
                <a:lnTo>
                  <a:pt x="0" y="0"/>
                </a:lnTo>
                <a:lnTo>
                  <a:pt x="0" y="190"/>
                </a:lnTo>
                <a:lnTo>
                  <a:pt x="262" y="190"/>
                </a:lnTo>
                <a:lnTo>
                  <a:pt x="26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2" name="Freeform 289"/>
          <p:cNvSpPr>
            <a:spLocks noEditPoints="1"/>
          </p:cNvSpPr>
          <p:nvPr/>
        </p:nvSpPr>
        <p:spPr bwMode="auto">
          <a:xfrm>
            <a:off x="6951436" y="3462338"/>
            <a:ext cx="415925" cy="301625"/>
          </a:xfrm>
          <a:custGeom>
            <a:avLst/>
            <a:gdLst>
              <a:gd name="T0" fmla="*/ 241 w 262"/>
              <a:gd name="T1" fmla="*/ 22 h 190"/>
              <a:gd name="T2" fmla="*/ 241 w 262"/>
              <a:gd name="T3" fmla="*/ 169 h 190"/>
              <a:gd name="T4" fmla="*/ 22 w 262"/>
              <a:gd name="T5" fmla="*/ 169 h 190"/>
              <a:gd name="T6" fmla="*/ 22 w 262"/>
              <a:gd name="T7" fmla="*/ 22 h 190"/>
              <a:gd name="T8" fmla="*/ 241 w 262"/>
              <a:gd name="T9" fmla="*/ 22 h 190"/>
              <a:gd name="T10" fmla="*/ 262 w 262"/>
              <a:gd name="T11" fmla="*/ 0 h 190"/>
              <a:gd name="T12" fmla="*/ 0 w 262"/>
              <a:gd name="T13" fmla="*/ 0 h 190"/>
              <a:gd name="T14" fmla="*/ 0 w 262"/>
              <a:gd name="T15" fmla="*/ 190 h 190"/>
              <a:gd name="T16" fmla="*/ 262 w 262"/>
              <a:gd name="T17" fmla="*/ 190 h 190"/>
              <a:gd name="T18" fmla="*/ 262 w 262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2" h="190">
                <a:moveTo>
                  <a:pt x="241" y="22"/>
                </a:moveTo>
                <a:lnTo>
                  <a:pt x="241" y="169"/>
                </a:lnTo>
                <a:lnTo>
                  <a:pt x="22" y="169"/>
                </a:lnTo>
                <a:lnTo>
                  <a:pt x="22" y="22"/>
                </a:lnTo>
                <a:lnTo>
                  <a:pt x="241" y="22"/>
                </a:lnTo>
                <a:moveTo>
                  <a:pt x="262" y="0"/>
                </a:moveTo>
                <a:lnTo>
                  <a:pt x="0" y="0"/>
                </a:lnTo>
                <a:lnTo>
                  <a:pt x="0" y="190"/>
                </a:lnTo>
                <a:lnTo>
                  <a:pt x="262" y="190"/>
                </a:lnTo>
                <a:lnTo>
                  <a:pt x="26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3" name="Rectangle 290"/>
          <p:cNvSpPr>
            <a:spLocks noChangeArrowheads="1"/>
          </p:cNvSpPr>
          <p:nvPr/>
        </p:nvSpPr>
        <p:spPr bwMode="auto">
          <a:xfrm>
            <a:off x="7605486" y="3487738"/>
            <a:ext cx="373063" cy="2508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4" name="Rectangle 291"/>
          <p:cNvSpPr>
            <a:spLocks noChangeArrowheads="1"/>
          </p:cNvSpPr>
          <p:nvPr/>
        </p:nvSpPr>
        <p:spPr bwMode="auto">
          <a:xfrm>
            <a:off x="7605486" y="3487738"/>
            <a:ext cx="373063" cy="2508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5" name="Freeform 292"/>
          <p:cNvSpPr>
            <a:spLocks noEditPoints="1"/>
          </p:cNvSpPr>
          <p:nvPr/>
        </p:nvSpPr>
        <p:spPr bwMode="auto">
          <a:xfrm>
            <a:off x="7583261" y="3462338"/>
            <a:ext cx="420688" cy="301625"/>
          </a:xfrm>
          <a:custGeom>
            <a:avLst/>
            <a:gdLst>
              <a:gd name="T0" fmla="*/ 243 w 265"/>
              <a:gd name="T1" fmla="*/ 22 h 190"/>
              <a:gd name="T2" fmla="*/ 243 w 265"/>
              <a:gd name="T3" fmla="*/ 169 h 190"/>
              <a:gd name="T4" fmla="*/ 22 w 265"/>
              <a:gd name="T5" fmla="*/ 169 h 190"/>
              <a:gd name="T6" fmla="*/ 22 w 265"/>
              <a:gd name="T7" fmla="*/ 22 h 190"/>
              <a:gd name="T8" fmla="*/ 243 w 265"/>
              <a:gd name="T9" fmla="*/ 22 h 190"/>
              <a:gd name="T10" fmla="*/ 265 w 265"/>
              <a:gd name="T11" fmla="*/ 0 h 190"/>
              <a:gd name="T12" fmla="*/ 0 w 265"/>
              <a:gd name="T13" fmla="*/ 0 h 190"/>
              <a:gd name="T14" fmla="*/ 0 w 265"/>
              <a:gd name="T15" fmla="*/ 190 h 190"/>
              <a:gd name="T16" fmla="*/ 265 w 265"/>
              <a:gd name="T17" fmla="*/ 190 h 190"/>
              <a:gd name="T18" fmla="*/ 265 w 265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5" h="190">
                <a:moveTo>
                  <a:pt x="243" y="22"/>
                </a:moveTo>
                <a:lnTo>
                  <a:pt x="243" y="169"/>
                </a:lnTo>
                <a:lnTo>
                  <a:pt x="22" y="169"/>
                </a:lnTo>
                <a:lnTo>
                  <a:pt x="22" y="22"/>
                </a:lnTo>
                <a:lnTo>
                  <a:pt x="243" y="22"/>
                </a:lnTo>
                <a:close/>
                <a:moveTo>
                  <a:pt x="265" y="0"/>
                </a:moveTo>
                <a:lnTo>
                  <a:pt x="0" y="0"/>
                </a:lnTo>
                <a:lnTo>
                  <a:pt x="0" y="190"/>
                </a:lnTo>
                <a:lnTo>
                  <a:pt x="265" y="190"/>
                </a:lnTo>
                <a:lnTo>
                  <a:pt x="26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6" name="Freeform 293"/>
          <p:cNvSpPr>
            <a:spLocks noEditPoints="1"/>
          </p:cNvSpPr>
          <p:nvPr/>
        </p:nvSpPr>
        <p:spPr bwMode="auto">
          <a:xfrm>
            <a:off x="7583261" y="3462338"/>
            <a:ext cx="420688" cy="301625"/>
          </a:xfrm>
          <a:custGeom>
            <a:avLst/>
            <a:gdLst>
              <a:gd name="T0" fmla="*/ 243 w 265"/>
              <a:gd name="T1" fmla="*/ 22 h 190"/>
              <a:gd name="T2" fmla="*/ 243 w 265"/>
              <a:gd name="T3" fmla="*/ 169 h 190"/>
              <a:gd name="T4" fmla="*/ 22 w 265"/>
              <a:gd name="T5" fmla="*/ 169 h 190"/>
              <a:gd name="T6" fmla="*/ 22 w 265"/>
              <a:gd name="T7" fmla="*/ 22 h 190"/>
              <a:gd name="T8" fmla="*/ 243 w 265"/>
              <a:gd name="T9" fmla="*/ 22 h 190"/>
              <a:gd name="T10" fmla="*/ 265 w 265"/>
              <a:gd name="T11" fmla="*/ 0 h 190"/>
              <a:gd name="T12" fmla="*/ 0 w 265"/>
              <a:gd name="T13" fmla="*/ 0 h 190"/>
              <a:gd name="T14" fmla="*/ 0 w 265"/>
              <a:gd name="T15" fmla="*/ 190 h 190"/>
              <a:gd name="T16" fmla="*/ 265 w 265"/>
              <a:gd name="T17" fmla="*/ 190 h 190"/>
              <a:gd name="T18" fmla="*/ 265 w 265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5" h="190">
                <a:moveTo>
                  <a:pt x="243" y="22"/>
                </a:moveTo>
                <a:lnTo>
                  <a:pt x="243" y="169"/>
                </a:lnTo>
                <a:lnTo>
                  <a:pt x="22" y="169"/>
                </a:lnTo>
                <a:lnTo>
                  <a:pt x="22" y="22"/>
                </a:lnTo>
                <a:lnTo>
                  <a:pt x="243" y="22"/>
                </a:lnTo>
                <a:moveTo>
                  <a:pt x="265" y="0"/>
                </a:moveTo>
                <a:lnTo>
                  <a:pt x="0" y="0"/>
                </a:lnTo>
                <a:lnTo>
                  <a:pt x="0" y="190"/>
                </a:lnTo>
                <a:lnTo>
                  <a:pt x="265" y="190"/>
                </a:lnTo>
                <a:lnTo>
                  <a:pt x="26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7" name="Freeform 294"/>
          <p:cNvSpPr>
            <a:spLocks/>
          </p:cNvSpPr>
          <p:nvPr/>
        </p:nvSpPr>
        <p:spPr bwMode="auto">
          <a:xfrm>
            <a:off x="7659461" y="3540126"/>
            <a:ext cx="268288" cy="130175"/>
          </a:xfrm>
          <a:custGeom>
            <a:avLst/>
            <a:gdLst>
              <a:gd name="T0" fmla="*/ 27 w 169"/>
              <a:gd name="T1" fmla="*/ 82 h 82"/>
              <a:gd name="T2" fmla="*/ 0 w 169"/>
              <a:gd name="T3" fmla="*/ 82 h 82"/>
              <a:gd name="T4" fmla="*/ 22 w 169"/>
              <a:gd name="T5" fmla="*/ 72 h 82"/>
              <a:gd name="T6" fmla="*/ 32 w 169"/>
              <a:gd name="T7" fmla="*/ 40 h 82"/>
              <a:gd name="T8" fmla="*/ 62 w 169"/>
              <a:gd name="T9" fmla="*/ 61 h 82"/>
              <a:gd name="T10" fmla="*/ 75 w 169"/>
              <a:gd name="T11" fmla="*/ 66 h 82"/>
              <a:gd name="T12" fmla="*/ 88 w 169"/>
              <a:gd name="T13" fmla="*/ 18 h 82"/>
              <a:gd name="T14" fmla="*/ 110 w 169"/>
              <a:gd name="T15" fmla="*/ 40 h 82"/>
              <a:gd name="T16" fmla="*/ 134 w 169"/>
              <a:gd name="T17" fmla="*/ 24 h 82"/>
              <a:gd name="T18" fmla="*/ 145 w 169"/>
              <a:gd name="T19" fmla="*/ 26 h 82"/>
              <a:gd name="T20" fmla="*/ 169 w 169"/>
              <a:gd name="T21" fmla="*/ 0 h 82"/>
              <a:gd name="T22" fmla="*/ 169 w 169"/>
              <a:gd name="T23" fmla="*/ 0 h 82"/>
              <a:gd name="T24" fmla="*/ 150 w 169"/>
              <a:gd name="T25" fmla="*/ 42 h 82"/>
              <a:gd name="T26" fmla="*/ 134 w 169"/>
              <a:gd name="T27" fmla="*/ 34 h 82"/>
              <a:gd name="T28" fmla="*/ 110 w 169"/>
              <a:gd name="T29" fmla="*/ 53 h 82"/>
              <a:gd name="T30" fmla="*/ 94 w 169"/>
              <a:gd name="T31" fmla="*/ 37 h 82"/>
              <a:gd name="T32" fmla="*/ 80 w 169"/>
              <a:gd name="T33" fmla="*/ 80 h 82"/>
              <a:gd name="T34" fmla="*/ 56 w 169"/>
              <a:gd name="T35" fmla="*/ 69 h 82"/>
              <a:gd name="T36" fmla="*/ 38 w 169"/>
              <a:gd name="T37" fmla="*/ 58 h 82"/>
              <a:gd name="T38" fmla="*/ 27 w 169"/>
              <a:gd name="T39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9" h="82">
                <a:moveTo>
                  <a:pt x="27" y="82"/>
                </a:moveTo>
                <a:lnTo>
                  <a:pt x="0" y="82"/>
                </a:lnTo>
                <a:lnTo>
                  <a:pt x="22" y="72"/>
                </a:lnTo>
                <a:lnTo>
                  <a:pt x="32" y="40"/>
                </a:lnTo>
                <a:lnTo>
                  <a:pt x="62" y="61"/>
                </a:lnTo>
                <a:lnTo>
                  <a:pt x="75" y="66"/>
                </a:lnTo>
                <a:lnTo>
                  <a:pt x="88" y="18"/>
                </a:lnTo>
                <a:lnTo>
                  <a:pt x="110" y="40"/>
                </a:lnTo>
                <a:lnTo>
                  <a:pt x="134" y="24"/>
                </a:lnTo>
                <a:lnTo>
                  <a:pt x="145" y="26"/>
                </a:lnTo>
                <a:lnTo>
                  <a:pt x="169" y="0"/>
                </a:lnTo>
                <a:lnTo>
                  <a:pt x="169" y="0"/>
                </a:lnTo>
                <a:lnTo>
                  <a:pt x="150" y="42"/>
                </a:lnTo>
                <a:lnTo>
                  <a:pt x="134" y="34"/>
                </a:lnTo>
                <a:lnTo>
                  <a:pt x="110" y="53"/>
                </a:lnTo>
                <a:lnTo>
                  <a:pt x="94" y="37"/>
                </a:lnTo>
                <a:lnTo>
                  <a:pt x="80" y="80"/>
                </a:lnTo>
                <a:lnTo>
                  <a:pt x="56" y="69"/>
                </a:lnTo>
                <a:lnTo>
                  <a:pt x="38" y="58"/>
                </a:lnTo>
                <a:lnTo>
                  <a:pt x="27" y="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8" name="Rectangle 295"/>
          <p:cNvSpPr>
            <a:spLocks noChangeArrowheads="1"/>
          </p:cNvSpPr>
          <p:nvPr/>
        </p:nvSpPr>
        <p:spPr bwMode="auto">
          <a:xfrm>
            <a:off x="679224" y="4146551"/>
            <a:ext cx="369888" cy="255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9" name="Rectangle 296"/>
          <p:cNvSpPr>
            <a:spLocks noChangeArrowheads="1"/>
          </p:cNvSpPr>
          <p:nvPr/>
        </p:nvSpPr>
        <p:spPr bwMode="auto">
          <a:xfrm>
            <a:off x="679224" y="4146551"/>
            <a:ext cx="369888" cy="255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0" name="Freeform 297"/>
          <p:cNvSpPr>
            <a:spLocks noEditPoints="1"/>
          </p:cNvSpPr>
          <p:nvPr/>
        </p:nvSpPr>
        <p:spPr bwMode="auto">
          <a:xfrm>
            <a:off x="658586" y="4121151"/>
            <a:ext cx="415925" cy="301625"/>
          </a:xfrm>
          <a:custGeom>
            <a:avLst/>
            <a:gdLst>
              <a:gd name="T0" fmla="*/ 241 w 262"/>
              <a:gd name="T1" fmla="*/ 21 h 190"/>
              <a:gd name="T2" fmla="*/ 241 w 262"/>
              <a:gd name="T3" fmla="*/ 169 h 190"/>
              <a:gd name="T4" fmla="*/ 21 w 262"/>
              <a:gd name="T5" fmla="*/ 169 h 190"/>
              <a:gd name="T6" fmla="*/ 21 w 262"/>
              <a:gd name="T7" fmla="*/ 21 h 190"/>
              <a:gd name="T8" fmla="*/ 241 w 262"/>
              <a:gd name="T9" fmla="*/ 21 h 190"/>
              <a:gd name="T10" fmla="*/ 262 w 262"/>
              <a:gd name="T11" fmla="*/ 0 h 190"/>
              <a:gd name="T12" fmla="*/ 0 w 262"/>
              <a:gd name="T13" fmla="*/ 0 h 190"/>
              <a:gd name="T14" fmla="*/ 0 w 262"/>
              <a:gd name="T15" fmla="*/ 190 h 190"/>
              <a:gd name="T16" fmla="*/ 262 w 262"/>
              <a:gd name="T17" fmla="*/ 190 h 190"/>
              <a:gd name="T18" fmla="*/ 262 w 262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2" h="190">
                <a:moveTo>
                  <a:pt x="241" y="21"/>
                </a:moveTo>
                <a:lnTo>
                  <a:pt x="241" y="169"/>
                </a:lnTo>
                <a:lnTo>
                  <a:pt x="21" y="169"/>
                </a:lnTo>
                <a:lnTo>
                  <a:pt x="21" y="21"/>
                </a:lnTo>
                <a:lnTo>
                  <a:pt x="241" y="21"/>
                </a:lnTo>
                <a:close/>
                <a:moveTo>
                  <a:pt x="262" y="0"/>
                </a:moveTo>
                <a:lnTo>
                  <a:pt x="0" y="0"/>
                </a:lnTo>
                <a:lnTo>
                  <a:pt x="0" y="190"/>
                </a:lnTo>
                <a:lnTo>
                  <a:pt x="262" y="190"/>
                </a:lnTo>
                <a:lnTo>
                  <a:pt x="26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1" name="Freeform 298"/>
          <p:cNvSpPr>
            <a:spLocks noEditPoints="1"/>
          </p:cNvSpPr>
          <p:nvPr/>
        </p:nvSpPr>
        <p:spPr bwMode="auto">
          <a:xfrm>
            <a:off x="658586" y="4121151"/>
            <a:ext cx="415925" cy="301625"/>
          </a:xfrm>
          <a:custGeom>
            <a:avLst/>
            <a:gdLst>
              <a:gd name="T0" fmla="*/ 241 w 262"/>
              <a:gd name="T1" fmla="*/ 21 h 190"/>
              <a:gd name="T2" fmla="*/ 241 w 262"/>
              <a:gd name="T3" fmla="*/ 169 h 190"/>
              <a:gd name="T4" fmla="*/ 21 w 262"/>
              <a:gd name="T5" fmla="*/ 169 h 190"/>
              <a:gd name="T6" fmla="*/ 21 w 262"/>
              <a:gd name="T7" fmla="*/ 21 h 190"/>
              <a:gd name="T8" fmla="*/ 241 w 262"/>
              <a:gd name="T9" fmla="*/ 21 h 190"/>
              <a:gd name="T10" fmla="*/ 262 w 262"/>
              <a:gd name="T11" fmla="*/ 0 h 190"/>
              <a:gd name="T12" fmla="*/ 0 w 262"/>
              <a:gd name="T13" fmla="*/ 0 h 190"/>
              <a:gd name="T14" fmla="*/ 0 w 262"/>
              <a:gd name="T15" fmla="*/ 190 h 190"/>
              <a:gd name="T16" fmla="*/ 262 w 262"/>
              <a:gd name="T17" fmla="*/ 190 h 190"/>
              <a:gd name="T18" fmla="*/ 262 w 262"/>
              <a:gd name="T1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62" h="190">
                <a:moveTo>
                  <a:pt x="241" y="21"/>
                </a:moveTo>
                <a:lnTo>
                  <a:pt x="241" y="169"/>
                </a:lnTo>
                <a:lnTo>
                  <a:pt x="21" y="169"/>
                </a:lnTo>
                <a:lnTo>
                  <a:pt x="21" y="21"/>
                </a:lnTo>
                <a:lnTo>
                  <a:pt x="241" y="21"/>
                </a:lnTo>
                <a:moveTo>
                  <a:pt x="262" y="0"/>
                </a:moveTo>
                <a:lnTo>
                  <a:pt x="0" y="0"/>
                </a:lnTo>
                <a:lnTo>
                  <a:pt x="0" y="190"/>
                </a:lnTo>
                <a:lnTo>
                  <a:pt x="262" y="190"/>
                </a:lnTo>
                <a:lnTo>
                  <a:pt x="26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2" name="Freeform 299"/>
          <p:cNvSpPr>
            <a:spLocks/>
          </p:cNvSpPr>
          <p:nvPr/>
        </p:nvSpPr>
        <p:spPr bwMode="auto">
          <a:xfrm>
            <a:off x="688749" y="4346576"/>
            <a:ext cx="373063" cy="0"/>
          </a:xfrm>
          <a:custGeom>
            <a:avLst/>
            <a:gdLst>
              <a:gd name="T0" fmla="*/ 0 w 235"/>
              <a:gd name="T1" fmla="*/ 235 w 235"/>
              <a:gd name="T2" fmla="*/ 0 w 235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35">
                <a:moveTo>
                  <a:pt x="0" y="0"/>
                </a:moveTo>
                <a:lnTo>
                  <a:pt x="23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3" name="Line 300"/>
          <p:cNvSpPr>
            <a:spLocks noChangeShapeType="1"/>
          </p:cNvSpPr>
          <p:nvPr/>
        </p:nvSpPr>
        <p:spPr bwMode="auto">
          <a:xfrm>
            <a:off x="688749" y="4346576"/>
            <a:ext cx="373063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4" name="Rectangle 301"/>
          <p:cNvSpPr>
            <a:spLocks noChangeArrowheads="1"/>
          </p:cNvSpPr>
          <p:nvPr/>
        </p:nvSpPr>
        <p:spPr bwMode="auto">
          <a:xfrm>
            <a:off x="688749" y="4341813"/>
            <a:ext cx="373063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5" name="Freeform 302"/>
          <p:cNvSpPr>
            <a:spLocks/>
          </p:cNvSpPr>
          <p:nvPr/>
        </p:nvSpPr>
        <p:spPr bwMode="auto">
          <a:xfrm>
            <a:off x="866549" y="4138613"/>
            <a:ext cx="0" cy="271463"/>
          </a:xfrm>
          <a:custGeom>
            <a:avLst/>
            <a:gdLst>
              <a:gd name="T0" fmla="*/ 0 h 171"/>
              <a:gd name="T1" fmla="*/ 171 h 171"/>
              <a:gd name="T2" fmla="*/ 0 h 17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71">
                <a:moveTo>
                  <a:pt x="0" y="0"/>
                </a:moveTo>
                <a:lnTo>
                  <a:pt x="0" y="1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6" name="Line 303"/>
          <p:cNvSpPr>
            <a:spLocks noChangeShapeType="1"/>
          </p:cNvSpPr>
          <p:nvPr/>
        </p:nvSpPr>
        <p:spPr bwMode="auto">
          <a:xfrm>
            <a:off x="866549" y="4138613"/>
            <a:ext cx="0" cy="2714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7" name="Rectangle 304"/>
          <p:cNvSpPr>
            <a:spLocks noChangeArrowheads="1"/>
          </p:cNvSpPr>
          <p:nvPr/>
        </p:nvSpPr>
        <p:spPr bwMode="auto">
          <a:xfrm>
            <a:off x="866549" y="4138613"/>
            <a:ext cx="4763" cy="271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8" name="Freeform 305"/>
          <p:cNvSpPr>
            <a:spLocks/>
          </p:cNvSpPr>
          <p:nvPr/>
        </p:nvSpPr>
        <p:spPr bwMode="auto">
          <a:xfrm>
            <a:off x="744311" y="4184651"/>
            <a:ext cx="244475" cy="136525"/>
          </a:xfrm>
          <a:custGeom>
            <a:avLst/>
            <a:gdLst>
              <a:gd name="T0" fmla="*/ 53 w 58"/>
              <a:gd name="T1" fmla="*/ 32 h 32"/>
              <a:gd name="T2" fmla="*/ 58 w 58"/>
              <a:gd name="T3" fmla="*/ 32 h 32"/>
              <a:gd name="T4" fmla="*/ 58 w 58"/>
              <a:gd name="T5" fmla="*/ 31 h 32"/>
              <a:gd name="T6" fmla="*/ 43 w 58"/>
              <a:gd name="T7" fmla="*/ 28 h 32"/>
              <a:gd name="T8" fmla="*/ 43 w 58"/>
              <a:gd name="T9" fmla="*/ 28 h 32"/>
              <a:gd name="T10" fmla="*/ 41 w 58"/>
              <a:gd name="T11" fmla="*/ 23 h 32"/>
              <a:gd name="T12" fmla="*/ 41 w 58"/>
              <a:gd name="T13" fmla="*/ 16 h 32"/>
              <a:gd name="T14" fmla="*/ 41 w 58"/>
              <a:gd name="T15" fmla="*/ 12 h 32"/>
              <a:gd name="T16" fmla="*/ 29 w 58"/>
              <a:gd name="T17" fmla="*/ 0 h 32"/>
              <a:gd name="T18" fmla="*/ 29 w 58"/>
              <a:gd name="T19" fmla="*/ 0 h 32"/>
              <a:gd name="T20" fmla="*/ 29 w 58"/>
              <a:gd name="T21" fmla="*/ 0 h 32"/>
              <a:gd name="T22" fmla="*/ 17 w 58"/>
              <a:gd name="T23" fmla="*/ 12 h 32"/>
              <a:gd name="T24" fmla="*/ 17 w 58"/>
              <a:gd name="T25" fmla="*/ 15 h 32"/>
              <a:gd name="T26" fmla="*/ 16 w 58"/>
              <a:gd name="T27" fmla="*/ 26 h 32"/>
              <a:gd name="T28" fmla="*/ 16 w 58"/>
              <a:gd name="T29" fmla="*/ 26 h 32"/>
              <a:gd name="T30" fmla="*/ 16 w 58"/>
              <a:gd name="T31" fmla="*/ 27 h 32"/>
              <a:gd name="T32" fmla="*/ 15 w 58"/>
              <a:gd name="T33" fmla="*/ 28 h 32"/>
              <a:gd name="T34" fmla="*/ 15 w 58"/>
              <a:gd name="T35" fmla="*/ 28 h 32"/>
              <a:gd name="T36" fmla="*/ 0 w 58"/>
              <a:gd name="T37" fmla="*/ 31 h 32"/>
              <a:gd name="T38" fmla="*/ 0 w 58"/>
              <a:gd name="T39" fmla="*/ 32 h 32"/>
              <a:gd name="T40" fmla="*/ 5 w 58"/>
              <a:gd name="T41" fmla="*/ 32 h 32"/>
              <a:gd name="T42" fmla="*/ 16 w 58"/>
              <a:gd name="T43" fmla="*/ 29 h 32"/>
              <a:gd name="T44" fmla="*/ 18 w 58"/>
              <a:gd name="T45" fmla="*/ 15 h 32"/>
              <a:gd name="T46" fmla="*/ 18 w 58"/>
              <a:gd name="T47" fmla="*/ 12 h 32"/>
              <a:gd name="T48" fmla="*/ 29 w 58"/>
              <a:gd name="T49" fmla="*/ 1 h 32"/>
              <a:gd name="T50" fmla="*/ 40 w 58"/>
              <a:gd name="T51" fmla="*/ 12 h 32"/>
              <a:gd name="T52" fmla="*/ 40 w 58"/>
              <a:gd name="T53" fmla="*/ 15 h 32"/>
              <a:gd name="T54" fmla="*/ 43 w 58"/>
              <a:gd name="T55" fmla="*/ 29 h 32"/>
              <a:gd name="T56" fmla="*/ 43 w 58"/>
              <a:gd name="T57" fmla="*/ 30 h 32"/>
              <a:gd name="T58" fmla="*/ 43 w 58"/>
              <a:gd name="T59" fmla="*/ 30 h 32"/>
              <a:gd name="T60" fmla="*/ 53 w 58"/>
              <a:gd name="T61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8" h="32">
                <a:moveTo>
                  <a:pt x="53" y="32"/>
                </a:moveTo>
                <a:cubicBezTo>
                  <a:pt x="55" y="32"/>
                  <a:pt x="56" y="32"/>
                  <a:pt x="58" y="32"/>
                </a:cubicBezTo>
                <a:cubicBezTo>
                  <a:pt x="58" y="31"/>
                  <a:pt x="58" y="31"/>
                  <a:pt x="58" y="31"/>
                </a:cubicBezTo>
                <a:cubicBezTo>
                  <a:pt x="46" y="32"/>
                  <a:pt x="43" y="28"/>
                  <a:pt x="43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2" y="28"/>
                  <a:pt x="41" y="25"/>
                  <a:pt x="41" y="23"/>
                </a:cubicBezTo>
                <a:cubicBezTo>
                  <a:pt x="41" y="20"/>
                  <a:pt x="41" y="18"/>
                  <a:pt x="41" y="16"/>
                </a:cubicBezTo>
                <a:cubicBezTo>
                  <a:pt x="41" y="14"/>
                  <a:pt x="41" y="13"/>
                  <a:pt x="41" y="12"/>
                </a:cubicBezTo>
                <a:cubicBezTo>
                  <a:pt x="41" y="6"/>
                  <a:pt x="36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3" y="0"/>
                  <a:pt x="17" y="6"/>
                  <a:pt x="17" y="12"/>
                </a:cubicBezTo>
                <a:cubicBezTo>
                  <a:pt x="17" y="13"/>
                  <a:pt x="17" y="14"/>
                  <a:pt x="17" y="15"/>
                </a:cubicBezTo>
                <a:cubicBezTo>
                  <a:pt x="17" y="19"/>
                  <a:pt x="17" y="23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7"/>
                  <a:pt x="16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2" y="32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2" y="32"/>
                  <a:pt x="3" y="32"/>
                  <a:pt x="5" y="32"/>
                </a:cubicBezTo>
                <a:cubicBezTo>
                  <a:pt x="13" y="32"/>
                  <a:pt x="15" y="29"/>
                  <a:pt x="16" y="29"/>
                </a:cubicBezTo>
                <a:cubicBezTo>
                  <a:pt x="18" y="27"/>
                  <a:pt x="18" y="19"/>
                  <a:pt x="18" y="15"/>
                </a:cubicBezTo>
                <a:cubicBezTo>
                  <a:pt x="18" y="13"/>
                  <a:pt x="18" y="12"/>
                  <a:pt x="18" y="12"/>
                </a:cubicBezTo>
                <a:cubicBezTo>
                  <a:pt x="18" y="6"/>
                  <a:pt x="23" y="1"/>
                  <a:pt x="29" y="1"/>
                </a:cubicBezTo>
                <a:cubicBezTo>
                  <a:pt x="35" y="1"/>
                  <a:pt x="40" y="6"/>
                  <a:pt x="40" y="12"/>
                </a:cubicBezTo>
                <a:cubicBezTo>
                  <a:pt x="40" y="12"/>
                  <a:pt x="40" y="13"/>
                  <a:pt x="40" y="15"/>
                </a:cubicBezTo>
                <a:cubicBezTo>
                  <a:pt x="40" y="19"/>
                  <a:pt x="40" y="27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4" y="30"/>
                  <a:pt x="47" y="32"/>
                  <a:pt x="53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9" name="Rectangle 306"/>
          <p:cNvSpPr>
            <a:spLocks noChangeArrowheads="1"/>
          </p:cNvSpPr>
          <p:nvPr/>
        </p:nvSpPr>
        <p:spPr bwMode="auto">
          <a:xfrm>
            <a:off x="1519011" y="4138613"/>
            <a:ext cx="1746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0" name="Rectangle 307"/>
          <p:cNvSpPr>
            <a:spLocks noChangeArrowheads="1"/>
          </p:cNvSpPr>
          <p:nvPr/>
        </p:nvSpPr>
        <p:spPr bwMode="auto">
          <a:xfrm>
            <a:off x="1519011" y="4138613"/>
            <a:ext cx="1746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1" name="Rectangle 308"/>
          <p:cNvSpPr>
            <a:spLocks noChangeArrowheads="1"/>
          </p:cNvSpPr>
          <p:nvPr/>
        </p:nvSpPr>
        <p:spPr bwMode="auto">
          <a:xfrm>
            <a:off x="1519011" y="4168776"/>
            <a:ext cx="2174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2" name="Rectangle 309"/>
          <p:cNvSpPr>
            <a:spLocks noChangeArrowheads="1"/>
          </p:cNvSpPr>
          <p:nvPr/>
        </p:nvSpPr>
        <p:spPr bwMode="auto">
          <a:xfrm>
            <a:off x="1519011" y="4168776"/>
            <a:ext cx="2174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3" name="Rectangle 310"/>
          <p:cNvSpPr>
            <a:spLocks noChangeArrowheads="1"/>
          </p:cNvSpPr>
          <p:nvPr/>
        </p:nvSpPr>
        <p:spPr bwMode="auto">
          <a:xfrm>
            <a:off x="1519011" y="4202113"/>
            <a:ext cx="20002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4" name="Rectangle 311"/>
          <p:cNvSpPr>
            <a:spLocks noChangeArrowheads="1"/>
          </p:cNvSpPr>
          <p:nvPr/>
        </p:nvSpPr>
        <p:spPr bwMode="auto">
          <a:xfrm>
            <a:off x="1519011" y="4235451"/>
            <a:ext cx="2428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5" name="Rectangle 312"/>
          <p:cNvSpPr>
            <a:spLocks noChangeArrowheads="1"/>
          </p:cNvSpPr>
          <p:nvPr/>
        </p:nvSpPr>
        <p:spPr bwMode="auto">
          <a:xfrm>
            <a:off x="1519011" y="4235451"/>
            <a:ext cx="2428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6" name="Rectangle 313"/>
          <p:cNvSpPr>
            <a:spLocks noChangeArrowheads="1"/>
          </p:cNvSpPr>
          <p:nvPr/>
        </p:nvSpPr>
        <p:spPr bwMode="auto">
          <a:xfrm>
            <a:off x="1519011" y="4265613"/>
            <a:ext cx="2174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7" name="Rectangle 314"/>
          <p:cNvSpPr>
            <a:spLocks noChangeArrowheads="1"/>
          </p:cNvSpPr>
          <p:nvPr/>
        </p:nvSpPr>
        <p:spPr bwMode="auto">
          <a:xfrm>
            <a:off x="1519011" y="4265613"/>
            <a:ext cx="2174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8" name="Rectangle 315"/>
          <p:cNvSpPr>
            <a:spLocks noChangeArrowheads="1"/>
          </p:cNvSpPr>
          <p:nvPr/>
        </p:nvSpPr>
        <p:spPr bwMode="auto">
          <a:xfrm>
            <a:off x="1519011" y="4295776"/>
            <a:ext cx="2174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9" name="Rectangle 316"/>
          <p:cNvSpPr>
            <a:spLocks noChangeArrowheads="1"/>
          </p:cNvSpPr>
          <p:nvPr/>
        </p:nvSpPr>
        <p:spPr bwMode="auto">
          <a:xfrm>
            <a:off x="1519011" y="4295776"/>
            <a:ext cx="217488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0" name="Rectangle 317"/>
          <p:cNvSpPr>
            <a:spLocks noChangeArrowheads="1"/>
          </p:cNvSpPr>
          <p:nvPr/>
        </p:nvSpPr>
        <p:spPr bwMode="auto">
          <a:xfrm>
            <a:off x="1519011" y="4329113"/>
            <a:ext cx="2682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1" name="Rectangle 318"/>
          <p:cNvSpPr>
            <a:spLocks noChangeArrowheads="1"/>
          </p:cNvSpPr>
          <p:nvPr/>
        </p:nvSpPr>
        <p:spPr bwMode="auto">
          <a:xfrm>
            <a:off x="1519011" y="4329113"/>
            <a:ext cx="268288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2" name="Rectangle 319"/>
          <p:cNvSpPr>
            <a:spLocks noChangeArrowheads="1"/>
          </p:cNvSpPr>
          <p:nvPr/>
        </p:nvSpPr>
        <p:spPr bwMode="auto">
          <a:xfrm>
            <a:off x="1519011" y="4359276"/>
            <a:ext cx="2460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3" name="Rectangle 320"/>
          <p:cNvSpPr>
            <a:spLocks noChangeArrowheads="1"/>
          </p:cNvSpPr>
          <p:nvPr/>
        </p:nvSpPr>
        <p:spPr bwMode="auto">
          <a:xfrm>
            <a:off x="1519011" y="4359276"/>
            <a:ext cx="246063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4" name="Rectangle 321"/>
          <p:cNvSpPr>
            <a:spLocks noChangeArrowheads="1"/>
          </p:cNvSpPr>
          <p:nvPr/>
        </p:nvSpPr>
        <p:spPr bwMode="auto">
          <a:xfrm>
            <a:off x="1519011" y="4389438"/>
            <a:ext cx="144463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5" name="Rectangle 322"/>
          <p:cNvSpPr>
            <a:spLocks noChangeArrowheads="1"/>
          </p:cNvSpPr>
          <p:nvPr/>
        </p:nvSpPr>
        <p:spPr bwMode="auto">
          <a:xfrm>
            <a:off x="1519011" y="4389438"/>
            <a:ext cx="144463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6" name="Freeform 323"/>
          <p:cNvSpPr>
            <a:spLocks/>
          </p:cNvSpPr>
          <p:nvPr/>
        </p:nvSpPr>
        <p:spPr bwMode="auto">
          <a:xfrm>
            <a:off x="1493611" y="4121151"/>
            <a:ext cx="334963" cy="322263"/>
          </a:xfrm>
          <a:custGeom>
            <a:avLst/>
            <a:gdLst>
              <a:gd name="T0" fmla="*/ 211 w 211"/>
              <a:gd name="T1" fmla="*/ 203 h 203"/>
              <a:gd name="T2" fmla="*/ 0 w 211"/>
              <a:gd name="T3" fmla="*/ 203 h 203"/>
              <a:gd name="T4" fmla="*/ 0 w 211"/>
              <a:gd name="T5" fmla="*/ 0 h 203"/>
              <a:gd name="T6" fmla="*/ 11 w 211"/>
              <a:gd name="T7" fmla="*/ 0 h 203"/>
              <a:gd name="T8" fmla="*/ 11 w 211"/>
              <a:gd name="T9" fmla="*/ 193 h 203"/>
              <a:gd name="T10" fmla="*/ 211 w 211"/>
              <a:gd name="T11" fmla="*/ 193 h 203"/>
              <a:gd name="T12" fmla="*/ 211 w 211"/>
              <a:gd name="T1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1" h="203">
                <a:moveTo>
                  <a:pt x="211" y="203"/>
                </a:moveTo>
                <a:lnTo>
                  <a:pt x="0" y="203"/>
                </a:lnTo>
                <a:lnTo>
                  <a:pt x="0" y="0"/>
                </a:lnTo>
                <a:lnTo>
                  <a:pt x="11" y="0"/>
                </a:lnTo>
                <a:lnTo>
                  <a:pt x="11" y="193"/>
                </a:lnTo>
                <a:lnTo>
                  <a:pt x="211" y="193"/>
                </a:lnTo>
                <a:lnTo>
                  <a:pt x="211" y="2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7" name="Freeform 324"/>
          <p:cNvSpPr>
            <a:spLocks/>
          </p:cNvSpPr>
          <p:nvPr/>
        </p:nvSpPr>
        <p:spPr bwMode="auto">
          <a:xfrm>
            <a:off x="2265136" y="4133851"/>
            <a:ext cx="217488" cy="63500"/>
          </a:xfrm>
          <a:custGeom>
            <a:avLst/>
            <a:gdLst>
              <a:gd name="T0" fmla="*/ 137 w 137"/>
              <a:gd name="T1" fmla="*/ 0 h 40"/>
              <a:gd name="T2" fmla="*/ 107 w 137"/>
              <a:gd name="T3" fmla="*/ 0 h 40"/>
              <a:gd name="T4" fmla="*/ 107 w 137"/>
              <a:gd name="T5" fmla="*/ 40 h 40"/>
              <a:gd name="T6" fmla="*/ 33 w 137"/>
              <a:gd name="T7" fmla="*/ 40 h 40"/>
              <a:gd name="T8" fmla="*/ 33 w 137"/>
              <a:gd name="T9" fmla="*/ 0 h 40"/>
              <a:gd name="T10" fmla="*/ 0 w 137"/>
              <a:gd name="T11" fmla="*/ 0 h 40"/>
              <a:gd name="T12" fmla="*/ 0 w 137"/>
              <a:gd name="T13" fmla="*/ 40 h 40"/>
              <a:gd name="T14" fmla="*/ 137 w 137"/>
              <a:gd name="T15" fmla="*/ 40 h 40"/>
              <a:gd name="T16" fmla="*/ 137 w 13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40">
                <a:moveTo>
                  <a:pt x="137" y="0"/>
                </a:moveTo>
                <a:lnTo>
                  <a:pt x="107" y="0"/>
                </a:lnTo>
                <a:lnTo>
                  <a:pt x="107" y="40"/>
                </a:lnTo>
                <a:lnTo>
                  <a:pt x="33" y="40"/>
                </a:lnTo>
                <a:lnTo>
                  <a:pt x="33" y="0"/>
                </a:lnTo>
                <a:lnTo>
                  <a:pt x="0" y="0"/>
                </a:lnTo>
                <a:lnTo>
                  <a:pt x="0" y="40"/>
                </a:lnTo>
                <a:lnTo>
                  <a:pt x="137" y="40"/>
                </a:lnTo>
                <a:lnTo>
                  <a:pt x="13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8" name="Freeform 325"/>
          <p:cNvSpPr>
            <a:spLocks/>
          </p:cNvSpPr>
          <p:nvPr/>
        </p:nvSpPr>
        <p:spPr bwMode="auto">
          <a:xfrm>
            <a:off x="2265136" y="4133851"/>
            <a:ext cx="217488" cy="63500"/>
          </a:xfrm>
          <a:custGeom>
            <a:avLst/>
            <a:gdLst>
              <a:gd name="T0" fmla="*/ 137 w 137"/>
              <a:gd name="T1" fmla="*/ 0 h 40"/>
              <a:gd name="T2" fmla="*/ 107 w 137"/>
              <a:gd name="T3" fmla="*/ 0 h 40"/>
              <a:gd name="T4" fmla="*/ 107 w 137"/>
              <a:gd name="T5" fmla="*/ 40 h 40"/>
              <a:gd name="T6" fmla="*/ 33 w 137"/>
              <a:gd name="T7" fmla="*/ 40 h 40"/>
              <a:gd name="T8" fmla="*/ 33 w 137"/>
              <a:gd name="T9" fmla="*/ 0 h 40"/>
              <a:gd name="T10" fmla="*/ 0 w 137"/>
              <a:gd name="T11" fmla="*/ 0 h 40"/>
              <a:gd name="T12" fmla="*/ 0 w 137"/>
              <a:gd name="T13" fmla="*/ 40 h 40"/>
              <a:gd name="T14" fmla="*/ 137 w 137"/>
              <a:gd name="T15" fmla="*/ 40 h 40"/>
              <a:gd name="T16" fmla="*/ 137 w 13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40">
                <a:moveTo>
                  <a:pt x="137" y="0"/>
                </a:moveTo>
                <a:lnTo>
                  <a:pt x="107" y="0"/>
                </a:lnTo>
                <a:lnTo>
                  <a:pt x="107" y="40"/>
                </a:lnTo>
                <a:lnTo>
                  <a:pt x="33" y="40"/>
                </a:lnTo>
                <a:lnTo>
                  <a:pt x="33" y="0"/>
                </a:lnTo>
                <a:lnTo>
                  <a:pt x="0" y="0"/>
                </a:lnTo>
                <a:lnTo>
                  <a:pt x="0" y="40"/>
                </a:lnTo>
                <a:lnTo>
                  <a:pt x="137" y="40"/>
                </a:lnTo>
                <a:lnTo>
                  <a:pt x="137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9" name="Rectangle 326"/>
          <p:cNvSpPr>
            <a:spLocks noChangeArrowheads="1"/>
          </p:cNvSpPr>
          <p:nvPr/>
        </p:nvSpPr>
        <p:spPr bwMode="auto">
          <a:xfrm>
            <a:off x="2317524" y="4133851"/>
            <a:ext cx="117475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0" name="Rectangle 327"/>
          <p:cNvSpPr>
            <a:spLocks noChangeArrowheads="1"/>
          </p:cNvSpPr>
          <p:nvPr/>
        </p:nvSpPr>
        <p:spPr bwMode="auto">
          <a:xfrm>
            <a:off x="2317524" y="4133851"/>
            <a:ext cx="117475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1" name="Rectangle 328"/>
          <p:cNvSpPr>
            <a:spLocks noChangeArrowheads="1"/>
          </p:cNvSpPr>
          <p:nvPr/>
        </p:nvSpPr>
        <p:spPr bwMode="auto">
          <a:xfrm>
            <a:off x="2265136" y="4133851"/>
            <a:ext cx="90488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2" name="Freeform 329"/>
          <p:cNvSpPr>
            <a:spLocks noEditPoints="1"/>
          </p:cNvSpPr>
          <p:nvPr/>
        </p:nvSpPr>
        <p:spPr bwMode="auto">
          <a:xfrm>
            <a:off x="2265136" y="4232276"/>
            <a:ext cx="250825" cy="58738"/>
          </a:xfrm>
          <a:custGeom>
            <a:avLst/>
            <a:gdLst>
              <a:gd name="T0" fmla="*/ 46 w 158"/>
              <a:gd name="T1" fmla="*/ 0 h 37"/>
              <a:gd name="T2" fmla="*/ 0 w 158"/>
              <a:gd name="T3" fmla="*/ 0 h 37"/>
              <a:gd name="T4" fmla="*/ 0 w 158"/>
              <a:gd name="T5" fmla="*/ 37 h 37"/>
              <a:gd name="T6" fmla="*/ 46 w 158"/>
              <a:gd name="T7" fmla="*/ 37 h 37"/>
              <a:gd name="T8" fmla="*/ 46 w 158"/>
              <a:gd name="T9" fmla="*/ 0 h 37"/>
              <a:gd name="T10" fmla="*/ 158 w 158"/>
              <a:gd name="T11" fmla="*/ 0 h 37"/>
              <a:gd name="T12" fmla="*/ 134 w 158"/>
              <a:gd name="T13" fmla="*/ 0 h 37"/>
              <a:gd name="T14" fmla="*/ 134 w 158"/>
              <a:gd name="T15" fmla="*/ 37 h 37"/>
              <a:gd name="T16" fmla="*/ 158 w 158"/>
              <a:gd name="T17" fmla="*/ 37 h 37"/>
              <a:gd name="T18" fmla="*/ 158 w 158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8" h="37">
                <a:moveTo>
                  <a:pt x="46" y="0"/>
                </a:moveTo>
                <a:lnTo>
                  <a:pt x="0" y="0"/>
                </a:lnTo>
                <a:lnTo>
                  <a:pt x="0" y="37"/>
                </a:lnTo>
                <a:lnTo>
                  <a:pt x="46" y="37"/>
                </a:lnTo>
                <a:lnTo>
                  <a:pt x="46" y="0"/>
                </a:lnTo>
                <a:close/>
                <a:moveTo>
                  <a:pt x="158" y="0"/>
                </a:moveTo>
                <a:lnTo>
                  <a:pt x="134" y="0"/>
                </a:lnTo>
                <a:lnTo>
                  <a:pt x="134" y="37"/>
                </a:lnTo>
                <a:lnTo>
                  <a:pt x="158" y="37"/>
                </a:lnTo>
                <a:lnTo>
                  <a:pt x="15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3" name="Freeform 330"/>
          <p:cNvSpPr>
            <a:spLocks noEditPoints="1"/>
          </p:cNvSpPr>
          <p:nvPr/>
        </p:nvSpPr>
        <p:spPr bwMode="auto">
          <a:xfrm>
            <a:off x="2265136" y="4232276"/>
            <a:ext cx="250825" cy="58738"/>
          </a:xfrm>
          <a:custGeom>
            <a:avLst/>
            <a:gdLst>
              <a:gd name="T0" fmla="*/ 46 w 158"/>
              <a:gd name="T1" fmla="*/ 0 h 37"/>
              <a:gd name="T2" fmla="*/ 0 w 158"/>
              <a:gd name="T3" fmla="*/ 0 h 37"/>
              <a:gd name="T4" fmla="*/ 0 w 158"/>
              <a:gd name="T5" fmla="*/ 37 h 37"/>
              <a:gd name="T6" fmla="*/ 46 w 158"/>
              <a:gd name="T7" fmla="*/ 37 h 37"/>
              <a:gd name="T8" fmla="*/ 46 w 158"/>
              <a:gd name="T9" fmla="*/ 0 h 37"/>
              <a:gd name="T10" fmla="*/ 158 w 158"/>
              <a:gd name="T11" fmla="*/ 0 h 37"/>
              <a:gd name="T12" fmla="*/ 134 w 158"/>
              <a:gd name="T13" fmla="*/ 0 h 37"/>
              <a:gd name="T14" fmla="*/ 134 w 158"/>
              <a:gd name="T15" fmla="*/ 37 h 37"/>
              <a:gd name="T16" fmla="*/ 158 w 158"/>
              <a:gd name="T17" fmla="*/ 37 h 37"/>
              <a:gd name="T18" fmla="*/ 158 w 158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8" h="37">
                <a:moveTo>
                  <a:pt x="46" y="0"/>
                </a:moveTo>
                <a:lnTo>
                  <a:pt x="0" y="0"/>
                </a:lnTo>
                <a:lnTo>
                  <a:pt x="0" y="37"/>
                </a:lnTo>
                <a:lnTo>
                  <a:pt x="46" y="37"/>
                </a:lnTo>
                <a:lnTo>
                  <a:pt x="46" y="0"/>
                </a:lnTo>
                <a:moveTo>
                  <a:pt x="158" y="0"/>
                </a:moveTo>
                <a:lnTo>
                  <a:pt x="134" y="0"/>
                </a:lnTo>
                <a:lnTo>
                  <a:pt x="134" y="37"/>
                </a:lnTo>
                <a:lnTo>
                  <a:pt x="158" y="37"/>
                </a:lnTo>
                <a:lnTo>
                  <a:pt x="15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4" name="Rectangle 331"/>
          <p:cNvSpPr>
            <a:spLocks noChangeArrowheads="1"/>
          </p:cNvSpPr>
          <p:nvPr/>
        </p:nvSpPr>
        <p:spPr bwMode="auto">
          <a:xfrm>
            <a:off x="2338161" y="4291013"/>
            <a:ext cx="139700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5" name="Rectangle 332"/>
          <p:cNvSpPr>
            <a:spLocks noChangeArrowheads="1"/>
          </p:cNvSpPr>
          <p:nvPr/>
        </p:nvSpPr>
        <p:spPr bwMode="auto">
          <a:xfrm>
            <a:off x="2338161" y="4291013"/>
            <a:ext cx="139700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6" name="Rectangle 333"/>
          <p:cNvSpPr>
            <a:spLocks noChangeArrowheads="1"/>
          </p:cNvSpPr>
          <p:nvPr/>
        </p:nvSpPr>
        <p:spPr bwMode="auto">
          <a:xfrm>
            <a:off x="2338161" y="4232276"/>
            <a:ext cx="139700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7" name="Rectangle 334"/>
          <p:cNvSpPr>
            <a:spLocks noChangeArrowheads="1"/>
          </p:cNvSpPr>
          <p:nvPr/>
        </p:nvSpPr>
        <p:spPr bwMode="auto">
          <a:xfrm>
            <a:off x="2338161" y="4232276"/>
            <a:ext cx="139700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8" name="Rectangle 335"/>
          <p:cNvSpPr>
            <a:spLocks noChangeArrowheads="1"/>
          </p:cNvSpPr>
          <p:nvPr/>
        </p:nvSpPr>
        <p:spPr bwMode="auto">
          <a:xfrm>
            <a:off x="2265136" y="4232276"/>
            <a:ext cx="119063" cy="587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9" name="Freeform 336"/>
          <p:cNvSpPr>
            <a:spLocks noEditPoints="1"/>
          </p:cNvSpPr>
          <p:nvPr/>
        </p:nvSpPr>
        <p:spPr bwMode="auto">
          <a:xfrm>
            <a:off x="2265136" y="4329113"/>
            <a:ext cx="187325" cy="60325"/>
          </a:xfrm>
          <a:custGeom>
            <a:avLst/>
            <a:gdLst>
              <a:gd name="T0" fmla="*/ 43 w 118"/>
              <a:gd name="T1" fmla="*/ 0 h 38"/>
              <a:gd name="T2" fmla="*/ 0 w 118"/>
              <a:gd name="T3" fmla="*/ 0 h 38"/>
              <a:gd name="T4" fmla="*/ 0 w 118"/>
              <a:gd name="T5" fmla="*/ 38 h 38"/>
              <a:gd name="T6" fmla="*/ 43 w 118"/>
              <a:gd name="T7" fmla="*/ 38 h 38"/>
              <a:gd name="T8" fmla="*/ 43 w 118"/>
              <a:gd name="T9" fmla="*/ 0 h 38"/>
              <a:gd name="T10" fmla="*/ 118 w 118"/>
              <a:gd name="T11" fmla="*/ 0 h 38"/>
              <a:gd name="T12" fmla="*/ 97 w 118"/>
              <a:gd name="T13" fmla="*/ 0 h 38"/>
              <a:gd name="T14" fmla="*/ 97 w 118"/>
              <a:gd name="T15" fmla="*/ 38 h 38"/>
              <a:gd name="T16" fmla="*/ 118 w 118"/>
              <a:gd name="T17" fmla="*/ 38 h 38"/>
              <a:gd name="T18" fmla="*/ 118 w 118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8" h="38">
                <a:moveTo>
                  <a:pt x="43" y="0"/>
                </a:moveTo>
                <a:lnTo>
                  <a:pt x="0" y="0"/>
                </a:lnTo>
                <a:lnTo>
                  <a:pt x="0" y="38"/>
                </a:lnTo>
                <a:lnTo>
                  <a:pt x="43" y="38"/>
                </a:lnTo>
                <a:lnTo>
                  <a:pt x="43" y="0"/>
                </a:lnTo>
                <a:close/>
                <a:moveTo>
                  <a:pt x="118" y="0"/>
                </a:moveTo>
                <a:lnTo>
                  <a:pt x="97" y="0"/>
                </a:lnTo>
                <a:lnTo>
                  <a:pt x="97" y="38"/>
                </a:lnTo>
                <a:lnTo>
                  <a:pt x="118" y="38"/>
                </a:lnTo>
                <a:lnTo>
                  <a:pt x="11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0" name="Freeform 337"/>
          <p:cNvSpPr>
            <a:spLocks noEditPoints="1"/>
          </p:cNvSpPr>
          <p:nvPr/>
        </p:nvSpPr>
        <p:spPr bwMode="auto">
          <a:xfrm>
            <a:off x="2265136" y="4329113"/>
            <a:ext cx="187325" cy="60325"/>
          </a:xfrm>
          <a:custGeom>
            <a:avLst/>
            <a:gdLst>
              <a:gd name="T0" fmla="*/ 43 w 118"/>
              <a:gd name="T1" fmla="*/ 0 h 38"/>
              <a:gd name="T2" fmla="*/ 0 w 118"/>
              <a:gd name="T3" fmla="*/ 0 h 38"/>
              <a:gd name="T4" fmla="*/ 0 w 118"/>
              <a:gd name="T5" fmla="*/ 38 h 38"/>
              <a:gd name="T6" fmla="*/ 43 w 118"/>
              <a:gd name="T7" fmla="*/ 38 h 38"/>
              <a:gd name="T8" fmla="*/ 43 w 118"/>
              <a:gd name="T9" fmla="*/ 0 h 38"/>
              <a:gd name="T10" fmla="*/ 118 w 118"/>
              <a:gd name="T11" fmla="*/ 0 h 38"/>
              <a:gd name="T12" fmla="*/ 97 w 118"/>
              <a:gd name="T13" fmla="*/ 0 h 38"/>
              <a:gd name="T14" fmla="*/ 97 w 118"/>
              <a:gd name="T15" fmla="*/ 38 h 38"/>
              <a:gd name="T16" fmla="*/ 118 w 118"/>
              <a:gd name="T17" fmla="*/ 38 h 38"/>
              <a:gd name="T18" fmla="*/ 118 w 118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8" h="38">
                <a:moveTo>
                  <a:pt x="43" y="0"/>
                </a:moveTo>
                <a:lnTo>
                  <a:pt x="0" y="0"/>
                </a:lnTo>
                <a:lnTo>
                  <a:pt x="0" y="38"/>
                </a:lnTo>
                <a:lnTo>
                  <a:pt x="43" y="38"/>
                </a:lnTo>
                <a:lnTo>
                  <a:pt x="43" y="0"/>
                </a:lnTo>
                <a:moveTo>
                  <a:pt x="118" y="0"/>
                </a:moveTo>
                <a:lnTo>
                  <a:pt x="97" y="0"/>
                </a:lnTo>
                <a:lnTo>
                  <a:pt x="97" y="38"/>
                </a:lnTo>
                <a:lnTo>
                  <a:pt x="118" y="38"/>
                </a:lnTo>
                <a:lnTo>
                  <a:pt x="11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1" name="Rectangle 338"/>
          <p:cNvSpPr>
            <a:spLocks noChangeArrowheads="1"/>
          </p:cNvSpPr>
          <p:nvPr/>
        </p:nvSpPr>
        <p:spPr bwMode="auto">
          <a:xfrm>
            <a:off x="2333399" y="4389438"/>
            <a:ext cx="85725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2" name="Rectangle 339"/>
          <p:cNvSpPr>
            <a:spLocks noChangeArrowheads="1"/>
          </p:cNvSpPr>
          <p:nvPr/>
        </p:nvSpPr>
        <p:spPr bwMode="auto">
          <a:xfrm>
            <a:off x="2333399" y="4389438"/>
            <a:ext cx="85725" cy="1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3" name="Rectangle 340"/>
          <p:cNvSpPr>
            <a:spLocks noChangeArrowheads="1"/>
          </p:cNvSpPr>
          <p:nvPr/>
        </p:nvSpPr>
        <p:spPr bwMode="auto">
          <a:xfrm>
            <a:off x="2333399" y="4329113"/>
            <a:ext cx="85725" cy="60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4" name="Rectangle 341"/>
          <p:cNvSpPr>
            <a:spLocks noChangeArrowheads="1"/>
          </p:cNvSpPr>
          <p:nvPr/>
        </p:nvSpPr>
        <p:spPr bwMode="auto">
          <a:xfrm>
            <a:off x="2333399" y="4329113"/>
            <a:ext cx="85725" cy="60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5" name="Rectangle 342"/>
          <p:cNvSpPr>
            <a:spLocks noChangeArrowheads="1"/>
          </p:cNvSpPr>
          <p:nvPr/>
        </p:nvSpPr>
        <p:spPr bwMode="auto">
          <a:xfrm>
            <a:off x="2265136" y="4329113"/>
            <a:ext cx="111125" cy="603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6" name="Freeform 343"/>
          <p:cNvSpPr>
            <a:spLocks/>
          </p:cNvSpPr>
          <p:nvPr/>
        </p:nvSpPr>
        <p:spPr bwMode="auto">
          <a:xfrm>
            <a:off x="2252436" y="4121151"/>
            <a:ext cx="334963" cy="319088"/>
          </a:xfrm>
          <a:custGeom>
            <a:avLst/>
            <a:gdLst>
              <a:gd name="T0" fmla="*/ 211 w 211"/>
              <a:gd name="T1" fmla="*/ 201 h 201"/>
              <a:gd name="T2" fmla="*/ 0 w 211"/>
              <a:gd name="T3" fmla="*/ 201 h 201"/>
              <a:gd name="T4" fmla="*/ 0 w 211"/>
              <a:gd name="T5" fmla="*/ 0 h 201"/>
              <a:gd name="T6" fmla="*/ 11 w 211"/>
              <a:gd name="T7" fmla="*/ 0 h 201"/>
              <a:gd name="T8" fmla="*/ 11 w 211"/>
              <a:gd name="T9" fmla="*/ 190 h 201"/>
              <a:gd name="T10" fmla="*/ 211 w 211"/>
              <a:gd name="T11" fmla="*/ 190 h 201"/>
              <a:gd name="T12" fmla="*/ 211 w 211"/>
              <a:gd name="T13" fmla="*/ 20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1" h="201">
                <a:moveTo>
                  <a:pt x="211" y="201"/>
                </a:moveTo>
                <a:lnTo>
                  <a:pt x="0" y="201"/>
                </a:lnTo>
                <a:lnTo>
                  <a:pt x="0" y="0"/>
                </a:lnTo>
                <a:lnTo>
                  <a:pt x="11" y="0"/>
                </a:lnTo>
                <a:lnTo>
                  <a:pt x="11" y="190"/>
                </a:lnTo>
                <a:lnTo>
                  <a:pt x="211" y="190"/>
                </a:lnTo>
                <a:lnTo>
                  <a:pt x="211" y="2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7" name="Freeform 344"/>
          <p:cNvSpPr>
            <a:spLocks/>
          </p:cNvSpPr>
          <p:nvPr/>
        </p:nvSpPr>
        <p:spPr bwMode="auto">
          <a:xfrm>
            <a:off x="3063649" y="4278313"/>
            <a:ext cx="46038" cy="161925"/>
          </a:xfrm>
          <a:custGeom>
            <a:avLst/>
            <a:gdLst>
              <a:gd name="T0" fmla="*/ 0 w 29"/>
              <a:gd name="T1" fmla="*/ 16 h 102"/>
              <a:gd name="T2" fmla="*/ 0 w 29"/>
              <a:gd name="T3" fmla="*/ 102 h 102"/>
              <a:gd name="T4" fmla="*/ 29 w 29"/>
              <a:gd name="T5" fmla="*/ 102 h 102"/>
              <a:gd name="T6" fmla="*/ 29 w 29"/>
              <a:gd name="T7" fmla="*/ 0 h 102"/>
              <a:gd name="T8" fmla="*/ 5 w 29"/>
              <a:gd name="T9" fmla="*/ 24 h 102"/>
              <a:gd name="T10" fmla="*/ 0 w 29"/>
              <a:gd name="T11" fmla="*/ 16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102">
                <a:moveTo>
                  <a:pt x="0" y="16"/>
                </a:moveTo>
                <a:lnTo>
                  <a:pt x="0" y="102"/>
                </a:lnTo>
                <a:lnTo>
                  <a:pt x="29" y="102"/>
                </a:lnTo>
                <a:lnTo>
                  <a:pt x="29" y="0"/>
                </a:lnTo>
                <a:lnTo>
                  <a:pt x="5" y="24"/>
                </a:lnTo>
                <a:lnTo>
                  <a:pt x="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8" name="Freeform 345"/>
          <p:cNvSpPr>
            <a:spLocks/>
          </p:cNvSpPr>
          <p:nvPr/>
        </p:nvSpPr>
        <p:spPr bwMode="auto">
          <a:xfrm>
            <a:off x="3147786" y="4244976"/>
            <a:ext cx="50800" cy="195263"/>
          </a:xfrm>
          <a:custGeom>
            <a:avLst/>
            <a:gdLst>
              <a:gd name="T0" fmla="*/ 0 w 32"/>
              <a:gd name="T1" fmla="*/ 0 h 123"/>
              <a:gd name="T2" fmla="*/ 0 w 32"/>
              <a:gd name="T3" fmla="*/ 123 h 123"/>
              <a:gd name="T4" fmla="*/ 32 w 32"/>
              <a:gd name="T5" fmla="*/ 123 h 123"/>
              <a:gd name="T6" fmla="*/ 32 w 32"/>
              <a:gd name="T7" fmla="*/ 32 h 123"/>
              <a:gd name="T8" fmla="*/ 0 w 32"/>
              <a:gd name="T9" fmla="*/ 0 h 123"/>
              <a:gd name="T10" fmla="*/ 0 w 32"/>
              <a:gd name="T11" fmla="*/ 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123">
                <a:moveTo>
                  <a:pt x="0" y="0"/>
                </a:moveTo>
                <a:lnTo>
                  <a:pt x="0" y="123"/>
                </a:lnTo>
                <a:lnTo>
                  <a:pt x="32" y="123"/>
                </a:lnTo>
                <a:lnTo>
                  <a:pt x="32" y="32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9" name="Freeform 346"/>
          <p:cNvSpPr>
            <a:spLocks/>
          </p:cNvSpPr>
          <p:nvPr/>
        </p:nvSpPr>
        <p:spPr bwMode="auto">
          <a:xfrm>
            <a:off x="3228749" y="4291013"/>
            <a:ext cx="50800" cy="149225"/>
          </a:xfrm>
          <a:custGeom>
            <a:avLst/>
            <a:gdLst>
              <a:gd name="T0" fmla="*/ 0 w 32"/>
              <a:gd name="T1" fmla="*/ 22 h 94"/>
              <a:gd name="T2" fmla="*/ 0 w 32"/>
              <a:gd name="T3" fmla="*/ 94 h 94"/>
              <a:gd name="T4" fmla="*/ 32 w 32"/>
              <a:gd name="T5" fmla="*/ 94 h 94"/>
              <a:gd name="T6" fmla="*/ 32 w 32"/>
              <a:gd name="T7" fmla="*/ 0 h 94"/>
              <a:gd name="T8" fmla="*/ 5 w 32"/>
              <a:gd name="T9" fmla="*/ 27 h 94"/>
              <a:gd name="T10" fmla="*/ 0 w 32"/>
              <a:gd name="T11" fmla="*/ 2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94">
                <a:moveTo>
                  <a:pt x="0" y="22"/>
                </a:moveTo>
                <a:lnTo>
                  <a:pt x="0" y="94"/>
                </a:lnTo>
                <a:lnTo>
                  <a:pt x="32" y="94"/>
                </a:lnTo>
                <a:lnTo>
                  <a:pt x="32" y="0"/>
                </a:lnTo>
                <a:lnTo>
                  <a:pt x="5" y="27"/>
                </a:lnTo>
                <a:lnTo>
                  <a:pt x="0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0" name="Freeform 347"/>
          <p:cNvSpPr>
            <a:spLocks/>
          </p:cNvSpPr>
          <p:nvPr/>
        </p:nvSpPr>
        <p:spPr bwMode="auto">
          <a:xfrm>
            <a:off x="3317649" y="4219576"/>
            <a:ext cx="50800" cy="220663"/>
          </a:xfrm>
          <a:custGeom>
            <a:avLst/>
            <a:gdLst>
              <a:gd name="T0" fmla="*/ 21 w 32"/>
              <a:gd name="T1" fmla="*/ 0 h 139"/>
              <a:gd name="T2" fmla="*/ 0 w 32"/>
              <a:gd name="T3" fmla="*/ 21 h 139"/>
              <a:gd name="T4" fmla="*/ 0 w 32"/>
              <a:gd name="T5" fmla="*/ 139 h 139"/>
              <a:gd name="T6" fmla="*/ 32 w 32"/>
              <a:gd name="T7" fmla="*/ 139 h 139"/>
              <a:gd name="T8" fmla="*/ 32 w 32"/>
              <a:gd name="T9" fmla="*/ 18 h 139"/>
              <a:gd name="T10" fmla="*/ 21 w 32"/>
              <a:gd name="T11" fmla="*/ 18 h 139"/>
              <a:gd name="T12" fmla="*/ 21 w 32"/>
              <a:gd name="T13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139">
                <a:moveTo>
                  <a:pt x="21" y="0"/>
                </a:moveTo>
                <a:lnTo>
                  <a:pt x="0" y="21"/>
                </a:lnTo>
                <a:lnTo>
                  <a:pt x="0" y="139"/>
                </a:lnTo>
                <a:lnTo>
                  <a:pt x="32" y="139"/>
                </a:lnTo>
                <a:lnTo>
                  <a:pt x="32" y="18"/>
                </a:lnTo>
                <a:lnTo>
                  <a:pt x="21" y="18"/>
                </a:lnTo>
                <a:lnTo>
                  <a:pt x="2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1" name="Freeform 348"/>
          <p:cNvSpPr>
            <a:spLocks/>
          </p:cNvSpPr>
          <p:nvPr/>
        </p:nvSpPr>
        <p:spPr bwMode="auto">
          <a:xfrm>
            <a:off x="3046186" y="4151313"/>
            <a:ext cx="334963" cy="157163"/>
          </a:xfrm>
          <a:custGeom>
            <a:avLst/>
            <a:gdLst>
              <a:gd name="T0" fmla="*/ 166 w 211"/>
              <a:gd name="T1" fmla="*/ 0 h 99"/>
              <a:gd name="T2" fmla="*/ 166 w 211"/>
              <a:gd name="T3" fmla="*/ 8 h 99"/>
              <a:gd name="T4" fmla="*/ 184 w 211"/>
              <a:gd name="T5" fmla="*/ 8 h 99"/>
              <a:gd name="T6" fmla="*/ 123 w 211"/>
              <a:gd name="T7" fmla="*/ 69 h 99"/>
              <a:gd name="T8" fmla="*/ 64 w 211"/>
              <a:gd name="T9" fmla="*/ 11 h 99"/>
              <a:gd name="T10" fmla="*/ 0 w 211"/>
              <a:gd name="T11" fmla="*/ 75 h 99"/>
              <a:gd name="T12" fmla="*/ 13 w 211"/>
              <a:gd name="T13" fmla="*/ 88 h 99"/>
              <a:gd name="T14" fmla="*/ 64 w 211"/>
              <a:gd name="T15" fmla="*/ 40 h 99"/>
              <a:gd name="T16" fmla="*/ 123 w 211"/>
              <a:gd name="T17" fmla="*/ 99 h 99"/>
              <a:gd name="T18" fmla="*/ 200 w 211"/>
              <a:gd name="T19" fmla="*/ 24 h 99"/>
              <a:gd name="T20" fmla="*/ 200 w 211"/>
              <a:gd name="T21" fmla="*/ 48 h 99"/>
              <a:gd name="T22" fmla="*/ 211 w 211"/>
              <a:gd name="T23" fmla="*/ 48 h 99"/>
              <a:gd name="T24" fmla="*/ 211 w 211"/>
              <a:gd name="T25" fmla="*/ 0 h 99"/>
              <a:gd name="T26" fmla="*/ 166 w 211"/>
              <a:gd name="T27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1" h="99">
                <a:moveTo>
                  <a:pt x="166" y="0"/>
                </a:moveTo>
                <a:lnTo>
                  <a:pt x="166" y="8"/>
                </a:lnTo>
                <a:lnTo>
                  <a:pt x="184" y="8"/>
                </a:lnTo>
                <a:lnTo>
                  <a:pt x="123" y="69"/>
                </a:lnTo>
                <a:lnTo>
                  <a:pt x="64" y="11"/>
                </a:lnTo>
                <a:lnTo>
                  <a:pt x="0" y="75"/>
                </a:lnTo>
                <a:lnTo>
                  <a:pt x="13" y="88"/>
                </a:lnTo>
                <a:lnTo>
                  <a:pt x="64" y="40"/>
                </a:lnTo>
                <a:lnTo>
                  <a:pt x="123" y="99"/>
                </a:lnTo>
                <a:lnTo>
                  <a:pt x="200" y="24"/>
                </a:lnTo>
                <a:lnTo>
                  <a:pt x="200" y="48"/>
                </a:lnTo>
                <a:lnTo>
                  <a:pt x="211" y="48"/>
                </a:lnTo>
                <a:lnTo>
                  <a:pt x="211" y="0"/>
                </a:lnTo>
                <a:lnTo>
                  <a:pt x="16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2" name="Freeform 349"/>
          <p:cNvSpPr>
            <a:spLocks/>
          </p:cNvSpPr>
          <p:nvPr/>
        </p:nvSpPr>
        <p:spPr bwMode="auto">
          <a:xfrm>
            <a:off x="3817711" y="4232276"/>
            <a:ext cx="50800" cy="215900"/>
          </a:xfrm>
          <a:custGeom>
            <a:avLst/>
            <a:gdLst>
              <a:gd name="T0" fmla="*/ 0 w 32"/>
              <a:gd name="T1" fmla="*/ 136 h 136"/>
              <a:gd name="T2" fmla="*/ 32 w 32"/>
              <a:gd name="T3" fmla="*/ 136 h 136"/>
              <a:gd name="T4" fmla="*/ 32 w 32"/>
              <a:gd name="T5" fmla="*/ 32 h 136"/>
              <a:gd name="T6" fmla="*/ 0 w 32"/>
              <a:gd name="T7" fmla="*/ 0 h 136"/>
              <a:gd name="T8" fmla="*/ 0 w 32"/>
              <a:gd name="T9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36">
                <a:moveTo>
                  <a:pt x="0" y="136"/>
                </a:moveTo>
                <a:lnTo>
                  <a:pt x="32" y="136"/>
                </a:lnTo>
                <a:lnTo>
                  <a:pt x="32" y="32"/>
                </a:lnTo>
                <a:lnTo>
                  <a:pt x="0" y="0"/>
                </a:lnTo>
                <a:lnTo>
                  <a:pt x="0" y="1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3" name="Freeform 350"/>
          <p:cNvSpPr>
            <a:spLocks/>
          </p:cNvSpPr>
          <p:nvPr/>
        </p:nvSpPr>
        <p:spPr bwMode="auto">
          <a:xfrm>
            <a:off x="3911374" y="4286251"/>
            <a:ext cx="50800" cy="161925"/>
          </a:xfrm>
          <a:custGeom>
            <a:avLst/>
            <a:gdLst>
              <a:gd name="T0" fmla="*/ 0 w 32"/>
              <a:gd name="T1" fmla="*/ 25 h 102"/>
              <a:gd name="T2" fmla="*/ 0 w 32"/>
              <a:gd name="T3" fmla="*/ 102 h 102"/>
              <a:gd name="T4" fmla="*/ 32 w 32"/>
              <a:gd name="T5" fmla="*/ 102 h 102"/>
              <a:gd name="T6" fmla="*/ 32 w 32"/>
              <a:gd name="T7" fmla="*/ 0 h 102"/>
              <a:gd name="T8" fmla="*/ 5 w 32"/>
              <a:gd name="T9" fmla="*/ 30 h 102"/>
              <a:gd name="T10" fmla="*/ 0 w 32"/>
              <a:gd name="T11" fmla="*/ 25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102">
                <a:moveTo>
                  <a:pt x="0" y="25"/>
                </a:moveTo>
                <a:lnTo>
                  <a:pt x="0" y="102"/>
                </a:lnTo>
                <a:lnTo>
                  <a:pt x="32" y="102"/>
                </a:lnTo>
                <a:lnTo>
                  <a:pt x="32" y="0"/>
                </a:lnTo>
                <a:lnTo>
                  <a:pt x="5" y="30"/>
                </a:lnTo>
                <a:lnTo>
                  <a:pt x="0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4" name="Freeform 351"/>
          <p:cNvSpPr>
            <a:spLocks/>
          </p:cNvSpPr>
          <p:nvPr/>
        </p:nvSpPr>
        <p:spPr bwMode="auto">
          <a:xfrm>
            <a:off x="4008211" y="4235451"/>
            <a:ext cx="50800" cy="212725"/>
          </a:xfrm>
          <a:custGeom>
            <a:avLst/>
            <a:gdLst>
              <a:gd name="T0" fmla="*/ 0 w 32"/>
              <a:gd name="T1" fmla="*/ 3 h 134"/>
              <a:gd name="T2" fmla="*/ 0 w 32"/>
              <a:gd name="T3" fmla="*/ 134 h 134"/>
              <a:gd name="T4" fmla="*/ 32 w 32"/>
              <a:gd name="T5" fmla="*/ 134 h 134"/>
              <a:gd name="T6" fmla="*/ 32 w 32"/>
              <a:gd name="T7" fmla="*/ 24 h 134"/>
              <a:gd name="T8" fmla="*/ 6 w 32"/>
              <a:gd name="T9" fmla="*/ 0 h 134"/>
              <a:gd name="T10" fmla="*/ 0 w 32"/>
              <a:gd name="T11" fmla="*/ 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134">
                <a:moveTo>
                  <a:pt x="0" y="3"/>
                </a:moveTo>
                <a:lnTo>
                  <a:pt x="0" y="134"/>
                </a:lnTo>
                <a:lnTo>
                  <a:pt x="32" y="134"/>
                </a:lnTo>
                <a:lnTo>
                  <a:pt x="32" y="24"/>
                </a:lnTo>
                <a:lnTo>
                  <a:pt x="6" y="0"/>
                </a:lnTo>
                <a:lnTo>
                  <a:pt x="0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5" name="Rectangle 352"/>
          <p:cNvSpPr>
            <a:spLocks noChangeArrowheads="1"/>
          </p:cNvSpPr>
          <p:nvPr/>
        </p:nvSpPr>
        <p:spPr bwMode="auto">
          <a:xfrm>
            <a:off x="4109811" y="4351338"/>
            <a:ext cx="52388" cy="968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6" name="Freeform 353"/>
          <p:cNvSpPr>
            <a:spLocks/>
          </p:cNvSpPr>
          <p:nvPr/>
        </p:nvSpPr>
        <p:spPr bwMode="auto">
          <a:xfrm>
            <a:off x="3812949" y="4171951"/>
            <a:ext cx="349250" cy="161925"/>
          </a:xfrm>
          <a:custGeom>
            <a:avLst/>
            <a:gdLst>
              <a:gd name="T0" fmla="*/ 209 w 220"/>
              <a:gd name="T1" fmla="*/ 51 h 102"/>
              <a:gd name="T2" fmla="*/ 209 w 220"/>
              <a:gd name="T3" fmla="*/ 78 h 102"/>
              <a:gd name="T4" fmla="*/ 129 w 220"/>
              <a:gd name="T5" fmla="*/ 0 h 102"/>
              <a:gd name="T6" fmla="*/ 67 w 220"/>
              <a:gd name="T7" fmla="*/ 62 h 102"/>
              <a:gd name="T8" fmla="*/ 17 w 220"/>
              <a:gd name="T9" fmla="*/ 11 h 102"/>
              <a:gd name="T10" fmla="*/ 0 w 220"/>
              <a:gd name="T11" fmla="*/ 24 h 102"/>
              <a:gd name="T12" fmla="*/ 67 w 220"/>
              <a:gd name="T13" fmla="*/ 91 h 102"/>
              <a:gd name="T14" fmla="*/ 129 w 220"/>
              <a:gd name="T15" fmla="*/ 30 h 102"/>
              <a:gd name="T16" fmla="*/ 193 w 220"/>
              <a:gd name="T17" fmla="*/ 91 h 102"/>
              <a:gd name="T18" fmla="*/ 174 w 220"/>
              <a:gd name="T19" fmla="*/ 91 h 102"/>
              <a:gd name="T20" fmla="*/ 174 w 220"/>
              <a:gd name="T21" fmla="*/ 102 h 102"/>
              <a:gd name="T22" fmla="*/ 220 w 220"/>
              <a:gd name="T23" fmla="*/ 102 h 102"/>
              <a:gd name="T24" fmla="*/ 220 w 220"/>
              <a:gd name="T25" fmla="*/ 51 h 102"/>
              <a:gd name="T26" fmla="*/ 209 w 220"/>
              <a:gd name="T27" fmla="*/ 5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0" h="102">
                <a:moveTo>
                  <a:pt x="209" y="51"/>
                </a:moveTo>
                <a:lnTo>
                  <a:pt x="209" y="78"/>
                </a:lnTo>
                <a:lnTo>
                  <a:pt x="129" y="0"/>
                </a:lnTo>
                <a:lnTo>
                  <a:pt x="67" y="62"/>
                </a:lnTo>
                <a:lnTo>
                  <a:pt x="17" y="11"/>
                </a:lnTo>
                <a:lnTo>
                  <a:pt x="0" y="24"/>
                </a:lnTo>
                <a:lnTo>
                  <a:pt x="67" y="91"/>
                </a:lnTo>
                <a:lnTo>
                  <a:pt x="129" y="30"/>
                </a:lnTo>
                <a:lnTo>
                  <a:pt x="193" y="91"/>
                </a:lnTo>
                <a:lnTo>
                  <a:pt x="174" y="91"/>
                </a:lnTo>
                <a:lnTo>
                  <a:pt x="174" y="102"/>
                </a:lnTo>
                <a:lnTo>
                  <a:pt x="220" y="102"/>
                </a:lnTo>
                <a:lnTo>
                  <a:pt x="220" y="51"/>
                </a:lnTo>
                <a:lnTo>
                  <a:pt x="209" y="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7" name="Freeform 354"/>
          <p:cNvSpPr>
            <a:spLocks noEditPoints="1"/>
          </p:cNvSpPr>
          <p:nvPr/>
        </p:nvSpPr>
        <p:spPr bwMode="auto">
          <a:xfrm>
            <a:off x="4690836" y="4116388"/>
            <a:ext cx="385763" cy="387350"/>
          </a:xfrm>
          <a:custGeom>
            <a:avLst/>
            <a:gdLst>
              <a:gd name="T0" fmla="*/ 0 w 243"/>
              <a:gd name="T1" fmla="*/ 0 h 244"/>
              <a:gd name="T2" fmla="*/ 0 w 243"/>
              <a:gd name="T3" fmla="*/ 244 h 244"/>
              <a:gd name="T4" fmla="*/ 243 w 243"/>
              <a:gd name="T5" fmla="*/ 244 h 244"/>
              <a:gd name="T6" fmla="*/ 243 w 243"/>
              <a:gd name="T7" fmla="*/ 0 h 244"/>
              <a:gd name="T8" fmla="*/ 0 w 243"/>
              <a:gd name="T9" fmla="*/ 0 h 244"/>
              <a:gd name="T10" fmla="*/ 222 w 243"/>
              <a:gd name="T11" fmla="*/ 22 h 244"/>
              <a:gd name="T12" fmla="*/ 222 w 243"/>
              <a:gd name="T13" fmla="*/ 89 h 244"/>
              <a:gd name="T14" fmla="*/ 22 w 243"/>
              <a:gd name="T15" fmla="*/ 89 h 244"/>
              <a:gd name="T16" fmla="*/ 22 w 243"/>
              <a:gd name="T17" fmla="*/ 22 h 244"/>
              <a:gd name="T18" fmla="*/ 222 w 243"/>
              <a:gd name="T19" fmla="*/ 22 h 244"/>
              <a:gd name="T20" fmla="*/ 222 w 243"/>
              <a:gd name="T21" fmla="*/ 94 h 244"/>
              <a:gd name="T22" fmla="*/ 222 w 243"/>
              <a:gd name="T23" fmla="*/ 164 h 244"/>
              <a:gd name="T24" fmla="*/ 22 w 243"/>
              <a:gd name="T25" fmla="*/ 164 h 244"/>
              <a:gd name="T26" fmla="*/ 22 w 243"/>
              <a:gd name="T27" fmla="*/ 94 h 244"/>
              <a:gd name="T28" fmla="*/ 222 w 243"/>
              <a:gd name="T29" fmla="*/ 94 h 244"/>
              <a:gd name="T30" fmla="*/ 22 w 243"/>
              <a:gd name="T31" fmla="*/ 222 h 244"/>
              <a:gd name="T32" fmla="*/ 22 w 243"/>
              <a:gd name="T33" fmla="*/ 169 h 244"/>
              <a:gd name="T34" fmla="*/ 222 w 243"/>
              <a:gd name="T35" fmla="*/ 169 h 244"/>
              <a:gd name="T36" fmla="*/ 222 w 243"/>
              <a:gd name="T37" fmla="*/ 222 h 244"/>
              <a:gd name="T38" fmla="*/ 22 w 243"/>
              <a:gd name="T39" fmla="*/ 2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3" h="244">
                <a:moveTo>
                  <a:pt x="0" y="0"/>
                </a:moveTo>
                <a:lnTo>
                  <a:pt x="0" y="244"/>
                </a:lnTo>
                <a:lnTo>
                  <a:pt x="243" y="244"/>
                </a:lnTo>
                <a:lnTo>
                  <a:pt x="243" y="0"/>
                </a:lnTo>
                <a:lnTo>
                  <a:pt x="0" y="0"/>
                </a:lnTo>
                <a:close/>
                <a:moveTo>
                  <a:pt x="222" y="22"/>
                </a:moveTo>
                <a:lnTo>
                  <a:pt x="222" y="89"/>
                </a:lnTo>
                <a:lnTo>
                  <a:pt x="22" y="89"/>
                </a:lnTo>
                <a:lnTo>
                  <a:pt x="22" y="22"/>
                </a:lnTo>
                <a:lnTo>
                  <a:pt x="222" y="22"/>
                </a:lnTo>
                <a:close/>
                <a:moveTo>
                  <a:pt x="222" y="94"/>
                </a:moveTo>
                <a:lnTo>
                  <a:pt x="222" y="164"/>
                </a:lnTo>
                <a:lnTo>
                  <a:pt x="22" y="164"/>
                </a:lnTo>
                <a:lnTo>
                  <a:pt x="22" y="94"/>
                </a:lnTo>
                <a:lnTo>
                  <a:pt x="222" y="94"/>
                </a:lnTo>
                <a:close/>
                <a:moveTo>
                  <a:pt x="22" y="222"/>
                </a:moveTo>
                <a:lnTo>
                  <a:pt x="22" y="169"/>
                </a:lnTo>
                <a:lnTo>
                  <a:pt x="222" y="169"/>
                </a:lnTo>
                <a:lnTo>
                  <a:pt x="222" y="222"/>
                </a:lnTo>
                <a:lnTo>
                  <a:pt x="22" y="2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8" name="Rectangle 355"/>
          <p:cNvSpPr>
            <a:spLocks noChangeArrowheads="1"/>
          </p:cNvSpPr>
          <p:nvPr/>
        </p:nvSpPr>
        <p:spPr bwMode="auto">
          <a:xfrm>
            <a:off x="4746399" y="4164013"/>
            <a:ext cx="17463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9" name="Rectangle 356"/>
          <p:cNvSpPr>
            <a:spLocks noChangeArrowheads="1"/>
          </p:cNvSpPr>
          <p:nvPr/>
        </p:nvSpPr>
        <p:spPr bwMode="auto">
          <a:xfrm>
            <a:off x="4776561" y="4164013"/>
            <a:ext cx="20638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0" name="Rectangle 357"/>
          <p:cNvSpPr>
            <a:spLocks noChangeArrowheads="1"/>
          </p:cNvSpPr>
          <p:nvPr/>
        </p:nvSpPr>
        <p:spPr bwMode="auto">
          <a:xfrm>
            <a:off x="4809899" y="4164013"/>
            <a:ext cx="17463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1" name="Rectangle 358"/>
          <p:cNvSpPr>
            <a:spLocks noChangeArrowheads="1"/>
          </p:cNvSpPr>
          <p:nvPr/>
        </p:nvSpPr>
        <p:spPr bwMode="auto">
          <a:xfrm>
            <a:off x="4746399" y="4286251"/>
            <a:ext cx="20638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2" name="Rectangle 359"/>
          <p:cNvSpPr>
            <a:spLocks noChangeArrowheads="1"/>
          </p:cNvSpPr>
          <p:nvPr/>
        </p:nvSpPr>
        <p:spPr bwMode="auto">
          <a:xfrm>
            <a:off x="4781324" y="4286251"/>
            <a:ext cx="15875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3" name="Rectangle 360"/>
          <p:cNvSpPr>
            <a:spLocks noChangeArrowheads="1"/>
          </p:cNvSpPr>
          <p:nvPr/>
        </p:nvSpPr>
        <p:spPr bwMode="auto">
          <a:xfrm>
            <a:off x="4809899" y="4286251"/>
            <a:ext cx="22225" cy="682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4" name="Rectangle 361"/>
          <p:cNvSpPr>
            <a:spLocks noChangeArrowheads="1"/>
          </p:cNvSpPr>
          <p:nvPr/>
        </p:nvSpPr>
        <p:spPr bwMode="auto">
          <a:xfrm>
            <a:off x="4751161" y="4397376"/>
            <a:ext cx="15875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5" name="Rectangle 362"/>
          <p:cNvSpPr>
            <a:spLocks noChangeArrowheads="1"/>
          </p:cNvSpPr>
          <p:nvPr/>
        </p:nvSpPr>
        <p:spPr bwMode="auto">
          <a:xfrm>
            <a:off x="4784499" y="4397376"/>
            <a:ext cx="12700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6" name="Rectangle 363"/>
          <p:cNvSpPr>
            <a:spLocks noChangeArrowheads="1"/>
          </p:cNvSpPr>
          <p:nvPr/>
        </p:nvSpPr>
        <p:spPr bwMode="auto">
          <a:xfrm>
            <a:off x="4814661" y="4397376"/>
            <a:ext cx="17463" cy="635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7" name="Freeform 364"/>
          <p:cNvSpPr>
            <a:spLocks/>
          </p:cNvSpPr>
          <p:nvPr/>
        </p:nvSpPr>
        <p:spPr bwMode="auto">
          <a:xfrm>
            <a:off x="5560786" y="4141788"/>
            <a:ext cx="42863" cy="379413"/>
          </a:xfrm>
          <a:custGeom>
            <a:avLst/>
            <a:gdLst>
              <a:gd name="T0" fmla="*/ 13 w 27"/>
              <a:gd name="T1" fmla="*/ 209 h 239"/>
              <a:gd name="T2" fmla="*/ 27 w 27"/>
              <a:gd name="T3" fmla="*/ 209 h 239"/>
              <a:gd name="T4" fmla="*/ 27 w 27"/>
              <a:gd name="T5" fmla="*/ 182 h 239"/>
              <a:gd name="T6" fmla="*/ 13 w 27"/>
              <a:gd name="T7" fmla="*/ 182 h 239"/>
              <a:gd name="T8" fmla="*/ 13 w 27"/>
              <a:gd name="T9" fmla="*/ 172 h 239"/>
              <a:gd name="T10" fmla="*/ 27 w 27"/>
              <a:gd name="T11" fmla="*/ 172 h 239"/>
              <a:gd name="T12" fmla="*/ 27 w 27"/>
              <a:gd name="T13" fmla="*/ 150 h 239"/>
              <a:gd name="T14" fmla="*/ 13 w 27"/>
              <a:gd name="T15" fmla="*/ 150 h 239"/>
              <a:gd name="T16" fmla="*/ 13 w 27"/>
              <a:gd name="T17" fmla="*/ 140 h 239"/>
              <a:gd name="T18" fmla="*/ 27 w 27"/>
              <a:gd name="T19" fmla="*/ 140 h 239"/>
              <a:gd name="T20" fmla="*/ 27 w 27"/>
              <a:gd name="T21" fmla="*/ 116 h 239"/>
              <a:gd name="T22" fmla="*/ 13 w 27"/>
              <a:gd name="T23" fmla="*/ 116 h 239"/>
              <a:gd name="T24" fmla="*/ 13 w 27"/>
              <a:gd name="T25" fmla="*/ 105 h 239"/>
              <a:gd name="T26" fmla="*/ 27 w 27"/>
              <a:gd name="T27" fmla="*/ 105 h 239"/>
              <a:gd name="T28" fmla="*/ 27 w 27"/>
              <a:gd name="T29" fmla="*/ 81 h 239"/>
              <a:gd name="T30" fmla="*/ 13 w 27"/>
              <a:gd name="T31" fmla="*/ 81 h 239"/>
              <a:gd name="T32" fmla="*/ 13 w 27"/>
              <a:gd name="T33" fmla="*/ 70 h 239"/>
              <a:gd name="T34" fmla="*/ 27 w 27"/>
              <a:gd name="T35" fmla="*/ 70 h 239"/>
              <a:gd name="T36" fmla="*/ 27 w 27"/>
              <a:gd name="T37" fmla="*/ 49 h 239"/>
              <a:gd name="T38" fmla="*/ 13 w 27"/>
              <a:gd name="T39" fmla="*/ 49 h 239"/>
              <a:gd name="T40" fmla="*/ 13 w 27"/>
              <a:gd name="T41" fmla="*/ 38 h 239"/>
              <a:gd name="T42" fmla="*/ 27 w 27"/>
              <a:gd name="T43" fmla="*/ 38 h 239"/>
              <a:gd name="T44" fmla="*/ 27 w 27"/>
              <a:gd name="T45" fmla="*/ 0 h 239"/>
              <a:gd name="T46" fmla="*/ 0 w 27"/>
              <a:gd name="T47" fmla="*/ 0 h 239"/>
              <a:gd name="T48" fmla="*/ 0 w 27"/>
              <a:gd name="T49" fmla="*/ 239 h 239"/>
              <a:gd name="T50" fmla="*/ 27 w 27"/>
              <a:gd name="T51" fmla="*/ 239 h 239"/>
              <a:gd name="T52" fmla="*/ 27 w 27"/>
              <a:gd name="T53" fmla="*/ 220 h 239"/>
              <a:gd name="T54" fmla="*/ 13 w 27"/>
              <a:gd name="T55" fmla="*/ 220 h 239"/>
              <a:gd name="T56" fmla="*/ 13 w 27"/>
              <a:gd name="T57" fmla="*/ 20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" h="239">
                <a:moveTo>
                  <a:pt x="13" y="209"/>
                </a:moveTo>
                <a:lnTo>
                  <a:pt x="27" y="209"/>
                </a:lnTo>
                <a:lnTo>
                  <a:pt x="27" y="182"/>
                </a:lnTo>
                <a:lnTo>
                  <a:pt x="13" y="182"/>
                </a:lnTo>
                <a:lnTo>
                  <a:pt x="13" y="172"/>
                </a:lnTo>
                <a:lnTo>
                  <a:pt x="27" y="172"/>
                </a:lnTo>
                <a:lnTo>
                  <a:pt x="27" y="150"/>
                </a:lnTo>
                <a:lnTo>
                  <a:pt x="13" y="150"/>
                </a:lnTo>
                <a:lnTo>
                  <a:pt x="13" y="140"/>
                </a:lnTo>
                <a:lnTo>
                  <a:pt x="27" y="140"/>
                </a:lnTo>
                <a:lnTo>
                  <a:pt x="27" y="116"/>
                </a:lnTo>
                <a:lnTo>
                  <a:pt x="13" y="116"/>
                </a:lnTo>
                <a:lnTo>
                  <a:pt x="13" y="105"/>
                </a:lnTo>
                <a:lnTo>
                  <a:pt x="27" y="105"/>
                </a:lnTo>
                <a:lnTo>
                  <a:pt x="27" y="81"/>
                </a:lnTo>
                <a:lnTo>
                  <a:pt x="13" y="81"/>
                </a:lnTo>
                <a:lnTo>
                  <a:pt x="13" y="70"/>
                </a:lnTo>
                <a:lnTo>
                  <a:pt x="27" y="70"/>
                </a:lnTo>
                <a:lnTo>
                  <a:pt x="27" y="49"/>
                </a:lnTo>
                <a:lnTo>
                  <a:pt x="13" y="49"/>
                </a:lnTo>
                <a:lnTo>
                  <a:pt x="13" y="38"/>
                </a:lnTo>
                <a:lnTo>
                  <a:pt x="27" y="38"/>
                </a:lnTo>
                <a:lnTo>
                  <a:pt x="27" y="0"/>
                </a:lnTo>
                <a:lnTo>
                  <a:pt x="0" y="0"/>
                </a:lnTo>
                <a:lnTo>
                  <a:pt x="0" y="239"/>
                </a:lnTo>
                <a:lnTo>
                  <a:pt x="27" y="239"/>
                </a:lnTo>
                <a:lnTo>
                  <a:pt x="27" y="220"/>
                </a:lnTo>
                <a:lnTo>
                  <a:pt x="13" y="220"/>
                </a:lnTo>
                <a:lnTo>
                  <a:pt x="13" y="2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8" name="Rectangle 365"/>
          <p:cNvSpPr>
            <a:spLocks noChangeArrowheads="1"/>
          </p:cNvSpPr>
          <p:nvPr/>
        </p:nvSpPr>
        <p:spPr bwMode="auto">
          <a:xfrm>
            <a:off x="5603649" y="4202113"/>
            <a:ext cx="158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9" name="Rectangle 366"/>
          <p:cNvSpPr>
            <a:spLocks noChangeArrowheads="1"/>
          </p:cNvSpPr>
          <p:nvPr/>
        </p:nvSpPr>
        <p:spPr bwMode="auto">
          <a:xfrm>
            <a:off x="5603649" y="4252913"/>
            <a:ext cx="158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0" name="Rectangle 367"/>
          <p:cNvSpPr>
            <a:spLocks noChangeArrowheads="1"/>
          </p:cNvSpPr>
          <p:nvPr/>
        </p:nvSpPr>
        <p:spPr bwMode="auto">
          <a:xfrm>
            <a:off x="5603649" y="4308476"/>
            <a:ext cx="158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1" name="Rectangle 368"/>
          <p:cNvSpPr>
            <a:spLocks noChangeArrowheads="1"/>
          </p:cNvSpPr>
          <p:nvPr/>
        </p:nvSpPr>
        <p:spPr bwMode="auto">
          <a:xfrm>
            <a:off x="5603649" y="4364038"/>
            <a:ext cx="1587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2" name="Rectangle 369"/>
          <p:cNvSpPr>
            <a:spLocks noChangeArrowheads="1"/>
          </p:cNvSpPr>
          <p:nvPr/>
        </p:nvSpPr>
        <p:spPr bwMode="auto">
          <a:xfrm>
            <a:off x="5603649" y="4414838"/>
            <a:ext cx="1587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3" name="Rectangle 370"/>
          <p:cNvSpPr>
            <a:spLocks noChangeArrowheads="1"/>
          </p:cNvSpPr>
          <p:nvPr/>
        </p:nvSpPr>
        <p:spPr bwMode="auto">
          <a:xfrm>
            <a:off x="5603649" y="4473576"/>
            <a:ext cx="158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4" name="Oval 371"/>
          <p:cNvSpPr>
            <a:spLocks noChangeArrowheads="1"/>
          </p:cNvSpPr>
          <p:nvPr/>
        </p:nvSpPr>
        <p:spPr bwMode="auto">
          <a:xfrm>
            <a:off x="5760811" y="4303713"/>
            <a:ext cx="25400" cy="254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5" name="Freeform 372"/>
          <p:cNvSpPr>
            <a:spLocks/>
          </p:cNvSpPr>
          <p:nvPr/>
        </p:nvSpPr>
        <p:spPr bwMode="auto">
          <a:xfrm>
            <a:off x="5560786" y="4100513"/>
            <a:ext cx="314325" cy="12700"/>
          </a:xfrm>
          <a:custGeom>
            <a:avLst/>
            <a:gdLst>
              <a:gd name="T0" fmla="*/ 74 w 74"/>
              <a:gd name="T1" fmla="*/ 3 h 3"/>
              <a:gd name="T2" fmla="*/ 68 w 74"/>
              <a:gd name="T3" fmla="*/ 0 h 3"/>
              <a:gd name="T4" fmla="*/ 10 w 74"/>
              <a:gd name="T5" fmla="*/ 0 h 3"/>
              <a:gd name="T6" fmla="*/ 0 w 74"/>
              <a:gd name="T7" fmla="*/ 3 h 3"/>
              <a:gd name="T8" fmla="*/ 10 w 74"/>
              <a:gd name="T9" fmla="*/ 3 h 3"/>
              <a:gd name="T10" fmla="*/ 74 w 74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4" h="3">
                <a:moveTo>
                  <a:pt x="74" y="3"/>
                </a:moveTo>
                <a:cubicBezTo>
                  <a:pt x="68" y="0"/>
                  <a:pt x="68" y="0"/>
                  <a:pt x="68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3" y="0"/>
                  <a:pt x="1" y="0"/>
                  <a:pt x="0" y="3"/>
                </a:cubicBezTo>
                <a:cubicBezTo>
                  <a:pt x="10" y="3"/>
                  <a:pt x="10" y="3"/>
                  <a:pt x="10" y="3"/>
                </a:cubicBezTo>
                <a:lnTo>
                  <a:pt x="7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6" name="Rectangle 373"/>
          <p:cNvSpPr>
            <a:spLocks noChangeArrowheads="1"/>
          </p:cNvSpPr>
          <p:nvPr/>
        </p:nvSpPr>
        <p:spPr bwMode="auto">
          <a:xfrm>
            <a:off x="5875111" y="4278313"/>
            <a:ext cx="20638" cy="762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7" name="Freeform 374"/>
          <p:cNvSpPr>
            <a:spLocks/>
          </p:cNvSpPr>
          <p:nvPr/>
        </p:nvSpPr>
        <p:spPr bwMode="auto">
          <a:xfrm>
            <a:off x="5619524" y="4141788"/>
            <a:ext cx="276225" cy="379413"/>
          </a:xfrm>
          <a:custGeom>
            <a:avLst/>
            <a:gdLst>
              <a:gd name="T0" fmla="*/ 174 w 174"/>
              <a:gd name="T1" fmla="*/ 75 h 239"/>
              <a:gd name="T2" fmla="*/ 174 w 174"/>
              <a:gd name="T3" fmla="*/ 30 h 239"/>
              <a:gd name="T4" fmla="*/ 161 w 174"/>
              <a:gd name="T5" fmla="*/ 30 h 239"/>
              <a:gd name="T6" fmla="*/ 161 w 174"/>
              <a:gd name="T7" fmla="*/ 0 h 239"/>
              <a:gd name="T8" fmla="*/ 0 w 174"/>
              <a:gd name="T9" fmla="*/ 0 h 239"/>
              <a:gd name="T10" fmla="*/ 0 w 174"/>
              <a:gd name="T11" fmla="*/ 38 h 239"/>
              <a:gd name="T12" fmla="*/ 11 w 174"/>
              <a:gd name="T13" fmla="*/ 38 h 239"/>
              <a:gd name="T14" fmla="*/ 11 w 174"/>
              <a:gd name="T15" fmla="*/ 49 h 239"/>
              <a:gd name="T16" fmla="*/ 0 w 174"/>
              <a:gd name="T17" fmla="*/ 49 h 239"/>
              <a:gd name="T18" fmla="*/ 0 w 174"/>
              <a:gd name="T19" fmla="*/ 70 h 239"/>
              <a:gd name="T20" fmla="*/ 11 w 174"/>
              <a:gd name="T21" fmla="*/ 70 h 239"/>
              <a:gd name="T22" fmla="*/ 11 w 174"/>
              <a:gd name="T23" fmla="*/ 81 h 239"/>
              <a:gd name="T24" fmla="*/ 0 w 174"/>
              <a:gd name="T25" fmla="*/ 81 h 239"/>
              <a:gd name="T26" fmla="*/ 0 w 174"/>
              <a:gd name="T27" fmla="*/ 105 h 239"/>
              <a:gd name="T28" fmla="*/ 11 w 174"/>
              <a:gd name="T29" fmla="*/ 105 h 239"/>
              <a:gd name="T30" fmla="*/ 11 w 174"/>
              <a:gd name="T31" fmla="*/ 116 h 239"/>
              <a:gd name="T32" fmla="*/ 0 w 174"/>
              <a:gd name="T33" fmla="*/ 116 h 239"/>
              <a:gd name="T34" fmla="*/ 0 w 174"/>
              <a:gd name="T35" fmla="*/ 140 h 239"/>
              <a:gd name="T36" fmla="*/ 11 w 174"/>
              <a:gd name="T37" fmla="*/ 140 h 239"/>
              <a:gd name="T38" fmla="*/ 11 w 174"/>
              <a:gd name="T39" fmla="*/ 150 h 239"/>
              <a:gd name="T40" fmla="*/ 0 w 174"/>
              <a:gd name="T41" fmla="*/ 150 h 239"/>
              <a:gd name="T42" fmla="*/ 0 w 174"/>
              <a:gd name="T43" fmla="*/ 172 h 239"/>
              <a:gd name="T44" fmla="*/ 11 w 174"/>
              <a:gd name="T45" fmla="*/ 172 h 239"/>
              <a:gd name="T46" fmla="*/ 11 w 174"/>
              <a:gd name="T47" fmla="*/ 182 h 239"/>
              <a:gd name="T48" fmla="*/ 0 w 174"/>
              <a:gd name="T49" fmla="*/ 182 h 239"/>
              <a:gd name="T50" fmla="*/ 0 w 174"/>
              <a:gd name="T51" fmla="*/ 209 h 239"/>
              <a:gd name="T52" fmla="*/ 11 w 174"/>
              <a:gd name="T53" fmla="*/ 209 h 239"/>
              <a:gd name="T54" fmla="*/ 11 w 174"/>
              <a:gd name="T55" fmla="*/ 220 h 239"/>
              <a:gd name="T56" fmla="*/ 0 w 174"/>
              <a:gd name="T57" fmla="*/ 220 h 239"/>
              <a:gd name="T58" fmla="*/ 0 w 174"/>
              <a:gd name="T59" fmla="*/ 239 h 239"/>
              <a:gd name="T60" fmla="*/ 161 w 174"/>
              <a:gd name="T61" fmla="*/ 239 h 239"/>
              <a:gd name="T62" fmla="*/ 161 w 174"/>
              <a:gd name="T63" fmla="*/ 225 h 239"/>
              <a:gd name="T64" fmla="*/ 161 w 174"/>
              <a:gd name="T65" fmla="*/ 212 h 239"/>
              <a:gd name="T66" fmla="*/ 161 w 174"/>
              <a:gd name="T67" fmla="*/ 196 h 239"/>
              <a:gd name="T68" fmla="*/ 174 w 174"/>
              <a:gd name="T69" fmla="*/ 196 h 239"/>
              <a:gd name="T70" fmla="*/ 174 w 174"/>
              <a:gd name="T71" fmla="*/ 148 h 239"/>
              <a:gd name="T72" fmla="*/ 161 w 174"/>
              <a:gd name="T73" fmla="*/ 148 h 239"/>
              <a:gd name="T74" fmla="*/ 161 w 174"/>
              <a:gd name="T75" fmla="*/ 134 h 239"/>
              <a:gd name="T76" fmla="*/ 75 w 174"/>
              <a:gd name="T77" fmla="*/ 134 h 239"/>
              <a:gd name="T78" fmla="*/ 75 w 174"/>
              <a:gd name="T79" fmla="*/ 86 h 239"/>
              <a:gd name="T80" fmla="*/ 161 w 174"/>
              <a:gd name="T81" fmla="*/ 86 h 239"/>
              <a:gd name="T82" fmla="*/ 161 w 174"/>
              <a:gd name="T83" fmla="*/ 75 h 239"/>
              <a:gd name="T84" fmla="*/ 174 w 174"/>
              <a:gd name="T85" fmla="*/ 7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4" h="239">
                <a:moveTo>
                  <a:pt x="174" y="75"/>
                </a:moveTo>
                <a:lnTo>
                  <a:pt x="174" y="30"/>
                </a:lnTo>
                <a:lnTo>
                  <a:pt x="161" y="30"/>
                </a:lnTo>
                <a:lnTo>
                  <a:pt x="161" y="0"/>
                </a:lnTo>
                <a:lnTo>
                  <a:pt x="0" y="0"/>
                </a:lnTo>
                <a:lnTo>
                  <a:pt x="0" y="38"/>
                </a:lnTo>
                <a:lnTo>
                  <a:pt x="11" y="38"/>
                </a:lnTo>
                <a:lnTo>
                  <a:pt x="11" y="49"/>
                </a:lnTo>
                <a:lnTo>
                  <a:pt x="0" y="49"/>
                </a:lnTo>
                <a:lnTo>
                  <a:pt x="0" y="70"/>
                </a:lnTo>
                <a:lnTo>
                  <a:pt x="11" y="70"/>
                </a:lnTo>
                <a:lnTo>
                  <a:pt x="11" y="81"/>
                </a:lnTo>
                <a:lnTo>
                  <a:pt x="0" y="81"/>
                </a:lnTo>
                <a:lnTo>
                  <a:pt x="0" y="105"/>
                </a:lnTo>
                <a:lnTo>
                  <a:pt x="11" y="105"/>
                </a:lnTo>
                <a:lnTo>
                  <a:pt x="11" y="116"/>
                </a:lnTo>
                <a:lnTo>
                  <a:pt x="0" y="116"/>
                </a:lnTo>
                <a:lnTo>
                  <a:pt x="0" y="140"/>
                </a:lnTo>
                <a:lnTo>
                  <a:pt x="11" y="140"/>
                </a:lnTo>
                <a:lnTo>
                  <a:pt x="11" y="150"/>
                </a:lnTo>
                <a:lnTo>
                  <a:pt x="0" y="150"/>
                </a:lnTo>
                <a:lnTo>
                  <a:pt x="0" y="172"/>
                </a:lnTo>
                <a:lnTo>
                  <a:pt x="11" y="172"/>
                </a:lnTo>
                <a:lnTo>
                  <a:pt x="11" y="182"/>
                </a:lnTo>
                <a:lnTo>
                  <a:pt x="0" y="182"/>
                </a:lnTo>
                <a:lnTo>
                  <a:pt x="0" y="209"/>
                </a:lnTo>
                <a:lnTo>
                  <a:pt x="11" y="209"/>
                </a:lnTo>
                <a:lnTo>
                  <a:pt x="11" y="220"/>
                </a:lnTo>
                <a:lnTo>
                  <a:pt x="0" y="220"/>
                </a:lnTo>
                <a:lnTo>
                  <a:pt x="0" y="239"/>
                </a:lnTo>
                <a:lnTo>
                  <a:pt x="161" y="239"/>
                </a:lnTo>
                <a:lnTo>
                  <a:pt x="161" y="225"/>
                </a:lnTo>
                <a:lnTo>
                  <a:pt x="161" y="212"/>
                </a:lnTo>
                <a:lnTo>
                  <a:pt x="161" y="196"/>
                </a:lnTo>
                <a:lnTo>
                  <a:pt x="174" y="196"/>
                </a:lnTo>
                <a:lnTo>
                  <a:pt x="174" y="148"/>
                </a:lnTo>
                <a:lnTo>
                  <a:pt x="161" y="148"/>
                </a:lnTo>
                <a:lnTo>
                  <a:pt x="161" y="134"/>
                </a:lnTo>
                <a:lnTo>
                  <a:pt x="75" y="134"/>
                </a:lnTo>
                <a:lnTo>
                  <a:pt x="75" y="86"/>
                </a:lnTo>
                <a:lnTo>
                  <a:pt x="161" y="86"/>
                </a:lnTo>
                <a:lnTo>
                  <a:pt x="161" y="75"/>
                </a:lnTo>
                <a:lnTo>
                  <a:pt x="174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8" name="Freeform 375"/>
          <p:cNvSpPr>
            <a:spLocks noEditPoints="1"/>
          </p:cNvSpPr>
          <p:nvPr/>
        </p:nvSpPr>
        <p:spPr bwMode="auto">
          <a:xfrm>
            <a:off x="6248174" y="4103688"/>
            <a:ext cx="106363" cy="400050"/>
          </a:xfrm>
          <a:custGeom>
            <a:avLst/>
            <a:gdLst>
              <a:gd name="T0" fmla="*/ 0 w 25"/>
              <a:gd name="T1" fmla="*/ 94 h 94"/>
              <a:gd name="T2" fmla="*/ 25 w 25"/>
              <a:gd name="T3" fmla="*/ 94 h 94"/>
              <a:gd name="T4" fmla="*/ 25 w 25"/>
              <a:gd name="T5" fmla="*/ 0 h 94"/>
              <a:gd name="T6" fmla="*/ 0 w 25"/>
              <a:gd name="T7" fmla="*/ 0 h 94"/>
              <a:gd name="T8" fmla="*/ 0 w 25"/>
              <a:gd name="T9" fmla="*/ 94 h 94"/>
              <a:gd name="T10" fmla="*/ 6 w 25"/>
              <a:gd name="T11" fmla="*/ 13 h 94"/>
              <a:gd name="T12" fmla="*/ 19 w 25"/>
              <a:gd name="T13" fmla="*/ 13 h 94"/>
              <a:gd name="T14" fmla="*/ 19 w 25"/>
              <a:gd name="T15" fmla="*/ 44 h 94"/>
              <a:gd name="T16" fmla="*/ 6 w 25"/>
              <a:gd name="T17" fmla="*/ 44 h 94"/>
              <a:gd name="T18" fmla="*/ 6 w 25"/>
              <a:gd name="T19" fmla="*/ 13 h 94"/>
              <a:gd name="T20" fmla="*/ 13 w 25"/>
              <a:gd name="T21" fmla="*/ 70 h 94"/>
              <a:gd name="T22" fmla="*/ 22 w 25"/>
              <a:gd name="T23" fmla="*/ 79 h 94"/>
              <a:gd name="T24" fmla="*/ 13 w 25"/>
              <a:gd name="T25" fmla="*/ 88 h 94"/>
              <a:gd name="T26" fmla="*/ 4 w 25"/>
              <a:gd name="T27" fmla="*/ 79 h 94"/>
              <a:gd name="T28" fmla="*/ 13 w 25"/>
              <a:gd name="T29" fmla="*/ 7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" h="94">
                <a:moveTo>
                  <a:pt x="0" y="94"/>
                </a:moveTo>
                <a:cubicBezTo>
                  <a:pt x="25" y="94"/>
                  <a:pt x="25" y="94"/>
                  <a:pt x="25" y="94"/>
                </a:cubicBezTo>
                <a:cubicBezTo>
                  <a:pt x="25" y="0"/>
                  <a:pt x="25" y="0"/>
                  <a:pt x="25" y="0"/>
                </a:cubicBezTo>
                <a:cubicBezTo>
                  <a:pt x="0" y="0"/>
                  <a:pt x="0" y="0"/>
                  <a:pt x="0" y="0"/>
                </a:cubicBezTo>
                <a:lnTo>
                  <a:pt x="0" y="94"/>
                </a:lnTo>
                <a:close/>
                <a:moveTo>
                  <a:pt x="6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44"/>
                  <a:pt x="19" y="44"/>
                  <a:pt x="19" y="44"/>
                </a:cubicBezTo>
                <a:cubicBezTo>
                  <a:pt x="6" y="44"/>
                  <a:pt x="6" y="44"/>
                  <a:pt x="6" y="44"/>
                </a:cubicBezTo>
                <a:lnTo>
                  <a:pt x="6" y="13"/>
                </a:lnTo>
                <a:close/>
                <a:moveTo>
                  <a:pt x="13" y="70"/>
                </a:moveTo>
                <a:cubicBezTo>
                  <a:pt x="18" y="70"/>
                  <a:pt x="22" y="75"/>
                  <a:pt x="22" y="79"/>
                </a:cubicBezTo>
                <a:cubicBezTo>
                  <a:pt x="22" y="84"/>
                  <a:pt x="18" y="88"/>
                  <a:pt x="13" y="88"/>
                </a:cubicBezTo>
                <a:cubicBezTo>
                  <a:pt x="8" y="88"/>
                  <a:pt x="4" y="84"/>
                  <a:pt x="4" y="79"/>
                </a:cubicBezTo>
                <a:cubicBezTo>
                  <a:pt x="4" y="75"/>
                  <a:pt x="8" y="70"/>
                  <a:pt x="13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9" name="Oval 376"/>
          <p:cNvSpPr>
            <a:spLocks noChangeArrowheads="1"/>
          </p:cNvSpPr>
          <p:nvPr/>
        </p:nvSpPr>
        <p:spPr bwMode="auto">
          <a:xfrm>
            <a:off x="6268811" y="4410076"/>
            <a:ext cx="63500" cy="635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0" name="Rectangle 377"/>
          <p:cNvSpPr>
            <a:spLocks noChangeArrowheads="1"/>
          </p:cNvSpPr>
          <p:nvPr/>
        </p:nvSpPr>
        <p:spPr bwMode="auto">
          <a:xfrm>
            <a:off x="6281511" y="4168776"/>
            <a:ext cx="3810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1" name="Rectangle 378"/>
          <p:cNvSpPr>
            <a:spLocks noChangeArrowheads="1"/>
          </p:cNvSpPr>
          <p:nvPr/>
        </p:nvSpPr>
        <p:spPr bwMode="auto">
          <a:xfrm>
            <a:off x="6281511" y="4260851"/>
            <a:ext cx="38100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2" name="Rectangle 379"/>
          <p:cNvSpPr>
            <a:spLocks noChangeArrowheads="1"/>
          </p:cNvSpPr>
          <p:nvPr/>
        </p:nvSpPr>
        <p:spPr bwMode="auto">
          <a:xfrm>
            <a:off x="6281511" y="4210051"/>
            <a:ext cx="38100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3" name="Freeform 380"/>
          <p:cNvSpPr>
            <a:spLocks noEditPoints="1"/>
          </p:cNvSpPr>
          <p:nvPr/>
        </p:nvSpPr>
        <p:spPr bwMode="auto">
          <a:xfrm>
            <a:off x="6387874" y="4103688"/>
            <a:ext cx="106363" cy="400050"/>
          </a:xfrm>
          <a:custGeom>
            <a:avLst/>
            <a:gdLst>
              <a:gd name="T0" fmla="*/ 0 w 25"/>
              <a:gd name="T1" fmla="*/ 94 h 94"/>
              <a:gd name="T2" fmla="*/ 25 w 25"/>
              <a:gd name="T3" fmla="*/ 94 h 94"/>
              <a:gd name="T4" fmla="*/ 25 w 25"/>
              <a:gd name="T5" fmla="*/ 0 h 94"/>
              <a:gd name="T6" fmla="*/ 0 w 25"/>
              <a:gd name="T7" fmla="*/ 0 h 94"/>
              <a:gd name="T8" fmla="*/ 0 w 25"/>
              <a:gd name="T9" fmla="*/ 94 h 94"/>
              <a:gd name="T10" fmla="*/ 5 w 25"/>
              <a:gd name="T11" fmla="*/ 13 h 94"/>
              <a:gd name="T12" fmla="*/ 19 w 25"/>
              <a:gd name="T13" fmla="*/ 13 h 94"/>
              <a:gd name="T14" fmla="*/ 19 w 25"/>
              <a:gd name="T15" fmla="*/ 44 h 94"/>
              <a:gd name="T16" fmla="*/ 5 w 25"/>
              <a:gd name="T17" fmla="*/ 44 h 94"/>
              <a:gd name="T18" fmla="*/ 5 w 25"/>
              <a:gd name="T19" fmla="*/ 13 h 94"/>
              <a:gd name="T20" fmla="*/ 12 w 25"/>
              <a:gd name="T21" fmla="*/ 70 h 94"/>
              <a:gd name="T22" fmla="*/ 21 w 25"/>
              <a:gd name="T23" fmla="*/ 79 h 94"/>
              <a:gd name="T24" fmla="*/ 12 w 25"/>
              <a:gd name="T25" fmla="*/ 88 h 94"/>
              <a:gd name="T26" fmla="*/ 3 w 25"/>
              <a:gd name="T27" fmla="*/ 79 h 94"/>
              <a:gd name="T28" fmla="*/ 12 w 25"/>
              <a:gd name="T29" fmla="*/ 7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" h="94">
                <a:moveTo>
                  <a:pt x="0" y="94"/>
                </a:moveTo>
                <a:cubicBezTo>
                  <a:pt x="25" y="94"/>
                  <a:pt x="25" y="94"/>
                  <a:pt x="25" y="94"/>
                </a:cubicBezTo>
                <a:cubicBezTo>
                  <a:pt x="25" y="0"/>
                  <a:pt x="25" y="0"/>
                  <a:pt x="25" y="0"/>
                </a:cubicBezTo>
                <a:cubicBezTo>
                  <a:pt x="0" y="0"/>
                  <a:pt x="0" y="0"/>
                  <a:pt x="0" y="0"/>
                </a:cubicBezTo>
                <a:lnTo>
                  <a:pt x="0" y="94"/>
                </a:lnTo>
                <a:close/>
                <a:moveTo>
                  <a:pt x="5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44"/>
                  <a:pt x="19" y="44"/>
                  <a:pt x="19" y="44"/>
                </a:cubicBezTo>
                <a:cubicBezTo>
                  <a:pt x="5" y="44"/>
                  <a:pt x="5" y="44"/>
                  <a:pt x="5" y="44"/>
                </a:cubicBezTo>
                <a:lnTo>
                  <a:pt x="5" y="13"/>
                </a:lnTo>
                <a:close/>
                <a:moveTo>
                  <a:pt x="12" y="70"/>
                </a:moveTo>
                <a:cubicBezTo>
                  <a:pt x="17" y="70"/>
                  <a:pt x="21" y="75"/>
                  <a:pt x="21" y="79"/>
                </a:cubicBezTo>
                <a:cubicBezTo>
                  <a:pt x="21" y="84"/>
                  <a:pt x="17" y="88"/>
                  <a:pt x="12" y="88"/>
                </a:cubicBezTo>
                <a:cubicBezTo>
                  <a:pt x="7" y="88"/>
                  <a:pt x="3" y="84"/>
                  <a:pt x="3" y="79"/>
                </a:cubicBezTo>
                <a:cubicBezTo>
                  <a:pt x="3" y="75"/>
                  <a:pt x="7" y="70"/>
                  <a:pt x="12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4" name="Oval 381"/>
          <p:cNvSpPr>
            <a:spLocks noChangeArrowheads="1"/>
          </p:cNvSpPr>
          <p:nvPr/>
        </p:nvSpPr>
        <p:spPr bwMode="auto">
          <a:xfrm>
            <a:off x="6408511" y="4410076"/>
            <a:ext cx="63500" cy="635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5" name="Rectangle 382"/>
          <p:cNvSpPr>
            <a:spLocks noChangeArrowheads="1"/>
          </p:cNvSpPr>
          <p:nvPr/>
        </p:nvSpPr>
        <p:spPr bwMode="auto">
          <a:xfrm>
            <a:off x="6418036" y="4168776"/>
            <a:ext cx="41275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6" name="Rectangle 383"/>
          <p:cNvSpPr>
            <a:spLocks noChangeArrowheads="1"/>
          </p:cNvSpPr>
          <p:nvPr/>
        </p:nvSpPr>
        <p:spPr bwMode="auto">
          <a:xfrm>
            <a:off x="6418036" y="4260851"/>
            <a:ext cx="412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7" name="Rectangle 384"/>
          <p:cNvSpPr>
            <a:spLocks noChangeArrowheads="1"/>
          </p:cNvSpPr>
          <p:nvPr/>
        </p:nvSpPr>
        <p:spPr bwMode="auto">
          <a:xfrm>
            <a:off x="6418036" y="4210051"/>
            <a:ext cx="41275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8" name="Freeform 385"/>
          <p:cNvSpPr>
            <a:spLocks noEditPoints="1"/>
          </p:cNvSpPr>
          <p:nvPr/>
        </p:nvSpPr>
        <p:spPr bwMode="auto">
          <a:xfrm>
            <a:off x="6519636" y="4103688"/>
            <a:ext cx="104775" cy="400050"/>
          </a:xfrm>
          <a:custGeom>
            <a:avLst/>
            <a:gdLst>
              <a:gd name="T0" fmla="*/ 0 w 25"/>
              <a:gd name="T1" fmla="*/ 0 h 94"/>
              <a:gd name="T2" fmla="*/ 0 w 25"/>
              <a:gd name="T3" fmla="*/ 94 h 94"/>
              <a:gd name="T4" fmla="*/ 25 w 25"/>
              <a:gd name="T5" fmla="*/ 94 h 94"/>
              <a:gd name="T6" fmla="*/ 25 w 25"/>
              <a:gd name="T7" fmla="*/ 0 h 94"/>
              <a:gd name="T8" fmla="*/ 0 w 25"/>
              <a:gd name="T9" fmla="*/ 0 h 94"/>
              <a:gd name="T10" fmla="*/ 6 w 25"/>
              <a:gd name="T11" fmla="*/ 13 h 94"/>
              <a:gd name="T12" fmla="*/ 19 w 25"/>
              <a:gd name="T13" fmla="*/ 13 h 94"/>
              <a:gd name="T14" fmla="*/ 19 w 25"/>
              <a:gd name="T15" fmla="*/ 44 h 94"/>
              <a:gd name="T16" fmla="*/ 6 w 25"/>
              <a:gd name="T17" fmla="*/ 44 h 94"/>
              <a:gd name="T18" fmla="*/ 6 w 25"/>
              <a:gd name="T19" fmla="*/ 13 h 94"/>
              <a:gd name="T20" fmla="*/ 13 w 25"/>
              <a:gd name="T21" fmla="*/ 88 h 94"/>
              <a:gd name="T22" fmla="*/ 4 w 25"/>
              <a:gd name="T23" fmla="*/ 79 h 94"/>
              <a:gd name="T24" fmla="*/ 13 w 25"/>
              <a:gd name="T25" fmla="*/ 70 h 94"/>
              <a:gd name="T26" fmla="*/ 22 w 25"/>
              <a:gd name="T27" fmla="*/ 79 h 94"/>
              <a:gd name="T28" fmla="*/ 13 w 25"/>
              <a:gd name="T29" fmla="*/ 8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" h="94">
                <a:moveTo>
                  <a:pt x="0" y="0"/>
                </a:moveTo>
                <a:cubicBezTo>
                  <a:pt x="0" y="94"/>
                  <a:pt x="0" y="94"/>
                  <a:pt x="0" y="94"/>
                </a:cubicBezTo>
                <a:cubicBezTo>
                  <a:pt x="25" y="94"/>
                  <a:pt x="25" y="94"/>
                  <a:pt x="25" y="94"/>
                </a:cubicBezTo>
                <a:cubicBezTo>
                  <a:pt x="25" y="0"/>
                  <a:pt x="25" y="0"/>
                  <a:pt x="25" y="0"/>
                </a:cubicBezTo>
                <a:lnTo>
                  <a:pt x="0" y="0"/>
                </a:lnTo>
                <a:close/>
                <a:moveTo>
                  <a:pt x="6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44"/>
                  <a:pt x="19" y="44"/>
                  <a:pt x="19" y="44"/>
                </a:cubicBezTo>
                <a:cubicBezTo>
                  <a:pt x="6" y="44"/>
                  <a:pt x="6" y="44"/>
                  <a:pt x="6" y="44"/>
                </a:cubicBezTo>
                <a:lnTo>
                  <a:pt x="6" y="13"/>
                </a:lnTo>
                <a:close/>
                <a:moveTo>
                  <a:pt x="13" y="88"/>
                </a:moveTo>
                <a:cubicBezTo>
                  <a:pt x="8" y="88"/>
                  <a:pt x="4" y="84"/>
                  <a:pt x="4" y="79"/>
                </a:cubicBezTo>
                <a:cubicBezTo>
                  <a:pt x="4" y="75"/>
                  <a:pt x="8" y="70"/>
                  <a:pt x="13" y="70"/>
                </a:cubicBezTo>
                <a:cubicBezTo>
                  <a:pt x="18" y="70"/>
                  <a:pt x="22" y="75"/>
                  <a:pt x="22" y="79"/>
                </a:cubicBezTo>
                <a:cubicBezTo>
                  <a:pt x="22" y="84"/>
                  <a:pt x="18" y="88"/>
                  <a:pt x="13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9" name="Oval 386"/>
          <p:cNvSpPr>
            <a:spLocks noChangeArrowheads="1"/>
          </p:cNvSpPr>
          <p:nvPr/>
        </p:nvSpPr>
        <p:spPr bwMode="auto">
          <a:xfrm>
            <a:off x="6540274" y="4410076"/>
            <a:ext cx="63500" cy="63500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0" name="Rectangle 387"/>
          <p:cNvSpPr>
            <a:spLocks noChangeArrowheads="1"/>
          </p:cNvSpPr>
          <p:nvPr/>
        </p:nvSpPr>
        <p:spPr bwMode="auto">
          <a:xfrm>
            <a:off x="6552974" y="4168776"/>
            <a:ext cx="38100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1" name="Rectangle 388"/>
          <p:cNvSpPr>
            <a:spLocks noChangeArrowheads="1"/>
          </p:cNvSpPr>
          <p:nvPr/>
        </p:nvSpPr>
        <p:spPr bwMode="auto">
          <a:xfrm>
            <a:off x="6552974" y="4260851"/>
            <a:ext cx="38100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2" name="Rectangle 389"/>
          <p:cNvSpPr>
            <a:spLocks noChangeArrowheads="1"/>
          </p:cNvSpPr>
          <p:nvPr/>
        </p:nvSpPr>
        <p:spPr bwMode="auto">
          <a:xfrm>
            <a:off x="6552974" y="4210051"/>
            <a:ext cx="38100" cy="174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3" name="Freeform 390"/>
          <p:cNvSpPr>
            <a:spLocks/>
          </p:cNvSpPr>
          <p:nvPr/>
        </p:nvSpPr>
        <p:spPr bwMode="auto">
          <a:xfrm>
            <a:off x="6999061" y="4371976"/>
            <a:ext cx="322263" cy="106363"/>
          </a:xfrm>
          <a:custGeom>
            <a:avLst/>
            <a:gdLst>
              <a:gd name="T0" fmla="*/ 101 w 203"/>
              <a:gd name="T1" fmla="*/ 32 h 67"/>
              <a:gd name="T2" fmla="*/ 74 w 203"/>
              <a:gd name="T3" fmla="*/ 0 h 67"/>
              <a:gd name="T4" fmla="*/ 0 w 203"/>
              <a:gd name="T5" fmla="*/ 0 h 67"/>
              <a:gd name="T6" fmla="*/ 0 w 203"/>
              <a:gd name="T7" fmla="*/ 67 h 67"/>
              <a:gd name="T8" fmla="*/ 203 w 203"/>
              <a:gd name="T9" fmla="*/ 67 h 67"/>
              <a:gd name="T10" fmla="*/ 203 w 203"/>
              <a:gd name="T11" fmla="*/ 0 h 67"/>
              <a:gd name="T12" fmla="*/ 128 w 203"/>
              <a:gd name="T13" fmla="*/ 0 h 67"/>
              <a:gd name="T14" fmla="*/ 101 w 203"/>
              <a:gd name="T15" fmla="*/ 32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" h="67">
                <a:moveTo>
                  <a:pt x="101" y="32"/>
                </a:moveTo>
                <a:lnTo>
                  <a:pt x="74" y="0"/>
                </a:lnTo>
                <a:lnTo>
                  <a:pt x="0" y="0"/>
                </a:lnTo>
                <a:lnTo>
                  <a:pt x="0" y="67"/>
                </a:lnTo>
                <a:lnTo>
                  <a:pt x="203" y="67"/>
                </a:lnTo>
                <a:lnTo>
                  <a:pt x="203" y="0"/>
                </a:lnTo>
                <a:lnTo>
                  <a:pt x="128" y="0"/>
                </a:lnTo>
                <a:lnTo>
                  <a:pt x="101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4" name="Freeform 391"/>
          <p:cNvSpPr>
            <a:spLocks/>
          </p:cNvSpPr>
          <p:nvPr/>
        </p:nvSpPr>
        <p:spPr bwMode="auto">
          <a:xfrm>
            <a:off x="7091136" y="4184651"/>
            <a:ext cx="136525" cy="220663"/>
          </a:xfrm>
          <a:custGeom>
            <a:avLst/>
            <a:gdLst>
              <a:gd name="T0" fmla="*/ 62 w 86"/>
              <a:gd name="T1" fmla="*/ 115 h 139"/>
              <a:gd name="T2" fmla="*/ 64 w 86"/>
              <a:gd name="T3" fmla="*/ 113 h 139"/>
              <a:gd name="T4" fmla="*/ 70 w 86"/>
              <a:gd name="T5" fmla="*/ 105 h 139"/>
              <a:gd name="T6" fmla="*/ 86 w 86"/>
              <a:gd name="T7" fmla="*/ 83 h 139"/>
              <a:gd name="T8" fmla="*/ 64 w 86"/>
              <a:gd name="T9" fmla="*/ 83 h 139"/>
              <a:gd name="T10" fmla="*/ 64 w 86"/>
              <a:gd name="T11" fmla="*/ 35 h 139"/>
              <a:gd name="T12" fmla="*/ 64 w 86"/>
              <a:gd name="T13" fmla="*/ 3 h 139"/>
              <a:gd name="T14" fmla="*/ 64 w 86"/>
              <a:gd name="T15" fmla="*/ 0 h 139"/>
              <a:gd name="T16" fmla="*/ 22 w 86"/>
              <a:gd name="T17" fmla="*/ 0 h 139"/>
              <a:gd name="T18" fmla="*/ 22 w 86"/>
              <a:gd name="T19" fmla="*/ 3 h 139"/>
              <a:gd name="T20" fmla="*/ 22 w 86"/>
              <a:gd name="T21" fmla="*/ 35 h 139"/>
              <a:gd name="T22" fmla="*/ 22 w 86"/>
              <a:gd name="T23" fmla="*/ 83 h 139"/>
              <a:gd name="T24" fmla="*/ 0 w 86"/>
              <a:gd name="T25" fmla="*/ 83 h 139"/>
              <a:gd name="T26" fmla="*/ 16 w 86"/>
              <a:gd name="T27" fmla="*/ 105 h 139"/>
              <a:gd name="T28" fmla="*/ 22 w 86"/>
              <a:gd name="T29" fmla="*/ 113 h 139"/>
              <a:gd name="T30" fmla="*/ 24 w 86"/>
              <a:gd name="T31" fmla="*/ 115 h 139"/>
              <a:gd name="T32" fmla="*/ 43 w 86"/>
              <a:gd name="T33" fmla="*/ 139 h 139"/>
              <a:gd name="T34" fmla="*/ 62 w 86"/>
              <a:gd name="T35" fmla="*/ 11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6" h="139">
                <a:moveTo>
                  <a:pt x="62" y="115"/>
                </a:moveTo>
                <a:lnTo>
                  <a:pt x="64" y="113"/>
                </a:lnTo>
                <a:lnTo>
                  <a:pt x="70" y="105"/>
                </a:lnTo>
                <a:lnTo>
                  <a:pt x="86" y="83"/>
                </a:lnTo>
                <a:lnTo>
                  <a:pt x="64" y="83"/>
                </a:lnTo>
                <a:lnTo>
                  <a:pt x="64" y="35"/>
                </a:lnTo>
                <a:lnTo>
                  <a:pt x="64" y="3"/>
                </a:lnTo>
                <a:lnTo>
                  <a:pt x="64" y="0"/>
                </a:lnTo>
                <a:lnTo>
                  <a:pt x="22" y="0"/>
                </a:lnTo>
                <a:lnTo>
                  <a:pt x="22" y="3"/>
                </a:lnTo>
                <a:lnTo>
                  <a:pt x="22" y="35"/>
                </a:lnTo>
                <a:lnTo>
                  <a:pt x="22" y="83"/>
                </a:lnTo>
                <a:lnTo>
                  <a:pt x="0" y="83"/>
                </a:lnTo>
                <a:lnTo>
                  <a:pt x="16" y="105"/>
                </a:lnTo>
                <a:lnTo>
                  <a:pt x="22" y="113"/>
                </a:lnTo>
                <a:lnTo>
                  <a:pt x="24" y="115"/>
                </a:lnTo>
                <a:lnTo>
                  <a:pt x="43" y="139"/>
                </a:lnTo>
                <a:lnTo>
                  <a:pt x="62" y="1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5" name="Freeform 392"/>
          <p:cNvSpPr>
            <a:spLocks/>
          </p:cNvSpPr>
          <p:nvPr/>
        </p:nvSpPr>
        <p:spPr bwMode="auto">
          <a:xfrm>
            <a:off x="6999061" y="4227513"/>
            <a:ext cx="114300" cy="136525"/>
          </a:xfrm>
          <a:custGeom>
            <a:avLst/>
            <a:gdLst>
              <a:gd name="T0" fmla="*/ 48 w 72"/>
              <a:gd name="T1" fmla="*/ 11 h 86"/>
              <a:gd name="T2" fmla="*/ 72 w 72"/>
              <a:gd name="T3" fmla="*/ 11 h 86"/>
              <a:gd name="T4" fmla="*/ 72 w 72"/>
              <a:gd name="T5" fmla="*/ 0 h 86"/>
              <a:gd name="T6" fmla="*/ 37 w 72"/>
              <a:gd name="T7" fmla="*/ 0 h 86"/>
              <a:gd name="T8" fmla="*/ 0 w 72"/>
              <a:gd name="T9" fmla="*/ 86 h 86"/>
              <a:gd name="T10" fmla="*/ 16 w 72"/>
              <a:gd name="T11" fmla="*/ 86 h 86"/>
              <a:gd name="T12" fmla="*/ 48 w 72"/>
              <a:gd name="T13" fmla="*/ 1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86">
                <a:moveTo>
                  <a:pt x="48" y="11"/>
                </a:moveTo>
                <a:lnTo>
                  <a:pt x="72" y="11"/>
                </a:lnTo>
                <a:lnTo>
                  <a:pt x="72" y="0"/>
                </a:lnTo>
                <a:lnTo>
                  <a:pt x="37" y="0"/>
                </a:lnTo>
                <a:lnTo>
                  <a:pt x="0" y="86"/>
                </a:lnTo>
                <a:lnTo>
                  <a:pt x="16" y="86"/>
                </a:lnTo>
                <a:lnTo>
                  <a:pt x="48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6" name="Freeform 393"/>
          <p:cNvSpPr>
            <a:spLocks/>
          </p:cNvSpPr>
          <p:nvPr/>
        </p:nvSpPr>
        <p:spPr bwMode="auto">
          <a:xfrm>
            <a:off x="7205436" y="4227513"/>
            <a:ext cx="115888" cy="136525"/>
          </a:xfrm>
          <a:custGeom>
            <a:avLst/>
            <a:gdLst>
              <a:gd name="T0" fmla="*/ 35 w 73"/>
              <a:gd name="T1" fmla="*/ 0 h 86"/>
              <a:gd name="T2" fmla="*/ 0 w 73"/>
              <a:gd name="T3" fmla="*/ 0 h 86"/>
              <a:gd name="T4" fmla="*/ 0 w 73"/>
              <a:gd name="T5" fmla="*/ 11 h 86"/>
              <a:gd name="T6" fmla="*/ 24 w 73"/>
              <a:gd name="T7" fmla="*/ 11 h 86"/>
              <a:gd name="T8" fmla="*/ 54 w 73"/>
              <a:gd name="T9" fmla="*/ 86 h 86"/>
              <a:gd name="T10" fmla="*/ 73 w 73"/>
              <a:gd name="T11" fmla="*/ 86 h 86"/>
              <a:gd name="T12" fmla="*/ 35 w 73"/>
              <a:gd name="T13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86">
                <a:moveTo>
                  <a:pt x="35" y="0"/>
                </a:moveTo>
                <a:lnTo>
                  <a:pt x="0" y="0"/>
                </a:lnTo>
                <a:lnTo>
                  <a:pt x="0" y="11"/>
                </a:lnTo>
                <a:lnTo>
                  <a:pt x="24" y="11"/>
                </a:lnTo>
                <a:lnTo>
                  <a:pt x="54" y="86"/>
                </a:lnTo>
                <a:lnTo>
                  <a:pt x="73" y="86"/>
                </a:lnTo>
                <a:lnTo>
                  <a:pt x="3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7" name="Freeform 394"/>
          <p:cNvSpPr>
            <a:spLocks/>
          </p:cNvSpPr>
          <p:nvPr/>
        </p:nvSpPr>
        <p:spPr bwMode="auto">
          <a:xfrm>
            <a:off x="7630886" y="4376738"/>
            <a:ext cx="322263" cy="101600"/>
          </a:xfrm>
          <a:custGeom>
            <a:avLst/>
            <a:gdLst>
              <a:gd name="T0" fmla="*/ 125 w 203"/>
              <a:gd name="T1" fmla="*/ 0 h 64"/>
              <a:gd name="T2" fmla="*/ 125 w 203"/>
              <a:gd name="T3" fmla="*/ 10 h 64"/>
              <a:gd name="T4" fmla="*/ 128 w 203"/>
              <a:gd name="T5" fmla="*/ 21 h 64"/>
              <a:gd name="T6" fmla="*/ 74 w 203"/>
              <a:gd name="T7" fmla="*/ 21 h 64"/>
              <a:gd name="T8" fmla="*/ 74 w 203"/>
              <a:gd name="T9" fmla="*/ 10 h 64"/>
              <a:gd name="T10" fmla="*/ 74 w 203"/>
              <a:gd name="T11" fmla="*/ 0 h 64"/>
              <a:gd name="T12" fmla="*/ 69 w 203"/>
              <a:gd name="T13" fmla="*/ 0 h 64"/>
              <a:gd name="T14" fmla="*/ 0 w 203"/>
              <a:gd name="T15" fmla="*/ 0 h 64"/>
              <a:gd name="T16" fmla="*/ 0 w 203"/>
              <a:gd name="T17" fmla="*/ 64 h 64"/>
              <a:gd name="T18" fmla="*/ 203 w 203"/>
              <a:gd name="T19" fmla="*/ 64 h 64"/>
              <a:gd name="T20" fmla="*/ 203 w 203"/>
              <a:gd name="T21" fmla="*/ 0 h 64"/>
              <a:gd name="T22" fmla="*/ 138 w 203"/>
              <a:gd name="T23" fmla="*/ 0 h 64"/>
              <a:gd name="T24" fmla="*/ 125 w 203"/>
              <a:gd name="T25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3" h="64">
                <a:moveTo>
                  <a:pt x="125" y="0"/>
                </a:moveTo>
                <a:lnTo>
                  <a:pt x="125" y="10"/>
                </a:lnTo>
                <a:lnTo>
                  <a:pt x="128" y="21"/>
                </a:lnTo>
                <a:lnTo>
                  <a:pt x="74" y="21"/>
                </a:lnTo>
                <a:lnTo>
                  <a:pt x="74" y="10"/>
                </a:lnTo>
                <a:lnTo>
                  <a:pt x="74" y="0"/>
                </a:lnTo>
                <a:lnTo>
                  <a:pt x="69" y="0"/>
                </a:lnTo>
                <a:lnTo>
                  <a:pt x="0" y="0"/>
                </a:lnTo>
                <a:lnTo>
                  <a:pt x="0" y="64"/>
                </a:lnTo>
                <a:lnTo>
                  <a:pt x="203" y="64"/>
                </a:lnTo>
                <a:lnTo>
                  <a:pt x="203" y="0"/>
                </a:lnTo>
                <a:lnTo>
                  <a:pt x="138" y="0"/>
                </a:lnTo>
                <a:lnTo>
                  <a:pt x="12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8" name="Freeform 395"/>
          <p:cNvSpPr>
            <a:spLocks/>
          </p:cNvSpPr>
          <p:nvPr/>
        </p:nvSpPr>
        <p:spPr bwMode="auto">
          <a:xfrm>
            <a:off x="7722961" y="4176713"/>
            <a:ext cx="136525" cy="225425"/>
          </a:xfrm>
          <a:custGeom>
            <a:avLst/>
            <a:gdLst>
              <a:gd name="T0" fmla="*/ 22 w 86"/>
              <a:gd name="T1" fmla="*/ 56 h 142"/>
              <a:gd name="T2" fmla="*/ 22 w 86"/>
              <a:gd name="T3" fmla="*/ 107 h 142"/>
              <a:gd name="T4" fmla="*/ 22 w 86"/>
              <a:gd name="T5" fmla="*/ 142 h 142"/>
              <a:gd name="T6" fmla="*/ 64 w 86"/>
              <a:gd name="T7" fmla="*/ 142 h 142"/>
              <a:gd name="T8" fmla="*/ 64 w 86"/>
              <a:gd name="T9" fmla="*/ 107 h 142"/>
              <a:gd name="T10" fmla="*/ 64 w 86"/>
              <a:gd name="T11" fmla="*/ 56 h 142"/>
              <a:gd name="T12" fmla="*/ 86 w 86"/>
              <a:gd name="T13" fmla="*/ 56 h 142"/>
              <a:gd name="T14" fmla="*/ 70 w 86"/>
              <a:gd name="T15" fmla="*/ 35 h 142"/>
              <a:gd name="T16" fmla="*/ 64 w 86"/>
              <a:gd name="T17" fmla="*/ 29 h 142"/>
              <a:gd name="T18" fmla="*/ 62 w 86"/>
              <a:gd name="T19" fmla="*/ 24 h 142"/>
              <a:gd name="T20" fmla="*/ 43 w 86"/>
              <a:gd name="T21" fmla="*/ 0 h 142"/>
              <a:gd name="T22" fmla="*/ 24 w 86"/>
              <a:gd name="T23" fmla="*/ 24 h 142"/>
              <a:gd name="T24" fmla="*/ 22 w 86"/>
              <a:gd name="T25" fmla="*/ 29 h 142"/>
              <a:gd name="T26" fmla="*/ 16 w 86"/>
              <a:gd name="T27" fmla="*/ 35 h 142"/>
              <a:gd name="T28" fmla="*/ 0 w 86"/>
              <a:gd name="T29" fmla="*/ 56 h 142"/>
              <a:gd name="T30" fmla="*/ 22 w 86"/>
              <a:gd name="T31" fmla="*/ 56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142">
                <a:moveTo>
                  <a:pt x="22" y="56"/>
                </a:moveTo>
                <a:lnTo>
                  <a:pt x="22" y="107"/>
                </a:lnTo>
                <a:lnTo>
                  <a:pt x="22" y="142"/>
                </a:lnTo>
                <a:lnTo>
                  <a:pt x="64" y="142"/>
                </a:lnTo>
                <a:lnTo>
                  <a:pt x="64" y="107"/>
                </a:lnTo>
                <a:lnTo>
                  <a:pt x="64" y="56"/>
                </a:lnTo>
                <a:lnTo>
                  <a:pt x="86" y="56"/>
                </a:lnTo>
                <a:lnTo>
                  <a:pt x="70" y="35"/>
                </a:lnTo>
                <a:lnTo>
                  <a:pt x="64" y="29"/>
                </a:lnTo>
                <a:lnTo>
                  <a:pt x="62" y="24"/>
                </a:lnTo>
                <a:lnTo>
                  <a:pt x="43" y="0"/>
                </a:lnTo>
                <a:lnTo>
                  <a:pt x="24" y="24"/>
                </a:lnTo>
                <a:lnTo>
                  <a:pt x="22" y="29"/>
                </a:lnTo>
                <a:lnTo>
                  <a:pt x="16" y="35"/>
                </a:lnTo>
                <a:lnTo>
                  <a:pt x="0" y="56"/>
                </a:lnTo>
                <a:lnTo>
                  <a:pt x="22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9" name="Freeform 396"/>
          <p:cNvSpPr>
            <a:spLocks/>
          </p:cNvSpPr>
          <p:nvPr/>
        </p:nvSpPr>
        <p:spPr bwMode="auto">
          <a:xfrm>
            <a:off x="7630886" y="4232276"/>
            <a:ext cx="109538" cy="134938"/>
          </a:xfrm>
          <a:custGeom>
            <a:avLst/>
            <a:gdLst>
              <a:gd name="T0" fmla="*/ 48 w 69"/>
              <a:gd name="T1" fmla="*/ 8 h 85"/>
              <a:gd name="T2" fmla="*/ 61 w 69"/>
              <a:gd name="T3" fmla="*/ 8 h 85"/>
              <a:gd name="T4" fmla="*/ 69 w 69"/>
              <a:gd name="T5" fmla="*/ 0 h 85"/>
              <a:gd name="T6" fmla="*/ 37 w 69"/>
              <a:gd name="T7" fmla="*/ 0 h 85"/>
              <a:gd name="T8" fmla="*/ 0 w 69"/>
              <a:gd name="T9" fmla="*/ 85 h 85"/>
              <a:gd name="T10" fmla="*/ 16 w 69"/>
              <a:gd name="T11" fmla="*/ 85 h 85"/>
              <a:gd name="T12" fmla="*/ 48 w 69"/>
              <a:gd name="T13" fmla="*/ 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85">
                <a:moveTo>
                  <a:pt x="48" y="8"/>
                </a:moveTo>
                <a:lnTo>
                  <a:pt x="61" y="8"/>
                </a:lnTo>
                <a:lnTo>
                  <a:pt x="69" y="0"/>
                </a:lnTo>
                <a:lnTo>
                  <a:pt x="37" y="0"/>
                </a:lnTo>
                <a:lnTo>
                  <a:pt x="0" y="85"/>
                </a:lnTo>
                <a:lnTo>
                  <a:pt x="16" y="85"/>
                </a:lnTo>
                <a:lnTo>
                  <a:pt x="4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0" name="Freeform 397"/>
          <p:cNvSpPr>
            <a:spLocks/>
          </p:cNvSpPr>
          <p:nvPr/>
        </p:nvSpPr>
        <p:spPr bwMode="auto">
          <a:xfrm>
            <a:off x="7842024" y="4232276"/>
            <a:ext cx="111125" cy="134938"/>
          </a:xfrm>
          <a:custGeom>
            <a:avLst/>
            <a:gdLst>
              <a:gd name="T0" fmla="*/ 21 w 70"/>
              <a:gd name="T1" fmla="*/ 8 h 85"/>
              <a:gd name="T2" fmla="*/ 51 w 70"/>
              <a:gd name="T3" fmla="*/ 85 h 85"/>
              <a:gd name="T4" fmla="*/ 70 w 70"/>
              <a:gd name="T5" fmla="*/ 85 h 85"/>
              <a:gd name="T6" fmla="*/ 32 w 70"/>
              <a:gd name="T7" fmla="*/ 0 h 85"/>
              <a:gd name="T8" fmla="*/ 0 w 70"/>
              <a:gd name="T9" fmla="*/ 0 h 85"/>
              <a:gd name="T10" fmla="*/ 8 w 70"/>
              <a:gd name="T11" fmla="*/ 8 h 85"/>
              <a:gd name="T12" fmla="*/ 21 w 70"/>
              <a:gd name="T13" fmla="*/ 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85">
                <a:moveTo>
                  <a:pt x="21" y="8"/>
                </a:moveTo>
                <a:lnTo>
                  <a:pt x="51" y="85"/>
                </a:lnTo>
                <a:lnTo>
                  <a:pt x="70" y="85"/>
                </a:lnTo>
                <a:lnTo>
                  <a:pt x="32" y="0"/>
                </a:lnTo>
                <a:lnTo>
                  <a:pt x="0" y="0"/>
                </a:lnTo>
                <a:lnTo>
                  <a:pt x="8" y="8"/>
                </a:lnTo>
                <a:lnTo>
                  <a:pt x="21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1" name="Freeform 398"/>
          <p:cNvSpPr>
            <a:spLocks noEditPoints="1"/>
          </p:cNvSpPr>
          <p:nvPr/>
        </p:nvSpPr>
        <p:spPr bwMode="auto">
          <a:xfrm>
            <a:off x="764949" y="4856163"/>
            <a:ext cx="403225" cy="250825"/>
          </a:xfrm>
          <a:custGeom>
            <a:avLst/>
            <a:gdLst>
              <a:gd name="T0" fmla="*/ 47 w 95"/>
              <a:gd name="T1" fmla="*/ 11 h 59"/>
              <a:gd name="T2" fmla="*/ 83 w 95"/>
              <a:gd name="T3" fmla="*/ 48 h 59"/>
              <a:gd name="T4" fmla="*/ 11 w 95"/>
              <a:gd name="T5" fmla="*/ 48 h 59"/>
              <a:gd name="T6" fmla="*/ 47 w 95"/>
              <a:gd name="T7" fmla="*/ 11 h 59"/>
              <a:gd name="T8" fmla="*/ 47 w 95"/>
              <a:gd name="T9" fmla="*/ 0 h 59"/>
              <a:gd name="T10" fmla="*/ 0 w 95"/>
              <a:gd name="T11" fmla="*/ 48 h 59"/>
              <a:gd name="T12" fmla="*/ 0 w 95"/>
              <a:gd name="T13" fmla="*/ 59 h 59"/>
              <a:gd name="T14" fmla="*/ 11 w 95"/>
              <a:gd name="T15" fmla="*/ 59 h 59"/>
              <a:gd name="T16" fmla="*/ 83 w 95"/>
              <a:gd name="T17" fmla="*/ 59 h 59"/>
              <a:gd name="T18" fmla="*/ 95 w 95"/>
              <a:gd name="T19" fmla="*/ 59 h 59"/>
              <a:gd name="T20" fmla="*/ 95 w 95"/>
              <a:gd name="T21" fmla="*/ 48 h 59"/>
              <a:gd name="T22" fmla="*/ 47 w 95"/>
              <a:gd name="T2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5" h="59">
                <a:moveTo>
                  <a:pt x="47" y="11"/>
                </a:moveTo>
                <a:cubicBezTo>
                  <a:pt x="67" y="11"/>
                  <a:pt x="83" y="28"/>
                  <a:pt x="83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1" y="28"/>
                  <a:pt x="27" y="11"/>
                  <a:pt x="47" y="11"/>
                </a:cubicBezTo>
                <a:moveTo>
                  <a:pt x="47" y="0"/>
                </a:moveTo>
                <a:cubicBezTo>
                  <a:pt x="21" y="0"/>
                  <a:pt x="0" y="22"/>
                  <a:pt x="0" y="48"/>
                </a:cubicBezTo>
                <a:cubicBezTo>
                  <a:pt x="0" y="59"/>
                  <a:pt x="0" y="59"/>
                  <a:pt x="0" y="59"/>
                </a:cubicBezTo>
                <a:cubicBezTo>
                  <a:pt x="11" y="59"/>
                  <a:pt x="11" y="59"/>
                  <a:pt x="11" y="59"/>
                </a:cubicBezTo>
                <a:cubicBezTo>
                  <a:pt x="83" y="59"/>
                  <a:pt x="83" y="59"/>
                  <a:pt x="83" y="59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22"/>
                  <a:pt x="73" y="0"/>
                  <a:pt x="4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2" name="Freeform 399"/>
          <p:cNvSpPr>
            <a:spLocks noEditPoints="1"/>
          </p:cNvSpPr>
          <p:nvPr/>
        </p:nvSpPr>
        <p:spPr bwMode="auto">
          <a:xfrm>
            <a:off x="701449" y="4813301"/>
            <a:ext cx="355600" cy="357188"/>
          </a:xfrm>
          <a:custGeom>
            <a:avLst/>
            <a:gdLst>
              <a:gd name="T0" fmla="*/ 34 w 84"/>
              <a:gd name="T1" fmla="*/ 34 h 84"/>
              <a:gd name="T2" fmla="*/ 30 w 84"/>
              <a:gd name="T3" fmla="*/ 40 h 84"/>
              <a:gd name="T4" fmla="*/ 48 w 84"/>
              <a:gd name="T5" fmla="*/ 58 h 84"/>
              <a:gd name="T6" fmla="*/ 58 w 84"/>
              <a:gd name="T7" fmla="*/ 58 h 84"/>
              <a:gd name="T8" fmla="*/ 34 w 84"/>
              <a:gd name="T9" fmla="*/ 34 h 84"/>
              <a:gd name="T10" fmla="*/ 0 w 84"/>
              <a:gd name="T11" fmla="*/ 0 h 84"/>
              <a:gd name="T12" fmla="*/ 0 w 84"/>
              <a:gd name="T13" fmla="*/ 17 h 84"/>
              <a:gd name="T14" fmla="*/ 0 w 84"/>
              <a:gd name="T15" fmla="*/ 77 h 84"/>
              <a:gd name="T16" fmla="*/ 0 w 84"/>
              <a:gd name="T17" fmla="*/ 84 h 84"/>
              <a:gd name="T18" fmla="*/ 8 w 84"/>
              <a:gd name="T19" fmla="*/ 84 h 84"/>
              <a:gd name="T20" fmla="*/ 67 w 84"/>
              <a:gd name="T21" fmla="*/ 84 h 84"/>
              <a:gd name="T22" fmla="*/ 84 w 84"/>
              <a:gd name="T23" fmla="*/ 84 h 84"/>
              <a:gd name="T24" fmla="*/ 72 w 84"/>
              <a:gd name="T25" fmla="*/ 72 h 84"/>
              <a:gd name="T26" fmla="*/ 69 w 84"/>
              <a:gd name="T27" fmla="*/ 69 h 84"/>
              <a:gd name="T28" fmla="*/ 59 w 84"/>
              <a:gd name="T29" fmla="*/ 69 h 84"/>
              <a:gd name="T30" fmla="*/ 67 w 84"/>
              <a:gd name="T31" fmla="*/ 77 h 84"/>
              <a:gd name="T32" fmla="*/ 8 w 84"/>
              <a:gd name="T33" fmla="*/ 77 h 84"/>
              <a:gd name="T34" fmla="*/ 8 w 84"/>
              <a:gd name="T35" fmla="*/ 17 h 84"/>
              <a:gd name="T36" fmla="*/ 22 w 84"/>
              <a:gd name="T37" fmla="*/ 32 h 84"/>
              <a:gd name="T38" fmla="*/ 27 w 84"/>
              <a:gd name="T39" fmla="*/ 26 h 84"/>
              <a:gd name="T40" fmla="*/ 13 w 84"/>
              <a:gd name="T41" fmla="*/ 12 h 84"/>
              <a:gd name="T42" fmla="*/ 0 w 84"/>
              <a:gd name="T43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4" h="84">
                <a:moveTo>
                  <a:pt x="34" y="34"/>
                </a:moveTo>
                <a:cubicBezTo>
                  <a:pt x="33" y="36"/>
                  <a:pt x="31" y="38"/>
                  <a:pt x="30" y="40"/>
                </a:cubicBezTo>
                <a:cubicBezTo>
                  <a:pt x="48" y="58"/>
                  <a:pt x="48" y="58"/>
                  <a:pt x="4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34" y="34"/>
                  <a:pt x="34" y="34"/>
                  <a:pt x="34" y="34"/>
                </a:cubicBezTo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0" y="84"/>
                  <a:pt x="0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67" y="84"/>
                  <a:pt x="67" y="84"/>
                  <a:pt x="67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72" y="72"/>
                  <a:pt x="72" y="72"/>
                  <a:pt x="72" y="72"/>
                </a:cubicBezTo>
                <a:cubicBezTo>
                  <a:pt x="69" y="69"/>
                  <a:pt x="69" y="69"/>
                  <a:pt x="6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67" y="77"/>
                  <a:pt x="67" y="77"/>
                  <a:pt x="67" y="77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17"/>
                  <a:pt x="8" y="17"/>
                  <a:pt x="8" y="17"/>
                </a:cubicBezTo>
                <a:cubicBezTo>
                  <a:pt x="22" y="32"/>
                  <a:pt x="22" y="32"/>
                  <a:pt x="22" y="32"/>
                </a:cubicBezTo>
                <a:cubicBezTo>
                  <a:pt x="24" y="30"/>
                  <a:pt x="25" y="28"/>
                  <a:pt x="27" y="26"/>
                </a:cubicBezTo>
                <a:cubicBezTo>
                  <a:pt x="13" y="12"/>
                  <a:pt x="13" y="12"/>
                  <a:pt x="13" y="12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3" name="Freeform 400"/>
          <p:cNvSpPr>
            <a:spLocks noEditPoints="1"/>
          </p:cNvSpPr>
          <p:nvPr/>
        </p:nvSpPr>
        <p:spPr bwMode="auto">
          <a:xfrm>
            <a:off x="795111" y="4924426"/>
            <a:ext cx="198438" cy="182563"/>
          </a:xfrm>
          <a:custGeom>
            <a:avLst/>
            <a:gdLst>
              <a:gd name="T0" fmla="*/ 36 w 47"/>
              <a:gd name="T1" fmla="*/ 32 h 43"/>
              <a:gd name="T2" fmla="*/ 26 w 47"/>
              <a:gd name="T3" fmla="*/ 32 h 43"/>
              <a:gd name="T4" fmla="*/ 37 w 47"/>
              <a:gd name="T5" fmla="*/ 43 h 43"/>
              <a:gd name="T6" fmla="*/ 47 w 47"/>
              <a:gd name="T7" fmla="*/ 43 h 43"/>
              <a:gd name="T8" fmla="*/ 36 w 47"/>
              <a:gd name="T9" fmla="*/ 32 h 43"/>
              <a:gd name="T10" fmla="*/ 5 w 47"/>
              <a:gd name="T11" fmla="*/ 0 h 43"/>
              <a:gd name="T12" fmla="*/ 0 w 47"/>
              <a:gd name="T13" fmla="*/ 6 h 43"/>
              <a:gd name="T14" fmla="*/ 8 w 47"/>
              <a:gd name="T15" fmla="*/ 14 h 43"/>
              <a:gd name="T16" fmla="*/ 12 w 47"/>
              <a:gd name="T17" fmla="*/ 8 h 43"/>
              <a:gd name="T18" fmla="*/ 5 w 47"/>
              <a:gd name="T1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43">
                <a:moveTo>
                  <a:pt x="36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37" y="43"/>
                  <a:pt x="37" y="43"/>
                  <a:pt x="3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36" y="32"/>
                  <a:pt x="36" y="32"/>
                  <a:pt x="36" y="32"/>
                </a:cubicBezTo>
                <a:moveTo>
                  <a:pt x="5" y="0"/>
                </a:moveTo>
                <a:cubicBezTo>
                  <a:pt x="3" y="2"/>
                  <a:pt x="2" y="4"/>
                  <a:pt x="0" y="6"/>
                </a:cubicBezTo>
                <a:cubicBezTo>
                  <a:pt x="8" y="14"/>
                  <a:pt x="8" y="14"/>
                  <a:pt x="8" y="14"/>
                </a:cubicBezTo>
                <a:cubicBezTo>
                  <a:pt x="9" y="12"/>
                  <a:pt x="11" y="10"/>
                  <a:pt x="12" y="8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4" name="Freeform 401"/>
          <p:cNvSpPr>
            <a:spLocks noEditPoints="1"/>
          </p:cNvSpPr>
          <p:nvPr/>
        </p:nvSpPr>
        <p:spPr bwMode="auto">
          <a:xfrm>
            <a:off x="1515836" y="4783138"/>
            <a:ext cx="287338" cy="404813"/>
          </a:xfrm>
          <a:custGeom>
            <a:avLst/>
            <a:gdLst>
              <a:gd name="T0" fmla="*/ 0 w 181"/>
              <a:gd name="T1" fmla="*/ 0 h 255"/>
              <a:gd name="T2" fmla="*/ 0 w 181"/>
              <a:gd name="T3" fmla="*/ 255 h 255"/>
              <a:gd name="T4" fmla="*/ 181 w 181"/>
              <a:gd name="T5" fmla="*/ 255 h 255"/>
              <a:gd name="T6" fmla="*/ 181 w 181"/>
              <a:gd name="T7" fmla="*/ 0 h 255"/>
              <a:gd name="T8" fmla="*/ 0 w 181"/>
              <a:gd name="T9" fmla="*/ 0 h 255"/>
              <a:gd name="T10" fmla="*/ 160 w 181"/>
              <a:gd name="T11" fmla="*/ 236 h 255"/>
              <a:gd name="T12" fmla="*/ 21 w 181"/>
              <a:gd name="T13" fmla="*/ 236 h 255"/>
              <a:gd name="T14" fmla="*/ 21 w 181"/>
              <a:gd name="T15" fmla="*/ 19 h 255"/>
              <a:gd name="T16" fmla="*/ 160 w 181"/>
              <a:gd name="T17" fmla="*/ 19 h 255"/>
              <a:gd name="T18" fmla="*/ 160 w 181"/>
              <a:gd name="T19" fmla="*/ 236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1" h="255">
                <a:moveTo>
                  <a:pt x="0" y="0"/>
                </a:moveTo>
                <a:lnTo>
                  <a:pt x="0" y="255"/>
                </a:lnTo>
                <a:lnTo>
                  <a:pt x="181" y="255"/>
                </a:lnTo>
                <a:lnTo>
                  <a:pt x="181" y="0"/>
                </a:lnTo>
                <a:lnTo>
                  <a:pt x="0" y="0"/>
                </a:lnTo>
                <a:close/>
                <a:moveTo>
                  <a:pt x="160" y="236"/>
                </a:moveTo>
                <a:lnTo>
                  <a:pt x="21" y="236"/>
                </a:lnTo>
                <a:lnTo>
                  <a:pt x="21" y="19"/>
                </a:lnTo>
                <a:lnTo>
                  <a:pt x="160" y="19"/>
                </a:lnTo>
                <a:lnTo>
                  <a:pt x="160" y="2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5" name="Freeform 402"/>
          <p:cNvSpPr>
            <a:spLocks noEditPoints="1"/>
          </p:cNvSpPr>
          <p:nvPr/>
        </p:nvSpPr>
        <p:spPr bwMode="auto">
          <a:xfrm>
            <a:off x="1566636" y="4838701"/>
            <a:ext cx="185738" cy="76200"/>
          </a:xfrm>
          <a:custGeom>
            <a:avLst/>
            <a:gdLst>
              <a:gd name="T0" fmla="*/ 44 w 44"/>
              <a:gd name="T1" fmla="*/ 0 h 18"/>
              <a:gd name="T2" fmla="*/ 0 w 44"/>
              <a:gd name="T3" fmla="*/ 0 h 18"/>
              <a:gd name="T4" fmla="*/ 0 w 44"/>
              <a:gd name="T5" fmla="*/ 18 h 18"/>
              <a:gd name="T6" fmla="*/ 44 w 44"/>
              <a:gd name="T7" fmla="*/ 18 h 18"/>
              <a:gd name="T8" fmla="*/ 44 w 44"/>
              <a:gd name="T9" fmla="*/ 0 h 18"/>
              <a:gd name="T10" fmla="*/ 22 w 44"/>
              <a:gd name="T11" fmla="*/ 12 h 18"/>
              <a:gd name="T12" fmla="*/ 19 w 44"/>
              <a:gd name="T13" fmla="*/ 9 h 18"/>
              <a:gd name="T14" fmla="*/ 22 w 44"/>
              <a:gd name="T15" fmla="*/ 5 h 18"/>
              <a:gd name="T16" fmla="*/ 26 w 44"/>
              <a:gd name="T17" fmla="*/ 9 h 18"/>
              <a:gd name="T18" fmla="*/ 22 w 44"/>
              <a:gd name="T19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" h="18">
                <a:moveTo>
                  <a:pt x="4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44" y="18"/>
                  <a:pt x="44" y="18"/>
                  <a:pt x="44" y="18"/>
                </a:cubicBezTo>
                <a:lnTo>
                  <a:pt x="44" y="0"/>
                </a:lnTo>
                <a:close/>
                <a:moveTo>
                  <a:pt x="22" y="12"/>
                </a:moveTo>
                <a:cubicBezTo>
                  <a:pt x="20" y="12"/>
                  <a:pt x="19" y="11"/>
                  <a:pt x="19" y="9"/>
                </a:cubicBezTo>
                <a:cubicBezTo>
                  <a:pt x="19" y="7"/>
                  <a:pt x="20" y="5"/>
                  <a:pt x="22" y="5"/>
                </a:cubicBezTo>
                <a:cubicBezTo>
                  <a:pt x="24" y="5"/>
                  <a:pt x="26" y="7"/>
                  <a:pt x="26" y="9"/>
                </a:cubicBezTo>
                <a:cubicBezTo>
                  <a:pt x="26" y="11"/>
                  <a:pt x="24" y="12"/>
                  <a:pt x="2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6" name="Freeform 403"/>
          <p:cNvSpPr>
            <a:spLocks noEditPoints="1"/>
          </p:cNvSpPr>
          <p:nvPr/>
        </p:nvSpPr>
        <p:spPr bwMode="auto">
          <a:xfrm>
            <a:off x="1566636" y="4945063"/>
            <a:ext cx="185738" cy="76200"/>
          </a:xfrm>
          <a:custGeom>
            <a:avLst/>
            <a:gdLst>
              <a:gd name="T0" fmla="*/ 44 w 44"/>
              <a:gd name="T1" fmla="*/ 0 h 18"/>
              <a:gd name="T2" fmla="*/ 0 w 44"/>
              <a:gd name="T3" fmla="*/ 0 h 18"/>
              <a:gd name="T4" fmla="*/ 0 w 44"/>
              <a:gd name="T5" fmla="*/ 18 h 18"/>
              <a:gd name="T6" fmla="*/ 44 w 44"/>
              <a:gd name="T7" fmla="*/ 18 h 18"/>
              <a:gd name="T8" fmla="*/ 44 w 44"/>
              <a:gd name="T9" fmla="*/ 0 h 18"/>
              <a:gd name="T10" fmla="*/ 22 w 44"/>
              <a:gd name="T11" fmla="*/ 12 h 18"/>
              <a:gd name="T12" fmla="*/ 19 w 44"/>
              <a:gd name="T13" fmla="*/ 9 h 18"/>
              <a:gd name="T14" fmla="*/ 22 w 44"/>
              <a:gd name="T15" fmla="*/ 5 h 18"/>
              <a:gd name="T16" fmla="*/ 26 w 44"/>
              <a:gd name="T17" fmla="*/ 9 h 18"/>
              <a:gd name="T18" fmla="*/ 22 w 44"/>
              <a:gd name="T19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" h="18">
                <a:moveTo>
                  <a:pt x="4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44" y="18"/>
                  <a:pt x="44" y="18"/>
                  <a:pt x="44" y="18"/>
                </a:cubicBezTo>
                <a:lnTo>
                  <a:pt x="44" y="0"/>
                </a:lnTo>
                <a:close/>
                <a:moveTo>
                  <a:pt x="22" y="12"/>
                </a:moveTo>
                <a:cubicBezTo>
                  <a:pt x="20" y="12"/>
                  <a:pt x="19" y="11"/>
                  <a:pt x="19" y="9"/>
                </a:cubicBezTo>
                <a:cubicBezTo>
                  <a:pt x="19" y="7"/>
                  <a:pt x="20" y="5"/>
                  <a:pt x="22" y="5"/>
                </a:cubicBezTo>
                <a:cubicBezTo>
                  <a:pt x="24" y="5"/>
                  <a:pt x="26" y="7"/>
                  <a:pt x="26" y="9"/>
                </a:cubicBezTo>
                <a:cubicBezTo>
                  <a:pt x="26" y="11"/>
                  <a:pt x="24" y="12"/>
                  <a:pt x="2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7" name="Freeform 404"/>
          <p:cNvSpPr>
            <a:spLocks noEditPoints="1"/>
          </p:cNvSpPr>
          <p:nvPr/>
        </p:nvSpPr>
        <p:spPr bwMode="auto">
          <a:xfrm>
            <a:off x="1566636" y="5056188"/>
            <a:ext cx="185738" cy="71438"/>
          </a:xfrm>
          <a:custGeom>
            <a:avLst/>
            <a:gdLst>
              <a:gd name="T0" fmla="*/ 44 w 44"/>
              <a:gd name="T1" fmla="*/ 0 h 17"/>
              <a:gd name="T2" fmla="*/ 0 w 44"/>
              <a:gd name="T3" fmla="*/ 0 h 17"/>
              <a:gd name="T4" fmla="*/ 0 w 44"/>
              <a:gd name="T5" fmla="*/ 17 h 17"/>
              <a:gd name="T6" fmla="*/ 44 w 44"/>
              <a:gd name="T7" fmla="*/ 17 h 17"/>
              <a:gd name="T8" fmla="*/ 44 w 44"/>
              <a:gd name="T9" fmla="*/ 0 h 17"/>
              <a:gd name="T10" fmla="*/ 22 w 44"/>
              <a:gd name="T11" fmla="*/ 12 h 17"/>
              <a:gd name="T12" fmla="*/ 19 w 44"/>
              <a:gd name="T13" fmla="*/ 9 h 17"/>
              <a:gd name="T14" fmla="*/ 22 w 44"/>
              <a:gd name="T15" fmla="*/ 5 h 17"/>
              <a:gd name="T16" fmla="*/ 26 w 44"/>
              <a:gd name="T17" fmla="*/ 9 h 17"/>
              <a:gd name="T18" fmla="*/ 22 w 44"/>
              <a:gd name="T19" fmla="*/ 1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" h="17">
                <a:moveTo>
                  <a:pt x="4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7"/>
                  <a:pt x="0" y="17"/>
                  <a:pt x="0" y="17"/>
                </a:cubicBezTo>
                <a:cubicBezTo>
                  <a:pt x="44" y="17"/>
                  <a:pt x="44" y="17"/>
                  <a:pt x="44" y="17"/>
                </a:cubicBezTo>
                <a:lnTo>
                  <a:pt x="44" y="0"/>
                </a:lnTo>
                <a:close/>
                <a:moveTo>
                  <a:pt x="22" y="12"/>
                </a:moveTo>
                <a:cubicBezTo>
                  <a:pt x="20" y="12"/>
                  <a:pt x="19" y="10"/>
                  <a:pt x="19" y="9"/>
                </a:cubicBezTo>
                <a:cubicBezTo>
                  <a:pt x="19" y="7"/>
                  <a:pt x="20" y="5"/>
                  <a:pt x="22" y="5"/>
                </a:cubicBezTo>
                <a:cubicBezTo>
                  <a:pt x="24" y="5"/>
                  <a:pt x="26" y="7"/>
                  <a:pt x="26" y="9"/>
                </a:cubicBezTo>
                <a:cubicBezTo>
                  <a:pt x="26" y="10"/>
                  <a:pt x="24" y="12"/>
                  <a:pt x="2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8" name="Freeform 405"/>
          <p:cNvSpPr>
            <a:spLocks noEditPoints="1"/>
          </p:cNvSpPr>
          <p:nvPr/>
        </p:nvSpPr>
        <p:spPr bwMode="auto">
          <a:xfrm>
            <a:off x="2265136" y="4830763"/>
            <a:ext cx="258763" cy="347663"/>
          </a:xfrm>
          <a:custGeom>
            <a:avLst/>
            <a:gdLst>
              <a:gd name="T0" fmla="*/ 0 w 163"/>
              <a:gd name="T1" fmla="*/ 0 h 219"/>
              <a:gd name="T2" fmla="*/ 0 w 163"/>
              <a:gd name="T3" fmla="*/ 219 h 219"/>
              <a:gd name="T4" fmla="*/ 163 w 163"/>
              <a:gd name="T5" fmla="*/ 219 h 219"/>
              <a:gd name="T6" fmla="*/ 163 w 163"/>
              <a:gd name="T7" fmla="*/ 0 h 219"/>
              <a:gd name="T8" fmla="*/ 0 w 163"/>
              <a:gd name="T9" fmla="*/ 0 h 219"/>
              <a:gd name="T10" fmla="*/ 155 w 163"/>
              <a:gd name="T11" fmla="*/ 211 h 219"/>
              <a:gd name="T12" fmla="*/ 8 w 163"/>
              <a:gd name="T13" fmla="*/ 211 h 219"/>
              <a:gd name="T14" fmla="*/ 8 w 163"/>
              <a:gd name="T15" fmla="*/ 8 h 219"/>
              <a:gd name="T16" fmla="*/ 155 w 163"/>
              <a:gd name="T17" fmla="*/ 8 h 219"/>
              <a:gd name="T18" fmla="*/ 155 w 163"/>
              <a:gd name="T19" fmla="*/ 211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3" h="219">
                <a:moveTo>
                  <a:pt x="0" y="0"/>
                </a:moveTo>
                <a:lnTo>
                  <a:pt x="0" y="219"/>
                </a:lnTo>
                <a:lnTo>
                  <a:pt x="163" y="219"/>
                </a:lnTo>
                <a:lnTo>
                  <a:pt x="163" y="0"/>
                </a:lnTo>
                <a:lnTo>
                  <a:pt x="0" y="0"/>
                </a:lnTo>
                <a:close/>
                <a:moveTo>
                  <a:pt x="155" y="211"/>
                </a:moveTo>
                <a:lnTo>
                  <a:pt x="8" y="211"/>
                </a:lnTo>
                <a:lnTo>
                  <a:pt x="8" y="8"/>
                </a:lnTo>
                <a:lnTo>
                  <a:pt x="155" y="8"/>
                </a:lnTo>
                <a:lnTo>
                  <a:pt x="155" y="2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" name="Freeform 407"/>
          <p:cNvSpPr>
            <a:spLocks/>
          </p:cNvSpPr>
          <p:nvPr/>
        </p:nvSpPr>
        <p:spPr bwMode="auto">
          <a:xfrm>
            <a:off x="2371499" y="4868863"/>
            <a:ext cx="55563" cy="76200"/>
          </a:xfrm>
          <a:custGeom>
            <a:avLst/>
            <a:gdLst>
              <a:gd name="T0" fmla="*/ 1 w 13"/>
              <a:gd name="T1" fmla="*/ 12 h 18"/>
              <a:gd name="T2" fmla="*/ 6 w 13"/>
              <a:gd name="T3" fmla="*/ 18 h 18"/>
              <a:gd name="T4" fmla="*/ 12 w 13"/>
              <a:gd name="T5" fmla="*/ 12 h 18"/>
              <a:gd name="T6" fmla="*/ 12 w 13"/>
              <a:gd name="T7" fmla="*/ 11 h 18"/>
              <a:gd name="T8" fmla="*/ 12 w 13"/>
              <a:gd name="T9" fmla="*/ 9 h 18"/>
              <a:gd name="T10" fmla="*/ 12 w 13"/>
              <a:gd name="T11" fmla="*/ 4 h 18"/>
              <a:gd name="T12" fmla="*/ 9 w 13"/>
              <a:gd name="T13" fmla="*/ 2 h 18"/>
              <a:gd name="T14" fmla="*/ 9 w 13"/>
              <a:gd name="T15" fmla="*/ 2 h 18"/>
              <a:gd name="T16" fmla="*/ 9 w 13"/>
              <a:gd name="T17" fmla="*/ 2 h 18"/>
              <a:gd name="T18" fmla="*/ 8 w 13"/>
              <a:gd name="T19" fmla="*/ 2 h 18"/>
              <a:gd name="T20" fmla="*/ 8 w 13"/>
              <a:gd name="T21" fmla="*/ 2 h 18"/>
              <a:gd name="T22" fmla="*/ 8 w 13"/>
              <a:gd name="T23" fmla="*/ 2 h 18"/>
              <a:gd name="T24" fmla="*/ 8 w 13"/>
              <a:gd name="T25" fmla="*/ 2 h 18"/>
              <a:gd name="T26" fmla="*/ 8 w 13"/>
              <a:gd name="T27" fmla="*/ 2 h 18"/>
              <a:gd name="T28" fmla="*/ 8 w 13"/>
              <a:gd name="T29" fmla="*/ 2 h 18"/>
              <a:gd name="T30" fmla="*/ 7 w 13"/>
              <a:gd name="T31" fmla="*/ 0 h 18"/>
              <a:gd name="T32" fmla="*/ 6 w 13"/>
              <a:gd name="T33" fmla="*/ 1 h 18"/>
              <a:gd name="T34" fmla="*/ 7 w 13"/>
              <a:gd name="T35" fmla="*/ 0 h 18"/>
              <a:gd name="T36" fmla="*/ 6 w 13"/>
              <a:gd name="T37" fmla="*/ 0 h 18"/>
              <a:gd name="T38" fmla="*/ 5 w 13"/>
              <a:gd name="T39" fmla="*/ 1 h 18"/>
              <a:gd name="T40" fmla="*/ 5 w 13"/>
              <a:gd name="T41" fmla="*/ 1 h 18"/>
              <a:gd name="T42" fmla="*/ 6 w 13"/>
              <a:gd name="T43" fmla="*/ 1 h 18"/>
              <a:gd name="T44" fmla="*/ 5 w 13"/>
              <a:gd name="T45" fmla="*/ 1 h 18"/>
              <a:gd name="T46" fmla="*/ 5 w 13"/>
              <a:gd name="T47" fmla="*/ 1 h 18"/>
              <a:gd name="T48" fmla="*/ 5 w 13"/>
              <a:gd name="T49" fmla="*/ 1 h 18"/>
              <a:gd name="T50" fmla="*/ 5 w 13"/>
              <a:gd name="T51" fmla="*/ 1 h 18"/>
              <a:gd name="T52" fmla="*/ 4 w 13"/>
              <a:gd name="T53" fmla="*/ 1 h 18"/>
              <a:gd name="T54" fmla="*/ 1 w 13"/>
              <a:gd name="T55" fmla="*/ 5 h 18"/>
              <a:gd name="T56" fmla="*/ 1 w 13"/>
              <a:gd name="T57" fmla="*/ 9 h 18"/>
              <a:gd name="T58" fmla="*/ 1 w 13"/>
              <a:gd name="T59" fmla="*/ 11 h 18"/>
              <a:gd name="T60" fmla="*/ 1 w 13"/>
              <a:gd name="T61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" h="18">
                <a:moveTo>
                  <a:pt x="1" y="12"/>
                </a:moveTo>
                <a:cubicBezTo>
                  <a:pt x="1" y="15"/>
                  <a:pt x="4" y="18"/>
                  <a:pt x="6" y="18"/>
                </a:cubicBezTo>
                <a:cubicBezTo>
                  <a:pt x="9" y="18"/>
                  <a:pt x="11" y="15"/>
                  <a:pt x="12" y="12"/>
                </a:cubicBezTo>
                <a:cubicBezTo>
                  <a:pt x="12" y="12"/>
                  <a:pt x="12" y="12"/>
                  <a:pt x="12" y="11"/>
                </a:cubicBezTo>
                <a:cubicBezTo>
                  <a:pt x="12" y="11"/>
                  <a:pt x="13" y="9"/>
                  <a:pt x="12" y="9"/>
                </a:cubicBezTo>
                <a:cubicBezTo>
                  <a:pt x="12" y="9"/>
                  <a:pt x="13" y="6"/>
                  <a:pt x="12" y="4"/>
                </a:cubicBezTo>
                <a:cubicBezTo>
                  <a:pt x="12" y="4"/>
                  <a:pt x="11" y="3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7" y="1"/>
                  <a:pt x="7" y="0"/>
                </a:cubicBezTo>
                <a:cubicBezTo>
                  <a:pt x="7" y="0"/>
                  <a:pt x="6" y="0"/>
                  <a:pt x="6" y="1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1"/>
                  <a:pt x="6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4" y="1"/>
                </a:cubicBezTo>
                <a:cubicBezTo>
                  <a:pt x="4" y="1"/>
                  <a:pt x="2" y="3"/>
                  <a:pt x="1" y="5"/>
                </a:cubicBezTo>
                <a:cubicBezTo>
                  <a:pt x="1" y="5"/>
                  <a:pt x="0" y="6"/>
                  <a:pt x="1" y="9"/>
                </a:cubicBezTo>
                <a:cubicBezTo>
                  <a:pt x="0" y="9"/>
                  <a:pt x="1" y="11"/>
                  <a:pt x="1" y="11"/>
                </a:cubicBezTo>
                <a:cubicBezTo>
                  <a:pt x="1" y="12"/>
                  <a:pt x="1" y="12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" name="Freeform 408"/>
          <p:cNvSpPr>
            <a:spLocks/>
          </p:cNvSpPr>
          <p:nvPr/>
        </p:nvSpPr>
        <p:spPr bwMode="auto">
          <a:xfrm>
            <a:off x="2342924" y="4940301"/>
            <a:ext cx="114300" cy="77788"/>
          </a:xfrm>
          <a:custGeom>
            <a:avLst/>
            <a:gdLst>
              <a:gd name="T0" fmla="*/ 1 w 27"/>
              <a:gd name="T1" fmla="*/ 15 h 18"/>
              <a:gd name="T2" fmla="*/ 13 w 27"/>
              <a:gd name="T3" fmla="*/ 18 h 18"/>
              <a:gd name="T4" fmla="*/ 26 w 27"/>
              <a:gd name="T5" fmla="*/ 16 h 18"/>
              <a:gd name="T6" fmla="*/ 27 w 27"/>
              <a:gd name="T7" fmla="*/ 15 h 18"/>
              <a:gd name="T8" fmla="*/ 25 w 27"/>
              <a:gd name="T9" fmla="*/ 4 h 18"/>
              <a:gd name="T10" fmla="*/ 20 w 27"/>
              <a:gd name="T11" fmla="*/ 2 h 18"/>
              <a:gd name="T12" fmla="*/ 17 w 27"/>
              <a:gd name="T13" fmla="*/ 0 h 18"/>
              <a:gd name="T14" fmla="*/ 9 w 27"/>
              <a:gd name="T15" fmla="*/ 0 h 18"/>
              <a:gd name="T16" fmla="*/ 4 w 27"/>
              <a:gd name="T17" fmla="*/ 3 h 18"/>
              <a:gd name="T18" fmla="*/ 2 w 27"/>
              <a:gd name="T19" fmla="*/ 4 h 18"/>
              <a:gd name="T20" fmla="*/ 0 w 27"/>
              <a:gd name="T21" fmla="*/ 14 h 18"/>
              <a:gd name="T22" fmla="*/ 1 w 27"/>
              <a:gd name="T23" fmla="*/ 15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" h="18">
                <a:moveTo>
                  <a:pt x="1" y="15"/>
                </a:moveTo>
                <a:cubicBezTo>
                  <a:pt x="5" y="17"/>
                  <a:pt x="13" y="18"/>
                  <a:pt x="13" y="18"/>
                </a:cubicBezTo>
                <a:cubicBezTo>
                  <a:pt x="20" y="18"/>
                  <a:pt x="26" y="16"/>
                  <a:pt x="26" y="16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0"/>
                  <a:pt x="25" y="4"/>
                  <a:pt x="25" y="4"/>
                </a:cubicBezTo>
                <a:cubicBezTo>
                  <a:pt x="24" y="3"/>
                  <a:pt x="20" y="2"/>
                  <a:pt x="20" y="2"/>
                </a:cubicBezTo>
                <a:cubicBezTo>
                  <a:pt x="17" y="1"/>
                  <a:pt x="17" y="0"/>
                  <a:pt x="17" y="0"/>
                </a:cubicBezTo>
                <a:cubicBezTo>
                  <a:pt x="13" y="9"/>
                  <a:pt x="9" y="0"/>
                  <a:pt x="9" y="0"/>
                </a:cubicBezTo>
                <a:cubicBezTo>
                  <a:pt x="9" y="1"/>
                  <a:pt x="4" y="3"/>
                  <a:pt x="4" y="3"/>
                </a:cubicBezTo>
                <a:cubicBezTo>
                  <a:pt x="3" y="3"/>
                  <a:pt x="2" y="4"/>
                  <a:pt x="2" y="4"/>
                </a:cubicBezTo>
                <a:cubicBezTo>
                  <a:pt x="0" y="7"/>
                  <a:pt x="0" y="14"/>
                  <a:pt x="0" y="14"/>
                </a:cubicBezTo>
                <a:cubicBezTo>
                  <a:pt x="0" y="15"/>
                  <a:pt x="1" y="15"/>
                  <a:pt x="1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Rectangle 409"/>
          <p:cNvSpPr>
            <a:spLocks noChangeArrowheads="1"/>
          </p:cNvSpPr>
          <p:nvPr/>
        </p:nvSpPr>
        <p:spPr bwMode="auto">
          <a:xfrm>
            <a:off x="2312761" y="5097463"/>
            <a:ext cx="1444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" name="Rectangle 410"/>
          <p:cNvSpPr>
            <a:spLocks noChangeArrowheads="1"/>
          </p:cNvSpPr>
          <p:nvPr/>
        </p:nvSpPr>
        <p:spPr bwMode="auto">
          <a:xfrm>
            <a:off x="2312761" y="5124451"/>
            <a:ext cx="131763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" name="Rectangle 411"/>
          <p:cNvSpPr>
            <a:spLocks noChangeArrowheads="1"/>
          </p:cNvSpPr>
          <p:nvPr/>
        </p:nvSpPr>
        <p:spPr bwMode="auto">
          <a:xfrm>
            <a:off x="2312761" y="5072063"/>
            <a:ext cx="160338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" name="Rectangle 412"/>
          <p:cNvSpPr>
            <a:spLocks noChangeArrowheads="1"/>
          </p:cNvSpPr>
          <p:nvPr/>
        </p:nvSpPr>
        <p:spPr bwMode="auto">
          <a:xfrm>
            <a:off x="2312761" y="5043488"/>
            <a:ext cx="1730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5" name="Freeform 413"/>
          <p:cNvSpPr>
            <a:spLocks/>
          </p:cNvSpPr>
          <p:nvPr/>
        </p:nvSpPr>
        <p:spPr bwMode="auto">
          <a:xfrm>
            <a:off x="3012849" y="4810126"/>
            <a:ext cx="381000" cy="377825"/>
          </a:xfrm>
          <a:custGeom>
            <a:avLst/>
            <a:gdLst>
              <a:gd name="T0" fmla="*/ 63 w 90"/>
              <a:gd name="T1" fmla="*/ 50 h 89"/>
              <a:gd name="T2" fmla="*/ 79 w 90"/>
              <a:gd name="T3" fmla="*/ 25 h 89"/>
              <a:gd name="T4" fmla="*/ 82 w 90"/>
              <a:gd name="T5" fmla="*/ 28 h 89"/>
              <a:gd name="T6" fmla="*/ 88 w 90"/>
              <a:gd name="T7" fmla="*/ 28 h 89"/>
              <a:gd name="T8" fmla="*/ 88 w 90"/>
              <a:gd name="T9" fmla="*/ 22 h 89"/>
              <a:gd name="T10" fmla="*/ 67 w 90"/>
              <a:gd name="T11" fmla="*/ 1 h 89"/>
              <a:gd name="T12" fmla="*/ 61 w 90"/>
              <a:gd name="T13" fmla="*/ 1 h 89"/>
              <a:gd name="T14" fmla="*/ 61 w 90"/>
              <a:gd name="T15" fmla="*/ 7 h 89"/>
              <a:gd name="T16" fmla="*/ 64 w 90"/>
              <a:gd name="T17" fmla="*/ 10 h 89"/>
              <a:gd name="T18" fmla="*/ 40 w 90"/>
              <a:gd name="T19" fmla="*/ 27 h 89"/>
              <a:gd name="T20" fmla="*/ 27 w 90"/>
              <a:gd name="T21" fmla="*/ 38 h 89"/>
              <a:gd name="T22" fmla="*/ 36 w 90"/>
              <a:gd name="T23" fmla="*/ 46 h 89"/>
              <a:gd name="T24" fmla="*/ 0 w 90"/>
              <a:gd name="T25" fmla="*/ 89 h 89"/>
              <a:gd name="T26" fmla="*/ 43 w 90"/>
              <a:gd name="T27" fmla="*/ 53 h 89"/>
              <a:gd name="T28" fmla="*/ 52 w 90"/>
              <a:gd name="T29" fmla="*/ 62 h 89"/>
              <a:gd name="T30" fmla="*/ 63 w 90"/>
              <a:gd name="T31" fmla="*/ 5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0" h="89">
                <a:moveTo>
                  <a:pt x="63" y="50"/>
                </a:moveTo>
                <a:cubicBezTo>
                  <a:pt x="63" y="41"/>
                  <a:pt x="76" y="28"/>
                  <a:pt x="79" y="25"/>
                </a:cubicBezTo>
                <a:cubicBezTo>
                  <a:pt x="82" y="28"/>
                  <a:pt x="82" y="28"/>
                  <a:pt x="82" y="28"/>
                </a:cubicBezTo>
                <a:cubicBezTo>
                  <a:pt x="84" y="30"/>
                  <a:pt x="86" y="30"/>
                  <a:pt x="88" y="28"/>
                </a:cubicBezTo>
                <a:cubicBezTo>
                  <a:pt x="90" y="26"/>
                  <a:pt x="90" y="24"/>
                  <a:pt x="88" y="22"/>
                </a:cubicBezTo>
                <a:cubicBezTo>
                  <a:pt x="67" y="1"/>
                  <a:pt x="67" y="1"/>
                  <a:pt x="67" y="1"/>
                </a:cubicBezTo>
                <a:cubicBezTo>
                  <a:pt x="66" y="0"/>
                  <a:pt x="63" y="0"/>
                  <a:pt x="61" y="1"/>
                </a:cubicBezTo>
                <a:cubicBezTo>
                  <a:pt x="60" y="3"/>
                  <a:pt x="60" y="6"/>
                  <a:pt x="61" y="7"/>
                </a:cubicBezTo>
                <a:cubicBezTo>
                  <a:pt x="64" y="10"/>
                  <a:pt x="64" y="10"/>
                  <a:pt x="64" y="10"/>
                </a:cubicBezTo>
                <a:cubicBezTo>
                  <a:pt x="62" y="13"/>
                  <a:pt x="47" y="27"/>
                  <a:pt x="40" y="27"/>
                </a:cubicBezTo>
                <a:cubicBezTo>
                  <a:pt x="32" y="26"/>
                  <a:pt x="27" y="38"/>
                  <a:pt x="27" y="38"/>
                </a:cubicBezTo>
                <a:cubicBezTo>
                  <a:pt x="36" y="46"/>
                  <a:pt x="36" y="46"/>
                  <a:pt x="36" y="46"/>
                </a:cubicBezTo>
                <a:cubicBezTo>
                  <a:pt x="0" y="89"/>
                  <a:pt x="0" y="89"/>
                  <a:pt x="0" y="89"/>
                </a:cubicBezTo>
                <a:cubicBezTo>
                  <a:pt x="43" y="53"/>
                  <a:pt x="43" y="53"/>
                  <a:pt x="43" y="53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62"/>
                  <a:pt x="63" y="59"/>
                  <a:pt x="63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6" name="Freeform 414"/>
          <p:cNvSpPr>
            <a:spLocks noEditPoints="1"/>
          </p:cNvSpPr>
          <p:nvPr/>
        </p:nvSpPr>
        <p:spPr bwMode="auto">
          <a:xfrm>
            <a:off x="3928836" y="4813301"/>
            <a:ext cx="180975" cy="182563"/>
          </a:xfrm>
          <a:custGeom>
            <a:avLst/>
            <a:gdLst>
              <a:gd name="T0" fmla="*/ 0 w 114"/>
              <a:gd name="T1" fmla="*/ 0 h 115"/>
              <a:gd name="T2" fmla="*/ 0 w 114"/>
              <a:gd name="T3" fmla="*/ 115 h 115"/>
              <a:gd name="T4" fmla="*/ 114 w 114"/>
              <a:gd name="T5" fmla="*/ 115 h 115"/>
              <a:gd name="T6" fmla="*/ 114 w 114"/>
              <a:gd name="T7" fmla="*/ 0 h 115"/>
              <a:gd name="T8" fmla="*/ 0 w 114"/>
              <a:gd name="T9" fmla="*/ 0 h 115"/>
              <a:gd name="T10" fmla="*/ 66 w 114"/>
              <a:gd name="T11" fmla="*/ 94 h 115"/>
              <a:gd name="T12" fmla="*/ 56 w 114"/>
              <a:gd name="T13" fmla="*/ 94 h 115"/>
              <a:gd name="T14" fmla="*/ 56 w 114"/>
              <a:gd name="T15" fmla="*/ 30 h 115"/>
              <a:gd name="T16" fmla="*/ 56 w 114"/>
              <a:gd name="T17" fmla="*/ 30 h 115"/>
              <a:gd name="T18" fmla="*/ 42 w 114"/>
              <a:gd name="T19" fmla="*/ 35 h 115"/>
              <a:gd name="T20" fmla="*/ 42 w 114"/>
              <a:gd name="T21" fmla="*/ 30 h 115"/>
              <a:gd name="T22" fmla="*/ 58 w 114"/>
              <a:gd name="T23" fmla="*/ 19 h 115"/>
              <a:gd name="T24" fmla="*/ 66 w 114"/>
              <a:gd name="T25" fmla="*/ 19 h 115"/>
              <a:gd name="T26" fmla="*/ 66 w 114"/>
              <a:gd name="T27" fmla="*/ 94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15">
                <a:moveTo>
                  <a:pt x="0" y="0"/>
                </a:moveTo>
                <a:lnTo>
                  <a:pt x="0" y="115"/>
                </a:lnTo>
                <a:lnTo>
                  <a:pt x="114" y="115"/>
                </a:lnTo>
                <a:lnTo>
                  <a:pt x="114" y="0"/>
                </a:lnTo>
                <a:lnTo>
                  <a:pt x="0" y="0"/>
                </a:lnTo>
                <a:close/>
                <a:moveTo>
                  <a:pt x="66" y="94"/>
                </a:moveTo>
                <a:lnTo>
                  <a:pt x="56" y="94"/>
                </a:lnTo>
                <a:lnTo>
                  <a:pt x="56" y="30"/>
                </a:lnTo>
                <a:lnTo>
                  <a:pt x="56" y="30"/>
                </a:lnTo>
                <a:lnTo>
                  <a:pt x="42" y="35"/>
                </a:lnTo>
                <a:lnTo>
                  <a:pt x="42" y="30"/>
                </a:lnTo>
                <a:lnTo>
                  <a:pt x="58" y="19"/>
                </a:lnTo>
                <a:lnTo>
                  <a:pt x="66" y="19"/>
                </a:lnTo>
                <a:lnTo>
                  <a:pt x="66" y="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7" name="Freeform 415"/>
          <p:cNvSpPr>
            <a:spLocks noEditPoints="1"/>
          </p:cNvSpPr>
          <p:nvPr/>
        </p:nvSpPr>
        <p:spPr bwMode="auto">
          <a:xfrm>
            <a:off x="4051074" y="5008563"/>
            <a:ext cx="207963" cy="182563"/>
          </a:xfrm>
          <a:custGeom>
            <a:avLst/>
            <a:gdLst>
              <a:gd name="T0" fmla="*/ 49 w 49"/>
              <a:gd name="T1" fmla="*/ 0 h 43"/>
              <a:gd name="T2" fmla="*/ 0 w 49"/>
              <a:gd name="T3" fmla="*/ 0 h 43"/>
              <a:gd name="T4" fmla="*/ 0 w 49"/>
              <a:gd name="T5" fmla="*/ 43 h 43"/>
              <a:gd name="T6" fmla="*/ 49 w 49"/>
              <a:gd name="T7" fmla="*/ 43 h 43"/>
              <a:gd name="T8" fmla="*/ 49 w 49"/>
              <a:gd name="T9" fmla="*/ 0 h 43"/>
              <a:gd name="T10" fmla="*/ 23 w 49"/>
              <a:gd name="T11" fmla="*/ 36 h 43"/>
              <a:gd name="T12" fmla="*/ 16 w 49"/>
              <a:gd name="T13" fmla="*/ 34 h 43"/>
              <a:gd name="T14" fmla="*/ 17 w 49"/>
              <a:gd name="T15" fmla="*/ 31 h 43"/>
              <a:gd name="T16" fmla="*/ 23 w 49"/>
              <a:gd name="T17" fmla="*/ 33 h 43"/>
              <a:gd name="T18" fmla="*/ 29 w 49"/>
              <a:gd name="T19" fmla="*/ 27 h 43"/>
              <a:gd name="T20" fmla="*/ 22 w 49"/>
              <a:gd name="T21" fmla="*/ 22 h 43"/>
              <a:gd name="T22" fmla="*/ 20 w 49"/>
              <a:gd name="T23" fmla="*/ 22 h 43"/>
              <a:gd name="T24" fmla="*/ 20 w 49"/>
              <a:gd name="T25" fmla="*/ 19 h 43"/>
              <a:gd name="T26" fmla="*/ 22 w 49"/>
              <a:gd name="T27" fmla="*/ 19 h 43"/>
              <a:gd name="T28" fmla="*/ 28 w 49"/>
              <a:gd name="T29" fmla="*/ 14 h 43"/>
              <a:gd name="T30" fmla="*/ 23 w 49"/>
              <a:gd name="T31" fmla="*/ 10 h 43"/>
              <a:gd name="T32" fmla="*/ 18 w 49"/>
              <a:gd name="T33" fmla="*/ 12 h 43"/>
              <a:gd name="T34" fmla="*/ 17 w 49"/>
              <a:gd name="T35" fmla="*/ 9 h 43"/>
              <a:gd name="T36" fmla="*/ 24 w 49"/>
              <a:gd name="T37" fmla="*/ 7 h 43"/>
              <a:gd name="T38" fmla="*/ 32 w 49"/>
              <a:gd name="T39" fmla="*/ 13 h 43"/>
              <a:gd name="T40" fmla="*/ 27 w 49"/>
              <a:gd name="T41" fmla="*/ 20 h 43"/>
              <a:gd name="T42" fmla="*/ 27 w 49"/>
              <a:gd name="T43" fmla="*/ 20 h 43"/>
              <a:gd name="T44" fmla="*/ 33 w 49"/>
              <a:gd name="T45" fmla="*/ 27 h 43"/>
              <a:gd name="T46" fmla="*/ 23 w 49"/>
              <a:gd name="T47" fmla="*/ 36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9" h="43">
                <a:moveTo>
                  <a:pt x="4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43"/>
                  <a:pt x="0" y="43"/>
                  <a:pt x="0" y="43"/>
                </a:cubicBezTo>
                <a:cubicBezTo>
                  <a:pt x="49" y="43"/>
                  <a:pt x="49" y="43"/>
                  <a:pt x="49" y="43"/>
                </a:cubicBezTo>
                <a:lnTo>
                  <a:pt x="49" y="0"/>
                </a:lnTo>
                <a:close/>
                <a:moveTo>
                  <a:pt x="23" y="36"/>
                </a:moveTo>
                <a:cubicBezTo>
                  <a:pt x="20" y="36"/>
                  <a:pt x="17" y="35"/>
                  <a:pt x="16" y="34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2"/>
                  <a:pt x="20" y="33"/>
                  <a:pt x="23" y="33"/>
                </a:cubicBezTo>
                <a:cubicBezTo>
                  <a:pt x="28" y="33"/>
                  <a:pt x="29" y="30"/>
                  <a:pt x="29" y="27"/>
                </a:cubicBezTo>
                <a:cubicBezTo>
                  <a:pt x="29" y="23"/>
                  <a:pt x="26" y="22"/>
                  <a:pt x="22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19"/>
                  <a:pt x="20" y="19"/>
                  <a:pt x="20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5" y="19"/>
                  <a:pt x="28" y="17"/>
                  <a:pt x="28" y="14"/>
                </a:cubicBezTo>
                <a:cubicBezTo>
                  <a:pt x="28" y="12"/>
                  <a:pt x="27" y="10"/>
                  <a:pt x="23" y="10"/>
                </a:cubicBezTo>
                <a:cubicBezTo>
                  <a:pt x="21" y="10"/>
                  <a:pt x="19" y="11"/>
                  <a:pt x="18" y="12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8"/>
                  <a:pt x="21" y="7"/>
                  <a:pt x="24" y="7"/>
                </a:cubicBezTo>
                <a:cubicBezTo>
                  <a:pt x="30" y="7"/>
                  <a:pt x="32" y="10"/>
                  <a:pt x="32" y="13"/>
                </a:cubicBezTo>
                <a:cubicBezTo>
                  <a:pt x="32" y="16"/>
                  <a:pt x="30" y="19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30" y="21"/>
                  <a:pt x="33" y="23"/>
                  <a:pt x="33" y="27"/>
                </a:cubicBezTo>
                <a:cubicBezTo>
                  <a:pt x="33" y="32"/>
                  <a:pt x="30" y="36"/>
                  <a:pt x="23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8" name="Freeform 416"/>
          <p:cNvSpPr>
            <a:spLocks noEditPoints="1"/>
          </p:cNvSpPr>
          <p:nvPr/>
        </p:nvSpPr>
        <p:spPr bwMode="auto">
          <a:xfrm>
            <a:off x="3779611" y="5008563"/>
            <a:ext cx="200025" cy="182563"/>
          </a:xfrm>
          <a:custGeom>
            <a:avLst/>
            <a:gdLst>
              <a:gd name="T0" fmla="*/ 11 w 47"/>
              <a:gd name="T1" fmla="*/ 0 h 43"/>
              <a:gd name="T2" fmla="*/ 0 w 47"/>
              <a:gd name="T3" fmla="*/ 0 h 43"/>
              <a:gd name="T4" fmla="*/ 0 w 47"/>
              <a:gd name="T5" fmla="*/ 43 h 43"/>
              <a:gd name="T6" fmla="*/ 0 w 47"/>
              <a:gd name="T7" fmla="*/ 43 h 43"/>
              <a:gd name="T8" fmla="*/ 43 w 47"/>
              <a:gd name="T9" fmla="*/ 43 h 43"/>
              <a:gd name="T10" fmla="*/ 47 w 47"/>
              <a:gd name="T11" fmla="*/ 43 h 43"/>
              <a:gd name="T12" fmla="*/ 47 w 47"/>
              <a:gd name="T13" fmla="*/ 0 h 43"/>
              <a:gd name="T14" fmla="*/ 11 w 47"/>
              <a:gd name="T15" fmla="*/ 0 h 43"/>
              <a:gd name="T16" fmla="*/ 32 w 47"/>
              <a:gd name="T17" fmla="*/ 35 h 43"/>
              <a:gd name="T18" fmla="*/ 15 w 47"/>
              <a:gd name="T19" fmla="*/ 35 h 43"/>
              <a:gd name="T20" fmla="*/ 15 w 47"/>
              <a:gd name="T21" fmla="*/ 33 h 43"/>
              <a:gd name="T22" fmla="*/ 18 w 47"/>
              <a:gd name="T23" fmla="*/ 30 h 43"/>
              <a:gd name="T24" fmla="*/ 28 w 47"/>
              <a:gd name="T25" fmla="*/ 16 h 43"/>
              <a:gd name="T26" fmla="*/ 22 w 47"/>
              <a:gd name="T27" fmla="*/ 10 h 43"/>
              <a:gd name="T28" fmla="*/ 16 w 47"/>
              <a:gd name="T29" fmla="*/ 12 h 43"/>
              <a:gd name="T30" fmla="*/ 15 w 47"/>
              <a:gd name="T31" fmla="*/ 10 h 43"/>
              <a:gd name="T32" fmla="*/ 23 w 47"/>
              <a:gd name="T33" fmla="*/ 7 h 43"/>
              <a:gd name="T34" fmla="*/ 32 w 47"/>
              <a:gd name="T35" fmla="*/ 15 h 43"/>
              <a:gd name="T36" fmla="*/ 22 w 47"/>
              <a:gd name="T37" fmla="*/ 30 h 43"/>
              <a:gd name="T38" fmla="*/ 20 w 47"/>
              <a:gd name="T39" fmla="*/ 32 h 43"/>
              <a:gd name="T40" fmla="*/ 20 w 47"/>
              <a:gd name="T41" fmla="*/ 32 h 43"/>
              <a:gd name="T42" fmla="*/ 32 w 47"/>
              <a:gd name="T43" fmla="*/ 32 h 43"/>
              <a:gd name="T44" fmla="*/ 32 w 47"/>
              <a:gd name="T45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7" h="43">
                <a:moveTo>
                  <a:pt x="1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0"/>
                  <a:pt x="47" y="0"/>
                  <a:pt x="47" y="0"/>
                </a:cubicBezTo>
                <a:lnTo>
                  <a:pt x="11" y="0"/>
                </a:lnTo>
                <a:close/>
                <a:moveTo>
                  <a:pt x="32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5" y="33"/>
                  <a:pt x="15" y="33"/>
                  <a:pt x="15" y="33"/>
                </a:cubicBezTo>
                <a:cubicBezTo>
                  <a:pt x="18" y="30"/>
                  <a:pt x="18" y="30"/>
                  <a:pt x="18" y="30"/>
                </a:cubicBezTo>
                <a:cubicBezTo>
                  <a:pt x="25" y="23"/>
                  <a:pt x="28" y="20"/>
                  <a:pt x="28" y="16"/>
                </a:cubicBezTo>
                <a:cubicBezTo>
                  <a:pt x="28" y="13"/>
                  <a:pt x="27" y="10"/>
                  <a:pt x="22" y="10"/>
                </a:cubicBezTo>
                <a:cubicBezTo>
                  <a:pt x="20" y="10"/>
                  <a:pt x="18" y="11"/>
                  <a:pt x="16" y="12"/>
                </a:cubicBezTo>
                <a:cubicBezTo>
                  <a:pt x="15" y="10"/>
                  <a:pt x="15" y="10"/>
                  <a:pt x="15" y="10"/>
                </a:cubicBezTo>
                <a:cubicBezTo>
                  <a:pt x="17" y="8"/>
                  <a:pt x="20" y="7"/>
                  <a:pt x="23" y="7"/>
                </a:cubicBezTo>
                <a:cubicBezTo>
                  <a:pt x="29" y="7"/>
                  <a:pt x="32" y="11"/>
                  <a:pt x="32" y="15"/>
                </a:cubicBezTo>
                <a:cubicBezTo>
                  <a:pt x="32" y="20"/>
                  <a:pt x="28" y="24"/>
                  <a:pt x="22" y="30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9" name="Rectangle 417"/>
          <p:cNvSpPr>
            <a:spLocks noChangeArrowheads="1"/>
          </p:cNvSpPr>
          <p:nvPr/>
        </p:nvSpPr>
        <p:spPr bwMode="auto">
          <a:xfrm>
            <a:off x="4657499" y="4924426"/>
            <a:ext cx="446088" cy="841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0" name="Rectangle 418"/>
          <p:cNvSpPr>
            <a:spLocks noChangeArrowheads="1"/>
          </p:cNvSpPr>
          <p:nvPr/>
        </p:nvSpPr>
        <p:spPr bwMode="auto">
          <a:xfrm>
            <a:off x="4657499" y="4924426"/>
            <a:ext cx="446088" cy="841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1" name="Freeform 419"/>
          <p:cNvSpPr>
            <a:spLocks noEditPoints="1"/>
          </p:cNvSpPr>
          <p:nvPr/>
        </p:nvSpPr>
        <p:spPr bwMode="auto">
          <a:xfrm>
            <a:off x="4657499" y="5008563"/>
            <a:ext cx="446088" cy="179388"/>
          </a:xfrm>
          <a:custGeom>
            <a:avLst/>
            <a:gdLst>
              <a:gd name="T0" fmla="*/ 0 w 281"/>
              <a:gd name="T1" fmla="*/ 113 h 113"/>
              <a:gd name="T2" fmla="*/ 281 w 281"/>
              <a:gd name="T3" fmla="*/ 113 h 113"/>
              <a:gd name="T4" fmla="*/ 281 w 281"/>
              <a:gd name="T5" fmla="*/ 0 h 113"/>
              <a:gd name="T6" fmla="*/ 0 w 281"/>
              <a:gd name="T7" fmla="*/ 0 h 113"/>
              <a:gd name="T8" fmla="*/ 0 w 281"/>
              <a:gd name="T9" fmla="*/ 113 h 113"/>
              <a:gd name="T10" fmla="*/ 171 w 281"/>
              <a:gd name="T11" fmla="*/ 73 h 113"/>
              <a:gd name="T12" fmla="*/ 270 w 281"/>
              <a:gd name="T13" fmla="*/ 73 h 113"/>
              <a:gd name="T14" fmla="*/ 270 w 281"/>
              <a:gd name="T15" fmla="*/ 102 h 113"/>
              <a:gd name="T16" fmla="*/ 171 w 281"/>
              <a:gd name="T17" fmla="*/ 102 h 113"/>
              <a:gd name="T18" fmla="*/ 171 w 281"/>
              <a:gd name="T19" fmla="*/ 7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1" h="113">
                <a:moveTo>
                  <a:pt x="0" y="113"/>
                </a:moveTo>
                <a:lnTo>
                  <a:pt x="281" y="113"/>
                </a:lnTo>
                <a:lnTo>
                  <a:pt x="281" y="0"/>
                </a:lnTo>
                <a:lnTo>
                  <a:pt x="0" y="0"/>
                </a:lnTo>
                <a:lnTo>
                  <a:pt x="0" y="113"/>
                </a:lnTo>
                <a:close/>
                <a:moveTo>
                  <a:pt x="171" y="73"/>
                </a:moveTo>
                <a:lnTo>
                  <a:pt x="270" y="73"/>
                </a:lnTo>
                <a:lnTo>
                  <a:pt x="270" y="102"/>
                </a:lnTo>
                <a:lnTo>
                  <a:pt x="171" y="102"/>
                </a:lnTo>
                <a:lnTo>
                  <a:pt x="171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" name="Freeform 420"/>
          <p:cNvSpPr>
            <a:spLocks noEditPoints="1"/>
          </p:cNvSpPr>
          <p:nvPr/>
        </p:nvSpPr>
        <p:spPr bwMode="auto">
          <a:xfrm>
            <a:off x="4657499" y="4873626"/>
            <a:ext cx="446088" cy="50800"/>
          </a:xfrm>
          <a:custGeom>
            <a:avLst/>
            <a:gdLst>
              <a:gd name="T0" fmla="*/ 0 w 281"/>
              <a:gd name="T1" fmla="*/ 0 h 32"/>
              <a:gd name="T2" fmla="*/ 0 w 281"/>
              <a:gd name="T3" fmla="*/ 32 h 32"/>
              <a:gd name="T4" fmla="*/ 281 w 281"/>
              <a:gd name="T5" fmla="*/ 32 h 32"/>
              <a:gd name="T6" fmla="*/ 281 w 281"/>
              <a:gd name="T7" fmla="*/ 0 h 32"/>
              <a:gd name="T8" fmla="*/ 0 w 281"/>
              <a:gd name="T9" fmla="*/ 0 h 32"/>
              <a:gd name="T10" fmla="*/ 27 w 281"/>
              <a:gd name="T11" fmla="*/ 26 h 32"/>
              <a:gd name="T12" fmla="*/ 13 w 281"/>
              <a:gd name="T13" fmla="*/ 26 h 32"/>
              <a:gd name="T14" fmla="*/ 13 w 281"/>
              <a:gd name="T15" fmla="*/ 2 h 32"/>
              <a:gd name="T16" fmla="*/ 27 w 281"/>
              <a:gd name="T17" fmla="*/ 2 h 32"/>
              <a:gd name="T18" fmla="*/ 27 w 281"/>
              <a:gd name="T19" fmla="*/ 26 h 32"/>
              <a:gd name="T20" fmla="*/ 45 w 281"/>
              <a:gd name="T21" fmla="*/ 26 h 32"/>
              <a:gd name="T22" fmla="*/ 35 w 281"/>
              <a:gd name="T23" fmla="*/ 26 h 32"/>
              <a:gd name="T24" fmla="*/ 35 w 281"/>
              <a:gd name="T25" fmla="*/ 2 h 32"/>
              <a:gd name="T26" fmla="*/ 45 w 281"/>
              <a:gd name="T27" fmla="*/ 2 h 32"/>
              <a:gd name="T28" fmla="*/ 45 w 281"/>
              <a:gd name="T29" fmla="*/ 26 h 32"/>
              <a:gd name="T30" fmla="*/ 67 w 281"/>
              <a:gd name="T31" fmla="*/ 26 h 32"/>
              <a:gd name="T32" fmla="*/ 53 w 281"/>
              <a:gd name="T33" fmla="*/ 26 h 32"/>
              <a:gd name="T34" fmla="*/ 53 w 281"/>
              <a:gd name="T35" fmla="*/ 2 h 32"/>
              <a:gd name="T36" fmla="*/ 67 w 281"/>
              <a:gd name="T37" fmla="*/ 2 h 32"/>
              <a:gd name="T38" fmla="*/ 67 w 281"/>
              <a:gd name="T39" fmla="*/ 26 h 32"/>
              <a:gd name="T40" fmla="*/ 86 w 281"/>
              <a:gd name="T41" fmla="*/ 26 h 32"/>
              <a:gd name="T42" fmla="*/ 72 w 281"/>
              <a:gd name="T43" fmla="*/ 26 h 32"/>
              <a:gd name="T44" fmla="*/ 72 w 281"/>
              <a:gd name="T45" fmla="*/ 2 h 32"/>
              <a:gd name="T46" fmla="*/ 86 w 281"/>
              <a:gd name="T47" fmla="*/ 2 h 32"/>
              <a:gd name="T48" fmla="*/ 86 w 281"/>
              <a:gd name="T49" fmla="*/ 26 h 32"/>
              <a:gd name="T50" fmla="*/ 104 w 281"/>
              <a:gd name="T51" fmla="*/ 26 h 32"/>
              <a:gd name="T52" fmla="*/ 94 w 281"/>
              <a:gd name="T53" fmla="*/ 26 h 32"/>
              <a:gd name="T54" fmla="*/ 94 w 281"/>
              <a:gd name="T55" fmla="*/ 2 h 32"/>
              <a:gd name="T56" fmla="*/ 104 w 281"/>
              <a:gd name="T57" fmla="*/ 2 h 32"/>
              <a:gd name="T58" fmla="*/ 104 w 281"/>
              <a:gd name="T59" fmla="*/ 2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81" h="32">
                <a:moveTo>
                  <a:pt x="0" y="0"/>
                </a:moveTo>
                <a:lnTo>
                  <a:pt x="0" y="32"/>
                </a:lnTo>
                <a:lnTo>
                  <a:pt x="281" y="32"/>
                </a:lnTo>
                <a:lnTo>
                  <a:pt x="281" y="0"/>
                </a:lnTo>
                <a:lnTo>
                  <a:pt x="0" y="0"/>
                </a:lnTo>
                <a:close/>
                <a:moveTo>
                  <a:pt x="27" y="26"/>
                </a:moveTo>
                <a:lnTo>
                  <a:pt x="13" y="26"/>
                </a:lnTo>
                <a:lnTo>
                  <a:pt x="13" y="2"/>
                </a:lnTo>
                <a:lnTo>
                  <a:pt x="27" y="2"/>
                </a:lnTo>
                <a:lnTo>
                  <a:pt x="27" y="26"/>
                </a:lnTo>
                <a:close/>
                <a:moveTo>
                  <a:pt x="45" y="26"/>
                </a:moveTo>
                <a:lnTo>
                  <a:pt x="35" y="26"/>
                </a:lnTo>
                <a:lnTo>
                  <a:pt x="35" y="2"/>
                </a:lnTo>
                <a:lnTo>
                  <a:pt x="45" y="2"/>
                </a:lnTo>
                <a:lnTo>
                  <a:pt x="45" y="26"/>
                </a:lnTo>
                <a:close/>
                <a:moveTo>
                  <a:pt x="67" y="26"/>
                </a:moveTo>
                <a:lnTo>
                  <a:pt x="53" y="26"/>
                </a:lnTo>
                <a:lnTo>
                  <a:pt x="53" y="2"/>
                </a:lnTo>
                <a:lnTo>
                  <a:pt x="67" y="2"/>
                </a:lnTo>
                <a:lnTo>
                  <a:pt x="67" y="26"/>
                </a:lnTo>
                <a:close/>
                <a:moveTo>
                  <a:pt x="86" y="26"/>
                </a:moveTo>
                <a:lnTo>
                  <a:pt x="72" y="26"/>
                </a:lnTo>
                <a:lnTo>
                  <a:pt x="72" y="2"/>
                </a:lnTo>
                <a:lnTo>
                  <a:pt x="86" y="2"/>
                </a:lnTo>
                <a:lnTo>
                  <a:pt x="86" y="26"/>
                </a:lnTo>
                <a:close/>
                <a:moveTo>
                  <a:pt x="104" y="26"/>
                </a:moveTo>
                <a:lnTo>
                  <a:pt x="94" y="26"/>
                </a:lnTo>
                <a:lnTo>
                  <a:pt x="94" y="2"/>
                </a:lnTo>
                <a:lnTo>
                  <a:pt x="104" y="2"/>
                </a:lnTo>
                <a:lnTo>
                  <a:pt x="104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3" name="Freeform 421"/>
          <p:cNvSpPr>
            <a:spLocks noEditPoints="1"/>
          </p:cNvSpPr>
          <p:nvPr/>
        </p:nvSpPr>
        <p:spPr bwMode="auto">
          <a:xfrm>
            <a:off x="6286274" y="4843463"/>
            <a:ext cx="347663" cy="347663"/>
          </a:xfrm>
          <a:custGeom>
            <a:avLst/>
            <a:gdLst>
              <a:gd name="T0" fmla="*/ 9 w 82"/>
              <a:gd name="T1" fmla="*/ 82 h 82"/>
              <a:gd name="T2" fmla="*/ 73 w 82"/>
              <a:gd name="T3" fmla="*/ 82 h 82"/>
              <a:gd name="T4" fmla="*/ 76 w 82"/>
              <a:gd name="T5" fmla="*/ 38 h 82"/>
              <a:gd name="T6" fmla="*/ 6 w 82"/>
              <a:gd name="T7" fmla="*/ 38 h 82"/>
              <a:gd name="T8" fmla="*/ 9 w 82"/>
              <a:gd name="T9" fmla="*/ 82 h 82"/>
              <a:gd name="T10" fmla="*/ 56 w 82"/>
              <a:gd name="T11" fmla="*/ 54 h 82"/>
              <a:gd name="T12" fmla="*/ 59 w 82"/>
              <a:gd name="T13" fmla="*/ 51 h 82"/>
              <a:gd name="T14" fmla="*/ 62 w 82"/>
              <a:gd name="T15" fmla="*/ 54 h 82"/>
              <a:gd name="T16" fmla="*/ 62 w 82"/>
              <a:gd name="T17" fmla="*/ 71 h 82"/>
              <a:gd name="T18" fmla="*/ 59 w 82"/>
              <a:gd name="T19" fmla="*/ 74 h 82"/>
              <a:gd name="T20" fmla="*/ 56 w 82"/>
              <a:gd name="T21" fmla="*/ 71 h 82"/>
              <a:gd name="T22" fmla="*/ 56 w 82"/>
              <a:gd name="T23" fmla="*/ 54 h 82"/>
              <a:gd name="T24" fmla="*/ 44 w 82"/>
              <a:gd name="T25" fmla="*/ 54 h 82"/>
              <a:gd name="T26" fmla="*/ 47 w 82"/>
              <a:gd name="T27" fmla="*/ 51 h 82"/>
              <a:gd name="T28" fmla="*/ 50 w 82"/>
              <a:gd name="T29" fmla="*/ 54 h 82"/>
              <a:gd name="T30" fmla="*/ 50 w 82"/>
              <a:gd name="T31" fmla="*/ 71 h 82"/>
              <a:gd name="T32" fmla="*/ 47 w 82"/>
              <a:gd name="T33" fmla="*/ 74 h 82"/>
              <a:gd name="T34" fmla="*/ 44 w 82"/>
              <a:gd name="T35" fmla="*/ 71 h 82"/>
              <a:gd name="T36" fmla="*/ 44 w 82"/>
              <a:gd name="T37" fmla="*/ 54 h 82"/>
              <a:gd name="T38" fmla="*/ 32 w 82"/>
              <a:gd name="T39" fmla="*/ 54 h 82"/>
              <a:gd name="T40" fmla="*/ 35 w 82"/>
              <a:gd name="T41" fmla="*/ 51 h 82"/>
              <a:gd name="T42" fmla="*/ 38 w 82"/>
              <a:gd name="T43" fmla="*/ 54 h 82"/>
              <a:gd name="T44" fmla="*/ 38 w 82"/>
              <a:gd name="T45" fmla="*/ 71 h 82"/>
              <a:gd name="T46" fmla="*/ 35 w 82"/>
              <a:gd name="T47" fmla="*/ 74 h 82"/>
              <a:gd name="T48" fmla="*/ 32 w 82"/>
              <a:gd name="T49" fmla="*/ 71 h 82"/>
              <a:gd name="T50" fmla="*/ 32 w 82"/>
              <a:gd name="T51" fmla="*/ 54 h 82"/>
              <a:gd name="T52" fmla="*/ 20 w 82"/>
              <a:gd name="T53" fmla="*/ 54 h 82"/>
              <a:gd name="T54" fmla="*/ 23 w 82"/>
              <a:gd name="T55" fmla="*/ 51 h 82"/>
              <a:gd name="T56" fmla="*/ 26 w 82"/>
              <a:gd name="T57" fmla="*/ 54 h 82"/>
              <a:gd name="T58" fmla="*/ 26 w 82"/>
              <a:gd name="T59" fmla="*/ 71 h 82"/>
              <a:gd name="T60" fmla="*/ 23 w 82"/>
              <a:gd name="T61" fmla="*/ 74 h 82"/>
              <a:gd name="T62" fmla="*/ 20 w 82"/>
              <a:gd name="T63" fmla="*/ 71 h 82"/>
              <a:gd name="T64" fmla="*/ 20 w 82"/>
              <a:gd name="T65" fmla="*/ 54 h 82"/>
              <a:gd name="T66" fmla="*/ 74 w 82"/>
              <a:gd name="T67" fmla="*/ 20 h 82"/>
              <a:gd name="T68" fmla="*/ 59 w 82"/>
              <a:gd name="T69" fmla="*/ 20 h 82"/>
              <a:gd name="T70" fmla="*/ 66 w 82"/>
              <a:gd name="T71" fmla="*/ 10 h 82"/>
              <a:gd name="T72" fmla="*/ 64 w 82"/>
              <a:gd name="T73" fmla="*/ 2 h 82"/>
              <a:gd name="T74" fmla="*/ 56 w 82"/>
              <a:gd name="T75" fmla="*/ 4 h 82"/>
              <a:gd name="T76" fmla="*/ 47 w 82"/>
              <a:gd name="T77" fmla="*/ 19 h 82"/>
              <a:gd name="T78" fmla="*/ 46 w 82"/>
              <a:gd name="T79" fmla="*/ 20 h 82"/>
              <a:gd name="T80" fmla="*/ 36 w 82"/>
              <a:gd name="T81" fmla="*/ 20 h 82"/>
              <a:gd name="T82" fmla="*/ 35 w 82"/>
              <a:gd name="T83" fmla="*/ 19 h 82"/>
              <a:gd name="T84" fmla="*/ 26 w 82"/>
              <a:gd name="T85" fmla="*/ 4 h 82"/>
              <a:gd name="T86" fmla="*/ 18 w 82"/>
              <a:gd name="T87" fmla="*/ 2 h 82"/>
              <a:gd name="T88" fmla="*/ 16 w 82"/>
              <a:gd name="T89" fmla="*/ 10 h 82"/>
              <a:gd name="T90" fmla="*/ 22 w 82"/>
              <a:gd name="T91" fmla="*/ 20 h 82"/>
              <a:gd name="T92" fmla="*/ 7 w 82"/>
              <a:gd name="T93" fmla="*/ 20 h 82"/>
              <a:gd name="T94" fmla="*/ 0 w 82"/>
              <a:gd name="T95" fmla="*/ 28 h 82"/>
              <a:gd name="T96" fmla="*/ 7 w 82"/>
              <a:gd name="T97" fmla="*/ 35 h 82"/>
              <a:gd name="T98" fmla="*/ 74 w 82"/>
              <a:gd name="T99" fmla="*/ 35 h 82"/>
              <a:gd name="T100" fmla="*/ 82 w 82"/>
              <a:gd name="T101" fmla="*/ 28 h 82"/>
              <a:gd name="T102" fmla="*/ 74 w 82"/>
              <a:gd name="T103" fmla="*/ 2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9" y="82"/>
                </a:moveTo>
                <a:cubicBezTo>
                  <a:pt x="73" y="82"/>
                  <a:pt x="73" y="82"/>
                  <a:pt x="73" y="82"/>
                </a:cubicBezTo>
                <a:cubicBezTo>
                  <a:pt x="76" y="38"/>
                  <a:pt x="76" y="38"/>
                  <a:pt x="76" y="38"/>
                </a:cubicBezTo>
                <a:cubicBezTo>
                  <a:pt x="6" y="38"/>
                  <a:pt x="6" y="38"/>
                  <a:pt x="6" y="38"/>
                </a:cubicBezTo>
                <a:lnTo>
                  <a:pt x="9" y="82"/>
                </a:lnTo>
                <a:close/>
                <a:moveTo>
                  <a:pt x="56" y="54"/>
                </a:moveTo>
                <a:cubicBezTo>
                  <a:pt x="56" y="52"/>
                  <a:pt x="58" y="51"/>
                  <a:pt x="59" y="51"/>
                </a:cubicBezTo>
                <a:cubicBezTo>
                  <a:pt x="61" y="51"/>
                  <a:pt x="62" y="52"/>
                  <a:pt x="62" y="54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3"/>
                  <a:pt x="61" y="74"/>
                  <a:pt x="59" y="74"/>
                </a:cubicBezTo>
                <a:cubicBezTo>
                  <a:pt x="58" y="74"/>
                  <a:pt x="56" y="73"/>
                  <a:pt x="56" y="71"/>
                </a:cubicBezTo>
                <a:lnTo>
                  <a:pt x="56" y="54"/>
                </a:lnTo>
                <a:close/>
                <a:moveTo>
                  <a:pt x="44" y="54"/>
                </a:moveTo>
                <a:cubicBezTo>
                  <a:pt x="44" y="52"/>
                  <a:pt x="46" y="51"/>
                  <a:pt x="47" y="51"/>
                </a:cubicBezTo>
                <a:cubicBezTo>
                  <a:pt x="49" y="51"/>
                  <a:pt x="50" y="52"/>
                  <a:pt x="50" y="54"/>
                </a:cubicBezTo>
                <a:cubicBezTo>
                  <a:pt x="50" y="71"/>
                  <a:pt x="50" y="71"/>
                  <a:pt x="50" y="71"/>
                </a:cubicBezTo>
                <a:cubicBezTo>
                  <a:pt x="50" y="73"/>
                  <a:pt x="49" y="74"/>
                  <a:pt x="47" y="74"/>
                </a:cubicBezTo>
                <a:cubicBezTo>
                  <a:pt x="46" y="74"/>
                  <a:pt x="44" y="73"/>
                  <a:pt x="44" y="71"/>
                </a:cubicBezTo>
                <a:lnTo>
                  <a:pt x="44" y="54"/>
                </a:lnTo>
                <a:close/>
                <a:moveTo>
                  <a:pt x="32" y="54"/>
                </a:moveTo>
                <a:cubicBezTo>
                  <a:pt x="32" y="52"/>
                  <a:pt x="33" y="51"/>
                  <a:pt x="35" y="51"/>
                </a:cubicBezTo>
                <a:cubicBezTo>
                  <a:pt x="37" y="51"/>
                  <a:pt x="38" y="52"/>
                  <a:pt x="38" y="54"/>
                </a:cubicBezTo>
                <a:cubicBezTo>
                  <a:pt x="38" y="71"/>
                  <a:pt x="38" y="71"/>
                  <a:pt x="38" y="71"/>
                </a:cubicBezTo>
                <a:cubicBezTo>
                  <a:pt x="38" y="73"/>
                  <a:pt x="37" y="74"/>
                  <a:pt x="35" y="74"/>
                </a:cubicBezTo>
                <a:cubicBezTo>
                  <a:pt x="33" y="74"/>
                  <a:pt x="32" y="73"/>
                  <a:pt x="32" y="71"/>
                </a:cubicBezTo>
                <a:lnTo>
                  <a:pt x="32" y="54"/>
                </a:lnTo>
                <a:close/>
                <a:moveTo>
                  <a:pt x="20" y="54"/>
                </a:moveTo>
                <a:cubicBezTo>
                  <a:pt x="20" y="52"/>
                  <a:pt x="21" y="51"/>
                  <a:pt x="23" y="51"/>
                </a:cubicBezTo>
                <a:cubicBezTo>
                  <a:pt x="24" y="51"/>
                  <a:pt x="26" y="52"/>
                  <a:pt x="26" y="54"/>
                </a:cubicBezTo>
                <a:cubicBezTo>
                  <a:pt x="26" y="71"/>
                  <a:pt x="26" y="71"/>
                  <a:pt x="26" y="71"/>
                </a:cubicBezTo>
                <a:cubicBezTo>
                  <a:pt x="26" y="73"/>
                  <a:pt x="24" y="74"/>
                  <a:pt x="23" y="74"/>
                </a:cubicBezTo>
                <a:cubicBezTo>
                  <a:pt x="21" y="74"/>
                  <a:pt x="20" y="73"/>
                  <a:pt x="20" y="71"/>
                </a:cubicBezTo>
                <a:lnTo>
                  <a:pt x="20" y="54"/>
                </a:lnTo>
                <a:close/>
                <a:moveTo>
                  <a:pt x="74" y="20"/>
                </a:moveTo>
                <a:cubicBezTo>
                  <a:pt x="59" y="20"/>
                  <a:pt x="59" y="20"/>
                  <a:pt x="59" y="20"/>
                </a:cubicBezTo>
                <a:cubicBezTo>
                  <a:pt x="66" y="10"/>
                  <a:pt x="66" y="10"/>
                  <a:pt x="66" y="10"/>
                </a:cubicBezTo>
                <a:cubicBezTo>
                  <a:pt x="67" y="7"/>
                  <a:pt x="66" y="3"/>
                  <a:pt x="64" y="2"/>
                </a:cubicBezTo>
                <a:cubicBezTo>
                  <a:pt x="61" y="0"/>
                  <a:pt x="57" y="1"/>
                  <a:pt x="56" y="4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0"/>
                  <a:pt x="46" y="20"/>
                  <a:pt x="4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5" y="20"/>
                  <a:pt x="35" y="19"/>
                </a:cubicBezTo>
                <a:cubicBezTo>
                  <a:pt x="26" y="4"/>
                  <a:pt x="26" y="4"/>
                  <a:pt x="26" y="4"/>
                </a:cubicBezTo>
                <a:cubicBezTo>
                  <a:pt x="25" y="1"/>
                  <a:pt x="21" y="0"/>
                  <a:pt x="18" y="2"/>
                </a:cubicBezTo>
                <a:cubicBezTo>
                  <a:pt x="16" y="3"/>
                  <a:pt x="15" y="7"/>
                  <a:pt x="16" y="10"/>
                </a:cubicBezTo>
                <a:cubicBezTo>
                  <a:pt x="22" y="20"/>
                  <a:pt x="22" y="20"/>
                  <a:pt x="2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3" y="20"/>
                  <a:pt x="0" y="24"/>
                  <a:pt x="0" y="28"/>
                </a:cubicBezTo>
                <a:cubicBezTo>
                  <a:pt x="0" y="32"/>
                  <a:pt x="3" y="35"/>
                  <a:pt x="7" y="35"/>
                </a:cubicBezTo>
                <a:cubicBezTo>
                  <a:pt x="74" y="35"/>
                  <a:pt x="74" y="35"/>
                  <a:pt x="74" y="35"/>
                </a:cubicBezTo>
                <a:cubicBezTo>
                  <a:pt x="78" y="35"/>
                  <a:pt x="82" y="32"/>
                  <a:pt x="82" y="28"/>
                </a:cubicBezTo>
                <a:cubicBezTo>
                  <a:pt x="82" y="24"/>
                  <a:pt x="78" y="20"/>
                  <a:pt x="74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4" name="Freeform 422"/>
          <p:cNvSpPr>
            <a:spLocks noEditPoints="1"/>
          </p:cNvSpPr>
          <p:nvPr/>
        </p:nvSpPr>
        <p:spPr bwMode="auto">
          <a:xfrm>
            <a:off x="6999061" y="4940301"/>
            <a:ext cx="134938" cy="268288"/>
          </a:xfrm>
          <a:custGeom>
            <a:avLst/>
            <a:gdLst>
              <a:gd name="T0" fmla="*/ 28 w 32"/>
              <a:gd name="T1" fmla="*/ 0 h 63"/>
              <a:gd name="T2" fmla="*/ 9 w 32"/>
              <a:gd name="T3" fmla="*/ 2 h 63"/>
              <a:gd name="T4" fmla="*/ 0 w 32"/>
              <a:gd name="T5" fmla="*/ 11 h 63"/>
              <a:gd name="T6" fmla="*/ 0 w 32"/>
              <a:gd name="T7" fmla="*/ 23 h 63"/>
              <a:gd name="T8" fmla="*/ 9 w 32"/>
              <a:gd name="T9" fmla="*/ 33 h 63"/>
              <a:gd name="T10" fmla="*/ 19 w 32"/>
              <a:gd name="T11" fmla="*/ 36 h 63"/>
              <a:gd name="T12" fmla="*/ 19 w 32"/>
              <a:gd name="T13" fmla="*/ 58 h 63"/>
              <a:gd name="T14" fmla="*/ 22 w 32"/>
              <a:gd name="T15" fmla="*/ 61 h 63"/>
              <a:gd name="T16" fmla="*/ 27 w 32"/>
              <a:gd name="T17" fmla="*/ 52 h 63"/>
              <a:gd name="T18" fmla="*/ 28 w 32"/>
              <a:gd name="T19" fmla="*/ 45 h 63"/>
              <a:gd name="T20" fmla="*/ 28 w 32"/>
              <a:gd name="T21" fmla="*/ 37 h 63"/>
              <a:gd name="T22" fmla="*/ 31 w 32"/>
              <a:gd name="T23" fmla="*/ 31 h 63"/>
              <a:gd name="T24" fmla="*/ 31 w 32"/>
              <a:gd name="T25" fmla="*/ 4 h 63"/>
              <a:gd name="T26" fmla="*/ 28 w 32"/>
              <a:gd name="T27" fmla="*/ 0 h 63"/>
              <a:gd name="T28" fmla="*/ 10 w 32"/>
              <a:gd name="T29" fmla="*/ 23 h 63"/>
              <a:gd name="T30" fmla="*/ 7 w 32"/>
              <a:gd name="T31" fmla="*/ 26 h 63"/>
              <a:gd name="T32" fmla="*/ 5 w 32"/>
              <a:gd name="T33" fmla="*/ 23 h 63"/>
              <a:gd name="T34" fmla="*/ 5 w 32"/>
              <a:gd name="T35" fmla="*/ 11 h 63"/>
              <a:gd name="T36" fmla="*/ 7 w 32"/>
              <a:gd name="T37" fmla="*/ 8 h 63"/>
              <a:gd name="T38" fmla="*/ 10 w 32"/>
              <a:gd name="T39" fmla="*/ 11 h 63"/>
              <a:gd name="T40" fmla="*/ 10 w 32"/>
              <a:gd name="T41" fmla="*/ 2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2" h="63">
                <a:moveTo>
                  <a:pt x="28" y="0"/>
                </a:moveTo>
                <a:cubicBezTo>
                  <a:pt x="9" y="2"/>
                  <a:pt x="9" y="2"/>
                  <a:pt x="9" y="2"/>
                </a:cubicBezTo>
                <a:cubicBezTo>
                  <a:pt x="9" y="2"/>
                  <a:pt x="0" y="3"/>
                  <a:pt x="0" y="1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33"/>
                  <a:pt x="9" y="33"/>
                </a:cubicBezTo>
                <a:cubicBezTo>
                  <a:pt x="9" y="33"/>
                  <a:pt x="19" y="33"/>
                  <a:pt x="19" y="36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58"/>
                  <a:pt x="19" y="61"/>
                  <a:pt x="22" y="61"/>
                </a:cubicBezTo>
                <a:cubicBezTo>
                  <a:pt x="22" y="61"/>
                  <a:pt x="32" y="63"/>
                  <a:pt x="27" y="52"/>
                </a:cubicBezTo>
                <a:cubicBezTo>
                  <a:pt x="31" y="49"/>
                  <a:pt x="28" y="45"/>
                  <a:pt x="28" y="45"/>
                </a:cubicBezTo>
                <a:cubicBezTo>
                  <a:pt x="28" y="45"/>
                  <a:pt x="31" y="41"/>
                  <a:pt x="28" y="37"/>
                </a:cubicBezTo>
                <a:cubicBezTo>
                  <a:pt x="28" y="37"/>
                  <a:pt x="31" y="33"/>
                  <a:pt x="31" y="31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0"/>
                  <a:pt x="28" y="0"/>
                </a:cubicBezTo>
                <a:close/>
                <a:moveTo>
                  <a:pt x="10" y="23"/>
                </a:moveTo>
                <a:cubicBezTo>
                  <a:pt x="10" y="25"/>
                  <a:pt x="9" y="26"/>
                  <a:pt x="7" y="26"/>
                </a:cubicBezTo>
                <a:cubicBezTo>
                  <a:pt x="6" y="26"/>
                  <a:pt x="5" y="25"/>
                  <a:pt x="5" y="23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9"/>
                  <a:pt x="6" y="8"/>
                  <a:pt x="7" y="8"/>
                </a:cubicBezTo>
                <a:cubicBezTo>
                  <a:pt x="9" y="8"/>
                  <a:pt x="10" y="9"/>
                  <a:pt x="10" y="11"/>
                </a:cubicBezTo>
                <a:lnTo>
                  <a:pt x="10" y="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5" name="Freeform 423"/>
          <p:cNvSpPr>
            <a:spLocks/>
          </p:cNvSpPr>
          <p:nvPr/>
        </p:nvSpPr>
        <p:spPr bwMode="auto">
          <a:xfrm>
            <a:off x="7138761" y="4848226"/>
            <a:ext cx="215900" cy="309563"/>
          </a:xfrm>
          <a:custGeom>
            <a:avLst/>
            <a:gdLst>
              <a:gd name="T0" fmla="*/ 46 w 51"/>
              <a:gd name="T1" fmla="*/ 28 h 73"/>
              <a:gd name="T2" fmla="*/ 46 w 51"/>
              <a:gd name="T3" fmla="*/ 3 h 73"/>
              <a:gd name="T4" fmla="*/ 43 w 51"/>
              <a:gd name="T5" fmla="*/ 3 h 73"/>
              <a:gd name="T6" fmla="*/ 3 w 51"/>
              <a:gd name="T7" fmla="*/ 22 h 73"/>
              <a:gd name="T8" fmla="*/ 1 w 51"/>
              <a:gd name="T9" fmla="*/ 25 h 73"/>
              <a:gd name="T10" fmla="*/ 1 w 51"/>
              <a:gd name="T11" fmla="*/ 48 h 73"/>
              <a:gd name="T12" fmla="*/ 4 w 51"/>
              <a:gd name="T13" fmla="*/ 51 h 73"/>
              <a:gd name="T14" fmla="*/ 44 w 51"/>
              <a:gd name="T15" fmla="*/ 70 h 73"/>
              <a:gd name="T16" fmla="*/ 46 w 51"/>
              <a:gd name="T17" fmla="*/ 70 h 73"/>
              <a:gd name="T18" fmla="*/ 46 w 51"/>
              <a:gd name="T19" fmla="*/ 45 h 73"/>
              <a:gd name="T20" fmla="*/ 51 w 51"/>
              <a:gd name="T21" fmla="*/ 36 h 73"/>
              <a:gd name="T22" fmla="*/ 46 w 51"/>
              <a:gd name="T23" fmla="*/ 2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1" h="73">
                <a:moveTo>
                  <a:pt x="46" y="28"/>
                </a:moveTo>
                <a:cubicBezTo>
                  <a:pt x="46" y="3"/>
                  <a:pt x="46" y="3"/>
                  <a:pt x="46" y="3"/>
                </a:cubicBezTo>
                <a:cubicBezTo>
                  <a:pt x="46" y="0"/>
                  <a:pt x="43" y="3"/>
                  <a:pt x="43" y="3"/>
                </a:cubicBezTo>
                <a:cubicBezTo>
                  <a:pt x="30" y="24"/>
                  <a:pt x="3" y="22"/>
                  <a:pt x="3" y="22"/>
                </a:cubicBezTo>
                <a:cubicBezTo>
                  <a:pt x="0" y="22"/>
                  <a:pt x="1" y="25"/>
                  <a:pt x="1" y="25"/>
                </a:cubicBezTo>
                <a:cubicBezTo>
                  <a:pt x="1" y="48"/>
                  <a:pt x="1" y="48"/>
                  <a:pt x="1" y="48"/>
                </a:cubicBezTo>
                <a:cubicBezTo>
                  <a:pt x="1" y="51"/>
                  <a:pt x="4" y="51"/>
                  <a:pt x="4" y="51"/>
                </a:cubicBezTo>
                <a:cubicBezTo>
                  <a:pt x="34" y="51"/>
                  <a:pt x="44" y="70"/>
                  <a:pt x="44" y="70"/>
                </a:cubicBezTo>
                <a:cubicBezTo>
                  <a:pt x="44" y="70"/>
                  <a:pt x="46" y="73"/>
                  <a:pt x="46" y="70"/>
                </a:cubicBezTo>
                <a:cubicBezTo>
                  <a:pt x="46" y="45"/>
                  <a:pt x="46" y="45"/>
                  <a:pt x="46" y="45"/>
                </a:cubicBezTo>
                <a:cubicBezTo>
                  <a:pt x="49" y="43"/>
                  <a:pt x="51" y="40"/>
                  <a:pt x="51" y="36"/>
                </a:cubicBezTo>
                <a:cubicBezTo>
                  <a:pt x="51" y="33"/>
                  <a:pt x="49" y="30"/>
                  <a:pt x="46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6" name="Rectangle 424"/>
          <p:cNvSpPr>
            <a:spLocks noChangeArrowheads="1"/>
          </p:cNvSpPr>
          <p:nvPr/>
        </p:nvSpPr>
        <p:spPr bwMode="auto">
          <a:xfrm>
            <a:off x="7618186" y="4902201"/>
            <a:ext cx="347663" cy="777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7" name="Freeform 425"/>
          <p:cNvSpPr>
            <a:spLocks noEditPoints="1"/>
          </p:cNvSpPr>
          <p:nvPr/>
        </p:nvSpPr>
        <p:spPr bwMode="auto">
          <a:xfrm>
            <a:off x="7634061" y="4995863"/>
            <a:ext cx="314325" cy="204788"/>
          </a:xfrm>
          <a:custGeom>
            <a:avLst/>
            <a:gdLst>
              <a:gd name="T0" fmla="*/ 0 w 198"/>
              <a:gd name="T1" fmla="*/ 129 h 129"/>
              <a:gd name="T2" fmla="*/ 198 w 198"/>
              <a:gd name="T3" fmla="*/ 129 h 129"/>
              <a:gd name="T4" fmla="*/ 198 w 198"/>
              <a:gd name="T5" fmla="*/ 0 h 129"/>
              <a:gd name="T6" fmla="*/ 0 w 198"/>
              <a:gd name="T7" fmla="*/ 0 h 129"/>
              <a:gd name="T8" fmla="*/ 0 w 198"/>
              <a:gd name="T9" fmla="*/ 129 h 129"/>
              <a:gd name="T10" fmla="*/ 78 w 198"/>
              <a:gd name="T11" fmla="*/ 22 h 129"/>
              <a:gd name="T12" fmla="*/ 120 w 198"/>
              <a:gd name="T13" fmla="*/ 22 h 129"/>
              <a:gd name="T14" fmla="*/ 120 w 198"/>
              <a:gd name="T15" fmla="*/ 32 h 129"/>
              <a:gd name="T16" fmla="*/ 78 w 198"/>
              <a:gd name="T17" fmla="*/ 32 h 129"/>
              <a:gd name="T18" fmla="*/ 78 w 198"/>
              <a:gd name="T19" fmla="*/ 2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8" h="129">
                <a:moveTo>
                  <a:pt x="0" y="129"/>
                </a:moveTo>
                <a:lnTo>
                  <a:pt x="198" y="129"/>
                </a:lnTo>
                <a:lnTo>
                  <a:pt x="198" y="0"/>
                </a:lnTo>
                <a:lnTo>
                  <a:pt x="0" y="0"/>
                </a:lnTo>
                <a:lnTo>
                  <a:pt x="0" y="129"/>
                </a:lnTo>
                <a:close/>
                <a:moveTo>
                  <a:pt x="78" y="22"/>
                </a:moveTo>
                <a:lnTo>
                  <a:pt x="120" y="22"/>
                </a:lnTo>
                <a:lnTo>
                  <a:pt x="120" y="32"/>
                </a:lnTo>
                <a:lnTo>
                  <a:pt x="78" y="32"/>
                </a:lnTo>
                <a:lnTo>
                  <a:pt x="78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8" name="Rectangle 426"/>
          <p:cNvSpPr>
            <a:spLocks noChangeArrowheads="1"/>
          </p:cNvSpPr>
          <p:nvPr/>
        </p:nvSpPr>
        <p:spPr bwMode="auto">
          <a:xfrm>
            <a:off x="828449" y="5713413"/>
            <a:ext cx="238125" cy="26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9" name="Rectangle 427"/>
          <p:cNvSpPr>
            <a:spLocks noChangeArrowheads="1"/>
          </p:cNvSpPr>
          <p:nvPr/>
        </p:nvSpPr>
        <p:spPr bwMode="auto">
          <a:xfrm>
            <a:off x="828449" y="5713413"/>
            <a:ext cx="238125" cy="269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0" name="Rectangle 428"/>
          <p:cNvSpPr>
            <a:spLocks noChangeArrowheads="1"/>
          </p:cNvSpPr>
          <p:nvPr/>
        </p:nvSpPr>
        <p:spPr bwMode="auto">
          <a:xfrm>
            <a:off x="828449" y="5595938"/>
            <a:ext cx="2381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1" name="Rectangle 429"/>
          <p:cNvSpPr>
            <a:spLocks noChangeArrowheads="1"/>
          </p:cNvSpPr>
          <p:nvPr/>
        </p:nvSpPr>
        <p:spPr bwMode="auto">
          <a:xfrm>
            <a:off x="828449" y="5753101"/>
            <a:ext cx="238125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2" name="Rectangle 430"/>
          <p:cNvSpPr>
            <a:spLocks noChangeArrowheads="1"/>
          </p:cNvSpPr>
          <p:nvPr/>
        </p:nvSpPr>
        <p:spPr bwMode="auto">
          <a:xfrm>
            <a:off x="828449" y="5675313"/>
            <a:ext cx="238125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3" name="Rectangle 431"/>
          <p:cNvSpPr>
            <a:spLocks noChangeArrowheads="1"/>
          </p:cNvSpPr>
          <p:nvPr/>
        </p:nvSpPr>
        <p:spPr bwMode="auto">
          <a:xfrm>
            <a:off x="828449" y="5634038"/>
            <a:ext cx="2381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" name="Rectangle 432"/>
          <p:cNvSpPr>
            <a:spLocks noChangeArrowheads="1"/>
          </p:cNvSpPr>
          <p:nvPr/>
        </p:nvSpPr>
        <p:spPr bwMode="auto">
          <a:xfrm>
            <a:off x="828449" y="5634038"/>
            <a:ext cx="238125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5" name="Freeform 433"/>
          <p:cNvSpPr>
            <a:spLocks/>
          </p:cNvSpPr>
          <p:nvPr/>
        </p:nvSpPr>
        <p:spPr bwMode="auto">
          <a:xfrm>
            <a:off x="828449" y="5794376"/>
            <a:ext cx="238125" cy="50800"/>
          </a:xfrm>
          <a:custGeom>
            <a:avLst/>
            <a:gdLst>
              <a:gd name="T0" fmla="*/ 150 w 150"/>
              <a:gd name="T1" fmla="*/ 0 h 32"/>
              <a:gd name="T2" fmla="*/ 0 w 150"/>
              <a:gd name="T3" fmla="*/ 0 h 32"/>
              <a:gd name="T4" fmla="*/ 0 w 150"/>
              <a:gd name="T5" fmla="*/ 11 h 32"/>
              <a:gd name="T6" fmla="*/ 27 w 150"/>
              <a:gd name="T7" fmla="*/ 11 h 32"/>
              <a:gd name="T8" fmla="*/ 56 w 150"/>
              <a:gd name="T9" fmla="*/ 32 h 32"/>
              <a:gd name="T10" fmla="*/ 96 w 150"/>
              <a:gd name="T11" fmla="*/ 32 h 32"/>
              <a:gd name="T12" fmla="*/ 128 w 150"/>
              <a:gd name="T13" fmla="*/ 11 h 32"/>
              <a:gd name="T14" fmla="*/ 150 w 150"/>
              <a:gd name="T15" fmla="*/ 11 h 32"/>
              <a:gd name="T16" fmla="*/ 150 w 150"/>
              <a:gd name="T17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0" h="32">
                <a:moveTo>
                  <a:pt x="150" y="0"/>
                </a:moveTo>
                <a:lnTo>
                  <a:pt x="0" y="0"/>
                </a:lnTo>
                <a:lnTo>
                  <a:pt x="0" y="11"/>
                </a:lnTo>
                <a:lnTo>
                  <a:pt x="27" y="11"/>
                </a:lnTo>
                <a:lnTo>
                  <a:pt x="56" y="32"/>
                </a:lnTo>
                <a:lnTo>
                  <a:pt x="96" y="32"/>
                </a:lnTo>
                <a:lnTo>
                  <a:pt x="128" y="11"/>
                </a:lnTo>
                <a:lnTo>
                  <a:pt x="150" y="11"/>
                </a:lnTo>
                <a:lnTo>
                  <a:pt x="1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6" name="Freeform 434"/>
          <p:cNvSpPr>
            <a:spLocks/>
          </p:cNvSpPr>
          <p:nvPr/>
        </p:nvSpPr>
        <p:spPr bwMode="auto">
          <a:xfrm>
            <a:off x="828449" y="5794376"/>
            <a:ext cx="238125" cy="50800"/>
          </a:xfrm>
          <a:custGeom>
            <a:avLst/>
            <a:gdLst>
              <a:gd name="T0" fmla="*/ 150 w 150"/>
              <a:gd name="T1" fmla="*/ 0 h 32"/>
              <a:gd name="T2" fmla="*/ 0 w 150"/>
              <a:gd name="T3" fmla="*/ 0 h 32"/>
              <a:gd name="T4" fmla="*/ 0 w 150"/>
              <a:gd name="T5" fmla="*/ 11 h 32"/>
              <a:gd name="T6" fmla="*/ 27 w 150"/>
              <a:gd name="T7" fmla="*/ 11 h 32"/>
              <a:gd name="T8" fmla="*/ 56 w 150"/>
              <a:gd name="T9" fmla="*/ 32 h 32"/>
              <a:gd name="T10" fmla="*/ 96 w 150"/>
              <a:gd name="T11" fmla="*/ 32 h 32"/>
              <a:gd name="T12" fmla="*/ 128 w 150"/>
              <a:gd name="T13" fmla="*/ 11 h 32"/>
              <a:gd name="T14" fmla="*/ 150 w 150"/>
              <a:gd name="T15" fmla="*/ 11 h 32"/>
              <a:gd name="T16" fmla="*/ 150 w 150"/>
              <a:gd name="T17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0" h="32">
                <a:moveTo>
                  <a:pt x="150" y="0"/>
                </a:moveTo>
                <a:lnTo>
                  <a:pt x="0" y="0"/>
                </a:lnTo>
                <a:lnTo>
                  <a:pt x="0" y="11"/>
                </a:lnTo>
                <a:lnTo>
                  <a:pt x="27" y="11"/>
                </a:lnTo>
                <a:lnTo>
                  <a:pt x="56" y="32"/>
                </a:lnTo>
                <a:lnTo>
                  <a:pt x="96" y="32"/>
                </a:lnTo>
                <a:lnTo>
                  <a:pt x="128" y="11"/>
                </a:lnTo>
                <a:lnTo>
                  <a:pt x="150" y="11"/>
                </a:lnTo>
                <a:lnTo>
                  <a:pt x="15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7" name="Freeform 435"/>
          <p:cNvSpPr>
            <a:spLocks/>
          </p:cNvSpPr>
          <p:nvPr/>
        </p:nvSpPr>
        <p:spPr bwMode="auto">
          <a:xfrm>
            <a:off x="782411" y="5832476"/>
            <a:ext cx="322263" cy="106363"/>
          </a:xfrm>
          <a:custGeom>
            <a:avLst/>
            <a:gdLst>
              <a:gd name="T0" fmla="*/ 176 w 203"/>
              <a:gd name="T1" fmla="*/ 0 h 67"/>
              <a:gd name="T2" fmla="*/ 152 w 203"/>
              <a:gd name="T3" fmla="*/ 0 h 67"/>
              <a:gd name="T4" fmla="*/ 122 w 203"/>
              <a:gd name="T5" fmla="*/ 24 h 67"/>
              <a:gd name="T6" fmla="*/ 82 w 203"/>
              <a:gd name="T7" fmla="*/ 24 h 67"/>
              <a:gd name="T8" fmla="*/ 53 w 203"/>
              <a:gd name="T9" fmla="*/ 0 h 67"/>
              <a:gd name="T10" fmla="*/ 24 w 203"/>
              <a:gd name="T11" fmla="*/ 0 h 67"/>
              <a:gd name="T12" fmla="*/ 0 w 203"/>
              <a:gd name="T13" fmla="*/ 0 h 67"/>
              <a:gd name="T14" fmla="*/ 0 w 203"/>
              <a:gd name="T15" fmla="*/ 67 h 67"/>
              <a:gd name="T16" fmla="*/ 203 w 203"/>
              <a:gd name="T17" fmla="*/ 67 h 67"/>
              <a:gd name="T18" fmla="*/ 203 w 203"/>
              <a:gd name="T19" fmla="*/ 0 h 67"/>
              <a:gd name="T20" fmla="*/ 176 w 203"/>
              <a:gd name="T2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3" h="67">
                <a:moveTo>
                  <a:pt x="176" y="0"/>
                </a:moveTo>
                <a:lnTo>
                  <a:pt x="152" y="0"/>
                </a:lnTo>
                <a:lnTo>
                  <a:pt x="122" y="24"/>
                </a:lnTo>
                <a:lnTo>
                  <a:pt x="82" y="24"/>
                </a:lnTo>
                <a:lnTo>
                  <a:pt x="53" y="0"/>
                </a:lnTo>
                <a:lnTo>
                  <a:pt x="24" y="0"/>
                </a:lnTo>
                <a:lnTo>
                  <a:pt x="0" y="0"/>
                </a:lnTo>
                <a:lnTo>
                  <a:pt x="0" y="67"/>
                </a:lnTo>
                <a:lnTo>
                  <a:pt x="203" y="67"/>
                </a:lnTo>
                <a:lnTo>
                  <a:pt x="203" y="0"/>
                </a:lnTo>
                <a:lnTo>
                  <a:pt x="1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8" name="Freeform 436"/>
          <p:cNvSpPr>
            <a:spLocks/>
          </p:cNvSpPr>
          <p:nvPr/>
        </p:nvSpPr>
        <p:spPr bwMode="auto">
          <a:xfrm>
            <a:off x="1465036" y="5629276"/>
            <a:ext cx="393700" cy="271463"/>
          </a:xfrm>
          <a:custGeom>
            <a:avLst/>
            <a:gdLst>
              <a:gd name="T0" fmla="*/ 224 w 248"/>
              <a:gd name="T1" fmla="*/ 118 h 171"/>
              <a:gd name="T2" fmla="*/ 224 w 248"/>
              <a:gd name="T3" fmla="*/ 80 h 171"/>
              <a:gd name="T4" fmla="*/ 125 w 248"/>
              <a:gd name="T5" fmla="*/ 80 h 171"/>
              <a:gd name="T6" fmla="*/ 125 w 248"/>
              <a:gd name="T7" fmla="*/ 56 h 171"/>
              <a:gd name="T8" fmla="*/ 152 w 248"/>
              <a:gd name="T9" fmla="*/ 56 h 171"/>
              <a:gd name="T10" fmla="*/ 152 w 248"/>
              <a:gd name="T11" fmla="*/ 0 h 171"/>
              <a:gd name="T12" fmla="*/ 96 w 248"/>
              <a:gd name="T13" fmla="*/ 0 h 171"/>
              <a:gd name="T14" fmla="*/ 96 w 248"/>
              <a:gd name="T15" fmla="*/ 56 h 171"/>
              <a:gd name="T16" fmla="*/ 120 w 248"/>
              <a:gd name="T17" fmla="*/ 56 h 171"/>
              <a:gd name="T18" fmla="*/ 120 w 248"/>
              <a:gd name="T19" fmla="*/ 80 h 171"/>
              <a:gd name="T20" fmla="*/ 26 w 248"/>
              <a:gd name="T21" fmla="*/ 80 h 171"/>
              <a:gd name="T22" fmla="*/ 26 w 248"/>
              <a:gd name="T23" fmla="*/ 118 h 171"/>
              <a:gd name="T24" fmla="*/ 0 w 248"/>
              <a:gd name="T25" fmla="*/ 118 h 171"/>
              <a:gd name="T26" fmla="*/ 0 w 248"/>
              <a:gd name="T27" fmla="*/ 171 h 171"/>
              <a:gd name="T28" fmla="*/ 56 w 248"/>
              <a:gd name="T29" fmla="*/ 171 h 171"/>
              <a:gd name="T30" fmla="*/ 56 w 248"/>
              <a:gd name="T31" fmla="*/ 118 h 171"/>
              <a:gd name="T32" fmla="*/ 32 w 248"/>
              <a:gd name="T33" fmla="*/ 118 h 171"/>
              <a:gd name="T34" fmla="*/ 32 w 248"/>
              <a:gd name="T35" fmla="*/ 86 h 171"/>
              <a:gd name="T36" fmla="*/ 120 w 248"/>
              <a:gd name="T37" fmla="*/ 86 h 171"/>
              <a:gd name="T38" fmla="*/ 120 w 248"/>
              <a:gd name="T39" fmla="*/ 118 h 171"/>
              <a:gd name="T40" fmla="*/ 96 w 248"/>
              <a:gd name="T41" fmla="*/ 118 h 171"/>
              <a:gd name="T42" fmla="*/ 96 w 248"/>
              <a:gd name="T43" fmla="*/ 171 h 171"/>
              <a:gd name="T44" fmla="*/ 152 w 248"/>
              <a:gd name="T45" fmla="*/ 171 h 171"/>
              <a:gd name="T46" fmla="*/ 152 w 248"/>
              <a:gd name="T47" fmla="*/ 118 h 171"/>
              <a:gd name="T48" fmla="*/ 125 w 248"/>
              <a:gd name="T49" fmla="*/ 118 h 171"/>
              <a:gd name="T50" fmla="*/ 125 w 248"/>
              <a:gd name="T51" fmla="*/ 86 h 171"/>
              <a:gd name="T52" fmla="*/ 219 w 248"/>
              <a:gd name="T53" fmla="*/ 86 h 171"/>
              <a:gd name="T54" fmla="*/ 219 w 248"/>
              <a:gd name="T55" fmla="*/ 118 h 171"/>
              <a:gd name="T56" fmla="*/ 192 w 248"/>
              <a:gd name="T57" fmla="*/ 118 h 171"/>
              <a:gd name="T58" fmla="*/ 192 w 248"/>
              <a:gd name="T59" fmla="*/ 171 h 171"/>
              <a:gd name="T60" fmla="*/ 248 w 248"/>
              <a:gd name="T61" fmla="*/ 171 h 171"/>
              <a:gd name="T62" fmla="*/ 248 w 248"/>
              <a:gd name="T63" fmla="*/ 118 h 171"/>
              <a:gd name="T64" fmla="*/ 224 w 248"/>
              <a:gd name="T65" fmla="*/ 118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8" h="171">
                <a:moveTo>
                  <a:pt x="224" y="118"/>
                </a:moveTo>
                <a:lnTo>
                  <a:pt x="224" y="80"/>
                </a:lnTo>
                <a:lnTo>
                  <a:pt x="125" y="80"/>
                </a:lnTo>
                <a:lnTo>
                  <a:pt x="125" y="56"/>
                </a:lnTo>
                <a:lnTo>
                  <a:pt x="152" y="56"/>
                </a:lnTo>
                <a:lnTo>
                  <a:pt x="152" y="0"/>
                </a:lnTo>
                <a:lnTo>
                  <a:pt x="96" y="0"/>
                </a:lnTo>
                <a:lnTo>
                  <a:pt x="96" y="56"/>
                </a:lnTo>
                <a:lnTo>
                  <a:pt x="120" y="56"/>
                </a:lnTo>
                <a:lnTo>
                  <a:pt x="120" y="80"/>
                </a:lnTo>
                <a:lnTo>
                  <a:pt x="26" y="80"/>
                </a:lnTo>
                <a:lnTo>
                  <a:pt x="26" y="118"/>
                </a:lnTo>
                <a:lnTo>
                  <a:pt x="0" y="118"/>
                </a:lnTo>
                <a:lnTo>
                  <a:pt x="0" y="171"/>
                </a:lnTo>
                <a:lnTo>
                  <a:pt x="56" y="171"/>
                </a:lnTo>
                <a:lnTo>
                  <a:pt x="56" y="118"/>
                </a:lnTo>
                <a:lnTo>
                  <a:pt x="32" y="118"/>
                </a:lnTo>
                <a:lnTo>
                  <a:pt x="32" y="86"/>
                </a:lnTo>
                <a:lnTo>
                  <a:pt x="120" y="86"/>
                </a:lnTo>
                <a:lnTo>
                  <a:pt x="120" y="118"/>
                </a:lnTo>
                <a:lnTo>
                  <a:pt x="96" y="118"/>
                </a:lnTo>
                <a:lnTo>
                  <a:pt x="96" y="171"/>
                </a:lnTo>
                <a:lnTo>
                  <a:pt x="152" y="171"/>
                </a:lnTo>
                <a:lnTo>
                  <a:pt x="152" y="118"/>
                </a:lnTo>
                <a:lnTo>
                  <a:pt x="125" y="118"/>
                </a:lnTo>
                <a:lnTo>
                  <a:pt x="125" y="86"/>
                </a:lnTo>
                <a:lnTo>
                  <a:pt x="219" y="86"/>
                </a:lnTo>
                <a:lnTo>
                  <a:pt x="219" y="118"/>
                </a:lnTo>
                <a:lnTo>
                  <a:pt x="192" y="118"/>
                </a:lnTo>
                <a:lnTo>
                  <a:pt x="192" y="171"/>
                </a:lnTo>
                <a:lnTo>
                  <a:pt x="248" y="171"/>
                </a:lnTo>
                <a:lnTo>
                  <a:pt x="248" y="118"/>
                </a:lnTo>
                <a:lnTo>
                  <a:pt x="224" y="1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9" name="Freeform 437"/>
          <p:cNvSpPr>
            <a:spLocks/>
          </p:cNvSpPr>
          <p:nvPr/>
        </p:nvSpPr>
        <p:spPr bwMode="auto">
          <a:xfrm>
            <a:off x="2304824" y="5637213"/>
            <a:ext cx="215900" cy="301625"/>
          </a:xfrm>
          <a:custGeom>
            <a:avLst/>
            <a:gdLst>
              <a:gd name="T0" fmla="*/ 136 w 136"/>
              <a:gd name="T1" fmla="*/ 0 h 190"/>
              <a:gd name="T2" fmla="*/ 0 w 136"/>
              <a:gd name="T3" fmla="*/ 0 h 190"/>
              <a:gd name="T4" fmla="*/ 0 w 136"/>
              <a:gd name="T5" fmla="*/ 190 h 190"/>
              <a:gd name="T6" fmla="*/ 101 w 136"/>
              <a:gd name="T7" fmla="*/ 190 h 190"/>
              <a:gd name="T8" fmla="*/ 101 w 136"/>
              <a:gd name="T9" fmla="*/ 158 h 190"/>
              <a:gd name="T10" fmla="*/ 136 w 136"/>
              <a:gd name="T11" fmla="*/ 158 h 190"/>
              <a:gd name="T12" fmla="*/ 136 w 13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90">
                <a:moveTo>
                  <a:pt x="136" y="0"/>
                </a:moveTo>
                <a:lnTo>
                  <a:pt x="0" y="0"/>
                </a:lnTo>
                <a:lnTo>
                  <a:pt x="0" y="190"/>
                </a:lnTo>
                <a:lnTo>
                  <a:pt x="101" y="190"/>
                </a:lnTo>
                <a:lnTo>
                  <a:pt x="101" y="158"/>
                </a:lnTo>
                <a:lnTo>
                  <a:pt x="136" y="158"/>
                </a:lnTo>
                <a:lnTo>
                  <a:pt x="13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0" name="Freeform 438"/>
          <p:cNvSpPr>
            <a:spLocks/>
          </p:cNvSpPr>
          <p:nvPr/>
        </p:nvSpPr>
        <p:spPr bwMode="auto">
          <a:xfrm>
            <a:off x="2304824" y="5637213"/>
            <a:ext cx="215900" cy="301625"/>
          </a:xfrm>
          <a:custGeom>
            <a:avLst/>
            <a:gdLst>
              <a:gd name="T0" fmla="*/ 136 w 136"/>
              <a:gd name="T1" fmla="*/ 0 h 190"/>
              <a:gd name="T2" fmla="*/ 0 w 136"/>
              <a:gd name="T3" fmla="*/ 0 h 190"/>
              <a:gd name="T4" fmla="*/ 0 w 136"/>
              <a:gd name="T5" fmla="*/ 190 h 190"/>
              <a:gd name="T6" fmla="*/ 101 w 136"/>
              <a:gd name="T7" fmla="*/ 190 h 190"/>
              <a:gd name="T8" fmla="*/ 101 w 136"/>
              <a:gd name="T9" fmla="*/ 158 h 190"/>
              <a:gd name="T10" fmla="*/ 136 w 136"/>
              <a:gd name="T11" fmla="*/ 158 h 190"/>
              <a:gd name="T12" fmla="*/ 136 w 136"/>
              <a:gd name="T13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90">
                <a:moveTo>
                  <a:pt x="136" y="0"/>
                </a:moveTo>
                <a:lnTo>
                  <a:pt x="0" y="0"/>
                </a:lnTo>
                <a:lnTo>
                  <a:pt x="0" y="190"/>
                </a:lnTo>
                <a:lnTo>
                  <a:pt x="101" y="190"/>
                </a:lnTo>
                <a:lnTo>
                  <a:pt x="101" y="158"/>
                </a:lnTo>
                <a:lnTo>
                  <a:pt x="136" y="158"/>
                </a:lnTo>
                <a:lnTo>
                  <a:pt x="13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1" name="Freeform 439"/>
          <p:cNvSpPr>
            <a:spLocks/>
          </p:cNvSpPr>
          <p:nvPr/>
        </p:nvSpPr>
        <p:spPr bwMode="auto">
          <a:xfrm>
            <a:off x="2495324" y="5629276"/>
            <a:ext cx="38100" cy="71438"/>
          </a:xfrm>
          <a:custGeom>
            <a:avLst/>
            <a:gdLst>
              <a:gd name="T0" fmla="*/ 16 w 24"/>
              <a:gd name="T1" fmla="*/ 8 h 45"/>
              <a:gd name="T2" fmla="*/ 16 w 24"/>
              <a:gd name="T3" fmla="*/ 45 h 45"/>
              <a:gd name="T4" fmla="*/ 24 w 24"/>
              <a:gd name="T5" fmla="*/ 37 h 45"/>
              <a:gd name="T6" fmla="*/ 24 w 24"/>
              <a:gd name="T7" fmla="*/ 0 h 45"/>
              <a:gd name="T8" fmla="*/ 0 w 24"/>
              <a:gd name="T9" fmla="*/ 0 h 45"/>
              <a:gd name="T10" fmla="*/ 0 w 24"/>
              <a:gd name="T11" fmla="*/ 8 h 45"/>
              <a:gd name="T12" fmla="*/ 16 w 24"/>
              <a:gd name="T13" fmla="*/ 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45">
                <a:moveTo>
                  <a:pt x="16" y="8"/>
                </a:moveTo>
                <a:lnTo>
                  <a:pt x="16" y="45"/>
                </a:lnTo>
                <a:lnTo>
                  <a:pt x="24" y="37"/>
                </a:lnTo>
                <a:lnTo>
                  <a:pt x="24" y="0"/>
                </a:lnTo>
                <a:lnTo>
                  <a:pt x="0" y="0"/>
                </a:lnTo>
                <a:lnTo>
                  <a:pt x="0" y="8"/>
                </a:lnTo>
                <a:lnTo>
                  <a:pt x="1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2" name="Rectangle 440"/>
          <p:cNvSpPr>
            <a:spLocks noChangeArrowheads="1"/>
          </p:cNvSpPr>
          <p:nvPr/>
        </p:nvSpPr>
        <p:spPr bwMode="auto">
          <a:xfrm>
            <a:off x="2363561" y="5629276"/>
            <a:ext cx="10160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3" name="Freeform 441"/>
          <p:cNvSpPr>
            <a:spLocks/>
          </p:cNvSpPr>
          <p:nvPr/>
        </p:nvSpPr>
        <p:spPr bwMode="auto">
          <a:xfrm>
            <a:off x="2295299" y="5629276"/>
            <a:ext cx="238125" cy="322263"/>
          </a:xfrm>
          <a:custGeom>
            <a:avLst/>
            <a:gdLst>
              <a:gd name="T0" fmla="*/ 142 w 150"/>
              <a:gd name="T1" fmla="*/ 163 h 203"/>
              <a:gd name="T2" fmla="*/ 142 w 150"/>
              <a:gd name="T3" fmla="*/ 195 h 203"/>
              <a:gd name="T4" fmla="*/ 8 w 150"/>
              <a:gd name="T5" fmla="*/ 195 h 203"/>
              <a:gd name="T6" fmla="*/ 8 w 150"/>
              <a:gd name="T7" fmla="*/ 8 h 203"/>
              <a:gd name="T8" fmla="*/ 27 w 150"/>
              <a:gd name="T9" fmla="*/ 8 h 203"/>
              <a:gd name="T10" fmla="*/ 27 w 150"/>
              <a:gd name="T11" fmla="*/ 0 h 203"/>
              <a:gd name="T12" fmla="*/ 0 w 150"/>
              <a:gd name="T13" fmla="*/ 0 h 203"/>
              <a:gd name="T14" fmla="*/ 0 w 150"/>
              <a:gd name="T15" fmla="*/ 203 h 203"/>
              <a:gd name="T16" fmla="*/ 150 w 150"/>
              <a:gd name="T17" fmla="*/ 203 h 203"/>
              <a:gd name="T18" fmla="*/ 150 w 150"/>
              <a:gd name="T19" fmla="*/ 112 h 203"/>
              <a:gd name="T20" fmla="*/ 142 w 150"/>
              <a:gd name="T21" fmla="*/ 120 h 203"/>
              <a:gd name="T22" fmla="*/ 142 w 150"/>
              <a:gd name="T23" fmla="*/ 16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0" h="203">
                <a:moveTo>
                  <a:pt x="142" y="163"/>
                </a:moveTo>
                <a:lnTo>
                  <a:pt x="142" y="195"/>
                </a:lnTo>
                <a:lnTo>
                  <a:pt x="8" y="195"/>
                </a:lnTo>
                <a:lnTo>
                  <a:pt x="8" y="8"/>
                </a:lnTo>
                <a:lnTo>
                  <a:pt x="27" y="8"/>
                </a:lnTo>
                <a:lnTo>
                  <a:pt x="27" y="0"/>
                </a:lnTo>
                <a:lnTo>
                  <a:pt x="0" y="0"/>
                </a:lnTo>
                <a:lnTo>
                  <a:pt x="0" y="203"/>
                </a:lnTo>
                <a:lnTo>
                  <a:pt x="150" y="203"/>
                </a:lnTo>
                <a:lnTo>
                  <a:pt x="150" y="112"/>
                </a:lnTo>
                <a:lnTo>
                  <a:pt x="142" y="120"/>
                </a:lnTo>
                <a:lnTo>
                  <a:pt x="142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4" name="Freeform 442"/>
          <p:cNvSpPr>
            <a:spLocks/>
          </p:cNvSpPr>
          <p:nvPr/>
        </p:nvSpPr>
        <p:spPr bwMode="auto">
          <a:xfrm>
            <a:off x="2295299" y="5629276"/>
            <a:ext cx="238125" cy="322263"/>
          </a:xfrm>
          <a:custGeom>
            <a:avLst/>
            <a:gdLst>
              <a:gd name="T0" fmla="*/ 142 w 150"/>
              <a:gd name="T1" fmla="*/ 163 h 203"/>
              <a:gd name="T2" fmla="*/ 142 w 150"/>
              <a:gd name="T3" fmla="*/ 195 h 203"/>
              <a:gd name="T4" fmla="*/ 8 w 150"/>
              <a:gd name="T5" fmla="*/ 195 h 203"/>
              <a:gd name="T6" fmla="*/ 8 w 150"/>
              <a:gd name="T7" fmla="*/ 8 h 203"/>
              <a:gd name="T8" fmla="*/ 27 w 150"/>
              <a:gd name="T9" fmla="*/ 8 h 203"/>
              <a:gd name="T10" fmla="*/ 27 w 150"/>
              <a:gd name="T11" fmla="*/ 0 h 203"/>
              <a:gd name="T12" fmla="*/ 0 w 150"/>
              <a:gd name="T13" fmla="*/ 0 h 203"/>
              <a:gd name="T14" fmla="*/ 0 w 150"/>
              <a:gd name="T15" fmla="*/ 203 h 203"/>
              <a:gd name="T16" fmla="*/ 150 w 150"/>
              <a:gd name="T17" fmla="*/ 203 h 203"/>
              <a:gd name="T18" fmla="*/ 150 w 150"/>
              <a:gd name="T19" fmla="*/ 112 h 203"/>
              <a:gd name="T20" fmla="*/ 142 w 150"/>
              <a:gd name="T21" fmla="*/ 120 h 203"/>
              <a:gd name="T22" fmla="*/ 142 w 150"/>
              <a:gd name="T23" fmla="*/ 16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0" h="203">
                <a:moveTo>
                  <a:pt x="142" y="163"/>
                </a:moveTo>
                <a:lnTo>
                  <a:pt x="142" y="195"/>
                </a:lnTo>
                <a:lnTo>
                  <a:pt x="8" y="195"/>
                </a:lnTo>
                <a:lnTo>
                  <a:pt x="8" y="8"/>
                </a:lnTo>
                <a:lnTo>
                  <a:pt x="27" y="8"/>
                </a:lnTo>
                <a:lnTo>
                  <a:pt x="27" y="0"/>
                </a:lnTo>
                <a:lnTo>
                  <a:pt x="0" y="0"/>
                </a:lnTo>
                <a:lnTo>
                  <a:pt x="0" y="203"/>
                </a:lnTo>
                <a:lnTo>
                  <a:pt x="150" y="203"/>
                </a:lnTo>
                <a:lnTo>
                  <a:pt x="150" y="112"/>
                </a:lnTo>
                <a:lnTo>
                  <a:pt x="142" y="120"/>
                </a:lnTo>
                <a:lnTo>
                  <a:pt x="142" y="16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5" name="Rectangle 443"/>
          <p:cNvSpPr>
            <a:spLocks noChangeArrowheads="1"/>
          </p:cNvSpPr>
          <p:nvPr/>
        </p:nvSpPr>
        <p:spPr bwMode="auto">
          <a:xfrm>
            <a:off x="2338161" y="5641976"/>
            <a:ext cx="25400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6" name="Rectangle 444"/>
          <p:cNvSpPr>
            <a:spLocks noChangeArrowheads="1"/>
          </p:cNvSpPr>
          <p:nvPr/>
        </p:nvSpPr>
        <p:spPr bwMode="auto">
          <a:xfrm>
            <a:off x="2338161" y="5608638"/>
            <a:ext cx="254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7" name="Rectangle 445"/>
          <p:cNvSpPr>
            <a:spLocks noChangeArrowheads="1"/>
          </p:cNvSpPr>
          <p:nvPr/>
        </p:nvSpPr>
        <p:spPr bwMode="auto">
          <a:xfrm>
            <a:off x="2465161" y="5608638"/>
            <a:ext cx="30163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8" name="Rectangle 446"/>
          <p:cNvSpPr>
            <a:spLocks noChangeArrowheads="1"/>
          </p:cNvSpPr>
          <p:nvPr/>
        </p:nvSpPr>
        <p:spPr bwMode="auto">
          <a:xfrm>
            <a:off x="2465161" y="5641976"/>
            <a:ext cx="30163" cy="254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9" name="Line 447"/>
          <p:cNvSpPr>
            <a:spLocks noChangeShapeType="1"/>
          </p:cNvSpPr>
          <p:nvPr/>
        </p:nvSpPr>
        <p:spPr bwMode="auto">
          <a:xfrm>
            <a:off x="2520724" y="5700713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0" name="Line 448"/>
          <p:cNvSpPr>
            <a:spLocks noChangeShapeType="1"/>
          </p:cNvSpPr>
          <p:nvPr/>
        </p:nvSpPr>
        <p:spPr bwMode="auto">
          <a:xfrm>
            <a:off x="2520724" y="5700713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" name="Freeform 449"/>
          <p:cNvSpPr>
            <a:spLocks/>
          </p:cNvSpPr>
          <p:nvPr/>
        </p:nvSpPr>
        <p:spPr bwMode="auto">
          <a:xfrm>
            <a:off x="2515961" y="5718176"/>
            <a:ext cx="85725" cy="85725"/>
          </a:xfrm>
          <a:custGeom>
            <a:avLst/>
            <a:gdLst>
              <a:gd name="T0" fmla="*/ 0 w 54"/>
              <a:gd name="T1" fmla="*/ 48 h 54"/>
              <a:gd name="T2" fmla="*/ 3 w 54"/>
              <a:gd name="T3" fmla="*/ 54 h 54"/>
              <a:gd name="T4" fmla="*/ 54 w 54"/>
              <a:gd name="T5" fmla="*/ 3 h 54"/>
              <a:gd name="T6" fmla="*/ 48 w 54"/>
              <a:gd name="T7" fmla="*/ 0 h 54"/>
              <a:gd name="T8" fmla="*/ 0 w 54"/>
              <a:gd name="T9" fmla="*/ 4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54">
                <a:moveTo>
                  <a:pt x="0" y="48"/>
                </a:moveTo>
                <a:lnTo>
                  <a:pt x="3" y="54"/>
                </a:lnTo>
                <a:lnTo>
                  <a:pt x="54" y="3"/>
                </a:lnTo>
                <a:lnTo>
                  <a:pt x="48" y="0"/>
                </a:lnTo>
                <a:lnTo>
                  <a:pt x="0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2" name="Freeform 450"/>
          <p:cNvSpPr>
            <a:spLocks/>
          </p:cNvSpPr>
          <p:nvPr/>
        </p:nvSpPr>
        <p:spPr bwMode="auto">
          <a:xfrm>
            <a:off x="2495324" y="5697538"/>
            <a:ext cx="92075" cy="93663"/>
          </a:xfrm>
          <a:custGeom>
            <a:avLst/>
            <a:gdLst>
              <a:gd name="T0" fmla="*/ 58 w 58"/>
              <a:gd name="T1" fmla="*/ 8 h 59"/>
              <a:gd name="T2" fmla="*/ 48 w 58"/>
              <a:gd name="T3" fmla="*/ 0 h 59"/>
              <a:gd name="T4" fmla="*/ 0 w 58"/>
              <a:gd name="T5" fmla="*/ 48 h 59"/>
              <a:gd name="T6" fmla="*/ 8 w 58"/>
              <a:gd name="T7" fmla="*/ 59 h 59"/>
              <a:gd name="T8" fmla="*/ 58 w 58"/>
              <a:gd name="T9" fmla="*/ 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59">
                <a:moveTo>
                  <a:pt x="58" y="8"/>
                </a:moveTo>
                <a:lnTo>
                  <a:pt x="48" y="0"/>
                </a:lnTo>
                <a:lnTo>
                  <a:pt x="0" y="48"/>
                </a:lnTo>
                <a:lnTo>
                  <a:pt x="8" y="59"/>
                </a:lnTo>
                <a:lnTo>
                  <a:pt x="5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3" name="Freeform 451"/>
          <p:cNvSpPr>
            <a:spLocks/>
          </p:cNvSpPr>
          <p:nvPr/>
        </p:nvSpPr>
        <p:spPr bwMode="auto">
          <a:xfrm>
            <a:off x="2477861" y="5680076"/>
            <a:ext cx="88900" cy="88900"/>
          </a:xfrm>
          <a:custGeom>
            <a:avLst/>
            <a:gdLst>
              <a:gd name="T0" fmla="*/ 56 w 56"/>
              <a:gd name="T1" fmla="*/ 5 h 56"/>
              <a:gd name="T2" fmla="*/ 51 w 56"/>
              <a:gd name="T3" fmla="*/ 0 h 56"/>
              <a:gd name="T4" fmla="*/ 0 w 56"/>
              <a:gd name="T5" fmla="*/ 51 h 56"/>
              <a:gd name="T6" fmla="*/ 5 w 56"/>
              <a:gd name="T7" fmla="*/ 56 h 56"/>
              <a:gd name="T8" fmla="*/ 56 w 56"/>
              <a:gd name="T9" fmla="*/ 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56">
                <a:moveTo>
                  <a:pt x="56" y="5"/>
                </a:moveTo>
                <a:lnTo>
                  <a:pt x="51" y="0"/>
                </a:lnTo>
                <a:lnTo>
                  <a:pt x="0" y="51"/>
                </a:lnTo>
                <a:lnTo>
                  <a:pt x="5" y="56"/>
                </a:lnTo>
                <a:lnTo>
                  <a:pt x="56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" name="Freeform 452"/>
          <p:cNvSpPr>
            <a:spLocks/>
          </p:cNvSpPr>
          <p:nvPr/>
        </p:nvSpPr>
        <p:spPr bwMode="auto">
          <a:xfrm>
            <a:off x="2457224" y="5765801"/>
            <a:ext cx="58738" cy="58738"/>
          </a:xfrm>
          <a:custGeom>
            <a:avLst/>
            <a:gdLst>
              <a:gd name="T0" fmla="*/ 0 w 37"/>
              <a:gd name="T1" fmla="*/ 26 h 37"/>
              <a:gd name="T2" fmla="*/ 10 w 37"/>
              <a:gd name="T3" fmla="*/ 37 h 37"/>
              <a:gd name="T4" fmla="*/ 37 w 37"/>
              <a:gd name="T5" fmla="*/ 26 h 37"/>
              <a:gd name="T6" fmla="*/ 10 w 37"/>
              <a:gd name="T7" fmla="*/ 0 h 37"/>
              <a:gd name="T8" fmla="*/ 0 w 37"/>
              <a:gd name="T9" fmla="*/ 26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7">
                <a:moveTo>
                  <a:pt x="0" y="26"/>
                </a:moveTo>
                <a:lnTo>
                  <a:pt x="10" y="37"/>
                </a:lnTo>
                <a:lnTo>
                  <a:pt x="37" y="26"/>
                </a:lnTo>
                <a:lnTo>
                  <a:pt x="10" y="0"/>
                </a:lnTo>
                <a:lnTo>
                  <a:pt x="0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" name="Freeform 453"/>
          <p:cNvSpPr>
            <a:spLocks/>
          </p:cNvSpPr>
          <p:nvPr/>
        </p:nvSpPr>
        <p:spPr bwMode="auto">
          <a:xfrm>
            <a:off x="2439761" y="5811838"/>
            <a:ext cx="30163" cy="30163"/>
          </a:xfrm>
          <a:custGeom>
            <a:avLst/>
            <a:gdLst>
              <a:gd name="T0" fmla="*/ 0 w 19"/>
              <a:gd name="T1" fmla="*/ 19 h 19"/>
              <a:gd name="T2" fmla="*/ 19 w 19"/>
              <a:gd name="T3" fmla="*/ 11 h 19"/>
              <a:gd name="T4" fmla="*/ 8 w 19"/>
              <a:gd name="T5" fmla="*/ 0 h 19"/>
              <a:gd name="T6" fmla="*/ 0 w 19"/>
              <a:gd name="T7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19">
                <a:moveTo>
                  <a:pt x="0" y="19"/>
                </a:moveTo>
                <a:lnTo>
                  <a:pt x="19" y="11"/>
                </a:lnTo>
                <a:lnTo>
                  <a:pt x="8" y="0"/>
                </a:lnTo>
                <a:lnTo>
                  <a:pt x="0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" name="Freeform 454"/>
          <p:cNvSpPr>
            <a:spLocks/>
          </p:cNvSpPr>
          <p:nvPr/>
        </p:nvSpPr>
        <p:spPr bwMode="auto">
          <a:xfrm>
            <a:off x="2561999" y="5659438"/>
            <a:ext cx="60325" cy="58738"/>
          </a:xfrm>
          <a:custGeom>
            <a:avLst/>
            <a:gdLst>
              <a:gd name="T0" fmla="*/ 11 w 38"/>
              <a:gd name="T1" fmla="*/ 0 h 37"/>
              <a:gd name="T2" fmla="*/ 0 w 38"/>
              <a:gd name="T3" fmla="*/ 10 h 37"/>
              <a:gd name="T4" fmla="*/ 27 w 38"/>
              <a:gd name="T5" fmla="*/ 37 h 37"/>
              <a:gd name="T6" fmla="*/ 38 w 38"/>
              <a:gd name="T7" fmla="*/ 26 h 37"/>
              <a:gd name="T8" fmla="*/ 11 w 38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7">
                <a:moveTo>
                  <a:pt x="11" y="0"/>
                </a:moveTo>
                <a:lnTo>
                  <a:pt x="0" y="10"/>
                </a:lnTo>
                <a:lnTo>
                  <a:pt x="27" y="37"/>
                </a:lnTo>
                <a:lnTo>
                  <a:pt x="38" y="26"/>
                </a:lnTo>
                <a:lnTo>
                  <a:pt x="1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" name="Freeform 455"/>
          <p:cNvSpPr>
            <a:spLocks/>
          </p:cNvSpPr>
          <p:nvPr/>
        </p:nvSpPr>
        <p:spPr bwMode="auto">
          <a:xfrm>
            <a:off x="3147786" y="5688013"/>
            <a:ext cx="111125" cy="111125"/>
          </a:xfrm>
          <a:custGeom>
            <a:avLst/>
            <a:gdLst>
              <a:gd name="T0" fmla="*/ 13 w 26"/>
              <a:gd name="T1" fmla="*/ 0 h 26"/>
              <a:gd name="T2" fmla="*/ 0 w 26"/>
              <a:gd name="T3" fmla="*/ 13 h 26"/>
              <a:gd name="T4" fmla="*/ 13 w 26"/>
              <a:gd name="T5" fmla="*/ 26 h 26"/>
              <a:gd name="T6" fmla="*/ 26 w 26"/>
              <a:gd name="T7" fmla="*/ 13 h 26"/>
              <a:gd name="T8" fmla="*/ 13 w 26"/>
              <a:gd name="T9" fmla="*/ 13 h 26"/>
              <a:gd name="T10" fmla="*/ 13 w 26"/>
              <a:gd name="T1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" h="26">
                <a:moveTo>
                  <a:pt x="13" y="0"/>
                </a:moveTo>
                <a:cubicBezTo>
                  <a:pt x="6" y="0"/>
                  <a:pt x="0" y="6"/>
                  <a:pt x="0" y="13"/>
                </a:cubicBezTo>
                <a:cubicBezTo>
                  <a:pt x="0" y="21"/>
                  <a:pt x="6" y="26"/>
                  <a:pt x="13" y="26"/>
                </a:cubicBezTo>
                <a:cubicBezTo>
                  <a:pt x="20" y="26"/>
                  <a:pt x="26" y="21"/>
                  <a:pt x="26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0"/>
                  <a:pt x="13" y="0"/>
                  <a:pt x="1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" name="Freeform 456"/>
          <p:cNvSpPr>
            <a:spLocks/>
          </p:cNvSpPr>
          <p:nvPr/>
        </p:nvSpPr>
        <p:spPr bwMode="auto">
          <a:xfrm>
            <a:off x="3206524" y="5684838"/>
            <a:ext cx="39688" cy="55563"/>
          </a:xfrm>
          <a:custGeom>
            <a:avLst/>
            <a:gdLst>
              <a:gd name="T0" fmla="*/ 0 w 9"/>
              <a:gd name="T1" fmla="*/ 0 h 13"/>
              <a:gd name="T2" fmla="*/ 0 w 9"/>
              <a:gd name="T3" fmla="*/ 13 h 13"/>
              <a:gd name="T4" fmla="*/ 9 w 9"/>
              <a:gd name="T5" fmla="*/ 4 h 13"/>
              <a:gd name="T6" fmla="*/ 0 w 9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3">
                <a:moveTo>
                  <a:pt x="0" y="0"/>
                </a:moveTo>
                <a:cubicBezTo>
                  <a:pt x="0" y="13"/>
                  <a:pt x="0" y="13"/>
                  <a:pt x="0" y="13"/>
                </a:cubicBezTo>
                <a:cubicBezTo>
                  <a:pt x="9" y="4"/>
                  <a:pt x="9" y="4"/>
                  <a:pt x="9" y="4"/>
                </a:cubicBezTo>
                <a:cubicBezTo>
                  <a:pt x="7" y="1"/>
                  <a:pt x="4" y="0"/>
                  <a:pt x="0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" name="Freeform 457"/>
          <p:cNvSpPr>
            <a:spLocks/>
          </p:cNvSpPr>
          <p:nvPr/>
        </p:nvSpPr>
        <p:spPr bwMode="auto">
          <a:xfrm>
            <a:off x="3216049" y="5700713"/>
            <a:ext cx="55563" cy="42863"/>
          </a:xfrm>
          <a:custGeom>
            <a:avLst/>
            <a:gdLst>
              <a:gd name="T0" fmla="*/ 13 w 13"/>
              <a:gd name="T1" fmla="*/ 10 h 10"/>
              <a:gd name="T2" fmla="*/ 9 w 13"/>
              <a:gd name="T3" fmla="*/ 0 h 10"/>
              <a:gd name="T4" fmla="*/ 0 w 13"/>
              <a:gd name="T5" fmla="*/ 9 h 10"/>
              <a:gd name="T6" fmla="*/ 0 w 13"/>
              <a:gd name="T7" fmla="*/ 10 h 10"/>
              <a:gd name="T8" fmla="*/ 13 w 13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0">
                <a:moveTo>
                  <a:pt x="13" y="10"/>
                </a:moveTo>
                <a:cubicBezTo>
                  <a:pt x="13" y="6"/>
                  <a:pt x="11" y="3"/>
                  <a:pt x="9" y="0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0" y="10"/>
                </a:cubicBezTo>
                <a:lnTo>
                  <a:pt x="13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" name="Freeform 458"/>
          <p:cNvSpPr>
            <a:spLocks/>
          </p:cNvSpPr>
          <p:nvPr/>
        </p:nvSpPr>
        <p:spPr bwMode="auto">
          <a:xfrm>
            <a:off x="3092224" y="5578476"/>
            <a:ext cx="327025" cy="63500"/>
          </a:xfrm>
          <a:custGeom>
            <a:avLst/>
            <a:gdLst>
              <a:gd name="T0" fmla="*/ 40 w 77"/>
              <a:gd name="T1" fmla="*/ 4 h 15"/>
              <a:gd name="T2" fmla="*/ 40 w 77"/>
              <a:gd name="T3" fmla="*/ 2 h 15"/>
              <a:gd name="T4" fmla="*/ 38 w 77"/>
              <a:gd name="T5" fmla="*/ 0 h 15"/>
              <a:gd name="T6" fmla="*/ 36 w 77"/>
              <a:gd name="T7" fmla="*/ 2 h 15"/>
              <a:gd name="T8" fmla="*/ 36 w 77"/>
              <a:gd name="T9" fmla="*/ 4 h 15"/>
              <a:gd name="T10" fmla="*/ 0 w 77"/>
              <a:gd name="T11" fmla="*/ 4 h 15"/>
              <a:gd name="T12" fmla="*/ 0 w 77"/>
              <a:gd name="T13" fmla="*/ 15 h 15"/>
              <a:gd name="T14" fmla="*/ 77 w 77"/>
              <a:gd name="T15" fmla="*/ 15 h 15"/>
              <a:gd name="T16" fmla="*/ 77 w 77"/>
              <a:gd name="T17" fmla="*/ 4 h 15"/>
              <a:gd name="T18" fmla="*/ 40 w 77"/>
              <a:gd name="T19" fmla="*/ 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7" h="15">
                <a:moveTo>
                  <a:pt x="40" y="4"/>
                </a:moveTo>
                <a:cubicBezTo>
                  <a:pt x="40" y="2"/>
                  <a:pt x="40" y="2"/>
                  <a:pt x="40" y="2"/>
                </a:cubicBezTo>
                <a:cubicBezTo>
                  <a:pt x="40" y="0"/>
                  <a:pt x="40" y="0"/>
                  <a:pt x="38" y="0"/>
                </a:cubicBezTo>
                <a:cubicBezTo>
                  <a:pt x="37" y="0"/>
                  <a:pt x="36" y="0"/>
                  <a:pt x="36" y="2"/>
                </a:cubicBezTo>
                <a:cubicBezTo>
                  <a:pt x="36" y="4"/>
                  <a:pt x="36" y="4"/>
                  <a:pt x="36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15"/>
                  <a:pt x="0" y="15"/>
                  <a:pt x="0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4"/>
                  <a:pt x="77" y="4"/>
                  <a:pt x="77" y="4"/>
                </a:cubicBezTo>
                <a:lnTo>
                  <a:pt x="40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" name="Freeform 459"/>
          <p:cNvSpPr>
            <a:spLocks noEditPoints="1"/>
          </p:cNvSpPr>
          <p:nvPr/>
        </p:nvSpPr>
        <p:spPr bwMode="auto">
          <a:xfrm>
            <a:off x="3117624" y="5654676"/>
            <a:ext cx="276225" cy="293688"/>
          </a:xfrm>
          <a:custGeom>
            <a:avLst/>
            <a:gdLst>
              <a:gd name="T0" fmla="*/ 0 w 174"/>
              <a:gd name="T1" fmla="*/ 115 h 185"/>
              <a:gd name="T2" fmla="*/ 75 w 174"/>
              <a:gd name="T3" fmla="*/ 115 h 185"/>
              <a:gd name="T4" fmla="*/ 75 w 174"/>
              <a:gd name="T5" fmla="*/ 150 h 185"/>
              <a:gd name="T6" fmla="*/ 48 w 174"/>
              <a:gd name="T7" fmla="*/ 150 h 185"/>
              <a:gd name="T8" fmla="*/ 48 w 174"/>
              <a:gd name="T9" fmla="*/ 144 h 185"/>
              <a:gd name="T10" fmla="*/ 38 w 174"/>
              <a:gd name="T11" fmla="*/ 144 h 185"/>
              <a:gd name="T12" fmla="*/ 38 w 174"/>
              <a:gd name="T13" fmla="*/ 185 h 185"/>
              <a:gd name="T14" fmla="*/ 48 w 174"/>
              <a:gd name="T15" fmla="*/ 185 h 185"/>
              <a:gd name="T16" fmla="*/ 48 w 174"/>
              <a:gd name="T17" fmla="*/ 166 h 185"/>
              <a:gd name="T18" fmla="*/ 126 w 174"/>
              <a:gd name="T19" fmla="*/ 166 h 185"/>
              <a:gd name="T20" fmla="*/ 126 w 174"/>
              <a:gd name="T21" fmla="*/ 185 h 185"/>
              <a:gd name="T22" fmla="*/ 137 w 174"/>
              <a:gd name="T23" fmla="*/ 185 h 185"/>
              <a:gd name="T24" fmla="*/ 137 w 174"/>
              <a:gd name="T25" fmla="*/ 144 h 185"/>
              <a:gd name="T26" fmla="*/ 126 w 174"/>
              <a:gd name="T27" fmla="*/ 144 h 185"/>
              <a:gd name="T28" fmla="*/ 126 w 174"/>
              <a:gd name="T29" fmla="*/ 150 h 185"/>
              <a:gd name="T30" fmla="*/ 97 w 174"/>
              <a:gd name="T31" fmla="*/ 150 h 185"/>
              <a:gd name="T32" fmla="*/ 97 w 174"/>
              <a:gd name="T33" fmla="*/ 115 h 185"/>
              <a:gd name="T34" fmla="*/ 174 w 174"/>
              <a:gd name="T35" fmla="*/ 115 h 185"/>
              <a:gd name="T36" fmla="*/ 174 w 174"/>
              <a:gd name="T37" fmla="*/ 0 h 185"/>
              <a:gd name="T38" fmla="*/ 0 w 174"/>
              <a:gd name="T39" fmla="*/ 0 h 185"/>
              <a:gd name="T40" fmla="*/ 0 w 174"/>
              <a:gd name="T41" fmla="*/ 115 h 185"/>
              <a:gd name="T42" fmla="*/ 11 w 174"/>
              <a:gd name="T43" fmla="*/ 8 h 185"/>
              <a:gd name="T44" fmla="*/ 163 w 174"/>
              <a:gd name="T45" fmla="*/ 8 h 185"/>
              <a:gd name="T46" fmla="*/ 163 w 174"/>
              <a:gd name="T47" fmla="*/ 107 h 185"/>
              <a:gd name="T48" fmla="*/ 11 w 174"/>
              <a:gd name="T49" fmla="*/ 107 h 185"/>
              <a:gd name="T50" fmla="*/ 11 w 174"/>
              <a:gd name="T51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4" h="185">
                <a:moveTo>
                  <a:pt x="0" y="115"/>
                </a:moveTo>
                <a:lnTo>
                  <a:pt x="75" y="115"/>
                </a:lnTo>
                <a:lnTo>
                  <a:pt x="75" y="150"/>
                </a:lnTo>
                <a:lnTo>
                  <a:pt x="48" y="150"/>
                </a:lnTo>
                <a:lnTo>
                  <a:pt x="48" y="144"/>
                </a:lnTo>
                <a:lnTo>
                  <a:pt x="38" y="144"/>
                </a:lnTo>
                <a:lnTo>
                  <a:pt x="38" y="185"/>
                </a:lnTo>
                <a:lnTo>
                  <a:pt x="48" y="185"/>
                </a:lnTo>
                <a:lnTo>
                  <a:pt x="48" y="166"/>
                </a:lnTo>
                <a:lnTo>
                  <a:pt x="126" y="166"/>
                </a:lnTo>
                <a:lnTo>
                  <a:pt x="126" y="185"/>
                </a:lnTo>
                <a:lnTo>
                  <a:pt x="137" y="185"/>
                </a:lnTo>
                <a:lnTo>
                  <a:pt x="137" y="144"/>
                </a:lnTo>
                <a:lnTo>
                  <a:pt x="126" y="144"/>
                </a:lnTo>
                <a:lnTo>
                  <a:pt x="126" y="150"/>
                </a:lnTo>
                <a:lnTo>
                  <a:pt x="97" y="150"/>
                </a:lnTo>
                <a:lnTo>
                  <a:pt x="97" y="115"/>
                </a:lnTo>
                <a:lnTo>
                  <a:pt x="174" y="115"/>
                </a:lnTo>
                <a:lnTo>
                  <a:pt x="174" y="0"/>
                </a:lnTo>
                <a:lnTo>
                  <a:pt x="0" y="0"/>
                </a:lnTo>
                <a:lnTo>
                  <a:pt x="0" y="115"/>
                </a:lnTo>
                <a:close/>
                <a:moveTo>
                  <a:pt x="11" y="8"/>
                </a:moveTo>
                <a:lnTo>
                  <a:pt x="163" y="8"/>
                </a:lnTo>
                <a:lnTo>
                  <a:pt x="163" y="107"/>
                </a:lnTo>
                <a:lnTo>
                  <a:pt x="11" y="107"/>
                </a:lnTo>
                <a:lnTo>
                  <a:pt x="11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" name="Rectangle 460"/>
          <p:cNvSpPr>
            <a:spLocks noChangeArrowheads="1"/>
          </p:cNvSpPr>
          <p:nvPr/>
        </p:nvSpPr>
        <p:spPr bwMode="auto">
          <a:xfrm>
            <a:off x="3297011" y="5718176"/>
            <a:ext cx="587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" name="Rectangle 461"/>
          <p:cNvSpPr>
            <a:spLocks noChangeArrowheads="1"/>
          </p:cNvSpPr>
          <p:nvPr/>
        </p:nvSpPr>
        <p:spPr bwMode="auto">
          <a:xfrm>
            <a:off x="3297011" y="5705476"/>
            <a:ext cx="58738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" name="Rectangle 462"/>
          <p:cNvSpPr>
            <a:spLocks noChangeArrowheads="1"/>
          </p:cNvSpPr>
          <p:nvPr/>
        </p:nvSpPr>
        <p:spPr bwMode="auto">
          <a:xfrm>
            <a:off x="3297011" y="5740401"/>
            <a:ext cx="58738" cy="3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" name="Rectangle 463"/>
          <p:cNvSpPr>
            <a:spLocks noChangeArrowheads="1"/>
          </p:cNvSpPr>
          <p:nvPr/>
        </p:nvSpPr>
        <p:spPr bwMode="auto">
          <a:xfrm>
            <a:off x="3297011" y="5753101"/>
            <a:ext cx="587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" name="Rectangle 464"/>
          <p:cNvSpPr>
            <a:spLocks noChangeArrowheads="1"/>
          </p:cNvSpPr>
          <p:nvPr/>
        </p:nvSpPr>
        <p:spPr bwMode="auto">
          <a:xfrm>
            <a:off x="3297011" y="5768976"/>
            <a:ext cx="58738" cy="47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" name="Freeform 465"/>
          <p:cNvSpPr>
            <a:spLocks noEditPoints="1"/>
          </p:cNvSpPr>
          <p:nvPr/>
        </p:nvSpPr>
        <p:spPr bwMode="auto">
          <a:xfrm>
            <a:off x="3817711" y="5573713"/>
            <a:ext cx="423863" cy="420688"/>
          </a:xfrm>
          <a:custGeom>
            <a:avLst/>
            <a:gdLst>
              <a:gd name="T0" fmla="*/ 50 w 100"/>
              <a:gd name="T1" fmla="*/ 0 h 99"/>
              <a:gd name="T2" fmla="*/ 0 w 100"/>
              <a:gd name="T3" fmla="*/ 49 h 99"/>
              <a:gd name="T4" fmla="*/ 50 w 100"/>
              <a:gd name="T5" fmla="*/ 99 h 99"/>
              <a:gd name="T6" fmla="*/ 100 w 100"/>
              <a:gd name="T7" fmla="*/ 49 h 99"/>
              <a:gd name="T8" fmla="*/ 50 w 100"/>
              <a:gd name="T9" fmla="*/ 0 h 99"/>
              <a:gd name="T10" fmla="*/ 50 w 100"/>
              <a:gd name="T11" fmla="*/ 95 h 99"/>
              <a:gd name="T12" fmla="*/ 4 w 100"/>
              <a:gd name="T13" fmla="*/ 49 h 99"/>
              <a:gd name="T14" fmla="*/ 50 w 100"/>
              <a:gd name="T15" fmla="*/ 4 h 99"/>
              <a:gd name="T16" fmla="*/ 96 w 100"/>
              <a:gd name="T17" fmla="*/ 49 h 99"/>
              <a:gd name="T18" fmla="*/ 50 w 100"/>
              <a:gd name="T19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0" h="99">
                <a:moveTo>
                  <a:pt x="50" y="0"/>
                </a:moveTo>
                <a:cubicBezTo>
                  <a:pt x="23" y="0"/>
                  <a:pt x="0" y="22"/>
                  <a:pt x="0" y="49"/>
                </a:cubicBezTo>
                <a:cubicBezTo>
                  <a:pt x="0" y="77"/>
                  <a:pt x="23" y="99"/>
                  <a:pt x="50" y="99"/>
                </a:cubicBezTo>
                <a:cubicBezTo>
                  <a:pt x="77" y="99"/>
                  <a:pt x="100" y="77"/>
                  <a:pt x="100" y="49"/>
                </a:cubicBezTo>
                <a:cubicBezTo>
                  <a:pt x="100" y="22"/>
                  <a:pt x="77" y="0"/>
                  <a:pt x="50" y="0"/>
                </a:cubicBezTo>
                <a:close/>
                <a:moveTo>
                  <a:pt x="50" y="95"/>
                </a:moveTo>
                <a:cubicBezTo>
                  <a:pt x="25" y="95"/>
                  <a:pt x="4" y="75"/>
                  <a:pt x="4" y="49"/>
                </a:cubicBezTo>
                <a:cubicBezTo>
                  <a:pt x="4" y="24"/>
                  <a:pt x="25" y="4"/>
                  <a:pt x="50" y="4"/>
                </a:cubicBezTo>
                <a:cubicBezTo>
                  <a:pt x="75" y="4"/>
                  <a:pt x="96" y="24"/>
                  <a:pt x="96" y="49"/>
                </a:cubicBezTo>
                <a:cubicBezTo>
                  <a:pt x="96" y="75"/>
                  <a:pt x="75" y="95"/>
                  <a:pt x="50" y="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" name="Freeform 466"/>
          <p:cNvSpPr>
            <a:spLocks noEditPoints="1"/>
          </p:cNvSpPr>
          <p:nvPr/>
        </p:nvSpPr>
        <p:spPr bwMode="auto">
          <a:xfrm>
            <a:off x="3860574" y="5611813"/>
            <a:ext cx="339725" cy="339725"/>
          </a:xfrm>
          <a:custGeom>
            <a:avLst/>
            <a:gdLst>
              <a:gd name="T0" fmla="*/ 40 w 80"/>
              <a:gd name="T1" fmla="*/ 0 h 80"/>
              <a:gd name="T2" fmla="*/ 0 w 80"/>
              <a:gd name="T3" fmla="*/ 40 h 80"/>
              <a:gd name="T4" fmla="*/ 40 w 80"/>
              <a:gd name="T5" fmla="*/ 80 h 80"/>
              <a:gd name="T6" fmla="*/ 80 w 80"/>
              <a:gd name="T7" fmla="*/ 40 h 80"/>
              <a:gd name="T8" fmla="*/ 40 w 80"/>
              <a:gd name="T9" fmla="*/ 0 h 80"/>
              <a:gd name="T10" fmla="*/ 51 w 80"/>
              <a:gd name="T11" fmla="*/ 58 h 80"/>
              <a:gd name="T12" fmla="*/ 43 w 80"/>
              <a:gd name="T13" fmla="*/ 61 h 80"/>
              <a:gd name="T14" fmla="*/ 43 w 80"/>
              <a:gd name="T15" fmla="*/ 67 h 80"/>
              <a:gd name="T16" fmla="*/ 37 w 80"/>
              <a:gd name="T17" fmla="*/ 67 h 80"/>
              <a:gd name="T18" fmla="*/ 37 w 80"/>
              <a:gd name="T19" fmla="*/ 61 h 80"/>
              <a:gd name="T20" fmla="*/ 29 w 80"/>
              <a:gd name="T21" fmla="*/ 58 h 80"/>
              <a:gd name="T22" fmla="*/ 25 w 80"/>
              <a:gd name="T23" fmla="*/ 50 h 80"/>
              <a:gd name="T24" fmla="*/ 25 w 80"/>
              <a:gd name="T25" fmla="*/ 48 h 80"/>
              <a:gd name="T26" fmla="*/ 31 w 80"/>
              <a:gd name="T27" fmla="*/ 48 h 80"/>
              <a:gd name="T28" fmla="*/ 32 w 80"/>
              <a:gd name="T29" fmla="*/ 49 h 80"/>
              <a:gd name="T30" fmla="*/ 34 w 80"/>
              <a:gd name="T31" fmla="*/ 55 h 80"/>
              <a:gd name="T32" fmla="*/ 40 w 80"/>
              <a:gd name="T33" fmla="*/ 56 h 80"/>
              <a:gd name="T34" fmla="*/ 46 w 80"/>
              <a:gd name="T35" fmla="*/ 55 h 80"/>
              <a:gd name="T36" fmla="*/ 49 w 80"/>
              <a:gd name="T37" fmla="*/ 49 h 80"/>
              <a:gd name="T38" fmla="*/ 47 w 80"/>
              <a:gd name="T39" fmla="*/ 44 h 80"/>
              <a:gd name="T40" fmla="*/ 39 w 80"/>
              <a:gd name="T41" fmla="*/ 41 h 80"/>
              <a:gd name="T42" fmla="*/ 30 w 80"/>
              <a:gd name="T43" fmla="*/ 37 h 80"/>
              <a:gd name="T44" fmla="*/ 27 w 80"/>
              <a:gd name="T45" fmla="*/ 30 h 80"/>
              <a:gd name="T46" fmla="*/ 31 w 80"/>
              <a:gd name="T47" fmla="*/ 21 h 80"/>
              <a:gd name="T48" fmla="*/ 37 w 80"/>
              <a:gd name="T49" fmla="*/ 19 h 80"/>
              <a:gd name="T50" fmla="*/ 37 w 80"/>
              <a:gd name="T51" fmla="*/ 13 h 80"/>
              <a:gd name="T52" fmla="*/ 43 w 80"/>
              <a:gd name="T53" fmla="*/ 13 h 80"/>
              <a:gd name="T54" fmla="*/ 43 w 80"/>
              <a:gd name="T55" fmla="*/ 18 h 80"/>
              <a:gd name="T56" fmla="*/ 50 w 80"/>
              <a:gd name="T57" fmla="*/ 21 h 80"/>
              <a:gd name="T58" fmla="*/ 54 w 80"/>
              <a:gd name="T59" fmla="*/ 30 h 80"/>
              <a:gd name="T60" fmla="*/ 54 w 80"/>
              <a:gd name="T61" fmla="*/ 31 h 80"/>
              <a:gd name="T62" fmla="*/ 48 w 80"/>
              <a:gd name="T63" fmla="*/ 31 h 80"/>
              <a:gd name="T64" fmla="*/ 48 w 80"/>
              <a:gd name="T65" fmla="*/ 30 h 80"/>
              <a:gd name="T66" fmla="*/ 46 w 80"/>
              <a:gd name="T67" fmla="*/ 25 h 80"/>
              <a:gd name="T68" fmla="*/ 41 w 80"/>
              <a:gd name="T69" fmla="*/ 23 h 80"/>
              <a:gd name="T70" fmla="*/ 35 w 80"/>
              <a:gd name="T71" fmla="*/ 25 h 80"/>
              <a:gd name="T72" fmla="*/ 33 w 80"/>
              <a:gd name="T73" fmla="*/ 30 h 80"/>
              <a:gd name="T74" fmla="*/ 35 w 80"/>
              <a:gd name="T75" fmla="*/ 34 h 80"/>
              <a:gd name="T76" fmla="*/ 41 w 80"/>
              <a:gd name="T77" fmla="*/ 36 h 80"/>
              <a:gd name="T78" fmla="*/ 51 w 80"/>
              <a:gd name="T79" fmla="*/ 41 h 80"/>
              <a:gd name="T80" fmla="*/ 55 w 80"/>
              <a:gd name="T81" fmla="*/ 49 h 80"/>
              <a:gd name="T82" fmla="*/ 51 w 80"/>
              <a:gd name="T83" fmla="*/ 5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51" y="58"/>
                </a:moveTo>
                <a:cubicBezTo>
                  <a:pt x="49" y="60"/>
                  <a:pt x="46" y="61"/>
                  <a:pt x="43" y="61"/>
                </a:cubicBezTo>
                <a:cubicBezTo>
                  <a:pt x="43" y="67"/>
                  <a:pt x="43" y="67"/>
                  <a:pt x="43" y="67"/>
                </a:cubicBezTo>
                <a:cubicBezTo>
                  <a:pt x="37" y="67"/>
                  <a:pt x="37" y="67"/>
                  <a:pt x="37" y="67"/>
                </a:cubicBezTo>
                <a:cubicBezTo>
                  <a:pt x="37" y="61"/>
                  <a:pt x="37" y="61"/>
                  <a:pt x="37" y="61"/>
                </a:cubicBezTo>
                <a:cubicBezTo>
                  <a:pt x="34" y="61"/>
                  <a:pt x="32" y="60"/>
                  <a:pt x="29" y="58"/>
                </a:cubicBezTo>
                <a:cubicBezTo>
                  <a:pt x="27" y="56"/>
                  <a:pt x="25" y="53"/>
                  <a:pt x="25" y="50"/>
                </a:cubicBezTo>
                <a:cubicBezTo>
                  <a:pt x="25" y="48"/>
                  <a:pt x="25" y="48"/>
                  <a:pt x="25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51"/>
                  <a:pt x="32" y="53"/>
                  <a:pt x="34" y="55"/>
                </a:cubicBezTo>
                <a:cubicBezTo>
                  <a:pt x="35" y="56"/>
                  <a:pt x="37" y="56"/>
                  <a:pt x="40" y="56"/>
                </a:cubicBezTo>
                <a:cubicBezTo>
                  <a:pt x="43" y="56"/>
                  <a:pt x="45" y="56"/>
                  <a:pt x="46" y="55"/>
                </a:cubicBezTo>
                <a:cubicBezTo>
                  <a:pt x="48" y="53"/>
                  <a:pt x="49" y="51"/>
                  <a:pt x="49" y="49"/>
                </a:cubicBezTo>
                <a:cubicBezTo>
                  <a:pt x="49" y="47"/>
                  <a:pt x="48" y="46"/>
                  <a:pt x="47" y="44"/>
                </a:cubicBezTo>
                <a:cubicBezTo>
                  <a:pt x="45" y="43"/>
                  <a:pt x="42" y="42"/>
                  <a:pt x="39" y="41"/>
                </a:cubicBezTo>
                <a:cubicBezTo>
                  <a:pt x="35" y="40"/>
                  <a:pt x="32" y="39"/>
                  <a:pt x="30" y="37"/>
                </a:cubicBezTo>
                <a:cubicBezTo>
                  <a:pt x="28" y="35"/>
                  <a:pt x="27" y="33"/>
                  <a:pt x="27" y="30"/>
                </a:cubicBezTo>
                <a:cubicBezTo>
                  <a:pt x="27" y="26"/>
                  <a:pt x="28" y="24"/>
                  <a:pt x="31" y="21"/>
                </a:cubicBezTo>
                <a:cubicBezTo>
                  <a:pt x="32" y="20"/>
                  <a:pt x="35" y="19"/>
                  <a:pt x="37" y="19"/>
                </a:cubicBezTo>
                <a:cubicBezTo>
                  <a:pt x="37" y="13"/>
                  <a:pt x="37" y="13"/>
                  <a:pt x="37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18"/>
                  <a:pt x="43" y="18"/>
                  <a:pt x="43" y="18"/>
                </a:cubicBezTo>
                <a:cubicBezTo>
                  <a:pt x="46" y="19"/>
                  <a:pt x="48" y="20"/>
                  <a:pt x="50" y="21"/>
                </a:cubicBezTo>
                <a:cubicBezTo>
                  <a:pt x="53" y="24"/>
                  <a:pt x="54" y="26"/>
                  <a:pt x="54" y="30"/>
                </a:cubicBezTo>
                <a:cubicBezTo>
                  <a:pt x="54" y="31"/>
                  <a:pt x="54" y="31"/>
                  <a:pt x="54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8"/>
                  <a:pt x="47" y="26"/>
                  <a:pt x="46" y="25"/>
                </a:cubicBezTo>
                <a:cubicBezTo>
                  <a:pt x="45" y="24"/>
                  <a:pt x="43" y="23"/>
                  <a:pt x="41" y="23"/>
                </a:cubicBezTo>
                <a:cubicBezTo>
                  <a:pt x="38" y="23"/>
                  <a:pt x="36" y="24"/>
                  <a:pt x="35" y="25"/>
                </a:cubicBezTo>
                <a:cubicBezTo>
                  <a:pt x="34" y="26"/>
                  <a:pt x="33" y="28"/>
                  <a:pt x="33" y="30"/>
                </a:cubicBezTo>
                <a:cubicBezTo>
                  <a:pt x="33" y="31"/>
                  <a:pt x="34" y="33"/>
                  <a:pt x="35" y="34"/>
                </a:cubicBezTo>
                <a:cubicBezTo>
                  <a:pt x="36" y="35"/>
                  <a:pt x="38" y="36"/>
                  <a:pt x="41" y="36"/>
                </a:cubicBezTo>
                <a:cubicBezTo>
                  <a:pt x="46" y="37"/>
                  <a:pt x="49" y="39"/>
                  <a:pt x="51" y="41"/>
                </a:cubicBezTo>
                <a:cubicBezTo>
                  <a:pt x="54" y="43"/>
                  <a:pt x="55" y="46"/>
                  <a:pt x="55" y="49"/>
                </a:cubicBezTo>
                <a:cubicBezTo>
                  <a:pt x="55" y="53"/>
                  <a:pt x="53" y="56"/>
                  <a:pt x="51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" name="Freeform 467"/>
          <p:cNvSpPr>
            <a:spLocks noEditPoints="1"/>
          </p:cNvSpPr>
          <p:nvPr/>
        </p:nvSpPr>
        <p:spPr bwMode="auto">
          <a:xfrm>
            <a:off x="4644799" y="5573713"/>
            <a:ext cx="419100" cy="420688"/>
          </a:xfrm>
          <a:custGeom>
            <a:avLst/>
            <a:gdLst>
              <a:gd name="T0" fmla="*/ 49 w 99"/>
              <a:gd name="T1" fmla="*/ 9 h 99"/>
              <a:gd name="T2" fmla="*/ 10 w 99"/>
              <a:gd name="T3" fmla="*/ 49 h 99"/>
              <a:gd name="T4" fmla="*/ 49 w 99"/>
              <a:gd name="T5" fmla="*/ 89 h 99"/>
              <a:gd name="T6" fmla="*/ 89 w 99"/>
              <a:gd name="T7" fmla="*/ 49 h 99"/>
              <a:gd name="T8" fmla="*/ 49 w 99"/>
              <a:gd name="T9" fmla="*/ 9 h 99"/>
              <a:gd name="T10" fmla="*/ 58 w 99"/>
              <a:gd name="T11" fmla="*/ 42 h 99"/>
              <a:gd name="T12" fmla="*/ 58 w 99"/>
              <a:gd name="T13" fmla="*/ 48 h 99"/>
              <a:gd name="T14" fmla="*/ 41 w 99"/>
              <a:gd name="T15" fmla="*/ 48 h 99"/>
              <a:gd name="T16" fmla="*/ 41 w 99"/>
              <a:gd name="T17" fmla="*/ 51 h 99"/>
              <a:gd name="T18" fmla="*/ 56 w 99"/>
              <a:gd name="T19" fmla="*/ 51 h 99"/>
              <a:gd name="T20" fmla="*/ 56 w 99"/>
              <a:gd name="T21" fmla="*/ 57 h 99"/>
              <a:gd name="T22" fmla="*/ 42 w 99"/>
              <a:gd name="T23" fmla="*/ 57 h 99"/>
              <a:gd name="T24" fmla="*/ 44 w 99"/>
              <a:gd name="T25" fmla="*/ 64 h 99"/>
              <a:gd name="T26" fmla="*/ 53 w 99"/>
              <a:gd name="T27" fmla="*/ 70 h 99"/>
              <a:gd name="T28" fmla="*/ 58 w 99"/>
              <a:gd name="T29" fmla="*/ 67 h 99"/>
              <a:gd name="T30" fmla="*/ 62 w 99"/>
              <a:gd name="T31" fmla="*/ 61 h 99"/>
              <a:gd name="T32" fmla="*/ 62 w 99"/>
              <a:gd name="T33" fmla="*/ 60 h 99"/>
              <a:gd name="T34" fmla="*/ 68 w 99"/>
              <a:gd name="T35" fmla="*/ 60 h 99"/>
              <a:gd name="T36" fmla="*/ 68 w 99"/>
              <a:gd name="T37" fmla="*/ 61 h 99"/>
              <a:gd name="T38" fmla="*/ 63 w 99"/>
              <a:gd name="T39" fmla="*/ 71 h 99"/>
              <a:gd name="T40" fmla="*/ 53 w 99"/>
              <a:gd name="T41" fmla="*/ 75 h 99"/>
              <a:gd name="T42" fmla="*/ 39 w 99"/>
              <a:gd name="T43" fmla="*/ 68 h 99"/>
              <a:gd name="T44" fmla="*/ 35 w 99"/>
              <a:gd name="T45" fmla="*/ 57 h 99"/>
              <a:gd name="T46" fmla="*/ 31 w 99"/>
              <a:gd name="T47" fmla="*/ 57 h 99"/>
              <a:gd name="T48" fmla="*/ 31 w 99"/>
              <a:gd name="T49" fmla="*/ 51 h 99"/>
              <a:gd name="T50" fmla="*/ 34 w 99"/>
              <a:gd name="T51" fmla="*/ 51 h 99"/>
              <a:gd name="T52" fmla="*/ 34 w 99"/>
              <a:gd name="T53" fmla="*/ 49 h 99"/>
              <a:gd name="T54" fmla="*/ 34 w 99"/>
              <a:gd name="T55" fmla="*/ 48 h 99"/>
              <a:gd name="T56" fmla="*/ 31 w 99"/>
              <a:gd name="T57" fmla="*/ 48 h 99"/>
              <a:gd name="T58" fmla="*/ 31 w 99"/>
              <a:gd name="T59" fmla="*/ 42 h 99"/>
              <a:gd name="T60" fmla="*/ 35 w 99"/>
              <a:gd name="T61" fmla="*/ 42 h 99"/>
              <a:gd name="T62" fmla="*/ 39 w 99"/>
              <a:gd name="T63" fmla="*/ 31 h 99"/>
              <a:gd name="T64" fmla="*/ 53 w 99"/>
              <a:gd name="T65" fmla="*/ 23 h 99"/>
              <a:gd name="T66" fmla="*/ 63 w 99"/>
              <a:gd name="T67" fmla="*/ 27 h 99"/>
              <a:gd name="T68" fmla="*/ 68 w 99"/>
              <a:gd name="T69" fmla="*/ 37 h 99"/>
              <a:gd name="T70" fmla="*/ 68 w 99"/>
              <a:gd name="T71" fmla="*/ 38 h 99"/>
              <a:gd name="T72" fmla="*/ 62 w 99"/>
              <a:gd name="T73" fmla="*/ 38 h 99"/>
              <a:gd name="T74" fmla="*/ 62 w 99"/>
              <a:gd name="T75" fmla="*/ 38 h 99"/>
              <a:gd name="T76" fmla="*/ 58 w 99"/>
              <a:gd name="T77" fmla="*/ 31 h 99"/>
              <a:gd name="T78" fmla="*/ 53 w 99"/>
              <a:gd name="T79" fmla="*/ 29 h 99"/>
              <a:gd name="T80" fmla="*/ 44 w 99"/>
              <a:gd name="T81" fmla="*/ 35 h 99"/>
              <a:gd name="T82" fmla="*/ 41 w 99"/>
              <a:gd name="T83" fmla="*/ 42 h 99"/>
              <a:gd name="T84" fmla="*/ 58 w 99"/>
              <a:gd name="T85" fmla="*/ 42 h 99"/>
              <a:gd name="T86" fmla="*/ 49 w 99"/>
              <a:gd name="T87" fmla="*/ 0 h 99"/>
              <a:gd name="T88" fmla="*/ 0 w 99"/>
              <a:gd name="T89" fmla="*/ 49 h 99"/>
              <a:gd name="T90" fmla="*/ 49 w 99"/>
              <a:gd name="T91" fmla="*/ 99 h 99"/>
              <a:gd name="T92" fmla="*/ 99 w 99"/>
              <a:gd name="T93" fmla="*/ 49 h 99"/>
              <a:gd name="T94" fmla="*/ 49 w 99"/>
              <a:gd name="T95" fmla="*/ 0 h 99"/>
              <a:gd name="T96" fmla="*/ 49 w 99"/>
              <a:gd name="T97" fmla="*/ 95 h 99"/>
              <a:gd name="T98" fmla="*/ 4 w 99"/>
              <a:gd name="T99" fmla="*/ 49 h 99"/>
              <a:gd name="T100" fmla="*/ 49 w 99"/>
              <a:gd name="T101" fmla="*/ 4 h 99"/>
              <a:gd name="T102" fmla="*/ 95 w 99"/>
              <a:gd name="T103" fmla="*/ 49 h 99"/>
              <a:gd name="T104" fmla="*/ 49 w 99"/>
              <a:gd name="T105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" h="99">
                <a:moveTo>
                  <a:pt x="49" y="9"/>
                </a:moveTo>
                <a:cubicBezTo>
                  <a:pt x="27" y="9"/>
                  <a:pt x="10" y="27"/>
                  <a:pt x="10" y="49"/>
                </a:cubicBezTo>
                <a:cubicBezTo>
                  <a:pt x="10" y="71"/>
                  <a:pt x="27" y="89"/>
                  <a:pt x="49" y="89"/>
                </a:cubicBezTo>
                <a:cubicBezTo>
                  <a:pt x="72" y="89"/>
                  <a:pt x="89" y="71"/>
                  <a:pt x="89" y="49"/>
                </a:cubicBezTo>
                <a:cubicBezTo>
                  <a:pt x="89" y="27"/>
                  <a:pt x="72" y="9"/>
                  <a:pt x="49" y="9"/>
                </a:cubicBezTo>
                <a:close/>
                <a:moveTo>
                  <a:pt x="58" y="42"/>
                </a:moveTo>
                <a:cubicBezTo>
                  <a:pt x="58" y="48"/>
                  <a:pt x="58" y="48"/>
                  <a:pt x="58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51"/>
                  <a:pt x="41" y="51"/>
                  <a:pt x="41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6" y="57"/>
                  <a:pt x="56" y="57"/>
                  <a:pt x="56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60"/>
                  <a:pt x="43" y="62"/>
                  <a:pt x="44" y="64"/>
                </a:cubicBezTo>
                <a:cubicBezTo>
                  <a:pt x="46" y="68"/>
                  <a:pt x="49" y="70"/>
                  <a:pt x="53" y="70"/>
                </a:cubicBezTo>
                <a:cubicBezTo>
                  <a:pt x="55" y="70"/>
                  <a:pt x="57" y="69"/>
                  <a:pt x="58" y="67"/>
                </a:cubicBezTo>
                <a:cubicBezTo>
                  <a:pt x="60" y="66"/>
                  <a:pt x="61" y="64"/>
                  <a:pt x="62" y="61"/>
                </a:cubicBezTo>
                <a:cubicBezTo>
                  <a:pt x="62" y="60"/>
                  <a:pt x="62" y="60"/>
                  <a:pt x="6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5"/>
                  <a:pt x="66" y="69"/>
                  <a:pt x="63" y="71"/>
                </a:cubicBezTo>
                <a:cubicBezTo>
                  <a:pt x="60" y="74"/>
                  <a:pt x="57" y="75"/>
                  <a:pt x="53" y="75"/>
                </a:cubicBezTo>
                <a:cubicBezTo>
                  <a:pt x="47" y="75"/>
                  <a:pt x="42" y="73"/>
                  <a:pt x="39" y="68"/>
                </a:cubicBezTo>
                <a:cubicBezTo>
                  <a:pt x="37" y="65"/>
                  <a:pt x="36" y="61"/>
                  <a:pt x="35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51"/>
                  <a:pt x="31" y="51"/>
                  <a:pt x="31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4" y="48"/>
                  <a:pt x="34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2"/>
                  <a:pt x="31" y="42"/>
                  <a:pt x="31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6" y="38"/>
                  <a:pt x="37" y="34"/>
                  <a:pt x="39" y="31"/>
                </a:cubicBezTo>
                <a:cubicBezTo>
                  <a:pt x="43" y="26"/>
                  <a:pt x="47" y="23"/>
                  <a:pt x="53" y="23"/>
                </a:cubicBezTo>
                <a:cubicBezTo>
                  <a:pt x="57" y="23"/>
                  <a:pt x="60" y="25"/>
                  <a:pt x="63" y="27"/>
                </a:cubicBezTo>
                <a:cubicBezTo>
                  <a:pt x="66" y="30"/>
                  <a:pt x="68" y="33"/>
                  <a:pt x="68" y="37"/>
                </a:cubicBezTo>
                <a:cubicBezTo>
                  <a:pt x="68" y="38"/>
                  <a:pt x="68" y="38"/>
                  <a:pt x="68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1" y="35"/>
                  <a:pt x="60" y="33"/>
                  <a:pt x="58" y="31"/>
                </a:cubicBezTo>
                <a:cubicBezTo>
                  <a:pt x="57" y="30"/>
                  <a:pt x="55" y="29"/>
                  <a:pt x="53" y="29"/>
                </a:cubicBezTo>
                <a:cubicBezTo>
                  <a:pt x="49" y="29"/>
                  <a:pt x="46" y="31"/>
                  <a:pt x="44" y="35"/>
                </a:cubicBezTo>
                <a:cubicBezTo>
                  <a:pt x="43" y="37"/>
                  <a:pt x="42" y="39"/>
                  <a:pt x="41" y="42"/>
                </a:cubicBezTo>
                <a:lnTo>
                  <a:pt x="58" y="42"/>
                </a:lnTo>
                <a:close/>
                <a:moveTo>
                  <a:pt x="49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7"/>
                  <a:pt x="22" y="99"/>
                  <a:pt x="49" y="99"/>
                </a:cubicBezTo>
                <a:cubicBezTo>
                  <a:pt x="77" y="99"/>
                  <a:pt x="99" y="77"/>
                  <a:pt x="99" y="49"/>
                </a:cubicBezTo>
                <a:cubicBezTo>
                  <a:pt x="99" y="22"/>
                  <a:pt x="77" y="0"/>
                  <a:pt x="49" y="0"/>
                </a:cubicBezTo>
                <a:close/>
                <a:moveTo>
                  <a:pt x="49" y="95"/>
                </a:moveTo>
                <a:cubicBezTo>
                  <a:pt x="24" y="95"/>
                  <a:pt x="4" y="75"/>
                  <a:pt x="4" y="49"/>
                </a:cubicBezTo>
                <a:cubicBezTo>
                  <a:pt x="4" y="24"/>
                  <a:pt x="24" y="4"/>
                  <a:pt x="49" y="4"/>
                </a:cubicBezTo>
                <a:cubicBezTo>
                  <a:pt x="75" y="4"/>
                  <a:pt x="95" y="24"/>
                  <a:pt x="95" y="49"/>
                </a:cubicBezTo>
                <a:cubicBezTo>
                  <a:pt x="95" y="75"/>
                  <a:pt x="75" y="95"/>
                  <a:pt x="49" y="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" name="Freeform 468"/>
          <p:cNvSpPr>
            <a:spLocks noEditPoints="1"/>
          </p:cNvSpPr>
          <p:nvPr/>
        </p:nvSpPr>
        <p:spPr bwMode="auto">
          <a:xfrm>
            <a:off x="5459186" y="5583238"/>
            <a:ext cx="419100" cy="419100"/>
          </a:xfrm>
          <a:custGeom>
            <a:avLst/>
            <a:gdLst>
              <a:gd name="T0" fmla="*/ 49 w 99"/>
              <a:gd name="T1" fmla="*/ 0 h 99"/>
              <a:gd name="T2" fmla="*/ 0 w 99"/>
              <a:gd name="T3" fmla="*/ 49 h 99"/>
              <a:gd name="T4" fmla="*/ 49 w 99"/>
              <a:gd name="T5" fmla="*/ 99 h 99"/>
              <a:gd name="T6" fmla="*/ 99 w 99"/>
              <a:gd name="T7" fmla="*/ 49 h 99"/>
              <a:gd name="T8" fmla="*/ 49 w 99"/>
              <a:gd name="T9" fmla="*/ 0 h 99"/>
              <a:gd name="T10" fmla="*/ 49 w 99"/>
              <a:gd name="T11" fmla="*/ 95 h 99"/>
              <a:gd name="T12" fmla="*/ 4 w 99"/>
              <a:gd name="T13" fmla="*/ 49 h 99"/>
              <a:gd name="T14" fmla="*/ 49 w 99"/>
              <a:gd name="T15" fmla="*/ 4 h 99"/>
              <a:gd name="T16" fmla="*/ 95 w 99"/>
              <a:gd name="T17" fmla="*/ 49 h 99"/>
              <a:gd name="T18" fmla="*/ 49 w 99"/>
              <a:gd name="T19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9" h="99">
                <a:moveTo>
                  <a:pt x="49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7"/>
                  <a:pt x="22" y="99"/>
                  <a:pt x="49" y="99"/>
                </a:cubicBezTo>
                <a:cubicBezTo>
                  <a:pt x="77" y="99"/>
                  <a:pt x="99" y="77"/>
                  <a:pt x="99" y="49"/>
                </a:cubicBezTo>
                <a:cubicBezTo>
                  <a:pt x="99" y="22"/>
                  <a:pt x="77" y="0"/>
                  <a:pt x="49" y="0"/>
                </a:cubicBezTo>
                <a:close/>
                <a:moveTo>
                  <a:pt x="49" y="95"/>
                </a:moveTo>
                <a:cubicBezTo>
                  <a:pt x="24" y="95"/>
                  <a:pt x="4" y="75"/>
                  <a:pt x="4" y="49"/>
                </a:cubicBezTo>
                <a:cubicBezTo>
                  <a:pt x="4" y="24"/>
                  <a:pt x="24" y="4"/>
                  <a:pt x="49" y="4"/>
                </a:cubicBezTo>
                <a:cubicBezTo>
                  <a:pt x="74" y="4"/>
                  <a:pt x="95" y="24"/>
                  <a:pt x="95" y="49"/>
                </a:cubicBezTo>
                <a:cubicBezTo>
                  <a:pt x="95" y="75"/>
                  <a:pt x="74" y="95"/>
                  <a:pt x="49" y="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" name="Freeform 469"/>
          <p:cNvSpPr>
            <a:spLocks noEditPoints="1"/>
          </p:cNvSpPr>
          <p:nvPr/>
        </p:nvSpPr>
        <p:spPr bwMode="auto">
          <a:xfrm>
            <a:off x="5497286" y="5621338"/>
            <a:ext cx="339725" cy="339725"/>
          </a:xfrm>
          <a:custGeom>
            <a:avLst/>
            <a:gdLst>
              <a:gd name="T0" fmla="*/ 40 w 80"/>
              <a:gd name="T1" fmla="*/ 0 h 80"/>
              <a:gd name="T2" fmla="*/ 0 w 80"/>
              <a:gd name="T3" fmla="*/ 40 h 80"/>
              <a:gd name="T4" fmla="*/ 40 w 80"/>
              <a:gd name="T5" fmla="*/ 80 h 80"/>
              <a:gd name="T6" fmla="*/ 80 w 80"/>
              <a:gd name="T7" fmla="*/ 40 h 80"/>
              <a:gd name="T8" fmla="*/ 40 w 80"/>
              <a:gd name="T9" fmla="*/ 0 h 80"/>
              <a:gd name="T10" fmla="*/ 55 w 80"/>
              <a:gd name="T11" fmla="*/ 61 h 80"/>
              <a:gd name="T12" fmla="*/ 25 w 80"/>
              <a:gd name="T13" fmla="*/ 61 h 80"/>
              <a:gd name="T14" fmla="*/ 25 w 80"/>
              <a:gd name="T15" fmla="*/ 57 h 80"/>
              <a:gd name="T16" fmla="*/ 26 w 80"/>
              <a:gd name="T17" fmla="*/ 57 h 80"/>
              <a:gd name="T18" fmla="*/ 33 w 80"/>
              <a:gd name="T19" fmla="*/ 46 h 80"/>
              <a:gd name="T20" fmla="*/ 33 w 80"/>
              <a:gd name="T21" fmla="*/ 41 h 80"/>
              <a:gd name="T22" fmla="*/ 26 w 80"/>
              <a:gd name="T23" fmla="*/ 41 h 80"/>
              <a:gd name="T24" fmla="*/ 26 w 80"/>
              <a:gd name="T25" fmla="*/ 36 h 80"/>
              <a:gd name="T26" fmla="*/ 32 w 80"/>
              <a:gd name="T27" fmla="*/ 36 h 80"/>
              <a:gd name="T28" fmla="*/ 31 w 80"/>
              <a:gd name="T29" fmla="*/ 29 h 80"/>
              <a:gd name="T30" fmla="*/ 45 w 80"/>
              <a:gd name="T31" fmla="*/ 15 h 80"/>
              <a:gd name="T32" fmla="*/ 53 w 80"/>
              <a:gd name="T33" fmla="*/ 17 h 80"/>
              <a:gd name="T34" fmla="*/ 53 w 80"/>
              <a:gd name="T35" fmla="*/ 17 h 80"/>
              <a:gd name="T36" fmla="*/ 53 w 80"/>
              <a:gd name="T37" fmla="*/ 24 h 80"/>
              <a:gd name="T38" fmla="*/ 52 w 80"/>
              <a:gd name="T39" fmla="*/ 24 h 80"/>
              <a:gd name="T40" fmla="*/ 45 w 80"/>
              <a:gd name="T41" fmla="*/ 21 h 80"/>
              <a:gd name="T42" fmla="*/ 38 w 80"/>
              <a:gd name="T43" fmla="*/ 29 h 80"/>
              <a:gd name="T44" fmla="*/ 39 w 80"/>
              <a:gd name="T45" fmla="*/ 36 h 80"/>
              <a:gd name="T46" fmla="*/ 49 w 80"/>
              <a:gd name="T47" fmla="*/ 36 h 80"/>
              <a:gd name="T48" fmla="*/ 49 w 80"/>
              <a:gd name="T49" fmla="*/ 41 h 80"/>
              <a:gd name="T50" fmla="*/ 40 w 80"/>
              <a:gd name="T51" fmla="*/ 41 h 80"/>
              <a:gd name="T52" fmla="*/ 39 w 80"/>
              <a:gd name="T53" fmla="*/ 49 h 80"/>
              <a:gd name="T54" fmla="*/ 35 w 80"/>
              <a:gd name="T55" fmla="*/ 55 h 80"/>
              <a:gd name="T56" fmla="*/ 55 w 80"/>
              <a:gd name="T57" fmla="*/ 55 h 80"/>
              <a:gd name="T58" fmla="*/ 55 w 80"/>
              <a:gd name="T59" fmla="*/ 6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55" y="61"/>
                </a:moveTo>
                <a:cubicBezTo>
                  <a:pt x="25" y="61"/>
                  <a:pt x="25" y="61"/>
                  <a:pt x="25" y="61"/>
                </a:cubicBezTo>
                <a:cubicBezTo>
                  <a:pt x="25" y="57"/>
                  <a:pt x="25" y="57"/>
                  <a:pt x="25" y="57"/>
                </a:cubicBezTo>
                <a:cubicBezTo>
                  <a:pt x="26" y="57"/>
                  <a:pt x="26" y="57"/>
                  <a:pt x="26" y="57"/>
                </a:cubicBezTo>
                <a:cubicBezTo>
                  <a:pt x="30" y="55"/>
                  <a:pt x="33" y="50"/>
                  <a:pt x="33" y="46"/>
                </a:cubicBezTo>
                <a:cubicBezTo>
                  <a:pt x="33" y="44"/>
                  <a:pt x="33" y="43"/>
                  <a:pt x="33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6"/>
                  <a:pt x="26" y="36"/>
                  <a:pt x="26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4"/>
                  <a:pt x="31" y="31"/>
                  <a:pt x="31" y="29"/>
                </a:cubicBezTo>
                <a:cubicBezTo>
                  <a:pt x="31" y="21"/>
                  <a:pt x="37" y="15"/>
                  <a:pt x="45" y="15"/>
                </a:cubicBezTo>
                <a:cubicBezTo>
                  <a:pt x="50" y="15"/>
                  <a:pt x="52" y="16"/>
                  <a:pt x="5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1" y="23"/>
                  <a:pt x="48" y="21"/>
                  <a:pt x="45" y="21"/>
                </a:cubicBezTo>
                <a:cubicBezTo>
                  <a:pt x="40" y="21"/>
                  <a:pt x="38" y="26"/>
                  <a:pt x="38" y="29"/>
                </a:cubicBezTo>
                <a:cubicBezTo>
                  <a:pt x="38" y="32"/>
                  <a:pt x="39" y="34"/>
                  <a:pt x="3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41"/>
                  <a:pt x="49" y="41"/>
                  <a:pt x="49" y="41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4"/>
                  <a:pt x="40" y="46"/>
                  <a:pt x="39" y="49"/>
                </a:cubicBezTo>
                <a:cubicBezTo>
                  <a:pt x="39" y="51"/>
                  <a:pt x="37" y="53"/>
                  <a:pt x="35" y="55"/>
                </a:cubicBezTo>
                <a:cubicBezTo>
                  <a:pt x="55" y="55"/>
                  <a:pt x="55" y="55"/>
                  <a:pt x="55" y="55"/>
                </a:cubicBezTo>
                <a:lnTo>
                  <a:pt x="55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" name="Freeform 470"/>
          <p:cNvSpPr>
            <a:spLocks noEditPoints="1"/>
          </p:cNvSpPr>
          <p:nvPr/>
        </p:nvSpPr>
        <p:spPr bwMode="auto">
          <a:xfrm>
            <a:off x="6248174" y="5583238"/>
            <a:ext cx="423863" cy="419100"/>
          </a:xfrm>
          <a:custGeom>
            <a:avLst/>
            <a:gdLst>
              <a:gd name="T0" fmla="*/ 50 w 100"/>
              <a:gd name="T1" fmla="*/ 0 h 99"/>
              <a:gd name="T2" fmla="*/ 0 w 100"/>
              <a:gd name="T3" fmla="*/ 49 h 99"/>
              <a:gd name="T4" fmla="*/ 50 w 100"/>
              <a:gd name="T5" fmla="*/ 99 h 99"/>
              <a:gd name="T6" fmla="*/ 100 w 100"/>
              <a:gd name="T7" fmla="*/ 49 h 99"/>
              <a:gd name="T8" fmla="*/ 50 w 100"/>
              <a:gd name="T9" fmla="*/ 0 h 99"/>
              <a:gd name="T10" fmla="*/ 50 w 100"/>
              <a:gd name="T11" fmla="*/ 95 h 99"/>
              <a:gd name="T12" fmla="*/ 4 w 100"/>
              <a:gd name="T13" fmla="*/ 49 h 99"/>
              <a:gd name="T14" fmla="*/ 50 w 100"/>
              <a:gd name="T15" fmla="*/ 4 h 99"/>
              <a:gd name="T16" fmla="*/ 96 w 100"/>
              <a:gd name="T17" fmla="*/ 49 h 99"/>
              <a:gd name="T18" fmla="*/ 50 w 100"/>
              <a:gd name="T19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0" h="99">
                <a:moveTo>
                  <a:pt x="50" y="0"/>
                </a:moveTo>
                <a:cubicBezTo>
                  <a:pt x="23" y="0"/>
                  <a:pt x="0" y="22"/>
                  <a:pt x="0" y="49"/>
                </a:cubicBezTo>
                <a:cubicBezTo>
                  <a:pt x="0" y="77"/>
                  <a:pt x="23" y="99"/>
                  <a:pt x="50" y="99"/>
                </a:cubicBezTo>
                <a:cubicBezTo>
                  <a:pt x="77" y="99"/>
                  <a:pt x="100" y="77"/>
                  <a:pt x="100" y="49"/>
                </a:cubicBezTo>
                <a:cubicBezTo>
                  <a:pt x="100" y="22"/>
                  <a:pt x="77" y="0"/>
                  <a:pt x="50" y="0"/>
                </a:cubicBezTo>
                <a:close/>
                <a:moveTo>
                  <a:pt x="50" y="95"/>
                </a:moveTo>
                <a:cubicBezTo>
                  <a:pt x="25" y="95"/>
                  <a:pt x="4" y="75"/>
                  <a:pt x="4" y="49"/>
                </a:cubicBezTo>
                <a:cubicBezTo>
                  <a:pt x="4" y="24"/>
                  <a:pt x="25" y="4"/>
                  <a:pt x="50" y="4"/>
                </a:cubicBezTo>
                <a:cubicBezTo>
                  <a:pt x="75" y="4"/>
                  <a:pt x="96" y="24"/>
                  <a:pt x="96" y="49"/>
                </a:cubicBezTo>
                <a:cubicBezTo>
                  <a:pt x="96" y="75"/>
                  <a:pt x="75" y="95"/>
                  <a:pt x="50" y="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" name="Freeform 471"/>
          <p:cNvSpPr>
            <a:spLocks noEditPoints="1"/>
          </p:cNvSpPr>
          <p:nvPr/>
        </p:nvSpPr>
        <p:spPr bwMode="auto">
          <a:xfrm>
            <a:off x="6289449" y="5621338"/>
            <a:ext cx="339725" cy="339725"/>
          </a:xfrm>
          <a:custGeom>
            <a:avLst/>
            <a:gdLst>
              <a:gd name="T0" fmla="*/ 40 w 80"/>
              <a:gd name="T1" fmla="*/ 0 h 80"/>
              <a:gd name="T2" fmla="*/ 0 w 80"/>
              <a:gd name="T3" fmla="*/ 40 h 80"/>
              <a:gd name="T4" fmla="*/ 40 w 80"/>
              <a:gd name="T5" fmla="*/ 80 h 80"/>
              <a:gd name="T6" fmla="*/ 80 w 80"/>
              <a:gd name="T7" fmla="*/ 40 h 80"/>
              <a:gd name="T8" fmla="*/ 40 w 80"/>
              <a:gd name="T9" fmla="*/ 0 h 80"/>
              <a:gd name="T10" fmla="*/ 55 w 80"/>
              <a:gd name="T11" fmla="*/ 40 h 80"/>
              <a:gd name="T12" fmla="*/ 55 w 80"/>
              <a:gd name="T13" fmla="*/ 46 h 80"/>
              <a:gd name="T14" fmla="*/ 43 w 80"/>
              <a:gd name="T15" fmla="*/ 46 h 80"/>
              <a:gd name="T16" fmla="*/ 43 w 80"/>
              <a:gd name="T17" fmla="*/ 49 h 80"/>
              <a:gd name="T18" fmla="*/ 55 w 80"/>
              <a:gd name="T19" fmla="*/ 49 h 80"/>
              <a:gd name="T20" fmla="*/ 55 w 80"/>
              <a:gd name="T21" fmla="*/ 55 h 80"/>
              <a:gd name="T22" fmla="*/ 43 w 80"/>
              <a:gd name="T23" fmla="*/ 55 h 80"/>
              <a:gd name="T24" fmla="*/ 43 w 80"/>
              <a:gd name="T25" fmla="*/ 64 h 80"/>
              <a:gd name="T26" fmla="*/ 37 w 80"/>
              <a:gd name="T27" fmla="*/ 64 h 80"/>
              <a:gd name="T28" fmla="*/ 37 w 80"/>
              <a:gd name="T29" fmla="*/ 55 h 80"/>
              <a:gd name="T30" fmla="*/ 25 w 80"/>
              <a:gd name="T31" fmla="*/ 55 h 80"/>
              <a:gd name="T32" fmla="*/ 25 w 80"/>
              <a:gd name="T33" fmla="*/ 49 h 80"/>
              <a:gd name="T34" fmla="*/ 37 w 80"/>
              <a:gd name="T35" fmla="*/ 49 h 80"/>
              <a:gd name="T36" fmla="*/ 37 w 80"/>
              <a:gd name="T37" fmla="*/ 46 h 80"/>
              <a:gd name="T38" fmla="*/ 25 w 80"/>
              <a:gd name="T39" fmla="*/ 46 h 80"/>
              <a:gd name="T40" fmla="*/ 25 w 80"/>
              <a:gd name="T41" fmla="*/ 40 h 80"/>
              <a:gd name="T42" fmla="*/ 34 w 80"/>
              <a:gd name="T43" fmla="*/ 40 h 80"/>
              <a:gd name="T44" fmla="*/ 23 w 80"/>
              <a:gd name="T45" fmla="*/ 19 h 80"/>
              <a:gd name="T46" fmla="*/ 30 w 80"/>
              <a:gd name="T47" fmla="*/ 19 h 80"/>
              <a:gd name="T48" fmla="*/ 38 w 80"/>
              <a:gd name="T49" fmla="*/ 35 h 80"/>
              <a:gd name="T50" fmla="*/ 40 w 80"/>
              <a:gd name="T51" fmla="*/ 38 h 80"/>
              <a:gd name="T52" fmla="*/ 42 w 80"/>
              <a:gd name="T53" fmla="*/ 34 h 80"/>
              <a:gd name="T54" fmla="*/ 50 w 80"/>
              <a:gd name="T55" fmla="*/ 19 h 80"/>
              <a:gd name="T56" fmla="*/ 57 w 80"/>
              <a:gd name="T57" fmla="*/ 19 h 80"/>
              <a:gd name="T58" fmla="*/ 46 w 80"/>
              <a:gd name="T59" fmla="*/ 40 h 80"/>
              <a:gd name="T60" fmla="*/ 55 w 80"/>
              <a:gd name="T61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55" y="40"/>
                </a:moveTo>
                <a:cubicBezTo>
                  <a:pt x="55" y="46"/>
                  <a:pt x="55" y="46"/>
                  <a:pt x="5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9"/>
                  <a:pt x="43" y="49"/>
                  <a:pt x="43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55"/>
                  <a:pt x="55" y="55"/>
                  <a:pt x="55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3" y="64"/>
                  <a:pt x="43" y="64"/>
                  <a:pt x="43" y="64"/>
                </a:cubicBezTo>
                <a:cubicBezTo>
                  <a:pt x="37" y="64"/>
                  <a:pt x="37" y="64"/>
                  <a:pt x="37" y="64"/>
                </a:cubicBezTo>
                <a:cubicBezTo>
                  <a:pt x="37" y="55"/>
                  <a:pt x="37" y="55"/>
                  <a:pt x="37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49"/>
                  <a:pt x="25" y="49"/>
                  <a:pt x="25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46"/>
                  <a:pt x="37" y="46"/>
                  <a:pt x="37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0"/>
                  <a:pt x="25" y="40"/>
                  <a:pt x="25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23" y="19"/>
                  <a:pt x="23" y="19"/>
                  <a:pt x="23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8" y="35"/>
                  <a:pt x="38" y="35"/>
                  <a:pt x="38" y="35"/>
                </a:cubicBezTo>
                <a:cubicBezTo>
                  <a:pt x="39" y="36"/>
                  <a:pt x="39" y="37"/>
                  <a:pt x="40" y="38"/>
                </a:cubicBezTo>
                <a:cubicBezTo>
                  <a:pt x="40" y="37"/>
                  <a:pt x="41" y="36"/>
                  <a:pt x="42" y="34"/>
                </a:cubicBezTo>
                <a:cubicBezTo>
                  <a:pt x="50" y="19"/>
                  <a:pt x="50" y="19"/>
                  <a:pt x="50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46" y="40"/>
                  <a:pt x="46" y="40"/>
                  <a:pt x="46" y="40"/>
                </a:cubicBezTo>
                <a:lnTo>
                  <a:pt x="55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" name="Freeform 472"/>
          <p:cNvSpPr>
            <a:spLocks noEditPoints="1"/>
          </p:cNvSpPr>
          <p:nvPr/>
        </p:nvSpPr>
        <p:spPr bwMode="auto">
          <a:xfrm>
            <a:off x="6946674" y="5583238"/>
            <a:ext cx="420688" cy="419100"/>
          </a:xfrm>
          <a:custGeom>
            <a:avLst/>
            <a:gdLst>
              <a:gd name="T0" fmla="*/ 50 w 99"/>
              <a:gd name="T1" fmla="*/ 0 h 99"/>
              <a:gd name="T2" fmla="*/ 0 w 99"/>
              <a:gd name="T3" fmla="*/ 49 h 99"/>
              <a:gd name="T4" fmla="*/ 50 w 99"/>
              <a:gd name="T5" fmla="*/ 99 h 99"/>
              <a:gd name="T6" fmla="*/ 99 w 99"/>
              <a:gd name="T7" fmla="*/ 49 h 99"/>
              <a:gd name="T8" fmla="*/ 50 w 99"/>
              <a:gd name="T9" fmla="*/ 0 h 99"/>
              <a:gd name="T10" fmla="*/ 50 w 99"/>
              <a:gd name="T11" fmla="*/ 95 h 99"/>
              <a:gd name="T12" fmla="*/ 4 w 99"/>
              <a:gd name="T13" fmla="*/ 49 h 99"/>
              <a:gd name="T14" fmla="*/ 50 w 99"/>
              <a:gd name="T15" fmla="*/ 4 h 99"/>
              <a:gd name="T16" fmla="*/ 95 w 99"/>
              <a:gd name="T17" fmla="*/ 49 h 99"/>
              <a:gd name="T18" fmla="*/ 50 w 99"/>
              <a:gd name="T19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9" h="99">
                <a:moveTo>
                  <a:pt x="50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7"/>
                  <a:pt x="22" y="99"/>
                  <a:pt x="50" y="99"/>
                </a:cubicBezTo>
                <a:cubicBezTo>
                  <a:pt x="77" y="99"/>
                  <a:pt x="99" y="77"/>
                  <a:pt x="99" y="49"/>
                </a:cubicBezTo>
                <a:cubicBezTo>
                  <a:pt x="99" y="22"/>
                  <a:pt x="77" y="0"/>
                  <a:pt x="50" y="0"/>
                </a:cubicBezTo>
                <a:close/>
                <a:moveTo>
                  <a:pt x="50" y="95"/>
                </a:moveTo>
                <a:cubicBezTo>
                  <a:pt x="25" y="95"/>
                  <a:pt x="4" y="75"/>
                  <a:pt x="4" y="49"/>
                </a:cubicBezTo>
                <a:cubicBezTo>
                  <a:pt x="4" y="24"/>
                  <a:pt x="25" y="4"/>
                  <a:pt x="50" y="4"/>
                </a:cubicBezTo>
                <a:cubicBezTo>
                  <a:pt x="75" y="4"/>
                  <a:pt x="95" y="24"/>
                  <a:pt x="95" y="49"/>
                </a:cubicBezTo>
                <a:cubicBezTo>
                  <a:pt x="95" y="75"/>
                  <a:pt x="75" y="95"/>
                  <a:pt x="50" y="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" name="Freeform 473"/>
          <p:cNvSpPr>
            <a:spLocks noEditPoints="1"/>
          </p:cNvSpPr>
          <p:nvPr/>
        </p:nvSpPr>
        <p:spPr bwMode="auto">
          <a:xfrm>
            <a:off x="6989536" y="5621338"/>
            <a:ext cx="339725" cy="339725"/>
          </a:xfrm>
          <a:custGeom>
            <a:avLst/>
            <a:gdLst>
              <a:gd name="T0" fmla="*/ 40 w 80"/>
              <a:gd name="T1" fmla="*/ 0 h 80"/>
              <a:gd name="T2" fmla="*/ 0 w 80"/>
              <a:gd name="T3" fmla="*/ 40 h 80"/>
              <a:gd name="T4" fmla="*/ 40 w 80"/>
              <a:gd name="T5" fmla="*/ 80 h 80"/>
              <a:gd name="T6" fmla="*/ 80 w 80"/>
              <a:gd name="T7" fmla="*/ 40 h 80"/>
              <a:gd name="T8" fmla="*/ 40 w 80"/>
              <a:gd name="T9" fmla="*/ 0 h 80"/>
              <a:gd name="T10" fmla="*/ 22 w 80"/>
              <a:gd name="T11" fmla="*/ 18 h 80"/>
              <a:gd name="T12" fmla="*/ 59 w 80"/>
              <a:gd name="T13" fmla="*/ 18 h 80"/>
              <a:gd name="T14" fmla="*/ 59 w 80"/>
              <a:gd name="T15" fmla="*/ 24 h 80"/>
              <a:gd name="T16" fmla="*/ 22 w 80"/>
              <a:gd name="T17" fmla="*/ 24 h 80"/>
              <a:gd name="T18" fmla="*/ 22 w 80"/>
              <a:gd name="T19" fmla="*/ 18 h 80"/>
              <a:gd name="T20" fmla="*/ 65 w 80"/>
              <a:gd name="T21" fmla="*/ 50 h 80"/>
              <a:gd name="T22" fmla="*/ 58 w 80"/>
              <a:gd name="T23" fmla="*/ 62 h 80"/>
              <a:gd name="T24" fmla="*/ 51 w 80"/>
              <a:gd name="T25" fmla="*/ 62 h 80"/>
              <a:gd name="T26" fmla="*/ 44 w 80"/>
              <a:gd name="T27" fmla="*/ 55 h 80"/>
              <a:gd name="T28" fmla="*/ 44 w 80"/>
              <a:gd name="T29" fmla="*/ 38 h 80"/>
              <a:gd name="T30" fmla="*/ 37 w 80"/>
              <a:gd name="T31" fmla="*/ 38 h 80"/>
              <a:gd name="T32" fmla="*/ 37 w 80"/>
              <a:gd name="T33" fmla="*/ 39 h 80"/>
              <a:gd name="T34" fmla="*/ 21 w 80"/>
              <a:gd name="T35" fmla="*/ 62 h 80"/>
              <a:gd name="T36" fmla="*/ 20 w 80"/>
              <a:gd name="T37" fmla="*/ 62 h 80"/>
              <a:gd name="T38" fmla="*/ 20 w 80"/>
              <a:gd name="T39" fmla="*/ 61 h 80"/>
              <a:gd name="T40" fmla="*/ 18 w 80"/>
              <a:gd name="T41" fmla="*/ 59 h 80"/>
              <a:gd name="T42" fmla="*/ 16 w 80"/>
              <a:gd name="T43" fmla="*/ 57 h 80"/>
              <a:gd name="T44" fmla="*/ 18 w 80"/>
              <a:gd name="T45" fmla="*/ 57 h 80"/>
              <a:gd name="T46" fmla="*/ 30 w 80"/>
              <a:gd name="T47" fmla="*/ 38 h 80"/>
              <a:gd name="T48" fmla="*/ 18 w 80"/>
              <a:gd name="T49" fmla="*/ 38 h 80"/>
              <a:gd name="T50" fmla="*/ 18 w 80"/>
              <a:gd name="T51" fmla="*/ 32 h 80"/>
              <a:gd name="T52" fmla="*/ 64 w 80"/>
              <a:gd name="T53" fmla="*/ 32 h 80"/>
              <a:gd name="T54" fmla="*/ 64 w 80"/>
              <a:gd name="T55" fmla="*/ 38 h 80"/>
              <a:gd name="T56" fmla="*/ 50 w 80"/>
              <a:gd name="T57" fmla="*/ 38 h 80"/>
              <a:gd name="T58" fmla="*/ 50 w 80"/>
              <a:gd name="T59" fmla="*/ 55 h 80"/>
              <a:gd name="T60" fmla="*/ 50 w 80"/>
              <a:gd name="T61" fmla="*/ 56 h 80"/>
              <a:gd name="T62" fmla="*/ 51 w 80"/>
              <a:gd name="T63" fmla="*/ 56 h 80"/>
              <a:gd name="T64" fmla="*/ 58 w 80"/>
              <a:gd name="T65" fmla="*/ 56 h 80"/>
              <a:gd name="T66" fmla="*/ 59 w 80"/>
              <a:gd name="T67" fmla="*/ 48 h 80"/>
              <a:gd name="T68" fmla="*/ 59 w 80"/>
              <a:gd name="T69" fmla="*/ 45 h 80"/>
              <a:gd name="T70" fmla="*/ 61 w 80"/>
              <a:gd name="T71" fmla="*/ 47 h 80"/>
              <a:gd name="T72" fmla="*/ 64 w 80"/>
              <a:gd name="T73" fmla="*/ 48 h 80"/>
              <a:gd name="T74" fmla="*/ 65 w 80"/>
              <a:gd name="T75" fmla="*/ 49 h 80"/>
              <a:gd name="T76" fmla="*/ 65 w 80"/>
              <a:gd name="T77" fmla="*/ 5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22" y="18"/>
                </a:moveTo>
                <a:cubicBezTo>
                  <a:pt x="59" y="18"/>
                  <a:pt x="59" y="18"/>
                  <a:pt x="59" y="18"/>
                </a:cubicBezTo>
                <a:cubicBezTo>
                  <a:pt x="59" y="24"/>
                  <a:pt x="59" y="24"/>
                  <a:pt x="59" y="24"/>
                </a:cubicBezTo>
                <a:cubicBezTo>
                  <a:pt x="22" y="24"/>
                  <a:pt x="22" y="24"/>
                  <a:pt x="22" y="24"/>
                </a:cubicBezTo>
                <a:lnTo>
                  <a:pt x="22" y="18"/>
                </a:lnTo>
                <a:close/>
                <a:moveTo>
                  <a:pt x="65" y="50"/>
                </a:moveTo>
                <a:cubicBezTo>
                  <a:pt x="64" y="57"/>
                  <a:pt x="64" y="62"/>
                  <a:pt x="58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46" y="62"/>
                  <a:pt x="44" y="60"/>
                  <a:pt x="44" y="55"/>
                </a:cubicBezTo>
                <a:cubicBezTo>
                  <a:pt x="44" y="38"/>
                  <a:pt x="44" y="38"/>
                  <a:pt x="44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39"/>
                  <a:pt x="37" y="39"/>
                  <a:pt x="37" y="39"/>
                </a:cubicBezTo>
                <a:cubicBezTo>
                  <a:pt x="36" y="48"/>
                  <a:pt x="34" y="57"/>
                  <a:pt x="21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1"/>
                  <a:pt x="20" y="61"/>
                  <a:pt x="20" y="61"/>
                </a:cubicBezTo>
                <a:cubicBezTo>
                  <a:pt x="19" y="61"/>
                  <a:pt x="19" y="60"/>
                  <a:pt x="18" y="59"/>
                </a:cubicBezTo>
                <a:cubicBezTo>
                  <a:pt x="16" y="57"/>
                  <a:pt x="16" y="57"/>
                  <a:pt x="16" y="57"/>
                </a:cubicBezTo>
                <a:cubicBezTo>
                  <a:pt x="18" y="57"/>
                  <a:pt x="18" y="57"/>
                  <a:pt x="18" y="57"/>
                </a:cubicBezTo>
                <a:cubicBezTo>
                  <a:pt x="28" y="53"/>
                  <a:pt x="30" y="46"/>
                  <a:pt x="30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2"/>
                  <a:pt x="18" y="32"/>
                  <a:pt x="18" y="32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38"/>
                  <a:pt x="64" y="38"/>
                  <a:pt x="64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1" y="56"/>
                  <a:pt x="51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5"/>
                  <a:pt x="59" y="51"/>
                  <a:pt x="59" y="48"/>
                </a:cubicBezTo>
                <a:cubicBezTo>
                  <a:pt x="59" y="45"/>
                  <a:pt x="59" y="45"/>
                  <a:pt x="59" y="45"/>
                </a:cubicBezTo>
                <a:cubicBezTo>
                  <a:pt x="61" y="47"/>
                  <a:pt x="61" y="47"/>
                  <a:pt x="61" y="47"/>
                </a:cubicBezTo>
                <a:cubicBezTo>
                  <a:pt x="62" y="48"/>
                  <a:pt x="63" y="48"/>
                  <a:pt x="64" y="48"/>
                </a:cubicBezTo>
                <a:cubicBezTo>
                  <a:pt x="65" y="49"/>
                  <a:pt x="65" y="49"/>
                  <a:pt x="65" y="49"/>
                </a:cubicBezTo>
                <a:lnTo>
                  <a:pt x="65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" name="Freeform 474"/>
          <p:cNvSpPr>
            <a:spLocks/>
          </p:cNvSpPr>
          <p:nvPr/>
        </p:nvSpPr>
        <p:spPr bwMode="auto">
          <a:xfrm>
            <a:off x="7592786" y="5791201"/>
            <a:ext cx="431800" cy="185738"/>
          </a:xfrm>
          <a:custGeom>
            <a:avLst/>
            <a:gdLst>
              <a:gd name="T0" fmla="*/ 0 w 272"/>
              <a:gd name="T1" fmla="*/ 0 h 117"/>
              <a:gd name="T2" fmla="*/ 106 w 272"/>
              <a:gd name="T3" fmla="*/ 117 h 117"/>
              <a:gd name="T4" fmla="*/ 136 w 272"/>
              <a:gd name="T5" fmla="*/ 117 h 117"/>
              <a:gd name="T6" fmla="*/ 90 w 272"/>
              <a:gd name="T7" fmla="*/ 0 h 117"/>
              <a:gd name="T8" fmla="*/ 170 w 272"/>
              <a:gd name="T9" fmla="*/ 0 h 117"/>
              <a:gd name="T10" fmla="*/ 136 w 272"/>
              <a:gd name="T11" fmla="*/ 117 h 117"/>
              <a:gd name="T12" fmla="*/ 162 w 272"/>
              <a:gd name="T13" fmla="*/ 117 h 117"/>
              <a:gd name="T14" fmla="*/ 272 w 272"/>
              <a:gd name="T15" fmla="*/ 0 h 117"/>
              <a:gd name="T16" fmla="*/ 0 w 272"/>
              <a:gd name="T17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2" h="117">
                <a:moveTo>
                  <a:pt x="0" y="0"/>
                </a:moveTo>
                <a:lnTo>
                  <a:pt x="106" y="117"/>
                </a:lnTo>
                <a:lnTo>
                  <a:pt x="136" y="117"/>
                </a:lnTo>
                <a:lnTo>
                  <a:pt x="90" y="0"/>
                </a:lnTo>
                <a:lnTo>
                  <a:pt x="170" y="0"/>
                </a:lnTo>
                <a:lnTo>
                  <a:pt x="136" y="117"/>
                </a:lnTo>
                <a:lnTo>
                  <a:pt x="162" y="117"/>
                </a:lnTo>
                <a:lnTo>
                  <a:pt x="27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" name="Freeform 475"/>
          <p:cNvSpPr>
            <a:spLocks/>
          </p:cNvSpPr>
          <p:nvPr/>
        </p:nvSpPr>
        <p:spPr bwMode="auto">
          <a:xfrm>
            <a:off x="7592786" y="5791201"/>
            <a:ext cx="431800" cy="185738"/>
          </a:xfrm>
          <a:custGeom>
            <a:avLst/>
            <a:gdLst>
              <a:gd name="T0" fmla="*/ 0 w 272"/>
              <a:gd name="T1" fmla="*/ 0 h 117"/>
              <a:gd name="T2" fmla="*/ 106 w 272"/>
              <a:gd name="T3" fmla="*/ 117 h 117"/>
              <a:gd name="T4" fmla="*/ 136 w 272"/>
              <a:gd name="T5" fmla="*/ 117 h 117"/>
              <a:gd name="T6" fmla="*/ 90 w 272"/>
              <a:gd name="T7" fmla="*/ 0 h 117"/>
              <a:gd name="T8" fmla="*/ 170 w 272"/>
              <a:gd name="T9" fmla="*/ 0 h 117"/>
              <a:gd name="T10" fmla="*/ 136 w 272"/>
              <a:gd name="T11" fmla="*/ 117 h 117"/>
              <a:gd name="T12" fmla="*/ 162 w 272"/>
              <a:gd name="T13" fmla="*/ 117 h 117"/>
              <a:gd name="T14" fmla="*/ 272 w 272"/>
              <a:gd name="T15" fmla="*/ 0 h 117"/>
              <a:gd name="T16" fmla="*/ 0 w 272"/>
              <a:gd name="T17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2" h="117">
                <a:moveTo>
                  <a:pt x="0" y="0"/>
                </a:moveTo>
                <a:lnTo>
                  <a:pt x="106" y="117"/>
                </a:lnTo>
                <a:lnTo>
                  <a:pt x="136" y="117"/>
                </a:lnTo>
                <a:lnTo>
                  <a:pt x="90" y="0"/>
                </a:lnTo>
                <a:lnTo>
                  <a:pt x="170" y="0"/>
                </a:lnTo>
                <a:lnTo>
                  <a:pt x="136" y="117"/>
                </a:lnTo>
                <a:lnTo>
                  <a:pt x="162" y="117"/>
                </a:lnTo>
                <a:lnTo>
                  <a:pt x="272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" name="Freeform 476"/>
          <p:cNvSpPr>
            <a:spLocks/>
          </p:cNvSpPr>
          <p:nvPr/>
        </p:nvSpPr>
        <p:spPr bwMode="auto">
          <a:xfrm>
            <a:off x="7862661" y="5641976"/>
            <a:ext cx="161925" cy="131763"/>
          </a:xfrm>
          <a:custGeom>
            <a:avLst/>
            <a:gdLst>
              <a:gd name="T0" fmla="*/ 102 w 102"/>
              <a:gd name="T1" fmla="*/ 83 h 83"/>
              <a:gd name="T2" fmla="*/ 35 w 102"/>
              <a:gd name="T3" fmla="*/ 0 h 83"/>
              <a:gd name="T4" fmla="*/ 0 w 102"/>
              <a:gd name="T5" fmla="*/ 83 h 83"/>
              <a:gd name="T6" fmla="*/ 102 w 102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2" h="83">
                <a:moveTo>
                  <a:pt x="102" y="83"/>
                </a:moveTo>
                <a:lnTo>
                  <a:pt x="35" y="0"/>
                </a:lnTo>
                <a:lnTo>
                  <a:pt x="0" y="83"/>
                </a:lnTo>
                <a:lnTo>
                  <a:pt x="102" y="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" name="Freeform 477"/>
          <p:cNvSpPr>
            <a:spLocks/>
          </p:cNvSpPr>
          <p:nvPr/>
        </p:nvSpPr>
        <p:spPr bwMode="auto">
          <a:xfrm>
            <a:off x="7862661" y="5641976"/>
            <a:ext cx="161925" cy="131763"/>
          </a:xfrm>
          <a:custGeom>
            <a:avLst/>
            <a:gdLst>
              <a:gd name="T0" fmla="*/ 102 w 102"/>
              <a:gd name="T1" fmla="*/ 83 h 83"/>
              <a:gd name="T2" fmla="*/ 35 w 102"/>
              <a:gd name="T3" fmla="*/ 0 h 83"/>
              <a:gd name="T4" fmla="*/ 0 w 102"/>
              <a:gd name="T5" fmla="*/ 83 h 83"/>
              <a:gd name="T6" fmla="*/ 102 w 102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2" h="83">
                <a:moveTo>
                  <a:pt x="102" y="83"/>
                </a:moveTo>
                <a:lnTo>
                  <a:pt x="35" y="0"/>
                </a:lnTo>
                <a:lnTo>
                  <a:pt x="0" y="83"/>
                </a:lnTo>
                <a:lnTo>
                  <a:pt x="102" y="8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" name="Freeform 478"/>
          <p:cNvSpPr>
            <a:spLocks/>
          </p:cNvSpPr>
          <p:nvPr/>
        </p:nvSpPr>
        <p:spPr bwMode="auto">
          <a:xfrm>
            <a:off x="7735661" y="5641976"/>
            <a:ext cx="127000" cy="131763"/>
          </a:xfrm>
          <a:custGeom>
            <a:avLst/>
            <a:gdLst>
              <a:gd name="T0" fmla="*/ 80 w 80"/>
              <a:gd name="T1" fmla="*/ 83 h 83"/>
              <a:gd name="T2" fmla="*/ 46 w 80"/>
              <a:gd name="T3" fmla="*/ 0 h 83"/>
              <a:gd name="T4" fmla="*/ 0 w 80"/>
              <a:gd name="T5" fmla="*/ 83 h 83"/>
              <a:gd name="T6" fmla="*/ 80 w 80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83">
                <a:moveTo>
                  <a:pt x="80" y="83"/>
                </a:moveTo>
                <a:lnTo>
                  <a:pt x="46" y="0"/>
                </a:lnTo>
                <a:lnTo>
                  <a:pt x="0" y="83"/>
                </a:lnTo>
                <a:lnTo>
                  <a:pt x="80" y="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" name="Freeform 479"/>
          <p:cNvSpPr>
            <a:spLocks/>
          </p:cNvSpPr>
          <p:nvPr/>
        </p:nvSpPr>
        <p:spPr bwMode="auto">
          <a:xfrm>
            <a:off x="7735661" y="5641976"/>
            <a:ext cx="127000" cy="131763"/>
          </a:xfrm>
          <a:custGeom>
            <a:avLst/>
            <a:gdLst>
              <a:gd name="T0" fmla="*/ 80 w 80"/>
              <a:gd name="T1" fmla="*/ 83 h 83"/>
              <a:gd name="T2" fmla="*/ 46 w 80"/>
              <a:gd name="T3" fmla="*/ 0 h 83"/>
              <a:gd name="T4" fmla="*/ 0 w 80"/>
              <a:gd name="T5" fmla="*/ 83 h 83"/>
              <a:gd name="T6" fmla="*/ 80 w 80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83">
                <a:moveTo>
                  <a:pt x="80" y="83"/>
                </a:moveTo>
                <a:lnTo>
                  <a:pt x="46" y="0"/>
                </a:lnTo>
                <a:lnTo>
                  <a:pt x="0" y="83"/>
                </a:lnTo>
                <a:lnTo>
                  <a:pt x="80" y="8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" name="Freeform 480"/>
          <p:cNvSpPr>
            <a:spLocks/>
          </p:cNvSpPr>
          <p:nvPr/>
        </p:nvSpPr>
        <p:spPr bwMode="auto">
          <a:xfrm>
            <a:off x="7592786" y="5641976"/>
            <a:ext cx="142875" cy="131763"/>
          </a:xfrm>
          <a:custGeom>
            <a:avLst/>
            <a:gdLst>
              <a:gd name="T0" fmla="*/ 66 w 90"/>
              <a:gd name="T1" fmla="*/ 0 h 83"/>
              <a:gd name="T2" fmla="*/ 0 w 90"/>
              <a:gd name="T3" fmla="*/ 83 h 83"/>
              <a:gd name="T4" fmla="*/ 90 w 90"/>
              <a:gd name="T5" fmla="*/ 83 h 83"/>
              <a:gd name="T6" fmla="*/ 66 w 90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0" h="83">
                <a:moveTo>
                  <a:pt x="66" y="0"/>
                </a:moveTo>
                <a:lnTo>
                  <a:pt x="0" y="83"/>
                </a:lnTo>
                <a:lnTo>
                  <a:pt x="90" y="83"/>
                </a:lnTo>
                <a:lnTo>
                  <a:pt x="6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" name="Freeform 481"/>
          <p:cNvSpPr>
            <a:spLocks/>
          </p:cNvSpPr>
          <p:nvPr/>
        </p:nvSpPr>
        <p:spPr bwMode="auto">
          <a:xfrm>
            <a:off x="7592786" y="5641976"/>
            <a:ext cx="142875" cy="131763"/>
          </a:xfrm>
          <a:custGeom>
            <a:avLst/>
            <a:gdLst>
              <a:gd name="T0" fmla="*/ 66 w 90"/>
              <a:gd name="T1" fmla="*/ 0 h 83"/>
              <a:gd name="T2" fmla="*/ 0 w 90"/>
              <a:gd name="T3" fmla="*/ 83 h 83"/>
              <a:gd name="T4" fmla="*/ 90 w 90"/>
              <a:gd name="T5" fmla="*/ 83 h 83"/>
              <a:gd name="T6" fmla="*/ 66 w 90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0" h="83">
                <a:moveTo>
                  <a:pt x="66" y="0"/>
                </a:moveTo>
                <a:lnTo>
                  <a:pt x="0" y="83"/>
                </a:lnTo>
                <a:lnTo>
                  <a:pt x="90" y="83"/>
                </a:lnTo>
                <a:lnTo>
                  <a:pt x="6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" name="Freeform 482"/>
          <p:cNvSpPr>
            <a:spLocks/>
          </p:cNvSpPr>
          <p:nvPr/>
        </p:nvSpPr>
        <p:spPr bwMode="auto">
          <a:xfrm>
            <a:off x="7697561" y="5641976"/>
            <a:ext cx="111125" cy="131763"/>
          </a:xfrm>
          <a:custGeom>
            <a:avLst/>
            <a:gdLst>
              <a:gd name="T0" fmla="*/ 70 w 70"/>
              <a:gd name="T1" fmla="*/ 0 h 83"/>
              <a:gd name="T2" fmla="*/ 0 w 70"/>
              <a:gd name="T3" fmla="*/ 0 h 83"/>
              <a:gd name="T4" fmla="*/ 24 w 70"/>
              <a:gd name="T5" fmla="*/ 83 h 83"/>
              <a:gd name="T6" fmla="*/ 70 w 70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83">
                <a:moveTo>
                  <a:pt x="70" y="0"/>
                </a:moveTo>
                <a:lnTo>
                  <a:pt x="0" y="0"/>
                </a:lnTo>
                <a:lnTo>
                  <a:pt x="24" y="83"/>
                </a:lnTo>
                <a:lnTo>
                  <a:pt x="7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" name="Freeform 483"/>
          <p:cNvSpPr>
            <a:spLocks/>
          </p:cNvSpPr>
          <p:nvPr/>
        </p:nvSpPr>
        <p:spPr bwMode="auto">
          <a:xfrm>
            <a:off x="7697561" y="5641976"/>
            <a:ext cx="111125" cy="131763"/>
          </a:xfrm>
          <a:custGeom>
            <a:avLst/>
            <a:gdLst>
              <a:gd name="T0" fmla="*/ 70 w 70"/>
              <a:gd name="T1" fmla="*/ 0 h 83"/>
              <a:gd name="T2" fmla="*/ 0 w 70"/>
              <a:gd name="T3" fmla="*/ 0 h 83"/>
              <a:gd name="T4" fmla="*/ 24 w 70"/>
              <a:gd name="T5" fmla="*/ 83 h 83"/>
              <a:gd name="T6" fmla="*/ 70 w 70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83">
                <a:moveTo>
                  <a:pt x="70" y="0"/>
                </a:moveTo>
                <a:lnTo>
                  <a:pt x="0" y="0"/>
                </a:lnTo>
                <a:lnTo>
                  <a:pt x="24" y="83"/>
                </a:lnTo>
                <a:lnTo>
                  <a:pt x="7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" name="Freeform 484"/>
          <p:cNvSpPr>
            <a:spLocks/>
          </p:cNvSpPr>
          <p:nvPr/>
        </p:nvSpPr>
        <p:spPr bwMode="auto">
          <a:xfrm>
            <a:off x="7808686" y="5641976"/>
            <a:ext cx="109538" cy="131763"/>
          </a:xfrm>
          <a:custGeom>
            <a:avLst/>
            <a:gdLst>
              <a:gd name="T0" fmla="*/ 69 w 69"/>
              <a:gd name="T1" fmla="*/ 0 h 83"/>
              <a:gd name="T2" fmla="*/ 0 w 69"/>
              <a:gd name="T3" fmla="*/ 0 h 83"/>
              <a:gd name="T4" fmla="*/ 34 w 69"/>
              <a:gd name="T5" fmla="*/ 83 h 83"/>
              <a:gd name="T6" fmla="*/ 69 w 69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9" h="83">
                <a:moveTo>
                  <a:pt x="69" y="0"/>
                </a:moveTo>
                <a:lnTo>
                  <a:pt x="0" y="0"/>
                </a:lnTo>
                <a:lnTo>
                  <a:pt x="34" y="83"/>
                </a:lnTo>
                <a:lnTo>
                  <a:pt x="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" name="Freeform 485"/>
          <p:cNvSpPr>
            <a:spLocks/>
          </p:cNvSpPr>
          <p:nvPr/>
        </p:nvSpPr>
        <p:spPr bwMode="auto">
          <a:xfrm>
            <a:off x="7808686" y="5641976"/>
            <a:ext cx="109538" cy="131763"/>
          </a:xfrm>
          <a:custGeom>
            <a:avLst/>
            <a:gdLst>
              <a:gd name="T0" fmla="*/ 69 w 69"/>
              <a:gd name="T1" fmla="*/ 0 h 83"/>
              <a:gd name="T2" fmla="*/ 0 w 69"/>
              <a:gd name="T3" fmla="*/ 0 h 83"/>
              <a:gd name="T4" fmla="*/ 34 w 69"/>
              <a:gd name="T5" fmla="*/ 83 h 83"/>
              <a:gd name="T6" fmla="*/ 69 w 69"/>
              <a:gd name="T7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9" h="83">
                <a:moveTo>
                  <a:pt x="69" y="0"/>
                </a:moveTo>
                <a:lnTo>
                  <a:pt x="0" y="0"/>
                </a:lnTo>
                <a:lnTo>
                  <a:pt x="34" y="83"/>
                </a:lnTo>
                <a:lnTo>
                  <a:pt x="6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" name="Freeform 486"/>
          <p:cNvSpPr>
            <a:spLocks/>
          </p:cNvSpPr>
          <p:nvPr/>
        </p:nvSpPr>
        <p:spPr bwMode="auto">
          <a:xfrm>
            <a:off x="7735661" y="5791201"/>
            <a:ext cx="127000" cy="185738"/>
          </a:xfrm>
          <a:custGeom>
            <a:avLst/>
            <a:gdLst>
              <a:gd name="T0" fmla="*/ 80 w 80"/>
              <a:gd name="T1" fmla="*/ 0 h 117"/>
              <a:gd name="T2" fmla="*/ 0 w 80"/>
              <a:gd name="T3" fmla="*/ 0 h 117"/>
              <a:gd name="T4" fmla="*/ 46 w 80"/>
              <a:gd name="T5" fmla="*/ 117 h 117"/>
              <a:gd name="T6" fmla="*/ 80 w 80"/>
              <a:gd name="T7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117">
                <a:moveTo>
                  <a:pt x="80" y="0"/>
                </a:moveTo>
                <a:lnTo>
                  <a:pt x="0" y="0"/>
                </a:lnTo>
                <a:lnTo>
                  <a:pt x="46" y="117"/>
                </a:lnTo>
                <a:lnTo>
                  <a:pt x="8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" name="Freeform 487"/>
          <p:cNvSpPr>
            <a:spLocks/>
          </p:cNvSpPr>
          <p:nvPr/>
        </p:nvSpPr>
        <p:spPr bwMode="auto">
          <a:xfrm>
            <a:off x="7735661" y="5791201"/>
            <a:ext cx="127000" cy="185738"/>
          </a:xfrm>
          <a:custGeom>
            <a:avLst/>
            <a:gdLst>
              <a:gd name="T0" fmla="*/ 80 w 80"/>
              <a:gd name="T1" fmla="*/ 0 h 117"/>
              <a:gd name="T2" fmla="*/ 0 w 80"/>
              <a:gd name="T3" fmla="*/ 0 h 117"/>
              <a:gd name="T4" fmla="*/ 46 w 80"/>
              <a:gd name="T5" fmla="*/ 117 h 117"/>
              <a:gd name="T6" fmla="*/ 80 w 80"/>
              <a:gd name="T7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117">
                <a:moveTo>
                  <a:pt x="80" y="0"/>
                </a:moveTo>
                <a:lnTo>
                  <a:pt x="0" y="0"/>
                </a:lnTo>
                <a:lnTo>
                  <a:pt x="46" y="117"/>
                </a:lnTo>
                <a:lnTo>
                  <a:pt x="8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" name="Freeform 488"/>
          <p:cNvSpPr>
            <a:spLocks/>
          </p:cNvSpPr>
          <p:nvPr/>
        </p:nvSpPr>
        <p:spPr bwMode="auto">
          <a:xfrm>
            <a:off x="871311" y="6419851"/>
            <a:ext cx="155575" cy="88900"/>
          </a:xfrm>
          <a:custGeom>
            <a:avLst/>
            <a:gdLst>
              <a:gd name="T0" fmla="*/ 3 w 37"/>
              <a:gd name="T1" fmla="*/ 21 h 21"/>
              <a:gd name="T2" fmla="*/ 35 w 37"/>
              <a:gd name="T3" fmla="*/ 21 h 21"/>
              <a:gd name="T4" fmla="*/ 37 w 37"/>
              <a:gd name="T5" fmla="*/ 19 h 21"/>
              <a:gd name="T6" fmla="*/ 29 w 37"/>
              <a:gd name="T7" fmla="*/ 2 h 21"/>
              <a:gd name="T8" fmla="*/ 26 w 37"/>
              <a:gd name="T9" fmla="*/ 0 h 21"/>
              <a:gd name="T10" fmla="*/ 11 w 37"/>
              <a:gd name="T11" fmla="*/ 0 h 21"/>
              <a:gd name="T12" fmla="*/ 9 w 37"/>
              <a:gd name="T13" fmla="*/ 2 h 21"/>
              <a:gd name="T14" fmla="*/ 0 w 37"/>
              <a:gd name="T15" fmla="*/ 19 h 21"/>
              <a:gd name="T16" fmla="*/ 3 w 37"/>
              <a:gd name="T17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" h="21">
                <a:moveTo>
                  <a:pt x="3" y="21"/>
                </a:move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7" y="20"/>
                  <a:pt x="37" y="19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9" y="1"/>
                  <a:pt x="9" y="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1" y="21"/>
                  <a:pt x="3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1" name="Freeform 489"/>
          <p:cNvSpPr>
            <a:spLocks/>
          </p:cNvSpPr>
          <p:nvPr/>
        </p:nvSpPr>
        <p:spPr bwMode="auto">
          <a:xfrm>
            <a:off x="777649" y="6526213"/>
            <a:ext cx="157163" cy="88900"/>
          </a:xfrm>
          <a:custGeom>
            <a:avLst/>
            <a:gdLst>
              <a:gd name="T0" fmla="*/ 2 w 37"/>
              <a:gd name="T1" fmla="*/ 21 h 21"/>
              <a:gd name="T2" fmla="*/ 34 w 37"/>
              <a:gd name="T3" fmla="*/ 21 h 21"/>
              <a:gd name="T4" fmla="*/ 37 w 37"/>
              <a:gd name="T5" fmla="*/ 19 h 21"/>
              <a:gd name="T6" fmla="*/ 29 w 37"/>
              <a:gd name="T7" fmla="*/ 2 h 21"/>
              <a:gd name="T8" fmla="*/ 26 w 37"/>
              <a:gd name="T9" fmla="*/ 0 h 21"/>
              <a:gd name="T10" fmla="*/ 11 w 37"/>
              <a:gd name="T11" fmla="*/ 0 h 21"/>
              <a:gd name="T12" fmla="*/ 8 w 37"/>
              <a:gd name="T13" fmla="*/ 2 h 21"/>
              <a:gd name="T14" fmla="*/ 0 w 37"/>
              <a:gd name="T15" fmla="*/ 19 h 21"/>
              <a:gd name="T16" fmla="*/ 2 w 37"/>
              <a:gd name="T17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" h="21">
                <a:moveTo>
                  <a:pt x="2" y="21"/>
                </a:moveTo>
                <a:cubicBezTo>
                  <a:pt x="34" y="21"/>
                  <a:pt x="34" y="21"/>
                  <a:pt x="34" y="21"/>
                </a:cubicBezTo>
                <a:cubicBezTo>
                  <a:pt x="36" y="21"/>
                  <a:pt x="37" y="20"/>
                  <a:pt x="37" y="19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7" y="0"/>
                  <a:pt x="2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8" y="1"/>
                  <a:pt x="8" y="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1" y="21"/>
                  <a:pt x="2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2" name="Freeform 490"/>
          <p:cNvSpPr>
            <a:spLocks/>
          </p:cNvSpPr>
          <p:nvPr/>
        </p:nvSpPr>
        <p:spPr bwMode="auto">
          <a:xfrm>
            <a:off x="963386" y="6526213"/>
            <a:ext cx="161925" cy="88900"/>
          </a:xfrm>
          <a:custGeom>
            <a:avLst/>
            <a:gdLst>
              <a:gd name="T0" fmla="*/ 9 w 38"/>
              <a:gd name="T1" fmla="*/ 2 h 21"/>
              <a:gd name="T2" fmla="*/ 0 w 38"/>
              <a:gd name="T3" fmla="*/ 19 h 21"/>
              <a:gd name="T4" fmla="*/ 3 w 38"/>
              <a:gd name="T5" fmla="*/ 21 h 21"/>
              <a:gd name="T6" fmla="*/ 35 w 38"/>
              <a:gd name="T7" fmla="*/ 21 h 21"/>
              <a:gd name="T8" fmla="*/ 38 w 38"/>
              <a:gd name="T9" fmla="*/ 19 h 21"/>
              <a:gd name="T10" fmla="*/ 29 w 38"/>
              <a:gd name="T11" fmla="*/ 2 h 21"/>
              <a:gd name="T12" fmla="*/ 27 w 38"/>
              <a:gd name="T13" fmla="*/ 0 h 21"/>
              <a:gd name="T14" fmla="*/ 11 w 38"/>
              <a:gd name="T15" fmla="*/ 0 h 21"/>
              <a:gd name="T16" fmla="*/ 9 w 38"/>
              <a:gd name="T17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21">
                <a:moveTo>
                  <a:pt x="9" y="2"/>
                </a:move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2" y="21"/>
                  <a:pt x="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8" y="20"/>
                  <a:pt x="38" y="19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9" y="1"/>
                  <a:pt x="9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3" name="Freeform 491"/>
          <p:cNvSpPr>
            <a:spLocks/>
          </p:cNvSpPr>
          <p:nvPr/>
        </p:nvSpPr>
        <p:spPr bwMode="auto">
          <a:xfrm>
            <a:off x="688749" y="6630988"/>
            <a:ext cx="157163" cy="90488"/>
          </a:xfrm>
          <a:custGeom>
            <a:avLst/>
            <a:gdLst>
              <a:gd name="T0" fmla="*/ 26 w 37"/>
              <a:gd name="T1" fmla="*/ 0 h 21"/>
              <a:gd name="T2" fmla="*/ 11 w 37"/>
              <a:gd name="T3" fmla="*/ 0 h 21"/>
              <a:gd name="T4" fmla="*/ 8 w 37"/>
              <a:gd name="T5" fmla="*/ 2 h 21"/>
              <a:gd name="T6" fmla="*/ 0 w 37"/>
              <a:gd name="T7" fmla="*/ 19 h 21"/>
              <a:gd name="T8" fmla="*/ 3 w 37"/>
              <a:gd name="T9" fmla="*/ 21 h 21"/>
              <a:gd name="T10" fmla="*/ 34 w 37"/>
              <a:gd name="T11" fmla="*/ 21 h 21"/>
              <a:gd name="T12" fmla="*/ 37 w 37"/>
              <a:gd name="T13" fmla="*/ 19 h 21"/>
              <a:gd name="T14" fmla="*/ 29 w 37"/>
              <a:gd name="T15" fmla="*/ 2 h 21"/>
              <a:gd name="T16" fmla="*/ 26 w 37"/>
              <a:gd name="T1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" h="21">
                <a:moveTo>
                  <a:pt x="26" y="0"/>
                </a:move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8" y="1"/>
                  <a:pt x="8" y="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1" y="21"/>
                  <a:pt x="3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6" y="21"/>
                  <a:pt x="37" y="20"/>
                  <a:pt x="37" y="19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7" y="0"/>
                  <a:pt x="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4" name="Freeform 492"/>
          <p:cNvSpPr>
            <a:spLocks/>
          </p:cNvSpPr>
          <p:nvPr/>
        </p:nvSpPr>
        <p:spPr bwMode="auto">
          <a:xfrm>
            <a:off x="861786" y="6630988"/>
            <a:ext cx="157163" cy="90488"/>
          </a:xfrm>
          <a:custGeom>
            <a:avLst/>
            <a:gdLst>
              <a:gd name="T0" fmla="*/ 26 w 37"/>
              <a:gd name="T1" fmla="*/ 0 h 21"/>
              <a:gd name="T2" fmla="*/ 11 w 37"/>
              <a:gd name="T3" fmla="*/ 0 h 21"/>
              <a:gd name="T4" fmla="*/ 8 w 37"/>
              <a:gd name="T5" fmla="*/ 2 h 21"/>
              <a:gd name="T6" fmla="*/ 0 w 37"/>
              <a:gd name="T7" fmla="*/ 19 h 21"/>
              <a:gd name="T8" fmla="*/ 2 w 37"/>
              <a:gd name="T9" fmla="*/ 21 h 21"/>
              <a:gd name="T10" fmla="*/ 34 w 37"/>
              <a:gd name="T11" fmla="*/ 21 h 21"/>
              <a:gd name="T12" fmla="*/ 37 w 37"/>
              <a:gd name="T13" fmla="*/ 19 h 21"/>
              <a:gd name="T14" fmla="*/ 29 w 37"/>
              <a:gd name="T15" fmla="*/ 2 h 21"/>
              <a:gd name="T16" fmla="*/ 26 w 37"/>
              <a:gd name="T1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" h="21">
                <a:moveTo>
                  <a:pt x="26" y="0"/>
                </a:move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8" y="1"/>
                  <a:pt x="8" y="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1" y="21"/>
                  <a:pt x="2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6" y="21"/>
                  <a:pt x="37" y="20"/>
                  <a:pt x="37" y="19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7" y="0"/>
                  <a:pt x="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5" name="Freeform 493"/>
          <p:cNvSpPr>
            <a:spLocks/>
          </p:cNvSpPr>
          <p:nvPr/>
        </p:nvSpPr>
        <p:spPr bwMode="auto">
          <a:xfrm>
            <a:off x="1044349" y="6630988"/>
            <a:ext cx="157163" cy="90488"/>
          </a:xfrm>
          <a:custGeom>
            <a:avLst/>
            <a:gdLst>
              <a:gd name="T0" fmla="*/ 29 w 37"/>
              <a:gd name="T1" fmla="*/ 2 h 21"/>
              <a:gd name="T2" fmla="*/ 26 w 37"/>
              <a:gd name="T3" fmla="*/ 0 h 21"/>
              <a:gd name="T4" fmla="*/ 11 w 37"/>
              <a:gd name="T5" fmla="*/ 0 h 21"/>
              <a:gd name="T6" fmla="*/ 8 w 37"/>
              <a:gd name="T7" fmla="*/ 2 h 21"/>
              <a:gd name="T8" fmla="*/ 0 w 37"/>
              <a:gd name="T9" fmla="*/ 19 h 21"/>
              <a:gd name="T10" fmla="*/ 3 w 37"/>
              <a:gd name="T11" fmla="*/ 21 h 21"/>
              <a:gd name="T12" fmla="*/ 35 w 37"/>
              <a:gd name="T13" fmla="*/ 21 h 21"/>
              <a:gd name="T14" fmla="*/ 37 w 37"/>
              <a:gd name="T15" fmla="*/ 19 h 21"/>
              <a:gd name="T16" fmla="*/ 29 w 37"/>
              <a:gd name="T17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" h="21">
                <a:moveTo>
                  <a:pt x="29" y="2"/>
                </a:moveTo>
                <a:cubicBezTo>
                  <a:pt x="29" y="1"/>
                  <a:pt x="28" y="0"/>
                  <a:pt x="2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8" y="1"/>
                  <a:pt x="8" y="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1" y="21"/>
                  <a:pt x="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7" y="20"/>
                  <a:pt x="37" y="19"/>
                </a:cubicBezTo>
                <a:lnTo>
                  <a:pt x="29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6" name="Rectangle 494"/>
          <p:cNvSpPr>
            <a:spLocks noChangeArrowheads="1"/>
          </p:cNvSpPr>
          <p:nvPr/>
        </p:nvSpPr>
        <p:spPr bwMode="auto">
          <a:xfrm>
            <a:off x="1541236" y="6486526"/>
            <a:ext cx="25400" cy="1063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7" name="Freeform 495"/>
          <p:cNvSpPr>
            <a:spLocks/>
          </p:cNvSpPr>
          <p:nvPr/>
        </p:nvSpPr>
        <p:spPr bwMode="auto">
          <a:xfrm>
            <a:off x="1541236" y="6389688"/>
            <a:ext cx="322263" cy="322263"/>
          </a:xfrm>
          <a:custGeom>
            <a:avLst/>
            <a:gdLst>
              <a:gd name="T0" fmla="*/ 203 w 203"/>
              <a:gd name="T1" fmla="*/ 0 h 203"/>
              <a:gd name="T2" fmla="*/ 0 w 203"/>
              <a:gd name="T3" fmla="*/ 0 h 203"/>
              <a:gd name="T4" fmla="*/ 0 w 203"/>
              <a:gd name="T5" fmla="*/ 48 h 203"/>
              <a:gd name="T6" fmla="*/ 16 w 203"/>
              <a:gd name="T7" fmla="*/ 48 h 203"/>
              <a:gd name="T8" fmla="*/ 16 w 203"/>
              <a:gd name="T9" fmla="*/ 16 h 203"/>
              <a:gd name="T10" fmla="*/ 187 w 203"/>
              <a:gd name="T11" fmla="*/ 16 h 203"/>
              <a:gd name="T12" fmla="*/ 187 w 203"/>
              <a:gd name="T13" fmla="*/ 185 h 203"/>
              <a:gd name="T14" fmla="*/ 16 w 203"/>
              <a:gd name="T15" fmla="*/ 185 h 203"/>
              <a:gd name="T16" fmla="*/ 16 w 203"/>
              <a:gd name="T17" fmla="*/ 142 h 203"/>
              <a:gd name="T18" fmla="*/ 0 w 203"/>
              <a:gd name="T19" fmla="*/ 142 h 203"/>
              <a:gd name="T20" fmla="*/ 0 w 203"/>
              <a:gd name="T21" fmla="*/ 203 h 203"/>
              <a:gd name="T22" fmla="*/ 203 w 203"/>
              <a:gd name="T23" fmla="*/ 203 h 203"/>
              <a:gd name="T24" fmla="*/ 203 w 203"/>
              <a:gd name="T25" fmla="*/ 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3" h="203">
                <a:moveTo>
                  <a:pt x="203" y="0"/>
                </a:moveTo>
                <a:lnTo>
                  <a:pt x="0" y="0"/>
                </a:lnTo>
                <a:lnTo>
                  <a:pt x="0" y="48"/>
                </a:lnTo>
                <a:lnTo>
                  <a:pt x="16" y="48"/>
                </a:lnTo>
                <a:lnTo>
                  <a:pt x="16" y="16"/>
                </a:lnTo>
                <a:lnTo>
                  <a:pt x="187" y="16"/>
                </a:lnTo>
                <a:lnTo>
                  <a:pt x="187" y="185"/>
                </a:lnTo>
                <a:lnTo>
                  <a:pt x="16" y="185"/>
                </a:lnTo>
                <a:lnTo>
                  <a:pt x="16" y="142"/>
                </a:lnTo>
                <a:lnTo>
                  <a:pt x="0" y="142"/>
                </a:lnTo>
                <a:lnTo>
                  <a:pt x="0" y="203"/>
                </a:lnTo>
                <a:lnTo>
                  <a:pt x="203" y="203"/>
                </a:lnTo>
                <a:lnTo>
                  <a:pt x="2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8" name="Freeform 496"/>
          <p:cNvSpPr>
            <a:spLocks/>
          </p:cNvSpPr>
          <p:nvPr/>
        </p:nvSpPr>
        <p:spPr bwMode="auto">
          <a:xfrm>
            <a:off x="1541236" y="6389688"/>
            <a:ext cx="322263" cy="322263"/>
          </a:xfrm>
          <a:custGeom>
            <a:avLst/>
            <a:gdLst>
              <a:gd name="T0" fmla="*/ 203 w 203"/>
              <a:gd name="T1" fmla="*/ 0 h 203"/>
              <a:gd name="T2" fmla="*/ 0 w 203"/>
              <a:gd name="T3" fmla="*/ 0 h 203"/>
              <a:gd name="T4" fmla="*/ 0 w 203"/>
              <a:gd name="T5" fmla="*/ 48 h 203"/>
              <a:gd name="T6" fmla="*/ 16 w 203"/>
              <a:gd name="T7" fmla="*/ 48 h 203"/>
              <a:gd name="T8" fmla="*/ 16 w 203"/>
              <a:gd name="T9" fmla="*/ 16 h 203"/>
              <a:gd name="T10" fmla="*/ 187 w 203"/>
              <a:gd name="T11" fmla="*/ 16 h 203"/>
              <a:gd name="T12" fmla="*/ 187 w 203"/>
              <a:gd name="T13" fmla="*/ 185 h 203"/>
              <a:gd name="T14" fmla="*/ 16 w 203"/>
              <a:gd name="T15" fmla="*/ 185 h 203"/>
              <a:gd name="T16" fmla="*/ 16 w 203"/>
              <a:gd name="T17" fmla="*/ 142 h 203"/>
              <a:gd name="T18" fmla="*/ 0 w 203"/>
              <a:gd name="T19" fmla="*/ 142 h 203"/>
              <a:gd name="T20" fmla="*/ 0 w 203"/>
              <a:gd name="T21" fmla="*/ 203 h 203"/>
              <a:gd name="T22" fmla="*/ 203 w 203"/>
              <a:gd name="T23" fmla="*/ 203 h 203"/>
              <a:gd name="T24" fmla="*/ 203 w 203"/>
              <a:gd name="T25" fmla="*/ 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3" h="203">
                <a:moveTo>
                  <a:pt x="203" y="0"/>
                </a:moveTo>
                <a:lnTo>
                  <a:pt x="0" y="0"/>
                </a:lnTo>
                <a:lnTo>
                  <a:pt x="0" y="48"/>
                </a:lnTo>
                <a:lnTo>
                  <a:pt x="16" y="48"/>
                </a:lnTo>
                <a:lnTo>
                  <a:pt x="16" y="16"/>
                </a:lnTo>
                <a:lnTo>
                  <a:pt x="187" y="16"/>
                </a:lnTo>
                <a:lnTo>
                  <a:pt x="187" y="185"/>
                </a:lnTo>
                <a:lnTo>
                  <a:pt x="16" y="185"/>
                </a:lnTo>
                <a:lnTo>
                  <a:pt x="16" y="142"/>
                </a:lnTo>
                <a:lnTo>
                  <a:pt x="0" y="142"/>
                </a:lnTo>
                <a:lnTo>
                  <a:pt x="0" y="203"/>
                </a:lnTo>
                <a:lnTo>
                  <a:pt x="203" y="203"/>
                </a:lnTo>
                <a:lnTo>
                  <a:pt x="20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9" name="Rectangle 497"/>
          <p:cNvSpPr>
            <a:spLocks noChangeArrowheads="1"/>
          </p:cNvSpPr>
          <p:nvPr/>
        </p:nvSpPr>
        <p:spPr bwMode="auto">
          <a:xfrm>
            <a:off x="1566636" y="6716713"/>
            <a:ext cx="333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0" name="Rectangle 498"/>
          <p:cNvSpPr>
            <a:spLocks noChangeArrowheads="1"/>
          </p:cNvSpPr>
          <p:nvPr/>
        </p:nvSpPr>
        <p:spPr bwMode="auto">
          <a:xfrm>
            <a:off x="1566636" y="6716713"/>
            <a:ext cx="333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1" name="Rectangle 499"/>
          <p:cNvSpPr>
            <a:spLocks noChangeArrowheads="1"/>
          </p:cNvSpPr>
          <p:nvPr/>
        </p:nvSpPr>
        <p:spPr bwMode="auto">
          <a:xfrm>
            <a:off x="1807936" y="6716713"/>
            <a:ext cx="333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2" name="Rectangle 500"/>
          <p:cNvSpPr>
            <a:spLocks noChangeArrowheads="1"/>
          </p:cNvSpPr>
          <p:nvPr/>
        </p:nvSpPr>
        <p:spPr bwMode="auto">
          <a:xfrm>
            <a:off x="1807936" y="6716713"/>
            <a:ext cx="33338" cy="333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3" name="Freeform 501"/>
          <p:cNvSpPr>
            <a:spLocks noEditPoints="1"/>
          </p:cNvSpPr>
          <p:nvPr/>
        </p:nvSpPr>
        <p:spPr bwMode="auto">
          <a:xfrm>
            <a:off x="1579336" y="6427788"/>
            <a:ext cx="246063" cy="246063"/>
          </a:xfrm>
          <a:custGeom>
            <a:avLst/>
            <a:gdLst>
              <a:gd name="T0" fmla="*/ 6 w 58"/>
              <a:gd name="T1" fmla="*/ 14 h 58"/>
              <a:gd name="T2" fmla="*/ 0 w 58"/>
              <a:gd name="T3" fmla="*/ 14 h 58"/>
              <a:gd name="T4" fmla="*/ 0 w 58"/>
              <a:gd name="T5" fmla="*/ 39 h 58"/>
              <a:gd name="T6" fmla="*/ 6 w 58"/>
              <a:gd name="T7" fmla="*/ 39 h 58"/>
              <a:gd name="T8" fmla="*/ 6 w 58"/>
              <a:gd name="T9" fmla="*/ 44 h 58"/>
              <a:gd name="T10" fmla="*/ 0 w 58"/>
              <a:gd name="T11" fmla="*/ 44 h 58"/>
              <a:gd name="T12" fmla="*/ 0 w 58"/>
              <a:gd name="T13" fmla="*/ 58 h 58"/>
              <a:gd name="T14" fmla="*/ 58 w 58"/>
              <a:gd name="T15" fmla="*/ 58 h 58"/>
              <a:gd name="T16" fmla="*/ 58 w 58"/>
              <a:gd name="T17" fmla="*/ 0 h 58"/>
              <a:gd name="T18" fmla="*/ 0 w 58"/>
              <a:gd name="T19" fmla="*/ 0 h 58"/>
              <a:gd name="T20" fmla="*/ 0 w 58"/>
              <a:gd name="T21" fmla="*/ 9 h 58"/>
              <a:gd name="T22" fmla="*/ 6 w 58"/>
              <a:gd name="T23" fmla="*/ 9 h 58"/>
              <a:gd name="T24" fmla="*/ 6 w 58"/>
              <a:gd name="T25" fmla="*/ 14 h 58"/>
              <a:gd name="T26" fmla="*/ 29 w 58"/>
              <a:gd name="T27" fmla="*/ 17 h 58"/>
              <a:gd name="T28" fmla="*/ 41 w 58"/>
              <a:gd name="T29" fmla="*/ 29 h 58"/>
              <a:gd name="T30" fmla="*/ 29 w 58"/>
              <a:gd name="T31" fmla="*/ 41 h 58"/>
              <a:gd name="T32" fmla="*/ 17 w 58"/>
              <a:gd name="T33" fmla="*/ 29 h 58"/>
              <a:gd name="T34" fmla="*/ 29 w 58"/>
              <a:gd name="T35" fmla="*/ 1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8" h="58">
                <a:moveTo>
                  <a:pt x="6" y="14"/>
                </a:moveTo>
                <a:cubicBezTo>
                  <a:pt x="0" y="14"/>
                  <a:pt x="0" y="14"/>
                  <a:pt x="0" y="14"/>
                </a:cubicBezTo>
                <a:cubicBezTo>
                  <a:pt x="0" y="39"/>
                  <a:pt x="0" y="39"/>
                  <a:pt x="0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44"/>
                  <a:pt x="6" y="44"/>
                  <a:pt x="6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8"/>
                  <a:pt x="0" y="58"/>
                  <a:pt x="0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0"/>
                  <a:pt x="58" y="0"/>
                  <a:pt x="5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"/>
                  <a:pt x="0" y="9"/>
                  <a:pt x="0" y="9"/>
                </a:cubicBezTo>
                <a:cubicBezTo>
                  <a:pt x="6" y="9"/>
                  <a:pt x="6" y="9"/>
                  <a:pt x="6" y="9"/>
                </a:cubicBezTo>
                <a:lnTo>
                  <a:pt x="6" y="14"/>
                </a:lnTo>
                <a:close/>
                <a:moveTo>
                  <a:pt x="29" y="17"/>
                </a:moveTo>
                <a:cubicBezTo>
                  <a:pt x="36" y="17"/>
                  <a:pt x="41" y="22"/>
                  <a:pt x="41" y="29"/>
                </a:cubicBezTo>
                <a:cubicBezTo>
                  <a:pt x="41" y="35"/>
                  <a:pt x="36" y="41"/>
                  <a:pt x="29" y="41"/>
                </a:cubicBezTo>
                <a:cubicBezTo>
                  <a:pt x="22" y="41"/>
                  <a:pt x="17" y="35"/>
                  <a:pt x="17" y="29"/>
                </a:cubicBezTo>
                <a:cubicBezTo>
                  <a:pt x="17" y="22"/>
                  <a:pt x="22" y="17"/>
                  <a:pt x="29" y="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4" name="Rectangle 502"/>
          <p:cNvSpPr>
            <a:spLocks noChangeArrowheads="1"/>
          </p:cNvSpPr>
          <p:nvPr/>
        </p:nvSpPr>
        <p:spPr bwMode="auto">
          <a:xfrm>
            <a:off x="1566636" y="6465888"/>
            <a:ext cx="12700" cy="206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5" name="Rectangle 503"/>
          <p:cNvSpPr>
            <a:spLocks noChangeArrowheads="1"/>
          </p:cNvSpPr>
          <p:nvPr/>
        </p:nvSpPr>
        <p:spPr bwMode="auto">
          <a:xfrm>
            <a:off x="1566636" y="6592888"/>
            <a:ext cx="12700" cy="222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6" name="Freeform 504"/>
          <p:cNvSpPr>
            <a:spLocks/>
          </p:cNvSpPr>
          <p:nvPr/>
        </p:nvSpPr>
        <p:spPr bwMode="auto">
          <a:xfrm>
            <a:off x="1698399" y="6508751"/>
            <a:ext cx="7938" cy="12700"/>
          </a:xfrm>
          <a:custGeom>
            <a:avLst/>
            <a:gdLst>
              <a:gd name="T0" fmla="*/ 5 w 5"/>
              <a:gd name="T1" fmla="*/ 8 h 8"/>
              <a:gd name="T2" fmla="*/ 0 w 5"/>
              <a:gd name="T3" fmla="*/ 8 h 8"/>
              <a:gd name="T4" fmla="*/ 2 w 5"/>
              <a:gd name="T5" fmla="*/ 0 h 8"/>
              <a:gd name="T6" fmla="*/ 5 w 5"/>
              <a:gd name="T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8">
                <a:moveTo>
                  <a:pt x="5" y="8"/>
                </a:moveTo>
                <a:lnTo>
                  <a:pt x="0" y="8"/>
                </a:lnTo>
                <a:lnTo>
                  <a:pt x="2" y="0"/>
                </a:lnTo>
                <a:lnTo>
                  <a:pt x="5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7" name="Freeform 505"/>
          <p:cNvSpPr>
            <a:spLocks noEditPoints="1"/>
          </p:cNvSpPr>
          <p:nvPr/>
        </p:nvSpPr>
        <p:spPr bwMode="auto">
          <a:xfrm>
            <a:off x="1668236" y="6516688"/>
            <a:ext cx="68263" cy="68263"/>
          </a:xfrm>
          <a:custGeom>
            <a:avLst/>
            <a:gdLst>
              <a:gd name="T0" fmla="*/ 8 w 16"/>
              <a:gd name="T1" fmla="*/ 0 h 16"/>
              <a:gd name="T2" fmla="*/ 0 w 16"/>
              <a:gd name="T3" fmla="*/ 8 h 16"/>
              <a:gd name="T4" fmla="*/ 8 w 16"/>
              <a:gd name="T5" fmla="*/ 16 h 16"/>
              <a:gd name="T6" fmla="*/ 16 w 16"/>
              <a:gd name="T7" fmla="*/ 8 h 16"/>
              <a:gd name="T8" fmla="*/ 8 w 16"/>
              <a:gd name="T9" fmla="*/ 0 h 16"/>
              <a:gd name="T10" fmla="*/ 8 w 16"/>
              <a:gd name="T11" fmla="*/ 12 h 16"/>
              <a:gd name="T12" fmla="*/ 4 w 16"/>
              <a:gd name="T13" fmla="*/ 8 h 16"/>
              <a:gd name="T14" fmla="*/ 8 w 16"/>
              <a:gd name="T15" fmla="*/ 4 h 16"/>
              <a:gd name="T16" fmla="*/ 12 w 16"/>
              <a:gd name="T17" fmla="*/ 8 h 16"/>
              <a:gd name="T18" fmla="*/ 8 w 16"/>
              <a:gd name="T1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16">
                <a:moveTo>
                  <a:pt x="8" y="0"/>
                </a:moveTo>
                <a:cubicBezTo>
                  <a:pt x="4" y="0"/>
                  <a:pt x="0" y="4"/>
                  <a:pt x="0" y="8"/>
                </a:cubicBezTo>
                <a:cubicBezTo>
                  <a:pt x="0" y="12"/>
                  <a:pt x="4" y="16"/>
                  <a:pt x="8" y="16"/>
                </a:cubicBezTo>
                <a:cubicBezTo>
                  <a:pt x="12" y="16"/>
                  <a:pt x="16" y="12"/>
                  <a:pt x="16" y="8"/>
                </a:cubicBezTo>
                <a:cubicBezTo>
                  <a:pt x="16" y="4"/>
                  <a:pt x="12" y="0"/>
                  <a:pt x="8" y="0"/>
                </a:cubicBezTo>
                <a:close/>
                <a:moveTo>
                  <a:pt x="8" y="12"/>
                </a:moveTo>
                <a:cubicBezTo>
                  <a:pt x="6" y="12"/>
                  <a:pt x="4" y="10"/>
                  <a:pt x="4" y="8"/>
                </a:cubicBezTo>
                <a:cubicBezTo>
                  <a:pt x="4" y="6"/>
                  <a:pt x="6" y="4"/>
                  <a:pt x="8" y="4"/>
                </a:cubicBezTo>
                <a:cubicBezTo>
                  <a:pt x="10" y="4"/>
                  <a:pt x="12" y="6"/>
                  <a:pt x="12" y="8"/>
                </a:cubicBezTo>
                <a:cubicBezTo>
                  <a:pt x="12" y="10"/>
                  <a:pt x="10" y="12"/>
                  <a:pt x="8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8" name="Freeform 506"/>
          <p:cNvSpPr>
            <a:spLocks/>
          </p:cNvSpPr>
          <p:nvPr/>
        </p:nvSpPr>
        <p:spPr bwMode="auto">
          <a:xfrm>
            <a:off x="2330224" y="6448426"/>
            <a:ext cx="330200" cy="182563"/>
          </a:xfrm>
          <a:custGeom>
            <a:avLst/>
            <a:gdLst>
              <a:gd name="T0" fmla="*/ 0 w 208"/>
              <a:gd name="T1" fmla="*/ 30 h 115"/>
              <a:gd name="T2" fmla="*/ 18 w 208"/>
              <a:gd name="T3" fmla="*/ 30 h 115"/>
              <a:gd name="T4" fmla="*/ 18 w 208"/>
              <a:gd name="T5" fmla="*/ 16 h 115"/>
              <a:gd name="T6" fmla="*/ 189 w 208"/>
              <a:gd name="T7" fmla="*/ 16 h 115"/>
              <a:gd name="T8" fmla="*/ 189 w 208"/>
              <a:gd name="T9" fmla="*/ 99 h 115"/>
              <a:gd name="T10" fmla="*/ 179 w 208"/>
              <a:gd name="T11" fmla="*/ 99 h 115"/>
              <a:gd name="T12" fmla="*/ 179 w 208"/>
              <a:gd name="T13" fmla="*/ 115 h 115"/>
              <a:gd name="T14" fmla="*/ 208 w 208"/>
              <a:gd name="T15" fmla="*/ 115 h 115"/>
              <a:gd name="T16" fmla="*/ 208 w 208"/>
              <a:gd name="T17" fmla="*/ 0 h 115"/>
              <a:gd name="T18" fmla="*/ 0 w 208"/>
              <a:gd name="T19" fmla="*/ 0 h 115"/>
              <a:gd name="T20" fmla="*/ 0 w 208"/>
              <a:gd name="T21" fmla="*/ 3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5">
                <a:moveTo>
                  <a:pt x="0" y="30"/>
                </a:moveTo>
                <a:lnTo>
                  <a:pt x="18" y="30"/>
                </a:lnTo>
                <a:lnTo>
                  <a:pt x="18" y="16"/>
                </a:lnTo>
                <a:lnTo>
                  <a:pt x="189" y="16"/>
                </a:lnTo>
                <a:lnTo>
                  <a:pt x="189" y="99"/>
                </a:lnTo>
                <a:lnTo>
                  <a:pt x="179" y="99"/>
                </a:lnTo>
                <a:lnTo>
                  <a:pt x="179" y="115"/>
                </a:lnTo>
                <a:lnTo>
                  <a:pt x="208" y="115"/>
                </a:lnTo>
                <a:lnTo>
                  <a:pt x="208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9" name="Freeform 507"/>
          <p:cNvSpPr>
            <a:spLocks/>
          </p:cNvSpPr>
          <p:nvPr/>
        </p:nvSpPr>
        <p:spPr bwMode="auto">
          <a:xfrm>
            <a:off x="2388961" y="6397626"/>
            <a:ext cx="330200" cy="179388"/>
          </a:xfrm>
          <a:custGeom>
            <a:avLst/>
            <a:gdLst>
              <a:gd name="T0" fmla="*/ 0 w 208"/>
              <a:gd name="T1" fmla="*/ 0 h 113"/>
              <a:gd name="T2" fmla="*/ 0 w 208"/>
              <a:gd name="T3" fmla="*/ 27 h 113"/>
              <a:gd name="T4" fmla="*/ 19 w 208"/>
              <a:gd name="T5" fmla="*/ 27 h 113"/>
              <a:gd name="T6" fmla="*/ 19 w 208"/>
              <a:gd name="T7" fmla="*/ 14 h 113"/>
              <a:gd name="T8" fmla="*/ 190 w 208"/>
              <a:gd name="T9" fmla="*/ 14 h 113"/>
              <a:gd name="T10" fmla="*/ 190 w 208"/>
              <a:gd name="T11" fmla="*/ 99 h 113"/>
              <a:gd name="T12" fmla="*/ 179 w 208"/>
              <a:gd name="T13" fmla="*/ 99 h 113"/>
              <a:gd name="T14" fmla="*/ 179 w 208"/>
              <a:gd name="T15" fmla="*/ 113 h 113"/>
              <a:gd name="T16" fmla="*/ 208 w 208"/>
              <a:gd name="T17" fmla="*/ 113 h 113"/>
              <a:gd name="T18" fmla="*/ 208 w 208"/>
              <a:gd name="T19" fmla="*/ 0 h 113"/>
              <a:gd name="T20" fmla="*/ 0 w 208"/>
              <a:gd name="T21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3">
                <a:moveTo>
                  <a:pt x="0" y="0"/>
                </a:moveTo>
                <a:lnTo>
                  <a:pt x="0" y="27"/>
                </a:lnTo>
                <a:lnTo>
                  <a:pt x="19" y="27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9" y="99"/>
                </a:lnTo>
                <a:lnTo>
                  <a:pt x="179" y="113"/>
                </a:lnTo>
                <a:lnTo>
                  <a:pt x="208" y="113"/>
                </a:lnTo>
                <a:lnTo>
                  <a:pt x="20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0" name="Freeform 508"/>
          <p:cNvSpPr>
            <a:spLocks noEditPoints="1"/>
          </p:cNvSpPr>
          <p:nvPr/>
        </p:nvSpPr>
        <p:spPr bwMode="auto">
          <a:xfrm>
            <a:off x="2401661" y="6559551"/>
            <a:ext cx="68263" cy="68263"/>
          </a:xfrm>
          <a:custGeom>
            <a:avLst/>
            <a:gdLst>
              <a:gd name="T0" fmla="*/ 8 w 16"/>
              <a:gd name="T1" fmla="*/ 16 h 16"/>
              <a:gd name="T2" fmla="*/ 16 w 16"/>
              <a:gd name="T3" fmla="*/ 8 h 16"/>
              <a:gd name="T4" fmla="*/ 8 w 16"/>
              <a:gd name="T5" fmla="*/ 0 h 16"/>
              <a:gd name="T6" fmla="*/ 0 w 16"/>
              <a:gd name="T7" fmla="*/ 8 h 16"/>
              <a:gd name="T8" fmla="*/ 8 w 16"/>
              <a:gd name="T9" fmla="*/ 16 h 16"/>
              <a:gd name="T10" fmla="*/ 8 w 16"/>
              <a:gd name="T11" fmla="*/ 1 h 16"/>
              <a:gd name="T12" fmla="*/ 15 w 16"/>
              <a:gd name="T13" fmla="*/ 8 h 16"/>
              <a:gd name="T14" fmla="*/ 8 w 16"/>
              <a:gd name="T15" fmla="*/ 15 h 16"/>
              <a:gd name="T16" fmla="*/ 1 w 16"/>
              <a:gd name="T17" fmla="*/ 8 h 16"/>
              <a:gd name="T18" fmla="*/ 8 w 16"/>
              <a:gd name="T19" fmla="*/ 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16">
                <a:moveTo>
                  <a:pt x="8" y="16"/>
                </a:moveTo>
                <a:cubicBezTo>
                  <a:pt x="13" y="16"/>
                  <a:pt x="16" y="12"/>
                  <a:pt x="16" y="8"/>
                </a:cubicBezTo>
                <a:cubicBezTo>
                  <a:pt x="16" y="3"/>
                  <a:pt x="13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2"/>
                  <a:pt x="3" y="16"/>
                  <a:pt x="8" y="16"/>
                </a:cubicBezTo>
                <a:close/>
                <a:moveTo>
                  <a:pt x="8" y="1"/>
                </a:moveTo>
                <a:cubicBezTo>
                  <a:pt x="12" y="1"/>
                  <a:pt x="15" y="4"/>
                  <a:pt x="15" y="8"/>
                </a:cubicBezTo>
                <a:cubicBezTo>
                  <a:pt x="15" y="12"/>
                  <a:pt x="12" y="15"/>
                  <a:pt x="8" y="15"/>
                </a:cubicBezTo>
                <a:cubicBezTo>
                  <a:pt x="4" y="15"/>
                  <a:pt x="1" y="12"/>
                  <a:pt x="1" y="8"/>
                </a:cubicBezTo>
                <a:cubicBezTo>
                  <a:pt x="1" y="4"/>
                  <a:pt x="4" y="1"/>
                  <a:pt x="8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1" name="Freeform 509"/>
          <p:cNvSpPr>
            <a:spLocks/>
          </p:cNvSpPr>
          <p:nvPr/>
        </p:nvSpPr>
        <p:spPr bwMode="auto">
          <a:xfrm>
            <a:off x="2422299" y="6572251"/>
            <a:ext cx="25400" cy="42863"/>
          </a:xfrm>
          <a:custGeom>
            <a:avLst/>
            <a:gdLst>
              <a:gd name="T0" fmla="*/ 2 w 6"/>
              <a:gd name="T1" fmla="*/ 9 h 10"/>
              <a:gd name="T2" fmla="*/ 2 w 6"/>
              <a:gd name="T3" fmla="*/ 10 h 10"/>
              <a:gd name="T4" fmla="*/ 4 w 6"/>
              <a:gd name="T5" fmla="*/ 10 h 10"/>
              <a:gd name="T6" fmla="*/ 4 w 6"/>
              <a:gd name="T7" fmla="*/ 9 h 10"/>
              <a:gd name="T8" fmla="*/ 5 w 6"/>
              <a:gd name="T9" fmla="*/ 8 h 10"/>
              <a:gd name="T10" fmla="*/ 6 w 6"/>
              <a:gd name="T11" fmla="*/ 6 h 10"/>
              <a:gd name="T12" fmla="*/ 5 w 6"/>
              <a:gd name="T13" fmla="*/ 5 h 10"/>
              <a:gd name="T14" fmla="*/ 3 w 6"/>
              <a:gd name="T15" fmla="*/ 4 h 10"/>
              <a:gd name="T16" fmla="*/ 2 w 6"/>
              <a:gd name="T17" fmla="*/ 4 h 10"/>
              <a:gd name="T18" fmla="*/ 2 w 6"/>
              <a:gd name="T19" fmla="*/ 3 h 10"/>
              <a:gd name="T20" fmla="*/ 2 w 6"/>
              <a:gd name="T21" fmla="*/ 2 h 10"/>
              <a:gd name="T22" fmla="*/ 3 w 6"/>
              <a:gd name="T23" fmla="*/ 2 h 10"/>
              <a:gd name="T24" fmla="*/ 4 w 6"/>
              <a:gd name="T25" fmla="*/ 2 h 10"/>
              <a:gd name="T26" fmla="*/ 4 w 6"/>
              <a:gd name="T27" fmla="*/ 3 h 10"/>
              <a:gd name="T28" fmla="*/ 4 w 6"/>
              <a:gd name="T29" fmla="*/ 3 h 10"/>
              <a:gd name="T30" fmla="*/ 6 w 6"/>
              <a:gd name="T31" fmla="*/ 3 h 10"/>
              <a:gd name="T32" fmla="*/ 6 w 6"/>
              <a:gd name="T33" fmla="*/ 3 h 10"/>
              <a:gd name="T34" fmla="*/ 5 w 6"/>
              <a:gd name="T35" fmla="*/ 1 h 10"/>
              <a:gd name="T36" fmla="*/ 4 w 6"/>
              <a:gd name="T37" fmla="*/ 1 h 10"/>
              <a:gd name="T38" fmla="*/ 4 w 6"/>
              <a:gd name="T39" fmla="*/ 0 h 10"/>
              <a:gd name="T40" fmla="*/ 2 w 6"/>
              <a:gd name="T41" fmla="*/ 0 h 10"/>
              <a:gd name="T42" fmla="*/ 2 w 6"/>
              <a:gd name="T43" fmla="*/ 1 h 10"/>
              <a:gd name="T44" fmla="*/ 1 w 6"/>
              <a:gd name="T45" fmla="*/ 1 h 10"/>
              <a:gd name="T46" fmla="*/ 1 w 6"/>
              <a:gd name="T47" fmla="*/ 3 h 10"/>
              <a:gd name="T48" fmla="*/ 1 w 6"/>
              <a:gd name="T49" fmla="*/ 4 h 10"/>
              <a:gd name="T50" fmla="*/ 3 w 6"/>
              <a:gd name="T51" fmla="*/ 5 h 10"/>
              <a:gd name="T52" fmla="*/ 4 w 6"/>
              <a:gd name="T53" fmla="*/ 6 h 10"/>
              <a:gd name="T54" fmla="*/ 5 w 6"/>
              <a:gd name="T55" fmla="*/ 6 h 10"/>
              <a:gd name="T56" fmla="*/ 4 w 6"/>
              <a:gd name="T57" fmla="*/ 7 h 10"/>
              <a:gd name="T58" fmla="*/ 3 w 6"/>
              <a:gd name="T59" fmla="*/ 8 h 10"/>
              <a:gd name="T60" fmla="*/ 2 w 6"/>
              <a:gd name="T61" fmla="*/ 7 h 10"/>
              <a:gd name="T62" fmla="*/ 1 w 6"/>
              <a:gd name="T63" fmla="*/ 6 h 10"/>
              <a:gd name="T64" fmla="*/ 1 w 6"/>
              <a:gd name="T65" fmla="*/ 6 h 10"/>
              <a:gd name="T66" fmla="*/ 0 w 6"/>
              <a:gd name="T67" fmla="*/ 6 h 10"/>
              <a:gd name="T68" fmla="*/ 0 w 6"/>
              <a:gd name="T69" fmla="*/ 7 h 10"/>
              <a:gd name="T70" fmla="*/ 1 w 6"/>
              <a:gd name="T71" fmla="*/ 8 h 10"/>
              <a:gd name="T72" fmla="*/ 2 w 6"/>
              <a:gd name="T73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" h="10">
                <a:moveTo>
                  <a:pt x="2" y="9"/>
                </a:moveTo>
                <a:cubicBezTo>
                  <a:pt x="2" y="10"/>
                  <a:pt x="2" y="10"/>
                  <a:pt x="2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5" y="8"/>
                  <a:pt x="5" y="8"/>
                </a:cubicBezTo>
                <a:cubicBezTo>
                  <a:pt x="5" y="8"/>
                  <a:pt x="6" y="7"/>
                  <a:pt x="6" y="6"/>
                </a:cubicBezTo>
                <a:cubicBezTo>
                  <a:pt x="6" y="6"/>
                  <a:pt x="5" y="5"/>
                  <a:pt x="5" y="5"/>
                </a:cubicBezTo>
                <a:cubicBezTo>
                  <a:pt x="5" y="5"/>
                  <a:pt x="4" y="4"/>
                  <a:pt x="3" y="4"/>
                </a:cubicBezTo>
                <a:cubicBezTo>
                  <a:pt x="3" y="4"/>
                  <a:pt x="2" y="4"/>
                  <a:pt x="2" y="4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3" y="2"/>
                  <a:pt x="3" y="2"/>
                </a:cubicBezTo>
                <a:cubicBezTo>
                  <a:pt x="4" y="2"/>
                  <a:pt x="4" y="2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2"/>
                  <a:pt x="5" y="2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2"/>
                  <a:pt x="1" y="2"/>
                  <a:pt x="1" y="3"/>
                </a:cubicBezTo>
                <a:cubicBezTo>
                  <a:pt x="1" y="3"/>
                  <a:pt x="1" y="4"/>
                  <a:pt x="1" y="4"/>
                </a:cubicBezTo>
                <a:cubicBezTo>
                  <a:pt x="2" y="5"/>
                  <a:pt x="2" y="5"/>
                  <a:pt x="3" y="5"/>
                </a:cubicBezTo>
                <a:cubicBezTo>
                  <a:pt x="3" y="5"/>
                  <a:pt x="4" y="5"/>
                  <a:pt x="4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4" y="7"/>
                  <a:pt x="4" y="7"/>
                </a:cubicBezTo>
                <a:cubicBezTo>
                  <a:pt x="4" y="8"/>
                  <a:pt x="4" y="8"/>
                  <a:pt x="3" y="8"/>
                </a:cubicBezTo>
                <a:cubicBezTo>
                  <a:pt x="3" y="8"/>
                  <a:pt x="2" y="8"/>
                  <a:pt x="2" y="7"/>
                </a:cubicBezTo>
                <a:cubicBezTo>
                  <a:pt x="2" y="7"/>
                  <a:pt x="1" y="7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8"/>
                  <a:pt x="1" y="8"/>
                </a:cubicBezTo>
                <a:cubicBezTo>
                  <a:pt x="1" y="8"/>
                  <a:pt x="2" y="9"/>
                  <a:pt x="2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2" name="Freeform 510"/>
          <p:cNvSpPr>
            <a:spLocks noEditPoints="1"/>
          </p:cNvSpPr>
          <p:nvPr/>
        </p:nvSpPr>
        <p:spPr bwMode="auto">
          <a:xfrm>
            <a:off x="2330224" y="6546851"/>
            <a:ext cx="211138" cy="93663"/>
          </a:xfrm>
          <a:custGeom>
            <a:avLst/>
            <a:gdLst>
              <a:gd name="T0" fmla="*/ 5 w 50"/>
              <a:gd name="T1" fmla="*/ 22 h 22"/>
              <a:gd name="T2" fmla="*/ 44 w 50"/>
              <a:gd name="T3" fmla="*/ 22 h 22"/>
              <a:gd name="T4" fmla="*/ 50 w 50"/>
              <a:gd name="T5" fmla="*/ 16 h 22"/>
              <a:gd name="T6" fmla="*/ 50 w 50"/>
              <a:gd name="T7" fmla="*/ 6 h 22"/>
              <a:gd name="T8" fmla="*/ 44 w 50"/>
              <a:gd name="T9" fmla="*/ 0 h 22"/>
              <a:gd name="T10" fmla="*/ 7 w 50"/>
              <a:gd name="T11" fmla="*/ 0 h 22"/>
              <a:gd name="T12" fmla="*/ 0 w 50"/>
              <a:gd name="T13" fmla="*/ 6 h 22"/>
              <a:gd name="T14" fmla="*/ 0 w 50"/>
              <a:gd name="T15" fmla="*/ 16 h 22"/>
              <a:gd name="T16" fmla="*/ 5 w 50"/>
              <a:gd name="T17" fmla="*/ 22 h 22"/>
              <a:gd name="T18" fmla="*/ 25 w 50"/>
              <a:gd name="T19" fmla="*/ 2 h 22"/>
              <a:gd name="T20" fmla="*/ 34 w 50"/>
              <a:gd name="T21" fmla="*/ 11 h 22"/>
              <a:gd name="T22" fmla="*/ 25 w 50"/>
              <a:gd name="T23" fmla="*/ 20 h 22"/>
              <a:gd name="T24" fmla="*/ 16 w 50"/>
              <a:gd name="T25" fmla="*/ 11 h 22"/>
              <a:gd name="T26" fmla="*/ 25 w 50"/>
              <a:gd name="T27" fmla="*/ 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2">
                <a:moveTo>
                  <a:pt x="5" y="22"/>
                </a:moveTo>
                <a:cubicBezTo>
                  <a:pt x="44" y="22"/>
                  <a:pt x="44" y="22"/>
                  <a:pt x="44" y="22"/>
                </a:cubicBezTo>
                <a:cubicBezTo>
                  <a:pt x="44" y="15"/>
                  <a:pt x="50" y="16"/>
                  <a:pt x="50" y="16"/>
                </a:cubicBezTo>
                <a:cubicBezTo>
                  <a:pt x="50" y="6"/>
                  <a:pt x="50" y="6"/>
                  <a:pt x="50" y="6"/>
                </a:cubicBezTo>
                <a:cubicBezTo>
                  <a:pt x="43" y="6"/>
                  <a:pt x="44" y="0"/>
                  <a:pt x="44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6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5" y="16"/>
                  <a:pt x="5" y="22"/>
                </a:cubicBezTo>
                <a:close/>
                <a:moveTo>
                  <a:pt x="25" y="2"/>
                </a:moveTo>
                <a:cubicBezTo>
                  <a:pt x="30" y="2"/>
                  <a:pt x="34" y="6"/>
                  <a:pt x="34" y="11"/>
                </a:cubicBezTo>
                <a:cubicBezTo>
                  <a:pt x="34" y="16"/>
                  <a:pt x="30" y="20"/>
                  <a:pt x="25" y="20"/>
                </a:cubicBezTo>
                <a:cubicBezTo>
                  <a:pt x="20" y="20"/>
                  <a:pt x="16" y="16"/>
                  <a:pt x="16" y="11"/>
                </a:cubicBezTo>
                <a:cubicBezTo>
                  <a:pt x="16" y="6"/>
                  <a:pt x="20" y="2"/>
                  <a:pt x="25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3" name="Freeform 511"/>
          <p:cNvSpPr>
            <a:spLocks noEditPoints="1"/>
          </p:cNvSpPr>
          <p:nvPr/>
        </p:nvSpPr>
        <p:spPr bwMode="auto">
          <a:xfrm>
            <a:off x="2269899" y="6503988"/>
            <a:ext cx="331788" cy="179388"/>
          </a:xfrm>
          <a:custGeom>
            <a:avLst/>
            <a:gdLst>
              <a:gd name="T0" fmla="*/ 0 w 209"/>
              <a:gd name="T1" fmla="*/ 0 h 113"/>
              <a:gd name="T2" fmla="*/ 0 w 209"/>
              <a:gd name="T3" fmla="*/ 113 h 113"/>
              <a:gd name="T4" fmla="*/ 209 w 209"/>
              <a:gd name="T5" fmla="*/ 113 h 113"/>
              <a:gd name="T6" fmla="*/ 209 w 209"/>
              <a:gd name="T7" fmla="*/ 0 h 113"/>
              <a:gd name="T8" fmla="*/ 0 w 209"/>
              <a:gd name="T9" fmla="*/ 0 h 113"/>
              <a:gd name="T10" fmla="*/ 190 w 209"/>
              <a:gd name="T11" fmla="*/ 99 h 113"/>
              <a:gd name="T12" fmla="*/ 19 w 209"/>
              <a:gd name="T13" fmla="*/ 99 h 113"/>
              <a:gd name="T14" fmla="*/ 19 w 209"/>
              <a:gd name="T15" fmla="*/ 14 h 113"/>
              <a:gd name="T16" fmla="*/ 190 w 209"/>
              <a:gd name="T17" fmla="*/ 14 h 113"/>
              <a:gd name="T18" fmla="*/ 190 w 209"/>
              <a:gd name="T19" fmla="*/ 9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9" h="113">
                <a:moveTo>
                  <a:pt x="0" y="0"/>
                </a:moveTo>
                <a:lnTo>
                  <a:pt x="0" y="113"/>
                </a:lnTo>
                <a:lnTo>
                  <a:pt x="209" y="113"/>
                </a:lnTo>
                <a:lnTo>
                  <a:pt x="209" y="0"/>
                </a:lnTo>
                <a:lnTo>
                  <a:pt x="0" y="0"/>
                </a:lnTo>
                <a:close/>
                <a:moveTo>
                  <a:pt x="190" y="99"/>
                </a:moveTo>
                <a:lnTo>
                  <a:pt x="19" y="99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4" name="Freeform 512"/>
          <p:cNvSpPr>
            <a:spLocks/>
          </p:cNvSpPr>
          <p:nvPr/>
        </p:nvSpPr>
        <p:spPr bwMode="auto">
          <a:xfrm>
            <a:off x="3084286" y="6448426"/>
            <a:ext cx="330200" cy="182563"/>
          </a:xfrm>
          <a:custGeom>
            <a:avLst/>
            <a:gdLst>
              <a:gd name="T0" fmla="*/ 0 w 208"/>
              <a:gd name="T1" fmla="*/ 30 h 115"/>
              <a:gd name="T2" fmla="*/ 19 w 208"/>
              <a:gd name="T3" fmla="*/ 30 h 115"/>
              <a:gd name="T4" fmla="*/ 19 w 208"/>
              <a:gd name="T5" fmla="*/ 14 h 115"/>
              <a:gd name="T6" fmla="*/ 190 w 208"/>
              <a:gd name="T7" fmla="*/ 14 h 115"/>
              <a:gd name="T8" fmla="*/ 190 w 208"/>
              <a:gd name="T9" fmla="*/ 99 h 115"/>
              <a:gd name="T10" fmla="*/ 179 w 208"/>
              <a:gd name="T11" fmla="*/ 99 h 115"/>
              <a:gd name="T12" fmla="*/ 179 w 208"/>
              <a:gd name="T13" fmla="*/ 115 h 115"/>
              <a:gd name="T14" fmla="*/ 208 w 208"/>
              <a:gd name="T15" fmla="*/ 115 h 115"/>
              <a:gd name="T16" fmla="*/ 208 w 208"/>
              <a:gd name="T17" fmla="*/ 0 h 115"/>
              <a:gd name="T18" fmla="*/ 0 w 208"/>
              <a:gd name="T19" fmla="*/ 0 h 115"/>
              <a:gd name="T20" fmla="*/ 0 w 208"/>
              <a:gd name="T21" fmla="*/ 3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5">
                <a:moveTo>
                  <a:pt x="0" y="30"/>
                </a:moveTo>
                <a:lnTo>
                  <a:pt x="19" y="30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9" y="99"/>
                </a:lnTo>
                <a:lnTo>
                  <a:pt x="179" y="115"/>
                </a:lnTo>
                <a:lnTo>
                  <a:pt x="208" y="115"/>
                </a:lnTo>
                <a:lnTo>
                  <a:pt x="208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5" name="Freeform 513"/>
          <p:cNvSpPr>
            <a:spLocks/>
          </p:cNvSpPr>
          <p:nvPr/>
        </p:nvSpPr>
        <p:spPr bwMode="auto">
          <a:xfrm>
            <a:off x="3143024" y="6397626"/>
            <a:ext cx="331788" cy="179388"/>
          </a:xfrm>
          <a:custGeom>
            <a:avLst/>
            <a:gdLst>
              <a:gd name="T0" fmla="*/ 0 w 209"/>
              <a:gd name="T1" fmla="*/ 0 h 113"/>
              <a:gd name="T2" fmla="*/ 0 w 209"/>
              <a:gd name="T3" fmla="*/ 27 h 113"/>
              <a:gd name="T4" fmla="*/ 19 w 209"/>
              <a:gd name="T5" fmla="*/ 27 h 113"/>
              <a:gd name="T6" fmla="*/ 19 w 209"/>
              <a:gd name="T7" fmla="*/ 14 h 113"/>
              <a:gd name="T8" fmla="*/ 190 w 209"/>
              <a:gd name="T9" fmla="*/ 14 h 113"/>
              <a:gd name="T10" fmla="*/ 190 w 209"/>
              <a:gd name="T11" fmla="*/ 99 h 113"/>
              <a:gd name="T12" fmla="*/ 179 w 209"/>
              <a:gd name="T13" fmla="*/ 99 h 113"/>
              <a:gd name="T14" fmla="*/ 179 w 209"/>
              <a:gd name="T15" fmla="*/ 113 h 113"/>
              <a:gd name="T16" fmla="*/ 209 w 209"/>
              <a:gd name="T17" fmla="*/ 113 h 113"/>
              <a:gd name="T18" fmla="*/ 209 w 209"/>
              <a:gd name="T19" fmla="*/ 0 h 113"/>
              <a:gd name="T20" fmla="*/ 0 w 209"/>
              <a:gd name="T21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9" h="113">
                <a:moveTo>
                  <a:pt x="0" y="0"/>
                </a:moveTo>
                <a:lnTo>
                  <a:pt x="0" y="27"/>
                </a:lnTo>
                <a:lnTo>
                  <a:pt x="19" y="27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9" y="99"/>
                </a:lnTo>
                <a:lnTo>
                  <a:pt x="179" y="113"/>
                </a:lnTo>
                <a:lnTo>
                  <a:pt x="209" y="113"/>
                </a:lnTo>
                <a:lnTo>
                  <a:pt x="209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6" name="Freeform 514"/>
          <p:cNvSpPr>
            <a:spLocks/>
          </p:cNvSpPr>
          <p:nvPr/>
        </p:nvSpPr>
        <p:spPr bwMode="auto">
          <a:xfrm>
            <a:off x="3181124" y="6572251"/>
            <a:ext cx="30163" cy="42863"/>
          </a:xfrm>
          <a:custGeom>
            <a:avLst/>
            <a:gdLst>
              <a:gd name="T0" fmla="*/ 4 w 7"/>
              <a:gd name="T1" fmla="*/ 1 h 10"/>
              <a:gd name="T2" fmla="*/ 5 w 7"/>
              <a:gd name="T3" fmla="*/ 1 h 10"/>
              <a:gd name="T4" fmla="*/ 6 w 7"/>
              <a:gd name="T5" fmla="*/ 3 h 10"/>
              <a:gd name="T6" fmla="*/ 6 w 7"/>
              <a:gd name="T7" fmla="*/ 3 h 10"/>
              <a:gd name="T8" fmla="*/ 7 w 7"/>
              <a:gd name="T9" fmla="*/ 3 h 10"/>
              <a:gd name="T10" fmla="*/ 7 w 7"/>
              <a:gd name="T11" fmla="*/ 3 h 10"/>
              <a:gd name="T12" fmla="*/ 6 w 7"/>
              <a:gd name="T13" fmla="*/ 1 h 10"/>
              <a:gd name="T14" fmla="*/ 4 w 7"/>
              <a:gd name="T15" fmla="*/ 0 h 10"/>
              <a:gd name="T16" fmla="*/ 2 w 7"/>
              <a:gd name="T17" fmla="*/ 1 h 10"/>
              <a:gd name="T18" fmla="*/ 1 w 7"/>
              <a:gd name="T19" fmla="*/ 3 h 10"/>
              <a:gd name="T20" fmla="*/ 0 w 7"/>
              <a:gd name="T21" fmla="*/ 3 h 10"/>
              <a:gd name="T22" fmla="*/ 0 w 7"/>
              <a:gd name="T23" fmla="*/ 5 h 10"/>
              <a:gd name="T24" fmla="*/ 1 w 7"/>
              <a:gd name="T25" fmla="*/ 5 h 10"/>
              <a:gd name="T26" fmla="*/ 1 w 7"/>
              <a:gd name="T27" fmla="*/ 5 h 10"/>
              <a:gd name="T28" fmla="*/ 1 w 7"/>
              <a:gd name="T29" fmla="*/ 5 h 10"/>
              <a:gd name="T30" fmla="*/ 0 w 7"/>
              <a:gd name="T31" fmla="*/ 5 h 10"/>
              <a:gd name="T32" fmla="*/ 0 w 7"/>
              <a:gd name="T33" fmla="*/ 6 h 10"/>
              <a:gd name="T34" fmla="*/ 1 w 7"/>
              <a:gd name="T35" fmla="*/ 6 h 10"/>
              <a:gd name="T36" fmla="*/ 2 w 7"/>
              <a:gd name="T37" fmla="*/ 8 h 10"/>
              <a:gd name="T38" fmla="*/ 4 w 7"/>
              <a:gd name="T39" fmla="*/ 10 h 10"/>
              <a:gd name="T40" fmla="*/ 6 w 7"/>
              <a:gd name="T41" fmla="*/ 9 h 10"/>
              <a:gd name="T42" fmla="*/ 7 w 7"/>
              <a:gd name="T43" fmla="*/ 7 h 10"/>
              <a:gd name="T44" fmla="*/ 7 w 7"/>
              <a:gd name="T45" fmla="*/ 7 h 10"/>
              <a:gd name="T46" fmla="*/ 6 w 7"/>
              <a:gd name="T47" fmla="*/ 7 h 10"/>
              <a:gd name="T48" fmla="*/ 6 w 7"/>
              <a:gd name="T49" fmla="*/ 7 h 10"/>
              <a:gd name="T50" fmla="*/ 6 w 7"/>
              <a:gd name="T51" fmla="*/ 8 h 10"/>
              <a:gd name="T52" fmla="*/ 4 w 7"/>
              <a:gd name="T53" fmla="*/ 8 h 10"/>
              <a:gd name="T54" fmla="*/ 3 w 7"/>
              <a:gd name="T55" fmla="*/ 8 h 10"/>
              <a:gd name="T56" fmla="*/ 2 w 7"/>
              <a:gd name="T57" fmla="*/ 6 h 10"/>
              <a:gd name="T58" fmla="*/ 5 w 7"/>
              <a:gd name="T59" fmla="*/ 6 h 10"/>
              <a:gd name="T60" fmla="*/ 5 w 7"/>
              <a:gd name="T61" fmla="*/ 5 h 10"/>
              <a:gd name="T62" fmla="*/ 2 w 7"/>
              <a:gd name="T63" fmla="*/ 5 h 10"/>
              <a:gd name="T64" fmla="*/ 2 w 7"/>
              <a:gd name="T65" fmla="*/ 5 h 10"/>
              <a:gd name="T66" fmla="*/ 5 w 7"/>
              <a:gd name="T67" fmla="*/ 5 h 10"/>
              <a:gd name="T68" fmla="*/ 5 w 7"/>
              <a:gd name="T69" fmla="*/ 3 h 10"/>
              <a:gd name="T70" fmla="*/ 2 w 7"/>
              <a:gd name="T71" fmla="*/ 3 h 10"/>
              <a:gd name="T72" fmla="*/ 3 w 7"/>
              <a:gd name="T73" fmla="*/ 2 h 10"/>
              <a:gd name="T74" fmla="*/ 4 w 7"/>
              <a:gd name="T75" fmla="*/ 1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" h="10">
                <a:moveTo>
                  <a:pt x="4" y="1"/>
                </a:moveTo>
                <a:cubicBezTo>
                  <a:pt x="5" y="1"/>
                  <a:pt x="5" y="1"/>
                  <a:pt x="5" y="1"/>
                </a:cubicBezTo>
                <a:cubicBezTo>
                  <a:pt x="6" y="2"/>
                  <a:pt x="6" y="2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2"/>
                  <a:pt x="7" y="1"/>
                  <a:pt x="6" y="1"/>
                </a:cubicBezTo>
                <a:cubicBezTo>
                  <a:pt x="6" y="0"/>
                  <a:pt x="5" y="0"/>
                  <a:pt x="4" y="0"/>
                </a:cubicBezTo>
                <a:cubicBezTo>
                  <a:pt x="3" y="0"/>
                  <a:pt x="3" y="1"/>
                  <a:pt x="2" y="1"/>
                </a:cubicBezTo>
                <a:cubicBezTo>
                  <a:pt x="2" y="2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5"/>
                  <a:pt x="0" y="5"/>
                  <a:pt x="0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7"/>
                  <a:pt x="2" y="8"/>
                  <a:pt x="2" y="8"/>
                </a:cubicBezTo>
                <a:cubicBezTo>
                  <a:pt x="3" y="9"/>
                  <a:pt x="3" y="10"/>
                  <a:pt x="4" y="10"/>
                </a:cubicBezTo>
                <a:cubicBezTo>
                  <a:pt x="5" y="10"/>
                  <a:pt x="6" y="9"/>
                  <a:pt x="6" y="9"/>
                </a:cubicBezTo>
                <a:cubicBezTo>
                  <a:pt x="7" y="8"/>
                  <a:pt x="7" y="8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8"/>
                  <a:pt x="6" y="8"/>
                </a:cubicBezTo>
                <a:cubicBezTo>
                  <a:pt x="5" y="8"/>
                  <a:pt x="5" y="8"/>
                  <a:pt x="4" y="8"/>
                </a:cubicBezTo>
                <a:cubicBezTo>
                  <a:pt x="4" y="8"/>
                  <a:pt x="3" y="8"/>
                  <a:pt x="3" y="8"/>
                </a:cubicBezTo>
                <a:cubicBezTo>
                  <a:pt x="3" y="7"/>
                  <a:pt x="3" y="7"/>
                  <a:pt x="2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5"/>
                  <a:pt x="5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3"/>
                  <a:pt x="5" y="3"/>
                  <a:pt x="5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3" y="2"/>
                  <a:pt x="3" y="2"/>
                </a:cubicBezTo>
                <a:cubicBezTo>
                  <a:pt x="3" y="1"/>
                  <a:pt x="4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7" name="Freeform 515"/>
          <p:cNvSpPr>
            <a:spLocks noEditPoints="1"/>
          </p:cNvSpPr>
          <p:nvPr/>
        </p:nvSpPr>
        <p:spPr bwMode="auto">
          <a:xfrm>
            <a:off x="3165249" y="6554788"/>
            <a:ext cx="68263" cy="73025"/>
          </a:xfrm>
          <a:custGeom>
            <a:avLst/>
            <a:gdLst>
              <a:gd name="T0" fmla="*/ 8 w 16"/>
              <a:gd name="T1" fmla="*/ 0 h 17"/>
              <a:gd name="T2" fmla="*/ 0 w 16"/>
              <a:gd name="T3" fmla="*/ 9 h 17"/>
              <a:gd name="T4" fmla="*/ 8 w 16"/>
              <a:gd name="T5" fmla="*/ 17 h 17"/>
              <a:gd name="T6" fmla="*/ 16 w 16"/>
              <a:gd name="T7" fmla="*/ 9 h 17"/>
              <a:gd name="T8" fmla="*/ 8 w 16"/>
              <a:gd name="T9" fmla="*/ 0 h 17"/>
              <a:gd name="T10" fmla="*/ 8 w 16"/>
              <a:gd name="T11" fmla="*/ 16 h 17"/>
              <a:gd name="T12" fmla="*/ 1 w 16"/>
              <a:gd name="T13" fmla="*/ 9 h 17"/>
              <a:gd name="T14" fmla="*/ 8 w 16"/>
              <a:gd name="T15" fmla="*/ 2 h 17"/>
              <a:gd name="T16" fmla="*/ 15 w 16"/>
              <a:gd name="T17" fmla="*/ 9 h 17"/>
              <a:gd name="T18" fmla="*/ 8 w 16"/>
              <a:gd name="T19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17">
                <a:moveTo>
                  <a:pt x="8" y="0"/>
                </a:moveTo>
                <a:cubicBezTo>
                  <a:pt x="3" y="0"/>
                  <a:pt x="0" y="4"/>
                  <a:pt x="0" y="9"/>
                </a:cubicBezTo>
                <a:cubicBezTo>
                  <a:pt x="0" y="13"/>
                  <a:pt x="3" y="17"/>
                  <a:pt x="8" y="17"/>
                </a:cubicBezTo>
                <a:cubicBezTo>
                  <a:pt x="12" y="17"/>
                  <a:pt x="16" y="13"/>
                  <a:pt x="16" y="9"/>
                </a:cubicBezTo>
                <a:cubicBezTo>
                  <a:pt x="16" y="4"/>
                  <a:pt x="12" y="0"/>
                  <a:pt x="8" y="0"/>
                </a:cubicBezTo>
                <a:close/>
                <a:moveTo>
                  <a:pt x="8" y="16"/>
                </a:moveTo>
                <a:cubicBezTo>
                  <a:pt x="4" y="16"/>
                  <a:pt x="1" y="13"/>
                  <a:pt x="1" y="9"/>
                </a:cubicBezTo>
                <a:cubicBezTo>
                  <a:pt x="1" y="5"/>
                  <a:pt x="4" y="2"/>
                  <a:pt x="8" y="2"/>
                </a:cubicBezTo>
                <a:cubicBezTo>
                  <a:pt x="12" y="2"/>
                  <a:pt x="15" y="5"/>
                  <a:pt x="15" y="9"/>
                </a:cubicBezTo>
                <a:cubicBezTo>
                  <a:pt x="15" y="13"/>
                  <a:pt x="12" y="16"/>
                  <a:pt x="8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8" name="Freeform 516"/>
          <p:cNvSpPr>
            <a:spLocks noEditPoints="1"/>
          </p:cNvSpPr>
          <p:nvPr/>
        </p:nvSpPr>
        <p:spPr bwMode="auto">
          <a:xfrm>
            <a:off x="3084286" y="6546851"/>
            <a:ext cx="212725" cy="93663"/>
          </a:xfrm>
          <a:custGeom>
            <a:avLst/>
            <a:gdLst>
              <a:gd name="T0" fmla="*/ 44 w 50"/>
              <a:gd name="T1" fmla="*/ 0 h 22"/>
              <a:gd name="T2" fmla="*/ 7 w 50"/>
              <a:gd name="T3" fmla="*/ 0 h 22"/>
              <a:gd name="T4" fmla="*/ 0 w 50"/>
              <a:gd name="T5" fmla="*/ 5 h 22"/>
              <a:gd name="T6" fmla="*/ 0 w 50"/>
              <a:gd name="T7" fmla="*/ 16 h 22"/>
              <a:gd name="T8" fmla="*/ 5 w 50"/>
              <a:gd name="T9" fmla="*/ 22 h 22"/>
              <a:gd name="T10" fmla="*/ 44 w 50"/>
              <a:gd name="T11" fmla="*/ 22 h 22"/>
              <a:gd name="T12" fmla="*/ 50 w 50"/>
              <a:gd name="T13" fmla="*/ 16 h 22"/>
              <a:gd name="T14" fmla="*/ 50 w 50"/>
              <a:gd name="T15" fmla="*/ 6 h 22"/>
              <a:gd name="T16" fmla="*/ 44 w 50"/>
              <a:gd name="T17" fmla="*/ 0 h 22"/>
              <a:gd name="T18" fmla="*/ 27 w 50"/>
              <a:gd name="T19" fmla="*/ 20 h 22"/>
              <a:gd name="T20" fmla="*/ 18 w 50"/>
              <a:gd name="T21" fmla="*/ 11 h 22"/>
              <a:gd name="T22" fmla="*/ 27 w 50"/>
              <a:gd name="T23" fmla="*/ 2 h 22"/>
              <a:gd name="T24" fmla="*/ 36 w 50"/>
              <a:gd name="T25" fmla="*/ 11 h 22"/>
              <a:gd name="T26" fmla="*/ 27 w 50"/>
              <a:gd name="T27" fmla="*/ 2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2">
                <a:moveTo>
                  <a:pt x="44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5"/>
                  <a:pt x="0" y="5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5" y="16"/>
                  <a:pt x="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15"/>
                  <a:pt x="50" y="16"/>
                  <a:pt x="50" y="16"/>
                </a:cubicBezTo>
                <a:cubicBezTo>
                  <a:pt x="50" y="6"/>
                  <a:pt x="50" y="6"/>
                  <a:pt x="50" y="6"/>
                </a:cubicBezTo>
                <a:cubicBezTo>
                  <a:pt x="43" y="6"/>
                  <a:pt x="44" y="0"/>
                  <a:pt x="44" y="0"/>
                </a:cubicBezTo>
                <a:close/>
                <a:moveTo>
                  <a:pt x="27" y="20"/>
                </a:moveTo>
                <a:cubicBezTo>
                  <a:pt x="22" y="20"/>
                  <a:pt x="18" y="16"/>
                  <a:pt x="18" y="11"/>
                </a:cubicBezTo>
                <a:cubicBezTo>
                  <a:pt x="18" y="6"/>
                  <a:pt x="22" y="2"/>
                  <a:pt x="27" y="2"/>
                </a:cubicBezTo>
                <a:cubicBezTo>
                  <a:pt x="32" y="2"/>
                  <a:pt x="36" y="6"/>
                  <a:pt x="36" y="11"/>
                </a:cubicBezTo>
                <a:cubicBezTo>
                  <a:pt x="36" y="16"/>
                  <a:pt x="32" y="20"/>
                  <a:pt x="27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9" name="Freeform 517"/>
          <p:cNvSpPr>
            <a:spLocks noEditPoints="1"/>
          </p:cNvSpPr>
          <p:nvPr/>
        </p:nvSpPr>
        <p:spPr bwMode="auto">
          <a:xfrm>
            <a:off x="3025549" y="6503988"/>
            <a:ext cx="330200" cy="179388"/>
          </a:xfrm>
          <a:custGeom>
            <a:avLst/>
            <a:gdLst>
              <a:gd name="T0" fmla="*/ 0 w 208"/>
              <a:gd name="T1" fmla="*/ 113 h 113"/>
              <a:gd name="T2" fmla="*/ 208 w 208"/>
              <a:gd name="T3" fmla="*/ 113 h 113"/>
              <a:gd name="T4" fmla="*/ 208 w 208"/>
              <a:gd name="T5" fmla="*/ 0 h 113"/>
              <a:gd name="T6" fmla="*/ 0 w 208"/>
              <a:gd name="T7" fmla="*/ 0 h 113"/>
              <a:gd name="T8" fmla="*/ 0 w 208"/>
              <a:gd name="T9" fmla="*/ 113 h 113"/>
              <a:gd name="T10" fmla="*/ 18 w 208"/>
              <a:gd name="T11" fmla="*/ 14 h 113"/>
              <a:gd name="T12" fmla="*/ 189 w 208"/>
              <a:gd name="T13" fmla="*/ 14 h 113"/>
              <a:gd name="T14" fmla="*/ 189 w 208"/>
              <a:gd name="T15" fmla="*/ 99 h 113"/>
              <a:gd name="T16" fmla="*/ 18 w 208"/>
              <a:gd name="T17" fmla="*/ 99 h 113"/>
              <a:gd name="T18" fmla="*/ 18 w 208"/>
              <a:gd name="T19" fmla="*/ 14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8" h="113">
                <a:moveTo>
                  <a:pt x="0" y="113"/>
                </a:moveTo>
                <a:lnTo>
                  <a:pt x="208" y="113"/>
                </a:lnTo>
                <a:lnTo>
                  <a:pt x="208" y="0"/>
                </a:lnTo>
                <a:lnTo>
                  <a:pt x="0" y="0"/>
                </a:lnTo>
                <a:lnTo>
                  <a:pt x="0" y="113"/>
                </a:lnTo>
                <a:close/>
                <a:moveTo>
                  <a:pt x="18" y="14"/>
                </a:moveTo>
                <a:lnTo>
                  <a:pt x="189" y="14"/>
                </a:lnTo>
                <a:lnTo>
                  <a:pt x="189" y="99"/>
                </a:lnTo>
                <a:lnTo>
                  <a:pt x="18" y="99"/>
                </a:lnTo>
                <a:lnTo>
                  <a:pt x="18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0" name="Freeform 518"/>
          <p:cNvSpPr>
            <a:spLocks/>
          </p:cNvSpPr>
          <p:nvPr/>
        </p:nvSpPr>
        <p:spPr bwMode="auto">
          <a:xfrm>
            <a:off x="3855811" y="6448426"/>
            <a:ext cx="331788" cy="182563"/>
          </a:xfrm>
          <a:custGeom>
            <a:avLst/>
            <a:gdLst>
              <a:gd name="T0" fmla="*/ 0 w 209"/>
              <a:gd name="T1" fmla="*/ 30 h 115"/>
              <a:gd name="T2" fmla="*/ 19 w 209"/>
              <a:gd name="T3" fmla="*/ 30 h 115"/>
              <a:gd name="T4" fmla="*/ 19 w 209"/>
              <a:gd name="T5" fmla="*/ 14 h 115"/>
              <a:gd name="T6" fmla="*/ 190 w 209"/>
              <a:gd name="T7" fmla="*/ 14 h 115"/>
              <a:gd name="T8" fmla="*/ 190 w 209"/>
              <a:gd name="T9" fmla="*/ 99 h 115"/>
              <a:gd name="T10" fmla="*/ 176 w 209"/>
              <a:gd name="T11" fmla="*/ 99 h 115"/>
              <a:gd name="T12" fmla="*/ 176 w 209"/>
              <a:gd name="T13" fmla="*/ 115 h 115"/>
              <a:gd name="T14" fmla="*/ 209 w 209"/>
              <a:gd name="T15" fmla="*/ 115 h 115"/>
              <a:gd name="T16" fmla="*/ 209 w 209"/>
              <a:gd name="T17" fmla="*/ 0 h 115"/>
              <a:gd name="T18" fmla="*/ 0 w 209"/>
              <a:gd name="T19" fmla="*/ 0 h 115"/>
              <a:gd name="T20" fmla="*/ 0 w 209"/>
              <a:gd name="T21" fmla="*/ 3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9" h="115">
                <a:moveTo>
                  <a:pt x="0" y="30"/>
                </a:moveTo>
                <a:lnTo>
                  <a:pt x="19" y="30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6" y="99"/>
                </a:lnTo>
                <a:lnTo>
                  <a:pt x="176" y="115"/>
                </a:lnTo>
                <a:lnTo>
                  <a:pt x="209" y="115"/>
                </a:lnTo>
                <a:lnTo>
                  <a:pt x="209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1" name="Freeform 519"/>
          <p:cNvSpPr>
            <a:spLocks/>
          </p:cNvSpPr>
          <p:nvPr/>
        </p:nvSpPr>
        <p:spPr bwMode="auto">
          <a:xfrm>
            <a:off x="3916136" y="6397626"/>
            <a:ext cx="330200" cy="179388"/>
          </a:xfrm>
          <a:custGeom>
            <a:avLst/>
            <a:gdLst>
              <a:gd name="T0" fmla="*/ 0 w 208"/>
              <a:gd name="T1" fmla="*/ 0 h 113"/>
              <a:gd name="T2" fmla="*/ 0 w 208"/>
              <a:gd name="T3" fmla="*/ 27 h 113"/>
              <a:gd name="T4" fmla="*/ 18 w 208"/>
              <a:gd name="T5" fmla="*/ 27 h 113"/>
              <a:gd name="T6" fmla="*/ 18 w 208"/>
              <a:gd name="T7" fmla="*/ 14 h 113"/>
              <a:gd name="T8" fmla="*/ 189 w 208"/>
              <a:gd name="T9" fmla="*/ 14 h 113"/>
              <a:gd name="T10" fmla="*/ 189 w 208"/>
              <a:gd name="T11" fmla="*/ 99 h 113"/>
              <a:gd name="T12" fmla="*/ 176 w 208"/>
              <a:gd name="T13" fmla="*/ 99 h 113"/>
              <a:gd name="T14" fmla="*/ 176 w 208"/>
              <a:gd name="T15" fmla="*/ 113 h 113"/>
              <a:gd name="T16" fmla="*/ 208 w 208"/>
              <a:gd name="T17" fmla="*/ 113 h 113"/>
              <a:gd name="T18" fmla="*/ 208 w 208"/>
              <a:gd name="T19" fmla="*/ 0 h 113"/>
              <a:gd name="T20" fmla="*/ 0 w 208"/>
              <a:gd name="T21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3">
                <a:moveTo>
                  <a:pt x="0" y="0"/>
                </a:moveTo>
                <a:lnTo>
                  <a:pt x="0" y="27"/>
                </a:lnTo>
                <a:lnTo>
                  <a:pt x="18" y="27"/>
                </a:lnTo>
                <a:lnTo>
                  <a:pt x="18" y="14"/>
                </a:lnTo>
                <a:lnTo>
                  <a:pt x="189" y="14"/>
                </a:lnTo>
                <a:lnTo>
                  <a:pt x="189" y="99"/>
                </a:lnTo>
                <a:lnTo>
                  <a:pt x="176" y="99"/>
                </a:lnTo>
                <a:lnTo>
                  <a:pt x="176" y="113"/>
                </a:lnTo>
                <a:lnTo>
                  <a:pt x="208" y="113"/>
                </a:lnTo>
                <a:lnTo>
                  <a:pt x="20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2" name="Freeform 520"/>
          <p:cNvSpPr>
            <a:spLocks/>
          </p:cNvSpPr>
          <p:nvPr/>
        </p:nvSpPr>
        <p:spPr bwMode="auto">
          <a:xfrm>
            <a:off x="3949474" y="6577013"/>
            <a:ext cx="20638" cy="28575"/>
          </a:xfrm>
          <a:custGeom>
            <a:avLst/>
            <a:gdLst>
              <a:gd name="T0" fmla="*/ 2 w 5"/>
              <a:gd name="T1" fmla="*/ 5 h 7"/>
              <a:gd name="T2" fmla="*/ 2 w 5"/>
              <a:gd name="T3" fmla="*/ 4 h 7"/>
              <a:gd name="T4" fmla="*/ 4 w 5"/>
              <a:gd name="T5" fmla="*/ 4 h 7"/>
              <a:gd name="T6" fmla="*/ 4 w 5"/>
              <a:gd name="T7" fmla="*/ 3 h 7"/>
              <a:gd name="T8" fmla="*/ 2 w 5"/>
              <a:gd name="T9" fmla="*/ 3 h 7"/>
              <a:gd name="T10" fmla="*/ 2 w 5"/>
              <a:gd name="T11" fmla="*/ 2 h 7"/>
              <a:gd name="T12" fmla="*/ 3 w 5"/>
              <a:gd name="T13" fmla="*/ 1 h 7"/>
              <a:gd name="T14" fmla="*/ 4 w 5"/>
              <a:gd name="T15" fmla="*/ 1 h 7"/>
              <a:gd name="T16" fmla="*/ 5 w 5"/>
              <a:gd name="T17" fmla="*/ 1 h 7"/>
              <a:gd name="T18" fmla="*/ 5 w 5"/>
              <a:gd name="T19" fmla="*/ 0 h 7"/>
              <a:gd name="T20" fmla="*/ 4 w 5"/>
              <a:gd name="T21" fmla="*/ 0 h 7"/>
              <a:gd name="T22" fmla="*/ 3 w 5"/>
              <a:gd name="T23" fmla="*/ 0 h 7"/>
              <a:gd name="T24" fmla="*/ 1 w 5"/>
              <a:gd name="T25" fmla="*/ 2 h 7"/>
              <a:gd name="T26" fmla="*/ 1 w 5"/>
              <a:gd name="T27" fmla="*/ 3 h 7"/>
              <a:gd name="T28" fmla="*/ 0 w 5"/>
              <a:gd name="T29" fmla="*/ 3 h 7"/>
              <a:gd name="T30" fmla="*/ 0 w 5"/>
              <a:gd name="T31" fmla="*/ 4 h 7"/>
              <a:gd name="T32" fmla="*/ 1 w 5"/>
              <a:gd name="T33" fmla="*/ 4 h 7"/>
              <a:gd name="T34" fmla="*/ 1 w 5"/>
              <a:gd name="T35" fmla="*/ 5 h 7"/>
              <a:gd name="T36" fmla="*/ 0 w 5"/>
              <a:gd name="T37" fmla="*/ 6 h 7"/>
              <a:gd name="T38" fmla="*/ 0 w 5"/>
              <a:gd name="T39" fmla="*/ 6 h 7"/>
              <a:gd name="T40" fmla="*/ 0 w 5"/>
              <a:gd name="T41" fmla="*/ 7 h 7"/>
              <a:gd name="T42" fmla="*/ 5 w 5"/>
              <a:gd name="T43" fmla="*/ 7 h 7"/>
              <a:gd name="T44" fmla="*/ 5 w 5"/>
              <a:gd name="T45" fmla="*/ 6 h 7"/>
              <a:gd name="T46" fmla="*/ 2 w 5"/>
              <a:gd name="T47" fmla="*/ 6 h 7"/>
              <a:gd name="T48" fmla="*/ 2 w 5"/>
              <a:gd name="T49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" h="7">
                <a:moveTo>
                  <a:pt x="2" y="5"/>
                </a:moveTo>
                <a:cubicBezTo>
                  <a:pt x="2" y="5"/>
                  <a:pt x="2" y="4"/>
                  <a:pt x="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3"/>
                  <a:pt x="4" y="3"/>
                  <a:pt x="4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2"/>
                  <a:pt x="2" y="2"/>
                </a:cubicBezTo>
                <a:cubicBezTo>
                  <a:pt x="2" y="1"/>
                  <a:pt x="2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3" y="0"/>
                </a:cubicBezTo>
                <a:cubicBezTo>
                  <a:pt x="2" y="0"/>
                  <a:pt x="1" y="1"/>
                  <a:pt x="1" y="2"/>
                </a:cubicBezTo>
                <a:cubicBezTo>
                  <a:pt x="1" y="2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4"/>
                  <a:pt x="0" y="4"/>
                  <a:pt x="0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5" y="6"/>
                  <a:pt x="5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5"/>
                  <a:pt x="2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3" name="Freeform 521"/>
          <p:cNvSpPr>
            <a:spLocks noEditPoints="1"/>
          </p:cNvSpPr>
          <p:nvPr/>
        </p:nvSpPr>
        <p:spPr bwMode="auto">
          <a:xfrm>
            <a:off x="3852636" y="6546851"/>
            <a:ext cx="215900" cy="93663"/>
          </a:xfrm>
          <a:custGeom>
            <a:avLst/>
            <a:gdLst>
              <a:gd name="T0" fmla="*/ 45 w 51"/>
              <a:gd name="T1" fmla="*/ 0 h 22"/>
              <a:gd name="T2" fmla="*/ 7 w 51"/>
              <a:gd name="T3" fmla="*/ 0 h 22"/>
              <a:gd name="T4" fmla="*/ 0 w 51"/>
              <a:gd name="T5" fmla="*/ 5 h 22"/>
              <a:gd name="T6" fmla="*/ 0 w 51"/>
              <a:gd name="T7" fmla="*/ 16 h 22"/>
              <a:gd name="T8" fmla="*/ 6 w 51"/>
              <a:gd name="T9" fmla="*/ 22 h 22"/>
              <a:gd name="T10" fmla="*/ 45 w 51"/>
              <a:gd name="T11" fmla="*/ 22 h 22"/>
              <a:gd name="T12" fmla="*/ 51 w 51"/>
              <a:gd name="T13" fmla="*/ 16 h 22"/>
              <a:gd name="T14" fmla="*/ 51 w 51"/>
              <a:gd name="T15" fmla="*/ 6 h 22"/>
              <a:gd name="T16" fmla="*/ 45 w 51"/>
              <a:gd name="T17" fmla="*/ 0 h 22"/>
              <a:gd name="T18" fmla="*/ 25 w 51"/>
              <a:gd name="T19" fmla="*/ 18 h 22"/>
              <a:gd name="T20" fmla="*/ 18 w 51"/>
              <a:gd name="T21" fmla="*/ 11 h 22"/>
              <a:gd name="T22" fmla="*/ 25 w 51"/>
              <a:gd name="T23" fmla="*/ 3 h 22"/>
              <a:gd name="T24" fmla="*/ 33 w 51"/>
              <a:gd name="T25" fmla="*/ 11 h 22"/>
              <a:gd name="T26" fmla="*/ 25 w 51"/>
              <a:gd name="T27" fmla="*/ 1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1" h="22">
                <a:moveTo>
                  <a:pt x="45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8" y="5"/>
                  <a:pt x="0" y="5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6" y="16"/>
                  <a:pt x="6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5"/>
                  <a:pt x="51" y="16"/>
                  <a:pt x="51" y="16"/>
                </a:cubicBezTo>
                <a:cubicBezTo>
                  <a:pt x="51" y="6"/>
                  <a:pt x="51" y="6"/>
                  <a:pt x="51" y="6"/>
                </a:cubicBezTo>
                <a:cubicBezTo>
                  <a:pt x="44" y="6"/>
                  <a:pt x="45" y="0"/>
                  <a:pt x="45" y="0"/>
                </a:cubicBezTo>
                <a:close/>
                <a:moveTo>
                  <a:pt x="25" y="18"/>
                </a:moveTo>
                <a:cubicBezTo>
                  <a:pt x="21" y="18"/>
                  <a:pt x="18" y="15"/>
                  <a:pt x="18" y="11"/>
                </a:cubicBezTo>
                <a:cubicBezTo>
                  <a:pt x="18" y="6"/>
                  <a:pt x="21" y="3"/>
                  <a:pt x="25" y="3"/>
                </a:cubicBezTo>
                <a:cubicBezTo>
                  <a:pt x="30" y="3"/>
                  <a:pt x="33" y="6"/>
                  <a:pt x="33" y="11"/>
                </a:cubicBezTo>
                <a:cubicBezTo>
                  <a:pt x="33" y="15"/>
                  <a:pt x="30" y="18"/>
                  <a:pt x="25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4" name="Freeform 522"/>
          <p:cNvSpPr>
            <a:spLocks noEditPoints="1"/>
          </p:cNvSpPr>
          <p:nvPr/>
        </p:nvSpPr>
        <p:spPr bwMode="auto">
          <a:xfrm>
            <a:off x="3928836" y="6564313"/>
            <a:ext cx="63500" cy="58738"/>
          </a:xfrm>
          <a:custGeom>
            <a:avLst/>
            <a:gdLst>
              <a:gd name="T0" fmla="*/ 7 w 15"/>
              <a:gd name="T1" fmla="*/ 0 h 14"/>
              <a:gd name="T2" fmla="*/ 0 w 15"/>
              <a:gd name="T3" fmla="*/ 7 h 14"/>
              <a:gd name="T4" fmla="*/ 7 w 15"/>
              <a:gd name="T5" fmla="*/ 14 h 14"/>
              <a:gd name="T6" fmla="*/ 15 w 15"/>
              <a:gd name="T7" fmla="*/ 7 h 14"/>
              <a:gd name="T8" fmla="*/ 7 w 15"/>
              <a:gd name="T9" fmla="*/ 0 h 14"/>
              <a:gd name="T10" fmla="*/ 7 w 15"/>
              <a:gd name="T11" fmla="*/ 13 h 14"/>
              <a:gd name="T12" fmla="*/ 1 w 15"/>
              <a:gd name="T13" fmla="*/ 7 h 14"/>
              <a:gd name="T14" fmla="*/ 7 w 15"/>
              <a:gd name="T15" fmla="*/ 0 h 14"/>
              <a:gd name="T16" fmla="*/ 14 w 15"/>
              <a:gd name="T17" fmla="*/ 7 h 14"/>
              <a:gd name="T18" fmla="*/ 7 w 15"/>
              <a:gd name="T1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" h="14">
                <a:moveTo>
                  <a:pt x="7" y="0"/>
                </a:moveTo>
                <a:cubicBezTo>
                  <a:pt x="4" y="0"/>
                  <a:pt x="0" y="3"/>
                  <a:pt x="0" y="7"/>
                </a:cubicBezTo>
                <a:cubicBezTo>
                  <a:pt x="0" y="11"/>
                  <a:pt x="4" y="14"/>
                  <a:pt x="7" y="14"/>
                </a:cubicBezTo>
                <a:cubicBezTo>
                  <a:pt x="11" y="14"/>
                  <a:pt x="15" y="11"/>
                  <a:pt x="15" y="7"/>
                </a:cubicBezTo>
                <a:cubicBezTo>
                  <a:pt x="15" y="3"/>
                  <a:pt x="11" y="0"/>
                  <a:pt x="7" y="0"/>
                </a:cubicBezTo>
                <a:close/>
                <a:moveTo>
                  <a:pt x="7" y="13"/>
                </a:moveTo>
                <a:cubicBezTo>
                  <a:pt x="4" y="13"/>
                  <a:pt x="1" y="10"/>
                  <a:pt x="1" y="7"/>
                </a:cubicBezTo>
                <a:cubicBezTo>
                  <a:pt x="1" y="3"/>
                  <a:pt x="4" y="0"/>
                  <a:pt x="7" y="0"/>
                </a:cubicBezTo>
                <a:cubicBezTo>
                  <a:pt x="11" y="0"/>
                  <a:pt x="14" y="3"/>
                  <a:pt x="14" y="7"/>
                </a:cubicBezTo>
                <a:cubicBezTo>
                  <a:pt x="14" y="10"/>
                  <a:pt x="11" y="13"/>
                  <a:pt x="7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5" name="Freeform 523"/>
          <p:cNvSpPr>
            <a:spLocks noEditPoints="1"/>
          </p:cNvSpPr>
          <p:nvPr/>
        </p:nvSpPr>
        <p:spPr bwMode="auto">
          <a:xfrm>
            <a:off x="3792311" y="6499226"/>
            <a:ext cx="330200" cy="184150"/>
          </a:xfrm>
          <a:custGeom>
            <a:avLst/>
            <a:gdLst>
              <a:gd name="T0" fmla="*/ 0 w 208"/>
              <a:gd name="T1" fmla="*/ 116 h 116"/>
              <a:gd name="T2" fmla="*/ 208 w 208"/>
              <a:gd name="T3" fmla="*/ 116 h 116"/>
              <a:gd name="T4" fmla="*/ 208 w 208"/>
              <a:gd name="T5" fmla="*/ 0 h 116"/>
              <a:gd name="T6" fmla="*/ 0 w 208"/>
              <a:gd name="T7" fmla="*/ 0 h 116"/>
              <a:gd name="T8" fmla="*/ 0 w 208"/>
              <a:gd name="T9" fmla="*/ 116 h 116"/>
              <a:gd name="T10" fmla="*/ 21 w 208"/>
              <a:gd name="T11" fmla="*/ 17 h 116"/>
              <a:gd name="T12" fmla="*/ 190 w 208"/>
              <a:gd name="T13" fmla="*/ 17 h 116"/>
              <a:gd name="T14" fmla="*/ 190 w 208"/>
              <a:gd name="T15" fmla="*/ 102 h 116"/>
              <a:gd name="T16" fmla="*/ 21 w 208"/>
              <a:gd name="T17" fmla="*/ 102 h 116"/>
              <a:gd name="T18" fmla="*/ 21 w 208"/>
              <a:gd name="T19" fmla="*/ 17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8" h="116">
                <a:moveTo>
                  <a:pt x="0" y="116"/>
                </a:moveTo>
                <a:lnTo>
                  <a:pt x="208" y="116"/>
                </a:lnTo>
                <a:lnTo>
                  <a:pt x="208" y="0"/>
                </a:lnTo>
                <a:lnTo>
                  <a:pt x="0" y="0"/>
                </a:lnTo>
                <a:lnTo>
                  <a:pt x="0" y="116"/>
                </a:lnTo>
                <a:close/>
                <a:moveTo>
                  <a:pt x="21" y="17"/>
                </a:moveTo>
                <a:lnTo>
                  <a:pt x="190" y="17"/>
                </a:lnTo>
                <a:lnTo>
                  <a:pt x="190" y="102"/>
                </a:lnTo>
                <a:lnTo>
                  <a:pt x="21" y="102"/>
                </a:lnTo>
                <a:lnTo>
                  <a:pt x="21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6" name="Freeform 524"/>
          <p:cNvSpPr>
            <a:spLocks/>
          </p:cNvSpPr>
          <p:nvPr/>
        </p:nvSpPr>
        <p:spPr bwMode="auto">
          <a:xfrm>
            <a:off x="4670199" y="6448426"/>
            <a:ext cx="330200" cy="182563"/>
          </a:xfrm>
          <a:custGeom>
            <a:avLst/>
            <a:gdLst>
              <a:gd name="T0" fmla="*/ 0 w 208"/>
              <a:gd name="T1" fmla="*/ 30 h 115"/>
              <a:gd name="T2" fmla="*/ 19 w 208"/>
              <a:gd name="T3" fmla="*/ 30 h 115"/>
              <a:gd name="T4" fmla="*/ 19 w 208"/>
              <a:gd name="T5" fmla="*/ 14 h 115"/>
              <a:gd name="T6" fmla="*/ 190 w 208"/>
              <a:gd name="T7" fmla="*/ 14 h 115"/>
              <a:gd name="T8" fmla="*/ 190 w 208"/>
              <a:gd name="T9" fmla="*/ 99 h 115"/>
              <a:gd name="T10" fmla="*/ 179 w 208"/>
              <a:gd name="T11" fmla="*/ 99 h 115"/>
              <a:gd name="T12" fmla="*/ 179 w 208"/>
              <a:gd name="T13" fmla="*/ 115 h 115"/>
              <a:gd name="T14" fmla="*/ 208 w 208"/>
              <a:gd name="T15" fmla="*/ 115 h 115"/>
              <a:gd name="T16" fmla="*/ 208 w 208"/>
              <a:gd name="T17" fmla="*/ 0 h 115"/>
              <a:gd name="T18" fmla="*/ 0 w 208"/>
              <a:gd name="T19" fmla="*/ 0 h 115"/>
              <a:gd name="T20" fmla="*/ 0 w 208"/>
              <a:gd name="T21" fmla="*/ 3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5">
                <a:moveTo>
                  <a:pt x="0" y="30"/>
                </a:moveTo>
                <a:lnTo>
                  <a:pt x="19" y="30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9" y="99"/>
                </a:lnTo>
                <a:lnTo>
                  <a:pt x="179" y="115"/>
                </a:lnTo>
                <a:lnTo>
                  <a:pt x="208" y="115"/>
                </a:lnTo>
                <a:lnTo>
                  <a:pt x="208" y="0"/>
                </a:lnTo>
                <a:lnTo>
                  <a:pt x="0" y="0"/>
                </a:lnTo>
                <a:lnTo>
                  <a:pt x="0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7" name="Freeform 525"/>
          <p:cNvSpPr>
            <a:spLocks/>
          </p:cNvSpPr>
          <p:nvPr/>
        </p:nvSpPr>
        <p:spPr bwMode="auto">
          <a:xfrm>
            <a:off x="4728936" y="6397626"/>
            <a:ext cx="331788" cy="179388"/>
          </a:xfrm>
          <a:custGeom>
            <a:avLst/>
            <a:gdLst>
              <a:gd name="T0" fmla="*/ 0 w 209"/>
              <a:gd name="T1" fmla="*/ 0 h 113"/>
              <a:gd name="T2" fmla="*/ 0 w 209"/>
              <a:gd name="T3" fmla="*/ 27 h 113"/>
              <a:gd name="T4" fmla="*/ 19 w 209"/>
              <a:gd name="T5" fmla="*/ 27 h 113"/>
              <a:gd name="T6" fmla="*/ 19 w 209"/>
              <a:gd name="T7" fmla="*/ 14 h 113"/>
              <a:gd name="T8" fmla="*/ 190 w 209"/>
              <a:gd name="T9" fmla="*/ 14 h 113"/>
              <a:gd name="T10" fmla="*/ 190 w 209"/>
              <a:gd name="T11" fmla="*/ 99 h 113"/>
              <a:gd name="T12" fmla="*/ 179 w 209"/>
              <a:gd name="T13" fmla="*/ 99 h 113"/>
              <a:gd name="T14" fmla="*/ 179 w 209"/>
              <a:gd name="T15" fmla="*/ 113 h 113"/>
              <a:gd name="T16" fmla="*/ 209 w 209"/>
              <a:gd name="T17" fmla="*/ 113 h 113"/>
              <a:gd name="T18" fmla="*/ 209 w 209"/>
              <a:gd name="T19" fmla="*/ 0 h 113"/>
              <a:gd name="T20" fmla="*/ 0 w 209"/>
              <a:gd name="T21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9" h="113">
                <a:moveTo>
                  <a:pt x="0" y="0"/>
                </a:moveTo>
                <a:lnTo>
                  <a:pt x="0" y="27"/>
                </a:lnTo>
                <a:lnTo>
                  <a:pt x="19" y="27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9" y="99"/>
                </a:lnTo>
                <a:lnTo>
                  <a:pt x="179" y="113"/>
                </a:lnTo>
                <a:lnTo>
                  <a:pt x="209" y="113"/>
                </a:lnTo>
                <a:lnTo>
                  <a:pt x="209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8" name="Freeform 526"/>
          <p:cNvSpPr>
            <a:spLocks noEditPoints="1"/>
          </p:cNvSpPr>
          <p:nvPr/>
        </p:nvSpPr>
        <p:spPr bwMode="auto">
          <a:xfrm>
            <a:off x="4738461" y="6554788"/>
            <a:ext cx="76200" cy="73025"/>
          </a:xfrm>
          <a:custGeom>
            <a:avLst/>
            <a:gdLst>
              <a:gd name="T0" fmla="*/ 9 w 18"/>
              <a:gd name="T1" fmla="*/ 0 h 17"/>
              <a:gd name="T2" fmla="*/ 0 w 18"/>
              <a:gd name="T3" fmla="*/ 9 h 17"/>
              <a:gd name="T4" fmla="*/ 9 w 18"/>
              <a:gd name="T5" fmla="*/ 17 h 17"/>
              <a:gd name="T6" fmla="*/ 18 w 18"/>
              <a:gd name="T7" fmla="*/ 9 h 17"/>
              <a:gd name="T8" fmla="*/ 9 w 18"/>
              <a:gd name="T9" fmla="*/ 0 h 17"/>
              <a:gd name="T10" fmla="*/ 9 w 18"/>
              <a:gd name="T11" fmla="*/ 16 h 17"/>
              <a:gd name="T12" fmla="*/ 1 w 18"/>
              <a:gd name="T13" fmla="*/ 9 h 17"/>
              <a:gd name="T14" fmla="*/ 9 w 18"/>
              <a:gd name="T15" fmla="*/ 1 h 17"/>
              <a:gd name="T16" fmla="*/ 17 w 18"/>
              <a:gd name="T17" fmla="*/ 9 h 17"/>
              <a:gd name="T18" fmla="*/ 9 w 18"/>
              <a:gd name="T19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" h="17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7"/>
                  <a:pt x="9" y="17"/>
                </a:cubicBezTo>
                <a:cubicBezTo>
                  <a:pt x="14" y="17"/>
                  <a:pt x="18" y="14"/>
                  <a:pt x="18" y="9"/>
                </a:cubicBezTo>
                <a:cubicBezTo>
                  <a:pt x="18" y="4"/>
                  <a:pt x="14" y="0"/>
                  <a:pt x="9" y="0"/>
                </a:cubicBezTo>
                <a:close/>
                <a:moveTo>
                  <a:pt x="9" y="16"/>
                </a:moveTo>
                <a:cubicBezTo>
                  <a:pt x="5" y="16"/>
                  <a:pt x="1" y="13"/>
                  <a:pt x="1" y="9"/>
                </a:cubicBezTo>
                <a:cubicBezTo>
                  <a:pt x="1" y="4"/>
                  <a:pt x="5" y="1"/>
                  <a:pt x="9" y="1"/>
                </a:cubicBezTo>
                <a:cubicBezTo>
                  <a:pt x="13" y="1"/>
                  <a:pt x="17" y="4"/>
                  <a:pt x="17" y="9"/>
                </a:cubicBezTo>
                <a:cubicBezTo>
                  <a:pt x="17" y="13"/>
                  <a:pt x="13" y="16"/>
                  <a:pt x="9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9" name="Freeform 527"/>
          <p:cNvSpPr>
            <a:spLocks/>
          </p:cNvSpPr>
          <p:nvPr/>
        </p:nvSpPr>
        <p:spPr bwMode="auto">
          <a:xfrm>
            <a:off x="4763861" y="6577013"/>
            <a:ext cx="25400" cy="33338"/>
          </a:xfrm>
          <a:custGeom>
            <a:avLst/>
            <a:gdLst>
              <a:gd name="T0" fmla="*/ 13 w 16"/>
              <a:gd name="T1" fmla="*/ 0 h 21"/>
              <a:gd name="T2" fmla="*/ 8 w 16"/>
              <a:gd name="T3" fmla="*/ 8 h 21"/>
              <a:gd name="T4" fmla="*/ 8 w 16"/>
              <a:gd name="T5" fmla="*/ 8 h 21"/>
              <a:gd name="T6" fmla="*/ 8 w 16"/>
              <a:gd name="T7" fmla="*/ 8 h 21"/>
              <a:gd name="T8" fmla="*/ 2 w 16"/>
              <a:gd name="T9" fmla="*/ 0 h 21"/>
              <a:gd name="T10" fmla="*/ 0 w 16"/>
              <a:gd name="T11" fmla="*/ 0 h 21"/>
              <a:gd name="T12" fmla="*/ 5 w 16"/>
              <a:gd name="T13" fmla="*/ 10 h 21"/>
              <a:gd name="T14" fmla="*/ 0 w 16"/>
              <a:gd name="T15" fmla="*/ 10 h 21"/>
              <a:gd name="T16" fmla="*/ 0 w 16"/>
              <a:gd name="T17" fmla="*/ 13 h 21"/>
              <a:gd name="T18" fmla="*/ 5 w 16"/>
              <a:gd name="T19" fmla="*/ 13 h 21"/>
              <a:gd name="T20" fmla="*/ 5 w 16"/>
              <a:gd name="T21" fmla="*/ 13 h 21"/>
              <a:gd name="T22" fmla="*/ 0 w 16"/>
              <a:gd name="T23" fmla="*/ 13 h 21"/>
              <a:gd name="T24" fmla="*/ 0 w 16"/>
              <a:gd name="T25" fmla="*/ 16 h 21"/>
              <a:gd name="T26" fmla="*/ 5 w 16"/>
              <a:gd name="T27" fmla="*/ 16 h 21"/>
              <a:gd name="T28" fmla="*/ 5 w 16"/>
              <a:gd name="T29" fmla="*/ 21 h 21"/>
              <a:gd name="T30" fmla="*/ 11 w 16"/>
              <a:gd name="T31" fmla="*/ 21 h 21"/>
              <a:gd name="T32" fmla="*/ 11 w 16"/>
              <a:gd name="T33" fmla="*/ 16 h 21"/>
              <a:gd name="T34" fmla="*/ 16 w 16"/>
              <a:gd name="T35" fmla="*/ 16 h 21"/>
              <a:gd name="T36" fmla="*/ 16 w 16"/>
              <a:gd name="T37" fmla="*/ 13 h 21"/>
              <a:gd name="T38" fmla="*/ 11 w 16"/>
              <a:gd name="T39" fmla="*/ 13 h 21"/>
              <a:gd name="T40" fmla="*/ 11 w 16"/>
              <a:gd name="T41" fmla="*/ 13 h 21"/>
              <a:gd name="T42" fmla="*/ 16 w 16"/>
              <a:gd name="T43" fmla="*/ 13 h 21"/>
              <a:gd name="T44" fmla="*/ 16 w 16"/>
              <a:gd name="T45" fmla="*/ 10 h 21"/>
              <a:gd name="T46" fmla="*/ 11 w 16"/>
              <a:gd name="T47" fmla="*/ 10 h 21"/>
              <a:gd name="T48" fmla="*/ 16 w 16"/>
              <a:gd name="T49" fmla="*/ 0 h 21"/>
              <a:gd name="T50" fmla="*/ 13 w 16"/>
              <a:gd name="T51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" h="21">
                <a:moveTo>
                  <a:pt x="13" y="0"/>
                </a:moveTo>
                <a:lnTo>
                  <a:pt x="8" y="8"/>
                </a:lnTo>
                <a:lnTo>
                  <a:pt x="8" y="8"/>
                </a:lnTo>
                <a:lnTo>
                  <a:pt x="8" y="8"/>
                </a:lnTo>
                <a:lnTo>
                  <a:pt x="2" y="0"/>
                </a:lnTo>
                <a:lnTo>
                  <a:pt x="0" y="0"/>
                </a:lnTo>
                <a:lnTo>
                  <a:pt x="5" y="10"/>
                </a:lnTo>
                <a:lnTo>
                  <a:pt x="0" y="10"/>
                </a:lnTo>
                <a:lnTo>
                  <a:pt x="0" y="13"/>
                </a:lnTo>
                <a:lnTo>
                  <a:pt x="5" y="13"/>
                </a:lnTo>
                <a:lnTo>
                  <a:pt x="5" y="13"/>
                </a:lnTo>
                <a:lnTo>
                  <a:pt x="0" y="13"/>
                </a:lnTo>
                <a:lnTo>
                  <a:pt x="0" y="16"/>
                </a:lnTo>
                <a:lnTo>
                  <a:pt x="5" y="16"/>
                </a:lnTo>
                <a:lnTo>
                  <a:pt x="5" y="21"/>
                </a:lnTo>
                <a:lnTo>
                  <a:pt x="11" y="21"/>
                </a:lnTo>
                <a:lnTo>
                  <a:pt x="11" y="16"/>
                </a:lnTo>
                <a:lnTo>
                  <a:pt x="16" y="16"/>
                </a:lnTo>
                <a:lnTo>
                  <a:pt x="16" y="13"/>
                </a:lnTo>
                <a:lnTo>
                  <a:pt x="11" y="13"/>
                </a:lnTo>
                <a:lnTo>
                  <a:pt x="11" y="13"/>
                </a:lnTo>
                <a:lnTo>
                  <a:pt x="16" y="13"/>
                </a:lnTo>
                <a:lnTo>
                  <a:pt x="16" y="10"/>
                </a:lnTo>
                <a:lnTo>
                  <a:pt x="11" y="10"/>
                </a:lnTo>
                <a:lnTo>
                  <a:pt x="16" y="0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0" name="Freeform 528"/>
          <p:cNvSpPr>
            <a:spLocks noEditPoints="1"/>
          </p:cNvSpPr>
          <p:nvPr/>
        </p:nvSpPr>
        <p:spPr bwMode="auto">
          <a:xfrm>
            <a:off x="4670199" y="6546851"/>
            <a:ext cx="212725" cy="93663"/>
          </a:xfrm>
          <a:custGeom>
            <a:avLst/>
            <a:gdLst>
              <a:gd name="T0" fmla="*/ 44 w 50"/>
              <a:gd name="T1" fmla="*/ 0 h 22"/>
              <a:gd name="T2" fmla="*/ 7 w 50"/>
              <a:gd name="T3" fmla="*/ 0 h 22"/>
              <a:gd name="T4" fmla="*/ 0 w 50"/>
              <a:gd name="T5" fmla="*/ 5 h 22"/>
              <a:gd name="T6" fmla="*/ 0 w 50"/>
              <a:gd name="T7" fmla="*/ 16 h 22"/>
              <a:gd name="T8" fmla="*/ 5 w 50"/>
              <a:gd name="T9" fmla="*/ 22 h 22"/>
              <a:gd name="T10" fmla="*/ 44 w 50"/>
              <a:gd name="T11" fmla="*/ 22 h 22"/>
              <a:gd name="T12" fmla="*/ 50 w 50"/>
              <a:gd name="T13" fmla="*/ 16 h 22"/>
              <a:gd name="T14" fmla="*/ 50 w 50"/>
              <a:gd name="T15" fmla="*/ 6 h 22"/>
              <a:gd name="T16" fmla="*/ 44 w 50"/>
              <a:gd name="T17" fmla="*/ 0 h 22"/>
              <a:gd name="T18" fmla="*/ 25 w 50"/>
              <a:gd name="T19" fmla="*/ 20 h 22"/>
              <a:gd name="T20" fmla="*/ 16 w 50"/>
              <a:gd name="T21" fmla="*/ 11 h 22"/>
              <a:gd name="T22" fmla="*/ 25 w 50"/>
              <a:gd name="T23" fmla="*/ 1 h 22"/>
              <a:gd name="T24" fmla="*/ 34 w 50"/>
              <a:gd name="T25" fmla="*/ 11 h 22"/>
              <a:gd name="T26" fmla="*/ 25 w 50"/>
              <a:gd name="T27" fmla="*/ 2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2">
                <a:moveTo>
                  <a:pt x="44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5"/>
                  <a:pt x="0" y="5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5" y="16"/>
                  <a:pt x="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15"/>
                  <a:pt x="50" y="16"/>
                  <a:pt x="50" y="16"/>
                </a:cubicBezTo>
                <a:cubicBezTo>
                  <a:pt x="50" y="6"/>
                  <a:pt x="50" y="6"/>
                  <a:pt x="50" y="6"/>
                </a:cubicBezTo>
                <a:cubicBezTo>
                  <a:pt x="43" y="6"/>
                  <a:pt x="44" y="0"/>
                  <a:pt x="44" y="0"/>
                </a:cubicBezTo>
                <a:close/>
                <a:moveTo>
                  <a:pt x="25" y="20"/>
                </a:moveTo>
                <a:cubicBezTo>
                  <a:pt x="20" y="20"/>
                  <a:pt x="16" y="16"/>
                  <a:pt x="16" y="11"/>
                </a:cubicBezTo>
                <a:cubicBezTo>
                  <a:pt x="16" y="5"/>
                  <a:pt x="20" y="1"/>
                  <a:pt x="25" y="1"/>
                </a:cubicBezTo>
                <a:cubicBezTo>
                  <a:pt x="30" y="1"/>
                  <a:pt x="34" y="5"/>
                  <a:pt x="34" y="11"/>
                </a:cubicBezTo>
                <a:cubicBezTo>
                  <a:pt x="34" y="16"/>
                  <a:pt x="30" y="20"/>
                  <a:pt x="2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1" name="Freeform 529"/>
          <p:cNvSpPr>
            <a:spLocks noEditPoints="1"/>
          </p:cNvSpPr>
          <p:nvPr/>
        </p:nvSpPr>
        <p:spPr bwMode="auto">
          <a:xfrm>
            <a:off x="4611461" y="6499226"/>
            <a:ext cx="330200" cy="184150"/>
          </a:xfrm>
          <a:custGeom>
            <a:avLst/>
            <a:gdLst>
              <a:gd name="T0" fmla="*/ 0 w 208"/>
              <a:gd name="T1" fmla="*/ 116 h 116"/>
              <a:gd name="T2" fmla="*/ 208 w 208"/>
              <a:gd name="T3" fmla="*/ 116 h 116"/>
              <a:gd name="T4" fmla="*/ 208 w 208"/>
              <a:gd name="T5" fmla="*/ 0 h 116"/>
              <a:gd name="T6" fmla="*/ 0 w 208"/>
              <a:gd name="T7" fmla="*/ 0 h 116"/>
              <a:gd name="T8" fmla="*/ 0 w 208"/>
              <a:gd name="T9" fmla="*/ 116 h 116"/>
              <a:gd name="T10" fmla="*/ 18 w 208"/>
              <a:gd name="T11" fmla="*/ 17 h 116"/>
              <a:gd name="T12" fmla="*/ 189 w 208"/>
              <a:gd name="T13" fmla="*/ 17 h 116"/>
              <a:gd name="T14" fmla="*/ 189 w 208"/>
              <a:gd name="T15" fmla="*/ 102 h 116"/>
              <a:gd name="T16" fmla="*/ 18 w 208"/>
              <a:gd name="T17" fmla="*/ 102 h 116"/>
              <a:gd name="T18" fmla="*/ 18 w 208"/>
              <a:gd name="T19" fmla="*/ 17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8" h="116">
                <a:moveTo>
                  <a:pt x="0" y="116"/>
                </a:moveTo>
                <a:lnTo>
                  <a:pt x="208" y="116"/>
                </a:lnTo>
                <a:lnTo>
                  <a:pt x="208" y="0"/>
                </a:lnTo>
                <a:lnTo>
                  <a:pt x="0" y="0"/>
                </a:lnTo>
                <a:lnTo>
                  <a:pt x="0" y="116"/>
                </a:lnTo>
                <a:close/>
                <a:moveTo>
                  <a:pt x="18" y="17"/>
                </a:moveTo>
                <a:lnTo>
                  <a:pt x="189" y="17"/>
                </a:lnTo>
                <a:lnTo>
                  <a:pt x="189" y="102"/>
                </a:lnTo>
                <a:lnTo>
                  <a:pt x="18" y="102"/>
                </a:lnTo>
                <a:lnTo>
                  <a:pt x="18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2" name="Freeform 530"/>
          <p:cNvSpPr>
            <a:spLocks/>
          </p:cNvSpPr>
          <p:nvPr/>
        </p:nvSpPr>
        <p:spPr bwMode="auto">
          <a:xfrm>
            <a:off x="5489349" y="6448426"/>
            <a:ext cx="330200" cy="179388"/>
          </a:xfrm>
          <a:custGeom>
            <a:avLst/>
            <a:gdLst>
              <a:gd name="T0" fmla="*/ 0 w 208"/>
              <a:gd name="T1" fmla="*/ 27 h 113"/>
              <a:gd name="T2" fmla="*/ 18 w 208"/>
              <a:gd name="T3" fmla="*/ 27 h 113"/>
              <a:gd name="T4" fmla="*/ 18 w 208"/>
              <a:gd name="T5" fmla="*/ 14 h 113"/>
              <a:gd name="T6" fmla="*/ 189 w 208"/>
              <a:gd name="T7" fmla="*/ 14 h 113"/>
              <a:gd name="T8" fmla="*/ 189 w 208"/>
              <a:gd name="T9" fmla="*/ 99 h 113"/>
              <a:gd name="T10" fmla="*/ 176 w 208"/>
              <a:gd name="T11" fmla="*/ 99 h 113"/>
              <a:gd name="T12" fmla="*/ 176 w 208"/>
              <a:gd name="T13" fmla="*/ 113 h 113"/>
              <a:gd name="T14" fmla="*/ 208 w 208"/>
              <a:gd name="T15" fmla="*/ 113 h 113"/>
              <a:gd name="T16" fmla="*/ 208 w 208"/>
              <a:gd name="T17" fmla="*/ 0 h 113"/>
              <a:gd name="T18" fmla="*/ 0 w 208"/>
              <a:gd name="T19" fmla="*/ 0 h 113"/>
              <a:gd name="T20" fmla="*/ 0 w 208"/>
              <a:gd name="T21" fmla="*/ 27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3">
                <a:moveTo>
                  <a:pt x="0" y="27"/>
                </a:moveTo>
                <a:lnTo>
                  <a:pt x="18" y="27"/>
                </a:lnTo>
                <a:lnTo>
                  <a:pt x="18" y="14"/>
                </a:lnTo>
                <a:lnTo>
                  <a:pt x="189" y="14"/>
                </a:lnTo>
                <a:lnTo>
                  <a:pt x="189" y="99"/>
                </a:lnTo>
                <a:lnTo>
                  <a:pt x="176" y="99"/>
                </a:lnTo>
                <a:lnTo>
                  <a:pt x="176" y="113"/>
                </a:lnTo>
                <a:lnTo>
                  <a:pt x="208" y="113"/>
                </a:lnTo>
                <a:lnTo>
                  <a:pt x="208" y="0"/>
                </a:lnTo>
                <a:lnTo>
                  <a:pt x="0" y="0"/>
                </a:lnTo>
                <a:lnTo>
                  <a:pt x="0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3" name="Freeform 531"/>
          <p:cNvSpPr>
            <a:spLocks/>
          </p:cNvSpPr>
          <p:nvPr/>
        </p:nvSpPr>
        <p:spPr bwMode="auto">
          <a:xfrm>
            <a:off x="5548086" y="6397626"/>
            <a:ext cx="330200" cy="179388"/>
          </a:xfrm>
          <a:custGeom>
            <a:avLst/>
            <a:gdLst>
              <a:gd name="T0" fmla="*/ 0 w 208"/>
              <a:gd name="T1" fmla="*/ 0 h 113"/>
              <a:gd name="T2" fmla="*/ 0 w 208"/>
              <a:gd name="T3" fmla="*/ 27 h 113"/>
              <a:gd name="T4" fmla="*/ 19 w 208"/>
              <a:gd name="T5" fmla="*/ 27 h 113"/>
              <a:gd name="T6" fmla="*/ 19 w 208"/>
              <a:gd name="T7" fmla="*/ 14 h 113"/>
              <a:gd name="T8" fmla="*/ 190 w 208"/>
              <a:gd name="T9" fmla="*/ 14 h 113"/>
              <a:gd name="T10" fmla="*/ 190 w 208"/>
              <a:gd name="T11" fmla="*/ 99 h 113"/>
              <a:gd name="T12" fmla="*/ 176 w 208"/>
              <a:gd name="T13" fmla="*/ 99 h 113"/>
              <a:gd name="T14" fmla="*/ 176 w 208"/>
              <a:gd name="T15" fmla="*/ 113 h 113"/>
              <a:gd name="T16" fmla="*/ 208 w 208"/>
              <a:gd name="T17" fmla="*/ 113 h 113"/>
              <a:gd name="T18" fmla="*/ 208 w 208"/>
              <a:gd name="T19" fmla="*/ 0 h 113"/>
              <a:gd name="T20" fmla="*/ 0 w 208"/>
              <a:gd name="T21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113">
                <a:moveTo>
                  <a:pt x="0" y="0"/>
                </a:moveTo>
                <a:lnTo>
                  <a:pt x="0" y="27"/>
                </a:lnTo>
                <a:lnTo>
                  <a:pt x="19" y="27"/>
                </a:lnTo>
                <a:lnTo>
                  <a:pt x="19" y="14"/>
                </a:lnTo>
                <a:lnTo>
                  <a:pt x="190" y="14"/>
                </a:lnTo>
                <a:lnTo>
                  <a:pt x="190" y="99"/>
                </a:lnTo>
                <a:lnTo>
                  <a:pt x="176" y="99"/>
                </a:lnTo>
                <a:lnTo>
                  <a:pt x="176" y="113"/>
                </a:lnTo>
                <a:lnTo>
                  <a:pt x="208" y="113"/>
                </a:lnTo>
                <a:lnTo>
                  <a:pt x="20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4" name="Freeform 532"/>
          <p:cNvSpPr>
            <a:spLocks/>
          </p:cNvSpPr>
          <p:nvPr/>
        </p:nvSpPr>
        <p:spPr bwMode="auto">
          <a:xfrm>
            <a:off x="5581424" y="6584951"/>
            <a:ext cx="34925" cy="20638"/>
          </a:xfrm>
          <a:custGeom>
            <a:avLst/>
            <a:gdLst>
              <a:gd name="T0" fmla="*/ 7 w 8"/>
              <a:gd name="T1" fmla="*/ 3 h 5"/>
              <a:gd name="T2" fmla="*/ 7 w 8"/>
              <a:gd name="T3" fmla="*/ 2 h 5"/>
              <a:gd name="T4" fmla="*/ 7 w 8"/>
              <a:gd name="T5" fmla="*/ 3 h 5"/>
              <a:gd name="T6" fmla="*/ 7 w 8"/>
              <a:gd name="T7" fmla="*/ 4 h 5"/>
              <a:gd name="T8" fmla="*/ 6 w 8"/>
              <a:gd name="T9" fmla="*/ 4 h 5"/>
              <a:gd name="T10" fmla="*/ 6 w 8"/>
              <a:gd name="T11" fmla="*/ 4 h 5"/>
              <a:gd name="T12" fmla="*/ 6 w 8"/>
              <a:gd name="T13" fmla="*/ 4 h 5"/>
              <a:gd name="T14" fmla="*/ 6 w 8"/>
              <a:gd name="T15" fmla="*/ 1 h 5"/>
              <a:gd name="T16" fmla="*/ 8 w 8"/>
              <a:gd name="T17" fmla="*/ 1 h 5"/>
              <a:gd name="T18" fmla="*/ 8 w 8"/>
              <a:gd name="T19" fmla="*/ 0 h 5"/>
              <a:gd name="T20" fmla="*/ 0 w 8"/>
              <a:gd name="T21" fmla="*/ 0 h 5"/>
              <a:gd name="T22" fmla="*/ 0 w 8"/>
              <a:gd name="T23" fmla="*/ 1 h 5"/>
              <a:gd name="T24" fmla="*/ 2 w 8"/>
              <a:gd name="T25" fmla="*/ 1 h 5"/>
              <a:gd name="T26" fmla="*/ 0 w 8"/>
              <a:gd name="T27" fmla="*/ 4 h 5"/>
              <a:gd name="T28" fmla="*/ 0 w 8"/>
              <a:gd name="T29" fmla="*/ 5 h 5"/>
              <a:gd name="T30" fmla="*/ 0 w 8"/>
              <a:gd name="T31" fmla="*/ 5 h 5"/>
              <a:gd name="T32" fmla="*/ 0 w 8"/>
              <a:gd name="T33" fmla="*/ 5 h 5"/>
              <a:gd name="T34" fmla="*/ 0 w 8"/>
              <a:gd name="T35" fmla="*/ 5 h 5"/>
              <a:gd name="T36" fmla="*/ 1 w 8"/>
              <a:gd name="T37" fmla="*/ 5 h 5"/>
              <a:gd name="T38" fmla="*/ 3 w 8"/>
              <a:gd name="T39" fmla="*/ 1 h 5"/>
              <a:gd name="T40" fmla="*/ 3 w 8"/>
              <a:gd name="T41" fmla="*/ 1 h 5"/>
              <a:gd name="T42" fmla="*/ 4 w 8"/>
              <a:gd name="T43" fmla="*/ 1 h 5"/>
              <a:gd name="T44" fmla="*/ 4 w 8"/>
              <a:gd name="T45" fmla="*/ 4 h 5"/>
              <a:gd name="T46" fmla="*/ 6 w 8"/>
              <a:gd name="T47" fmla="*/ 5 h 5"/>
              <a:gd name="T48" fmla="*/ 7 w 8"/>
              <a:gd name="T49" fmla="*/ 5 h 5"/>
              <a:gd name="T50" fmla="*/ 8 w 8"/>
              <a:gd name="T51" fmla="*/ 3 h 5"/>
              <a:gd name="T52" fmla="*/ 8 w 8"/>
              <a:gd name="T53" fmla="*/ 3 h 5"/>
              <a:gd name="T54" fmla="*/ 8 w 8"/>
              <a:gd name="T55" fmla="*/ 3 h 5"/>
              <a:gd name="T56" fmla="*/ 7 w 8"/>
              <a:gd name="T57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" h="5">
                <a:moveTo>
                  <a:pt x="7" y="3"/>
                </a:moveTo>
                <a:cubicBezTo>
                  <a:pt x="7" y="2"/>
                  <a:pt x="7" y="2"/>
                  <a:pt x="7" y="2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4"/>
                  <a:pt x="7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1"/>
                  <a:pt x="6" y="1"/>
                  <a:pt x="6" y="1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8" y="0"/>
                  <a:pt x="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3"/>
                  <a:pt x="2" y="4"/>
                  <a:pt x="0" y="4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1" y="5"/>
                  <a:pt x="1" y="5"/>
                  <a:pt x="1" y="5"/>
                </a:cubicBezTo>
                <a:cubicBezTo>
                  <a:pt x="3" y="4"/>
                  <a:pt x="3" y="3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4"/>
                  <a:pt x="4" y="4"/>
                  <a:pt x="4" y="4"/>
                </a:cubicBezTo>
                <a:cubicBezTo>
                  <a:pt x="4" y="5"/>
                  <a:pt x="5" y="5"/>
                  <a:pt x="6" y="5"/>
                </a:cubicBezTo>
                <a:cubicBezTo>
                  <a:pt x="7" y="5"/>
                  <a:pt x="7" y="5"/>
                  <a:pt x="7" y="5"/>
                </a:cubicBezTo>
                <a:cubicBezTo>
                  <a:pt x="8" y="5"/>
                  <a:pt x="8" y="4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lnTo>
                  <a:pt x="7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5" name="Rectangle 533"/>
          <p:cNvSpPr>
            <a:spLocks noChangeArrowheads="1"/>
          </p:cNvSpPr>
          <p:nvPr/>
        </p:nvSpPr>
        <p:spPr bwMode="auto">
          <a:xfrm>
            <a:off x="5586186" y="6577013"/>
            <a:ext cx="25400" cy="31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6" name="Freeform 534"/>
          <p:cNvSpPr>
            <a:spLocks noEditPoints="1"/>
          </p:cNvSpPr>
          <p:nvPr/>
        </p:nvSpPr>
        <p:spPr bwMode="auto">
          <a:xfrm>
            <a:off x="5565549" y="6559551"/>
            <a:ext cx="66675" cy="63500"/>
          </a:xfrm>
          <a:custGeom>
            <a:avLst/>
            <a:gdLst>
              <a:gd name="T0" fmla="*/ 8 w 16"/>
              <a:gd name="T1" fmla="*/ 0 h 15"/>
              <a:gd name="T2" fmla="*/ 0 w 16"/>
              <a:gd name="T3" fmla="*/ 8 h 15"/>
              <a:gd name="T4" fmla="*/ 8 w 16"/>
              <a:gd name="T5" fmla="*/ 15 h 15"/>
              <a:gd name="T6" fmla="*/ 16 w 16"/>
              <a:gd name="T7" fmla="*/ 8 h 15"/>
              <a:gd name="T8" fmla="*/ 8 w 16"/>
              <a:gd name="T9" fmla="*/ 0 h 15"/>
              <a:gd name="T10" fmla="*/ 8 w 16"/>
              <a:gd name="T11" fmla="*/ 14 h 15"/>
              <a:gd name="T12" fmla="*/ 1 w 16"/>
              <a:gd name="T13" fmla="*/ 8 h 15"/>
              <a:gd name="T14" fmla="*/ 8 w 16"/>
              <a:gd name="T15" fmla="*/ 1 h 15"/>
              <a:gd name="T16" fmla="*/ 15 w 16"/>
              <a:gd name="T17" fmla="*/ 8 h 15"/>
              <a:gd name="T18" fmla="*/ 8 w 16"/>
              <a:gd name="T1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15">
                <a:moveTo>
                  <a:pt x="8" y="0"/>
                </a:moveTo>
                <a:cubicBezTo>
                  <a:pt x="4" y="0"/>
                  <a:pt x="0" y="3"/>
                  <a:pt x="0" y="8"/>
                </a:cubicBezTo>
                <a:cubicBezTo>
                  <a:pt x="0" y="12"/>
                  <a:pt x="4" y="15"/>
                  <a:pt x="8" y="15"/>
                </a:cubicBezTo>
                <a:cubicBezTo>
                  <a:pt x="12" y="15"/>
                  <a:pt x="16" y="12"/>
                  <a:pt x="16" y="8"/>
                </a:cubicBezTo>
                <a:cubicBezTo>
                  <a:pt x="16" y="3"/>
                  <a:pt x="12" y="0"/>
                  <a:pt x="8" y="0"/>
                </a:cubicBezTo>
                <a:close/>
                <a:moveTo>
                  <a:pt x="8" y="14"/>
                </a:moveTo>
                <a:cubicBezTo>
                  <a:pt x="4" y="14"/>
                  <a:pt x="1" y="11"/>
                  <a:pt x="1" y="8"/>
                </a:cubicBezTo>
                <a:cubicBezTo>
                  <a:pt x="1" y="4"/>
                  <a:pt x="4" y="1"/>
                  <a:pt x="8" y="1"/>
                </a:cubicBezTo>
                <a:cubicBezTo>
                  <a:pt x="12" y="1"/>
                  <a:pt x="15" y="4"/>
                  <a:pt x="15" y="8"/>
                </a:cubicBezTo>
                <a:cubicBezTo>
                  <a:pt x="15" y="11"/>
                  <a:pt x="12" y="14"/>
                  <a:pt x="8" y="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7" name="Freeform 535"/>
          <p:cNvSpPr>
            <a:spLocks noEditPoints="1"/>
          </p:cNvSpPr>
          <p:nvPr/>
        </p:nvSpPr>
        <p:spPr bwMode="auto">
          <a:xfrm>
            <a:off x="5489349" y="6546851"/>
            <a:ext cx="211138" cy="93663"/>
          </a:xfrm>
          <a:custGeom>
            <a:avLst/>
            <a:gdLst>
              <a:gd name="T0" fmla="*/ 44 w 50"/>
              <a:gd name="T1" fmla="*/ 0 h 22"/>
              <a:gd name="T2" fmla="*/ 6 w 50"/>
              <a:gd name="T3" fmla="*/ 0 h 22"/>
              <a:gd name="T4" fmla="*/ 0 w 50"/>
              <a:gd name="T5" fmla="*/ 5 h 22"/>
              <a:gd name="T6" fmla="*/ 0 w 50"/>
              <a:gd name="T7" fmla="*/ 16 h 22"/>
              <a:gd name="T8" fmla="*/ 5 w 50"/>
              <a:gd name="T9" fmla="*/ 22 h 22"/>
              <a:gd name="T10" fmla="*/ 44 w 50"/>
              <a:gd name="T11" fmla="*/ 22 h 22"/>
              <a:gd name="T12" fmla="*/ 50 w 50"/>
              <a:gd name="T13" fmla="*/ 16 h 22"/>
              <a:gd name="T14" fmla="*/ 50 w 50"/>
              <a:gd name="T15" fmla="*/ 6 h 22"/>
              <a:gd name="T16" fmla="*/ 44 w 50"/>
              <a:gd name="T17" fmla="*/ 0 h 22"/>
              <a:gd name="T18" fmla="*/ 26 w 50"/>
              <a:gd name="T19" fmla="*/ 19 h 22"/>
              <a:gd name="T20" fmla="*/ 17 w 50"/>
              <a:gd name="T21" fmla="*/ 11 h 22"/>
              <a:gd name="T22" fmla="*/ 26 w 50"/>
              <a:gd name="T23" fmla="*/ 2 h 22"/>
              <a:gd name="T24" fmla="*/ 34 w 50"/>
              <a:gd name="T25" fmla="*/ 11 h 22"/>
              <a:gd name="T26" fmla="*/ 26 w 50"/>
              <a:gd name="T27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2">
                <a:moveTo>
                  <a:pt x="44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7" y="5"/>
                  <a:pt x="0" y="5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5" y="16"/>
                  <a:pt x="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15"/>
                  <a:pt x="50" y="16"/>
                  <a:pt x="50" y="16"/>
                </a:cubicBezTo>
                <a:cubicBezTo>
                  <a:pt x="50" y="6"/>
                  <a:pt x="50" y="6"/>
                  <a:pt x="50" y="6"/>
                </a:cubicBezTo>
                <a:cubicBezTo>
                  <a:pt x="43" y="6"/>
                  <a:pt x="44" y="0"/>
                  <a:pt x="44" y="0"/>
                </a:cubicBezTo>
                <a:close/>
                <a:moveTo>
                  <a:pt x="26" y="19"/>
                </a:moveTo>
                <a:cubicBezTo>
                  <a:pt x="21" y="19"/>
                  <a:pt x="17" y="15"/>
                  <a:pt x="17" y="11"/>
                </a:cubicBezTo>
                <a:cubicBezTo>
                  <a:pt x="17" y="6"/>
                  <a:pt x="21" y="2"/>
                  <a:pt x="26" y="2"/>
                </a:cubicBezTo>
                <a:cubicBezTo>
                  <a:pt x="30" y="2"/>
                  <a:pt x="34" y="6"/>
                  <a:pt x="34" y="11"/>
                </a:cubicBezTo>
                <a:cubicBezTo>
                  <a:pt x="34" y="15"/>
                  <a:pt x="30" y="19"/>
                  <a:pt x="26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8" name="Freeform 536"/>
          <p:cNvSpPr>
            <a:spLocks noEditPoints="1"/>
          </p:cNvSpPr>
          <p:nvPr/>
        </p:nvSpPr>
        <p:spPr bwMode="auto">
          <a:xfrm>
            <a:off x="5429024" y="6499226"/>
            <a:ext cx="331788" cy="184150"/>
          </a:xfrm>
          <a:custGeom>
            <a:avLst/>
            <a:gdLst>
              <a:gd name="T0" fmla="*/ 0 w 209"/>
              <a:gd name="T1" fmla="*/ 116 h 116"/>
              <a:gd name="T2" fmla="*/ 209 w 209"/>
              <a:gd name="T3" fmla="*/ 116 h 116"/>
              <a:gd name="T4" fmla="*/ 209 w 209"/>
              <a:gd name="T5" fmla="*/ 0 h 116"/>
              <a:gd name="T6" fmla="*/ 0 w 209"/>
              <a:gd name="T7" fmla="*/ 0 h 116"/>
              <a:gd name="T8" fmla="*/ 0 w 209"/>
              <a:gd name="T9" fmla="*/ 116 h 116"/>
              <a:gd name="T10" fmla="*/ 19 w 209"/>
              <a:gd name="T11" fmla="*/ 17 h 116"/>
              <a:gd name="T12" fmla="*/ 190 w 209"/>
              <a:gd name="T13" fmla="*/ 17 h 116"/>
              <a:gd name="T14" fmla="*/ 190 w 209"/>
              <a:gd name="T15" fmla="*/ 99 h 116"/>
              <a:gd name="T16" fmla="*/ 19 w 209"/>
              <a:gd name="T17" fmla="*/ 99 h 116"/>
              <a:gd name="T18" fmla="*/ 19 w 209"/>
              <a:gd name="T19" fmla="*/ 17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9" h="116">
                <a:moveTo>
                  <a:pt x="0" y="116"/>
                </a:moveTo>
                <a:lnTo>
                  <a:pt x="209" y="116"/>
                </a:lnTo>
                <a:lnTo>
                  <a:pt x="209" y="0"/>
                </a:lnTo>
                <a:lnTo>
                  <a:pt x="0" y="0"/>
                </a:lnTo>
                <a:lnTo>
                  <a:pt x="0" y="116"/>
                </a:lnTo>
                <a:close/>
                <a:moveTo>
                  <a:pt x="19" y="17"/>
                </a:moveTo>
                <a:lnTo>
                  <a:pt x="190" y="17"/>
                </a:lnTo>
                <a:lnTo>
                  <a:pt x="190" y="99"/>
                </a:lnTo>
                <a:lnTo>
                  <a:pt x="19" y="99"/>
                </a:lnTo>
                <a:lnTo>
                  <a:pt x="19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39" name="Freeform 537"/>
          <p:cNvSpPr>
            <a:spLocks/>
          </p:cNvSpPr>
          <p:nvPr/>
        </p:nvSpPr>
        <p:spPr bwMode="auto">
          <a:xfrm>
            <a:off x="6314849" y="6316663"/>
            <a:ext cx="369888" cy="369888"/>
          </a:xfrm>
          <a:custGeom>
            <a:avLst/>
            <a:gdLst>
              <a:gd name="T0" fmla="*/ 174 w 233"/>
              <a:gd name="T1" fmla="*/ 0 h 233"/>
              <a:gd name="T2" fmla="*/ 0 w 233"/>
              <a:gd name="T3" fmla="*/ 62 h 233"/>
              <a:gd name="T4" fmla="*/ 62 w 233"/>
              <a:gd name="T5" fmla="*/ 233 h 233"/>
              <a:gd name="T6" fmla="*/ 233 w 233"/>
              <a:gd name="T7" fmla="*/ 172 h 233"/>
              <a:gd name="T8" fmla="*/ 174 w 233"/>
              <a:gd name="T9" fmla="*/ 0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" h="233">
                <a:moveTo>
                  <a:pt x="174" y="0"/>
                </a:moveTo>
                <a:lnTo>
                  <a:pt x="0" y="62"/>
                </a:lnTo>
                <a:lnTo>
                  <a:pt x="62" y="233"/>
                </a:lnTo>
                <a:lnTo>
                  <a:pt x="233" y="172"/>
                </a:lnTo>
                <a:lnTo>
                  <a:pt x="17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0" name="Freeform 538"/>
          <p:cNvSpPr>
            <a:spLocks/>
          </p:cNvSpPr>
          <p:nvPr/>
        </p:nvSpPr>
        <p:spPr bwMode="auto">
          <a:xfrm>
            <a:off x="6314849" y="6316663"/>
            <a:ext cx="369888" cy="369888"/>
          </a:xfrm>
          <a:custGeom>
            <a:avLst/>
            <a:gdLst>
              <a:gd name="T0" fmla="*/ 174 w 233"/>
              <a:gd name="T1" fmla="*/ 0 h 233"/>
              <a:gd name="T2" fmla="*/ 0 w 233"/>
              <a:gd name="T3" fmla="*/ 62 h 233"/>
              <a:gd name="T4" fmla="*/ 62 w 233"/>
              <a:gd name="T5" fmla="*/ 233 h 233"/>
              <a:gd name="T6" fmla="*/ 233 w 233"/>
              <a:gd name="T7" fmla="*/ 172 h 233"/>
              <a:gd name="T8" fmla="*/ 174 w 233"/>
              <a:gd name="T9" fmla="*/ 0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" h="233">
                <a:moveTo>
                  <a:pt x="174" y="0"/>
                </a:moveTo>
                <a:lnTo>
                  <a:pt x="0" y="62"/>
                </a:lnTo>
                <a:lnTo>
                  <a:pt x="62" y="233"/>
                </a:lnTo>
                <a:lnTo>
                  <a:pt x="233" y="172"/>
                </a:lnTo>
                <a:lnTo>
                  <a:pt x="17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1" name="Freeform 539"/>
          <p:cNvSpPr>
            <a:spLocks noEditPoints="1"/>
          </p:cNvSpPr>
          <p:nvPr/>
        </p:nvSpPr>
        <p:spPr bwMode="auto">
          <a:xfrm>
            <a:off x="6306911" y="6354763"/>
            <a:ext cx="288925" cy="293688"/>
          </a:xfrm>
          <a:custGeom>
            <a:avLst/>
            <a:gdLst>
              <a:gd name="T0" fmla="*/ 0 w 68"/>
              <a:gd name="T1" fmla="*/ 0 h 69"/>
              <a:gd name="T2" fmla="*/ 0 w 68"/>
              <a:gd name="T3" fmla="*/ 69 h 69"/>
              <a:gd name="T4" fmla="*/ 68 w 68"/>
              <a:gd name="T5" fmla="*/ 69 h 69"/>
              <a:gd name="T6" fmla="*/ 68 w 68"/>
              <a:gd name="T7" fmla="*/ 0 h 69"/>
              <a:gd name="T8" fmla="*/ 0 w 68"/>
              <a:gd name="T9" fmla="*/ 0 h 69"/>
              <a:gd name="T10" fmla="*/ 34 w 68"/>
              <a:gd name="T11" fmla="*/ 12 h 69"/>
              <a:gd name="T12" fmla="*/ 31 w 68"/>
              <a:gd name="T13" fmla="*/ 9 h 69"/>
              <a:gd name="T14" fmla="*/ 34 w 68"/>
              <a:gd name="T15" fmla="*/ 6 h 69"/>
              <a:gd name="T16" fmla="*/ 37 w 68"/>
              <a:gd name="T17" fmla="*/ 9 h 69"/>
              <a:gd name="T18" fmla="*/ 34 w 68"/>
              <a:gd name="T19" fmla="*/ 1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8" h="69">
                <a:moveTo>
                  <a:pt x="0" y="0"/>
                </a:moveTo>
                <a:cubicBezTo>
                  <a:pt x="0" y="69"/>
                  <a:pt x="0" y="69"/>
                  <a:pt x="0" y="69"/>
                </a:cubicBezTo>
                <a:cubicBezTo>
                  <a:pt x="68" y="69"/>
                  <a:pt x="68" y="69"/>
                  <a:pt x="68" y="69"/>
                </a:cubicBezTo>
                <a:cubicBezTo>
                  <a:pt x="68" y="0"/>
                  <a:pt x="68" y="0"/>
                  <a:pt x="68" y="0"/>
                </a:cubicBezTo>
                <a:lnTo>
                  <a:pt x="0" y="0"/>
                </a:lnTo>
                <a:close/>
                <a:moveTo>
                  <a:pt x="34" y="12"/>
                </a:moveTo>
                <a:cubicBezTo>
                  <a:pt x="32" y="12"/>
                  <a:pt x="31" y="10"/>
                  <a:pt x="31" y="9"/>
                </a:cubicBezTo>
                <a:cubicBezTo>
                  <a:pt x="31" y="7"/>
                  <a:pt x="32" y="6"/>
                  <a:pt x="34" y="6"/>
                </a:cubicBezTo>
                <a:cubicBezTo>
                  <a:pt x="35" y="6"/>
                  <a:pt x="37" y="7"/>
                  <a:pt x="37" y="9"/>
                </a:cubicBezTo>
                <a:cubicBezTo>
                  <a:pt x="37" y="10"/>
                  <a:pt x="35" y="12"/>
                  <a:pt x="34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2" name="Freeform 540"/>
          <p:cNvSpPr>
            <a:spLocks noEditPoints="1"/>
          </p:cNvSpPr>
          <p:nvPr/>
        </p:nvSpPr>
        <p:spPr bwMode="auto">
          <a:xfrm>
            <a:off x="6946674" y="6397626"/>
            <a:ext cx="441325" cy="263525"/>
          </a:xfrm>
          <a:custGeom>
            <a:avLst/>
            <a:gdLst>
              <a:gd name="T0" fmla="*/ 96 w 104"/>
              <a:gd name="T1" fmla="*/ 0 h 62"/>
              <a:gd name="T2" fmla="*/ 85 w 104"/>
              <a:gd name="T3" fmla="*/ 11 h 62"/>
              <a:gd name="T4" fmla="*/ 74 w 104"/>
              <a:gd name="T5" fmla="*/ 0 h 62"/>
              <a:gd name="T6" fmla="*/ 33 w 104"/>
              <a:gd name="T7" fmla="*/ 0 h 62"/>
              <a:gd name="T8" fmla="*/ 22 w 104"/>
              <a:gd name="T9" fmla="*/ 11 h 62"/>
              <a:gd name="T10" fmla="*/ 11 w 104"/>
              <a:gd name="T11" fmla="*/ 0 h 62"/>
              <a:gd name="T12" fmla="*/ 0 w 104"/>
              <a:gd name="T13" fmla="*/ 0 h 62"/>
              <a:gd name="T14" fmla="*/ 0 w 104"/>
              <a:gd name="T15" fmla="*/ 62 h 62"/>
              <a:gd name="T16" fmla="*/ 104 w 104"/>
              <a:gd name="T17" fmla="*/ 62 h 62"/>
              <a:gd name="T18" fmla="*/ 104 w 104"/>
              <a:gd name="T19" fmla="*/ 0 h 62"/>
              <a:gd name="T20" fmla="*/ 96 w 104"/>
              <a:gd name="T21" fmla="*/ 0 h 62"/>
              <a:gd name="T22" fmla="*/ 88 w 104"/>
              <a:gd name="T23" fmla="*/ 50 h 62"/>
              <a:gd name="T24" fmla="*/ 17 w 104"/>
              <a:gd name="T25" fmla="*/ 50 h 62"/>
              <a:gd name="T26" fmla="*/ 17 w 104"/>
              <a:gd name="T27" fmla="*/ 46 h 62"/>
              <a:gd name="T28" fmla="*/ 88 w 104"/>
              <a:gd name="T29" fmla="*/ 46 h 62"/>
              <a:gd name="T30" fmla="*/ 88 w 104"/>
              <a:gd name="T31" fmla="*/ 50 h 62"/>
              <a:gd name="T32" fmla="*/ 88 w 104"/>
              <a:gd name="T33" fmla="*/ 42 h 62"/>
              <a:gd name="T34" fmla="*/ 17 w 104"/>
              <a:gd name="T35" fmla="*/ 42 h 62"/>
              <a:gd name="T36" fmla="*/ 17 w 104"/>
              <a:gd name="T37" fmla="*/ 38 h 62"/>
              <a:gd name="T38" fmla="*/ 88 w 104"/>
              <a:gd name="T39" fmla="*/ 38 h 62"/>
              <a:gd name="T40" fmla="*/ 88 w 104"/>
              <a:gd name="T41" fmla="*/ 42 h 62"/>
              <a:gd name="T42" fmla="*/ 88 w 104"/>
              <a:gd name="T43" fmla="*/ 34 h 62"/>
              <a:gd name="T44" fmla="*/ 17 w 104"/>
              <a:gd name="T45" fmla="*/ 34 h 62"/>
              <a:gd name="T46" fmla="*/ 17 w 104"/>
              <a:gd name="T47" fmla="*/ 30 h 62"/>
              <a:gd name="T48" fmla="*/ 88 w 104"/>
              <a:gd name="T49" fmla="*/ 30 h 62"/>
              <a:gd name="T50" fmla="*/ 88 w 104"/>
              <a:gd name="T51" fmla="*/ 34 h 62"/>
              <a:gd name="T52" fmla="*/ 88 w 104"/>
              <a:gd name="T53" fmla="*/ 26 h 62"/>
              <a:gd name="T54" fmla="*/ 17 w 104"/>
              <a:gd name="T55" fmla="*/ 26 h 62"/>
              <a:gd name="T56" fmla="*/ 17 w 104"/>
              <a:gd name="T57" fmla="*/ 22 h 62"/>
              <a:gd name="T58" fmla="*/ 88 w 104"/>
              <a:gd name="T59" fmla="*/ 22 h 62"/>
              <a:gd name="T60" fmla="*/ 88 w 104"/>
              <a:gd name="T61" fmla="*/ 26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" h="62">
                <a:moveTo>
                  <a:pt x="96" y="0"/>
                </a:moveTo>
                <a:cubicBezTo>
                  <a:pt x="96" y="6"/>
                  <a:pt x="91" y="11"/>
                  <a:pt x="85" y="11"/>
                </a:cubicBezTo>
                <a:cubicBezTo>
                  <a:pt x="79" y="11"/>
                  <a:pt x="74" y="6"/>
                  <a:pt x="74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6"/>
                  <a:pt x="28" y="11"/>
                  <a:pt x="22" y="11"/>
                </a:cubicBezTo>
                <a:cubicBezTo>
                  <a:pt x="16" y="11"/>
                  <a:pt x="11" y="6"/>
                  <a:pt x="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2"/>
                  <a:pt x="0" y="62"/>
                  <a:pt x="0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0"/>
                  <a:pt x="104" y="0"/>
                  <a:pt x="104" y="0"/>
                </a:cubicBezTo>
                <a:lnTo>
                  <a:pt x="96" y="0"/>
                </a:lnTo>
                <a:close/>
                <a:moveTo>
                  <a:pt x="88" y="50"/>
                </a:moveTo>
                <a:cubicBezTo>
                  <a:pt x="17" y="50"/>
                  <a:pt x="17" y="50"/>
                  <a:pt x="17" y="50"/>
                </a:cubicBezTo>
                <a:cubicBezTo>
                  <a:pt x="17" y="46"/>
                  <a:pt x="17" y="46"/>
                  <a:pt x="17" y="46"/>
                </a:cubicBezTo>
                <a:cubicBezTo>
                  <a:pt x="88" y="46"/>
                  <a:pt x="88" y="46"/>
                  <a:pt x="88" y="46"/>
                </a:cubicBezTo>
                <a:lnTo>
                  <a:pt x="88" y="50"/>
                </a:lnTo>
                <a:close/>
                <a:moveTo>
                  <a:pt x="88" y="42"/>
                </a:moveTo>
                <a:cubicBezTo>
                  <a:pt x="17" y="42"/>
                  <a:pt x="17" y="42"/>
                  <a:pt x="17" y="42"/>
                </a:cubicBezTo>
                <a:cubicBezTo>
                  <a:pt x="17" y="38"/>
                  <a:pt x="17" y="38"/>
                  <a:pt x="17" y="38"/>
                </a:cubicBezTo>
                <a:cubicBezTo>
                  <a:pt x="88" y="38"/>
                  <a:pt x="88" y="38"/>
                  <a:pt x="88" y="38"/>
                </a:cubicBezTo>
                <a:lnTo>
                  <a:pt x="88" y="42"/>
                </a:lnTo>
                <a:close/>
                <a:moveTo>
                  <a:pt x="88" y="34"/>
                </a:moveTo>
                <a:cubicBezTo>
                  <a:pt x="17" y="34"/>
                  <a:pt x="17" y="34"/>
                  <a:pt x="17" y="34"/>
                </a:cubicBezTo>
                <a:cubicBezTo>
                  <a:pt x="17" y="30"/>
                  <a:pt x="17" y="30"/>
                  <a:pt x="17" y="30"/>
                </a:cubicBezTo>
                <a:cubicBezTo>
                  <a:pt x="88" y="30"/>
                  <a:pt x="88" y="30"/>
                  <a:pt x="88" y="30"/>
                </a:cubicBezTo>
                <a:lnTo>
                  <a:pt x="88" y="34"/>
                </a:lnTo>
                <a:close/>
                <a:moveTo>
                  <a:pt x="88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7" y="22"/>
                  <a:pt x="17" y="22"/>
                  <a:pt x="17" y="22"/>
                </a:cubicBezTo>
                <a:cubicBezTo>
                  <a:pt x="88" y="22"/>
                  <a:pt x="88" y="22"/>
                  <a:pt x="88" y="22"/>
                </a:cubicBezTo>
                <a:lnTo>
                  <a:pt x="88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3" name="Freeform 541"/>
          <p:cNvSpPr>
            <a:spLocks/>
          </p:cNvSpPr>
          <p:nvPr/>
        </p:nvSpPr>
        <p:spPr bwMode="auto">
          <a:xfrm>
            <a:off x="7626124" y="6326188"/>
            <a:ext cx="347663" cy="352425"/>
          </a:xfrm>
          <a:custGeom>
            <a:avLst/>
            <a:gdLst>
              <a:gd name="T0" fmla="*/ 41 w 82"/>
              <a:gd name="T1" fmla="*/ 68 h 83"/>
              <a:gd name="T2" fmla="*/ 14 w 82"/>
              <a:gd name="T3" fmla="*/ 41 h 83"/>
              <a:gd name="T4" fmla="*/ 41 w 82"/>
              <a:gd name="T5" fmla="*/ 15 h 83"/>
              <a:gd name="T6" fmla="*/ 68 w 82"/>
              <a:gd name="T7" fmla="*/ 41 h 83"/>
              <a:gd name="T8" fmla="*/ 64 w 82"/>
              <a:gd name="T9" fmla="*/ 55 h 83"/>
              <a:gd name="T10" fmla="*/ 75 w 82"/>
              <a:gd name="T11" fmla="*/ 65 h 83"/>
              <a:gd name="T12" fmla="*/ 82 w 82"/>
              <a:gd name="T13" fmla="*/ 42 h 83"/>
              <a:gd name="T14" fmla="*/ 41 w 82"/>
              <a:gd name="T15" fmla="*/ 0 h 83"/>
              <a:gd name="T16" fmla="*/ 0 w 82"/>
              <a:gd name="T17" fmla="*/ 42 h 83"/>
              <a:gd name="T18" fmla="*/ 41 w 82"/>
              <a:gd name="T19" fmla="*/ 83 h 83"/>
              <a:gd name="T20" fmla="*/ 67 w 82"/>
              <a:gd name="T21" fmla="*/ 74 h 83"/>
              <a:gd name="T22" fmla="*/ 56 w 82"/>
              <a:gd name="T23" fmla="*/ 63 h 83"/>
              <a:gd name="T24" fmla="*/ 41 w 82"/>
              <a:gd name="T25" fmla="*/ 68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2" h="83">
                <a:moveTo>
                  <a:pt x="41" y="68"/>
                </a:moveTo>
                <a:cubicBezTo>
                  <a:pt x="26" y="68"/>
                  <a:pt x="14" y="56"/>
                  <a:pt x="14" y="41"/>
                </a:cubicBezTo>
                <a:cubicBezTo>
                  <a:pt x="14" y="27"/>
                  <a:pt x="26" y="15"/>
                  <a:pt x="41" y="15"/>
                </a:cubicBezTo>
                <a:cubicBezTo>
                  <a:pt x="56" y="15"/>
                  <a:pt x="68" y="27"/>
                  <a:pt x="68" y="41"/>
                </a:cubicBezTo>
                <a:cubicBezTo>
                  <a:pt x="68" y="46"/>
                  <a:pt x="67" y="51"/>
                  <a:pt x="64" y="55"/>
                </a:cubicBezTo>
                <a:cubicBezTo>
                  <a:pt x="75" y="65"/>
                  <a:pt x="75" y="65"/>
                  <a:pt x="75" y="65"/>
                </a:cubicBezTo>
                <a:cubicBezTo>
                  <a:pt x="79" y="58"/>
                  <a:pt x="82" y="50"/>
                  <a:pt x="82" y="42"/>
                </a:cubicBezTo>
                <a:cubicBezTo>
                  <a:pt x="82" y="19"/>
                  <a:pt x="64" y="0"/>
                  <a:pt x="41" y="0"/>
                </a:cubicBezTo>
                <a:cubicBezTo>
                  <a:pt x="18" y="0"/>
                  <a:pt x="0" y="19"/>
                  <a:pt x="0" y="42"/>
                </a:cubicBezTo>
                <a:cubicBezTo>
                  <a:pt x="0" y="64"/>
                  <a:pt x="18" y="83"/>
                  <a:pt x="41" y="83"/>
                </a:cubicBezTo>
                <a:cubicBezTo>
                  <a:pt x="51" y="83"/>
                  <a:pt x="60" y="79"/>
                  <a:pt x="67" y="74"/>
                </a:cubicBezTo>
                <a:cubicBezTo>
                  <a:pt x="56" y="63"/>
                  <a:pt x="56" y="63"/>
                  <a:pt x="56" y="63"/>
                </a:cubicBezTo>
                <a:cubicBezTo>
                  <a:pt x="52" y="66"/>
                  <a:pt x="47" y="68"/>
                  <a:pt x="41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4" name="Freeform 542"/>
          <p:cNvSpPr>
            <a:spLocks/>
          </p:cNvSpPr>
          <p:nvPr/>
        </p:nvSpPr>
        <p:spPr bwMode="auto">
          <a:xfrm>
            <a:off x="7740424" y="6440488"/>
            <a:ext cx="114300" cy="119063"/>
          </a:xfrm>
          <a:custGeom>
            <a:avLst/>
            <a:gdLst>
              <a:gd name="T0" fmla="*/ 10 w 27"/>
              <a:gd name="T1" fmla="*/ 6 h 28"/>
              <a:gd name="T2" fmla="*/ 11 w 27"/>
              <a:gd name="T3" fmla="*/ 6 h 28"/>
              <a:gd name="T4" fmla="*/ 11 w 27"/>
              <a:gd name="T5" fmla="*/ 6 h 28"/>
              <a:gd name="T6" fmla="*/ 11 w 27"/>
              <a:gd name="T7" fmla="*/ 6 h 28"/>
              <a:gd name="T8" fmla="*/ 11 w 27"/>
              <a:gd name="T9" fmla="*/ 6 h 28"/>
              <a:gd name="T10" fmla="*/ 27 w 27"/>
              <a:gd name="T11" fmla="*/ 11 h 28"/>
              <a:gd name="T12" fmla="*/ 14 w 27"/>
              <a:gd name="T13" fmla="*/ 0 h 28"/>
              <a:gd name="T14" fmla="*/ 0 w 27"/>
              <a:gd name="T15" fmla="*/ 15 h 28"/>
              <a:gd name="T16" fmla="*/ 13 w 27"/>
              <a:gd name="T17" fmla="*/ 28 h 28"/>
              <a:gd name="T18" fmla="*/ 7 w 27"/>
              <a:gd name="T19" fmla="*/ 10 h 28"/>
              <a:gd name="T20" fmla="*/ 7 w 27"/>
              <a:gd name="T21" fmla="*/ 10 h 28"/>
              <a:gd name="T22" fmla="*/ 7 w 27"/>
              <a:gd name="T23" fmla="*/ 10 h 28"/>
              <a:gd name="T24" fmla="*/ 8 w 27"/>
              <a:gd name="T25" fmla="*/ 7 h 28"/>
              <a:gd name="T26" fmla="*/ 10 w 27"/>
              <a:gd name="T27" fmla="*/ 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8">
                <a:moveTo>
                  <a:pt x="10" y="6"/>
                </a:move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27" y="11"/>
                  <a:pt x="27" y="11"/>
                  <a:pt x="27" y="11"/>
                </a:cubicBezTo>
                <a:cubicBezTo>
                  <a:pt x="26" y="5"/>
                  <a:pt x="20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22"/>
                  <a:pt x="6" y="28"/>
                  <a:pt x="13" y="28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9"/>
                  <a:pt x="7" y="8"/>
                  <a:pt x="8" y="7"/>
                </a:cubicBezTo>
                <a:cubicBezTo>
                  <a:pt x="9" y="6"/>
                  <a:pt x="9" y="6"/>
                  <a:pt x="10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5" name="Freeform 543"/>
          <p:cNvSpPr>
            <a:spLocks/>
          </p:cNvSpPr>
          <p:nvPr/>
        </p:nvSpPr>
        <p:spPr bwMode="auto">
          <a:xfrm>
            <a:off x="7778524" y="6473826"/>
            <a:ext cx="279400" cy="276225"/>
          </a:xfrm>
          <a:custGeom>
            <a:avLst/>
            <a:gdLst>
              <a:gd name="T0" fmla="*/ 136 w 176"/>
              <a:gd name="T1" fmla="*/ 107 h 174"/>
              <a:gd name="T2" fmla="*/ 128 w 176"/>
              <a:gd name="T3" fmla="*/ 115 h 174"/>
              <a:gd name="T4" fmla="*/ 40 w 176"/>
              <a:gd name="T5" fmla="*/ 27 h 174"/>
              <a:gd name="T6" fmla="*/ 64 w 176"/>
              <a:gd name="T7" fmla="*/ 19 h 174"/>
              <a:gd name="T8" fmla="*/ 64 w 176"/>
              <a:gd name="T9" fmla="*/ 19 h 174"/>
              <a:gd name="T10" fmla="*/ 64 w 176"/>
              <a:gd name="T11" fmla="*/ 19 h 174"/>
              <a:gd name="T12" fmla="*/ 64 w 176"/>
              <a:gd name="T13" fmla="*/ 16 h 174"/>
              <a:gd name="T14" fmla="*/ 3 w 176"/>
              <a:gd name="T15" fmla="*/ 0 h 174"/>
              <a:gd name="T16" fmla="*/ 3 w 176"/>
              <a:gd name="T17" fmla="*/ 0 h 174"/>
              <a:gd name="T18" fmla="*/ 0 w 176"/>
              <a:gd name="T19" fmla="*/ 3 h 174"/>
              <a:gd name="T20" fmla="*/ 21 w 176"/>
              <a:gd name="T21" fmla="*/ 65 h 174"/>
              <a:gd name="T22" fmla="*/ 21 w 176"/>
              <a:gd name="T23" fmla="*/ 65 h 174"/>
              <a:gd name="T24" fmla="*/ 24 w 176"/>
              <a:gd name="T25" fmla="*/ 65 h 174"/>
              <a:gd name="T26" fmla="*/ 29 w 176"/>
              <a:gd name="T27" fmla="*/ 41 h 174"/>
              <a:gd name="T28" fmla="*/ 118 w 176"/>
              <a:gd name="T29" fmla="*/ 126 h 174"/>
              <a:gd name="T30" fmla="*/ 110 w 176"/>
              <a:gd name="T31" fmla="*/ 132 h 174"/>
              <a:gd name="T32" fmla="*/ 152 w 176"/>
              <a:gd name="T33" fmla="*/ 174 h 174"/>
              <a:gd name="T34" fmla="*/ 155 w 176"/>
              <a:gd name="T35" fmla="*/ 153 h 174"/>
              <a:gd name="T36" fmla="*/ 176 w 176"/>
              <a:gd name="T37" fmla="*/ 148 h 174"/>
              <a:gd name="T38" fmla="*/ 136 w 176"/>
              <a:gd name="T39" fmla="*/ 107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4">
                <a:moveTo>
                  <a:pt x="136" y="107"/>
                </a:moveTo>
                <a:lnTo>
                  <a:pt x="128" y="115"/>
                </a:lnTo>
                <a:lnTo>
                  <a:pt x="40" y="27"/>
                </a:lnTo>
                <a:lnTo>
                  <a:pt x="64" y="19"/>
                </a:lnTo>
                <a:lnTo>
                  <a:pt x="64" y="19"/>
                </a:lnTo>
                <a:lnTo>
                  <a:pt x="64" y="19"/>
                </a:lnTo>
                <a:lnTo>
                  <a:pt x="64" y="16"/>
                </a:lnTo>
                <a:lnTo>
                  <a:pt x="3" y="0"/>
                </a:lnTo>
                <a:lnTo>
                  <a:pt x="3" y="0"/>
                </a:lnTo>
                <a:lnTo>
                  <a:pt x="0" y="3"/>
                </a:lnTo>
                <a:lnTo>
                  <a:pt x="21" y="65"/>
                </a:lnTo>
                <a:lnTo>
                  <a:pt x="21" y="65"/>
                </a:lnTo>
                <a:lnTo>
                  <a:pt x="24" y="65"/>
                </a:lnTo>
                <a:lnTo>
                  <a:pt x="29" y="41"/>
                </a:lnTo>
                <a:lnTo>
                  <a:pt x="118" y="126"/>
                </a:lnTo>
                <a:lnTo>
                  <a:pt x="110" y="132"/>
                </a:lnTo>
                <a:lnTo>
                  <a:pt x="152" y="174"/>
                </a:lnTo>
                <a:lnTo>
                  <a:pt x="155" y="153"/>
                </a:lnTo>
                <a:lnTo>
                  <a:pt x="176" y="148"/>
                </a:lnTo>
                <a:lnTo>
                  <a:pt x="136" y="1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6" name="Freeform 544"/>
          <p:cNvSpPr>
            <a:spLocks/>
          </p:cNvSpPr>
          <p:nvPr/>
        </p:nvSpPr>
        <p:spPr bwMode="auto">
          <a:xfrm>
            <a:off x="5636986" y="4792663"/>
            <a:ext cx="111125" cy="106363"/>
          </a:xfrm>
          <a:custGeom>
            <a:avLst/>
            <a:gdLst>
              <a:gd name="T0" fmla="*/ 32 w 70"/>
              <a:gd name="T1" fmla="*/ 0 h 67"/>
              <a:gd name="T2" fmla="*/ 0 w 70"/>
              <a:gd name="T3" fmla="*/ 67 h 67"/>
              <a:gd name="T4" fmla="*/ 70 w 70"/>
              <a:gd name="T5" fmla="*/ 67 h 67"/>
              <a:gd name="T6" fmla="*/ 32 w 70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67">
                <a:moveTo>
                  <a:pt x="32" y="0"/>
                </a:moveTo>
                <a:lnTo>
                  <a:pt x="0" y="67"/>
                </a:lnTo>
                <a:lnTo>
                  <a:pt x="70" y="67"/>
                </a:lnTo>
                <a:lnTo>
                  <a:pt x="3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7" name="Freeform 545"/>
          <p:cNvSpPr>
            <a:spLocks/>
          </p:cNvSpPr>
          <p:nvPr/>
        </p:nvSpPr>
        <p:spPr bwMode="auto">
          <a:xfrm>
            <a:off x="5556024" y="4914901"/>
            <a:ext cx="280988" cy="149225"/>
          </a:xfrm>
          <a:custGeom>
            <a:avLst/>
            <a:gdLst>
              <a:gd name="T0" fmla="*/ 126 w 177"/>
              <a:gd name="T1" fmla="*/ 0 h 94"/>
              <a:gd name="T2" fmla="*/ 46 w 177"/>
              <a:gd name="T3" fmla="*/ 0 h 94"/>
              <a:gd name="T4" fmla="*/ 0 w 177"/>
              <a:gd name="T5" fmla="*/ 94 h 94"/>
              <a:gd name="T6" fmla="*/ 177 w 177"/>
              <a:gd name="T7" fmla="*/ 94 h 94"/>
              <a:gd name="T8" fmla="*/ 126 w 177"/>
              <a:gd name="T9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7" h="94">
                <a:moveTo>
                  <a:pt x="126" y="0"/>
                </a:moveTo>
                <a:lnTo>
                  <a:pt x="46" y="0"/>
                </a:lnTo>
                <a:lnTo>
                  <a:pt x="0" y="94"/>
                </a:lnTo>
                <a:lnTo>
                  <a:pt x="177" y="94"/>
                </a:lnTo>
                <a:lnTo>
                  <a:pt x="12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48" name="Freeform 546"/>
          <p:cNvSpPr>
            <a:spLocks/>
          </p:cNvSpPr>
          <p:nvPr/>
        </p:nvSpPr>
        <p:spPr bwMode="auto">
          <a:xfrm>
            <a:off x="5502049" y="5076826"/>
            <a:ext cx="398463" cy="101600"/>
          </a:xfrm>
          <a:custGeom>
            <a:avLst/>
            <a:gdLst>
              <a:gd name="T0" fmla="*/ 251 w 251"/>
              <a:gd name="T1" fmla="*/ 64 h 64"/>
              <a:gd name="T2" fmla="*/ 216 w 251"/>
              <a:gd name="T3" fmla="*/ 0 h 64"/>
              <a:gd name="T4" fmla="*/ 32 w 251"/>
              <a:gd name="T5" fmla="*/ 0 h 64"/>
              <a:gd name="T6" fmla="*/ 0 w 251"/>
              <a:gd name="T7" fmla="*/ 64 h 64"/>
              <a:gd name="T8" fmla="*/ 251 w 251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1" h="64">
                <a:moveTo>
                  <a:pt x="251" y="64"/>
                </a:moveTo>
                <a:lnTo>
                  <a:pt x="216" y="0"/>
                </a:lnTo>
                <a:lnTo>
                  <a:pt x="32" y="0"/>
                </a:lnTo>
                <a:lnTo>
                  <a:pt x="0" y="64"/>
                </a:lnTo>
                <a:lnTo>
                  <a:pt x="251" y="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49" name="Freeform 5">
            <a:extLst>
              <a:ext uri="{FF2B5EF4-FFF2-40B4-BE49-F238E27FC236}">
                <a16:creationId xmlns:a16="http://schemas.microsoft.com/office/drawing/2014/main" id="{DFEDD445-C607-4869-A10B-527C9E1D0705}"/>
              </a:ext>
            </a:extLst>
          </p:cNvPr>
          <p:cNvSpPr>
            <a:spLocks/>
          </p:cNvSpPr>
          <p:nvPr/>
        </p:nvSpPr>
        <p:spPr bwMode="auto">
          <a:xfrm>
            <a:off x="8571812" y="452076"/>
            <a:ext cx="118240" cy="106112"/>
          </a:xfrm>
          <a:custGeom>
            <a:avLst/>
            <a:gdLst>
              <a:gd name="T0" fmla="*/ 8 w 78"/>
              <a:gd name="T1" fmla="*/ 70 h 70"/>
              <a:gd name="T2" fmla="*/ 78 w 78"/>
              <a:gd name="T3" fmla="*/ 70 h 70"/>
              <a:gd name="T4" fmla="*/ 78 w 78"/>
              <a:gd name="T5" fmla="*/ 70 h 70"/>
              <a:gd name="T6" fmla="*/ 0 w 78"/>
              <a:gd name="T7" fmla="*/ 0 h 70"/>
              <a:gd name="T8" fmla="*/ 8 w 7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70">
                <a:moveTo>
                  <a:pt x="8" y="70"/>
                </a:moveTo>
                <a:lnTo>
                  <a:pt x="78" y="70"/>
                </a:lnTo>
                <a:lnTo>
                  <a:pt x="78" y="70"/>
                </a:lnTo>
                <a:lnTo>
                  <a:pt x="0" y="0"/>
                </a:lnTo>
                <a:lnTo>
                  <a:pt x="8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0" name="Freeform 6">
            <a:extLst>
              <a:ext uri="{FF2B5EF4-FFF2-40B4-BE49-F238E27FC236}">
                <a16:creationId xmlns:a16="http://schemas.microsoft.com/office/drawing/2014/main" id="{9FFF1600-B3C8-415E-8ED6-D3E8A137D165}"/>
              </a:ext>
            </a:extLst>
          </p:cNvPr>
          <p:cNvSpPr>
            <a:spLocks/>
          </p:cNvSpPr>
          <p:nvPr/>
        </p:nvSpPr>
        <p:spPr bwMode="auto">
          <a:xfrm>
            <a:off x="8571812" y="452076"/>
            <a:ext cx="118240" cy="106112"/>
          </a:xfrm>
          <a:custGeom>
            <a:avLst/>
            <a:gdLst>
              <a:gd name="T0" fmla="*/ 8 w 78"/>
              <a:gd name="T1" fmla="*/ 70 h 70"/>
              <a:gd name="T2" fmla="*/ 78 w 78"/>
              <a:gd name="T3" fmla="*/ 70 h 70"/>
              <a:gd name="T4" fmla="*/ 78 w 78"/>
              <a:gd name="T5" fmla="*/ 70 h 70"/>
              <a:gd name="T6" fmla="*/ 0 w 78"/>
              <a:gd name="T7" fmla="*/ 0 h 70"/>
              <a:gd name="T8" fmla="*/ 8 w 7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70">
                <a:moveTo>
                  <a:pt x="8" y="70"/>
                </a:moveTo>
                <a:lnTo>
                  <a:pt x="78" y="70"/>
                </a:lnTo>
                <a:lnTo>
                  <a:pt x="78" y="70"/>
                </a:lnTo>
                <a:lnTo>
                  <a:pt x="0" y="0"/>
                </a:lnTo>
                <a:lnTo>
                  <a:pt x="8" y="7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1" name="Freeform 7">
            <a:extLst>
              <a:ext uri="{FF2B5EF4-FFF2-40B4-BE49-F238E27FC236}">
                <a16:creationId xmlns:a16="http://schemas.microsoft.com/office/drawing/2014/main" id="{82CD6D13-25D4-4E2C-A255-72713D5336EB}"/>
              </a:ext>
            </a:extLst>
          </p:cNvPr>
          <p:cNvSpPr>
            <a:spLocks/>
          </p:cNvSpPr>
          <p:nvPr/>
        </p:nvSpPr>
        <p:spPr bwMode="auto">
          <a:xfrm>
            <a:off x="8539978" y="282296"/>
            <a:ext cx="194034" cy="177359"/>
          </a:xfrm>
          <a:custGeom>
            <a:avLst/>
            <a:gdLst>
              <a:gd name="T0" fmla="*/ 0 w 128"/>
              <a:gd name="T1" fmla="*/ 0 h 117"/>
              <a:gd name="T2" fmla="*/ 0 w 128"/>
              <a:gd name="T3" fmla="*/ 29 h 117"/>
              <a:gd name="T4" fmla="*/ 10 w 128"/>
              <a:gd name="T5" fmla="*/ 29 h 117"/>
              <a:gd name="T6" fmla="*/ 13 w 128"/>
              <a:gd name="T7" fmla="*/ 56 h 117"/>
              <a:gd name="T8" fmla="*/ 10 w 128"/>
              <a:gd name="T9" fmla="*/ 32 h 117"/>
              <a:gd name="T10" fmla="*/ 107 w 128"/>
              <a:gd name="T11" fmla="*/ 117 h 117"/>
              <a:gd name="T12" fmla="*/ 117 w 128"/>
              <a:gd name="T13" fmla="*/ 29 h 117"/>
              <a:gd name="T14" fmla="*/ 128 w 128"/>
              <a:gd name="T15" fmla="*/ 29 h 117"/>
              <a:gd name="T16" fmla="*/ 128 w 128"/>
              <a:gd name="T17" fmla="*/ 0 h 117"/>
              <a:gd name="T18" fmla="*/ 0 w 128"/>
              <a:gd name="T19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8" h="117">
                <a:moveTo>
                  <a:pt x="0" y="0"/>
                </a:moveTo>
                <a:lnTo>
                  <a:pt x="0" y="29"/>
                </a:lnTo>
                <a:lnTo>
                  <a:pt x="10" y="29"/>
                </a:lnTo>
                <a:lnTo>
                  <a:pt x="13" y="56"/>
                </a:lnTo>
                <a:lnTo>
                  <a:pt x="10" y="32"/>
                </a:lnTo>
                <a:lnTo>
                  <a:pt x="107" y="117"/>
                </a:lnTo>
                <a:lnTo>
                  <a:pt x="117" y="29"/>
                </a:lnTo>
                <a:lnTo>
                  <a:pt x="128" y="29"/>
                </a:lnTo>
                <a:lnTo>
                  <a:pt x="12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2" name="Freeform 8">
            <a:extLst>
              <a:ext uri="{FF2B5EF4-FFF2-40B4-BE49-F238E27FC236}">
                <a16:creationId xmlns:a16="http://schemas.microsoft.com/office/drawing/2014/main" id="{397E56BA-7AAD-4CF6-83C4-FA373CAF5DAE}"/>
              </a:ext>
            </a:extLst>
          </p:cNvPr>
          <p:cNvSpPr>
            <a:spLocks/>
          </p:cNvSpPr>
          <p:nvPr/>
        </p:nvSpPr>
        <p:spPr bwMode="auto">
          <a:xfrm>
            <a:off x="8539978" y="282296"/>
            <a:ext cx="194034" cy="177359"/>
          </a:xfrm>
          <a:custGeom>
            <a:avLst/>
            <a:gdLst>
              <a:gd name="T0" fmla="*/ 0 w 128"/>
              <a:gd name="T1" fmla="*/ 0 h 117"/>
              <a:gd name="T2" fmla="*/ 0 w 128"/>
              <a:gd name="T3" fmla="*/ 29 h 117"/>
              <a:gd name="T4" fmla="*/ 10 w 128"/>
              <a:gd name="T5" fmla="*/ 29 h 117"/>
              <a:gd name="T6" fmla="*/ 13 w 128"/>
              <a:gd name="T7" fmla="*/ 56 h 117"/>
              <a:gd name="T8" fmla="*/ 10 w 128"/>
              <a:gd name="T9" fmla="*/ 32 h 117"/>
              <a:gd name="T10" fmla="*/ 107 w 128"/>
              <a:gd name="T11" fmla="*/ 117 h 117"/>
              <a:gd name="T12" fmla="*/ 117 w 128"/>
              <a:gd name="T13" fmla="*/ 29 h 117"/>
              <a:gd name="T14" fmla="*/ 128 w 128"/>
              <a:gd name="T15" fmla="*/ 29 h 117"/>
              <a:gd name="T16" fmla="*/ 128 w 128"/>
              <a:gd name="T17" fmla="*/ 0 h 117"/>
              <a:gd name="T18" fmla="*/ 0 w 128"/>
              <a:gd name="T19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8" h="117">
                <a:moveTo>
                  <a:pt x="0" y="0"/>
                </a:moveTo>
                <a:lnTo>
                  <a:pt x="0" y="29"/>
                </a:lnTo>
                <a:lnTo>
                  <a:pt x="10" y="29"/>
                </a:lnTo>
                <a:lnTo>
                  <a:pt x="13" y="56"/>
                </a:lnTo>
                <a:lnTo>
                  <a:pt x="10" y="32"/>
                </a:lnTo>
                <a:lnTo>
                  <a:pt x="107" y="117"/>
                </a:lnTo>
                <a:lnTo>
                  <a:pt x="117" y="29"/>
                </a:lnTo>
                <a:lnTo>
                  <a:pt x="128" y="29"/>
                </a:lnTo>
                <a:lnTo>
                  <a:pt x="128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3" name="Freeform 9">
            <a:extLst>
              <a:ext uri="{FF2B5EF4-FFF2-40B4-BE49-F238E27FC236}">
                <a16:creationId xmlns:a16="http://schemas.microsoft.com/office/drawing/2014/main" id="{D8608D26-E1F0-44F6-9CF6-F1C5B1CBC4AB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330805"/>
            <a:ext cx="147042" cy="177359"/>
          </a:xfrm>
          <a:custGeom>
            <a:avLst/>
            <a:gdLst>
              <a:gd name="T0" fmla="*/ 0 w 97"/>
              <a:gd name="T1" fmla="*/ 0 h 117"/>
              <a:gd name="T2" fmla="*/ 3 w 97"/>
              <a:gd name="T3" fmla="*/ 24 h 117"/>
              <a:gd name="T4" fmla="*/ 3 w 97"/>
              <a:gd name="T5" fmla="*/ 26 h 117"/>
              <a:gd name="T6" fmla="*/ 6 w 97"/>
              <a:gd name="T7" fmla="*/ 40 h 117"/>
              <a:gd name="T8" fmla="*/ 94 w 97"/>
              <a:gd name="T9" fmla="*/ 117 h 117"/>
              <a:gd name="T10" fmla="*/ 97 w 97"/>
              <a:gd name="T11" fmla="*/ 85 h 117"/>
              <a:gd name="T12" fmla="*/ 0 w 97"/>
              <a:gd name="T13" fmla="*/ 0 h 117"/>
              <a:gd name="T14" fmla="*/ 0 w 97"/>
              <a:gd name="T15" fmla="*/ 0 h 117"/>
              <a:gd name="T16" fmla="*/ 0 w 97"/>
              <a:gd name="T17" fmla="*/ 0 h 117"/>
              <a:gd name="T18" fmla="*/ 0 w 97"/>
              <a:gd name="T19" fmla="*/ 0 h 117"/>
              <a:gd name="T20" fmla="*/ 0 w 97"/>
              <a:gd name="T21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" h="117">
                <a:moveTo>
                  <a:pt x="0" y="0"/>
                </a:moveTo>
                <a:lnTo>
                  <a:pt x="3" y="24"/>
                </a:lnTo>
                <a:lnTo>
                  <a:pt x="3" y="26"/>
                </a:lnTo>
                <a:lnTo>
                  <a:pt x="6" y="40"/>
                </a:lnTo>
                <a:lnTo>
                  <a:pt x="94" y="117"/>
                </a:lnTo>
                <a:lnTo>
                  <a:pt x="97" y="85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4" name="Freeform 10">
            <a:extLst>
              <a:ext uri="{FF2B5EF4-FFF2-40B4-BE49-F238E27FC236}">
                <a16:creationId xmlns:a16="http://schemas.microsoft.com/office/drawing/2014/main" id="{5445314C-D05A-4509-AA9B-6BA6F8101DC6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330805"/>
            <a:ext cx="147042" cy="177359"/>
          </a:xfrm>
          <a:custGeom>
            <a:avLst/>
            <a:gdLst>
              <a:gd name="T0" fmla="*/ 0 w 97"/>
              <a:gd name="T1" fmla="*/ 0 h 117"/>
              <a:gd name="T2" fmla="*/ 3 w 97"/>
              <a:gd name="T3" fmla="*/ 24 h 117"/>
              <a:gd name="T4" fmla="*/ 3 w 97"/>
              <a:gd name="T5" fmla="*/ 26 h 117"/>
              <a:gd name="T6" fmla="*/ 6 w 97"/>
              <a:gd name="T7" fmla="*/ 40 h 117"/>
              <a:gd name="T8" fmla="*/ 94 w 97"/>
              <a:gd name="T9" fmla="*/ 117 h 117"/>
              <a:gd name="T10" fmla="*/ 97 w 97"/>
              <a:gd name="T11" fmla="*/ 85 h 117"/>
              <a:gd name="T12" fmla="*/ 0 w 97"/>
              <a:gd name="T13" fmla="*/ 0 h 117"/>
              <a:gd name="T14" fmla="*/ 0 w 97"/>
              <a:gd name="T15" fmla="*/ 0 h 117"/>
              <a:gd name="T16" fmla="*/ 0 w 97"/>
              <a:gd name="T17" fmla="*/ 0 h 117"/>
              <a:gd name="T18" fmla="*/ 0 w 97"/>
              <a:gd name="T19" fmla="*/ 0 h 117"/>
              <a:gd name="T20" fmla="*/ 0 w 97"/>
              <a:gd name="T21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" h="117">
                <a:moveTo>
                  <a:pt x="0" y="0"/>
                </a:moveTo>
                <a:lnTo>
                  <a:pt x="3" y="24"/>
                </a:lnTo>
                <a:lnTo>
                  <a:pt x="3" y="26"/>
                </a:lnTo>
                <a:lnTo>
                  <a:pt x="6" y="40"/>
                </a:lnTo>
                <a:lnTo>
                  <a:pt x="94" y="117"/>
                </a:lnTo>
                <a:lnTo>
                  <a:pt x="97" y="85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5" name="Freeform 11">
            <a:extLst>
              <a:ext uri="{FF2B5EF4-FFF2-40B4-BE49-F238E27FC236}">
                <a16:creationId xmlns:a16="http://schemas.microsoft.com/office/drawing/2014/main" id="{B2D6D74E-D9B3-4905-A30C-A66FE63BA983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330805"/>
            <a:ext cx="147042" cy="128851"/>
          </a:xfrm>
          <a:custGeom>
            <a:avLst/>
            <a:gdLst>
              <a:gd name="T0" fmla="*/ 0 w 97"/>
              <a:gd name="T1" fmla="*/ 0 h 85"/>
              <a:gd name="T2" fmla="*/ 0 w 97"/>
              <a:gd name="T3" fmla="*/ 0 h 85"/>
              <a:gd name="T4" fmla="*/ 97 w 97"/>
              <a:gd name="T5" fmla="*/ 85 h 85"/>
              <a:gd name="T6" fmla="*/ 97 w 97"/>
              <a:gd name="T7" fmla="*/ 83 h 85"/>
              <a:gd name="T8" fmla="*/ 0 w 97"/>
              <a:gd name="T9" fmla="*/ 0 h 85"/>
              <a:gd name="T10" fmla="*/ 0 w 97"/>
              <a:gd name="T11" fmla="*/ 0 h 85"/>
              <a:gd name="T12" fmla="*/ 3 w 97"/>
              <a:gd name="T13" fmla="*/ 24 h 85"/>
              <a:gd name="T14" fmla="*/ 0 w 97"/>
              <a:gd name="T15" fmla="*/ 0 h 85"/>
              <a:gd name="T16" fmla="*/ 0 w 97"/>
              <a:gd name="T17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85">
                <a:moveTo>
                  <a:pt x="0" y="0"/>
                </a:moveTo>
                <a:lnTo>
                  <a:pt x="0" y="0"/>
                </a:lnTo>
                <a:lnTo>
                  <a:pt x="97" y="85"/>
                </a:lnTo>
                <a:lnTo>
                  <a:pt x="97" y="83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3" y="24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6" name="Freeform 12">
            <a:extLst>
              <a:ext uri="{FF2B5EF4-FFF2-40B4-BE49-F238E27FC236}">
                <a16:creationId xmlns:a16="http://schemas.microsoft.com/office/drawing/2014/main" id="{43D01F7A-59ED-4947-839A-7BB45586B983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330805"/>
            <a:ext cx="147042" cy="128851"/>
          </a:xfrm>
          <a:custGeom>
            <a:avLst/>
            <a:gdLst>
              <a:gd name="T0" fmla="*/ 0 w 97"/>
              <a:gd name="T1" fmla="*/ 0 h 85"/>
              <a:gd name="T2" fmla="*/ 0 w 97"/>
              <a:gd name="T3" fmla="*/ 0 h 85"/>
              <a:gd name="T4" fmla="*/ 97 w 97"/>
              <a:gd name="T5" fmla="*/ 85 h 85"/>
              <a:gd name="T6" fmla="*/ 97 w 97"/>
              <a:gd name="T7" fmla="*/ 83 h 85"/>
              <a:gd name="T8" fmla="*/ 0 w 97"/>
              <a:gd name="T9" fmla="*/ 0 h 85"/>
              <a:gd name="T10" fmla="*/ 0 w 97"/>
              <a:gd name="T11" fmla="*/ 0 h 85"/>
              <a:gd name="T12" fmla="*/ 3 w 97"/>
              <a:gd name="T13" fmla="*/ 24 h 85"/>
              <a:gd name="T14" fmla="*/ 0 w 97"/>
              <a:gd name="T15" fmla="*/ 0 h 85"/>
              <a:gd name="T16" fmla="*/ 0 w 97"/>
              <a:gd name="T17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85">
                <a:moveTo>
                  <a:pt x="0" y="0"/>
                </a:moveTo>
                <a:lnTo>
                  <a:pt x="0" y="0"/>
                </a:lnTo>
                <a:lnTo>
                  <a:pt x="97" y="85"/>
                </a:lnTo>
                <a:lnTo>
                  <a:pt x="97" y="83"/>
                </a:lnTo>
                <a:lnTo>
                  <a:pt x="0" y="0"/>
                </a:lnTo>
                <a:moveTo>
                  <a:pt x="0" y="0"/>
                </a:moveTo>
                <a:lnTo>
                  <a:pt x="3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7" name="Freeform 13">
            <a:extLst>
              <a:ext uri="{FF2B5EF4-FFF2-40B4-BE49-F238E27FC236}">
                <a16:creationId xmlns:a16="http://schemas.microsoft.com/office/drawing/2014/main" id="{1BFF3D73-725D-4C21-9C3C-61B92EC461CE}"/>
              </a:ext>
            </a:extLst>
          </p:cNvPr>
          <p:cNvSpPr>
            <a:spLocks/>
          </p:cNvSpPr>
          <p:nvPr/>
        </p:nvSpPr>
        <p:spPr bwMode="auto">
          <a:xfrm>
            <a:off x="8564232" y="391440"/>
            <a:ext cx="133398" cy="166748"/>
          </a:xfrm>
          <a:custGeom>
            <a:avLst/>
            <a:gdLst>
              <a:gd name="T0" fmla="*/ 0 w 88"/>
              <a:gd name="T1" fmla="*/ 0 h 110"/>
              <a:gd name="T2" fmla="*/ 0 w 88"/>
              <a:gd name="T3" fmla="*/ 5 h 110"/>
              <a:gd name="T4" fmla="*/ 5 w 88"/>
              <a:gd name="T5" fmla="*/ 40 h 110"/>
              <a:gd name="T6" fmla="*/ 83 w 88"/>
              <a:gd name="T7" fmla="*/ 110 h 110"/>
              <a:gd name="T8" fmla="*/ 88 w 88"/>
              <a:gd name="T9" fmla="*/ 77 h 110"/>
              <a:gd name="T10" fmla="*/ 0 w 88"/>
              <a:gd name="T11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8" h="110">
                <a:moveTo>
                  <a:pt x="0" y="0"/>
                </a:moveTo>
                <a:lnTo>
                  <a:pt x="0" y="5"/>
                </a:lnTo>
                <a:lnTo>
                  <a:pt x="5" y="40"/>
                </a:lnTo>
                <a:lnTo>
                  <a:pt x="83" y="110"/>
                </a:lnTo>
                <a:lnTo>
                  <a:pt x="88" y="7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8" name="Freeform 14">
            <a:extLst>
              <a:ext uri="{FF2B5EF4-FFF2-40B4-BE49-F238E27FC236}">
                <a16:creationId xmlns:a16="http://schemas.microsoft.com/office/drawing/2014/main" id="{42CD2AAC-3F96-4984-91B1-688849747A72}"/>
              </a:ext>
            </a:extLst>
          </p:cNvPr>
          <p:cNvSpPr>
            <a:spLocks/>
          </p:cNvSpPr>
          <p:nvPr/>
        </p:nvSpPr>
        <p:spPr bwMode="auto">
          <a:xfrm>
            <a:off x="8564232" y="391440"/>
            <a:ext cx="133398" cy="166748"/>
          </a:xfrm>
          <a:custGeom>
            <a:avLst/>
            <a:gdLst>
              <a:gd name="T0" fmla="*/ 0 w 88"/>
              <a:gd name="T1" fmla="*/ 0 h 110"/>
              <a:gd name="T2" fmla="*/ 0 w 88"/>
              <a:gd name="T3" fmla="*/ 5 h 110"/>
              <a:gd name="T4" fmla="*/ 5 w 88"/>
              <a:gd name="T5" fmla="*/ 40 h 110"/>
              <a:gd name="T6" fmla="*/ 83 w 88"/>
              <a:gd name="T7" fmla="*/ 110 h 110"/>
              <a:gd name="T8" fmla="*/ 88 w 88"/>
              <a:gd name="T9" fmla="*/ 77 h 110"/>
              <a:gd name="T10" fmla="*/ 0 w 88"/>
              <a:gd name="T11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8" h="110">
                <a:moveTo>
                  <a:pt x="0" y="0"/>
                </a:moveTo>
                <a:lnTo>
                  <a:pt x="0" y="5"/>
                </a:lnTo>
                <a:lnTo>
                  <a:pt x="5" y="40"/>
                </a:lnTo>
                <a:lnTo>
                  <a:pt x="83" y="110"/>
                </a:lnTo>
                <a:lnTo>
                  <a:pt x="88" y="77"/>
                </a:lnTo>
                <a:lnTo>
                  <a:pt x="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59" name="Freeform 15">
            <a:extLst>
              <a:ext uri="{FF2B5EF4-FFF2-40B4-BE49-F238E27FC236}">
                <a16:creationId xmlns:a16="http://schemas.microsoft.com/office/drawing/2014/main" id="{D1D20E1F-A9BD-441D-969E-8BA5D575B017}"/>
              </a:ext>
            </a:extLst>
          </p:cNvPr>
          <p:cNvSpPr>
            <a:spLocks/>
          </p:cNvSpPr>
          <p:nvPr/>
        </p:nvSpPr>
        <p:spPr bwMode="auto">
          <a:xfrm>
            <a:off x="8559685" y="367186"/>
            <a:ext cx="0" cy="3032"/>
          </a:xfrm>
          <a:custGeom>
            <a:avLst/>
            <a:gdLst>
              <a:gd name="T0" fmla="*/ 2 h 2"/>
              <a:gd name="T1" fmla="*/ 0 h 2"/>
              <a:gd name="T2" fmla="*/ 2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0" name="Rectangle 16">
            <a:extLst>
              <a:ext uri="{FF2B5EF4-FFF2-40B4-BE49-F238E27FC236}">
                <a16:creationId xmlns:a16="http://schemas.microsoft.com/office/drawing/2014/main" id="{FD109339-F7DE-441A-B42C-E5B64B934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9978" y="232272"/>
            <a:ext cx="194034" cy="3335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1" name="Rectangle 17">
            <a:extLst>
              <a:ext uri="{FF2B5EF4-FFF2-40B4-BE49-F238E27FC236}">
                <a16:creationId xmlns:a16="http://schemas.microsoft.com/office/drawing/2014/main" id="{ECD3B9E1-AA28-4E10-9049-BCE06305C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2105" y="212565"/>
            <a:ext cx="169780" cy="36381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2" name="Freeform 18">
            <a:extLst>
              <a:ext uri="{FF2B5EF4-FFF2-40B4-BE49-F238E27FC236}">
                <a16:creationId xmlns:a16="http://schemas.microsoft.com/office/drawing/2014/main" id="{DACE05D0-E0AF-446E-BAC8-57E1311331CA}"/>
              </a:ext>
            </a:extLst>
          </p:cNvPr>
          <p:cNvSpPr>
            <a:spLocks/>
          </p:cNvSpPr>
          <p:nvPr/>
        </p:nvSpPr>
        <p:spPr bwMode="auto">
          <a:xfrm>
            <a:off x="9296408" y="159509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3" name="Freeform 19">
            <a:extLst>
              <a:ext uri="{FF2B5EF4-FFF2-40B4-BE49-F238E27FC236}">
                <a16:creationId xmlns:a16="http://schemas.microsoft.com/office/drawing/2014/main" id="{97AAB659-E113-498A-96C5-A5BBB2B530E0}"/>
              </a:ext>
            </a:extLst>
          </p:cNvPr>
          <p:cNvSpPr>
            <a:spLocks/>
          </p:cNvSpPr>
          <p:nvPr/>
        </p:nvSpPr>
        <p:spPr bwMode="auto">
          <a:xfrm>
            <a:off x="9332789" y="159509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7 w 7"/>
              <a:gd name="T13" fmla="*/ 6 h 7"/>
              <a:gd name="T14" fmla="*/ 7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4" name="Freeform 20">
            <a:extLst>
              <a:ext uri="{FF2B5EF4-FFF2-40B4-BE49-F238E27FC236}">
                <a16:creationId xmlns:a16="http://schemas.microsoft.com/office/drawing/2014/main" id="{728AC67E-FE16-4993-8F84-E672BB6834AB}"/>
              </a:ext>
            </a:extLst>
          </p:cNvPr>
          <p:cNvSpPr>
            <a:spLocks/>
          </p:cNvSpPr>
          <p:nvPr/>
        </p:nvSpPr>
        <p:spPr bwMode="auto">
          <a:xfrm>
            <a:off x="9296408" y="192858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5" name="Freeform 21">
            <a:extLst>
              <a:ext uri="{FF2B5EF4-FFF2-40B4-BE49-F238E27FC236}">
                <a16:creationId xmlns:a16="http://schemas.microsoft.com/office/drawing/2014/main" id="{B6E1A7E5-0CD8-4973-829A-188B95A045FD}"/>
              </a:ext>
            </a:extLst>
          </p:cNvPr>
          <p:cNvSpPr>
            <a:spLocks/>
          </p:cNvSpPr>
          <p:nvPr/>
        </p:nvSpPr>
        <p:spPr bwMode="auto">
          <a:xfrm>
            <a:off x="9332789" y="192858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7 w 7"/>
              <a:gd name="T13" fmla="*/ 6 h 7"/>
              <a:gd name="T14" fmla="*/ 7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6" name="Freeform 22">
            <a:extLst>
              <a:ext uri="{FF2B5EF4-FFF2-40B4-BE49-F238E27FC236}">
                <a16:creationId xmlns:a16="http://schemas.microsoft.com/office/drawing/2014/main" id="{F6CFE762-60A8-4FC1-9433-AA02FD089DA6}"/>
              </a:ext>
            </a:extLst>
          </p:cNvPr>
          <p:cNvSpPr>
            <a:spLocks/>
          </p:cNvSpPr>
          <p:nvPr/>
        </p:nvSpPr>
        <p:spPr bwMode="auto">
          <a:xfrm>
            <a:off x="9296408" y="224692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2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2"/>
                  <a:pt x="0" y="2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7" name="Freeform 23">
            <a:extLst>
              <a:ext uri="{FF2B5EF4-FFF2-40B4-BE49-F238E27FC236}">
                <a16:creationId xmlns:a16="http://schemas.microsoft.com/office/drawing/2014/main" id="{280333C8-7E46-4896-B01E-F291DA8869E8}"/>
              </a:ext>
            </a:extLst>
          </p:cNvPr>
          <p:cNvSpPr>
            <a:spLocks/>
          </p:cNvSpPr>
          <p:nvPr/>
        </p:nvSpPr>
        <p:spPr bwMode="auto">
          <a:xfrm>
            <a:off x="9332789" y="224692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2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7 w 7"/>
              <a:gd name="T13" fmla="*/ 6 h 7"/>
              <a:gd name="T14" fmla="*/ 7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2"/>
                  <a:pt x="0" y="2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8" name="Freeform 24">
            <a:extLst>
              <a:ext uri="{FF2B5EF4-FFF2-40B4-BE49-F238E27FC236}">
                <a16:creationId xmlns:a16="http://schemas.microsoft.com/office/drawing/2014/main" id="{1A9E86AB-E0AB-4C3F-891D-FA0DC2D35B86}"/>
              </a:ext>
            </a:extLst>
          </p:cNvPr>
          <p:cNvSpPr>
            <a:spLocks/>
          </p:cNvSpPr>
          <p:nvPr/>
        </p:nvSpPr>
        <p:spPr bwMode="auto">
          <a:xfrm>
            <a:off x="9296408" y="261074"/>
            <a:ext cx="28802" cy="24254"/>
          </a:xfrm>
          <a:custGeom>
            <a:avLst/>
            <a:gdLst>
              <a:gd name="T0" fmla="*/ 6 w 7"/>
              <a:gd name="T1" fmla="*/ 0 h 6"/>
              <a:gd name="T2" fmla="*/ 1 w 7"/>
              <a:gd name="T3" fmla="*/ 0 h 6"/>
              <a:gd name="T4" fmla="*/ 0 w 7"/>
              <a:gd name="T5" fmla="*/ 1 h 6"/>
              <a:gd name="T6" fmla="*/ 0 w 7"/>
              <a:gd name="T7" fmla="*/ 5 h 6"/>
              <a:gd name="T8" fmla="*/ 1 w 7"/>
              <a:gd name="T9" fmla="*/ 6 h 6"/>
              <a:gd name="T10" fmla="*/ 6 w 7"/>
              <a:gd name="T11" fmla="*/ 6 h 6"/>
              <a:gd name="T12" fmla="*/ 6 w 7"/>
              <a:gd name="T13" fmla="*/ 5 h 6"/>
              <a:gd name="T14" fmla="*/ 6 w 7"/>
              <a:gd name="T15" fmla="*/ 1 h 6"/>
              <a:gd name="T16" fmla="*/ 6 w 7"/>
              <a:gd name="T1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6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1" y="6"/>
                </a:cubicBezTo>
                <a:cubicBezTo>
                  <a:pt x="2" y="6"/>
                  <a:pt x="5" y="6"/>
                  <a:pt x="6" y="6"/>
                </a:cubicBezTo>
                <a:cubicBezTo>
                  <a:pt x="7" y="6"/>
                  <a:pt x="6" y="5"/>
                  <a:pt x="6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69" name="Freeform 25">
            <a:extLst>
              <a:ext uri="{FF2B5EF4-FFF2-40B4-BE49-F238E27FC236}">
                <a16:creationId xmlns:a16="http://schemas.microsoft.com/office/drawing/2014/main" id="{D80B0EE4-8523-4420-9FB1-1C78E6491827}"/>
              </a:ext>
            </a:extLst>
          </p:cNvPr>
          <p:cNvSpPr>
            <a:spLocks/>
          </p:cNvSpPr>
          <p:nvPr/>
        </p:nvSpPr>
        <p:spPr bwMode="auto">
          <a:xfrm>
            <a:off x="9332789" y="261074"/>
            <a:ext cx="28802" cy="24254"/>
          </a:xfrm>
          <a:custGeom>
            <a:avLst/>
            <a:gdLst>
              <a:gd name="T0" fmla="*/ 6 w 7"/>
              <a:gd name="T1" fmla="*/ 0 h 6"/>
              <a:gd name="T2" fmla="*/ 1 w 7"/>
              <a:gd name="T3" fmla="*/ 0 h 6"/>
              <a:gd name="T4" fmla="*/ 0 w 7"/>
              <a:gd name="T5" fmla="*/ 1 h 6"/>
              <a:gd name="T6" fmla="*/ 0 w 7"/>
              <a:gd name="T7" fmla="*/ 5 h 6"/>
              <a:gd name="T8" fmla="*/ 1 w 7"/>
              <a:gd name="T9" fmla="*/ 6 h 6"/>
              <a:gd name="T10" fmla="*/ 6 w 7"/>
              <a:gd name="T11" fmla="*/ 6 h 6"/>
              <a:gd name="T12" fmla="*/ 7 w 7"/>
              <a:gd name="T13" fmla="*/ 5 h 6"/>
              <a:gd name="T14" fmla="*/ 7 w 7"/>
              <a:gd name="T15" fmla="*/ 1 h 6"/>
              <a:gd name="T16" fmla="*/ 6 w 7"/>
              <a:gd name="T1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6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1" y="6"/>
                </a:cubicBezTo>
                <a:cubicBezTo>
                  <a:pt x="2" y="6"/>
                  <a:pt x="5" y="6"/>
                  <a:pt x="6" y="6"/>
                </a:cubicBezTo>
                <a:cubicBezTo>
                  <a:pt x="7" y="6"/>
                  <a:pt x="7" y="5"/>
                  <a:pt x="7" y="5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0" name="Freeform 26">
            <a:extLst>
              <a:ext uri="{FF2B5EF4-FFF2-40B4-BE49-F238E27FC236}">
                <a16:creationId xmlns:a16="http://schemas.microsoft.com/office/drawing/2014/main" id="{0B31C4C5-C0D4-48EC-8862-83BA7550276D}"/>
              </a:ext>
            </a:extLst>
          </p:cNvPr>
          <p:cNvSpPr>
            <a:spLocks/>
          </p:cNvSpPr>
          <p:nvPr/>
        </p:nvSpPr>
        <p:spPr bwMode="auto">
          <a:xfrm>
            <a:off x="9369171" y="192858"/>
            <a:ext cx="24254" cy="27286"/>
          </a:xfrm>
          <a:custGeom>
            <a:avLst/>
            <a:gdLst>
              <a:gd name="T0" fmla="*/ 5 w 6"/>
              <a:gd name="T1" fmla="*/ 0 h 7"/>
              <a:gd name="T2" fmla="*/ 1 w 6"/>
              <a:gd name="T3" fmla="*/ 0 h 7"/>
              <a:gd name="T4" fmla="*/ 0 w 6"/>
              <a:gd name="T5" fmla="*/ 1 h 7"/>
              <a:gd name="T6" fmla="*/ 0 w 6"/>
              <a:gd name="T7" fmla="*/ 6 h 7"/>
              <a:gd name="T8" fmla="*/ 1 w 6"/>
              <a:gd name="T9" fmla="*/ 7 h 7"/>
              <a:gd name="T10" fmla="*/ 5 w 6"/>
              <a:gd name="T11" fmla="*/ 7 h 7"/>
              <a:gd name="T12" fmla="*/ 6 w 6"/>
              <a:gd name="T13" fmla="*/ 6 h 7"/>
              <a:gd name="T14" fmla="*/ 6 w 6"/>
              <a:gd name="T15" fmla="*/ 1 h 7"/>
              <a:gd name="T16" fmla="*/ 5 w 6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5" y="0"/>
                </a:moveTo>
                <a:cubicBezTo>
                  <a:pt x="4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1" y="7"/>
                  <a:pt x="4" y="7"/>
                  <a:pt x="5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1" name="Freeform 27">
            <a:extLst>
              <a:ext uri="{FF2B5EF4-FFF2-40B4-BE49-F238E27FC236}">
                <a16:creationId xmlns:a16="http://schemas.microsoft.com/office/drawing/2014/main" id="{512FDB2A-2DB4-4BF8-9AD2-FCE86D58DC44}"/>
              </a:ext>
            </a:extLst>
          </p:cNvPr>
          <p:cNvSpPr>
            <a:spLocks/>
          </p:cNvSpPr>
          <p:nvPr/>
        </p:nvSpPr>
        <p:spPr bwMode="auto">
          <a:xfrm>
            <a:off x="9369171" y="229240"/>
            <a:ext cx="24254" cy="24254"/>
          </a:xfrm>
          <a:custGeom>
            <a:avLst/>
            <a:gdLst>
              <a:gd name="T0" fmla="*/ 5 w 6"/>
              <a:gd name="T1" fmla="*/ 0 h 6"/>
              <a:gd name="T2" fmla="*/ 1 w 6"/>
              <a:gd name="T3" fmla="*/ 0 h 6"/>
              <a:gd name="T4" fmla="*/ 0 w 6"/>
              <a:gd name="T5" fmla="*/ 1 h 6"/>
              <a:gd name="T6" fmla="*/ 0 w 6"/>
              <a:gd name="T7" fmla="*/ 5 h 6"/>
              <a:gd name="T8" fmla="*/ 1 w 6"/>
              <a:gd name="T9" fmla="*/ 6 h 6"/>
              <a:gd name="T10" fmla="*/ 5 w 6"/>
              <a:gd name="T11" fmla="*/ 6 h 6"/>
              <a:gd name="T12" fmla="*/ 6 w 6"/>
              <a:gd name="T13" fmla="*/ 5 h 6"/>
              <a:gd name="T14" fmla="*/ 6 w 6"/>
              <a:gd name="T15" fmla="*/ 1 h 6"/>
              <a:gd name="T16" fmla="*/ 5 w 6"/>
              <a:gd name="T1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5" y="0"/>
                </a:moveTo>
                <a:cubicBezTo>
                  <a:pt x="4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1" y="6"/>
                </a:cubicBezTo>
                <a:cubicBezTo>
                  <a:pt x="1" y="6"/>
                  <a:pt x="4" y="6"/>
                  <a:pt x="5" y="6"/>
                </a:cubicBezTo>
                <a:cubicBezTo>
                  <a:pt x="6" y="6"/>
                  <a:pt x="6" y="5"/>
                  <a:pt x="6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2" name="Freeform 28">
            <a:extLst>
              <a:ext uri="{FF2B5EF4-FFF2-40B4-BE49-F238E27FC236}">
                <a16:creationId xmlns:a16="http://schemas.microsoft.com/office/drawing/2014/main" id="{88F57072-66D3-4062-BF3D-E63B74E9EA6C}"/>
              </a:ext>
            </a:extLst>
          </p:cNvPr>
          <p:cNvSpPr>
            <a:spLocks/>
          </p:cNvSpPr>
          <p:nvPr/>
        </p:nvSpPr>
        <p:spPr bwMode="auto">
          <a:xfrm>
            <a:off x="9369171" y="261074"/>
            <a:ext cx="24254" cy="24254"/>
          </a:xfrm>
          <a:custGeom>
            <a:avLst/>
            <a:gdLst>
              <a:gd name="T0" fmla="*/ 5 w 6"/>
              <a:gd name="T1" fmla="*/ 0 h 6"/>
              <a:gd name="T2" fmla="*/ 1 w 6"/>
              <a:gd name="T3" fmla="*/ 0 h 6"/>
              <a:gd name="T4" fmla="*/ 0 w 6"/>
              <a:gd name="T5" fmla="*/ 1 h 6"/>
              <a:gd name="T6" fmla="*/ 0 w 6"/>
              <a:gd name="T7" fmla="*/ 5 h 6"/>
              <a:gd name="T8" fmla="*/ 1 w 6"/>
              <a:gd name="T9" fmla="*/ 6 h 6"/>
              <a:gd name="T10" fmla="*/ 5 w 6"/>
              <a:gd name="T11" fmla="*/ 6 h 6"/>
              <a:gd name="T12" fmla="*/ 6 w 6"/>
              <a:gd name="T13" fmla="*/ 5 h 6"/>
              <a:gd name="T14" fmla="*/ 6 w 6"/>
              <a:gd name="T15" fmla="*/ 1 h 6"/>
              <a:gd name="T16" fmla="*/ 5 w 6"/>
              <a:gd name="T1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5" y="0"/>
                </a:moveTo>
                <a:cubicBezTo>
                  <a:pt x="4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1" y="6"/>
                </a:cubicBezTo>
                <a:cubicBezTo>
                  <a:pt x="1" y="6"/>
                  <a:pt x="4" y="6"/>
                  <a:pt x="5" y="6"/>
                </a:cubicBezTo>
                <a:cubicBezTo>
                  <a:pt x="6" y="6"/>
                  <a:pt x="6" y="5"/>
                  <a:pt x="6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3" name="Freeform 29">
            <a:extLst>
              <a:ext uri="{FF2B5EF4-FFF2-40B4-BE49-F238E27FC236}">
                <a16:creationId xmlns:a16="http://schemas.microsoft.com/office/drawing/2014/main" id="{E81009A1-35F9-4C53-A1B3-4E7EEA82057F}"/>
              </a:ext>
            </a:extLst>
          </p:cNvPr>
          <p:cNvSpPr>
            <a:spLocks/>
          </p:cNvSpPr>
          <p:nvPr/>
        </p:nvSpPr>
        <p:spPr bwMode="auto">
          <a:xfrm>
            <a:off x="9369171" y="294423"/>
            <a:ext cx="24254" cy="27286"/>
          </a:xfrm>
          <a:custGeom>
            <a:avLst/>
            <a:gdLst>
              <a:gd name="T0" fmla="*/ 5 w 6"/>
              <a:gd name="T1" fmla="*/ 0 h 7"/>
              <a:gd name="T2" fmla="*/ 1 w 6"/>
              <a:gd name="T3" fmla="*/ 0 h 7"/>
              <a:gd name="T4" fmla="*/ 0 w 6"/>
              <a:gd name="T5" fmla="*/ 1 h 7"/>
              <a:gd name="T6" fmla="*/ 0 w 6"/>
              <a:gd name="T7" fmla="*/ 6 h 7"/>
              <a:gd name="T8" fmla="*/ 1 w 6"/>
              <a:gd name="T9" fmla="*/ 7 h 7"/>
              <a:gd name="T10" fmla="*/ 5 w 6"/>
              <a:gd name="T11" fmla="*/ 7 h 7"/>
              <a:gd name="T12" fmla="*/ 6 w 6"/>
              <a:gd name="T13" fmla="*/ 6 h 7"/>
              <a:gd name="T14" fmla="*/ 6 w 6"/>
              <a:gd name="T15" fmla="*/ 1 h 7"/>
              <a:gd name="T16" fmla="*/ 5 w 6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5" y="0"/>
                </a:moveTo>
                <a:cubicBezTo>
                  <a:pt x="4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1" y="7"/>
                  <a:pt x="4" y="7"/>
                  <a:pt x="5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5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4" name="Freeform 30">
            <a:extLst>
              <a:ext uri="{FF2B5EF4-FFF2-40B4-BE49-F238E27FC236}">
                <a16:creationId xmlns:a16="http://schemas.microsoft.com/office/drawing/2014/main" id="{8A1EBEAA-C03B-4294-826F-B50207494694}"/>
              </a:ext>
            </a:extLst>
          </p:cNvPr>
          <p:cNvSpPr>
            <a:spLocks/>
          </p:cNvSpPr>
          <p:nvPr/>
        </p:nvSpPr>
        <p:spPr bwMode="auto">
          <a:xfrm>
            <a:off x="9260027" y="192858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5" name="Freeform 31">
            <a:extLst>
              <a:ext uri="{FF2B5EF4-FFF2-40B4-BE49-F238E27FC236}">
                <a16:creationId xmlns:a16="http://schemas.microsoft.com/office/drawing/2014/main" id="{461F0EDB-CC21-40BB-8E29-E00AD4BA3DA5}"/>
              </a:ext>
            </a:extLst>
          </p:cNvPr>
          <p:cNvSpPr>
            <a:spLocks/>
          </p:cNvSpPr>
          <p:nvPr/>
        </p:nvSpPr>
        <p:spPr bwMode="auto">
          <a:xfrm>
            <a:off x="9260027" y="229240"/>
            <a:ext cx="28802" cy="24254"/>
          </a:xfrm>
          <a:custGeom>
            <a:avLst/>
            <a:gdLst>
              <a:gd name="T0" fmla="*/ 6 w 7"/>
              <a:gd name="T1" fmla="*/ 0 h 6"/>
              <a:gd name="T2" fmla="*/ 1 w 7"/>
              <a:gd name="T3" fmla="*/ 0 h 6"/>
              <a:gd name="T4" fmla="*/ 0 w 7"/>
              <a:gd name="T5" fmla="*/ 1 h 6"/>
              <a:gd name="T6" fmla="*/ 0 w 7"/>
              <a:gd name="T7" fmla="*/ 5 h 6"/>
              <a:gd name="T8" fmla="*/ 1 w 7"/>
              <a:gd name="T9" fmla="*/ 6 h 6"/>
              <a:gd name="T10" fmla="*/ 6 w 7"/>
              <a:gd name="T11" fmla="*/ 6 h 6"/>
              <a:gd name="T12" fmla="*/ 6 w 7"/>
              <a:gd name="T13" fmla="*/ 5 h 6"/>
              <a:gd name="T14" fmla="*/ 6 w 7"/>
              <a:gd name="T15" fmla="*/ 1 h 6"/>
              <a:gd name="T16" fmla="*/ 6 w 7"/>
              <a:gd name="T1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6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1" y="6"/>
                </a:cubicBezTo>
                <a:cubicBezTo>
                  <a:pt x="2" y="6"/>
                  <a:pt x="5" y="6"/>
                  <a:pt x="6" y="6"/>
                </a:cubicBezTo>
                <a:cubicBezTo>
                  <a:pt x="7" y="6"/>
                  <a:pt x="6" y="5"/>
                  <a:pt x="6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6" name="Freeform 32">
            <a:extLst>
              <a:ext uri="{FF2B5EF4-FFF2-40B4-BE49-F238E27FC236}">
                <a16:creationId xmlns:a16="http://schemas.microsoft.com/office/drawing/2014/main" id="{45D428AD-0E30-4693-8091-AA6F138F3764}"/>
              </a:ext>
            </a:extLst>
          </p:cNvPr>
          <p:cNvSpPr>
            <a:spLocks/>
          </p:cNvSpPr>
          <p:nvPr/>
        </p:nvSpPr>
        <p:spPr bwMode="auto">
          <a:xfrm>
            <a:off x="9260027" y="261074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5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7" name="Freeform 33">
            <a:extLst>
              <a:ext uri="{FF2B5EF4-FFF2-40B4-BE49-F238E27FC236}">
                <a16:creationId xmlns:a16="http://schemas.microsoft.com/office/drawing/2014/main" id="{40B87B4B-B2AD-4018-B1E7-D93E8DDEC745}"/>
              </a:ext>
            </a:extLst>
          </p:cNvPr>
          <p:cNvSpPr>
            <a:spLocks/>
          </p:cNvSpPr>
          <p:nvPr/>
        </p:nvSpPr>
        <p:spPr bwMode="auto">
          <a:xfrm>
            <a:off x="9260027" y="294423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8" name="Freeform 34">
            <a:extLst>
              <a:ext uri="{FF2B5EF4-FFF2-40B4-BE49-F238E27FC236}">
                <a16:creationId xmlns:a16="http://schemas.microsoft.com/office/drawing/2014/main" id="{BA9CE5A2-BEEA-44AA-81C5-982166BADD30}"/>
              </a:ext>
            </a:extLst>
          </p:cNvPr>
          <p:cNvSpPr>
            <a:spLocks/>
          </p:cNvSpPr>
          <p:nvPr/>
        </p:nvSpPr>
        <p:spPr bwMode="auto">
          <a:xfrm>
            <a:off x="9296408" y="294423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79" name="Freeform 35">
            <a:extLst>
              <a:ext uri="{FF2B5EF4-FFF2-40B4-BE49-F238E27FC236}">
                <a16:creationId xmlns:a16="http://schemas.microsoft.com/office/drawing/2014/main" id="{07DFA593-C704-46D8-B7D6-0E0841A8A756}"/>
              </a:ext>
            </a:extLst>
          </p:cNvPr>
          <p:cNvSpPr>
            <a:spLocks/>
          </p:cNvSpPr>
          <p:nvPr/>
        </p:nvSpPr>
        <p:spPr bwMode="auto">
          <a:xfrm>
            <a:off x="9332789" y="294423"/>
            <a:ext cx="28802" cy="27286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1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7 w 7"/>
              <a:gd name="T13" fmla="*/ 6 h 7"/>
              <a:gd name="T14" fmla="*/ 7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0" name="Freeform 36">
            <a:extLst>
              <a:ext uri="{FF2B5EF4-FFF2-40B4-BE49-F238E27FC236}">
                <a16:creationId xmlns:a16="http://schemas.microsoft.com/office/drawing/2014/main" id="{B335452C-DB56-4F91-827A-7AC1DEFFD22F}"/>
              </a:ext>
            </a:extLst>
          </p:cNvPr>
          <p:cNvSpPr>
            <a:spLocks/>
          </p:cNvSpPr>
          <p:nvPr/>
        </p:nvSpPr>
        <p:spPr bwMode="auto">
          <a:xfrm>
            <a:off x="9296408" y="326257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2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6 w 7"/>
              <a:gd name="T13" fmla="*/ 6 h 7"/>
              <a:gd name="T14" fmla="*/ 6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2"/>
                  <a:pt x="0" y="2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1" name="Freeform 37">
            <a:extLst>
              <a:ext uri="{FF2B5EF4-FFF2-40B4-BE49-F238E27FC236}">
                <a16:creationId xmlns:a16="http://schemas.microsoft.com/office/drawing/2014/main" id="{1DBF28DA-F36B-45AD-BD32-0B9D880C627A}"/>
              </a:ext>
            </a:extLst>
          </p:cNvPr>
          <p:cNvSpPr>
            <a:spLocks/>
          </p:cNvSpPr>
          <p:nvPr/>
        </p:nvSpPr>
        <p:spPr bwMode="auto">
          <a:xfrm>
            <a:off x="9332789" y="326257"/>
            <a:ext cx="28802" cy="28802"/>
          </a:xfrm>
          <a:custGeom>
            <a:avLst/>
            <a:gdLst>
              <a:gd name="T0" fmla="*/ 6 w 7"/>
              <a:gd name="T1" fmla="*/ 0 h 7"/>
              <a:gd name="T2" fmla="*/ 1 w 7"/>
              <a:gd name="T3" fmla="*/ 0 h 7"/>
              <a:gd name="T4" fmla="*/ 0 w 7"/>
              <a:gd name="T5" fmla="*/ 2 h 7"/>
              <a:gd name="T6" fmla="*/ 0 w 7"/>
              <a:gd name="T7" fmla="*/ 6 h 7"/>
              <a:gd name="T8" fmla="*/ 1 w 7"/>
              <a:gd name="T9" fmla="*/ 7 h 7"/>
              <a:gd name="T10" fmla="*/ 6 w 7"/>
              <a:gd name="T11" fmla="*/ 7 h 7"/>
              <a:gd name="T12" fmla="*/ 7 w 7"/>
              <a:gd name="T13" fmla="*/ 6 h 7"/>
              <a:gd name="T14" fmla="*/ 7 w 7"/>
              <a:gd name="T15" fmla="*/ 1 h 7"/>
              <a:gd name="T16" fmla="*/ 6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6" y="0"/>
                </a:moveTo>
                <a:cubicBezTo>
                  <a:pt x="5" y="0"/>
                  <a:pt x="2" y="0"/>
                  <a:pt x="1" y="0"/>
                </a:cubicBezTo>
                <a:cubicBezTo>
                  <a:pt x="0" y="0"/>
                  <a:pt x="0" y="2"/>
                  <a:pt x="0" y="2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7"/>
                  <a:pt x="1" y="7"/>
                </a:cubicBezTo>
                <a:cubicBezTo>
                  <a:pt x="2" y="7"/>
                  <a:pt x="5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2" name="Freeform 38">
            <a:extLst>
              <a:ext uri="{FF2B5EF4-FFF2-40B4-BE49-F238E27FC236}">
                <a16:creationId xmlns:a16="http://schemas.microsoft.com/office/drawing/2014/main" id="{6882CA36-F9FA-4E71-A8D4-56644F5469AE}"/>
              </a:ext>
            </a:extLst>
          </p:cNvPr>
          <p:cNvSpPr>
            <a:spLocks/>
          </p:cNvSpPr>
          <p:nvPr/>
        </p:nvSpPr>
        <p:spPr bwMode="auto">
          <a:xfrm>
            <a:off x="9155430" y="229240"/>
            <a:ext cx="347139" cy="353203"/>
          </a:xfrm>
          <a:custGeom>
            <a:avLst/>
            <a:gdLst>
              <a:gd name="T0" fmla="*/ 66 w 86"/>
              <a:gd name="T1" fmla="*/ 0 h 87"/>
              <a:gd name="T2" fmla="*/ 43 w 86"/>
              <a:gd name="T3" fmla="*/ 26 h 87"/>
              <a:gd name="T4" fmla="*/ 19 w 86"/>
              <a:gd name="T5" fmla="*/ 1 h 87"/>
              <a:gd name="T6" fmla="*/ 44 w 86"/>
              <a:gd name="T7" fmla="*/ 87 h 87"/>
              <a:gd name="T8" fmla="*/ 44 w 86"/>
              <a:gd name="T9" fmla="*/ 87 h 87"/>
              <a:gd name="T10" fmla="*/ 66 w 86"/>
              <a:gd name="T11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6" h="87">
                <a:moveTo>
                  <a:pt x="66" y="0"/>
                </a:moveTo>
                <a:cubicBezTo>
                  <a:pt x="54" y="7"/>
                  <a:pt x="47" y="17"/>
                  <a:pt x="43" y="26"/>
                </a:cubicBezTo>
                <a:cubicBezTo>
                  <a:pt x="38" y="17"/>
                  <a:pt x="31" y="8"/>
                  <a:pt x="19" y="1"/>
                </a:cubicBezTo>
                <a:cubicBezTo>
                  <a:pt x="19" y="1"/>
                  <a:pt x="0" y="33"/>
                  <a:pt x="44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86" y="31"/>
                  <a:pt x="66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3" name="Freeform 39">
            <a:extLst>
              <a:ext uri="{FF2B5EF4-FFF2-40B4-BE49-F238E27FC236}">
                <a16:creationId xmlns:a16="http://schemas.microsoft.com/office/drawing/2014/main" id="{4553BC7A-CD58-441D-8C3C-66A0BF5C734A}"/>
              </a:ext>
            </a:extLst>
          </p:cNvPr>
          <p:cNvSpPr>
            <a:spLocks/>
          </p:cNvSpPr>
          <p:nvPr/>
        </p:nvSpPr>
        <p:spPr bwMode="auto">
          <a:xfrm>
            <a:off x="9332789" y="423274"/>
            <a:ext cx="125819" cy="159169"/>
          </a:xfrm>
          <a:custGeom>
            <a:avLst/>
            <a:gdLst>
              <a:gd name="T0" fmla="*/ 29 w 31"/>
              <a:gd name="T1" fmla="*/ 0 h 39"/>
              <a:gd name="T2" fmla="*/ 20 w 31"/>
              <a:gd name="T3" fmla="*/ 17 h 39"/>
              <a:gd name="T4" fmla="*/ 23 w 31"/>
              <a:gd name="T5" fmla="*/ 6 h 39"/>
              <a:gd name="T6" fmla="*/ 5 w 31"/>
              <a:gd name="T7" fmla="*/ 24 h 39"/>
              <a:gd name="T8" fmla="*/ 4 w 31"/>
              <a:gd name="T9" fmla="*/ 26 h 39"/>
              <a:gd name="T10" fmla="*/ 2 w 31"/>
              <a:gd name="T11" fmla="*/ 26 h 39"/>
              <a:gd name="T12" fmla="*/ 0 w 31"/>
              <a:gd name="T13" fmla="*/ 39 h 39"/>
              <a:gd name="T14" fmla="*/ 29 w 31"/>
              <a:gd name="T15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" h="39">
                <a:moveTo>
                  <a:pt x="29" y="0"/>
                </a:moveTo>
                <a:cubicBezTo>
                  <a:pt x="27" y="7"/>
                  <a:pt x="24" y="13"/>
                  <a:pt x="20" y="17"/>
                </a:cubicBezTo>
                <a:cubicBezTo>
                  <a:pt x="23" y="11"/>
                  <a:pt x="23" y="6"/>
                  <a:pt x="23" y="6"/>
                </a:cubicBezTo>
                <a:cubicBezTo>
                  <a:pt x="18" y="24"/>
                  <a:pt x="5" y="24"/>
                  <a:pt x="5" y="24"/>
                </a:cubicBezTo>
                <a:cubicBezTo>
                  <a:pt x="4" y="26"/>
                  <a:pt x="4" y="26"/>
                  <a:pt x="4" y="26"/>
                </a:cubicBezTo>
                <a:cubicBezTo>
                  <a:pt x="3" y="26"/>
                  <a:pt x="2" y="26"/>
                  <a:pt x="2" y="26"/>
                </a:cubicBezTo>
                <a:cubicBezTo>
                  <a:pt x="0" y="39"/>
                  <a:pt x="0" y="39"/>
                  <a:pt x="0" y="39"/>
                </a:cubicBezTo>
                <a:cubicBezTo>
                  <a:pt x="31" y="25"/>
                  <a:pt x="29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4" name="Freeform 40">
            <a:extLst>
              <a:ext uri="{FF2B5EF4-FFF2-40B4-BE49-F238E27FC236}">
                <a16:creationId xmlns:a16="http://schemas.microsoft.com/office/drawing/2014/main" id="{E12DE32F-5455-41BF-B030-9C39C783147B}"/>
              </a:ext>
            </a:extLst>
          </p:cNvPr>
          <p:cNvSpPr>
            <a:spLocks/>
          </p:cNvSpPr>
          <p:nvPr/>
        </p:nvSpPr>
        <p:spPr bwMode="auto">
          <a:xfrm>
            <a:off x="9203939" y="423274"/>
            <a:ext cx="128851" cy="159169"/>
          </a:xfrm>
          <a:custGeom>
            <a:avLst/>
            <a:gdLst>
              <a:gd name="T0" fmla="*/ 3 w 32"/>
              <a:gd name="T1" fmla="*/ 0 h 39"/>
              <a:gd name="T2" fmla="*/ 11 w 32"/>
              <a:gd name="T3" fmla="*/ 17 h 39"/>
              <a:gd name="T4" fmla="*/ 9 w 32"/>
              <a:gd name="T5" fmla="*/ 6 h 39"/>
              <a:gd name="T6" fmla="*/ 27 w 32"/>
              <a:gd name="T7" fmla="*/ 24 h 39"/>
              <a:gd name="T8" fmla="*/ 27 w 32"/>
              <a:gd name="T9" fmla="*/ 26 h 39"/>
              <a:gd name="T10" fmla="*/ 30 w 32"/>
              <a:gd name="T11" fmla="*/ 26 h 39"/>
              <a:gd name="T12" fmla="*/ 32 w 32"/>
              <a:gd name="T13" fmla="*/ 39 h 39"/>
              <a:gd name="T14" fmla="*/ 3 w 32"/>
              <a:gd name="T15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39">
                <a:moveTo>
                  <a:pt x="3" y="0"/>
                </a:moveTo>
                <a:cubicBezTo>
                  <a:pt x="5" y="7"/>
                  <a:pt x="8" y="13"/>
                  <a:pt x="11" y="17"/>
                </a:cubicBezTo>
                <a:cubicBezTo>
                  <a:pt x="9" y="11"/>
                  <a:pt x="9" y="6"/>
                  <a:pt x="9" y="6"/>
                </a:cubicBezTo>
                <a:cubicBezTo>
                  <a:pt x="13" y="24"/>
                  <a:pt x="27" y="24"/>
                  <a:pt x="27" y="24"/>
                </a:cubicBezTo>
                <a:cubicBezTo>
                  <a:pt x="27" y="26"/>
                  <a:pt x="27" y="26"/>
                  <a:pt x="27" y="26"/>
                </a:cubicBezTo>
                <a:cubicBezTo>
                  <a:pt x="29" y="26"/>
                  <a:pt x="30" y="26"/>
                  <a:pt x="30" y="26"/>
                </a:cubicBezTo>
                <a:cubicBezTo>
                  <a:pt x="32" y="39"/>
                  <a:pt x="32" y="39"/>
                  <a:pt x="32" y="39"/>
                </a:cubicBezTo>
                <a:cubicBezTo>
                  <a:pt x="0" y="25"/>
                  <a:pt x="3" y="0"/>
                  <a:pt x="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5" name="Freeform 41">
            <a:extLst>
              <a:ext uri="{FF2B5EF4-FFF2-40B4-BE49-F238E27FC236}">
                <a16:creationId xmlns:a16="http://schemas.microsoft.com/office/drawing/2014/main" id="{AD9E9B95-90FE-49DB-93C6-521B3582F271}"/>
              </a:ext>
            </a:extLst>
          </p:cNvPr>
          <p:cNvSpPr>
            <a:spLocks/>
          </p:cNvSpPr>
          <p:nvPr/>
        </p:nvSpPr>
        <p:spPr bwMode="auto">
          <a:xfrm>
            <a:off x="9943694" y="423274"/>
            <a:ext cx="324401" cy="137946"/>
          </a:xfrm>
          <a:custGeom>
            <a:avLst/>
            <a:gdLst>
              <a:gd name="T0" fmla="*/ 26 w 80"/>
              <a:gd name="T1" fmla="*/ 32 h 34"/>
              <a:gd name="T2" fmla="*/ 26 w 80"/>
              <a:gd name="T3" fmla="*/ 34 h 34"/>
              <a:gd name="T4" fmla="*/ 53 w 80"/>
              <a:gd name="T5" fmla="*/ 34 h 34"/>
              <a:gd name="T6" fmla="*/ 53 w 80"/>
              <a:gd name="T7" fmla="*/ 32 h 34"/>
              <a:gd name="T8" fmla="*/ 80 w 80"/>
              <a:gd name="T9" fmla="*/ 0 h 34"/>
              <a:gd name="T10" fmla="*/ 0 w 80"/>
              <a:gd name="T11" fmla="*/ 0 h 34"/>
              <a:gd name="T12" fmla="*/ 26 w 80"/>
              <a:gd name="T13" fmla="*/ 3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0" h="34">
                <a:moveTo>
                  <a:pt x="26" y="32"/>
                </a:moveTo>
                <a:cubicBezTo>
                  <a:pt x="26" y="34"/>
                  <a:pt x="26" y="34"/>
                  <a:pt x="26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2"/>
                  <a:pt x="53" y="32"/>
                  <a:pt x="53" y="32"/>
                </a:cubicBezTo>
                <a:cubicBezTo>
                  <a:pt x="67" y="27"/>
                  <a:pt x="77" y="15"/>
                  <a:pt x="80" y="0"/>
                </a:cubicBezTo>
                <a:cubicBezTo>
                  <a:pt x="0" y="0"/>
                  <a:pt x="0" y="0"/>
                  <a:pt x="0" y="0"/>
                </a:cubicBezTo>
                <a:cubicBezTo>
                  <a:pt x="2" y="15"/>
                  <a:pt x="13" y="27"/>
                  <a:pt x="26" y="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6" name="Freeform 42">
            <a:extLst>
              <a:ext uri="{FF2B5EF4-FFF2-40B4-BE49-F238E27FC236}">
                <a16:creationId xmlns:a16="http://schemas.microsoft.com/office/drawing/2014/main" id="{4A8B06F8-3AF3-41B7-92C6-002AF48B35A6}"/>
              </a:ext>
            </a:extLst>
          </p:cNvPr>
          <p:cNvSpPr>
            <a:spLocks/>
          </p:cNvSpPr>
          <p:nvPr/>
        </p:nvSpPr>
        <p:spPr bwMode="auto">
          <a:xfrm>
            <a:off x="9943694" y="399020"/>
            <a:ext cx="324401" cy="12127"/>
          </a:xfrm>
          <a:custGeom>
            <a:avLst/>
            <a:gdLst>
              <a:gd name="T0" fmla="*/ 80 w 80"/>
              <a:gd name="T1" fmla="*/ 0 h 3"/>
              <a:gd name="T2" fmla="*/ 0 w 80"/>
              <a:gd name="T3" fmla="*/ 0 h 3"/>
              <a:gd name="T4" fmla="*/ 0 w 80"/>
              <a:gd name="T5" fmla="*/ 3 h 3"/>
              <a:gd name="T6" fmla="*/ 80 w 80"/>
              <a:gd name="T7" fmla="*/ 3 h 3"/>
              <a:gd name="T8" fmla="*/ 80 w 80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3">
                <a:moveTo>
                  <a:pt x="8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2"/>
                  <a:pt x="0" y="3"/>
                </a:cubicBezTo>
                <a:cubicBezTo>
                  <a:pt x="80" y="3"/>
                  <a:pt x="80" y="3"/>
                  <a:pt x="80" y="3"/>
                </a:cubicBezTo>
                <a:cubicBezTo>
                  <a:pt x="80" y="2"/>
                  <a:pt x="80" y="1"/>
                  <a:pt x="8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7" name="Freeform 43">
            <a:extLst>
              <a:ext uri="{FF2B5EF4-FFF2-40B4-BE49-F238E27FC236}">
                <a16:creationId xmlns:a16="http://schemas.microsoft.com/office/drawing/2014/main" id="{1334EE80-B053-4A21-A721-9B777E4E7D57}"/>
              </a:ext>
            </a:extLst>
          </p:cNvPr>
          <p:cNvSpPr>
            <a:spLocks/>
          </p:cNvSpPr>
          <p:nvPr/>
        </p:nvSpPr>
        <p:spPr bwMode="auto">
          <a:xfrm>
            <a:off x="10057386" y="289876"/>
            <a:ext cx="33350" cy="48509"/>
          </a:xfrm>
          <a:custGeom>
            <a:avLst/>
            <a:gdLst>
              <a:gd name="T0" fmla="*/ 8 w 8"/>
              <a:gd name="T1" fmla="*/ 6 h 12"/>
              <a:gd name="T2" fmla="*/ 0 w 8"/>
              <a:gd name="T3" fmla="*/ 2 h 12"/>
              <a:gd name="T4" fmla="*/ 2 w 8"/>
              <a:gd name="T5" fmla="*/ 7 h 12"/>
              <a:gd name="T6" fmla="*/ 8 w 8"/>
              <a:gd name="T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12">
                <a:moveTo>
                  <a:pt x="8" y="6"/>
                </a:moveTo>
                <a:cubicBezTo>
                  <a:pt x="4" y="0"/>
                  <a:pt x="2" y="0"/>
                  <a:pt x="0" y="2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7" y="12"/>
                  <a:pt x="8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8" name="Freeform 44">
            <a:extLst>
              <a:ext uri="{FF2B5EF4-FFF2-40B4-BE49-F238E27FC236}">
                <a16:creationId xmlns:a16="http://schemas.microsoft.com/office/drawing/2014/main" id="{18AF3384-4429-4B49-A17C-F41F3B9960C9}"/>
              </a:ext>
            </a:extLst>
          </p:cNvPr>
          <p:cNvSpPr>
            <a:spLocks/>
          </p:cNvSpPr>
          <p:nvPr/>
        </p:nvSpPr>
        <p:spPr bwMode="auto">
          <a:xfrm>
            <a:off x="9960369" y="265621"/>
            <a:ext cx="324401" cy="125819"/>
          </a:xfrm>
          <a:custGeom>
            <a:avLst/>
            <a:gdLst>
              <a:gd name="T0" fmla="*/ 68 w 80"/>
              <a:gd name="T1" fmla="*/ 8 h 31"/>
              <a:gd name="T2" fmla="*/ 68 w 80"/>
              <a:gd name="T3" fmla="*/ 14 h 31"/>
              <a:gd name="T4" fmla="*/ 60 w 80"/>
              <a:gd name="T5" fmla="*/ 9 h 31"/>
              <a:gd name="T6" fmla="*/ 48 w 80"/>
              <a:gd name="T7" fmla="*/ 8 h 31"/>
              <a:gd name="T8" fmla="*/ 48 w 80"/>
              <a:gd name="T9" fmla="*/ 9 h 31"/>
              <a:gd name="T10" fmla="*/ 51 w 80"/>
              <a:gd name="T11" fmla="*/ 15 h 31"/>
              <a:gd name="T12" fmla="*/ 59 w 80"/>
              <a:gd name="T13" fmla="*/ 21 h 31"/>
              <a:gd name="T14" fmla="*/ 59 w 80"/>
              <a:gd name="T15" fmla="*/ 22 h 31"/>
              <a:gd name="T16" fmla="*/ 51 w 80"/>
              <a:gd name="T17" fmla="*/ 18 h 31"/>
              <a:gd name="T18" fmla="*/ 48 w 80"/>
              <a:gd name="T19" fmla="*/ 12 h 31"/>
              <a:gd name="T20" fmla="*/ 43 w 80"/>
              <a:gd name="T21" fmla="*/ 12 h 31"/>
              <a:gd name="T22" fmla="*/ 40 w 80"/>
              <a:gd name="T23" fmla="*/ 17 h 31"/>
              <a:gd name="T24" fmla="*/ 32 w 80"/>
              <a:gd name="T25" fmla="*/ 14 h 31"/>
              <a:gd name="T26" fmla="*/ 32 w 80"/>
              <a:gd name="T27" fmla="*/ 14 h 31"/>
              <a:gd name="T28" fmla="*/ 26 w 80"/>
              <a:gd name="T29" fmla="*/ 15 h 31"/>
              <a:gd name="T30" fmla="*/ 24 w 80"/>
              <a:gd name="T31" fmla="*/ 11 h 31"/>
              <a:gd name="T32" fmla="*/ 23 w 80"/>
              <a:gd name="T33" fmla="*/ 19 h 31"/>
              <a:gd name="T34" fmla="*/ 17 w 80"/>
              <a:gd name="T35" fmla="*/ 21 h 31"/>
              <a:gd name="T36" fmla="*/ 15 w 80"/>
              <a:gd name="T37" fmla="*/ 14 h 31"/>
              <a:gd name="T38" fmla="*/ 11 w 80"/>
              <a:gd name="T39" fmla="*/ 12 h 31"/>
              <a:gd name="T40" fmla="*/ 10 w 80"/>
              <a:gd name="T41" fmla="*/ 13 h 31"/>
              <a:gd name="T42" fmla="*/ 9 w 80"/>
              <a:gd name="T43" fmla="*/ 19 h 31"/>
              <a:gd name="T44" fmla="*/ 6 w 80"/>
              <a:gd name="T45" fmla="*/ 18 h 31"/>
              <a:gd name="T46" fmla="*/ 0 w 80"/>
              <a:gd name="T47" fmla="*/ 26 h 31"/>
              <a:gd name="T48" fmla="*/ 0 w 80"/>
              <a:gd name="T49" fmla="*/ 31 h 31"/>
              <a:gd name="T50" fmla="*/ 65 w 80"/>
              <a:gd name="T51" fmla="*/ 31 h 31"/>
              <a:gd name="T52" fmla="*/ 70 w 80"/>
              <a:gd name="T53" fmla="*/ 25 h 31"/>
              <a:gd name="T54" fmla="*/ 71 w 80"/>
              <a:gd name="T55" fmla="*/ 23 h 31"/>
              <a:gd name="T56" fmla="*/ 59 w 80"/>
              <a:gd name="T57" fmla="*/ 17 h 31"/>
              <a:gd name="T58" fmla="*/ 58 w 80"/>
              <a:gd name="T59" fmla="*/ 16 h 31"/>
              <a:gd name="T60" fmla="*/ 59 w 80"/>
              <a:gd name="T61" fmla="*/ 14 h 31"/>
              <a:gd name="T62" fmla="*/ 70 w 80"/>
              <a:gd name="T63" fmla="*/ 29 h 31"/>
              <a:gd name="T64" fmla="*/ 69 w 80"/>
              <a:gd name="T65" fmla="*/ 31 h 31"/>
              <a:gd name="T66" fmla="*/ 73 w 80"/>
              <a:gd name="T67" fmla="*/ 31 h 31"/>
              <a:gd name="T68" fmla="*/ 68 w 80"/>
              <a:gd name="T69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0" h="31">
                <a:moveTo>
                  <a:pt x="68" y="8"/>
                </a:moveTo>
                <a:cubicBezTo>
                  <a:pt x="65" y="5"/>
                  <a:pt x="67" y="12"/>
                  <a:pt x="68" y="14"/>
                </a:cubicBezTo>
                <a:cubicBezTo>
                  <a:pt x="70" y="16"/>
                  <a:pt x="60" y="18"/>
                  <a:pt x="60" y="9"/>
                </a:cubicBezTo>
                <a:cubicBezTo>
                  <a:pt x="59" y="0"/>
                  <a:pt x="50" y="1"/>
                  <a:pt x="48" y="8"/>
                </a:cubicBezTo>
                <a:cubicBezTo>
                  <a:pt x="48" y="9"/>
                  <a:pt x="48" y="9"/>
                  <a:pt x="48" y="9"/>
                </a:cubicBezTo>
                <a:cubicBezTo>
                  <a:pt x="50" y="10"/>
                  <a:pt x="51" y="12"/>
                  <a:pt x="51" y="15"/>
                </a:cubicBezTo>
                <a:cubicBezTo>
                  <a:pt x="51" y="22"/>
                  <a:pt x="57" y="22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61" y="24"/>
                  <a:pt x="51" y="27"/>
                  <a:pt x="51" y="18"/>
                </a:cubicBezTo>
                <a:cubicBezTo>
                  <a:pt x="51" y="15"/>
                  <a:pt x="50" y="13"/>
                  <a:pt x="48" y="12"/>
                </a:cubicBezTo>
                <a:cubicBezTo>
                  <a:pt x="47" y="11"/>
                  <a:pt x="44" y="11"/>
                  <a:pt x="43" y="12"/>
                </a:cubicBezTo>
                <a:cubicBezTo>
                  <a:pt x="41" y="13"/>
                  <a:pt x="40" y="15"/>
                  <a:pt x="40" y="17"/>
                </a:cubicBezTo>
                <a:cubicBezTo>
                  <a:pt x="39" y="23"/>
                  <a:pt x="37" y="2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1" y="20"/>
                  <a:pt x="26" y="15"/>
                  <a:pt x="26" y="15"/>
                </a:cubicBezTo>
                <a:cubicBezTo>
                  <a:pt x="24" y="11"/>
                  <a:pt x="24" y="11"/>
                  <a:pt x="24" y="11"/>
                </a:cubicBezTo>
                <a:cubicBezTo>
                  <a:pt x="23" y="13"/>
                  <a:pt x="23" y="16"/>
                  <a:pt x="23" y="19"/>
                </a:cubicBezTo>
                <a:cubicBezTo>
                  <a:pt x="23" y="27"/>
                  <a:pt x="17" y="21"/>
                  <a:pt x="17" y="21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4"/>
                  <a:pt x="13" y="13"/>
                  <a:pt x="11" y="12"/>
                </a:cubicBezTo>
                <a:cubicBezTo>
                  <a:pt x="11" y="12"/>
                  <a:pt x="10" y="12"/>
                  <a:pt x="10" y="13"/>
                </a:cubicBezTo>
                <a:cubicBezTo>
                  <a:pt x="9" y="15"/>
                  <a:pt x="9" y="18"/>
                  <a:pt x="9" y="19"/>
                </a:cubicBezTo>
                <a:cubicBezTo>
                  <a:pt x="8" y="19"/>
                  <a:pt x="7" y="18"/>
                  <a:pt x="6" y="18"/>
                </a:cubicBezTo>
                <a:cubicBezTo>
                  <a:pt x="0" y="15"/>
                  <a:pt x="0" y="26"/>
                  <a:pt x="0" y="26"/>
                </a:cubicBezTo>
                <a:cubicBezTo>
                  <a:pt x="0" y="31"/>
                  <a:pt x="0" y="31"/>
                  <a:pt x="0" y="31"/>
                </a:cubicBezTo>
                <a:cubicBezTo>
                  <a:pt x="65" y="31"/>
                  <a:pt x="65" y="31"/>
                  <a:pt x="65" y="31"/>
                </a:cubicBezTo>
                <a:cubicBezTo>
                  <a:pt x="70" y="25"/>
                  <a:pt x="70" y="25"/>
                  <a:pt x="70" y="25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23"/>
                  <a:pt x="63" y="20"/>
                  <a:pt x="59" y="17"/>
                </a:cubicBezTo>
                <a:cubicBezTo>
                  <a:pt x="59" y="16"/>
                  <a:pt x="58" y="16"/>
                  <a:pt x="58" y="16"/>
                </a:cubicBezTo>
                <a:cubicBezTo>
                  <a:pt x="57" y="14"/>
                  <a:pt x="57" y="12"/>
                  <a:pt x="59" y="14"/>
                </a:cubicBezTo>
                <a:cubicBezTo>
                  <a:pt x="63" y="17"/>
                  <a:pt x="70" y="29"/>
                  <a:pt x="70" y="29"/>
                </a:cubicBezTo>
                <a:cubicBezTo>
                  <a:pt x="69" y="31"/>
                  <a:pt x="69" y="31"/>
                  <a:pt x="69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3" y="31"/>
                  <a:pt x="80" y="19"/>
                  <a:pt x="68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89" name="Freeform 45">
            <a:extLst>
              <a:ext uri="{FF2B5EF4-FFF2-40B4-BE49-F238E27FC236}">
                <a16:creationId xmlns:a16="http://schemas.microsoft.com/office/drawing/2014/main" id="{D1249930-A662-4649-AE21-07DEE92E54E6}"/>
              </a:ext>
            </a:extLst>
          </p:cNvPr>
          <p:cNvSpPr>
            <a:spLocks/>
          </p:cNvSpPr>
          <p:nvPr/>
        </p:nvSpPr>
        <p:spPr bwMode="auto">
          <a:xfrm>
            <a:off x="10090735" y="248946"/>
            <a:ext cx="43961" cy="101565"/>
          </a:xfrm>
          <a:custGeom>
            <a:avLst/>
            <a:gdLst>
              <a:gd name="T0" fmla="*/ 8 w 11"/>
              <a:gd name="T1" fmla="*/ 18 h 25"/>
              <a:gd name="T2" fmla="*/ 11 w 11"/>
              <a:gd name="T3" fmla="*/ 13 h 25"/>
              <a:gd name="T4" fmla="*/ 8 w 11"/>
              <a:gd name="T5" fmla="*/ 10 h 25"/>
              <a:gd name="T6" fmla="*/ 0 w 11"/>
              <a:gd name="T7" fmla="*/ 14 h 25"/>
              <a:gd name="T8" fmla="*/ 0 w 11"/>
              <a:gd name="T9" fmla="*/ 16 h 25"/>
              <a:gd name="T10" fmla="*/ 0 w 11"/>
              <a:gd name="T11" fmla="*/ 16 h 25"/>
              <a:gd name="T12" fmla="*/ 8 w 11"/>
              <a:gd name="T13" fmla="*/ 18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25">
                <a:moveTo>
                  <a:pt x="8" y="18"/>
                </a:moveTo>
                <a:cubicBezTo>
                  <a:pt x="8" y="16"/>
                  <a:pt x="9" y="14"/>
                  <a:pt x="11" y="13"/>
                </a:cubicBezTo>
                <a:cubicBezTo>
                  <a:pt x="10" y="12"/>
                  <a:pt x="9" y="11"/>
                  <a:pt x="8" y="10"/>
                </a:cubicBezTo>
                <a:cubicBezTo>
                  <a:pt x="3" y="0"/>
                  <a:pt x="0" y="6"/>
                  <a:pt x="0" y="14"/>
                </a:cubicBezTo>
                <a:cubicBezTo>
                  <a:pt x="0" y="15"/>
                  <a:pt x="0" y="15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5" y="25"/>
                  <a:pt x="7" y="25"/>
                  <a:pt x="8" y="1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0" name="Freeform 46">
            <a:extLst>
              <a:ext uri="{FF2B5EF4-FFF2-40B4-BE49-F238E27FC236}">
                <a16:creationId xmlns:a16="http://schemas.microsoft.com/office/drawing/2014/main" id="{432EA702-E9A0-4097-9621-34E94694E0C4}"/>
              </a:ext>
            </a:extLst>
          </p:cNvPr>
          <p:cNvSpPr>
            <a:spLocks/>
          </p:cNvSpPr>
          <p:nvPr/>
        </p:nvSpPr>
        <p:spPr bwMode="auto">
          <a:xfrm>
            <a:off x="10004329" y="265621"/>
            <a:ext cx="53056" cy="97017"/>
          </a:xfrm>
          <a:custGeom>
            <a:avLst/>
            <a:gdLst>
              <a:gd name="T0" fmla="*/ 6 w 13"/>
              <a:gd name="T1" fmla="*/ 18 h 24"/>
              <a:gd name="T2" fmla="*/ 12 w 13"/>
              <a:gd name="T3" fmla="*/ 16 h 24"/>
              <a:gd name="T4" fmla="*/ 13 w 13"/>
              <a:gd name="T5" fmla="*/ 8 h 24"/>
              <a:gd name="T6" fmla="*/ 12 w 13"/>
              <a:gd name="T7" fmla="*/ 6 h 24"/>
              <a:gd name="T8" fmla="*/ 9 w 13"/>
              <a:gd name="T9" fmla="*/ 6 h 24"/>
              <a:gd name="T10" fmla="*/ 9 w 13"/>
              <a:gd name="T11" fmla="*/ 15 h 24"/>
              <a:gd name="T12" fmla="*/ 4 w 13"/>
              <a:gd name="T13" fmla="*/ 9 h 24"/>
              <a:gd name="T14" fmla="*/ 0 w 13"/>
              <a:gd name="T15" fmla="*/ 9 h 24"/>
              <a:gd name="T16" fmla="*/ 4 w 13"/>
              <a:gd name="T17" fmla="*/ 11 h 24"/>
              <a:gd name="T18" fmla="*/ 6 w 13"/>
              <a:gd name="T19" fmla="*/ 1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" h="24">
                <a:moveTo>
                  <a:pt x="6" y="18"/>
                </a:moveTo>
                <a:cubicBezTo>
                  <a:pt x="6" y="18"/>
                  <a:pt x="12" y="24"/>
                  <a:pt x="12" y="16"/>
                </a:cubicBezTo>
                <a:cubicBezTo>
                  <a:pt x="12" y="13"/>
                  <a:pt x="12" y="10"/>
                  <a:pt x="13" y="8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6" y="0"/>
                  <a:pt x="9" y="6"/>
                </a:cubicBezTo>
                <a:cubicBezTo>
                  <a:pt x="12" y="12"/>
                  <a:pt x="9" y="15"/>
                  <a:pt x="9" y="15"/>
                </a:cubicBezTo>
                <a:cubicBezTo>
                  <a:pt x="9" y="15"/>
                  <a:pt x="10" y="12"/>
                  <a:pt x="4" y="9"/>
                </a:cubicBezTo>
                <a:cubicBezTo>
                  <a:pt x="2" y="9"/>
                  <a:pt x="1" y="9"/>
                  <a:pt x="0" y="9"/>
                </a:cubicBezTo>
                <a:cubicBezTo>
                  <a:pt x="2" y="10"/>
                  <a:pt x="4" y="11"/>
                  <a:pt x="4" y="11"/>
                </a:cubicBezTo>
                <a:lnTo>
                  <a:pt x="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1" name="Freeform 47">
            <a:extLst>
              <a:ext uri="{FF2B5EF4-FFF2-40B4-BE49-F238E27FC236}">
                <a16:creationId xmlns:a16="http://schemas.microsoft.com/office/drawing/2014/main" id="{59D8EE0C-B11B-428F-8899-B26709DC43FC}"/>
              </a:ext>
            </a:extLst>
          </p:cNvPr>
          <p:cNvSpPr>
            <a:spLocks/>
          </p:cNvSpPr>
          <p:nvPr/>
        </p:nvSpPr>
        <p:spPr bwMode="auto">
          <a:xfrm>
            <a:off x="9911860" y="229240"/>
            <a:ext cx="97017" cy="153105"/>
          </a:xfrm>
          <a:custGeom>
            <a:avLst/>
            <a:gdLst>
              <a:gd name="T0" fmla="*/ 40 w 64"/>
              <a:gd name="T1" fmla="*/ 101 h 101"/>
              <a:gd name="T2" fmla="*/ 0 w 64"/>
              <a:gd name="T3" fmla="*/ 8 h 101"/>
              <a:gd name="T4" fmla="*/ 21 w 64"/>
              <a:gd name="T5" fmla="*/ 0 h 101"/>
              <a:gd name="T6" fmla="*/ 64 w 64"/>
              <a:gd name="T7" fmla="*/ 93 h 101"/>
              <a:gd name="T8" fmla="*/ 40 w 64"/>
              <a:gd name="T9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101">
                <a:moveTo>
                  <a:pt x="40" y="101"/>
                </a:moveTo>
                <a:lnTo>
                  <a:pt x="0" y="8"/>
                </a:lnTo>
                <a:lnTo>
                  <a:pt x="21" y="0"/>
                </a:lnTo>
                <a:lnTo>
                  <a:pt x="64" y="93"/>
                </a:lnTo>
                <a:lnTo>
                  <a:pt x="40" y="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2" name="Rectangle 118">
            <a:extLst>
              <a:ext uri="{FF2B5EF4-FFF2-40B4-BE49-F238E27FC236}">
                <a16:creationId xmlns:a16="http://schemas.microsoft.com/office/drawing/2014/main" id="{D4F2EB34-EF29-4C73-8621-0A9B7AFD8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885" y="926550"/>
            <a:ext cx="43961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3" name="Rectangle 119">
            <a:extLst>
              <a:ext uri="{FF2B5EF4-FFF2-40B4-BE49-F238E27FC236}">
                <a16:creationId xmlns:a16="http://schemas.microsoft.com/office/drawing/2014/main" id="{4DEF7098-EAEF-4F7E-95DC-403C2564F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885" y="926550"/>
            <a:ext cx="43961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4" name="Rectangle 120">
            <a:extLst>
              <a:ext uri="{FF2B5EF4-FFF2-40B4-BE49-F238E27FC236}">
                <a16:creationId xmlns:a16="http://schemas.microsoft.com/office/drawing/2014/main" id="{F6B9BF89-50F6-4B6F-8838-7170BE7CD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5137" y="926550"/>
            <a:ext cx="4850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5" name="Rectangle 121">
            <a:extLst>
              <a:ext uri="{FF2B5EF4-FFF2-40B4-BE49-F238E27FC236}">
                <a16:creationId xmlns:a16="http://schemas.microsoft.com/office/drawing/2014/main" id="{1ADFC47B-8B1D-4F4F-AF86-DEEC77198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5137" y="926550"/>
            <a:ext cx="4850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6" name="Rectangle 122">
            <a:extLst>
              <a:ext uri="{FF2B5EF4-FFF2-40B4-BE49-F238E27FC236}">
                <a16:creationId xmlns:a16="http://schemas.microsoft.com/office/drawing/2014/main" id="{9868E27C-8C15-47BD-B319-F2EF1F562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117" y="926550"/>
            <a:ext cx="4850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7" name="Rectangle 123">
            <a:extLst>
              <a:ext uri="{FF2B5EF4-FFF2-40B4-BE49-F238E27FC236}">
                <a16:creationId xmlns:a16="http://schemas.microsoft.com/office/drawing/2014/main" id="{7C18C364-3A56-453D-9968-F4980EB9C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7117" y="926550"/>
            <a:ext cx="4850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8" name="Rectangle 124">
            <a:extLst>
              <a:ext uri="{FF2B5EF4-FFF2-40B4-BE49-F238E27FC236}">
                <a16:creationId xmlns:a16="http://schemas.microsoft.com/office/drawing/2014/main" id="{52E1A786-616A-4247-B2E5-8DD2560C9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4574" y="926550"/>
            <a:ext cx="36381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99" name="Rectangle 125">
            <a:extLst>
              <a:ext uri="{FF2B5EF4-FFF2-40B4-BE49-F238E27FC236}">
                <a16:creationId xmlns:a16="http://schemas.microsoft.com/office/drawing/2014/main" id="{219524BE-0B17-427D-AFE7-BB3310724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4574" y="926550"/>
            <a:ext cx="36381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0" name="Rectangle 126">
            <a:extLst>
              <a:ext uri="{FF2B5EF4-FFF2-40B4-BE49-F238E27FC236}">
                <a16:creationId xmlns:a16="http://schemas.microsoft.com/office/drawing/2014/main" id="{64C5FA16-CBF2-49AA-A107-0A5A4A069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6775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1" name="Rectangle 127">
            <a:extLst>
              <a:ext uri="{FF2B5EF4-FFF2-40B4-BE49-F238E27FC236}">
                <a16:creationId xmlns:a16="http://schemas.microsoft.com/office/drawing/2014/main" id="{9090AEBB-5FE9-49C3-9975-C522F0FFF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6775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2" name="Rectangle 128">
            <a:extLst>
              <a:ext uri="{FF2B5EF4-FFF2-40B4-BE49-F238E27FC236}">
                <a16:creationId xmlns:a16="http://schemas.microsoft.com/office/drawing/2014/main" id="{8103AAF4-0120-4C63-819B-509DFE9B1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03645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3" name="Rectangle 129">
            <a:extLst>
              <a:ext uri="{FF2B5EF4-FFF2-40B4-BE49-F238E27FC236}">
                <a16:creationId xmlns:a16="http://schemas.microsoft.com/office/drawing/2014/main" id="{9CDEC1F0-F2C1-42A4-8B5C-DBB39A9BC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03645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4" name="Rectangle 130">
            <a:extLst>
              <a:ext uri="{FF2B5EF4-FFF2-40B4-BE49-F238E27FC236}">
                <a16:creationId xmlns:a16="http://schemas.microsoft.com/office/drawing/2014/main" id="{2333B20C-95A5-4A75-8041-3DE1BE08A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0956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5" name="Rectangle 131">
            <a:extLst>
              <a:ext uri="{FF2B5EF4-FFF2-40B4-BE49-F238E27FC236}">
                <a16:creationId xmlns:a16="http://schemas.microsoft.com/office/drawing/2014/main" id="{AF6997C8-C98B-4EB7-BA1A-EFA6B04E1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0956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6" name="Rectangle 132">
            <a:extLst>
              <a:ext uri="{FF2B5EF4-FFF2-40B4-BE49-F238E27FC236}">
                <a16:creationId xmlns:a16="http://schemas.microsoft.com/office/drawing/2014/main" id="{31CD78FA-9029-4723-B10B-24E1B6B19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846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7" name="Rectangle 133">
            <a:extLst>
              <a:ext uri="{FF2B5EF4-FFF2-40B4-BE49-F238E27FC236}">
                <a16:creationId xmlns:a16="http://schemas.microsoft.com/office/drawing/2014/main" id="{31C4F53E-B7D1-4715-8397-A2AF96AAD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846" y="926550"/>
            <a:ext cx="40929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8" name="Rectangle 134">
            <a:extLst>
              <a:ext uri="{FF2B5EF4-FFF2-40B4-BE49-F238E27FC236}">
                <a16:creationId xmlns:a16="http://schemas.microsoft.com/office/drawing/2014/main" id="{2A0C3DA9-B082-44F6-89AC-05B677C9A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7704" y="926550"/>
            <a:ext cx="39413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09" name="Rectangle 135">
            <a:extLst>
              <a:ext uri="{FF2B5EF4-FFF2-40B4-BE49-F238E27FC236}">
                <a16:creationId xmlns:a16="http://schemas.microsoft.com/office/drawing/2014/main" id="{7FF81BE3-F453-48D5-9C3B-799D1FA4E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7704" y="926550"/>
            <a:ext cx="39413" cy="11824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0" name="Rectangle 136">
            <a:extLst>
              <a:ext uri="{FF2B5EF4-FFF2-40B4-BE49-F238E27FC236}">
                <a16:creationId xmlns:a16="http://schemas.microsoft.com/office/drawing/2014/main" id="{5F570A75-72E3-49C5-AD1E-DE436309A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9391" y="1056917"/>
            <a:ext cx="33350" cy="17735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1" name="Rectangle 137">
            <a:extLst>
              <a:ext uri="{FF2B5EF4-FFF2-40B4-BE49-F238E27FC236}">
                <a16:creationId xmlns:a16="http://schemas.microsoft.com/office/drawing/2014/main" id="{50220860-B78B-4736-A049-7CD9B5624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4085" y="1056917"/>
            <a:ext cx="31834" cy="17735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2" name="Freeform 138">
            <a:extLst>
              <a:ext uri="{FF2B5EF4-FFF2-40B4-BE49-F238E27FC236}">
                <a16:creationId xmlns:a16="http://schemas.microsoft.com/office/drawing/2014/main" id="{923F8CA5-E450-44B2-AB2F-B0EED44DDC89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1246403"/>
            <a:ext cx="380489" cy="147042"/>
          </a:xfrm>
          <a:custGeom>
            <a:avLst/>
            <a:gdLst>
              <a:gd name="T0" fmla="*/ 0 w 251"/>
              <a:gd name="T1" fmla="*/ 0 h 97"/>
              <a:gd name="T2" fmla="*/ 0 w 251"/>
              <a:gd name="T3" fmla="*/ 97 h 97"/>
              <a:gd name="T4" fmla="*/ 251 w 251"/>
              <a:gd name="T5" fmla="*/ 97 h 97"/>
              <a:gd name="T6" fmla="*/ 251 w 251"/>
              <a:gd name="T7" fmla="*/ 0 h 97"/>
              <a:gd name="T8" fmla="*/ 0 w 251"/>
              <a:gd name="T9" fmla="*/ 0 h 97"/>
              <a:gd name="T10" fmla="*/ 177 w 251"/>
              <a:gd name="T11" fmla="*/ 94 h 97"/>
              <a:gd name="T12" fmla="*/ 75 w 251"/>
              <a:gd name="T13" fmla="*/ 94 h 97"/>
              <a:gd name="T14" fmla="*/ 75 w 251"/>
              <a:gd name="T15" fmla="*/ 3 h 97"/>
              <a:gd name="T16" fmla="*/ 177 w 251"/>
              <a:gd name="T17" fmla="*/ 3 h 97"/>
              <a:gd name="T18" fmla="*/ 177 w 251"/>
              <a:gd name="T19" fmla="*/ 94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1" h="97">
                <a:moveTo>
                  <a:pt x="0" y="0"/>
                </a:moveTo>
                <a:lnTo>
                  <a:pt x="0" y="97"/>
                </a:lnTo>
                <a:lnTo>
                  <a:pt x="251" y="97"/>
                </a:lnTo>
                <a:lnTo>
                  <a:pt x="251" y="0"/>
                </a:lnTo>
                <a:lnTo>
                  <a:pt x="0" y="0"/>
                </a:lnTo>
                <a:close/>
                <a:moveTo>
                  <a:pt x="177" y="94"/>
                </a:moveTo>
                <a:lnTo>
                  <a:pt x="75" y="94"/>
                </a:lnTo>
                <a:lnTo>
                  <a:pt x="75" y="3"/>
                </a:lnTo>
                <a:lnTo>
                  <a:pt x="177" y="3"/>
                </a:lnTo>
                <a:lnTo>
                  <a:pt x="177" y="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3" name="Freeform 139">
            <a:extLst>
              <a:ext uri="{FF2B5EF4-FFF2-40B4-BE49-F238E27FC236}">
                <a16:creationId xmlns:a16="http://schemas.microsoft.com/office/drawing/2014/main" id="{02315152-5F7D-4981-A448-E61E284B8D11}"/>
              </a:ext>
            </a:extLst>
          </p:cNvPr>
          <p:cNvSpPr>
            <a:spLocks noEditPoints="1"/>
          </p:cNvSpPr>
          <p:nvPr/>
        </p:nvSpPr>
        <p:spPr bwMode="auto">
          <a:xfrm>
            <a:off x="8555137" y="1246403"/>
            <a:ext cx="380489" cy="147042"/>
          </a:xfrm>
          <a:custGeom>
            <a:avLst/>
            <a:gdLst>
              <a:gd name="T0" fmla="*/ 0 w 251"/>
              <a:gd name="T1" fmla="*/ 0 h 97"/>
              <a:gd name="T2" fmla="*/ 0 w 251"/>
              <a:gd name="T3" fmla="*/ 97 h 97"/>
              <a:gd name="T4" fmla="*/ 251 w 251"/>
              <a:gd name="T5" fmla="*/ 97 h 97"/>
              <a:gd name="T6" fmla="*/ 251 w 251"/>
              <a:gd name="T7" fmla="*/ 0 h 97"/>
              <a:gd name="T8" fmla="*/ 0 w 251"/>
              <a:gd name="T9" fmla="*/ 0 h 97"/>
              <a:gd name="T10" fmla="*/ 177 w 251"/>
              <a:gd name="T11" fmla="*/ 94 h 97"/>
              <a:gd name="T12" fmla="*/ 75 w 251"/>
              <a:gd name="T13" fmla="*/ 94 h 97"/>
              <a:gd name="T14" fmla="*/ 75 w 251"/>
              <a:gd name="T15" fmla="*/ 3 h 97"/>
              <a:gd name="T16" fmla="*/ 177 w 251"/>
              <a:gd name="T17" fmla="*/ 3 h 97"/>
              <a:gd name="T18" fmla="*/ 177 w 251"/>
              <a:gd name="T19" fmla="*/ 94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1" h="97">
                <a:moveTo>
                  <a:pt x="0" y="0"/>
                </a:moveTo>
                <a:lnTo>
                  <a:pt x="0" y="97"/>
                </a:lnTo>
                <a:lnTo>
                  <a:pt x="251" y="97"/>
                </a:lnTo>
                <a:lnTo>
                  <a:pt x="251" y="0"/>
                </a:lnTo>
                <a:lnTo>
                  <a:pt x="0" y="0"/>
                </a:lnTo>
                <a:moveTo>
                  <a:pt x="177" y="94"/>
                </a:moveTo>
                <a:lnTo>
                  <a:pt x="75" y="94"/>
                </a:lnTo>
                <a:lnTo>
                  <a:pt x="75" y="3"/>
                </a:lnTo>
                <a:lnTo>
                  <a:pt x="177" y="3"/>
                </a:lnTo>
                <a:lnTo>
                  <a:pt x="177" y="94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4" name="Rectangle 140">
            <a:extLst>
              <a:ext uri="{FF2B5EF4-FFF2-40B4-BE49-F238E27FC236}">
                <a16:creationId xmlns:a16="http://schemas.microsoft.com/office/drawing/2014/main" id="{B4B5BC96-C188-4988-93C7-4C80776EF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8829" y="1250951"/>
            <a:ext cx="154621" cy="13794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5" name="Rectangle 141">
            <a:extLst>
              <a:ext uri="{FF2B5EF4-FFF2-40B4-BE49-F238E27FC236}">
                <a16:creationId xmlns:a16="http://schemas.microsoft.com/office/drawing/2014/main" id="{57166B01-D327-4C6C-B12B-EC04FAE91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8829" y="1250951"/>
            <a:ext cx="154621" cy="13794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6" name="Freeform 142">
            <a:extLst>
              <a:ext uri="{FF2B5EF4-FFF2-40B4-BE49-F238E27FC236}">
                <a16:creationId xmlns:a16="http://schemas.microsoft.com/office/drawing/2014/main" id="{5B5333DB-B910-4E5A-8670-0BA6E9A340D4}"/>
              </a:ext>
            </a:extLst>
          </p:cNvPr>
          <p:cNvSpPr>
            <a:spLocks noEditPoints="1"/>
          </p:cNvSpPr>
          <p:nvPr/>
        </p:nvSpPr>
        <p:spPr bwMode="auto">
          <a:xfrm>
            <a:off x="9381298" y="5835008"/>
            <a:ext cx="97017" cy="97017"/>
          </a:xfrm>
          <a:custGeom>
            <a:avLst/>
            <a:gdLst>
              <a:gd name="T0" fmla="*/ 12 w 24"/>
              <a:gd name="T1" fmla="*/ 24 h 24"/>
              <a:gd name="T2" fmla="*/ 24 w 24"/>
              <a:gd name="T3" fmla="*/ 12 h 24"/>
              <a:gd name="T4" fmla="*/ 12 w 24"/>
              <a:gd name="T5" fmla="*/ 0 h 24"/>
              <a:gd name="T6" fmla="*/ 0 w 24"/>
              <a:gd name="T7" fmla="*/ 12 h 24"/>
              <a:gd name="T8" fmla="*/ 12 w 24"/>
              <a:gd name="T9" fmla="*/ 24 h 24"/>
              <a:gd name="T10" fmla="*/ 12 w 24"/>
              <a:gd name="T11" fmla="*/ 1 h 24"/>
              <a:gd name="T12" fmla="*/ 22 w 24"/>
              <a:gd name="T13" fmla="*/ 12 h 24"/>
              <a:gd name="T14" fmla="*/ 12 w 24"/>
              <a:gd name="T15" fmla="*/ 22 h 24"/>
              <a:gd name="T16" fmla="*/ 2 w 24"/>
              <a:gd name="T17" fmla="*/ 12 h 24"/>
              <a:gd name="T18" fmla="*/ 12 w 24"/>
              <a:gd name="T19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4">
                <a:moveTo>
                  <a:pt x="12" y="24"/>
                </a:moveTo>
                <a:cubicBezTo>
                  <a:pt x="19" y="24"/>
                  <a:pt x="24" y="18"/>
                  <a:pt x="24" y="12"/>
                </a:cubicBezTo>
                <a:cubicBezTo>
                  <a:pt x="24" y="5"/>
                  <a:pt x="19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close/>
                <a:moveTo>
                  <a:pt x="12" y="1"/>
                </a:moveTo>
                <a:cubicBezTo>
                  <a:pt x="18" y="1"/>
                  <a:pt x="22" y="6"/>
                  <a:pt x="22" y="12"/>
                </a:cubicBezTo>
                <a:cubicBezTo>
                  <a:pt x="22" y="18"/>
                  <a:pt x="18" y="22"/>
                  <a:pt x="12" y="22"/>
                </a:cubicBezTo>
                <a:cubicBezTo>
                  <a:pt x="6" y="22"/>
                  <a:pt x="2" y="18"/>
                  <a:pt x="2" y="12"/>
                </a:cubicBezTo>
                <a:cubicBezTo>
                  <a:pt x="2" y="6"/>
                  <a:pt x="6" y="1"/>
                  <a:pt x="1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7" name="Freeform 143">
            <a:extLst>
              <a:ext uri="{FF2B5EF4-FFF2-40B4-BE49-F238E27FC236}">
                <a16:creationId xmlns:a16="http://schemas.microsoft.com/office/drawing/2014/main" id="{A78D4528-44BF-4C50-8462-E7CDAC4396D9}"/>
              </a:ext>
            </a:extLst>
          </p:cNvPr>
          <p:cNvSpPr>
            <a:spLocks/>
          </p:cNvSpPr>
          <p:nvPr/>
        </p:nvSpPr>
        <p:spPr bwMode="auto">
          <a:xfrm>
            <a:off x="9414648" y="5854714"/>
            <a:ext cx="31834" cy="56088"/>
          </a:xfrm>
          <a:custGeom>
            <a:avLst/>
            <a:gdLst>
              <a:gd name="T0" fmla="*/ 3 w 8"/>
              <a:gd name="T1" fmla="*/ 12 h 14"/>
              <a:gd name="T2" fmla="*/ 3 w 8"/>
              <a:gd name="T3" fmla="*/ 14 h 14"/>
              <a:gd name="T4" fmla="*/ 5 w 8"/>
              <a:gd name="T5" fmla="*/ 14 h 14"/>
              <a:gd name="T6" fmla="*/ 5 w 8"/>
              <a:gd name="T7" fmla="*/ 12 h 14"/>
              <a:gd name="T8" fmla="*/ 7 w 8"/>
              <a:gd name="T9" fmla="*/ 11 h 14"/>
              <a:gd name="T10" fmla="*/ 8 w 8"/>
              <a:gd name="T11" fmla="*/ 9 h 14"/>
              <a:gd name="T12" fmla="*/ 7 w 8"/>
              <a:gd name="T13" fmla="*/ 7 h 14"/>
              <a:gd name="T14" fmla="*/ 4 w 8"/>
              <a:gd name="T15" fmla="*/ 6 h 14"/>
              <a:gd name="T16" fmla="*/ 3 w 8"/>
              <a:gd name="T17" fmla="*/ 5 h 14"/>
              <a:gd name="T18" fmla="*/ 2 w 8"/>
              <a:gd name="T19" fmla="*/ 4 h 14"/>
              <a:gd name="T20" fmla="*/ 3 w 8"/>
              <a:gd name="T21" fmla="*/ 3 h 14"/>
              <a:gd name="T22" fmla="*/ 4 w 8"/>
              <a:gd name="T23" fmla="*/ 2 h 14"/>
              <a:gd name="T24" fmla="*/ 5 w 8"/>
              <a:gd name="T25" fmla="*/ 3 h 14"/>
              <a:gd name="T26" fmla="*/ 6 w 8"/>
              <a:gd name="T27" fmla="*/ 4 h 14"/>
              <a:gd name="T28" fmla="*/ 6 w 8"/>
              <a:gd name="T29" fmla="*/ 4 h 14"/>
              <a:gd name="T30" fmla="*/ 8 w 8"/>
              <a:gd name="T31" fmla="*/ 4 h 14"/>
              <a:gd name="T32" fmla="*/ 8 w 8"/>
              <a:gd name="T33" fmla="*/ 4 h 14"/>
              <a:gd name="T34" fmla="*/ 7 w 8"/>
              <a:gd name="T35" fmla="*/ 2 h 14"/>
              <a:gd name="T36" fmla="*/ 5 w 8"/>
              <a:gd name="T37" fmla="*/ 1 h 14"/>
              <a:gd name="T38" fmla="*/ 5 w 8"/>
              <a:gd name="T39" fmla="*/ 0 h 14"/>
              <a:gd name="T40" fmla="*/ 3 w 8"/>
              <a:gd name="T41" fmla="*/ 0 h 14"/>
              <a:gd name="T42" fmla="*/ 3 w 8"/>
              <a:gd name="T43" fmla="*/ 1 h 14"/>
              <a:gd name="T44" fmla="*/ 2 w 8"/>
              <a:gd name="T45" fmla="*/ 2 h 14"/>
              <a:gd name="T46" fmla="*/ 1 w 8"/>
              <a:gd name="T47" fmla="*/ 4 h 14"/>
              <a:gd name="T48" fmla="*/ 1 w 8"/>
              <a:gd name="T49" fmla="*/ 6 h 14"/>
              <a:gd name="T50" fmla="*/ 4 w 8"/>
              <a:gd name="T51" fmla="*/ 7 h 14"/>
              <a:gd name="T52" fmla="*/ 6 w 8"/>
              <a:gd name="T53" fmla="*/ 8 h 14"/>
              <a:gd name="T54" fmla="*/ 6 w 8"/>
              <a:gd name="T55" fmla="*/ 9 h 14"/>
              <a:gd name="T56" fmla="*/ 6 w 8"/>
              <a:gd name="T57" fmla="*/ 10 h 14"/>
              <a:gd name="T58" fmla="*/ 4 w 8"/>
              <a:gd name="T59" fmla="*/ 11 h 14"/>
              <a:gd name="T60" fmla="*/ 2 w 8"/>
              <a:gd name="T61" fmla="*/ 10 h 14"/>
              <a:gd name="T62" fmla="*/ 2 w 8"/>
              <a:gd name="T63" fmla="*/ 9 h 14"/>
              <a:gd name="T64" fmla="*/ 2 w 8"/>
              <a:gd name="T65" fmla="*/ 9 h 14"/>
              <a:gd name="T66" fmla="*/ 0 w 8"/>
              <a:gd name="T67" fmla="*/ 9 h 14"/>
              <a:gd name="T68" fmla="*/ 0 w 8"/>
              <a:gd name="T69" fmla="*/ 9 h 14"/>
              <a:gd name="T70" fmla="*/ 1 w 8"/>
              <a:gd name="T71" fmla="*/ 11 h 14"/>
              <a:gd name="T72" fmla="*/ 3 w 8"/>
              <a:gd name="T73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" h="14">
                <a:moveTo>
                  <a:pt x="3" y="12"/>
                </a:moveTo>
                <a:cubicBezTo>
                  <a:pt x="3" y="14"/>
                  <a:pt x="3" y="14"/>
                  <a:pt x="3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2"/>
                  <a:pt x="5" y="12"/>
                  <a:pt x="5" y="12"/>
                </a:cubicBezTo>
                <a:cubicBezTo>
                  <a:pt x="6" y="12"/>
                  <a:pt x="6" y="12"/>
                  <a:pt x="7" y="11"/>
                </a:cubicBezTo>
                <a:cubicBezTo>
                  <a:pt x="7" y="11"/>
                  <a:pt x="8" y="10"/>
                  <a:pt x="8" y="9"/>
                </a:cubicBezTo>
                <a:cubicBezTo>
                  <a:pt x="8" y="8"/>
                  <a:pt x="8" y="8"/>
                  <a:pt x="7" y="7"/>
                </a:cubicBezTo>
                <a:cubicBezTo>
                  <a:pt x="6" y="6"/>
                  <a:pt x="5" y="6"/>
                  <a:pt x="4" y="6"/>
                </a:cubicBezTo>
                <a:cubicBezTo>
                  <a:pt x="3" y="6"/>
                  <a:pt x="3" y="5"/>
                  <a:pt x="3" y="5"/>
                </a:cubicBezTo>
                <a:cubicBezTo>
                  <a:pt x="2" y="5"/>
                  <a:pt x="2" y="4"/>
                  <a:pt x="2" y="4"/>
                </a:cubicBezTo>
                <a:cubicBezTo>
                  <a:pt x="2" y="4"/>
                  <a:pt x="2" y="3"/>
                  <a:pt x="3" y="3"/>
                </a:cubicBezTo>
                <a:cubicBezTo>
                  <a:pt x="3" y="3"/>
                  <a:pt x="3" y="2"/>
                  <a:pt x="4" y="2"/>
                </a:cubicBezTo>
                <a:cubicBezTo>
                  <a:pt x="5" y="2"/>
                  <a:pt x="5" y="3"/>
                  <a:pt x="5" y="3"/>
                </a:cubicBezTo>
                <a:cubicBezTo>
                  <a:pt x="6" y="3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3"/>
                  <a:pt x="7" y="2"/>
                  <a:pt x="7" y="2"/>
                </a:cubicBezTo>
                <a:cubicBezTo>
                  <a:pt x="6" y="1"/>
                  <a:pt x="6" y="1"/>
                  <a:pt x="5" y="1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2"/>
                  <a:pt x="2" y="2"/>
                </a:cubicBezTo>
                <a:cubicBezTo>
                  <a:pt x="1" y="2"/>
                  <a:pt x="1" y="3"/>
                  <a:pt x="1" y="4"/>
                </a:cubicBezTo>
                <a:cubicBezTo>
                  <a:pt x="1" y="5"/>
                  <a:pt x="1" y="5"/>
                  <a:pt x="1" y="6"/>
                </a:cubicBezTo>
                <a:cubicBezTo>
                  <a:pt x="2" y="6"/>
                  <a:pt x="3" y="7"/>
                  <a:pt x="4" y="7"/>
                </a:cubicBezTo>
                <a:cubicBezTo>
                  <a:pt x="5" y="7"/>
                  <a:pt x="5" y="8"/>
                  <a:pt x="6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1"/>
                  <a:pt x="5" y="11"/>
                  <a:pt x="4" y="11"/>
                </a:cubicBezTo>
                <a:cubicBezTo>
                  <a:pt x="3" y="11"/>
                  <a:pt x="3" y="11"/>
                  <a:pt x="2" y="10"/>
                </a:cubicBezTo>
                <a:cubicBezTo>
                  <a:pt x="2" y="10"/>
                  <a:pt x="2" y="10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1"/>
                  <a:pt x="1" y="11"/>
                </a:cubicBezTo>
                <a:cubicBezTo>
                  <a:pt x="2" y="12"/>
                  <a:pt x="2" y="12"/>
                  <a:pt x="3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8" name="Freeform 144">
            <a:extLst>
              <a:ext uri="{FF2B5EF4-FFF2-40B4-BE49-F238E27FC236}">
                <a16:creationId xmlns:a16="http://schemas.microsoft.com/office/drawing/2014/main" id="{8EEE25DB-5D00-460D-BC04-9D41FCC35C19}"/>
              </a:ext>
            </a:extLst>
          </p:cNvPr>
          <p:cNvSpPr>
            <a:spLocks/>
          </p:cNvSpPr>
          <p:nvPr/>
        </p:nvSpPr>
        <p:spPr bwMode="auto">
          <a:xfrm>
            <a:off x="9284281" y="5818333"/>
            <a:ext cx="72763" cy="128851"/>
          </a:xfrm>
          <a:custGeom>
            <a:avLst/>
            <a:gdLst>
              <a:gd name="T0" fmla="*/ 18 w 18"/>
              <a:gd name="T1" fmla="*/ 0 h 32"/>
              <a:gd name="T2" fmla="*/ 9 w 18"/>
              <a:gd name="T3" fmla="*/ 0 h 32"/>
              <a:gd name="T4" fmla="*/ 0 w 18"/>
              <a:gd name="T5" fmla="*/ 8 h 32"/>
              <a:gd name="T6" fmla="*/ 0 w 18"/>
              <a:gd name="T7" fmla="*/ 23 h 32"/>
              <a:gd name="T8" fmla="*/ 7 w 18"/>
              <a:gd name="T9" fmla="*/ 32 h 32"/>
              <a:gd name="T10" fmla="*/ 8 w 18"/>
              <a:gd name="T11" fmla="*/ 32 h 32"/>
              <a:gd name="T12" fmla="*/ 12 w 18"/>
              <a:gd name="T13" fmla="*/ 8 h 32"/>
              <a:gd name="T14" fmla="*/ 18 w 18"/>
              <a:gd name="T15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" h="32">
                <a:moveTo>
                  <a:pt x="18" y="0"/>
                </a:move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8"/>
                  <a:pt x="0" y="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7" y="23"/>
                  <a:pt x="7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10" y="18"/>
                  <a:pt x="12" y="10"/>
                  <a:pt x="12" y="8"/>
                </a:cubicBezTo>
                <a:cubicBezTo>
                  <a:pt x="12" y="4"/>
                  <a:pt x="16" y="1"/>
                  <a:pt x="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19" name="Freeform 145">
            <a:extLst>
              <a:ext uri="{FF2B5EF4-FFF2-40B4-BE49-F238E27FC236}">
                <a16:creationId xmlns:a16="http://schemas.microsoft.com/office/drawing/2014/main" id="{6AD47A83-4502-4E60-A945-A6B2CFBAF4CE}"/>
              </a:ext>
            </a:extLst>
          </p:cNvPr>
          <p:cNvSpPr>
            <a:spLocks/>
          </p:cNvSpPr>
          <p:nvPr/>
        </p:nvSpPr>
        <p:spPr bwMode="auto">
          <a:xfrm>
            <a:off x="9369171" y="5818333"/>
            <a:ext cx="206161" cy="128851"/>
          </a:xfrm>
          <a:custGeom>
            <a:avLst/>
            <a:gdLst>
              <a:gd name="T0" fmla="*/ 15 w 51"/>
              <a:gd name="T1" fmla="*/ 3 h 32"/>
              <a:gd name="T2" fmla="*/ 28 w 51"/>
              <a:gd name="T3" fmla="*/ 16 h 32"/>
              <a:gd name="T4" fmla="*/ 15 w 51"/>
              <a:gd name="T5" fmla="*/ 29 h 32"/>
              <a:gd name="T6" fmla="*/ 2 w 51"/>
              <a:gd name="T7" fmla="*/ 18 h 32"/>
              <a:gd name="T8" fmla="*/ 0 w 51"/>
              <a:gd name="T9" fmla="*/ 32 h 32"/>
              <a:gd name="T10" fmla="*/ 23 w 51"/>
              <a:gd name="T11" fmla="*/ 32 h 32"/>
              <a:gd name="T12" fmla="*/ 39 w 51"/>
              <a:gd name="T13" fmla="*/ 24 h 32"/>
              <a:gd name="T14" fmla="*/ 40 w 51"/>
              <a:gd name="T15" fmla="*/ 28 h 32"/>
              <a:gd name="T16" fmla="*/ 40 w 51"/>
              <a:gd name="T17" fmla="*/ 32 h 32"/>
              <a:gd name="T18" fmla="*/ 43 w 51"/>
              <a:gd name="T19" fmla="*/ 32 h 32"/>
              <a:gd name="T20" fmla="*/ 51 w 51"/>
              <a:gd name="T21" fmla="*/ 23 h 32"/>
              <a:gd name="T22" fmla="*/ 51 w 51"/>
              <a:gd name="T23" fmla="*/ 9 h 32"/>
              <a:gd name="T24" fmla="*/ 43 w 51"/>
              <a:gd name="T25" fmla="*/ 0 h 32"/>
              <a:gd name="T26" fmla="*/ 5 w 51"/>
              <a:gd name="T27" fmla="*/ 0 h 32"/>
              <a:gd name="T28" fmla="*/ 3 w 51"/>
              <a:gd name="T29" fmla="*/ 11 h 32"/>
              <a:gd name="T30" fmla="*/ 15 w 51"/>
              <a:gd name="T31" fmla="*/ 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1" h="32">
                <a:moveTo>
                  <a:pt x="15" y="3"/>
                </a:moveTo>
                <a:cubicBezTo>
                  <a:pt x="22" y="3"/>
                  <a:pt x="28" y="9"/>
                  <a:pt x="28" y="16"/>
                </a:cubicBezTo>
                <a:cubicBezTo>
                  <a:pt x="28" y="23"/>
                  <a:pt x="22" y="29"/>
                  <a:pt x="15" y="29"/>
                </a:cubicBezTo>
                <a:cubicBezTo>
                  <a:pt x="9" y="29"/>
                  <a:pt x="3" y="24"/>
                  <a:pt x="2" y="18"/>
                </a:cubicBezTo>
                <a:cubicBezTo>
                  <a:pt x="0" y="32"/>
                  <a:pt x="0" y="32"/>
                  <a:pt x="0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9"/>
                  <a:pt x="40" y="30"/>
                  <a:pt x="40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22"/>
                  <a:pt x="51" y="23"/>
                  <a:pt x="51" y="23"/>
                </a:cubicBezTo>
                <a:cubicBezTo>
                  <a:pt x="51" y="9"/>
                  <a:pt x="51" y="9"/>
                  <a:pt x="51" y="9"/>
                </a:cubicBezTo>
                <a:cubicBezTo>
                  <a:pt x="41" y="9"/>
                  <a:pt x="43" y="0"/>
                  <a:pt x="43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11"/>
                  <a:pt x="3" y="11"/>
                  <a:pt x="3" y="11"/>
                </a:cubicBezTo>
                <a:cubicBezTo>
                  <a:pt x="5" y="6"/>
                  <a:pt x="10" y="3"/>
                  <a:pt x="1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0" name="Freeform 146">
            <a:extLst>
              <a:ext uri="{FF2B5EF4-FFF2-40B4-BE49-F238E27FC236}">
                <a16:creationId xmlns:a16="http://schemas.microsoft.com/office/drawing/2014/main" id="{A5411B42-3FC5-49B5-A953-7488A2941933}"/>
              </a:ext>
            </a:extLst>
          </p:cNvPr>
          <p:cNvSpPr>
            <a:spLocks/>
          </p:cNvSpPr>
          <p:nvPr/>
        </p:nvSpPr>
        <p:spPr bwMode="auto">
          <a:xfrm>
            <a:off x="9203939" y="5757697"/>
            <a:ext cx="453252" cy="247090"/>
          </a:xfrm>
          <a:custGeom>
            <a:avLst/>
            <a:gdLst>
              <a:gd name="T0" fmla="*/ 25 w 112"/>
              <a:gd name="T1" fmla="*/ 61 h 61"/>
              <a:gd name="T2" fmla="*/ 26 w 112"/>
              <a:gd name="T3" fmla="*/ 54 h 61"/>
              <a:gd name="T4" fmla="*/ 10 w 112"/>
              <a:gd name="T5" fmla="*/ 54 h 61"/>
              <a:gd name="T6" fmla="*/ 10 w 112"/>
              <a:gd name="T7" fmla="*/ 8 h 61"/>
              <a:gd name="T8" fmla="*/ 102 w 112"/>
              <a:gd name="T9" fmla="*/ 8 h 61"/>
              <a:gd name="T10" fmla="*/ 102 w 112"/>
              <a:gd name="T11" fmla="*/ 54 h 61"/>
              <a:gd name="T12" fmla="*/ 77 w 112"/>
              <a:gd name="T13" fmla="*/ 54 h 61"/>
              <a:gd name="T14" fmla="*/ 74 w 112"/>
              <a:gd name="T15" fmla="*/ 56 h 61"/>
              <a:gd name="T16" fmla="*/ 62 w 112"/>
              <a:gd name="T17" fmla="*/ 61 h 61"/>
              <a:gd name="T18" fmla="*/ 112 w 112"/>
              <a:gd name="T19" fmla="*/ 61 h 61"/>
              <a:gd name="T20" fmla="*/ 112 w 112"/>
              <a:gd name="T21" fmla="*/ 0 h 61"/>
              <a:gd name="T22" fmla="*/ 0 w 112"/>
              <a:gd name="T23" fmla="*/ 0 h 61"/>
              <a:gd name="T24" fmla="*/ 0 w 112"/>
              <a:gd name="T25" fmla="*/ 61 h 61"/>
              <a:gd name="T26" fmla="*/ 1 w 112"/>
              <a:gd name="T27" fmla="*/ 61 h 61"/>
              <a:gd name="T28" fmla="*/ 25 w 112"/>
              <a:gd name="T29" fmla="*/ 6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2" h="61">
                <a:moveTo>
                  <a:pt x="25" y="61"/>
                </a:moveTo>
                <a:cubicBezTo>
                  <a:pt x="25" y="59"/>
                  <a:pt x="26" y="56"/>
                  <a:pt x="26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8"/>
                  <a:pt x="10" y="8"/>
                  <a:pt x="10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77" y="54"/>
                  <a:pt x="77" y="54"/>
                  <a:pt x="77" y="54"/>
                </a:cubicBezTo>
                <a:cubicBezTo>
                  <a:pt x="77" y="55"/>
                  <a:pt x="76" y="55"/>
                  <a:pt x="74" y="56"/>
                </a:cubicBezTo>
                <a:cubicBezTo>
                  <a:pt x="73" y="56"/>
                  <a:pt x="70" y="58"/>
                  <a:pt x="62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0"/>
                  <a:pt x="112" y="0"/>
                  <a:pt x="11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1" y="61"/>
                  <a:pt x="1" y="61"/>
                </a:cubicBezTo>
                <a:lnTo>
                  <a:pt x="25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1" name="Freeform 147">
            <a:extLst>
              <a:ext uri="{FF2B5EF4-FFF2-40B4-BE49-F238E27FC236}">
                <a16:creationId xmlns:a16="http://schemas.microsoft.com/office/drawing/2014/main" id="{0E8D8617-DBF9-4E09-8B28-5F489C836A56}"/>
              </a:ext>
            </a:extLst>
          </p:cNvPr>
          <p:cNvSpPr>
            <a:spLocks noEditPoints="1"/>
          </p:cNvSpPr>
          <p:nvPr/>
        </p:nvSpPr>
        <p:spPr bwMode="auto">
          <a:xfrm>
            <a:off x="9119049" y="5825912"/>
            <a:ext cx="400195" cy="425966"/>
          </a:xfrm>
          <a:custGeom>
            <a:avLst/>
            <a:gdLst>
              <a:gd name="T0" fmla="*/ 65 w 99"/>
              <a:gd name="T1" fmla="*/ 90 h 105"/>
              <a:gd name="T2" fmla="*/ 62 w 99"/>
              <a:gd name="T3" fmla="*/ 77 h 105"/>
              <a:gd name="T4" fmla="*/ 54 w 99"/>
              <a:gd name="T5" fmla="*/ 72 h 105"/>
              <a:gd name="T6" fmla="*/ 56 w 99"/>
              <a:gd name="T7" fmla="*/ 55 h 105"/>
              <a:gd name="T8" fmla="*/ 94 w 99"/>
              <a:gd name="T9" fmla="*/ 37 h 105"/>
              <a:gd name="T10" fmla="*/ 99 w 99"/>
              <a:gd name="T11" fmla="*/ 27 h 105"/>
              <a:gd name="T12" fmla="*/ 58 w 99"/>
              <a:gd name="T13" fmla="*/ 45 h 105"/>
              <a:gd name="T14" fmla="*/ 64 w 99"/>
              <a:gd name="T15" fmla="*/ 0 h 105"/>
              <a:gd name="T16" fmla="*/ 56 w 99"/>
              <a:gd name="T17" fmla="*/ 7 h 105"/>
              <a:gd name="T18" fmla="*/ 48 w 99"/>
              <a:gd name="T19" fmla="*/ 49 h 105"/>
              <a:gd name="T20" fmla="*/ 32 w 99"/>
              <a:gd name="T21" fmla="*/ 55 h 105"/>
              <a:gd name="T22" fmla="*/ 25 w 99"/>
              <a:gd name="T23" fmla="*/ 49 h 105"/>
              <a:gd name="T24" fmla="*/ 12 w 99"/>
              <a:gd name="T25" fmla="*/ 49 h 105"/>
              <a:gd name="T26" fmla="*/ 3 w 99"/>
              <a:gd name="T27" fmla="*/ 68 h 105"/>
              <a:gd name="T28" fmla="*/ 9 w 99"/>
              <a:gd name="T29" fmla="*/ 74 h 105"/>
              <a:gd name="T30" fmla="*/ 23 w 99"/>
              <a:gd name="T31" fmla="*/ 74 h 105"/>
              <a:gd name="T32" fmla="*/ 28 w 99"/>
              <a:gd name="T33" fmla="*/ 71 h 105"/>
              <a:gd name="T34" fmla="*/ 28 w 99"/>
              <a:gd name="T35" fmla="*/ 71 h 105"/>
              <a:gd name="T36" fmla="*/ 28 w 99"/>
              <a:gd name="T37" fmla="*/ 71 h 105"/>
              <a:gd name="T38" fmla="*/ 28 w 99"/>
              <a:gd name="T39" fmla="*/ 70 h 105"/>
              <a:gd name="T40" fmla="*/ 47 w 99"/>
              <a:gd name="T41" fmla="*/ 58 h 105"/>
              <a:gd name="T42" fmla="*/ 41 w 99"/>
              <a:gd name="T43" fmla="*/ 80 h 105"/>
              <a:gd name="T44" fmla="*/ 40 w 99"/>
              <a:gd name="T45" fmla="*/ 80 h 105"/>
              <a:gd name="T46" fmla="*/ 40 w 99"/>
              <a:gd name="T47" fmla="*/ 80 h 105"/>
              <a:gd name="T48" fmla="*/ 40 w 99"/>
              <a:gd name="T49" fmla="*/ 80 h 105"/>
              <a:gd name="T50" fmla="*/ 38 w 99"/>
              <a:gd name="T51" fmla="*/ 86 h 105"/>
              <a:gd name="T52" fmla="*/ 42 w 99"/>
              <a:gd name="T53" fmla="*/ 99 h 105"/>
              <a:gd name="T54" fmla="*/ 50 w 99"/>
              <a:gd name="T55" fmla="*/ 104 h 105"/>
              <a:gd name="T56" fmla="*/ 65 w 99"/>
              <a:gd name="T57" fmla="*/ 90 h 105"/>
              <a:gd name="T58" fmla="*/ 20 w 99"/>
              <a:gd name="T59" fmla="*/ 67 h 105"/>
              <a:gd name="T60" fmla="*/ 12 w 99"/>
              <a:gd name="T61" fmla="*/ 68 h 105"/>
              <a:gd name="T62" fmla="*/ 9 w 99"/>
              <a:gd name="T63" fmla="*/ 65 h 105"/>
              <a:gd name="T64" fmla="*/ 15 w 99"/>
              <a:gd name="T65" fmla="*/ 56 h 105"/>
              <a:gd name="T66" fmla="*/ 23 w 99"/>
              <a:gd name="T67" fmla="*/ 56 h 105"/>
              <a:gd name="T68" fmla="*/ 26 w 99"/>
              <a:gd name="T69" fmla="*/ 58 h 105"/>
              <a:gd name="T70" fmla="*/ 20 w 99"/>
              <a:gd name="T71" fmla="*/ 67 h 105"/>
              <a:gd name="T72" fmla="*/ 51 w 99"/>
              <a:gd name="T73" fmla="*/ 97 h 105"/>
              <a:gd name="T74" fmla="*/ 47 w 99"/>
              <a:gd name="T75" fmla="*/ 95 h 105"/>
              <a:gd name="T76" fmla="*/ 46 w 99"/>
              <a:gd name="T77" fmla="*/ 87 h 105"/>
              <a:gd name="T78" fmla="*/ 53 w 99"/>
              <a:gd name="T79" fmla="*/ 79 h 105"/>
              <a:gd name="T80" fmla="*/ 56 w 99"/>
              <a:gd name="T81" fmla="*/ 81 h 105"/>
              <a:gd name="T82" fmla="*/ 58 w 99"/>
              <a:gd name="T83" fmla="*/ 89 h 105"/>
              <a:gd name="T84" fmla="*/ 51 w 99"/>
              <a:gd name="T85" fmla="*/ 9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" h="105">
                <a:moveTo>
                  <a:pt x="65" y="90"/>
                </a:moveTo>
                <a:cubicBezTo>
                  <a:pt x="66" y="85"/>
                  <a:pt x="65" y="80"/>
                  <a:pt x="62" y="77"/>
                </a:cubicBezTo>
                <a:cubicBezTo>
                  <a:pt x="60" y="74"/>
                  <a:pt x="57" y="73"/>
                  <a:pt x="54" y="72"/>
                </a:cubicBezTo>
                <a:cubicBezTo>
                  <a:pt x="56" y="55"/>
                  <a:pt x="56" y="55"/>
                  <a:pt x="56" y="55"/>
                </a:cubicBezTo>
                <a:cubicBezTo>
                  <a:pt x="67" y="50"/>
                  <a:pt x="90" y="39"/>
                  <a:pt x="94" y="37"/>
                </a:cubicBezTo>
                <a:cubicBezTo>
                  <a:pt x="99" y="35"/>
                  <a:pt x="99" y="27"/>
                  <a:pt x="99" y="27"/>
                </a:cubicBezTo>
                <a:cubicBezTo>
                  <a:pt x="58" y="45"/>
                  <a:pt x="58" y="45"/>
                  <a:pt x="58" y="45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56" y="2"/>
                  <a:pt x="56" y="7"/>
                </a:cubicBezTo>
                <a:cubicBezTo>
                  <a:pt x="55" y="12"/>
                  <a:pt x="50" y="37"/>
                  <a:pt x="48" y="49"/>
                </a:cubicBezTo>
                <a:cubicBezTo>
                  <a:pt x="32" y="55"/>
                  <a:pt x="32" y="55"/>
                  <a:pt x="32" y="55"/>
                </a:cubicBezTo>
                <a:cubicBezTo>
                  <a:pt x="31" y="52"/>
                  <a:pt x="28" y="50"/>
                  <a:pt x="25" y="49"/>
                </a:cubicBezTo>
                <a:cubicBezTo>
                  <a:pt x="22" y="47"/>
                  <a:pt x="17" y="47"/>
                  <a:pt x="12" y="49"/>
                </a:cubicBezTo>
                <a:cubicBezTo>
                  <a:pt x="4" y="53"/>
                  <a:pt x="0" y="61"/>
                  <a:pt x="3" y="68"/>
                </a:cubicBezTo>
                <a:cubicBezTo>
                  <a:pt x="4" y="71"/>
                  <a:pt x="6" y="73"/>
                  <a:pt x="9" y="74"/>
                </a:cubicBezTo>
                <a:cubicBezTo>
                  <a:pt x="13" y="76"/>
                  <a:pt x="18" y="76"/>
                  <a:pt x="23" y="74"/>
                </a:cubicBezTo>
                <a:cubicBezTo>
                  <a:pt x="25" y="73"/>
                  <a:pt x="26" y="72"/>
                  <a:pt x="28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70"/>
                  <a:pt x="28" y="70"/>
                  <a:pt x="28" y="70"/>
                </a:cubicBezTo>
                <a:cubicBezTo>
                  <a:pt x="37" y="62"/>
                  <a:pt x="44" y="59"/>
                  <a:pt x="47" y="58"/>
                </a:cubicBezTo>
                <a:cubicBezTo>
                  <a:pt x="48" y="62"/>
                  <a:pt x="46" y="69"/>
                  <a:pt x="41" y="80"/>
                </a:cubicBezTo>
                <a:cubicBezTo>
                  <a:pt x="40" y="80"/>
                  <a:pt x="40" y="80"/>
                  <a:pt x="40" y="80"/>
                </a:cubicBezTo>
                <a:cubicBezTo>
                  <a:pt x="40" y="80"/>
                  <a:pt x="40" y="80"/>
                  <a:pt x="40" y="80"/>
                </a:cubicBezTo>
                <a:cubicBezTo>
                  <a:pt x="40" y="80"/>
                  <a:pt x="40" y="80"/>
                  <a:pt x="40" y="80"/>
                </a:cubicBezTo>
                <a:cubicBezTo>
                  <a:pt x="39" y="82"/>
                  <a:pt x="39" y="84"/>
                  <a:pt x="38" y="86"/>
                </a:cubicBezTo>
                <a:cubicBezTo>
                  <a:pt x="38" y="91"/>
                  <a:pt x="39" y="96"/>
                  <a:pt x="42" y="99"/>
                </a:cubicBezTo>
                <a:cubicBezTo>
                  <a:pt x="44" y="102"/>
                  <a:pt x="46" y="103"/>
                  <a:pt x="50" y="104"/>
                </a:cubicBezTo>
                <a:cubicBezTo>
                  <a:pt x="57" y="105"/>
                  <a:pt x="64" y="99"/>
                  <a:pt x="65" y="90"/>
                </a:cubicBezTo>
                <a:close/>
                <a:moveTo>
                  <a:pt x="20" y="67"/>
                </a:moveTo>
                <a:cubicBezTo>
                  <a:pt x="17" y="69"/>
                  <a:pt x="14" y="69"/>
                  <a:pt x="12" y="68"/>
                </a:cubicBezTo>
                <a:cubicBezTo>
                  <a:pt x="11" y="67"/>
                  <a:pt x="10" y="67"/>
                  <a:pt x="9" y="65"/>
                </a:cubicBezTo>
                <a:cubicBezTo>
                  <a:pt x="8" y="62"/>
                  <a:pt x="11" y="58"/>
                  <a:pt x="15" y="56"/>
                </a:cubicBezTo>
                <a:cubicBezTo>
                  <a:pt x="18" y="55"/>
                  <a:pt x="20" y="55"/>
                  <a:pt x="23" y="56"/>
                </a:cubicBezTo>
                <a:cubicBezTo>
                  <a:pt x="24" y="56"/>
                  <a:pt x="25" y="57"/>
                  <a:pt x="26" y="58"/>
                </a:cubicBezTo>
                <a:cubicBezTo>
                  <a:pt x="27" y="61"/>
                  <a:pt x="24" y="66"/>
                  <a:pt x="20" y="67"/>
                </a:cubicBezTo>
                <a:close/>
                <a:moveTo>
                  <a:pt x="51" y="97"/>
                </a:moveTo>
                <a:cubicBezTo>
                  <a:pt x="49" y="97"/>
                  <a:pt x="48" y="95"/>
                  <a:pt x="47" y="95"/>
                </a:cubicBezTo>
                <a:cubicBezTo>
                  <a:pt x="46" y="93"/>
                  <a:pt x="45" y="90"/>
                  <a:pt x="46" y="87"/>
                </a:cubicBezTo>
                <a:cubicBezTo>
                  <a:pt x="46" y="82"/>
                  <a:pt x="50" y="79"/>
                  <a:pt x="53" y="79"/>
                </a:cubicBezTo>
                <a:cubicBezTo>
                  <a:pt x="55" y="80"/>
                  <a:pt x="56" y="81"/>
                  <a:pt x="56" y="81"/>
                </a:cubicBezTo>
                <a:cubicBezTo>
                  <a:pt x="58" y="83"/>
                  <a:pt x="58" y="86"/>
                  <a:pt x="58" y="89"/>
                </a:cubicBezTo>
                <a:cubicBezTo>
                  <a:pt x="57" y="94"/>
                  <a:pt x="54" y="97"/>
                  <a:pt x="51" y="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2" name="Rectangle 148">
            <a:extLst>
              <a:ext uri="{FF2B5EF4-FFF2-40B4-BE49-F238E27FC236}">
                <a16:creationId xmlns:a16="http://schemas.microsoft.com/office/drawing/2014/main" id="{F89493EA-0A7C-45BB-88B9-28D3F2D1A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479" y="1149386"/>
            <a:ext cx="125819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3" name="Rectangle 149">
            <a:extLst>
              <a:ext uri="{FF2B5EF4-FFF2-40B4-BE49-F238E27FC236}">
                <a16:creationId xmlns:a16="http://schemas.microsoft.com/office/drawing/2014/main" id="{77B26F90-24C7-4B3A-A42D-EB8EC6744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479" y="1149386"/>
            <a:ext cx="125819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4" name="Rectangle 150">
            <a:extLst>
              <a:ext uri="{FF2B5EF4-FFF2-40B4-BE49-F238E27FC236}">
                <a16:creationId xmlns:a16="http://schemas.microsoft.com/office/drawing/2014/main" id="{0ACBACE6-DD61-4462-99E2-6F0DB7E3F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6775" y="1149386"/>
            <a:ext cx="121271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5" name="Rectangle 151">
            <a:extLst>
              <a:ext uri="{FF2B5EF4-FFF2-40B4-BE49-F238E27FC236}">
                <a16:creationId xmlns:a16="http://schemas.microsoft.com/office/drawing/2014/main" id="{7EA3F01B-DA8B-430A-B141-9AFC2E0D8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6775" y="1149386"/>
            <a:ext cx="121271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6" name="Rectangle 152">
            <a:extLst>
              <a:ext uri="{FF2B5EF4-FFF2-40B4-BE49-F238E27FC236}">
                <a16:creationId xmlns:a16="http://schemas.microsoft.com/office/drawing/2014/main" id="{8E3DAF3F-5163-4E2A-B9DE-34FE0A163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479" y="1052369"/>
            <a:ext cx="125819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7" name="Rectangle 153">
            <a:extLst>
              <a:ext uri="{FF2B5EF4-FFF2-40B4-BE49-F238E27FC236}">
                <a16:creationId xmlns:a16="http://schemas.microsoft.com/office/drawing/2014/main" id="{680E301C-3AA9-4BCA-87B3-4B88BA4CB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479" y="1052369"/>
            <a:ext cx="125819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8" name="Rectangle 154">
            <a:extLst>
              <a:ext uri="{FF2B5EF4-FFF2-40B4-BE49-F238E27FC236}">
                <a16:creationId xmlns:a16="http://schemas.microsoft.com/office/drawing/2014/main" id="{EA2B425A-27ED-4B22-AAA3-E6E2078B0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6775" y="1052369"/>
            <a:ext cx="121271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29" name="Rectangle 155">
            <a:extLst>
              <a:ext uri="{FF2B5EF4-FFF2-40B4-BE49-F238E27FC236}">
                <a16:creationId xmlns:a16="http://schemas.microsoft.com/office/drawing/2014/main" id="{9B2FF5F0-1E02-4721-A512-417868A6B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6775" y="1052369"/>
            <a:ext cx="121271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0" name="Rectangle 156">
            <a:extLst>
              <a:ext uri="{FF2B5EF4-FFF2-40B4-BE49-F238E27FC236}">
                <a16:creationId xmlns:a16="http://schemas.microsoft.com/office/drawing/2014/main" id="{2BBBF719-C41F-4565-B1EB-510242CCD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1298" y="1149386"/>
            <a:ext cx="45477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1" name="Rectangle 157">
            <a:extLst>
              <a:ext uri="{FF2B5EF4-FFF2-40B4-BE49-F238E27FC236}">
                <a16:creationId xmlns:a16="http://schemas.microsoft.com/office/drawing/2014/main" id="{14134E04-5BC9-4878-9E3C-40E71C5CE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1298" y="1149386"/>
            <a:ext cx="45477" cy="22283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2" name="Rectangle 158">
            <a:extLst>
              <a:ext uri="{FF2B5EF4-FFF2-40B4-BE49-F238E27FC236}">
                <a16:creationId xmlns:a16="http://schemas.microsoft.com/office/drawing/2014/main" id="{042D8298-96B4-41EB-A4A0-30B41469B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1298" y="1052369"/>
            <a:ext cx="45477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3" name="Rectangle 159">
            <a:extLst>
              <a:ext uri="{FF2B5EF4-FFF2-40B4-BE49-F238E27FC236}">
                <a16:creationId xmlns:a16="http://schemas.microsoft.com/office/drawing/2014/main" id="{0BC81AE3-478B-432A-81AD-7D89314BF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1298" y="1052369"/>
            <a:ext cx="45477" cy="6821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4" name="Freeform 160">
            <a:extLst>
              <a:ext uri="{FF2B5EF4-FFF2-40B4-BE49-F238E27FC236}">
                <a16:creationId xmlns:a16="http://schemas.microsoft.com/office/drawing/2014/main" id="{3633D4EC-4EEF-48C1-841D-5040AC96FC45}"/>
              </a:ext>
            </a:extLst>
          </p:cNvPr>
          <p:cNvSpPr>
            <a:spLocks noEditPoints="1"/>
          </p:cNvSpPr>
          <p:nvPr/>
        </p:nvSpPr>
        <p:spPr bwMode="auto">
          <a:xfrm>
            <a:off x="9325210" y="946257"/>
            <a:ext cx="153105" cy="106112"/>
          </a:xfrm>
          <a:custGeom>
            <a:avLst/>
            <a:gdLst>
              <a:gd name="T0" fmla="*/ 33 w 38"/>
              <a:gd name="T1" fmla="*/ 4 h 26"/>
              <a:gd name="T2" fmla="*/ 30 w 38"/>
              <a:gd name="T3" fmla="*/ 14 h 26"/>
              <a:gd name="T4" fmla="*/ 23 w 38"/>
              <a:gd name="T5" fmla="*/ 22 h 26"/>
              <a:gd name="T6" fmla="*/ 22 w 38"/>
              <a:gd name="T7" fmla="*/ 21 h 26"/>
              <a:gd name="T8" fmla="*/ 23 w 38"/>
              <a:gd name="T9" fmla="*/ 16 h 26"/>
              <a:gd name="T10" fmla="*/ 25 w 38"/>
              <a:gd name="T11" fmla="*/ 11 h 26"/>
              <a:gd name="T12" fmla="*/ 33 w 38"/>
              <a:gd name="T13" fmla="*/ 4 h 26"/>
              <a:gd name="T14" fmla="*/ 5 w 38"/>
              <a:gd name="T15" fmla="*/ 4 h 26"/>
              <a:gd name="T16" fmla="*/ 13 w 38"/>
              <a:gd name="T17" fmla="*/ 11 h 26"/>
              <a:gd name="T18" fmla="*/ 15 w 38"/>
              <a:gd name="T19" fmla="*/ 16 h 26"/>
              <a:gd name="T20" fmla="*/ 17 w 38"/>
              <a:gd name="T21" fmla="*/ 20 h 26"/>
              <a:gd name="T22" fmla="*/ 16 w 38"/>
              <a:gd name="T23" fmla="*/ 22 h 26"/>
              <a:gd name="T24" fmla="*/ 8 w 38"/>
              <a:gd name="T25" fmla="*/ 14 h 26"/>
              <a:gd name="T26" fmla="*/ 5 w 38"/>
              <a:gd name="T27" fmla="*/ 4 h 26"/>
              <a:gd name="T28" fmla="*/ 33 w 38"/>
              <a:gd name="T29" fmla="*/ 0 h 26"/>
              <a:gd name="T30" fmla="*/ 22 w 38"/>
              <a:gd name="T31" fmla="*/ 9 h 26"/>
              <a:gd name="T32" fmla="*/ 19 w 38"/>
              <a:gd name="T33" fmla="*/ 15 h 26"/>
              <a:gd name="T34" fmla="*/ 17 w 38"/>
              <a:gd name="T35" fmla="*/ 9 h 26"/>
              <a:gd name="T36" fmla="*/ 5 w 38"/>
              <a:gd name="T37" fmla="*/ 0 h 26"/>
              <a:gd name="T38" fmla="*/ 3 w 38"/>
              <a:gd name="T39" fmla="*/ 0 h 26"/>
              <a:gd name="T40" fmla="*/ 5 w 38"/>
              <a:gd name="T41" fmla="*/ 16 h 26"/>
              <a:gd name="T42" fmla="*/ 16 w 38"/>
              <a:gd name="T43" fmla="*/ 26 h 26"/>
              <a:gd name="T44" fmla="*/ 18 w 38"/>
              <a:gd name="T45" fmla="*/ 25 h 26"/>
              <a:gd name="T46" fmla="*/ 19 w 38"/>
              <a:gd name="T47" fmla="*/ 24 h 26"/>
              <a:gd name="T48" fmla="*/ 20 w 38"/>
              <a:gd name="T49" fmla="*/ 25 h 26"/>
              <a:gd name="T50" fmla="*/ 22 w 38"/>
              <a:gd name="T51" fmla="*/ 26 h 26"/>
              <a:gd name="T52" fmla="*/ 34 w 38"/>
              <a:gd name="T53" fmla="*/ 16 h 26"/>
              <a:gd name="T54" fmla="*/ 35 w 38"/>
              <a:gd name="T55" fmla="*/ 0 h 26"/>
              <a:gd name="T56" fmla="*/ 33 w 38"/>
              <a:gd name="T5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8" h="26">
                <a:moveTo>
                  <a:pt x="33" y="4"/>
                </a:moveTo>
                <a:cubicBezTo>
                  <a:pt x="33" y="5"/>
                  <a:pt x="33" y="9"/>
                  <a:pt x="30" y="14"/>
                </a:cubicBezTo>
                <a:cubicBezTo>
                  <a:pt x="27" y="20"/>
                  <a:pt x="24" y="22"/>
                  <a:pt x="23" y="22"/>
                </a:cubicBezTo>
                <a:cubicBezTo>
                  <a:pt x="22" y="21"/>
                  <a:pt x="22" y="21"/>
                  <a:pt x="22" y="21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5"/>
                  <a:pt x="24" y="13"/>
                  <a:pt x="25" y="11"/>
                </a:cubicBezTo>
                <a:cubicBezTo>
                  <a:pt x="28" y="6"/>
                  <a:pt x="32" y="4"/>
                  <a:pt x="33" y="4"/>
                </a:cubicBezTo>
                <a:moveTo>
                  <a:pt x="5" y="4"/>
                </a:moveTo>
                <a:cubicBezTo>
                  <a:pt x="7" y="4"/>
                  <a:pt x="10" y="6"/>
                  <a:pt x="13" y="11"/>
                </a:cubicBezTo>
                <a:cubicBezTo>
                  <a:pt x="14" y="13"/>
                  <a:pt x="15" y="15"/>
                  <a:pt x="15" y="16"/>
                </a:cubicBezTo>
                <a:cubicBezTo>
                  <a:pt x="17" y="20"/>
                  <a:pt x="17" y="20"/>
                  <a:pt x="17" y="20"/>
                </a:cubicBezTo>
                <a:cubicBezTo>
                  <a:pt x="16" y="22"/>
                  <a:pt x="16" y="22"/>
                  <a:pt x="16" y="22"/>
                </a:cubicBezTo>
                <a:cubicBezTo>
                  <a:pt x="14" y="22"/>
                  <a:pt x="11" y="19"/>
                  <a:pt x="8" y="14"/>
                </a:cubicBezTo>
                <a:cubicBezTo>
                  <a:pt x="5" y="9"/>
                  <a:pt x="5" y="5"/>
                  <a:pt x="5" y="4"/>
                </a:cubicBezTo>
                <a:moveTo>
                  <a:pt x="33" y="0"/>
                </a:moveTo>
                <a:cubicBezTo>
                  <a:pt x="30" y="0"/>
                  <a:pt x="25" y="4"/>
                  <a:pt x="22" y="9"/>
                </a:cubicBezTo>
                <a:cubicBezTo>
                  <a:pt x="21" y="11"/>
                  <a:pt x="20" y="13"/>
                  <a:pt x="19" y="15"/>
                </a:cubicBezTo>
                <a:cubicBezTo>
                  <a:pt x="19" y="13"/>
                  <a:pt x="18" y="11"/>
                  <a:pt x="17" y="9"/>
                </a:cubicBezTo>
                <a:cubicBezTo>
                  <a:pt x="13" y="4"/>
                  <a:pt x="9" y="0"/>
                  <a:pt x="5" y="0"/>
                </a:cubicBezTo>
                <a:cubicBezTo>
                  <a:pt x="5" y="0"/>
                  <a:pt x="4" y="0"/>
                  <a:pt x="3" y="0"/>
                </a:cubicBezTo>
                <a:cubicBezTo>
                  <a:pt x="0" y="2"/>
                  <a:pt x="1" y="10"/>
                  <a:pt x="5" y="16"/>
                </a:cubicBezTo>
                <a:cubicBezTo>
                  <a:pt x="8" y="22"/>
                  <a:pt x="13" y="26"/>
                  <a:pt x="16" y="26"/>
                </a:cubicBezTo>
                <a:cubicBezTo>
                  <a:pt x="17" y="26"/>
                  <a:pt x="17" y="26"/>
                  <a:pt x="18" y="25"/>
                </a:cubicBezTo>
                <a:cubicBezTo>
                  <a:pt x="18" y="25"/>
                  <a:pt x="19" y="25"/>
                  <a:pt x="19" y="24"/>
                </a:cubicBezTo>
                <a:cubicBezTo>
                  <a:pt x="20" y="25"/>
                  <a:pt x="20" y="25"/>
                  <a:pt x="20" y="25"/>
                </a:cubicBezTo>
                <a:cubicBezTo>
                  <a:pt x="21" y="26"/>
                  <a:pt x="22" y="26"/>
                  <a:pt x="22" y="26"/>
                </a:cubicBezTo>
                <a:cubicBezTo>
                  <a:pt x="26" y="26"/>
                  <a:pt x="30" y="22"/>
                  <a:pt x="34" y="16"/>
                </a:cubicBezTo>
                <a:cubicBezTo>
                  <a:pt x="38" y="10"/>
                  <a:pt x="38" y="2"/>
                  <a:pt x="35" y="0"/>
                </a:cubicBezTo>
                <a:cubicBezTo>
                  <a:pt x="34" y="0"/>
                  <a:pt x="34" y="0"/>
                  <a:pt x="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5" name="Freeform 161">
            <a:extLst>
              <a:ext uri="{FF2B5EF4-FFF2-40B4-BE49-F238E27FC236}">
                <a16:creationId xmlns:a16="http://schemas.microsoft.com/office/drawing/2014/main" id="{65021AE6-65D2-4A03-9A12-1E0390D0FA9C}"/>
              </a:ext>
            </a:extLst>
          </p:cNvPr>
          <p:cNvSpPr>
            <a:spLocks noEditPoints="1"/>
          </p:cNvSpPr>
          <p:nvPr/>
        </p:nvSpPr>
        <p:spPr bwMode="auto">
          <a:xfrm>
            <a:off x="9940662" y="1023567"/>
            <a:ext cx="432029" cy="348655"/>
          </a:xfrm>
          <a:custGeom>
            <a:avLst/>
            <a:gdLst>
              <a:gd name="T0" fmla="*/ 91 w 107"/>
              <a:gd name="T1" fmla="*/ 86 h 86"/>
              <a:gd name="T2" fmla="*/ 17 w 107"/>
              <a:gd name="T3" fmla="*/ 86 h 86"/>
              <a:gd name="T4" fmla="*/ 5 w 107"/>
              <a:gd name="T5" fmla="*/ 82 h 86"/>
              <a:gd name="T6" fmla="*/ 1 w 107"/>
              <a:gd name="T7" fmla="*/ 70 h 86"/>
              <a:gd name="T8" fmla="*/ 1 w 107"/>
              <a:gd name="T9" fmla="*/ 0 h 86"/>
              <a:gd name="T10" fmla="*/ 107 w 107"/>
              <a:gd name="T11" fmla="*/ 0 h 86"/>
              <a:gd name="T12" fmla="*/ 107 w 107"/>
              <a:gd name="T13" fmla="*/ 71 h 86"/>
              <a:gd name="T14" fmla="*/ 103 w 107"/>
              <a:gd name="T15" fmla="*/ 82 h 86"/>
              <a:gd name="T16" fmla="*/ 91 w 107"/>
              <a:gd name="T17" fmla="*/ 86 h 86"/>
              <a:gd name="T18" fmla="*/ 5 w 107"/>
              <a:gd name="T19" fmla="*/ 4 h 86"/>
              <a:gd name="T20" fmla="*/ 5 w 107"/>
              <a:gd name="T21" fmla="*/ 70 h 86"/>
              <a:gd name="T22" fmla="*/ 8 w 107"/>
              <a:gd name="T23" fmla="*/ 79 h 86"/>
              <a:gd name="T24" fmla="*/ 17 w 107"/>
              <a:gd name="T25" fmla="*/ 82 h 86"/>
              <a:gd name="T26" fmla="*/ 91 w 107"/>
              <a:gd name="T27" fmla="*/ 82 h 86"/>
              <a:gd name="T28" fmla="*/ 100 w 107"/>
              <a:gd name="T29" fmla="*/ 79 h 86"/>
              <a:gd name="T30" fmla="*/ 103 w 107"/>
              <a:gd name="T31" fmla="*/ 71 h 86"/>
              <a:gd name="T32" fmla="*/ 103 w 107"/>
              <a:gd name="T33" fmla="*/ 4 h 86"/>
              <a:gd name="T34" fmla="*/ 5 w 107"/>
              <a:gd name="T35" fmla="*/ 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7" h="86">
                <a:moveTo>
                  <a:pt x="91" y="86"/>
                </a:moveTo>
                <a:cubicBezTo>
                  <a:pt x="17" y="86"/>
                  <a:pt x="17" y="86"/>
                  <a:pt x="17" y="86"/>
                </a:cubicBezTo>
                <a:cubicBezTo>
                  <a:pt x="12" y="86"/>
                  <a:pt x="8" y="85"/>
                  <a:pt x="5" y="82"/>
                </a:cubicBezTo>
                <a:cubicBezTo>
                  <a:pt x="0" y="77"/>
                  <a:pt x="1" y="70"/>
                  <a:pt x="1" y="70"/>
                </a:cubicBezTo>
                <a:cubicBezTo>
                  <a:pt x="1" y="0"/>
                  <a:pt x="1" y="0"/>
                  <a:pt x="1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07" y="71"/>
                  <a:pt x="107" y="77"/>
                  <a:pt x="103" y="82"/>
                </a:cubicBezTo>
                <a:cubicBezTo>
                  <a:pt x="100" y="85"/>
                  <a:pt x="96" y="86"/>
                  <a:pt x="91" y="86"/>
                </a:cubicBezTo>
                <a:moveTo>
                  <a:pt x="5" y="4"/>
                </a:moveTo>
                <a:cubicBezTo>
                  <a:pt x="5" y="70"/>
                  <a:pt x="5" y="70"/>
                  <a:pt x="5" y="70"/>
                </a:cubicBezTo>
                <a:cubicBezTo>
                  <a:pt x="5" y="71"/>
                  <a:pt x="5" y="76"/>
                  <a:pt x="8" y="79"/>
                </a:cubicBezTo>
                <a:cubicBezTo>
                  <a:pt x="10" y="81"/>
                  <a:pt x="13" y="82"/>
                  <a:pt x="17" y="82"/>
                </a:cubicBezTo>
                <a:cubicBezTo>
                  <a:pt x="91" y="82"/>
                  <a:pt x="91" y="82"/>
                  <a:pt x="91" y="82"/>
                </a:cubicBezTo>
                <a:cubicBezTo>
                  <a:pt x="95" y="82"/>
                  <a:pt x="98" y="81"/>
                  <a:pt x="100" y="79"/>
                </a:cubicBezTo>
                <a:cubicBezTo>
                  <a:pt x="103" y="76"/>
                  <a:pt x="103" y="71"/>
                  <a:pt x="103" y="71"/>
                </a:cubicBezTo>
                <a:cubicBezTo>
                  <a:pt x="103" y="4"/>
                  <a:pt x="103" y="4"/>
                  <a:pt x="103" y="4"/>
                </a:cubicBezTo>
                <a:cubicBezTo>
                  <a:pt x="5" y="4"/>
                  <a:pt x="5" y="4"/>
                  <a:pt x="5" y="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6" name="Freeform 162">
            <a:extLst>
              <a:ext uri="{FF2B5EF4-FFF2-40B4-BE49-F238E27FC236}">
                <a16:creationId xmlns:a16="http://schemas.microsoft.com/office/drawing/2014/main" id="{0A5911BB-053A-4654-885F-98ED1CC5A186}"/>
              </a:ext>
            </a:extLst>
          </p:cNvPr>
          <p:cNvSpPr>
            <a:spLocks/>
          </p:cNvSpPr>
          <p:nvPr/>
        </p:nvSpPr>
        <p:spPr bwMode="auto">
          <a:xfrm>
            <a:off x="10054354" y="950804"/>
            <a:ext cx="206161" cy="65183"/>
          </a:xfrm>
          <a:custGeom>
            <a:avLst/>
            <a:gdLst>
              <a:gd name="T0" fmla="*/ 51 w 51"/>
              <a:gd name="T1" fmla="*/ 16 h 16"/>
              <a:gd name="T2" fmla="*/ 48 w 51"/>
              <a:gd name="T3" fmla="*/ 16 h 16"/>
              <a:gd name="T4" fmla="*/ 35 w 51"/>
              <a:gd name="T5" fmla="*/ 4 h 16"/>
              <a:gd name="T6" fmla="*/ 17 w 51"/>
              <a:gd name="T7" fmla="*/ 4 h 16"/>
              <a:gd name="T8" fmla="*/ 4 w 51"/>
              <a:gd name="T9" fmla="*/ 16 h 16"/>
              <a:gd name="T10" fmla="*/ 0 w 51"/>
              <a:gd name="T11" fmla="*/ 16 h 16"/>
              <a:gd name="T12" fmla="*/ 17 w 51"/>
              <a:gd name="T13" fmla="*/ 0 h 16"/>
              <a:gd name="T14" fmla="*/ 35 w 51"/>
              <a:gd name="T15" fmla="*/ 0 h 16"/>
              <a:gd name="T16" fmla="*/ 51 w 51"/>
              <a:gd name="T17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16">
                <a:moveTo>
                  <a:pt x="51" y="16"/>
                </a:moveTo>
                <a:cubicBezTo>
                  <a:pt x="48" y="16"/>
                  <a:pt x="48" y="16"/>
                  <a:pt x="48" y="16"/>
                </a:cubicBezTo>
                <a:cubicBezTo>
                  <a:pt x="48" y="9"/>
                  <a:pt x="42" y="4"/>
                  <a:pt x="35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0" y="4"/>
                  <a:pt x="4" y="9"/>
                  <a:pt x="4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7"/>
                  <a:pt x="8" y="0"/>
                  <a:pt x="17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44" y="0"/>
                  <a:pt x="51" y="7"/>
                  <a:pt x="51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7" name="Rectangle 163">
            <a:extLst>
              <a:ext uri="{FF2B5EF4-FFF2-40B4-BE49-F238E27FC236}">
                <a16:creationId xmlns:a16="http://schemas.microsoft.com/office/drawing/2014/main" id="{21040B61-269C-42FE-BAD4-8D69AD73D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0369" y="1132711"/>
            <a:ext cx="397164" cy="12581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8" name="Rectangle 164">
            <a:extLst>
              <a:ext uri="{FF2B5EF4-FFF2-40B4-BE49-F238E27FC236}">
                <a16:creationId xmlns:a16="http://schemas.microsoft.com/office/drawing/2014/main" id="{2EA6E53F-83F3-4804-BC42-21CD22FE5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0369" y="1132711"/>
            <a:ext cx="397164" cy="12581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39" name="Freeform 165">
            <a:extLst>
              <a:ext uri="{FF2B5EF4-FFF2-40B4-BE49-F238E27FC236}">
                <a16:creationId xmlns:a16="http://schemas.microsoft.com/office/drawing/2014/main" id="{E06538B2-F92F-42F9-80FF-21E9F3956214}"/>
              </a:ext>
            </a:extLst>
          </p:cNvPr>
          <p:cNvSpPr>
            <a:spLocks noEditPoints="1"/>
          </p:cNvSpPr>
          <p:nvPr/>
        </p:nvSpPr>
        <p:spPr bwMode="auto">
          <a:xfrm>
            <a:off x="9952789" y="1132711"/>
            <a:ext cx="412323" cy="125819"/>
          </a:xfrm>
          <a:custGeom>
            <a:avLst/>
            <a:gdLst>
              <a:gd name="T0" fmla="*/ 5 w 272"/>
              <a:gd name="T1" fmla="*/ 0 h 83"/>
              <a:gd name="T2" fmla="*/ 0 w 272"/>
              <a:gd name="T3" fmla="*/ 0 h 83"/>
              <a:gd name="T4" fmla="*/ 0 w 272"/>
              <a:gd name="T5" fmla="*/ 83 h 83"/>
              <a:gd name="T6" fmla="*/ 5 w 272"/>
              <a:gd name="T7" fmla="*/ 83 h 83"/>
              <a:gd name="T8" fmla="*/ 5 w 272"/>
              <a:gd name="T9" fmla="*/ 0 h 83"/>
              <a:gd name="T10" fmla="*/ 272 w 272"/>
              <a:gd name="T11" fmla="*/ 0 h 83"/>
              <a:gd name="T12" fmla="*/ 267 w 272"/>
              <a:gd name="T13" fmla="*/ 0 h 83"/>
              <a:gd name="T14" fmla="*/ 267 w 272"/>
              <a:gd name="T15" fmla="*/ 83 h 83"/>
              <a:gd name="T16" fmla="*/ 272 w 272"/>
              <a:gd name="T17" fmla="*/ 83 h 83"/>
              <a:gd name="T18" fmla="*/ 272 w 272"/>
              <a:gd name="T19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2" h="83">
                <a:moveTo>
                  <a:pt x="5" y="0"/>
                </a:moveTo>
                <a:lnTo>
                  <a:pt x="0" y="0"/>
                </a:lnTo>
                <a:lnTo>
                  <a:pt x="0" y="83"/>
                </a:lnTo>
                <a:lnTo>
                  <a:pt x="5" y="83"/>
                </a:lnTo>
                <a:lnTo>
                  <a:pt x="5" y="0"/>
                </a:lnTo>
                <a:close/>
                <a:moveTo>
                  <a:pt x="272" y="0"/>
                </a:moveTo>
                <a:lnTo>
                  <a:pt x="267" y="0"/>
                </a:lnTo>
                <a:lnTo>
                  <a:pt x="267" y="83"/>
                </a:lnTo>
                <a:lnTo>
                  <a:pt x="272" y="83"/>
                </a:lnTo>
                <a:lnTo>
                  <a:pt x="27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0" name="Freeform 166">
            <a:extLst>
              <a:ext uri="{FF2B5EF4-FFF2-40B4-BE49-F238E27FC236}">
                <a16:creationId xmlns:a16="http://schemas.microsoft.com/office/drawing/2014/main" id="{203D477C-EF8F-442F-9090-B033BCF6BAFA}"/>
              </a:ext>
            </a:extLst>
          </p:cNvPr>
          <p:cNvSpPr>
            <a:spLocks noEditPoints="1"/>
          </p:cNvSpPr>
          <p:nvPr/>
        </p:nvSpPr>
        <p:spPr bwMode="auto">
          <a:xfrm>
            <a:off x="9952789" y="1132711"/>
            <a:ext cx="412323" cy="125819"/>
          </a:xfrm>
          <a:custGeom>
            <a:avLst/>
            <a:gdLst>
              <a:gd name="T0" fmla="*/ 5 w 272"/>
              <a:gd name="T1" fmla="*/ 0 h 83"/>
              <a:gd name="T2" fmla="*/ 0 w 272"/>
              <a:gd name="T3" fmla="*/ 0 h 83"/>
              <a:gd name="T4" fmla="*/ 0 w 272"/>
              <a:gd name="T5" fmla="*/ 83 h 83"/>
              <a:gd name="T6" fmla="*/ 5 w 272"/>
              <a:gd name="T7" fmla="*/ 83 h 83"/>
              <a:gd name="T8" fmla="*/ 5 w 272"/>
              <a:gd name="T9" fmla="*/ 0 h 83"/>
              <a:gd name="T10" fmla="*/ 272 w 272"/>
              <a:gd name="T11" fmla="*/ 0 h 83"/>
              <a:gd name="T12" fmla="*/ 267 w 272"/>
              <a:gd name="T13" fmla="*/ 0 h 83"/>
              <a:gd name="T14" fmla="*/ 267 w 272"/>
              <a:gd name="T15" fmla="*/ 83 h 83"/>
              <a:gd name="T16" fmla="*/ 272 w 272"/>
              <a:gd name="T17" fmla="*/ 83 h 83"/>
              <a:gd name="T18" fmla="*/ 272 w 272"/>
              <a:gd name="T19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2" h="83">
                <a:moveTo>
                  <a:pt x="5" y="0"/>
                </a:moveTo>
                <a:lnTo>
                  <a:pt x="0" y="0"/>
                </a:lnTo>
                <a:lnTo>
                  <a:pt x="0" y="83"/>
                </a:lnTo>
                <a:lnTo>
                  <a:pt x="5" y="83"/>
                </a:lnTo>
                <a:lnTo>
                  <a:pt x="5" y="0"/>
                </a:lnTo>
                <a:moveTo>
                  <a:pt x="272" y="0"/>
                </a:moveTo>
                <a:lnTo>
                  <a:pt x="267" y="0"/>
                </a:lnTo>
                <a:lnTo>
                  <a:pt x="267" y="83"/>
                </a:lnTo>
                <a:lnTo>
                  <a:pt x="272" y="83"/>
                </a:lnTo>
                <a:lnTo>
                  <a:pt x="27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1" name="Freeform 185">
            <a:extLst>
              <a:ext uri="{FF2B5EF4-FFF2-40B4-BE49-F238E27FC236}">
                <a16:creationId xmlns:a16="http://schemas.microsoft.com/office/drawing/2014/main" id="{F69A66C1-D381-4640-BCF8-2227DEBCE324}"/>
              </a:ext>
            </a:extLst>
          </p:cNvPr>
          <p:cNvSpPr>
            <a:spLocks/>
          </p:cNvSpPr>
          <p:nvPr/>
        </p:nvSpPr>
        <p:spPr bwMode="auto">
          <a:xfrm>
            <a:off x="9260027" y="1810315"/>
            <a:ext cx="489633" cy="422934"/>
          </a:xfrm>
          <a:custGeom>
            <a:avLst/>
            <a:gdLst>
              <a:gd name="T0" fmla="*/ 95 w 121"/>
              <a:gd name="T1" fmla="*/ 4 h 104"/>
              <a:gd name="T2" fmla="*/ 95 w 121"/>
              <a:gd name="T3" fmla="*/ 4 h 104"/>
              <a:gd name="T4" fmla="*/ 74 w 121"/>
              <a:gd name="T5" fmla="*/ 4 h 104"/>
              <a:gd name="T6" fmla="*/ 74 w 121"/>
              <a:gd name="T7" fmla="*/ 4 h 104"/>
              <a:gd name="T8" fmla="*/ 74 w 121"/>
              <a:gd name="T9" fmla="*/ 3 h 104"/>
              <a:gd name="T10" fmla="*/ 74 w 121"/>
              <a:gd name="T11" fmla="*/ 3 h 104"/>
              <a:gd name="T12" fmla="*/ 77 w 121"/>
              <a:gd name="T13" fmla="*/ 2 h 104"/>
              <a:gd name="T14" fmla="*/ 82 w 121"/>
              <a:gd name="T15" fmla="*/ 0 h 104"/>
              <a:gd name="T16" fmla="*/ 82 w 121"/>
              <a:gd name="T17" fmla="*/ 0 h 104"/>
              <a:gd name="T18" fmla="*/ 77 w 121"/>
              <a:gd name="T19" fmla="*/ 0 h 104"/>
              <a:gd name="T20" fmla="*/ 72 w 121"/>
              <a:gd name="T21" fmla="*/ 0 h 104"/>
              <a:gd name="T22" fmla="*/ 71 w 121"/>
              <a:gd name="T23" fmla="*/ 0 h 104"/>
              <a:gd name="T24" fmla="*/ 71 w 121"/>
              <a:gd name="T25" fmla="*/ 0 h 104"/>
              <a:gd name="T26" fmla="*/ 72 w 121"/>
              <a:gd name="T27" fmla="*/ 4 h 104"/>
              <a:gd name="T28" fmla="*/ 71 w 121"/>
              <a:gd name="T29" fmla="*/ 4 h 104"/>
              <a:gd name="T30" fmla="*/ 72 w 121"/>
              <a:gd name="T31" fmla="*/ 4 h 104"/>
              <a:gd name="T32" fmla="*/ 72 w 121"/>
              <a:gd name="T33" fmla="*/ 8 h 104"/>
              <a:gd name="T34" fmla="*/ 69 w 121"/>
              <a:gd name="T35" fmla="*/ 49 h 104"/>
              <a:gd name="T36" fmla="*/ 61 w 121"/>
              <a:gd name="T37" fmla="*/ 60 h 104"/>
              <a:gd name="T38" fmla="*/ 59 w 121"/>
              <a:gd name="T39" fmla="*/ 60 h 104"/>
              <a:gd name="T40" fmla="*/ 51 w 121"/>
              <a:gd name="T41" fmla="*/ 49 h 104"/>
              <a:gd name="T42" fmla="*/ 49 w 121"/>
              <a:gd name="T43" fmla="*/ 7 h 104"/>
              <a:gd name="T44" fmla="*/ 48 w 121"/>
              <a:gd name="T45" fmla="*/ 4 h 104"/>
              <a:gd name="T46" fmla="*/ 49 w 121"/>
              <a:gd name="T47" fmla="*/ 0 h 104"/>
              <a:gd name="T48" fmla="*/ 49 w 121"/>
              <a:gd name="T49" fmla="*/ 0 h 104"/>
              <a:gd name="T50" fmla="*/ 48 w 121"/>
              <a:gd name="T51" fmla="*/ 0 h 104"/>
              <a:gd name="T52" fmla="*/ 43 w 121"/>
              <a:gd name="T53" fmla="*/ 0 h 104"/>
              <a:gd name="T54" fmla="*/ 38 w 121"/>
              <a:gd name="T55" fmla="*/ 0 h 104"/>
              <a:gd name="T56" fmla="*/ 38 w 121"/>
              <a:gd name="T57" fmla="*/ 0 h 104"/>
              <a:gd name="T58" fmla="*/ 43 w 121"/>
              <a:gd name="T59" fmla="*/ 2 h 104"/>
              <a:gd name="T60" fmla="*/ 46 w 121"/>
              <a:gd name="T61" fmla="*/ 3 h 104"/>
              <a:gd name="T62" fmla="*/ 46 w 121"/>
              <a:gd name="T63" fmla="*/ 3 h 104"/>
              <a:gd name="T64" fmla="*/ 46 w 121"/>
              <a:gd name="T65" fmla="*/ 4 h 104"/>
              <a:gd name="T66" fmla="*/ 46 w 121"/>
              <a:gd name="T67" fmla="*/ 4 h 104"/>
              <a:gd name="T68" fmla="*/ 26 w 121"/>
              <a:gd name="T69" fmla="*/ 4 h 104"/>
              <a:gd name="T70" fmla="*/ 26 w 121"/>
              <a:gd name="T71" fmla="*/ 4 h 104"/>
              <a:gd name="T72" fmla="*/ 0 w 121"/>
              <a:gd name="T73" fmla="*/ 74 h 104"/>
              <a:gd name="T74" fmla="*/ 15 w 121"/>
              <a:gd name="T75" fmla="*/ 74 h 104"/>
              <a:gd name="T76" fmla="*/ 26 w 121"/>
              <a:gd name="T77" fmla="*/ 26 h 104"/>
              <a:gd name="T78" fmla="*/ 26 w 121"/>
              <a:gd name="T79" fmla="*/ 91 h 104"/>
              <a:gd name="T80" fmla="*/ 95 w 121"/>
              <a:gd name="T81" fmla="*/ 91 h 104"/>
              <a:gd name="T82" fmla="*/ 95 w 121"/>
              <a:gd name="T83" fmla="*/ 26 h 104"/>
              <a:gd name="T84" fmla="*/ 106 w 121"/>
              <a:gd name="T85" fmla="*/ 74 h 104"/>
              <a:gd name="T86" fmla="*/ 121 w 121"/>
              <a:gd name="T87" fmla="*/ 74 h 104"/>
              <a:gd name="T88" fmla="*/ 95 w 121"/>
              <a:gd name="T89" fmla="*/ 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1" h="104">
                <a:moveTo>
                  <a:pt x="95" y="4"/>
                </a:moveTo>
                <a:cubicBezTo>
                  <a:pt x="95" y="4"/>
                  <a:pt x="95" y="4"/>
                  <a:pt x="95" y="4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4"/>
                  <a:pt x="74" y="3"/>
                  <a:pt x="74" y="3"/>
                </a:cubicBezTo>
                <a:cubicBezTo>
                  <a:pt x="74" y="3"/>
                  <a:pt x="74" y="3"/>
                  <a:pt x="74" y="3"/>
                </a:cubicBezTo>
                <a:cubicBezTo>
                  <a:pt x="75" y="3"/>
                  <a:pt x="76" y="2"/>
                  <a:pt x="77" y="2"/>
                </a:cubicBezTo>
                <a:cubicBezTo>
                  <a:pt x="79" y="2"/>
                  <a:pt x="81" y="1"/>
                  <a:pt x="8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5" y="0"/>
                  <a:pt x="73" y="0"/>
                  <a:pt x="72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8"/>
                  <a:pt x="72" y="8"/>
                  <a:pt x="72" y="8"/>
                </a:cubicBezTo>
                <a:cubicBezTo>
                  <a:pt x="69" y="49"/>
                  <a:pt x="69" y="49"/>
                  <a:pt x="69" y="49"/>
                </a:cubicBezTo>
                <a:cubicBezTo>
                  <a:pt x="69" y="55"/>
                  <a:pt x="67" y="60"/>
                  <a:pt x="61" y="60"/>
                </a:cubicBezTo>
                <a:cubicBezTo>
                  <a:pt x="59" y="60"/>
                  <a:pt x="59" y="60"/>
                  <a:pt x="59" y="60"/>
                </a:cubicBezTo>
                <a:cubicBezTo>
                  <a:pt x="53" y="60"/>
                  <a:pt x="51" y="55"/>
                  <a:pt x="51" y="4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6"/>
                  <a:pt x="48" y="5"/>
                  <a:pt x="48" y="4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7" y="0"/>
                  <a:pt x="45" y="0"/>
                  <a:pt x="4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1"/>
                  <a:pt x="41" y="2"/>
                  <a:pt x="43" y="2"/>
                </a:cubicBezTo>
                <a:cubicBezTo>
                  <a:pt x="44" y="2"/>
                  <a:pt x="45" y="3"/>
                  <a:pt x="46" y="3"/>
                </a:cubicBezTo>
                <a:cubicBezTo>
                  <a:pt x="46" y="3"/>
                  <a:pt x="46" y="3"/>
                  <a:pt x="46" y="3"/>
                </a:cubicBezTo>
                <a:cubicBezTo>
                  <a:pt x="46" y="3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5" y="5"/>
                  <a:pt x="0" y="23"/>
                  <a:pt x="0" y="74"/>
                </a:cubicBezTo>
                <a:cubicBezTo>
                  <a:pt x="15" y="74"/>
                  <a:pt x="15" y="74"/>
                  <a:pt x="15" y="74"/>
                </a:cubicBezTo>
                <a:cubicBezTo>
                  <a:pt x="15" y="50"/>
                  <a:pt x="21" y="35"/>
                  <a:pt x="26" y="26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1"/>
                  <a:pt x="57" y="104"/>
                  <a:pt x="95" y="91"/>
                </a:cubicBezTo>
                <a:cubicBezTo>
                  <a:pt x="95" y="26"/>
                  <a:pt x="95" y="26"/>
                  <a:pt x="95" y="26"/>
                </a:cubicBezTo>
                <a:cubicBezTo>
                  <a:pt x="100" y="35"/>
                  <a:pt x="106" y="50"/>
                  <a:pt x="106" y="74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21" y="23"/>
                  <a:pt x="96" y="5"/>
                  <a:pt x="9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2" name="Rectangle 186">
            <a:extLst>
              <a:ext uri="{FF2B5EF4-FFF2-40B4-BE49-F238E27FC236}">
                <a16:creationId xmlns:a16="http://schemas.microsoft.com/office/drawing/2014/main" id="{71C61240-AE84-4C28-99A1-000D68318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0442" y="1957357"/>
            <a:ext cx="28802" cy="1515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3" name="Rectangle 187">
            <a:extLst>
              <a:ext uri="{FF2B5EF4-FFF2-40B4-BE49-F238E27FC236}">
                <a16:creationId xmlns:a16="http://schemas.microsoft.com/office/drawing/2014/main" id="{025DBEB1-0D2F-4665-8683-08A736AD7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0442" y="1989190"/>
            <a:ext cx="28802" cy="166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4" name="Rectangle 188">
            <a:extLst>
              <a:ext uri="{FF2B5EF4-FFF2-40B4-BE49-F238E27FC236}">
                <a16:creationId xmlns:a16="http://schemas.microsoft.com/office/drawing/2014/main" id="{D98F29ED-634D-4634-BB8E-6A28335B0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0442" y="2017992"/>
            <a:ext cx="28802" cy="19707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5" name="Freeform 189">
            <a:extLst>
              <a:ext uri="{FF2B5EF4-FFF2-40B4-BE49-F238E27FC236}">
                <a16:creationId xmlns:a16="http://schemas.microsoft.com/office/drawing/2014/main" id="{4FFF1E0D-5706-41EF-BC67-DFC862AE61CA}"/>
              </a:ext>
            </a:extLst>
          </p:cNvPr>
          <p:cNvSpPr>
            <a:spLocks/>
          </p:cNvSpPr>
          <p:nvPr/>
        </p:nvSpPr>
        <p:spPr bwMode="auto">
          <a:xfrm>
            <a:off x="9490442" y="1822442"/>
            <a:ext cx="28802" cy="48509"/>
          </a:xfrm>
          <a:custGeom>
            <a:avLst/>
            <a:gdLst>
              <a:gd name="T0" fmla="*/ 8 w 19"/>
              <a:gd name="T1" fmla="*/ 8 h 32"/>
              <a:gd name="T2" fmla="*/ 11 w 19"/>
              <a:gd name="T3" fmla="*/ 8 h 32"/>
              <a:gd name="T4" fmla="*/ 11 w 19"/>
              <a:gd name="T5" fmla="*/ 32 h 32"/>
              <a:gd name="T6" fmla="*/ 19 w 19"/>
              <a:gd name="T7" fmla="*/ 32 h 32"/>
              <a:gd name="T8" fmla="*/ 19 w 19"/>
              <a:gd name="T9" fmla="*/ 22 h 32"/>
              <a:gd name="T10" fmla="*/ 19 w 19"/>
              <a:gd name="T11" fmla="*/ 0 h 32"/>
              <a:gd name="T12" fmla="*/ 0 w 19"/>
              <a:gd name="T13" fmla="*/ 0 h 32"/>
              <a:gd name="T14" fmla="*/ 0 w 19"/>
              <a:gd name="T15" fmla="*/ 22 h 32"/>
              <a:gd name="T16" fmla="*/ 0 w 19"/>
              <a:gd name="T17" fmla="*/ 32 h 32"/>
              <a:gd name="T18" fmla="*/ 8 w 19"/>
              <a:gd name="T19" fmla="*/ 32 h 32"/>
              <a:gd name="T20" fmla="*/ 8 w 19"/>
              <a:gd name="T21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" h="32">
                <a:moveTo>
                  <a:pt x="8" y="8"/>
                </a:moveTo>
                <a:lnTo>
                  <a:pt x="11" y="8"/>
                </a:lnTo>
                <a:lnTo>
                  <a:pt x="11" y="32"/>
                </a:lnTo>
                <a:lnTo>
                  <a:pt x="19" y="32"/>
                </a:lnTo>
                <a:lnTo>
                  <a:pt x="19" y="22"/>
                </a:lnTo>
                <a:lnTo>
                  <a:pt x="19" y="0"/>
                </a:lnTo>
                <a:lnTo>
                  <a:pt x="0" y="0"/>
                </a:lnTo>
                <a:lnTo>
                  <a:pt x="0" y="22"/>
                </a:lnTo>
                <a:lnTo>
                  <a:pt x="0" y="32"/>
                </a:lnTo>
                <a:lnTo>
                  <a:pt x="8" y="32"/>
                </a:lnTo>
                <a:lnTo>
                  <a:pt x="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6" name="Rectangle 190">
            <a:extLst>
              <a:ext uri="{FF2B5EF4-FFF2-40B4-BE49-F238E27FC236}">
                <a16:creationId xmlns:a16="http://schemas.microsoft.com/office/drawing/2014/main" id="{D27E64CE-6D0C-402A-AFDA-EBB80037D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0442" y="1887626"/>
            <a:ext cx="28802" cy="166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7" name="Rectangle 191">
            <a:extLst>
              <a:ext uri="{FF2B5EF4-FFF2-40B4-BE49-F238E27FC236}">
                <a16:creationId xmlns:a16="http://schemas.microsoft.com/office/drawing/2014/main" id="{D306CF67-D879-430D-92F2-5EBB4C336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0442" y="1920975"/>
            <a:ext cx="28802" cy="19707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8" name="Freeform 192">
            <a:extLst>
              <a:ext uri="{FF2B5EF4-FFF2-40B4-BE49-F238E27FC236}">
                <a16:creationId xmlns:a16="http://schemas.microsoft.com/office/drawing/2014/main" id="{36AC2E9B-A5D1-441D-90FC-22714995E523}"/>
              </a:ext>
            </a:extLst>
          </p:cNvPr>
          <p:cNvSpPr>
            <a:spLocks/>
          </p:cNvSpPr>
          <p:nvPr/>
        </p:nvSpPr>
        <p:spPr bwMode="auto">
          <a:xfrm>
            <a:off x="8511176" y="1826990"/>
            <a:ext cx="477506" cy="413838"/>
          </a:xfrm>
          <a:custGeom>
            <a:avLst/>
            <a:gdLst>
              <a:gd name="T0" fmla="*/ 92 w 118"/>
              <a:gd name="T1" fmla="*/ 4 h 102"/>
              <a:gd name="T2" fmla="*/ 92 w 118"/>
              <a:gd name="T3" fmla="*/ 5 h 102"/>
              <a:gd name="T4" fmla="*/ 72 w 118"/>
              <a:gd name="T5" fmla="*/ 5 h 102"/>
              <a:gd name="T6" fmla="*/ 72 w 118"/>
              <a:gd name="T7" fmla="*/ 4 h 102"/>
              <a:gd name="T8" fmla="*/ 72 w 118"/>
              <a:gd name="T9" fmla="*/ 3 h 102"/>
              <a:gd name="T10" fmla="*/ 72 w 118"/>
              <a:gd name="T11" fmla="*/ 3 h 102"/>
              <a:gd name="T12" fmla="*/ 75 w 118"/>
              <a:gd name="T13" fmla="*/ 3 h 102"/>
              <a:gd name="T14" fmla="*/ 80 w 118"/>
              <a:gd name="T15" fmla="*/ 1 h 102"/>
              <a:gd name="T16" fmla="*/ 80 w 118"/>
              <a:gd name="T17" fmla="*/ 0 h 102"/>
              <a:gd name="T18" fmla="*/ 75 w 118"/>
              <a:gd name="T19" fmla="*/ 0 h 102"/>
              <a:gd name="T20" fmla="*/ 70 w 118"/>
              <a:gd name="T21" fmla="*/ 0 h 102"/>
              <a:gd name="T22" fmla="*/ 70 w 118"/>
              <a:gd name="T23" fmla="*/ 0 h 102"/>
              <a:gd name="T24" fmla="*/ 70 w 118"/>
              <a:gd name="T25" fmla="*/ 1 h 102"/>
              <a:gd name="T26" fmla="*/ 70 w 118"/>
              <a:gd name="T27" fmla="*/ 5 h 102"/>
              <a:gd name="T28" fmla="*/ 70 w 118"/>
              <a:gd name="T29" fmla="*/ 5 h 102"/>
              <a:gd name="T30" fmla="*/ 70 w 118"/>
              <a:gd name="T31" fmla="*/ 5 h 102"/>
              <a:gd name="T32" fmla="*/ 70 w 118"/>
              <a:gd name="T33" fmla="*/ 8 h 102"/>
              <a:gd name="T34" fmla="*/ 67 w 118"/>
              <a:gd name="T35" fmla="*/ 48 h 102"/>
              <a:gd name="T36" fmla="*/ 59 w 118"/>
              <a:gd name="T37" fmla="*/ 59 h 102"/>
              <a:gd name="T38" fmla="*/ 50 w 118"/>
              <a:gd name="T39" fmla="*/ 48 h 102"/>
              <a:gd name="T40" fmla="*/ 47 w 118"/>
              <a:gd name="T41" fmla="*/ 7 h 102"/>
              <a:gd name="T42" fmla="*/ 47 w 118"/>
              <a:gd name="T43" fmla="*/ 5 h 102"/>
              <a:gd name="T44" fmla="*/ 47 w 118"/>
              <a:gd name="T45" fmla="*/ 1 h 102"/>
              <a:gd name="T46" fmla="*/ 47 w 118"/>
              <a:gd name="T47" fmla="*/ 0 h 102"/>
              <a:gd name="T48" fmla="*/ 47 w 118"/>
              <a:gd name="T49" fmla="*/ 0 h 102"/>
              <a:gd name="T50" fmla="*/ 42 w 118"/>
              <a:gd name="T51" fmla="*/ 0 h 102"/>
              <a:gd name="T52" fmla="*/ 37 w 118"/>
              <a:gd name="T53" fmla="*/ 0 h 102"/>
              <a:gd name="T54" fmla="*/ 37 w 118"/>
              <a:gd name="T55" fmla="*/ 1 h 102"/>
              <a:gd name="T56" fmla="*/ 42 w 118"/>
              <a:gd name="T57" fmla="*/ 3 h 102"/>
              <a:gd name="T58" fmla="*/ 44 w 118"/>
              <a:gd name="T59" fmla="*/ 3 h 102"/>
              <a:gd name="T60" fmla="*/ 45 w 118"/>
              <a:gd name="T61" fmla="*/ 3 h 102"/>
              <a:gd name="T62" fmla="*/ 45 w 118"/>
              <a:gd name="T63" fmla="*/ 4 h 102"/>
              <a:gd name="T64" fmla="*/ 45 w 118"/>
              <a:gd name="T65" fmla="*/ 5 h 102"/>
              <a:gd name="T66" fmla="*/ 25 w 118"/>
              <a:gd name="T67" fmla="*/ 5 h 102"/>
              <a:gd name="T68" fmla="*/ 25 w 118"/>
              <a:gd name="T69" fmla="*/ 4 h 102"/>
              <a:gd name="T70" fmla="*/ 0 w 118"/>
              <a:gd name="T71" fmla="*/ 72 h 102"/>
              <a:gd name="T72" fmla="*/ 14 w 118"/>
              <a:gd name="T73" fmla="*/ 72 h 102"/>
              <a:gd name="T74" fmla="*/ 25 w 118"/>
              <a:gd name="T75" fmla="*/ 26 h 102"/>
              <a:gd name="T76" fmla="*/ 25 w 118"/>
              <a:gd name="T77" fmla="*/ 89 h 102"/>
              <a:gd name="T78" fmla="*/ 93 w 118"/>
              <a:gd name="T79" fmla="*/ 89 h 102"/>
              <a:gd name="T80" fmla="*/ 93 w 118"/>
              <a:gd name="T81" fmla="*/ 26 h 102"/>
              <a:gd name="T82" fmla="*/ 103 w 118"/>
              <a:gd name="T83" fmla="*/ 72 h 102"/>
              <a:gd name="T84" fmla="*/ 118 w 118"/>
              <a:gd name="T85" fmla="*/ 72 h 102"/>
              <a:gd name="T86" fmla="*/ 92 w 118"/>
              <a:gd name="T87" fmla="*/ 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" h="102">
                <a:moveTo>
                  <a:pt x="92" y="4"/>
                </a:moveTo>
                <a:cubicBezTo>
                  <a:pt x="92" y="5"/>
                  <a:pt x="92" y="5"/>
                  <a:pt x="92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4"/>
                  <a:pt x="72" y="4"/>
                  <a:pt x="72" y="3"/>
                </a:cubicBezTo>
                <a:cubicBezTo>
                  <a:pt x="72" y="3"/>
                  <a:pt x="72" y="3"/>
                  <a:pt x="72" y="3"/>
                </a:cubicBezTo>
                <a:cubicBezTo>
                  <a:pt x="73" y="3"/>
                  <a:pt x="74" y="3"/>
                  <a:pt x="75" y="3"/>
                </a:cubicBezTo>
                <a:cubicBezTo>
                  <a:pt x="77" y="2"/>
                  <a:pt x="78" y="2"/>
                  <a:pt x="80" y="1"/>
                </a:cubicBezTo>
                <a:cubicBezTo>
                  <a:pt x="80" y="0"/>
                  <a:pt x="80" y="0"/>
                  <a:pt x="8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3" y="0"/>
                  <a:pt x="72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0" y="5"/>
                  <a:pt x="70" y="5"/>
                  <a:pt x="70" y="5"/>
                </a:cubicBezTo>
                <a:cubicBezTo>
                  <a:pt x="70" y="5"/>
                  <a:pt x="70" y="5"/>
                  <a:pt x="70" y="5"/>
                </a:cubicBezTo>
                <a:cubicBezTo>
                  <a:pt x="70" y="5"/>
                  <a:pt x="70" y="5"/>
                  <a:pt x="70" y="5"/>
                </a:cubicBezTo>
                <a:cubicBezTo>
                  <a:pt x="70" y="8"/>
                  <a:pt x="70" y="8"/>
                  <a:pt x="70" y="8"/>
                </a:cubicBezTo>
                <a:cubicBezTo>
                  <a:pt x="67" y="48"/>
                  <a:pt x="67" y="48"/>
                  <a:pt x="67" y="48"/>
                </a:cubicBezTo>
                <a:cubicBezTo>
                  <a:pt x="67" y="54"/>
                  <a:pt x="65" y="59"/>
                  <a:pt x="59" y="59"/>
                </a:cubicBezTo>
                <a:cubicBezTo>
                  <a:pt x="52" y="59"/>
                  <a:pt x="50" y="54"/>
                  <a:pt x="50" y="4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7" y="6"/>
                  <a:pt x="47" y="5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0"/>
                  <a:pt x="47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5" y="0"/>
                  <a:pt x="44" y="0"/>
                  <a:pt x="42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1"/>
                  <a:pt x="37" y="1"/>
                  <a:pt x="37" y="1"/>
                </a:cubicBezTo>
                <a:cubicBezTo>
                  <a:pt x="38" y="2"/>
                  <a:pt x="40" y="2"/>
                  <a:pt x="42" y="3"/>
                </a:cubicBezTo>
                <a:cubicBezTo>
                  <a:pt x="43" y="3"/>
                  <a:pt x="44" y="3"/>
                  <a:pt x="44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5"/>
                  <a:pt x="0" y="23"/>
                  <a:pt x="0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4" y="49"/>
                  <a:pt x="20" y="34"/>
                  <a:pt x="25" y="26"/>
                </a:cubicBezTo>
                <a:cubicBezTo>
                  <a:pt x="25" y="89"/>
                  <a:pt x="25" y="89"/>
                  <a:pt x="25" y="89"/>
                </a:cubicBezTo>
                <a:cubicBezTo>
                  <a:pt x="25" y="89"/>
                  <a:pt x="55" y="102"/>
                  <a:pt x="93" y="89"/>
                </a:cubicBezTo>
                <a:cubicBezTo>
                  <a:pt x="93" y="26"/>
                  <a:pt x="93" y="26"/>
                  <a:pt x="93" y="26"/>
                </a:cubicBezTo>
                <a:cubicBezTo>
                  <a:pt x="98" y="35"/>
                  <a:pt x="103" y="49"/>
                  <a:pt x="103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23"/>
                  <a:pt x="94" y="5"/>
                  <a:pt x="92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49" name="Rectangle 193">
            <a:extLst>
              <a:ext uri="{FF2B5EF4-FFF2-40B4-BE49-F238E27FC236}">
                <a16:creationId xmlns:a16="http://schemas.microsoft.com/office/drawing/2014/main" id="{FBF7D769-F671-4536-9EBB-20FC50910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9464" y="1826990"/>
            <a:ext cx="33350" cy="12127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0" name="Freeform 194">
            <a:extLst>
              <a:ext uri="{FF2B5EF4-FFF2-40B4-BE49-F238E27FC236}">
                <a16:creationId xmlns:a16="http://schemas.microsoft.com/office/drawing/2014/main" id="{D1BD25C7-1BC4-4676-8F41-0B16C35F8E5C}"/>
              </a:ext>
            </a:extLst>
          </p:cNvPr>
          <p:cNvSpPr>
            <a:spLocks/>
          </p:cNvSpPr>
          <p:nvPr/>
        </p:nvSpPr>
        <p:spPr bwMode="auto">
          <a:xfrm>
            <a:off x="8729464" y="1846696"/>
            <a:ext cx="33350" cy="203130"/>
          </a:xfrm>
          <a:custGeom>
            <a:avLst/>
            <a:gdLst>
              <a:gd name="T0" fmla="*/ 14 w 22"/>
              <a:gd name="T1" fmla="*/ 134 h 134"/>
              <a:gd name="T2" fmla="*/ 22 w 22"/>
              <a:gd name="T3" fmla="*/ 107 h 134"/>
              <a:gd name="T4" fmla="*/ 11 w 22"/>
              <a:gd name="T5" fmla="*/ 0 h 134"/>
              <a:gd name="T6" fmla="*/ 0 w 22"/>
              <a:gd name="T7" fmla="*/ 107 h 134"/>
              <a:gd name="T8" fmla="*/ 11 w 22"/>
              <a:gd name="T9" fmla="*/ 134 h 134"/>
              <a:gd name="T10" fmla="*/ 14 w 22"/>
              <a:gd name="T11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134">
                <a:moveTo>
                  <a:pt x="14" y="134"/>
                </a:moveTo>
                <a:lnTo>
                  <a:pt x="22" y="107"/>
                </a:lnTo>
                <a:lnTo>
                  <a:pt x="11" y="0"/>
                </a:lnTo>
                <a:lnTo>
                  <a:pt x="0" y="107"/>
                </a:lnTo>
                <a:lnTo>
                  <a:pt x="11" y="134"/>
                </a:lnTo>
                <a:lnTo>
                  <a:pt x="14" y="1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1" name="Freeform 195">
            <a:extLst>
              <a:ext uri="{FF2B5EF4-FFF2-40B4-BE49-F238E27FC236}">
                <a16:creationId xmlns:a16="http://schemas.microsoft.com/office/drawing/2014/main" id="{F87549B4-C1A1-4B56-A8BA-4A88095CB630}"/>
              </a:ext>
            </a:extLst>
          </p:cNvPr>
          <p:cNvSpPr>
            <a:spLocks noEditPoints="1"/>
          </p:cNvSpPr>
          <p:nvPr/>
        </p:nvSpPr>
        <p:spPr bwMode="auto">
          <a:xfrm>
            <a:off x="9977043" y="1754227"/>
            <a:ext cx="424450" cy="482054"/>
          </a:xfrm>
          <a:custGeom>
            <a:avLst/>
            <a:gdLst>
              <a:gd name="T0" fmla="*/ 85 w 105"/>
              <a:gd name="T1" fmla="*/ 42 h 119"/>
              <a:gd name="T2" fmla="*/ 76 w 105"/>
              <a:gd name="T3" fmla="*/ 39 h 119"/>
              <a:gd name="T4" fmla="*/ 66 w 105"/>
              <a:gd name="T5" fmla="*/ 36 h 119"/>
              <a:gd name="T6" fmla="*/ 68 w 105"/>
              <a:gd name="T7" fmla="*/ 24 h 119"/>
              <a:gd name="T8" fmla="*/ 50 w 105"/>
              <a:gd name="T9" fmla="*/ 0 h 119"/>
              <a:gd name="T10" fmla="*/ 32 w 105"/>
              <a:gd name="T11" fmla="*/ 24 h 119"/>
              <a:gd name="T12" fmla="*/ 35 w 105"/>
              <a:gd name="T13" fmla="*/ 36 h 119"/>
              <a:gd name="T14" fmla="*/ 26 w 105"/>
              <a:gd name="T15" fmla="*/ 39 h 119"/>
              <a:gd name="T16" fmla="*/ 19 w 105"/>
              <a:gd name="T17" fmla="*/ 42 h 119"/>
              <a:gd name="T18" fmla="*/ 0 w 105"/>
              <a:gd name="T19" fmla="*/ 102 h 119"/>
              <a:gd name="T20" fmla="*/ 12 w 105"/>
              <a:gd name="T21" fmla="*/ 102 h 119"/>
              <a:gd name="T22" fmla="*/ 22 w 105"/>
              <a:gd name="T23" fmla="*/ 54 h 119"/>
              <a:gd name="T24" fmla="*/ 22 w 105"/>
              <a:gd name="T25" fmla="*/ 108 h 119"/>
              <a:gd name="T26" fmla="*/ 80 w 105"/>
              <a:gd name="T27" fmla="*/ 108 h 119"/>
              <a:gd name="T28" fmla="*/ 80 w 105"/>
              <a:gd name="T29" fmla="*/ 54 h 119"/>
              <a:gd name="T30" fmla="*/ 93 w 105"/>
              <a:gd name="T31" fmla="*/ 104 h 119"/>
              <a:gd name="T32" fmla="*/ 105 w 105"/>
              <a:gd name="T33" fmla="*/ 104 h 119"/>
              <a:gd name="T34" fmla="*/ 85 w 105"/>
              <a:gd name="T35" fmla="*/ 42 h 119"/>
              <a:gd name="T36" fmla="*/ 45 w 105"/>
              <a:gd name="T37" fmla="*/ 83 h 119"/>
              <a:gd name="T38" fmla="*/ 47 w 105"/>
              <a:gd name="T39" fmla="*/ 80 h 119"/>
              <a:gd name="T40" fmla="*/ 47 w 105"/>
              <a:gd name="T41" fmla="*/ 45 h 119"/>
              <a:gd name="T42" fmla="*/ 48 w 105"/>
              <a:gd name="T43" fmla="*/ 45 h 119"/>
              <a:gd name="T44" fmla="*/ 48 w 105"/>
              <a:gd name="T45" fmla="*/ 80 h 119"/>
              <a:gd name="T46" fmla="*/ 50 w 105"/>
              <a:gd name="T47" fmla="*/ 83 h 119"/>
              <a:gd name="T48" fmla="*/ 45 w 105"/>
              <a:gd name="T49" fmla="*/ 83 h 119"/>
              <a:gd name="T50" fmla="*/ 54 w 105"/>
              <a:gd name="T51" fmla="*/ 88 h 119"/>
              <a:gd name="T52" fmla="*/ 56 w 105"/>
              <a:gd name="T53" fmla="*/ 85 h 119"/>
              <a:gd name="T54" fmla="*/ 55 w 105"/>
              <a:gd name="T55" fmla="*/ 85 h 119"/>
              <a:gd name="T56" fmla="*/ 55 w 105"/>
              <a:gd name="T57" fmla="*/ 50 h 119"/>
              <a:gd name="T58" fmla="*/ 57 w 105"/>
              <a:gd name="T59" fmla="*/ 50 h 119"/>
              <a:gd name="T60" fmla="*/ 57 w 105"/>
              <a:gd name="T61" fmla="*/ 85 h 119"/>
              <a:gd name="T62" fmla="*/ 59 w 105"/>
              <a:gd name="T63" fmla="*/ 88 h 119"/>
              <a:gd name="T64" fmla="*/ 54 w 105"/>
              <a:gd name="T65" fmla="*/ 88 h 119"/>
              <a:gd name="T66" fmla="*/ 50 w 105"/>
              <a:gd name="T67" fmla="*/ 42 h 119"/>
              <a:gd name="T68" fmla="*/ 38 w 105"/>
              <a:gd name="T69" fmla="*/ 24 h 119"/>
              <a:gd name="T70" fmla="*/ 50 w 105"/>
              <a:gd name="T71" fmla="*/ 5 h 119"/>
              <a:gd name="T72" fmla="*/ 63 w 105"/>
              <a:gd name="T73" fmla="*/ 24 h 119"/>
              <a:gd name="T74" fmla="*/ 50 w 105"/>
              <a:gd name="T75" fmla="*/ 42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5" h="119">
                <a:moveTo>
                  <a:pt x="85" y="42"/>
                </a:moveTo>
                <a:cubicBezTo>
                  <a:pt x="82" y="38"/>
                  <a:pt x="76" y="39"/>
                  <a:pt x="76" y="39"/>
                </a:cubicBezTo>
                <a:cubicBezTo>
                  <a:pt x="66" y="36"/>
                  <a:pt x="66" y="36"/>
                  <a:pt x="66" y="36"/>
                </a:cubicBezTo>
                <a:cubicBezTo>
                  <a:pt x="67" y="32"/>
                  <a:pt x="68" y="28"/>
                  <a:pt x="68" y="24"/>
                </a:cubicBezTo>
                <a:cubicBezTo>
                  <a:pt x="68" y="10"/>
                  <a:pt x="60" y="0"/>
                  <a:pt x="50" y="0"/>
                </a:cubicBezTo>
                <a:cubicBezTo>
                  <a:pt x="40" y="0"/>
                  <a:pt x="32" y="10"/>
                  <a:pt x="32" y="24"/>
                </a:cubicBezTo>
                <a:cubicBezTo>
                  <a:pt x="32" y="28"/>
                  <a:pt x="33" y="32"/>
                  <a:pt x="35" y="36"/>
                </a:cubicBezTo>
                <a:cubicBezTo>
                  <a:pt x="26" y="39"/>
                  <a:pt x="26" y="39"/>
                  <a:pt x="26" y="39"/>
                </a:cubicBezTo>
                <a:cubicBezTo>
                  <a:pt x="26" y="39"/>
                  <a:pt x="22" y="38"/>
                  <a:pt x="19" y="42"/>
                </a:cubicBezTo>
                <a:cubicBezTo>
                  <a:pt x="14" y="48"/>
                  <a:pt x="3" y="67"/>
                  <a:pt x="0" y="102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2" y="82"/>
                  <a:pt x="17" y="61"/>
                  <a:pt x="22" y="5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2" y="108"/>
                  <a:pt x="47" y="119"/>
                  <a:pt x="80" y="108"/>
                </a:cubicBezTo>
                <a:cubicBezTo>
                  <a:pt x="80" y="54"/>
                  <a:pt x="80" y="54"/>
                  <a:pt x="80" y="54"/>
                </a:cubicBezTo>
                <a:cubicBezTo>
                  <a:pt x="84" y="61"/>
                  <a:pt x="93" y="84"/>
                  <a:pt x="93" y="104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97" y="66"/>
                  <a:pt x="88" y="47"/>
                  <a:pt x="85" y="42"/>
                </a:cubicBezTo>
                <a:close/>
                <a:moveTo>
                  <a:pt x="45" y="83"/>
                </a:moveTo>
                <a:cubicBezTo>
                  <a:pt x="45" y="81"/>
                  <a:pt x="45" y="80"/>
                  <a:pt x="47" y="80"/>
                </a:cubicBezTo>
                <a:cubicBezTo>
                  <a:pt x="47" y="45"/>
                  <a:pt x="47" y="45"/>
                  <a:pt x="47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80"/>
                  <a:pt x="48" y="80"/>
                  <a:pt x="48" y="80"/>
                </a:cubicBezTo>
                <a:cubicBezTo>
                  <a:pt x="49" y="81"/>
                  <a:pt x="50" y="81"/>
                  <a:pt x="50" y="83"/>
                </a:cubicBezTo>
                <a:lnTo>
                  <a:pt x="45" y="83"/>
                </a:lnTo>
                <a:close/>
                <a:moveTo>
                  <a:pt x="54" y="88"/>
                </a:moveTo>
                <a:cubicBezTo>
                  <a:pt x="54" y="86"/>
                  <a:pt x="54" y="86"/>
                  <a:pt x="56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50"/>
                  <a:pt x="55" y="50"/>
                  <a:pt x="55" y="50"/>
                </a:cubicBezTo>
                <a:cubicBezTo>
                  <a:pt x="57" y="50"/>
                  <a:pt x="57" y="50"/>
                  <a:pt x="57" y="50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9" y="86"/>
                  <a:pt x="59" y="88"/>
                </a:cubicBezTo>
                <a:lnTo>
                  <a:pt x="54" y="88"/>
                </a:lnTo>
                <a:close/>
                <a:moveTo>
                  <a:pt x="50" y="42"/>
                </a:moveTo>
                <a:cubicBezTo>
                  <a:pt x="44" y="42"/>
                  <a:pt x="38" y="34"/>
                  <a:pt x="38" y="24"/>
                </a:cubicBezTo>
                <a:cubicBezTo>
                  <a:pt x="38" y="14"/>
                  <a:pt x="44" y="5"/>
                  <a:pt x="50" y="5"/>
                </a:cubicBezTo>
                <a:cubicBezTo>
                  <a:pt x="57" y="5"/>
                  <a:pt x="63" y="14"/>
                  <a:pt x="63" y="24"/>
                </a:cubicBezTo>
                <a:cubicBezTo>
                  <a:pt x="63" y="34"/>
                  <a:pt x="57" y="42"/>
                  <a:pt x="50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2" name="Freeform 209">
            <a:extLst>
              <a:ext uri="{FF2B5EF4-FFF2-40B4-BE49-F238E27FC236}">
                <a16:creationId xmlns:a16="http://schemas.microsoft.com/office/drawing/2014/main" id="{971FC2A6-976C-487B-8F71-E083C79B2DCD}"/>
              </a:ext>
            </a:extLst>
          </p:cNvPr>
          <p:cNvSpPr>
            <a:spLocks noEditPoints="1"/>
          </p:cNvSpPr>
          <p:nvPr/>
        </p:nvSpPr>
        <p:spPr bwMode="auto">
          <a:xfrm>
            <a:off x="8470246" y="2548555"/>
            <a:ext cx="186455" cy="447188"/>
          </a:xfrm>
          <a:custGeom>
            <a:avLst/>
            <a:gdLst>
              <a:gd name="T0" fmla="*/ 42 w 46"/>
              <a:gd name="T1" fmla="*/ 4 h 110"/>
              <a:gd name="T2" fmla="*/ 30 w 46"/>
              <a:gd name="T3" fmla="*/ 0 h 110"/>
              <a:gd name="T4" fmla="*/ 15 w 46"/>
              <a:gd name="T5" fmla="*/ 3 h 110"/>
              <a:gd name="T6" fmla="*/ 0 w 46"/>
              <a:gd name="T7" fmla="*/ 27 h 110"/>
              <a:gd name="T8" fmla="*/ 5 w 46"/>
              <a:gd name="T9" fmla="*/ 95 h 110"/>
              <a:gd name="T10" fmla="*/ 5 w 46"/>
              <a:gd name="T11" fmla="*/ 96 h 110"/>
              <a:gd name="T12" fmla="*/ 6 w 46"/>
              <a:gd name="T13" fmla="*/ 100 h 110"/>
              <a:gd name="T14" fmla="*/ 24 w 46"/>
              <a:gd name="T15" fmla="*/ 110 h 110"/>
              <a:gd name="T16" fmla="*/ 40 w 46"/>
              <a:gd name="T17" fmla="*/ 95 h 110"/>
              <a:gd name="T18" fmla="*/ 40 w 46"/>
              <a:gd name="T19" fmla="*/ 75 h 110"/>
              <a:gd name="T20" fmla="*/ 41 w 46"/>
              <a:gd name="T21" fmla="*/ 75 h 110"/>
              <a:gd name="T22" fmla="*/ 42 w 46"/>
              <a:gd name="T23" fmla="*/ 54 h 110"/>
              <a:gd name="T24" fmla="*/ 46 w 46"/>
              <a:gd name="T25" fmla="*/ 39 h 110"/>
              <a:gd name="T26" fmla="*/ 46 w 46"/>
              <a:gd name="T27" fmla="*/ 39 h 110"/>
              <a:gd name="T28" fmla="*/ 46 w 46"/>
              <a:gd name="T29" fmla="*/ 14 h 110"/>
              <a:gd name="T30" fmla="*/ 42 w 46"/>
              <a:gd name="T31" fmla="*/ 4 h 110"/>
              <a:gd name="T32" fmla="*/ 36 w 46"/>
              <a:gd name="T33" fmla="*/ 95 h 110"/>
              <a:gd name="T34" fmla="*/ 24 w 46"/>
              <a:gd name="T35" fmla="*/ 106 h 110"/>
              <a:gd name="T36" fmla="*/ 10 w 46"/>
              <a:gd name="T37" fmla="*/ 98 h 110"/>
              <a:gd name="T38" fmla="*/ 9 w 46"/>
              <a:gd name="T39" fmla="*/ 95 h 110"/>
              <a:gd name="T40" fmla="*/ 7 w 46"/>
              <a:gd name="T41" fmla="*/ 71 h 110"/>
              <a:gd name="T42" fmla="*/ 25 w 46"/>
              <a:gd name="T43" fmla="*/ 26 h 110"/>
              <a:gd name="T44" fmla="*/ 25 w 46"/>
              <a:gd name="T45" fmla="*/ 26 h 110"/>
              <a:gd name="T46" fmla="*/ 26 w 46"/>
              <a:gd name="T47" fmla="*/ 27 h 110"/>
              <a:gd name="T48" fmla="*/ 38 w 46"/>
              <a:gd name="T49" fmla="*/ 51 h 110"/>
              <a:gd name="T50" fmla="*/ 36 w 46"/>
              <a:gd name="T51" fmla="*/ 95 h 110"/>
              <a:gd name="T52" fmla="*/ 28 w 46"/>
              <a:gd name="T53" fmla="*/ 24 h 110"/>
              <a:gd name="T54" fmla="*/ 28 w 46"/>
              <a:gd name="T55" fmla="*/ 16 h 110"/>
              <a:gd name="T56" fmla="*/ 26 w 46"/>
              <a:gd name="T57" fmla="*/ 16 h 110"/>
              <a:gd name="T58" fmla="*/ 24 w 46"/>
              <a:gd name="T59" fmla="*/ 16 h 110"/>
              <a:gd name="T60" fmla="*/ 22 w 46"/>
              <a:gd name="T61" fmla="*/ 16 h 110"/>
              <a:gd name="T62" fmla="*/ 22 w 46"/>
              <a:gd name="T63" fmla="*/ 23 h 110"/>
              <a:gd name="T64" fmla="*/ 6 w 46"/>
              <a:gd name="T65" fmla="*/ 53 h 110"/>
              <a:gd name="T66" fmla="*/ 4 w 46"/>
              <a:gd name="T67" fmla="*/ 27 h 110"/>
              <a:gd name="T68" fmla="*/ 16 w 46"/>
              <a:gd name="T69" fmla="*/ 7 h 110"/>
              <a:gd name="T70" fmla="*/ 30 w 46"/>
              <a:gd name="T71" fmla="*/ 4 h 110"/>
              <a:gd name="T72" fmla="*/ 39 w 46"/>
              <a:gd name="T73" fmla="*/ 7 h 110"/>
              <a:gd name="T74" fmla="*/ 42 w 46"/>
              <a:gd name="T75" fmla="*/ 14 h 110"/>
              <a:gd name="T76" fmla="*/ 42 w 46"/>
              <a:gd name="T77" fmla="*/ 38 h 110"/>
              <a:gd name="T78" fmla="*/ 41 w 46"/>
              <a:gd name="T79" fmla="*/ 42 h 110"/>
              <a:gd name="T80" fmla="*/ 28 w 46"/>
              <a:gd name="T81" fmla="*/ 2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6" h="110">
                <a:moveTo>
                  <a:pt x="42" y="4"/>
                </a:moveTo>
                <a:cubicBezTo>
                  <a:pt x="39" y="1"/>
                  <a:pt x="35" y="0"/>
                  <a:pt x="30" y="0"/>
                </a:cubicBezTo>
                <a:cubicBezTo>
                  <a:pt x="25" y="0"/>
                  <a:pt x="19" y="1"/>
                  <a:pt x="15" y="3"/>
                </a:cubicBezTo>
                <a:cubicBezTo>
                  <a:pt x="2" y="8"/>
                  <a:pt x="0" y="26"/>
                  <a:pt x="0" y="27"/>
                </a:cubicBezTo>
                <a:cubicBezTo>
                  <a:pt x="5" y="95"/>
                  <a:pt x="5" y="95"/>
                  <a:pt x="5" y="95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7"/>
                  <a:pt x="6" y="98"/>
                  <a:pt x="6" y="100"/>
                </a:cubicBezTo>
                <a:cubicBezTo>
                  <a:pt x="8" y="106"/>
                  <a:pt x="10" y="110"/>
                  <a:pt x="24" y="110"/>
                </a:cubicBezTo>
                <a:cubicBezTo>
                  <a:pt x="37" y="110"/>
                  <a:pt x="38" y="109"/>
                  <a:pt x="40" y="95"/>
                </a:cubicBezTo>
                <a:cubicBezTo>
                  <a:pt x="40" y="87"/>
                  <a:pt x="40" y="81"/>
                  <a:pt x="40" y="75"/>
                </a:cubicBezTo>
                <a:cubicBezTo>
                  <a:pt x="41" y="75"/>
                  <a:pt x="41" y="75"/>
                  <a:pt x="41" y="75"/>
                </a:cubicBezTo>
                <a:cubicBezTo>
                  <a:pt x="41" y="74"/>
                  <a:pt x="42" y="65"/>
                  <a:pt x="42" y="54"/>
                </a:cubicBezTo>
                <a:cubicBezTo>
                  <a:pt x="44" y="44"/>
                  <a:pt x="46" y="39"/>
                  <a:pt x="46" y="39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14"/>
                  <a:pt x="46" y="14"/>
                  <a:pt x="46" y="14"/>
                </a:cubicBezTo>
                <a:cubicBezTo>
                  <a:pt x="46" y="10"/>
                  <a:pt x="45" y="7"/>
                  <a:pt x="42" y="4"/>
                </a:cubicBezTo>
                <a:close/>
                <a:moveTo>
                  <a:pt x="36" y="95"/>
                </a:moveTo>
                <a:cubicBezTo>
                  <a:pt x="34" y="106"/>
                  <a:pt x="34" y="106"/>
                  <a:pt x="24" y="106"/>
                </a:cubicBezTo>
                <a:cubicBezTo>
                  <a:pt x="12" y="106"/>
                  <a:pt x="11" y="104"/>
                  <a:pt x="10" y="98"/>
                </a:cubicBezTo>
                <a:cubicBezTo>
                  <a:pt x="10" y="97"/>
                  <a:pt x="9" y="96"/>
                  <a:pt x="9" y="95"/>
                </a:cubicBezTo>
                <a:cubicBezTo>
                  <a:pt x="7" y="71"/>
                  <a:pt x="7" y="71"/>
                  <a:pt x="7" y="71"/>
                </a:cubicBezTo>
                <a:cubicBezTo>
                  <a:pt x="8" y="59"/>
                  <a:pt x="11" y="31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7"/>
                  <a:pt x="26" y="27"/>
                  <a:pt x="26" y="27"/>
                </a:cubicBezTo>
                <a:cubicBezTo>
                  <a:pt x="34" y="30"/>
                  <a:pt x="37" y="41"/>
                  <a:pt x="38" y="51"/>
                </a:cubicBezTo>
                <a:cubicBezTo>
                  <a:pt x="37" y="60"/>
                  <a:pt x="35" y="74"/>
                  <a:pt x="36" y="95"/>
                </a:cubicBezTo>
                <a:close/>
                <a:moveTo>
                  <a:pt x="28" y="24"/>
                </a:moveTo>
                <a:cubicBezTo>
                  <a:pt x="28" y="16"/>
                  <a:pt x="28" y="16"/>
                  <a:pt x="28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23"/>
                  <a:pt x="22" y="23"/>
                  <a:pt x="22" y="23"/>
                </a:cubicBezTo>
                <a:cubicBezTo>
                  <a:pt x="12" y="28"/>
                  <a:pt x="8" y="41"/>
                  <a:pt x="6" y="53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6" y="11"/>
                  <a:pt x="16" y="7"/>
                </a:cubicBezTo>
                <a:cubicBezTo>
                  <a:pt x="21" y="5"/>
                  <a:pt x="25" y="4"/>
                  <a:pt x="30" y="4"/>
                </a:cubicBezTo>
                <a:cubicBezTo>
                  <a:pt x="33" y="4"/>
                  <a:pt x="37" y="4"/>
                  <a:pt x="39" y="7"/>
                </a:cubicBezTo>
                <a:cubicBezTo>
                  <a:pt x="41" y="9"/>
                  <a:pt x="42" y="11"/>
                  <a:pt x="42" y="14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8"/>
                  <a:pt x="41" y="40"/>
                  <a:pt x="41" y="42"/>
                </a:cubicBezTo>
                <a:cubicBezTo>
                  <a:pt x="39" y="34"/>
                  <a:pt x="35" y="27"/>
                  <a:pt x="28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3" name="Freeform 210">
            <a:extLst>
              <a:ext uri="{FF2B5EF4-FFF2-40B4-BE49-F238E27FC236}">
                <a16:creationId xmlns:a16="http://schemas.microsoft.com/office/drawing/2014/main" id="{FBDFD7F3-817B-4BBA-A388-13661F31624D}"/>
              </a:ext>
            </a:extLst>
          </p:cNvPr>
          <p:cNvSpPr>
            <a:spLocks noEditPoints="1"/>
          </p:cNvSpPr>
          <p:nvPr/>
        </p:nvSpPr>
        <p:spPr bwMode="auto">
          <a:xfrm>
            <a:off x="8677924" y="2548555"/>
            <a:ext cx="184939" cy="447188"/>
          </a:xfrm>
          <a:custGeom>
            <a:avLst/>
            <a:gdLst>
              <a:gd name="T0" fmla="*/ 46 w 46"/>
              <a:gd name="T1" fmla="*/ 27 h 110"/>
              <a:gd name="T2" fmla="*/ 31 w 46"/>
              <a:gd name="T3" fmla="*/ 3 h 110"/>
              <a:gd name="T4" fmla="*/ 16 w 46"/>
              <a:gd name="T5" fmla="*/ 0 h 110"/>
              <a:gd name="T6" fmla="*/ 3 w 46"/>
              <a:gd name="T7" fmla="*/ 4 h 110"/>
              <a:gd name="T8" fmla="*/ 0 w 46"/>
              <a:gd name="T9" fmla="*/ 14 h 110"/>
              <a:gd name="T10" fmla="*/ 0 w 46"/>
              <a:gd name="T11" fmla="*/ 38 h 110"/>
              <a:gd name="T12" fmla="*/ 0 w 46"/>
              <a:gd name="T13" fmla="*/ 39 h 110"/>
              <a:gd name="T14" fmla="*/ 5 w 46"/>
              <a:gd name="T15" fmla="*/ 95 h 110"/>
              <a:gd name="T16" fmla="*/ 22 w 46"/>
              <a:gd name="T17" fmla="*/ 110 h 110"/>
              <a:gd name="T18" fmla="*/ 39 w 46"/>
              <a:gd name="T19" fmla="*/ 100 h 110"/>
              <a:gd name="T20" fmla="*/ 41 w 46"/>
              <a:gd name="T21" fmla="*/ 96 h 110"/>
              <a:gd name="T22" fmla="*/ 42 w 46"/>
              <a:gd name="T23" fmla="*/ 76 h 110"/>
              <a:gd name="T24" fmla="*/ 42 w 46"/>
              <a:gd name="T25" fmla="*/ 76 h 110"/>
              <a:gd name="T26" fmla="*/ 42 w 46"/>
              <a:gd name="T27" fmla="*/ 71 h 110"/>
              <a:gd name="T28" fmla="*/ 46 w 46"/>
              <a:gd name="T29" fmla="*/ 27 h 110"/>
              <a:gd name="T30" fmla="*/ 4 w 46"/>
              <a:gd name="T31" fmla="*/ 14 h 110"/>
              <a:gd name="T32" fmla="*/ 6 w 46"/>
              <a:gd name="T33" fmla="*/ 7 h 110"/>
              <a:gd name="T34" fmla="*/ 16 w 46"/>
              <a:gd name="T35" fmla="*/ 4 h 110"/>
              <a:gd name="T36" fmla="*/ 29 w 46"/>
              <a:gd name="T37" fmla="*/ 7 h 110"/>
              <a:gd name="T38" fmla="*/ 42 w 46"/>
              <a:gd name="T39" fmla="*/ 27 h 110"/>
              <a:gd name="T40" fmla="*/ 40 w 46"/>
              <a:gd name="T41" fmla="*/ 49 h 110"/>
              <a:gd name="T42" fmla="*/ 25 w 46"/>
              <a:gd name="T43" fmla="*/ 23 h 110"/>
              <a:gd name="T44" fmla="*/ 25 w 46"/>
              <a:gd name="T45" fmla="*/ 16 h 110"/>
              <a:gd name="T46" fmla="*/ 22 w 46"/>
              <a:gd name="T47" fmla="*/ 16 h 110"/>
              <a:gd name="T48" fmla="*/ 21 w 46"/>
              <a:gd name="T49" fmla="*/ 16 h 110"/>
              <a:gd name="T50" fmla="*/ 18 w 46"/>
              <a:gd name="T51" fmla="*/ 16 h 110"/>
              <a:gd name="T52" fmla="*/ 18 w 46"/>
              <a:gd name="T53" fmla="*/ 24 h 110"/>
              <a:gd name="T54" fmla="*/ 6 w 46"/>
              <a:gd name="T55" fmla="*/ 44 h 110"/>
              <a:gd name="T56" fmla="*/ 4 w 46"/>
              <a:gd name="T57" fmla="*/ 38 h 110"/>
              <a:gd name="T58" fmla="*/ 4 w 46"/>
              <a:gd name="T59" fmla="*/ 14 h 110"/>
              <a:gd name="T60" fmla="*/ 36 w 46"/>
              <a:gd name="T61" fmla="*/ 98 h 110"/>
              <a:gd name="T62" fmla="*/ 22 w 46"/>
              <a:gd name="T63" fmla="*/ 106 h 110"/>
              <a:gd name="T64" fmla="*/ 9 w 46"/>
              <a:gd name="T65" fmla="*/ 95 h 110"/>
              <a:gd name="T66" fmla="*/ 8 w 46"/>
              <a:gd name="T67" fmla="*/ 56 h 110"/>
              <a:gd name="T68" fmla="*/ 21 w 46"/>
              <a:gd name="T69" fmla="*/ 27 h 110"/>
              <a:gd name="T70" fmla="*/ 22 w 46"/>
              <a:gd name="T71" fmla="*/ 26 h 110"/>
              <a:gd name="T72" fmla="*/ 22 w 46"/>
              <a:gd name="T73" fmla="*/ 26 h 110"/>
              <a:gd name="T74" fmla="*/ 39 w 46"/>
              <a:gd name="T75" fmla="*/ 64 h 110"/>
              <a:gd name="T76" fmla="*/ 37 w 46"/>
              <a:gd name="T77" fmla="*/ 95 h 110"/>
              <a:gd name="T78" fmla="*/ 36 w 46"/>
              <a:gd name="T79" fmla="*/ 98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6" h="110">
                <a:moveTo>
                  <a:pt x="46" y="27"/>
                </a:moveTo>
                <a:cubicBezTo>
                  <a:pt x="46" y="26"/>
                  <a:pt x="43" y="8"/>
                  <a:pt x="31" y="3"/>
                </a:cubicBezTo>
                <a:cubicBezTo>
                  <a:pt x="26" y="1"/>
                  <a:pt x="21" y="0"/>
                  <a:pt x="16" y="0"/>
                </a:cubicBezTo>
                <a:cubicBezTo>
                  <a:pt x="10" y="0"/>
                  <a:pt x="6" y="1"/>
                  <a:pt x="3" y="4"/>
                </a:cubicBezTo>
                <a:cubicBezTo>
                  <a:pt x="1" y="7"/>
                  <a:pt x="0" y="10"/>
                  <a:pt x="0" y="14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9"/>
                  <a:pt x="7" y="55"/>
                  <a:pt x="5" y="95"/>
                </a:cubicBezTo>
                <a:cubicBezTo>
                  <a:pt x="8" y="109"/>
                  <a:pt x="8" y="110"/>
                  <a:pt x="22" y="110"/>
                </a:cubicBezTo>
                <a:cubicBezTo>
                  <a:pt x="36" y="110"/>
                  <a:pt x="38" y="106"/>
                  <a:pt x="39" y="100"/>
                </a:cubicBezTo>
                <a:cubicBezTo>
                  <a:pt x="40" y="98"/>
                  <a:pt x="40" y="97"/>
                  <a:pt x="41" y="9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5"/>
                  <a:pt x="43" y="74"/>
                  <a:pt x="42" y="71"/>
                </a:cubicBezTo>
                <a:lnTo>
                  <a:pt x="46" y="27"/>
                </a:lnTo>
                <a:close/>
                <a:moveTo>
                  <a:pt x="4" y="14"/>
                </a:moveTo>
                <a:cubicBezTo>
                  <a:pt x="4" y="11"/>
                  <a:pt x="4" y="9"/>
                  <a:pt x="6" y="7"/>
                </a:cubicBezTo>
                <a:cubicBezTo>
                  <a:pt x="9" y="4"/>
                  <a:pt x="13" y="4"/>
                  <a:pt x="16" y="4"/>
                </a:cubicBezTo>
                <a:cubicBezTo>
                  <a:pt x="20" y="4"/>
                  <a:pt x="25" y="5"/>
                  <a:pt x="29" y="7"/>
                </a:cubicBezTo>
                <a:cubicBezTo>
                  <a:pt x="40" y="11"/>
                  <a:pt x="42" y="27"/>
                  <a:pt x="42" y="27"/>
                </a:cubicBezTo>
                <a:cubicBezTo>
                  <a:pt x="40" y="49"/>
                  <a:pt x="40" y="49"/>
                  <a:pt x="40" y="49"/>
                </a:cubicBezTo>
                <a:cubicBezTo>
                  <a:pt x="38" y="38"/>
                  <a:pt x="33" y="27"/>
                  <a:pt x="25" y="23"/>
                </a:cubicBezTo>
                <a:cubicBezTo>
                  <a:pt x="25" y="16"/>
                  <a:pt x="25" y="16"/>
                  <a:pt x="25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24"/>
                  <a:pt x="18" y="24"/>
                  <a:pt x="18" y="24"/>
                </a:cubicBezTo>
                <a:cubicBezTo>
                  <a:pt x="11" y="27"/>
                  <a:pt x="7" y="35"/>
                  <a:pt x="6" y="44"/>
                </a:cubicBezTo>
                <a:cubicBezTo>
                  <a:pt x="5" y="41"/>
                  <a:pt x="4" y="39"/>
                  <a:pt x="4" y="38"/>
                </a:cubicBezTo>
                <a:lnTo>
                  <a:pt x="4" y="14"/>
                </a:lnTo>
                <a:close/>
                <a:moveTo>
                  <a:pt x="36" y="98"/>
                </a:moveTo>
                <a:cubicBezTo>
                  <a:pt x="34" y="104"/>
                  <a:pt x="34" y="106"/>
                  <a:pt x="22" y="106"/>
                </a:cubicBezTo>
                <a:cubicBezTo>
                  <a:pt x="11" y="106"/>
                  <a:pt x="11" y="106"/>
                  <a:pt x="9" y="95"/>
                </a:cubicBezTo>
                <a:cubicBezTo>
                  <a:pt x="10" y="78"/>
                  <a:pt x="9" y="65"/>
                  <a:pt x="8" y="56"/>
                </a:cubicBezTo>
                <a:cubicBezTo>
                  <a:pt x="8" y="44"/>
                  <a:pt x="11" y="31"/>
                  <a:pt x="21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34" y="30"/>
                  <a:pt x="38" y="50"/>
                  <a:pt x="39" y="64"/>
                </a:cubicBezTo>
                <a:cubicBezTo>
                  <a:pt x="37" y="95"/>
                  <a:pt x="37" y="95"/>
                  <a:pt x="37" y="95"/>
                </a:cubicBezTo>
                <a:cubicBezTo>
                  <a:pt x="36" y="96"/>
                  <a:pt x="36" y="97"/>
                  <a:pt x="36" y="9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4" name="Freeform 211">
            <a:extLst>
              <a:ext uri="{FF2B5EF4-FFF2-40B4-BE49-F238E27FC236}">
                <a16:creationId xmlns:a16="http://schemas.microsoft.com/office/drawing/2014/main" id="{3239196A-8509-4AAB-AFDB-444E3A91DA3C}"/>
              </a:ext>
            </a:extLst>
          </p:cNvPr>
          <p:cNvSpPr>
            <a:spLocks/>
          </p:cNvSpPr>
          <p:nvPr/>
        </p:nvSpPr>
        <p:spPr bwMode="auto">
          <a:xfrm>
            <a:off x="9252447" y="2795645"/>
            <a:ext cx="109144" cy="159169"/>
          </a:xfrm>
          <a:custGeom>
            <a:avLst/>
            <a:gdLst>
              <a:gd name="T0" fmla="*/ 13 w 27"/>
              <a:gd name="T1" fmla="*/ 1 h 39"/>
              <a:gd name="T2" fmla="*/ 0 w 27"/>
              <a:gd name="T3" fmla="*/ 20 h 39"/>
              <a:gd name="T4" fmla="*/ 13 w 27"/>
              <a:gd name="T5" fmla="*/ 39 h 39"/>
              <a:gd name="T6" fmla="*/ 26 w 27"/>
              <a:gd name="T7" fmla="*/ 20 h 39"/>
              <a:gd name="T8" fmla="*/ 13 w 27"/>
              <a:gd name="T9" fmla="*/ 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39">
                <a:moveTo>
                  <a:pt x="13" y="1"/>
                </a:moveTo>
                <a:cubicBezTo>
                  <a:pt x="0" y="1"/>
                  <a:pt x="0" y="9"/>
                  <a:pt x="0" y="20"/>
                </a:cubicBezTo>
                <a:cubicBezTo>
                  <a:pt x="0" y="30"/>
                  <a:pt x="6" y="39"/>
                  <a:pt x="13" y="39"/>
                </a:cubicBezTo>
                <a:cubicBezTo>
                  <a:pt x="20" y="39"/>
                  <a:pt x="26" y="30"/>
                  <a:pt x="26" y="20"/>
                </a:cubicBezTo>
                <a:cubicBezTo>
                  <a:pt x="26" y="9"/>
                  <a:pt x="27" y="0"/>
                  <a:pt x="1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5" name="Freeform 212">
            <a:extLst>
              <a:ext uri="{FF2B5EF4-FFF2-40B4-BE49-F238E27FC236}">
                <a16:creationId xmlns:a16="http://schemas.microsoft.com/office/drawing/2014/main" id="{0A347C92-CC93-49C7-9EFB-EC3BB2C3F6B4}"/>
              </a:ext>
            </a:extLst>
          </p:cNvPr>
          <p:cNvSpPr>
            <a:spLocks/>
          </p:cNvSpPr>
          <p:nvPr/>
        </p:nvSpPr>
        <p:spPr bwMode="auto">
          <a:xfrm>
            <a:off x="9219097" y="2524300"/>
            <a:ext cx="174328" cy="166748"/>
          </a:xfrm>
          <a:custGeom>
            <a:avLst/>
            <a:gdLst>
              <a:gd name="T0" fmla="*/ 21 w 43"/>
              <a:gd name="T1" fmla="*/ 0 h 41"/>
              <a:gd name="T2" fmla="*/ 0 w 43"/>
              <a:gd name="T3" fmla="*/ 31 h 41"/>
              <a:gd name="T4" fmla="*/ 1 w 43"/>
              <a:gd name="T5" fmla="*/ 41 h 41"/>
              <a:gd name="T6" fmla="*/ 21 w 43"/>
              <a:gd name="T7" fmla="*/ 22 h 41"/>
              <a:gd name="T8" fmla="*/ 41 w 43"/>
              <a:gd name="T9" fmla="*/ 41 h 41"/>
              <a:gd name="T10" fmla="*/ 43 w 43"/>
              <a:gd name="T11" fmla="*/ 31 h 41"/>
              <a:gd name="T12" fmla="*/ 21 w 43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41">
                <a:moveTo>
                  <a:pt x="21" y="0"/>
                </a:moveTo>
                <a:cubicBezTo>
                  <a:pt x="10" y="0"/>
                  <a:pt x="0" y="14"/>
                  <a:pt x="0" y="31"/>
                </a:cubicBezTo>
                <a:cubicBezTo>
                  <a:pt x="0" y="35"/>
                  <a:pt x="0" y="38"/>
                  <a:pt x="1" y="41"/>
                </a:cubicBezTo>
                <a:cubicBezTo>
                  <a:pt x="2" y="30"/>
                  <a:pt x="10" y="22"/>
                  <a:pt x="21" y="22"/>
                </a:cubicBezTo>
                <a:cubicBezTo>
                  <a:pt x="32" y="22"/>
                  <a:pt x="41" y="30"/>
                  <a:pt x="41" y="41"/>
                </a:cubicBezTo>
                <a:cubicBezTo>
                  <a:pt x="42" y="38"/>
                  <a:pt x="43" y="35"/>
                  <a:pt x="43" y="31"/>
                </a:cubicBezTo>
                <a:cubicBezTo>
                  <a:pt x="43" y="14"/>
                  <a:pt x="33" y="0"/>
                  <a:pt x="2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6" name="Freeform 213">
            <a:extLst>
              <a:ext uri="{FF2B5EF4-FFF2-40B4-BE49-F238E27FC236}">
                <a16:creationId xmlns:a16="http://schemas.microsoft.com/office/drawing/2014/main" id="{CF8174CB-CF98-45B0-AA97-457F97E40CBB}"/>
              </a:ext>
            </a:extLst>
          </p:cNvPr>
          <p:cNvSpPr>
            <a:spLocks noEditPoints="1"/>
          </p:cNvSpPr>
          <p:nvPr/>
        </p:nvSpPr>
        <p:spPr bwMode="auto">
          <a:xfrm>
            <a:off x="9223645" y="2613738"/>
            <a:ext cx="166748" cy="377457"/>
          </a:xfrm>
          <a:custGeom>
            <a:avLst/>
            <a:gdLst>
              <a:gd name="T0" fmla="*/ 40 w 41"/>
              <a:gd name="T1" fmla="*/ 19 h 93"/>
              <a:gd name="T2" fmla="*/ 20 w 41"/>
              <a:gd name="T3" fmla="*/ 0 h 93"/>
              <a:gd name="T4" fmla="*/ 0 w 41"/>
              <a:gd name="T5" fmla="*/ 19 h 93"/>
              <a:gd name="T6" fmla="*/ 0 w 41"/>
              <a:gd name="T7" fmla="*/ 20 h 93"/>
              <a:gd name="T8" fmla="*/ 4 w 41"/>
              <a:gd name="T9" fmla="*/ 73 h 93"/>
              <a:gd name="T10" fmla="*/ 20 w 41"/>
              <a:gd name="T11" fmla="*/ 93 h 93"/>
              <a:gd name="T12" fmla="*/ 37 w 41"/>
              <a:gd name="T13" fmla="*/ 73 h 93"/>
              <a:gd name="T14" fmla="*/ 41 w 41"/>
              <a:gd name="T15" fmla="*/ 20 h 93"/>
              <a:gd name="T16" fmla="*/ 40 w 41"/>
              <a:gd name="T17" fmla="*/ 19 h 93"/>
              <a:gd name="T18" fmla="*/ 16 w 41"/>
              <a:gd name="T19" fmla="*/ 8 h 93"/>
              <a:gd name="T20" fmla="*/ 25 w 41"/>
              <a:gd name="T21" fmla="*/ 8 h 93"/>
              <a:gd name="T22" fmla="*/ 25 w 41"/>
              <a:gd name="T23" fmla="*/ 12 h 93"/>
              <a:gd name="T24" fmla="*/ 16 w 41"/>
              <a:gd name="T25" fmla="*/ 12 h 93"/>
              <a:gd name="T26" fmla="*/ 16 w 41"/>
              <a:gd name="T27" fmla="*/ 8 h 93"/>
              <a:gd name="T28" fmla="*/ 16 w 41"/>
              <a:gd name="T29" fmla="*/ 15 h 93"/>
              <a:gd name="T30" fmla="*/ 25 w 41"/>
              <a:gd name="T31" fmla="*/ 15 h 93"/>
              <a:gd name="T32" fmla="*/ 25 w 41"/>
              <a:gd name="T33" fmla="*/ 19 h 93"/>
              <a:gd name="T34" fmla="*/ 16 w 41"/>
              <a:gd name="T35" fmla="*/ 19 h 93"/>
              <a:gd name="T36" fmla="*/ 16 w 41"/>
              <a:gd name="T37" fmla="*/ 15 h 93"/>
              <a:gd name="T38" fmla="*/ 16 w 41"/>
              <a:gd name="T39" fmla="*/ 23 h 93"/>
              <a:gd name="T40" fmla="*/ 25 w 41"/>
              <a:gd name="T41" fmla="*/ 23 h 93"/>
              <a:gd name="T42" fmla="*/ 25 w 41"/>
              <a:gd name="T43" fmla="*/ 27 h 93"/>
              <a:gd name="T44" fmla="*/ 16 w 41"/>
              <a:gd name="T45" fmla="*/ 27 h 93"/>
              <a:gd name="T46" fmla="*/ 16 w 41"/>
              <a:gd name="T47" fmla="*/ 23 h 93"/>
              <a:gd name="T48" fmla="*/ 16 w 41"/>
              <a:gd name="T49" fmla="*/ 30 h 93"/>
              <a:gd name="T50" fmla="*/ 25 w 41"/>
              <a:gd name="T51" fmla="*/ 30 h 93"/>
              <a:gd name="T52" fmla="*/ 25 w 41"/>
              <a:gd name="T53" fmla="*/ 34 h 93"/>
              <a:gd name="T54" fmla="*/ 16 w 41"/>
              <a:gd name="T55" fmla="*/ 34 h 93"/>
              <a:gd name="T56" fmla="*/ 16 w 41"/>
              <a:gd name="T57" fmla="*/ 30 h 93"/>
              <a:gd name="T58" fmla="*/ 20 w 41"/>
              <a:gd name="T59" fmla="*/ 84 h 93"/>
              <a:gd name="T60" fmla="*/ 7 w 41"/>
              <a:gd name="T61" fmla="*/ 65 h 93"/>
              <a:gd name="T62" fmla="*/ 20 w 41"/>
              <a:gd name="T63" fmla="*/ 46 h 93"/>
              <a:gd name="T64" fmla="*/ 33 w 41"/>
              <a:gd name="T65" fmla="*/ 65 h 93"/>
              <a:gd name="T66" fmla="*/ 20 w 41"/>
              <a:gd name="T67" fmla="*/ 84 h 93"/>
              <a:gd name="T68" fmla="*/ 30 w 41"/>
              <a:gd name="T69" fmla="*/ 44 h 93"/>
              <a:gd name="T70" fmla="*/ 21 w 41"/>
              <a:gd name="T71" fmla="*/ 39 h 93"/>
              <a:gd name="T72" fmla="*/ 20 w 41"/>
              <a:gd name="T73" fmla="*/ 39 h 93"/>
              <a:gd name="T74" fmla="*/ 21 w 41"/>
              <a:gd name="T75" fmla="*/ 39 h 93"/>
              <a:gd name="T76" fmla="*/ 31 w 41"/>
              <a:gd name="T77" fmla="*/ 36 h 93"/>
              <a:gd name="T78" fmla="*/ 35 w 41"/>
              <a:gd name="T79" fmla="*/ 38 h 93"/>
              <a:gd name="T80" fmla="*/ 34 w 41"/>
              <a:gd name="T81" fmla="*/ 42 h 93"/>
              <a:gd name="T82" fmla="*/ 30 w 41"/>
              <a:gd name="T83" fmla="*/ 44 h 93"/>
              <a:gd name="T84" fmla="*/ 22 w 41"/>
              <a:gd name="T85" fmla="*/ 39 h 93"/>
              <a:gd name="T86" fmla="*/ 30 w 41"/>
              <a:gd name="T87" fmla="*/ 43 h 93"/>
              <a:gd name="T88" fmla="*/ 34 w 41"/>
              <a:gd name="T89" fmla="*/ 41 h 93"/>
              <a:gd name="T90" fmla="*/ 34 w 41"/>
              <a:gd name="T91" fmla="*/ 38 h 93"/>
              <a:gd name="T92" fmla="*/ 31 w 41"/>
              <a:gd name="T93" fmla="*/ 37 h 93"/>
              <a:gd name="T94" fmla="*/ 22 w 41"/>
              <a:gd name="T95" fmla="*/ 39 h 93"/>
              <a:gd name="T96" fmla="*/ 8 w 41"/>
              <a:gd name="T97" fmla="*/ 42 h 93"/>
              <a:gd name="T98" fmla="*/ 8 w 41"/>
              <a:gd name="T99" fmla="*/ 38 h 93"/>
              <a:gd name="T100" fmla="*/ 12 w 41"/>
              <a:gd name="T101" fmla="*/ 36 h 93"/>
              <a:gd name="T102" fmla="*/ 21 w 41"/>
              <a:gd name="T103" fmla="*/ 39 h 93"/>
              <a:gd name="T104" fmla="*/ 22 w 41"/>
              <a:gd name="T105" fmla="*/ 39 h 93"/>
              <a:gd name="T106" fmla="*/ 22 w 41"/>
              <a:gd name="T107" fmla="*/ 39 h 93"/>
              <a:gd name="T108" fmla="*/ 12 w 41"/>
              <a:gd name="T109" fmla="*/ 44 h 93"/>
              <a:gd name="T110" fmla="*/ 8 w 41"/>
              <a:gd name="T111" fmla="*/ 42 h 93"/>
              <a:gd name="T112" fmla="*/ 12 w 41"/>
              <a:gd name="T113" fmla="*/ 37 h 93"/>
              <a:gd name="T114" fmla="*/ 8 w 41"/>
              <a:gd name="T115" fmla="*/ 38 h 93"/>
              <a:gd name="T116" fmla="*/ 9 w 41"/>
              <a:gd name="T117" fmla="*/ 41 h 93"/>
              <a:gd name="T118" fmla="*/ 12 w 41"/>
              <a:gd name="T119" fmla="*/ 43 h 93"/>
              <a:gd name="T120" fmla="*/ 20 w 41"/>
              <a:gd name="T121" fmla="*/ 39 h 93"/>
              <a:gd name="T122" fmla="*/ 12 w 41"/>
              <a:gd name="T123" fmla="*/ 3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" h="93">
                <a:moveTo>
                  <a:pt x="40" y="19"/>
                </a:move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1" y="8"/>
                  <a:pt x="0" y="19"/>
                </a:cubicBezTo>
                <a:cubicBezTo>
                  <a:pt x="0" y="20"/>
                  <a:pt x="0" y="20"/>
                  <a:pt x="0" y="20"/>
                </a:cubicBezTo>
                <a:cubicBezTo>
                  <a:pt x="4" y="73"/>
                  <a:pt x="4" y="73"/>
                  <a:pt x="4" y="73"/>
                </a:cubicBezTo>
                <a:cubicBezTo>
                  <a:pt x="4" y="84"/>
                  <a:pt x="9" y="93"/>
                  <a:pt x="20" y="93"/>
                </a:cubicBezTo>
                <a:cubicBezTo>
                  <a:pt x="31" y="93"/>
                  <a:pt x="37" y="84"/>
                  <a:pt x="37" y="73"/>
                </a:cubicBezTo>
                <a:cubicBezTo>
                  <a:pt x="41" y="20"/>
                  <a:pt x="41" y="20"/>
                  <a:pt x="41" y="20"/>
                </a:cubicBezTo>
                <a:lnTo>
                  <a:pt x="40" y="19"/>
                </a:lnTo>
                <a:close/>
                <a:moveTo>
                  <a:pt x="16" y="8"/>
                </a:moveTo>
                <a:cubicBezTo>
                  <a:pt x="25" y="8"/>
                  <a:pt x="25" y="8"/>
                  <a:pt x="25" y="8"/>
                </a:cubicBezTo>
                <a:cubicBezTo>
                  <a:pt x="25" y="12"/>
                  <a:pt x="25" y="12"/>
                  <a:pt x="25" y="12"/>
                </a:cubicBezTo>
                <a:cubicBezTo>
                  <a:pt x="16" y="12"/>
                  <a:pt x="16" y="12"/>
                  <a:pt x="16" y="12"/>
                </a:cubicBezTo>
                <a:lnTo>
                  <a:pt x="16" y="8"/>
                </a:lnTo>
                <a:close/>
                <a:moveTo>
                  <a:pt x="16" y="15"/>
                </a:moveTo>
                <a:cubicBezTo>
                  <a:pt x="25" y="15"/>
                  <a:pt x="25" y="15"/>
                  <a:pt x="25" y="15"/>
                </a:cubicBezTo>
                <a:cubicBezTo>
                  <a:pt x="25" y="19"/>
                  <a:pt x="25" y="19"/>
                  <a:pt x="25" y="19"/>
                </a:cubicBezTo>
                <a:cubicBezTo>
                  <a:pt x="16" y="19"/>
                  <a:pt x="16" y="19"/>
                  <a:pt x="16" y="19"/>
                </a:cubicBezTo>
                <a:lnTo>
                  <a:pt x="16" y="15"/>
                </a:lnTo>
                <a:close/>
                <a:moveTo>
                  <a:pt x="16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5" y="27"/>
                  <a:pt x="25" y="27"/>
                  <a:pt x="25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3"/>
                </a:lnTo>
                <a:close/>
                <a:moveTo>
                  <a:pt x="16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25" y="34"/>
                  <a:pt x="25" y="34"/>
                  <a:pt x="25" y="34"/>
                </a:cubicBezTo>
                <a:cubicBezTo>
                  <a:pt x="16" y="34"/>
                  <a:pt x="16" y="34"/>
                  <a:pt x="16" y="34"/>
                </a:cubicBezTo>
                <a:lnTo>
                  <a:pt x="16" y="30"/>
                </a:lnTo>
                <a:close/>
                <a:moveTo>
                  <a:pt x="20" y="84"/>
                </a:moveTo>
                <a:cubicBezTo>
                  <a:pt x="13" y="84"/>
                  <a:pt x="7" y="75"/>
                  <a:pt x="7" y="65"/>
                </a:cubicBezTo>
                <a:cubicBezTo>
                  <a:pt x="7" y="54"/>
                  <a:pt x="7" y="46"/>
                  <a:pt x="20" y="46"/>
                </a:cubicBezTo>
                <a:cubicBezTo>
                  <a:pt x="34" y="45"/>
                  <a:pt x="33" y="54"/>
                  <a:pt x="33" y="65"/>
                </a:cubicBezTo>
                <a:cubicBezTo>
                  <a:pt x="33" y="75"/>
                  <a:pt x="27" y="84"/>
                  <a:pt x="20" y="84"/>
                </a:cubicBezTo>
                <a:close/>
                <a:moveTo>
                  <a:pt x="30" y="44"/>
                </a:moveTo>
                <a:cubicBezTo>
                  <a:pt x="28" y="44"/>
                  <a:pt x="24" y="43"/>
                  <a:pt x="21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8"/>
                  <a:pt x="27" y="36"/>
                  <a:pt x="31" y="36"/>
                </a:cubicBezTo>
                <a:cubicBezTo>
                  <a:pt x="33" y="36"/>
                  <a:pt x="34" y="37"/>
                  <a:pt x="35" y="38"/>
                </a:cubicBezTo>
                <a:cubicBezTo>
                  <a:pt x="35" y="39"/>
                  <a:pt x="35" y="40"/>
                  <a:pt x="34" y="42"/>
                </a:cubicBezTo>
                <a:cubicBezTo>
                  <a:pt x="34" y="42"/>
                  <a:pt x="33" y="44"/>
                  <a:pt x="30" y="44"/>
                </a:cubicBezTo>
                <a:close/>
                <a:moveTo>
                  <a:pt x="22" y="39"/>
                </a:moveTo>
                <a:cubicBezTo>
                  <a:pt x="25" y="42"/>
                  <a:pt x="28" y="43"/>
                  <a:pt x="30" y="43"/>
                </a:cubicBezTo>
                <a:cubicBezTo>
                  <a:pt x="33" y="43"/>
                  <a:pt x="34" y="42"/>
                  <a:pt x="34" y="41"/>
                </a:cubicBezTo>
                <a:cubicBezTo>
                  <a:pt x="34" y="40"/>
                  <a:pt x="34" y="39"/>
                  <a:pt x="34" y="38"/>
                </a:cubicBezTo>
                <a:cubicBezTo>
                  <a:pt x="33" y="38"/>
                  <a:pt x="32" y="37"/>
                  <a:pt x="31" y="37"/>
                </a:cubicBezTo>
                <a:cubicBezTo>
                  <a:pt x="28" y="37"/>
                  <a:pt x="23" y="39"/>
                  <a:pt x="22" y="39"/>
                </a:cubicBezTo>
                <a:close/>
                <a:moveTo>
                  <a:pt x="8" y="42"/>
                </a:moveTo>
                <a:cubicBezTo>
                  <a:pt x="7" y="40"/>
                  <a:pt x="7" y="39"/>
                  <a:pt x="8" y="38"/>
                </a:cubicBezTo>
                <a:cubicBezTo>
                  <a:pt x="8" y="37"/>
                  <a:pt x="10" y="36"/>
                  <a:pt x="12" y="36"/>
                </a:cubicBezTo>
                <a:cubicBezTo>
                  <a:pt x="16" y="36"/>
                  <a:pt x="21" y="38"/>
                  <a:pt x="21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8" y="43"/>
                  <a:pt x="15" y="44"/>
                  <a:pt x="12" y="44"/>
                </a:cubicBezTo>
                <a:cubicBezTo>
                  <a:pt x="9" y="44"/>
                  <a:pt x="8" y="42"/>
                  <a:pt x="8" y="42"/>
                </a:cubicBezTo>
                <a:close/>
                <a:moveTo>
                  <a:pt x="12" y="37"/>
                </a:moveTo>
                <a:cubicBezTo>
                  <a:pt x="10" y="37"/>
                  <a:pt x="9" y="38"/>
                  <a:pt x="8" y="38"/>
                </a:cubicBezTo>
                <a:cubicBezTo>
                  <a:pt x="8" y="39"/>
                  <a:pt x="8" y="40"/>
                  <a:pt x="9" y="41"/>
                </a:cubicBezTo>
                <a:cubicBezTo>
                  <a:pt x="9" y="42"/>
                  <a:pt x="10" y="43"/>
                  <a:pt x="12" y="43"/>
                </a:cubicBezTo>
                <a:cubicBezTo>
                  <a:pt x="14" y="43"/>
                  <a:pt x="17" y="42"/>
                  <a:pt x="20" y="39"/>
                </a:cubicBezTo>
                <a:cubicBezTo>
                  <a:pt x="19" y="39"/>
                  <a:pt x="15" y="37"/>
                  <a:pt x="12" y="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7" name="Freeform 214">
            <a:extLst>
              <a:ext uri="{FF2B5EF4-FFF2-40B4-BE49-F238E27FC236}">
                <a16:creationId xmlns:a16="http://schemas.microsoft.com/office/drawing/2014/main" id="{5AF756B0-D7DB-4234-B018-DE75742D26C7}"/>
              </a:ext>
            </a:extLst>
          </p:cNvPr>
          <p:cNvSpPr>
            <a:spLocks/>
          </p:cNvSpPr>
          <p:nvPr/>
        </p:nvSpPr>
        <p:spPr bwMode="auto">
          <a:xfrm>
            <a:off x="9463156" y="2795645"/>
            <a:ext cx="104597" cy="159169"/>
          </a:xfrm>
          <a:custGeom>
            <a:avLst/>
            <a:gdLst>
              <a:gd name="T0" fmla="*/ 13 w 26"/>
              <a:gd name="T1" fmla="*/ 1 h 39"/>
              <a:gd name="T2" fmla="*/ 0 w 26"/>
              <a:gd name="T3" fmla="*/ 20 h 39"/>
              <a:gd name="T4" fmla="*/ 13 w 26"/>
              <a:gd name="T5" fmla="*/ 39 h 39"/>
              <a:gd name="T6" fmla="*/ 26 w 26"/>
              <a:gd name="T7" fmla="*/ 20 h 39"/>
              <a:gd name="T8" fmla="*/ 13 w 26"/>
              <a:gd name="T9" fmla="*/ 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39">
                <a:moveTo>
                  <a:pt x="13" y="1"/>
                </a:moveTo>
                <a:cubicBezTo>
                  <a:pt x="0" y="1"/>
                  <a:pt x="0" y="9"/>
                  <a:pt x="0" y="20"/>
                </a:cubicBezTo>
                <a:cubicBezTo>
                  <a:pt x="0" y="30"/>
                  <a:pt x="6" y="39"/>
                  <a:pt x="13" y="39"/>
                </a:cubicBezTo>
                <a:cubicBezTo>
                  <a:pt x="20" y="39"/>
                  <a:pt x="26" y="30"/>
                  <a:pt x="26" y="20"/>
                </a:cubicBezTo>
                <a:cubicBezTo>
                  <a:pt x="26" y="9"/>
                  <a:pt x="26" y="0"/>
                  <a:pt x="1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8" name="Freeform 215">
            <a:extLst>
              <a:ext uri="{FF2B5EF4-FFF2-40B4-BE49-F238E27FC236}">
                <a16:creationId xmlns:a16="http://schemas.microsoft.com/office/drawing/2014/main" id="{40299397-69D8-4437-B1B4-FDF09179C67C}"/>
              </a:ext>
            </a:extLst>
          </p:cNvPr>
          <p:cNvSpPr>
            <a:spLocks/>
          </p:cNvSpPr>
          <p:nvPr/>
        </p:nvSpPr>
        <p:spPr bwMode="auto">
          <a:xfrm>
            <a:off x="9429806" y="2524300"/>
            <a:ext cx="169780" cy="166748"/>
          </a:xfrm>
          <a:custGeom>
            <a:avLst/>
            <a:gdLst>
              <a:gd name="T0" fmla="*/ 21 w 42"/>
              <a:gd name="T1" fmla="*/ 0 h 41"/>
              <a:gd name="T2" fmla="*/ 0 w 42"/>
              <a:gd name="T3" fmla="*/ 31 h 41"/>
              <a:gd name="T4" fmla="*/ 1 w 42"/>
              <a:gd name="T5" fmla="*/ 41 h 41"/>
              <a:gd name="T6" fmla="*/ 21 w 42"/>
              <a:gd name="T7" fmla="*/ 22 h 41"/>
              <a:gd name="T8" fmla="*/ 41 w 42"/>
              <a:gd name="T9" fmla="*/ 41 h 41"/>
              <a:gd name="T10" fmla="*/ 42 w 42"/>
              <a:gd name="T11" fmla="*/ 31 h 41"/>
              <a:gd name="T12" fmla="*/ 21 w 42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" h="41">
                <a:moveTo>
                  <a:pt x="21" y="0"/>
                </a:moveTo>
                <a:cubicBezTo>
                  <a:pt x="9" y="0"/>
                  <a:pt x="0" y="14"/>
                  <a:pt x="0" y="31"/>
                </a:cubicBezTo>
                <a:cubicBezTo>
                  <a:pt x="0" y="35"/>
                  <a:pt x="0" y="38"/>
                  <a:pt x="1" y="41"/>
                </a:cubicBezTo>
                <a:cubicBezTo>
                  <a:pt x="1" y="30"/>
                  <a:pt x="10" y="22"/>
                  <a:pt x="21" y="22"/>
                </a:cubicBezTo>
                <a:cubicBezTo>
                  <a:pt x="32" y="22"/>
                  <a:pt x="41" y="30"/>
                  <a:pt x="41" y="41"/>
                </a:cubicBezTo>
                <a:cubicBezTo>
                  <a:pt x="42" y="38"/>
                  <a:pt x="42" y="35"/>
                  <a:pt x="42" y="31"/>
                </a:cubicBezTo>
                <a:cubicBezTo>
                  <a:pt x="42" y="14"/>
                  <a:pt x="33" y="0"/>
                  <a:pt x="21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59" name="Freeform 216">
            <a:extLst>
              <a:ext uri="{FF2B5EF4-FFF2-40B4-BE49-F238E27FC236}">
                <a16:creationId xmlns:a16="http://schemas.microsoft.com/office/drawing/2014/main" id="{698FCD49-50E0-4F6C-AE11-E7980A2B54EB}"/>
              </a:ext>
            </a:extLst>
          </p:cNvPr>
          <p:cNvSpPr>
            <a:spLocks noEditPoints="1"/>
          </p:cNvSpPr>
          <p:nvPr/>
        </p:nvSpPr>
        <p:spPr bwMode="auto">
          <a:xfrm>
            <a:off x="9434354" y="2613738"/>
            <a:ext cx="162200" cy="377457"/>
          </a:xfrm>
          <a:custGeom>
            <a:avLst/>
            <a:gdLst>
              <a:gd name="T0" fmla="*/ 40 w 40"/>
              <a:gd name="T1" fmla="*/ 19 h 93"/>
              <a:gd name="T2" fmla="*/ 20 w 40"/>
              <a:gd name="T3" fmla="*/ 0 h 93"/>
              <a:gd name="T4" fmla="*/ 0 w 40"/>
              <a:gd name="T5" fmla="*/ 19 h 93"/>
              <a:gd name="T6" fmla="*/ 0 w 40"/>
              <a:gd name="T7" fmla="*/ 20 h 93"/>
              <a:gd name="T8" fmla="*/ 3 w 40"/>
              <a:gd name="T9" fmla="*/ 73 h 93"/>
              <a:gd name="T10" fmla="*/ 20 w 40"/>
              <a:gd name="T11" fmla="*/ 93 h 93"/>
              <a:gd name="T12" fmla="*/ 37 w 40"/>
              <a:gd name="T13" fmla="*/ 73 h 93"/>
              <a:gd name="T14" fmla="*/ 40 w 40"/>
              <a:gd name="T15" fmla="*/ 20 h 93"/>
              <a:gd name="T16" fmla="*/ 40 w 40"/>
              <a:gd name="T17" fmla="*/ 19 h 93"/>
              <a:gd name="T18" fmla="*/ 15 w 40"/>
              <a:gd name="T19" fmla="*/ 8 h 93"/>
              <a:gd name="T20" fmla="*/ 24 w 40"/>
              <a:gd name="T21" fmla="*/ 8 h 93"/>
              <a:gd name="T22" fmla="*/ 24 w 40"/>
              <a:gd name="T23" fmla="*/ 12 h 93"/>
              <a:gd name="T24" fmla="*/ 15 w 40"/>
              <a:gd name="T25" fmla="*/ 12 h 93"/>
              <a:gd name="T26" fmla="*/ 15 w 40"/>
              <a:gd name="T27" fmla="*/ 8 h 93"/>
              <a:gd name="T28" fmla="*/ 15 w 40"/>
              <a:gd name="T29" fmla="*/ 15 h 93"/>
              <a:gd name="T30" fmla="*/ 24 w 40"/>
              <a:gd name="T31" fmla="*/ 15 h 93"/>
              <a:gd name="T32" fmla="*/ 24 w 40"/>
              <a:gd name="T33" fmla="*/ 19 h 93"/>
              <a:gd name="T34" fmla="*/ 15 w 40"/>
              <a:gd name="T35" fmla="*/ 19 h 93"/>
              <a:gd name="T36" fmla="*/ 15 w 40"/>
              <a:gd name="T37" fmla="*/ 15 h 93"/>
              <a:gd name="T38" fmla="*/ 15 w 40"/>
              <a:gd name="T39" fmla="*/ 23 h 93"/>
              <a:gd name="T40" fmla="*/ 24 w 40"/>
              <a:gd name="T41" fmla="*/ 23 h 93"/>
              <a:gd name="T42" fmla="*/ 24 w 40"/>
              <a:gd name="T43" fmla="*/ 27 h 93"/>
              <a:gd name="T44" fmla="*/ 15 w 40"/>
              <a:gd name="T45" fmla="*/ 27 h 93"/>
              <a:gd name="T46" fmla="*/ 15 w 40"/>
              <a:gd name="T47" fmla="*/ 23 h 93"/>
              <a:gd name="T48" fmla="*/ 15 w 40"/>
              <a:gd name="T49" fmla="*/ 30 h 93"/>
              <a:gd name="T50" fmla="*/ 24 w 40"/>
              <a:gd name="T51" fmla="*/ 30 h 93"/>
              <a:gd name="T52" fmla="*/ 24 w 40"/>
              <a:gd name="T53" fmla="*/ 34 h 93"/>
              <a:gd name="T54" fmla="*/ 15 w 40"/>
              <a:gd name="T55" fmla="*/ 34 h 93"/>
              <a:gd name="T56" fmla="*/ 15 w 40"/>
              <a:gd name="T57" fmla="*/ 30 h 93"/>
              <a:gd name="T58" fmla="*/ 20 w 40"/>
              <a:gd name="T59" fmla="*/ 84 h 93"/>
              <a:gd name="T60" fmla="*/ 7 w 40"/>
              <a:gd name="T61" fmla="*/ 65 h 93"/>
              <a:gd name="T62" fmla="*/ 20 w 40"/>
              <a:gd name="T63" fmla="*/ 46 h 93"/>
              <a:gd name="T64" fmla="*/ 33 w 40"/>
              <a:gd name="T65" fmla="*/ 65 h 93"/>
              <a:gd name="T66" fmla="*/ 20 w 40"/>
              <a:gd name="T67" fmla="*/ 84 h 93"/>
              <a:gd name="T68" fmla="*/ 30 w 40"/>
              <a:gd name="T69" fmla="*/ 44 h 93"/>
              <a:gd name="T70" fmla="*/ 20 w 40"/>
              <a:gd name="T71" fmla="*/ 39 h 93"/>
              <a:gd name="T72" fmla="*/ 20 w 40"/>
              <a:gd name="T73" fmla="*/ 39 h 93"/>
              <a:gd name="T74" fmla="*/ 20 w 40"/>
              <a:gd name="T75" fmla="*/ 39 h 93"/>
              <a:gd name="T76" fmla="*/ 30 w 40"/>
              <a:gd name="T77" fmla="*/ 36 h 93"/>
              <a:gd name="T78" fmla="*/ 34 w 40"/>
              <a:gd name="T79" fmla="*/ 38 h 93"/>
              <a:gd name="T80" fmla="*/ 34 w 40"/>
              <a:gd name="T81" fmla="*/ 42 h 93"/>
              <a:gd name="T82" fmla="*/ 30 w 40"/>
              <a:gd name="T83" fmla="*/ 44 h 93"/>
              <a:gd name="T84" fmla="*/ 21 w 40"/>
              <a:gd name="T85" fmla="*/ 39 h 93"/>
              <a:gd name="T86" fmla="*/ 30 w 40"/>
              <a:gd name="T87" fmla="*/ 43 h 93"/>
              <a:gd name="T88" fmla="*/ 33 w 40"/>
              <a:gd name="T89" fmla="*/ 41 h 93"/>
              <a:gd name="T90" fmla="*/ 33 w 40"/>
              <a:gd name="T91" fmla="*/ 38 h 93"/>
              <a:gd name="T92" fmla="*/ 30 w 40"/>
              <a:gd name="T93" fmla="*/ 37 h 93"/>
              <a:gd name="T94" fmla="*/ 21 w 40"/>
              <a:gd name="T95" fmla="*/ 39 h 93"/>
              <a:gd name="T96" fmla="*/ 7 w 40"/>
              <a:gd name="T97" fmla="*/ 42 h 93"/>
              <a:gd name="T98" fmla="*/ 7 w 40"/>
              <a:gd name="T99" fmla="*/ 38 h 93"/>
              <a:gd name="T100" fmla="*/ 11 w 40"/>
              <a:gd name="T101" fmla="*/ 36 h 93"/>
              <a:gd name="T102" fmla="*/ 21 w 40"/>
              <a:gd name="T103" fmla="*/ 39 h 93"/>
              <a:gd name="T104" fmla="*/ 22 w 40"/>
              <a:gd name="T105" fmla="*/ 39 h 93"/>
              <a:gd name="T106" fmla="*/ 21 w 40"/>
              <a:gd name="T107" fmla="*/ 39 h 93"/>
              <a:gd name="T108" fmla="*/ 12 w 40"/>
              <a:gd name="T109" fmla="*/ 44 h 93"/>
              <a:gd name="T110" fmla="*/ 7 w 40"/>
              <a:gd name="T111" fmla="*/ 42 h 93"/>
              <a:gd name="T112" fmla="*/ 11 w 40"/>
              <a:gd name="T113" fmla="*/ 37 h 93"/>
              <a:gd name="T114" fmla="*/ 8 w 40"/>
              <a:gd name="T115" fmla="*/ 38 h 93"/>
              <a:gd name="T116" fmla="*/ 8 w 40"/>
              <a:gd name="T117" fmla="*/ 41 h 93"/>
              <a:gd name="T118" fmla="*/ 12 w 40"/>
              <a:gd name="T119" fmla="*/ 43 h 93"/>
              <a:gd name="T120" fmla="*/ 20 w 40"/>
              <a:gd name="T121" fmla="*/ 39 h 93"/>
              <a:gd name="T122" fmla="*/ 11 w 40"/>
              <a:gd name="T123" fmla="*/ 3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" h="93">
                <a:moveTo>
                  <a:pt x="40" y="19"/>
                </a:move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20"/>
                  <a:pt x="0" y="20"/>
                  <a:pt x="0" y="20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84"/>
                  <a:pt x="9" y="93"/>
                  <a:pt x="20" y="93"/>
                </a:cubicBezTo>
                <a:cubicBezTo>
                  <a:pt x="31" y="93"/>
                  <a:pt x="37" y="84"/>
                  <a:pt x="37" y="73"/>
                </a:cubicBezTo>
                <a:cubicBezTo>
                  <a:pt x="40" y="20"/>
                  <a:pt x="40" y="20"/>
                  <a:pt x="40" y="20"/>
                </a:cubicBezTo>
                <a:lnTo>
                  <a:pt x="40" y="19"/>
                </a:lnTo>
                <a:close/>
                <a:moveTo>
                  <a:pt x="15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12"/>
                  <a:pt x="24" y="12"/>
                  <a:pt x="24" y="12"/>
                </a:cubicBezTo>
                <a:cubicBezTo>
                  <a:pt x="15" y="12"/>
                  <a:pt x="15" y="12"/>
                  <a:pt x="15" y="12"/>
                </a:cubicBezTo>
                <a:lnTo>
                  <a:pt x="15" y="8"/>
                </a:lnTo>
                <a:close/>
                <a:moveTo>
                  <a:pt x="15" y="15"/>
                </a:moveTo>
                <a:cubicBezTo>
                  <a:pt x="24" y="15"/>
                  <a:pt x="24" y="15"/>
                  <a:pt x="24" y="15"/>
                </a:cubicBezTo>
                <a:cubicBezTo>
                  <a:pt x="24" y="19"/>
                  <a:pt x="24" y="19"/>
                  <a:pt x="24" y="19"/>
                </a:cubicBezTo>
                <a:cubicBezTo>
                  <a:pt x="15" y="19"/>
                  <a:pt x="15" y="19"/>
                  <a:pt x="15" y="19"/>
                </a:cubicBezTo>
                <a:lnTo>
                  <a:pt x="15" y="15"/>
                </a:lnTo>
                <a:close/>
                <a:moveTo>
                  <a:pt x="15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7"/>
                  <a:pt x="24" y="27"/>
                  <a:pt x="24" y="27"/>
                </a:cubicBezTo>
                <a:cubicBezTo>
                  <a:pt x="15" y="27"/>
                  <a:pt x="15" y="27"/>
                  <a:pt x="15" y="27"/>
                </a:cubicBezTo>
                <a:lnTo>
                  <a:pt x="15" y="23"/>
                </a:lnTo>
                <a:close/>
                <a:moveTo>
                  <a:pt x="15" y="30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34"/>
                  <a:pt x="24" y="34"/>
                  <a:pt x="24" y="34"/>
                </a:cubicBezTo>
                <a:cubicBezTo>
                  <a:pt x="15" y="34"/>
                  <a:pt x="15" y="34"/>
                  <a:pt x="15" y="34"/>
                </a:cubicBezTo>
                <a:lnTo>
                  <a:pt x="15" y="30"/>
                </a:lnTo>
                <a:close/>
                <a:moveTo>
                  <a:pt x="20" y="84"/>
                </a:moveTo>
                <a:cubicBezTo>
                  <a:pt x="13" y="84"/>
                  <a:pt x="7" y="75"/>
                  <a:pt x="7" y="65"/>
                </a:cubicBezTo>
                <a:cubicBezTo>
                  <a:pt x="7" y="54"/>
                  <a:pt x="7" y="46"/>
                  <a:pt x="20" y="46"/>
                </a:cubicBezTo>
                <a:cubicBezTo>
                  <a:pt x="33" y="45"/>
                  <a:pt x="33" y="54"/>
                  <a:pt x="33" y="65"/>
                </a:cubicBezTo>
                <a:cubicBezTo>
                  <a:pt x="33" y="75"/>
                  <a:pt x="27" y="84"/>
                  <a:pt x="20" y="84"/>
                </a:cubicBezTo>
                <a:close/>
                <a:moveTo>
                  <a:pt x="30" y="44"/>
                </a:moveTo>
                <a:cubicBezTo>
                  <a:pt x="27" y="44"/>
                  <a:pt x="24" y="43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1" y="38"/>
                  <a:pt x="26" y="36"/>
                  <a:pt x="30" y="36"/>
                </a:cubicBezTo>
                <a:cubicBezTo>
                  <a:pt x="32" y="36"/>
                  <a:pt x="33" y="37"/>
                  <a:pt x="34" y="38"/>
                </a:cubicBezTo>
                <a:cubicBezTo>
                  <a:pt x="35" y="39"/>
                  <a:pt x="35" y="40"/>
                  <a:pt x="34" y="42"/>
                </a:cubicBezTo>
                <a:cubicBezTo>
                  <a:pt x="34" y="42"/>
                  <a:pt x="33" y="44"/>
                  <a:pt x="30" y="44"/>
                </a:cubicBezTo>
                <a:close/>
                <a:moveTo>
                  <a:pt x="21" y="39"/>
                </a:moveTo>
                <a:cubicBezTo>
                  <a:pt x="25" y="42"/>
                  <a:pt x="28" y="43"/>
                  <a:pt x="30" y="43"/>
                </a:cubicBezTo>
                <a:cubicBezTo>
                  <a:pt x="32" y="43"/>
                  <a:pt x="33" y="42"/>
                  <a:pt x="33" y="41"/>
                </a:cubicBezTo>
                <a:cubicBezTo>
                  <a:pt x="34" y="40"/>
                  <a:pt x="34" y="39"/>
                  <a:pt x="33" y="38"/>
                </a:cubicBezTo>
                <a:cubicBezTo>
                  <a:pt x="33" y="38"/>
                  <a:pt x="32" y="37"/>
                  <a:pt x="30" y="37"/>
                </a:cubicBezTo>
                <a:cubicBezTo>
                  <a:pt x="27" y="37"/>
                  <a:pt x="23" y="39"/>
                  <a:pt x="21" y="39"/>
                </a:cubicBezTo>
                <a:close/>
                <a:moveTo>
                  <a:pt x="7" y="42"/>
                </a:moveTo>
                <a:cubicBezTo>
                  <a:pt x="7" y="40"/>
                  <a:pt x="7" y="39"/>
                  <a:pt x="7" y="38"/>
                </a:cubicBezTo>
                <a:cubicBezTo>
                  <a:pt x="8" y="37"/>
                  <a:pt x="9" y="36"/>
                  <a:pt x="11" y="36"/>
                </a:cubicBezTo>
                <a:cubicBezTo>
                  <a:pt x="15" y="36"/>
                  <a:pt x="21" y="38"/>
                  <a:pt x="21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17" y="43"/>
                  <a:pt x="14" y="44"/>
                  <a:pt x="12" y="44"/>
                </a:cubicBezTo>
                <a:cubicBezTo>
                  <a:pt x="9" y="44"/>
                  <a:pt x="7" y="42"/>
                  <a:pt x="7" y="42"/>
                </a:cubicBezTo>
                <a:close/>
                <a:moveTo>
                  <a:pt x="11" y="37"/>
                </a:moveTo>
                <a:cubicBezTo>
                  <a:pt x="10" y="37"/>
                  <a:pt x="8" y="38"/>
                  <a:pt x="8" y="38"/>
                </a:cubicBezTo>
                <a:cubicBezTo>
                  <a:pt x="8" y="39"/>
                  <a:pt x="8" y="40"/>
                  <a:pt x="8" y="41"/>
                </a:cubicBezTo>
                <a:cubicBezTo>
                  <a:pt x="8" y="42"/>
                  <a:pt x="9" y="43"/>
                  <a:pt x="12" y="43"/>
                </a:cubicBezTo>
                <a:cubicBezTo>
                  <a:pt x="14" y="43"/>
                  <a:pt x="17" y="42"/>
                  <a:pt x="20" y="39"/>
                </a:cubicBezTo>
                <a:cubicBezTo>
                  <a:pt x="18" y="39"/>
                  <a:pt x="14" y="37"/>
                  <a:pt x="11" y="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0" name="Freeform 217">
            <a:extLst>
              <a:ext uri="{FF2B5EF4-FFF2-40B4-BE49-F238E27FC236}">
                <a16:creationId xmlns:a16="http://schemas.microsoft.com/office/drawing/2014/main" id="{782A914F-C001-4D0F-AB49-5D61EFF66C04}"/>
              </a:ext>
            </a:extLst>
          </p:cNvPr>
          <p:cNvSpPr>
            <a:spLocks/>
          </p:cNvSpPr>
          <p:nvPr/>
        </p:nvSpPr>
        <p:spPr bwMode="auto">
          <a:xfrm>
            <a:off x="9839097" y="2739557"/>
            <a:ext cx="603325" cy="186455"/>
          </a:xfrm>
          <a:custGeom>
            <a:avLst/>
            <a:gdLst>
              <a:gd name="T0" fmla="*/ 108 w 149"/>
              <a:gd name="T1" fmla="*/ 0 h 46"/>
              <a:gd name="T2" fmla="*/ 108 w 149"/>
              <a:gd name="T3" fmla="*/ 1 h 46"/>
              <a:gd name="T4" fmla="*/ 107 w 149"/>
              <a:gd name="T5" fmla="*/ 8 h 46"/>
              <a:gd name="T6" fmla="*/ 75 w 149"/>
              <a:gd name="T7" fmla="*/ 23 h 46"/>
              <a:gd name="T8" fmla="*/ 42 w 149"/>
              <a:gd name="T9" fmla="*/ 8 h 46"/>
              <a:gd name="T10" fmla="*/ 41 w 149"/>
              <a:gd name="T11" fmla="*/ 1 h 46"/>
              <a:gd name="T12" fmla="*/ 42 w 149"/>
              <a:gd name="T13" fmla="*/ 0 h 46"/>
              <a:gd name="T14" fmla="*/ 0 w 149"/>
              <a:gd name="T15" fmla="*/ 21 h 46"/>
              <a:gd name="T16" fmla="*/ 75 w 149"/>
              <a:gd name="T17" fmla="*/ 46 h 46"/>
              <a:gd name="T18" fmla="*/ 149 w 149"/>
              <a:gd name="T19" fmla="*/ 21 h 46"/>
              <a:gd name="T20" fmla="*/ 108 w 149"/>
              <a:gd name="T2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9" h="46">
                <a:moveTo>
                  <a:pt x="108" y="0"/>
                </a:moveTo>
                <a:cubicBezTo>
                  <a:pt x="108" y="0"/>
                  <a:pt x="108" y="1"/>
                  <a:pt x="108" y="1"/>
                </a:cubicBezTo>
                <a:cubicBezTo>
                  <a:pt x="108" y="3"/>
                  <a:pt x="108" y="5"/>
                  <a:pt x="107" y="8"/>
                </a:cubicBezTo>
                <a:cubicBezTo>
                  <a:pt x="104" y="21"/>
                  <a:pt x="91" y="23"/>
                  <a:pt x="75" y="23"/>
                </a:cubicBezTo>
                <a:cubicBezTo>
                  <a:pt x="59" y="23"/>
                  <a:pt x="46" y="21"/>
                  <a:pt x="42" y="8"/>
                </a:cubicBezTo>
                <a:cubicBezTo>
                  <a:pt x="42" y="6"/>
                  <a:pt x="41" y="3"/>
                  <a:pt x="41" y="1"/>
                </a:cubicBezTo>
                <a:cubicBezTo>
                  <a:pt x="41" y="1"/>
                  <a:pt x="42" y="0"/>
                  <a:pt x="42" y="0"/>
                </a:cubicBezTo>
                <a:cubicBezTo>
                  <a:pt x="17" y="4"/>
                  <a:pt x="0" y="12"/>
                  <a:pt x="0" y="21"/>
                </a:cubicBezTo>
                <a:cubicBezTo>
                  <a:pt x="0" y="35"/>
                  <a:pt x="34" y="46"/>
                  <a:pt x="75" y="46"/>
                </a:cubicBezTo>
                <a:cubicBezTo>
                  <a:pt x="116" y="46"/>
                  <a:pt x="149" y="35"/>
                  <a:pt x="149" y="21"/>
                </a:cubicBezTo>
                <a:cubicBezTo>
                  <a:pt x="149" y="12"/>
                  <a:pt x="133" y="4"/>
                  <a:pt x="1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1" name="Freeform 218">
            <a:extLst>
              <a:ext uri="{FF2B5EF4-FFF2-40B4-BE49-F238E27FC236}">
                <a16:creationId xmlns:a16="http://schemas.microsoft.com/office/drawing/2014/main" id="{81C22A5D-C3C9-41DB-9C72-AA50B4DEED14}"/>
              </a:ext>
            </a:extLst>
          </p:cNvPr>
          <p:cNvSpPr>
            <a:spLocks/>
          </p:cNvSpPr>
          <p:nvPr/>
        </p:nvSpPr>
        <p:spPr bwMode="auto">
          <a:xfrm>
            <a:off x="10004329" y="2606159"/>
            <a:ext cx="271345" cy="210709"/>
          </a:xfrm>
          <a:custGeom>
            <a:avLst/>
            <a:gdLst>
              <a:gd name="T0" fmla="*/ 34 w 67"/>
              <a:gd name="T1" fmla="*/ 52 h 52"/>
              <a:gd name="T2" fmla="*/ 66 w 67"/>
              <a:gd name="T3" fmla="*/ 37 h 52"/>
              <a:gd name="T4" fmla="*/ 67 w 67"/>
              <a:gd name="T5" fmla="*/ 30 h 52"/>
              <a:gd name="T6" fmla="*/ 67 w 67"/>
              <a:gd name="T7" fmla="*/ 29 h 52"/>
              <a:gd name="T8" fmla="*/ 34 w 67"/>
              <a:gd name="T9" fmla="*/ 0 h 52"/>
              <a:gd name="T10" fmla="*/ 1 w 67"/>
              <a:gd name="T11" fmla="*/ 29 h 52"/>
              <a:gd name="T12" fmla="*/ 0 w 67"/>
              <a:gd name="T13" fmla="*/ 30 h 52"/>
              <a:gd name="T14" fmla="*/ 1 w 67"/>
              <a:gd name="T15" fmla="*/ 37 h 52"/>
              <a:gd name="T16" fmla="*/ 34 w 67"/>
              <a:gd name="T17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" h="52">
                <a:moveTo>
                  <a:pt x="34" y="52"/>
                </a:moveTo>
                <a:cubicBezTo>
                  <a:pt x="50" y="52"/>
                  <a:pt x="63" y="50"/>
                  <a:pt x="66" y="37"/>
                </a:cubicBezTo>
                <a:cubicBezTo>
                  <a:pt x="67" y="35"/>
                  <a:pt x="67" y="32"/>
                  <a:pt x="67" y="30"/>
                </a:cubicBezTo>
                <a:cubicBezTo>
                  <a:pt x="67" y="30"/>
                  <a:pt x="67" y="29"/>
                  <a:pt x="67" y="29"/>
                </a:cubicBezTo>
                <a:cubicBezTo>
                  <a:pt x="66" y="13"/>
                  <a:pt x="52" y="0"/>
                  <a:pt x="34" y="0"/>
                </a:cubicBezTo>
                <a:cubicBezTo>
                  <a:pt x="16" y="0"/>
                  <a:pt x="1" y="13"/>
                  <a:pt x="1" y="29"/>
                </a:cubicBezTo>
                <a:cubicBezTo>
                  <a:pt x="1" y="29"/>
                  <a:pt x="0" y="30"/>
                  <a:pt x="0" y="30"/>
                </a:cubicBezTo>
                <a:cubicBezTo>
                  <a:pt x="0" y="32"/>
                  <a:pt x="1" y="35"/>
                  <a:pt x="1" y="37"/>
                </a:cubicBezTo>
                <a:cubicBezTo>
                  <a:pt x="5" y="50"/>
                  <a:pt x="18" y="52"/>
                  <a:pt x="34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2" name="Freeform 253">
            <a:extLst>
              <a:ext uri="{FF2B5EF4-FFF2-40B4-BE49-F238E27FC236}">
                <a16:creationId xmlns:a16="http://schemas.microsoft.com/office/drawing/2014/main" id="{8EBD0E70-123D-40E9-B623-18C53BDE7A36}"/>
              </a:ext>
            </a:extLst>
          </p:cNvPr>
          <p:cNvSpPr>
            <a:spLocks/>
          </p:cNvSpPr>
          <p:nvPr/>
        </p:nvSpPr>
        <p:spPr bwMode="auto">
          <a:xfrm>
            <a:off x="8620320" y="3388359"/>
            <a:ext cx="89438" cy="53056"/>
          </a:xfrm>
          <a:custGeom>
            <a:avLst/>
            <a:gdLst>
              <a:gd name="T0" fmla="*/ 21 w 22"/>
              <a:gd name="T1" fmla="*/ 13 h 13"/>
              <a:gd name="T2" fmla="*/ 1 w 22"/>
              <a:gd name="T3" fmla="*/ 13 h 13"/>
              <a:gd name="T4" fmla="*/ 0 w 22"/>
              <a:gd name="T5" fmla="*/ 13 h 13"/>
              <a:gd name="T6" fmla="*/ 0 w 22"/>
              <a:gd name="T7" fmla="*/ 0 h 13"/>
              <a:gd name="T8" fmla="*/ 1 w 22"/>
              <a:gd name="T9" fmla="*/ 0 h 13"/>
              <a:gd name="T10" fmla="*/ 21 w 22"/>
              <a:gd name="T11" fmla="*/ 0 h 13"/>
              <a:gd name="T12" fmla="*/ 22 w 22"/>
              <a:gd name="T13" fmla="*/ 0 h 13"/>
              <a:gd name="T14" fmla="*/ 22 w 22"/>
              <a:gd name="T15" fmla="*/ 13 h 13"/>
              <a:gd name="T16" fmla="*/ 21 w 22"/>
              <a:gd name="T17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13">
                <a:moveTo>
                  <a:pt x="21" y="13"/>
                </a:move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3"/>
                  <a:pt x="0" y="13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2" y="0"/>
                  <a:pt x="22" y="0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1" y="13"/>
                  <a:pt x="21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3" name="Freeform 254">
            <a:extLst>
              <a:ext uri="{FF2B5EF4-FFF2-40B4-BE49-F238E27FC236}">
                <a16:creationId xmlns:a16="http://schemas.microsoft.com/office/drawing/2014/main" id="{9902811B-FD94-4E6E-9479-7753AC960D9A}"/>
              </a:ext>
            </a:extLst>
          </p:cNvPr>
          <p:cNvSpPr>
            <a:spLocks/>
          </p:cNvSpPr>
          <p:nvPr/>
        </p:nvSpPr>
        <p:spPr bwMode="auto">
          <a:xfrm>
            <a:off x="8547557" y="3688505"/>
            <a:ext cx="239511" cy="106112"/>
          </a:xfrm>
          <a:custGeom>
            <a:avLst/>
            <a:gdLst>
              <a:gd name="T0" fmla="*/ 0 w 59"/>
              <a:gd name="T1" fmla="*/ 24 h 26"/>
              <a:gd name="T2" fmla="*/ 1 w 59"/>
              <a:gd name="T3" fmla="*/ 26 h 26"/>
              <a:gd name="T4" fmla="*/ 57 w 59"/>
              <a:gd name="T5" fmla="*/ 26 h 26"/>
              <a:gd name="T6" fmla="*/ 59 w 59"/>
              <a:gd name="T7" fmla="*/ 24 h 26"/>
              <a:gd name="T8" fmla="*/ 59 w 59"/>
              <a:gd name="T9" fmla="*/ 0 h 26"/>
              <a:gd name="T10" fmla="*/ 0 w 59"/>
              <a:gd name="T11" fmla="*/ 0 h 26"/>
              <a:gd name="T12" fmla="*/ 0 w 59"/>
              <a:gd name="T13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26">
                <a:moveTo>
                  <a:pt x="0" y="24"/>
                </a:moveTo>
                <a:cubicBezTo>
                  <a:pt x="0" y="25"/>
                  <a:pt x="0" y="26"/>
                  <a:pt x="1" y="26"/>
                </a:cubicBezTo>
                <a:cubicBezTo>
                  <a:pt x="57" y="26"/>
                  <a:pt x="57" y="26"/>
                  <a:pt x="57" y="26"/>
                </a:cubicBezTo>
                <a:cubicBezTo>
                  <a:pt x="58" y="26"/>
                  <a:pt x="59" y="25"/>
                  <a:pt x="59" y="24"/>
                </a:cubicBezTo>
                <a:cubicBezTo>
                  <a:pt x="59" y="0"/>
                  <a:pt x="59" y="0"/>
                  <a:pt x="5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4"/>
                  <a:pt x="0" y="24"/>
                  <a:pt x="0" y="2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4" name="Freeform 255">
            <a:extLst>
              <a:ext uri="{FF2B5EF4-FFF2-40B4-BE49-F238E27FC236}">
                <a16:creationId xmlns:a16="http://schemas.microsoft.com/office/drawing/2014/main" id="{408FD185-9BEF-4E71-8997-A3C9D91C9683}"/>
              </a:ext>
            </a:extLst>
          </p:cNvPr>
          <p:cNvSpPr>
            <a:spLocks/>
          </p:cNvSpPr>
          <p:nvPr/>
        </p:nvSpPr>
        <p:spPr bwMode="auto">
          <a:xfrm>
            <a:off x="8547557" y="3429288"/>
            <a:ext cx="239511" cy="89438"/>
          </a:xfrm>
          <a:custGeom>
            <a:avLst/>
            <a:gdLst>
              <a:gd name="T0" fmla="*/ 57 w 59"/>
              <a:gd name="T1" fmla="*/ 0 h 22"/>
              <a:gd name="T2" fmla="*/ 1 w 59"/>
              <a:gd name="T3" fmla="*/ 0 h 22"/>
              <a:gd name="T4" fmla="*/ 0 w 59"/>
              <a:gd name="T5" fmla="*/ 2 h 22"/>
              <a:gd name="T6" fmla="*/ 0 w 59"/>
              <a:gd name="T7" fmla="*/ 22 h 22"/>
              <a:gd name="T8" fmla="*/ 59 w 59"/>
              <a:gd name="T9" fmla="*/ 22 h 22"/>
              <a:gd name="T10" fmla="*/ 59 w 59"/>
              <a:gd name="T11" fmla="*/ 2 h 22"/>
              <a:gd name="T12" fmla="*/ 57 w 59"/>
              <a:gd name="T13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22">
                <a:moveTo>
                  <a:pt x="57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22"/>
                  <a:pt x="0" y="22"/>
                  <a:pt x="0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1"/>
                  <a:pt x="58" y="0"/>
                  <a:pt x="5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5" name="Freeform 256">
            <a:extLst>
              <a:ext uri="{FF2B5EF4-FFF2-40B4-BE49-F238E27FC236}">
                <a16:creationId xmlns:a16="http://schemas.microsoft.com/office/drawing/2014/main" id="{0AF29B78-F8B2-4660-9A99-615420962E1A}"/>
              </a:ext>
            </a:extLst>
          </p:cNvPr>
          <p:cNvSpPr>
            <a:spLocks/>
          </p:cNvSpPr>
          <p:nvPr/>
        </p:nvSpPr>
        <p:spPr bwMode="auto">
          <a:xfrm>
            <a:off x="8547557" y="3518725"/>
            <a:ext cx="239511" cy="169780"/>
          </a:xfrm>
          <a:custGeom>
            <a:avLst/>
            <a:gdLst>
              <a:gd name="T0" fmla="*/ 158 w 158"/>
              <a:gd name="T1" fmla="*/ 0 h 112"/>
              <a:gd name="T2" fmla="*/ 158 w 158"/>
              <a:gd name="T3" fmla="*/ 0 h 112"/>
              <a:gd name="T4" fmla="*/ 0 w 158"/>
              <a:gd name="T5" fmla="*/ 0 h 112"/>
              <a:gd name="T6" fmla="*/ 0 w 158"/>
              <a:gd name="T7" fmla="*/ 112 h 112"/>
              <a:gd name="T8" fmla="*/ 158 w 158"/>
              <a:gd name="T9" fmla="*/ 112 h 112"/>
              <a:gd name="T10" fmla="*/ 158 w 158"/>
              <a:gd name="T11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8" h="112">
                <a:moveTo>
                  <a:pt x="158" y="0"/>
                </a:moveTo>
                <a:lnTo>
                  <a:pt x="158" y="0"/>
                </a:lnTo>
                <a:lnTo>
                  <a:pt x="0" y="0"/>
                </a:lnTo>
                <a:lnTo>
                  <a:pt x="0" y="112"/>
                </a:lnTo>
                <a:lnTo>
                  <a:pt x="158" y="112"/>
                </a:lnTo>
                <a:lnTo>
                  <a:pt x="15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6" name="Freeform 257">
            <a:extLst>
              <a:ext uri="{FF2B5EF4-FFF2-40B4-BE49-F238E27FC236}">
                <a16:creationId xmlns:a16="http://schemas.microsoft.com/office/drawing/2014/main" id="{CEC8CA52-BACF-40E0-AB48-EEC57F41D751}"/>
              </a:ext>
            </a:extLst>
          </p:cNvPr>
          <p:cNvSpPr>
            <a:spLocks/>
          </p:cNvSpPr>
          <p:nvPr/>
        </p:nvSpPr>
        <p:spPr bwMode="auto">
          <a:xfrm>
            <a:off x="8547557" y="3518725"/>
            <a:ext cx="239511" cy="169780"/>
          </a:xfrm>
          <a:custGeom>
            <a:avLst/>
            <a:gdLst>
              <a:gd name="T0" fmla="*/ 158 w 158"/>
              <a:gd name="T1" fmla="*/ 0 h 112"/>
              <a:gd name="T2" fmla="*/ 158 w 158"/>
              <a:gd name="T3" fmla="*/ 0 h 112"/>
              <a:gd name="T4" fmla="*/ 0 w 158"/>
              <a:gd name="T5" fmla="*/ 0 h 112"/>
              <a:gd name="T6" fmla="*/ 0 w 158"/>
              <a:gd name="T7" fmla="*/ 112 h 112"/>
              <a:gd name="T8" fmla="*/ 158 w 158"/>
              <a:gd name="T9" fmla="*/ 112 h 112"/>
              <a:gd name="T10" fmla="*/ 158 w 158"/>
              <a:gd name="T11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8" h="112">
                <a:moveTo>
                  <a:pt x="158" y="0"/>
                </a:moveTo>
                <a:lnTo>
                  <a:pt x="158" y="0"/>
                </a:lnTo>
                <a:lnTo>
                  <a:pt x="0" y="0"/>
                </a:lnTo>
                <a:lnTo>
                  <a:pt x="0" y="112"/>
                </a:lnTo>
                <a:lnTo>
                  <a:pt x="158" y="112"/>
                </a:lnTo>
                <a:lnTo>
                  <a:pt x="15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7" name="Rectangle 258">
            <a:extLst>
              <a:ext uri="{FF2B5EF4-FFF2-40B4-BE49-F238E27FC236}">
                <a16:creationId xmlns:a16="http://schemas.microsoft.com/office/drawing/2014/main" id="{E0DDE816-1237-4CDB-8BCB-20490C132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03645" y="3332271"/>
            <a:ext cx="122787" cy="560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8" name="Freeform 259">
            <a:extLst>
              <a:ext uri="{FF2B5EF4-FFF2-40B4-BE49-F238E27FC236}">
                <a16:creationId xmlns:a16="http://schemas.microsoft.com/office/drawing/2014/main" id="{B49068AB-8053-4A0F-A5D0-1C85299C42AF}"/>
              </a:ext>
            </a:extLst>
          </p:cNvPr>
          <p:cNvSpPr>
            <a:spLocks noEditPoints="1"/>
          </p:cNvSpPr>
          <p:nvPr/>
        </p:nvSpPr>
        <p:spPr bwMode="auto">
          <a:xfrm>
            <a:off x="9296408" y="3412613"/>
            <a:ext cx="288019" cy="353203"/>
          </a:xfrm>
          <a:custGeom>
            <a:avLst/>
            <a:gdLst>
              <a:gd name="T0" fmla="*/ 0 w 71"/>
              <a:gd name="T1" fmla="*/ 49 h 87"/>
              <a:gd name="T2" fmla="*/ 22 w 71"/>
              <a:gd name="T3" fmla="*/ 81 h 87"/>
              <a:gd name="T4" fmla="*/ 22 w 71"/>
              <a:gd name="T5" fmla="*/ 87 h 87"/>
              <a:gd name="T6" fmla="*/ 49 w 71"/>
              <a:gd name="T7" fmla="*/ 87 h 87"/>
              <a:gd name="T8" fmla="*/ 49 w 71"/>
              <a:gd name="T9" fmla="*/ 81 h 87"/>
              <a:gd name="T10" fmla="*/ 71 w 71"/>
              <a:gd name="T11" fmla="*/ 49 h 87"/>
              <a:gd name="T12" fmla="*/ 47 w 71"/>
              <a:gd name="T13" fmla="*/ 16 h 87"/>
              <a:gd name="T14" fmla="*/ 47 w 71"/>
              <a:gd name="T15" fmla="*/ 8 h 87"/>
              <a:gd name="T16" fmla="*/ 40 w 71"/>
              <a:gd name="T17" fmla="*/ 8 h 87"/>
              <a:gd name="T18" fmla="*/ 40 w 71"/>
              <a:gd name="T19" fmla="*/ 6 h 87"/>
              <a:gd name="T20" fmla="*/ 37 w 71"/>
              <a:gd name="T21" fmla="*/ 4 h 87"/>
              <a:gd name="T22" fmla="*/ 40 w 71"/>
              <a:gd name="T23" fmla="*/ 1 h 87"/>
              <a:gd name="T24" fmla="*/ 40 w 71"/>
              <a:gd name="T25" fmla="*/ 0 h 87"/>
              <a:gd name="T26" fmla="*/ 31 w 71"/>
              <a:gd name="T27" fmla="*/ 0 h 87"/>
              <a:gd name="T28" fmla="*/ 31 w 71"/>
              <a:gd name="T29" fmla="*/ 8 h 87"/>
              <a:gd name="T30" fmla="*/ 24 w 71"/>
              <a:gd name="T31" fmla="*/ 8 h 87"/>
              <a:gd name="T32" fmla="*/ 24 w 71"/>
              <a:gd name="T33" fmla="*/ 16 h 87"/>
              <a:gd name="T34" fmla="*/ 0 w 71"/>
              <a:gd name="T35" fmla="*/ 49 h 87"/>
              <a:gd name="T36" fmla="*/ 4 w 71"/>
              <a:gd name="T37" fmla="*/ 49 h 87"/>
              <a:gd name="T38" fmla="*/ 35 w 71"/>
              <a:gd name="T39" fmla="*/ 18 h 87"/>
              <a:gd name="T40" fmla="*/ 67 w 71"/>
              <a:gd name="T41" fmla="*/ 49 h 87"/>
              <a:gd name="T42" fmla="*/ 49 w 71"/>
              <a:gd name="T43" fmla="*/ 77 h 87"/>
              <a:gd name="T44" fmla="*/ 49 w 71"/>
              <a:gd name="T45" fmla="*/ 77 h 87"/>
              <a:gd name="T46" fmla="*/ 22 w 71"/>
              <a:gd name="T47" fmla="*/ 77 h 87"/>
              <a:gd name="T48" fmla="*/ 22 w 71"/>
              <a:gd name="T49" fmla="*/ 77 h 87"/>
              <a:gd name="T50" fmla="*/ 4 w 71"/>
              <a:gd name="T51" fmla="*/ 49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1" h="87">
                <a:moveTo>
                  <a:pt x="0" y="49"/>
                </a:moveTo>
                <a:cubicBezTo>
                  <a:pt x="0" y="63"/>
                  <a:pt x="9" y="76"/>
                  <a:pt x="22" y="81"/>
                </a:cubicBezTo>
                <a:cubicBezTo>
                  <a:pt x="22" y="87"/>
                  <a:pt x="22" y="87"/>
                  <a:pt x="22" y="87"/>
                </a:cubicBezTo>
                <a:cubicBezTo>
                  <a:pt x="49" y="87"/>
                  <a:pt x="49" y="87"/>
                  <a:pt x="49" y="87"/>
                </a:cubicBezTo>
                <a:cubicBezTo>
                  <a:pt x="49" y="81"/>
                  <a:pt x="49" y="81"/>
                  <a:pt x="49" y="81"/>
                </a:cubicBezTo>
                <a:cubicBezTo>
                  <a:pt x="61" y="76"/>
                  <a:pt x="71" y="63"/>
                  <a:pt x="71" y="49"/>
                </a:cubicBezTo>
                <a:cubicBezTo>
                  <a:pt x="71" y="34"/>
                  <a:pt x="61" y="21"/>
                  <a:pt x="47" y="16"/>
                </a:cubicBezTo>
                <a:cubicBezTo>
                  <a:pt x="47" y="8"/>
                  <a:pt x="47" y="8"/>
                  <a:pt x="47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6"/>
                  <a:pt x="40" y="6"/>
                  <a:pt x="40" y="6"/>
                </a:cubicBezTo>
                <a:cubicBezTo>
                  <a:pt x="37" y="4"/>
                  <a:pt x="37" y="4"/>
                  <a:pt x="37" y="4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0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8"/>
                  <a:pt x="31" y="8"/>
                  <a:pt x="31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16"/>
                  <a:pt x="24" y="16"/>
                  <a:pt x="24" y="16"/>
                </a:cubicBezTo>
                <a:cubicBezTo>
                  <a:pt x="10" y="21"/>
                  <a:pt x="0" y="34"/>
                  <a:pt x="0" y="49"/>
                </a:cubicBezTo>
                <a:moveTo>
                  <a:pt x="4" y="49"/>
                </a:moveTo>
                <a:cubicBezTo>
                  <a:pt x="4" y="32"/>
                  <a:pt x="18" y="18"/>
                  <a:pt x="35" y="18"/>
                </a:cubicBezTo>
                <a:cubicBezTo>
                  <a:pt x="53" y="18"/>
                  <a:pt x="67" y="32"/>
                  <a:pt x="67" y="49"/>
                </a:cubicBezTo>
                <a:cubicBezTo>
                  <a:pt x="67" y="61"/>
                  <a:pt x="59" y="72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22" y="77"/>
                  <a:pt x="22" y="77"/>
                  <a:pt x="22" y="77"/>
                </a:cubicBezTo>
                <a:cubicBezTo>
                  <a:pt x="22" y="77"/>
                  <a:pt x="22" y="77"/>
                  <a:pt x="22" y="77"/>
                </a:cubicBezTo>
                <a:cubicBezTo>
                  <a:pt x="12" y="72"/>
                  <a:pt x="4" y="61"/>
                  <a:pt x="4" y="49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69" name="Freeform 260">
            <a:extLst>
              <a:ext uri="{FF2B5EF4-FFF2-40B4-BE49-F238E27FC236}">
                <a16:creationId xmlns:a16="http://schemas.microsoft.com/office/drawing/2014/main" id="{7C7B389A-2884-4B90-9192-B7C29E83B470}"/>
              </a:ext>
            </a:extLst>
          </p:cNvPr>
          <p:cNvSpPr>
            <a:spLocks/>
          </p:cNvSpPr>
          <p:nvPr/>
        </p:nvSpPr>
        <p:spPr bwMode="auto">
          <a:xfrm>
            <a:off x="9247899" y="3412613"/>
            <a:ext cx="162200" cy="101565"/>
          </a:xfrm>
          <a:custGeom>
            <a:avLst/>
            <a:gdLst>
              <a:gd name="T0" fmla="*/ 40 w 40"/>
              <a:gd name="T1" fmla="*/ 0 h 25"/>
              <a:gd name="T2" fmla="*/ 15 w 40"/>
              <a:gd name="T3" fmla="*/ 7 h 25"/>
              <a:gd name="T4" fmla="*/ 6 w 40"/>
              <a:gd name="T5" fmla="*/ 9 h 25"/>
              <a:gd name="T6" fmla="*/ 3 w 40"/>
              <a:gd name="T7" fmla="*/ 21 h 25"/>
              <a:gd name="T8" fmla="*/ 16 w 40"/>
              <a:gd name="T9" fmla="*/ 22 h 25"/>
              <a:gd name="T10" fmla="*/ 19 w 40"/>
              <a:gd name="T11" fmla="*/ 10 h 25"/>
              <a:gd name="T12" fmla="*/ 40 w 40"/>
              <a:gd name="T13" fmla="*/ 4 h 25"/>
              <a:gd name="T14" fmla="*/ 40 w 40"/>
              <a:gd name="T15" fmla="*/ 4 h 25"/>
              <a:gd name="T16" fmla="*/ 40 w 40"/>
              <a:gd name="T17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25">
                <a:moveTo>
                  <a:pt x="40" y="0"/>
                </a:moveTo>
                <a:cubicBezTo>
                  <a:pt x="28" y="0"/>
                  <a:pt x="20" y="4"/>
                  <a:pt x="15" y="7"/>
                </a:cubicBezTo>
                <a:cubicBezTo>
                  <a:pt x="13" y="6"/>
                  <a:pt x="9" y="7"/>
                  <a:pt x="6" y="9"/>
                </a:cubicBezTo>
                <a:cubicBezTo>
                  <a:pt x="2" y="12"/>
                  <a:pt x="0" y="17"/>
                  <a:pt x="3" y="21"/>
                </a:cubicBezTo>
                <a:cubicBezTo>
                  <a:pt x="6" y="25"/>
                  <a:pt x="12" y="25"/>
                  <a:pt x="16" y="22"/>
                </a:cubicBezTo>
                <a:cubicBezTo>
                  <a:pt x="20" y="19"/>
                  <a:pt x="21" y="14"/>
                  <a:pt x="19" y="10"/>
                </a:cubicBezTo>
                <a:cubicBezTo>
                  <a:pt x="23" y="7"/>
                  <a:pt x="30" y="4"/>
                  <a:pt x="40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0"/>
                  <a:pt x="40" y="0"/>
                  <a:pt x="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0" name="Freeform 261">
            <a:extLst>
              <a:ext uri="{FF2B5EF4-FFF2-40B4-BE49-F238E27FC236}">
                <a16:creationId xmlns:a16="http://schemas.microsoft.com/office/drawing/2014/main" id="{9B0CC18F-3241-4512-8446-2BA341FEBCF1}"/>
              </a:ext>
            </a:extLst>
          </p:cNvPr>
          <p:cNvSpPr>
            <a:spLocks/>
          </p:cNvSpPr>
          <p:nvPr/>
        </p:nvSpPr>
        <p:spPr bwMode="auto">
          <a:xfrm>
            <a:off x="9458608" y="3395938"/>
            <a:ext cx="125819" cy="62152"/>
          </a:xfrm>
          <a:custGeom>
            <a:avLst/>
            <a:gdLst>
              <a:gd name="T0" fmla="*/ 83 w 83"/>
              <a:gd name="T1" fmla="*/ 0 h 41"/>
              <a:gd name="T2" fmla="*/ 0 w 83"/>
              <a:gd name="T3" fmla="*/ 19 h 41"/>
              <a:gd name="T4" fmla="*/ 83 w 83"/>
              <a:gd name="T5" fmla="*/ 41 h 41"/>
              <a:gd name="T6" fmla="*/ 83 w 83"/>
              <a:gd name="T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41">
                <a:moveTo>
                  <a:pt x="83" y="0"/>
                </a:moveTo>
                <a:lnTo>
                  <a:pt x="0" y="19"/>
                </a:lnTo>
                <a:lnTo>
                  <a:pt x="83" y="41"/>
                </a:lnTo>
                <a:lnTo>
                  <a:pt x="8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1" name="Freeform 262">
            <a:extLst>
              <a:ext uri="{FF2B5EF4-FFF2-40B4-BE49-F238E27FC236}">
                <a16:creationId xmlns:a16="http://schemas.microsoft.com/office/drawing/2014/main" id="{319BC54B-2E47-401A-ACCF-39B2C5A9294F}"/>
              </a:ext>
            </a:extLst>
          </p:cNvPr>
          <p:cNvSpPr>
            <a:spLocks/>
          </p:cNvSpPr>
          <p:nvPr/>
        </p:nvSpPr>
        <p:spPr bwMode="auto">
          <a:xfrm>
            <a:off x="9458608" y="3395938"/>
            <a:ext cx="125819" cy="62152"/>
          </a:xfrm>
          <a:custGeom>
            <a:avLst/>
            <a:gdLst>
              <a:gd name="T0" fmla="*/ 83 w 83"/>
              <a:gd name="T1" fmla="*/ 0 h 41"/>
              <a:gd name="T2" fmla="*/ 0 w 83"/>
              <a:gd name="T3" fmla="*/ 19 h 41"/>
              <a:gd name="T4" fmla="*/ 83 w 83"/>
              <a:gd name="T5" fmla="*/ 41 h 41"/>
              <a:gd name="T6" fmla="*/ 83 w 83"/>
              <a:gd name="T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41">
                <a:moveTo>
                  <a:pt x="83" y="0"/>
                </a:moveTo>
                <a:lnTo>
                  <a:pt x="0" y="19"/>
                </a:lnTo>
                <a:lnTo>
                  <a:pt x="83" y="41"/>
                </a:lnTo>
                <a:lnTo>
                  <a:pt x="8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2" name="Freeform 263">
            <a:extLst>
              <a:ext uri="{FF2B5EF4-FFF2-40B4-BE49-F238E27FC236}">
                <a16:creationId xmlns:a16="http://schemas.microsoft.com/office/drawing/2014/main" id="{D38A2D23-34F0-4374-A839-8F3CDFA349CE}"/>
              </a:ext>
            </a:extLst>
          </p:cNvPr>
          <p:cNvSpPr>
            <a:spLocks/>
          </p:cNvSpPr>
          <p:nvPr/>
        </p:nvSpPr>
        <p:spPr bwMode="auto">
          <a:xfrm>
            <a:off x="9313082" y="3608163"/>
            <a:ext cx="254670" cy="116724"/>
          </a:xfrm>
          <a:custGeom>
            <a:avLst/>
            <a:gdLst>
              <a:gd name="T0" fmla="*/ 63 w 63"/>
              <a:gd name="T1" fmla="*/ 0 h 29"/>
              <a:gd name="T2" fmla="*/ 0 w 63"/>
              <a:gd name="T3" fmla="*/ 0 h 29"/>
              <a:gd name="T4" fmla="*/ 0 w 63"/>
              <a:gd name="T5" fmla="*/ 1 h 29"/>
              <a:gd name="T6" fmla="*/ 18 w 63"/>
              <a:gd name="T7" fmla="*/ 29 h 29"/>
              <a:gd name="T8" fmla="*/ 18 w 63"/>
              <a:gd name="T9" fmla="*/ 29 h 29"/>
              <a:gd name="T10" fmla="*/ 45 w 63"/>
              <a:gd name="T11" fmla="*/ 29 h 29"/>
              <a:gd name="T12" fmla="*/ 45 w 63"/>
              <a:gd name="T13" fmla="*/ 29 h 29"/>
              <a:gd name="T14" fmla="*/ 63 w 63"/>
              <a:gd name="T15" fmla="*/ 1 h 29"/>
              <a:gd name="T16" fmla="*/ 63 w 63"/>
              <a:gd name="T1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3" h="29">
                <a:moveTo>
                  <a:pt x="6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3"/>
                  <a:pt x="8" y="24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55" y="24"/>
                  <a:pt x="63" y="13"/>
                  <a:pt x="63" y="1"/>
                </a:cubicBezTo>
                <a:cubicBezTo>
                  <a:pt x="63" y="1"/>
                  <a:pt x="63" y="0"/>
                  <a:pt x="6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3" name="Freeform 264">
            <a:extLst>
              <a:ext uri="{FF2B5EF4-FFF2-40B4-BE49-F238E27FC236}">
                <a16:creationId xmlns:a16="http://schemas.microsoft.com/office/drawing/2014/main" id="{AF05C7C1-9535-420E-B788-FCE71D368E2E}"/>
              </a:ext>
            </a:extLst>
          </p:cNvPr>
          <p:cNvSpPr>
            <a:spLocks/>
          </p:cNvSpPr>
          <p:nvPr/>
        </p:nvSpPr>
        <p:spPr bwMode="auto">
          <a:xfrm>
            <a:off x="9313082" y="3608163"/>
            <a:ext cx="254670" cy="128851"/>
          </a:xfrm>
          <a:custGeom>
            <a:avLst/>
            <a:gdLst>
              <a:gd name="T0" fmla="*/ 63 w 63"/>
              <a:gd name="T1" fmla="*/ 0 h 32"/>
              <a:gd name="T2" fmla="*/ 63 w 63"/>
              <a:gd name="T3" fmla="*/ 0 h 32"/>
              <a:gd name="T4" fmla="*/ 63 w 63"/>
              <a:gd name="T5" fmla="*/ 1 h 32"/>
              <a:gd name="T6" fmla="*/ 45 w 63"/>
              <a:gd name="T7" fmla="*/ 29 h 32"/>
              <a:gd name="T8" fmla="*/ 45 w 63"/>
              <a:gd name="T9" fmla="*/ 29 h 32"/>
              <a:gd name="T10" fmla="*/ 18 w 63"/>
              <a:gd name="T11" fmla="*/ 29 h 32"/>
              <a:gd name="T12" fmla="*/ 18 w 63"/>
              <a:gd name="T13" fmla="*/ 29 h 32"/>
              <a:gd name="T14" fmla="*/ 0 w 63"/>
              <a:gd name="T15" fmla="*/ 1 h 32"/>
              <a:gd name="T16" fmla="*/ 0 w 63"/>
              <a:gd name="T17" fmla="*/ 0 h 32"/>
              <a:gd name="T18" fmla="*/ 0 w 63"/>
              <a:gd name="T19" fmla="*/ 0 h 32"/>
              <a:gd name="T20" fmla="*/ 31 w 63"/>
              <a:gd name="T21" fmla="*/ 32 h 32"/>
              <a:gd name="T22" fmla="*/ 63 w 63"/>
              <a:gd name="T2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3" h="32">
                <a:moveTo>
                  <a:pt x="63" y="0"/>
                </a:moveTo>
                <a:cubicBezTo>
                  <a:pt x="63" y="0"/>
                  <a:pt x="63" y="0"/>
                  <a:pt x="63" y="0"/>
                </a:cubicBezTo>
                <a:cubicBezTo>
                  <a:pt x="63" y="0"/>
                  <a:pt x="63" y="1"/>
                  <a:pt x="63" y="1"/>
                </a:cubicBezTo>
                <a:cubicBezTo>
                  <a:pt x="63" y="13"/>
                  <a:pt x="55" y="24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8" y="24"/>
                  <a:pt x="0" y="13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14" y="32"/>
                  <a:pt x="31" y="32"/>
                </a:cubicBezTo>
                <a:cubicBezTo>
                  <a:pt x="49" y="32"/>
                  <a:pt x="63" y="18"/>
                  <a:pt x="6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4" name="Freeform 265">
            <a:extLst>
              <a:ext uri="{FF2B5EF4-FFF2-40B4-BE49-F238E27FC236}">
                <a16:creationId xmlns:a16="http://schemas.microsoft.com/office/drawing/2014/main" id="{1D5642AC-358D-4832-8609-D785CE09B19E}"/>
              </a:ext>
            </a:extLst>
          </p:cNvPr>
          <p:cNvSpPr>
            <a:spLocks/>
          </p:cNvSpPr>
          <p:nvPr/>
        </p:nvSpPr>
        <p:spPr bwMode="auto">
          <a:xfrm>
            <a:off x="9381298" y="3482344"/>
            <a:ext cx="89438" cy="234963"/>
          </a:xfrm>
          <a:custGeom>
            <a:avLst/>
            <a:gdLst>
              <a:gd name="T0" fmla="*/ 19 w 22"/>
              <a:gd name="T1" fmla="*/ 58 h 58"/>
              <a:gd name="T2" fmla="*/ 12 w 22"/>
              <a:gd name="T3" fmla="*/ 0 h 58"/>
              <a:gd name="T4" fmla="*/ 15 w 22"/>
              <a:gd name="T5" fmla="*/ 1 h 58"/>
              <a:gd name="T6" fmla="*/ 22 w 22"/>
              <a:gd name="T7" fmla="*/ 55 h 58"/>
              <a:gd name="T8" fmla="*/ 19 w 22"/>
              <a:gd name="T9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58">
                <a:moveTo>
                  <a:pt x="19" y="58"/>
                </a:moveTo>
                <a:cubicBezTo>
                  <a:pt x="0" y="44"/>
                  <a:pt x="11" y="2"/>
                  <a:pt x="12" y="0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5" y="42"/>
                  <a:pt x="22" y="55"/>
                </a:cubicBezTo>
                <a:lnTo>
                  <a:pt x="19" y="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5" name="Freeform 266">
            <a:extLst>
              <a:ext uri="{FF2B5EF4-FFF2-40B4-BE49-F238E27FC236}">
                <a16:creationId xmlns:a16="http://schemas.microsoft.com/office/drawing/2014/main" id="{71901733-6063-4EA7-BF50-C162A27D60E3}"/>
              </a:ext>
            </a:extLst>
          </p:cNvPr>
          <p:cNvSpPr>
            <a:spLocks/>
          </p:cNvSpPr>
          <p:nvPr/>
        </p:nvSpPr>
        <p:spPr bwMode="auto">
          <a:xfrm>
            <a:off x="9907312" y="3639997"/>
            <a:ext cx="130367" cy="60636"/>
          </a:xfrm>
          <a:custGeom>
            <a:avLst/>
            <a:gdLst>
              <a:gd name="T0" fmla="*/ 9 w 32"/>
              <a:gd name="T1" fmla="*/ 0 h 15"/>
              <a:gd name="T2" fmla="*/ 6 w 32"/>
              <a:gd name="T3" fmla="*/ 15 h 15"/>
              <a:gd name="T4" fmla="*/ 32 w 32"/>
              <a:gd name="T5" fmla="*/ 8 h 15"/>
              <a:gd name="T6" fmla="*/ 32 w 32"/>
              <a:gd name="T7" fmla="*/ 8 h 15"/>
              <a:gd name="T8" fmla="*/ 9 w 32"/>
              <a:gd name="T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15">
                <a:moveTo>
                  <a:pt x="9" y="0"/>
                </a:moveTo>
                <a:cubicBezTo>
                  <a:pt x="3" y="0"/>
                  <a:pt x="0" y="3"/>
                  <a:pt x="6" y="15"/>
                </a:cubicBezTo>
                <a:cubicBezTo>
                  <a:pt x="6" y="15"/>
                  <a:pt x="17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18" y="0"/>
                  <a:pt x="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6" name="Freeform 267">
            <a:extLst>
              <a:ext uri="{FF2B5EF4-FFF2-40B4-BE49-F238E27FC236}">
                <a16:creationId xmlns:a16="http://schemas.microsoft.com/office/drawing/2014/main" id="{B7D5B645-D2E8-4697-8CAF-A87F3514FED6}"/>
              </a:ext>
            </a:extLst>
          </p:cNvPr>
          <p:cNvSpPr>
            <a:spLocks/>
          </p:cNvSpPr>
          <p:nvPr/>
        </p:nvSpPr>
        <p:spPr bwMode="auto">
          <a:xfrm>
            <a:off x="9904280" y="3599068"/>
            <a:ext cx="400195" cy="203129"/>
          </a:xfrm>
          <a:custGeom>
            <a:avLst/>
            <a:gdLst>
              <a:gd name="T0" fmla="*/ 15 w 99"/>
              <a:gd name="T1" fmla="*/ 16 h 50"/>
              <a:gd name="T2" fmla="*/ 62 w 99"/>
              <a:gd name="T3" fmla="*/ 41 h 50"/>
              <a:gd name="T4" fmla="*/ 76 w 99"/>
              <a:gd name="T5" fmla="*/ 46 h 50"/>
              <a:gd name="T6" fmla="*/ 99 w 99"/>
              <a:gd name="T7" fmla="*/ 30 h 50"/>
              <a:gd name="T8" fmla="*/ 37 w 99"/>
              <a:gd name="T9" fmla="*/ 0 h 50"/>
              <a:gd name="T10" fmla="*/ 9 w 99"/>
              <a:gd name="T11" fmla="*/ 9 h 50"/>
              <a:gd name="T12" fmla="*/ 15 w 99"/>
              <a:gd name="T13" fmla="*/ 16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50">
                <a:moveTo>
                  <a:pt x="15" y="16"/>
                </a:moveTo>
                <a:cubicBezTo>
                  <a:pt x="15" y="16"/>
                  <a:pt x="36" y="16"/>
                  <a:pt x="62" y="41"/>
                </a:cubicBezTo>
                <a:cubicBezTo>
                  <a:pt x="62" y="41"/>
                  <a:pt x="69" y="50"/>
                  <a:pt x="76" y="46"/>
                </a:cubicBezTo>
                <a:cubicBezTo>
                  <a:pt x="99" y="30"/>
                  <a:pt x="99" y="30"/>
                  <a:pt x="99" y="30"/>
                </a:cubicBezTo>
                <a:cubicBezTo>
                  <a:pt x="99" y="30"/>
                  <a:pt x="84" y="0"/>
                  <a:pt x="37" y="0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0" y="12"/>
                  <a:pt x="15" y="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7" name="Freeform 268">
            <a:extLst>
              <a:ext uri="{FF2B5EF4-FFF2-40B4-BE49-F238E27FC236}">
                <a16:creationId xmlns:a16="http://schemas.microsoft.com/office/drawing/2014/main" id="{8F82F1C0-0DCA-4CB0-9137-C5231CE24B1E}"/>
              </a:ext>
            </a:extLst>
          </p:cNvPr>
          <p:cNvSpPr>
            <a:spLocks/>
          </p:cNvSpPr>
          <p:nvPr/>
        </p:nvSpPr>
        <p:spPr bwMode="auto">
          <a:xfrm>
            <a:off x="10255967" y="3429288"/>
            <a:ext cx="157653" cy="292567"/>
          </a:xfrm>
          <a:custGeom>
            <a:avLst/>
            <a:gdLst>
              <a:gd name="T0" fmla="*/ 19 w 39"/>
              <a:gd name="T1" fmla="*/ 0 h 72"/>
              <a:gd name="T2" fmla="*/ 0 w 39"/>
              <a:gd name="T3" fmla="*/ 53 h 72"/>
              <a:gd name="T4" fmla="*/ 17 w 39"/>
              <a:gd name="T5" fmla="*/ 71 h 72"/>
              <a:gd name="T6" fmla="*/ 29 w 39"/>
              <a:gd name="T7" fmla="*/ 63 h 72"/>
              <a:gd name="T8" fmla="*/ 39 w 39"/>
              <a:gd name="T9" fmla="*/ 35 h 72"/>
              <a:gd name="T10" fmla="*/ 19 w 39"/>
              <a:gd name="T11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72">
                <a:moveTo>
                  <a:pt x="19" y="0"/>
                </a:moveTo>
                <a:cubicBezTo>
                  <a:pt x="17" y="24"/>
                  <a:pt x="6" y="44"/>
                  <a:pt x="0" y="53"/>
                </a:cubicBezTo>
                <a:cubicBezTo>
                  <a:pt x="7" y="58"/>
                  <a:pt x="11" y="61"/>
                  <a:pt x="17" y="71"/>
                </a:cubicBezTo>
                <a:cubicBezTo>
                  <a:pt x="21" y="72"/>
                  <a:pt x="26" y="70"/>
                  <a:pt x="29" y="63"/>
                </a:cubicBezTo>
                <a:cubicBezTo>
                  <a:pt x="33" y="57"/>
                  <a:pt x="39" y="46"/>
                  <a:pt x="39" y="35"/>
                </a:cubicBezTo>
                <a:cubicBezTo>
                  <a:pt x="39" y="19"/>
                  <a:pt x="31" y="8"/>
                  <a:pt x="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8" name="Freeform 269">
            <a:extLst>
              <a:ext uri="{FF2B5EF4-FFF2-40B4-BE49-F238E27FC236}">
                <a16:creationId xmlns:a16="http://schemas.microsoft.com/office/drawing/2014/main" id="{DBAF701E-86C8-4CF6-890F-50C4042420A4}"/>
              </a:ext>
            </a:extLst>
          </p:cNvPr>
          <p:cNvSpPr>
            <a:spLocks/>
          </p:cNvSpPr>
          <p:nvPr/>
        </p:nvSpPr>
        <p:spPr bwMode="auto">
          <a:xfrm>
            <a:off x="10110442" y="3400486"/>
            <a:ext cx="213741" cy="234963"/>
          </a:xfrm>
          <a:custGeom>
            <a:avLst/>
            <a:gdLst>
              <a:gd name="T0" fmla="*/ 32 w 53"/>
              <a:gd name="T1" fmla="*/ 2 h 58"/>
              <a:gd name="T2" fmla="*/ 3 w 53"/>
              <a:gd name="T3" fmla="*/ 47 h 58"/>
              <a:gd name="T4" fmla="*/ 33 w 53"/>
              <a:gd name="T5" fmla="*/ 58 h 58"/>
              <a:gd name="T6" fmla="*/ 52 w 53"/>
              <a:gd name="T7" fmla="*/ 6 h 58"/>
              <a:gd name="T8" fmla="*/ 53 w 53"/>
              <a:gd name="T9" fmla="*/ 6 h 58"/>
              <a:gd name="T10" fmla="*/ 31 w 53"/>
              <a:gd name="T11" fmla="*/ 0 h 58"/>
              <a:gd name="T12" fmla="*/ 32 w 53"/>
              <a:gd name="T1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58">
                <a:moveTo>
                  <a:pt x="32" y="2"/>
                </a:moveTo>
                <a:cubicBezTo>
                  <a:pt x="0" y="15"/>
                  <a:pt x="3" y="43"/>
                  <a:pt x="3" y="47"/>
                </a:cubicBezTo>
                <a:cubicBezTo>
                  <a:pt x="12" y="48"/>
                  <a:pt x="23" y="52"/>
                  <a:pt x="33" y="58"/>
                </a:cubicBezTo>
                <a:cubicBezTo>
                  <a:pt x="39" y="49"/>
                  <a:pt x="50" y="29"/>
                  <a:pt x="52" y="6"/>
                </a:cubicBezTo>
                <a:cubicBezTo>
                  <a:pt x="53" y="6"/>
                  <a:pt x="53" y="6"/>
                  <a:pt x="53" y="6"/>
                </a:cubicBezTo>
                <a:cubicBezTo>
                  <a:pt x="47" y="3"/>
                  <a:pt x="39" y="0"/>
                  <a:pt x="31" y="0"/>
                </a:cubicBezTo>
                <a:lnTo>
                  <a:pt x="32" y="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79" name="Freeform 270">
            <a:extLst>
              <a:ext uri="{FF2B5EF4-FFF2-40B4-BE49-F238E27FC236}">
                <a16:creationId xmlns:a16="http://schemas.microsoft.com/office/drawing/2014/main" id="{3E2D33D1-0335-4711-96B1-765E26AB9CBC}"/>
              </a:ext>
            </a:extLst>
          </p:cNvPr>
          <p:cNvSpPr>
            <a:spLocks/>
          </p:cNvSpPr>
          <p:nvPr/>
        </p:nvSpPr>
        <p:spPr bwMode="auto">
          <a:xfrm>
            <a:off x="10054354" y="3400486"/>
            <a:ext cx="165232" cy="186455"/>
          </a:xfrm>
          <a:custGeom>
            <a:avLst/>
            <a:gdLst>
              <a:gd name="T0" fmla="*/ 41 w 41"/>
              <a:gd name="T1" fmla="*/ 0 h 46"/>
              <a:gd name="T2" fmla="*/ 0 w 41"/>
              <a:gd name="T3" fmla="*/ 45 h 46"/>
              <a:gd name="T4" fmla="*/ 14 w 41"/>
              <a:gd name="T5" fmla="*/ 46 h 46"/>
              <a:gd name="T6" fmla="*/ 41 w 41"/>
              <a:gd name="T7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" h="46">
                <a:moveTo>
                  <a:pt x="41" y="0"/>
                </a:moveTo>
                <a:cubicBezTo>
                  <a:pt x="18" y="2"/>
                  <a:pt x="0" y="22"/>
                  <a:pt x="0" y="45"/>
                </a:cubicBezTo>
                <a:cubicBezTo>
                  <a:pt x="0" y="45"/>
                  <a:pt x="6" y="45"/>
                  <a:pt x="14" y="46"/>
                </a:cubicBezTo>
                <a:cubicBezTo>
                  <a:pt x="13" y="40"/>
                  <a:pt x="13" y="14"/>
                  <a:pt x="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0" name="Freeform 271">
            <a:extLst>
              <a:ext uri="{FF2B5EF4-FFF2-40B4-BE49-F238E27FC236}">
                <a16:creationId xmlns:a16="http://schemas.microsoft.com/office/drawing/2014/main" id="{B3F72FB4-8B06-443B-831D-980332555B96}"/>
              </a:ext>
            </a:extLst>
          </p:cNvPr>
          <p:cNvSpPr>
            <a:spLocks/>
          </p:cNvSpPr>
          <p:nvPr/>
        </p:nvSpPr>
        <p:spPr bwMode="auto">
          <a:xfrm>
            <a:off x="10324182" y="3424740"/>
            <a:ext cx="9095" cy="4548"/>
          </a:xfrm>
          <a:custGeom>
            <a:avLst/>
            <a:gdLst>
              <a:gd name="T0" fmla="*/ 0 w 2"/>
              <a:gd name="T1" fmla="*/ 0 h 1"/>
              <a:gd name="T2" fmla="*/ 2 w 2"/>
              <a:gd name="T3" fmla="*/ 1 h 1"/>
              <a:gd name="T4" fmla="*/ 2 w 2"/>
              <a:gd name="T5" fmla="*/ 1 h 1"/>
              <a:gd name="T6" fmla="*/ 0 w 2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1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1" name="Freeform 299">
            <a:extLst>
              <a:ext uri="{FF2B5EF4-FFF2-40B4-BE49-F238E27FC236}">
                <a16:creationId xmlns:a16="http://schemas.microsoft.com/office/drawing/2014/main" id="{749291C2-6BDE-4209-BAEB-F432375F8890}"/>
              </a:ext>
            </a:extLst>
          </p:cNvPr>
          <p:cNvSpPr>
            <a:spLocks noEditPoints="1"/>
          </p:cNvSpPr>
          <p:nvPr/>
        </p:nvSpPr>
        <p:spPr bwMode="auto">
          <a:xfrm>
            <a:off x="8462667" y="4126598"/>
            <a:ext cx="404743" cy="406259"/>
          </a:xfrm>
          <a:custGeom>
            <a:avLst/>
            <a:gdLst>
              <a:gd name="T0" fmla="*/ 50 w 100"/>
              <a:gd name="T1" fmla="*/ 0 h 100"/>
              <a:gd name="T2" fmla="*/ 0 w 100"/>
              <a:gd name="T3" fmla="*/ 50 h 100"/>
              <a:gd name="T4" fmla="*/ 50 w 100"/>
              <a:gd name="T5" fmla="*/ 100 h 100"/>
              <a:gd name="T6" fmla="*/ 100 w 100"/>
              <a:gd name="T7" fmla="*/ 50 h 100"/>
              <a:gd name="T8" fmla="*/ 50 w 100"/>
              <a:gd name="T9" fmla="*/ 0 h 100"/>
              <a:gd name="T10" fmla="*/ 50 w 100"/>
              <a:gd name="T11" fmla="*/ 87 h 100"/>
              <a:gd name="T12" fmla="*/ 13 w 100"/>
              <a:gd name="T13" fmla="*/ 50 h 100"/>
              <a:gd name="T14" fmla="*/ 50 w 100"/>
              <a:gd name="T15" fmla="*/ 13 h 100"/>
              <a:gd name="T16" fmla="*/ 87 w 100"/>
              <a:gd name="T17" fmla="*/ 50 h 100"/>
              <a:gd name="T18" fmla="*/ 50 w 100"/>
              <a:gd name="T19" fmla="*/ 8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0" h="100">
                <a:moveTo>
                  <a:pt x="50" y="0"/>
                </a:moveTo>
                <a:cubicBezTo>
                  <a:pt x="23" y="0"/>
                  <a:pt x="0" y="23"/>
                  <a:pt x="0" y="50"/>
                </a:cubicBezTo>
                <a:cubicBezTo>
                  <a:pt x="0" y="78"/>
                  <a:pt x="23" y="100"/>
                  <a:pt x="50" y="100"/>
                </a:cubicBezTo>
                <a:cubicBezTo>
                  <a:pt x="78" y="100"/>
                  <a:pt x="100" y="78"/>
                  <a:pt x="100" y="50"/>
                </a:cubicBezTo>
                <a:cubicBezTo>
                  <a:pt x="100" y="23"/>
                  <a:pt x="78" y="0"/>
                  <a:pt x="50" y="0"/>
                </a:cubicBezTo>
                <a:close/>
                <a:moveTo>
                  <a:pt x="50" y="87"/>
                </a:moveTo>
                <a:cubicBezTo>
                  <a:pt x="30" y="87"/>
                  <a:pt x="13" y="71"/>
                  <a:pt x="13" y="50"/>
                </a:cubicBezTo>
                <a:cubicBezTo>
                  <a:pt x="13" y="30"/>
                  <a:pt x="30" y="13"/>
                  <a:pt x="50" y="13"/>
                </a:cubicBezTo>
                <a:cubicBezTo>
                  <a:pt x="70" y="13"/>
                  <a:pt x="87" y="30"/>
                  <a:pt x="87" y="50"/>
                </a:cubicBezTo>
                <a:cubicBezTo>
                  <a:pt x="87" y="71"/>
                  <a:pt x="70" y="87"/>
                  <a:pt x="50" y="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2" name="Freeform 300">
            <a:extLst>
              <a:ext uri="{FF2B5EF4-FFF2-40B4-BE49-F238E27FC236}">
                <a16:creationId xmlns:a16="http://schemas.microsoft.com/office/drawing/2014/main" id="{497A1320-3EE2-4EA0-9867-9C4FE429B9E5}"/>
              </a:ext>
            </a:extLst>
          </p:cNvPr>
          <p:cNvSpPr>
            <a:spLocks noEditPoints="1"/>
          </p:cNvSpPr>
          <p:nvPr/>
        </p:nvSpPr>
        <p:spPr bwMode="auto">
          <a:xfrm>
            <a:off x="8543009" y="4208456"/>
            <a:ext cx="244059" cy="242543"/>
          </a:xfrm>
          <a:custGeom>
            <a:avLst/>
            <a:gdLst>
              <a:gd name="T0" fmla="*/ 30 w 60"/>
              <a:gd name="T1" fmla="*/ 0 h 60"/>
              <a:gd name="T2" fmla="*/ 0 w 60"/>
              <a:gd name="T3" fmla="*/ 30 h 60"/>
              <a:gd name="T4" fmla="*/ 30 w 60"/>
              <a:gd name="T5" fmla="*/ 60 h 60"/>
              <a:gd name="T6" fmla="*/ 60 w 60"/>
              <a:gd name="T7" fmla="*/ 30 h 60"/>
              <a:gd name="T8" fmla="*/ 30 w 60"/>
              <a:gd name="T9" fmla="*/ 0 h 60"/>
              <a:gd name="T10" fmla="*/ 28 w 60"/>
              <a:gd name="T11" fmla="*/ 44 h 60"/>
              <a:gd name="T12" fmla="*/ 16 w 60"/>
              <a:gd name="T13" fmla="*/ 44 h 60"/>
              <a:gd name="T14" fmla="*/ 16 w 60"/>
              <a:gd name="T15" fmla="*/ 33 h 60"/>
              <a:gd name="T16" fmla="*/ 28 w 60"/>
              <a:gd name="T17" fmla="*/ 33 h 60"/>
              <a:gd name="T18" fmla="*/ 28 w 60"/>
              <a:gd name="T19" fmla="*/ 44 h 60"/>
              <a:gd name="T20" fmla="*/ 28 w 60"/>
              <a:gd name="T21" fmla="*/ 27 h 60"/>
              <a:gd name="T22" fmla="*/ 16 w 60"/>
              <a:gd name="T23" fmla="*/ 27 h 60"/>
              <a:gd name="T24" fmla="*/ 16 w 60"/>
              <a:gd name="T25" fmla="*/ 16 h 60"/>
              <a:gd name="T26" fmla="*/ 28 w 60"/>
              <a:gd name="T27" fmla="*/ 16 h 60"/>
              <a:gd name="T28" fmla="*/ 28 w 60"/>
              <a:gd name="T29" fmla="*/ 27 h 60"/>
              <a:gd name="T30" fmla="*/ 44 w 60"/>
              <a:gd name="T31" fmla="*/ 44 h 60"/>
              <a:gd name="T32" fmla="*/ 32 w 60"/>
              <a:gd name="T33" fmla="*/ 44 h 60"/>
              <a:gd name="T34" fmla="*/ 32 w 60"/>
              <a:gd name="T35" fmla="*/ 33 h 60"/>
              <a:gd name="T36" fmla="*/ 44 w 60"/>
              <a:gd name="T37" fmla="*/ 33 h 60"/>
              <a:gd name="T38" fmla="*/ 44 w 60"/>
              <a:gd name="T39" fmla="*/ 44 h 60"/>
              <a:gd name="T40" fmla="*/ 44 w 60"/>
              <a:gd name="T41" fmla="*/ 27 h 60"/>
              <a:gd name="T42" fmla="*/ 32 w 60"/>
              <a:gd name="T43" fmla="*/ 27 h 60"/>
              <a:gd name="T44" fmla="*/ 32 w 60"/>
              <a:gd name="T45" fmla="*/ 16 h 60"/>
              <a:gd name="T46" fmla="*/ 44 w 60"/>
              <a:gd name="T47" fmla="*/ 16 h 60"/>
              <a:gd name="T48" fmla="*/ 44 w 60"/>
              <a:gd name="T49" fmla="*/ 27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" h="60">
                <a:moveTo>
                  <a:pt x="30" y="0"/>
                </a:moveTo>
                <a:cubicBezTo>
                  <a:pt x="13" y="0"/>
                  <a:pt x="0" y="14"/>
                  <a:pt x="0" y="30"/>
                </a:cubicBezTo>
                <a:cubicBezTo>
                  <a:pt x="0" y="47"/>
                  <a:pt x="13" y="60"/>
                  <a:pt x="30" y="60"/>
                </a:cubicBezTo>
                <a:cubicBezTo>
                  <a:pt x="47" y="60"/>
                  <a:pt x="60" y="47"/>
                  <a:pt x="60" y="30"/>
                </a:cubicBezTo>
                <a:cubicBezTo>
                  <a:pt x="60" y="14"/>
                  <a:pt x="47" y="0"/>
                  <a:pt x="30" y="0"/>
                </a:cubicBezTo>
                <a:close/>
                <a:moveTo>
                  <a:pt x="28" y="44"/>
                </a:moveTo>
                <a:cubicBezTo>
                  <a:pt x="16" y="44"/>
                  <a:pt x="16" y="44"/>
                  <a:pt x="16" y="44"/>
                </a:cubicBezTo>
                <a:cubicBezTo>
                  <a:pt x="16" y="33"/>
                  <a:pt x="16" y="33"/>
                  <a:pt x="16" y="33"/>
                </a:cubicBezTo>
                <a:cubicBezTo>
                  <a:pt x="28" y="33"/>
                  <a:pt x="28" y="33"/>
                  <a:pt x="28" y="33"/>
                </a:cubicBezTo>
                <a:lnTo>
                  <a:pt x="28" y="44"/>
                </a:lnTo>
                <a:close/>
                <a:moveTo>
                  <a:pt x="28" y="27"/>
                </a:moveTo>
                <a:cubicBezTo>
                  <a:pt x="16" y="27"/>
                  <a:pt x="16" y="27"/>
                  <a:pt x="16" y="27"/>
                </a:cubicBezTo>
                <a:cubicBezTo>
                  <a:pt x="16" y="16"/>
                  <a:pt x="16" y="16"/>
                  <a:pt x="16" y="16"/>
                </a:cubicBezTo>
                <a:cubicBezTo>
                  <a:pt x="28" y="16"/>
                  <a:pt x="28" y="16"/>
                  <a:pt x="28" y="16"/>
                </a:cubicBezTo>
                <a:lnTo>
                  <a:pt x="28" y="27"/>
                </a:lnTo>
                <a:close/>
                <a:moveTo>
                  <a:pt x="44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33"/>
                  <a:pt x="32" y="33"/>
                  <a:pt x="32" y="33"/>
                </a:cubicBezTo>
                <a:cubicBezTo>
                  <a:pt x="44" y="33"/>
                  <a:pt x="44" y="33"/>
                  <a:pt x="44" y="33"/>
                </a:cubicBezTo>
                <a:lnTo>
                  <a:pt x="44" y="44"/>
                </a:lnTo>
                <a:close/>
                <a:moveTo>
                  <a:pt x="44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16"/>
                  <a:pt x="32" y="16"/>
                  <a:pt x="32" y="16"/>
                </a:cubicBezTo>
                <a:cubicBezTo>
                  <a:pt x="44" y="16"/>
                  <a:pt x="44" y="16"/>
                  <a:pt x="44" y="16"/>
                </a:cubicBezTo>
                <a:lnTo>
                  <a:pt x="44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3" name="Freeform 301">
            <a:extLst>
              <a:ext uri="{FF2B5EF4-FFF2-40B4-BE49-F238E27FC236}">
                <a16:creationId xmlns:a16="http://schemas.microsoft.com/office/drawing/2014/main" id="{AAFDAC47-CE3A-42D1-95E3-2C2588A6BC8B}"/>
              </a:ext>
            </a:extLst>
          </p:cNvPr>
          <p:cNvSpPr>
            <a:spLocks/>
          </p:cNvSpPr>
          <p:nvPr/>
        </p:nvSpPr>
        <p:spPr bwMode="auto">
          <a:xfrm>
            <a:off x="9422227" y="4102344"/>
            <a:ext cx="92469" cy="57604"/>
          </a:xfrm>
          <a:custGeom>
            <a:avLst/>
            <a:gdLst>
              <a:gd name="T0" fmla="*/ 23 w 23"/>
              <a:gd name="T1" fmla="*/ 1 h 14"/>
              <a:gd name="T2" fmla="*/ 21 w 23"/>
              <a:gd name="T3" fmla="*/ 0 h 14"/>
              <a:gd name="T4" fmla="*/ 2 w 23"/>
              <a:gd name="T5" fmla="*/ 0 h 14"/>
              <a:gd name="T6" fmla="*/ 0 w 23"/>
              <a:gd name="T7" fmla="*/ 1 h 14"/>
              <a:gd name="T8" fmla="*/ 0 w 23"/>
              <a:gd name="T9" fmla="*/ 14 h 14"/>
              <a:gd name="T10" fmla="*/ 23 w 23"/>
              <a:gd name="T11" fmla="*/ 14 h 14"/>
              <a:gd name="T12" fmla="*/ 23 w 23"/>
              <a:gd name="T13" fmla="*/ 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14">
                <a:moveTo>
                  <a:pt x="23" y="1"/>
                </a:moveTo>
                <a:cubicBezTo>
                  <a:pt x="23" y="1"/>
                  <a:pt x="22" y="0"/>
                  <a:pt x="2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1"/>
                </a:cubicBezTo>
                <a:cubicBezTo>
                  <a:pt x="0" y="14"/>
                  <a:pt x="0" y="14"/>
                  <a:pt x="0" y="14"/>
                </a:cubicBezTo>
                <a:cubicBezTo>
                  <a:pt x="23" y="14"/>
                  <a:pt x="23" y="14"/>
                  <a:pt x="23" y="14"/>
                </a:cubicBezTo>
                <a:lnTo>
                  <a:pt x="23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4" name="Freeform 302">
            <a:extLst>
              <a:ext uri="{FF2B5EF4-FFF2-40B4-BE49-F238E27FC236}">
                <a16:creationId xmlns:a16="http://schemas.microsoft.com/office/drawing/2014/main" id="{806BAFD0-9C1B-4771-B00E-AFA95914BEAA}"/>
              </a:ext>
            </a:extLst>
          </p:cNvPr>
          <p:cNvSpPr>
            <a:spLocks/>
          </p:cNvSpPr>
          <p:nvPr/>
        </p:nvSpPr>
        <p:spPr bwMode="auto">
          <a:xfrm>
            <a:off x="9422227" y="4504055"/>
            <a:ext cx="92469" cy="53056"/>
          </a:xfrm>
          <a:custGeom>
            <a:avLst/>
            <a:gdLst>
              <a:gd name="T0" fmla="*/ 0 w 23"/>
              <a:gd name="T1" fmla="*/ 12 h 13"/>
              <a:gd name="T2" fmla="*/ 2 w 23"/>
              <a:gd name="T3" fmla="*/ 13 h 13"/>
              <a:gd name="T4" fmla="*/ 21 w 23"/>
              <a:gd name="T5" fmla="*/ 13 h 13"/>
              <a:gd name="T6" fmla="*/ 23 w 23"/>
              <a:gd name="T7" fmla="*/ 12 h 13"/>
              <a:gd name="T8" fmla="*/ 23 w 23"/>
              <a:gd name="T9" fmla="*/ 0 h 13"/>
              <a:gd name="T10" fmla="*/ 0 w 23"/>
              <a:gd name="T11" fmla="*/ 0 h 13"/>
              <a:gd name="T12" fmla="*/ 0 w 23"/>
              <a:gd name="T13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13">
                <a:moveTo>
                  <a:pt x="0" y="12"/>
                </a:moveTo>
                <a:cubicBezTo>
                  <a:pt x="0" y="13"/>
                  <a:pt x="1" y="13"/>
                  <a:pt x="2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2" y="13"/>
                  <a:pt x="23" y="13"/>
                  <a:pt x="23" y="12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5" name="Freeform 303">
            <a:extLst>
              <a:ext uri="{FF2B5EF4-FFF2-40B4-BE49-F238E27FC236}">
                <a16:creationId xmlns:a16="http://schemas.microsoft.com/office/drawing/2014/main" id="{F83C9464-3323-4900-BEAF-3A0975A1E2DB}"/>
              </a:ext>
            </a:extLst>
          </p:cNvPr>
          <p:cNvSpPr>
            <a:spLocks/>
          </p:cNvSpPr>
          <p:nvPr/>
        </p:nvSpPr>
        <p:spPr bwMode="auto">
          <a:xfrm>
            <a:off x="9451029" y="4310021"/>
            <a:ext cx="87922" cy="19707"/>
          </a:xfrm>
          <a:custGeom>
            <a:avLst/>
            <a:gdLst>
              <a:gd name="T0" fmla="*/ 58 w 58"/>
              <a:gd name="T1" fmla="*/ 13 h 13"/>
              <a:gd name="T2" fmla="*/ 58 w 58"/>
              <a:gd name="T3" fmla="*/ 0 h 13"/>
              <a:gd name="T4" fmla="*/ 0 w 58"/>
              <a:gd name="T5" fmla="*/ 5 h 13"/>
              <a:gd name="T6" fmla="*/ 58 w 58"/>
              <a:gd name="T7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" h="13">
                <a:moveTo>
                  <a:pt x="58" y="13"/>
                </a:moveTo>
                <a:lnTo>
                  <a:pt x="58" y="0"/>
                </a:lnTo>
                <a:lnTo>
                  <a:pt x="0" y="5"/>
                </a:lnTo>
                <a:lnTo>
                  <a:pt x="58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6" name="Freeform 304">
            <a:extLst>
              <a:ext uri="{FF2B5EF4-FFF2-40B4-BE49-F238E27FC236}">
                <a16:creationId xmlns:a16="http://schemas.microsoft.com/office/drawing/2014/main" id="{6CBACAF8-235A-412F-8045-4D763E4A61D6}"/>
              </a:ext>
            </a:extLst>
          </p:cNvPr>
          <p:cNvSpPr>
            <a:spLocks/>
          </p:cNvSpPr>
          <p:nvPr/>
        </p:nvSpPr>
        <p:spPr bwMode="auto">
          <a:xfrm>
            <a:off x="9441933" y="4341855"/>
            <a:ext cx="97017" cy="28802"/>
          </a:xfrm>
          <a:custGeom>
            <a:avLst/>
            <a:gdLst>
              <a:gd name="T0" fmla="*/ 64 w 64"/>
              <a:gd name="T1" fmla="*/ 19 h 19"/>
              <a:gd name="T2" fmla="*/ 64 w 64"/>
              <a:gd name="T3" fmla="*/ 0 h 19"/>
              <a:gd name="T4" fmla="*/ 0 w 64"/>
              <a:gd name="T5" fmla="*/ 8 h 19"/>
              <a:gd name="T6" fmla="*/ 64 w 64"/>
              <a:gd name="T7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4" h="19">
                <a:moveTo>
                  <a:pt x="64" y="19"/>
                </a:moveTo>
                <a:lnTo>
                  <a:pt x="64" y="0"/>
                </a:lnTo>
                <a:lnTo>
                  <a:pt x="0" y="8"/>
                </a:lnTo>
                <a:lnTo>
                  <a:pt x="64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7" name="Freeform 305">
            <a:extLst>
              <a:ext uri="{FF2B5EF4-FFF2-40B4-BE49-F238E27FC236}">
                <a16:creationId xmlns:a16="http://schemas.microsoft.com/office/drawing/2014/main" id="{F742A5C3-EBE9-4A0D-94B1-2DFDC720C9EB}"/>
              </a:ext>
            </a:extLst>
          </p:cNvPr>
          <p:cNvSpPr>
            <a:spLocks/>
          </p:cNvSpPr>
          <p:nvPr/>
        </p:nvSpPr>
        <p:spPr bwMode="auto">
          <a:xfrm>
            <a:off x="9441933" y="4264544"/>
            <a:ext cx="97017" cy="28802"/>
          </a:xfrm>
          <a:custGeom>
            <a:avLst/>
            <a:gdLst>
              <a:gd name="T0" fmla="*/ 64 w 64"/>
              <a:gd name="T1" fmla="*/ 19 h 19"/>
              <a:gd name="T2" fmla="*/ 64 w 64"/>
              <a:gd name="T3" fmla="*/ 0 h 19"/>
              <a:gd name="T4" fmla="*/ 0 w 64"/>
              <a:gd name="T5" fmla="*/ 5 h 19"/>
              <a:gd name="T6" fmla="*/ 64 w 64"/>
              <a:gd name="T7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4" h="19">
                <a:moveTo>
                  <a:pt x="64" y="19"/>
                </a:moveTo>
                <a:lnTo>
                  <a:pt x="64" y="0"/>
                </a:lnTo>
                <a:lnTo>
                  <a:pt x="0" y="5"/>
                </a:lnTo>
                <a:lnTo>
                  <a:pt x="64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8" name="Freeform 306">
            <a:extLst>
              <a:ext uri="{FF2B5EF4-FFF2-40B4-BE49-F238E27FC236}">
                <a16:creationId xmlns:a16="http://schemas.microsoft.com/office/drawing/2014/main" id="{6237B4A8-0FE8-4E8D-AAA4-C8A24DA19AD2}"/>
              </a:ext>
            </a:extLst>
          </p:cNvPr>
          <p:cNvSpPr>
            <a:spLocks/>
          </p:cNvSpPr>
          <p:nvPr/>
        </p:nvSpPr>
        <p:spPr bwMode="auto">
          <a:xfrm>
            <a:off x="9446481" y="4414618"/>
            <a:ext cx="92469" cy="24254"/>
          </a:xfrm>
          <a:custGeom>
            <a:avLst/>
            <a:gdLst>
              <a:gd name="T0" fmla="*/ 0 w 61"/>
              <a:gd name="T1" fmla="*/ 8 h 16"/>
              <a:gd name="T2" fmla="*/ 61 w 61"/>
              <a:gd name="T3" fmla="*/ 16 h 16"/>
              <a:gd name="T4" fmla="*/ 61 w 61"/>
              <a:gd name="T5" fmla="*/ 0 h 16"/>
              <a:gd name="T6" fmla="*/ 0 w 61"/>
              <a:gd name="T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16">
                <a:moveTo>
                  <a:pt x="0" y="8"/>
                </a:moveTo>
                <a:lnTo>
                  <a:pt x="61" y="16"/>
                </a:lnTo>
                <a:lnTo>
                  <a:pt x="61" y="0"/>
                </a:lnTo>
                <a:lnTo>
                  <a:pt x="0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89" name="Freeform 307">
            <a:extLst>
              <a:ext uri="{FF2B5EF4-FFF2-40B4-BE49-F238E27FC236}">
                <a16:creationId xmlns:a16="http://schemas.microsoft.com/office/drawing/2014/main" id="{623411DD-B870-4EAC-BCB5-E55876ACA39C}"/>
              </a:ext>
            </a:extLst>
          </p:cNvPr>
          <p:cNvSpPr>
            <a:spLocks/>
          </p:cNvSpPr>
          <p:nvPr/>
        </p:nvSpPr>
        <p:spPr bwMode="auto">
          <a:xfrm>
            <a:off x="9434354" y="4216036"/>
            <a:ext cx="104597" cy="36381"/>
          </a:xfrm>
          <a:custGeom>
            <a:avLst/>
            <a:gdLst>
              <a:gd name="T0" fmla="*/ 69 w 69"/>
              <a:gd name="T1" fmla="*/ 24 h 24"/>
              <a:gd name="T2" fmla="*/ 69 w 69"/>
              <a:gd name="T3" fmla="*/ 0 h 24"/>
              <a:gd name="T4" fmla="*/ 0 w 69"/>
              <a:gd name="T5" fmla="*/ 8 h 24"/>
              <a:gd name="T6" fmla="*/ 69 w 69"/>
              <a:gd name="T7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9" h="24">
                <a:moveTo>
                  <a:pt x="69" y="24"/>
                </a:moveTo>
                <a:lnTo>
                  <a:pt x="69" y="0"/>
                </a:lnTo>
                <a:lnTo>
                  <a:pt x="0" y="8"/>
                </a:lnTo>
                <a:lnTo>
                  <a:pt x="69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0" name="Freeform 308">
            <a:extLst>
              <a:ext uri="{FF2B5EF4-FFF2-40B4-BE49-F238E27FC236}">
                <a16:creationId xmlns:a16="http://schemas.microsoft.com/office/drawing/2014/main" id="{C210538D-0F1C-41DD-81DC-1495361B885C}"/>
              </a:ext>
            </a:extLst>
          </p:cNvPr>
          <p:cNvSpPr>
            <a:spLocks/>
          </p:cNvSpPr>
          <p:nvPr/>
        </p:nvSpPr>
        <p:spPr bwMode="auto">
          <a:xfrm>
            <a:off x="9454060" y="4382784"/>
            <a:ext cx="84890" cy="19707"/>
          </a:xfrm>
          <a:custGeom>
            <a:avLst/>
            <a:gdLst>
              <a:gd name="T0" fmla="*/ 56 w 56"/>
              <a:gd name="T1" fmla="*/ 13 h 13"/>
              <a:gd name="T2" fmla="*/ 56 w 56"/>
              <a:gd name="T3" fmla="*/ 0 h 13"/>
              <a:gd name="T4" fmla="*/ 0 w 56"/>
              <a:gd name="T5" fmla="*/ 8 h 13"/>
              <a:gd name="T6" fmla="*/ 56 w 56"/>
              <a:gd name="T7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6" h="13">
                <a:moveTo>
                  <a:pt x="56" y="13"/>
                </a:moveTo>
                <a:lnTo>
                  <a:pt x="56" y="0"/>
                </a:lnTo>
                <a:lnTo>
                  <a:pt x="0" y="8"/>
                </a:lnTo>
                <a:lnTo>
                  <a:pt x="56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1" name="Freeform 309">
            <a:extLst>
              <a:ext uri="{FF2B5EF4-FFF2-40B4-BE49-F238E27FC236}">
                <a16:creationId xmlns:a16="http://schemas.microsoft.com/office/drawing/2014/main" id="{026736D6-DE77-477C-9517-85BD8AF2AA84}"/>
              </a:ext>
            </a:extLst>
          </p:cNvPr>
          <p:cNvSpPr>
            <a:spLocks/>
          </p:cNvSpPr>
          <p:nvPr/>
        </p:nvSpPr>
        <p:spPr bwMode="auto">
          <a:xfrm>
            <a:off x="9397972" y="4455547"/>
            <a:ext cx="140978" cy="31834"/>
          </a:xfrm>
          <a:custGeom>
            <a:avLst/>
            <a:gdLst>
              <a:gd name="T0" fmla="*/ 0 w 93"/>
              <a:gd name="T1" fmla="*/ 21 h 21"/>
              <a:gd name="T2" fmla="*/ 16 w 93"/>
              <a:gd name="T3" fmla="*/ 21 h 21"/>
              <a:gd name="T4" fmla="*/ 77 w 93"/>
              <a:gd name="T5" fmla="*/ 21 h 21"/>
              <a:gd name="T6" fmla="*/ 93 w 93"/>
              <a:gd name="T7" fmla="*/ 21 h 21"/>
              <a:gd name="T8" fmla="*/ 93 w 93"/>
              <a:gd name="T9" fmla="*/ 0 h 21"/>
              <a:gd name="T10" fmla="*/ 0 w 93"/>
              <a:gd name="T11" fmla="*/ 8 h 21"/>
              <a:gd name="T12" fmla="*/ 0 w 93"/>
              <a:gd name="T13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21">
                <a:moveTo>
                  <a:pt x="0" y="21"/>
                </a:moveTo>
                <a:lnTo>
                  <a:pt x="16" y="21"/>
                </a:lnTo>
                <a:lnTo>
                  <a:pt x="77" y="21"/>
                </a:lnTo>
                <a:lnTo>
                  <a:pt x="93" y="21"/>
                </a:lnTo>
                <a:lnTo>
                  <a:pt x="93" y="0"/>
                </a:lnTo>
                <a:lnTo>
                  <a:pt x="0" y="8"/>
                </a:lnTo>
                <a:lnTo>
                  <a:pt x="0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2" name="Freeform 310">
            <a:extLst>
              <a:ext uri="{FF2B5EF4-FFF2-40B4-BE49-F238E27FC236}">
                <a16:creationId xmlns:a16="http://schemas.microsoft.com/office/drawing/2014/main" id="{1B4C9494-BB97-4B41-AAEF-019BABB7B414}"/>
              </a:ext>
            </a:extLst>
          </p:cNvPr>
          <p:cNvSpPr>
            <a:spLocks/>
          </p:cNvSpPr>
          <p:nvPr/>
        </p:nvSpPr>
        <p:spPr bwMode="auto">
          <a:xfrm>
            <a:off x="9397972" y="4434324"/>
            <a:ext cx="89438" cy="21222"/>
          </a:xfrm>
          <a:custGeom>
            <a:avLst/>
            <a:gdLst>
              <a:gd name="T0" fmla="*/ 59 w 59"/>
              <a:gd name="T1" fmla="*/ 8 h 14"/>
              <a:gd name="T2" fmla="*/ 0 w 59"/>
              <a:gd name="T3" fmla="*/ 0 h 14"/>
              <a:gd name="T4" fmla="*/ 0 w 59"/>
              <a:gd name="T5" fmla="*/ 14 h 14"/>
              <a:gd name="T6" fmla="*/ 0 w 59"/>
              <a:gd name="T7" fmla="*/ 14 h 14"/>
              <a:gd name="T8" fmla="*/ 59 w 59"/>
              <a:gd name="T9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14">
                <a:moveTo>
                  <a:pt x="59" y="8"/>
                </a:moveTo>
                <a:lnTo>
                  <a:pt x="0" y="0"/>
                </a:lnTo>
                <a:lnTo>
                  <a:pt x="0" y="14"/>
                </a:lnTo>
                <a:lnTo>
                  <a:pt x="0" y="14"/>
                </a:lnTo>
                <a:lnTo>
                  <a:pt x="5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3" name="Freeform 311">
            <a:extLst>
              <a:ext uri="{FF2B5EF4-FFF2-40B4-BE49-F238E27FC236}">
                <a16:creationId xmlns:a16="http://schemas.microsoft.com/office/drawing/2014/main" id="{A8336BD1-3583-45D2-A98D-651256E43584}"/>
              </a:ext>
            </a:extLst>
          </p:cNvPr>
          <p:cNvSpPr>
            <a:spLocks/>
          </p:cNvSpPr>
          <p:nvPr/>
        </p:nvSpPr>
        <p:spPr bwMode="auto">
          <a:xfrm>
            <a:off x="9397972" y="4172075"/>
            <a:ext cx="140978" cy="31834"/>
          </a:xfrm>
          <a:custGeom>
            <a:avLst/>
            <a:gdLst>
              <a:gd name="T0" fmla="*/ 93 w 93"/>
              <a:gd name="T1" fmla="*/ 21 h 21"/>
              <a:gd name="T2" fmla="*/ 93 w 93"/>
              <a:gd name="T3" fmla="*/ 0 h 21"/>
              <a:gd name="T4" fmla="*/ 77 w 93"/>
              <a:gd name="T5" fmla="*/ 0 h 21"/>
              <a:gd name="T6" fmla="*/ 16 w 93"/>
              <a:gd name="T7" fmla="*/ 0 h 21"/>
              <a:gd name="T8" fmla="*/ 0 w 93"/>
              <a:gd name="T9" fmla="*/ 0 h 21"/>
              <a:gd name="T10" fmla="*/ 0 w 93"/>
              <a:gd name="T11" fmla="*/ 13 h 21"/>
              <a:gd name="T12" fmla="*/ 0 w 93"/>
              <a:gd name="T13" fmla="*/ 8 h 21"/>
              <a:gd name="T14" fmla="*/ 93 w 93"/>
              <a:gd name="T1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3" h="21">
                <a:moveTo>
                  <a:pt x="93" y="21"/>
                </a:moveTo>
                <a:lnTo>
                  <a:pt x="93" y="0"/>
                </a:lnTo>
                <a:lnTo>
                  <a:pt x="77" y="0"/>
                </a:lnTo>
                <a:lnTo>
                  <a:pt x="16" y="0"/>
                </a:lnTo>
                <a:lnTo>
                  <a:pt x="0" y="0"/>
                </a:lnTo>
                <a:lnTo>
                  <a:pt x="0" y="13"/>
                </a:lnTo>
                <a:lnTo>
                  <a:pt x="0" y="8"/>
                </a:lnTo>
                <a:lnTo>
                  <a:pt x="93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4" name="Freeform 312">
            <a:extLst>
              <a:ext uri="{FF2B5EF4-FFF2-40B4-BE49-F238E27FC236}">
                <a16:creationId xmlns:a16="http://schemas.microsoft.com/office/drawing/2014/main" id="{D34ABF67-585F-47B6-9ED5-7EDDA7E0955E}"/>
              </a:ext>
            </a:extLst>
          </p:cNvPr>
          <p:cNvSpPr>
            <a:spLocks/>
          </p:cNvSpPr>
          <p:nvPr/>
        </p:nvSpPr>
        <p:spPr bwMode="auto">
          <a:xfrm>
            <a:off x="9397972" y="4322148"/>
            <a:ext cx="92469" cy="27286"/>
          </a:xfrm>
          <a:custGeom>
            <a:avLst/>
            <a:gdLst>
              <a:gd name="T0" fmla="*/ 0 w 61"/>
              <a:gd name="T1" fmla="*/ 0 h 18"/>
              <a:gd name="T2" fmla="*/ 0 w 61"/>
              <a:gd name="T3" fmla="*/ 18 h 18"/>
              <a:gd name="T4" fmla="*/ 61 w 61"/>
              <a:gd name="T5" fmla="*/ 10 h 18"/>
              <a:gd name="T6" fmla="*/ 0 w 61"/>
              <a:gd name="T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18">
                <a:moveTo>
                  <a:pt x="0" y="0"/>
                </a:moveTo>
                <a:lnTo>
                  <a:pt x="0" y="18"/>
                </a:lnTo>
                <a:lnTo>
                  <a:pt x="61" y="1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5" name="Freeform 313">
            <a:extLst>
              <a:ext uri="{FF2B5EF4-FFF2-40B4-BE49-F238E27FC236}">
                <a16:creationId xmlns:a16="http://schemas.microsoft.com/office/drawing/2014/main" id="{D4C470C8-2402-41A8-810A-96141190EFC8}"/>
              </a:ext>
            </a:extLst>
          </p:cNvPr>
          <p:cNvSpPr>
            <a:spLocks/>
          </p:cNvSpPr>
          <p:nvPr/>
        </p:nvSpPr>
        <p:spPr bwMode="auto">
          <a:xfrm>
            <a:off x="9397972" y="4361561"/>
            <a:ext cx="92469" cy="24254"/>
          </a:xfrm>
          <a:custGeom>
            <a:avLst/>
            <a:gdLst>
              <a:gd name="T0" fmla="*/ 0 w 61"/>
              <a:gd name="T1" fmla="*/ 0 h 16"/>
              <a:gd name="T2" fmla="*/ 0 w 61"/>
              <a:gd name="T3" fmla="*/ 16 h 16"/>
              <a:gd name="T4" fmla="*/ 61 w 61"/>
              <a:gd name="T5" fmla="*/ 11 h 16"/>
              <a:gd name="T6" fmla="*/ 0 w 61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16">
                <a:moveTo>
                  <a:pt x="0" y="0"/>
                </a:moveTo>
                <a:lnTo>
                  <a:pt x="0" y="16"/>
                </a:lnTo>
                <a:lnTo>
                  <a:pt x="61" y="1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6" name="Freeform 314">
            <a:extLst>
              <a:ext uri="{FF2B5EF4-FFF2-40B4-BE49-F238E27FC236}">
                <a16:creationId xmlns:a16="http://schemas.microsoft.com/office/drawing/2014/main" id="{7346E402-CA6A-4EA3-89BB-7BDB376C8720}"/>
              </a:ext>
            </a:extLst>
          </p:cNvPr>
          <p:cNvSpPr>
            <a:spLocks/>
          </p:cNvSpPr>
          <p:nvPr/>
        </p:nvSpPr>
        <p:spPr bwMode="auto">
          <a:xfrm>
            <a:off x="9397972" y="4397943"/>
            <a:ext cx="89438" cy="24254"/>
          </a:xfrm>
          <a:custGeom>
            <a:avLst/>
            <a:gdLst>
              <a:gd name="T0" fmla="*/ 0 w 59"/>
              <a:gd name="T1" fmla="*/ 0 h 16"/>
              <a:gd name="T2" fmla="*/ 0 w 59"/>
              <a:gd name="T3" fmla="*/ 16 h 16"/>
              <a:gd name="T4" fmla="*/ 59 w 59"/>
              <a:gd name="T5" fmla="*/ 8 h 16"/>
              <a:gd name="T6" fmla="*/ 0 w 59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9" h="16">
                <a:moveTo>
                  <a:pt x="0" y="0"/>
                </a:moveTo>
                <a:lnTo>
                  <a:pt x="0" y="16"/>
                </a:lnTo>
                <a:lnTo>
                  <a:pt x="59" y="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7" name="Freeform 315">
            <a:extLst>
              <a:ext uri="{FF2B5EF4-FFF2-40B4-BE49-F238E27FC236}">
                <a16:creationId xmlns:a16="http://schemas.microsoft.com/office/drawing/2014/main" id="{41AEA8E7-78F0-444B-89F6-F7A13799CFA5}"/>
              </a:ext>
            </a:extLst>
          </p:cNvPr>
          <p:cNvSpPr>
            <a:spLocks/>
          </p:cNvSpPr>
          <p:nvPr/>
        </p:nvSpPr>
        <p:spPr bwMode="auto">
          <a:xfrm>
            <a:off x="9397972" y="4272124"/>
            <a:ext cx="101565" cy="37897"/>
          </a:xfrm>
          <a:custGeom>
            <a:avLst/>
            <a:gdLst>
              <a:gd name="T0" fmla="*/ 0 w 67"/>
              <a:gd name="T1" fmla="*/ 0 h 25"/>
              <a:gd name="T2" fmla="*/ 0 w 67"/>
              <a:gd name="T3" fmla="*/ 25 h 25"/>
              <a:gd name="T4" fmla="*/ 67 w 67"/>
              <a:gd name="T5" fmla="*/ 16 h 25"/>
              <a:gd name="T6" fmla="*/ 0 w 67"/>
              <a:gd name="T7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7" h="25">
                <a:moveTo>
                  <a:pt x="0" y="0"/>
                </a:moveTo>
                <a:lnTo>
                  <a:pt x="0" y="25"/>
                </a:lnTo>
                <a:lnTo>
                  <a:pt x="67" y="1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8" name="Freeform 316">
            <a:extLst>
              <a:ext uri="{FF2B5EF4-FFF2-40B4-BE49-F238E27FC236}">
                <a16:creationId xmlns:a16="http://schemas.microsoft.com/office/drawing/2014/main" id="{78BE16B6-2935-41C7-AAD7-05BA63D36BD9}"/>
              </a:ext>
            </a:extLst>
          </p:cNvPr>
          <p:cNvSpPr>
            <a:spLocks/>
          </p:cNvSpPr>
          <p:nvPr/>
        </p:nvSpPr>
        <p:spPr bwMode="auto">
          <a:xfrm>
            <a:off x="9397972" y="4199361"/>
            <a:ext cx="84890" cy="21222"/>
          </a:xfrm>
          <a:custGeom>
            <a:avLst/>
            <a:gdLst>
              <a:gd name="T0" fmla="*/ 0 w 56"/>
              <a:gd name="T1" fmla="*/ 0 h 14"/>
              <a:gd name="T2" fmla="*/ 0 w 56"/>
              <a:gd name="T3" fmla="*/ 14 h 14"/>
              <a:gd name="T4" fmla="*/ 56 w 56"/>
              <a:gd name="T5" fmla="*/ 6 h 14"/>
              <a:gd name="T6" fmla="*/ 0 w 56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6" h="14">
                <a:moveTo>
                  <a:pt x="0" y="0"/>
                </a:moveTo>
                <a:lnTo>
                  <a:pt x="0" y="14"/>
                </a:lnTo>
                <a:lnTo>
                  <a:pt x="56" y="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99" name="Freeform 317">
            <a:extLst>
              <a:ext uri="{FF2B5EF4-FFF2-40B4-BE49-F238E27FC236}">
                <a16:creationId xmlns:a16="http://schemas.microsoft.com/office/drawing/2014/main" id="{5AF42ED6-9BB5-4012-B6C4-1BAE3800EDB7}"/>
              </a:ext>
            </a:extLst>
          </p:cNvPr>
          <p:cNvSpPr>
            <a:spLocks/>
          </p:cNvSpPr>
          <p:nvPr/>
        </p:nvSpPr>
        <p:spPr bwMode="auto">
          <a:xfrm>
            <a:off x="9397972" y="4232711"/>
            <a:ext cx="97017" cy="27286"/>
          </a:xfrm>
          <a:custGeom>
            <a:avLst/>
            <a:gdLst>
              <a:gd name="T0" fmla="*/ 0 w 64"/>
              <a:gd name="T1" fmla="*/ 0 h 18"/>
              <a:gd name="T2" fmla="*/ 0 w 64"/>
              <a:gd name="T3" fmla="*/ 18 h 18"/>
              <a:gd name="T4" fmla="*/ 64 w 64"/>
              <a:gd name="T5" fmla="*/ 16 h 18"/>
              <a:gd name="T6" fmla="*/ 0 w 64"/>
              <a:gd name="T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4" h="18">
                <a:moveTo>
                  <a:pt x="0" y="0"/>
                </a:moveTo>
                <a:lnTo>
                  <a:pt x="0" y="18"/>
                </a:lnTo>
                <a:lnTo>
                  <a:pt x="64" y="1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0" name="Freeform 318">
            <a:extLst>
              <a:ext uri="{FF2B5EF4-FFF2-40B4-BE49-F238E27FC236}">
                <a16:creationId xmlns:a16="http://schemas.microsoft.com/office/drawing/2014/main" id="{52C29F07-C6BD-48E8-BAA8-7F78E6B33837}"/>
              </a:ext>
            </a:extLst>
          </p:cNvPr>
          <p:cNvSpPr>
            <a:spLocks/>
          </p:cNvSpPr>
          <p:nvPr/>
        </p:nvSpPr>
        <p:spPr bwMode="auto">
          <a:xfrm>
            <a:off x="9240320" y="4446451"/>
            <a:ext cx="157653" cy="65183"/>
          </a:xfrm>
          <a:custGeom>
            <a:avLst/>
            <a:gdLst>
              <a:gd name="T0" fmla="*/ 17 w 39"/>
              <a:gd name="T1" fmla="*/ 8 h 16"/>
              <a:gd name="T2" fmla="*/ 2 w 39"/>
              <a:gd name="T3" fmla="*/ 12 h 16"/>
              <a:gd name="T4" fmla="*/ 0 w 39"/>
              <a:gd name="T5" fmla="*/ 15 h 16"/>
              <a:gd name="T6" fmla="*/ 7 w 39"/>
              <a:gd name="T7" fmla="*/ 16 h 16"/>
              <a:gd name="T8" fmla="*/ 19 w 39"/>
              <a:gd name="T9" fmla="*/ 11 h 16"/>
              <a:gd name="T10" fmla="*/ 38 w 39"/>
              <a:gd name="T11" fmla="*/ 5 h 16"/>
              <a:gd name="T12" fmla="*/ 38 w 39"/>
              <a:gd name="T13" fmla="*/ 5 h 16"/>
              <a:gd name="T14" fmla="*/ 39 w 39"/>
              <a:gd name="T15" fmla="*/ 5 h 16"/>
              <a:gd name="T16" fmla="*/ 39 w 39"/>
              <a:gd name="T17" fmla="*/ 2 h 16"/>
              <a:gd name="T18" fmla="*/ 17 w 39"/>
              <a:gd name="T19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" h="16">
                <a:moveTo>
                  <a:pt x="17" y="8"/>
                </a:moveTo>
                <a:cubicBezTo>
                  <a:pt x="17" y="9"/>
                  <a:pt x="10" y="16"/>
                  <a:pt x="2" y="12"/>
                </a:cubicBezTo>
                <a:cubicBezTo>
                  <a:pt x="0" y="15"/>
                  <a:pt x="0" y="15"/>
                  <a:pt x="0" y="15"/>
                </a:cubicBezTo>
                <a:cubicBezTo>
                  <a:pt x="3" y="16"/>
                  <a:pt x="5" y="16"/>
                  <a:pt x="7" y="16"/>
                </a:cubicBezTo>
                <a:cubicBezTo>
                  <a:pt x="13" y="16"/>
                  <a:pt x="17" y="13"/>
                  <a:pt x="19" y="11"/>
                </a:cubicBezTo>
                <a:cubicBezTo>
                  <a:pt x="26" y="2"/>
                  <a:pt x="38" y="5"/>
                  <a:pt x="38" y="5"/>
                </a:cubicBezTo>
                <a:cubicBezTo>
                  <a:pt x="38" y="5"/>
                  <a:pt x="38" y="5"/>
                  <a:pt x="38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2"/>
                  <a:pt x="39" y="2"/>
                  <a:pt x="39" y="2"/>
                </a:cubicBezTo>
                <a:cubicBezTo>
                  <a:pt x="36" y="2"/>
                  <a:pt x="24" y="0"/>
                  <a:pt x="17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1" name="Freeform 319">
            <a:extLst>
              <a:ext uri="{FF2B5EF4-FFF2-40B4-BE49-F238E27FC236}">
                <a16:creationId xmlns:a16="http://schemas.microsoft.com/office/drawing/2014/main" id="{47638771-5F7C-4C99-AC31-258E07673C34}"/>
              </a:ext>
            </a:extLst>
          </p:cNvPr>
          <p:cNvSpPr>
            <a:spLocks/>
          </p:cNvSpPr>
          <p:nvPr/>
        </p:nvSpPr>
        <p:spPr bwMode="auto">
          <a:xfrm>
            <a:off x="9393425" y="4191781"/>
            <a:ext cx="4548" cy="7579"/>
          </a:xfrm>
          <a:custGeom>
            <a:avLst/>
            <a:gdLst>
              <a:gd name="T0" fmla="*/ 0 w 3"/>
              <a:gd name="T1" fmla="*/ 5 h 5"/>
              <a:gd name="T2" fmla="*/ 3 w 3"/>
              <a:gd name="T3" fmla="*/ 5 h 5"/>
              <a:gd name="T4" fmla="*/ 3 w 3"/>
              <a:gd name="T5" fmla="*/ 0 h 5"/>
              <a:gd name="T6" fmla="*/ 0 w 3"/>
              <a:gd name="T7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5">
                <a:moveTo>
                  <a:pt x="0" y="5"/>
                </a:moveTo>
                <a:lnTo>
                  <a:pt x="3" y="5"/>
                </a:lnTo>
                <a:lnTo>
                  <a:pt x="3" y="0"/>
                </a:lnTo>
                <a:lnTo>
                  <a:pt x="0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2" name="Freeform 320">
            <a:extLst>
              <a:ext uri="{FF2B5EF4-FFF2-40B4-BE49-F238E27FC236}">
                <a16:creationId xmlns:a16="http://schemas.microsoft.com/office/drawing/2014/main" id="{B0B3649E-6268-468F-B1AF-C7E3B83EEF7D}"/>
              </a:ext>
            </a:extLst>
          </p:cNvPr>
          <p:cNvSpPr>
            <a:spLocks/>
          </p:cNvSpPr>
          <p:nvPr/>
        </p:nvSpPr>
        <p:spPr bwMode="auto">
          <a:xfrm>
            <a:off x="10365111" y="4349434"/>
            <a:ext cx="0" cy="9095"/>
          </a:xfrm>
          <a:custGeom>
            <a:avLst/>
            <a:gdLst>
              <a:gd name="T0" fmla="*/ 0 h 2"/>
              <a:gd name="T1" fmla="*/ 2 h 2"/>
              <a:gd name="T2" fmla="*/ 1 h 2"/>
              <a:gd name="T3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3" name="Rectangle 321">
            <a:extLst>
              <a:ext uri="{FF2B5EF4-FFF2-40B4-BE49-F238E27FC236}">
                <a16:creationId xmlns:a16="http://schemas.microsoft.com/office/drawing/2014/main" id="{196BC112-51E6-4445-A051-A5525AB2A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4354" y="4479801"/>
            <a:ext cx="1516" cy="151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4" name="Freeform 322">
            <a:extLst>
              <a:ext uri="{FF2B5EF4-FFF2-40B4-BE49-F238E27FC236}">
                <a16:creationId xmlns:a16="http://schemas.microsoft.com/office/drawing/2014/main" id="{0F79848E-C164-4831-9ED4-59780EB27D89}"/>
              </a:ext>
            </a:extLst>
          </p:cNvPr>
          <p:cNvSpPr>
            <a:spLocks/>
          </p:cNvSpPr>
          <p:nvPr/>
        </p:nvSpPr>
        <p:spPr bwMode="auto">
          <a:xfrm>
            <a:off x="10037679" y="4460094"/>
            <a:ext cx="16675" cy="19707"/>
          </a:xfrm>
          <a:custGeom>
            <a:avLst/>
            <a:gdLst>
              <a:gd name="T0" fmla="*/ 1 w 4"/>
              <a:gd name="T1" fmla="*/ 1 h 5"/>
              <a:gd name="T2" fmla="*/ 0 w 4"/>
              <a:gd name="T3" fmla="*/ 0 h 5"/>
              <a:gd name="T4" fmla="*/ 0 w 4"/>
              <a:gd name="T5" fmla="*/ 0 h 5"/>
              <a:gd name="T6" fmla="*/ 4 w 4"/>
              <a:gd name="T7" fmla="*/ 5 h 5"/>
              <a:gd name="T8" fmla="*/ 4 w 4"/>
              <a:gd name="T9" fmla="*/ 5 h 5"/>
              <a:gd name="T10" fmla="*/ 4 w 4"/>
              <a:gd name="T11" fmla="*/ 4 h 5"/>
              <a:gd name="T12" fmla="*/ 1 w 4"/>
              <a:gd name="T13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5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2"/>
                  <a:pt x="2" y="4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4"/>
                  <a:pt x="4" y="4"/>
                  <a:pt x="4" y="4"/>
                </a:cubicBezTo>
                <a:cubicBezTo>
                  <a:pt x="3" y="3"/>
                  <a:pt x="2" y="2"/>
                  <a:pt x="1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5" name="Freeform 323">
            <a:extLst>
              <a:ext uri="{FF2B5EF4-FFF2-40B4-BE49-F238E27FC236}">
                <a16:creationId xmlns:a16="http://schemas.microsoft.com/office/drawing/2014/main" id="{BEB31587-FF65-4953-BD59-0F9BBDF799A8}"/>
              </a:ext>
            </a:extLst>
          </p:cNvPr>
          <p:cNvSpPr>
            <a:spLocks/>
          </p:cNvSpPr>
          <p:nvPr/>
        </p:nvSpPr>
        <p:spPr bwMode="auto">
          <a:xfrm>
            <a:off x="10004329" y="4358530"/>
            <a:ext cx="0" cy="7579"/>
          </a:xfrm>
          <a:custGeom>
            <a:avLst/>
            <a:gdLst>
              <a:gd name="T0" fmla="*/ 2 h 2"/>
              <a:gd name="T1" fmla="*/ 0 h 2"/>
              <a:gd name="T2" fmla="*/ 0 h 2"/>
              <a:gd name="T3" fmla="*/ 2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2">
                <a:moveTo>
                  <a:pt x="0" y="2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6" name="Freeform 324">
            <a:extLst>
              <a:ext uri="{FF2B5EF4-FFF2-40B4-BE49-F238E27FC236}">
                <a16:creationId xmlns:a16="http://schemas.microsoft.com/office/drawing/2014/main" id="{105C954C-0ECD-4EDA-87D7-DFBCBDEAE497}"/>
              </a:ext>
            </a:extLst>
          </p:cNvPr>
          <p:cNvSpPr>
            <a:spLocks/>
          </p:cNvSpPr>
          <p:nvPr/>
        </p:nvSpPr>
        <p:spPr bwMode="auto">
          <a:xfrm>
            <a:off x="10142275" y="4334275"/>
            <a:ext cx="40929" cy="43961"/>
          </a:xfrm>
          <a:custGeom>
            <a:avLst/>
            <a:gdLst>
              <a:gd name="T0" fmla="*/ 0 w 10"/>
              <a:gd name="T1" fmla="*/ 7 h 11"/>
              <a:gd name="T2" fmla="*/ 5 w 10"/>
              <a:gd name="T3" fmla="*/ 11 h 11"/>
              <a:gd name="T4" fmla="*/ 10 w 10"/>
              <a:gd name="T5" fmla="*/ 6 h 11"/>
              <a:gd name="T6" fmla="*/ 5 w 10"/>
              <a:gd name="T7" fmla="*/ 0 h 11"/>
              <a:gd name="T8" fmla="*/ 0 w 10"/>
              <a:gd name="T9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1">
                <a:moveTo>
                  <a:pt x="0" y="7"/>
                </a:moveTo>
                <a:cubicBezTo>
                  <a:pt x="1" y="8"/>
                  <a:pt x="3" y="9"/>
                  <a:pt x="5" y="11"/>
                </a:cubicBezTo>
                <a:cubicBezTo>
                  <a:pt x="6" y="9"/>
                  <a:pt x="8" y="7"/>
                  <a:pt x="10" y="6"/>
                </a:cubicBezTo>
                <a:cubicBezTo>
                  <a:pt x="8" y="4"/>
                  <a:pt x="6" y="2"/>
                  <a:pt x="5" y="0"/>
                </a:cubicBezTo>
                <a:cubicBezTo>
                  <a:pt x="3" y="2"/>
                  <a:pt x="1" y="5"/>
                  <a:pt x="0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7" name="Freeform 325">
            <a:extLst>
              <a:ext uri="{FF2B5EF4-FFF2-40B4-BE49-F238E27FC236}">
                <a16:creationId xmlns:a16="http://schemas.microsoft.com/office/drawing/2014/main" id="{8DAE91D8-05B6-4E40-AC52-313C44CBA934}"/>
              </a:ext>
            </a:extLst>
          </p:cNvPr>
          <p:cNvSpPr>
            <a:spLocks/>
          </p:cNvSpPr>
          <p:nvPr/>
        </p:nvSpPr>
        <p:spPr bwMode="auto">
          <a:xfrm>
            <a:off x="10066481" y="4325180"/>
            <a:ext cx="51540" cy="77310"/>
          </a:xfrm>
          <a:custGeom>
            <a:avLst/>
            <a:gdLst>
              <a:gd name="T0" fmla="*/ 5 w 13"/>
              <a:gd name="T1" fmla="*/ 0 h 19"/>
              <a:gd name="T2" fmla="*/ 0 w 13"/>
              <a:gd name="T3" fmla="*/ 9 h 19"/>
              <a:gd name="T4" fmla="*/ 7 w 13"/>
              <a:gd name="T5" fmla="*/ 19 h 19"/>
              <a:gd name="T6" fmla="*/ 13 w 13"/>
              <a:gd name="T7" fmla="*/ 9 h 19"/>
              <a:gd name="T8" fmla="*/ 5 w 13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9">
                <a:moveTo>
                  <a:pt x="5" y="0"/>
                </a:moveTo>
                <a:cubicBezTo>
                  <a:pt x="3" y="3"/>
                  <a:pt x="1" y="6"/>
                  <a:pt x="0" y="9"/>
                </a:cubicBezTo>
                <a:cubicBezTo>
                  <a:pt x="2" y="13"/>
                  <a:pt x="4" y="16"/>
                  <a:pt x="7" y="19"/>
                </a:cubicBezTo>
                <a:cubicBezTo>
                  <a:pt x="9" y="16"/>
                  <a:pt x="11" y="12"/>
                  <a:pt x="13" y="9"/>
                </a:cubicBezTo>
                <a:cubicBezTo>
                  <a:pt x="11" y="6"/>
                  <a:pt x="8" y="4"/>
                  <a:pt x="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8" name="Freeform 326">
            <a:extLst>
              <a:ext uri="{FF2B5EF4-FFF2-40B4-BE49-F238E27FC236}">
                <a16:creationId xmlns:a16="http://schemas.microsoft.com/office/drawing/2014/main" id="{032CE09F-71CE-41D7-A640-7EAC6003B49B}"/>
              </a:ext>
            </a:extLst>
          </p:cNvPr>
          <p:cNvSpPr>
            <a:spLocks/>
          </p:cNvSpPr>
          <p:nvPr/>
        </p:nvSpPr>
        <p:spPr bwMode="auto">
          <a:xfrm>
            <a:off x="10105894" y="4373688"/>
            <a:ext cx="45477" cy="53056"/>
          </a:xfrm>
          <a:custGeom>
            <a:avLst/>
            <a:gdLst>
              <a:gd name="T0" fmla="*/ 0 w 11"/>
              <a:gd name="T1" fmla="*/ 10 h 13"/>
              <a:gd name="T2" fmla="*/ 4 w 11"/>
              <a:gd name="T3" fmla="*/ 13 h 13"/>
              <a:gd name="T4" fmla="*/ 11 w 11"/>
              <a:gd name="T5" fmla="*/ 4 h 13"/>
              <a:gd name="T6" fmla="*/ 7 w 11"/>
              <a:gd name="T7" fmla="*/ 0 h 13"/>
              <a:gd name="T8" fmla="*/ 0 w 11"/>
              <a:gd name="T9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3">
                <a:moveTo>
                  <a:pt x="0" y="10"/>
                </a:moveTo>
                <a:cubicBezTo>
                  <a:pt x="1" y="11"/>
                  <a:pt x="3" y="12"/>
                  <a:pt x="4" y="13"/>
                </a:cubicBezTo>
                <a:cubicBezTo>
                  <a:pt x="6" y="10"/>
                  <a:pt x="9" y="7"/>
                  <a:pt x="11" y="4"/>
                </a:cubicBezTo>
                <a:cubicBezTo>
                  <a:pt x="10" y="3"/>
                  <a:pt x="8" y="1"/>
                  <a:pt x="7" y="0"/>
                </a:cubicBezTo>
                <a:cubicBezTo>
                  <a:pt x="4" y="3"/>
                  <a:pt x="2" y="7"/>
                  <a:pt x="0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09" name="Freeform 327">
            <a:extLst>
              <a:ext uri="{FF2B5EF4-FFF2-40B4-BE49-F238E27FC236}">
                <a16:creationId xmlns:a16="http://schemas.microsoft.com/office/drawing/2014/main" id="{F9C8CE56-9EF0-483C-9F7D-F4DB2BA702AA}"/>
              </a:ext>
            </a:extLst>
          </p:cNvPr>
          <p:cNvSpPr>
            <a:spLocks/>
          </p:cNvSpPr>
          <p:nvPr/>
        </p:nvSpPr>
        <p:spPr bwMode="auto">
          <a:xfrm>
            <a:off x="10090735" y="4184202"/>
            <a:ext cx="145526" cy="75795"/>
          </a:xfrm>
          <a:custGeom>
            <a:avLst/>
            <a:gdLst>
              <a:gd name="T0" fmla="*/ 36 w 36"/>
              <a:gd name="T1" fmla="*/ 1 h 19"/>
              <a:gd name="T2" fmla="*/ 23 w 36"/>
              <a:gd name="T3" fmla="*/ 0 h 19"/>
              <a:gd name="T4" fmla="*/ 0 w 36"/>
              <a:gd name="T5" fmla="*/ 6 h 19"/>
              <a:gd name="T6" fmla="*/ 9 w 36"/>
              <a:gd name="T7" fmla="*/ 19 h 19"/>
              <a:gd name="T8" fmla="*/ 36 w 36"/>
              <a:gd name="T9" fmla="*/ 1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19">
                <a:moveTo>
                  <a:pt x="36" y="1"/>
                </a:moveTo>
                <a:cubicBezTo>
                  <a:pt x="32" y="0"/>
                  <a:pt x="27" y="0"/>
                  <a:pt x="23" y="0"/>
                </a:cubicBezTo>
                <a:cubicBezTo>
                  <a:pt x="15" y="0"/>
                  <a:pt x="7" y="2"/>
                  <a:pt x="0" y="6"/>
                </a:cubicBezTo>
                <a:cubicBezTo>
                  <a:pt x="3" y="10"/>
                  <a:pt x="5" y="14"/>
                  <a:pt x="9" y="19"/>
                </a:cubicBezTo>
                <a:cubicBezTo>
                  <a:pt x="18" y="10"/>
                  <a:pt x="28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0" name="Freeform 328">
            <a:extLst>
              <a:ext uri="{FF2B5EF4-FFF2-40B4-BE49-F238E27FC236}">
                <a16:creationId xmlns:a16="http://schemas.microsoft.com/office/drawing/2014/main" id="{72D5BAB7-E1CB-455D-BB71-2F6A78802663}"/>
              </a:ext>
            </a:extLst>
          </p:cNvPr>
          <p:cNvSpPr>
            <a:spLocks/>
          </p:cNvSpPr>
          <p:nvPr/>
        </p:nvSpPr>
        <p:spPr bwMode="auto">
          <a:xfrm>
            <a:off x="10134696" y="4196329"/>
            <a:ext cx="145526" cy="113692"/>
          </a:xfrm>
          <a:custGeom>
            <a:avLst/>
            <a:gdLst>
              <a:gd name="T0" fmla="*/ 7 w 36"/>
              <a:gd name="T1" fmla="*/ 28 h 28"/>
              <a:gd name="T2" fmla="*/ 36 w 36"/>
              <a:gd name="T3" fmla="*/ 4 h 28"/>
              <a:gd name="T4" fmla="*/ 30 w 36"/>
              <a:gd name="T5" fmla="*/ 0 h 28"/>
              <a:gd name="T6" fmla="*/ 0 w 36"/>
              <a:gd name="T7" fmla="*/ 19 h 28"/>
              <a:gd name="T8" fmla="*/ 7 w 36"/>
              <a:gd name="T9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28">
                <a:moveTo>
                  <a:pt x="7" y="28"/>
                </a:moveTo>
                <a:cubicBezTo>
                  <a:pt x="15" y="19"/>
                  <a:pt x="25" y="10"/>
                  <a:pt x="36" y="4"/>
                </a:cubicBezTo>
                <a:cubicBezTo>
                  <a:pt x="34" y="3"/>
                  <a:pt x="32" y="1"/>
                  <a:pt x="30" y="0"/>
                </a:cubicBezTo>
                <a:cubicBezTo>
                  <a:pt x="23" y="3"/>
                  <a:pt x="11" y="9"/>
                  <a:pt x="0" y="19"/>
                </a:cubicBezTo>
                <a:cubicBezTo>
                  <a:pt x="2" y="22"/>
                  <a:pt x="4" y="25"/>
                  <a:pt x="7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1" name="Freeform 329">
            <a:extLst>
              <a:ext uri="{FF2B5EF4-FFF2-40B4-BE49-F238E27FC236}">
                <a16:creationId xmlns:a16="http://schemas.microsoft.com/office/drawing/2014/main" id="{4752CE07-CE93-41B0-BEBA-6EC75322DED4}"/>
              </a:ext>
            </a:extLst>
          </p:cNvPr>
          <p:cNvSpPr>
            <a:spLocks/>
          </p:cNvSpPr>
          <p:nvPr/>
        </p:nvSpPr>
        <p:spPr bwMode="auto">
          <a:xfrm>
            <a:off x="10074060" y="4300926"/>
            <a:ext cx="19707" cy="24254"/>
          </a:xfrm>
          <a:custGeom>
            <a:avLst/>
            <a:gdLst>
              <a:gd name="T0" fmla="*/ 3 w 5"/>
              <a:gd name="T1" fmla="*/ 0 h 6"/>
              <a:gd name="T2" fmla="*/ 0 w 5"/>
              <a:gd name="T3" fmla="*/ 3 h 6"/>
              <a:gd name="T4" fmla="*/ 3 w 5"/>
              <a:gd name="T5" fmla="*/ 6 h 6"/>
              <a:gd name="T6" fmla="*/ 5 w 5"/>
              <a:gd name="T7" fmla="*/ 3 h 6"/>
              <a:gd name="T8" fmla="*/ 3 w 5"/>
              <a:gd name="T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6">
                <a:moveTo>
                  <a:pt x="3" y="0"/>
                </a:moveTo>
                <a:cubicBezTo>
                  <a:pt x="2" y="1"/>
                  <a:pt x="1" y="2"/>
                  <a:pt x="0" y="3"/>
                </a:cubicBezTo>
                <a:cubicBezTo>
                  <a:pt x="1" y="4"/>
                  <a:pt x="2" y="5"/>
                  <a:pt x="3" y="6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2" name="Freeform 330">
            <a:extLst>
              <a:ext uri="{FF2B5EF4-FFF2-40B4-BE49-F238E27FC236}">
                <a16:creationId xmlns:a16="http://schemas.microsoft.com/office/drawing/2014/main" id="{143AF238-5CF2-4550-8B47-6D51475E0E88}"/>
              </a:ext>
            </a:extLst>
          </p:cNvPr>
          <p:cNvSpPr>
            <a:spLocks/>
          </p:cNvSpPr>
          <p:nvPr/>
        </p:nvSpPr>
        <p:spPr bwMode="auto">
          <a:xfrm>
            <a:off x="10171077" y="4220583"/>
            <a:ext cx="153105" cy="125819"/>
          </a:xfrm>
          <a:custGeom>
            <a:avLst/>
            <a:gdLst>
              <a:gd name="T0" fmla="*/ 0 w 38"/>
              <a:gd name="T1" fmla="*/ 25 h 31"/>
              <a:gd name="T2" fmla="*/ 6 w 38"/>
              <a:gd name="T3" fmla="*/ 31 h 31"/>
              <a:gd name="T4" fmla="*/ 38 w 38"/>
              <a:gd name="T5" fmla="*/ 8 h 31"/>
              <a:gd name="T6" fmla="*/ 31 w 38"/>
              <a:gd name="T7" fmla="*/ 0 h 31"/>
              <a:gd name="T8" fmla="*/ 0 w 38"/>
              <a:gd name="T9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1">
                <a:moveTo>
                  <a:pt x="0" y="25"/>
                </a:moveTo>
                <a:cubicBezTo>
                  <a:pt x="2" y="27"/>
                  <a:pt x="4" y="29"/>
                  <a:pt x="6" y="31"/>
                </a:cubicBezTo>
                <a:cubicBezTo>
                  <a:pt x="17" y="21"/>
                  <a:pt x="30" y="13"/>
                  <a:pt x="38" y="8"/>
                </a:cubicBezTo>
                <a:cubicBezTo>
                  <a:pt x="36" y="5"/>
                  <a:pt x="34" y="3"/>
                  <a:pt x="31" y="0"/>
                </a:cubicBezTo>
                <a:cubicBezTo>
                  <a:pt x="19" y="7"/>
                  <a:pt x="9" y="16"/>
                  <a:pt x="0" y="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3" name="Freeform 331">
            <a:extLst>
              <a:ext uri="{FF2B5EF4-FFF2-40B4-BE49-F238E27FC236}">
                <a16:creationId xmlns:a16="http://schemas.microsoft.com/office/drawing/2014/main" id="{5C57441B-ACD9-41FF-9B55-7412FBACAC5F}"/>
              </a:ext>
            </a:extLst>
          </p:cNvPr>
          <p:cNvSpPr>
            <a:spLocks/>
          </p:cNvSpPr>
          <p:nvPr/>
        </p:nvSpPr>
        <p:spPr bwMode="auto">
          <a:xfrm>
            <a:off x="10105894" y="4450999"/>
            <a:ext cx="162200" cy="81858"/>
          </a:xfrm>
          <a:custGeom>
            <a:avLst/>
            <a:gdLst>
              <a:gd name="T0" fmla="*/ 19 w 40"/>
              <a:gd name="T1" fmla="*/ 20 h 20"/>
              <a:gd name="T2" fmla="*/ 40 w 40"/>
              <a:gd name="T3" fmla="*/ 15 h 20"/>
              <a:gd name="T4" fmla="*/ 5 w 40"/>
              <a:gd name="T5" fmla="*/ 0 h 20"/>
              <a:gd name="T6" fmla="*/ 0 w 40"/>
              <a:gd name="T7" fmla="*/ 16 h 20"/>
              <a:gd name="T8" fmla="*/ 19 w 40"/>
              <a:gd name="T9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20">
                <a:moveTo>
                  <a:pt x="19" y="20"/>
                </a:moveTo>
                <a:cubicBezTo>
                  <a:pt x="27" y="20"/>
                  <a:pt x="33" y="19"/>
                  <a:pt x="40" y="15"/>
                </a:cubicBezTo>
                <a:cubicBezTo>
                  <a:pt x="26" y="13"/>
                  <a:pt x="14" y="7"/>
                  <a:pt x="5" y="0"/>
                </a:cubicBezTo>
                <a:cubicBezTo>
                  <a:pt x="3" y="6"/>
                  <a:pt x="1" y="11"/>
                  <a:pt x="0" y="16"/>
                </a:cubicBezTo>
                <a:cubicBezTo>
                  <a:pt x="6" y="19"/>
                  <a:pt x="12" y="20"/>
                  <a:pt x="19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4" name="Freeform 332">
            <a:extLst>
              <a:ext uri="{FF2B5EF4-FFF2-40B4-BE49-F238E27FC236}">
                <a16:creationId xmlns:a16="http://schemas.microsoft.com/office/drawing/2014/main" id="{3D467506-D6DC-43A0-9943-16E0DF74740C}"/>
              </a:ext>
            </a:extLst>
          </p:cNvPr>
          <p:cNvSpPr>
            <a:spLocks/>
          </p:cNvSpPr>
          <p:nvPr/>
        </p:nvSpPr>
        <p:spPr bwMode="auto">
          <a:xfrm>
            <a:off x="10037679" y="4382784"/>
            <a:ext cx="48509" cy="97017"/>
          </a:xfrm>
          <a:custGeom>
            <a:avLst/>
            <a:gdLst>
              <a:gd name="T0" fmla="*/ 0 w 12"/>
              <a:gd name="T1" fmla="*/ 19 h 24"/>
              <a:gd name="T2" fmla="*/ 1 w 12"/>
              <a:gd name="T3" fmla="*/ 20 h 24"/>
              <a:gd name="T4" fmla="*/ 4 w 12"/>
              <a:gd name="T5" fmla="*/ 23 h 24"/>
              <a:gd name="T6" fmla="*/ 4 w 12"/>
              <a:gd name="T7" fmla="*/ 24 h 24"/>
              <a:gd name="T8" fmla="*/ 12 w 12"/>
              <a:gd name="T9" fmla="*/ 8 h 24"/>
              <a:gd name="T10" fmla="*/ 5 w 12"/>
              <a:gd name="T11" fmla="*/ 0 h 24"/>
              <a:gd name="T12" fmla="*/ 0 w 12"/>
              <a:gd name="T13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24">
                <a:moveTo>
                  <a:pt x="0" y="19"/>
                </a:moveTo>
                <a:cubicBezTo>
                  <a:pt x="0" y="19"/>
                  <a:pt x="1" y="20"/>
                  <a:pt x="1" y="20"/>
                </a:cubicBezTo>
                <a:cubicBezTo>
                  <a:pt x="2" y="21"/>
                  <a:pt x="3" y="22"/>
                  <a:pt x="4" y="23"/>
                </a:cubicBezTo>
                <a:cubicBezTo>
                  <a:pt x="4" y="24"/>
                  <a:pt x="4" y="24"/>
                  <a:pt x="4" y="24"/>
                </a:cubicBezTo>
                <a:cubicBezTo>
                  <a:pt x="6" y="20"/>
                  <a:pt x="9" y="14"/>
                  <a:pt x="12" y="8"/>
                </a:cubicBezTo>
                <a:cubicBezTo>
                  <a:pt x="9" y="5"/>
                  <a:pt x="7" y="2"/>
                  <a:pt x="5" y="0"/>
                </a:cubicBezTo>
                <a:cubicBezTo>
                  <a:pt x="3" y="5"/>
                  <a:pt x="1" y="12"/>
                  <a:pt x="0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5" name="Freeform 333">
            <a:extLst>
              <a:ext uri="{FF2B5EF4-FFF2-40B4-BE49-F238E27FC236}">
                <a16:creationId xmlns:a16="http://schemas.microsoft.com/office/drawing/2014/main" id="{1CA65D17-8E12-4299-BAF3-EC31E65FD2B1}"/>
              </a:ext>
            </a:extLst>
          </p:cNvPr>
          <p:cNvSpPr>
            <a:spLocks/>
          </p:cNvSpPr>
          <p:nvPr/>
        </p:nvSpPr>
        <p:spPr bwMode="auto">
          <a:xfrm>
            <a:off x="10114989" y="4259997"/>
            <a:ext cx="19707" cy="24254"/>
          </a:xfrm>
          <a:custGeom>
            <a:avLst/>
            <a:gdLst>
              <a:gd name="T0" fmla="*/ 5 w 5"/>
              <a:gd name="T1" fmla="*/ 3 h 6"/>
              <a:gd name="T2" fmla="*/ 3 w 5"/>
              <a:gd name="T3" fmla="*/ 0 h 6"/>
              <a:gd name="T4" fmla="*/ 0 w 5"/>
              <a:gd name="T5" fmla="*/ 2 h 6"/>
              <a:gd name="T6" fmla="*/ 2 w 5"/>
              <a:gd name="T7" fmla="*/ 6 h 6"/>
              <a:gd name="T8" fmla="*/ 5 w 5"/>
              <a:gd name="T9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6">
                <a:moveTo>
                  <a:pt x="5" y="3"/>
                </a:moveTo>
                <a:cubicBezTo>
                  <a:pt x="4" y="2"/>
                  <a:pt x="3" y="1"/>
                  <a:pt x="3" y="0"/>
                </a:cubicBezTo>
                <a:cubicBezTo>
                  <a:pt x="2" y="1"/>
                  <a:pt x="1" y="2"/>
                  <a:pt x="0" y="2"/>
                </a:cubicBezTo>
                <a:cubicBezTo>
                  <a:pt x="0" y="4"/>
                  <a:pt x="1" y="5"/>
                  <a:pt x="2" y="6"/>
                </a:cubicBezTo>
                <a:cubicBezTo>
                  <a:pt x="3" y="5"/>
                  <a:pt x="4" y="4"/>
                  <a:pt x="5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6" name="Freeform 334">
            <a:extLst>
              <a:ext uri="{FF2B5EF4-FFF2-40B4-BE49-F238E27FC236}">
                <a16:creationId xmlns:a16="http://schemas.microsoft.com/office/drawing/2014/main" id="{836328E0-3B45-4BCA-8FB5-50BAD8A19306}"/>
              </a:ext>
            </a:extLst>
          </p:cNvPr>
          <p:cNvSpPr>
            <a:spLocks/>
          </p:cNvSpPr>
          <p:nvPr/>
        </p:nvSpPr>
        <p:spPr bwMode="auto">
          <a:xfrm>
            <a:off x="10183204" y="4346402"/>
            <a:ext cx="24254" cy="19707"/>
          </a:xfrm>
          <a:custGeom>
            <a:avLst/>
            <a:gdLst>
              <a:gd name="T0" fmla="*/ 3 w 6"/>
              <a:gd name="T1" fmla="*/ 5 h 5"/>
              <a:gd name="T2" fmla="*/ 6 w 6"/>
              <a:gd name="T3" fmla="*/ 3 h 5"/>
              <a:gd name="T4" fmla="*/ 3 w 6"/>
              <a:gd name="T5" fmla="*/ 0 h 5"/>
              <a:gd name="T6" fmla="*/ 0 w 6"/>
              <a:gd name="T7" fmla="*/ 3 h 5"/>
              <a:gd name="T8" fmla="*/ 3 w 6"/>
              <a:gd name="T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5">
                <a:moveTo>
                  <a:pt x="3" y="5"/>
                </a:moveTo>
                <a:cubicBezTo>
                  <a:pt x="4" y="5"/>
                  <a:pt x="5" y="4"/>
                  <a:pt x="6" y="3"/>
                </a:cubicBezTo>
                <a:cubicBezTo>
                  <a:pt x="5" y="2"/>
                  <a:pt x="4" y="1"/>
                  <a:pt x="3" y="0"/>
                </a:cubicBezTo>
                <a:cubicBezTo>
                  <a:pt x="2" y="1"/>
                  <a:pt x="1" y="2"/>
                  <a:pt x="0" y="3"/>
                </a:cubicBezTo>
                <a:cubicBezTo>
                  <a:pt x="1" y="4"/>
                  <a:pt x="2" y="5"/>
                  <a:pt x="3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7" name="Freeform 335">
            <a:extLst>
              <a:ext uri="{FF2B5EF4-FFF2-40B4-BE49-F238E27FC236}">
                <a16:creationId xmlns:a16="http://schemas.microsoft.com/office/drawing/2014/main" id="{8260F214-557D-4B8A-98C8-C55E5CC8E938}"/>
              </a:ext>
            </a:extLst>
          </p:cNvPr>
          <p:cNvSpPr>
            <a:spLocks/>
          </p:cNvSpPr>
          <p:nvPr/>
        </p:nvSpPr>
        <p:spPr bwMode="auto">
          <a:xfrm>
            <a:off x="10134696" y="4397943"/>
            <a:ext cx="174328" cy="101565"/>
          </a:xfrm>
          <a:custGeom>
            <a:avLst/>
            <a:gdLst>
              <a:gd name="T0" fmla="*/ 38 w 43"/>
              <a:gd name="T1" fmla="*/ 25 h 25"/>
              <a:gd name="T2" fmla="*/ 43 w 43"/>
              <a:gd name="T3" fmla="*/ 21 h 25"/>
              <a:gd name="T4" fmla="*/ 7 w 43"/>
              <a:gd name="T5" fmla="*/ 0 h 25"/>
              <a:gd name="T6" fmla="*/ 0 w 43"/>
              <a:gd name="T7" fmla="*/ 10 h 25"/>
              <a:gd name="T8" fmla="*/ 38 w 43"/>
              <a:gd name="T9" fmla="*/ 2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25">
                <a:moveTo>
                  <a:pt x="38" y="25"/>
                </a:moveTo>
                <a:cubicBezTo>
                  <a:pt x="40" y="24"/>
                  <a:pt x="41" y="23"/>
                  <a:pt x="43" y="21"/>
                </a:cubicBezTo>
                <a:cubicBezTo>
                  <a:pt x="35" y="18"/>
                  <a:pt x="21" y="11"/>
                  <a:pt x="7" y="0"/>
                </a:cubicBezTo>
                <a:cubicBezTo>
                  <a:pt x="5" y="3"/>
                  <a:pt x="2" y="7"/>
                  <a:pt x="0" y="10"/>
                </a:cubicBezTo>
                <a:cubicBezTo>
                  <a:pt x="10" y="18"/>
                  <a:pt x="22" y="24"/>
                  <a:pt x="38" y="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8" name="Freeform 336">
            <a:extLst>
              <a:ext uri="{FF2B5EF4-FFF2-40B4-BE49-F238E27FC236}">
                <a16:creationId xmlns:a16="http://schemas.microsoft.com/office/drawing/2014/main" id="{FB78C925-3975-439F-8C0F-D785B709C306}"/>
              </a:ext>
            </a:extLst>
          </p:cNvPr>
          <p:cNvSpPr>
            <a:spLocks/>
          </p:cNvSpPr>
          <p:nvPr/>
        </p:nvSpPr>
        <p:spPr bwMode="auto">
          <a:xfrm>
            <a:off x="10151371" y="4310021"/>
            <a:ext cx="19707" cy="24254"/>
          </a:xfrm>
          <a:custGeom>
            <a:avLst/>
            <a:gdLst>
              <a:gd name="T0" fmla="*/ 3 w 5"/>
              <a:gd name="T1" fmla="*/ 6 h 6"/>
              <a:gd name="T2" fmla="*/ 5 w 5"/>
              <a:gd name="T3" fmla="*/ 3 h 6"/>
              <a:gd name="T4" fmla="*/ 3 w 5"/>
              <a:gd name="T5" fmla="*/ 0 h 6"/>
              <a:gd name="T6" fmla="*/ 0 w 5"/>
              <a:gd name="T7" fmla="*/ 3 h 6"/>
              <a:gd name="T8" fmla="*/ 3 w 5"/>
              <a:gd name="T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6">
                <a:moveTo>
                  <a:pt x="3" y="6"/>
                </a:move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0"/>
                </a:cubicBezTo>
                <a:cubicBezTo>
                  <a:pt x="2" y="1"/>
                  <a:pt x="1" y="2"/>
                  <a:pt x="0" y="3"/>
                </a:cubicBezTo>
                <a:cubicBezTo>
                  <a:pt x="1" y="4"/>
                  <a:pt x="2" y="5"/>
                  <a:pt x="3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19" name="Freeform 337">
            <a:extLst>
              <a:ext uri="{FF2B5EF4-FFF2-40B4-BE49-F238E27FC236}">
                <a16:creationId xmlns:a16="http://schemas.microsoft.com/office/drawing/2014/main" id="{3F81FFD9-5175-4352-A5B7-0D863BBE4009}"/>
              </a:ext>
            </a:extLst>
          </p:cNvPr>
          <p:cNvSpPr>
            <a:spLocks/>
          </p:cNvSpPr>
          <p:nvPr/>
        </p:nvSpPr>
        <p:spPr bwMode="auto">
          <a:xfrm>
            <a:off x="10118021" y="4349434"/>
            <a:ext cx="24254" cy="24254"/>
          </a:xfrm>
          <a:custGeom>
            <a:avLst/>
            <a:gdLst>
              <a:gd name="T0" fmla="*/ 0 w 6"/>
              <a:gd name="T1" fmla="*/ 3 h 6"/>
              <a:gd name="T2" fmla="*/ 4 w 6"/>
              <a:gd name="T3" fmla="*/ 6 h 6"/>
              <a:gd name="T4" fmla="*/ 6 w 6"/>
              <a:gd name="T5" fmla="*/ 3 h 6"/>
              <a:gd name="T6" fmla="*/ 3 w 6"/>
              <a:gd name="T7" fmla="*/ 0 h 6"/>
              <a:gd name="T8" fmla="*/ 0 w 6"/>
              <a:gd name="T9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0" y="3"/>
                </a:moveTo>
                <a:cubicBezTo>
                  <a:pt x="1" y="4"/>
                  <a:pt x="2" y="5"/>
                  <a:pt x="4" y="6"/>
                </a:cubicBezTo>
                <a:cubicBezTo>
                  <a:pt x="4" y="5"/>
                  <a:pt x="5" y="4"/>
                  <a:pt x="6" y="3"/>
                </a:cubicBezTo>
                <a:cubicBezTo>
                  <a:pt x="5" y="2"/>
                  <a:pt x="4" y="1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0" name="Freeform 338">
            <a:extLst>
              <a:ext uri="{FF2B5EF4-FFF2-40B4-BE49-F238E27FC236}">
                <a16:creationId xmlns:a16="http://schemas.microsoft.com/office/drawing/2014/main" id="{51AADB5E-5BF8-475C-83C7-8D9B044F5AB3}"/>
              </a:ext>
            </a:extLst>
          </p:cNvPr>
          <p:cNvSpPr>
            <a:spLocks/>
          </p:cNvSpPr>
          <p:nvPr/>
        </p:nvSpPr>
        <p:spPr bwMode="auto">
          <a:xfrm>
            <a:off x="10049806" y="4216036"/>
            <a:ext cx="65183" cy="84890"/>
          </a:xfrm>
          <a:custGeom>
            <a:avLst/>
            <a:gdLst>
              <a:gd name="T0" fmla="*/ 16 w 16"/>
              <a:gd name="T1" fmla="*/ 13 h 21"/>
              <a:gd name="T2" fmla="*/ 7 w 16"/>
              <a:gd name="T3" fmla="*/ 0 h 21"/>
              <a:gd name="T4" fmla="*/ 0 w 16"/>
              <a:gd name="T5" fmla="*/ 7 h 21"/>
              <a:gd name="T6" fmla="*/ 9 w 16"/>
              <a:gd name="T7" fmla="*/ 21 h 21"/>
              <a:gd name="T8" fmla="*/ 16 w 16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1">
                <a:moveTo>
                  <a:pt x="16" y="13"/>
                </a:moveTo>
                <a:cubicBezTo>
                  <a:pt x="12" y="9"/>
                  <a:pt x="9" y="4"/>
                  <a:pt x="7" y="0"/>
                </a:cubicBezTo>
                <a:cubicBezTo>
                  <a:pt x="4" y="2"/>
                  <a:pt x="2" y="5"/>
                  <a:pt x="0" y="7"/>
                </a:cubicBezTo>
                <a:cubicBezTo>
                  <a:pt x="2" y="12"/>
                  <a:pt x="5" y="17"/>
                  <a:pt x="9" y="21"/>
                </a:cubicBezTo>
                <a:cubicBezTo>
                  <a:pt x="11" y="18"/>
                  <a:pt x="13" y="16"/>
                  <a:pt x="16" y="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1" name="Freeform 339">
            <a:extLst>
              <a:ext uri="{FF2B5EF4-FFF2-40B4-BE49-F238E27FC236}">
                <a16:creationId xmlns:a16="http://schemas.microsoft.com/office/drawing/2014/main" id="{4A634CA4-7C69-4DD3-ADF1-50A642BE7DDD}"/>
              </a:ext>
            </a:extLst>
          </p:cNvPr>
          <p:cNvSpPr>
            <a:spLocks/>
          </p:cNvSpPr>
          <p:nvPr/>
        </p:nvSpPr>
        <p:spPr bwMode="auto">
          <a:xfrm>
            <a:off x="10093767" y="4284251"/>
            <a:ext cx="57604" cy="65183"/>
          </a:xfrm>
          <a:custGeom>
            <a:avLst/>
            <a:gdLst>
              <a:gd name="T0" fmla="*/ 7 w 14"/>
              <a:gd name="T1" fmla="*/ 0 h 16"/>
              <a:gd name="T2" fmla="*/ 0 w 14"/>
              <a:gd name="T3" fmla="*/ 7 h 16"/>
              <a:gd name="T4" fmla="*/ 9 w 14"/>
              <a:gd name="T5" fmla="*/ 16 h 16"/>
              <a:gd name="T6" fmla="*/ 14 w 14"/>
              <a:gd name="T7" fmla="*/ 9 h 16"/>
              <a:gd name="T8" fmla="*/ 7 w 14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6">
                <a:moveTo>
                  <a:pt x="7" y="0"/>
                </a:moveTo>
                <a:cubicBezTo>
                  <a:pt x="5" y="2"/>
                  <a:pt x="2" y="5"/>
                  <a:pt x="0" y="7"/>
                </a:cubicBezTo>
                <a:cubicBezTo>
                  <a:pt x="3" y="10"/>
                  <a:pt x="6" y="13"/>
                  <a:pt x="9" y="16"/>
                </a:cubicBezTo>
                <a:cubicBezTo>
                  <a:pt x="11" y="14"/>
                  <a:pt x="12" y="11"/>
                  <a:pt x="14" y="9"/>
                </a:cubicBezTo>
                <a:cubicBezTo>
                  <a:pt x="12" y="6"/>
                  <a:pt x="9" y="3"/>
                  <a:pt x="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2" name="Freeform 340">
            <a:extLst>
              <a:ext uri="{FF2B5EF4-FFF2-40B4-BE49-F238E27FC236}">
                <a16:creationId xmlns:a16="http://schemas.microsoft.com/office/drawing/2014/main" id="{8733F743-227A-4AE0-B345-1A08AE5A33C3}"/>
              </a:ext>
            </a:extLst>
          </p:cNvPr>
          <p:cNvSpPr>
            <a:spLocks/>
          </p:cNvSpPr>
          <p:nvPr/>
        </p:nvSpPr>
        <p:spPr bwMode="auto">
          <a:xfrm>
            <a:off x="10114989" y="4426745"/>
            <a:ext cx="19707" cy="24254"/>
          </a:xfrm>
          <a:custGeom>
            <a:avLst/>
            <a:gdLst>
              <a:gd name="T0" fmla="*/ 0 w 5"/>
              <a:gd name="T1" fmla="*/ 4 h 6"/>
              <a:gd name="T2" fmla="*/ 3 w 5"/>
              <a:gd name="T3" fmla="*/ 6 h 6"/>
              <a:gd name="T4" fmla="*/ 5 w 5"/>
              <a:gd name="T5" fmla="*/ 3 h 6"/>
              <a:gd name="T6" fmla="*/ 2 w 5"/>
              <a:gd name="T7" fmla="*/ 0 h 6"/>
              <a:gd name="T8" fmla="*/ 0 w 5"/>
              <a:gd name="T9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6">
                <a:moveTo>
                  <a:pt x="0" y="4"/>
                </a:moveTo>
                <a:cubicBezTo>
                  <a:pt x="1" y="5"/>
                  <a:pt x="2" y="6"/>
                  <a:pt x="3" y="6"/>
                </a:cubicBezTo>
                <a:cubicBezTo>
                  <a:pt x="4" y="5"/>
                  <a:pt x="5" y="4"/>
                  <a:pt x="5" y="3"/>
                </a:cubicBezTo>
                <a:cubicBezTo>
                  <a:pt x="4" y="2"/>
                  <a:pt x="3" y="1"/>
                  <a:pt x="2" y="0"/>
                </a:cubicBezTo>
                <a:cubicBezTo>
                  <a:pt x="1" y="2"/>
                  <a:pt x="1" y="3"/>
                  <a:pt x="0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3" name="Freeform 341">
            <a:extLst>
              <a:ext uri="{FF2B5EF4-FFF2-40B4-BE49-F238E27FC236}">
                <a16:creationId xmlns:a16="http://schemas.microsoft.com/office/drawing/2014/main" id="{05477BB8-DD8F-4819-B0FE-9B695F00726F}"/>
              </a:ext>
            </a:extLst>
          </p:cNvPr>
          <p:cNvSpPr>
            <a:spLocks/>
          </p:cNvSpPr>
          <p:nvPr/>
        </p:nvSpPr>
        <p:spPr bwMode="auto">
          <a:xfrm>
            <a:off x="10175625" y="4366109"/>
            <a:ext cx="160685" cy="106112"/>
          </a:xfrm>
          <a:custGeom>
            <a:avLst/>
            <a:gdLst>
              <a:gd name="T0" fmla="*/ 0 w 40"/>
              <a:gd name="T1" fmla="*/ 5 h 26"/>
              <a:gd name="T2" fmla="*/ 36 w 40"/>
              <a:gd name="T3" fmla="*/ 26 h 26"/>
              <a:gd name="T4" fmla="*/ 36 w 40"/>
              <a:gd name="T5" fmla="*/ 26 h 26"/>
              <a:gd name="T6" fmla="*/ 37 w 40"/>
              <a:gd name="T7" fmla="*/ 25 h 26"/>
              <a:gd name="T8" fmla="*/ 40 w 40"/>
              <a:gd name="T9" fmla="*/ 20 h 26"/>
              <a:gd name="T10" fmla="*/ 5 w 40"/>
              <a:gd name="T11" fmla="*/ 0 h 26"/>
              <a:gd name="T12" fmla="*/ 0 w 40"/>
              <a:gd name="T13" fmla="*/ 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26">
                <a:moveTo>
                  <a:pt x="0" y="5"/>
                </a:moveTo>
                <a:cubicBezTo>
                  <a:pt x="14" y="16"/>
                  <a:pt x="29" y="23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6"/>
                  <a:pt x="36" y="25"/>
                  <a:pt x="37" y="25"/>
                </a:cubicBezTo>
                <a:cubicBezTo>
                  <a:pt x="38" y="23"/>
                  <a:pt x="39" y="22"/>
                  <a:pt x="40" y="20"/>
                </a:cubicBezTo>
                <a:cubicBezTo>
                  <a:pt x="27" y="18"/>
                  <a:pt x="15" y="10"/>
                  <a:pt x="5" y="0"/>
                </a:cubicBezTo>
                <a:cubicBezTo>
                  <a:pt x="3" y="2"/>
                  <a:pt x="1" y="4"/>
                  <a:pt x="0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4" name="Freeform 342">
            <a:extLst>
              <a:ext uri="{FF2B5EF4-FFF2-40B4-BE49-F238E27FC236}">
                <a16:creationId xmlns:a16="http://schemas.microsoft.com/office/drawing/2014/main" id="{11296CFB-D2F3-4D93-A911-306528A2D90E}"/>
              </a:ext>
            </a:extLst>
          </p:cNvPr>
          <p:cNvSpPr>
            <a:spLocks/>
          </p:cNvSpPr>
          <p:nvPr/>
        </p:nvSpPr>
        <p:spPr bwMode="auto">
          <a:xfrm>
            <a:off x="10086187" y="4402490"/>
            <a:ext cx="19707" cy="24254"/>
          </a:xfrm>
          <a:custGeom>
            <a:avLst/>
            <a:gdLst>
              <a:gd name="T0" fmla="*/ 2 w 5"/>
              <a:gd name="T1" fmla="*/ 0 h 6"/>
              <a:gd name="T2" fmla="*/ 0 w 5"/>
              <a:gd name="T3" fmla="*/ 3 h 6"/>
              <a:gd name="T4" fmla="*/ 3 w 5"/>
              <a:gd name="T5" fmla="*/ 6 h 6"/>
              <a:gd name="T6" fmla="*/ 5 w 5"/>
              <a:gd name="T7" fmla="*/ 3 h 6"/>
              <a:gd name="T8" fmla="*/ 2 w 5"/>
              <a:gd name="T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6">
                <a:moveTo>
                  <a:pt x="2" y="0"/>
                </a:moveTo>
                <a:cubicBezTo>
                  <a:pt x="2" y="1"/>
                  <a:pt x="1" y="2"/>
                  <a:pt x="0" y="3"/>
                </a:cubicBezTo>
                <a:cubicBezTo>
                  <a:pt x="1" y="4"/>
                  <a:pt x="2" y="5"/>
                  <a:pt x="3" y="6"/>
                </a:cubicBezTo>
                <a:cubicBezTo>
                  <a:pt x="4" y="5"/>
                  <a:pt x="4" y="4"/>
                  <a:pt x="5" y="3"/>
                </a:cubicBezTo>
                <a:cubicBezTo>
                  <a:pt x="4" y="2"/>
                  <a:pt x="3" y="1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5" name="Freeform 343">
            <a:extLst>
              <a:ext uri="{FF2B5EF4-FFF2-40B4-BE49-F238E27FC236}">
                <a16:creationId xmlns:a16="http://schemas.microsoft.com/office/drawing/2014/main" id="{9D78A6DE-761B-41A5-8A0D-01600640BAB9}"/>
              </a:ext>
            </a:extLst>
          </p:cNvPr>
          <p:cNvSpPr>
            <a:spLocks/>
          </p:cNvSpPr>
          <p:nvPr/>
        </p:nvSpPr>
        <p:spPr bwMode="auto">
          <a:xfrm>
            <a:off x="10207459" y="4264544"/>
            <a:ext cx="153105" cy="166748"/>
          </a:xfrm>
          <a:custGeom>
            <a:avLst/>
            <a:gdLst>
              <a:gd name="T0" fmla="*/ 34 w 38"/>
              <a:gd name="T1" fmla="*/ 41 h 41"/>
              <a:gd name="T2" fmla="*/ 38 w 38"/>
              <a:gd name="T3" fmla="*/ 23 h 41"/>
              <a:gd name="T4" fmla="*/ 31 w 38"/>
              <a:gd name="T5" fmla="*/ 0 h 41"/>
              <a:gd name="T6" fmla="*/ 0 w 38"/>
              <a:gd name="T7" fmla="*/ 23 h 41"/>
              <a:gd name="T8" fmla="*/ 34 w 38"/>
              <a:gd name="T9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1">
                <a:moveTo>
                  <a:pt x="34" y="41"/>
                </a:moveTo>
                <a:cubicBezTo>
                  <a:pt x="37" y="36"/>
                  <a:pt x="38" y="30"/>
                  <a:pt x="38" y="23"/>
                </a:cubicBezTo>
                <a:cubicBezTo>
                  <a:pt x="38" y="15"/>
                  <a:pt x="36" y="7"/>
                  <a:pt x="31" y="0"/>
                </a:cubicBezTo>
                <a:cubicBezTo>
                  <a:pt x="23" y="5"/>
                  <a:pt x="11" y="13"/>
                  <a:pt x="0" y="23"/>
                </a:cubicBezTo>
                <a:cubicBezTo>
                  <a:pt x="10" y="32"/>
                  <a:pt x="22" y="40"/>
                  <a:pt x="34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6" name="Freeform 344">
            <a:extLst>
              <a:ext uri="{FF2B5EF4-FFF2-40B4-BE49-F238E27FC236}">
                <a16:creationId xmlns:a16="http://schemas.microsoft.com/office/drawing/2014/main" id="{E44AD07A-269D-47EC-8C65-C534E97AC625}"/>
              </a:ext>
            </a:extLst>
          </p:cNvPr>
          <p:cNvSpPr>
            <a:spLocks/>
          </p:cNvSpPr>
          <p:nvPr/>
        </p:nvSpPr>
        <p:spPr bwMode="auto">
          <a:xfrm>
            <a:off x="10066481" y="4426745"/>
            <a:ext cx="48509" cy="81858"/>
          </a:xfrm>
          <a:custGeom>
            <a:avLst/>
            <a:gdLst>
              <a:gd name="T0" fmla="*/ 8 w 12"/>
              <a:gd name="T1" fmla="*/ 0 h 20"/>
              <a:gd name="T2" fmla="*/ 0 w 12"/>
              <a:gd name="T3" fmla="*/ 16 h 20"/>
              <a:gd name="T4" fmla="*/ 7 w 12"/>
              <a:gd name="T5" fmla="*/ 20 h 20"/>
              <a:gd name="T6" fmla="*/ 12 w 12"/>
              <a:gd name="T7" fmla="*/ 4 h 20"/>
              <a:gd name="T8" fmla="*/ 8 w 12"/>
              <a:gd name="T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20">
                <a:moveTo>
                  <a:pt x="8" y="0"/>
                </a:moveTo>
                <a:cubicBezTo>
                  <a:pt x="4" y="7"/>
                  <a:pt x="2" y="12"/>
                  <a:pt x="0" y="16"/>
                </a:cubicBezTo>
                <a:cubicBezTo>
                  <a:pt x="2" y="17"/>
                  <a:pt x="4" y="19"/>
                  <a:pt x="7" y="20"/>
                </a:cubicBezTo>
                <a:cubicBezTo>
                  <a:pt x="7" y="15"/>
                  <a:pt x="9" y="9"/>
                  <a:pt x="12" y="4"/>
                </a:cubicBezTo>
                <a:cubicBezTo>
                  <a:pt x="11" y="3"/>
                  <a:pt x="9" y="1"/>
                  <a:pt x="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7" name="Freeform 345">
            <a:extLst>
              <a:ext uri="{FF2B5EF4-FFF2-40B4-BE49-F238E27FC236}">
                <a16:creationId xmlns:a16="http://schemas.microsoft.com/office/drawing/2014/main" id="{6EDE38FC-1161-4A76-9FD0-172FD8DE62D8}"/>
              </a:ext>
            </a:extLst>
          </p:cNvPr>
          <p:cNvSpPr>
            <a:spLocks/>
          </p:cNvSpPr>
          <p:nvPr/>
        </p:nvSpPr>
        <p:spPr bwMode="auto">
          <a:xfrm>
            <a:off x="10004329" y="4305473"/>
            <a:ext cx="40929" cy="128851"/>
          </a:xfrm>
          <a:custGeom>
            <a:avLst/>
            <a:gdLst>
              <a:gd name="T0" fmla="*/ 2 w 10"/>
              <a:gd name="T1" fmla="*/ 0 h 32"/>
              <a:gd name="T2" fmla="*/ 0 w 10"/>
              <a:gd name="T3" fmla="*/ 13 h 32"/>
              <a:gd name="T4" fmla="*/ 5 w 10"/>
              <a:gd name="T5" fmla="*/ 32 h 32"/>
              <a:gd name="T6" fmla="*/ 10 w 10"/>
              <a:gd name="T7" fmla="*/ 15 h 32"/>
              <a:gd name="T8" fmla="*/ 2 w 10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32">
                <a:moveTo>
                  <a:pt x="2" y="0"/>
                </a:moveTo>
                <a:cubicBezTo>
                  <a:pt x="1" y="4"/>
                  <a:pt x="0" y="9"/>
                  <a:pt x="0" y="13"/>
                </a:cubicBezTo>
                <a:cubicBezTo>
                  <a:pt x="0" y="20"/>
                  <a:pt x="2" y="27"/>
                  <a:pt x="5" y="32"/>
                </a:cubicBezTo>
                <a:cubicBezTo>
                  <a:pt x="6" y="26"/>
                  <a:pt x="8" y="20"/>
                  <a:pt x="10" y="15"/>
                </a:cubicBezTo>
                <a:cubicBezTo>
                  <a:pt x="7" y="9"/>
                  <a:pt x="4" y="4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8" name="Freeform 346">
            <a:extLst>
              <a:ext uri="{FF2B5EF4-FFF2-40B4-BE49-F238E27FC236}">
                <a16:creationId xmlns:a16="http://schemas.microsoft.com/office/drawing/2014/main" id="{214B442A-3422-48B9-91D4-613C3C152F6F}"/>
              </a:ext>
            </a:extLst>
          </p:cNvPr>
          <p:cNvSpPr>
            <a:spLocks/>
          </p:cNvSpPr>
          <p:nvPr/>
        </p:nvSpPr>
        <p:spPr bwMode="auto">
          <a:xfrm>
            <a:off x="10151371" y="4378236"/>
            <a:ext cx="24254" cy="19707"/>
          </a:xfrm>
          <a:custGeom>
            <a:avLst/>
            <a:gdLst>
              <a:gd name="T0" fmla="*/ 0 w 6"/>
              <a:gd name="T1" fmla="*/ 3 h 5"/>
              <a:gd name="T2" fmla="*/ 3 w 6"/>
              <a:gd name="T3" fmla="*/ 5 h 5"/>
              <a:gd name="T4" fmla="*/ 6 w 6"/>
              <a:gd name="T5" fmla="*/ 2 h 5"/>
              <a:gd name="T6" fmla="*/ 3 w 6"/>
              <a:gd name="T7" fmla="*/ 0 h 5"/>
              <a:gd name="T8" fmla="*/ 0 w 6"/>
              <a:gd name="T9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5">
                <a:moveTo>
                  <a:pt x="0" y="3"/>
                </a:moveTo>
                <a:cubicBezTo>
                  <a:pt x="1" y="4"/>
                  <a:pt x="2" y="5"/>
                  <a:pt x="3" y="5"/>
                </a:cubicBezTo>
                <a:cubicBezTo>
                  <a:pt x="4" y="4"/>
                  <a:pt x="5" y="3"/>
                  <a:pt x="6" y="2"/>
                </a:cubicBezTo>
                <a:cubicBezTo>
                  <a:pt x="5" y="2"/>
                  <a:pt x="4" y="1"/>
                  <a:pt x="3" y="0"/>
                </a:cubicBezTo>
                <a:cubicBezTo>
                  <a:pt x="2" y="1"/>
                  <a:pt x="1" y="2"/>
                  <a:pt x="0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29" name="Freeform 347">
            <a:extLst>
              <a:ext uri="{FF2B5EF4-FFF2-40B4-BE49-F238E27FC236}">
                <a16:creationId xmlns:a16="http://schemas.microsoft.com/office/drawing/2014/main" id="{561FC195-159F-4031-AC44-BEE221D1B14A}"/>
              </a:ext>
            </a:extLst>
          </p:cNvPr>
          <p:cNvSpPr>
            <a:spLocks/>
          </p:cNvSpPr>
          <p:nvPr/>
        </p:nvSpPr>
        <p:spPr bwMode="auto">
          <a:xfrm>
            <a:off x="10045258" y="4349434"/>
            <a:ext cx="21222" cy="33350"/>
          </a:xfrm>
          <a:custGeom>
            <a:avLst/>
            <a:gdLst>
              <a:gd name="T0" fmla="*/ 2 w 5"/>
              <a:gd name="T1" fmla="*/ 0 h 8"/>
              <a:gd name="T2" fmla="*/ 0 w 5"/>
              <a:gd name="T3" fmla="*/ 4 h 8"/>
              <a:gd name="T4" fmla="*/ 3 w 5"/>
              <a:gd name="T5" fmla="*/ 8 h 8"/>
              <a:gd name="T6" fmla="*/ 5 w 5"/>
              <a:gd name="T7" fmla="*/ 3 h 8"/>
              <a:gd name="T8" fmla="*/ 2 w 5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8">
                <a:moveTo>
                  <a:pt x="2" y="0"/>
                </a:moveTo>
                <a:cubicBezTo>
                  <a:pt x="2" y="1"/>
                  <a:pt x="1" y="2"/>
                  <a:pt x="0" y="4"/>
                </a:cubicBezTo>
                <a:cubicBezTo>
                  <a:pt x="1" y="5"/>
                  <a:pt x="2" y="6"/>
                  <a:pt x="3" y="8"/>
                </a:cubicBezTo>
                <a:cubicBezTo>
                  <a:pt x="4" y="6"/>
                  <a:pt x="4" y="5"/>
                  <a:pt x="5" y="3"/>
                </a:cubicBezTo>
                <a:cubicBezTo>
                  <a:pt x="4" y="2"/>
                  <a:pt x="3" y="1"/>
                  <a:pt x="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0" name="Freeform 348">
            <a:extLst>
              <a:ext uri="{FF2B5EF4-FFF2-40B4-BE49-F238E27FC236}">
                <a16:creationId xmlns:a16="http://schemas.microsoft.com/office/drawing/2014/main" id="{4F898594-DFAB-4EF8-975B-C2E80B2C7649}"/>
              </a:ext>
            </a:extLst>
          </p:cNvPr>
          <p:cNvSpPr>
            <a:spLocks/>
          </p:cNvSpPr>
          <p:nvPr/>
        </p:nvSpPr>
        <p:spPr bwMode="auto">
          <a:xfrm>
            <a:off x="10021004" y="4259997"/>
            <a:ext cx="53056" cy="89438"/>
          </a:xfrm>
          <a:custGeom>
            <a:avLst/>
            <a:gdLst>
              <a:gd name="T0" fmla="*/ 4 w 13"/>
              <a:gd name="T1" fmla="*/ 0 h 22"/>
              <a:gd name="T2" fmla="*/ 0 w 13"/>
              <a:gd name="T3" fmla="*/ 6 h 22"/>
              <a:gd name="T4" fmla="*/ 8 w 13"/>
              <a:gd name="T5" fmla="*/ 22 h 22"/>
              <a:gd name="T6" fmla="*/ 13 w 13"/>
              <a:gd name="T7" fmla="*/ 13 h 22"/>
              <a:gd name="T8" fmla="*/ 4 w 13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22">
                <a:moveTo>
                  <a:pt x="4" y="0"/>
                </a:moveTo>
                <a:cubicBezTo>
                  <a:pt x="3" y="2"/>
                  <a:pt x="1" y="4"/>
                  <a:pt x="0" y="6"/>
                </a:cubicBezTo>
                <a:cubicBezTo>
                  <a:pt x="2" y="10"/>
                  <a:pt x="5" y="16"/>
                  <a:pt x="8" y="22"/>
                </a:cubicBezTo>
                <a:cubicBezTo>
                  <a:pt x="10" y="19"/>
                  <a:pt x="12" y="16"/>
                  <a:pt x="13" y="13"/>
                </a:cubicBezTo>
                <a:cubicBezTo>
                  <a:pt x="10" y="9"/>
                  <a:pt x="7" y="5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1" name="Freeform 349">
            <a:extLst>
              <a:ext uri="{FF2B5EF4-FFF2-40B4-BE49-F238E27FC236}">
                <a16:creationId xmlns:a16="http://schemas.microsoft.com/office/drawing/2014/main" id="{2C582323-89CD-4BDA-90EA-7522E7126F58}"/>
              </a:ext>
            </a:extLst>
          </p:cNvPr>
          <p:cNvSpPr>
            <a:spLocks/>
          </p:cNvSpPr>
          <p:nvPr/>
        </p:nvSpPr>
        <p:spPr bwMode="auto">
          <a:xfrm>
            <a:off x="10280221" y="4167527"/>
            <a:ext cx="106112" cy="92469"/>
          </a:xfrm>
          <a:custGeom>
            <a:avLst/>
            <a:gdLst>
              <a:gd name="T0" fmla="*/ 70 w 70"/>
              <a:gd name="T1" fmla="*/ 19 h 61"/>
              <a:gd name="T2" fmla="*/ 53 w 70"/>
              <a:gd name="T3" fmla="*/ 0 h 61"/>
              <a:gd name="T4" fmla="*/ 45 w 70"/>
              <a:gd name="T5" fmla="*/ 5 h 61"/>
              <a:gd name="T6" fmla="*/ 51 w 70"/>
              <a:gd name="T7" fmla="*/ 11 h 61"/>
              <a:gd name="T8" fmla="*/ 0 w 70"/>
              <a:gd name="T9" fmla="*/ 51 h 61"/>
              <a:gd name="T10" fmla="*/ 8 w 70"/>
              <a:gd name="T11" fmla="*/ 61 h 61"/>
              <a:gd name="T12" fmla="*/ 59 w 70"/>
              <a:gd name="T13" fmla="*/ 19 h 61"/>
              <a:gd name="T14" fmla="*/ 64 w 70"/>
              <a:gd name="T15" fmla="*/ 24 h 61"/>
              <a:gd name="T16" fmla="*/ 70 w 70"/>
              <a:gd name="T17" fmla="*/ 1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61">
                <a:moveTo>
                  <a:pt x="70" y="19"/>
                </a:moveTo>
                <a:lnTo>
                  <a:pt x="53" y="0"/>
                </a:lnTo>
                <a:lnTo>
                  <a:pt x="45" y="5"/>
                </a:lnTo>
                <a:lnTo>
                  <a:pt x="51" y="11"/>
                </a:lnTo>
                <a:lnTo>
                  <a:pt x="0" y="51"/>
                </a:lnTo>
                <a:lnTo>
                  <a:pt x="8" y="61"/>
                </a:lnTo>
                <a:lnTo>
                  <a:pt x="59" y="19"/>
                </a:lnTo>
                <a:lnTo>
                  <a:pt x="64" y="24"/>
                </a:lnTo>
                <a:lnTo>
                  <a:pt x="70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2" name="Freeform 350">
            <a:extLst>
              <a:ext uri="{FF2B5EF4-FFF2-40B4-BE49-F238E27FC236}">
                <a16:creationId xmlns:a16="http://schemas.microsoft.com/office/drawing/2014/main" id="{A6678F78-958B-4CC8-BE5C-D28061C6C00B}"/>
              </a:ext>
            </a:extLst>
          </p:cNvPr>
          <p:cNvSpPr>
            <a:spLocks/>
          </p:cNvSpPr>
          <p:nvPr/>
        </p:nvSpPr>
        <p:spPr bwMode="auto">
          <a:xfrm>
            <a:off x="9980075" y="4455547"/>
            <a:ext cx="74279" cy="65183"/>
          </a:xfrm>
          <a:custGeom>
            <a:avLst/>
            <a:gdLst>
              <a:gd name="T0" fmla="*/ 49 w 49"/>
              <a:gd name="T1" fmla="*/ 8 h 43"/>
              <a:gd name="T2" fmla="*/ 8 w 49"/>
              <a:gd name="T3" fmla="*/ 43 h 43"/>
              <a:gd name="T4" fmla="*/ 0 w 49"/>
              <a:gd name="T5" fmla="*/ 35 h 43"/>
              <a:gd name="T6" fmla="*/ 41 w 49"/>
              <a:gd name="T7" fmla="*/ 0 h 43"/>
              <a:gd name="T8" fmla="*/ 49 w 49"/>
              <a:gd name="T9" fmla="*/ 8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" h="43">
                <a:moveTo>
                  <a:pt x="49" y="8"/>
                </a:moveTo>
                <a:lnTo>
                  <a:pt x="8" y="43"/>
                </a:lnTo>
                <a:lnTo>
                  <a:pt x="0" y="35"/>
                </a:lnTo>
                <a:lnTo>
                  <a:pt x="41" y="0"/>
                </a:lnTo>
                <a:lnTo>
                  <a:pt x="4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3" name="Freeform 351">
            <a:extLst>
              <a:ext uri="{FF2B5EF4-FFF2-40B4-BE49-F238E27FC236}">
                <a16:creationId xmlns:a16="http://schemas.microsoft.com/office/drawing/2014/main" id="{0774C5A6-32B3-4057-9C78-ACD2193BF303}"/>
              </a:ext>
            </a:extLst>
          </p:cNvPr>
          <p:cNvSpPr>
            <a:spLocks/>
          </p:cNvSpPr>
          <p:nvPr/>
        </p:nvSpPr>
        <p:spPr bwMode="auto">
          <a:xfrm>
            <a:off x="10287801" y="4402490"/>
            <a:ext cx="191002" cy="93985"/>
          </a:xfrm>
          <a:custGeom>
            <a:avLst/>
            <a:gdLst>
              <a:gd name="T0" fmla="*/ 47 w 47"/>
              <a:gd name="T1" fmla="*/ 23 h 23"/>
              <a:gd name="T2" fmla="*/ 43 w 47"/>
              <a:gd name="T3" fmla="*/ 23 h 23"/>
              <a:gd name="T4" fmla="*/ 39 w 47"/>
              <a:gd name="T5" fmla="*/ 12 h 23"/>
              <a:gd name="T6" fmla="*/ 17 w 47"/>
              <a:gd name="T7" fmla="*/ 12 h 23"/>
              <a:gd name="T8" fmla="*/ 3 w 47"/>
              <a:gd name="T9" fmla="*/ 10 h 23"/>
              <a:gd name="T10" fmla="*/ 2 w 47"/>
              <a:gd name="T11" fmla="*/ 0 h 23"/>
              <a:gd name="T12" fmla="*/ 6 w 47"/>
              <a:gd name="T13" fmla="*/ 2 h 23"/>
              <a:gd name="T14" fmla="*/ 6 w 47"/>
              <a:gd name="T15" fmla="*/ 7 h 23"/>
              <a:gd name="T16" fmla="*/ 16 w 47"/>
              <a:gd name="T17" fmla="*/ 8 h 23"/>
              <a:gd name="T18" fmla="*/ 41 w 47"/>
              <a:gd name="T19" fmla="*/ 9 h 23"/>
              <a:gd name="T20" fmla="*/ 47 w 47"/>
              <a:gd name="T2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7" h="23">
                <a:moveTo>
                  <a:pt x="47" y="23"/>
                </a:moveTo>
                <a:cubicBezTo>
                  <a:pt x="43" y="23"/>
                  <a:pt x="43" y="23"/>
                  <a:pt x="43" y="23"/>
                </a:cubicBezTo>
                <a:cubicBezTo>
                  <a:pt x="43" y="18"/>
                  <a:pt x="42" y="15"/>
                  <a:pt x="39" y="12"/>
                </a:cubicBezTo>
                <a:cubicBezTo>
                  <a:pt x="33" y="8"/>
                  <a:pt x="21" y="11"/>
                  <a:pt x="17" y="12"/>
                </a:cubicBezTo>
                <a:cubicBezTo>
                  <a:pt x="10" y="13"/>
                  <a:pt x="6" y="12"/>
                  <a:pt x="3" y="10"/>
                </a:cubicBezTo>
                <a:cubicBezTo>
                  <a:pt x="0" y="6"/>
                  <a:pt x="2" y="0"/>
                  <a:pt x="2" y="0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5" y="5"/>
                  <a:pt x="6" y="7"/>
                </a:cubicBezTo>
                <a:cubicBezTo>
                  <a:pt x="8" y="9"/>
                  <a:pt x="11" y="9"/>
                  <a:pt x="16" y="8"/>
                </a:cubicBezTo>
                <a:cubicBezTo>
                  <a:pt x="16" y="8"/>
                  <a:pt x="32" y="3"/>
                  <a:pt x="41" y="9"/>
                </a:cubicBezTo>
                <a:cubicBezTo>
                  <a:pt x="45" y="12"/>
                  <a:pt x="47" y="17"/>
                  <a:pt x="47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4" name="Freeform 384">
            <a:extLst>
              <a:ext uri="{FF2B5EF4-FFF2-40B4-BE49-F238E27FC236}">
                <a16:creationId xmlns:a16="http://schemas.microsoft.com/office/drawing/2014/main" id="{7F991C44-CBBA-4DF9-AB72-3C2263041778}"/>
              </a:ext>
            </a:extLst>
          </p:cNvPr>
          <p:cNvSpPr>
            <a:spLocks noEditPoints="1"/>
          </p:cNvSpPr>
          <p:nvPr/>
        </p:nvSpPr>
        <p:spPr bwMode="auto">
          <a:xfrm>
            <a:off x="8677924" y="4990656"/>
            <a:ext cx="169780" cy="113692"/>
          </a:xfrm>
          <a:custGeom>
            <a:avLst/>
            <a:gdLst>
              <a:gd name="T0" fmla="*/ 112 w 112"/>
              <a:gd name="T1" fmla="*/ 70 h 75"/>
              <a:gd name="T2" fmla="*/ 109 w 112"/>
              <a:gd name="T3" fmla="*/ 75 h 75"/>
              <a:gd name="T4" fmla="*/ 112 w 112"/>
              <a:gd name="T5" fmla="*/ 75 h 75"/>
              <a:gd name="T6" fmla="*/ 112 w 112"/>
              <a:gd name="T7" fmla="*/ 70 h 75"/>
              <a:gd name="T8" fmla="*/ 45 w 112"/>
              <a:gd name="T9" fmla="*/ 0 h 75"/>
              <a:gd name="T10" fmla="*/ 34 w 112"/>
              <a:gd name="T11" fmla="*/ 0 h 75"/>
              <a:gd name="T12" fmla="*/ 0 w 112"/>
              <a:gd name="T13" fmla="*/ 75 h 75"/>
              <a:gd name="T14" fmla="*/ 10 w 112"/>
              <a:gd name="T15" fmla="*/ 75 h 75"/>
              <a:gd name="T16" fmla="*/ 16 w 112"/>
              <a:gd name="T17" fmla="*/ 64 h 75"/>
              <a:gd name="T18" fmla="*/ 40 w 112"/>
              <a:gd name="T19" fmla="*/ 64 h 75"/>
              <a:gd name="T20" fmla="*/ 40 w 112"/>
              <a:gd name="T21" fmla="*/ 75 h 75"/>
              <a:gd name="T22" fmla="*/ 50 w 112"/>
              <a:gd name="T23" fmla="*/ 75 h 75"/>
              <a:gd name="T24" fmla="*/ 45 w 112"/>
              <a:gd name="T25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75">
                <a:moveTo>
                  <a:pt x="112" y="70"/>
                </a:moveTo>
                <a:lnTo>
                  <a:pt x="109" y="75"/>
                </a:lnTo>
                <a:lnTo>
                  <a:pt x="112" y="75"/>
                </a:lnTo>
                <a:lnTo>
                  <a:pt x="112" y="70"/>
                </a:lnTo>
                <a:close/>
                <a:moveTo>
                  <a:pt x="45" y="0"/>
                </a:moveTo>
                <a:lnTo>
                  <a:pt x="34" y="0"/>
                </a:lnTo>
                <a:lnTo>
                  <a:pt x="0" y="75"/>
                </a:lnTo>
                <a:lnTo>
                  <a:pt x="10" y="75"/>
                </a:lnTo>
                <a:lnTo>
                  <a:pt x="16" y="64"/>
                </a:lnTo>
                <a:lnTo>
                  <a:pt x="40" y="64"/>
                </a:lnTo>
                <a:lnTo>
                  <a:pt x="40" y="75"/>
                </a:lnTo>
                <a:lnTo>
                  <a:pt x="50" y="75"/>
                </a:lnTo>
                <a:lnTo>
                  <a:pt x="4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5" name="Freeform 385">
            <a:extLst>
              <a:ext uri="{FF2B5EF4-FFF2-40B4-BE49-F238E27FC236}">
                <a16:creationId xmlns:a16="http://schemas.microsoft.com/office/drawing/2014/main" id="{ABCD0192-F811-428E-BE0A-7EDDF3CCD67A}"/>
              </a:ext>
            </a:extLst>
          </p:cNvPr>
          <p:cNvSpPr>
            <a:spLocks noEditPoints="1"/>
          </p:cNvSpPr>
          <p:nvPr/>
        </p:nvSpPr>
        <p:spPr bwMode="auto">
          <a:xfrm>
            <a:off x="8677924" y="4990656"/>
            <a:ext cx="169780" cy="113692"/>
          </a:xfrm>
          <a:custGeom>
            <a:avLst/>
            <a:gdLst>
              <a:gd name="T0" fmla="*/ 112 w 112"/>
              <a:gd name="T1" fmla="*/ 70 h 75"/>
              <a:gd name="T2" fmla="*/ 109 w 112"/>
              <a:gd name="T3" fmla="*/ 75 h 75"/>
              <a:gd name="T4" fmla="*/ 112 w 112"/>
              <a:gd name="T5" fmla="*/ 75 h 75"/>
              <a:gd name="T6" fmla="*/ 112 w 112"/>
              <a:gd name="T7" fmla="*/ 70 h 75"/>
              <a:gd name="T8" fmla="*/ 45 w 112"/>
              <a:gd name="T9" fmla="*/ 0 h 75"/>
              <a:gd name="T10" fmla="*/ 34 w 112"/>
              <a:gd name="T11" fmla="*/ 0 h 75"/>
              <a:gd name="T12" fmla="*/ 0 w 112"/>
              <a:gd name="T13" fmla="*/ 75 h 75"/>
              <a:gd name="T14" fmla="*/ 10 w 112"/>
              <a:gd name="T15" fmla="*/ 75 h 75"/>
              <a:gd name="T16" fmla="*/ 16 w 112"/>
              <a:gd name="T17" fmla="*/ 64 h 75"/>
              <a:gd name="T18" fmla="*/ 40 w 112"/>
              <a:gd name="T19" fmla="*/ 64 h 75"/>
              <a:gd name="T20" fmla="*/ 40 w 112"/>
              <a:gd name="T21" fmla="*/ 75 h 75"/>
              <a:gd name="T22" fmla="*/ 50 w 112"/>
              <a:gd name="T23" fmla="*/ 75 h 75"/>
              <a:gd name="T24" fmla="*/ 45 w 112"/>
              <a:gd name="T25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75">
                <a:moveTo>
                  <a:pt x="112" y="70"/>
                </a:moveTo>
                <a:lnTo>
                  <a:pt x="109" y="75"/>
                </a:lnTo>
                <a:lnTo>
                  <a:pt x="112" y="75"/>
                </a:lnTo>
                <a:lnTo>
                  <a:pt x="112" y="70"/>
                </a:lnTo>
                <a:moveTo>
                  <a:pt x="45" y="0"/>
                </a:moveTo>
                <a:lnTo>
                  <a:pt x="34" y="0"/>
                </a:lnTo>
                <a:lnTo>
                  <a:pt x="0" y="75"/>
                </a:lnTo>
                <a:lnTo>
                  <a:pt x="10" y="75"/>
                </a:lnTo>
                <a:lnTo>
                  <a:pt x="16" y="64"/>
                </a:lnTo>
                <a:lnTo>
                  <a:pt x="40" y="64"/>
                </a:lnTo>
                <a:lnTo>
                  <a:pt x="40" y="75"/>
                </a:lnTo>
                <a:lnTo>
                  <a:pt x="50" y="75"/>
                </a:lnTo>
                <a:lnTo>
                  <a:pt x="4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6" name="Freeform 386">
            <a:extLst>
              <a:ext uri="{FF2B5EF4-FFF2-40B4-BE49-F238E27FC236}">
                <a16:creationId xmlns:a16="http://schemas.microsoft.com/office/drawing/2014/main" id="{81719D01-596C-418C-A919-F8BF1E117D58}"/>
              </a:ext>
            </a:extLst>
          </p:cNvPr>
          <p:cNvSpPr>
            <a:spLocks noEditPoints="1"/>
          </p:cNvSpPr>
          <p:nvPr/>
        </p:nvSpPr>
        <p:spPr bwMode="auto">
          <a:xfrm>
            <a:off x="8555136" y="5157405"/>
            <a:ext cx="198582" cy="150073"/>
          </a:xfrm>
          <a:custGeom>
            <a:avLst/>
            <a:gdLst>
              <a:gd name="T0" fmla="*/ 18 w 49"/>
              <a:gd name="T1" fmla="*/ 8 h 37"/>
              <a:gd name="T2" fmla="*/ 8 w 49"/>
              <a:gd name="T3" fmla="*/ 8 h 37"/>
              <a:gd name="T4" fmla="*/ 7 w 49"/>
              <a:gd name="T5" fmla="*/ 12 h 37"/>
              <a:gd name="T6" fmla="*/ 10 w 49"/>
              <a:gd name="T7" fmla="*/ 12 h 37"/>
              <a:gd name="T8" fmla="*/ 5 w 49"/>
              <a:gd name="T9" fmla="*/ 37 h 37"/>
              <a:gd name="T10" fmla="*/ 25 w 49"/>
              <a:gd name="T11" fmla="*/ 37 h 37"/>
              <a:gd name="T12" fmla="*/ 27 w 49"/>
              <a:gd name="T13" fmla="*/ 32 h 37"/>
              <a:gd name="T14" fmla="*/ 23 w 49"/>
              <a:gd name="T15" fmla="*/ 24 h 37"/>
              <a:gd name="T16" fmla="*/ 29 w 49"/>
              <a:gd name="T17" fmla="*/ 17 h 37"/>
              <a:gd name="T18" fmla="*/ 18 w 49"/>
              <a:gd name="T19" fmla="*/ 8 h 37"/>
              <a:gd name="T20" fmla="*/ 49 w 49"/>
              <a:gd name="T21" fmla="*/ 0 h 37"/>
              <a:gd name="T22" fmla="*/ 0 w 49"/>
              <a:gd name="T23" fmla="*/ 0 h 37"/>
              <a:gd name="T24" fmla="*/ 41 w 49"/>
              <a:gd name="T25" fmla="*/ 0 h 37"/>
              <a:gd name="T26" fmla="*/ 41 w 49"/>
              <a:gd name="T27" fmla="*/ 37 h 37"/>
              <a:gd name="T28" fmla="*/ 43 w 49"/>
              <a:gd name="T29" fmla="*/ 37 h 37"/>
              <a:gd name="T30" fmla="*/ 43 w 49"/>
              <a:gd name="T31" fmla="*/ 0 h 37"/>
              <a:gd name="T32" fmla="*/ 49 w 49"/>
              <a:gd name="T3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37">
                <a:moveTo>
                  <a:pt x="18" y="8"/>
                </a:moveTo>
                <a:cubicBezTo>
                  <a:pt x="8" y="8"/>
                  <a:pt x="8" y="8"/>
                  <a:pt x="8" y="8"/>
                </a:cubicBezTo>
                <a:cubicBezTo>
                  <a:pt x="7" y="12"/>
                  <a:pt x="7" y="12"/>
                  <a:pt x="7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5" y="37"/>
                  <a:pt x="5" y="37"/>
                  <a:pt x="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5"/>
                  <a:pt x="27" y="34"/>
                  <a:pt x="27" y="32"/>
                </a:cubicBezTo>
                <a:cubicBezTo>
                  <a:pt x="28" y="28"/>
                  <a:pt x="27" y="25"/>
                  <a:pt x="23" y="24"/>
                </a:cubicBezTo>
                <a:cubicBezTo>
                  <a:pt x="26" y="23"/>
                  <a:pt x="28" y="20"/>
                  <a:pt x="29" y="17"/>
                </a:cubicBezTo>
                <a:cubicBezTo>
                  <a:pt x="30" y="11"/>
                  <a:pt x="27" y="8"/>
                  <a:pt x="18" y="8"/>
                </a:cubicBezTo>
                <a:moveTo>
                  <a:pt x="49" y="0"/>
                </a:moveTo>
                <a:cubicBezTo>
                  <a:pt x="0" y="0"/>
                  <a:pt x="0" y="0"/>
                  <a:pt x="0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1" y="37"/>
                  <a:pt x="41" y="37"/>
                  <a:pt x="41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0"/>
                  <a:pt x="43" y="0"/>
                  <a:pt x="43" y="0"/>
                </a:cubicBezTo>
                <a:cubicBezTo>
                  <a:pt x="49" y="0"/>
                  <a:pt x="49" y="0"/>
                  <a:pt x="49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7" name="Freeform 387">
            <a:extLst>
              <a:ext uri="{FF2B5EF4-FFF2-40B4-BE49-F238E27FC236}">
                <a16:creationId xmlns:a16="http://schemas.microsoft.com/office/drawing/2014/main" id="{9E331E33-D42C-48BD-B747-668174EB1078}"/>
              </a:ext>
            </a:extLst>
          </p:cNvPr>
          <p:cNvSpPr>
            <a:spLocks noEditPoints="1"/>
          </p:cNvSpPr>
          <p:nvPr/>
        </p:nvSpPr>
        <p:spPr bwMode="auto">
          <a:xfrm>
            <a:off x="8762814" y="5124055"/>
            <a:ext cx="194034" cy="183423"/>
          </a:xfrm>
          <a:custGeom>
            <a:avLst/>
            <a:gdLst>
              <a:gd name="T0" fmla="*/ 24 w 48"/>
              <a:gd name="T1" fmla="*/ 41 h 45"/>
              <a:gd name="T2" fmla="*/ 20 w 48"/>
              <a:gd name="T3" fmla="*/ 45 h 45"/>
              <a:gd name="T4" fmla="*/ 26 w 48"/>
              <a:gd name="T5" fmla="*/ 45 h 45"/>
              <a:gd name="T6" fmla="*/ 27 w 48"/>
              <a:gd name="T7" fmla="*/ 43 h 45"/>
              <a:gd name="T8" fmla="*/ 24 w 48"/>
              <a:gd name="T9" fmla="*/ 41 h 45"/>
              <a:gd name="T10" fmla="*/ 48 w 48"/>
              <a:gd name="T11" fmla="*/ 21 h 45"/>
              <a:gd name="T12" fmla="*/ 47 w 48"/>
              <a:gd name="T13" fmla="*/ 45 h 45"/>
              <a:gd name="T14" fmla="*/ 47 w 48"/>
              <a:gd name="T15" fmla="*/ 45 h 45"/>
              <a:gd name="T16" fmla="*/ 48 w 48"/>
              <a:gd name="T17" fmla="*/ 45 h 45"/>
              <a:gd name="T18" fmla="*/ 48 w 48"/>
              <a:gd name="T19" fmla="*/ 21 h 45"/>
              <a:gd name="T20" fmla="*/ 21 w 48"/>
              <a:gd name="T21" fmla="*/ 16 h 45"/>
              <a:gd name="T22" fmla="*/ 5 w 48"/>
              <a:gd name="T23" fmla="*/ 33 h 45"/>
              <a:gd name="T24" fmla="*/ 6 w 48"/>
              <a:gd name="T25" fmla="*/ 45 h 45"/>
              <a:gd name="T26" fmla="*/ 11 w 48"/>
              <a:gd name="T27" fmla="*/ 45 h 45"/>
              <a:gd name="T28" fmla="*/ 10 w 48"/>
              <a:gd name="T29" fmla="*/ 33 h 45"/>
              <a:gd name="T30" fmla="*/ 21 w 48"/>
              <a:gd name="T31" fmla="*/ 20 h 45"/>
              <a:gd name="T32" fmla="*/ 26 w 48"/>
              <a:gd name="T33" fmla="*/ 25 h 45"/>
              <a:gd name="T34" fmla="*/ 30 w 48"/>
              <a:gd name="T35" fmla="*/ 23 h 45"/>
              <a:gd name="T36" fmla="*/ 21 w 48"/>
              <a:gd name="T37" fmla="*/ 16 h 45"/>
              <a:gd name="T38" fmla="*/ 46 w 48"/>
              <a:gd name="T39" fmla="*/ 0 h 45"/>
              <a:gd name="T40" fmla="*/ 40 w 48"/>
              <a:gd name="T41" fmla="*/ 8 h 45"/>
              <a:gd name="T42" fmla="*/ 0 w 48"/>
              <a:gd name="T43" fmla="*/ 8 h 45"/>
              <a:gd name="T44" fmla="*/ 41 w 48"/>
              <a:gd name="T45" fmla="*/ 8 h 45"/>
              <a:gd name="T46" fmla="*/ 41 w 48"/>
              <a:gd name="T47" fmla="*/ 45 h 45"/>
              <a:gd name="T48" fmla="*/ 41 w 48"/>
              <a:gd name="T49" fmla="*/ 8 h 45"/>
              <a:gd name="T50" fmla="*/ 46 w 48"/>
              <a:gd name="T5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8" h="45">
                <a:moveTo>
                  <a:pt x="24" y="41"/>
                </a:moveTo>
                <a:cubicBezTo>
                  <a:pt x="23" y="43"/>
                  <a:pt x="21" y="44"/>
                  <a:pt x="20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4"/>
                  <a:pt x="27" y="44"/>
                  <a:pt x="27" y="43"/>
                </a:cubicBezTo>
                <a:cubicBezTo>
                  <a:pt x="24" y="41"/>
                  <a:pt x="24" y="41"/>
                  <a:pt x="24" y="41"/>
                </a:cubicBezTo>
                <a:moveTo>
                  <a:pt x="48" y="21"/>
                </a:moveTo>
                <a:cubicBezTo>
                  <a:pt x="47" y="45"/>
                  <a:pt x="47" y="45"/>
                  <a:pt x="47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21"/>
                  <a:pt x="48" y="21"/>
                  <a:pt x="48" y="21"/>
                </a:cubicBezTo>
                <a:moveTo>
                  <a:pt x="21" y="16"/>
                </a:moveTo>
                <a:cubicBezTo>
                  <a:pt x="16" y="16"/>
                  <a:pt x="8" y="20"/>
                  <a:pt x="5" y="33"/>
                </a:cubicBezTo>
                <a:cubicBezTo>
                  <a:pt x="5" y="37"/>
                  <a:pt x="4" y="42"/>
                  <a:pt x="6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9" y="42"/>
                  <a:pt x="9" y="37"/>
                  <a:pt x="10" y="33"/>
                </a:cubicBezTo>
                <a:cubicBezTo>
                  <a:pt x="11" y="28"/>
                  <a:pt x="14" y="20"/>
                  <a:pt x="21" y="20"/>
                </a:cubicBezTo>
                <a:cubicBezTo>
                  <a:pt x="24" y="20"/>
                  <a:pt x="25" y="23"/>
                  <a:pt x="26" y="25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19"/>
                  <a:pt x="27" y="16"/>
                  <a:pt x="21" y="16"/>
                </a:cubicBezTo>
                <a:moveTo>
                  <a:pt x="46" y="0"/>
                </a:moveTo>
                <a:cubicBezTo>
                  <a:pt x="40" y="8"/>
                  <a:pt x="40" y="8"/>
                  <a:pt x="40" y="8"/>
                </a:cubicBezTo>
                <a:cubicBezTo>
                  <a:pt x="0" y="8"/>
                  <a:pt x="0" y="8"/>
                  <a:pt x="0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8"/>
                  <a:pt x="41" y="8"/>
                  <a:pt x="41" y="8"/>
                </a:cubicBezTo>
                <a:cubicBezTo>
                  <a:pt x="46" y="0"/>
                  <a:pt x="46" y="0"/>
                  <a:pt x="46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8" name="Freeform 388">
            <a:extLst>
              <a:ext uri="{FF2B5EF4-FFF2-40B4-BE49-F238E27FC236}">
                <a16:creationId xmlns:a16="http://schemas.microsoft.com/office/drawing/2014/main" id="{FB8C1EB6-E9AE-4C71-83E8-90B79EC84C8F}"/>
              </a:ext>
            </a:extLst>
          </p:cNvPr>
          <p:cNvSpPr>
            <a:spLocks noEditPoints="1"/>
          </p:cNvSpPr>
          <p:nvPr/>
        </p:nvSpPr>
        <p:spPr bwMode="auto">
          <a:xfrm>
            <a:off x="8620320" y="4954275"/>
            <a:ext cx="198582" cy="198582"/>
          </a:xfrm>
          <a:custGeom>
            <a:avLst/>
            <a:gdLst>
              <a:gd name="T0" fmla="*/ 0 w 131"/>
              <a:gd name="T1" fmla="*/ 0 h 131"/>
              <a:gd name="T2" fmla="*/ 0 w 131"/>
              <a:gd name="T3" fmla="*/ 131 h 131"/>
              <a:gd name="T4" fmla="*/ 131 w 131"/>
              <a:gd name="T5" fmla="*/ 131 h 131"/>
              <a:gd name="T6" fmla="*/ 131 w 131"/>
              <a:gd name="T7" fmla="*/ 0 h 131"/>
              <a:gd name="T8" fmla="*/ 0 w 131"/>
              <a:gd name="T9" fmla="*/ 0 h 131"/>
              <a:gd name="T10" fmla="*/ 78 w 131"/>
              <a:gd name="T11" fmla="*/ 118 h 131"/>
              <a:gd name="T12" fmla="*/ 78 w 131"/>
              <a:gd name="T13" fmla="*/ 88 h 131"/>
              <a:gd name="T14" fmla="*/ 54 w 131"/>
              <a:gd name="T15" fmla="*/ 88 h 131"/>
              <a:gd name="T16" fmla="*/ 38 w 131"/>
              <a:gd name="T17" fmla="*/ 118 h 131"/>
              <a:gd name="T18" fmla="*/ 30 w 131"/>
              <a:gd name="T19" fmla="*/ 115 h 131"/>
              <a:gd name="T20" fmla="*/ 72 w 131"/>
              <a:gd name="T21" fmla="*/ 24 h 131"/>
              <a:gd name="T22" fmla="*/ 83 w 131"/>
              <a:gd name="T23" fmla="*/ 24 h 131"/>
              <a:gd name="T24" fmla="*/ 88 w 131"/>
              <a:gd name="T25" fmla="*/ 115 h 131"/>
              <a:gd name="T26" fmla="*/ 78 w 131"/>
              <a:gd name="T27" fmla="*/ 11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1" h="131">
                <a:moveTo>
                  <a:pt x="0" y="0"/>
                </a:moveTo>
                <a:lnTo>
                  <a:pt x="0" y="131"/>
                </a:lnTo>
                <a:lnTo>
                  <a:pt x="131" y="131"/>
                </a:lnTo>
                <a:lnTo>
                  <a:pt x="131" y="0"/>
                </a:lnTo>
                <a:lnTo>
                  <a:pt x="0" y="0"/>
                </a:lnTo>
                <a:close/>
                <a:moveTo>
                  <a:pt x="78" y="118"/>
                </a:moveTo>
                <a:lnTo>
                  <a:pt x="78" y="88"/>
                </a:lnTo>
                <a:lnTo>
                  <a:pt x="54" y="88"/>
                </a:lnTo>
                <a:lnTo>
                  <a:pt x="38" y="118"/>
                </a:lnTo>
                <a:lnTo>
                  <a:pt x="30" y="115"/>
                </a:lnTo>
                <a:lnTo>
                  <a:pt x="72" y="24"/>
                </a:lnTo>
                <a:lnTo>
                  <a:pt x="83" y="24"/>
                </a:lnTo>
                <a:lnTo>
                  <a:pt x="88" y="115"/>
                </a:lnTo>
                <a:lnTo>
                  <a:pt x="78" y="1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39" name="Freeform 389">
            <a:extLst>
              <a:ext uri="{FF2B5EF4-FFF2-40B4-BE49-F238E27FC236}">
                <a16:creationId xmlns:a16="http://schemas.microsoft.com/office/drawing/2014/main" id="{06CBB611-6C1A-4DC3-B56A-412EBF1DF434}"/>
              </a:ext>
            </a:extLst>
          </p:cNvPr>
          <p:cNvSpPr>
            <a:spLocks noEditPoints="1"/>
          </p:cNvSpPr>
          <p:nvPr/>
        </p:nvSpPr>
        <p:spPr bwMode="auto">
          <a:xfrm>
            <a:off x="8620320" y="4954275"/>
            <a:ext cx="198582" cy="198582"/>
          </a:xfrm>
          <a:custGeom>
            <a:avLst/>
            <a:gdLst>
              <a:gd name="T0" fmla="*/ 0 w 131"/>
              <a:gd name="T1" fmla="*/ 0 h 131"/>
              <a:gd name="T2" fmla="*/ 0 w 131"/>
              <a:gd name="T3" fmla="*/ 131 h 131"/>
              <a:gd name="T4" fmla="*/ 131 w 131"/>
              <a:gd name="T5" fmla="*/ 131 h 131"/>
              <a:gd name="T6" fmla="*/ 131 w 131"/>
              <a:gd name="T7" fmla="*/ 0 h 131"/>
              <a:gd name="T8" fmla="*/ 0 w 131"/>
              <a:gd name="T9" fmla="*/ 0 h 131"/>
              <a:gd name="T10" fmla="*/ 78 w 131"/>
              <a:gd name="T11" fmla="*/ 118 h 131"/>
              <a:gd name="T12" fmla="*/ 78 w 131"/>
              <a:gd name="T13" fmla="*/ 88 h 131"/>
              <a:gd name="T14" fmla="*/ 54 w 131"/>
              <a:gd name="T15" fmla="*/ 88 h 131"/>
              <a:gd name="T16" fmla="*/ 38 w 131"/>
              <a:gd name="T17" fmla="*/ 118 h 131"/>
              <a:gd name="T18" fmla="*/ 30 w 131"/>
              <a:gd name="T19" fmla="*/ 115 h 131"/>
              <a:gd name="T20" fmla="*/ 72 w 131"/>
              <a:gd name="T21" fmla="*/ 24 h 131"/>
              <a:gd name="T22" fmla="*/ 83 w 131"/>
              <a:gd name="T23" fmla="*/ 24 h 131"/>
              <a:gd name="T24" fmla="*/ 88 w 131"/>
              <a:gd name="T25" fmla="*/ 115 h 131"/>
              <a:gd name="T26" fmla="*/ 78 w 131"/>
              <a:gd name="T27" fmla="*/ 11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1" h="131">
                <a:moveTo>
                  <a:pt x="0" y="0"/>
                </a:moveTo>
                <a:lnTo>
                  <a:pt x="0" y="131"/>
                </a:lnTo>
                <a:lnTo>
                  <a:pt x="131" y="131"/>
                </a:lnTo>
                <a:lnTo>
                  <a:pt x="131" y="0"/>
                </a:lnTo>
                <a:lnTo>
                  <a:pt x="0" y="0"/>
                </a:lnTo>
                <a:moveTo>
                  <a:pt x="78" y="118"/>
                </a:moveTo>
                <a:lnTo>
                  <a:pt x="78" y="88"/>
                </a:lnTo>
                <a:lnTo>
                  <a:pt x="54" y="88"/>
                </a:lnTo>
                <a:lnTo>
                  <a:pt x="38" y="118"/>
                </a:lnTo>
                <a:lnTo>
                  <a:pt x="30" y="115"/>
                </a:lnTo>
                <a:lnTo>
                  <a:pt x="72" y="24"/>
                </a:lnTo>
                <a:lnTo>
                  <a:pt x="83" y="24"/>
                </a:lnTo>
                <a:lnTo>
                  <a:pt x="88" y="115"/>
                </a:lnTo>
                <a:lnTo>
                  <a:pt x="78" y="118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0" name="Freeform 390">
            <a:extLst>
              <a:ext uri="{FF2B5EF4-FFF2-40B4-BE49-F238E27FC236}">
                <a16:creationId xmlns:a16="http://schemas.microsoft.com/office/drawing/2014/main" id="{D5720D0A-87F4-411B-9416-C8B6EA93EA37}"/>
              </a:ext>
            </a:extLst>
          </p:cNvPr>
          <p:cNvSpPr>
            <a:spLocks/>
          </p:cNvSpPr>
          <p:nvPr/>
        </p:nvSpPr>
        <p:spPr bwMode="auto">
          <a:xfrm>
            <a:off x="8705210" y="5007331"/>
            <a:ext cx="33350" cy="65183"/>
          </a:xfrm>
          <a:custGeom>
            <a:avLst/>
            <a:gdLst>
              <a:gd name="T0" fmla="*/ 19 w 22"/>
              <a:gd name="T1" fmla="*/ 0 h 43"/>
              <a:gd name="T2" fmla="*/ 0 w 22"/>
              <a:gd name="T3" fmla="*/ 43 h 43"/>
              <a:gd name="T4" fmla="*/ 22 w 22"/>
              <a:gd name="T5" fmla="*/ 43 h 43"/>
              <a:gd name="T6" fmla="*/ 19 w 22"/>
              <a:gd name="T7" fmla="*/ 0 h 43"/>
              <a:gd name="T8" fmla="*/ 19 w 22"/>
              <a:gd name="T9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43">
                <a:moveTo>
                  <a:pt x="19" y="0"/>
                </a:moveTo>
                <a:lnTo>
                  <a:pt x="0" y="43"/>
                </a:lnTo>
                <a:lnTo>
                  <a:pt x="22" y="43"/>
                </a:lnTo>
                <a:lnTo>
                  <a:pt x="19" y="0"/>
                </a:lnTo>
                <a:lnTo>
                  <a:pt x="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1" name="Freeform 391">
            <a:extLst>
              <a:ext uri="{FF2B5EF4-FFF2-40B4-BE49-F238E27FC236}">
                <a16:creationId xmlns:a16="http://schemas.microsoft.com/office/drawing/2014/main" id="{ED493D6E-E317-4151-839C-2A994A3DB960}"/>
              </a:ext>
            </a:extLst>
          </p:cNvPr>
          <p:cNvSpPr>
            <a:spLocks/>
          </p:cNvSpPr>
          <p:nvPr/>
        </p:nvSpPr>
        <p:spPr bwMode="auto">
          <a:xfrm>
            <a:off x="8591518" y="5266549"/>
            <a:ext cx="57604" cy="43961"/>
          </a:xfrm>
          <a:custGeom>
            <a:avLst/>
            <a:gdLst>
              <a:gd name="T0" fmla="*/ 9 w 14"/>
              <a:gd name="T1" fmla="*/ 0 h 11"/>
              <a:gd name="T2" fmla="*/ 2 w 14"/>
              <a:gd name="T3" fmla="*/ 0 h 11"/>
              <a:gd name="T4" fmla="*/ 0 w 14"/>
              <a:gd name="T5" fmla="*/ 11 h 11"/>
              <a:gd name="T6" fmla="*/ 5 w 14"/>
              <a:gd name="T7" fmla="*/ 11 h 11"/>
              <a:gd name="T8" fmla="*/ 14 w 14"/>
              <a:gd name="T9" fmla="*/ 6 h 11"/>
              <a:gd name="T10" fmla="*/ 9 w 14"/>
              <a:gd name="T11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11">
                <a:moveTo>
                  <a:pt x="9" y="0"/>
                </a:moveTo>
                <a:cubicBezTo>
                  <a:pt x="2" y="0"/>
                  <a:pt x="2" y="0"/>
                  <a:pt x="2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9" y="11"/>
                  <a:pt x="13" y="10"/>
                  <a:pt x="14" y="6"/>
                </a:cubicBezTo>
                <a:cubicBezTo>
                  <a:pt x="14" y="2"/>
                  <a:pt x="13" y="0"/>
                  <a:pt x="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2" name="Freeform 392">
            <a:extLst>
              <a:ext uri="{FF2B5EF4-FFF2-40B4-BE49-F238E27FC236}">
                <a16:creationId xmlns:a16="http://schemas.microsoft.com/office/drawing/2014/main" id="{E20B9BFB-2DC1-4395-8C3E-B1DCC4906534}"/>
              </a:ext>
            </a:extLst>
          </p:cNvPr>
          <p:cNvSpPr>
            <a:spLocks/>
          </p:cNvSpPr>
          <p:nvPr/>
        </p:nvSpPr>
        <p:spPr bwMode="auto">
          <a:xfrm>
            <a:off x="8603645" y="5205913"/>
            <a:ext cx="53056" cy="43961"/>
          </a:xfrm>
          <a:custGeom>
            <a:avLst/>
            <a:gdLst>
              <a:gd name="T0" fmla="*/ 7 w 13"/>
              <a:gd name="T1" fmla="*/ 0 h 11"/>
              <a:gd name="T2" fmla="*/ 3 w 13"/>
              <a:gd name="T3" fmla="*/ 0 h 11"/>
              <a:gd name="T4" fmla="*/ 0 w 13"/>
              <a:gd name="T5" fmla="*/ 11 h 11"/>
              <a:gd name="T6" fmla="*/ 5 w 13"/>
              <a:gd name="T7" fmla="*/ 11 h 11"/>
              <a:gd name="T8" fmla="*/ 12 w 13"/>
              <a:gd name="T9" fmla="*/ 5 h 11"/>
              <a:gd name="T10" fmla="*/ 7 w 13"/>
              <a:gd name="T11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" h="11">
                <a:moveTo>
                  <a:pt x="7" y="0"/>
                </a:moveTo>
                <a:cubicBezTo>
                  <a:pt x="3" y="0"/>
                  <a:pt x="3" y="0"/>
                  <a:pt x="3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9" y="11"/>
                  <a:pt x="11" y="8"/>
                  <a:pt x="12" y="5"/>
                </a:cubicBezTo>
                <a:cubicBezTo>
                  <a:pt x="13" y="1"/>
                  <a:pt x="10" y="0"/>
                  <a:pt x="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3" name="Freeform 393">
            <a:extLst>
              <a:ext uri="{FF2B5EF4-FFF2-40B4-BE49-F238E27FC236}">
                <a16:creationId xmlns:a16="http://schemas.microsoft.com/office/drawing/2014/main" id="{5811E3B0-DD3B-4694-A621-8C12E3BDDE4F}"/>
              </a:ext>
            </a:extLst>
          </p:cNvPr>
          <p:cNvSpPr>
            <a:spLocks noEditPoints="1"/>
          </p:cNvSpPr>
          <p:nvPr/>
        </p:nvSpPr>
        <p:spPr bwMode="auto">
          <a:xfrm>
            <a:off x="8523303" y="5157405"/>
            <a:ext cx="198582" cy="203129"/>
          </a:xfrm>
          <a:custGeom>
            <a:avLst/>
            <a:gdLst>
              <a:gd name="T0" fmla="*/ 0 w 49"/>
              <a:gd name="T1" fmla="*/ 0 h 50"/>
              <a:gd name="T2" fmla="*/ 0 w 49"/>
              <a:gd name="T3" fmla="*/ 50 h 50"/>
              <a:gd name="T4" fmla="*/ 49 w 49"/>
              <a:gd name="T5" fmla="*/ 50 h 50"/>
              <a:gd name="T6" fmla="*/ 49 w 49"/>
              <a:gd name="T7" fmla="*/ 0 h 50"/>
              <a:gd name="T8" fmla="*/ 0 w 49"/>
              <a:gd name="T9" fmla="*/ 0 h 50"/>
              <a:gd name="T10" fmla="*/ 37 w 49"/>
              <a:gd name="T11" fmla="*/ 17 h 50"/>
              <a:gd name="T12" fmla="*/ 31 w 49"/>
              <a:gd name="T13" fmla="*/ 24 h 50"/>
              <a:gd name="T14" fmla="*/ 35 w 49"/>
              <a:gd name="T15" fmla="*/ 32 h 50"/>
              <a:gd name="T16" fmla="*/ 22 w 49"/>
              <a:gd name="T17" fmla="*/ 42 h 50"/>
              <a:gd name="T18" fmla="*/ 8 w 49"/>
              <a:gd name="T19" fmla="*/ 42 h 50"/>
              <a:gd name="T20" fmla="*/ 9 w 49"/>
              <a:gd name="T21" fmla="*/ 38 h 50"/>
              <a:gd name="T22" fmla="*/ 13 w 49"/>
              <a:gd name="T23" fmla="*/ 38 h 50"/>
              <a:gd name="T24" fmla="*/ 18 w 49"/>
              <a:gd name="T25" fmla="*/ 12 h 50"/>
              <a:gd name="T26" fmla="*/ 15 w 49"/>
              <a:gd name="T27" fmla="*/ 12 h 50"/>
              <a:gd name="T28" fmla="*/ 16 w 49"/>
              <a:gd name="T29" fmla="*/ 8 h 50"/>
              <a:gd name="T30" fmla="*/ 26 w 49"/>
              <a:gd name="T31" fmla="*/ 8 h 50"/>
              <a:gd name="T32" fmla="*/ 37 w 49"/>
              <a:gd name="T33" fmla="*/ 1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50">
                <a:moveTo>
                  <a:pt x="0" y="0"/>
                </a:moveTo>
                <a:cubicBezTo>
                  <a:pt x="0" y="50"/>
                  <a:pt x="0" y="50"/>
                  <a:pt x="0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0"/>
                  <a:pt x="49" y="0"/>
                  <a:pt x="49" y="0"/>
                </a:cubicBezTo>
                <a:cubicBezTo>
                  <a:pt x="0" y="0"/>
                  <a:pt x="0" y="0"/>
                  <a:pt x="0" y="0"/>
                </a:cubicBezTo>
                <a:moveTo>
                  <a:pt x="37" y="17"/>
                </a:moveTo>
                <a:cubicBezTo>
                  <a:pt x="36" y="20"/>
                  <a:pt x="34" y="23"/>
                  <a:pt x="31" y="24"/>
                </a:cubicBezTo>
                <a:cubicBezTo>
                  <a:pt x="35" y="25"/>
                  <a:pt x="36" y="28"/>
                  <a:pt x="35" y="32"/>
                </a:cubicBezTo>
                <a:cubicBezTo>
                  <a:pt x="34" y="38"/>
                  <a:pt x="29" y="42"/>
                  <a:pt x="22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9" y="38"/>
                  <a:pt x="9" y="38"/>
                  <a:pt x="9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8" y="12"/>
                  <a:pt x="18" y="12"/>
                  <a:pt x="18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8"/>
                  <a:pt x="16" y="8"/>
                  <a:pt x="1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5" y="8"/>
                  <a:pt x="38" y="11"/>
                  <a:pt x="37" y="17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4" name="Freeform 394">
            <a:extLst>
              <a:ext uri="{FF2B5EF4-FFF2-40B4-BE49-F238E27FC236}">
                <a16:creationId xmlns:a16="http://schemas.microsoft.com/office/drawing/2014/main" id="{0E285B71-21C0-4D4E-9642-A75DA0B19509}"/>
              </a:ext>
            </a:extLst>
          </p:cNvPr>
          <p:cNvSpPr>
            <a:spLocks noEditPoints="1"/>
          </p:cNvSpPr>
          <p:nvPr/>
        </p:nvSpPr>
        <p:spPr bwMode="auto">
          <a:xfrm>
            <a:off x="8729464" y="5157405"/>
            <a:ext cx="198582" cy="203129"/>
          </a:xfrm>
          <a:custGeom>
            <a:avLst/>
            <a:gdLst>
              <a:gd name="T0" fmla="*/ 0 w 49"/>
              <a:gd name="T1" fmla="*/ 0 h 50"/>
              <a:gd name="T2" fmla="*/ 0 w 49"/>
              <a:gd name="T3" fmla="*/ 50 h 50"/>
              <a:gd name="T4" fmla="*/ 49 w 49"/>
              <a:gd name="T5" fmla="*/ 50 h 50"/>
              <a:gd name="T6" fmla="*/ 49 w 49"/>
              <a:gd name="T7" fmla="*/ 0 h 50"/>
              <a:gd name="T8" fmla="*/ 0 w 49"/>
              <a:gd name="T9" fmla="*/ 0 h 50"/>
              <a:gd name="T10" fmla="*/ 23 w 49"/>
              <a:gd name="T11" fmla="*/ 38 h 50"/>
              <a:gd name="T12" fmla="*/ 32 w 49"/>
              <a:gd name="T13" fmla="*/ 33 h 50"/>
              <a:gd name="T14" fmla="*/ 35 w 49"/>
              <a:gd name="T15" fmla="*/ 35 h 50"/>
              <a:gd name="T16" fmla="*/ 22 w 49"/>
              <a:gd name="T17" fmla="*/ 42 h 50"/>
              <a:gd name="T18" fmla="*/ 13 w 49"/>
              <a:gd name="T19" fmla="*/ 25 h 50"/>
              <a:gd name="T20" fmla="*/ 29 w 49"/>
              <a:gd name="T21" fmla="*/ 8 h 50"/>
              <a:gd name="T22" fmla="*/ 38 w 49"/>
              <a:gd name="T23" fmla="*/ 15 h 50"/>
              <a:gd name="T24" fmla="*/ 34 w 49"/>
              <a:gd name="T25" fmla="*/ 17 h 50"/>
              <a:gd name="T26" fmla="*/ 29 w 49"/>
              <a:gd name="T27" fmla="*/ 12 h 50"/>
              <a:gd name="T28" fmla="*/ 18 w 49"/>
              <a:gd name="T29" fmla="*/ 25 h 50"/>
              <a:gd name="T30" fmla="*/ 23 w 49"/>
              <a:gd name="T31" fmla="*/ 3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9" h="50">
                <a:moveTo>
                  <a:pt x="0" y="0"/>
                </a:moveTo>
                <a:cubicBezTo>
                  <a:pt x="0" y="50"/>
                  <a:pt x="0" y="50"/>
                  <a:pt x="0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0"/>
                  <a:pt x="49" y="0"/>
                  <a:pt x="49" y="0"/>
                </a:cubicBezTo>
                <a:cubicBezTo>
                  <a:pt x="0" y="0"/>
                  <a:pt x="0" y="0"/>
                  <a:pt x="0" y="0"/>
                </a:cubicBezTo>
                <a:moveTo>
                  <a:pt x="23" y="38"/>
                </a:moveTo>
                <a:cubicBezTo>
                  <a:pt x="27" y="38"/>
                  <a:pt x="29" y="36"/>
                  <a:pt x="32" y="33"/>
                </a:cubicBezTo>
                <a:cubicBezTo>
                  <a:pt x="35" y="35"/>
                  <a:pt x="35" y="35"/>
                  <a:pt x="35" y="35"/>
                </a:cubicBezTo>
                <a:cubicBezTo>
                  <a:pt x="31" y="40"/>
                  <a:pt x="28" y="42"/>
                  <a:pt x="22" y="42"/>
                </a:cubicBezTo>
                <a:cubicBezTo>
                  <a:pt x="13" y="42"/>
                  <a:pt x="12" y="34"/>
                  <a:pt x="13" y="25"/>
                </a:cubicBezTo>
                <a:cubicBezTo>
                  <a:pt x="16" y="12"/>
                  <a:pt x="24" y="8"/>
                  <a:pt x="29" y="8"/>
                </a:cubicBezTo>
                <a:cubicBezTo>
                  <a:pt x="35" y="8"/>
                  <a:pt x="37" y="11"/>
                  <a:pt x="38" y="15"/>
                </a:cubicBezTo>
                <a:cubicBezTo>
                  <a:pt x="34" y="17"/>
                  <a:pt x="34" y="17"/>
                  <a:pt x="34" y="17"/>
                </a:cubicBezTo>
                <a:cubicBezTo>
                  <a:pt x="33" y="15"/>
                  <a:pt x="32" y="12"/>
                  <a:pt x="29" y="12"/>
                </a:cubicBezTo>
                <a:cubicBezTo>
                  <a:pt x="22" y="12"/>
                  <a:pt x="19" y="20"/>
                  <a:pt x="18" y="25"/>
                </a:cubicBezTo>
                <a:cubicBezTo>
                  <a:pt x="17" y="30"/>
                  <a:pt x="16" y="38"/>
                  <a:pt x="23" y="38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5" name="Freeform 395">
            <a:extLst>
              <a:ext uri="{FF2B5EF4-FFF2-40B4-BE49-F238E27FC236}">
                <a16:creationId xmlns:a16="http://schemas.microsoft.com/office/drawing/2014/main" id="{FE848AC4-0595-42A8-80B6-529A64A8E72E}"/>
              </a:ext>
            </a:extLst>
          </p:cNvPr>
          <p:cNvSpPr>
            <a:spLocks noEditPoints="1"/>
          </p:cNvSpPr>
          <p:nvPr/>
        </p:nvSpPr>
        <p:spPr bwMode="auto">
          <a:xfrm>
            <a:off x="8523303" y="5108896"/>
            <a:ext cx="433545" cy="48509"/>
          </a:xfrm>
          <a:custGeom>
            <a:avLst/>
            <a:gdLst>
              <a:gd name="T0" fmla="*/ 158 w 286"/>
              <a:gd name="T1" fmla="*/ 29 h 32"/>
              <a:gd name="T2" fmla="*/ 152 w 286"/>
              <a:gd name="T3" fmla="*/ 29 h 32"/>
              <a:gd name="T4" fmla="*/ 152 w 286"/>
              <a:gd name="T5" fmla="*/ 32 h 32"/>
              <a:gd name="T6" fmla="*/ 158 w 286"/>
              <a:gd name="T7" fmla="*/ 32 h 32"/>
              <a:gd name="T8" fmla="*/ 158 w 286"/>
              <a:gd name="T9" fmla="*/ 29 h 32"/>
              <a:gd name="T10" fmla="*/ 64 w 286"/>
              <a:gd name="T11" fmla="*/ 0 h 32"/>
              <a:gd name="T12" fmla="*/ 21 w 286"/>
              <a:gd name="T13" fmla="*/ 0 h 32"/>
              <a:gd name="T14" fmla="*/ 0 w 286"/>
              <a:gd name="T15" fmla="*/ 32 h 32"/>
              <a:gd name="T16" fmla="*/ 21 w 286"/>
              <a:gd name="T17" fmla="*/ 32 h 32"/>
              <a:gd name="T18" fmla="*/ 21 w 286"/>
              <a:gd name="T19" fmla="*/ 0 h 32"/>
              <a:gd name="T20" fmla="*/ 64 w 286"/>
              <a:gd name="T21" fmla="*/ 0 h 32"/>
              <a:gd name="T22" fmla="*/ 64 w 286"/>
              <a:gd name="T23" fmla="*/ 0 h 32"/>
              <a:gd name="T24" fmla="*/ 110 w 286"/>
              <a:gd name="T25" fmla="*/ 0 h 32"/>
              <a:gd name="T26" fmla="*/ 102 w 286"/>
              <a:gd name="T27" fmla="*/ 0 h 32"/>
              <a:gd name="T28" fmla="*/ 99 w 286"/>
              <a:gd name="T29" fmla="*/ 0 h 32"/>
              <a:gd name="T30" fmla="*/ 110 w 286"/>
              <a:gd name="T31" fmla="*/ 0 h 32"/>
              <a:gd name="T32" fmla="*/ 110 w 286"/>
              <a:gd name="T33" fmla="*/ 0 h 32"/>
              <a:gd name="T34" fmla="*/ 152 w 286"/>
              <a:gd name="T35" fmla="*/ 0 h 32"/>
              <a:gd name="T36" fmla="*/ 142 w 286"/>
              <a:gd name="T37" fmla="*/ 0 h 32"/>
              <a:gd name="T38" fmla="*/ 142 w 286"/>
              <a:gd name="T39" fmla="*/ 0 h 32"/>
              <a:gd name="T40" fmla="*/ 152 w 286"/>
              <a:gd name="T41" fmla="*/ 0 h 32"/>
              <a:gd name="T42" fmla="*/ 152 w 286"/>
              <a:gd name="T43" fmla="*/ 0 h 32"/>
              <a:gd name="T44" fmla="*/ 286 w 286"/>
              <a:gd name="T45" fmla="*/ 0 h 32"/>
              <a:gd name="T46" fmla="*/ 211 w 286"/>
              <a:gd name="T47" fmla="*/ 0 h 32"/>
              <a:gd name="T48" fmla="*/ 208 w 286"/>
              <a:gd name="T49" fmla="*/ 0 h 32"/>
              <a:gd name="T50" fmla="*/ 286 w 286"/>
              <a:gd name="T51" fmla="*/ 0 h 32"/>
              <a:gd name="T52" fmla="*/ 286 w 286"/>
              <a:gd name="T53" fmla="*/ 2 h 32"/>
              <a:gd name="T54" fmla="*/ 286 w 286"/>
              <a:gd name="T55" fmla="*/ 0 h 32"/>
              <a:gd name="T56" fmla="*/ 286 w 286"/>
              <a:gd name="T57" fmla="*/ 0 h 32"/>
              <a:gd name="T58" fmla="*/ 286 w 286"/>
              <a:gd name="T5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86" h="32">
                <a:moveTo>
                  <a:pt x="158" y="29"/>
                </a:moveTo>
                <a:lnTo>
                  <a:pt x="152" y="29"/>
                </a:lnTo>
                <a:lnTo>
                  <a:pt x="152" y="32"/>
                </a:lnTo>
                <a:lnTo>
                  <a:pt x="158" y="32"/>
                </a:lnTo>
                <a:lnTo>
                  <a:pt x="158" y="29"/>
                </a:lnTo>
                <a:close/>
                <a:moveTo>
                  <a:pt x="64" y="0"/>
                </a:moveTo>
                <a:lnTo>
                  <a:pt x="21" y="0"/>
                </a:lnTo>
                <a:lnTo>
                  <a:pt x="0" y="32"/>
                </a:lnTo>
                <a:lnTo>
                  <a:pt x="21" y="32"/>
                </a:lnTo>
                <a:lnTo>
                  <a:pt x="21" y="0"/>
                </a:lnTo>
                <a:lnTo>
                  <a:pt x="64" y="0"/>
                </a:lnTo>
                <a:lnTo>
                  <a:pt x="64" y="0"/>
                </a:lnTo>
                <a:close/>
                <a:moveTo>
                  <a:pt x="110" y="0"/>
                </a:moveTo>
                <a:lnTo>
                  <a:pt x="102" y="0"/>
                </a:lnTo>
                <a:lnTo>
                  <a:pt x="99" y="0"/>
                </a:lnTo>
                <a:lnTo>
                  <a:pt x="110" y="0"/>
                </a:lnTo>
                <a:lnTo>
                  <a:pt x="110" y="0"/>
                </a:lnTo>
                <a:close/>
                <a:moveTo>
                  <a:pt x="152" y="0"/>
                </a:moveTo>
                <a:lnTo>
                  <a:pt x="142" y="0"/>
                </a:lnTo>
                <a:lnTo>
                  <a:pt x="142" y="0"/>
                </a:lnTo>
                <a:lnTo>
                  <a:pt x="152" y="0"/>
                </a:lnTo>
                <a:lnTo>
                  <a:pt x="152" y="0"/>
                </a:lnTo>
                <a:close/>
                <a:moveTo>
                  <a:pt x="286" y="0"/>
                </a:moveTo>
                <a:lnTo>
                  <a:pt x="211" y="0"/>
                </a:lnTo>
                <a:lnTo>
                  <a:pt x="208" y="0"/>
                </a:lnTo>
                <a:lnTo>
                  <a:pt x="286" y="0"/>
                </a:lnTo>
                <a:lnTo>
                  <a:pt x="286" y="2"/>
                </a:lnTo>
                <a:lnTo>
                  <a:pt x="286" y="0"/>
                </a:lnTo>
                <a:lnTo>
                  <a:pt x="286" y="0"/>
                </a:lnTo>
                <a:lnTo>
                  <a:pt x="28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6" name="Freeform 396">
            <a:extLst>
              <a:ext uri="{FF2B5EF4-FFF2-40B4-BE49-F238E27FC236}">
                <a16:creationId xmlns:a16="http://schemas.microsoft.com/office/drawing/2014/main" id="{324BD5FE-47FC-46E2-8D63-0CCD220D1713}"/>
              </a:ext>
            </a:extLst>
          </p:cNvPr>
          <p:cNvSpPr>
            <a:spLocks noEditPoints="1"/>
          </p:cNvSpPr>
          <p:nvPr/>
        </p:nvSpPr>
        <p:spPr bwMode="auto">
          <a:xfrm>
            <a:off x="8523303" y="5108896"/>
            <a:ext cx="433545" cy="48509"/>
          </a:xfrm>
          <a:custGeom>
            <a:avLst/>
            <a:gdLst>
              <a:gd name="T0" fmla="*/ 158 w 286"/>
              <a:gd name="T1" fmla="*/ 29 h 32"/>
              <a:gd name="T2" fmla="*/ 152 w 286"/>
              <a:gd name="T3" fmla="*/ 29 h 32"/>
              <a:gd name="T4" fmla="*/ 152 w 286"/>
              <a:gd name="T5" fmla="*/ 32 h 32"/>
              <a:gd name="T6" fmla="*/ 158 w 286"/>
              <a:gd name="T7" fmla="*/ 32 h 32"/>
              <a:gd name="T8" fmla="*/ 158 w 286"/>
              <a:gd name="T9" fmla="*/ 29 h 32"/>
              <a:gd name="T10" fmla="*/ 64 w 286"/>
              <a:gd name="T11" fmla="*/ 0 h 32"/>
              <a:gd name="T12" fmla="*/ 21 w 286"/>
              <a:gd name="T13" fmla="*/ 0 h 32"/>
              <a:gd name="T14" fmla="*/ 0 w 286"/>
              <a:gd name="T15" fmla="*/ 32 h 32"/>
              <a:gd name="T16" fmla="*/ 21 w 286"/>
              <a:gd name="T17" fmla="*/ 32 h 32"/>
              <a:gd name="T18" fmla="*/ 21 w 286"/>
              <a:gd name="T19" fmla="*/ 0 h 32"/>
              <a:gd name="T20" fmla="*/ 64 w 286"/>
              <a:gd name="T21" fmla="*/ 0 h 32"/>
              <a:gd name="T22" fmla="*/ 64 w 286"/>
              <a:gd name="T23" fmla="*/ 0 h 32"/>
              <a:gd name="T24" fmla="*/ 110 w 286"/>
              <a:gd name="T25" fmla="*/ 0 h 32"/>
              <a:gd name="T26" fmla="*/ 102 w 286"/>
              <a:gd name="T27" fmla="*/ 0 h 32"/>
              <a:gd name="T28" fmla="*/ 99 w 286"/>
              <a:gd name="T29" fmla="*/ 0 h 32"/>
              <a:gd name="T30" fmla="*/ 110 w 286"/>
              <a:gd name="T31" fmla="*/ 0 h 32"/>
              <a:gd name="T32" fmla="*/ 110 w 286"/>
              <a:gd name="T33" fmla="*/ 0 h 32"/>
              <a:gd name="T34" fmla="*/ 152 w 286"/>
              <a:gd name="T35" fmla="*/ 0 h 32"/>
              <a:gd name="T36" fmla="*/ 142 w 286"/>
              <a:gd name="T37" fmla="*/ 0 h 32"/>
              <a:gd name="T38" fmla="*/ 142 w 286"/>
              <a:gd name="T39" fmla="*/ 0 h 32"/>
              <a:gd name="T40" fmla="*/ 152 w 286"/>
              <a:gd name="T41" fmla="*/ 0 h 32"/>
              <a:gd name="T42" fmla="*/ 152 w 286"/>
              <a:gd name="T43" fmla="*/ 0 h 32"/>
              <a:gd name="T44" fmla="*/ 286 w 286"/>
              <a:gd name="T45" fmla="*/ 0 h 32"/>
              <a:gd name="T46" fmla="*/ 211 w 286"/>
              <a:gd name="T47" fmla="*/ 0 h 32"/>
              <a:gd name="T48" fmla="*/ 208 w 286"/>
              <a:gd name="T49" fmla="*/ 0 h 32"/>
              <a:gd name="T50" fmla="*/ 286 w 286"/>
              <a:gd name="T51" fmla="*/ 0 h 32"/>
              <a:gd name="T52" fmla="*/ 286 w 286"/>
              <a:gd name="T53" fmla="*/ 2 h 32"/>
              <a:gd name="T54" fmla="*/ 286 w 286"/>
              <a:gd name="T55" fmla="*/ 0 h 32"/>
              <a:gd name="T56" fmla="*/ 286 w 286"/>
              <a:gd name="T57" fmla="*/ 0 h 32"/>
              <a:gd name="T58" fmla="*/ 286 w 286"/>
              <a:gd name="T5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86" h="32">
                <a:moveTo>
                  <a:pt x="158" y="29"/>
                </a:moveTo>
                <a:lnTo>
                  <a:pt x="152" y="29"/>
                </a:lnTo>
                <a:lnTo>
                  <a:pt x="152" y="32"/>
                </a:lnTo>
                <a:lnTo>
                  <a:pt x="158" y="32"/>
                </a:lnTo>
                <a:lnTo>
                  <a:pt x="158" y="29"/>
                </a:lnTo>
                <a:moveTo>
                  <a:pt x="64" y="0"/>
                </a:moveTo>
                <a:lnTo>
                  <a:pt x="21" y="0"/>
                </a:lnTo>
                <a:lnTo>
                  <a:pt x="0" y="32"/>
                </a:lnTo>
                <a:lnTo>
                  <a:pt x="21" y="32"/>
                </a:lnTo>
                <a:lnTo>
                  <a:pt x="21" y="0"/>
                </a:lnTo>
                <a:lnTo>
                  <a:pt x="64" y="0"/>
                </a:lnTo>
                <a:lnTo>
                  <a:pt x="64" y="0"/>
                </a:lnTo>
                <a:moveTo>
                  <a:pt x="110" y="0"/>
                </a:moveTo>
                <a:lnTo>
                  <a:pt x="102" y="0"/>
                </a:lnTo>
                <a:lnTo>
                  <a:pt x="99" y="0"/>
                </a:lnTo>
                <a:lnTo>
                  <a:pt x="110" y="0"/>
                </a:lnTo>
                <a:lnTo>
                  <a:pt x="110" y="0"/>
                </a:lnTo>
                <a:moveTo>
                  <a:pt x="152" y="0"/>
                </a:moveTo>
                <a:lnTo>
                  <a:pt x="142" y="0"/>
                </a:lnTo>
                <a:lnTo>
                  <a:pt x="142" y="0"/>
                </a:lnTo>
                <a:lnTo>
                  <a:pt x="152" y="0"/>
                </a:lnTo>
                <a:lnTo>
                  <a:pt x="152" y="0"/>
                </a:lnTo>
                <a:moveTo>
                  <a:pt x="286" y="0"/>
                </a:moveTo>
                <a:lnTo>
                  <a:pt x="211" y="0"/>
                </a:lnTo>
                <a:lnTo>
                  <a:pt x="208" y="0"/>
                </a:lnTo>
                <a:lnTo>
                  <a:pt x="286" y="0"/>
                </a:lnTo>
                <a:lnTo>
                  <a:pt x="286" y="2"/>
                </a:lnTo>
                <a:lnTo>
                  <a:pt x="286" y="0"/>
                </a:lnTo>
                <a:lnTo>
                  <a:pt x="286" y="0"/>
                </a:lnTo>
                <a:lnTo>
                  <a:pt x="28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7" name="Freeform 397">
            <a:extLst>
              <a:ext uri="{FF2B5EF4-FFF2-40B4-BE49-F238E27FC236}">
                <a16:creationId xmlns:a16="http://schemas.microsoft.com/office/drawing/2014/main" id="{058B785F-1040-48A6-9877-497559D086C3}"/>
              </a:ext>
            </a:extLst>
          </p:cNvPr>
          <p:cNvSpPr>
            <a:spLocks noEditPoints="1"/>
          </p:cNvSpPr>
          <p:nvPr/>
        </p:nvSpPr>
        <p:spPr bwMode="auto">
          <a:xfrm>
            <a:off x="8555136" y="5108896"/>
            <a:ext cx="198582" cy="48509"/>
          </a:xfrm>
          <a:custGeom>
            <a:avLst/>
            <a:gdLst>
              <a:gd name="T0" fmla="*/ 43 w 131"/>
              <a:gd name="T1" fmla="*/ 0 h 32"/>
              <a:gd name="T2" fmla="*/ 0 w 131"/>
              <a:gd name="T3" fmla="*/ 0 h 32"/>
              <a:gd name="T4" fmla="*/ 0 w 131"/>
              <a:gd name="T5" fmla="*/ 32 h 32"/>
              <a:gd name="T6" fmla="*/ 131 w 131"/>
              <a:gd name="T7" fmla="*/ 32 h 32"/>
              <a:gd name="T8" fmla="*/ 131 w 131"/>
              <a:gd name="T9" fmla="*/ 29 h 32"/>
              <a:gd name="T10" fmla="*/ 43 w 131"/>
              <a:gd name="T11" fmla="*/ 29 h 32"/>
              <a:gd name="T12" fmla="*/ 43 w 131"/>
              <a:gd name="T13" fmla="*/ 0 h 32"/>
              <a:gd name="T14" fmla="*/ 89 w 131"/>
              <a:gd name="T15" fmla="*/ 0 h 32"/>
              <a:gd name="T16" fmla="*/ 78 w 131"/>
              <a:gd name="T17" fmla="*/ 0 h 32"/>
              <a:gd name="T18" fmla="*/ 73 w 131"/>
              <a:gd name="T19" fmla="*/ 13 h 32"/>
              <a:gd name="T20" fmla="*/ 81 w 131"/>
              <a:gd name="T21" fmla="*/ 16 h 32"/>
              <a:gd name="T22" fmla="*/ 89 w 131"/>
              <a:gd name="T23" fmla="*/ 0 h 32"/>
              <a:gd name="T24" fmla="*/ 131 w 131"/>
              <a:gd name="T25" fmla="*/ 0 h 32"/>
              <a:gd name="T26" fmla="*/ 121 w 131"/>
              <a:gd name="T27" fmla="*/ 0 h 32"/>
              <a:gd name="T28" fmla="*/ 121 w 131"/>
              <a:gd name="T29" fmla="*/ 16 h 32"/>
              <a:gd name="T30" fmla="*/ 131 w 131"/>
              <a:gd name="T31" fmla="*/ 13 h 32"/>
              <a:gd name="T32" fmla="*/ 131 w 131"/>
              <a:gd name="T3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32">
                <a:moveTo>
                  <a:pt x="43" y="0"/>
                </a:moveTo>
                <a:lnTo>
                  <a:pt x="0" y="0"/>
                </a:lnTo>
                <a:lnTo>
                  <a:pt x="0" y="32"/>
                </a:lnTo>
                <a:lnTo>
                  <a:pt x="131" y="32"/>
                </a:lnTo>
                <a:lnTo>
                  <a:pt x="131" y="29"/>
                </a:lnTo>
                <a:lnTo>
                  <a:pt x="43" y="29"/>
                </a:lnTo>
                <a:lnTo>
                  <a:pt x="43" y="0"/>
                </a:lnTo>
                <a:close/>
                <a:moveTo>
                  <a:pt x="89" y="0"/>
                </a:moveTo>
                <a:lnTo>
                  <a:pt x="78" y="0"/>
                </a:lnTo>
                <a:lnTo>
                  <a:pt x="73" y="13"/>
                </a:lnTo>
                <a:lnTo>
                  <a:pt x="81" y="16"/>
                </a:lnTo>
                <a:lnTo>
                  <a:pt x="89" y="0"/>
                </a:lnTo>
                <a:close/>
                <a:moveTo>
                  <a:pt x="131" y="0"/>
                </a:moveTo>
                <a:lnTo>
                  <a:pt x="121" y="0"/>
                </a:lnTo>
                <a:lnTo>
                  <a:pt x="121" y="16"/>
                </a:lnTo>
                <a:lnTo>
                  <a:pt x="131" y="13"/>
                </a:lnTo>
                <a:lnTo>
                  <a:pt x="13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8" name="Freeform 398">
            <a:extLst>
              <a:ext uri="{FF2B5EF4-FFF2-40B4-BE49-F238E27FC236}">
                <a16:creationId xmlns:a16="http://schemas.microsoft.com/office/drawing/2014/main" id="{F6CDC208-4017-45B3-827F-409AA65DE4DA}"/>
              </a:ext>
            </a:extLst>
          </p:cNvPr>
          <p:cNvSpPr>
            <a:spLocks noEditPoints="1"/>
          </p:cNvSpPr>
          <p:nvPr/>
        </p:nvSpPr>
        <p:spPr bwMode="auto">
          <a:xfrm>
            <a:off x="8555136" y="5108896"/>
            <a:ext cx="198582" cy="48509"/>
          </a:xfrm>
          <a:custGeom>
            <a:avLst/>
            <a:gdLst>
              <a:gd name="T0" fmla="*/ 43 w 131"/>
              <a:gd name="T1" fmla="*/ 0 h 32"/>
              <a:gd name="T2" fmla="*/ 0 w 131"/>
              <a:gd name="T3" fmla="*/ 0 h 32"/>
              <a:gd name="T4" fmla="*/ 0 w 131"/>
              <a:gd name="T5" fmla="*/ 32 h 32"/>
              <a:gd name="T6" fmla="*/ 131 w 131"/>
              <a:gd name="T7" fmla="*/ 32 h 32"/>
              <a:gd name="T8" fmla="*/ 131 w 131"/>
              <a:gd name="T9" fmla="*/ 29 h 32"/>
              <a:gd name="T10" fmla="*/ 43 w 131"/>
              <a:gd name="T11" fmla="*/ 29 h 32"/>
              <a:gd name="T12" fmla="*/ 43 w 131"/>
              <a:gd name="T13" fmla="*/ 0 h 32"/>
              <a:gd name="T14" fmla="*/ 89 w 131"/>
              <a:gd name="T15" fmla="*/ 0 h 32"/>
              <a:gd name="T16" fmla="*/ 78 w 131"/>
              <a:gd name="T17" fmla="*/ 0 h 32"/>
              <a:gd name="T18" fmla="*/ 73 w 131"/>
              <a:gd name="T19" fmla="*/ 13 h 32"/>
              <a:gd name="T20" fmla="*/ 81 w 131"/>
              <a:gd name="T21" fmla="*/ 16 h 32"/>
              <a:gd name="T22" fmla="*/ 89 w 131"/>
              <a:gd name="T23" fmla="*/ 0 h 32"/>
              <a:gd name="T24" fmla="*/ 131 w 131"/>
              <a:gd name="T25" fmla="*/ 0 h 32"/>
              <a:gd name="T26" fmla="*/ 121 w 131"/>
              <a:gd name="T27" fmla="*/ 0 h 32"/>
              <a:gd name="T28" fmla="*/ 121 w 131"/>
              <a:gd name="T29" fmla="*/ 16 h 32"/>
              <a:gd name="T30" fmla="*/ 131 w 131"/>
              <a:gd name="T31" fmla="*/ 13 h 32"/>
              <a:gd name="T32" fmla="*/ 131 w 131"/>
              <a:gd name="T3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32">
                <a:moveTo>
                  <a:pt x="43" y="0"/>
                </a:moveTo>
                <a:lnTo>
                  <a:pt x="0" y="0"/>
                </a:lnTo>
                <a:lnTo>
                  <a:pt x="0" y="32"/>
                </a:lnTo>
                <a:lnTo>
                  <a:pt x="131" y="32"/>
                </a:lnTo>
                <a:lnTo>
                  <a:pt x="131" y="29"/>
                </a:lnTo>
                <a:lnTo>
                  <a:pt x="43" y="29"/>
                </a:lnTo>
                <a:lnTo>
                  <a:pt x="43" y="0"/>
                </a:lnTo>
                <a:moveTo>
                  <a:pt x="89" y="0"/>
                </a:moveTo>
                <a:lnTo>
                  <a:pt x="78" y="0"/>
                </a:lnTo>
                <a:lnTo>
                  <a:pt x="73" y="13"/>
                </a:lnTo>
                <a:lnTo>
                  <a:pt x="81" y="16"/>
                </a:lnTo>
                <a:lnTo>
                  <a:pt x="89" y="0"/>
                </a:lnTo>
                <a:moveTo>
                  <a:pt x="131" y="0"/>
                </a:moveTo>
                <a:lnTo>
                  <a:pt x="121" y="0"/>
                </a:lnTo>
                <a:lnTo>
                  <a:pt x="121" y="16"/>
                </a:lnTo>
                <a:lnTo>
                  <a:pt x="131" y="13"/>
                </a:lnTo>
                <a:lnTo>
                  <a:pt x="13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49" name="Freeform 399">
            <a:extLst>
              <a:ext uri="{FF2B5EF4-FFF2-40B4-BE49-F238E27FC236}">
                <a16:creationId xmlns:a16="http://schemas.microsoft.com/office/drawing/2014/main" id="{C6C59251-DAD0-42FB-BEE8-A27AD4C3AED4}"/>
              </a:ext>
            </a:extLst>
          </p:cNvPr>
          <p:cNvSpPr>
            <a:spLocks/>
          </p:cNvSpPr>
          <p:nvPr/>
        </p:nvSpPr>
        <p:spPr bwMode="auto">
          <a:xfrm>
            <a:off x="8762814" y="5108896"/>
            <a:ext cx="194034" cy="48509"/>
          </a:xfrm>
          <a:custGeom>
            <a:avLst/>
            <a:gdLst>
              <a:gd name="T0" fmla="*/ 128 w 128"/>
              <a:gd name="T1" fmla="*/ 0 h 32"/>
              <a:gd name="T2" fmla="*/ 50 w 128"/>
              <a:gd name="T3" fmla="*/ 0 h 32"/>
              <a:gd name="T4" fmla="*/ 37 w 128"/>
              <a:gd name="T5" fmla="*/ 29 h 32"/>
              <a:gd name="T6" fmla="*/ 37 w 128"/>
              <a:gd name="T7" fmla="*/ 0 h 32"/>
              <a:gd name="T8" fmla="*/ 37 w 128"/>
              <a:gd name="T9" fmla="*/ 29 h 32"/>
              <a:gd name="T10" fmla="*/ 0 w 128"/>
              <a:gd name="T11" fmla="*/ 29 h 32"/>
              <a:gd name="T12" fmla="*/ 0 w 128"/>
              <a:gd name="T13" fmla="*/ 32 h 32"/>
              <a:gd name="T14" fmla="*/ 106 w 128"/>
              <a:gd name="T15" fmla="*/ 32 h 32"/>
              <a:gd name="T16" fmla="*/ 122 w 128"/>
              <a:gd name="T17" fmla="*/ 10 h 32"/>
              <a:gd name="T18" fmla="*/ 128 w 128"/>
              <a:gd name="T19" fmla="*/ 2 h 32"/>
              <a:gd name="T20" fmla="*/ 128 w 128"/>
              <a:gd name="T2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32">
                <a:moveTo>
                  <a:pt x="128" y="0"/>
                </a:moveTo>
                <a:lnTo>
                  <a:pt x="50" y="0"/>
                </a:lnTo>
                <a:lnTo>
                  <a:pt x="37" y="29"/>
                </a:lnTo>
                <a:lnTo>
                  <a:pt x="37" y="0"/>
                </a:lnTo>
                <a:lnTo>
                  <a:pt x="37" y="29"/>
                </a:lnTo>
                <a:lnTo>
                  <a:pt x="0" y="29"/>
                </a:lnTo>
                <a:lnTo>
                  <a:pt x="0" y="32"/>
                </a:lnTo>
                <a:lnTo>
                  <a:pt x="106" y="32"/>
                </a:lnTo>
                <a:lnTo>
                  <a:pt x="122" y="10"/>
                </a:lnTo>
                <a:lnTo>
                  <a:pt x="128" y="2"/>
                </a:lnTo>
                <a:lnTo>
                  <a:pt x="12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0" name="Freeform 400">
            <a:extLst>
              <a:ext uri="{FF2B5EF4-FFF2-40B4-BE49-F238E27FC236}">
                <a16:creationId xmlns:a16="http://schemas.microsoft.com/office/drawing/2014/main" id="{744560C1-BD81-4088-809A-E11DFE6AE9F5}"/>
              </a:ext>
            </a:extLst>
          </p:cNvPr>
          <p:cNvSpPr>
            <a:spLocks/>
          </p:cNvSpPr>
          <p:nvPr/>
        </p:nvSpPr>
        <p:spPr bwMode="auto">
          <a:xfrm>
            <a:off x="8762814" y="5108896"/>
            <a:ext cx="194034" cy="48509"/>
          </a:xfrm>
          <a:custGeom>
            <a:avLst/>
            <a:gdLst>
              <a:gd name="T0" fmla="*/ 128 w 128"/>
              <a:gd name="T1" fmla="*/ 0 h 32"/>
              <a:gd name="T2" fmla="*/ 50 w 128"/>
              <a:gd name="T3" fmla="*/ 0 h 32"/>
              <a:gd name="T4" fmla="*/ 37 w 128"/>
              <a:gd name="T5" fmla="*/ 29 h 32"/>
              <a:gd name="T6" fmla="*/ 37 w 128"/>
              <a:gd name="T7" fmla="*/ 0 h 32"/>
              <a:gd name="T8" fmla="*/ 37 w 128"/>
              <a:gd name="T9" fmla="*/ 29 h 32"/>
              <a:gd name="T10" fmla="*/ 0 w 128"/>
              <a:gd name="T11" fmla="*/ 29 h 32"/>
              <a:gd name="T12" fmla="*/ 0 w 128"/>
              <a:gd name="T13" fmla="*/ 32 h 32"/>
              <a:gd name="T14" fmla="*/ 106 w 128"/>
              <a:gd name="T15" fmla="*/ 32 h 32"/>
              <a:gd name="T16" fmla="*/ 122 w 128"/>
              <a:gd name="T17" fmla="*/ 10 h 32"/>
              <a:gd name="T18" fmla="*/ 128 w 128"/>
              <a:gd name="T19" fmla="*/ 2 h 32"/>
              <a:gd name="T20" fmla="*/ 128 w 128"/>
              <a:gd name="T2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32">
                <a:moveTo>
                  <a:pt x="128" y="0"/>
                </a:moveTo>
                <a:lnTo>
                  <a:pt x="50" y="0"/>
                </a:lnTo>
                <a:lnTo>
                  <a:pt x="37" y="29"/>
                </a:lnTo>
                <a:lnTo>
                  <a:pt x="37" y="0"/>
                </a:lnTo>
                <a:lnTo>
                  <a:pt x="37" y="29"/>
                </a:lnTo>
                <a:lnTo>
                  <a:pt x="0" y="29"/>
                </a:lnTo>
                <a:lnTo>
                  <a:pt x="0" y="32"/>
                </a:lnTo>
                <a:lnTo>
                  <a:pt x="106" y="32"/>
                </a:lnTo>
                <a:lnTo>
                  <a:pt x="122" y="10"/>
                </a:lnTo>
                <a:lnTo>
                  <a:pt x="128" y="2"/>
                </a:lnTo>
                <a:lnTo>
                  <a:pt x="12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1" name="Freeform 401">
            <a:extLst>
              <a:ext uri="{FF2B5EF4-FFF2-40B4-BE49-F238E27FC236}">
                <a16:creationId xmlns:a16="http://schemas.microsoft.com/office/drawing/2014/main" id="{F1A62210-D6C7-42A9-8CFF-53E8AAC0413D}"/>
              </a:ext>
            </a:extLst>
          </p:cNvPr>
          <p:cNvSpPr>
            <a:spLocks/>
          </p:cNvSpPr>
          <p:nvPr/>
        </p:nvSpPr>
        <p:spPr bwMode="auto">
          <a:xfrm>
            <a:off x="8620320" y="5108896"/>
            <a:ext cx="198582" cy="43961"/>
          </a:xfrm>
          <a:custGeom>
            <a:avLst/>
            <a:gdLst>
              <a:gd name="T0" fmla="*/ 131 w 131"/>
              <a:gd name="T1" fmla="*/ 0 h 29"/>
              <a:gd name="T2" fmla="*/ 88 w 131"/>
              <a:gd name="T3" fmla="*/ 0 h 29"/>
              <a:gd name="T4" fmla="*/ 88 w 131"/>
              <a:gd name="T5" fmla="*/ 0 h 29"/>
              <a:gd name="T6" fmla="*/ 88 w 131"/>
              <a:gd name="T7" fmla="*/ 13 h 29"/>
              <a:gd name="T8" fmla="*/ 78 w 131"/>
              <a:gd name="T9" fmla="*/ 16 h 29"/>
              <a:gd name="T10" fmla="*/ 78 w 131"/>
              <a:gd name="T11" fmla="*/ 0 h 29"/>
              <a:gd name="T12" fmla="*/ 78 w 131"/>
              <a:gd name="T13" fmla="*/ 0 h 29"/>
              <a:gd name="T14" fmla="*/ 46 w 131"/>
              <a:gd name="T15" fmla="*/ 0 h 29"/>
              <a:gd name="T16" fmla="*/ 46 w 131"/>
              <a:gd name="T17" fmla="*/ 0 h 29"/>
              <a:gd name="T18" fmla="*/ 38 w 131"/>
              <a:gd name="T19" fmla="*/ 16 h 29"/>
              <a:gd name="T20" fmla="*/ 30 w 131"/>
              <a:gd name="T21" fmla="*/ 13 h 29"/>
              <a:gd name="T22" fmla="*/ 35 w 131"/>
              <a:gd name="T23" fmla="*/ 0 h 29"/>
              <a:gd name="T24" fmla="*/ 38 w 131"/>
              <a:gd name="T25" fmla="*/ 0 h 29"/>
              <a:gd name="T26" fmla="*/ 0 w 131"/>
              <a:gd name="T27" fmla="*/ 0 h 29"/>
              <a:gd name="T28" fmla="*/ 0 w 131"/>
              <a:gd name="T29" fmla="*/ 0 h 29"/>
              <a:gd name="T30" fmla="*/ 0 w 131"/>
              <a:gd name="T31" fmla="*/ 29 h 29"/>
              <a:gd name="T32" fmla="*/ 88 w 131"/>
              <a:gd name="T33" fmla="*/ 29 h 29"/>
              <a:gd name="T34" fmla="*/ 94 w 131"/>
              <a:gd name="T35" fmla="*/ 29 h 29"/>
              <a:gd name="T36" fmla="*/ 131 w 131"/>
              <a:gd name="T37" fmla="*/ 29 h 29"/>
              <a:gd name="T38" fmla="*/ 131 w 131"/>
              <a:gd name="T39" fmla="*/ 0 h 29"/>
              <a:gd name="T40" fmla="*/ 131 w 131"/>
              <a:gd name="T41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1" h="29">
                <a:moveTo>
                  <a:pt x="131" y="0"/>
                </a:moveTo>
                <a:lnTo>
                  <a:pt x="88" y="0"/>
                </a:lnTo>
                <a:lnTo>
                  <a:pt x="88" y="0"/>
                </a:lnTo>
                <a:lnTo>
                  <a:pt x="88" y="13"/>
                </a:lnTo>
                <a:lnTo>
                  <a:pt x="78" y="16"/>
                </a:lnTo>
                <a:lnTo>
                  <a:pt x="78" y="0"/>
                </a:lnTo>
                <a:lnTo>
                  <a:pt x="78" y="0"/>
                </a:lnTo>
                <a:lnTo>
                  <a:pt x="46" y="0"/>
                </a:lnTo>
                <a:lnTo>
                  <a:pt x="46" y="0"/>
                </a:lnTo>
                <a:lnTo>
                  <a:pt x="38" y="16"/>
                </a:lnTo>
                <a:lnTo>
                  <a:pt x="30" y="13"/>
                </a:lnTo>
                <a:lnTo>
                  <a:pt x="35" y="0"/>
                </a:lnTo>
                <a:lnTo>
                  <a:pt x="38" y="0"/>
                </a:lnTo>
                <a:lnTo>
                  <a:pt x="0" y="0"/>
                </a:lnTo>
                <a:lnTo>
                  <a:pt x="0" y="0"/>
                </a:lnTo>
                <a:lnTo>
                  <a:pt x="0" y="29"/>
                </a:lnTo>
                <a:lnTo>
                  <a:pt x="88" y="29"/>
                </a:lnTo>
                <a:lnTo>
                  <a:pt x="94" y="29"/>
                </a:lnTo>
                <a:lnTo>
                  <a:pt x="131" y="29"/>
                </a:lnTo>
                <a:lnTo>
                  <a:pt x="131" y="0"/>
                </a:lnTo>
                <a:lnTo>
                  <a:pt x="13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2" name="Freeform 402">
            <a:extLst>
              <a:ext uri="{FF2B5EF4-FFF2-40B4-BE49-F238E27FC236}">
                <a16:creationId xmlns:a16="http://schemas.microsoft.com/office/drawing/2014/main" id="{84B49C3E-4ADA-42B2-9CCB-D7127BF40D9F}"/>
              </a:ext>
            </a:extLst>
          </p:cNvPr>
          <p:cNvSpPr>
            <a:spLocks/>
          </p:cNvSpPr>
          <p:nvPr/>
        </p:nvSpPr>
        <p:spPr bwMode="auto">
          <a:xfrm>
            <a:off x="8620320" y="5108896"/>
            <a:ext cx="198582" cy="43961"/>
          </a:xfrm>
          <a:custGeom>
            <a:avLst/>
            <a:gdLst>
              <a:gd name="T0" fmla="*/ 131 w 131"/>
              <a:gd name="T1" fmla="*/ 0 h 29"/>
              <a:gd name="T2" fmla="*/ 88 w 131"/>
              <a:gd name="T3" fmla="*/ 0 h 29"/>
              <a:gd name="T4" fmla="*/ 88 w 131"/>
              <a:gd name="T5" fmla="*/ 0 h 29"/>
              <a:gd name="T6" fmla="*/ 88 w 131"/>
              <a:gd name="T7" fmla="*/ 13 h 29"/>
              <a:gd name="T8" fmla="*/ 78 w 131"/>
              <a:gd name="T9" fmla="*/ 16 h 29"/>
              <a:gd name="T10" fmla="*/ 78 w 131"/>
              <a:gd name="T11" fmla="*/ 0 h 29"/>
              <a:gd name="T12" fmla="*/ 78 w 131"/>
              <a:gd name="T13" fmla="*/ 0 h 29"/>
              <a:gd name="T14" fmla="*/ 46 w 131"/>
              <a:gd name="T15" fmla="*/ 0 h 29"/>
              <a:gd name="T16" fmla="*/ 46 w 131"/>
              <a:gd name="T17" fmla="*/ 0 h 29"/>
              <a:gd name="T18" fmla="*/ 38 w 131"/>
              <a:gd name="T19" fmla="*/ 16 h 29"/>
              <a:gd name="T20" fmla="*/ 30 w 131"/>
              <a:gd name="T21" fmla="*/ 13 h 29"/>
              <a:gd name="T22" fmla="*/ 35 w 131"/>
              <a:gd name="T23" fmla="*/ 0 h 29"/>
              <a:gd name="T24" fmla="*/ 38 w 131"/>
              <a:gd name="T25" fmla="*/ 0 h 29"/>
              <a:gd name="T26" fmla="*/ 0 w 131"/>
              <a:gd name="T27" fmla="*/ 0 h 29"/>
              <a:gd name="T28" fmla="*/ 0 w 131"/>
              <a:gd name="T29" fmla="*/ 0 h 29"/>
              <a:gd name="T30" fmla="*/ 0 w 131"/>
              <a:gd name="T31" fmla="*/ 29 h 29"/>
              <a:gd name="T32" fmla="*/ 88 w 131"/>
              <a:gd name="T33" fmla="*/ 29 h 29"/>
              <a:gd name="T34" fmla="*/ 94 w 131"/>
              <a:gd name="T35" fmla="*/ 29 h 29"/>
              <a:gd name="T36" fmla="*/ 131 w 131"/>
              <a:gd name="T37" fmla="*/ 29 h 29"/>
              <a:gd name="T38" fmla="*/ 131 w 131"/>
              <a:gd name="T39" fmla="*/ 0 h 29"/>
              <a:gd name="T40" fmla="*/ 131 w 131"/>
              <a:gd name="T41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1" h="29">
                <a:moveTo>
                  <a:pt x="131" y="0"/>
                </a:moveTo>
                <a:lnTo>
                  <a:pt x="88" y="0"/>
                </a:lnTo>
                <a:lnTo>
                  <a:pt x="88" y="0"/>
                </a:lnTo>
                <a:lnTo>
                  <a:pt x="88" y="13"/>
                </a:lnTo>
                <a:lnTo>
                  <a:pt x="78" y="16"/>
                </a:lnTo>
                <a:lnTo>
                  <a:pt x="78" y="0"/>
                </a:lnTo>
                <a:lnTo>
                  <a:pt x="78" y="0"/>
                </a:lnTo>
                <a:lnTo>
                  <a:pt x="46" y="0"/>
                </a:lnTo>
                <a:lnTo>
                  <a:pt x="46" y="0"/>
                </a:lnTo>
                <a:lnTo>
                  <a:pt x="38" y="16"/>
                </a:lnTo>
                <a:lnTo>
                  <a:pt x="30" y="13"/>
                </a:lnTo>
                <a:lnTo>
                  <a:pt x="35" y="0"/>
                </a:lnTo>
                <a:lnTo>
                  <a:pt x="38" y="0"/>
                </a:lnTo>
                <a:lnTo>
                  <a:pt x="0" y="0"/>
                </a:lnTo>
                <a:lnTo>
                  <a:pt x="0" y="0"/>
                </a:lnTo>
                <a:lnTo>
                  <a:pt x="0" y="29"/>
                </a:lnTo>
                <a:lnTo>
                  <a:pt x="88" y="29"/>
                </a:lnTo>
                <a:lnTo>
                  <a:pt x="94" y="29"/>
                </a:lnTo>
                <a:lnTo>
                  <a:pt x="131" y="29"/>
                </a:lnTo>
                <a:lnTo>
                  <a:pt x="131" y="0"/>
                </a:lnTo>
                <a:lnTo>
                  <a:pt x="13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3" name="Freeform 403">
            <a:extLst>
              <a:ext uri="{FF2B5EF4-FFF2-40B4-BE49-F238E27FC236}">
                <a16:creationId xmlns:a16="http://schemas.microsoft.com/office/drawing/2014/main" id="{3047264D-DC4F-460A-BF13-F474906E9646}"/>
              </a:ext>
            </a:extLst>
          </p:cNvPr>
          <p:cNvSpPr>
            <a:spLocks/>
          </p:cNvSpPr>
          <p:nvPr/>
        </p:nvSpPr>
        <p:spPr bwMode="auto">
          <a:xfrm>
            <a:off x="8620320" y="4901219"/>
            <a:ext cx="227384" cy="53056"/>
          </a:xfrm>
          <a:custGeom>
            <a:avLst/>
            <a:gdLst>
              <a:gd name="T0" fmla="*/ 150 w 150"/>
              <a:gd name="T1" fmla="*/ 0 h 35"/>
              <a:gd name="T2" fmla="*/ 22 w 150"/>
              <a:gd name="T3" fmla="*/ 0 h 35"/>
              <a:gd name="T4" fmla="*/ 0 w 150"/>
              <a:gd name="T5" fmla="*/ 35 h 35"/>
              <a:gd name="T6" fmla="*/ 22 w 150"/>
              <a:gd name="T7" fmla="*/ 35 h 35"/>
              <a:gd name="T8" fmla="*/ 22 w 150"/>
              <a:gd name="T9" fmla="*/ 0 h 35"/>
              <a:gd name="T10" fmla="*/ 150 w 150"/>
              <a:gd name="T1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0" h="35">
                <a:moveTo>
                  <a:pt x="150" y="0"/>
                </a:moveTo>
                <a:lnTo>
                  <a:pt x="22" y="0"/>
                </a:lnTo>
                <a:lnTo>
                  <a:pt x="0" y="35"/>
                </a:lnTo>
                <a:lnTo>
                  <a:pt x="22" y="35"/>
                </a:lnTo>
                <a:lnTo>
                  <a:pt x="22" y="0"/>
                </a:lnTo>
                <a:lnTo>
                  <a:pt x="1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4" name="Freeform 404">
            <a:extLst>
              <a:ext uri="{FF2B5EF4-FFF2-40B4-BE49-F238E27FC236}">
                <a16:creationId xmlns:a16="http://schemas.microsoft.com/office/drawing/2014/main" id="{3A77C027-BE35-43FB-9F8D-F9926469EAD5}"/>
              </a:ext>
            </a:extLst>
          </p:cNvPr>
          <p:cNvSpPr>
            <a:spLocks/>
          </p:cNvSpPr>
          <p:nvPr/>
        </p:nvSpPr>
        <p:spPr bwMode="auto">
          <a:xfrm>
            <a:off x="8620320" y="4901219"/>
            <a:ext cx="227384" cy="53056"/>
          </a:xfrm>
          <a:custGeom>
            <a:avLst/>
            <a:gdLst>
              <a:gd name="T0" fmla="*/ 150 w 150"/>
              <a:gd name="T1" fmla="*/ 0 h 35"/>
              <a:gd name="T2" fmla="*/ 22 w 150"/>
              <a:gd name="T3" fmla="*/ 0 h 35"/>
              <a:gd name="T4" fmla="*/ 0 w 150"/>
              <a:gd name="T5" fmla="*/ 35 h 35"/>
              <a:gd name="T6" fmla="*/ 22 w 150"/>
              <a:gd name="T7" fmla="*/ 35 h 35"/>
              <a:gd name="T8" fmla="*/ 22 w 150"/>
              <a:gd name="T9" fmla="*/ 0 h 35"/>
              <a:gd name="T10" fmla="*/ 150 w 150"/>
              <a:gd name="T1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0" h="35">
                <a:moveTo>
                  <a:pt x="150" y="0"/>
                </a:moveTo>
                <a:lnTo>
                  <a:pt x="22" y="0"/>
                </a:lnTo>
                <a:lnTo>
                  <a:pt x="0" y="35"/>
                </a:lnTo>
                <a:lnTo>
                  <a:pt x="22" y="35"/>
                </a:lnTo>
                <a:lnTo>
                  <a:pt x="22" y="0"/>
                </a:lnTo>
                <a:lnTo>
                  <a:pt x="150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5" name="Freeform 405">
            <a:extLst>
              <a:ext uri="{FF2B5EF4-FFF2-40B4-BE49-F238E27FC236}">
                <a16:creationId xmlns:a16="http://schemas.microsoft.com/office/drawing/2014/main" id="{BB749294-EF83-43F6-995A-015873051FAF}"/>
              </a:ext>
            </a:extLst>
          </p:cNvPr>
          <p:cNvSpPr>
            <a:spLocks/>
          </p:cNvSpPr>
          <p:nvPr/>
        </p:nvSpPr>
        <p:spPr bwMode="auto">
          <a:xfrm>
            <a:off x="8653669" y="4901219"/>
            <a:ext cx="194034" cy="53056"/>
          </a:xfrm>
          <a:custGeom>
            <a:avLst/>
            <a:gdLst>
              <a:gd name="T0" fmla="*/ 128 w 128"/>
              <a:gd name="T1" fmla="*/ 0 h 35"/>
              <a:gd name="T2" fmla="*/ 0 w 128"/>
              <a:gd name="T3" fmla="*/ 0 h 35"/>
              <a:gd name="T4" fmla="*/ 0 w 128"/>
              <a:gd name="T5" fmla="*/ 35 h 35"/>
              <a:gd name="T6" fmla="*/ 109 w 128"/>
              <a:gd name="T7" fmla="*/ 35 h 35"/>
              <a:gd name="T8" fmla="*/ 128 w 128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" h="35">
                <a:moveTo>
                  <a:pt x="128" y="0"/>
                </a:moveTo>
                <a:lnTo>
                  <a:pt x="0" y="0"/>
                </a:lnTo>
                <a:lnTo>
                  <a:pt x="0" y="35"/>
                </a:lnTo>
                <a:lnTo>
                  <a:pt x="109" y="35"/>
                </a:lnTo>
                <a:lnTo>
                  <a:pt x="12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6" name="Freeform 407">
            <a:extLst>
              <a:ext uri="{FF2B5EF4-FFF2-40B4-BE49-F238E27FC236}">
                <a16:creationId xmlns:a16="http://schemas.microsoft.com/office/drawing/2014/main" id="{9FC57FC7-856F-413C-8AE4-C6C46230FEC1}"/>
              </a:ext>
            </a:extLst>
          </p:cNvPr>
          <p:cNvSpPr>
            <a:spLocks/>
          </p:cNvSpPr>
          <p:nvPr/>
        </p:nvSpPr>
        <p:spPr bwMode="auto">
          <a:xfrm>
            <a:off x="8653670" y="4901219"/>
            <a:ext cx="194034" cy="53056"/>
          </a:xfrm>
          <a:custGeom>
            <a:avLst/>
            <a:gdLst>
              <a:gd name="T0" fmla="*/ 128 w 128"/>
              <a:gd name="T1" fmla="*/ 0 h 35"/>
              <a:gd name="T2" fmla="*/ 0 w 128"/>
              <a:gd name="T3" fmla="*/ 0 h 35"/>
              <a:gd name="T4" fmla="*/ 0 w 128"/>
              <a:gd name="T5" fmla="*/ 35 h 35"/>
              <a:gd name="T6" fmla="*/ 109 w 128"/>
              <a:gd name="T7" fmla="*/ 35 h 35"/>
              <a:gd name="T8" fmla="*/ 128 w 128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" h="35">
                <a:moveTo>
                  <a:pt x="128" y="0"/>
                </a:moveTo>
                <a:lnTo>
                  <a:pt x="0" y="0"/>
                </a:lnTo>
                <a:lnTo>
                  <a:pt x="0" y="35"/>
                </a:lnTo>
                <a:lnTo>
                  <a:pt x="109" y="35"/>
                </a:lnTo>
                <a:lnTo>
                  <a:pt x="12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7" name="Rectangle 408">
            <a:extLst>
              <a:ext uri="{FF2B5EF4-FFF2-40B4-BE49-F238E27FC236}">
                <a16:creationId xmlns:a16="http://schemas.microsoft.com/office/drawing/2014/main" id="{743489F0-AE9C-42DA-9FB8-D37BEA89E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8902" y="5104348"/>
            <a:ext cx="24254" cy="454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8" name="Rectangle 409">
            <a:extLst>
              <a:ext uri="{FF2B5EF4-FFF2-40B4-BE49-F238E27FC236}">
                <a16:creationId xmlns:a16="http://schemas.microsoft.com/office/drawing/2014/main" id="{47C8F307-0B1F-4AEA-8F14-7376B91AB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8902" y="5104348"/>
            <a:ext cx="24254" cy="454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59" name="Freeform 410">
            <a:extLst>
              <a:ext uri="{FF2B5EF4-FFF2-40B4-BE49-F238E27FC236}">
                <a16:creationId xmlns:a16="http://schemas.microsoft.com/office/drawing/2014/main" id="{09678EB7-BE6C-42A5-B6B5-410C20FDBF76}"/>
              </a:ext>
            </a:extLst>
          </p:cNvPr>
          <p:cNvSpPr>
            <a:spLocks/>
          </p:cNvSpPr>
          <p:nvPr/>
        </p:nvSpPr>
        <p:spPr bwMode="auto">
          <a:xfrm>
            <a:off x="8818902" y="4901219"/>
            <a:ext cx="28802" cy="203129"/>
          </a:xfrm>
          <a:custGeom>
            <a:avLst/>
            <a:gdLst>
              <a:gd name="T0" fmla="*/ 19 w 19"/>
              <a:gd name="T1" fmla="*/ 0 h 134"/>
              <a:gd name="T2" fmla="*/ 19 w 19"/>
              <a:gd name="T3" fmla="*/ 0 h 134"/>
              <a:gd name="T4" fmla="*/ 0 w 19"/>
              <a:gd name="T5" fmla="*/ 35 h 134"/>
              <a:gd name="T6" fmla="*/ 0 w 19"/>
              <a:gd name="T7" fmla="*/ 134 h 134"/>
              <a:gd name="T8" fmla="*/ 16 w 19"/>
              <a:gd name="T9" fmla="*/ 134 h 134"/>
              <a:gd name="T10" fmla="*/ 19 w 19"/>
              <a:gd name="T11" fmla="*/ 129 h 134"/>
              <a:gd name="T12" fmla="*/ 19 w 19"/>
              <a:gd name="T13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134">
                <a:moveTo>
                  <a:pt x="19" y="0"/>
                </a:moveTo>
                <a:lnTo>
                  <a:pt x="19" y="0"/>
                </a:lnTo>
                <a:lnTo>
                  <a:pt x="0" y="35"/>
                </a:lnTo>
                <a:lnTo>
                  <a:pt x="0" y="134"/>
                </a:lnTo>
                <a:lnTo>
                  <a:pt x="16" y="134"/>
                </a:lnTo>
                <a:lnTo>
                  <a:pt x="19" y="129"/>
                </a:lnTo>
                <a:lnTo>
                  <a:pt x="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0" name="Freeform 411">
            <a:extLst>
              <a:ext uri="{FF2B5EF4-FFF2-40B4-BE49-F238E27FC236}">
                <a16:creationId xmlns:a16="http://schemas.microsoft.com/office/drawing/2014/main" id="{BDD2AAA1-E550-4B49-B396-92A62AA7F2AF}"/>
              </a:ext>
            </a:extLst>
          </p:cNvPr>
          <p:cNvSpPr>
            <a:spLocks/>
          </p:cNvSpPr>
          <p:nvPr/>
        </p:nvSpPr>
        <p:spPr bwMode="auto">
          <a:xfrm>
            <a:off x="8818902" y="4901219"/>
            <a:ext cx="28802" cy="203129"/>
          </a:xfrm>
          <a:custGeom>
            <a:avLst/>
            <a:gdLst>
              <a:gd name="T0" fmla="*/ 19 w 19"/>
              <a:gd name="T1" fmla="*/ 0 h 134"/>
              <a:gd name="T2" fmla="*/ 19 w 19"/>
              <a:gd name="T3" fmla="*/ 0 h 134"/>
              <a:gd name="T4" fmla="*/ 0 w 19"/>
              <a:gd name="T5" fmla="*/ 35 h 134"/>
              <a:gd name="T6" fmla="*/ 0 w 19"/>
              <a:gd name="T7" fmla="*/ 134 h 134"/>
              <a:gd name="T8" fmla="*/ 16 w 19"/>
              <a:gd name="T9" fmla="*/ 134 h 134"/>
              <a:gd name="T10" fmla="*/ 19 w 19"/>
              <a:gd name="T11" fmla="*/ 129 h 134"/>
              <a:gd name="T12" fmla="*/ 19 w 19"/>
              <a:gd name="T13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134">
                <a:moveTo>
                  <a:pt x="19" y="0"/>
                </a:moveTo>
                <a:lnTo>
                  <a:pt x="19" y="0"/>
                </a:lnTo>
                <a:lnTo>
                  <a:pt x="0" y="35"/>
                </a:lnTo>
                <a:lnTo>
                  <a:pt x="0" y="134"/>
                </a:lnTo>
                <a:lnTo>
                  <a:pt x="16" y="134"/>
                </a:lnTo>
                <a:lnTo>
                  <a:pt x="19" y="129"/>
                </a:lnTo>
                <a:lnTo>
                  <a:pt x="1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1" name="Freeform 412">
            <a:extLst>
              <a:ext uri="{FF2B5EF4-FFF2-40B4-BE49-F238E27FC236}">
                <a16:creationId xmlns:a16="http://schemas.microsoft.com/office/drawing/2014/main" id="{E7EE0508-2B87-4A67-BB42-9050B66335DB}"/>
              </a:ext>
            </a:extLst>
          </p:cNvPr>
          <p:cNvSpPr>
            <a:spLocks/>
          </p:cNvSpPr>
          <p:nvPr/>
        </p:nvSpPr>
        <p:spPr bwMode="auto">
          <a:xfrm>
            <a:off x="8818902" y="5108896"/>
            <a:ext cx="24254" cy="0"/>
          </a:xfrm>
          <a:custGeom>
            <a:avLst/>
            <a:gdLst>
              <a:gd name="T0" fmla="*/ 16 w 16"/>
              <a:gd name="T1" fmla="*/ 0 w 16"/>
              <a:gd name="T2" fmla="*/ 0 w 16"/>
              <a:gd name="T3" fmla="*/ 13 w 16"/>
              <a:gd name="T4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0" y="0"/>
                </a:lnTo>
                <a:lnTo>
                  <a:pt x="13" y="0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2" name="Freeform 413">
            <a:extLst>
              <a:ext uri="{FF2B5EF4-FFF2-40B4-BE49-F238E27FC236}">
                <a16:creationId xmlns:a16="http://schemas.microsoft.com/office/drawing/2014/main" id="{8C76A934-BF9E-4528-B954-B6906234A4ED}"/>
              </a:ext>
            </a:extLst>
          </p:cNvPr>
          <p:cNvSpPr>
            <a:spLocks/>
          </p:cNvSpPr>
          <p:nvPr/>
        </p:nvSpPr>
        <p:spPr bwMode="auto">
          <a:xfrm>
            <a:off x="8818902" y="5108896"/>
            <a:ext cx="24254" cy="0"/>
          </a:xfrm>
          <a:custGeom>
            <a:avLst/>
            <a:gdLst>
              <a:gd name="T0" fmla="*/ 16 w 16"/>
              <a:gd name="T1" fmla="*/ 0 w 16"/>
              <a:gd name="T2" fmla="*/ 0 w 16"/>
              <a:gd name="T3" fmla="*/ 13 w 16"/>
              <a:gd name="T4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0" y="0"/>
                </a:lnTo>
                <a:lnTo>
                  <a:pt x="13" y="0"/>
                </a:lnTo>
                <a:lnTo>
                  <a:pt x="1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3" name="Freeform 414">
            <a:extLst>
              <a:ext uri="{FF2B5EF4-FFF2-40B4-BE49-F238E27FC236}">
                <a16:creationId xmlns:a16="http://schemas.microsoft.com/office/drawing/2014/main" id="{2810E13E-E688-42C3-8CB1-57B6DF0B074E}"/>
              </a:ext>
            </a:extLst>
          </p:cNvPr>
          <p:cNvSpPr>
            <a:spLocks/>
          </p:cNvSpPr>
          <p:nvPr/>
        </p:nvSpPr>
        <p:spPr bwMode="auto">
          <a:xfrm>
            <a:off x="8818902" y="5108896"/>
            <a:ext cx="19707" cy="43961"/>
          </a:xfrm>
          <a:custGeom>
            <a:avLst/>
            <a:gdLst>
              <a:gd name="T0" fmla="*/ 13 w 13"/>
              <a:gd name="T1" fmla="*/ 0 h 29"/>
              <a:gd name="T2" fmla="*/ 0 w 13"/>
              <a:gd name="T3" fmla="*/ 0 h 29"/>
              <a:gd name="T4" fmla="*/ 0 w 13"/>
              <a:gd name="T5" fmla="*/ 29 h 29"/>
              <a:gd name="T6" fmla="*/ 13 w 13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29">
                <a:moveTo>
                  <a:pt x="13" y="0"/>
                </a:moveTo>
                <a:lnTo>
                  <a:pt x="0" y="0"/>
                </a:lnTo>
                <a:lnTo>
                  <a:pt x="0" y="29"/>
                </a:lnTo>
                <a:lnTo>
                  <a:pt x="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4" name="Freeform 415">
            <a:extLst>
              <a:ext uri="{FF2B5EF4-FFF2-40B4-BE49-F238E27FC236}">
                <a16:creationId xmlns:a16="http://schemas.microsoft.com/office/drawing/2014/main" id="{FDCBDA05-B264-4429-88D8-6F6C3AC64CB2}"/>
              </a:ext>
            </a:extLst>
          </p:cNvPr>
          <p:cNvSpPr>
            <a:spLocks/>
          </p:cNvSpPr>
          <p:nvPr/>
        </p:nvSpPr>
        <p:spPr bwMode="auto">
          <a:xfrm>
            <a:off x="8818902" y="5108896"/>
            <a:ext cx="19707" cy="43961"/>
          </a:xfrm>
          <a:custGeom>
            <a:avLst/>
            <a:gdLst>
              <a:gd name="T0" fmla="*/ 13 w 13"/>
              <a:gd name="T1" fmla="*/ 0 h 29"/>
              <a:gd name="T2" fmla="*/ 0 w 13"/>
              <a:gd name="T3" fmla="*/ 0 h 29"/>
              <a:gd name="T4" fmla="*/ 0 w 13"/>
              <a:gd name="T5" fmla="*/ 29 h 29"/>
              <a:gd name="T6" fmla="*/ 13 w 13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29">
                <a:moveTo>
                  <a:pt x="13" y="0"/>
                </a:moveTo>
                <a:lnTo>
                  <a:pt x="0" y="0"/>
                </a:lnTo>
                <a:lnTo>
                  <a:pt x="0" y="29"/>
                </a:lnTo>
                <a:lnTo>
                  <a:pt x="1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5" name="Freeform 416">
            <a:extLst>
              <a:ext uri="{FF2B5EF4-FFF2-40B4-BE49-F238E27FC236}">
                <a16:creationId xmlns:a16="http://schemas.microsoft.com/office/drawing/2014/main" id="{775381DD-B2CE-4943-8F9E-68EE8A8876E8}"/>
              </a:ext>
            </a:extLst>
          </p:cNvPr>
          <p:cNvSpPr>
            <a:spLocks noEditPoints="1"/>
          </p:cNvSpPr>
          <p:nvPr/>
        </p:nvSpPr>
        <p:spPr bwMode="auto">
          <a:xfrm>
            <a:off x="8928046" y="5108896"/>
            <a:ext cx="28802" cy="254670"/>
          </a:xfrm>
          <a:custGeom>
            <a:avLst/>
            <a:gdLst>
              <a:gd name="T0" fmla="*/ 16 w 19"/>
              <a:gd name="T1" fmla="*/ 131 h 168"/>
              <a:gd name="T2" fmla="*/ 0 w 19"/>
              <a:gd name="T3" fmla="*/ 131 h 168"/>
              <a:gd name="T4" fmla="*/ 0 w 19"/>
              <a:gd name="T5" fmla="*/ 168 h 168"/>
              <a:gd name="T6" fmla="*/ 16 w 19"/>
              <a:gd name="T7" fmla="*/ 131 h 168"/>
              <a:gd name="T8" fmla="*/ 19 w 19"/>
              <a:gd name="T9" fmla="*/ 0 h 168"/>
              <a:gd name="T10" fmla="*/ 19 w 19"/>
              <a:gd name="T11" fmla="*/ 2 h 168"/>
              <a:gd name="T12" fmla="*/ 19 w 19"/>
              <a:gd name="T13" fmla="*/ 67 h 168"/>
              <a:gd name="T14" fmla="*/ 19 w 19"/>
              <a:gd name="T15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68">
                <a:moveTo>
                  <a:pt x="16" y="131"/>
                </a:moveTo>
                <a:lnTo>
                  <a:pt x="0" y="131"/>
                </a:lnTo>
                <a:lnTo>
                  <a:pt x="0" y="168"/>
                </a:lnTo>
                <a:lnTo>
                  <a:pt x="16" y="131"/>
                </a:lnTo>
                <a:close/>
                <a:moveTo>
                  <a:pt x="19" y="0"/>
                </a:moveTo>
                <a:lnTo>
                  <a:pt x="19" y="2"/>
                </a:lnTo>
                <a:lnTo>
                  <a:pt x="19" y="67"/>
                </a:lnTo>
                <a:lnTo>
                  <a:pt x="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6" name="Freeform 417">
            <a:extLst>
              <a:ext uri="{FF2B5EF4-FFF2-40B4-BE49-F238E27FC236}">
                <a16:creationId xmlns:a16="http://schemas.microsoft.com/office/drawing/2014/main" id="{E0D28CFF-9EFC-4AB2-AD31-203464A40094}"/>
              </a:ext>
            </a:extLst>
          </p:cNvPr>
          <p:cNvSpPr>
            <a:spLocks noEditPoints="1"/>
          </p:cNvSpPr>
          <p:nvPr/>
        </p:nvSpPr>
        <p:spPr bwMode="auto">
          <a:xfrm>
            <a:off x="8928046" y="5108896"/>
            <a:ext cx="28802" cy="254670"/>
          </a:xfrm>
          <a:custGeom>
            <a:avLst/>
            <a:gdLst>
              <a:gd name="T0" fmla="*/ 16 w 19"/>
              <a:gd name="T1" fmla="*/ 131 h 168"/>
              <a:gd name="T2" fmla="*/ 0 w 19"/>
              <a:gd name="T3" fmla="*/ 131 h 168"/>
              <a:gd name="T4" fmla="*/ 0 w 19"/>
              <a:gd name="T5" fmla="*/ 168 h 168"/>
              <a:gd name="T6" fmla="*/ 16 w 19"/>
              <a:gd name="T7" fmla="*/ 131 h 168"/>
              <a:gd name="T8" fmla="*/ 19 w 19"/>
              <a:gd name="T9" fmla="*/ 0 h 168"/>
              <a:gd name="T10" fmla="*/ 19 w 19"/>
              <a:gd name="T11" fmla="*/ 2 h 168"/>
              <a:gd name="T12" fmla="*/ 19 w 19"/>
              <a:gd name="T13" fmla="*/ 67 h 168"/>
              <a:gd name="T14" fmla="*/ 19 w 19"/>
              <a:gd name="T15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68">
                <a:moveTo>
                  <a:pt x="16" y="131"/>
                </a:moveTo>
                <a:lnTo>
                  <a:pt x="0" y="131"/>
                </a:lnTo>
                <a:lnTo>
                  <a:pt x="0" y="168"/>
                </a:lnTo>
                <a:lnTo>
                  <a:pt x="16" y="131"/>
                </a:lnTo>
                <a:moveTo>
                  <a:pt x="19" y="0"/>
                </a:moveTo>
                <a:lnTo>
                  <a:pt x="19" y="2"/>
                </a:lnTo>
                <a:lnTo>
                  <a:pt x="19" y="67"/>
                </a:lnTo>
                <a:lnTo>
                  <a:pt x="1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7" name="Freeform 418">
            <a:extLst>
              <a:ext uri="{FF2B5EF4-FFF2-40B4-BE49-F238E27FC236}">
                <a16:creationId xmlns:a16="http://schemas.microsoft.com/office/drawing/2014/main" id="{BC598BBA-952A-4443-9871-5AA53BBF88C4}"/>
              </a:ext>
            </a:extLst>
          </p:cNvPr>
          <p:cNvSpPr>
            <a:spLocks/>
          </p:cNvSpPr>
          <p:nvPr/>
        </p:nvSpPr>
        <p:spPr bwMode="auto">
          <a:xfrm>
            <a:off x="8928046" y="5111927"/>
            <a:ext cx="28802" cy="195550"/>
          </a:xfrm>
          <a:custGeom>
            <a:avLst/>
            <a:gdLst>
              <a:gd name="T0" fmla="*/ 19 w 19"/>
              <a:gd name="T1" fmla="*/ 0 h 129"/>
              <a:gd name="T2" fmla="*/ 13 w 19"/>
              <a:gd name="T3" fmla="*/ 8 h 129"/>
              <a:gd name="T4" fmla="*/ 0 w 19"/>
              <a:gd name="T5" fmla="*/ 30 h 129"/>
              <a:gd name="T6" fmla="*/ 0 w 19"/>
              <a:gd name="T7" fmla="*/ 129 h 129"/>
              <a:gd name="T8" fmla="*/ 16 w 19"/>
              <a:gd name="T9" fmla="*/ 129 h 129"/>
              <a:gd name="T10" fmla="*/ 16 w 19"/>
              <a:gd name="T11" fmla="*/ 129 h 129"/>
              <a:gd name="T12" fmla="*/ 19 w 19"/>
              <a:gd name="T13" fmla="*/ 65 h 129"/>
              <a:gd name="T14" fmla="*/ 19 w 19"/>
              <a:gd name="T15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29">
                <a:moveTo>
                  <a:pt x="19" y="0"/>
                </a:moveTo>
                <a:lnTo>
                  <a:pt x="13" y="8"/>
                </a:lnTo>
                <a:lnTo>
                  <a:pt x="0" y="30"/>
                </a:lnTo>
                <a:lnTo>
                  <a:pt x="0" y="129"/>
                </a:lnTo>
                <a:lnTo>
                  <a:pt x="16" y="129"/>
                </a:lnTo>
                <a:lnTo>
                  <a:pt x="16" y="129"/>
                </a:lnTo>
                <a:lnTo>
                  <a:pt x="19" y="65"/>
                </a:lnTo>
                <a:lnTo>
                  <a:pt x="1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8" name="Freeform 419">
            <a:extLst>
              <a:ext uri="{FF2B5EF4-FFF2-40B4-BE49-F238E27FC236}">
                <a16:creationId xmlns:a16="http://schemas.microsoft.com/office/drawing/2014/main" id="{6041BC00-708F-4D01-874D-7BE7E2B3AABF}"/>
              </a:ext>
            </a:extLst>
          </p:cNvPr>
          <p:cNvSpPr>
            <a:spLocks/>
          </p:cNvSpPr>
          <p:nvPr/>
        </p:nvSpPr>
        <p:spPr bwMode="auto">
          <a:xfrm>
            <a:off x="8928046" y="5111927"/>
            <a:ext cx="28802" cy="195550"/>
          </a:xfrm>
          <a:custGeom>
            <a:avLst/>
            <a:gdLst>
              <a:gd name="T0" fmla="*/ 19 w 19"/>
              <a:gd name="T1" fmla="*/ 0 h 129"/>
              <a:gd name="T2" fmla="*/ 13 w 19"/>
              <a:gd name="T3" fmla="*/ 8 h 129"/>
              <a:gd name="T4" fmla="*/ 0 w 19"/>
              <a:gd name="T5" fmla="*/ 30 h 129"/>
              <a:gd name="T6" fmla="*/ 0 w 19"/>
              <a:gd name="T7" fmla="*/ 129 h 129"/>
              <a:gd name="T8" fmla="*/ 16 w 19"/>
              <a:gd name="T9" fmla="*/ 129 h 129"/>
              <a:gd name="T10" fmla="*/ 16 w 19"/>
              <a:gd name="T11" fmla="*/ 129 h 129"/>
              <a:gd name="T12" fmla="*/ 19 w 19"/>
              <a:gd name="T13" fmla="*/ 65 h 129"/>
              <a:gd name="T14" fmla="*/ 19 w 19"/>
              <a:gd name="T15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29">
                <a:moveTo>
                  <a:pt x="19" y="0"/>
                </a:moveTo>
                <a:lnTo>
                  <a:pt x="13" y="8"/>
                </a:lnTo>
                <a:lnTo>
                  <a:pt x="0" y="30"/>
                </a:lnTo>
                <a:lnTo>
                  <a:pt x="0" y="129"/>
                </a:lnTo>
                <a:lnTo>
                  <a:pt x="16" y="129"/>
                </a:lnTo>
                <a:lnTo>
                  <a:pt x="16" y="129"/>
                </a:lnTo>
                <a:lnTo>
                  <a:pt x="19" y="65"/>
                </a:lnTo>
                <a:lnTo>
                  <a:pt x="1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69" name="Rectangle 420">
            <a:extLst>
              <a:ext uri="{FF2B5EF4-FFF2-40B4-BE49-F238E27FC236}">
                <a16:creationId xmlns:a16="http://schemas.microsoft.com/office/drawing/2014/main" id="{0E79E27B-29CA-4B81-BF0A-03BEA7C4B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6848" y="5108896"/>
            <a:ext cx="1516" cy="3032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0" name="Rectangle 421">
            <a:extLst>
              <a:ext uri="{FF2B5EF4-FFF2-40B4-BE49-F238E27FC236}">
                <a16:creationId xmlns:a16="http://schemas.microsoft.com/office/drawing/2014/main" id="{917CE896-F259-483F-BC3C-A13602486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6848" y="5108896"/>
            <a:ext cx="1516" cy="3032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1" name="Freeform 422">
            <a:extLst>
              <a:ext uri="{FF2B5EF4-FFF2-40B4-BE49-F238E27FC236}">
                <a16:creationId xmlns:a16="http://schemas.microsoft.com/office/drawing/2014/main" id="{9656CA9D-D8A9-4822-89FC-F39CA4FEAB92}"/>
              </a:ext>
            </a:extLst>
          </p:cNvPr>
          <p:cNvSpPr>
            <a:spLocks/>
          </p:cNvSpPr>
          <p:nvPr/>
        </p:nvSpPr>
        <p:spPr bwMode="auto">
          <a:xfrm>
            <a:off x="8947753" y="5111927"/>
            <a:ext cx="9095" cy="12127"/>
          </a:xfrm>
          <a:custGeom>
            <a:avLst/>
            <a:gdLst>
              <a:gd name="T0" fmla="*/ 6 w 6"/>
              <a:gd name="T1" fmla="*/ 0 h 8"/>
              <a:gd name="T2" fmla="*/ 0 w 6"/>
              <a:gd name="T3" fmla="*/ 8 h 8"/>
              <a:gd name="T4" fmla="*/ 6 w 6"/>
              <a:gd name="T5" fmla="*/ 0 h 8"/>
              <a:gd name="T6" fmla="*/ 6 w 6"/>
              <a:gd name="T7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8">
                <a:moveTo>
                  <a:pt x="6" y="0"/>
                </a:moveTo>
                <a:lnTo>
                  <a:pt x="0" y="8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2" name="Freeform 423">
            <a:extLst>
              <a:ext uri="{FF2B5EF4-FFF2-40B4-BE49-F238E27FC236}">
                <a16:creationId xmlns:a16="http://schemas.microsoft.com/office/drawing/2014/main" id="{C3A6ECBA-757F-4DFC-ABEF-2D12A41E073F}"/>
              </a:ext>
            </a:extLst>
          </p:cNvPr>
          <p:cNvSpPr>
            <a:spLocks/>
          </p:cNvSpPr>
          <p:nvPr/>
        </p:nvSpPr>
        <p:spPr bwMode="auto">
          <a:xfrm>
            <a:off x="8947753" y="5111927"/>
            <a:ext cx="9095" cy="12127"/>
          </a:xfrm>
          <a:custGeom>
            <a:avLst/>
            <a:gdLst>
              <a:gd name="T0" fmla="*/ 6 w 6"/>
              <a:gd name="T1" fmla="*/ 0 h 8"/>
              <a:gd name="T2" fmla="*/ 0 w 6"/>
              <a:gd name="T3" fmla="*/ 8 h 8"/>
              <a:gd name="T4" fmla="*/ 6 w 6"/>
              <a:gd name="T5" fmla="*/ 0 h 8"/>
              <a:gd name="T6" fmla="*/ 6 w 6"/>
              <a:gd name="T7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8">
                <a:moveTo>
                  <a:pt x="6" y="0"/>
                </a:moveTo>
                <a:lnTo>
                  <a:pt x="0" y="8"/>
                </a:lnTo>
                <a:lnTo>
                  <a:pt x="6" y="0"/>
                </a:lnTo>
                <a:lnTo>
                  <a:pt x="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3" name="Freeform 424">
            <a:extLst>
              <a:ext uri="{FF2B5EF4-FFF2-40B4-BE49-F238E27FC236}">
                <a16:creationId xmlns:a16="http://schemas.microsoft.com/office/drawing/2014/main" id="{A488E4B8-B8D5-47AC-AAB3-F1FCC14B79F8}"/>
              </a:ext>
            </a:extLst>
          </p:cNvPr>
          <p:cNvSpPr>
            <a:spLocks/>
          </p:cNvSpPr>
          <p:nvPr/>
        </p:nvSpPr>
        <p:spPr bwMode="auto">
          <a:xfrm>
            <a:off x="9228193" y="4986108"/>
            <a:ext cx="513887" cy="207677"/>
          </a:xfrm>
          <a:custGeom>
            <a:avLst/>
            <a:gdLst>
              <a:gd name="T0" fmla="*/ 63 w 127"/>
              <a:gd name="T1" fmla="*/ 0 h 51"/>
              <a:gd name="T2" fmla="*/ 0 w 127"/>
              <a:gd name="T3" fmla="*/ 31 h 51"/>
              <a:gd name="T4" fmla="*/ 28 w 127"/>
              <a:gd name="T5" fmla="*/ 51 h 51"/>
              <a:gd name="T6" fmla="*/ 63 w 127"/>
              <a:gd name="T7" fmla="*/ 33 h 51"/>
              <a:gd name="T8" fmla="*/ 99 w 127"/>
              <a:gd name="T9" fmla="*/ 51 h 51"/>
              <a:gd name="T10" fmla="*/ 127 w 127"/>
              <a:gd name="T11" fmla="*/ 31 h 51"/>
              <a:gd name="T12" fmla="*/ 63 w 127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7" h="51">
                <a:moveTo>
                  <a:pt x="63" y="0"/>
                </a:moveTo>
                <a:cubicBezTo>
                  <a:pt x="0" y="31"/>
                  <a:pt x="0" y="31"/>
                  <a:pt x="0" y="31"/>
                </a:cubicBezTo>
                <a:cubicBezTo>
                  <a:pt x="28" y="51"/>
                  <a:pt x="28" y="51"/>
                  <a:pt x="28" y="51"/>
                </a:cubicBezTo>
                <a:cubicBezTo>
                  <a:pt x="36" y="40"/>
                  <a:pt x="49" y="33"/>
                  <a:pt x="63" y="33"/>
                </a:cubicBezTo>
                <a:cubicBezTo>
                  <a:pt x="78" y="33"/>
                  <a:pt x="91" y="40"/>
                  <a:pt x="99" y="51"/>
                </a:cubicBezTo>
                <a:cubicBezTo>
                  <a:pt x="127" y="31"/>
                  <a:pt x="127" y="31"/>
                  <a:pt x="127" y="31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4" name="Freeform 425">
            <a:extLst>
              <a:ext uri="{FF2B5EF4-FFF2-40B4-BE49-F238E27FC236}">
                <a16:creationId xmlns:a16="http://schemas.microsoft.com/office/drawing/2014/main" id="{C0471C93-AE8B-474C-83F7-32FA28D03713}"/>
              </a:ext>
            </a:extLst>
          </p:cNvPr>
          <p:cNvSpPr>
            <a:spLocks noEditPoints="1"/>
          </p:cNvSpPr>
          <p:nvPr/>
        </p:nvSpPr>
        <p:spPr bwMode="auto">
          <a:xfrm>
            <a:off x="9344916" y="5136182"/>
            <a:ext cx="278924" cy="186455"/>
          </a:xfrm>
          <a:custGeom>
            <a:avLst/>
            <a:gdLst>
              <a:gd name="T0" fmla="*/ 68 w 69"/>
              <a:gd name="T1" fmla="*/ 17 h 46"/>
              <a:gd name="T2" fmla="*/ 34 w 69"/>
              <a:gd name="T3" fmla="*/ 0 h 46"/>
              <a:gd name="T4" fmla="*/ 1 w 69"/>
              <a:gd name="T5" fmla="*/ 17 h 46"/>
              <a:gd name="T6" fmla="*/ 1 w 69"/>
              <a:gd name="T7" fmla="*/ 33 h 46"/>
              <a:gd name="T8" fmla="*/ 1 w 69"/>
              <a:gd name="T9" fmla="*/ 33 h 46"/>
              <a:gd name="T10" fmla="*/ 0 w 69"/>
              <a:gd name="T11" fmla="*/ 35 h 46"/>
              <a:gd name="T12" fmla="*/ 35 w 69"/>
              <a:gd name="T13" fmla="*/ 46 h 46"/>
              <a:gd name="T14" fmla="*/ 69 w 69"/>
              <a:gd name="T15" fmla="*/ 35 h 46"/>
              <a:gd name="T16" fmla="*/ 68 w 69"/>
              <a:gd name="T17" fmla="*/ 33 h 46"/>
              <a:gd name="T18" fmla="*/ 68 w 69"/>
              <a:gd name="T19" fmla="*/ 17 h 46"/>
              <a:gd name="T20" fmla="*/ 35 w 69"/>
              <a:gd name="T21" fmla="*/ 42 h 46"/>
              <a:gd name="T22" fmla="*/ 4 w 69"/>
              <a:gd name="T23" fmla="*/ 35 h 46"/>
              <a:gd name="T24" fmla="*/ 35 w 69"/>
              <a:gd name="T25" fmla="*/ 28 h 46"/>
              <a:gd name="T26" fmla="*/ 65 w 69"/>
              <a:gd name="T27" fmla="*/ 35 h 46"/>
              <a:gd name="T28" fmla="*/ 35 w 69"/>
              <a:gd name="T29" fmla="*/ 4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9" h="46">
                <a:moveTo>
                  <a:pt x="68" y="17"/>
                </a:moveTo>
                <a:cubicBezTo>
                  <a:pt x="68" y="17"/>
                  <a:pt x="56" y="0"/>
                  <a:pt x="34" y="0"/>
                </a:cubicBezTo>
                <a:cubicBezTo>
                  <a:pt x="12" y="0"/>
                  <a:pt x="1" y="17"/>
                  <a:pt x="1" y="17"/>
                </a:cubicBezTo>
                <a:cubicBezTo>
                  <a:pt x="1" y="33"/>
                  <a:pt x="1" y="33"/>
                  <a:pt x="1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1" y="34"/>
                  <a:pt x="0" y="34"/>
                  <a:pt x="0" y="35"/>
                </a:cubicBezTo>
                <a:cubicBezTo>
                  <a:pt x="0" y="41"/>
                  <a:pt x="16" y="46"/>
                  <a:pt x="35" y="46"/>
                </a:cubicBezTo>
                <a:cubicBezTo>
                  <a:pt x="54" y="46"/>
                  <a:pt x="69" y="41"/>
                  <a:pt x="69" y="35"/>
                </a:cubicBezTo>
                <a:cubicBezTo>
                  <a:pt x="69" y="34"/>
                  <a:pt x="69" y="34"/>
                  <a:pt x="68" y="33"/>
                </a:cubicBezTo>
                <a:lnTo>
                  <a:pt x="68" y="17"/>
                </a:lnTo>
                <a:close/>
                <a:moveTo>
                  <a:pt x="35" y="42"/>
                </a:moveTo>
                <a:cubicBezTo>
                  <a:pt x="15" y="42"/>
                  <a:pt x="5" y="37"/>
                  <a:pt x="4" y="35"/>
                </a:cubicBezTo>
                <a:cubicBezTo>
                  <a:pt x="5" y="33"/>
                  <a:pt x="15" y="28"/>
                  <a:pt x="35" y="28"/>
                </a:cubicBezTo>
                <a:cubicBezTo>
                  <a:pt x="54" y="28"/>
                  <a:pt x="64" y="33"/>
                  <a:pt x="65" y="35"/>
                </a:cubicBezTo>
                <a:cubicBezTo>
                  <a:pt x="64" y="37"/>
                  <a:pt x="54" y="42"/>
                  <a:pt x="35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5" name="Freeform 426">
            <a:extLst>
              <a:ext uri="{FF2B5EF4-FFF2-40B4-BE49-F238E27FC236}">
                <a16:creationId xmlns:a16="http://schemas.microsoft.com/office/drawing/2014/main" id="{C9AEACE7-8D9C-4D80-BAC2-B07B83B716BF}"/>
              </a:ext>
            </a:extLst>
          </p:cNvPr>
          <p:cNvSpPr>
            <a:spLocks/>
          </p:cNvSpPr>
          <p:nvPr/>
        </p:nvSpPr>
        <p:spPr bwMode="auto">
          <a:xfrm>
            <a:off x="10190784" y="5027038"/>
            <a:ext cx="97017" cy="97017"/>
          </a:xfrm>
          <a:custGeom>
            <a:avLst/>
            <a:gdLst>
              <a:gd name="T0" fmla="*/ 0 w 64"/>
              <a:gd name="T1" fmla="*/ 40 h 64"/>
              <a:gd name="T2" fmla="*/ 24 w 64"/>
              <a:gd name="T3" fmla="*/ 64 h 64"/>
              <a:gd name="T4" fmla="*/ 64 w 64"/>
              <a:gd name="T5" fmla="*/ 24 h 64"/>
              <a:gd name="T6" fmla="*/ 43 w 64"/>
              <a:gd name="T7" fmla="*/ 0 h 64"/>
              <a:gd name="T8" fmla="*/ 0 w 64"/>
              <a:gd name="T9" fmla="*/ 4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4">
                <a:moveTo>
                  <a:pt x="0" y="40"/>
                </a:moveTo>
                <a:lnTo>
                  <a:pt x="24" y="64"/>
                </a:lnTo>
                <a:lnTo>
                  <a:pt x="64" y="24"/>
                </a:lnTo>
                <a:lnTo>
                  <a:pt x="43" y="0"/>
                </a:lnTo>
                <a:lnTo>
                  <a:pt x="0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6" name="Freeform 427">
            <a:extLst>
              <a:ext uri="{FF2B5EF4-FFF2-40B4-BE49-F238E27FC236}">
                <a16:creationId xmlns:a16="http://schemas.microsoft.com/office/drawing/2014/main" id="{C9B83A79-6984-429F-8A18-B89CACC166E5}"/>
              </a:ext>
            </a:extLst>
          </p:cNvPr>
          <p:cNvSpPr>
            <a:spLocks/>
          </p:cNvSpPr>
          <p:nvPr/>
        </p:nvSpPr>
        <p:spPr bwMode="auto">
          <a:xfrm>
            <a:off x="10263547" y="4986108"/>
            <a:ext cx="65183" cy="65183"/>
          </a:xfrm>
          <a:custGeom>
            <a:avLst/>
            <a:gdLst>
              <a:gd name="T0" fmla="*/ 43 w 43"/>
              <a:gd name="T1" fmla="*/ 24 h 43"/>
              <a:gd name="T2" fmla="*/ 19 w 43"/>
              <a:gd name="T3" fmla="*/ 0 h 43"/>
              <a:gd name="T4" fmla="*/ 0 w 43"/>
              <a:gd name="T5" fmla="*/ 22 h 43"/>
              <a:gd name="T6" fmla="*/ 24 w 43"/>
              <a:gd name="T7" fmla="*/ 43 h 43"/>
              <a:gd name="T8" fmla="*/ 43 w 43"/>
              <a:gd name="T9" fmla="*/ 2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43" y="24"/>
                </a:moveTo>
                <a:lnTo>
                  <a:pt x="19" y="0"/>
                </a:lnTo>
                <a:lnTo>
                  <a:pt x="0" y="22"/>
                </a:lnTo>
                <a:lnTo>
                  <a:pt x="24" y="43"/>
                </a:lnTo>
                <a:lnTo>
                  <a:pt x="43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7" name="Freeform 428">
            <a:extLst>
              <a:ext uri="{FF2B5EF4-FFF2-40B4-BE49-F238E27FC236}">
                <a16:creationId xmlns:a16="http://schemas.microsoft.com/office/drawing/2014/main" id="{B49AE34E-3AC6-4587-B153-13407282F5BC}"/>
              </a:ext>
            </a:extLst>
          </p:cNvPr>
          <p:cNvSpPr>
            <a:spLocks/>
          </p:cNvSpPr>
          <p:nvPr/>
        </p:nvSpPr>
        <p:spPr bwMode="auto">
          <a:xfrm>
            <a:off x="10134696" y="5046744"/>
            <a:ext cx="137946" cy="134914"/>
          </a:xfrm>
          <a:custGeom>
            <a:avLst/>
            <a:gdLst>
              <a:gd name="T0" fmla="*/ 28 w 34"/>
              <a:gd name="T1" fmla="*/ 5 h 33"/>
              <a:gd name="T2" fmla="*/ 7 w 34"/>
              <a:gd name="T3" fmla="*/ 5 h 33"/>
              <a:gd name="T4" fmla="*/ 0 w 34"/>
              <a:gd name="T5" fmla="*/ 12 h 33"/>
              <a:gd name="T6" fmla="*/ 21 w 34"/>
              <a:gd name="T7" fmla="*/ 33 h 33"/>
              <a:gd name="T8" fmla="*/ 28 w 34"/>
              <a:gd name="T9" fmla="*/ 26 h 33"/>
              <a:gd name="T10" fmla="*/ 28 w 34"/>
              <a:gd name="T11" fmla="*/ 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" h="33">
                <a:moveTo>
                  <a:pt x="28" y="5"/>
                </a:moveTo>
                <a:cubicBezTo>
                  <a:pt x="22" y="0"/>
                  <a:pt x="13" y="0"/>
                  <a:pt x="7" y="5"/>
                </a:cubicBezTo>
                <a:cubicBezTo>
                  <a:pt x="0" y="12"/>
                  <a:pt x="0" y="12"/>
                  <a:pt x="0" y="12"/>
                </a:cubicBezTo>
                <a:cubicBezTo>
                  <a:pt x="21" y="33"/>
                  <a:pt x="21" y="33"/>
                  <a:pt x="21" y="33"/>
                </a:cubicBezTo>
                <a:cubicBezTo>
                  <a:pt x="28" y="26"/>
                  <a:pt x="28" y="26"/>
                  <a:pt x="28" y="26"/>
                </a:cubicBezTo>
                <a:cubicBezTo>
                  <a:pt x="34" y="20"/>
                  <a:pt x="34" y="11"/>
                  <a:pt x="28" y="5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8" name="Freeform 429">
            <a:extLst>
              <a:ext uri="{FF2B5EF4-FFF2-40B4-BE49-F238E27FC236}">
                <a16:creationId xmlns:a16="http://schemas.microsoft.com/office/drawing/2014/main" id="{FEA44438-19B6-499E-B840-C5405A2B928A}"/>
              </a:ext>
            </a:extLst>
          </p:cNvPr>
          <p:cNvSpPr>
            <a:spLocks/>
          </p:cNvSpPr>
          <p:nvPr/>
        </p:nvSpPr>
        <p:spPr bwMode="auto">
          <a:xfrm>
            <a:off x="9996750" y="5184690"/>
            <a:ext cx="133398" cy="134914"/>
          </a:xfrm>
          <a:custGeom>
            <a:avLst/>
            <a:gdLst>
              <a:gd name="T0" fmla="*/ 0 w 88"/>
              <a:gd name="T1" fmla="*/ 33 h 89"/>
              <a:gd name="T2" fmla="*/ 56 w 88"/>
              <a:gd name="T3" fmla="*/ 89 h 89"/>
              <a:gd name="T4" fmla="*/ 88 w 88"/>
              <a:gd name="T5" fmla="*/ 57 h 89"/>
              <a:gd name="T6" fmla="*/ 35 w 88"/>
              <a:gd name="T7" fmla="*/ 0 h 89"/>
              <a:gd name="T8" fmla="*/ 0 w 88"/>
              <a:gd name="T9" fmla="*/ 3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89">
                <a:moveTo>
                  <a:pt x="0" y="33"/>
                </a:moveTo>
                <a:lnTo>
                  <a:pt x="56" y="89"/>
                </a:lnTo>
                <a:lnTo>
                  <a:pt x="88" y="57"/>
                </a:lnTo>
                <a:lnTo>
                  <a:pt x="35" y="0"/>
                </a:lnTo>
                <a:lnTo>
                  <a:pt x="0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79" name="Freeform 430">
            <a:extLst>
              <a:ext uri="{FF2B5EF4-FFF2-40B4-BE49-F238E27FC236}">
                <a16:creationId xmlns:a16="http://schemas.microsoft.com/office/drawing/2014/main" id="{71E6E9AE-87CB-4C5F-84B7-A3F7ABE803AC}"/>
              </a:ext>
            </a:extLst>
          </p:cNvPr>
          <p:cNvSpPr>
            <a:spLocks/>
          </p:cNvSpPr>
          <p:nvPr/>
        </p:nvSpPr>
        <p:spPr bwMode="auto">
          <a:xfrm>
            <a:off x="9996750" y="5184690"/>
            <a:ext cx="133398" cy="134914"/>
          </a:xfrm>
          <a:custGeom>
            <a:avLst/>
            <a:gdLst>
              <a:gd name="T0" fmla="*/ 0 w 88"/>
              <a:gd name="T1" fmla="*/ 33 h 89"/>
              <a:gd name="T2" fmla="*/ 56 w 88"/>
              <a:gd name="T3" fmla="*/ 89 h 89"/>
              <a:gd name="T4" fmla="*/ 88 w 88"/>
              <a:gd name="T5" fmla="*/ 57 h 89"/>
              <a:gd name="T6" fmla="*/ 35 w 88"/>
              <a:gd name="T7" fmla="*/ 0 h 89"/>
              <a:gd name="T8" fmla="*/ 0 w 88"/>
              <a:gd name="T9" fmla="*/ 3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89">
                <a:moveTo>
                  <a:pt x="0" y="33"/>
                </a:moveTo>
                <a:lnTo>
                  <a:pt x="56" y="89"/>
                </a:lnTo>
                <a:lnTo>
                  <a:pt x="88" y="57"/>
                </a:lnTo>
                <a:lnTo>
                  <a:pt x="35" y="0"/>
                </a:lnTo>
                <a:lnTo>
                  <a:pt x="0" y="3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0" name="Freeform 431">
            <a:extLst>
              <a:ext uri="{FF2B5EF4-FFF2-40B4-BE49-F238E27FC236}">
                <a16:creationId xmlns:a16="http://schemas.microsoft.com/office/drawing/2014/main" id="{743538AF-B028-4800-BD7A-D711CBAB60FE}"/>
              </a:ext>
            </a:extLst>
          </p:cNvPr>
          <p:cNvSpPr>
            <a:spLocks/>
          </p:cNvSpPr>
          <p:nvPr/>
        </p:nvSpPr>
        <p:spPr bwMode="auto">
          <a:xfrm>
            <a:off x="10049806" y="5096769"/>
            <a:ext cx="169780" cy="174328"/>
          </a:xfrm>
          <a:custGeom>
            <a:avLst/>
            <a:gdLst>
              <a:gd name="T0" fmla="*/ 56 w 112"/>
              <a:gd name="T1" fmla="*/ 0 h 115"/>
              <a:gd name="T2" fmla="*/ 0 w 112"/>
              <a:gd name="T3" fmla="*/ 58 h 115"/>
              <a:gd name="T4" fmla="*/ 53 w 112"/>
              <a:gd name="T5" fmla="*/ 115 h 115"/>
              <a:gd name="T6" fmla="*/ 112 w 112"/>
              <a:gd name="T7" fmla="*/ 56 h 115"/>
              <a:gd name="T8" fmla="*/ 56 w 112"/>
              <a:gd name="T9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2" h="115">
                <a:moveTo>
                  <a:pt x="56" y="0"/>
                </a:moveTo>
                <a:lnTo>
                  <a:pt x="0" y="58"/>
                </a:lnTo>
                <a:lnTo>
                  <a:pt x="53" y="115"/>
                </a:lnTo>
                <a:lnTo>
                  <a:pt x="112" y="56"/>
                </a:lnTo>
                <a:lnTo>
                  <a:pt x="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1" name="Freeform 432">
            <a:extLst>
              <a:ext uri="{FF2B5EF4-FFF2-40B4-BE49-F238E27FC236}">
                <a16:creationId xmlns:a16="http://schemas.microsoft.com/office/drawing/2014/main" id="{D9CD15CD-767F-4AE6-8D8A-3A617321D4EB}"/>
              </a:ext>
            </a:extLst>
          </p:cNvPr>
          <p:cNvSpPr>
            <a:spLocks/>
          </p:cNvSpPr>
          <p:nvPr/>
        </p:nvSpPr>
        <p:spPr bwMode="auto">
          <a:xfrm>
            <a:off x="10049806" y="5096769"/>
            <a:ext cx="169780" cy="174328"/>
          </a:xfrm>
          <a:custGeom>
            <a:avLst/>
            <a:gdLst>
              <a:gd name="T0" fmla="*/ 56 w 112"/>
              <a:gd name="T1" fmla="*/ 0 h 115"/>
              <a:gd name="T2" fmla="*/ 0 w 112"/>
              <a:gd name="T3" fmla="*/ 58 h 115"/>
              <a:gd name="T4" fmla="*/ 53 w 112"/>
              <a:gd name="T5" fmla="*/ 115 h 115"/>
              <a:gd name="T6" fmla="*/ 112 w 112"/>
              <a:gd name="T7" fmla="*/ 56 h 115"/>
              <a:gd name="T8" fmla="*/ 56 w 112"/>
              <a:gd name="T9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2" h="115">
                <a:moveTo>
                  <a:pt x="56" y="0"/>
                </a:moveTo>
                <a:lnTo>
                  <a:pt x="0" y="58"/>
                </a:lnTo>
                <a:lnTo>
                  <a:pt x="53" y="115"/>
                </a:lnTo>
                <a:lnTo>
                  <a:pt x="112" y="56"/>
                </a:lnTo>
                <a:lnTo>
                  <a:pt x="5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2" name="Freeform 433">
            <a:extLst>
              <a:ext uri="{FF2B5EF4-FFF2-40B4-BE49-F238E27FC236}">
                <a16:creationId xmlns:a16="http://schemas.microsoft.com/office/drawing/2014/main" id="{A924B552-33FA-4B43-9C2F-F0F8ADC672B1}"/>
              </a:ext>
            </a:extLst>
          </p:cNvPr>
          <p:cNvSpPr>
            <a:spLocks/>
          </p:cNvSpPr>
          <p:nvPr/>
        </p:nvSpPr>
        <p:spPr bwMode="auto">
          <a:xfrm>
            <a:off x="10336310" y="4983077"/>
            <a:ext cx="113692" cy="19707"/>
          </a:xfrm>
          <a:custGeom>
            <a:avLst/>
            <a:gdLst>
              <a:gd name="T0" fmla="*/ 0 w 28"/>
              <a:gd name="T1" fmla="*/ 5 h 5"/>
              <a:gd name="T2" fmla="*/ 2 w 28"/>
              <a:gd name="T3" fmla="*/ 2 h 5"/>
              <a:gd name="T4" fmla="*/ 6 w 28"/>
              <a:gd name="T5" fmla="*/ 0 h 5"/>
              <a:gd name="T6" fmla="*/ 14 w 28"/>
              <a:gd name="T7" fmla="*/ 0 h 5"/>
              <a:gd name="T8" fmla="*/ 28 w 28"/>
              <a:gd name="T9" fmla="*/ 5 h 5"/>
              <a:gd name="T10" fmla="*/ 13 w 28"/>
              <a:gd name="T11" fmla="*/ 3 h 5"/>
              <a:gd name="T12" fmla="*/ 6 w 28"/>
              <a:gd name="T13" fmla="*/ 3 h 5"/>
              <a:gd name="T14" fmla="*/ 0 w 28"/>
              <a:gd name="T15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" h="5">
                <a:moveTo>
                  <a:pt x="0" y="5"/>
                </a:move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1"/>
                  <a:pt x="6" y="0"/>
                </a:cubicBezTo>
                <a:cubicBezTo>
                  <a:pt x="8" y="0"/>
                  <a:pt x="11" y="0"/>
                  <a:pt x="14" y="0"/>
                </a:cubicBezTo>
                <a:cubicBezTo>
                  <a:pt x="19" y="1"/>
                  <a:pt x="24" y="3"/>
                  <a:pt x="28" y="5"/>
                </a:cubicBezTo>
                <a:cubicBezTo>
                  <a:pt x="23" y="5"/>
                  <a:pt x="18" y="4"/>
                  <a:pt x="13" y="3"/>
                </a:cubicBezTo>
                <a:cubicBezTo>
                  <a:pt x="11" y="3"/>
                  <a:pt x="8" y="3"/>
                  <a:pt x="6" y="3"/>
                </a:cubicBezTo>
                <a:cubicBezTo>
                  <a:pt x="4" y="3"/>
                  <a:pt x="2" y="4"/>
                  <a:pt x="0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3" name="Freeform 434">
            <a:extLst>
              <a:ext uri="{FF2B5EF4-FFF2-40B4-BE49-F238E27FC236}">
                <a16:creationId xmlns:a16="http://schemas.microsoft.com/office/drawing/2014/main" id="{580F714E-FD25-427B-B458-5591959611E8}"/>
              </a:ext>
            </a:extLst>
          </p:cNvPr>
          <p:cNvSpPr>
            <a:spLocks/>
          </p:cNvSpPr>
          <p:nvPr/>
        </p:nvSpPr>
        <p:spPr bwMode="auto">
          <a:xfrm>
            <a:off x="10312056" y="4857258"/>
            <a:ext cx="24254" cy="113692"/>
          </a:xfrm>
          <a:custGeom>
            <a:avLst/>
            <a:gdLst>
              <a:gd name="T0" fmla="*/ 0 w 6"/>
              <a:gd name="T1" fmla="*/ 0 h 28"/>
              <a:gd name="T2" fmla="*/ 3 w 6"/>
              <a:gd name="T3" fmla="*/ 3 h 28"/>
              <a:gd name="T4" fmla="*/ 5 w 6"/>
              <a:gd name="T5" fmla="*/ 6 h 28"/>
              <a:gd name="T6" fmla="*/ 5 w 6"/>
              <a:gd name="T7" fmla="*/ 14 h 28"/>
              <a:gd name="T8" fmla="*/ 0 w 6"/>
              <a:gd name="T9" fmla="*/ 28 h 28"/>
              <a:gd name="T10" fmla="*/ 2 w 6"/>
              <a:gd name="T11" fmla="*/ 14 h 28"/>
              <a:gd name="T12" fmla="*/ 2 w 6"/>
              <a:gd name="T13" fmla="*/ 7 h 28"/>
              <a:gd name="T14" fmla="*/ 0 w 6"/>
              <a:gd name="T15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28">
                <a:moveTo>
                  <a:pt x="0" y="0"/>
                </a:moveTo>
                <a:cubicBezTo>
                  <a:pt x="1" y="1"/>
                  <a:pt x="2" y="1"/>
                  <a:pt x="3" y="3"/>
                </a:cubicBezTo>
                <a:cubicBezTo>
                  <a:pt x="4" y="4"/>
                  <a:pt x="5" y="5"/>
                  <a:pt x="5" y="6"/>
                </a:cubicBezTo>
                <a:cubicBezTo>
                  <a:pt x="6" y="9"/>
                  <a:pt x="6" y="12"/>
                  <a:pt x="5" y="14"/>
                </a:cubicBezTo>
                <a:cubicBezTo>
                  <a:pt x="5" y="19"/>
                  <a:pt x="3" y="24"/>
                  <a:pt x="0" y="28"/>
                </a:cubicBezTo>
                <a:cubicBezTo>
                  <a:pt x="0" y="23"/>
                  <a:pt x="1" y="18"/>
                  <a:pt x="2" y="14"/>
                </a:cubicBezTo>
                <a:cubicBezTo>
                  <a:pt x="2" y="11"/>
                  <a:pt x="2" y="9"/>
                  <a:pt x="2" y="7"/>
                </a:cubicBezTo>
                <a:cubicBezTo>
                  <a:pt x="2" y="4"/>
                  <a:pt x="2" y="2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4" name="Freeform 435">
            <a:extLst>
              <a:ext uri="{FF2B5EF4-FFF2-40B4-BE49-F238E27FC236}">
                <a16:creationId xmlns:a16="http://schemas.microsoft.com/office/drawing/2014/main" id="{05DF6DBB-4C76-45C1-93A4-0BD2BEC9775D}"/>
              </a:ext>
            </a:extLst>
          </p:cNvPr>
          <p:cNvSpPr>
            <a:spLocks/>
          </p:cNvSpPr>
          <p:nvPr/>
        </p:nvSpPr>
        <p:spPr bwMode="auto">
          <a:xfrm>
            <a:off x="10333278" y="4896671"/>
            <a:ext cx="101565" cy="81858"/>
          </a:xfrm>
          <a:custGeom>
            <a:avLst/>
            <a:gdLst>
              <a:gd name="T0" fmla="*/ 2 w 25"/>
              <a:gd name="T1" fmla="*/ 20 h 20"/>
              <a:gd name="T2" fmla="*/ 0 w 25"/>
              <a:gd name="T3" fmla="*/ 17 h 20"/>
              <a:gd name="T4" fmla="*/ 20 w 25"/>
              <a:gd name="T5" fmla="*/ 1 h 20"/>
              <a:gd name="T6" fmla="*/ 21 w 25"/>
              <a:gd name="T7" fmla="*/ 1 h 20"/>
              <a:gd name="T8" fmla="*/ 24 w 25"/>
              <a:gd name="T9" fmla="*/ 0 h 20"/>
              <a:gd name="T10" fmla="*/ 2 w 25"/>
              <a:gd name="T11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20">
                <a:moveTo>
                  <a:pt x="2" y="20"/>
                </a:moveTo>
                <a:cubicBezTo>
                  <a:pt x="0" y="17"/>
                  <a:pt x="0" y="17"/>
                  <a:pt x="0" y="17"/>
                </a:cubicBezTo>
                <a:cubicBezTo>
                  <a:pt x="20" y="5"/>
                  <a:pt x="20" y="1"/>
                  <a:pt x="20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3"/>
                  <a:pt x="22" y="8"/>
                  <a:pt x="2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5" name="Freeform 496">
            <a:extLst>
              <a:ext uri="{FF2B5EF4-FFF2-40B4-BE49-F238E27FC236}">
                <a16:creationId xmlns:a16="http://schemas.microsoft.com/office/drawing/2014/main" id="{BFC9F577-44C6-4E5B-B3D0-584DFD98BE50}"/>
              </a:ext>
            </a:extLst>
          </p:cNvPr>
          <p:cNvSpPr>
            <a:spLocks/>
          </p:cNvSpPr>
          <p:nvPr/>
        </p:nvSpPr>
        <p:spPr bwMode="auto">
          <a:xfrm>
            <a:off x="8494501" y="5883516"/>
            <a:ext cx="251638" cy="319853"/>
          </a:xfrm>
          <a:custGeom>
            <a:avLst/>
            <a:gdLst>
              <a:gd name="T0" fmla="*/ 26 w 62"/>
              <a:gd name="T1" fmla="*/ 35 h 79"/>
              <a:gd name="T2" fmla="*/ 26 w 62"/>
              <a:gd name="T3" fmla="*/ 79 h 79"/>
              <a:gd name="T4" fmla="*/ 37 w 62"/>
              <a:gd name="T5" fmla="*/ 79 h 79"/>
              <a:gd name="T6" fmla="*/ 37 w 62"/>
              <a:gd name="T7" fmla="*/ 34 h 79"/>
              <a:gd name="T8" fmla="*/ 62 w 62"/>
              <a:gd name="T9" fmla="*/ 0 h 79"/>
              <a:gd name="T10" fmla="*/ 0 w 62"/>
              <a:gd name="T11" fmla="*/ 0 h 79"/>
              <a:gd name="T12" fmla="*/ 26 w 62"/>
              <a:gd name="T13" fmla="*/ 3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9">
                <a:moveTo>
                  <a:pt x="26" y="35"/>
                </a:moveTo>
                <a:cubicBezTo>
                  <a:pt x="26" y="79"/>
                  <a:pt x="26" y="79"/>
                  <a:pt x="26" y="79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34"/>
                  <a:pt x="37" y="34"/>
                  <a:pt x="37" y="34"/>
                </a:cubicBezTo>
                <a:cubicBezTo>
                  <a:pt x="46" y="27"/>
                  <a:pt x="62" y="12"/>
                  <a:pt x="6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3"/>
                  <a:pt x="17" y="28"/>
                  <a:pt x="26" y="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6" name="Freeform 497">
            <a:extLst>
              <a:ext uri="{FF2B5EF4-FFF2-40B4-BE49-F238E27FC236}">
                <a16:creationId xmlns:a16="http://schemas.microsoft.com/office/drawing/2014/main" id="{C2113C3B-447F-4B00-8477-119E364BF99A}"/>
              </a:ext>
            </a:extLst>
          </p:cNvPr>
          <p:cNvSpPr>
            <a:spLocks noEditPoints="1"/>
          </p:cNvSpPr>
          <p:nvPr/>
        </p:nvSpPr>
        <p:spPr bwMode="auto">
          <a:xfrm>
            <a:off x="8494501" y="5598529"/>
            <a:ext cx="251638" cy="272861"/>
          </a:xfrm>
          <a:custGeom>
            <a:avLst/>
            <a:gdLst>
              <a:gd name="T0" fmla="*/ 48 w 62"/>
              <a:gd name="T1" fmla="*/ 59 h 67"/>
              <a:gd name="T2" fmla="*/ 54 w 62"/>
              <a:gd name="T3" fmla="*/ 46 h 67"/>
              <a:gd name="T4" fmla="*/ 42 w 62"/>
              <a:gd name="T5" fmla="*/ 10 h 67"/>
              <a:gd name="T6" fmla="*/ 34 w 62"/>
              <a:gd name="T7" fmla="*/ 26 h 67"/>
              <a:gd name="T8" fmla="*/ 31 w 62"/>
              <a:gd name="T9" fmla="*/ 0 h 67"/>
              <a:gd name="T10" fmla="*/ 20 w 62"/>
              <a:gd name="T11" fmla="*/ 26 h 67"/>
              <a:gd name="T12" fmla="*/ 10 w 62"/>
              <a:gd name="T13" fmla="*/ 42 h 67"/>
              <a:gd name="T14" fmla="*/ 14 w 62"/>
              <a:gd name="T15" fmla="*/ 59 h 67"/>
              <a:gd name="T16" fmla="*/ 0 w 62"/>
              <a:gd name="T17" fmla="*/ 59 h 67"/>
              <a:gd name="T18" fmla="*/ 0 w 62"/>
              <a:gd name="T19" fmla="*/ 67 h 67"/>
              <a:gd name="T20" fmla="*/ 62 w 62"/>
              <a:gd name="T21" fmla="*/ 67 h 67"/>
              <a:gd name="T22" fmla="*/ 62 w 62"/>
              <a:gd name="T23" fmla="*/ 59 h 67"/>
              <a:gd name="T24" fmla="*/ 48 w 62"/>
              <a:gd name="T25" fmla="*/ 59 h 67"/>
              <a:gd name="T26" fmla="*/ 25 w 62"/>
              <a:gd name="T27" fmla="*/ 49 h 67"/>
              <a:gd name="T28" fmla="*/ 32 w 62"/>
              <a:gd name="T29" fmla="*/ 37 h 67"/>
              <a:gd name="T30" fmla="*/ 39 w 62"/>
              <a:gd name="T31" fmla="*/ 48 h 67"/>
              <a:gd name="T32" fmla="*/ 42 w 62"/>
              <a:gd name="T33" fmla="*/ 59 h 67"/>
              <a:gd name="T34" fmla="*/ 20 w 62"/>
              <a:gd name="T35" fmla="*/ 59 h 67"/>
              <a:gd name="T36" fmla="*/ 25 w 62"/>
              <a:gd name="T37" fmla="*/ 49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" h="67">
                <a:moveTo>
                  <a:pt x="48" y="59"/>
                </a:moveTo>
                <a:cubicBezTo>
                  <a:pt x="51" y="55"/>
                  <a:pt x="54" y="51"/>
                  <a:pt x="54" y="46"/>
                </a:cubicBezTo>
                <a:cubicBezTo>
                  <a:pt x="55" y="26"/>
                  <a:pt x="46" y="25"/>
                  <a:pt x="42" y="10"/>
                </a:cubicBezTo>
                <a:cubicBezTo>
                  <a:pt x="42" y="10"/>
                  <a:pt x="39" y="24"/>
                  <a:pt x="34" y="26"/>
                </a:cubicBezTo>
                <a:cubicBezTo>
                  <a:pt x="34" y="26"/>
                  <a:pt x="36" y="8"/>
                  <a:pt x="31" y="0"/>
                </a:cubicBezTo>
                <a:cubicBezTo>
                  <a:pt x="31" y="0"/>
                  <a:pt x="30" y="15"/>
                  <a:pt x="20" y="26"/>
                </a:cubicBezTo>
                <a:cubicBezTo>
                  <a:pt x="11" y="33"/>
                  <a:pt x="10" y="37"/>
                  <a:pt x="10" y="42"/>
                </a:cubicBezTo>
                <a:cubicBezTo>
                  <a:pt x="9" y="46"/>
                  <a:pt x="10" y="53"/>
                  <a:pt x="14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7"/>
                  <a:pt x="0" y="67"/>
                  <a:pt x="0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59"/>
                  <a:pt x="62" y="59"/>
                  <a:pt x="62" y="59"/>
                </a:cubicBezTo>
                <a:lnTo>
                  <a:pt x="48" y="59"/>
                </a:lnTo>
                <a:close/>
                <a:moveTo>
                  <a:pt x="25" y="49"/>
                </a:moveTo>
                <a:cubicBezTo>
                  <a:pt x="34" y="42"/>
                  <a:pt x="33" y="37"/>
                  <a:pt x="32" y="37"/>
                </a:cubicBezTo>
                <a:cubicBezTo>
                  <a:pt x="32" y="37"/>
                  <a:pt x="39" y="48"/>
                  <a:pt x="39" y="48"/>
                </a:cubicBezTo>
                <a:cubicBezTo>
                  <a:pt x="39" y="48"/>
                  <a:pt x="42" y="53"/>
                  <a:pt x="42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56"/>
                  <a:pt x="22" y="53"/>
                  <a:pt x="25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7" name="Freeform 498">
            <a:extLst>
              <a:ext uri="{FF2B5EF4-FFF2-40B4-BE49-F238E27FC236}">
                <a16:creationId xmlns:a16="http://schemas.microsoft.com/office/drawing/2014/main" id="{8B34BCE4-41E8-44EF-930B-80CC72569C05}"/>
              </a:ext>
            </a:extLst>
          </p:cNvPr>
          <p:cNvSpPr>
            <a:spLocks noEditPoints="1"/>
          </p:cNvSpPr>
          <p:nvPr/>
        </p:nvSpPr>
        <p:spPr bwMode="auto">
          <a:xfrm>
            <a:off x="10130149" y="5838040"/>
            <a:ext cx="93985" cy="97017"/>
          </a:xfrm>
          <a:custGeom>
            <a:avLst/>
            <a:gdLst>
              <a:gd name="T0" fmla="*/ 12 w 23"/>
              <a:gd name="T1" fmla="*/ 24 h 24"/>
              <a:gd name="T2" fmla="*/ 23 w 23"/>
              <a:gd name="T3" fmla="*/ 12 h 24"/>
              <a:gd name="T4" fmla="*/ 12 w 23"/>
              <a:gd name="T5" fmla="*/ 0 h 24"/>
              <a:gd name="T6" fmla="*/ 0 w 23"/>
              <a:gd name="T7" fmla="*/ 12 h 24"/>
              <a:gd name="T8" fmla="*/ 12 w 23"/>
              <a:gd name="T9" fmla="*/ 24 h 24"/>
              <a:gd name="T10" fmla="*/ 12 w 23"/>
              <a:gd name="T11" fmla="*/ 1 h 24"/>
              <a:gd name="T12" fmla="*/ 22 w 23"/>
              <a:gd name="T13" fmla="*/ 12 h 24"/>
              <a:gd name="T14" fmla="*/ 12 w 23"/>
              <a:gd name="T15" fmla="*/ 22 h 24"/>
              <a:gd name="T16" fmla="*/ 1 w 23"/>
              <a:gd name="T17" fmla="*/ 12 h 24"/>
              <a:gd name="T18" fmla="*/ 12 w 23"/>
              <a:gd name="T19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4">
                <a:moveTo>
                  <a:pt x="12" y="24"/>
                </a:moveTo>
                <a:cubicBezTo>
                  <a:pt x="18" y="24"/>
                  <a:pt x="23" y="18"/>
                  <a:pt x="23" y="12"/>
                </a:cubicBezTo>
                <a:cubicBezTo>
                  <a:pt x="23" y="5"/>
                  <a:pt x="18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close/>
                <a:moveTo>
                  <a:pt x="12" y="1"/>
                </a:moveTo>
                <a:cubicBezTo>
                  <a:pt x="17" y="1"/>
                  <a:pt x="22" y="6"/>
                  <a:pt x="22" y="12"/>
                </a:cubicBezTo>
                <a:cubicBezTo>
                  <a:pt x="22" y="17"/>
                  <a:pt x="17" y="22"/>
                  <a:pt x="12" y="22"/>
                </a:cubicBezTo>
                <a:cubicBezTo>
                  <a:pt x="6" y="22"/>
                  <a:pt x="1" y="17"/>
                  <a:pt x="1" y="12"/>
                </a:cubicBezTo>
                <a:cubicBezTo>
                  <a:pt x="1" y="6"/>
                  <a:pt x="6" y="1"/>
                  <a:pt x="1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8" name="Freeform 499">
            <a:extLst>
              <a:ext uri="{FF2B5EF4-FFF2-40B4-BE49-F238E27FC236}">
                <a16:creationId xmlns:a16="http://schemas.microsoft.com/office/drawing/2014/main" id="{DC685E8C-813C-4984-963D-F748CB13B0CD}"/>
              </a:ext>
            </a:extLst>
          </p:cNvPr>
          <p:cNvSpPr>
            <a:spLocks/>
          </p:cNvSpPr>
          <p:nvPr/>
        </p:nvSpPr>
        <p:spPr bwMode="auto">
          <a:xfrm>
            <a:off x="10030100" y="5822881"/>
            <a:ext cx="75795" cy="124303"/>
          </a:xfrm>
          <a:custGeom>
            <a:avLst/>
            <a:gdLst>
              <a:gd name="T0" fmla="*/ 0 w 19"/>
              <a:gd name="T1" fmla="*/ 8 h 31"/>
              <a:gd name="T2" fmla="*/ 0 w 19"/>
              <a:gd name="T3" fmla="*/ 23 h 31"/>
              <a:gd name="T4" fmla="*/ 8 w 19"/>
              <a:gd name="T5" fmla="*/ 31 h 31"/>
              <a:gd name="T6" fmla="*/ 8 w 19"/>
              <a:gd name="T7" fmla="*/ 31 h 31"/>
              <a:gd name="T8" fmla="*/ 13 w 19"/>
              <a:gd name="T9" fmla="*/ 8 h 31"/>
              <a:gd name="T10" fmla="*/ 19 w 19"/>
              <a:gd name="T11" fmla="*/ 0 h 31"/>
              <a:gd name="T12" fmla="*/ 10 w 19"/>
              <a:gd name="T13" fmla="*/ 0 h 31"/>
              <a:gd name="T14" fmla="*/ 0 w 19"/>
              <a:gd name="T15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31">
                <a:moveTo>
                  <a:pt x="0" y="8"/>
                </a:move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8" y="23"/>
                  <a:pt x="8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11" y="18"/>
                  <a:pt x="12" y="10"/>
                  <a:pt x="13" y="8"/>
                </a:cubicBezTo>
                <a:cubicBezTo>
                  <a:pt x="13" y="4"/>
                  <a:pt x="16" y="1"/>
                  <a:pt x="1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1" y="8"/>
                  <a:pt x="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89" name="Freeform 500">
            <a:extLst>
              <a:ext uri="{FF2B5EF4-FFF2-40B4-BE49-F238E27FC236}">
                <a16:creationId xmlns:a16="http://schemas.microsoft.com/office/drawing/2014/main" id="{6DC577DB-9C38-46D4-ADB4-87C85D64FB6E}"/>
              </a:ext>
            </a:extLst>
          </p:cNvPr>
          <p:cNvSpPr>
            <a:spLocks/>
          </p:cNvSpPr>
          <p:nvPr/>
        </p:nvSpPr>
        <p:spPr bwMode="auto">
          <a:xfrm>
            <a:off x="10118021" y="5822881"/>
            <a:ext cx="206161" cy="124303"/>
          </a:xfrm>
          <a:custGeom>
            <a:avLst/>
            <a:gdLst>
              <a:gd name="T0" fmla="*/ 0 w 51"/>
              <a:gd name="T1" fmla="*/ 31 h 31"/>
              <a:gd name="T2" fmla="*/ 22 w 51"/>
              <a:gd name="T3" fmla="*/ 31 h 31"/>
              <a:gd name="T4" fmla="*/ 39 w 51"/>
              <a:gd name="T5" fmla="*/ 24 h 31"/>
              <a:gd name="T6" fmla="*/ 39 w 51"/>
              <a:gd name="T7" fmla="*/ 28 h 31"/>
              <a:gd name="T8" fmla="*/ 39 w 51"/>
              <a:gd name="T9" fmla="*/ 31 h 31"/>
              <a:gd name="T10" fmla="*/ 42 w 51"/>
              <a:gd name="T11" fmla="*/ 31 h 31"/>
              <a:gd name="T12" fmla="*/ 51 w 51"/>
              <a:gd name="T13" fmla="*/ 23 h 31"/>
              <a:gd name="T14" fmla="*/ 51 w 51"/>
              <a:gd name="T15" fmla="*/ 8 h 31"/>
              <a:gd name="T16" fmla="*/ 42 w 51"/>
              <a:gd name="T17" fmla="*/ 0 h 31"/>
              <a:gd name="T18" fmla="*/ 4 w 51"/>
              <a:gd name="T19" fmla="*/ 0 h 31"/>
              <a:gd name="T20" fmla="*/ 3 w 51"/>
              <a:gd name="T21" fmla="*/ 10 h 31"/>
              <a:gd name="T22" fmla="*/ 15 w 51"/>
              <a:gd name="T23" fmla="*/ 3 h 31"/>
              <a:gd name="T24" fmla="*/ 28 w 51"/>
              <a:gd name="T25" fmla="*/ 16 h 31"/>
              <a:gd name="T26" fmla="*/ 15 w 51"/>
              <a:gd name="T27" fmla="*/ 29 h 31"/>
              <a:gd name="T28" fmla="*/ 2 w 51"/>
              <a:gd name="T29" fmla="*/ 18 h 31"/>
              <a:gd name="T30" fmla="*/ 0 w 51"/>
              <a:gd name="T3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1" h="31">
                <a:moveTo>
                  <a:pt x="0" y="31"/>
                </a:moveTo>
                <a:cubicBezTo>
                  <a:pt x="22" y="31"/>
                  <a:pt x="22" y="31"/>
                  <a:pt x="22" y="31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39" y="30"/>
                  <a:pt x="39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21"/>
                  <a:pt x="51" y="23"/>
                  <a:pt x="51" y="23"/>
                </a:cubicBezTo>
                <a:cubicBezTo>
                  <a:pt x="51" y="8"/>
                  <a:pt x="51" y="8"/>
                  <a:pt x="51" y="8"/>
                </a:cubicBezTo>
                <a:cubicBezTo>
                  <a:pt x="41" y="8"/>
                  <a:pt x="42" y="0"/>
                  <a:pt x="42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0"/>
                  <a:pt x="3" y="10"/>
                  <a:pt x="3" y="10"/>
                </a:cubicBezTo>
                <a:cubicBezTo>
                  <a:pt x="5" y="6"/>
                  <a:pt x="9" y="3"/>
                  <a:pt x="15" y="3"/>
                </a:cubicBezTo>
                <a:cubicBezTo>
                  <a:pt x="22" y="3"/>
                  <a:pt x="28" y="9"/>
                  <a:pt x="28" y="16"/>
                </a:cubicBezTo>
                <a:cubicBezTo>
                  <a:pt x="28" y="23"/>
                  <a:pt x="22" y="29"/>
                  <a:pt x="15" y="29"/>
                </a:cubicBezTo>
                <a:cubicBezTo>
                  <a:pt x="8" y="29"/>
                  <a:pt x="3" y="24"/>
                  <a:pt x="2" y="18"/>
                </a:cubicBezTo>
                <a:lnTo>
                  <a:pt x="0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0" name="Freeform 501">
            <a:extLst>
              <a:ext uri="{FF2B5EF4-FFF2-40B4-BE49-F238E27FC236}">
                <a16:creationId xmlns:a16="http://schemas.microsoft.com/office/drawing/2014/main" id="{DAA8EC4C-B857-423C-9FC5-F4349306827A}"/>
              </a:ext>
            </a:extLst>
          </p:cNvPr>
          <p:cNvSpPr>
            <a:spLocks/>
          </p:cNvSpPr>
          <p:nvPr/>
        </p:nvSpPr>
        <p:spPr bwMode="auto">
          <a:xfrm>
            <a:off x="9948241" y="5760729"/>
            <a:ext cx="457799" cy="248606"/>
          </a:xfrm>
          <a:custGeom>
            <a:avLst/>
            <a:gdLst>
              <a:gd name="T0" fmla="*/ 0 w 113"/>
              <a:gd name="T1" fmla="*/ 0 h 61"/>
              <a:gd name="T2" fmla="*/ 0 w 113"/>
              <a:gd name="T3" fmla="*/ 61 h 61"/>
              <a:gd name="T4" fmla="*/ 2 w 113"/>
              <a:gd name="T5" fmla="*/ 61 h 61"/>
              <a:gd name="T6" fmla="*/ 25 w 113"/>
              <a:gd name="T7" fmla="*/ 61 h 61"/>
              <a:gd name="T8" fmla="*/ 27 w 113"/>
              <a:gd name="T9" fmla="*/ 54 h 61"/>
              <a:gd name="T10" fmla="*/ 11 w 113"/>
              <a:gd name="T11" fmla="*/ 54 h 61"/>
              <a:gd name="T12" fmla="*/ 11 w 113"/>
              <a:gd name="T13" fmla="*/ 8 h 61"/>
              <a:gd name="T14" fmla="*/ 103 w 113"/>
              <a:gd name="T15" fmla="*/ 8 h 61"/>
              <a:gd name="T16" fmla="*/ 103 w 113"/>
              <a:gd name="T17" fmla="*/ 54 h 61"/>
              <a:gd name="T18" fmla="*/ 78 w 113"/>
              <a:gd name="T19" fmla="*/ 54 h 61"/>
              <a:gd name="T20" fmla="*/ 75 w 113"/>
              <a:gd name="T21" fmla="*/ 56 h 61"/>
              <a:gd name="T22" fmla="*/ 63 w 113"/>
              <a:gd name="T23" fmla="*/ 61 h 61"/>
              <a:gd name="T24" fmla="*/ 113 w 113"/>
              <a:gd name="T25" fmla="*/ 61 h 61"/>
              <a:gd name="T26" fmla="*/ 113 w 113"/>
              <a:gd name="T27" fmla="*/ 0 h 61"/>
              <a:gd name="T28" fmla="*/ 0 w 113"/>
              <a:gd name="T2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" h="61">
                <a:moveTo>
                  <a:pt x="0" y="0"/>
                </a:moveTo>
                <a:cubicBezTo>
                  <a:pt x="0" y="61"/>
                  <a:pt x="0" y="61"/>
                  <a:pt x="0" y="61"/>
                </a:cubicBezTo>
                <a:cubicBezTo>
                  <a:pt x="1" y="61"/>
                  <a:pt x="2" y="61"/>
                  <a:pt x="2" y="61"/>
                </a:cubicBezTo>
                <a:cubicBezTo>
                  <a:pt x="25" y="61"/>
                  <a:pt x="25" y="61"/>
                  <a:pt x="25" y="61"/>
                </a:cubicBezTo>
                <a:cubicBezTo>
                  <a:pt x="26" y="59"/>
                  <a:pt x="26" y="56"/>
                  <a:pt x="27" y="54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8"/>
                  <a:pt x="11" y="8"/>
                  <a:pt x="11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54"/>
                  <a:pt x="103" y="54"/>
                  <a:pt x="103" y="54"/>
                </a:cubicBezTo>
                <a:cubicBezTo>
                  <a:pt x="78" y="54"/>
                  <a:pt x="78" y="54"/>
                  <a:pt x="78" y="54"/>
                </a:cubicBezTo>
                <a:cubicBezTo>
                  <a:pt x="77" y="54"/>
                  <a:pt x="76" y="55"/>
                  <a:pt x="75" y="56"/>
                </a:cubicBezTo>
                <a:cubicBezTo>
                  <a:pt x="74" y="56"/>
                  <a:pt x="71" y="57"/>
                  <a:pt x="6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0"/>
                  <a:pt x="113" y="0"/>
                  <a:pt x="113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1" name="Freeform 502">
            <a:extLst>
              <a:ext uri="{FF2B5EF4-FFF2-40B4-BE49-F238E27FC236}">
                <a16:creationId xmlns:a16="http://schemas.microsoft.com/office/drawing/2014/main" id="{E64F82E2-33FE-40CD-9802-25F40CAADB74}"/>
              </a:ext>
            </a:extLst>
          </p:cNvPr>
          <p:cNvSpPr>
            <a:spLocks noEditPoints="1"/>
          </p:cNvSpPr>
          <p:nvPr/>
        </p:nvSpPr>
        <p:spPr bwMode="auto">
          <a:xfrm>
            <a:off x="9863352" y="5830460"/>
            <a:ext cx="404743" cy="425966"/>
          </a:xfrm>
          <a:custGeom>
            <a:avLst/>
            <a:gdLst>
              <a:gd name="T0" fmla="*/ 55 w 100"/>
              <a:gd name="T1" fmla="*/ 72 h 105"/>
              <a:gd name="T2" fmla="*/ 57 w 100"/>
              <a:gd name="T3" fmla="*/ 55 h 105"/>
              <a:gd name="T4" fmla="*/ 95 w 100"/>
              <a:gd name="T5" fmla="*/ 37 h 105"/>
              <a:gd name="T6" fmla="*/ 100 w 100"/>
              <a:gd name="T7" fmla="*/ 27 h 105"/>
              <a:gd name="T8" fmla="*/ 58 w 100"/>
              <a:gd name="T9" fmla="*/ 45 h 105"/>
              <a:gd name="T10" fmla="*/ 64 w 100"/>
              <a:gd name="T11" fmla="*/ 0 h 105"/>
              <a:gd name="T12" fmla="*/ 56 w 100"/>
              <a:gd name="T13" fmla="*/ 7 h 105"/>
              <a:gd name="T14" fmla="*/ 49 w 100"/>
              <a:gd name="T15" fmla="*/ 49 h 105"/>
              <a:gd name="T16" fmla="*/ 33 w 100"/>
              <a:gd name="T17" fmla="*/ 55 h 105"/>
              <a:gd name="T18" fmla="*/ 26 w 100"/>
              <a:gd name="T19" fmla="*/ 49 h 105"/>
              <a:gd name="T20" fmla="*/ 13 w 100"/>
              <a:gd name="T21" fmla="*/ 49 h 105"/>
              <a:gd name="T22" fmla="*/ 3 w 100"/>
              <a:gd name="T23" fmla="*/ 68 h 105"/>
              <a:gd name="T24" fmla="*/ 10 w 100"/>
              <a:gd name="T25" fmla="*/ 74 h 105"/>
              <a:gd name="T26" fmla="*/ 23 w 100"/>
              <a:gd name="T27" fmla="*/ 74 h 105"/>
              <a:gd name="T28" fmla="*/ 29 w 100"/>
              <a:gd name="T29" fmla="*/ 71 h 105"/>
              <a:gd name="T30" fmla="*/ 29 w 100"/>
              <a:gd name="T31" fmla="*/ 71 h 105"/>
              <a:gd name="T32" fmla="*/ 29 w 100"/>
              <a:gd name="T33" fmla="*/ 70 h 105"/>
              <a:gd name="T34" fmla="*/ 48 w 100"/>
              <a:gd name="T35" fmla="*/ 58 h 105"/>
              <a:gd name="T36" fmla="*/ 41 w 100"/>
              <a:gd name="T37" fmla="*/ 80 h 105"/>
              <a:gd name="T38" fmla="*/ 41 w 100"/>
              <a:gd name="T39" fmla="*/ 80 h 105"/>
              <a:gd name="T40" fmla="*/ 41 w 100"/>
              <a:gd name="T41" fmla="*/ 80 h 105"/>
              <a:gd name="T42" fmla="*/ 39 w 100"/>
              <a:gd name="T43" fmla="*/ 86 h 105"/>
              <a:gd name="T44" fmla="*/ 42 w 100"/>
              <a:gd name="T45" fmla="*/ 99 h 105"/>
              <a:gd name="T46" fmla="*/ 50 w 100"/>
              <a:gd name="T47" fmla="*/ 104 h 105"/>
              <a:gd name="T48" fmla="*/ 66 w 100"/>
              <a:gd name="T49" fmla="*/ 90 h 105"/>
              <a:gd name="T50" fmla="*/ 63 w 100"/>
              <a:gd name="T51" fmla="*/ 77 h 105"/>
              <a:gd name="T52" fmla="*/ 55 w 100"/>
              <a:gd name="T53" fmla="*/ 72 h 105"/>
              <a:gd name="T54" fmla="*/ 21 w 100"/>
              <a:gd name="T55" fmla="*/ 67 h 105"/>
              <a:gd name="T56" fmla="*/ 13 w 100"/>
              <a:gd name="T57" fmla="*/ 68 h 105"/>
              <a:gd name="T58" fmla="*/ 10 w 100"/>
              <a:gd name="T59" fmla="*/ 65 h 105"/>
              <a:gd name="T60" fmla="*/ 16 w 100"/>
              <a:gd name="T61" fmla="*/ 56 h 105"/>
              <a:gd name="T62" fmla="*/ 23 w 100"/>
              <a:gd name="T63" fmla="*/ 56 h 105"/>
              <a:gd name="T64" fmla="*/ 26 w 100"/>
              <a:gd name="T65" fmla="*/ 58 h 105"/>
              <a:gd name="T66" fmla="*/ 21 w 100"/>
              <a:gd name="T67" fmla="*/ 67 h 105"/>
              <a:gd name="T68" fmla="*/ 59 w 100"/>
              <a:gd name="T69" fmla="*/ 89 h 105"/>
              <a:gd name="T70" fmla="*/ 51 w 100"/>
              <a:gd name="T71" fmla="*/ 97 h 105"/>
              <a:gd name="T72" fmla="*/ 48 w 100"/>
              <a:gd name="T73" fmla="*/ 94 h 105"/>
              <a:gd name="T74" fmla="*/ 46 w 100"/>
              <a:gd name="T75" fmla="*/ 87 h 105"/>
              <a:gd name="T76" fmla="*/ 54 w 100"/>
              <a:gd name="T77" fmla="*/ 79 h 105"/>
              <a:gd name="T78" fmla="*/ 57 w 100"/>
              <a:gd name="T79" fmla="*/ 81 h 105"/>
              <a:gd name="T80" fmla="*/ 59 w 100"/>
              <a:gd name="T81" fmla="*/ 8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0" h="105">
                <a:moveTo>
                  <a:pt x="55" y="72"/>
                </a:moveTo>
                <a:cubicBezTo>
                  <a:pt x="57" y="55"/>
                  <a:pt x="57" y="55"/>
                  <a:pt x="57" y="55"/>
                </a:cubicBezTo>
                <a:cubicBezTo>
                  <a:pt x="68" y="50"/>
                  <a:pt x="91" y="39"/>
                  <a:pt x="95" y="37"/>
                </a:cubicBezTo>
                <a:cubicBezTo>
                  <a:pt x="100" y="35"/>
                  <a:pt x="100" y="27"/>
                  <a:pt x="100" y="27"/>
                </a:cubicBezTo>
                <a:cubicBezTo>
                  <a:pt x="58" y="45"/>
                  <a:pt x="58" y="45"/>
                  <a:pt x="58" y="45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57" y="2"/>
                  <a:pt x="56" y="7"/>
                </a:cubicBezTo>
                <a:cubicBezTo>
                  <a:pt x="56" y="11"/>
                  <a:pt x="51" y="37"/>
                  <a:pt x="49" y="49"/>
                </a:cubicBezTo>
                <a:cubicBezTo>
                  <a:pt x="33" y="55"/>
                  <a:pt x="33" y="55"/>
                  <a:pt x="33" y="55"/>
                </a:cubicBezTo>
                <a:cubicBezTo>
                  <a:pt x="32" y="52"/>
                  <a:pt x="29" y="50"/>
                  <a:pt x="26" y="49"/>
                </a:cubicBezTo>
                <a:cubicBezTo>
                  <a:pt x="22" y="47"/>
                  <a:pt x="17" y="47"/>
                  <a:pt x="13" y="49"/>
                </a:cubicBezTo>
                <a:cubicBezTo>
                  <a:pt x="5" y="53"/>
                  <a:pt x="0" y="61"/>
                  <a:pt x="3" y="68"/>
                </a:cubicBezTo>
                <a:cubicBezTo>
                  <a:pt x="5" y="71"/>
                  <a:pt x="7" y="73"/>
                  <a:pt x="10" y="74"/>
                </a:cubicBezTo>
                <a:cubicBezTo>
                  <a:pt x="14" y="76"/>
                  <a:pt x="19" y="76"/>
                  <a:pt x="23" y="74"/>
                </a:cubicBezTo>
                <a:cubicBezTo>
                  <a:pt x="25" y="73"/>
                  <a:pt x="27" y="72"/>
                  <a:pt x="29" y="71"/>
                </a:cubicBezTo>
                <a:cubicBezTo>
                  <a:pt x="29" y="71"/>
                  <a:pt x="29" y="71"/>
                  <a:pt x="29" y="71"/>
                </a:cubicBezTo>
                <a:cubicBezTo>
                  <a:pt x="29" y="70"/>
                  <a:pt x="29" y="70"/>
                  <a:pt x="29" y="70"/>
                </a:cubicBezTo>
                <a:cubicBezTo>
                  <a:pt x="38" y="62"/>
                  <a:pt x="44" y="59"/>
                  <a:pt x="48" y="58"/>
                </a:cubicBezTo>
                <a:cubicBezTo>
                  <a:pt x="48" y="62"/>
                  <a:pt x="47" y="69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0" y="82"/>
                  <a:pt x="39" y="84"/>
                  <a:pt x="39" y="86"/>
                </a:cubicBezTo>
                <a:cubicBezTo>
                  <a:pt x="38" y="91"/>
                  <a:pt x="40" y="96"/>
                  <a:pt x="42" y="99"/>
                </a:cubicBezTo>
                <a:cubicBezTo>
                  <a:pt x="44" y="102"/>
                  <a:pt x="47" y="103"/>
                  <a:pt x="50" y="104"/>
                </a:cubicBezTo>
                <a:cubicBezTo>
                  <a:pt x="58" y="105"/>
                  <a:pt x="65" y="98"/>
                  <a:pt x="66" y="90"/>
                </a:cubicBezTo>
                <a:cubicBezTo>
                  <a:pt x="66" y="85"/>
                  <a:pt x="65" y="80"/>
                  <a:pt x="63" y="77"/>
                </a:cubicBezTo>
                <a:cubicBezTo>
                  <a:pt x="61" y="74"/>
                  <a:pt x="58" y="72"/>
                  <a:pt x="55" y="72"/>
                </a:cubicBezTo>
                <a:close/>
                <a:moveTo>
                  <a:pt x="21" y="67"/>
                </a:moveTo>
                <a:cubicBezTo>
                  <a:pt x="18" y="68"/>
                  <a:pt x="15" y="68"/>
                  <a:pt x="13" y="68"/>
                </a:cubicBezTo>
                <a:cubicBezTo>
                  <a:pt x="12" y="67"/>
                  <a:pt x="11" y="66"/>
                  <a:pt x="10" y="65"/>
                </a:cubicBezTo>
                <a:cubicBezTo>
                  <a:pt x="9" y="62"/>
                  <a:pt x="11" y="58"/>
                  <a:pt x="16" y="56"/>
                </a:cubicBezTo>
                <a:cubicBezTo>
                  <a:pt x="18" y="55"/>
                  <a:pt x="21" y="55"/>
                  <a:pt x="23" y="56"/>
                </a:cubicBezTo>
                <a:cubicBezTo>
                  <a:pt x="24" y="56"/>
                  <a:pt x="26" y="57"/>
                  <a:pt x="26" y="58"/>
                </a:cubicBezTo>
                <a:cubicBezTo>
                  <a:pt x="28" y="61"/>
                  <a:pt x="25" y="65"/>
                  <a:pt x="21" y="67"/>
                </a:cubicBezTo>
                <a:close/>
                <a:moveTo>
                  <a:pt x="59" y="89"/>
                </a:moveTo>
                <a:cubicBezTo>
                  <a:pt x="58" y="93"/>
                  <a:pt x="55" y="97"/>
                  <a:pt x="51" y="97"/>
                </a:cubicBezTo>
                <a:cubicBezTo>
                  <a:pt x="50" y="96"/>
                  <a:pt x="49" y="95"/>
                  <a:pt x="48" y="94"/>
                </a:cubicBezTo>
                <a:cubicBezTo>
                  <a:pt x="47" y="93"/>
                  <a:pt x="46" y="90"/>
                  <a:pt x="46" y="87"/>
                </a:cubicBezTo>
                <a:cubicBezTo>
                  <a:pt x="47" y="82"/>
                  <a:pt x="50" y="79"/>
                  <a:pt x="54" y="79"/>
                </a:cubicBezTo>
                <a:cubicBezTo>
                  <a:pt x="55" y="79"/>
                  <a:pt x="56" y="80"/>
                  <a:pt x="57" y="81"/>
                </a:cubicBezTo>
                <a:cubicBezTo>
                  <a:pt x="58" y="83"/>
                  <a:pt x="59" y="86"/>
                  <a:pt x="59" y="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2" name="Freeform 503">
            <a:extLst>
              <a:ext uri="{FF2B5EF4-FFF2-40B4-BE49-F238E27FC236}">
                <a16:creationId xmlns:a16="http://schemas.microsoft.com/office/drawing/2014/main" id="{83EC92D2-16A8-49FB-AA81-00B5E256A52E}"/>
              </a:ext>
            </a:extLst>
          </p:cNvPr>
          <p:cNvSpPr>
            <a:spLocks/>
          </p:cNvSpPr>
          <p:nvPr/>
        </p:nvSpPr>
        <p:spPr bwMode="auto">
          <a:xfrm>
            <a:off x="10146823" y="5850167"/>
            <a:ext cx="53056" cy="72763"/>
          </a:xfrm>
          <a:custGeom>
            <a:avLst/>
            <a:gdLst>
              <a:gd name="T0" fmla="*/ 2 w 13"/>
              <a:gd name="T1" fmla="*/ 9 h 18"/>
              <a:gd name="T2" fmla="*/ 0 w 13"/>
              <a:gd name="T3" fmla="*/ 9 h 18"/>
              <a:gd name="T4" fmla="*/ 0 w 13"/>
              <a:gd name="T5" fmla="*/ 11 h 18"/>
              <a:gd name="T6" fmla="*/ 2 w 13"/>
              <a:gd name="T7" fmla="*/ 11 h 18"/>
              <a:gd name="T8" fmla="*/ 3 w 13"/>
              <a:gd name="T9" fmla="*/ 15 h 18"/>
              <a:gd name="T10" fmla="*/ 8 w 13"/>
              <a:gd name="T11" fmla="*/ 18 h 18"/>
              <a:gd name="T12" fmla="*/ 12 w 13"/>
              <a:gd name="T13" fmla="*/ 16 h 18"/>
              <a:gd name="T14" fmla="*/ 13 w 13"/>
              <a:gd name="T15" fmla="*/ 13 h 18"/>
              <a:gd name="T16" fmla="*/ 13 w 13"/>
              <a:gd name="T17" fmla="*/ 12 h 18"/>
              <a:gd name="T18" fmla="*/ 11 w 13"/>
              <a:gd name="T19" fmla="*/ 12 h 18"/>
              <a:gd name="T20" fmla="*/ 11 w 13"/>
              <a:gd name="T21" fmla="*/ 13 h 18"/>
              <a:gd name="T22" fmla="*/ 10 w 13"/>
              <a:gd name="T23" fmla="*/ 15 h 18"/>
              <a:gd name="T24" fmla="*/ 8 w 13"/>
              <a:gd name="T25" fmla="*/ 16 h 18"/>
              <a:gd name="T26" fmla="*/ 5 w 13"/>
              <a:gd name="T27" fmla="*/ 14 h 18"/>
              <a:gd name="T28" fmla="*/ 4 w 13"/>
              <a:gd name="T29" fmla="*/ 11 h 18"/>
              <a:gd name="T30" fmla="*/ 9 w 13"/>
              <a:gd name="T31" fmla="*/ 11 h 18"/>
              <a:gd name="T32" fmla="*/ 9 w 13"/>
              <a:gd name="T33" fmla="*/ 9 h 18"/>
              <a:gd name="T34" fmla="*/ 4 w 13"/>
              <a:gd name="T35" fmla="*/ 9 h 18"/>
              <a:gd name="T36" fmla="*/ 4 w 13"/>
              <a:gd name="T37" fmla="*/ 8 h 18"/>
              <a:gd name="T38" fmla="*/ 10 w 13"/>
              <a:gd name="T39" fmla="*/ 8 h 18"/>
              <a:gd name="T40" fmla="*/ 10 w 13"/>
              <a:gd name="T41" fmla="*/ 6 h 18"/>
              <a:gd name="T42" fmla="*/ 4 w 13"/>
              <a:gd name="T43" fmla="*/ 6 h 18"/>
              <a:gd name="T44" fmla="*/ 5 w 13"/>
              <a:gd name="T45" fmla="*/ 3 h 18"/>
              <a:gd name="T46" fmla="*/ 8 w 13"/>
              <a:gd name="T47" fmla="*/ 2 h 18"/>
              <a:gd name="T48" fmla="*/ 10 w 13"/>
              <a:gd name="T49" fmla="*/ 2 h 18"/>
              <a:gd name="T50" fmla="*/ 11 w 13"/>
              <a:gd name="T51" fmla="*/ 5 h 18"/>
              <a:gd name="T52" fmla="*/ 11 w 13"/>
              <a:gd name="T53" fmla="*/ 5 h 18"/>
              <a:gd name="T54" fmla="*/ 13 w 13"/>
              <a:gd name="T55" fmla="*/ 5 h 18"/>
              <a:gd name="T56" fmla="*/ 13 w 13"/>
              <a:gd name="T57" fmla="*/ 4 h 18"/>
              <a:gd name="T58" fmla="*/ 12 w 13"/>
              <a:gd name="T59" fmla="*/ 1 h 18"/>
              <a:gd name="T60" fmla="*/ 8 w 13"/>
              <a:gd name="T61" fmla="*/ 0 h 18"/>
              <a:gd name="T62" fmla="*/ 3 w 13"/>
              <a:gd name="T63" fmla="*/ 2 h 18"/>
              <a:gd name="T64" fmla="*/ 2 w 13"/>
              <a:gd name="T65" fmla="*/ 6 h 18"/>
              <a:gd name="T66" fmla="*/ 0 w 13"/>
              <a:gd name="T67" fmla="*/ 6 h 18"/>
              <a:gd name="T68" fmla="*/ 0 w 13"/>
              <a:gd name="T69" fmla="*/ 8 h 18"/>
              <a:gd name="T70" fmla="*/ 2 w 13"/>
              <a:gd name="T71" fmla="*/ 8 h 18"/>
              <a:gd name="T72" fmla="*/ 2 w 13"/>
              <a:gd name="T73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" h="18">
                <a:moveTo>
                  <a:pt x="2" y="9"/>
                </a:moveTo>
                <a:cubicBezTo>
                  <a:pt x="0" y="9"/>
                  <a:pt x="0" y="9"/>
                  <a:pt x="0" y="9"/>
                </a:cubicBezTo>
                <a:cubicBezTo>
                  <a:pt x="0" y="11"/>
                  <a:pt x="0" y="11"/>
                  <a:pt x="0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3"/>
                  <a:pt x="2" y="14"/>
                  <a:pt x="3" y="15"/>
                </a:cubicBezTo>
                <a:cubicBezTo>
                  <a:pt x="4" y="17"/>
                  <a:pt x="6" y="18"/>
                  <a:pt x="8" y="18"/>
                </a:cubicBezTo>
                <a:cubicBezTo>
                  <a:pt x="9" y="18"/>
                  <a:pt x="11" y="17"/>
                  <a:pt x="12" y="16"/>
                </a:cubicBezTo>
                <a:cubicBezTo>
                  <a:pt x="13" y="15"/>
                  <a:pt x="13" y="14"/>
                  <a:pt x="13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4"/>
                  <a:pt x="10" y="14"/>
                  <a:pt x="10" y="15"/>
                </a:cubicBezTo>
                <a:cubicBezTo>
                  <a:pt x="9" y="15"/>
                  <a:pt x="9" y="16"/>
                  <a:pt x="8" y="16"/>
                </a:cubicBezTo>
                <a:cubicBezTo>
                  <a:pt x="7" y="16"/>
                  <a:pt x="6" y="15"/>
                  <a:pt x="5" y="14"/>
                </a:cubicBezTo>
                <a:cubicBezTo>
                  <a:pt x="5" y="13"/>
                  <a:pt x="4" y="12"/>
                  <a:pt x="4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9"/>
                  <a:pt x="9" y="9"/>
                  <a:pt x="9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8"/>
                  <a:pt x="4" y="8"/>
                  <a:pt x="4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6"/>
                  <a:pt x="10" y="6"/>
                  <a:pt x="10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5"/>
                  <a:pt x="5" y="4"/>
                  <a:pt x="5" y="3"/>
                </a:cubicBezTo>
                <a:cubicBezTo>
                  <a:pt x="6" y="2"/>
                  <a:pt x="7" y="2"/>
                  <a:pt x="8" y="2"/>
                </a:cubicBezTo>
                <a:cubicBezTo>
                  <a:pt x="9" y="2"/>
                  <a:pt x="9" y="2"/>
                  <a:pt x="10" y="2"/>
                </a:cubicBezTo>
                <a:cubicBezTo>
                  <a:pt x="10" y="3"/>
                  <a:pt x="11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2"/>
                  <a:pt x="12" y="1"/>
                </a:cubicBezTo>
                <a:cubicBezTo>
                  <a:pt x="11" y="0"/>
                  <a:pt x="9" y="0"/>
                  <a:pt x="8" y="0"/>
                </a:cubicBezTo>
                <a:cubicBezTo>
                  <a:pt x="6" y="0"/>
                  <a:pt x="4" y="0"/>
                  <a:pt x="3" y="2"/>
                </a:cubicBezTo>
                <a:cubicBezTo>
                  <a:pt x="3" y="3"/>
                  <a:pt x="2" y="5"/>
                  <a:pt x="2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8"/>
                  <a:pt x="0" y="8"/>
                  <a:pt x="0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2" y="9"/>
                  <a:pt x="2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3" name="Freeform 544">
            <a:extLst>
              <a:ext uri="{FF2B5EF4-FFF2-40B4-BE49-F238E27FC236}">
                <a16:creationId xmlns:a16="http://schemas.microsoft.com/office/drawing/2014/main" id="{7D7C9B43-F3F9-440C-BE11-F501001FF1B4}"/>
              </a:ext>
            </a:extLst>
          </p:cNvPr>
          <p:cNvSpPr>
            <a:spLocks noEditPoints="1"/>
          </p:cNvSpPr>
          <p:nvPr/>
        </p:nvSpPr>
        <p:spPr bwMode="auto">
          <a:xfrm>
            <a:off x="8653670" y="6685423"/>
            <a:ext cx="254670" cy="187971"/>
          </a:xfrm>
          <a:custGeom>
            <a:avLst/>
            <a:gdLst>
              <a:gd name="T0" fmla="*/ 49 w 63"/>
              <a:gd name="T1" fmla="*/ 0 h 46"/>
              <a:gd name="T2" fmla="*/ 28 w 63"/>
              <a:gd name="T3" fmla="*/ 0 h 46"/>
              <a:gd name="T4" fmla="*/ 12 w 63"/>
              <a:gd name="T5" fmla="*/ 25 h 46"/>
              <a:gd name="T6" fmla="*/ 0 w 63"/>
              <a:gd name="T7" fmla="*/ 46 h 46"/>
              <a:gd name="T8" fmla="*/ 28 w 63"/>
              <a:gd name="T9" fmla="*/ 46 h 46"/>
              <a:gd name="T10" fmla="*/ 30 w 63"/>
              <a:gd name="T11" fmla="*/ 46 h 46"/>
              <a:gd name="T12" fmla="*/ 30 w 63"/>
              <a:gd name="T13" fmla="*/ 46 h 46"/>
              <a:gd name="T14" fmla="*/ 40 w 63"/>
              <a:gd name="T15" fmla="*/ 35 h 46"/>
              <a:gd name="T16" fmla="*/ 51 w 63"/>
              <a:gd name="T17" fmla="*/ 46 h 46"/>
              <a:gd name="T18" fmla="*/ 63 w 63"/>
              <a:gd name="T19" fmla="*/ 46 h 46"/>
              <a:gd name="T20" fmla="*/ 63 w 63"/>
              <a:gd name="T21" fmla="*/ 18 h 46"/>
              <a:gd name="T22" fmla="*/ 49 w 63"/>
              <a:gd name="T23" fmla="*/ 0 h 46"/>
              <a:gd name="T24" fmla="*/ 40 w 63"/>
              <a:gd name="T25" fmla="*/ 25 h 46"/>
              <a:gd name="T26" fmla="*/ 33 w 63"/>
              <a:gd name="T27" fmla="*/ 25 h 46"/>
              <a:gd name="T28" fmla="*/ 33 w 63"/>
              <a:gd name="T29" fmla="*/ 23 h 46"/>
              <a:gd name="T30" fmla="*/ 40 w 63"/>
              <a:gd name="T31" fmla="*/ 23 h 46"/>
              <a:gd name="T32" fmla="*/ 40 w 63"/>
              <a:gd name="T33" fmla="*/ 25 h 46"/>
              <a:gd name="T34" fmla="*/ 33 w 63"/>
              <a:gd name="T35" fmla="*/ 19 h 46"/>
              <a:gd name="T36" fmla="*/ 33 w 63"/>
              <a:gd name="T37" fmla="*/ 5 h 46"/>
              <a:gd name="T38" fmla="*/ 45 w 63"/>
              <a:gd name="T39" fmla="*/ 5 h 46"/>
              <a:gd name="T40" fmla="*/ 56 w 63"/>
              <a:gd name="T41" fmla="*/ 19 h 46"/>
              <a:gd name="T42" fmla="*/ 33 w 63"/>
              <a:gd name="T43" fmla="*/ 1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46">
                <a:moveTo>
                  <a:pt x="49" y="0"/>
                </a:moveTo>
                <a:cubicBezTo>
                  <a:pt x="28" y="0"/>
                  <a:pt x="28" y="0"/>
                  <a:pt x="28" y="0"/>
                </a:cubicBezTo>
                <a:cubicBezTo>
                  <a:pt x="12" y="25"/>
                  <a:pt x="12" y="25"/>
                  <a:pt x="12" y="25"/>
                </a:cubicBezTo>
                <a:cubicBezTo>
                  <a:pt x="0" y="46"/>
                  <a:pt x="0" y="46"/>
                  <a:pt x="0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0"/>
                  <a:pt x="35" y="35"/>
                  <a:pt x="40" y="35"/>
                </a:cubicBezTo>
                <a:cubicBezTo>
                  <a:pt x="46" y="35"/>
                  <a:pt x="51" y="40"/>
                  <a:pt x="51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18"/>
                  <a:pt x="63" y="18"/>
                  <a:pt x="63" y="18"/>
                </a:cubicBezTo>
                <a:lnTo>
                  <a:pt x="49" y="0"/>
                </a:lnTo>
                <a:close/>
                <a:moveTo>
                  <a:pt x="40" y="25"/>
                </a:moveTo>
                <a:cubicBezTo>
                  <a:pt x="33" y="25"/>
                  <a:pt x="33" y="25"/>
                  <a:pt x="33" y="25"/>
                </a:cubicBezTo>
                <a:cubicBezTo>
                  <a:pt x="33" y="23"/>
                  <a:pt x="33" y="23"/>
                  <a:pt x="33" y="23"/>
                </a:cubicBezTo>
                <a:cubicBezTo>
                  <a:pt x="40" y="23"/>
                  <a:pt x="40" y="23"/>
                  <a:pt x="40" y="23"/>
                </a:cubicBezTo>
                <a:lnTo>
                  <a:pt x="40" y="25"/>
                </a:lnTo>
                <a:close/>
                <a:moveTo>
                  <a:pt x="33" y="19"/>
                </a:moveTo>
                <a:cubicBezTo>
                  <a:pt x="33" y="5"/>
                  <a:pt x="33" y="5"/>
                  <a:pt x="33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56" y="19"/>
                  <a:pt x="56" y="19"/>
                  <a:pt x="56" y="19"/>
                </a:cubicBezTo>
                <a:lnTo>
                  <a:pt x="33" y="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4" name="Freeform 545">
            <a:extLst>
              <a:ext uri="{FF2B5EF4-FFF2-40B4-BE49-F238E27FC236}">
                <a16:creationId xmlns:a16="http://schemas.microsoft.com/office/drawing/2014/main" id="{9F718630-983B-4E0D-99E7-C3C9EBC2FEDE}"/>
              </a:ext>
            </a:extLst>
          </p:cNvPr>
          <p:cNvSpPr>
            <a:spLocks/>
          </p:cNvSpPr>
          <p:nvPr/>
        </p:nvSpPr>
        <p:spPr bwMode="auto">
          <a:xfrm>
            <a:off x="8397484" y="6624787"/>
            <a:ext cx="397164" cy="210709"/>
          </a:xfrm>
          <a:custGeom>
            <a:avLst/>
            <a:gdLst>
              <a:gd name="T0" fmla="*/ 19 w 262"/>
              <a:gd name="T1" fmla="*/ 107 h 139"/>
              <a:gd name="T2" fmla="*/ 169 w 262"/>
              <a:gd name="T3" fmla="*/ 139 h 139"/>
              <a:gd name="T4" fmla="*/ 222 w 262"/>
              <a:gd name="T5" fmla="*/ 40 h 139"/>
              <a:gd name="T6" fmla="*/ 222 w 262"/>
              <a:gd name="T7" fmla="*/ 22 h 139"/>
              <a:gd name="T8" fmla="*/ 262 w 262"/>
              <a:gd name="T9" fmla="*/ 22 h 139"/>
              <a:gd name="T10" fmla="*/ 262 w 262"/>
              <a:gd name="T11" fmla="*/ 0 h 139"/>
              <a:gd name="T12" fmla="*/ 198 w 262"/>
              <a:gd name="T13" fmla="*/ 0 h 139"/>
              <a:gd name="T14" fmla="*/ 198 w 262"/>
              <a:gd name="T15" fmla="*/ 22 h 139"/>
              <a:gd name="T16" fmla="*/ 0 w 262"/>
              <a:gd name="T17" fmla="*/ 22 h 139"/>
              <a:gd name="T18" fmla="*/ 0 w 262"/>
              <a:gd name="T19" fmla="*/ 40 h 139"/>
              <a:gd name="T20" fmla="*/ 16 w 262"/>
              <a:gd name="T21" fmla="*/ 40 h 139"/>
              <a:gd name="T22" fmla="*/ 19 w 262"/>
              <a:gd name="T23" fmla="*/ 107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2" h="139">
                <a:moveTo>
                  <a:pt x="19" y="107"/>
                </a:moveTo>
                <a:lnTo>
                  <a:pt x="169" y="139"/>
                </a:lnTo>
                <a:lnTo>
                  <a:pt x="222" y="40"/>
                </a:lnTo>
                <a:lnTo>
                  <a:pt x="222" y="22"/>
                </a:lnTo>
                <a:lnTo>
                  <a:pt x="262" y="22"/>
                </a:lnTo>
                <a:lnTo>
                  <a:pt x="262" y="0"/>
                </a:lnTo>
                <a:lnTo>
                  <a:pt x="198" y="0"/>
                </a:lnTo>
                <a:lnTo>
                  <a:pt x="198" y="22"/>
                </a:lnTo>
                <a:lnTo>
                  <a:pt x="0" y="22"/>
                </a:lnTo>
                <a:lnTo>
                  <a:pt x="0" y="40"/>
                </a:lnTo>
                <a:lnTo>
                  <a:pt x="16" y="40"/>
                </a:lnTo>
                <a:lnTo>
                  <a:pt x="19" y="1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5" name="Freeform 546">
            <a:extLst>
              <a:ext uri="{FF2B5EF4-FFF2-40B4-BE49-F238E27FC236}">
                <a16:creationId xmlns:a16="http://schemas.microsoft.com/office/drawing/2014/main" id="{530224A3-890F-4384-BA5C-F00C65E9F0DA}"/>
              </a:ext>
            </a:extLst>
          </p:cNvPr>
          <p:cNvSpPr>
            <a:spLocks noEditPoints="1"/>
          </p:cNvSpPr>
          <p:nvPr/>
        </p:nvSpPr>
        <p:spPr bwMode="auto">
          <a:xfrm>
            <a:off x="8777973" y="6835496"/>
            <a:ext cx="72763" cy="74279"/>
          </a:xfrm>
          <a:custGeom>
            <a:avLst/>
            <a:gdLst>
              <a:gd name="T0" fmla="*/ 9 w 18"/>
              <a:gd name="T1" fmla="*/ 4 h 18"/>
              <a:gd name="T2" fmla="*/ 14 w 18"/>
              <a:gd name="T3" fmla="*/ 9 h 18"/>
              <a:gd name="T4" fmla="*/ 9 w 18"/>
              <a:gd name="T5" fmla="*/ 14 h 18"/>
              <a:gd name="T6" fmla="*/ 4 w 18"/>
              <a:gd name="T7" fmla="*/ 9 h 18"/>
              <a:gd name="T8" fmla="*/ 9 w 18"/>
              <a:gd name="T9" fmla="*/ 4 h 18"/>
              <a:gd name="T10" fmla="*/ 9 w 18"/>
              <a:gd name="T11" fmla="*/ 0 h 18"/>
              <a:gd name="T12" fmla="*/ 0 w 18"/>
              <a:gd name="T13" fmla="*/ 9 h 18"/>
              <a:gd name="T14" fmla="*/ 9 w 18"/>
              <a:gd name="T15" fmla="*/ 18 h 18"/>
              <a:gd name="T16" fmla="*/ 18 w 18"/>
              <a:gd name="T17" fmla="*/ 9 h 18"/>
              <a:gd name="T18" fmla="*/ 9 w 18"/>
              <a:gd name="T1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" h="18">
                <a:moveTo>
                  <a:pt x="9" y="4"/>
                </a:moveTo>
                <a:cubicBezTo>
                  <a:pt x="12" y="4"/>
                  <a:pt x="14" y="6"/>
                  <a:pt x="14" y="9"/>
                </a:cubicBezTo>
                <a:cubicBezTo>
                  <a:pt x="14" y="12"/>
                  <a:pt x="12" y="14"/>
                  <a:pt x="9" y="14"/>
                </a:cubicBezTo>
                <a:cubicBezTo>
                  <a:pt x="7" y="14"/>
                  <a:pt x="4" y="12"/>
                  <a:pt x="4" y="9"/>
                </a:cubicBezTo>
                <a:cubicBezTo>
                  <a:pt x="4" y="6"/>
                  <a:pt x="7" y="4"/>
                  <a:pt x="9" y="4"/>
                </a:cubicBezTo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8"/>
                  <a:pt x="9" y="18"/>
                </a:cubicBezTo>
                <a:cubicBezTo>
                  <a:pt x="14" y="18"/>
                  <a:pt x="18" y="14"/>
                  <a:pt x="18" y="9"/>
                </a:cubicBezTo>
                <a:cubicBezTo>
                  <a:pt x="18" y="4"/>
                  <a:pt x="14" y="0"/>
                  <a:pt x="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6" name="Oval 547">
            <a:extLst>
              <a:ext uri="{FF2B5EF4-FFF2-40B4-BE49-F238E27FC236}">
                <a16:creationId xmlns:a16="http://schemas.microsoft.com/office/drawing/2014/main" id="{DC1C6A9E-E719-4773-B24C-74EFA0C39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227" y="6861267"/>
            <a:ext cx="28802" cy="24254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7" name="Freeform 548">
            <a:extLst>
              <a:ext uri="{FF2B5EF4-FFF2-40B4-BE49-F238E27FC236}">
                <a16:creationId xmlns:a16="http://schemas.microsoft.com/office/drawing/2014/main" id="{17B4804A-87A0-431B-9A2C-8BF209AB3C38}"/>
              </a:ext>
            </a:extLst>
          </p:cNvPr>
          <p:cNvSpPr>
            <a:spLocks/>
          </p:cNvSpPr>
          <p:nvPr/>
        </p:nvSpPr>
        <p:spPr bwMode="auto">
          <a:xfrm>
            <a:off x="8421738" y="6835496"/>
            <a:ext cx="231931" cy="37897"/>
          </a:xfrm>
          <a:custGeom>
            <a:avLst/>
            <a:gdLst>
              <a:gd name="T0" fmla="*/ 57 w 57"/>
              <a:gd name="T1" fmla="*/ 0 h 9"/>
              <a:gd name="T2" fmla="*/ 0 w 57"/>
              <a:gd name="T3" fmla="*/ 0 h 9"/>
              <a:gd name="T4" fmla="*/ 0 w 57"/>
              <a:gd name="T5" fmla="*/ 9 h 9"/>
              <a:gd name="T6" fmla="*/ 10 w 57"/>
              <a:gd name="T7" fmla="*/ 9 h 9"/>
              <a:gd name="T8" fmla="*/ 19 w 57"/>
              <a:gd name="T9" fmla="*/ 1 h 9"/>
              <a:gd name="T10" fmla="*/ 29 w 57"/>
              <a:gd name="T11" fmla="*/ 9 h 9"/>
              <a:gd name="T12" fmla="*/ 57 w 57"/>
              <a:gd name="T13" fmla="*/ 9 h 9"/>
              <a:gd name="T14" fmla="*/ 57 w 57"/>
              <a:gd name="T1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9">
                <a:moveTo>
                  <a:pt x="5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9"/>
                  <a:pt x="0" y="9"/>
                  <a:pt x="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4"/>
                  <a:pt x="14" y="1"/>
                  <a:pt x="19" y="1"/>
                </a:cubicBezTo>
                <a:cubicBezTo>
                  <a:pt x="24" y="1"/>
                  <a:pt x="28" y="4"/>
                  <a:pt x="29" y="9"/>
                </a:cubicBezTo>
                <a:cubicBezTo>
                  <a:pt x="57" y="9"/>
                  <a:pt x="57" y="9"/>
                  <a:pt x="57" y="9"/>
                </a:cubicBezTo>
                <a:lnTo>
                  <a:pt x="5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8" name="Freeform 549">
            <a:extLst>
              <a:ext uri="{FF2B5EF4-FFF2-40B4-BE49-F238E27FC236}">
                <a16:creationId xmlns:a16="http://schemas.microsoft.com/office/drawing/2014/main" id="{81D01706-AF30-4126-8326-1BC5D25DE827}"/>
              </a:ext>
            </a:extLst>
          </p:cNvPr>
          <p:cNvSpPr>
            <a:spLocks noEditPoints="1"/>
          </p:cNvSpPr>
          <p:nvPr/>
        </p:nvSpPr>
        <p:spPr bwMode="auto">
          <a:xfrm>
            <a:off x="8462667" y="6840044"/>
            <a:ext cx="72763" cy="72763"/>
          </a:xfrm>
          <a:custGeom>
            <a:avLst/>
            <a:gdLst>
              <a:gd name="T0" fmla="*/ 9 w 18"/>
              <a:gd name="T1" fmla="*/ 4 h 18"/>
              <a:gd name="T2" fmla="*/ 14 w 18"/>
              <a:gd name="T3" fmla="*/ 9 h 18"/>
              <a:gd name="T4" fmla="*/ 9 w 18"/>
              <a:gd name="T5" fmla="*/ 14 h 18"/>
              <a:gd name="T6" fmla="*/ 4 w 18"/>
              <a:gd name="T7" fmla="*/ 9 h 18"/>
              <a:gd name="T8" fmla="*/ 9 w 18"/>
              <a:gd name="T9" fmla="*/ 4 h 18"/>
              <a:gd name="T10" fmla="*/ 9 w 18"/>
              <a:gd name="T11" fmla="*/ 0 h 18"/>
              <a:gd name="T12" fmla="*/ 0 w 18"/>
              <a:gd name="T13" fmla="*/ 9 h 18"/>
              <a:gd name="T14" fmla="*/ 9 w 18"/>
              <a:gd name="T15" fmla="*/ 18 h 18"/>
              <a:gd name="T16" fmla="*/ 18 w 18"/>
              <a:gd name="T17" fmla="*/ 9 h 18"/>
              <a:gd name="T18" fmla="*/ 9 w 18"/>
              <a:gd name="T1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" h="18">
                <a:moveTo>
                  <a:pt x="9" y="4"/>
                </a:moveTo>
                <a:cubicBezTo>
                  <a:pt x="12" y="4"/>
                  <a:pt x="14" y="6"/>
                  <a:pt x="14" y="9"/>
                </a:cubicBezTo>
                <a:cubicBezTo>
                  <a:pt x="14" y="12"/>
                  <a:pt x="12" y="14"/>
                  <a:pt x="9" y="14"/>
                </a:cubicBezTo>
                <a:cubicBezTo>
                  <a:pt x="6" y="14"/>
                  <a:pt x="4" y="12"/>
                  <a:pt x="4" y="9"/>
                </a:cubicBezTo>
                <a:cubicBezTo>
                  <a:pt x="4" y="6"/>
                  <a:pt x="6" y="4"/>
                  <a:pt x="9" y="4"/>
                </a:cubicBezTo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8"/>
                  <a:pt x="9" y="18"/>
                </a:cubicBezTo>
                <a:cubicBezTo>
                  <a:pt x="14" y="18"/>
                  <a:pt x="18" y="14"/>
                  <a:pt x="18" y="9"/>
                </a:cubicBezTo>
                <a:cubicBezTo>
                  <a:pt x="18" y="4"/>
                  <a:pt x="14" y="0"/>
                  <a:pt x="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99" name="Oval 550">
            <a:extLst>
              <a:ext uri="{FF2B5EF4-FFF2-40B4-BE49-F238E27FC236}">
                <a16:creationId xmlns:a16="http://schemas.microsoft.com/office/drawing/2014/main" id="{CE393A5A-BEAB-4783-AEE9-4685ABF2C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6922" y="6864298"/>
            <a:ext cx="24254" cy="24254"/>
          </a:xfrm>
          <a:prstGeom prst="ellipse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0" name="Freeform 551">
            <a:extLst>
              <a:ext uri="{FF2B5EF4-FFF2-40B4-BE49-F238E27FC236}">
                <a16:creationId xmlns:a16="http://schemas.microsoft.com/office/drawing/2014/main" id="{5B3EAA3A-485B-4A2C-956C-D88B27A9182D}"/>
              </a:ext>
            </a:extLst>
          </p:cNvPr>
          <p:cNvSpPr>
            <a:spLocks noEditPoints="1"/>
          </p:cNvSpPr>
          <p:nvPr/>
        </p:nvSpPr>
        <p:spPr bwMode="auto">
          <a:xfrm>
            <a:off x="9114501" y="6515643"/>
            <a:ext cx="663961" cy="401711"/>
          </a:xfrm>
          <a:custGeom>
            <a:avLst/>
            <a:gdLst>
              <a:gd name="T0" fmla="*/ 148 w 164"/>
              <a:gd name="T1" fmla="*/ 59 h 99"/>
              <a:gd name="T2" fmla="*/ 148 w 164"/>
              <a:gd name="T3" fmla="*/ 15 h 99"/>
              <a:gd name="T4" fmla="*/ 140 w 164"/>
              <a:gd name="T5" fmla="*/ 15 h 99"/>
              <a:gd name="T6" fmla="*/ 140 w 164"/>
              <a:gd name="T7" fmla="*/ 4 h 99"/>
              <a:gd name="T8" fmla="*/ 147 w 164"/>
              <a:gd name="T9" fmla="*/ 4 h 99"/>
              <a:gd name="T10" fmla="*/ 149 w 164"/>
              <a:gd name="T11" fmla="*/ 2 h 99"/>
              <a:gd name="T12" fmla="*/ 147 w 164"/>
              <a:gd name="T13" fmla="*/ 0 h 99"/>
              <a:gd name="T14" fmla="*/ 127 w 164"/>
              <a:gd name="T15" fmla="*/ 0 h 99"/>
              <a:gd name="T16" fmla="*/ 125 w 164"/>
              <a:gd name="T17" fmla="*/ 2 h 99"/>
              <a:gd name="T18" fmla="*/ 127 w 164"/>
              <a:gd name="T19" fmla="*/ 4 h 99"/>
              <a:gd name="T20" fmla="*/ 134 w 164"/>
              <a:gd name="T21" fmla="*/ 4 h 99"/>
              <a:gd name="T22" fmla="*/ 134 w 164"/>
              <a:gd name="T23" fmla="*/ 15 h 99"/>
              <a:gd name="T24" fmla="*/ 127 w 164"/>
              <a:gd name="T25" fmla="*/ 15 h 99"/>
              <a:gd name="T26" fmla="*/ 127 w 164"/>
              <a:gd name="T27" fmla="*/ 59 h 99"/>
              <a:gd name="T28" fmla="*/ 35 w 164"/>
              <a:gd name="T29" fmla="*/ 59 h 99"/>
              <a:gd name="T30" fmla="*/ 35 w 164"/>
              <a:gd name="T31" fmla="*/ 43 h 99"/>
              <a:gd name="T32" fmla="*/ 14 w 164"/>
              <a:gd name="T33" fmla="*/ 43 h 99"/>
              <a:gd name="T34" fmla="*/ 14 w 164"/>
              <a:gd name="T35" fmla="*/ 59 h 99"/>
              <a:gd name="T36" fmla="*/ 0 w 164"/>
              <a:gd name="T37" fmla="*/ 59 h 99"/>
              <a:gd name="T38" fmla="*/ 24 w 164"/>
              <a:gd name="T39" fmla="*/ 99 h 99"/>
              <a:gd name="T40" fmla="*/ 140 w 164"/>
              <a:gd name="T41" fmla="*/ 99 h 99"/>
              <a:gd name="T42" fmla="*/ 164 w 164"/>
              <a:gd name="T43" fmla="*/ 59 h 99"/>
              <a:gd name="T44" fmla="*/ 148 w 164"/>
              <a:gd name="T45" fmla="*/ 59 h 99"/>
              <a:gd name="T46" fmla="*/ 143 w 164"/>
              <a:gd name="T47" fmla="*/ 23 h 99"/>
              <a:gd name="T48" fmla="*/ 131 w 164"/>
              <a:gd name="T49" fmla="*/ 23 h 99"/>
              <a:gd name="T50" fmla="*/ 131 w 164"/>
              <a:gd name="T51" fmla="*/ 20 h 99"/>
              <a:gd name="T52" fmla="*/ 143 w 164"/>
              <a:gd name="T53" fmla="*/ 20 h 99"/>
              <a:gd name="T54" fmla="*/ 143 w 164"/>
              <a:gd name="T55" fmla="*/ 2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4" h="99">
                <a:moveTo>
                  <a:pt x="148" y="59"/>
                </a:moveTo>
                <a:cubicBezTo>
                  <a:pt x="148" y="15"/>
                  <a:pt x="148" y="15"/>
                  <a:pt x="148" y="15"/>
                </a:cubicBezTo>
                <a:cubicBezTo>
                  <a:pt x="140" y="15"/>
                  <a:pt x="140" y="15"/>
                  <a:pt x="140" y="15"/>
                </a:cubicBezTo>
                <a:cubicBezTo>
                  <a:pt x="140" y="4"/>
                  <a:pt x="140" y="4"/>
                  <a:pt x="140" y="4"/>
                </a:cubicBezTo>
                <a:cubicBezTo>
                  <a:pt x="147" y="4"/>
                  <a:pt x="147" y="4"/>
                  <a:pt x="147" y="4"/>
                </a:cubicBezTo>
                <a:cubicBezTo>
                  <a:pt x="149" y="4"/>
                  <a:pt x="149" y="3"/>
                  <a:pt x="149" y="2"/>
                </a:cubicBezTo>
                <a:cubicBezTo>
                  <a:pt x="149" y="1"/>
                  <a:pt x="149" y="0"/>
                  <a:pt x="147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6" y="0"/>
                  <a:pt x="125" y="1"/>
                  <a:pt x="125" y="2"/>
                </a:cubicBezTo>
                <a:cubicBezTo>
                  <a:pt x="125" y="3"/>
                  <a:pt x="126" y="4"/>
                  <a:pt x="127" y="4"/>
                </a:cubicBezTo>
                <a:cubicBezTo>
                  <a:pt x="134" y="4"/>
                  <a:pt x="134" y="4"/>
                  <a:pt x="134" y="4"/>
                </a:cubicBezTo>
                <a:cubicBezTo>
                  <a:pt x="134" y="15"/>
                  <a:pt x="134" y="15"/>
                  <a:pt x="134" y="15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43"/>
                  <a:pt x="35" y="43"/>
                  <a:pt x="35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59"/>
                  <a:pt x="14" y="59"/>
                  <a:pt x="14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24" y="99"/>
                  <a:pt x="24" y="99"/>
                  <a:pt x="24" y="99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64" y="59"/>
                  <a:pt x="164" y="59"/>
                  <a:pt x="164" y="59"/>
                </a:cubicBezTo>
                <a:lnTo>
                  <a:pt x="148" y="59"/>
                </a:lnTo>
                <a:close/>
                <a:moveTo>
                  <a:pt x="143" y="23"/>
                </a:moveTo>
                <a:cubicBezTo>
                  <a:pt x="131" y="23"/>
                  <a:pt x="131" y="23"/>
                  <a:pt x="131" y="23"/>
                </a:cubicBezTo>
                <a:cubicBezTo>
                  <a:pt x="131" y="20"/>
                  <a:pt x="131" y="20"/>
                  <a:pt x="131" y="20"/>
                </a:cubicBezTo>
                <a:cubicBezTo>
                  <a:pt x="143" y="20"/>
                  <a:pt x="143" y="20"/>
                  <a:pt x="143" y="20"/>
                </a:cubicBezTo>
                <a:lnTo>
                  <a:pt x="143" y="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1" name="Rectangle 552">
            <a:extLst>
              <a:ext uri="{FF2B5EF4-FFF2-40B4-BE49-F238E27FC236}">
                <a16:creationId xmlns:a16="http://schemas.microsoft.com/office/drawing/2014/main" id="{D9F7BB63-1C3D-47F7-8DB9-0EBA40D32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79733" y="6612660"/>
            <a:ext cx="57604" cy="5760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2" name="Rectangle 553">
            <a:extLst>
              <a:ext uri="{FF2B5EF4-FFF2-40B4-BE49-F238E27FC236}">
                <a16:creationId xmlns:a16="http://schemas.microsoft.com/office/drawing/2014/main" id="{4A4311EC-8587-4157-B282-ECFB8B2F6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54012" y="6612660"/>
            <a:ext cx="51540" cy="5760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3" name="Rectangle 554">
            <a:extLst>
              <a:ext uri="{FF2B5EF4-FFF2-40B4-BE49-F238E27FC236}">
                <a16:creationId xmlns:a16="http://schemas.microsoft.com/office/drawing/2014/main" id="{4ABBA5A4-A130-4E9D-8A54-DD2CCA122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17679" y="6612660"/>
            <a:ext cx="57604" cy="5760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4" name="Rectangle 555">
            <a:extLst>
              <a:ext uri="{FF2B5EF4-FFF2-40B4-BE49-F238E27FC236}">
                <a16:creationId xmlns:a16="http://schemas.microsoft.com/office/drawing/2014/main" id="{057474E7-0E8A-43A0-AC07-0E75CE4A7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87410" y="6612660"/>
            <a:ext cx="56088" cy="5760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5" name="Rectangle 556">
            <a:extLst>
              <a:ext uri="{FF2B5EF4-FFF2-40B4-BE49-F238E27FC236}">
                <a16:creationId xmlns:a16="http://schemas.microsoft.com/office/drawing/2014/main" id="{A029239F-DB70-4AAC-94C4-237720CED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625" y="6612660"/>
            <a:ext cx="53056" cy="5760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6" name="Rectangle 557">
            <a:extLst>
              <a:ext uri="{FF2B5EF4-FFF2-40B4-BE49-F238E27FC236}">
                <a16:creationId xmlns:a16="http://schemas.microsoft.com/office/drawing/2014/main" id="{B8150B96-6029-4D88-B6FF-A7357210F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79733" y="6685423"/>
            <a:ext cx="57604" cy="5305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7" name="Rectangle 558">
            <a:extLst>
              <a:ext uri="{FF2B5EF4-FFF2-40B4-BE49-F238E27FC236}">
                <a16:creationId xmlns:a16="http://schemas.microsoft.com/office/drawing/2014/main" id="{42A064E2-B7C0-4620-9CC2-26D12B996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54012" y="6685423"/>
            <a:ext cx="51540" cy="5305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8" name="Rectangle 559">
            <a:extLst>
              <a:ext uri="{FF2B5EF4-FFF2-40B4-BE49-F238E27FC236}">
                <a16:creationId xmlns:a16="http://schemas.microsoft.com/office/drawing/2014/main" id="{6FC536B8-BC2C-44F9-BB92-214FEAF31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17679" y="6685423"/>
            <a:ext cx="57604" cy="5305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09" name="Rectangle 560">
            <a:extLst>
              <a:ext uri="{FF2B5EF4-FFF2-40B4-BE49-F238E27FC236}">
                <a16:creationId xmlns:a16="http://schemas.microsoft.com/office/drawing/2014/main" id="{1DF178E3-BCA5-42C7-B4F2-9655AB78B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87410" y="6685423"/>
            <a:ext cx="56088" cy="5305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0" name="Rectangle 561">
            <a:extLst>
              <a:ext uri="{FF2B5EF4-FFF2-40B4-BE49-F238E27FC236}">
                <a16:creationId xmlns:a16="http://schemas.microsoft.com/office/drawing/2014/main" id="{ECE3D06A-596B-45ED-8259-6EC00A33E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625" y="6685423"/>
            <a:ext cx="53056" cy="5305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1" name="Freeform 562">
            <a:extLst>
              <a:ext uri="{FF2B5EF4-FFF2-40B4-BE49-F238E27FC236}">
                <a16:creationId xmlns:a16="http://schemas.microsoft.com/office/drawing/2014/main" id="{4FB38152-BB7C-441C-8D41-8294C5E47B3F}"/>
              </a:ext>
            </a:extLst>
          </p:cNvPr>
          <p:cNvSpPr>
            <a:spLocks/>
          </p:cNvSpPr>
          <p:nvPr/>
        </p:nvSpPr>
        <p:spPr bwMode="auto">
          <a:xfrm>
            <a:off x="9992202" y="6832465"/>
            <a:ext cx="462347" cy="72763"/>
          </a:xfrm>
          <a:custGeom>
            <a:avLst/>
            <a:gdLst>
              <a:gd name="T0" fmla="*/ 273 w 305"/>
              <a:gd name="T1" fmla="*/ 48 h 48"/>
              <a:gd name="T2" fmla="*/ 43 w 305"/>
              <a:gd name="T3" fmla="*/ 48 h 48"/>
              <a:gd name="T4" fmla="*/ 0 w 305"/>
              <a:gd name="T5" fmla="*/ 0 h 48"/>
              <a:gd name="T6" fmla="*/ 305 w 305"/>
              <a:gd name="T7" fmla="*/ 0 h 48"/>
              <a:gd name="T8" fmla="*/ 273 w 305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5" h="48">
                <a:moveTo>
                  <a:pt x="273" y="48"/>
                </a:moveTo>
                <a:lnTo>
                  <a:pt x="43" y="48"/>
                </a:lnTo>
                <a:lnTo>
                  <a:pt x="0" y="0"/>
                </a:lnTo>
                <a:lnTo>
                  <a:pt x="305" y="0"/>
                </a:lnTo>
                <a:lnTo>
                  <a:pt x="273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2" name="Freeform 563">
            <a:extLst>
              <a:ext uri="{FF2B5EF4-FFF2-40B4-BE49-F238E27FC236}">
                <a16:creationId xmlns:a16="http://schemas.microsoft.com/office/drawing/2014/main" id="{8118C429-C1E6-4706-ACCC-E303CE3578B7}"/>
              </a:ext>
            </a:extLst>
          </p:cNvPr>
          <p:cNvSpPr>
            <a:spLocks/>
          </p:cNvSpPr>
          <p:nvPr/>
        </p:nvSpPr>
        <p:spPr bwMode="auto">
          <a:xfrm>
            <a:off x="10187752" y="6483810"/>
            <a:ext cx="136430" cy="288019"/>
          </a:xfrm>
          <a:custGeom>
            <a:avLst/>
            <a:gdLst>
              <a:gd name="T0" fmla="*/ 90 w 90"/>
              <a:gd name="T1" fmla="*/ 190 h 190"/>
              <a:gd name="T2" fmla="*/ 0 w 90"/>
              <a:gd name="T3" fmla="*/ 190 h 190"/>
              <a:gd name="T4" fmla="*/ 0 w 90"/>
              <a:gd name="T5" fmla="*/ 0 h 190"/>
              <a:gd name="T6" fmla="*/ 5 w 90"/>
              <a:gd name="T7" fmla="*/ 0 h 190"/>
              <a:gd name="T8" fmla="*/ 90 w 9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190">
                <a:moveTo>
                  <a:pt x="90" y="190"/>
                </a:moveTo>
                <a:lnTo>
                  <a:pt x="0" y="190"/>
                </a:lnTo>
                <a:lnTo>
                  <a:pt x="0" y="0"/>
                </a:lnTo>
                <a:lnTo>
                  <a:pt x="5" y="0"/>
                </a:lnTo>
                <a:lnTo>
                  <a:pt x="90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3" name="Freeform 564">
            <a:extLst>
              <a:ext uri="{FF2B5EF4-FFF2-40B4-BE49-F238E27FC236}">
                <a16:creationId xmlns:a16="http://schemas.microsoft.com/office/drawing/2014/main" id="{7C1D4056-DF17-4975-A5C9-BFB78C5992ED}"/>
              </a:ext>
            </a:extLst>
          </p:cNvPr>
          <p:cNvSpPr>
            <a:spLocks/>
          </p:cNvSpPr>
          <p:nvPr/>
        </p:nvSpPr>
        <p:spPr bwMode="auto">
          <a:xfrm>
            <a:off x="10187752" y="6483810"/>
            <a:ext cx="136430" cy="288019"/>
          </a:xfrm>
          <a:custGeom>
            <a:avLst/>
            <a:gdLst>
              <a:gd name="T0" fmla="*/ 90 w 90"/>
              <a:gd name="T1" fmla="*/ 190 h 190"/>
              <a:gd name="T2" fmla="*/ 0 w 90"/>
              <a:gd name="T3" fmla="*/ 190 h 190"/>
              <a:gd name="T4" fmla="*/ 0 w 90"/>
              <a:gd name="T5" fmla="*/ 0 h 190"/>
              <a:gd name="T6" fmla="*/ 5 w 90"/>
              <a:gd name="T7" fmla="*/ 0 h 190"/>
              <a:gd name="T8" fmla="*/ 90 w 9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190">
                <a:moveTo>
                  <a:pt x="90" y="190"/>
                </a:moveTo>
                <a:lnTo>
                  <a:pt x="0" y="190"/>
                </a:lnTo>
                <a:lnTo>
                  <a:pt x="0" y="0"/>
                </a:lnTo>
                <a:lnTo>
                  <a:pt x="5" y="0"/>
                </a:lnTo>
                <a:lnTo>
                  <a:pt x="90" y="19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4" name="Freeform 565">
            <a:extLst>
              <a:ext uri="{FF2B5EF4-FFF2-40B4-BE49-F238E27FC236}">
                <a16:creationId xmlns:a16="http://schemas.microsoft.com/office/drawing/2014/main" id="{CA275361-F606-4316-939C-545A9F7CF040}"/>
              </a:ext>
            </a:extLst>
          </p:cNvPr>
          <p:cNvSpPr>
            <a:spLocks/>
          </p:cNvSpPr>
          <p:nvPr/>
        </p:nvSpPr>
        <p:spPr bwMode="auto">
          <a:xfrm>
            <a:off x="10098315" y="6621756"/>
            <a:ext cx="92469" cy="194034"/>
          </a:xfrm>
          <a:custGeom>
            <a:avLst/>
            <a:gdLst>
              <a:gd name="T0" fmla="*/ 59 w 61"/>
              <a:gd name="T1" fmla="*/ 0 h 128"/>
              <a:gd name="T2" fmla="*/ 0 w 61"/>
              <a:gd name="T3" fmla="*/ 128 h 128"/>
              <a:gd name="T4" fmla="*/ 61 w 61"/>
              <a:gd name="T5" fmla="*/ 128 h 128"/>
              <a:gd name="T6" fmla="*/ 61 w 61"/>
              <a:gd name="T7" fmla="*/ 99 h 128"/>
              <a:gd name="T8" fmla="*/ 59 w 61"/>
              <a:gd name="T9" fmla="*/ 99 h 128"/>
              <a:gd name="T10" fmla="*/ 59 w 61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128">
                <a:moveTo>
                  <a:pt x="59" y="0"/>
                </a:moveTo>
                <a:lnTo>
                  <a:pt x="0" y="128"/>
                </a:lnTo>
                <a:lnTo>
                  <a:pt x="61" y="128"/>
                </a:lnTo>
                <a:lnTo>
                  <a:pt x="61" y="99"/>
                </a:lnTo>
                <a:lnTo>
                  <a:pt x="59" y="99"/>
                </a:lnTo>
                <a:lnTo>
                  <a:pt x="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5" name="Freeform 566">
            <a:extLst>
              <a:ext uri="{FF2B5EF4-FFF2-40B4-BE49-F238E27FC236}">
                <a16:creationId xmlns:a16="http://schemas.microsoft.com/office/drawing/2014/main" id="{CDE3F370-5FF8-4E1F-A958-3DA7B8E48424}"/>
              </a:ext>
            </a:extLst>
          </p:cNvPr>
          <p:cNvSpPr>
            <a:spLocks/>
          </p:cNvSpPr>
          <p:nvPr/>
        </p:nvSpPr>
        <p:spPr bwMode="auto">
          <a:xfrm>
            <a:off x="10098315" y="6621756"/>
            <a:ext cx="92469" cy="194034"/>
          </a:xfrm>
          <a:custGeom>
            <a:avLst/>
            <a:gdLst>
              <a:gd name="T0" fmla="*/ 59 w 61"/>
              <a:gd name="T1" fmla="*/ 0 h 128"/>
              <a:gd name="T2" fmla="*/ 0 w 61"/>
              <a:gd name="T3" fmla="*/ 128 h 128"/>
              <a:gd name="T4" fmla="*/ 61 w 61"/>
              <a:gd name="T5" fmla="*/ 128 h 128"/>
              <a:gd name="T6" fmla="*/ 61 w 61"/>
              <a:gd name="T7" fmla="*/ 99 h 128"/>
              <a:gd name="T8" fmla="*/ 59 w 61"/>
              <a:gd name="T9" fmla="*/ 99 h 128"/>
              <a:gd name="T10" fmla="*/ 59 w 61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128">
                <a:moveTo>
                  <a:pt x="59" y="0"/>
                </a:moveTo>
                <a:lnTo>
                  <a:pt x="0" y="128"/>
                </a:lnTo>
                <a:lnTo>
                  <a:pt x="61" y="128"/>
                </a:lnTo>
                <a:lnTo>
                  <a:pt x="61" y="99"/>
                </a:lnTo>
                <a:lnTo>
                  <a:pt x="59" y="99"/>
                </a:lnTo>
                <a:lnTo>
                  <a:pt x="59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6" name="Freeform 567">
            <a:extLst>
              <a:ext uri="{FF2B5EF4-FFF2-40B4-BE49-F238E27FC236}">
                <a16:creationId xmlns:a16="http://schemas.microsoft.com/office/drawing/2014/main" id="{951FBCE9-584A-4618-8591-BECC4298DF8B}"/>
              </a:ext>
            </a:extLst>
          </p:cNvPr>
          <p:cNvSpPr>
            <a:spLocks/>
          </p:cNvSpPr>
          <p:nvPr/>
        </p:nvSpPr>
        <p:spPr bwMode="auto">
          <a:xfrm>
            <a:off x="10187752" y="6621756"/>
            <a:ext cx="3032" cy="150073"/>
          </a:xfrm>
          <a:custGeom>
            <a:avLst/>
            <a:gdLst>
              <a:gd name="T0" fmla="*/ 2 w 2"/>
              <a:gd name="T1" fmla="*/ 0 h 99"/>
              <a:gd name="T2" fmla="*/ 0 w 2"/>
              <a:gd name="T3" fmla="*/ 0 h 99"/>
              <a:gd name="T4" fmla="*/ 0 w 2"/>
              <a:gd name="T5" fmla="*/ 0 h 99"/>
              <a:gd name="T6" fmla="*/ 0 w 2"/>
              <a:gd name="T7" fmla="*/ 99 h 99"/>
              <a:gd name="T8" fmla="*/ 2 w 2"/>
              <a:gd name="T9" fmla="*/ 99 h 99"/>
              <a:gd name="T10" fmla="*/ 2 w 2"/>
              <a:gd name="T11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99">
                <a:moveTo>
                  <a:pt x="2" y="0"/>
                </a:moveTo>
                <a:lnTo>
                  <a:pt x="0" y="0"/>
                </a:lnTo>
                <a:lnTo>
                  <a:pt x="0" y="0"/>
                </a:lnTo>
                <a:lnTo>
                  <a:pt x="0" y="99"/>
                </a:lnTo>
                <a:lnTo>
                  <a:pt x="2" y="99"/>
                </a:lnTo>
                <a:lnTo>
                  <a:pt x="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7" name="Freeform 568">
            <a:extLst>
              <a:ext uri="{FF2B5EF4-FFF2-40B4-BE49-F238E27FC236}">
                <a16:creationId xmlns:a16="http://schemas.microsoft.com/office/drawing/2014/main" id="{B2EF0498-A9E0-473A-8CA9-C41329D5C7EB}"/>
              </a:ext>
            </a:extLst>
          </p:cNvPr>
          <p:cNvSpPr>
            <a:spLocks/>
          </p:cNvSpPr>
          <p:nvPr/>
        </p:nvSpPr>
        <p:spPr bwMode="auto">
          <a:xfrm>
            <a:off x="10187752" y="6621756"/>
            <a:ext cx="3032" cy="150073"/>
          </a:xfrm>
          <a:custGeom>
            <a:avLst/>
            <a:gdLst>
              <a:gd name="T0" fmla="*/ 2 w 2"/>
              <a:gd name="T1" fmla="*/ 0 h 99"/>
              <a:gd name="T2" fmla="*/ 0 w 2"/>
              <a:gd name="T3" fmla="*/ 0 h 99"/>
              <a:gd name="T4" fmla="*/ 0 w 2"/>
              <a:gd name="T5" fmla="*/ 0 h 99"/>
              <a:gd name="T6" fmla="*/ 0 w 2"/>
              <a:gd name="T7" fmla="*/ 99 h 99"/>
              <a:gd name="T8" fmla="*/ 2 w 2"/>
              <a:gd name="T9" fmla="*/ 99 h 99"/>
              <a:gd name="T10" fmla="*/ 2 w 2"/>
              <a:gd name="T11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99">
                <a:moveTo>
                  <a:pt x="2" y="0"/>
                </a:moveTo>
                <a:lnTo>
                  <a:pt x="0" y="0"/>
                </a:lnTo>
                <a:lnTo>
                  <a:pt x="0" y="0"/>
                </a:lnTo>
                <a:lnTo>
                  <a:pt x="0" y="99"/>
                </a:lnTo>
                <a:lnTo>
                  <a:pt x="2" y="99"/>
                </a:lnTo>
                <a:lnTo>
                  <a:pt x="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8" name="Rectangle 569">
            <a:extLst>
              <a:ext uri="{FF2B5EF4-FFF2-40B4-BE49-F238E27FC236}">
                <a16:creationId xmlns:a16="http://schemas.microsoft.com/office/drawing/2014/main" id="{D759629E-7426-40D7-91F5-513669BB0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7752" y="6759702"/>
            <a:ext cx="15159" cy="97017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19" name="Freeform 48">
            <a:extLst>
              <a:ext uri="{FF2B5EF4-FFF2-40B4-BE49-F238E27FC236}">
                <a16:creationId xmlns:a16="http://schemas.microsoft.com/office/drawing/2014/main" id="{D1580E37-6283-4E7C-BAC4-DF2EB2740443}"/>
              </a:ext>
            </a:extLst>
          </p:cNvPr>
          <p:cNvSpPr>
            <a:spLocks/>
          </p:cNvSpPr>
          <p:nvPr/>
        </p:nvSpPr>
        <p:spPr bwMode="auto">
          <a:xfrm>
            <a:off x="10738177" y="134926"/>
            <a:ext cx="207677" cy="244059"/>
          </a:xfrm>
          <a:custGeom>
            <a:avLst/>
            <a:gdLst>
              <a:gd name="T0" fmla="*/ 44 w 51"/>
              <a:gd name="T1" fmla="*/ 0 h 60"/>
              <a:gd name="T2" fmla="*/ 15 w 51"/>
              <a:gd name="T3" fmla="*/ 12 h 60"/>
              <a:gd name="T4" fmla="*/ 9 w 51"/>
              <a:gd name="T5" fmla="*/ 60 h 60"/>
              <a:gd name="T6" fmla="*/ 15 w 51"/>
              <a:gd name="T7" fmla="*/ 41 h 60"/>
              <a:gd name="T8" fmla="*/ 32 w 51"/>
              <a:gd name="T9" fmla="*/ 20 h 60"/>
              <a:gd name="T10" fmla="*/ 34 w 51"/>
              <a:gd name="T11" fmla="*/ 20 h 60"/>
              <a:gd name="T12" fmla="*/ 51 w 51"/>
              <a:gd name="T13" fmla="*/ 0 h 60"/>
              <a:gd name="T14" fmla="*/ 44 w 51"/>
              <a:gd name="T15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1" h="60">
                <a:moveTo>
                  <a:pt x="44" y="0"/>
                </a:moveTo>
                <a:cubicBezTo>
                  <a:pt x="34" y="0"/>
                  <a:pt x="23" y="4"/>
                  <a:pt x="15" y="12"/>
                </a:cubicBezTo>
                <a:cubicBezTo>
                  <a:pt x="2" y="25"/>
                  <a:pt x="0" y="44"/>
                  <a:pt x="9" y="60"/>
                </a:cubicBezTo>
                <a:cubicBezTo>
                  <a:pt x="15" y="54"/>
                  <a:pt x="15" y="41"/>
                  <a:pt x="15" y="41"/>
                </a:cubicBezTo>
                <a:cubicBezTo>
                  <a:pt x="15" y="21"/>
                  <a:pt x="32" y="20"/>
                  <a:pt x="32" y="20"/>
                </a:cubicBezTo>
                <a:cubicBezTo>
                  <a:pt x="32" y="20"/>
                  <a:pt x="33" y="20"/>
                  <a:pt x="34" y="20"/>
                </a:cubicBezTo>
                <a:cubicBezTo>
                  <a:pt x="49" y="20"/>
                  <a:pt x="51" y="0"/>
                  <a:pt x="51" y="0"/>
                </a:cubicBezTo>
                <a:cubicBezTo>
                  <a:pt x="49" y="0"/>
                  <a:pt x="46" y="0"/>
                  <a:pt x="44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0" name="Freeform 49">
            <a:extLst>
              <a:ext uri="{FF2B5EF4-FFF2-40B4-BE49-F238E27FC236}">
                <a16:creationId xmlns:a16="http://schemas.microsoft.com/office/drawing/2014/main" id="{CA94BBCE-79C1-498D-A8C8-E13128FB393F}"/>
              </a:ext>
            </a:extLst>
          </p:cNvPr>
          <p:cNvSpPr>
            <a:spLocks noEditPoints="1"/>
          </p:cNvSpPr>
          <p:nvPr/>
        </p:nvSpPr>
        <p:spPr bwMode="auto">
          <a:xfrm>
            <a:off x="10783654" y="139474"/>
            <a:ext cx="327433" cy="348655"/>
          </a:xfrm>
          <a:custGeom>
            <a:avLst/>
            <a:gdLst>
              <a:gd name="T0" fmla="*/ 65 w 81"/>
              <a:gd name="T1" fmla="*/ 12 h 86"/>
              <a:gd name="T2" fmla="*/ 43 w 81"/>
              <a:gd name="T3" fmla="*/ 0 h 86"/>
              <a:gd name="T4" fmla="*/ 23 w 81"/>
              <a:gd name="T5" fmla="*/ 20 h 86"/>
              <a:gd name="T6" fmla="*/ 6 w 81"/>
              <a:gd name="T7" fmla="*/ 42 h 86"/>
              <a:gd name="T8" fmla="*/ 0 w 81"/>
              <a:gd name="T9" fmla="*/ 61 h 86"/>
              <a:gd name="T10" fmla="*/ 7 w 81"/>
              <a:gd name="T11" fmla="*/ 70 h 86"/>
              <a:gd name="T12" fmla="*/ 65 w 81"/>
              <a:gd name="T13" fmla="*/ 70 h 86"/>
              <a:gd name="T14" fmla="*/ 65 w 81"/>
              <a:gd name="T15" fmla="*/ 12 h 86"/>
              <a:gd name="T16" fmla="*/ 45 w 81"/>
              <a:gd name="T17" fmla="*/ 50 h 86"/>
              <a:gd name="T18" fmla="*/ 26 w 81"/>
              <a:gd name="T19" fmla="*/ 50 h 86"/>
              <a:gd name="T20" fmla="*/ 26 w 81"/>
              <a:gd name="T21" fmla="*/ 32 h 86"/>
              <a:gd name="T22" fmla="*/ 45 w 81"/>
              <a:gd name="T23" fmla="*/ 32 h 86"/>
              <a:gd name="T24" fmla="*/ 45 w 81"/>
              <a:gd name="T25" fmla="*/ 5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1" h="86">
                <a:moveTo>
                  <a:pt x="65" y="12"/>
                </a:moveTo>
                <a:cubicBezTo>
                  <a:pt x="59" y="6"/>
                  <a:pt x="51" y="2"/>
                  <a:pt x="43" y="0"/>
                </a:cubicBezTo>
                <a:cubicBezTo>
                  <a:pt x="43" y="1"/>
                  <a:pt x="41" y="22"/>
                  <a:pt x="23" y="20"/>
                </a:cubicBezTo>
                <a:cubicBezTo>
                  <a:pt x="23" y="20"/>
                  <a:pt x="6" y="22"/>
                  <a:pt x="6" y="42"/>
                </a:cubicBezTo>
                <a:cubicBezTo>
                  <a:pt x="6" y="42"/>
                  <a:pt x="6" y="55"/>
                  <a:pt x="0" y="61"/>
                </a:cubicBezTo>
                <a:cubicBezTo>
                  <a:pt x="2" y="64"/>
                  <a:pt x="4" y="67"/>
                  <a:pt x="7" y="70"/>
                </a:cubicBezTo>
                <a:cubicBezTo>
                  <a:pt x="23" y="86"/>
                  <a:pt x="49" y="86"/>
                  <a:pt x="65" y="70"/>
                </a:cubicBezTo>
                <a:cubicBezTo>
                  <a:pt x="81" y="54"/>
                  <a:pt x="81" y="28"/>
                  <a:pt x="65" y="12"/>
                </a:cubicBezTo>
                <a:close/>
                <a:moveTo>
                  <a:pt x="45" y="50"/>
                </a:moveTo>
                <a:cubicBezTo>
                  <a:pt x="40" y="55"/>
                  <a:pt x="32" y="55"/>
                  <a:pt x="26" y="50"/>
                </a:cubicBezTo>
                <a:cubicBezTo>
                  <a:pt x="21" y="45"/>
                  <a:pt x="21" y="37"/>
                  <a:pt x="26" y="32"/>
                </a:cubicBezTo>
                <a:cubicBezTo>
                  <a:pt x="32" y="27"/>
                  <a:pt x="40" y="27"/>
                  <a:pt x="45" y="32"/>
                </a:cubicBezTo>
                <a:cubicBezTo>
                  <a:pt x="50" y="37"/>
                  <a:pt x="50" y="45"/>
                  <a:pt x="45" y="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1" name="Freeform 50">
            <a:extLst>
              <a:ext uri="{FF2B5EF4-FFF2-40B4-BE49-F238E27FC236}">
                <a16:creationId xmlns:a16="http://schemas.microsoft.com/office/drawing/2014/main" id="{8EB0D055-F5F7-4715-B2C3-5FE385121B7F}"/>
              </a:ext>
            </a:extLst>
          </p:cNvPr>
          <p:cNvSpPr>
            <a:spLocks/>
          </p:cNvSpPr>
          <p:nvPr/>
        </p:nvSpPr>
        <p:spPr bwMode="auto">
          <a:xfrm>
            <a:off x="11544632" y="241039"/>
            <a:ext cx="331980" cy="201614"/>
          </a:xfrm>
          <a:custGeom>
            <a:avLst/>
            <a:gdLst>
              <a:gd name="T0" fmla="*/ 219 w 219"/>
              <a:gd name="T1" fmla="*/ 133 h 133"/>
              <a:gd name="T2" fmla="*/ 0 w 219"/>
              <a:gd name="T3" fmla="*/ 133 h 133"/>
              <a:gd name="T4" fmla="*/ 0 w 219"/>
              <a:gd name="T5" fmla="*/ 0 h 133"/>
              <a:gd name="T6" fmla="*/ 10 w 219"/>
              <a:gd name="T7" fmla="*/ 0 h 133"/>
              <a:gd name="T8" fmla="*/ 10 w 219"/>
              <a:gd name="T9" fmla="*/ 125 h 133"/>
              <a:gd name="T10" fmla="*/ 208 w 219"/>
              <a:gd name="T11" fmla="*/ 125 h 133"/>
              <a:gd name="T12" fmla="*/ 208 w 219"/>
              <a:gd name="T13" fmla="*/ 0 h 133"/>
              <a:gd name="T14" fmla="*/ 219 w 219"/>
              <a:gd name="T15" fmla="*/ 0 h 133"/>
              <a:gd name="T16" fmla="*/ 219 w 219"/>
              <a:gd name="T17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9" h="133">
                <a:moveTo>
                  <a:pt x="219" y="133"/>
                </a:moveTo>
                <a:lnTo>
                  <a:pt x="0" y="133"/>
                </a:lnTo>
                <a:lnTo>
                  <a:pt x="0" y="0"/>
                </a:lnTo>
                <a:lnTo>
                  <a:pt x="10" y="0"/>
                </a:lnTo>
                <a:lnTo>
                  <a:pt x="10" y="125"/>
                </a:lnTo>
                <a:lnTo>
                  <a:pt x="208" y="125"/>
                </a:lnTo>
                <a:lnTo>
                  <a:pt x="208" y="0"/>
                </a:lnTo>
                <a:lnTo>
                  <a:pt x="219" y="0"/>
                </a:lnTo>
                <a:lnTo>
                  <a:pt x="219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2" name="Freeform 51">
            <a:extLst>
              <a:ext uri="{FF2B5EF4-FFF2-40B4-BE49-F238E27FC236}">
                <a16:creationId xmlns:a16="http://schemas.microsoft.com/office/drawing/2014/main" id="{C777B9CF-C739-4537-BE27-241B5AA7A940}"/>
              </a:ext>
            </a:extLst>
          </p:cNvPr>
          <p:cNvSpPr>
            <a:spLocks/>
          </p:cNvSpPr>
          <p:nvPr/>
        </p:nvSpPr>
        <p:spPr bwMode="auto">
          <a:xfrm>
            <a:off x="11544632" y="241039"/>
            <a:ext cx="331980" cy="201614"/>
          </a:xfrm>
          <a:custGeom>
            <a:avLst/>
            <a:gdLst>
              <a:gd name="T0" fmla="*/ 219 w 219"/>
              <a:gd name="T1" fmla="*/ 133 h 133"/>
              <a:gd name="T2" fmla="*/ 0 w 219"/>
              <a:gd name="T3" fmla="*/ 133 h 133"/>
              <a:gd name="T4" fmla="*/ 0 w 219"/>
              <a:gd name="T5" fmla="*/ 0 h 133"/>
              <a:gd name="T6" fmla="*/ 10 w 219"/>
              <a:gd name="T7" fmla="*/ 0 h 133"/>
              <a:gd name="T8" fmla="*/ 10 w 219"/>
              <a:gd name="T9" fmla="*/ 125 h 133"/>
              <a:gd name="T10" fmla="*/ 208 w 219"/>
              <a:gd name="T11" fmla="*/ 125 h 133"/>
              <a:gd name="T12" fmla="*/ 208 w 219"/>
              <a:gd name="T13" fmla="*/ 0 h 133"/>
              <a:gd name="T14" fmla="*/ 219 w 219"/>
              <a:gd name="T15" fmla="*/ 0 h 133"/>
              <a:gd name="T16" fmla="*/ 219 w 219"/>
              <a:gd name="T17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9" h="133">
                <a:moveTo>
                  <a:pt x="219" y="133"/>
                </a:moveTo>
                <a:lnTo>
                  <a:pt x="0" y="133"/>
                </a:lnTo>
                <a:lnTo>
                  <a:pt x="0" y="0"/>
                </a:lnTo>
                <a:lnTo>
                  <a:pt x="10" y="0"/>
                </a:lnTo>
                <a:lnTo>
                  <a:pt x="10" y="125"/>
                </a:lnTo>
                <a:lnTo>
                  <a:pt x="208" y="125"/>
                </a:lnTo>
                <a:lnTo>
                  <a:pt x="208" y="0"/>
                </a:lnTo>
                <a:lnTo>
                  <a:pt x="219" y="0"/>
                </a:lnTo>
                <a:lnTo>
                  <a:pt x="219" y="133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3" name="Rectangle 52">
            <a:extLst>
              <a:ext uri="{FF2B5EF4-FFF2-40B4-BE49-F238E27FC236}">
                <a16:creationId xmlns:a16="http://schemas.microsoft.com/office/drawing/2014/main" id="{F4435425-C9A8-465B-9595-937B930A6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59791" y="292579"/>
            <a:ext cx="300147" cy="13794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4" name="Rectangle 53">
            <a:extLst>
              <a:ext uri="{FF2B5EF4-FFF2-40B4-BE49-F238E27FC236}">
                <a16:creationId xmlns:a16="http://schemas.microsoft.com/office/drawing/2014/main" id="{C7B0B9C2-9460-4BFC-80B2-BBE0DDDF6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59791" y="292579"/>
            <a:ext cx="300147" cy="13794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5" name="Freeform 54">
            <a:extLst>
              <a:ext uri="{FF2B5EF4-FFF2-40B4-BE49-F238E27FC236}">
                <a16:creationId xmlns:a16="http://schemas.microsoft.com/office/drawing/2014/main" id="{E4D097CF-A0E4-4CC4-A0F1-FF1894F0161A}"/>
              </a:ext>
            </a:extLst>
          </p:cNvPr>
          <p:cNvSpPr>
            <a:spLocks noEditPoints="1"/>
          </p:cNvSpPr>
          <p:nvPr/>
        </p:nvSpPr>
        <p:spPr bwMode="auto">
          <a:xfrm>
            <a:off x="11552211" y="292579"/>
            <a:ext cx="312274" cy="137946"/>
          </a:xfrm>
          <a:custGeom>
            <a:avLst/>
            <a:gdLst>
              <a:gd name="T0" fmla="*/ 5 w 206"/>
              <a:gd name="T1" fmla="*/ 0 h 91"/>
              <a:gd name="T2" fmla="*/ 0 w 206"/>
              <a:gd name="T3" fmla="*/ 0 h 91"/>
              <a:gd name="T4" fmla="*/ 0 w 206"/>
              <a:gd name="T5" fmla="*/ 91 h 91"/>
              <a:gd name="T6" fmla="*/ 5 w 206"/>
              <a:gd name="T7" fmla="*/ 91 h 91"/>
              <a:gd name="T8" fmla="*/ 5 w 206"/>
              <a:gd name="T9" fmla="*/ 0 h 91"/>
              <a:gd name="T10" fmla="*/ 206 w 206"/>
              <a:gd name="T11" fmla="*/ 0 h 91"/>
              <a:gd name="T12" fmla="*/ 203 w 206"/>
              <a:gd name="T13" fmla="*/ 0 h 91"/>
              <a:gd name="T14" fmla="*/ 203 w 206"/>
              <a:gd name="T15" fmla="*/ 91 h 91"/>
              <a:gd name="T16" fmla="*/ 206 w 206"/>
              <a:gd name="T17" fmla="*/ 91 h 91"/>
              <a:gd name="T18" fmla="*/ 206 w 206"/>
              <a:gd name="T19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6" h="91">
                <a:moveTo>
                  <a:pt x="5" y="0"/>
                </a:moveTo>
                <a:lnTo>
                  <a:pt x="0" y="0"/>
                </a:lnTo>
                <a:lnTo>
                  <a:pt x="0" y="91"/>
                </a:lnTo>
                <a:lnTo>
                  <a:pt x="5" y="91"/>
                </a:lnTo>
                <a:lnTo>
                  <a:pt x="5" y="0"/>
                </a:lnTo>
                <a:close/>
                <a:moveTo>
                  <a:pt x="206" y="0"/>
                </a:moveTo>
                <a:lnTo>
                  <a:pt x="203" y="0"/>
                </a:lnTo>
                <a:lnTo>
                  <a:pt x="203" y="91"/>
                </a:lnTo>
                <a:lnTo>
                  <a:pt x="206" y="91"/>
                </a:lnTo>
                <a:lnTo>
                  <a:pt x="20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6" name="Freeform 55">
            <a:extLst>
              <a:ext uri="{FF2B5EF4-FFF2-40B4-BE49-F238E27FC236}">
                <a16:creationId xmlns:a16="http://schemas.microsoft.com/office/drawing/2014/main" id="{C5401014-470B-40DB-A4E6-A9196F038E83}"/>
              </a:ext>
            </a:extLst>
          </p:cNvPr>
          <p:cNvSpPr>
            <a:spLocks noEditPoints="1"/>
          </p:cNvSpPr>
          <p:nvPr/>
        </p:nvSpPr>
        <p:spPr bwMode="auto">
          <a:xfrm>
            <a:off x="11552211" y="292579"/>
            <a:ext cx="312274" cy="137946"/>
          </a:xfrm>
          <a:custGeom>
            <a:avLst/>
            <a:gdLst>
              <a:gd name="T0" fmla="*/ 5 w 206"/>
              <a:gd name="T1" fmla="*/ 0 h 91"/>
              <a:gd name="T2" fmla="*/ 0 w 206"/>
              <a:gd name="T3" fmla="*/ 0 h 91"/>
              <a:gd name="T4" fmla="*/ 0 w 206"/>
              <a:gd name="T5" fmla="*/ 91 h 91"/>
              <a:gd name="T6" fmla="*/ 5 w 206"/>
              <a:gd name="T7" fmla="*/ 91 h 91"/>
              <a:gd name="T8" fmla="*/ 5 w 206"/>
              <a:gd name="T9" fmla="*/ 0 h 91"/>
              <a:gd name="T10" fmla="*/ 206 w 206"/>
              <a:gd name="T11" fmla="*/ 0 h 91"/>
              <a:gd name="T12" fmla="*/ 203 w 206"/>
              <a:gd name="T13" fmla="*/ 0 h 91"/>
              <a:gd name="T14" fmla="*/ 203 w 206"/>
              <a:gd name="T15" fmla="*/ 91 h 91"/>
              <a:gd name="T16" fmla="*/ 206 w 206"/>
              <a:gd name="T17" fmla="*/ 91 h 91"/>
              <a:gd name="T18" fmla="*/ 206 w 206"/>
              <a:gd name="T19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6" h="91">
                <a:moveTo>
                  <a:pt x="5" y="0"/>
                </a:moveTo>
                <a:lnTo>
                  <a:pt x="0" y="0"/>
                </a:lnTo>
                <a:lnTo>
                  <a:pt x="0" y="91"/>
                </a:lnTo>
                <a:lnTo>
                  <a:pt x="5" y="91"/>
                </a:lnTo>
                <a:lnTo>
                  <a:pt x="5" y="0"/>
                </a:lnTo>
                <a:moveTo>
                  <a:pt x="206" y="0"/>
                </a:moveTo>
                <a:lnTo>
                  <a:pt x="203" y="0"/>
                </a:lnTo>
                <a:lnTo>
                  <a:pt x="203" y="91"/>
                </a:lnTo>
                <a:lnTo>
                  <a:pt x="206" y="91"/>
                </a:lnTo>
                <a:lnTo>
                  <a:pt x="206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7" name="Freeform 56">
            <a:extLst>
              <a:ext uri="{FF2B5EF4-FFF2-40B4-BE49-F238E27FC236}">
                <a16:creationId xmlns:a16="http://schemas.microsoft.com/office/drawing/2014/main" id="{F98E0A84-158E-4EE6-AAA5-D050E4E6A2E1}"/>
              </a:ext>
            </a:extLst>
          </p:cNvPr>
          <p:cNvSpPr>
            <a:spLocks/>
          </p:cNvSpPr>
          <p:nvPr/>
        </p:nvSpPr>
        <p:spPr bwMode="auto">
          <a:xfrm>
            <a:off x="11559791" y="81870"/>
            <a:ext cx="57604" cy="53056"/>
          </a:xfrm>
          <a:custGeom>
            <a:avLst/>
            <a:gdLst>
              <a:gd name="T0" fmla="*/ 8 w 14"/>
              <a:gd name="T1" fmla="*/ 10 h 13"/>
              <a:gd name="T2" fmla="*/ 14 w 14"/>
              <a:gd name="T3" fmla="*/ 9 h 13"/>
              <a:gd name="T4" fmla="*/ 11 w 14"/>
              <a:gd name="T5" fmla="*/ 0 h 13"/>
              <a:gd name="T6" fmla="*/ 0 w 14"/>
              <a:gd name="T7" fmla="*/ 4 h 13"/>
              <a:gd name="T8" fmla="*/ 3 w 14"/>
              <a:gd name="T9" fmla="*/ 13 h 13"/>
              <a:gd name="T10" fmla="*/ 8 w 14"/>
              <a:gd name="T11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13">
                <a:moveTo>
                  <a:pt x="8" y="10"/>
                </a:moveTo>
                <a:cubicBezTo>
                  <a:pt x="10" y="9"/>
                  <a:pt x="12" y="9"/>
                  <a:pt x="14" y="9"/>
                </a:cubicBezTo>
                <a:cubicBezTo>
                  <a:pt x="11" y="0"/>
                  <a:pt x="11" y="0"/>
                  <a:pt x="11" y="0"/>
                </a:cubicBezTo>
                <a:cubicBezTo>
                  <a:pt x="0" y="4"/>
                  <a:pt x="0" y="4"/>
                  <a:pt x="0" y="4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1"/>
                  <a:pt x="6" y="10"/>
                  <a:pt x="8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8" name="Freeform 57">
            <a:extLst>
              <a:ext uri="{FF2B5EF4-FFF2-40B4-BE49-F238E27FC236}">
                <a16:creationId xmlns:a16="http://schemas.microsoft.com/office/drawing/2014/main" id="{C297C6A9-3053-46F7-813A-25C0332E291B}"/>
              </a:ext>
            </a:extLst>
          </p:cNvPr>
          <p:cNvSpPr>
            <a:spLocks/>
          </p:cNvSpPr>
          <p:nvPr/>
        </p:nvSpPr>
        <p:spPr bwMode="auto">
          <a:xfrm>
            <a:off x="11544632" y="33361"/>
            <a:ext cx="56088" cy="53056"/>
          </a:xfrm>
          <a:custGeom>
            <a:avLst/>
            <a:gdLst>
              <a:gd name="T0" fmla="*/ 37 w 37"/>
              <a:gd name="T1" fmla="*/ 24 h 35"/>
              <a:gd name="T2" fmla="*/ 29 w 37"/>
              <a:gd name="T3" fmla="*/ 0 h 35"/>
              <a:gd name="T4" fmla="*/ 0 w 37"/>
              <a:gd name="T5" fmla="*/ 8 h 35"/>
              <a:gd name="T6" fmla="*/ 8 w 37"/>
              <a:gd name="T7" fmla="*/ 35 h 35"/>
              <a:gd name="T8" fmla="*/ 37 w 37"/>
              <a:gd name="T9" fmla="*/ 2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37" y="24"/>
                </a:moveTo>
                <a:lnTo>
                  <a:pt x="29" y="0"/>
                </a:lnTo>
                <a:lnTo>
                  <a:pt x="0" y="8"/>
                </a:lnTo>
                <a:lnTo>
                  <a:pt x="8" y="35"/>
                </a:lnTo>
                <a:lnTo>
                  <a:pt x="3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29" name="Freeform 58">
            <a:extLst>
              <a:ext uri="{FF2B5EF4-FFF2-40B4-BE49-F238E27FC236}">
                <a16:creationId xmlns:a16="http://schemas.microsoft.com/office/drawing/2014/main" id="{C7522FA7-7747-43D6-A9E7-AF2F2D8B3AF4}"/>
              </a:ext>
            </a:extLst>
          </p:cNvPr>
          <p:cNvSpPr>
            <a:spLocks/>
          </p:cNvSpPr>
          <p:nvPr/>
        </p:nvSpPr>
        <p:spPr bwMode="auto">
          <a:xfrm>
            <a:off x="11547664" y="118251"/>
            <a:ext cx="125819" cy="110660"/>
          </a:xfrm>
          <a:custGeom>
            <a:avLst/>
            <a:gdLst>
              <a:gd name="T0" fmla="*/ 28 w 31"/>
              <a:gd name="T1" fmla="*/ 10 h 27"/>
              <a:gd name="T2" fmla="*/ 17 w 31"/>
              <a:gd name="T3" fmla="*/ 0 h 27"/>
              <a:gd name="T4" fmla="*/ 20 w 31"/>
              <a:gd name="T5" fmla="*/ 11 h 27"/>
              <a:gd name="T6" fmla="*/ 9 w 31"/>
              <a:gd name="T7" fmla="*/ 15 h 27"/>
              <a:gd name="T8" fmla="*/ 6 w 31"/>
              <a:gd name="T9" fmla="*/ 4 h 27"/>
              <a:gd name="T10" fmla="*/ 2 w 31"/>
              <a:gd name="T11" fmla="*/ 19 h 27"/>
              <a:gd name="T12" fmla="*/ 4 w 31"/>
              <a:gd name="T13" fmla="*/ 27 h 27"/>
              <a:gd name="T14" fmla="*/ 31 w 31"/>
              <a:gd name="T15" fmla="*/ 19 h 27"/>
              <a:gd name="T16" fmla="*/ 28 w 31"/>
              <a:gd name="T17" fmla="*/ 1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27">
                <a:moveTo>
                  <a:pt x="28" y="10"/>
                </a:moveTo>
                <a:cubicBezTo>
                  <a:pt x="27" y="5"/>
                  <a:pt x="22" y="1"/>
                  <a:pt x="17" y="0"/>
                </a:cubicBezTo>
                <a:cubicBezTo>
                  <a:pt x="20" y="11"/>
                  <a:pt x="20" y="11"/>
                  <a:pt x="20" y="11"/>
                </a:cubicBezTo>
                <a:cubicBezTo>
                  <a:pt x="9" y="15"/>
                  <a:pt x="9" y="15"/>
                  <a:pt x="9" y="15"/>
                </a:cubicBezTo>
                <a:cubicBezTo>
                  <a:pt x="6" y="4"/>
                  <a:pt x="6" y="4"/>
                  <a:pt x="6" y="4"/>
                </a:cubicBezTo>
                <a:cubicBezTo>
                  <a:pt x="2" y="7"/>
                  <a:pt x="0" y="13"/>
                  <a:pt x="2" y="19"/>
                </a:cubicBezTo>
                <a:cubicBezTo>
                  <a:pt x="4" y="27"/>
                  <a:pt x="4" y="27"/>
                  <a:pt x="4" y="27"/>
                </a:cubicBezTo>
                <a:cubicBezTo>
                  <a:pt x="31" y="19"/>
                  <a:pt x="31" y="19"/>
                  <a:pt x="31" y="19"/>
                </a:cubicBezTo>
                <a:cubicBezTo>
                  <a:pt x="28" y="10"/>
                  <a:pt x="28" y="10"/>
                  <a:pt x="28" y="1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0" name="Freeform 59">
            <a:extLst>
              <a:ext uri="{FF2B5EF4-FFF2-40B4-BE49-F238E27FC236}">
                <a16:creationId xmlns:a16="http://schemas.microsoft.com/office/drawing/2014/main" id="{68D70ABD-09D2-4FDB-AC03-1C030566E09B}"/>
              </a:ext>
            </a:extLst>
          </p:cNvPr>
          <p:cNvSpPr>
            <a:spLocks/>
          </p:cNvSpPr>
          <p:nvPr/>
        </p:nvSpPr>
        <p:spPr bwMode="auto">
          <a:xfrm>
            <a:off x="11573434" y="118251"/>
            <a:ext cx="56088" cy="62152"/>
          </a:xfrm>
          <a:custGeom>
            <a:avLst/>
            <a:gdLst>
              <a:gd name="T0" fmla="*/ 14 w 14"/>
              <a:gd name="T1" fmla="*/ 11 h 15"/>
              <a:gd name="T2" fmla="*/ 11 w 14"/>
              <a:gd name="T3" fmla="*/ 0 h 15"/>
              <a:gd name="T4" fmla="*/ 5 w 14"/>
              <a:gd name="T5" fmla="*/ 1 h 15"/>
              <a:gd name="T6" fmla="*/ 0 w 14"/>
              <a:gd name="T7" fmla="*/ 4 h 15"/>
              <a:gd name="T8" fmla="*/ 3 w 14"/>
              <a:gd name="T9" fmla="*/ 15 h 15"/>
              <a:gd name="T10" fmla="*/ 14 w 14"/>
              <a:gd name="T11" fmla="*/ 11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15">
                <a:moveTo>
                  <a:pt x="14" y="11"/>
                </a:move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7" y="0"/>
                  <a:pt x="5" y="1"/>
                </a:cubicBezTo>
                <a:cubicBezTo>
                  <a:pt x="3" y="1"/>
                  <a:pt x="1" y="2"/>
                  <a:pt x="0" y="4"/>
                </a:cubicBezTo>
                <a:cubicBezTo>
                  <a:pt x="3" y="15"/>
                  <a:pt x="3" y="15"/>
                  <a:pt x="3" y="15"/>
                </a:cubicBezTo>
                <a:lnTo>
                  <a:pt x="14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1" name="Freeform 60">
            <a:extLst>
              <a:ext uri="{FF2B5EF4-FFF2-40B4-BE49-F238E27FC236}">
                <a16:creationId xmlns:a16="http://schemas.microsoft.com/office/drawing/2014/main" id="{175A3742-2C78-4F58-8F4A-03E2E19E7065}"/>
              </a:ext>
            </a:extLst>
          </p:cNvPr>
          <p:cNvSpPr>
            <a:spLocks/>
          </p:cNvSpPr>
          <p:nvPr/>
        </p:nvSpPr>
        <p:spPr bwMode="auto">
          <a:xfrm>
            <a:off x="11564338" y="195562"/>
            <a:ext cx="142494" cy="97017"/>
          </a:xfrm>
          <a:custGeom>
            <a:avLst/>
            <a:gdLst>
              <a:gd name="T0" fmla="*/ 72 w 94"/>
              <a:gd name="T1" fmla="*/ 0 h 64"/>
              <a:gd name="T2" fmla="*/ 72 w 94"/>
              <a:gd name="T3" fmla="*/ 0 h 64"/>
              <a:gd name="T4" fmla="*/ 0 w 94"/>
              <a:gd name="T5" fmla="*/ 22 h 64"/>
              <a:gd name="T6" fmla="*/ 14 w 94"/>
              <a:gd name="T7" fmla="*/ 64 h 64"/>
              <a:gd name="T8" fmla="*/ 94 w 94"/>
              <a:gd name="T9" fmla="*/ 64 h 64"/>
              <a:gd name="T10" fmla="*/ 94 w 94"/>
              <a:gd name="T11" fmla="*/ 64 h 64"/>
              <a:gd name="T12" fmla="*/ 72 w 94"/>
              <a:gd name="T1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64">
                <a:moveTo>
                  <a:pt x="72" y="0"/>
                </a:moveTo>
                <a:lnTo>
                  <a:pt x="72" y="0"/>
                </a:lnTo>
                <a:lnTo>
                  <a:pt x="0" y="22"/>
                </a:lnTo>
                <a:lnTo>
                  <a:pt x="14" y="64"/>
                </a:lnTo>
                <a:lnTo>
                  <a:pt x="94" y="64"/>
                </a:lnTo>
                <a:lnTo>
                  <a:pt x="94" y="64"/>
                </a:lnTo>
                <a:lnTo>
                  <a:pt x="7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2" name="Freeform 61">
            <a:extLst>
              <a:ext uri="{FF2B5EF4-FFF2-40B4-BE49-F238E27FC236}">
                <a16:creationId xmlns:a16="http://schemas.microsoft.com/office/drawing/2014/main" id="{5A012B2D-A6EE-47A7-B438-9788DC14E076}"/>
              </a:ext>
            </a:extLst>
          </p:cNvPr>
          <p:cNvSpPr>
            <a:spLocks/>
          </p:cNvSpPr>
          <p:nvPr/>
        </p:nvSpPr>
        <p:spPr bwMode="auto">
          <a:xfrm>
            <a:off x="11564338" y="195562"/>
            <a:ext cx="142494" cy="97017"/>
          </a:xfrm>
          <a:custGeom>
            <a:avLst/>
            <a:gdLst>
              <a:gd name="T0" fmla="*/ 72 w 94"/>
              <a:gd name="T1" fmla="*/ 0 h 64"/>
              <a:gd name="T2" fmla="*/ 72 w 94"/>
              <a:gd name="T3" fmla="*/ 0 h 64"/>
              <a:gd name="T4" fmla="*/ 0 w 94"/>
              <a:gd name="T5" fmla="*/ 22 h 64"/>
              <a:gd name="T6" fmla="*/ 14 w 94"/>
              <a:gd name="T7" fmla="*/ 64 h 64"/>
              <a:gd name="T8" fmla="*/ 94 w 94"/>
              <a:gd name="T9" fmla="*/ 64 h 64"/>
              <a:gd name="T10" fmla="*/ 94 w 94"/>
              <a:gd name="T11" fmla="*/ 64 h 64"/>
              <a:gd name="T12" fmla="*/ 72 w 94"/>
              <a:gd name="T1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64">
                <a:moveTo>
                  <a:pt x="72" y="0"/>
                </a:moveTo>
                <a:lnTo>
                  <a:pt x="72" y="0"/>
                </a:lnTo>
                <a:lnTo>
                  <a:pt x="0" y="22"/>
                </a:lnTo>
                <a:lnTo>
                  <a:pt x="14" y="64"/>
                </a:lnTo>
                <a:lnTo>
                  <a:pt x="94" y="64"/>
                </a:lnTo>
                <a:lnTo>
                  <a:pt x="94" y="64"/>
                </a:lnTo>
                <a:lnTo>
                  <a:pt x="7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3" name="Freeform 62">
            <a:extLst>
              <a:ext uri="{FF2B5EF4-FFF2-40B4-BE49-F238E27FC236}">
                <a16:creationId xmlns:a16="http://schemas.microsoft.com/office/drawing/2014/main" id="{506A7BD5-8DED-4996-8232-8F0F7BDEFBC7}"/>
              </a:ext>
            </a:extLst>
          </p:cNvPr>
          <p:cNvSpPr>
            <a:spLocks/>
          </p:cNvSpPr>
          <p:nvPr/>
        </p:nvSpPr>
        <p:spPr bwMode="auto">
          <a:xfrm>
            <a:off x="11823556" y="106124"/>
            <a:ext cx="60636" cy="57604"/>
          </a:xfrm>
          <a:custGeom>
            <a:avLst/>
            <a:gdLst>
              <a:gd name="T0" fmla="*/ 6 w 15"/>
              <a:gd name="T1" fmla="*/ 10 h 14"/>
              <a:gd name="T2" fmla="*/ 10 w 15"/>
              <a:gd name="T3" fmla="*/ 14 h 14"/>
              <a:gd name="T4" fmla="*/ 15 w 15"/>
              <a:gd name="T5" fmla="*/ 5 h 14"/>
              <a:gd name="T6" fmla="*/ 4 w 15"/>
              <a:gd name="T7" fmla="*/ 0 h 14"/>
              <a:gd name="T8" fmla="*/ 0 w 15"/>
              <a:gd name="T9" fmla="*/ 8 h 14"/>
              <a:gd name="T10" fmla="*/ 6 w 15"/>
              <a:gd name="T11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4">
                <a:moveTo>
                  <a:pt x="6" y="10"/>
                </a:moveTo>
                <a:cubicBezTo>
                  <a:pt x="8" y="11"/>
                  <a:pt x="9" y="12"/>
                  <a:pt x="10" y="14"/>
                </a:cubicBezTo>
                <a:cubicBezTo>
                  <a:pt x="15" y="5"/>
                  <a:pt x="15" y="5"/>
                  <a:pt x="15" y="5"/>
                </a:cubicBezTo>
                <a:cubicBezTo>
                  <a:pt x="4" y="0"/>
                  <a:pt x="4" y="0"/>
                  <a:pt x="4" y="0"/>
                </a:cubicBezTo>
                <a:cubicBezTo>
                  <a:pt x="0" y="8"/>
                  <a:pt x="0" y="8"/>
                  <a:pt x="0" y="8"/>
                </a:cubicBezTo>
                <a:cubicBezTo>
                  <a:pt x="2" y="8"/>
                  <a:pt x="4" y="9"/>
                  <a:pt x="6" y="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4" name="Freeform 63">
            <a:extLst>
              <a:ext uri="{FF2B5EF4-FFF2-40B4-BE49-F238E27FC236}">
                <a16:creationId xmlns:a16="http://schemas.microsoft.com/office/drawing/2014/main" id="{45E755D2-5037-4967-9596-B968EE9E7252}"/>
              </a:ext>
            </a:extLst>
          </p:cNvPr>
          <p:cNvSpPr>
            <a:spLocks/>
          </p:cNvSpPr>
          <p:nvPr/>
        </p:nvSpPr>
        <p:spPr bwMode="auto">
          <a:xfrm>
            <a:off x="11847810" y="57616"/>
            <a:ext cx="60636" cy="60636"/>
          </a:xfrm>
          <a:custGeom>
            <a:avLst/>
            <a:gdLst>
              <a:gd name="T0" fmla="*/ 40 w 40"/>
              <a:gd name="T1" fmla="*/ 16 h 40"/>
              <a:gd name="T2" fmla="*/ 13 w 40"/>
              <a:gd name="T3" fmla="*/ 0 h 40"/>
              <a:gd name="T4" fmla="*/ 0 w 40"/>
              <a:gd name="T5" fmla="*/ 24 h 40"/>
              <a:gd name="T6" fmla="*/ 27 w 40"/>
              <a:gd name="T7" fmla="*/ 40 h 40"/>
              <a:gd name="T8" fmla="*/ 40 w 40"/>
              <a:gd name="T9" fmla="*/ 1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0">
                <a:moveTo>
                  <a:pt x="40" y="16"/>
                </a:moveTo>
                <a:lnTo>
                  <a:pt x="13" y="0"/>
                </a:lnTo>
                <a:lnTo>
                  <a:pt x="0" y="24"/>
                </a:lnTo>
                <a:lnTo>
                  <a:pt x="27" y="40"/>
                </a:lnTo>
                <a:lnTo>
                  <a:pt x="4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5" name="Freeform 64">
            <a:extLst>
              <a:ext uri="{FF2B5EF4-FFF2-40B4-BE49-F238E27FC236}">
                <a16:creationId xmlns:a16="http://schemas.microsoft.com/office/drawing/2014/main" id="{1A122161-E00A-4248-8161-BB9BC1EFB069}"/>
              </a:ext>
            </a:extLst>
          </p:cNvPr>
          <p:cNvSpPr>
            <a:spLocks/>
          </p:cNvSpPr>
          <p:nvPr/>
        </p:nvSpPr>
        <p:spPr bwMode="auto">
          <a:xfrm>
            <a:off x="11755341" y="139474"/>
            <a:ext cx="124303" cy="116724"/>
          </a:xfrm>
          <a:custGeom>
            <a:avLst/>
            <a:gdLst>
              <a:gd name="T0" fmla="*/ 29 w 31"/>
              <a:gd name="T1" fmla="*/ 21 h 29"/>
              <a:gd name="T2" fmla="*/ 27 w 31"/>
              <a:gd name="T3" fmla="*/ 6 h 29"/>
              <a:gd name="T4" fmla="*/ 22 w 31"/>
              <a:gd name="T5" fmla="*/ 16 h 29"/>
              <a:gd name="T6" fmla="*/ 12 w 31"/>
              <a:gd name="T7" fmla="*/ 10 h 29"/>
              <a:gd name="T8" fmla="*/ 17 w 31"/>
              <a:gd name="T9" fmla="*/ 0 h 29"/>
              <a:gd name="T10" fmla="*/ 4 w 31"/>
              <a:gd name="T11" fmla="*/ 8 h 29"/>
              <a:gd name="T12" fmla="*/ 0 w 31"/>
              <a:gd name="T13" fmla="*/ 16 h 29"/>
              <a:gd name="T14" fmla="*/ 25 w 31"/>
              <a:gd name="T15" fmla="*/ 29 h 29"/>
              <a:gd name="T16" fmla="*/ 29 w 31"/>
              <a:gd name="T17" fmla="*/ 21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29">
                <a:moveTo>
                  <a:pt x="29" y="21"/>
                </a:moveTo>
                <a:cubicBezTo>
                  <a:pt x="31" y="16"/>
                  <a:pt x="31" y="10"/>
                  <a:pt x="27" y="6"/>
                </a:cubicBezTo>
                <a:cubicBezTo>
                  <a:pt x="22" y="16"/>
                  <a:pt x="22" y="16"/>
                  <a:pt x="22" y="16"/>
                </a:cubicBezTo>
                <a:cubicBezTo>
                  <a:pt x="12" y="10"/>
                  <a:pt x="12" y="10"/>
                  <a:pt x="12" y="10"/>
                </a:cubicBezTo>
                <a:cubicBezTo>
                  <a:pt x="17" y="0"/>
                  <a:pt x="17" y="0"/>
                  <a:pt x="17" y="0"/>
                </a:cubicBezTo>
                <a:cubicBezTo>
                  <a:pt x="12" y="0"/>
                  <a:pt x="6" y="3"/>
                  <a:pt x="4" y="8"/>
                </a:cubicBezTo>
                <a:cubicBezTo>
                  <a:pt x="0" y="16"/>
                  <a:pt x="0" y="16"/>
                  <a:pt x="0" y="16"/>
                </a:cubicBezTo>
                <a:cubicBezTo>
                  <a:pt x="25" y="29"/>
                  <a:pt x="25" y="29"/>
                  <a:pt x="25" y="29"/>
                </a:cubicBezTo>
                <a:cubicBezTo>
                  <a:pt x="29" y="21"/>
                  <a:pt x="29" y="21"/>
                  <a:pt x="29" y="21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6" name="Freeform 65">
            <a:extLst>
              <a:ext uri="{FF2B5EF4-FFF2-40B4-BE49-F238E27FC236}">
                <a16:creationId xmlns:a16="http://schemas.microsoft.com/office/drawing/2014/main" id="{CDC25DF8-2584-4BCC-B77F-FCF358190D6D}"/>
              </a:ext>
            </a:extLst>
          </p:cNvPr>
          <p:cNvSpPr>
            <a:spLocks/>
          </p:cNvSpPr>
          <p:nvPr/>
        </p:nvSpPr>
        <p:spPr bwMode="auto">
          <a:xfrm>
            <a:off x="11803849" y="139474"/>
            <a:ext cx="60636" cy="65183"/>
          </a:xfrm>
          <a:custGeom>
            <a:avLst/>
            <a:gdLst>
              <a:gd name="T0" fmla="*/ 10 w 15"/>
              <a:gd name="T1" fmla="*/ 16 h 16"/>
              <a:gd name="T2" fmla="*/ 15 w 15"/>
              <a:gd name="T3" fmla="*/ 6 h 16"/>
              <a:gd name="T4" fmla="*/ 11 w 15"/>
              <a:gd name="T5" fmla="*/ 2 h 16"/>
              <a:gd name="T6" fmla="*/ 5 w 15"/>
              <a:gd name="T7" fmla="*/ 0 h 16"/>
              <a:gd name="T8" fmla="*/ 0 w 15"/>
              <a:gd name="T9" fmla="*/ 10 h 16"/>
              <a:gd name="T10" fmla="*/ 10 w 15"/>
              <a:gd name="T11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6">
                <a:moveTo>
                  <a:pt x="10" y="16"/>
                </a:moveTo>
                <a:cubicBezTo>
                  <a:pt x="15" y="6"/>
                  <a:pt x="15" y="6"/>
                  <a:pt x="15" y="6"/>
                </a:cubicBezTo>
                <a:cubicBezTo>
                  <a:pt x="14" y="4"/>
                  <a:pt x="13" y="3"/>
                  <a:pt x="11" y="2"/>
                </a:cubicBezTo>
                <a:cubicBezTo>
                  <a:pt x="9" y="1"/>
                  <a:pt x="7" y="0"/>
                  <a:pt x="5" y="0"/>
                </a:cubicBezTo>
                <a:cubicBezTo>
                  <a:pt x="0" y="10"/>
                  <a:pt x="0" y="10"/>
                  <a:pt x="0" y="10"/>
                </a:cubicBezTo>
                <a:lnTo>
                  <a:pt x="10" y="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7" name="Freeform 66">
            <a:extLst>
              <a:ext uri="{FF2B5EF4-FFF2-40B4-BE49-F238E27FC236}">
                <a16:creationId xmlns:a16="http://schemas.microsoft.com/office/drawing/2014/main" id="{C7B9CF42-2605-4B82-897D-FC9EFC61C73A}"/>
              </a:ext>
            </a:extLst>
          </p:cNvPr>
          <p:cNvSpPr>
            <a:spLocks/>
          </p:cNvSpPr>
          <p:nvPr/>
        </p:nvSpPr>
        <p:spPr bwMode="auto">
          <a:xfrm>
            <a:off x="11706832" y="204657"/>
            <a:ext cx="148557" cy="87922"/>
          </a:xfrm>
          <a:custGeom>
            <a:avLst/>
            <a:gdLst>
              <a:gd name="T0" fmla="*/ 32 w 98"/>
              <a:gd name="T1" fmla="*/ 0 h 58"/>
              <a:gd name="T2" fmla="*/ 0 w 98"/>
              <a:gd name="T3" fmla="*/ 58 h 58"/>
              <a:gd name="T4" fmla="*/ 0 w 98"/>
              <a:gd name="T5" fmla="*/ 58 h 58"/>
              <a:gd name="T6" fmla="*/ 85 w 98"/>
              <a:gd name="T7" fmla="*/ 58 h 58"/>
              <a:gd name="T8" fmla="*/ 98 w 98"/>
              <a:gd name="T9" fmla="*/ 34 h 58"/>
              <a:gd name="T10" fmla="*/ 32 w 98"/>
              <a:gd name="T11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8" h="58">
                <a:moveTo>
                  <a:pt x="32" y="0"/>
                </a:moveTo>
                <a:lnTo>
                  <a:pt x="0" y="58"/>
                </a:lnTo>
                <a:lnTo>
                  <a:pt x="0" y="58"/>
                </a:lnTo>
                <a:lnTo>
                  <a:pt x="85" y="58"/>
                </a:lnTo>
                <a:lnTo>
                  <a:pt x="98" y="34"/>
                </a:lnTo>
                <a:lnTo>
                  <a:pt x="3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8" name="Freeform 67">
            <a:extLst>
              <a:ext uri="{FF2B5EF4-FFF2-40B4-BE49-F238E27FC236}">
                <a16:creationId xmlns:a16="http://schemas.microsoft.com/office/drawing/2014/main" id="{2D25394D-A84A-46EA-8EA7-D0AB3557FB28}"/>
              </a:ext>
            </a:extLst>
          </p:cNvPr>
          <p:cNvSpPr>
            <a:spLocks/>
          </p:cNvSpPr>
          <p:nvPr/>
        </p:nvSpPr>
        <p:spPr bwMode="auto">
          <a:xfrm>
            <a:off x="11706832" y="204657"/>
            <a:ext cx="148557" cy="87922"/>
          </a:xfrm>
          <a:custGeom>
            <a:avLst/>
            <a:gdLst>
              <a:gd name="T0" fmla="*/ 32 w 98"/>
              <a:gd name="T1" fmla="*/ 0 h 58"/>
              <a:gd name="T2" fmla="*/ 0 w 98"/>
              <a:gd name="T3" fmla="*/ 58 h 58"/>
              <a:gd name="T4" fmla="*/ 0 w 98"/>
              <a:gd name="T5" fmla="*/ 58 h 58"/>
              <a:gd name="T6" fmla="*/ 85 w 98"/>
              <a:gd name="T7" fmla="*/ 58 h 58"/>
              <a:gd name="T8" fmla="*/ 98 w 98"/>
              <a:gd name="T9" fmla="*/ 34 h 58"/>
              <a:gd name="T10" fmla="*/ 32 w 98"/>
              <a:gd name="T11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8" h="58">
                <a:moveTo>
                  <a:pt x="32" y="0"/>
                </a:moveTo>
                <a:lnTo>
                  <a:pt x="0" y="58"/>
                </a:lnTo>
                <a:lnTo>
                  <a:pt x="0" y="58"/>
                </a:lnTo>
                <a:lnTo>
                  <a:pt x="85" y="58"/>
                </a:lnTo>
                <a:lnTo>
                  <a:pt x="98" y="34"/>
                </a:lnTo>
                <a:lnTo>
                  <a:pt x="32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39" name="Rectangle 68">
            <a:extLst>
              <a:ext uri="{FF2B5EF4-FFF2-40B4-BE49-F238E27FC236}">
                <a16:creationId xmlns:a16="http://schemas.microsoft.com/office/drawing/2014/main" id="{2FDB1B7E-921F-465B-A047-D74DBCBC7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6832" y="292579"/>
            <a:ext cx="1516" cy="151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0" name="Rectangle 69">
            <a:extLst>
              <a:ext uri="{FF2B5EF4-FFF2-40B4-BE49-F238E27FC236}">
                <a16:creationId xmlns:a16="http://schemas.microsoft.com/office/drawing/2014/main" id="{BDD92C43-4B98-4902-8B80-64C4C7AB5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6832" y="292579"/>
            <a:ext cx="1516" cy="1516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1" name="Freeform 70">
            <a:extLst>
              <a:ext uri="{FF2B5EF4-FFF2-40B4-BE49-F238E27FC236}">
                <a16:creationId xmlns:a16="http://schemas.microsoft.com/office/drawing/2014/main" id="{1DF29799-16CE-4D8B-8F44-422AE8CD48F9}"/>
              </a:ext>
            </a:extLst>
          </p:cNvPr>
          <p:cNvSpPr>
            <a:spLocks/>
          </p:cNvSpPr>
          <p:nvPr/>
        </p:nvSpPr>
        <p:spPr bwMode="auto">
          <a:xfrm>
            <a:off x="11588593" y="321381"/>
            <a:ext cx="36381" cy="40929"/>
          </a:xfrm>
          <a:custGeom>
            <a:avLst/>
            <a:gdLst>
              <a:gd name="T0" fmla="*/ 14 w 24"/>
              <a:gd name="T1" fmla="*/ 27 h 27"/>
              <a:gd name="T2" fmla="*/ 0 w 24"/>
              <a:gd name="T3" fmla="*/ 14 h 27"/>
              <a:gd name="T4" fmla="*/ 11 w 24"/>
              <a:gd name="T5" fmla="*/ 0 h 27"/>
              <a:gd name="T6" fmla="*/ 24 w 24"/>
              <a:gd name="T7" fmla="*/ 11 h 27"/>
              <a:gd name="T8" fmla="*/ 14 w 24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7">
                <a:moveTo>
                  <a:pt x="14" y="27"/>
                </a:moveTo>
                <a:lnTo>
                  <a:pt x="0" y="14"/>
                </a:lnTo>
                <a:lnTo>
                  <a:pt x="11" y="0"/>
                </a:lnTo>
                <a:lnTo>
                  <a:pt x="24" y="11"/>
                </a:lnTo>
                <a:lnTo>
                  <a:pt x="14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2" name="Freeform 71">
            <a:extLst>
              <a:ext uri="{FF2B5EF4-FFF2-40B4-BE49-F238E27FC236}">
                <a16:creationId xmlns:a16="http://schemas.microsoft.com/office/drawing/2014/main" id="{03BD8A76-8D53-4C56-BC23-A9262A42FD50}"/>
              </a:ext>
            </a:extLst>
          </p:cNvPr>
          <p:cNvSpPr>
            <a:spLocks/>
          </p:cNvSpPr>
          <p:nvPr/>
        </p:nvSpPr>
        <p:spPr bwMode="auto">
          <a:xfrm>
            <a:off x="11568886" y="374437"/>
            <a:ext cx="40929" cy="40929"/>
          </a:xfrm>
          <a:custGeom>
            <a:avLst/>
            <a:gdLst>
              <a:gd name="T0" fmla="*/ 13 w 27"/>
              <a:gd name="T1" fmla="*/ 27 h 27"/>
              <a:gd name="T2" fmla="*/ 0 w 27"/>
              <a:gd name="T3" fmla="*/ 13 h 27"/>
              <a:gd name="T4" fmla="*/ 11 w 27"/>
              <a:gd name="T5" fmla="*/ 0 h 27"/>
              <a:gd name="T6" fmla="*/ 27 w 27"/>
              <a:gd name="T7" fmla="*/ 11 h 27"/>
              <a:gd name="T8" fmla="*/ 13 w 27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27">
                <a:moveTo>
                  <a:pt x="13" y="27"/>
                </a:moveTo>
                <a:lnTo>
                  <a:pt x="0" y="13"/>
                </a:lnTo>
                <a:lnTo>
                  <a:pt x="11" y="0"/>
                </a:lnTo>
                <a:lnTo>
                  <a:pt x="27" y="11"/>
                </a:lnTo>
                <a:lnTo>
                  <a:pt x="13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3" name="Freeform 72">
            <a:extLst>
              <a:ext uri="{FF2B5EF4-FFF2-40B4-BE49-F238E27FC236}">
                <a16:creationId xmlns:a16="http://schemas.microsoft.com/office/drawing/2014/main" id="{0C18B6AE-832D-424A-8127-D518A0445803}"/>
              </a:ext>
            </a:extLst>
          </p:cNvPr>
          <p:cNvSpPr>
            <a:spLocks/>
          </p:cNvSpPr>
          <p:nvPr/>
        </p:nvSpPr>
        <p:spPr bwMode="auto">
          <a:xfrm>
            <a:off x="11706832" y="386564"/>
            <a:ext cx="36381" cy="36381"/>
          </a:xfrm>
          <a:custGeom>
            <a:avLst/>
            <a:gdLst>
              <a:gd name="T0" fmla="*/ 13 w 24"/>
              <a:gd name="T1" fmla="*/ 24 h 24"/>
              <a:gd name="T2" fmla="*/ 0 w 24"/>
              <a:gd name="T3" fmla="*/ 13 h 24"/>
              <a:gd name="T4" fmla="*/ 10 w 24"/>
              <a:gd name="T5" fmla="*/ 0 h 24"/>
              <a:gd name="T6" fmla="*/ 24 w 24"/>
              <a:gd name="T7" fmla="*/ 11 h 24"/>
              <a:gd name="T8" fmla="*/ 13 w 24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4">
                <a:moveTo>
                  <a:pt x="13" y="24"/>
                </a:moveTo>
                <a:lnTo>
                  <a:pt x="0" y="13"/>
                </a:lnTo>
                <a:lnTo>
                  <a:pt x="10" y="0"/>
                </a:lnTo>
                <a:lnTo>
                  <a:pt x="24" y="11"/>
                </a:lnTo>
                <a:lnTo>
                  <a:pt x="13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4" name="Freeform 73">
            <a:extLst>
              <a:ext uri="{FF2B5EF4-FFF2-40B4-BE49-F238E27FC236}">
                <a16:creationId xmlns:a16="http://schemas.microsoft.com/office/drawing/2014/main" id="{A404C0E2-CA5F-4385-BC91-588B80D09419}"/>
              </a:ext>
            </a:extLst>
          </p:cNvPr>
          <p:cNvSpPr>
            <a:spLocks/>
          </p:cNvSpPr>
          <p:nvPr/>
        </p:nvSpPr>
        <p:spPr bwMode="auto">
          <a:xfrm>
            <a:off x="11803849" y="321381"/>
            <a:ext cx="39413" cy="40929"/>
          </a:xfrm>
          <a:custGeom>
            <a:avLst/>
            <a:gdLst>
              <a:gd name="T0" fmla="*/ 13 w 26"/>
              <a:gd name="T1" fmla="*/ 27 h 27"/>
              <a:gd name="T2" fmla="*/ 0 w 26"/>
              <a:gd name="T3" fmla="*/ 14 h 27"/>
              <a:gd name="T4" fmla="*/ 13 w 26"/>
              <a:gd name="T5" fmla="*/ 0 h 27"/>
              <a:gd name="T6" fmla="*/ 26 w 26"/>
              <a:gd name="T7" fmla="*/ 11 h 27"/>
              <a:gd name="T8" fmla="*/ 13 w 26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27">
                <a:moveTo>
                  <a:pt x="13" y="27"/>
                </a:moveTo>
                <a:lnTo>
                  <a:pt x="0" y="14"/>
                </a:lnTo>
                <a:lnTo>
                  <a:pt x="13" y="0"/>
                </a:lnTo>
                <a:lnTo>
                  <a:pt x="26" y="11"/>
                </a:lnTo>
                <a:lnTo>
                  <a:pt x="13" y="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5" name="Freeform 167">
            <a:extLst>
              <a:ext uri="{FF2B5EF4-FFF2-40B4-BE49-F238E27FC236}">
                <a16:creationId xmlns:a16="http://schemas.microsoft.com/office/drawing/2014/main" id="{9068B4B8-80C5-433B-9B7C-A8BE44C9C1E1}"/>
              </a:ext>
            </a:extLst>
          </p:cNvPr>
          <p:cNvSpPr>
            <a:spLocks noEditPoints="1"/>
          </p:cNvSpPr>
          <p:nvPr/>
        </p:nvSpPr>
        <p:spPr bwMode="auto">
          <a:xfrm>
            <a:off x="10750305" y="880745"/>
            <a:ext cx="474474" cy="389584"/>
          </a:xfrm>
          <a:custGeom>
            <a:avLst/>
            <a:gdLst>
              <a:gd name="T0" fmla="*/ 115 w 117"/>
              <a:gd name="T1" fmla="*/ 33 h 96"/>
              <a:gd name="T2" fmla="*/ 89 w 117"/>
              <a:gd name="T3" fmla="*/ 0 h 96"/>
              <a:gd name="T4" fmla="*/ 86 w 117"/>
              <a:gd name="T5" fmla="*/ 0 h 96"/>
              <a:gd name="T6" fmla="*/ 77 w 117"/>
              <a:gd name="T7" fmla="*/ 7 h 96"/>
              <a:gd name="T8" fmla="*/ 58 w 117"/>
              <a:gd name="T9" fmla="*/ 2 h 96"/>
              <a:gd name="T10" fmla="*/ 40 w 117"/>
              <a:gd name="T11" fmla="*/ 7 h 96"/>
              <a:gd name="T12" fmla="*/ 30 w 117"/>
              <a:gd name="T13" fmla="*/ 0 h 96"/>
              <a:gd name="T14" fmla="*/ 28 w 117"/>
              <a:gd name="T15" fmla="*/ 0 h 96"/>
              <a:gd name="T16" fmla="*/ 2 w 117"/>
              <a:gd name="T17" fmla="*/ 33 h 96"/>
              <a:gd name="T18" fmla="*/ 2 w 117"/>
              <a:gd name="T19" fmla="*/ 60 h 96"/>
              <a:gd name="T20" fmla="*/ 14 w 117"/>
              <a:gd name="T21" fmla="*/ 75 h 96"/>
              <a:gd name="T22" fmla="*/ 17 w 117"/>
              <a:gd name="T23" fmla="*/ 76 h 96"/>
              <a:gd name="T24" fmla="*/ 22 w 117"/>
              <a:gd name="T25" fmla="*/ 74 h 96"/>
              <a:gd name="T26" fmla="*/ 22 w 117"/>
              <a:gd name="T27" fmla="*/ 76 h 96"/>
              <a:gd name="T28" fmla="*/ 22 w 117"/>
              <a:gd name="T29" fmla="*/ 84 h 96"/>
              <a:gd name="T30" fmla="*/ 22 w 117"/>
              <a:gd name="T31" fmla="*/ 90 h 96"/>
              <a:gd name="T32" fmla="*/ 22 w 117"/>
              <a:gd name="T33" fmla="*/ 96 h 96"/>
              <a:gd name="T34" fmla="*/ 94 w 117"/>
              <a:gd name="T35" fmla="*/ 96 h 96"/>
              <a:gd name="T36" fmla="*/ 94 w 117"/>
              <a:gd name="T37" fmla="*/ 90 h 96"/>
              <a:gd name="T38" fmla="*/ 94 w 117"/>
              <a:gd name="T39" fmla="*/ 84 h 96"/>
              <a:gd name="T40" fmla="*/ 94 w 117"/>
              <a:gd name="T41" fmla="*/ 76 h 96"/>
              <a:gd name="T42" fmla="*/ 94 w 117"/>
              <a:gd name="T43" fmla="*/ 74 h 96"/>
              <a:gd name="T44" fmla="*/ 100 w 117"/>
              <a:gd name="T45" fmla="*/ 76 h 96"/>
              <a:gd name="T46" fmla="*/ 102 w 117"/>
              <a:gd name="T47" fmla="*/ 75 h 96"/>
              <a:gd name="T48" fmla="*/ 115 w 117"/>
              <a:gd name="T49" fmla="*/ 60 h 96"/>
              <a:gd name="T50" fmla="*/ 115 w 117"/>
              <a:gd name="T51" fmla="*/ 33 h 96"/>
              <a:gd name="T52" fmla="*/ 16 w 117"/>
              <a:gd name="T53" fmla="*/ 68 h 96"/>
              <a:gd name="T54" fmla="*/ 8 w 117"/>
              <a:gd name="T55" fmla="*/ 58 h 96"/>
              <a:gd name="T56" fmla="*/ 9 w 117"/>
              <a:gd name="T57" fmla="*/ 35 h 96"/>
              <a:gd name="T58" fmla="*/ 28 w 117"/>
              <a:gd name="T59" fmla="*/ 7 h 96"/>
              <a:gd name="T60" fmla="*/ 29 w 117"/>
              <a:gd name="T61" fmla="*/ 7 h 96"/>
              <a:gd name="T62" fmla="*/ 34 w 117"/>
              <a:gd name="T63" fmla="*/ 11 h 96"/>
              <a:gd name="T64" fmla="*/ 22 w 117"/>
              <a:gd name="T65" fmla="*/ 38 h 96"/>
              <a:gd name="T66" fmla="*/ 22 w 117"/>
              <a:gd name="T67" fmla="*/ 66 h 96"/>
              <a:gd name="T68" fmla="*/ 22 w 117"/>
              <a:gd name="T69" fmla="*/ 66 h 96"/>
              <a:gd name="T70" fmla="*/ 16 w 117"/>
              <a:gd name="T71" fmla="*/ 68 h 96"/>
              <a:gd name="T72" fmla="*/ 88 w 117"/>
              <a:gd name="T73" fmla="*/ 84 h 96"/>
              <a:gd name="T74" fmla="*/ 29 w 117"/>
              <a:gd name="T75" fmla="*/ 84 h 96"/>
              <a:gd name="T76" fmla="*/ 29 w 117"/>
              <a:gd name="T77" fmla="*/ 76 h 96"/>
              <a:gd name="T78" fmla="*/ 56 w 117"/>
              <a:gd name="T79" fmla="*/ 76 h 96"/>
              <a:gd name="T80" fmla="*/ 56 w 117"/>
              <a:gd name="T81" fmla="*/ 64 h 96"/>
              <a:gd name="T82" fmla="*/ 61 w 117"/>
              <a:gd name="T83" fmla="*/ 64 h 96"/>
              <a:gd name="T84" fmla="*/ 61 w 117"/>
              <a:gd name="T85" fmla="*/ 76 h 96"/>
              <a:gd name="T86" fmla="*/ 88 w 117"/>
              <a:gd name="T87" fmla="*/ 76 h 96"/>
              <a:gd name="T88" fmla="*/ 88 w 117"/>
              <a:gd name="T89" fmla="*/ 84 h 96"/>
              <a:gd name="T90" fmla="*/ 108 w 117"/>
              <a:gd name="T91" fmla="*/ 58 h 96"/>
              <a:gd name="T92" fmla="*/ 101 w 117"/>
              <a:gd name="T93" fmla="*/ 68 h 96"/>
              <a:gd name="T94" fmla="*/ 94 w 117"/>
              <a:gd name="T95" fmla="*/ 66 h 96"/>
              <a:gd name="T96" fmla="*/ 94 w 117"/>
              <a:gd name="T97" fmla="*/ 66 h 96"/>
              <a:gd name="T98" fmla="*/ 94 w 117"/>
              <a:gd name="T99" fmla="*/ 38 h 96"/>
              <a:gd name="T100" fmla="*/ 83 w 117"/>
              <a:gd name="T101" fmla="*/ 11 h 96"/>
              <a:gd name="T102" fmla="*/ 88 w 117"/>
              <a:gd name="T103" fmla="*/ 7 h 96"/>
              <a:gd name="T104" fmla="*/ 89 w 117"/>
              <a:gd name="T105" fmla="*/ 7 h 96"/>
              <a:gd name="T106" fmla="*/ 108 w 117"/>
              <a:gd name="T107" fmla="*/ 35 h 96"/>
              <a:gd name="T108" fmla="*/ 108 w 117"/>
              <a:gd name="T109" fmla="*/ 5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7" h="96">
                <a:moveTo>
                  <a:pt x="115" y="33"/>
                </a:moveTo>
                <a:cubicBezTo>
                  <a:pt x="111" y="14"/>
                  <a:pt x="100" y="0"/>
                  <a:pt x="89" y="0"/>
                </a:cubicBezTo>
                <a:cubicBezTo>
                  <a:pt x="88" y="0"/>
                  <a:pt x="87" y="0"/>
                  <a:pt x="86" y="0"/>
                </a:cubicBezTo>
                <a:cubicBezTo>
                  <a:pt x="83" y="1"/>
                  <a:pt x="80" y="3"/>
                  <a:pt x="77" y="7"/>
                </a:cubicBezTo>
                <a:cubicBezTo>
                  <a:pt x="72" y="4"/>
                  <a:pt x="65" y="2"/>
                  <a:pt x="58" y="2"/>
                </a:cubicBezTo>
                <a:cubicBezTo>
                  <a:pt x="52" y="2"/>
                  <a:pt x="45" y="4"/>
                  <a:pt x="40" y="7"/>
                </a:cubicBezTo>
                <a:cubicBezTo>
                  <a:pt x="37" y="3"/>
                  <a:pt x="34" y="1"/>
                  <a:pt x="30" y="0"/>
                </a:cubicBezTo>
                <a:cubicBezTo>
                  <a:pt x="30" y="0"/>
                  <a:pt x="29" y="0"/>
                  <a:pt x="28" y="0"/>
                </a:cubicBezTo>
                <a:cubicBezTo>
                  <a:pt x="17" y="0"/>
                  <a:pt x="6" y="14"/>
                  <a:pt x="2" y="33"/>
                </a:cubicBezTo>
                <a:cubicBezTo>
                  <a:pt x="0" y="43"/>
                  <a:pt x="0" y="52"/>
                  <a:pt x="2" y="60"/>
                </a:cubicBezTo>
                <a:cubicBezTo>
                  <a:pt x="4" y="69"/>
                  <a:pt x="8" y="74"/>
                  <a:pt x="14" y="75"/>
                </a:cubicBezTo>
                <a:cubicBezTo>
                  <a:pt x="15" y="76"/>
                  <a:pt x="16" y="76"/>
                  <a:pt x="17" y="76"/>
                </a:cubicBezTo>
                <a:cubicBezTo>
                  <a:pt x="19" y="76"/>
                  <a:pt x="21" y="75"/>
                  <a:pt x="22" y="74"/>
                </a:cubicBezTo>
                <a:cubicBezTo>
                  <a:pt x="22" y="76"/>
                  <a:pt x="22" y="76"/>
                  <a:pt x="22" y="76"/>
                </a:cubicBezTo>
                <a:cubicBezTo>
                  <a:pt x="22" y="84"/>
                  <a:pt x="22" y="84"/>
                  <a:pt x="22" y="84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6"/>
                  <a:pt x="22" y="96"/>
                  <a:pt x="22" y="96"/>
                </a:cubicBezTo>
                <a:cubicBezTo>
                  <a:pt x="94" y="96"/>
                  <a:pt x="94" y="96"/>
                  <a:pt x="94" y="96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84"/>
                  <a:pt x="94" y="84"/>
                  <a:pt x="94" y="84"/>
                </a:cubicBezTo>
                <a:cubicBezTo>
                  <a:pt x="94" y="76"/>
                  <a:pt x="94" y="76"/>
                  <a:pt x="94" y="76"/>
                </a:cubicBezTo>
                <a:cubicBezTo>
                  <a:pt x="94" y="74"/>
                  <a:pt x="94" y="74"/>
                  <a:pt x="94" y="74"/>
                </a:cubicBezTo>
                <a:cubicBezTo>
                  <a:pt x="96" y="75"/>
                  <a:pt x="98" y="76"/>
                  <a:pt x="100" y="76"/>
                </a:cubicBezTo>
                <a:cubicBezTo>
                  <a:pt x="101" y="76"/>
                  <a:pt x="102" y="76"/>
                  <a:pt x="102" y="75"/>
                </a:cubicBezTo>
                <a:cubicBezTo>
                  <a:pt x="108" y="74"/>
                  <a:pt x="113" y="69"/>
                  <a:pt x="115" y="60"/>
                </a:cubicBezTo>
                <a:cubicBezTo>
                  <a:pt x="117" y="52"/>
                  <a:pt x="117" y="43"/>
                  <a:pt x="115" y="33"/>
                </a:cubicBezTo>
                <a:close/>
                <a:moveTo>
                  <a:pt x="16" y="68"/>
                </a:moveTo>
                <a:cubicBezTo>
                  <a:pt x="13" y="68"/>
                  <a:pt x="10" y="64"/>
                  <a:pt x="8" y="58"/>
                </a:cubicBezTo>
                <a:cubicBezTo>
                  <a:pt x="7" y="52"/>
                  <a:pt x="7" y="43"/>
                  <a:pt x="9" y="35"/>
                </a:cubicBezTo>
                <a:cubicBezTo>
                  <a:pt x="12" y="18"/>
                  <a:pt x="21" y="7"/>
                  <a:pt x="28" y="7"/>
                </a:cubicBezTo>
                <a:cubicBezTo>
                  <a:pt x="28" y="7"/>
                  <a:pt x="29" y="7"/>
                  <a:pt x="29" y="7"/>
                </a:cubicBezTo>
                <a:cubicBezTo>
                  <a:pt x="31" y="7"/>
                  <a:pt x="33" y="9"/>
                  <a:pt x="34" y="11"/>
                </a:cubicBezTo>
                <a:cubicBezTo>
                  <a:pt x="27" y="18"/>
                  <a:pt x="22" y="27"/>
                  <a:pt x="22" y="38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0" y="68"/>
                  <a:pt x="18" y="69"/>
                  <a:pt x="16" y="68"/>
                </a:cubicBezTo>
                <a:close/>
                <a:moveTo>
                  <a:pt x="88" y="84"/>
                </a:moveTo>
                <a:cubicBezTo>
                  <a:pt x="29" y="84"/>
                  <a:pt x="29" y="84"/>
                  <a:pt x="29" y="84"/>
                </a:cubicBezTo>
                <a:cubicBezTo>
                  <a:pt x="29" y="76"/>
                  <a:pt x="29" y="76"/>
                  <a:pt x="29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64"/>
                  <a:pt x="56" y="64"/>
                  <a:pt x="56" y="64"/>
                </a:cubicBezTo>
                <a:cubicBezTo>
                  <a:pt x="61" y="64"/>
                  <a:pt x="61" y="64"/>
                  <a:pt x="61" y="64"/>
                </a:cubicBezTo>
                <a:cubicBezTo>
                  <a:pt x="61" y="76"/>
                  <a:pt x="61" y="76"/>
                  <a:pt x="61" y="76"/>
                </a:cubicBezTo>
                <a:cubicBezTo>
                  <a:pt x="88" y="76"/>
                  <a:pt x="88" y="76"/>
                  <a:pt x="88" y="76"/>
                </a:cubicBezTo>
                <a:lnTo>
                  <a:pt x="88" y="84"/>
                </a:lnTo>
                <a:close/>
                <a:moveTo>
                  <a:pt x="108" y="58"/>
                </a:moveTo>
                <a:cubicBezTo>
                  <a:pt x="107" y="64"/>
                  <a:pt x="104" y="68"/>
                  <a:pt x="101" y="68"/>
                </a:cubicBezTo>
                <a:cubicBezTo>
                  <a:pt x="99" y="69"/>
                  <a:pt x="97" y="68"/>
                  <a:pt x="94" y="66"/>
                </a:cubicBezTo>
                <a:cubicBezTo>
                  <a:pt x="94" y="66"/>
                  <a:pt x="94" y="66"/>
                  <a:pt x="94" y="66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27"/>
                  <a:pt x="90" y="18"/>
                  <a:pt x="83" y="11"/>
                </a:cubicBezTo>
                <a:cubicBezTo>
                  <a:pt x="84" y="9"/>
                  <a:pt x="86" y="7"/>
                  <a:pt x="88" y="7"/>
                </a:cubicBezTo>
                <a:cubicBezTo>
                  <a:pt x="88" y="7"/>
                  <a:pt x="89" y="7"/>
                  <a:pt x="89" y="7"/>
                </a:cubicBezTo>
                <a:cubicBezTo>
                  <a:pt x="95" y="7"/>
                  <a:pt x="105" y="18"/>
                  <a:pt x="108" y="35"/>
                </a:cubicBezTo>
                <a:cubicBezTo>
                  <a:pt x="110" y="43"/>
                  <a:pt x="110" y="52"/>
                  <a:pt x="108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6" name="Rectangle 168">
            <a:extLst>
              <a:ext uri="{FF2B5EF4-FFF2-40B4-BE49-F238E27FC236}">
                <a16:creationId xmlns:a16="http://schemas.microsoft.com/office/drawing/2014/main" id="{33A75243-47D4-4078-860F-80C68A6B4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7688" y="1189987"/>
            <a:ext cx="19707" cy="166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7" name="Freeform 169">
            <a:extLst>
              <a:ext uri="{FF2B5EF4-FFF2-40B4-BE49-F238E27FC236}">
                <a16:creationId xmlns:a16="http://schemas.microsoft.com/office/drawing/2014/main" id="{E4E9D0FE-D0E2-4402-8DF6-3425B59F92C3}"/>
              </a:ext>
            </a:extLst>
          </p:cNvPr>
          <p:cNvSpPr>
            <a:spLocks/>
          </p:cNvSpPr>
          <p:nvPr/>
        </p:nvSpPr>
        <p:spPr bwMode="auto">
          <a:xfrm>
            <a:off x="11438519" y="848911"/>
            <a:ext cx="639706" cy="457799"/>
          </a:xfrm>
          <a:custGeom>
            <a:avLst/>
            <a:gdLst>
              <a:gd name="T0" fmla="*/ 119 w 158"/>
              <a:gd name="T1" fmla="*/ 1 h 113"/>
              <a:gd name="T2" fmla="*/ 119 w 158"/>
              <a:gd name="T3" fmla="*/ 0 h 113"/>
              <a:gd name="T4" fmla="*/ 95 w 158"/>
              <a:gd name="T5" fmla="*/ 0 h 113"/>
              <a:gd name="T6" fmla="*/ 98 w 158"/>
              <a:gd name="T7" fmla="*/ 8 h 113"/>
              <a:gd name="T8" fmla="*/ 79 w 158"/>
              <a:gd name="T9" fmla="*/ 21 h 113"/>
              <a:gd name="T10" fmla="*/ 60 w 158"/>
              <a:gd name="T11" fmla="*/ 8 h 113"/>
              <a:gd name="T12" fmla="*/ 63 w 158"/>
              <a:gd name="T13" fmla="*/ 0 h 113"/>
              <a:gd name="T14" fmla="*/ 39 w 158"/>
              <a:gd name="T15" fmla="*/ 0 h 113"/>
              <a:gd name="T16" fmla="*/ 39 w 158"/>
              <a:gd name="T17" fmla="*/ 1 h 113"/>
              <a:gd name="T18" fmla="*/ 0 w 158"/>
              <a:gd name="T19" fmla="*/ 40 h 113"/>
              <a:gd name="T20" fmla="*/ 18 w 158"/>
              <a:gd name="T21" fmla="*/ 57 h 113"/>
              <a:gd name="T22" fmla="*/ 39 w 158"/>
              <a:gd name="T23" fmla="*/ 36 h 113"/>
              <a:gd name="T24" fmla="*/ 39 w 158"/>
              <a:gd name="T25" fmla="*/ 113 h 113"/>
              <a:gd name="T26" fmla="*/ 119 w 158"/>
              <a:gd name="T27" fmla="*/ 113 h 113"/>
              <a:gd name="T28" fmla="*/ 119 w 158"/>
              <a:gd name="T29" fmla="*/ 35 h 113"/>
              <a:gd name="T30" fmla="*/ 141 w 158"/>
              <a:gd name="T31" fmla="*/ 57 h 113"/>
              <a:gd name="T32" fmla="*/ 158 w 158"/>
              <a:gd name="T33" fmla="*/ 40 h 113"/>
              <a:gd name="T34" fmla="*/ 119 w 158"/>
              <a:gd name="T35" fmla="*/ 1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8" h="113">
                <a:moveTo>
                  <a:pt x="119" y="1"/>
                </a:moveTo>
                <a:cubicBezTo>
                  <a:pt x="119" y="0"/>
                  <a:pt x="119" y="0"/>
                  <a:pt x="119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7" y="3"/>
                  <a:pt x="98" y="5"/>
                  <a:pt x="98" y="8"/>
                </a:cubicBezTo>
                <a:cubicBezTo>
                  <a:pt x="98" y="15"/>
                  <a:pt x="90" y="21"/>
                  <a:pt x="79" y="21"/>
                </a:cubicBezTo>
                <a:cubicBezTo>
                  <a:pt x="69" y="21"/>
                  <a:pt x="60" y="15"/>
                  <a:pt x="60" y="8"/>
                </a:cubicBezTo>
                <a:cubicBezTo>
                  <a:pt x="60" y="5"/>
                  <a:pt x="61" y="3"/>
                  <a:pt x="63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1"/>
                  <a:pt x="39" y="1"/>
                  <a:pt x="39" y="1"/>
                </a:cubicBezTo>
                <a:cubicBezTo>
                  <a:pt x="0" y="40"/>
                  <a:pt x="0" y="40"/>
                  <a:pt x="0" y="40"/>
                </a:cubicBezTo>
                <a:cubicBezTo>
                  <a:pt x="18" y="57"/>
                  <a:pt x="18" y="57"/>
                  <a:pt x="18" y="57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113"/>
                  <a:pt x="39" y="113"/>
                  <a:pt x="39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58" y="40"/>
                  <a:pt x="158" y="40"/>
                  <a:pt x="158" y="40"/>
                </a:cubicBezTo>
                <a:lnTo>
                  <a:pt x="119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8" name="Freeform 196">
            <a:extLst>
              <a:ext uri="{FF2B5EF4-FFF2-40B4-BE49-F238E27FC236}">
                <a16:creationId xmlns:a16="http://schemas.microsoft.com/office/drawing/2014/main" id="{B319120D-CE3F-4B71-8FDE-6647CE317439}"/>
              </a:ext>
            </a:extLst>
          </p:cNvPr>
          <p:cNvSpPr>
            <a:spLocks noEditPoints="1"/>
          </p:cNvSpPr>
          <p:nvPr/>
        </p:nvSpPr>
        <p:spPr bwMode="auto">
          <a:xfrm>
            <a:off x="10847322" y="1700842"/>
            <a:ext cx="365330" cy="385037"/>
          </a:xfrm>
          <a:custGeom>
            <a:avLst/>
            <a:gdLst>
              <a:gd name="T0" fmla="*/ 56 w 90"/>
              <a:gd name="T1" fmla="*/ 0 h 95"/>
              <a:gd name="T2" fmla="*/ 54 w 90"/>
              <a:gd name="T3" fmla="*/ 9 h 95"/>
              <a:gd name="T4" fmla="*/ 88 w 90"/>
              <a:gd name="T5" fmla="*/ 9 h 95"/>
              <a:gd name="T6" fmla="*/ 90 w 90"/>
              <a:gd name="T7" fmla="*/ 0 h 95"/>
              <a:gd name="T8" fmla="*/ 56 w 90"/>
              <a:gd name="T9" fmla="*/ 0 h 95"/>
              <a:gd name="T10" fmla="*/ 42 w 90"/>
              <a:gd name="T11" fmla="*/ 49 h 95"/>
              <a:gd name="T12" fmla="*/ 11 w 90"/>
              <a:gd name="T13" fmla="*/ 69 h 95"/>
              <a:gd name="T14" fmla="*/ 23 w 90"/>
              <a:gd name="T15" fmla="*/ 94 h 95"/>
              <a:gd name="T16" fmla="*/ 43 w 90"/>
              <a:gd name="T17" fmla="*/ 86 h 95"/>
              <a:gd name="T18" fmla="*/ 43 w 90"/>
              <a:gd name="T19" fmla="*/ 78 h 95"/>
              <a:gd name="T20" fmla="*/ 71 w 90"/>
              <a:gd name="T21" fmla="*/ 56 h 95"/>
              <a:gd name="T22" fmla="*/ 86 w 90"/>
              <a:gd name="T23" fmla="*/ 13 h 95"/>
              <a:gd name="T24" fmla="*/ 53 w 90"/>
              <a:gd name="T25" fmla="*/ 13 h 95"/>
              <a:gd name="T26" fmla="*/ 42 w 90"/>
              <a:gd name="T27" fmla="*/ 49 h 95"/>
              <a:gd name="T28" fmla="*/ 8 w 90"/>
              <a:gd name="T29" fmla="*/ 72 h 95"/>
              <a:gd name="T30" fmla="*/ 3 w 90"/>
              <a:gd name="T31" fmla="*/ 84 h 95"/>
              <a:gd name="T32" fmla="*/ 19 w 90"/>
              <a:gd name="T33" fmla="*/ 94 h 95"/>
              <a:gd name="T34" fmla="*/ 8 w 90"/>
              <a:gd name="T35" fmla="*/ 72 h 95"/>
              <a:gd name="T36" fmla="*/ 48 w 90"/>
              <a:gd name="T37" fmla="*/ 85 h 95"/>
              <a:gd name="T38" fmla="*/ 71 w 90"/>
              <a:gd name="T39" fmla="*/ 60 h 95"/>
              <a:gd name="T40" fmla="*/ 48 w 90"/>
              <a:gd name="T41" fmla="*/ 8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0" h="95">
                <a:moveTo>
                  <a:pt x="56" y="0"/>
                </a:moveTo>
                <a:cubicBezTo>
                  <a:pt x="54" y="9"/>
                  <a:pt x="54" y="9"/>
                  <a:pt x="54" y="9"/>
                </a:cubicBezTo>
                <a:cubicBezTo>
                  <a:pt x="88" y="9"/>
                  <a:pt x="88" y="9"/>
                  <a:pt x="88" y="9"/>
                </a:cubicBezTo>
                <a:cubicBezTo>
                  <a:pt x="90" y="0"/>
                  <a:pt x="90" y="0"/>
                  <a:pt x="90" y="0"/>
                </a:cubicBezTo>
                <a:lnTo>
                  <a:pt x="56" y="0"/>
                </a:lnTo>
                <a:close/>
                <a:moveTo>
                  <a:pt x="42" y="49"/>
                </a:moveTo>
                <a:cubicBezTo>
                  <a:pt x="34" y="59"/>
                  <a:pt x="11" y="69"/>
                  <a:pt x="11" y="69"/>
                </a:cubicBezTo>
                <a:cubicBezTo>
                  <a:pt x="25" y="79"/>
                  <a:pt x="23" y="94"/>
                  <a:pt x="23" y="94"/>
                </a:cubicBezTo>
                <a:cubicBezTo>
                  <a:pt x="43" y="86"/>
                  <a:pt x="43" y="86"/>
                  <a:pt x="43" y="86"/>
                </a:cubicBezTo>
                <a:cubicBezTo>
                  <a:pt x="43" y="78"/>
                  <a:pt x="43" y="78"/>
                  <a:pt x="43" y="78"/>
                </a:cubicBezTo>
                <a:cubicBezTo>
                  <a:pt x="43" y="78"/>
                  <a:pt x="45" y="56"/>
                  <a:pt x="71" y="56"/>
                </a:cubicBezTo>
                <a:cubicBezTo>
                  <a:pt x="86" y="13"/>
                  <a:pt x="86" y="13"/>
                  <a:pt x="86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3"/>
                  <a:pt x="49" y="39"/>
                  <a:pt x="42" y="49"/>
                </a:cubicBezTo>
                <a:close/>
                <a:moveTo>
                  <a:pt x="8" y="72"/>
                </a:moveTo>
                <a:cubicBezTo>
                  <a:pt x="6" y="73"/>
                  <a:pt x="0" y="75"/>
                  <a:pt x="3" y="84"/>
                </a:cubicBezTo>
                <a:cubicBezTo>
                  <a:pt x="7" y="91"/>
                  <a:pt x="11" y="95"/>
                  <a:pt x="19" y="94"/>
                </a:cubicBezTo>
                <a:cubicBezTo>
                  <a:pt x="17" y="77"/>
                  <a:pt x="9" y="71"/>
                  <a:pt x="8" y="72"/>
                </a:cubicBezTo>
                <a:close/>
                <a:moveTo>
                  <a:pt x="48" y="85"/>
                </a:moveTo>
                <a:cubicBezTo>
                  <a:pt x="73" y="76"/>
                  <a:pt x="71" y="60"/>
                  <a:pt x="71" y="60"/>
                </a:cubicBezTo>
                <a:cubicBezTo>
                  <a:pt x="44" y="60"/>
                  <a:pt x="48" y="85"/>
                  <a:pt x="48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49" name="Freeform 197">
            <a:extLst>
              <a:ext uri="{FF2B5EF4-FFF2-40B4-BE49-F238E27FC236}">
                <a16:creationId xmlns:a16="http://schemas.microsoft.com/office/drawing/2014/main" id="{0A6A6DC7-738E-440A-8C93-9CB00F7DEEFF}"/>
              </a:ext>
            </a:extLst>
          </p:cNvPr>
          <p:cNvSpPr>
            <a:spLocks/>
          </p:cNvSpPr>
          <p:nvPr/>
        </p:nvSpPr>
        <p:spPr bwMode="auto">
          <a:xfrm>
            <a:off x="11532505" y="1635659"/>
            <a:ext cx="550269" cy="495697"/>
          </a:xfrm>
          <a:custGeom>
            <a:avLst/>
            <a:gdLst>
              <a:gd name="T0" fmla="*/ 26 w 136"/>
              <a:gd name="T1" fmla="*/ 115 h 122"/>
              <a:gd name="T2" fmla="*/ 68 w 136"/>
              <a:gd name="T3" fmla="*/ 122 h 122"/>
              <a:gd name="T4" fmla="*/ 110 w 136"/>
              <a:gd name="T5" fmla="*/ 115 h 122"/>
              <a:gd name="T6" fmla="*/ 100 w 136"/>
              <a:gd name="T7" fmla="*/ 38 h 122"/>
              <a:gd name="T8" fmla="*/ 115 w 136"/>
              <a:gd name="T9" fmla="*/ 42 h 122"/>
              <a:gd name="T10" fmla="*/ 120 w 136"/>
              <a:gd name="T11" fmla="*/ 42 h 122"/>
              <a:gd name="T12" fmla="*/ 134 w 136"/>
              <a:gd name="T13" fmla="*/ 19 h 122"/>
              <a:gd name="T14" fmla="*/ 134 w 136"/>
              <a:gd name="T15" fmla="*/ 15 h 122"/>
              <a:gd name="T16" fmla="*/ 113 w 136"/>
              <a:gd name="T17" fmla="*/ 5 h 122"/>
              <a:gd name="T18" fmla="*/ 98 w 136"/>
              <a:gd name="T19" fmla="*/ 0 h 122"/>
              <a:gd name="T20" fmla="*/ 88 w 136"/>
              <a:gd name="T21" fmla="*/ 0 h 122"/>
              <a:gd name="T22" fmla="*/ 68 w 136"/>
              <a:gd name="T23" fmla="*/ 20 h 122"/>
              <a:gd name="T24" fmla="*/ 48 w 136"/>
              <a:gd name="T25" fmla="*/ 0 h 122"/>
              <a:gd name="T26" fmla="*/ 38 w 136"/>
              <a:gd name="T27" fmla="*/ 0 h 122"/>
              <a:gd name="T28" fmla="*/ 23 w 136"/>
              <a:gd name="T29" fmla="*/ 5 h 122"/>
              <a:gd name="T30" fmla="*/ 1 w 136"/>
              <a:gd name="T31" fmla="*/ 15 h 122"/>
              <a:gd name="T32" fmla="*/ 1 w 136"/>
              <a:gd name="T33" fmla="*/ 20 h 122"/>
              <a:gd name="T34" fmla="*/ 16 w 136"/>
              <a:gd name="T35" fmla="*/ 42 h 122"/>
              <a:gd name="T36" fmla="*/ 21 w 136"/>
              <a:gd name="T37" fmla="*/ 42 h 122"/>
              <a:gd name="T38" fmla="*/ 33 w 136"/>
              <a:gd name="T39" fmla="*/ 38 h 122"/>
              <a:gd name="T40" fmla="*/ 26 w 136"/>
              <a:gd name="T41" fmla="*/ 11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6" h="122">
                <a:moveTo>
                  <a:pt x="26" y="115"/>
                </a:moveTo>
                <a:cubicBezTo>
                  <a:pt x="26" y="115"/>
                  <a:pt x="46" y="122"/>
                  <a:pt x="68" y="122"/>
                </a:cubicBezTo>
                <a:cubicBezTo>
                  <a:pt x="68" y="122"/>
                  <a:pt x="92" y="121"/>
                  <a:pt x="110" y="115"/>
                </a:cubicBezTo>
                <a:cubicBezTo>
                  <a:pt x="100" y="38"/>
                  <a:pt x="100" y="38"/>
                  <a:pt x="100" y="38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5" y="42"/>
                  <a:pt x="118" y="44"/>
                  <a:pt x="120" y="42"/>
                </a:cubicBezTo>
                <a:cubicBezTo>
                  <a:pt x="121" y="41"/>
                  <a:pt x="131" y="25"/>
                  <a:pt x="134" y="19"/>
                </a:cubicBezTo>
                <a:cubicBezTo>
                  <a:pt x="136" y="16"/>
                  <a:pt x="134" y="15"/>
                  <a:pt x="134" y="1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09" y="0"/>
                  <a:pt x="9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20"/>
                  <a:pt x="68" y="20"/>
                </a:cubicBezTo>
                <a:cubicBezTo>
                  <a:pt x="68" y="20"/>
                  <a:pt x="47" y="19"/>
                  <a:pt x="4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27" y="1"/>
                  <a:pt x="23" y="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0" y="17"/>
                  <a:pt x="1" y="20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2"/>
                  <a:pt x="18" y="44"/>
                  <a:pt x="21" y="42"/>
                </a:cubicBezTo>
                <a:cubicBezTo>
                  <a:pt x="33" y="38"/>
                  <a:pt x="33" y="38"/>
                  <a:pt x="33" y="38"/>
                </a:cubicBezTo>
                <a:lnTo>
                  <a:pt x="26" y="1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0" name="Freeform 219">
            <a:extLst>
              <a:ext uri="{FF2B5EF4-FFF2-40B4-BE49-F238E27FC236}">
                <a16:creationId xmlns:a16="http://schemas.microsoft.com/office/drawing/2014/main" id="{22C4416F-1AA9-4171-92DD-A35F62141F1D}"/>
              </a:ext>
            </a:extLst>
          </p:cNvPr>
          <p:cNvSpPr>
            <a:spLocks noEditPoints="1"/>
          </p:cNvSpPr>
          <p:nvPr/>
        </p:nvSpPr>
        <p:spPr bwMode="auto">
          <a:xfrm>
            <a:off x="10803361" y="2548226"/>
            <a:ext cx="392616" cy="244059"/>
          </a:xfrm>
          <a:custGeom>
            <a:avLst/>
            <a:gdLst>
              <a:gd name="T0" fmla="*/ 96 w 97"/>
              <a:gd name="T1" fmla="*/ 44 h 60"/>
              <a:gd name="T2" fmla="*/ 49 w 97"/>
              <a:gd name="T3" fmla="*/ 30 h 60"/>
              <a:gd name="T4" fmla="*/ 49 w 97"/>
              <a:gd name="T5" fmla="*/ 20 h 60"/>
              <a:gd name="T6" fmla="*/ 58 w 97"/>
              <a:gd name="T7" fmla="*/ 10 h 60"/>
              <a:gd name="T8" fmla="*/ 49 w 97"/>
              <a:gd name="T9" fmla="*/ 0 h 60"/>
              <a:gd name="T10" fmla="*/ 39 w 97"/>
              <a:gd name="T11" fmla="*/ 10 h 60"/>
              <a:gd name="T12" fmla="*/ 41 w 97"/>
              <a:gd name="T13" fmla="*/ 10 h 60"/>
              <a:gd name="T14" fmla="*/ 49 w 97"/>
              <a:gd name="T15" fmla="*/ 3 h 60"/>
              <a:gd name="T16" fmla="*/ 56 w 97"/>
              <a:gd name="T17" fmla="*/ 10 h 60"/>
              <a:gd name="T18" fmla="*/ 49 w 97"/>
              <a:gd name="T19" fmla="*/ 17 h 60"/>
              <a:gd name="T20" fmla="*/ 49 w 97"/>
              <a:gd name="T21" fmla="*/ 17 h 60"/>
              <a:gd name="T22" fmla="*/ 46 w 97"/>
              <a:gd name="T23" fmla="*/ 17 h 60"/>
              <a:gd name="T24" fmla="*/ 46 w 97"/>
              <a:gd name="T25" fmla="*/ 30 h 60"/>
              <a:gd name="T26" fmla="*/ 1 w 97"/>
              <a:gd name="T27" fmla="*/ 44 h 60"/>
              <a:gd name="T28" fmla="*/ 0 w 97"/>
              <a:gd name="T29" fmla="*/ 44 h 60"/>
              <a:gd name="T30" fmla="*/ 0 w 97"/>
              <a:gd name="T31" fmla="*/ 60 h 60"/>
              <a:gd name="T32" fmla="*/ 97 w 97"/>
              <a:gd name="T33" fmla="*/ 60 h 60"/>
              <a:gd name="T34" fmla="*/ 97 w 97"/>
              <a:gd name="T35" fmla="*/ 44 h 60"/>
              <a:gd name="T36" fmla="*/ 96 w 97"/>
              <a:gd name="T37" fmla="*/ 44 h 60"/>
              <a:gd name="T38" fmla="*/ 94 w 97"/>
              <a:gd name="T39" fmla="*/ 57 h 60"/>
              <a:gd name="T40" fmla="*/ 3 w 97"/>
              <a:gd name="T41" fmla="*/ 57 h 60"/>
              <a:gd name="T42" fmla="*/ 3 w 97"/>
              <a:gd name="T43" fmla="*/ 46 h 60"/>
              <a:gd name="T44" fmla="*/ 48 w 97"/>
              <a:gd name="T45" fmla="*/ 32 h 60"/>
              <a:gd name="T46" fmla="*/ 94 w 97"/>
              <a:gd name="T47" fmla="*/ 46 h 60"/>
              <a:gd name="T48" fmla="*/ 94 w 97"/>
              <a:gd name="T49" fmla="*/ 57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7" h="60">
                <a:moveTo>
                  <a:pt x="96" y="44"/>
                </a:moveTo>
                <a:cubicBezTo>
                  <a:pt x="95" y="43"/>
                  <a:pt x="76" y="30"/>
                  <a:pt x="49" y="30"/>
                </a:cubicBezTo>
                <a:cubicBezTo>
                  <a:pt x="49" y="20"/>
                  <a:pt x="49" y="20"/>
                  <a:pt x="49" y="20"/>
                </a:cubicBezTo>
                <a:cubicBezTo>
                  <a:pt x="54" y="20"/>
                  <a:pt x="58" y="15"/>
                  <a:pt x="58" y="10"/>
                </a:cubicBezTo>
                <a:cubicBezTo>
                  <a:pt x="58" y="5"/>
                  <a:pt x="54" y="0"/>
                  <a:pt x="49" y="0"/>
                </a:cubicBezTo>
                <a:cubicBezTo>
                  <a:pt x="43" y="0"/>
                  <a:pt x="39" y="5"/>
                  <a:pt x="39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6"/>
                  <a:pt x="45" y="3"/>
                  <a:pt x="49" y="3"/>
                </a:cubicBezTo>
                <a:cubicBezTo>
                  <a:pt x="53" y="3"/>
                  <a:pt x="56" y="6"/>
                  <a:pt x="56" y="10"/>
                </a:cubicBezTo>
                <a:cubicBezTo>
                  <a:pt x="56" y="14"/>
                  <a:pt x="53" y="17"/>
                  <a:pt x="49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30"/>
                  <a:pt x="46" y="30"/>
                  <a:pt x="46" y="30"/>
                </a:cubicBezTo>
                <a:cubicBezTo>
                  <a:pt x="30" y="30"/>
                  <a:pt x="15" y="35"/>
                  <a:pt x="1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60"/>
                  <a:pt x="0" y="60"/>
                  <a:pt x="0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44"/>
                  <a:pt x="97" y="44"/>
                  <a:pt x="97" y="44"/>
                </a:cubicBezTo>
                <a:lnTo>
                  <a:pt x="96" y="44"/>
                </a:lnTo>
                <a:close/>
                <a:moveTo>
                  <a:pt x="94" y="57"/>
                </a:moveTo>
                <a:cubicBezTo>
                  <a:pt x="3" y="57"/>
                  <a:pt x="3" y="57"/>
                  <a:pt x="3" y="57"/>
                </a:cubicBezTo>
                <a:cubicBezTo>
                  <a:pt x="3" y="46"/>
                  <a:pt x="3" y="46"/>
                  <a:pt x="3" y="46"/>
                </a:cubicBezTo>
                <a:cubicBezTo>
                  <a:pt x="17" y="37"/>
                  <a:pt x="33" y="32"/>
                  <a:pt x="48" y="32"/>
                </a:cubicBezTo>
                <a:cubicBezTo>
                  <a:pt x="73" y="32"/>
                  <a:pt x="91" y="43"/>
                  <a:pt x="94" y="46"/>
                </a:cubicBezTo>
                <a:lnTo>
                  <a:pt x="94" y="5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1" name="Freeform 220">
            <a:extLst>
              <a:ext uri="{FF2B5EF4-FFF2-40B4-BE49-F238E27FC236}">
                <a16:creationId xmlns:a16="http://schemas.microsoft.com/office/drawing/2014/main" id="{69748B8E-30FA-4F4D-9C3F-B30D5A0A714B}"/>
              </a:ext>
            </a:extLst>
          </p:cNvPr>
          <p:cNvSpPr>
            <a:spLocks/>
          </p:cNvSpPr>
          <p:nvPr/>
        </p:nvSpPr>
        <p:spPr bwMode="auto">
          <a:xfrm>
            <a:off x="11665903" y="2475464"/>
            <a:ext cx="210709" cy="348655"/>
          </a:xfrm>
          <a:custGeom>
            <a:avLst/>
            <a:gdLst>
              <a:gd name="T0" fmla="*/ 51 w 52"/>
              <a:gd name="T1" fmla="*/ 24 h 86"/>
              <a:gd name="T2" fmla="*/ 51 w 52"/>
              <a:gd name="T3" fmla="*/ 15 h 86"/>
              <a:gd name="T4" fmla="*/ 46 w 52"/>
              <a:gd name="T5" fmla="*/ 12 h 86"/>
              <a:gd name="T6" fmla="*/ 34 w 52"/>
              <a:gd name="T7" fmla="*/ 7 h 86"/>
              <a:gd name="T8" fmla="*/ 34 w 52"/>
              <a:gd name="T9" fmla="*/ 0 h 86"/>
              <a:gd name="T10" fmla="*/ 17 w 52"/>
              <a:gd name="T11" fmla="*/ 0 h 86"/>
              <a:gd name="T12" fmla="*/ 17 w 52"/>
              <a:gd name="T13" fmla="*/ 7 h 86"/>
              <a:gd name="T14" fmla="*/ 15 w 52"/>
              <a:gd name="T15" fmla="*/ 7 h 86"/>
              <a:gd name="T16" fmla="*/ 5 w 52"/>
              <a:gd name="T17" fmla="*/ 11 h 86"/>
              <a:gd name="T18" fmla="*/ 1 w 52"/>
              <a:gd name="T19" fmla="*/ 15 h 86"/>
              <a:gd name="T20" fmla="*/ 1 w 52"/>
              <a:gd name="T21" fmla="*/ 24 h 86"/>
              <a:gd name="T22" fmla="*/ 9 w 52"/>
              <a:gd name="T23" fmla="*/ 38 h 86"/>
              <a:gd name="T24" fmla="*/ 9 w 52"/>
              <a:gd name="T25" fmla="*/ 86 h 86"/>
              <a:gd name="T26" fmla="*/ 46 w 52"/>
              <a:gd name="T27" fmla="*/ 86 h 86"/>
              <a:gd name="T28" fmla="*/ 42 w 52"/>
              <a:gd name="T29" fmla="*/ 38 h 86"/>
              <a:gd name="T30" fmla="*/ 51 w 52"/>
              <a:gd name="T31" fmla="*/ 2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2" h="86">
                <a:moveTo>
                  <a:pt x="51" y="24"/>
                </a:moveTo>
                <a:cubicBezTo>
                  <a:pt x="51" y="22"/>
                  <a:pt x="51" y="18"/>
                  <a:pt x="51" y="15"/>
                </a:cubicBezTo>
                <a:cubicBezTo>
                  <a:pt x="51" y="15"/>
                  <a:pt x="49" y="13"/>
                  <a:pt x="46" y="12"/>
                </a:cubicBezTo>
                <a:cubicBezTo>
                  <a:pt x="40" y="9"/>
                  <a:pt x="34" y="7"/>
                  <a:pt x="34" y="7"/>
                </a:cubicBezTo>
                <a:cubicBezTo>
                  <a:pt x="34" y="0"/>
                  <a:pt x="34" y="0"/>
                  <a:pt x="3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7"/>
                  <a:pt x="17" y="7"/>
                  <a:pt x="17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9" y="5"/>
                  <a:pt x="5" y="11"/>
                </a:cubicBezTo>
                <a:cubicBezTo>
                  <a:pt x="1" y="13"/>
                  <a:pt x="1" y="15"/>
                  <a:pt x="1" y="15"/>
                </a:cubicBezTo>
                <a:cubicBezTo>
                  <a:pt x="1" y="18"/>
                  <a:pt x="1" y="22"/>
                  <a:pt x="1" y="24"/>
                </a:cubicBezTo>
                <a:cubicBezTo>
                  <a:pt x="1" y="29"/>
                  <a:pt x="6" y="36"/>
                  <a:pt x="9" y="38"/>
                </a:cubicBezTo>
                <a:cubicBezTo>
                  <a:pt x="0" y="69"/>
                  <a:pt x="9" y="86"/>
                  <a:pt x="9" y="86"/>
                </a:cubicBezTo>
                <a:cubicBezTo>
                  <a:pt x="46" y="86"/>
                  <a:pt x="46" y="86"/>
                  <a:pt x="46" y="86"/>
                </a:cubicBezTo>
                <a:cubicBezTo>
                  <a:pt x="46" y="86"/>
                  <a:pt x="52" y="68"/>
                  <a:pt x="42" y="38"/>
                </a:cubicBezTo>
                <a:cubicBezTo>
                  <a:pt x="46" y="37"/>
                  <a:pt x="51" y="29"/>
                  <a:pt x="51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2" name="Rectangle 221">
            <a:extLst>
              <a:ext uri="{FF2B5EF4-FFF2-40B4-BE49-F238E27FC236}">
                <a16:creationId xmlns:a16="http://schemas.microsoft.com/office/drawing/2014/main" id="{CE562C24-D58B-440E-9D5D-CEA421A7C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58373" y="2402701"/>
            <a:ext cx="24254" cy="121271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3" name="Freeform 222">
            <a:extLst>
              <a:ext uri="{FF2B5EF4-FFF2-40B4-BE49-F238E27FC236}">
                <a16:creationId xmlns:a16="http://schemas.microsoft.com/office/drawing/2014/main" id="{E4E7C232-122A-4170-81F4-BE1278FB4C39}"/>
              </a:ext>
            </a:extLst>
          </p:cNvPr>
          <p:cNvSpPr>
            <a:spLocks/>
          </p:cNvSpPr>
          <p:nvPr/>
        </p:nvSpPr>
        <p:spPr bwMode="auto">
          <a:xfrm>
            <a:off x="11682578" y="2763483"/>
            <a:ext cx="184939" cy="145526"/>
          </a:xfrm>
          <a:custGeom>
            <a:avLst/>
            <a:gdLst>
              <a:gd name="T0" fmla="*/ 93 w 122"/>
              <a:gd name="T1" fmla="*/ 80 h 96"/>
              <a:gd name="T2" fmla="*/ 93 w 122"/>
              <a:gd name="T3" fmla="*/ 61 h 96"/>
              <a:gd name="T4" fmla="*/ 66 w 122"/>
              <a:gd name="T5" fmla="*/ 61 h 96"/>
              <a:gd name="T6" fmla="*/ 66 w 122"/>
              <a:gd name="T7" fmla="*/ 0 h 96"/>
              <a:gd name="T8" fmla="*/ 50 w 122"/>
              <a:gd name="T9" fmla="*/ 0 h 96"/>
              <a:gd name="T10" fmla="*/ 50 w 122"/>
              <a:gd name="T11" fmla="*/ 61 h 96"/>
              <a:gd name="T12" fmla="*/ 24 w 122"/>
              <a:gd name="T13" fmla="*/ 61 h 96"/>
              <a:gd name="T14" fmla="*/ 24 w 122"/>
              <a:gd name="T15" fmla="*/ 80 h 96"/>
              <a:gd name="T16" fmla="*/ 0 w 122"/>
              <a:gd name="T17" fmla="*/ 80 h 96"/>
              <a:gd name="T18" fmla="*/ 0 w 122"/>
              <a:gd name="T19" fmla="*/ 96 h 96"/>
              <a:gd name="T20" fmla="*/ 37 w 122"/>
              <a:gd name="T21" fmla="*/ 96 h 96"/>
              <a:gd name="T22" fmla="*/ 37 w 122"/>
              <a:gd name="T23" fmla="*/ 80 h 96"/>
              <a:gd name="T24" fmla="*/ 50 w 122"/>
              <a:gd name="T25" fmla="*/ 80 h 96"/>
              <a:gd name="T26" fmla="*/ 66 w 122"/>
              <a:gd name="T27" fmla="*/ 80 h 96"/>
              <a:gd name="T28" fmla="*/ 82 w 122"/>
              <a:gd name="T29" fmla="*/ 80 h 96"/>
              <a:gd name="T30" fmla="*/ 82 w 122"/>
              <a:gd name="T31" fmla="*/ 96 h 96"/>
              <a:gd name="T32" fmla="*/ 122 w 122"/>
              <a:gd name="T33" fmla="*/ 96 h 96"/>
              <a:gd name="T34" fmla="*/ 122 w 122"/>
              <a:gd name="T35" fmla="*/ 80 h 96"/>
              <a:gd name="T36" fmla="*/ 93 w 122"/>
              <a:gd name="T37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2" h="96">
                <a:moveTo>
                  <a:pt x="93" y="80"/>
                </a:moveTo>
                <a:lnTo>
                  <a:pt x="93" y="61"/>
                </a:lnTo>
                <a:lnTo>
                  <a:pt x="66" y="61"/>
                </a:lnTo>
                <a:lnTo>
                  <a:pt x="66" y="0"/>
                </a:lnTo>
                <a:lnTo>
                  <a:pt x="50" y="0"/>
                </a:lnTo>
                <a:lnTo>
                  <a:pt x="50" y="61"/>
                </a:lnTo>
                <a:lnTo>
                  <a:pt x="24" y="61"/>
                </a:lnTo>
                <a:lnTo>
                  <a:pt x="24" y="80"/>
                </a:lnTo>
                <a:lnTo>
                  <a:pt x="0" y="80"/>
                </a:lnTo>
                <a:lnTo>
                  <a:pt x="0" y="96"/>
                </a:lnTo>
                <a:lnTo>
                  <a:pt x="37" y="96"/>
                </a:lnTo>
                <a:lnTo>
                  <a:pt x="37" y="80"/>
                </a:lnTo>
                <a:lnTo>
                  <a:pt x="50" y="80"/>
                </a:lnTo>
                <a:lnTo>
                  <a:pt x="66" y="80"/>
                </a:lnTo>
                <a:lnTo>
                  <a:pt x="82" y="80"/>
                </a:lnTo>
                <a:lnTo>
                  <a:pt x="82" y="96"/>
                </a:lnTo>
                <a:lnTo>
                  <a:pt x="122" y="96"/>
                </a:lnTo>
                <a:lnTo>
                  <a:pt x="122" y="80"/>
                </a:lnTo>
                <a:lnTo>
                  <a:pt x="93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4" name="Freeform 272">
            <a:extLst>
              <a:ext uri="{FF2B5EF4-FFF2-40B4-BE49-F238E27FC236}">
                <a16:creationId xmlns:a16="http://schemas.microsoft.com/office/drawing/2014/main" id="{B1B2CB4E-5C6B-4CD8-AB28-C638948DC2D3}"/>
              </a:ext>
            </a:extLst>
          </p:cNvPr>
          <p:cNvSpPr>
            <a:spLocks/>
          </p:cNvSpPr>
          <p:nvPr/>
        </p:nvSpPr>
        <p:spPr bwMode="auto">
          <a:xfrm>
            <a:off x="11164143" y="3331942"/>
            <a:ext cx="250122" cy="194034"/>
          </a:xfrm>
          <a:custGeom>
            <a:avLst/>
            <a:gdLst>
              <a:gd name="T0" fmla="*/ 0 w 62"/>
              <a:gd name="T1" fmla="*/ 44 h 48"/>
              <a:gd name="T2" fmla="*/ 52 w 62"/>
              <a:gd name="T3" fmla="*/ 48 h 48"/>
              <a:gd name="T4" fmla="*/ 52 w 62"/>
              <a:gd name="T5" fmla="*/ 27 h 48"/>
              <a:gd name="T6" fmla="*/ 48 w 62"/>
              <a:gd name="T7" fmla="*/ 6 h 48"/>
              <a:gd name="T8" fmla="*/ 0 w 62"/>
              <a:gd name="T9" fmla="*/ 13 h 48"/>
              <a:gd name="T10" fmla="*/ 0 w 62"/>
              <a:gd name="T11" fmla="*/ 4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48">
                <a:moveTo>
                  <a:pt x="0" y="44"/>
                </a:moveTo>
                <a:cubicBezTo>
                  <a:pt x="25" y="35"/>
                  <a:pt x="52" y="48"/>
                  <a:pt x="52" y="48"/>
                </a:cubicBezTo>
                <a:cubicBezTo>
                  <a:pt x="52" y="48"/>
                  <a:pt x="62" y="40"/>
                  <a:pt x="52" y="27"/>
                </a:cubicBezTo>
                <a:cubicBezTo>
                  <a:pt x="60" y="7"/>
                  <a:pt x="48" y="6"/>
                  <a:pt x="48" y="6"/>
                </a:cubicBezTo>
                <a:cubicBezTo>
                  <a:pt x="25" y="0"/>
                  <a:pt x="0" y="13"/>
                  <a:pt x="0" y="13"/>
                </a:cubicBezTo>
                <a:cubicBezTo>
                  <a:pt x="0" y="44"/>
                  <a:pt x="0" y="44"/>
                  <a:pt x="0" y="4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5" name="Freeform 273">
            <a:extLst>
              <a:ext uri="{FF2B5EF4-FFF2-40B4-BE49-F238E27FC236}">
                <a16:creationId xmlns:a16="http://schemas.microsoft.com/office/drawing/2014/main" id="{0A43F82A-6490-4941-963B-BA3782992666}"/>
              </a:ext>
            </a:extLst>
          </p:cNvPr>
          <p:cNvSpPr>
            <a:spLocks/>
          </p:cNvSpPr>
          <p:nvPr/>
        </p:nvSpPr>
        <p:spPr bwMode="auto">
          <a:xfrm>
            <a:off x="10810940" y="3331942"/>
            <a:ext cx="251638" cy="194034"/>
          </a:xfrm>
          <a:custGeom>
            <a:avLst/>
            <a:gdLst>
              <a:gd name="T0" fmla="*/ 62 w 62"/>
              <a:gd name="T1" fmla="*/ 44 h 48"/>
              <a:gd name="T2" fmla="*/ 10 w 62"/>
              <a:gd name="T3" fmla="*/ 48 h 48"/>
              <a:gd name="T4" fmla="*/ 10 w 62"/>
              <a:gd name="T5" fmla="*/ 27 h 48"/>
              <a:gd name="T6" fmla="*/ 14 w 62"/>
              <a:gd name="T7" fmla="*/ 6 h 48"/>
              <a:gd name="T8" fmla="*/ 62 w 62"/>
              <a:gd name="T9" fmla="*/ 13 h 48"/>
              <a:gd name="T10" fmla="*/ 62 w 62"/>
              <a:gd name="T11" fmla="*/ 4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48">
                <a:moveTo>
                  <a:pt x="62" y="44"/>
                </a:moveTo>
                <a:cubicBezTo>
                  <a:pt x="37" y="35"/>
                  <a:pt x="10" y="48"/>
                  <a:pt x="10" y="48"/>
                </a:cubicBezTo>
                <a:cubicBezTo>
                  <a:pt x="10" y="48"/>
                  <a:pt x="0" y="40"/>
                  <a:pt x="10" y="27"/>
                </a:cubicBezTo>
                <a:cubicBezTo>
                  <a:pt x="2" y="7"/>
                  <a:pt x="14" y="6"/>
                  <a:pt x="14" y="6"/>
                </a:cubicBezTo>
                <a:cubicBezTo>
                  <a:pt x="37" y="0"/>
                  <a:pt x="62" y="13"/>
                  <a:pt x="62" y="13"/>
                </a:cubicBezTo>
                <a:cubicBezTo>
                  <a:pt x="62" y="44"/>
                  <a:pt x="62" y="44"/>
                  <a:pt x="62" y="4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6" name="Rectangle 274">
            <a:extLst>
              <a:ext uri="{FF2B5EF4-FFF2-40B4-BE49-F238E27FC236}">
                <a16:creationId xmlns:a16="http://schemas.microsoft.com/office/drawing/2014/main" id="{8EBAD74A-BC7E-42CC-9D05-2B0F0A21C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6832" y="3388030"/>
            <a:ext cx="53056" cy="121271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7" name="Freeform 275">
            <a:extLst>
              <a:ext uri="{FF2B5EF4-FFF2-40B4-BE49-F238E27FC236}">
                <a16:creationId xmlns:a16="http://schemas.microsoft.com/office/drawing/2014/main" id="{D435E190-CF90-4F76-91E2-DF53CF38FDDC}"/>
              </a:ext>
            </a:extLst>
          </p:cNvPr>
          <p:cNvSpPr>
            <a:spLocks/>
          </p:cNvSpPr>
          <p:nvPr/>
        </p:nvSpPr>
        <p:spPr bwMode="auto">
          <a:xfrm>
            <a:off x="10876123" y="3501722"/>
            <a:ext cx="239511" cy="28802"/>
          </a:xfrm>
          <a:custGeom>
            <a:avLst/>
            <a:gdLst>
              <a:gd name="T0" fmla="*/ 27 w 59"/>
              <a:gd name="T1" fmla="*/ 0 h 7"/>
              <a:gd name="T2" fmla="*/ 0 w 59"/>
              <a:gd name="T3" fmla="*/ 7 h 7"/>
              <a:gd name="T4" fmla="*/ 3 w 59"/>
              <a:gd name="T5" fmla="*/ 7 h 7"/>
              <a:gd name="T6" fmla="*/ 40 w 59"/>
              <a:gd name="T7" fmla="*/ 2 h 7"/>
              <a:gd name="T8" fmla="*/ 27 w 59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7">
                <a:moveTo>
                  <a:pt x="27" y="0"/>
                </a:moveTo>
                <a:cubicBezTo>
                  <a:pt x="11" y="0"/>
                  <a:pt x="0" y="7"/>
                  <a:pt x="0" y="7"/>
                </a:cubicBezTo>
                <a:cubicBezTo>
                  <a:pt x="0" y="7"/>
                  <a:pt x="1" y="7"/>
                  <a:pt x="3" y="7"/>
                </a:cubicBezTo>
                <a:cubicBezTo>
                  <a:pt x="17" y="7"/>
                  <a:pt x="59" y="7"/>
                  <a:pt x="40" y="2"/>
                </a:cubicBezTo>
                <a:cubicBezTo>
                  <a:pt x="35" y="1"/>
                  <a:pt x="31" y="0"/>
                  <a:pt x="27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8" name="Freeform 276">
            <a:extLst>
              <a:ext uri="{FF2B5EF4-FFF2-40B4-BE49-F238E27FC236}">
                <a16:creationId xmlns:a16="http://schemas.microsoft.com/office/drawing/2014/main" id="{E9400F60-C96A-43E8-AEBB-4010A7977C2C}"/>
              </a:ext>
            </a:extLst>
          </p:cNvPr>
          <p:cNvSpPr>
            <a:spLocks/>
          </p:cNvSpPr>
          <p:nvPr/>
        </p:nvSpPr>
        <p:spPr bwMode="auto">
          <a:xfrm>
            <a:off x="11115634" y="3501722"/>
            <a:ext cx="242543" cy="28802"/>
          </a:xfrm>
          <a:custGeom>
            <a:avLst/>
            <a:gdLst>
              <a:gd name="T0" fmla="*/ 33 w 60"/>
              <a:gd name="T1" fmla="*/ 0 h 7"/>
              <a:gd name="T2" fmla="*/ 20 w 60"/>
              <a:gd name="T3" fmla="*/ 2 h 7"/>
              <a:gd name="T4" fmla="*/ 56 w 60"/>
              <a:gd name="T5" fmla="*/ 7 h 7"/>
              <a:gd name="T6" fmla="*/ 60 w 60"/>
              <a:gd name="T7" fmla="*/ 7 h 7"/>
              <a:gd name="T8" fmla="*/ 33 w 60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">
                <a:moveTo>
                  <a:pt x="33" y="0"/>
                </a:moveTo>
                <a:cubicBezTo>
                  <a:pt x="29" y="0"/>
                  <a:pt x="24" y="1"/>
                  <a:pt x="20" y="2"/>
                </a:cubicBezTo>
                <a:cubicBezTo>
                  <a:pt x="0" y="7"/>
                  <a:pt x="43" y="7"/>
                  <a:pt x="56" y="7"/>
                </a:cubicBezTo>
                <a:cubicBezTo>
                  <a:pt x="58" y="7"/>
                  <a:pt x="60" y="7"/>
                  <a:pt x="60" y="7"/>
                </a:cubicBezTo>
                <a:cubicBezTo>
                  <a:pt x="60" y="7"/>
                  <a:pt x="49" y="0"/>
                  <a:pt x="33" y="0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59" name="Freeform 277">
            <a:extLst>
              <a:ext uri="{FF2B5EF4-FFF2-40B4-BE49-F238E27FC236}">
                <a16:creationId xmlns:a16="http://schemas.microsoft.com/office/drawing/2014/main" id="{1BCF0A4D-B224-42DB-9562-A57718D779CF}"/>
              </a:ext>
            </a:extLst>
          </p:cNvPr>
          <p:cNvSpPr>
            <a:spLocks/>
          </p:cNvSpPr>
          <p:nvPr/>
        </p:nvSpPr>
        <p:spPr bwMode="auto">
          <a:xfrm>
            <a:off x="10897346" y="3509302"/>
            <a:ext cx="201614" cy="234963"/>
          </a:xfrm>
          <a:custGeom>
            <a:avLst/>
            <a:gdLst>
              <a:gd name="T0" fmla="*/ 0 w 50"/>
              <a:gd name="T1" fmla="*/ 23 h 58"/>
              <a:gd name="T2" fmla="*/ 18 w 50"/>
              <a:gd name="T3" fmla="*/ 36 h 58"/>
              <a:gd name="T4" fmla="*/ 37 w 50"/>
              <a:gd name="T5" fmla="*/ 58 h 58"/>
              <a:gd name="T6" fmla="*/ 45 w 50"/>
              <a:gd name="T7" fmla="*/ 0 h 58"/>
              <a:gd name="T8" fmla="*/ 0 w 50"/>
              <a:gd name="T9" fmla="*/ 2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58">
                <a:moveTo>
                  <a:pt x="0" y="23"/>
                </a:moveTo>
                <a:cubicBezTo>
                  <a:pt x="0" y="23"/>
                  <a:pt x="0" y="33"/>
                  <a:pt x="18" y="36"/>
                </a:cubicBezTo>
                <a:cubicBezTo>
                  <a:pt x="36" y="40"/>
                  <a:pt x="35" y="44"/>
                  <a:pt x="37" y="58"/>
                </a:cubicBezTo>
                <a:cubicBezTo>
                  <a:pt x="37" y="58"/>
                  <a:pt x="50" y="32"/>
                  <a:pt x="45" y="0"/>
                </a:cubicBezTo>
                <a:cubicBezTo>
                  <a:pt x="45" y="0"/>
                  <a:pt x="20" y="25"/>
                  <a:pt x="0" y="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0" name="Freeform 278">
            <a:extLst>
              <a:ext uri="{FF2B5EF4-FFF2-40B4-BE49-F238E27FC236}">
                <a16:creationId xmlns:a16="http://schemas.microsoft.com/office/drawing/2014/main" id="{29BFA584-0C37-4D02-8F29-8F88C9A8C7BF}"/>
              </a:ext>
            </a:extLst>
          </p:cNvPr>
          <p:cNvSpPr>
            <a:spLocks/>
          </p:cNvSpPr>
          <p:nvPr/>
        </p:nvSpPr>
        <p:spPr bwMode="auto">
          <a:xfrm>
            <a:off x="11123214" y="3509302"/>
            <a:ext cx="203130" cy="234963"/>
          </a:xfrm>
          <a:custGeom>
            <a:avLst/>
            <a:gdLst>
              <a:gd name="T0" fmla="*/ 5 w 50"/>
              <a:gd name="T1" fmla="*/ 0 h 58"/>
              <a:gd name="T2" fmla="*/ 14 w 50"/>
              <a:gd name="T3" fmla="*/ 58 h 58"/>
              <a:gd name="T4" fmla="*/ 32 w 50"/>
              <a:gd name="T5" fmla="*/ 36 h 58"/>
              <a:gd name="T6" fmla="*/ 50 w 50"/>
              <a:gd name="T7" fmla="*/ 23 h 58"/>
              <a:gd name="T8" fmla="*/ 5 w 50"/>
              <a:gd name="T9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58">
                <a:moveTo>
                  <a:pt x="5" y="0"/>
                </a:moveTo>
                <a:cubicBezTo>
                  <a:pt x="0" y="32"/>
                  <a:pt x="14" y="58"/>
                  <a:pt x="14" y="58"/>
                </a:cubicBezTo>
                <a:cubicBezTo>
                  <a:pt x="15" y="44"/>
                  <a:pt x="15" y="40"/>
                  <a:pt x="32" y="36"/>
                </a:cubicBezTo>
                <a:cubicBezTo>
                  <a:pt x="50" y="33"/>
                  <a:pt x="50" y="23"/>
                  <a:pt x="50" y="23"/>
                </a:cubicBezTo>
                <a:cubicBezTo>
                  <a:pt x="31" y="25"/>
                  <a:pt x="5" y="0"/>
                  <a:pt x="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1" name="Freeform 279">
            <a:extLst>
              <a:ext uri="{FF2B5EF4-FFF2-40B4-BE49-F238E27FC236}">
                <a16:creationId xmlns:a16="http://schemas.microsoft.com/office/drawing/2014/main" id="{07BDCDF7-664A-4557-8529-CAE981C4C3E3}"/>
              </a:ext>
            </a:extLst>
          </p:cNvPr>
          <p:cNvSpPr>
            <a:spLocks noEditPoints="1"/>
          </p:cNvSpPr>
          <p:nvPr/>
        </p:nvSpPr>
        <p:spPr bwMode="auto">
          <a:xfrm>
            <a:off x="11637101" y="3274339"/>
            <a:ext cx="365330" cy="445672"/>
          </a:xfrm>
          <a:custGeom>
            <a:avLst/>
            <a:gdLst>
              <a:gd name="T0" fmla="*/ 85 w 90"/>
              <a:gd name="T1" fmla="*/ 84 h 110"/>
              <a:gd name="T2" fmla="*/ 72 w 90"/>
              <a:gd name="T3" fmla="*/ 74 h 110"/>
              <a:gd name="T4" fmla="*/ 61 w 90"/>
              <a:gd name="T5" fmla="*/ 75 h 110"/>
              <a:gd name="T6" fmla="*/ 51 w 90"/>
              <a:gd name="T7" fmla="*/ 57 h 110"/>
              <a:gd name="T8" fmla="*/ 74 w 90"/>
              <a:gd name="T9" fmla="*/ 13 h 110"/>
              <a:gd name="T10" fmla="*/ 71 w 90"/>
              <a:gd name="T11" fmla="*/ 0 h 110"/>
              <a:gd name="T12" fmla="*/ 45 w 90"/>
              <a:gd name="T13" fmla="*/ 46 h 110"/>
              <a:gd name="T14" fmla="*/ 18 w 90"/>
              <a:gd name="T15" fmla="*/ 0 h 110"/>
              <a:gd name="T16" fmla="*/ 16 w 90"/>
              <a:gd name="T17" fmla="*/ 13 h 110"/>
              <a:gd name="T18" fmla="*/ 39 w 90"/>
              <a:gd name="T19" fmla="*/ 57 h 110"/>
              <a:gd name="T20" fmla="*/ 29 w 90"/>
              <a:gd name="T21" fmla="*/ 75 h 110"/>
              <a:gd name="T22" fmla="*/ 18 w 90"/>
              <a:gd name="T23" fmla="*/ 74 h 110"/>
              <a:gd name="T24" fmla="*/ 5 w 90"/>
              <a:gd name="T25" fmla="*/ 84 h 110"/>
              <a:gd name="T26" fmla="*/ 10 w 90"/>
              <a:gd name="T27" fmla="*/ 108 h 110"/>
              <a:gd name="T28" fmla="*/ 21 w 90"/>
              <a:gd name="T29" fmla="*/ 109 h 110"/>
              <a:gd name="T30" fmla="*/ 33 w 90"/>
              <a:gd name="T31" fmla="*/ 100 h 110"/>
              <a:gd name="T32" fmla="*/ 36 w 90"/>
              <a:gd name="T33" fmla="*/ 93 h 110"/>
              <a:gd name="T34" fmla="*/ 36 w 90"/>
              <a:gd name="T35" fmla="*/ 93 h 110"/>
              <a:gd name="T36" fmla="*/ 36 w 90"/>
              <a:gd name="T37" fmla="*/ 92 h 110"/>
              <a:gd name="T38" fmla="*/ 45 w 90"/>
              <a:gd name="T39" fmla="*/ 67 h 110"/>
              <a:gd name="T40" fmla="*/ 54 w 90"/>
              <a:gd name="T41" fmla="*/ 92 h 110"/>
              <a:gd name="T42" fmla="*/ 54 w 90"/>
              <a:gd name="T43" fmla="*/ 93 h 110"/>
              <a:gd name="T44" fmla="*/ 54 w 90"/>
              <a:gd name="T45" fmla="*/ 93 h 110"/>
              <a:gd name="T46" fmla="*/ 57 w 90"/>
              <a:gd name="T47" fmla="*/ 100 h 110"/>
              <a:gd name="T48" fmla="*/ 69 w 90"/>
              <a:gd name="T49" fmla="*/ 109 h 110"/>
              <a:gd name="T50" fmla="*/ 80 w 90"/>
              <a:gd name="T51" fmla="*/ 108 h 110"/>
              <a:gd name="T52" fmla="*/ 85 w 90"/>
              <a:gd name="T53" fmla="*/ 84 h 110"/>
              <a:gd name="T54" fmla="*/ 26 w 90"/>
              <a:gd name="T55" fmla="*/ 95 h 110"/>
              <a:gd name="T56" fmla="*/ 19 w 90"/>
              <a:gd name="T57" fmla="*/ 101 h 110"/>
              <a:gd name="T58" fmla="*/ 14 w 90"/>
              <a:gd name="T59" fmla="*/ 101 h 110"/>
              <a:gd name="T60" fmla="*/ 13 w 90"/>
              <a:gd name="T61" fmla="*/ 88 h 110"/>
              <a:gd name="T62" fmla="*/ 20 w 90"/>
              <a:gd name="T63" fmla="*/ 82 h 110"/>
              <a:gd name="T64" fmla="*/ 24 w 90"/>
              <a:gd name="T65" fmla="*/ 83 h 110"/>
              <a:gd name="T66" fmla="*/ 26 w 90"/>
              <a:gd name="T67" fmla="*/ 95 h 110"/>
              <a:gd name="T68" fmla="*/ 45 w 90"/>
              <a:gd name="T69" fmla="*/ 58 h 110"/>
              <a:gd name="T70" fmla="*/ 42 w 90"/>
              <a:gd name="T71" fmla="*/ 55 h 110"/>
              <a:gd name="T72" fmla="*/ 45 w 90"/>
              <a:gd name="T73" fmla="*/ 52 h 110"/>
              <a:gd name="T74" fmla="*/ 48 w 90"/>
              <a:gd name="T75" fmla="*/ 55 h 110"/>
              <a:gd name="T76" fmla="*/ 45 w 90"/>
              <a:gd name="T77" fmla="*/ 58 h 110"/>
              <a:gd name="T78" fmla="*/ 76 w 90"/>
              <a:gd name="T79" fmla="*/ 101 h 110"/>
              <a:gd name="T80" fmla="*/ 71 w 90"/>
              <a:gd name="T81" fmla="*/ 101 h 110"/>
              <a:gd name="T82" fmla="*/ 64 w 90"/>
              <a:gd name="T83" fmla="*/ 95 h 110"/>
              <a:gd name="T84" fmla="*/ 65 w 90"/>
              <a:gd name="T85" fmla="*/ 83 h 110"/>
              <a:gd name="T86" fmla="*/ 70 w 90"/>
              <a:gd name="T87" fmla="*/ 82 h 110"/>
              <a:gd name="T88" fmla="*/ 77 w 90"/>
              <a:gd name="T89" fmla="*/ 88 h 110"/>
              <a:gd name="T90" fmla="*/ 76 w 90"/>
              <a:gd name="T91" fmla="*/ 10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0" h="110">
                <a:moveTo>
                  <a:pt x="85" y="84"/>
                </a:moveTo>
                <a:cubicBezTo>
                  <a:pt x="82" y="79"/>
                  <a:pt x="77" y="75"/>
                  <a:pt x="72" y="74"/>
                </a:cubicBezTo>
                <a:cubicBezTo>
                  <a:pt x="69" y="73"/>
                  <a:pt x="65" y="73"/>
                  <a:pt x="61" y="75"/>
                </a:cubicBezTo>
                <a:cubicBezTo>
                  <a:pt x="51" y="57"/>
                  <a:pt x="51" y="57"/>
                  <a:pt x="51" y="57"/>
                </a:cubicBezTo>
                <a:cubicBezTo>
                  <a:pt x="57" y="45"/>
                  <a:pt x="71" y="17"/>
                  <a:pt x="74" y="13"/>
                </a:cubicBezTo>
                <a:cubicBezTo>
                  <a:pt x="77" y="7"/>
                  <a:pt x="71" y="0"/>
                  <a:pt x="71" y="0"/>
                </a:cubicBezTo>
                <a:cubicBezTo>
                  <a:pt x="45" y="46"/>
                  <a:pt x="45" y="46"/>
                  <a:pt x="45" y="46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3" y="7"/>
                  <a:pt x="16" y="13"/>
                </a:cubicBezTo>
                <a:cubicBezTo>
                  <a:pt x="18" y="17"/>
                  <a:pt x="32" y="45"/>
                  <a:pt x="39" y="57"/>
                </a:cubicBezTo>
                <a:cubicBezTo>
                  <a:pt x="29" y="75"/>
                  <a:pt x="29" y="75"/>
                  <a:pt x="29" y="75"/>
                </a:cubicBezTo>
                <a:cubicBezTo>
                  <a:pt x="25" y="73"/>
                  <a:pt x="21" y="73"/>
                  <a:pt x="18" y="74"/>
                </a:cubicBezTo>
                <a:cubicBezTo>
                  <a:pt x="13" y="75"/>
                  <a:pt x="8" y="79"/>
                  <a:pt x="5" y="84"/>
                </a:cubicBezTo>
                <a:cubicBezTo>
                  <a:pt x="0" y="93"/>
                  <a:pt x="2" y="104"/>
                  <a:pt x="10" y="108"/>
                </a:cubicBezTo>
                <a:cubicBezTo>
                  <a:pt x="13" y="110"/>
                  <a:pt x="17" y="110"/>
                  <a:pt x="21" y="109"/>
                </a:cubicBezTo>
                <a:cubicBezTo>
                  <a:pt x="26" y="108"/>
                  <a:pt x="30" y="105"/>
                  <a:pt x="33" y="100"/>
                </a:cubicBezTo>
                <a:cubicBezTo>
                  <a:pt x="34" y="97"/>
                  <a:pt x="35" y="95"/>
                  <a:pt x="36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78"/>
                  <a:pt x="42" y="70"/>
                  <a:pt x="45" y="67"/>
                </a:cubicBezTo>
                <a:cubicBezTo>
                  <a:pt x="48" y="70"/>
                  <a:pt x="52" y="78"/>
                  <a:pt x="54" y="92"/>
                </a:cubicBezTo>
                <a:cubicBezTo>
                  <a:pt x="54" y="93"/>
                  <a:pt x="54" y="93"/>
                  <a:pt x="54" y="93"/>
                </a:cubicBezTo>
                <a:cubicBezTo>
                  <a:pt x="54" y="93"/>
                  <a:pt x="54" y="93"/>
                  <a:pt x="54" y="93"/>
                </a:cubicBezTo>
                <a:cubicBezTo>
                  <a:pt x="55" y="95"/>
                  <a:pt x="55" y="97"/>
                  <a:pt x="57" y="100"/>
                </a:cubicBezTo>
                <a:cubicBezTo>
                  <a:pt x="60" y="105"/>
                  <a:pt x="64" y="108"/>
                  <a:pt x="69" y="109"/>
                </a:cubicBezTo>
                <a:cubicBezTo>
                  <a:pt x="73" y="110"/>
                  <a:pt x="77" y="110"/>
                  <a:pt x="80" y="108"/>
                </a:cubicBezTo>
                <a:cubicBezTo>
                  <a:pt x="88" y="104"/>
                  <a:pt x="90" y="93"/>
                  <a:pt x="85" y="84"/>
                </a:cubicBezTo>
                <a:close/>
                <a:moveTo>
                  <a:pt x="26" y="95"/>
                </a:moveTo>
                <a:cubicBezTo>
                  <a:pt x="24" y="98"/>
                  <a:pt x="21" y="100"/>
                  <a:pt x="19" y="101"/>
                </a:cubicBezTo>
                <a:cubicBezTo>
                  <a:pt x="17" y="101"/>
                  <a:pt x="16" y="102"/>
                  <a:pt x="14" y="101"/>
                </a:cubicBezTo>
                <a:cubicBezTo>
                  <a:pt x="11" y="99"/>
                  <a:pt x="10" y="93"/>
                  <a:pt x="13" y="88"/>
                </a:cubicBezTo>
                <a:cubicBezTo>
                  <a:pt x="14" y="85"/>
                  <a:pt x="17" y="83"/>
                  <a:pt x="20" y="82"/>
                </a:cubicBezTo>
                <a:cubicBezTo>
                  <a:pt x="21" y="82"/>
                  <a:pt x="23" y="82"/>
                  <a:pt x="24" y="83"/>
                </a:cubicBezTo>
                <a:cubicBezTo>
                  <a:pt x="28" y="85"/>
                  <a:pt x="28" y="90"/>
                  <a:pt x="26" y="95"/>
                </a:cubicBezTo>
                <a:close/>
                <a:moveTo>
                  <a:pt x="45" y="58"/>
                </a:moveTo>
                <a:cubicBezTo>
                  <a:pt x="43" y="58"/>
                  <a:pt x="42" y="57"/>
                  <a:pt x="42" y="55"/>
                </a:cubicBezTo>
                <a:cubicBezTo>
                  <a:pt x="42" y="53"/>
                  <a:pt x="43" y="52"/>
                  <a:pt x="45" y="52"/>
                </a:cubicBezTo>
                <a:cubicBezTo>
                  <a:pt x="47" y="52"/>
                  <a:pt x="48" y="53"/>
                  <a:pt x="48" y="55"/>
                </a:cubicBezTo>
                <a:cubicBezTo>
                  <a:pt x="48" y="57"/>
                  <a:pt x="47" y="58"/>
                  <a:pt x="45" y="58"/>
                </a:cubicBezTo>
                <a:close/>
                <a:moveTo>
                  <a:pt x="76" y="101"/>
                </a:moveTo>
                <a:cubicBezTo>
                  <a:pt x="74" y="102"/>
                  <a:pt x="72" y="101"/>
                  <a:pt x="71" y="101"/>
                </a:cubicBezTo>
                <a:cubicBezTo>
                  <a:pt x="69" y="100"/>
                  <a:pt x="66" y="98"/>
                  <a:pt x="64" y="95"/>
                </a:cubicBezTo>
                <a:cubicBezTo>
                  <a:pt x="61" y="90"/>
                  <a:pt x="62" y="85"/>
                  <a:pt x="65" y="83"/>
                </a:cubicBezTo>
                <a:cubicBezTo>
                  <a:pt x="67" y="82"/>
                  <a:pt x="69" y="82"/>
                  <a:pt x="70" y="82"/>
                </a:cubicBezTo>
                <a:cubicBezTo>
                  <a:pt x="73" y="83"/>
                  <a:pt x="75" y="85"/>
                  <a:pt x="77" y="88"/>
                </a:cubicBezTo>
                <a:cubicBezTo>
                  <a:pt x="80" y="93"/>
                  <a:pt x="79" y="99"/>
                  <a:pt x="76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2" name="Freeform 352">
            <a:extLst>
              <a:ext uri="{FF2B5EF4-FFF2-40B4-BE49-F238E27FC236}">
                <a16:creationId xmlns:a16="http://schemas.microsoft.com/office/drawing/2014/main" id="{0CBF3B5F-7788-4AE8-A884-C6CA2E2CCD93}"/>
              </a:ext>
            </a:extLst>
          </p:cNvPr>
          <p:cNvSpPr>
            <a:spLocks noEditPoints="1"/>
          </p:cNvSpPr>
          <p:nvPr/>
        </p:nvSpPr>
        <p:spPr bwMode="auto">
          <a:xfrm>
            <a:off x="10933727" y="4044412"/>
            <a:ext cx="419902" cy="422934"/>
          </a:xfrm>
          <a:custGeom>
            <a:avLst/>
            <a:gdLst>
              <a:gd name="T0" fmla="*/ 97 w 104"/>
              <a:gd name="T1" fmla="*/ 96 h 104"/>
              <a:gd name="T2" fmla="*/ 103 w 104"/>
              <a:gd name="T3" fmla="*/ 85 h 104"/>
              <a:gd name="T4" fmla="*/ 97 w 104"/>
              <a:gd name="T5" fmla="*/ 65 h 104"/>
              <a:gd name="T6" fmla="*/ 40 w 104"/>
              <a:gd name="T7" fmla="*/ 8 h 104"/>
              <a:gd name="T8" fmla="*/ 9 w 104"/>
              <a:gd name="T9" fmla="*/ 8 h 104"/>
              <a:gd name="T10" fmla="*/ 9 w 104"/>
              <a:gd name="T11" fmla="*/ 39 h 104"/>
              <a:gd name="T12" fmla="*/ 65 w 104"/>
              <a:gd name="T13" fmla="*/ 96 h 104"/>
              <a:gd name="T14" fmla="*/ 85 w 104"/>
              <a:gd name="T15" fmla="*/ 102 h 104"/>
              <a:gd name="T16" fmla="*/ 97 w 104"/>
              <a:gd name="T17" fmla="*/ 96 h 104"/>
              <a:gd name="T18" fmla="*/ 35 w 104"/>
              <a:gd name="T19" fmla="*/ 35 h 104"/>
              <a:gd name="T20" fmla="*/ 13 w 104"/>
              <a:gd name="T21" fmla="*/ 35 h 104"/>
              <a:gd name="T22" fmla="*/ 13 w 104"/>
              <a:gd name="T23" fmla="*/ 12 h 104"/>
              <a:gd name="T24" fmla="*/ 35 w 104"/>
              <a:gd name="T25" fmla="*/ 12 h 104"/>
              <a:gd name="T26" fmla="*/ 35 w 104"/>
              <a:gd name="T27" fmla="*/ 35 h 104"/>
              <a:gd name="T28" fmla="*/ 38 w 104"/>
              <a:gd name="T29" fmla="*/ 38 h 104"/>
              <a:gd name="T30" fmla="*/ 42 w 104"/>
              <a:gd name="T31" fmla="*/ 15 h 104"/>
              <a:gd name="T32" fmla="*/ 88 w 104"/>
              <a:gd name="T33" fmla="*/ 62 h 104"/>
              <a:gd name="T34" fmla="*/ 79 w 104"/>
              <a:gd name="T35" fmla="*/ 79 h 104"/>
              <a:gd name="T36" fmla="*/ 62 w 104"/>
              <a:gd name="T37" fmla="*/ 88 h 104"/>
              <a:gd name="T38" fmla="*/ 17 w 104"/>
              <a:gd name="T39" fmla="*/ 42 h 104"/>
              <a:gd name="T40" fmla="*/ 38 w 104"/>
              <a:gd name="T41" fmla="*/ 38 h 104"/>
              <a:gd name="T42" fmla="*/ 90 w 104"/>
              <a:gd name="T43" fmla="*/ 90 h 104"/>
              <a:gd name="T44" fmla="*/ 84 w 104"/>
              <a:gd name="T45" fmla="*/ 90 h 104"/>
              <a:gd name="T46" fmla="*/ 84 w 104"/>
              <a:gd name="T47" fmla="*/ 84 h 104"/>
              <a:gd name="T48" fmla="*/ 90 w 104"/>
              <a:gd name="T49" fmla="*/ 84 h 104"/>
              <a:gd name="T50" fmla="*/ 90 w 104"/>
              <a:gd name="T51" fmla="*/ 9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104">
                <a:moveTo>
                  <a:pt x="97" y="96"/>
                </a:moveTo>
                <a:cubicBezTo>
                  <a:pt x="100" y="93"/>
                  <a:pt x="102" y="89"/>
                  <a:pt x="103" y="85"/>
                </a:cubicBezTo>
                <a:cubicBezTo>
                  <a:pt x="104" y="78"/>
                  <a:pt x="102" y="70"/>
                  <a:pt x="97" y="65"/>
                </a:cubicBezTo>
                <a:cubicBezTo>
                  <a:pt x="40" y="8"/>
                  <a:pt x="40" y="8"/>
                  <a:pt x="40" y="8"/>
                </a:cubicBezTo>
                <a:cubicBezTo>
                  <a:pt x="31" y="0"/>
                  <a:pt x="17" y="0"/>
                  <a:pt x="9" y="8"/>
                </a:cubicBezTo>
                <a:cubicBezTo>
                  <a:pt x="0" y="17"/>
                  <a:pt x="0" y="31"/>
                  <a:pt x="9" y="39"/>
                </a:cubicBezTo>
                <a:cubicBezTo>
                  <a:pt x="65" y="96"/>
                  <a:pt x="65" y="96"/>
                  <a:pt x="65" y="96"/>
                </a:cubicBezTo>
                <a:cubicBezTo>
                  <a:pt x="71" y="102"/>
                  <a:pt x="78" y="104"/>
                  <a:pt x="85" y="102"/>
                </a:cubicBezTo>
                <a:cubicBezTo>
                  <a:pt x="90" y="101"/>
                  <a:pt x="94" y="100"/>
                  <a:pt x="97" y="96"/>
                </a:cubicBezTo>
                <a:close/>
                <a:moveTo>
                  <a:pt x="35" y="35"/>
                </a:moveTo>
                <a:cubicBezTo>
                  <a:pt x="29" y="41"/>
                  <a:pt x="19" y="41"/>
                  <a:pt x="13" y="35"/>
                </a:cubicBezTo>
                <a:cubicBezTo>
                  <a:pt x="6" y="29"/>
                  <a:pt x="6" y="19"/>
                  <a:pt x="13" y="12"/>
                </a:cubicBezTo>
                <a:cubicBezTo>
                  <a:pt x="19" y="6"/>
                  <a:pt x="29" y="6"/>
                  <a:pt x="35" y="12"/>
                </a:cubicBezTo>
                <a:cubicBezTo>
                  <a:pt x="42" y="19"/>
                  <a:pt x="42" y="29"/>
                  <a:pt x="35" y="35"/>
                </a:cubicBezTo>
                <a:close/>
                <a:moveTo>
                  <a:pt x="38" y="38"/>
                </a:moveTo>
                <a:cubicBezTo>
                  <a:pt x="44" y="32"/>
                  <a:pt x="45" y="23"/>
                  <a:pt x="42" y="15"/>
                </a:cubicBezTo>
                <a:cubicBezTo>
                  <a:pt x="88" y="62"/>
                  <a:pt x="88" y="62"/>
                  <a:pt x="88" y="62"/>
                </a:cubicBezTo>
                <a:cubicBezTo>
                  <a:pt x="86" y="64"/>
                  <a:pt x="85" y="73"/>
                  <a:pt x="79" y="79"/>
                </a:cubicBezTo>
                <a:cubicBezTo>
                  <a:pt x="74" y="85"/>
                  <a:pt x="64" y="85"/>
                  <a:pt x="62" y="88"/>
                </a:cubicBezTo>
                <a:cubicBezTo>
                  <a:pt x="17" y="42"/>
                  <a:pt x="17" y="42"/>
                  <a:pt x="17" y="42"/>
                </a:cubicBezTo>
                <a:cubicBezTo>
                  <a:pt x="24" y="45"/>
                  <a:pt x="32" y="43"/>
                  <a:pt x="38" y="38"/>
                </a:cubicBezTo>
                <a:close/>
                <a:moveTo>
                  <a:pt x="90" y="90"/>
                </a:moveTo>
                <a:cubicBezTo>
                  <a:pt x="89" y="92"/>
                  <a:pt x="86" y="92"/>
                  <a:pt x="84" y="90"/>
                </a:cubicBezTo>
                <a:cubicBezTo>
                  <a:pt x="82" y="88"/>
                  <a:pt x="82" y="86"/>
                  <a:pt x="84" y="84"/>
                </a:cubicBezTo>
                <a:cubicBezTo>
                  <a:pt x="86" y="82"/>
                  <a:pt x="89" y="82"/>
                  <a:pt x="90" y="84"/>
                </a:cubicBezTo>
                <a:cubicBezTo>
                  <a:pt x="92" y="86"/>
                  <a:pt x="92" y="88"/>
                  <a:pt x="90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3" name="Freeform 353">
            <a:extLst>
              <a:ext uri="{FF2B5EF4-FFF2-40B4-BE49-F238E27FC236}">
                <a16:creationId xmlns:a16="http://schemas.microsoft.com/office/drawing/2014/main" id="{559CA309-1540-48FA-9F71-6BB8FE6A6A17}"/>
              </a:ext>
            </a:extLst>
          </p:cNvPr>
          <p:cNvSpPr>
            <a:spLocks noEditPoints="1"/>
          </p:cNvSpPr>
          <p:nvPr/>
        </p:nvSpPr>
        <p:spPr bwMode="auto">
          <a:xfrm>
            <a:off x="11588593" y="4017126"/>
            <a:ext cx="421418" cy="421418"/>
          </a:xfrm>
          <a:custGeom>
            <a:avLst/>
            <a:gdLst>
              <a:gd name="T0" fmla="*/ 97 w 104"/>
              <a:gd name="T1" fmla="*/ 65 h 104"/>
              <a:gd name="T2" fmla="*/ 91 w 104"/>
              <a:gd name="T3" fmla="*/ 59 h 104"/>
              <a:gd name="T4" fmla="*/ 88 w 104"/>
              <a:gd name="T5" fmla="*/ 62 h 104"/>
              <a:gd name="T6" fmla="*/ 88 w 104"/>
              <a:gd name="T7" fmla="*/ 62 h 104"/>
              <a:gd name="T8" fmla="*/ 80 w 104"/>
              <a:gd name="T9" fmla="*/ 79 h 104"/>
              <a:gd name="T10" fmla="*/ 62 w 104"/>
              <a:gd name="T11" fmla="*/ 88 h 104"/>
              <a:gd name="T12" fmla="*/ 17 w 104"/>
              <a:gd name="T13" fmla="*/ 42 h 104"/>
              <a:gd name="T14" fmla="*/ 38 w 104"/>
              <a:gd name="T15" fmla="*/ 38 h 104"/>
              <a:gd name="T16" fmla="*/ 42 w 104"/>
              <a:gd name="T17" fmla="*/ 15 h 104"/>
              <a:gd name="T18" fmla="*/ 100 w 104"/>
              <a:gd name="T19" fmla="*/ 53 h 104"/>
              <a:gd name="T20" fmla="*/ 100 w 104"/>
              <a:gd name="T21" fmla="*/ 53 h 104"/>
              <a:gd name="T22" fmla="*/ 100 w 104"/>
              <a:gd name="T23" fmla="*/ 48 h 104"/>
              <a:gd name="T24" fmla="*/ 40 w 104"/>
              <a:gd name="T25" fmla="*/ 8 h 104"/>
              <a:gd name="T26" fmla="*/ 9 w 104"/>
              <a:gd name="T27" fmla="*/ 8 h 104"/>
              <a:gd name="T28" fmla="*/ 9 w 104"/>
              <a:gd name="T29" fmla="*/ 39 h 104"/>
              <a:gd name="T30" fmla="*/ 66 w 104"/>
              <a:gd name="T31" fmla="*/ 96 h 104"/>
              <a:gd name="T32" fmla="*/ 86 w 104"/>
              <a:gd name="T33" fmla="*/ 102 h 104"/>
              <a:gd name="T34" fmla="*/ 97 w 104"/>
              <a:gd name="T35" fmla="*/ 96 h 104"/>
              <a:gd name="T36" fmla="*/ 103 w 104"/>
              <a:gd name="T37" fmla="*/ 85 h 104"/>
              <a:gd name="T38" fmla="*/ 97 w 104"/>
              <a:gd name="T39" fmla="*/ 65 h 104"/>
              <a:gd name="T40" fmla="*/ 13 w 104"/>
              <a:gd name="T41" fmla="*/ 12 h 104"/>
              <a:gd name="T42" fmla="*/ 36 w 104"/>
              <a:gd name="T43" fmla="*/ 12 h 104"/>
              <a:gd name="T44" fmla="*/ 36 w 104"/>
              <a:gd name="T45" fmla="*/ 35 h 104"/>
              <a:gd name="T46" fmla="*/ 13 w 104"/>
              <a:gd name="T47" fmla="*/ 35 h 104"/>
              <a:gd name="T48" fmla="*/ 13 w 104"/>
              <a:gd name="T49" fmla="*/ 12 h 104"/>
              <a:gd name="T50" fmla="*/ 91 w 104"/>
              <a:gd name="T51" fmla="*/ 90 h 104"/>
              <a:gd name="T52" fmla="*/ 84 w 104"/>
              <a:gd name="T53" fmla="*/ 90 h 104"/>
              <a:gd name="T54" fmla="*/ 84 w 104"/>
              <a:gd name="T55" fmla="*/ 84 h 104"/>
              <a:gd name="T56" fmla="*/ 91 w 104"/>
              <a:gd name="T57" fmla="*/ 84 h 104"/>
              <a:gd name="T58" fmla="*/ 91 w 104"/>
              <a:gd name="T59" fmla="*/ 9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4" h="104">
                <a:moveTo>
                  <a:pt x="97" y="65"/>
                </a:moveTo>
                <a:cubicBezTo>
                  <a:pt x="91" y="59"/>
                  <a:pt x="91" y="59"/>
                  <a:pt x="91" y="59"/>
                </a:cubicBezTo>
                <a:cubicBezTo>
                  <a:pt x="88" y="62"/>
                  <a:pt x="88" y="62"/>
                  <a:pt x="88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6" y="64"/>
                  <a:pt x="85" y="73"/>
                  <a:pt x="80" y="79"/>
                </a:cubicBezTo>
                <a:cubicBezTo>
                  <a:pt x="74" y="85"/>
                  <a:pt x="65" y="85"/>
                  <a:pt x="62" y="88"/>
                </a:cubicBezTo>
                <a:cubicBezTo>
                  <a:pt x="17" y="42"/>
                  <a:pt x="17" y="42"/>
                  <a:pt x="17" y="42"/>
                </a:cubicBezTo>
                <a:cubicBezTo>
                  <a:pt x="24" y="45"/>
                  <a:pt x="32" y="43"/>
                  <a:pt x="38" y="38"/>
                </a:cubicBezTo>
                <a:cubicBezTo>
                  <a:pt x="44" y="32"/>
                  <a:pt x="45" y="23"/>
                  <a:pt x="42" y="15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40" y="8"/>
                  <a:pt x="40" y="8"/>
                  <a:pt x="40" y="8"/>
                </a:cubicBezTo>
                <a:cubicBezTo>
                  <a:pt x="31" y="0"/>
                  <a:pt x="18" y="0"/>
                  <a:pt x="9" y="8"/>
                </a:cubicBezTo>
                <a:cubicBezTo>
                  <a:pt x="0" y="17"/>
                  <a:pt x="0" y="31"/>
                  <a:pt x="9" y="39"/>
                </a:cubicBezTo>
                <a:cubicBezTo>
                  <a:pt x="66" y="96"/>
                  <a:pt x="66" y="96"/>
                  <a:pt x="66" y="96"/>
                </a:cubicBezTo>
                <a:cubicBezTo>
                  <a:pt x="71" y="102"/>
                  <a:pt x="79" y="104"/>
                  <a:pt x="86" y="102"/>
                </a:cubicBezTo>
                <a:cubicBezTo>
                  <a:pt x="90" y="101"/>
                  <a:pt x="94" y="100"/>
                  <a:pt x="97" y="96"/>
                </a:cubicBezTo>
                <a:cubicBezTo>
                  <a:pt x="100" y="93"/>
                  <a:pt x="102" y="89"/>
                  <a:pt x="103" y="85"/>
                </a:cubicBezTo>
                <a:cubicBezTo>
                  <a:pt x="104" y="78"/>
                  <a:pt x="102" y="70"/>
                  <a:pt x="97" y="65"/>
                </a:cubicBezTo>
                <a:close/>
                <a:moveTo>
                  <a:pt x="13" y="12"/>
                </a:moveTo>
                <a:cubicBezTo>
                  <a:pt x="19" y="6"/>
                  <a:pt x="29" y="6"/>
                  <a:pt x="36" y="12"/>
                </a:cubicBezTo>
                <a:cubicBezTo>
                  <a:pt x="42" y="19"/>
                  <a:pt x="42" y="29"/>
                  <a:pt x="36" y="35"/>
                </a:cubicBezTo>
                <a:cubicBezTo>
                  <a:pt x="29" y="41"/>
                  <a:pt x="19" y="41"/>
                  <a:pt x="13" y="35"/>
                </a:cubicBezTo>
                <a:cubicBezTo>
                  <a:pt x="7" y="29"/>
                  <a:pt x="7" y="19"/>
                  <a:pt x="13" y="12"/>
                </a:cubicBezTo>
                <a:close/>
                <a:moveTo>
                  <a:pt x="91" y="90"/>
                </a:moveTo>
                <a:cubicBezTo>
                  <a:pt x="89" y="92"/>
                  <a:pt x="86" y="92"/>
                  <a:pt x="84" y="90"/>
                </a:cubicBezTo>
                <a:cubicBezTo>
                  <a:pt x="83" y="88"/>
                  <a:pt x="83" y="86"/>
                  <a:pt x="84" y="84"/>
                </a:cubicBezTo>
                <a:cubicBezTo>
                  <a:pt x="86" y="82"/>
                  <a:pt x="89" y="82"/>
                  <a:pt x="91" y="84"/>
                </a:cubicBezTo>
                <a:cubicBezTo>
                  <a:pt x="92" y="86"/>
                  <a:pt x="92" y="88"/>
                  <a:pt x="91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4" name="Freeform 436">
            <a:extLst>
              <a:ext uri="{FF2B5EF4-FFF2-40B4-BE49-F238E27FC236}">
                <a16:creationId xmlns:a16="http://schemas.microsoft.com/office/drawing/2014/main" id="{560EA5E4-6786-4A03-9382-FDCDA36022E1}"/>
              </a:ext>
            </a:extLst>
          </p:cNvPr>
          <p:cNvSpPr>
            <a:spLocks noEditPoints="1"/>
          </p:cNvSpPr>
          <p:nvPr/>
        </p:nvSpPr>
        <p:spPr bwMode="auto">
          <a:xfrm>
            <a:off x="11030745" y="4905438"/>
            <a:ext cx="160685" cy="377457"/>
          </a:xfrm>
          <a:custGeom>
            <a:avLst/>
            <a:gdLst>
              <a:gd name="T0" fmla="*/ 21 w 40"/>
              <a:gd name="T1" fmla="*/ 87 h 93"/>
              <a:gd name="T2" fmla="*/ 21 w 40"/>
              <a:gd name="T3" fmla="*/ 49 h 93"/>
              <a:gd name="T4" fmla="*/ 40 w 40"/>
              <a:gd name="T5" fmla="*/ 0 h 93"/>
              <a:gd name="T6" fmla="*/ 0 w 40"/>
              <a:gd name="T7" fmla="*/ 0 h 93"/>
              <a:gd name="T8" fmla="*/ 18 w 40"/>
              <a:gd name="T9" fmla="*/ 49 h 93"/>
              <a:gd name="T10" fmla="*/ 18 w 40"/>
              <a:gd name="T11" fmla="*/ 87 h 93"/>
              <a:gd name="T12" fmla="*/ 5 w 40"/>
              <a:gd name="T13" fmla="*/ 90 h 93"/>
              <a:gd name="T14" fmla="*/ 20 w 40"/>
              <a:gd name="T15" fmla="*/ 93 h 93"/>
              <a:gd name="T16" fmla="*/ 35 w 40"/>
              <a:gd name="T17" fmla="*/ 90 h 93"/>
              <a:gd name="T18" fmla="*/ 21 w 40"/>
              <a:gd name="T19" fmla="*/ 87 h 93"/>
              <a:gd name="T20" fmla="*/ 35 w 40"/>
              <a:gd name="T21" fmla="*/ 2 h 93"/>
              <a:gd name="T22" fmla="*/ 20 w 40"/>
              <a:gd name="T23" fmla="*/ 45 h 93"/>
              <a:gd name="T24" fmla="*/ 4 w 40"/>
              <a:gd name="T25" fmla="*/ 2 h 93"/>
              <a:gd name="T26" fmla="*/ 35 w 40"/>
              <a:gd name="T27" fmla="*/ 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" h="93">
                <a:moveTo>
                  <a:pt x="21" y="87"/>
                </a:moveTo>
                <a:cubicBezTo>
                  <a:pt x="21" y="49"/>
                  <a:pt x="21" y="49"/>
                  <a:pt x="21" y="49"/>
                </a:cubicBezTo>
                <a:cubicBezTo>
                  <a:pt x="40" y="0"/>
                  <a:pt x="40" y="0"/>
                  <a:pt x="40" y="0"/>
                </a:cubicBezTo>
                <a:cubicBezTo>
                  <a:pt x="0" y="0"/>
                  <a:pt x="0" y="0"/>
                  <a:pt x="0" y="0"/>
                </a:cubicBezTo>
                <a:cubicBezTo>
                  <a:pt x="18" y="49"/>
                  <a:pt x="18" y="49"/>
                  <a:pt x="18" y="49"/>
                </a:cubicBezTo>
                <a:cubicBezTo>
                  <a:pt x="18" y="87"/>
                  <a:pt x="18" y="87"/>
                  <a:pt x="18" y="87"/>
                </a:cubicBezTo>
                <a:cubicBezTo>
                  <a:pt x="11" y="87"/>
                  <a:pt x="5" y="88"/>
                  <a:pt x="5" y="90"/>
                </a:cubicBezTo>
                <a:cubicBezTo>
                  <a:pt x="5" y="91"/>
                  <a:pt x="11" y="93"/>
                  <a:pt x="20" y="93"/>
                </a:cubicBezTo>
                <a:cubicBezTo>
                  <a:pt x="28" y="93"/>
                  <a:pt x="35" y="91"/>
                  <a:pt x="35" y="90"/>
                </a:cubicBezTo>
                <a:cubicBezTo>
                  <a:pt x="35" y="88"/>
                  <a:pt x="29" y="87"/>
                  <a:pt x="21" y="87"/>
                </a:cubicBezTo>
                <a:moveTo>
                  <a:pt x="35" y="2"/>
                </a:moveTo>
                <a:cubicBezTo>
                  <a:pt x="20" y="45"/>
                  <a:pt x="20" y="45"/>
                  <a:pt x="20" y="45"/>
                </a:cubicBezTo>
                <a:cubicBezTo>
                  <a:pt x="4" y="2"/>
                  <a:pt x="4" y="2"/>
                  <a:pt x="4" y="2"/>
                </a:cubicBezTo>
                <a:cubicBezTo>
                  <a:pt x="35" y="2"/>
                  <a:pt x="35" y="2"/>
                  <a:pt x="35" y="2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5" name="Freeform 437">
            <a:extLst>
              <a:ext uri="{FF2B5EF4-FFF2-40B4-BE49-F238E27FC236}">
                <a16:creationId xmlns:a16="http://schemas.microsoft.com/office/drawing/2014/main" id="{49C865E2-D19A-48DA-8C98-7B402ACBDC88}"/>
              </a:ext>
            </a:extLst>
          </p:cNvPr>
          <p:cNvSpPr>
            <a:spLocks noEditPoints="1"/>
          </p:cNvSpPr>
          <p:nvPr/>
        </p:nvSpPr>
        <p:spPr bwMode="auto">
          <a:xfrm>
            <a:off x="11082285" y="4844802"/>
            <a:ext cx="244059" cy="397164"/>
          </a:xfrm>
          <a:custGeom>
            <a:avLst/>
            <a:gdLst>
              <a:gd name="T0" fmla="*/ 46 w 60"/>
              <a:gd name="T1" fmla="*/ 89 h 98"/>
              <a:gd name="T2" fmla="*/ 35 w 60"/>
              <a:gd name="T3" fmla="*/ 53 h 98"/>
              <a:gd name="T4" fmla="*/ 37 w 60"/>
              <a:gd name="T5" fmla="*/ 0 h 98"/>
              <a:gd name="T6" fmla="*/ 0 w 60"/>
              <a:gd name="T7" fmla="*/ 12 h 98"/>
              <a:gd name="T8" fmla="*/ 31 w 60"/>
              <a:gd name="T9" fmla="*/ 54 h 98"/>
              <a:gd name="T10" fmla="*/ 42 w 60"/>
              <a:gd name="T11" fmla="*/ 90 h 98"/>
              <a:gd name="T12" fmla="*/ 31 w 60"/>
              <a:gd name="T13" fmla="*/ 97 h 98"/>
              <a:gd name="T14" fmla="*/ 46 w 60"/>
              <a:gd name="T15" fmla="*/ 95 h 98"/>
              <a:gd name="T16" fmla="*/ 59 w 60"/>
              <a:gd name="T17" fmla="*/ 88 h 98"/>
              <a:gd name="T18" fmla="*/ 46 w 60"/>
              <a:gd name="T19" fmla="*/ 89 h 98"/>
              <a:gd name="T20" fmla="*/ 34 w 60"/>
              <a:gd name="T21" fmla="*/ 4 h 98"/>
              <a:gd name="T22" fmla="*/ 32 w 60"/>
              <a:gd name="T23" fmla="*/ 50 h 98"/>
              <a:gd name="T24" fmla="*/ 4 w 60"/>
              <a:gd name="T25" fmla="*/ 14 h 98"/>
              <a:gd name="T26" fmla="*/ 34 w 60"/>
              <a:gd name="T27" fmla="*/ 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" h="98">
                <a:moveTo>
                  <a:pt x="46" y="89"/>
                </a:moveTo>
                <a:cubicBezTo>
                  <a:pt x="35" y="53"/>
                  <a:pt x="35" y="53"/>
                  <a:pt x="35" y="53"/>
                </a:cubicBezTo>
                <a:cubicBezTo>
                  <a:pt x="37" y="0"/>
                  <a:pt x="37" y="0"/>
                  <a:pt x="37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31" y="54"/>
                  <a:pt x="31" y="54"/>
                  <a:pt x="31" y="54"/>
                </a:cubicBezTo>
                <a:cubicBezTo>
                  <a:pt x="42" y="90"/>
                  <a:pt x="42" y="90"/>
                  <a:pt x="42" y="90"/>
                </a:cubicBezTo>
                <a:cubicBezTo>
                  <a:pt x="35" y="93"/>
                  <a:pt x="30" y="95"/>
                  <a:pt x="31" y="97"/>
                </a:cubicBezTo>
                <a:cubicBezTo>
                  <a:pt x="31" y="98"/>
                  <a:pt x="38" y="98"/>
                  <a:pt x="46" y="95"/>
                </a:cubicBezTo>
                <a:cubicBezTo>
                  <a:pt x="54" y="93"/>
                  <a:pt x="60" y="89"/>
                  <a:pt x="59" y="88"/>
                </a:cubicBezTo>
                <a:cubicBezTo>
                  <a:pt x="59" y="87"/>
                  <a:pt x="53" y="87"/>
                  <a:pt x="46" y="89"/>
                </a:cubicBezTo>
                <a:moveTo>
                  <a:pt x="34" y="4"/>
                </a:moveTo>
                <a:cubicBezTo>
                  <a:pt x="32" y="50"/>
                  <a:pt x="32" y="50"/>
                  <a:pt x="32" y="50"/>
                </a:cubicBezTo>
                <a:cubicBezTo>
                  <a:pt x="4" y="14"/>
                  <a:pt x="4" y="14"/>
                  <a:pt x="4" y="14"/>
                </a:cubicBezTo>
                <a:cubicBezTo>
                  <a:pt x="34" y="4"/>
                  <a:pt x="34" y="4"/>
                  <a:pt x="34" y="4"/>
                </a:cubicBez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6" name="Freeform 438">
            <a:extLst>
              <a:ext uri="{FF2B5EF4-FFF2-40B4-BE49-F238E27FC236}">
                <a16:creationId xmlns:a16="http://schemas.microsoft.com/office/drawing/2014/main" id="{152387E2-883F-464C-8C3C-703EE059A20B}"/>
              </a:ext>
            </a:extLst>
          </p:cNvPr>
          <p:cNvSpPr>
            <a:spLocks/>
          </p:cNvSpPr>
          <p:nvPr/>
        </p:nvSpPr>
        <p:spPr bwMode="auto">
          <a:xfrm>
            <a:off x="11147468" y="4961526"/>
            <a:ext cx="7579" cy="9095"/>
          </a:xfrm>
          <a:custGeom>
            <a:avLst/>
            <a:gdLst>
              <a:gd name="T0" fmla="*/ 5 w 5"/>
              <a:gd name="T1" fmla="*/ 0 h 6"/>
              <a:gd name="T2" fmla="*/ 0 w 5"/>
              <a:gd name="T3" fmla="*/ 0 h 6"/>
              <a:gd name="T4" fmla="*/ 3 w 5"/>
              <a:gd name="T5" fmla="*/ 6 h 6"/>
              <a:gd name="T6" fmla="*/ 5 w 5"/>
              <a:gd name="T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6">
                <a:moveTo>
                  <a:pt x="5" y="0"/>
                </a:moveTo>
                <a:lnTo>
                  <a:pt x="0" y="0"/>
                </a:lnTo>
                <a:lnTo>
                  <a:pt x="3" y="6"/>
                </a:lnTo>
                <a:lnTo>
                  <a:pt x="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7" name="Freeform 439">
            <a:extLst>
              <a:ext uri="{FF2B5EF4-FFF2-40B4-BE49-F238E27FC236}">
                <a16:creationId xmlns:a16="http://schemas.microsoft.com/office/drawing/2014/main" id="{690C209A-1A2B-4EAB-BF35-AE161B631F66}"/>
              </a:ext>
            </a:extLst>
          </p:cNvPr>
          <p:cNvSpPr>
            <a:spLocks/>
          </p:cNvSpPr>
          <p:nvPr/>
        </p:nvSpPr>
        <p:spPr bwMode="auto">
          <a:xfrm>
            <a:off x="11147468" y="4961526"/>
            <a:ext cx="7579" cy="9095"/>
          </a:xfrm>
          <a:custGeom>
            <a:avLst/>
            <a:gdLst>
              <a:gd name="T0" fmla="*/ 5 w 5"/>
              <a:gd name="T1" fmla="*/ 0 h 6"/>
              <a:gd name="T2" fmla="*/ 0 w 5"/>
              <a:gd name="T3" fmla="*/ 0 h 6"/>
              <a:gd name="T4" fmla="*/ 3 w 5"/>
              <a:gd name="T5" fmla="*/ 6 h 6"/>
              <a:gd name="T6" fmla="*/ 5 w 5"/>
              <a:gd name="T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6">
                <a:moveTo>
                  <a:pt x="5" y="0"/>
                </a:moveTo>
                <a:lnTo>
                  <a:pt x="0" y="0"/>
                </a:lnTo>
                <a:lnTo>
                  <a:pt x="3" y="6"/>
                </a:lnTo>
                <a:lnTo>
                  <a:pt x="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8" name="Freeform 440">
            <a:extLst>
              <a:ext uri="{FF2B5EF4-FFF2-40B4-BE49-F238E27FC236}">
                <a16:creationId xmlns:a16="http://schemas.microsoft.com/office/drawing/2014/main" id="{A7483397-25BC-4DE7-A038-398702CE388C}"/>
              </a:ext>
            </a:extLst>
          </p:cNvPr>
          <p:cNvSpPr>
            <a:spLocks/>
          </p:cNvSpPr>
          <p:nvPr/>
        </p:nvSpPr>
        <p:spPr bwMode="auto">
          <a:xfrm>
            <a:off x="11152016" y="4961526"/>
            <a:ext cx="12127" cy="16675"/>
          </a:xfrm>
          <a:custGeom>
            <a:avLst/>
            <a:gdLst>
              <a:gd name="T0" fmla="*/ 8 w 8"/>
              <a:gd name="T1" fmla="*/ 0 h 11"/>
              <a:gd name="T2" fmla="*/ 2 w 8"/>
              <a:gd name="T3" fmla="*/ 0 h 11"/>
              <a:gd name="T4" fmla="*/ 0 w 8"/>
              <a:gd name="T5" fmla="*/ 6 h 11"/>
              <a:gd name="T6" fmla="*/ 5 w 8"/>
              <a:gd name="T7" fmla="*/ 11 h 11"/>
              <a:gd name="T8" fmla="*/ 8 w 8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1">
                <a:moveTo>
                  <a:pt x="8" y="0"/>
                </a:moveTo>
                <a:lnTo>
                  <a:pt x="2" y="0"/>
                </a:lnTo>
                <a:lnTo>
                  <a:pt x="0" y="6"/>
                </a:lnTo>
                <a:lnTo>
                  <a:pt x="5" y="11"/>
                </a:lnTo>
                <a:lnTo>
                  <a:pt x="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69" name="Freeform 441">
            <a:extLst>
              <a:ext uri="{FF2B5EF4-FFF2-40B4-BE49-F238E27FC236}">
                <a16:creationId xmlns:a16="http://schemas.microsoft.com/office/drawing/2014/main" id="{4A6C1B65-7D6A-44CC-A567-071CBD58DCDD}"/>
              </a:ext>
            </a:extLst>
          </p:cNvPr>
          <p:cNvSpPr>
            <a:spLocks/>
          </p:cNvSpPr>
          <p:nvPr/>
        </p:nvSpPr>
        <p:spPr bwMode="auto">
          <a:xfrm>
            <a:off x="11152016" y="4961526"/>
            <a:ext cx="12127" cy="16675"/>
          </a:xfrm>
          <a:custGeom>
            <a:avLst/>
            <a:gdLst>
              <a:gd name="T0" fmla="*/ 8 w 8"/>
              <a:gd name="T1" fmla="*/ 0 h 11"/>
              <a:gd name="T2" fmla="*/ 2 w 8"/>
              <a:gd name="T3" fmla="*/ 0 h 11"/>
              <a:gd name="T4" fmla="*/ 0 w 8"/>
              <a:gd name="T5" fmla="*/ 6 h 11"/>
              <a:gd name="T6" fmla="*/ 5 w 8"/>
              <a:gd name="T7" fmla="*/ 11 h 11"/>
              <a:gd name="T8" fmla="*/ 8 w 8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1">
                <a:moveTo>
                  <a:pt x="8" y="0"/>
                </a:moveTo>
                <a:lnTo>
                  <a:pt x="2" y="0"/>
                </a:lnTo>
                <a:lnTo>
                  <a:pt x="0" y="6"/>
                </a:lnTo>
                <a:lnTo>
                  <a:pt x="5" y="11"/>
                </a:lnTo>
                <a:lnTo>
                  <a:pt x="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0" name="Freeform 442">
            <a:extLst>
              <a:ext uri="{FF2B5EF4-FFF2-40B4-BE49-F238E27FC236}">
                <a16:creationId xmlns:a16="http://schemas.microsoft.com/office/drawing/2014/main" id="{3688B0EE-E11B-4430-A485-226ABDCA1A54}"/>
              </a:ext>
            </a:extLst>
          </p:cNvPr>
          <p:cNvSpPr>
            <a:spLocks/>
          </p:cNvSpPr>
          <p:nvPr/>
        </p:nvSpPr>
        <p:spPr bwMode="auto">
          <a:xfrm>
            <a:off x="11062578" y="4961526"/>
            <a:ext cx="84890" cy="125819"/>
          </a:xfrm>
          <a:custGeom>
            <a:avLst/>
            <a:gdLst>
              <a:gd name="T0" fmla="*/ 48 w 56"/>
              <a:gd name="T1" fmla="*/ 0 h 83"/>
              <a:gd name="T2" fmla="*/ 0 w 56"/>
              <a:gd name="T3" fmla="*/ 0 h 83"/>
              <a:gd name="T4" fmla="*/ 32 w 56"/>
              <a:gd name="T5" fmla="*/ 83 h 83"/>
              <a:gd name="T6" fmla="*/ 32 w 56"/>
              <a:gd name="T7" fmla="*/ 83 h 83"/>
              <a:gd name="T8" fmla="*/ 56 w 56"/>
              <a:gd name="T9" fmla="*/ 14 h 83"/>
              <a:gd name="T10" fmla="*/ 48 w 56"/>
              <a:gd name="T1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" h="83">
                <a:moveTo>
                  <a:pt x="48" y="0"/>
                </a:moveTo>
                <a:lnTo>
                  <a:pt x="0" y="0"/>
                </a:lnTo>
                <a:lnTo>
                  <a:pt x="32" y="83"/>
                </a:lnTo>
                <a:lnTo>
                  <a:pt x="32" y="83"/>
                </a:lnTo>
                <a:lnTo>
                  <a:pt x="56" y="14"/>
                </a:lnTo>
                <a:lnTo>
                  <a:pt x="4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1" name="Freeform 443">
            <a:extLst>
              <a:ext uri="{FF2B5EF4-FFF2-40B4-BE49-F238E27FC236}">
                <a16:creationId xmlns:a16="http://schemas.microsoft.com/office/drawing/2014/main" id="{BB278D94-1B87-45B4-936F-8D091B9FA43D}"/>
              </a:ext>
            </a:extLst>
          </p:cNvPr>
          <p:cNvSpPr>
            <a:spLocks/>
          </p:cNvSpPr>
          <p:nvPr/>
        </p:nvSpPr>
        <p:spPr bwMode="auto">
          <a:xfrm>
            <a:off x="11062578" y="4961526"/>
            <a:ext cx="84890" cy="125819"/>
          </a:xfrm>
          <a:custGeom>
            <a:avLst/>
            <a:gdLst>
              <a:gd name="T0" fmla="*/ 48 w 56"/>
              <a:gd name="T1" fmla="*/ 0 h 83"/>
              <a:gd name="T2" fmla="*/ 0 w 56"/>
              <a:gd name="T3" fmla="*/ 0 h 83"/>
              <a:gd name="T4" fmla="*/ 32 w 56"/>
              <a:gd name="T5" fmla="*/ 83 h 83"/>
              <a:gd name="T6" fmla="*/ 32 w 56"/>
              <a:gd name="T7" fmla="*/ 83 h 83"/>
              <a:gd name="T8" fmla="*/ 56 w 56"/>
              <a:gd name="T9" fmla="*/ 14 h 83"/>
              <a:gd name="T10" fmla="*/ 48 w 56"/>
              <a:gd name="T1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" h="83">
                <a:moveTo>
                  <a:pt x="48" y="0"/>
                </a:moveTo>
                <a:lnTo>
                  <a:pt x="0" y="0"/>
                </a:lnTo>
                <a:lnTo>
                  <a:pt x="32" y="83"/>
                </a:lnTo>
                <a:lnTo>
                  <a:pt x="32" y="83"/>
                </a:lnTo>
                <a:lnTo>
                  <a:pt x="56" y="14"/>
                </a:lnTo>
                <a:lnTo>
                  <a:pt x="4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2" name="Freeform 444">
            <a:extLst>
              <a:ext uri="{FF2B5EF4-FFF2-40B4-BE49-F238E27FC236}">
                <a16:creationId xmlns:a16="http://schemas.microsoft.com/office/drawing/2014/main" id="{7C6F5CF9-FCFC-4852-AB48-83BD28500870}"/>
              </a:ext>
            </a:extLst>
          </p:cNvPr>
          <p:cNvSpPr>
            <a:spLocks noEditPoints="1"/>
          </p:cNvSpPr>
          <p:nvPr/>
        </p:nvSpPr>
        <p:spPr bwMode="auto">
          <a:xfrm>
            <a:off x="11058031" y="4961526"/>
            <a:ext cx="93985" cy="125819"/>
          </a:xfrm>
          <a:custGeom>
            <a:avLst/>
            <a:gdLst>
              <a:gd name="T0" fmla="*/ 59 w 62"/>
              <a:gd name="T1" fmla="*/ 14 h 83"/>
              <a:gd name="T2" fmla="*/ 35 w 62"/>
              <a:gd name="T3" fmla="*/ 83 h 83"/>
              <a:gd name="T4" fmla="*/ 38 w 62"/>
              <a:gd name="T5" fmla="*/ 83 h 83"/>
              <a:gd name="T6" fmla="*/ 62 w 62"/>
              <a:gd name="T7" fmla="*/ 19 h 83"/>
              <a:gd name="T8" fmla="*/ 59 w 62"/>
              <a:gd name="T9" fmla="*/ 14 h 83"/>
              <a:gd name="T10" fmla="*/ 3 w 62"/>
              <a:gd name="T11" fmla="*/ 0 h 83"/>
              <a:gd name="T12" fmla="*/ 0 w 62"/>
              <a:gd name="T13" fmla="*/ 0 h 83"/>
              <a:gd name="T14" fmla="*/ 32 w 62"/>
              <a:gd name="T15" fmla="*/ 83 h 83"/>
              <a:gd name="T16" fmla="*/ 35 w 62"/>
              <a:gd name="T17" fmla="*/ 83 h 83"/>
              <a:gd name="T18" fmla="*/ 3 w 62"/>
              <a:gd name="T19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" h="83">
                <a:moveTo>
                  <a:pt x="59" y="14"/>
                </a:moveTo>
                <a:lnTo>
                  <a:pt x="35" y="83"/>
                </a:lnTo>
                <a:lnTo>
                  <a:pt x="38" y="83"/>
                </a:lnTo>
                <a:lnTo>
                  <a:pt x="62" y="19"/>
                </a:lnTo>
                <a:lnTo>
                  <a:pt x="59" y="14"/>
                </a:lnTo>
                <a:close/>
                <a:moveTo>
                  <a:pt x="3" y="0"/>
                </a:moveTo>
                <a:lnTo>
                  <a:pt x="0" y="0"/>
                </a:lnTo>
                <a:lnTo>
                  <a:pt x="32" y="83"/>
                </a:lnTo>
                <a:lnTo>
                  <a:pt x="35" y="83"/>
                </a:lnTo>
                <a:lnTo>
                  <a:pt x="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3" name="Freeform 445">
            <a:extLst>
              <a:ext uri="{FF2B5EF4-FFF2-40B4-BE49-F238E27FC236}">
                <a16:creationId xmlns:a16="http://schemas.microsoft.com/office/drawing/2014/main" id="{CDA4670D-4991-4596-9F86-47D9183C42CF}"/>
              </a:ext>
            </a:extLst>
          </p:cNvPr>
          <p:cNvSpPr>
            <a:spLocks noEditPoints="1"/>
          </p:cNvSpPr>
          <p:nvPr/>
        </p:nvSpPr>
        <p:spPr bwMode="auto">
          <a:xfrm>
            <a:off x="11058031" y="4961526"/>
            <a:ext cx="93985" cy="125819"/>
          </a:xfrm>
          <a:custGeom>
            <a:avLst/>
            <a:gdLst>
              <a:gd name="T0" fmla="*/ 59 w 62"/>
              <a:gd name="T1" fmla="*/ 14 h 83"/>
              <a:gd name="T2" fmla="*/ 35 w 62"/>
              <a:gd name="T3" fmla="*/ 83 h 83"/>
              <a:gd name="T4" fmla="*/ 38 w 62"/>
              <a:gd name="T5" fmla="*/ 83 h 83"/>
              <a:gd name="T6" fmla="*/ 62 w 62"/>
              <a:gd name="T7" fmla="*/ 19 h 83"/>
              <a:gd name="T8" fmla="*/ 59 w 62"/>
              <a:gd name="T9" fmla="*/ 14 h 83"/>
              <a:gd name="T10" fmla="*/ 3 w 62"/>
              <a:gd name="T11" fmla="*/ 0 h 83"/>
              <a:gd name="T12" fmla="*/ 0 w 62"/>
              <a:gd name="T13" fmla="*/ 0 h 83"/>
              <a:gd name="T14" fmla="*/ 32 w 62"/>
              <a:gd name="T15" fmla="*/ 83 h 83"/>
              <a:gd name="T16" fmla="*/ 35 w 62"/>
              <a:gd name="T17" fmla="*/ 83 h 83"/>
              <a:gd name="T18" fmla="*/ 3 w 62"/>
              <a:gd name="T19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" h="83">
                <a:moveTo>
                  <a:pt x="59" y="14"/>
                </a:moveTo>
                <a:lnTo>
                  <a:pt x="35" y="83"/>
                </a:lnTo>
                <a:lnTo>
                  <a:pt x="38" y="83"/>
                </a:lnTo>
                <a:lnTo>
                  <a:pt x="62" y="19"/>
                </a:lnTo>
                <a:lnTo>
                  <a:pt x="59" y="14"/>
                </a:lnTo>
                <a:moveTo>
                  <a:pt x="3" y="0"/>
                </a:moveTo>
                <a:lnTo>
                  <a:pt x="0" y="0"/>
                </a:lnTo>
                <a:lnTo>
                  <a:pt x="32" y="83"/>
                </a:lnTo>
                <a:lnTo>
                  <a:pt x="35" y="83"/>
                </a:lnTo>
                <a:lnTo>
                  <a:pt x="3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4" name="Freeform 446">
            <a:extLst>
              <a:ext uri="{FF2B5EF4-FFF2-40B4-BE49-F238E27FC236}">
                <a16:creationId xmlns:a16="http://schemas.microsoft.com/office/drawing/2014/main" id="{A6B22C5E-6C68-4C9B-B4FA-CEFA2E11D2D7}"/>
              </a:ext>
            </a:extLst>
          </p:cNvPr>
          <p:cNvSpPr>
            <a:spLocks/>
          </p:cNvSpPr>
          <p:nvPr/>
        </p:nvSpPr>
        <p:spPr bwMode="auto">
          <a:xfrm>
            <a:off x="11135341" y="4961526"/>
            <a:ext cx="24254" cy="28802"/>
          </a:xfrm>
          <a:custGeom>
            <a:avLst/>
            <a:gdLst>
              <a:gd name="T0" fmla="*/ 8 w 16"/>
              <a:gd name="T1" fmla="*/ 0 h 19"/>
              <a:gd name="T2" fmla="*/ 0 w 16"/>
              <a:gd name="T3" fmla="*/ 0 h 19"/>
              <a:gd name="T4" fmla="*/ 8 w 16"/>
              <a:gd name="T5" fmla="*/ 14 h 19"/>
              <a:gd name="T6" fmla="*/ 11 w 16"/>
              <a:gd name="T7" fmla="*/ 19 h 19"/>
              <a:gd name="T8" fmla="*/ 16 w 16"/>
              <a:gd name="T9" fmla="*/ 11 h 19"/>
              <a:gd name="T10" fmla="*/ 11 w 16"/>
              <a:gd name="T11" fmla="*/ 6 h 19"/>
              <a:gd name="T12" fmla="*/ 8 w 16"/>
              <a:gd name="T1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9">
                <a:moveTo>
                  <a:pt x="8" y="0"/>
                </a:moveTo>
                <a:lnTo>
                  <a:pt x="0" y="0"/>
                </a:lnTo>
                <a:lnTo>
                  <a:pt x="8" y="14"/>
                </a:lnTo>
                <a:lnTo>
                  <a:pt x="11" y="19"/>
                </a:lnTo>
                <a:lnTo>
                  <a:pt x="16" y="11"/>
                </a:lnTo>
                <a:lnTo>
                  <a:pt x="11" y="6"/>
                </a:lnTo>
                <a:lnTo>
                  <a:pt x="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5" name="Freeform 447">
            <a:extLst>
              <a:ext uri="{FF2B5EF4-FFF2-40B4-BE49-F238E27FC236}">
                <a16:creationId xmlns:a16="http://schemas.microsoft.com/office/drawing/2014/main" id="{7A62064B-9E8A-4A98-A849-B588ADDAB511}"/>
              </a:ext>
            </a:extLst>
          </p:cNvPr>
          <p:cNvSpPr>
            <a:spLocks/>
          </p:cNvSpPr>
          <p:nvPr/>
        </p:nvSpPr>
        <p:spPr bwMode="auto">
          <a:xfrm>
            <a:off x="11135341" y="4961526"/>
            <a:ext cx="24254" cy="28802"/>
          </a:xfrm>
          <a:custGeom>
            <a:avLst/>
            <a:gdLst>
              <a:gd name="T0" fmla="*/ 8 w 16"/>
              <a:gd name="T1" fmla="*/ 0 h 19"/>
              <a:gd name="T2" fmla="*/ 0 w 16"/>
              <a:gd name="T3" fmla="*/ 0 h 19"/>
              <a:gd name="T4" fmla="*/ 8 w 16"/>
              <a:gd name="T5" fmla="*/ 14 h 19"/>
              <a:gd name="T6" fmla="*/ 11 w 16"/>
              <a:gd name="T7" fmla="*/ 19 h 19"/>
              <a:gd name="T8" fmla="*/ 16 w 16"/>
              <a:gd name="T9" fmla="*/ 11 h 19"/>
              <a:gd name="T10" fmla="*/ 11 w 16"/>
              <a:gd name="T11" fmla="*/ 6 h 19"/>
              <a:gd name="T12" fmla="*/ 8 w 16"/>
              <a:gd name="T1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9">
                <a:moveTo>
                  <a:pt x="8" y="0"/>
                </a:moveTo>
                <a:lnTo>
                  <a:pt x="0" y="0"/>
                </a:lnTo>
                <a:lnTo>
                  <a:pt x="8" y="14"/>
                </a:lnTo>
                <a:lnTo>
                  <a:pt x="11" y="19"/>
                </a:lnTo>
                <a:lnTo>
                  <a:pt x="16" y="11"/>
                </a:lnTo>
                <a:lnTo>
                  <a:pt x="11" y="6"/>
                </a:lnTo>
                <a:lnTo>
                  <a:pt x="8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6" name="Freeform 448">
            <a:extLst>
              <a:ext uri="{FF2B5EF4-FFF2-40B4-BE49-F238E27FC236}">
                <a16:creationId xmlns:a16="http://schemas.microsoft.com/office/drawing/2014/main" id="{50E1B9E3-BDBB-48F8-BF88-D5CA6C7AF34B}"/>
              </a:ext>
            </a:extLst>
          </p:cNvPr>
          <p:cNvSpPr>
            <a:spLocks/>
          </p:cNvSpPr>
          <p:nvPr/>
        </p:nvSpPr>
        <p:spPr bwMode="auto">
          <a:xfrm>
            <a:off x="11665903" y="4859961"/>
            <a:ext cx="104597" cy="110660"/>
          </a:xfrm>
          <a:custGeom>
            <a:avLst/>
            <a:gdLst>
              <a:gd name="T0" fmla="*/ 69 w 69"/>
              <a:gd name="T1" fmla="*/ 22 h 73"/>
              <a:gd name="T2" fmla="*/ 21 w 69"/>
              <a:gd name="T3" fmla="*/ 73 h 73"/>
              <a:gd name="T4" fmla="*/ 0 w 69"/>
              <a:gd name="T5" fmla="*/ 3 h 73"/>
              <a:gd name="T6" fmla="*/ 3 w 69"/>
              <a:gd name="T7" fmla="*/ 0 h 73"/>
              <a:gd name="T8" fmla="*/ 69 w 69"/>
              <a:gd name="T9" fmla="*/ 2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73">
                <a:moveTo>
                  <a:pt x="69" y="22"/>
                </a:moveTo>
                <a:lnTo>
                  <a:pt x="21" y="73"/>
                </a:lnTo>
                <a:lnTo>
                  <a:pt x="0" y="3"/>
                </a:lnTo>
                <a:lnTo>
                  <a:pt x="3" y="0"/>
                </a:lnTo>
                <a:lnTo>
                  <a:pt x="69" y="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7" name="Freeform 449">
            <a:extLst>
              <a:ext uri="{FF2B5EF4-FFF2-40B4-BE49-F238E27FC236}">
                <a16:creationId xmlns:a16="http://schemas.microsoft.com/office/drawing/2014/main" id="{02C2607A-165E-46BC-9F50-DF380A4F405F}"/>
              </a:ext>
            </a:extLst>
          </p:cNvPr>
          <p:cNvSpPr>
            <a:spLocks/>
          </p:cNvSpPr>
          <p:nvPr/>
        </p:nvSpPr>
        <p:spPr bwMode="auto">
          <a:xfrm>
            <a:off x="11702285" y="4900890"/>
            <a:ext cx="125819" cy="84890"/>
          </a:xfrm>
          <a:custGeom>
            <a:avLst/>
            <a:gdLst>
              <a:gd name="T0" fmla="*/ 51 w 83"/>
              <a:gd name="T1" fmla="*/ 0 h 56"/>
              <a:gd name="T2" fmla="*/ 0 w 83"/>
              <a:gd name="T3" fmla="*/ 48 h 56"/>
              <a:gd name="T4" fmla="*/ 8 w 83"/>
              <a:gd name="T5" fmla="*/ 56 h 56"/>
              <a:gd name="T6" fmla="*/ 83 w 83"/>
              <a:gd name="T7" fmla="*/ 32 h 56"/>
              <a:gd name="T8" fmla="*/ 51 w 83"/>
              <a:gd name="T9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3" h="56">
                <a:moveTo>
                  <a:pt x="51" y="0"/>
                </a:moveTo>
                <a:lnTo>
                  <a:pt x="0" y="48"/>
                </a:lnTo>
                <a:lnTo>
                  <a:pt x="8" y="56"/>
                </a:lnTo>
                <a:lnTo>
                  <a:pt x="83" y="32"/>
                </a:lnTo>
                <a:lnTo>
                  <a:pt x="5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8" name="Freeform 450">
            <a:extLst>
              <a:ext uri="{FF2B5EF4-FFF2-40B4-BE49-F238E27FC236}">
                <a16:creationId xmlns:a16="http://schemas.microsoft.com/office/drawing/2014/main" id="{A997E95E-3164-4AE0-B546-652A6CC7A572}"/>
              </a:ext>
            </a:extLst>
          </p:cNvPr>
          <p:cNvSpPr>
            <a:spLocks/>
          </p:cNvSpPr>
          <p:nvPr/>
        </p:nvSpPr>
        <p:spPr bwMode="auto">
          <a:xfrm>
            <a:off x="11702285" y="4900890"/>
            <a:ext cx="125819" cy="84890"/>
          </a:xfrm>
          <a:custGeom>
            <a:avLst/>
            <a:gdLst>
              <a:gd name="T0" fmla="*/ 51 w 83"/>
              <a:gd name="T1" fmla="*/ 0 h 56"/>
              <a:gd name="T2" fmla="*/ 0 w 83"/>
              <a:gd name="T3" fmla="*/ 48 h 56"/>
              <a:gd name="T4" fmla="*/ 8 w 83"/>
              <a:gd name="T5" fmla="*/ 56 h 56"/>
              <a:gd name="T6" fmla="*/ 83 w 83"/>
              <a:gd name="T7" fmla="*/ 32 h 56"/>
              <a:gd name="T8" fmla="*/ 51 w 83"/>
              <a:gd name="T9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3" h="56">
                <a:moveTo>
                  <a:pt x="51" y="0"/>
                </a:moveTo>
                <a:lnTo>
                  <a:pt x="0" y="48"/>
                </a:lnTo>
                <a:lnTo>
                  <a:pt x="8" y="56"/>
                </a:lnTo>
                <a:lnTo>
                  <a:pt x="83" y="32"/>
                </a:lnTo>
                <a:lnTo>
                  <a:pt x="51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79" name="Freeform 451">
            <a:extLst>
              <a:ext uri="{FF2B5EF4-FFF2-40B4-BE49-F238E27FC236}">
                <a16:creationId xmlns:a16="http://schemas.microsoft.com/office/drawing/2014/main" id="{5AEAA1FC-8235-4042-963D-65819B368289}"/>
              </a:ext>
            </a:extLst>
          </p:cNvPr>
          <p:cNvSpPr>
            <a:spLocks/>
          </p:cNvSpPr>
          <p:nvPr/>
        </p:nvSpPr>
        <p:spPr bwMode="auto">
          <a:xfrm>
            <a:off x="11743214" y="4973653"/>
            <a:ext cx="140978" cy="69731"/>
          </a:xfrm>
          <a:custGeom>
            <a:avLst/>
            <a:gdLst>
              <a:gd name="T0" fmla="*/ 74 w 93"/>
              <a:gd name="T1" fmla="*/ 0 h 46"/>
              <a:gd name="T2" fmla="*/ 0 w 93"/>
              <a:gd name="T3" fmla="*/ 27 h 46"/>
              <a:gd name="T4" fmla="*/ 18 w 93"/>
              <a:gd name="T5" fmla="*/ 46 h 46"/>
              <a:gd name="T6" fmla="*/ 93 w 93"/>
              <a:gd name="T7" fmla="*/ 22 h 46"/>
              <a:gd name="T8" fmla="*/ 74 w 93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" h="46">
                <a:moveTo>
                  <a:pt x="74" y="0"/>
                </a:moveTo>
                <a:lnTo>
                  <a:pt x="0" y="27"/>
                </a:lnTo>
                <a:lnTo>
                  <a:pt x="18" y="46"/>
                </a:lnTo>
                <a:lnTo>
                  <a:pt x="93" y="22"/>
                </a:lnTo>
                <a:lnTo>
                  <a:pt x="7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0" name="Freeform 452">
            <a:extLst>
              <a:ext uri="{FF2B5EF4-FFF2-40B4-BE49-F238E27FC236}">
                <a16:creationId xmlns:a16="http://schemas.microsoft.com/office/drawing/2014/main" id="{9572E35D-43EB-4486-B168-64C35089220A}"/>
              </a:ext>
            </a:extLst>
          </p:cNvPr>
          <p:cNvSpPr>
            <a:spLocks/>
          </p:cNvSpPr>
          <p:nvPr/>
        </p:nvSpPr>
        <p:spPr bwMode="auto">
          <a:xfrm>
            <a:off x="11743214" y="4973653"/>
            <a:ext cx="140978" cy="69731"/>
          </a:xfrm>
          <a:custGeom>
            <a:avLst/>
            <a:gdLst>
              <a:gd name="T0" fmla="*/ 74 w 93"/>
              <a:gd name="T1" fmla="*/ 0 h 46"/>
              <a:gd name="T2" fmla="*/ 0 w 93"/>
              <a:gd name="T3" fmla="*/ 27 h 46"/>
              <a:gd name="T4" fmla="*/ 18 w 93"/>
              <a:gd name="T5" fmla="*/ 46 h 46"/>
              <a:gd name="T6" fmla="*/ 93 w 93"/>
              <a:gd name="T7" fmla="*/ 22 h 46"/>
              <a:gd name="T8" fmla="*/ 74 w 93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" h="46">
                <a:moveTo>
                  <a:pt x="74" y="0"/>
                </a:moveTo>
                <a:lnTo>
                  <a:pt x="0" y="27"/>
                </a:lnTo>
                <a:lnTo>
                  <a:pt x="18" y="46"/>
                </a:lnTo>
                <a:lnTo>
                  <a:pt x="93" y="22"/>
                </a:lnTo>
                <a:lnTo>
                  <a:pt x="74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1" name="Freeform 453">
            <a:extLst>
              <a:ext uri="{FF2B5EF4-FFF2-40B4-BE49-F238E27FC236}">
                <a16:creationId xmlns:a16="http://schemas.microsoft.com/office/drawing/2014/main" id="{87915520-A070-4001-AB23-CF421E7C6FD5}"/>
              </a:ext>
            </a:extLst>
          </p:cNvPr>
          <p:cNvSpPr>
            <a:spLocks/>
          </p:cNvSpPr>
          <p:nvPr/>
        </p:nvSpPr>
        <p:spPr bwMode="auto">
          <a:xfrm>
            <a:off x="11859938" y="5091893"/>
            <a:ext cx="137946" cy="104597"/>
          </a:xfrm>
          <a:custGeom>
            <a:avLst/>
            <a:gdLst>
              <a:gd name="T0" fmla="*/ 40 w 91"/>
              <a:gd name="T1" fmla="*/ 69 h 69"/>
              <a:gd name="T2" fmla="*/ 91 w 91"/>
              <a:gd name="T3" fmla="*/ 19 h 69"/>
              <a:gd name="T4" fmla="*/ 75 w 91"/>
              <a:gd name="T5" fmla="*/ 0 h 69"/>
              <a:gd name="T6" fmla="*/ 0 w 91"/>
              <a:gd name="T7" fmla="*/ 27 h 69"/>
              <a:gd name="T8" fmla="*/ 40 w 91"/>
              <a:gd name="T9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69">
                <a:moveTo>
                  <a:pt x="40" y="69"/>
                </a:moveTo>
                <a:lnTo>
                  <a:pt x="91" y="19"/>
                </a:lnTo>
                <a:lnTo>
                  <a:pt x="75" y="0"/>
                </a:lnTo>
                <a:lnTo>
                  <a:pt x="0" y="27"/>
                </a:lnTo>
                <a:lnTo>
                  <a:pt x="40" y="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2" name="Freeform 454">
            <a:extLst>
              <a:ext uri="{FF2B5EF4-FFF2-40B4-BE49-F238E27FC236}">
                <a16:creationId xmlns:a16="http://schemas.microsoft.com/office/drawing/2014/main" id="{21E936D0-F741-4F50-8DCB-1A91A22D78CA}"/>
              </a:ext>
            </a:extLst>
          </p:cNvPr>
          <p:cNvSpPr>
            <a:spLocks/>
          </p:cNvSpPr>
          <p:nvPr/>
        </p:nvSpPr>
        <p:spPr bwMode="auto">
          <a:xfrm>
            <a:off x="11859938" y="5091893"/>
            <a:ext cx="137946" cy="104597"/>
          </a:xfrm>
          <a:custGeom>
            <a:avLst/>
            <a:gdLst>
              <a:gd name="T0" fmla="*/ 40 w 91"/>
              <a:gd name="T1" fmla="*/ 69 h 69"/>
              <a:gd name="T2" fmla="*/ 91 w 91"/>
              <a:gd name="T3" fmla="*/ 19 h 69"/>
              <a:gd name="T4" fmla="*/ 75 w 91"/>
              <a:gd name="T5" fmla="*/ 0 h 69"/>
              <a:gd name="T6" fmla="*/ 0 w 91"/>
              <a:gd name="T7" fmla="*/ 27 h 69"/>
              <a:gd name="T8" fmla="*/ 40 w 91"/>
              <a:gd name="T9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69">
                <a:moveTo>
                  <a:pt x="40" y="69"/>
                </a:moveTo>
                <a:lnTo>
                  <a:pt x="91" y="19"/>
                </a:lnTo>
                <a:lnTo>
                  <a:pt x="75" y="0"/>
                </a:lnTo>
                <a:lnTo>
                  <a:pt x="0" y="27"/>
                </a:lnTo>
                <a:lnTo>
                  <a:pt x="40" y="69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3" name="Freeform 455">
            <a:extLst>
              <a:ext uri="{FF2B5EF4-FFF2-40B4-BE49-F238E27FC236}">
                <a16:creationId xmlns:a16="http://schemas.microsoft.com/office/drawing/2014/main" id="{B2784742-1DA4-486F-AE7B-4B8751A1A2A6}"/>
              </a:ext>
            </a:extLst>
          </p:cNvPr>
          <p:cNvSpPr>
            <a:spLocks/>
          </p:cNvSpPr>
          <p:nvPr/>
        </p:nvSpPr>
        <p:spPr bwMode="auto">
          <a:xfrm>
            <a:off x="11799302" y="5031257"/>
            <a:ext cx="145526" cy="72763"/>
          </a:xfrm>
          <a:custGeom>
            <a:avLst/>
            <a:gdLst>
              <a:gd name="T0" fmla="*/ 0 w 96"/>
              <a:gd name="T1" fmla="*/ 26 h 48"/>
              <a:gd name="T2" fmla="*/ 21 w 96"/>
              <a:gd name="T3" fmla="*/ 48 h 48"/>
              <a:gd name="T4" fmla="*/ 96 w 96"/>
              <a:gd name="T5" fmla="*/ 24 h 48"/>
              <a:gd name="T6" fmla="*/ 75 w 96"/>
              <a:gd name="T7" fmla="*/ 0 h 48"/>
              <a:gd name="T8" fmla="*/ 0 w 96"/>
              <a:gd name="T9" fmla="*/ 2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48">
                <a:moveTo>
                  <a:pt x="0" y="26"/>
                </a:moveTo>
                <a:lnTo>
                  <a:pt x="21" y="48"/>
                </a:lnTo>
                <a:lnTo>
                  <a:pt x="96" y="24"/>
                </a:lnTo>
                <a:lnTo>
                  <a:pt x="75" y="0"/>
                </a:lnTo>
                <a:lnTo>
                  <a:pt x="0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4" name="Freeform 456">
            <a:extLst>
              <a:ext uri="{FF2B5EF4-FFF2-40B4-BE49-F238E27FC236}">
                <a16:creationId xmlns:a16="http://schemas.microsoft.com/office/drawing/2014/main" id="{7222BF2A-4F8F-4790-9B55-FADEDBAAFECF}"/>
              </a:ext>
            </a:extLst>
          </p:cNvPr>
          <p:cNvSpPr>
            <a:spLocks/>
          </p:cNvSpPr>
          <p:nvPr/>
        </p:nvSpPr>
        <p:spPr bwMode="auto">
          <a:xfrm>
            <a:off x="11799302" y="5031257"/>
            <a:ext cx="145526" cy="72763"/>
          </a:xfrm>
          <a:custGeom>
            <a:avLst/>
            <a:gdLst>
              <a:gd name="T0" fmla="*/ 0 w 96"/>
              <a:gd name="T1" fmla="*/ 26 h 48"/>
              <a:gd name="T2" fmla="*/ 21 w 96"/>
              <a:gd name="T3" fmla="*/ 48 h 48"/>
              <a:gd name="T4" fmla="*/ 96 w 96"/>
              <a:gd name="T5" fmla="*/ 24 h 48"/>
              <a:gd name="T6" fmla="*/ 75 w 96"/>
              <a:gd name="T7" fmla="*/ 0 h 48"/>
              <a:gd name="T8" fmla="*/ 0 w 96"/>
              <a:gd name="T9" fmla="*/ 2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48">
                <a:moveTo>
                  <a:pt x="0" y="26"/>
                </a:moveTo>
                <a:lnTo>
                  <a:pt x="21" y="48"/>
                </a:lnTo>
                <a:lnTo>
                  <a:pt x="96" y="24"/>
                </a:lnTo>
                <a:lnTo>
                  <a:pt x="75" y="0"/>
                </a:lnTo>
                <a:lnTo>
                  <a:pt x="0" y="26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5" name="Freeform 457">
            <a:extLst>
              <a:ext uri="{FF2B5EF4-FFF2-40B4-BE49-F238E27FC236}">
                <a16:creationId xmlns:a16="http://schemas.microsoft.com/office/drawing/2014/main" id="{11CF26F5-0A3C-4FED-B4BD-C1F54EAA6D49}"/>
              </a:ext>
            </a:extLst>
          </p:cNvPr>
          <p:cNvSpPr>
            <a:spLocks/>
          </p:cNvSpPr>
          <p:nvPr/>
        </p:nvSpPr>
        <p:spPr bwMode="auto">
          <a:xfrm>
            <a:off x="11714412" y="4949399"/>
            <a:ext cx="140978" cy="65183"/>
          </a:xfrm>
          <a:custGeom>
            <a:avLst/>
            <a:gdLst>
              <a:gd name="T0" fmla="*/ 75 w 93"/>
              <a:gd name="T1" fmla="*/ 0 h 43"/>
              <a:gd name="T2" fmla="*/ 75 w 93"/>
              <a:gd name="T3" fmla="*/ 0 h 43"/>
              <a:gd name="T4" fmla="*/ 0 w 93"/>
              <a:gd name="T5" fmla="*/ 24 h 43"/>
              <a:gd name="T6" fmla="*/ 19 w 93"/>
              <a:gd name="T7" fmla="*/ 43 h 43"/>
              <a:gd name="T8" fmla="*/ 93 w 93"/>
              <a:gd name="T9" fmla="*/ 16 h 43"/>
              <a:gd name="T10" fmla="*/ 75 w 93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43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3"/>
                </a:lnTo>
                <a:lnTo>
                  <a:pt x="93" y="16"/>
                </a:lnTo>
                <a:lnTo>
                  <a:pt x="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6" name="Freeform 458">
            <a:extLst>
              <a:ext uri="{FF2B5EF4-FFF2-40B4-BE49-F238E27FC236}">
                <a16:creationId xmlns:a16="http://schemas.microsoft.com/office/drawing/2014/main" id="{CBE2C999-E1B2-4183-9DB5-94E6CB76487D}"/>
              </a:ext>
            </a:extLst>
          </p:cNvPr>
          <p:cNvSpPr>
            <a:spLocks/>
          </p:cNvSpPr>
          <p:nvPr/>
        </p:nvSpPr>
        <p:spPr bwMode="auto">
          <a:xfrm>
            <a:off x="11714412" y="4949399"/>
            <a:ext cx="140978" cy="65183"/>
          </a:xfrm>
          <a:custGeom>
            <a:avLst/>
            <a:gdLst>
              <a:gd name="T0" fmla="*/ 75 w 93"/>
              <a:gd name="T1" fmla="*/ 0 h 43"/>
              <a:gd name="T2" fmla="*/ 75 w 93"/>
              <a:gd name="T3" fmla="*/ 0 h 43"/>
              <a:gd name="T4" fmla="*/ 0 w 93"/>
              <a:gd name="T5" fmla="*/ 24 h 43"/>
              <a:gd name="T6" fmla="*/ 19 w 93"/>
              <a:gd name="T7" fmla="*/ 43 h 43"/>
              <a:gd name="T8" fmla="*/ 93 w 93"/>
              <a:gd name="T9" fmla="*/ 16 h 43"/>
              <a:gd name="T10" fmla="*/ 75 w 93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43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3"/>
                </a:lnTo>
                <a:lnTo>
                  <a:pt x="93" y="16"/>
                </a:lnTo>
                <a:lnTo>
                  <a:pt x="7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7" name="Freeform 459">
            <a:extLst>
              <a:ext uri="{FF2B5EF4-FFF2-40B4-BE49-F238E27FC236}">
                <a16:creationId xmlns:a16="http://schemas.microsoft.com/office/drawing/2014/main" id="{68F8AB47-B119-4C5C-A30F-21C6FDCEE8E9}"/>
              </a:ext>
            </a:extLst>
          </p:cNvPr>
          <p:cNvSpPr>
            <a:spLocks/>
          </p:cNvSpPr>
          <p:nvPr/>
        </p:nvSpPr>
        <p:spPr bwMode="auto">
          <a:xfrm>
            <a:off x="11770500" y="5007003"/>
            <a:ext cx="142494" cy="63667"/>
          </a:xfrm>
          <a:custGeom>
            <a:avLst/>
            <a:gdLst>
              <a:gd name="T0" fmla="*/ 75 w 94"/>
              <a:gd name="T1" fmla="*/ 0 h 42"/>
              <a:gd name="T2" fmla="*/ 75 w 94"/>
              <a:gd name="T3" fmla="*/ 0 h 42"/>
              <a:gd name="T4" fmla="*/ 0 w 94"/>
              <a:gd name="T5" fmla="*/ 24 h 42"/>
              <a:gd name="T6" fmla="*/ 19 w 94"/>
              <a:gd name="T7" fmla="*/ 42 h 42"/>
              <a:gd name="T8" fmla="*/ 94 w 94"/>
              <a:gd name="T9" fmla="*/ 16 h 42"/>
              <a:gd name="T10" fmla="*/ 75 w 94"/>
              <a:gd name="T1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42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2"/>
                </a:lnTo>
                <a:lnTo>
                  <a:pt x="94" y="16"/>
                </a:lnTo>
                <a:lnTo>
                  <a:pt x="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8" name="Freeform 460">
            <a:extLst>
              <a:ext uri="{FF2B5EF4-FFF2-40B4-BE49-F238E27FC236}">
                <a16:creationId xmlns:a16="http://schemas.microsoft.com/office/drawing/2014/main" id="{C4AE4840-6A2F-476C-B5C5-48563D498F13}"/>
              </a:ext>
            </a:extLst>
          </p:cNvPr>
          <p:cNvSpPr>
            <a:spLocks/>
          </p:cNvSpPr>
          <p:nvPr/>
        </p:nvSpPr>
        <p:spPr bwMode="auto">
          <a:xfrm>
            <a:off x="11770500" y="5007003"/>
            <a:ext cx="142494" cy="63667"/>
          </a:xfrm>
          <a:custGeom>
            <a:avLst/>
            <a:gdLst>
              <a:gd name="T0" fmla="*/ 75 w 94"/>
              <a:gd name="T1" fmla="*/ 0 h 42"/>
              <a:gd name="T2" fmla="*/ 75 w 94"/>
              <a:gd name="T3" fmla="*/ 0 h 42"/>
              <a:gd name="T4" fmla="*/ 0 w 94"/>
              <a:gd name="T5" fmla="*/ 24 h 42"/>
              <a:gd name="T6" fmla="*/ 19 w 94"/>
              <a:gd name="T7" fmla="*/ 42 h 42"/>
              <a:gd name="T8" fmla="*/ 94 w 94"/>
              <a:gd name="T9" fmla="*/ 16 h 42"/>
              <a:gd name="T10" fmla="*/ 75 w 94"/>
              <a:gd name="T1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42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2"/>
                </a:lnTo>
                <a:lnTo>
                  <a:pt x="94" y="16"/>
                </a:lnTo>
                <a:lnTo>
                  <a:pt x="7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89" name="Freeform 461">
            <a:extLst>
              <a:ext uri="{FF2B5EF4-FFF2-40B4-BE49-F238E27FC236}">
                <a16:creationId xmlns:a16="http://schemas.microsoft.com/office/drawing/2014/main" id="{423177FF-75C1-4D54-B595-E9A26BB3893D}"/>
              </a:ext>
            </a:extLst>
          </p:cNvPr>
          <p:cNvSpPr>
            <a:spLocks/>
          </p:cNvSpPr>
          <p:nvPr/>
        </p:nvSpPr>
        <p:spPr bwMode="auto">
          <a:xfrm>
            <a:off x="11831136" y="5067638"/>
            <a:ext cx="142494" cy="65183"/>
          </a:xfrm>
          <a:custGeom>
            <a:avLst/>
            <a:gdLst>
              <a:gd name="T0" fmla="*/ 75 w 94"/>
              <a:gd name="T1" fmla="*/ 0 h 43"/>
              <a:gd name="T2" fmla="*/ 75 w 94"/>
              <a:gd name="T3" fmla="*/ 0 h 43"/>
              <a:gd name="T4" fmla="*/ 0 w 94"/>
              <a:gd name="T5" fmla="*/ 24 h 43"/>
              <a:gd name="T6" fmla="*/ 19 w 94"/>
              <a:gd name="T7" fmla="*/ 43 h 43"/>
              <a:gd name="T8" fmla="*/ 94 w 94"/>
              <a:gd name="T9" fmla="*/ 16 h 43"/>
              <a:gd name="T10" fmla="*/ 75 w 94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43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3"/>
                </a:lnTo>
                <a:lnTo>
                  <a:pt x="94" y="16"/>
                </a:lnTo>
                <a:lnTo>
                  <a:pt x="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0" name="Freeform 462">
            <a:extLst>
              <a:ext uri="{FF2B5EF4-FFF2-40B4-BE49-F238E27FC236}">
                <a16:creationId xmlns:a16="http://schemas.microsoft.com/office/drawing/2014/main" id="{43E1528F-E83C-431D-8B11-F763F4E582FF}"/>
              </a:ext>
            </a:extLst>
          </p:cNvPr>
          <p:cNvSpPr>
            <a:spLocks/>
          </p:cNvSpPr>
          <p:nvPr/>
        </p:nvSpPr>
        <p:spPr bwMode="auto">
          <a:xfrm>
            <a:off x="11831136" y="5067638"/>
            <a:ext cx="142494" cy="65183"/>
          </a:xfrm>
          <a:custGeom>
            <a:avLst/>
            <a:gdLst>
              <a:gd name="T0" fmla="*/ 75 w 94"/>
              <a:gd name="T1" fmla="*/ 0 h 43"/>
              <a:gd name="T2" fmla="*/ 75 w 94"/>
              <a:gd name="T3" fmla="*/ 0 h 43"/>
              <a:gd name="T4" fmla="*/ 0 w 94"/>
              <a:gd name="T5" fmla="*/ 24 h 43"/>
              <a:gd name="T6" fmla="*/ 19 w 94"/>
              <a:gd name="T7" fmla="*/ 43 h 43"/>
              <a:gd name="T8" fmla="*/ 94 w 94"/>
              <a:gd name="T9" fmla="*/ 16 h 43"/>
              <a:gd name="T10" fmla="*/ 75 w 94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4" h="43">
                <a:moveTo>
                  <a:pt x="75" y="0"/>
                </a:moveTo>
                <a:lnTo>
                  <a:pt x="75" y="0"/>
                </a:lnTo>
                <a:lnTo>
                  <a:pt x="0" y="24"/>
                </a:lnTo>
                <a:lnTo>
                  <a:pt x="19" y="43"/>
                </a:lnTo>
                <a:lnTo>
                  <a:pt x="94" y="16"/>
                </a:lnTo>
                <a:lnTo>
                  <a:pt x="75" y="0"/>
                </a:ln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1" name="Freeform 463">
            <a:extLst>
              <a:ext uri="{FF2B5EF4-FFF2-40B4-BE49-F238E27FC236}">
                <a16:creationId xmlns:a16="http://schemas.microsoft.com/office/drawing/2014/main" id="{6C90B14F-598E-4AE0-B8B9-15396E303891}"/>
              </a:ext>
            </a:extLst>
          </p:cNvPr>
          <p:cNvSpPr>
            <a:spLocks/>
          </p:cNvSpPr>
          <p:nvPr/>
        </p:nvSpPr>
        <p:spPr bwMode="auto">
          <a:xfrm>
            <a:off x="11949375" y="5147980"/>
            <a:ext cx="140978" cy="142494"/>
          </a:xfrm>
          <a:custGeom>
            <a:avLst/>
            <a:gdLst>
              <a:gd name="T0" fmla="*/ 93 w 93"/>
              <a:gd name="T1" fmla="*/ 78 h 94"/>
              <a:gd name="T2" fmla="*/ 80 w 93"/>
              <a:gd name="T3" fmla="*/ 94 h 94"/>
              <a:gd name="T4" fmla="*/ 0 w 93"/>
              <a:gd name="T5" fmla="*/ 14 h 94"/>
              <a:gd name="T6" fmla="*/ 13 w 93"/>
              <a:gd name="T7" fmla="*/ 0 h 94"/>
              <a:gd name="T8" fmla="*/ 93 w 93"/>
              <a:gd name="T9" fmla="*/ 7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" h="94">
                <a:moveTo>
                  <a:pt x="93" y="78"/>
                </a:moveTo>
                <a:lnTo>
                  <a:pt x="80" y="94"/>
                </a:lnTo>
                <a:lnTo>
                  <a:pt x="0" y="14"/>
                </a:lnTo>
                <a:lnTo>
                  <a:pt x="13" y="0"/>
                </a:lnTo>
                <a:lnTo>
                  <a:pt x="93" y="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2" name="Freeform 464">
            <a:extLst>
              <a:ext uri="{FF2B5EF4-FFF2-40B4-BE49-F238E27FC236}">
                <a16:creationId xmlns:a16="http://schemas.microsoft.com/office/drawing/2014/main" id="{52043FD3-3A27-43CB-B383-FE0F0AAA726E}"/>
              </a:ext>
            </a:extLst>
          </p:cNvPr>
          <p:cNvSpPr>
            <a:spLocks/>
          </p:cNvSpPr>
          <p:nvPr/>
        </p:nvSpPr>
        <p:spPr bwMode="auto">
          <a:xfrm>
            <a:off x="11966050" y="5140401"/>
            <a:ext cx="87922" cy="28802"/>
          </a:xfrm>
          <a:custGeom>
            <a:avLst/>
            <a:gdLst>
              <a:gd name="T0" fmla="*/ 12 w 22"/>
              <a:gd name="T1" fmla="*/ 7 h 7"/>
              <a:gd name="T2" fmla="*/ 0 w 22"/>
              <a:gd name="T3" fmla="*/ 3 h 7"/>
              <a:gd name="T4" fmla="*/ 2 w 22"/>
              <a:gd name="T5" fmla="*/ 0 h 7"/>
              <a:gd name="T6" fmla="*/ 20 w 22"/>
              <a:gd name="T7" fmla="*/ 1 h 7"/>
              <a:gd name="T8" fmla="*/ 22 w 22"/>
              <a:gd name="T9" fmla="*/ 5 h 7"/>
              <a:gd name="T10" fmla="*/ 12 w 22"/>
              <a:gd name="T11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7">
                <a:moveTo>
                  <a:pt x="12" y="7"/>
                </a:moveTo>
                <a:cubicBezTo>
                  <a:pt x="5" y="7"/>
                  <a:pt x="0" y="3"/>
                  <a:pt x="0" y="3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10" y="6"/>
                  <a:pt x="20" y="1"/>
                </a:cubicBezTo>
                <a:cubicBezTo>
                  <a:pt x="22" y="5"/>
                  <a:pt x="22" y="5"/>
                  <a:pt x="22" y="5"/>
                </a:cubicBezTo>
                <a:cubicBezTo>
                  <a:pt x="18" y="7"/>
                  <a:pt x="15" y="7"/>
                  <a:pt x="12" y="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3" name="Freeform 504">
            <a:extLst>
              <a:ext uri="{FF2B5EF4-FFF2-40B4-BE49-F238E27FC236}">
                <a16:creationId xmlns:a16="http://schemas.microsoft.com/office/drawing/2014/main" id="{DC703FE0-4266-4682-AF59-59231DFF0718}"/>
              </a:ext>
            </a:extLst>
          </p:cNvPr>
          <p:cNvSpPr>
            <a:spLocks noEditPoints="1"/>
          </p:cNvSpPr>
          <p:nvPr/>
        </p:nvSpPr>
        <p:spPr bwMode="auto">
          <a:xfrm>
            <a:off x="11045904" y="5748274"/>
            <a:ext cx="93985" cy="97017"/>
          </a:xfrm>
          <a:custGeom>
            <a:avLst/>
            <a:gdLst>
              <a:gd name="T0" fmla="*/ 11 w 23"/>
              <a:gd name="T1" fmla="*/ 24 h 24"/>
              <a:gd name="T2" fmla="*/ 23 w 23"/>
              <a:gd name="T3" fmla="*/ 12 h 24"/>
              <a:gd name="T4" fmla="*/ 11 w 23"/>
              <a:gd name="T5" fmla="*/ 0 h 24"/>
              <a:gd name="T6" fmla="*/ 0 w 23"/>
              <a:gd name="T7" fmla="*/ 12 h 24"/>
              <a:gd name="T8" fmla="*/ 11 w 23"/>
              <a:gd name="T9" fmla="*/ 24 h 24"/>
              <a:gd name="T10" fmla="*/ 11 w 23"/>
              <a:gd name="T11" fmla="*/ 1 h 24"/>
              <a:gd name="T12" fmla="*/ 22 w 23"/>
              <a:gd name="T13" fmla="*/ 12 h 24"/>
              <a:gd name="T14" fmla="*/ 11 w 23"/>
              <a:gd name="T15" fmla="*/ 22 h 24"/>
              <a:gd name="T16" fmla="*/ 1 w 23"/>
              <a:gd name="T17" fmla="*/ 12 h 24"/>
              <a:gd name="T18" fmla="*/ 11 w 23"/>
              <a:gd name="T19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4">
                <a:moveTo>
                  <a:pt x="11" y="24"/>
                </a:moveTo>
                <a:cubicBezTo>
                  <a:pt x="18" y="24"/>
                  <a:pt x="23" y="18"/>
                  <a:pt x="23" y="12"/>
                </a:cubicBezTo>
                <a:cubicBezTo>
                  <a:pt x="23" y="5"/>
                  <a:pt x="18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1" y="24"/>
                </a:cubicBezTo>
                <a:close/>
                <a:moveTo>
                  <a:pt x="11" y="1"/>
                </a:moveTo>
                <a:cubicBezTo>
                  <a:pt x="17" y="1"/>
                  <a:pt x="22" y="6"/>
                  <a:pt x="22" y="12"/>
                </a:cubicBezTo>
                <a:cubicBezTo>
                  <a:pt x="22" y="17"/>
                  <a:pt x="17" y="22"/>
                  <a:pt x="11" y="22"/>
                </a:cubicBezTo>
                <a:cubicBezTo>
                  <a:pt x="6" y="22"/>
                  <a:pt x="1" y="17"/>
                  <a:pt x="1" y="12"/>
                </a:cubicBezTo>
                <a:cubicBezTo>
                  <a:pt x="1" y="6"/>
                  <a:pt x="6" y="1"/>
                  <a:pt x="11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4" name="Freeform 505">
            <a:extLst>
              <a:ext uri="{FF2B5EF4-FFF2-40B4-BE49-F238E27FC236}">
                <a16:creationId xmlns:a16="http://schemas.microsoft.com/office/drawing/2014/main" id="{05AC98F4-EAAD-4BD8-AB24-DA66D9263A3B}"/>
              </a:ext>
            </a:extLst>
          </p:cNvPr>
          <p:cNvSpPr>
            <a:spLocks/>
          </p:cNvSpPr>
          <p:nvPr/>
        </p:nvSpPr>
        <p:spPr bwMode="auto">
          <a:xfrm>
            <a:off x="10945855" y="5733115"/>
            <a:ext cx="75795" cy="124303"/>
          </a:xfrm>
          <a:custGeom>
            <a:avLst/>
            <a:gdLst>
              <a:gd name="T0" fmla="*/ 0 w 19"/>
              <a:gd name="T1" fmla="*/ 8 h 31"/>
              <a:gd name="T2" fmla="*/ 0 w 19"/>
              <a:gd name="T3" fmla="*/ 23 h 31"/>
              <a:gd name="T4" fmla="*/ 8 w 19"/>
              <a:gd name="T5" fmla="*/ 31 h 31"/>
              <a:gd name="T6" fmla="*/ 8 w 19"/>
              <a:gd name="T7" fmla="*/ 31 h 31"/>
              <a:gd name="T8" fmla="*/ 12 w 19"/>
              <a:gd name="T9" fmla="*/ 8 h 31"/>
              <a:gd name="T10" fmla="*/ 19 w 19"/>
              <a:gd name="T11" fmla="*/ 0 h 31"/>
              <a:gd name="T12" fmla="*/ 10 w 19"/>
              <a:gd name="T13" fmla="*/ 0 h 31"/>
              <a:gd name="T14" fmla="*/ 0 w 19"/>
              <a:gd name="T15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31">
                <a:moveTo>
                  <a:pt x="0" y="8"/>
                </a:move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8" y="23"/>
                  <a:pt x="8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11" y="18"/>
                  <a:pt x="12" y="10"/>
                  <a:pt x="12" y="8"/>
                </a:cubicBezTo>
                <a:cubicBezTo>
                  <a:pt x="13" y="4"/>
                  <a:pt x="16" y="1"/>
                  <a:pt x="1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1" y="8"/>
                  <a:pt x="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5" name="Freeform 506">
            <a:extLst>
              <a:ext uri="{FF2B5EF4-FFF2-40B4-BE49-F238E27FC236}">
                <a16:creationId xmlns:a16="http://schemas.microsoft.com/office/drawing/2014/main" id="{CB27DAD1-A96A-40BF-A027-BB1500510CBA}"/>
              </a:ext>
            </a:extLst>
          </p:cNvPr>
          <p:cNvSpPr>
            <a:spLocks/>
          </p:cNvSpPr>
          <p:nvPr/>
        </p:nvSpPr>
        <p:spPr bwMode="auto">
          <a:xfrm>
            <a:off x="11033777" y="5733115"/>
            <a:ext cx="207677" cy="124303"/>
          </a:xfrm>
          <a:custGeom>
            <a:avLst/>
            <a:gdLst>
              <a:gd name="T0" fmla="*/ 0 w 51"/>
              <a:gd name="T1" fmla="*/ 31 h 31"/>
              <a:gd name="T2" fmla="*/ 22 w 51"/>
              <a:gd name="T3" fmla="*/ 31 h 31"/>
              <a:gd name="T4" fmla="*/ 39 w 51"/>
              <a:gd name="T5" fmla="*/ 24 h 31"/>
              <a:gd name="T6" fmla="*/ 39 w 51"/>
              <a:gd name="T7" fmla="*/ 28 h 31"/>
              <a:gd name="T8" fmla="*/ 39 w 51"/>
              <a:gd name="T9" fmla="*/ 31 h 31"/>
              <a:gd name="T10" fmla="*/ 42 w 51"/>
              <a:gd name="T11" fmla="*/ 31 h 31"/>
              <a:gd name="T12" fmla="*/ 51 w 51"/>
              <a:gd name="T13" fmla="*/ 23 h 31"/>
              <a:gd name="T14" fmla="*/ 51 w 51"/>
              <a:gd name="T15" fmla="*/ 8 h 31"/>
              <a:gd name="T16" fmla="*/ 42 w 51"/>
              <a:gd name="T17" fmla="*/ 0 h 31"/>
              <a:gd name="T18" fmla="*/ 4 w 51"/>
              <a:gd name="T19" fmla="*/ 0 h 31"/>
              <a:gd name="T20" fmla="*/ 3 w 51"/>
              <a:gd name="T21" fmla="*/ 10 h 31"/>
              <a:gd name="T22" fmla="*/ 14 w 51"/>
              <a:gd name="T23" fmla="*/ 3 h 31"/>
              <a:gd name="T24" fmla="*/ 27 w 51"/>
              <a:gd name="T25" fmla="*/ 16 h 31"/>
              <a:gd name="T26" fmla="*/ 14 w 51"/>
              <a:gd name="T27" fmla="*/ 29 h 31"/>
              <a:gd name="T28" fmla="*/ 2 w 51"/>
              <a:gd name="T29" fmla="*/ 18 h 31"/>
              <a:gd name="T30" fmla="*/ 0 w 51"/>
              <a:gd name="T3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1" h="31">
                <a:moveTo>
                  <a:pt x="0" y="31"/>
                </a:moveTo>
                <a:cubicBezTo>
                  <a:pt x="22" y="31"/>
                  <a:pt x="22" y="31"/>
                  <a:pt x="22" y="31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39" y="30"/>
                  <a:pt x="39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21"/>
                  <a:pt x="51" y="23"/>
                  <a:pt x="51" y="23"/>
                </a:cubicBezTo>
                <a:cubicBezTo>
                  <a:pt x="51" y="8"/>
                  <a:pt x="51" y="8"/>
                  <a:pt x="51" y="8"/>
                </a:cubicBezTo>
                <a:cubicBezTo>
                  <a:pt x="41" y="8"/>
                  <a:pt x="42" y="0"/>
                  <a:pt x="42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0"/>
                  <a:pt x="3" y="10"/>
                  <a:pt x="3" y="10"/>
                </a:cubicBezTo>
                <a:cubicBezTo>
                  <a:pt x="5" y="6"/>
                  <a:pt x="9" y="3"/>
                  <a:pt x="14" y="3"/>
                </a:cubicBezTo>
                <a:cubicBezTo>
                  <a:pt x="22" y="3"/>
                  <a:pt x="27" y="9"/>
                  <a:pt x="27" y="16"/>
                </a:cubicBezTo>
                <a:cubicBezTo>
                  <a:pt x="27" y="23"/>
                  <a:pt x="22" y="29"/>
                  <a:pt x="14" y="29"/>
                </a:cubicBezTo>
                <a:cubicBezTo>
                  <a:pt x="8" y="29"/>
                  <a:pt x="3" y="24"/>
                  <a:pt x="2" y="18"/>
                </a:cubicBezTo>
                <a:lnTo>
                  <a:pt x="0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6" name="Freeform 507">
            <a:extLst>
              <a:ext uri="{FF2B5EF4-FFF2-40B4-BE49-F238E27FC236}">
                <a16:creationId xmlns:a16="http://schemas.microsoft.com/office/drawing/2014/main" id="{454CCF6E-4CBF-4E1E-9063-A9BB47957650}"/>
              </a:ext>
            </a:extLst>
          </p:cNvPr>
          <p:cNvSpPr>
            <a:spLocks/>
          </p:cNvSpPr>
          <p:nvPr/>
        </p:nvSpPr>
        <p:spPr bwMode="auto">
          <a:xfrm>
            <a:off x="10863997" y="5670963"/>
            <a:ext cx="457799" cy="248606"/>
          </a:xfrm>
          <a:custGeom>
            <a:avLst/>
            <a:gdLst>
              <a:gd name="T0" fmla="*/ 0 w 113"/>
              <a:gd name="T1" fmla="*/ 0 h 61"/>
              <a:gd name="T2" fmla="*/ 0 w 113"/>
              <a:gd name="T3" fmla="*/ 61 h 61"/>
              <a:gd name="T4" fmla="*/ 2 w 113"/>
              <a:gd name="T5" fmla="*/ 61 h 61"/>
              <a:gd name="T6" fmla="*/ 25 w 113"/>
              <a:gd name="T7" fmla="*/ 61 h 61"/>
              <a:gd name="T8" fmla="*/ 27 w 113"/>
              <a:gd name="T9" fmla="*/ 54 h 61"/>
              <a:gd name="T10" fmla="*/ 10 w 113"/>
              <a:gd name="T11" fmla="*/ 54 h 61"/>
              <a:gd name="T12" fmla="*/ 10 w 113"/>
              <a:gd name="T13" fmla="*/ 8 h 61"/>
              <a:gd name="T14" fmla="*/ 103 w 113"/>
              <a:gd name="T15" fmla="*/ 8 h 61"/>
              <a:gd name="T16" fmla="*/ 103 w 113"/>
              <a:gd name="T17" fmla="*/ 54 h 61"/>
              <a:gd name="T18" fmla="*/ 78 w 113"/>
              <a:gd name="T19" fmla="*/ 54 h 61"/>
              <a:gd name="T20" fmla="*/ 75 w 113"/>
              <a:gd name="T21" fmla="*/ 56 h 61"/>
              <a:gd name="T22" fmla="*/ 63 w 113"/>
              <a:gd name="T23" fmla="*/ 61 h 61"/>
              <a:gd name="T24" fmla="*/ 113 w 113"/>
              <a:gd name="T25" fmla="*/ 61 h 61"/>
              <a:gd name="T26" fmla="*/ 113 w 113"/>
              <a:gd name="T27" fmla="*/ 0 h 61"/>
              <a:gd name="T28" fmla="*/ 0 w 113"/>
              <a:gd name="T2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" h="61">
                <a:moveTo>
                  <a:pt x="0" y="0"/>
                </a:moveTo>
                <a:cubicBezTo>
                  <a:pt x="0" y="61"/>
                  <a:pt x="0" y="61"/>
                  <a:pt x="0" y="61"/>
                </a:cubicBezTo>
                <a:cubicBezTo>
                  <a:pt x="1" y="61"/>
                  <a:pt x="1" y="61"/>
                  <a:pt x="2" y="61"/>
                </a:cubicBezTo>
                <a:cubicBezTo>
                  <a:pt x="25" y="61"/>
                  <a:pt x="25" y="61"/>
                  <a:pt x="25" y="61"/>
                </a:cubicBezTo>
                <a:cubicBezTo>
                  <a:pt x="26" y="59"/>
                  <a:pt x="26" y="56"/>
                  <a:pt x="27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8"/>
                  <a:pt x="10" y="8"/>
                  <a:pt x="10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54"/>
                  <a:pt x="103" y="54"/>
                  <a:pt x="103" y="54"/>
                </a:cubicBezTo>
                <a:cubicBezTo>
                  <a:pt x="78" y="54"/>
                  <a:pt x="78" y="54"/>
                  <a:pt x="78" y="54"/>
                </a:cubicBezTo>
                <a:cubicBezTo>
                  <a:pt x="77" y="54"/>
                  <a:pt x="76" y="55"/>
                  <a:pt x="75" y="56"/>
                </a:cubicBezTo>
                <a:cubicBezTo>
                  <a:pt x="74" y="56"/>
                  <a:pt x="71" y="57"/>
                  <a:pt x="6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0"/>
                  <a:pt x="113" y="0"/>
                  <a:pt x="113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7" name="Freeform 508">
            <a:extLst>
              <a:ext uri="{FF2B5EF4-FFF2-40B4-BE49-F238E27FC236}">
                <a16:creationId xmlns:a16="http://schemas.microsoft.com/office/drawing/2014/main" id="{771FA943-BFC7-4D9C-89B9-D446EA0C74E5}"/>
              </a:ext>
            </a:extLst>
          </p:cNvPr>
          <p:cNvSpPr>
            <a:spLocks noEditPoints="1"/>
          </p:cNvSpPr>
          <p:nvPr/>
        </p:nvSpPr>
        <p:spPr bwMode="auto">
          <a:xfrm>
            <a:off x="10779107" y="5740694"/>
            <a:ext cx="404743" cy="425966"/>
          </a:xfrm>
          <a:custGeom>
            <a:avLst/>
            <a:gdLst>
              <a:gd name="T0" fmla="*/ 54 w 100"/>
              <a:gd name="T1" fmla="*/ 72 h 105"/>
              <a:gd name="T2" fmla="*/ 57 w 100"/>
              <a:gd name="T3" fmla="*/ 55 h 105"/>
              <a:gd name="T4" fmla="*/ 95 w 100"/>
              <a:gd name="T5" fmla="*/ 37 h 105"/>
              <a:gd name="T6" fmla="*/ 99 w 100"/>
              <a:gd name="T7" fmla="*/ 27 h 105"/>
              <a:gd name="T8" fmla="*/ 58 w 100"/>
              <a:gd name="T9" fmla="*/ 45 h 105"/>
              <a:gd name="T10" fmla="*/ 64 w 100"/>
              <a:gd name="T11" fmla="*/ 0 h 105"/>
              <a:gd name="T12" fmla="*/ 56 w 100"/>
              <a:gd name="T13" fmla="*/ 7 h 105"/>
              <a:gd name="T14" fmla="*/ 48 w 100"/>
              <a:gd name="T15" fmla="*/ 49 h 105"/>
              <a:gd name="T16" fmla="*/ 33 w 100"/>
              <a:gd name="T17" fmla="*/ 55 h 105"/>
              <a:gd name="T18" fmla="*/ 26 w 100"/>
              <a:gd name="T19" fmla="*/ 49 h 105"/>
              <a:gd name="T20" fmla="*/ 13 w 100"/>
              <a:gd name="T21" fmla="*/ 49 h 105"/>
              <a:gd name="T22" fmla="*/ 3 w 100"/>
              <a:gd name="T23" fmla="*/ 68 h 105"/>
              <a:gd name="T24" fmla="*/ 10 w 100"/>
              <a:gd name="T25" fmla="*/ 74 h 105"/>
              <a:gd name="T26" fmla="*/ 23 w 100"/>
              <a:gd name="T27" fmla="*/ 74 h 105"/>
              <a:gd name="T28" fmla="*/ 28 w 100"/>
              <a:gd name="T29" fmla="*/ 71 h 105"/>
              <a:gd name="T30" fmla="*/ 28 w 100"/>
              <a:gd name="T31" fmla="*/ 71 h 105"/>
              <a:gd name="T32" fmla="*/ 29 w 100"/>
              <a:gd name="T33" fmla="*/ 70 h 105"/>
              <a:gd name="T34" fmla="*/ 48 w 100"/>
              <a:gd name="T35" fmla="*/ 58 h 105"/>
              <a:gd name="T36" fmla="*/ 41 w 100"/>
              <a:gd name="T37" fmla="*/ 80 h 105"/>
              <a:gd name="T38" fmla="*/ 41 w 100"/>
              <a:gd name="T39" fmla="*/ 80 h 105"/>
              <a:gd name="T40" fmla="*/ 41 w 100"/>
              <a:gd name="T41" fmla="*/ 80 h 105"/>
              <a:gd name="T42" fmla="*/ 39 w 100"/>
              <a:gd name="T43" fmla="*/ 86 h 105"/>
              <a:gd name="T44" fmla="*/ 42 w 100"/>
              <a:gd name="T45" fmla="*/ 99 h 105"/>
              <a:gd name="T46" fmla="*/ 50 w 100"/>
              <a:gd name="T47" fmla="*/ 104 h 105"/>
              <a:gd name="T48" fmla="*/ 66 w 100"/>
              <a:gd name="T49" fmla="*/ 90 h 105"/>
              <a:gd name="T50" fmla="*/ 62 w 100"/>
              <a:gd name="T51" fmla="*/ 77 h 105"/>
              <a:gd name="T52" fmla="*/ 54 w 100"/>
              <a:gd name="T53" fmla="*/ 72 h 105"/>
              <a:gd name="T54" fmla="*/ 20 w 100"/>
              <a:gd name="T55" fmla="*/ 67 h 105"/>
              <a:gd name="T56" fmla="*/ 13 w 100"/>
              <a:gd name="T57" fmla="*/ 68 h 105"/>
              <a:gd name="T58" fmla="*/ 10 w 100"/>
              <a:gd name="T59" fmla="*/ 65 h 105"/>
              <a:gd name="T60" fmla="*/ 16 w 100"/>
              <a:gd name="T61" fmla="*/ 56 h 105"/>
              <a:gd name="T62" fmla="*/ 23 w 100"/>
              <a:gd name="T63" fmla="*/ 56 h 105"/>
              <a:gd name="T64" fmla="*/ 26 w 100"/>
              <a:gd name="T65" fmla="*/ 58 h 105"/>
              <a:gd name="T66" fmla="*/ 20 w 100"/>
              <a:gd name="T67" fmla="*/ 67 h 105"/>
              <a:gd name="T68" fmla="*/ 58 w 100"/>
              <a:gd name="T69" fmla="*/ 89 h 105"/>
              <a:gd name="T70" fmla="*/ 51 w 100"/>
              <a:gd name="T71" fmla="*/ 97 h 105"/>
              <a:gd name="T72" fmla="*/ 48 w 100"/>
              <a:gd name="T73" fmla="*/ 94 h 105"/>
              <a:gd name="T74" fmla="*/ 46 w 100"/>
              <a:gd name="T75" fmla="*/ 87 h 105"/>
              <a:gd name="T76" fmla="*/ 53 w 100"/>
              <a:gd name="T77" fmla="*/ 79 h 105"/>
              <a:gd name="T78" fmla="*/ 57 w 100"/>
              <a:gd name="T79" fmla="*/ 81 h 105"/>
              <a:gd name="T80" fmla="*/ 58 w 100"/>
              <a:gd name="T81" fmla="*/ 8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0" h="105">
                <a:moveTo>
                  <a:pt x="54" y="72"/>
                </a:moveTo>
                <a:cubicBezTo>
                  <a:pt x="57" y="55"/>
                  <a:pt x="57" y="55"/>
                  <a:pt x="57" y="55"/>
                </a:cubicBezTo>
                <a:cubicBezTo>
                  <a:pt x="67" y="50"/>
                  <a:pt x="91" y="39"/>
                  <a:pt x="95" y="37"/>
                </a:cubicBezTo>
                <a:cubicBezTo>
                  <a:pt x="100" y="35"/>
                  <a:pt x="99" y="27"/>
                  <a:pt x="99" y="27"/>
                </a:cubicBezTo>
                <a:cubicBezTo>
                  <a:pt x="58" y="45"/>
                  <a:pt x="58" y="45"/>
                  <a:pt x="58" y="45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57" y="2"/>
                  <a:pt x="56" y="7"/>
                </a:cubicBezTo>
                <a:cubicBezTo>
                  <a:pt x="56" y="11"/>
                  <a:pt x="51" y="37"/>
                  <a:pt x="48" y="49"/>
                </a:cubicBezTo>
                <a:cubicBezTo>
                  <a:pt x="33" y="55"/>
                  <a:pt x="33" y="55"/>
                  <a:pt x="33" y="55"/>
                </a:cubicBezTo>
                <a:cubicBezTo>
                  <a:pt x="31" y="52"/>
                  <a:pt x="29" y="50"/>
                  <a:pt x="26" y="49"/>
                </a:cubicBezTo>
                <a:cubicBezTo>
                  <a:pt x="22" y="47"/>
                  <a:pt x="17" y="47"/>
                  <a:pt x="13" y="49"/>
                </a:cubicBezTo>
                <a:cubicBezTo>
                  <a:pt x="5" y="53"/>
                  <a:pt x="0" y="61"/>
                  <a:pt x="3" y="68"/>
                </a:cubicBezTo>
                <a:cubicBezTo>
                  <a:pt x="4" y="71"/>
                  <a:pt x="7" y="73"/>
                  <a:pt x="10" y="74"/>
                </a:cubicBezTo>
                <a:cubicBezTo>
                  <a:pt x="14" y="76"/>
                  <a:pt x="19" y="76"/>
                  <a:pt x="23" y="74"/>
                </a:cubicBezTo>
                <a:cubicBezTo>
                  <a:pt x="25" y="73"/>
                  <a:pt x="27" y="72"/>
                  <a:pt x="28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9" y="70"/>
                  <a:pt x="29" y="70"/>
                  <a:pt x="29" y="70"/>
                </a:cubicBezTo>
                <a:cubicBezTo>
                  <a:pt x="38" y="62"/>
                  <a:pt x="44" y="59"/>
                  <a:pt x="48" y="58"/>
                </a:cubicBezTo>
                <a:cubicBezTo>
                  <a:pt x="48" y="62"/>
                  <a:pt x="47" y="69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0" y="82"/>
                  <a:pt x="39" y="84"/>
                  <a:pt x="39" y="86"/>
                </a:cubicBezTo>
                <a:cubicBezTo>
                  <a:pt x="38" y="91"/>
                  <a:pt x="39" y="96"/>
                  <a:pt x="42" y="99"/>
                </a:cubicBezTo>
                <a:cubicBezTo>
                  <a:pt x="44" y="102"/>
                  <a:pt x="47" y="103"/>
                  <a:pt x="50" y="104"/>
                </a:cubicBezTo>
                <a:cubicBezTo>
                  <a:pt x="57" y="105"/>
                  <a:pt x="64" y="98"/>
                  <a:pt x="66" y="90"/>
                </a:cubicBezTo>
                <a:cubicBezTo>
                  <a:pt x="66" y="85"/>
                  <a:pt x="65" y="80"/>
                  <a:pt x="62" y="77"/>
                </a:cubicBezTo>
                <a:cubicBezTo>
                  <a:pt x="60" y="74"/>
                  <a:pt x="58" y="72"/>
                  <a:pt x="54" y="72"/>
                </a:cubicBezTo>
                <a:close/>
                <a:moveTo>
                  <a:pt x="20" y="67"/>
                </a:moveTo>
                <a:cubicBezTo>
                  <a:pt x="18" y="68"/>
                  <a:pt x="15" y="68"/>
                  <a:pt x="13" y="68"/>
                </a:cubicBezTo>
                <a:cubicBezTo>
                  <a:pt x="12" y="67"/>
                  <a:pt x="10" y="66"/>
                  <a:pt x="10" y="65"/>
                </a:cubicBezTo>
                <a:cubicBezTo>
                  <a:pt x="8" y="62"/>
                  <a:pt x="11" y="58"/>
                  <a:pt x="16" y="56"/>
                </a:cubicBezTo>
                <a:cubicBezTo>
                  <a:pt x="18" y="55"/>
                  <a:pt x="21" y="55"/>
                  <a:pt x="23" y="56"/>
                </a:cubicBezTo>
                <a:cubicBezTo>
                  <a:pt x="24" y="56"/>
                  <a:pt x="25" y="57"/>
                  <a:pt x="26" y="58"/>
                </a:cubicBezTo>
                <a:cubicBezTo>
                  <a:pt x="27" y="61"/>
                  <a:pt x="25" y="65"/>
                  <a:pt x="20" y="67"/>
                </a:cubicBezTo>
                <a:close/>
                <a:moveTo>
                  <a:pt x="58" y="89"/>
                </a:moveTo>
                <a:cubicBezTo>
                  <a:pt x="58" y="93"/>
                  <a:pt x="54" y="97"/>
                  <a:pt x="51" y="97"/>
                </a:cubicBezTo>
                <a:cubicBezTo>
                  <a:pt x="49" y="96"/>
                  <a:pt x="48" y="95"/>
                  <a:pt x="48" y="94"/>
                </a:cubicBezTo>
                <a:cubicBezTo>
                  <a:pt x="46" y="93"/>
                  <a:pt x="46" y="90"/>
                  <a:pt x="46" y="87"/>
                </a:cubicBezTo>
                <a:cubicBezTo>
                  <a:pt x="47" y="82"/>
                  <a:pt x="50" y="79"/>
                  <a:pt x="53" y="79"/>
                </a:cubicBezTo>
                <a:cubicBezTo>
                  <a:pt x="55" y="79"/>
                  <a:pt x="56" y="80"/>
                  <a:pt x="57" y="81"/>
                </a:cubicBezTo>
                <a:cubicBezTo>
                  <a:pt x="58" y="83"/>
                  <a:pt x="59" y="86"/>
                  <a:pt x="58" y="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8" name="Freeform 509">
            <a:extLst>
              <a:ext uri="{FF2B5EF4-FFF2-40B4-BE49-F238E27FC236}">
                <a16:creationId xmlns:a16="http://schemas.microsoft.com/office/drawing/2014/main" id="{0B0799E7-4742-439B-BA51-E0D3082938F2}"/>
              </a:ext>
            </a:extLst>
          </p:cNvPr>
          <p:cNvSpPr>
            <a:spLocks/>
          </p:cNvSpPr>
          <p:nvPr/>
        </p:nvSpPr>
        <p:spPr bwMode="auto">
          <a:xfrm>
            <a:off x="11070158" y="5764948"/>
            <a:ext cx="40929" cy="60636"/>
          </a:xfrm>
          <a:custGeom>
            <a:avLst/>
            <a:gdLst>
              <a:gd name="T0" fmla="*/ 10 w 10"/>
              <a:gd name="T1" fmla="*/ 13 h 15"/>
              <a:gd name="T2" fmla="*/ 4 w 10"/>
              <a:gd name="T3" fmla="*/ 13 h 15"/>
              <a:gd name="T4" fmla="*/ 5 w 10"/>
              <a:gd name="T5" fmla="*/ 11 h 15"/>
              <a:gd name="T6" fmla="*/ 5 w 10"/>
              <a:gd name="T7" fmla="*/ 8 h 15"/>
              <a:gd name="T8" fmla="*/ 8 w 10"/>
              <a:gd name="T9" fmla="*/ 8 h 15"/>
              <a:gd name="T10" fmla="*/ 8 w 10"/>
              <a:gd name="T11" fmla="*/ 6 h 15"/>
              <a:gd name="T12" fmla="*/ 5 w 10"/>
              <a:gd name="T13" fmla="*/ 6 h 15"/>
              <a:gd name="T14" fmla="*/ 5 w 10"/>
              <a:gd name="T15" fmla="*/ 4 h 15"/>
              <a:gd name="T16" fmla="*/ 7 w 10"/>
              <a:gd name="T17" fmla="*/ 2 h 15"/>
              <a:gd name="T18" fmla="*/ 9 w 10"/>
              <a:gd name="T19" fmla="*/ 2 h 15"/>
              <a:gd name="T20" fmla="*/ 10 w 10"/>
              <a:gd name="T21" fmla="*/ 3 h 15"/>
              <a:gd name="T22" fmla="*/ 10 w 10"/>
              <a:gd name="T23" fmla="*/ 0 h 15"/>
              <a:gd name="T24" fmla="*/ 10 w 10"/>
              <a:gd name="T25" fmla="*/ 0 h 15"/>
              <a:gd name="T26" fmla="*/ 7 w 10"/>
              <a:gd name="T27" fmla="*/ 0 h 15"/>
              <a:gd name="T28" fmla="*/ 2 w 10"/>
              <a:gd name="T29" fmla="*/ 4 h 15"/>
              <a:gd name="T30" fmla="*/ 3 w 10"/>
              <a:gd name="T31" fmla="*/ 6 h 15"/>
              <a:gd name="T32" fmla="*/ 1 w 10"/>
              <a:gd name="T33" fmla="*/ 6 h 15"/>
              <a:gd name="T34" fmla="*/ 1 w 10"/>
              <a:gd name="T35" fmla="*/ 8 h 15"/>
              <a:gd name="T36" fmla="*/ 3 w 10"/>
              <a:gd name="T37" fmla="*/ 8 h 15"/>
              <a:gd name="T38" fmla="*/ 3 w 10"/>
              <a:gd name="T39" fmla="*/ 10 h 15"/>
              <a:gd name="T40" fmla="*/ 1 w 10"/>
              <a:gd name="T41" fmla="*/ 13 h 15"/>
              <a:gd name="T42" fmla="*/ 0 w 10"/>
              <a:gd name="T43" fmla="*/ 13 h 15"/>
              <a:gd name="T44" fmla="*/ 0 w 10"/>
              <a:gd name="T45" fmla="*/ 15 h 15"/>
              <a:gd name="T46" fmla="*/ 10 w 10"/>
              <a:gd name="T47" fmla="*/ 15 h 15"/>
              <a:gd name="T48" fmla="*/ 10 w 10"/>
              <a:gd name="T49" fmla="*/ 1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" h="15">
                <a:moveTo>
                  <a:pt x="10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5" y="11"/>
                  <a:pt x="5" y="11"/>
                </a:cubicBezTo>
                <a:cubicBezTo>
                  <a:pt x="5" y="10"/>
                  <a:pt x="5" y="9"/>
                  <a:pt x="5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6"/>
                  <a:pt x="8" y="6"/>
                  <a:pt x="8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5"/>
                  <a:pt x="5" y="4"/>
                </a:cubicBezTo>
                <a:cubicBezTo>
                  <a:pt x="5" y="3"/>
                  <a:pt x="5" y="2"/>
                  <a:pt x="7" y="2"/>
                </a:cubicBezTo>
                <a:cubicBezTo>
                  <a:pt x="8" y="2"/>
                  <a:pt x="9" y="2"/>
                  <a:pt x="9" y="2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9" y="0"/>
                  <a:pt x="7" y="0"/>
                </a:cubicBezTo>
                <a:cubicBezTo>
                  <a:pt x="4" y="0"/>
                  <a:pt x="2" y="1"/>
                  <a:pt x="2" y="4"/>
                </a:cubicBezTo>
                <a:cubicBezTo>
                  <a:pt x="2" y="5"/>
                  <a:pt x="3" y="6"/>
                  <a:pt x="3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8"/>
                  <a:pt x="1" y="8"/>
                  <a:pt x="1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9"/>
                  <a:pt x="3" y="9"/>
                  <a:pt x="3" y="10"/>
                </a:cubicBezTo>
                <a:cubicBezTo>
                  <a:pt x="3" y="11"/>
                  <a:pt x="2" y="13"/>
                  <a:pt x="1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5"/>
                  <a:pt x="0" y="15"/>
                  <a:pt x="0" y="15"/>
                </a:cubicBezTo>
                <a:cubicBezTo>
                  <a:pt x="10" y="15"/>
                  <a:pt x="10" y="15"/>
                  <a:pt x="10" y="15"/>
                </a:cubicBezTo>
                <a:lnTo>
                  <a:pt x="10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899" name="Freeform 510">
            <a:extLst>
              <a:ext uri="{FF2B5EF4-FFF2-40B4-BE49-F238E27FC236}">
                <a16:creationId xmlns:a16="http://schemas.microsoft.com/office/drawing/2014/main" id="{957EB688-FDEB-44C5-B799-2C0220854A56}"/>
              </a:ext>
            </a:extLst>
          </p:cNvPr>
          <p:cNvSpPr>
            <a:spLocks noEditPoints="1"/>
          </p:cNvSpPr>
          <p:nvPr/>
        </p:nvSpPr>
        <p:spPr bwMode="auto">
          <a:xfrm>
            <a:off x="11815977" y="5748274"/>
            <a:ext cx="92469" cy="97017"/>
          </a:xfrm>
          <a:custGeom>
            <a:avLst/>
            <a:gdLst>
              <a:gd name="T0" fmla="*/ 11 w 23"/>
              <a:gd name="T1" fmla="*/ 24 h 24"/>
              <a:gd name="T2" fmla="*/ 23 w 23"/>
              <a:gd name="T3" fmla="*/ 12 h 24"/>
              <a:gd name="T4" fmla="*/ 11 w 23"/>
              <a:gd name="T5" fmla="*/ 0 h 24"/>
              <a:gd name="T6" fmla="*/ 0 w 23"/>
              <a:gd name="T7" fmla="*/ 12 h 24"/>
              <a:gd name="T8" fmla="*/ 11 w 23"/>
              <a:gd name="T9" fmla="*/ 24 h 24"/>
              <a:gd name="T10" fmla="*/ 11 w 23"/>
              <a:gd name="T11" fmla="*/ 1 h 24"/>
              <a:gd name="T12" fmla="*/ 22 w 23"/>
              <a:gd name="T13" fmla="*/ 12 h 24"/>
              <a:gd name="T14" fmla="*/ 11 w 23"/>
              <a:gd name="T15" fmla="*/ 22 h 24"/>
              <a:gd name="T16" fmla="*/ 1 w 23"/>
              <a:gd name="T17" fmla="*/ 12 h 24"/>
              <a:gd name="T18" fmla="*/ 11 w 23"/>
              <a:gd name="T19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4">
                <a:moveTo>
                  <a:pt x="11" y="24"/>
                </a:moveTo>
                <a:cubicBezTo>
                  <a:pt x="18" y="24"/>
                  <a:pt x="23" y="18"/>
                  <a:pt x="23" y="12"/>
                </a:cubicBezTo>
                <a:cubicBezTo>
                  <a:pt x="23" y="5"/>
                  <a:pt x="18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1" y="24"/>
                </a:cubicBezTo>
                <a:close/>
                <a:moveTo>
                  <a:pt x="11" y="1"/>
                </a:moveTo>
                <a:cubicBezTo>
                  <a:pt x="17" y="1"/>
                  <a:pt x="22" y="6"/>
                  <a:pt x="22" y="12"/>
                </a:cubicBezTo>
                <a:cubicBezTo>
                  <a:pt x="22" y="17"/>
                  <a:pt x="17" y="22"/>
                  <a:pt x="11" y="22"/>
                </a:cubicBezTo>
                <a:cubicBezTo>
                  <a:pt x="6" y="22"/>
                  <a:pt x="1" y="17"/>
                  <a:pt x="1" y="12"/>
                </a:cubicBezTo>
                <a:cubicBezTo>
                  <a:pt x="1" y="6"/>
                  <a:pt x="6" y="1"/>
                  <a:pt x="11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0" name="Freeform 511">
            <a:extLst>
              <a:ext uri="{FF2B5EF4-FFF2-40B4-BE49-F238E27FC236}">
                <a16:creationId xmlns:a16="http://schemas.microsoft.com/office/drawing/2014/main" id="{20528D8D-0DD6-4B51-A59A-8DBDECA93E0E}"/>
              </a:ext>
            </a:extLst>
          </p:cNvPr>
          <p:cNvSpPr>
            <a:spLocks/>
          </p:cNvSpPr>
          <p:nvPr/>
        </p:nvSpPr>
        <p:spPr bwMode="auto">
          <a:xfrm>
            <a:off x="11714412" y="5733115"/>
            <a:ext cx="77310" cy="124303"/>
          </a:xfrm>
          <a:custGeom>
            <a:avLst/>
            <a:gdLst>
              <a:gd name="T0" fmla="*/ 0 w 19"/>
              <a:gd name="T1" fmla="*/ 8 h 31"/>
              <a:gd name="T2" fmla="*/ 0 w 19"/>
              <a:gd name="T3" fmla="*/ 23 h 31"/>
              <a:gd name="T4" fmla="*/ 8 w 19"/>
              <a:gd name="T5" fmla="*/ 31 h 31"/>
              <a:gd name="T6" fmla="*/ 8 w 19"/>
              <a:gd name="T7" fmla="*/ 31 h 31"/>
              <a:gd name="T8" fmla="*/ 12 w 19"/>
              <a:gd name="T9" fmla="*/ 8 h 31"/>
              <a:gd name="T10" fmla="*/ 19 w 19"/>
              <a:gd name="T11" fmla="*/ 0 h 31"/>
              <a:gd name="T12" fmla="*/ 10 w 19"/>
              <a:gd name="T13" fmla="*/ 0 h 31"/>
              <a:gd name="T14" fmla="*/ 0 w 19"/>
              <a:gd name="T15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31">
                <a:moveTo>
                  <a:pt x="0" y="8"/>
                </a:move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8" y="23"/>
                  <a:pt x="8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18"/>
                  <a:pt x="12" y="10"/>
                  <a:pt x="12" y="8"/>
                </a:cubicBezTo>
                <a:cubicBezTo>
                  <a:pt x="13" y="4"/>
                  <a:pt x="16" y="1"/>
                  <a:pt x="1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1" y="8"/>
                  <a:pt x="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1" name="Freeform 512">
            <a:extLst>
              <a:ext uri="{FF2B5EF4-FFF2-40B4-BE49-F238E27FC236}">
                <a16:creationId xmlns:a16="http://schemas.microsoft.com/office/drawing/2014/main" id="{A32AB379-9BAF-4C6D-A7AD-714F8D0C5DBB}"/>
              </a:ext>
            </a:extLst>
          </p:cNvPr>
          <p:cNvSpPr>
            <a:spLocks/>
          </p:cNvSpPr>
          <p:nvPr/>
        </p:nvSpPr>
        <p:spPr bwMode="auto">
          <a:xfrm>
            <a:off x="11803850" y="5733115"/>
            <a:ext cx="206161" cy="124303"/>
          </a:xfrm>
          <a:custGeom>
            <a:avLst/>
            <a:gdLst>
              <a:gd name="T0" fmla="*/ 0 w 51"/>
              <a:gd name="T1" fmla="*/ 31 h 31"/>
              <a:gd name="T2" fmla="*/ 22 w 51"/>
              <a:gd name="T3" fmla="*/ 31 h 31"/>
              <a:gd name="T4" fmla="*/ 39 w 51"/>
              <a:gd name="T5" fmla="*/ 24 h 31"/>
              <a:gd name="T6" fmla="*/ 39 w 51"/>
              <a:gd name="T7" fmla="*/ 28 h 31"/>
              <a:gd name="T8" fmla="*/ 39 w 51"/>
              <a:gd name="T9" fmla="*/ 31 h 31"/>
              <a:gd name="T10" fmla="*/ 42 w 51"/>
              <a:gd name="T11" fmla="*/ 31 h 31"/>
              <a:gd name="T12" fmla="*/ 51 w 51"/>
              <a:gd name="T13" fmla="*/ 23 h 31"/>
              <a:gd name="T14" fmla="*/ 51 w 51"/>
              <a:gd name="T15" fmla="*/ 8 h 31"/>
              <a:gd name="T16" fmla="*/ 42 w 51"/>
              <a:gd name="T17" fmla="*/ 0 h 31"/>
              <a:gd name="T18" fmla="*/ 4 w 51"/>
              <a:gd name="T19" fmla="*/ 0 h 31"/>
              <a:gd name="T20" fmla="*/ 3 w 51"/>
              <a:gd name="T21" fmla="*/ 10 h 31"/>
              <a:gd name="T22" fmla="*/ 14 w 51"/>
              <a:gd name="T23" fmla="*/ 3 h 31"/>
              <a:gd name="T24" fmla="*/ 27 w 51"/>
              <a:gd name="T25" fmla="*/ 16 h 31"/>
              <a:gd name="T26" fmla="*/ 14 w 51"/>
              <a:gd name="T27" fmla="*/ 29 h 31"/>
              <a:gd name="T28" fmla="*/ 2 w 51"/>
              <a:gd name="T29" fmla="*/ 18 h 31"/>
              <a:gd name="T30" fmla="*/ 0 w 51"/>
              <a:gd name="T3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1" h="31">
                <a:moveTo>
                  <a:pt x="0" y="31"/>
                </a:moveTo>
                <a:cubicBezTo>
                  <a:pt x="22" y="31"/>
                  <a:pt x="22" y="31"/>
                  <a:pt x="22" y="31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39" y="30"/>
                  <a:pt x="39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21"/>
                  <a:pt x="51" y="23"/>
                  <a:pt x="51" y="23"/>
                </a:cubicBezTo>
                <a:cubicBezTo>
                  <a:pt x="51" y="8"/>
                  <a:pt x="51" y="8"/>
                  <a:pt x="51" y="8"/>
                </a:cubicBezTo>
                <a:cubicBezTo>
                  <a:pt x="41" y="8"/>
                  <a:pt x="42" y="0"/>
                  <a:pt x="42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0"/>
                  <a:pt x="3" y="10"/>
                  <a:pt x="3" y="10"/>
                </a:cubicBezTo>
                <a:cubicBezTo>
                  <a:pt x="5" y="6"/>
                  <a:pt x="9" y="3"/>
                  <a:pt x="14" y="3"/>
                </a:cubicBezTo>
                <a:cubicBezTo>
                  <a:pt x="22" y="3"/>
                  <a:pt x="27" y="9"/>
                  <a:pt x="27" y="16"/>
                </a:cubicBezTo>
                <a:cubicBezTo>
                  <a:pt x="27" y="23"/>
                  <a:pt x="22" y="29"/>
                  <a:pt x="14" y="29"/>
                </a:cubicBezTo>
                <a:cubicBezTo>
                  <a:pt x="8" y="29"/>
                  <a:pt x="3" y="24"/>
                  <a:pt x="2" y="18"/>
                </a:cubicBezTo>
                <a:lnTo>
                  <a:pt x="0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2" name="Freeform 513">
            <a:extLst>
              <a:ext uri="{FF2B5EF4-FFF2-40B4-BE49-F238E27FC236}">
                <a16:creationId xmlns:a16="http://schemas.microsoft.com/office/drawing/2014/main" id="{C1F5AD05-436D-4BE9-B0DB-628097E20E10}"/>
              </a:ext>
            </a:extLst>
          </p:cNvPr>
          <p:cNvSpPr>
            <a:spLocks/>
          </p:cNvSpPr>
          <p:nvPr/>
        </p:nvSpPr>
        <p:spPr bwMode="auto">
          <a:xfrm>
            <a:off x="11634070" y="5670963"/>
            <a:ext cx="456283" cy="248606"/>
          </a:xfrm>
          <a:custGeom>
            <a:avLst/>
            <a:gdLst>
              <a:gd name="T0" fmla="*/ 0 w 113"/>
              <a:gd name="T1" fmla="*/ 0 h 61"/>
              <a:gd name="T2" fmla="*/ 0 w 113"/>
              <a:gd name="T3" fmla="*/ 61 h 61"/>
              <a:gd name="T4" fmla="*/ 2 w 113"/>
              <a:gd name="T5" fmla="*/ 61 h 61"/>
              <a:gd name="T6" fmla="*/ 25 w 113"/>
              <a:gd name="T7" fmla="*/ 61 h 61"/>
              <a:gd name="T8" fmla="*/ 27 w 113"/>
              <a:gd name="T9" fmla="*/ 54 h 61"/>
              <a:gd name="T10" fmla="*/ 10 w 113"/>
              <a:gd name="T11" fmla="*/ 54 h 61"/>
              <a:gd name="T12" fmla="*/ 10 w 113"/>
              <a:gd name="T13" fmla="*/ 8 h 61"/>
              <a:gd name="T14" fmla="*/ 102 w 113"/>
              <a:gd name="T15" fmla="*/ 8 h 61"/>
              <a:gd name="T16" fmla="*/ 102 w 113"/>
              <a:gd name="T17" fmla="*/ 54 h 61"/>
              <a:gd name="T18" fmla="*/ 78 w 113"/>
              <a:gd name="T19" fmla="*/ 54 h 61"/>
              <a:gd name="T20" fmla="*/ 75 w 113"/>
              <a:gd name="T21" fmla="*/ 56 h 61"/>
              <a:gd name="T22" fmla="*/ 63 w 113"/>
              <a:gd name="T23" fmla="*/ 61 h 61"/>
              <a:gd name="T24" fmla="*/ 113 w 113"/>
              <a:gd name="T25" fmla="*/ 61 h 61"/>
              <a:gd name="T26" fmla="*/ 113 w 113"/>
              <a:gd name="T27" fmla="*/ 0 h 61"/>
              <a:gd name="T28" fmla="*/ 0 w 113"/>
              <a:gd name="T29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" h="61">
                <a:moveTo>
                  <a:pt x="0" y="0"/>
                </a:moveTo>
                <a:cubicBezTo>
                  <a:pt x="0" y="61"/>
                  <a:pt x="0" y="61"/>
                  <a:pt x="0" y="61"/>
                </a:cubicBezTo>
                <a:cubicBezTo>
                  <a:pt x="1" y="61"/>
                  <a:pt x="1" y="61"/>
                  <a:pt x="2" y="61"/>
                </a:cubicBezTo>
                <a:cubicBezTo>
                  <a:pt x="25" y="61"/>
                  <a:pt x="25" y="61"/>
                  <a:pt x="25" y="61"/>
                </a:cubicBezTo>
                <a:cubicBezTo>
                  <a:pt x="26" y="59"/>
                  <a:pt x="26" y="56"/>
                  <a:pt x="27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8"/>
                  <a:pt x="10" y="8"/>
                  <a:pt x="10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78" y="54"/>
                  <a:pt x="78" y="54"/>
                  <a:pt x="78" y="54"/>
                </a:cubicBezTo>
                <a:cubicBezTo>
                  <a:pt x="77" y="54"/>
                  <a:pt x="76" y="55"/>
                  <a:pt x="75" y="56"/>
                </a:cubicBezTo>
                <a:cubicBezTo>
                  <a:pt x="74" y="56"/>
                  <a:pt x="71" y="57"/>
                  <a:pt x="6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0"/>
                  <a:pt x="113" y="0"/>
                  <a:pt x="113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3" name="Freeform 514">
            <a:extLst>
              <a:ext uri="{FF2B5EF4-FFF2-40B4-BE49-F238E27FC236}">
                <a16:creationId xmlns:a16="http://schemas.microsoft.com/office/drawing/2014/main" id="{6F9F248C-1449-4067-9D35-E505473381C8}"/>
              </a:ext>
            </a:extLst>
          </p:cNvPr>
          <p:cNvSpPr>
            <a:spLocks noEditPoints="1"/>
          </p:cNvSpPr>
          <p:nvPr/>
        </p:nvSpPr>
        <p:spPr bwMode="auto">
          <a:xfrm>
            <a:off x="11547664" y="5740694"/>
            <a:ext cx="406259" cy="425966"/>
          </a:xfrm>
          <a:custGeom>
            <a:avLst/>
            <a:gdLst>
              <a:gd name="T0" fmla="*/ 54 w 100"/>
              <a:gd name="T1" fmla="*/ 72 h 105"/>
              <a:gd name="T2" fmla="*/ 57 w 100"/>
              <a:gd name="T3" fmla="*/ 55 h 105"/>
              <a:gd name="T4" fmla="*/ 95 w 100"/>
              <a:gd name="T5" fmla="*/ 37 h 105"/>
              <a:gd name="T6" fmla="*/ 99 w 100"/>
              <a:gd name="T7" fmla="*/ 27 h 105"/>
              <a:gd name="T8" fmla="*/ 58 w 100"/>
              <a:gd name="T9" fmla="*/ 45 h 105"/>
              <a:gd name="T10" fmla="*/ 64 w 100"/>
              <a:gd name="T11" fmla="*/ 0 h 105"/>
              <a:gd name="T12" fmla="*/ 56 w 100"/>
              <a:gd name="T13" fmla="*/ 7 h 105"/>
              <a:gd name="T14" fmla="*/ 48 w 100"/>
              <a:gd name="T15" fmla="*/ 49 h 105"/>
              <a:gd name="T16" fmla="*/ 33 w 100"/>
              <a:gd name="T17" fmla="*/ 55 h 105"/>
              <a:gd name="T18" fmla="*/ 26 w 100"/>
              <a:gd name="T19" fmla="*/ 49 h 105"/>
              <a:gd name="T20" fmla="*/ 13 w 100"/>
              <a:gd name="T21" fmla="*/ 49 h 105"/>
              <a:gd name="T22" fmla="*/ 3 w 100"/>
              <a:gd name="T23" fmla="*/ 68 h 105"/>
              <a:gd name="T24" fmla="*/ 10 w 100"/>
              <a:gd name="T25" fmla="*/ 74 h 105"/>
              <a:gd name="T26" fmla="*/ 23 w 100"/>
              <a:gd name="T27" fmla="*/ 74 h 105"/>
              <a:gd name="T28" fmla="*/ 28 w 100"/>
              <a:gd name="T29" fmla="*/ 71 h 105"/>
              <a:gd name="T30" fmla="*/ 28 w 100"/>
              <a:gd name="T31" fmla="*/ 71 h 105"/>
              <a:gd name="T32" fmla="*/ 28 w 100"/>
              <a:gd name="T33" fmla="*/ 71 h 105"/>
              <a:gd name="T34" fmla="*/ 29 w 100"/>
              <a:gd name="T35" fmla="*/ 70 h 105"/>
              <a:gd name="T36" fmla="*/ 48 w 100"/>
              <a:gd name="T37" fmla="*/ 58 h 105"/>
              <a:gd name="T38" fmla="*/ 41 w 100"/>
              <a:gd name="T39" fmla="*/ 80 h 105"/>
              <a:gd name="T40" fmla="*/ 41 w 100"/>
              <a:gd name="T41" fmla="*/ 80 h 105"/>
              <a:gd name="T42" fmla="*/ 41 w 100"/>
              <a:gd name="T43" fmla="*/ 80 h 105"/>
              <a:gd name="T44" fmla="*/ 41 w 100"/>
              <a:gd name="T45" fmla="*/ 80 h 105"/>
              <a:gd name="T46" fmla="*/ 39 w 100"/>
              <a:gd name="T47" fmla="*/ 86 h 105"/>
              <a:gd name="T48" fmla="*/ 42 w 100"/>
              <a:gd name="T49" fmla="*/ 99 h 105"/>
              <a:gd name="T50" fmla="*/ 50 w 100"/>
              <a:gd name="T51" fmla="*/ 104 h 105"/>
              <a:gd name="T52" fmla="*/ 66 w 100"/>
              <a:gd name="T53" fmla="*/ 90 h 105"/>
              <a:gd name="T54" fmla="*/ 62 w 100"/>
              <a:gd name="T55" fmla="*/ 77 h 105"/>
              <a:gd name="T56" fmla="*/ 54 w 100"/>
              <a:gd name="T57" fmla="*/ 72 h 105"/>
              <a:gd name="T58" fmla="*/ 20 w 100"/>
              <a:gd name="T59" fmla="*/ 67 h 105"/>
              <a:gd name="T60" fmla="*/ 13 w 100"/>
              <a:gd name="T61" fmla="*/ 68 h 105"/>
              <a:gd name="T62" fmla="*/ 10 w 100"/>
              <a:gd name="T63" fmla="*/ 65 h 105"/>
              <a:gd name="T64" fmla="*/ 15 w 100"/>
              <a:gd name="T65" fmla="*/ 56 h 105"/>
              <a:gd name="T66" fmla="*/ 23 w 100"/>
              <a:gd name="T67" fmla="*/ 56 h 105"/>
              <a:gd name="T68" fmla="*/ 26 w 100"/>
              <a:gd name="T69" fmla="*/ 58 h 105"/>
              <a:gd name="T70" fmla="*/ 20 w 100"/>
              <a:gd name="T71" fmla="*/ 67 h 105"/>
              <a:gd name="T72" fmla="*/ 58 w 100"/>
              <a:gd name="T73" fmla="*/ 89 h 105"/>
              <a:gd name="T74" fmla="*/ 51 w 100"/>
              <a:gd name="T75" fmla="*/ 97 h 105"/>
              <a:gd name="T76" fmla="*/ 48 w 100"/>
              <a:gd name="T77" fmla="*/ 94 h 105"/>
              <a:gd name="T78" fmla="*/ 46 w 100"/>
              <a:gd name="T79" fmla="*/ 87 h 105"/>
              <a:gd name="T80" fmla="*/ 53 w 100"/>
              <a:gd name="T81" fmla="*/ 79 h 105"/>
              <a:gd name="T82" fmla="*/ 57 w 100"/>
              <a:gd name="T83" fmla="*/ 81 h 105"/>
              <a:gd name="T84" fmla="*/ 58 w 100"/>
              <a:gd name="T85" fmla="*/ 8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0" h="105">
                <a:moveTo>
                  <a:pt x="54" y="72"/>
                </a:moveTo>
                <a:cubicBezTo>
                  <a:pt x="57" y="55"/>
                  <a:pt x="57" y="55"/>
                  <a:pt x="57" y="55"/>
                </a:cubicBezTo>
                <a:cubicBezTo>
                  <a:pt x="67" y="50"/>
                  <a:pt x="91" y="39"/>
                  <a:pt x="95" y="37"/>
                </a:cubicBezTo>
                <a:cubicBezTo>
                  <a:pt x="100" y="35"/>
                  <a:pt x="99" y="27"/>
                  <a:pt x="99" y="27"/>
                </a:cubicBezTo>
                <a:cubicBezTo>
                  <a:pt x="58" y="45"/>
                  <a:pt x="58" y="45"/>
                  <a:pt x="58" y="45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57" y="2"/>
                  <a:pt x="56" y="7"/>
                </a:cubicBezTo>
                <a:cubicBezTo>
                  <a:pt x="56" y="11"/>
                  <a:pt x="51" y="37"/>
                  <a:pt x="48" y="49"/>
                </a:cubicBezTo>
                <a:cubicBezTo>
                  <a:pt x="33" y="55"/>
                  <a:pt x="33" y="55"/>
                  <a:pt x="33" y="55"/>
                </a:cubicBezTo>
                <a:cubicBezTo>
                  <a:pt x="31" y="52"/>
                  <a:pt x="29" y="50"/>
                  <a:pt x="26" y="49"/>
                </a:cubicBezTo>
                <a:cubicBezTo>
                  <a:pt x="22" y="47"/>
                  <a:pt x="17" y="47"/>
                  <a:pt x="13" y="49"/>
                </a:cubicBezTo>
                <a:cubicBezTo>
                  <a:pt x="5" y="53"/>
                  <a:pt x="0" y="61"/>
                  <a:pt x="3" y="68"/>
                </a:cubicBezTo>
                <a:cubicBezTo>
                  <a:pt x="4" y="71"/>
                  <a:pt x="7" y="73"/>
                  <a:pt x="10" y="74"/>
                </a:cubicBezTo>
                <a:cubicBezTo>
                  <a:pt x="14" y="76"/>
                  <a:pt x="19" y="76"/>
                  <a:pt x="23" y="74"/>
                </a:cubicBezTo>
                <a:cubicBezTo>
                  <a:pt x="25" y="73"/>
                  <a:pt x="27" y="72"/>
                  <a:pt x="28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9" y="70"/>
                  <a:pt x="29" y="70"/>
                  <a:pt x="29" y="70"/>
                </a:cubicBezTo>
                <a:cubicBezTo>
                  <a:pt x="38" y="62"/>
                  <a:pt x="44" y="59"/>
                  <a:pt x="48" y="58"/>
                </a:cubicBezTo>
                <a:cubicBezTo>
                  <a:pt x="48" y="62"/>
                  <a:pt x="47" y="69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0" y="82"/>
                  <a:pt x="39" y="84"/>
                  <a:pt x="39" y="86"/>
                </a:cubicBezTo>
                <a:cubicBezTo>
                  <a:pt x="38" y="91"/>
                  <a:pt x="39" y="96"/>
                  <a:pt x="42" y="99"/>
                </a:cubicBezTo>
                <a:cubicBezTo>
                  <a:pt x="44" y="102"/>
                  <a:pt x="47" y="103"/>
                  <a:pt x="50" y="104"/>
                </a:cubicBezTo>
                <a:cubicBezTo>
                  <a:pt x="57" y="105"/>
                  <a:pt x="64" y="98"/>
                  <a:pt x="66" y="90"/>
                </a:cubicBezTo>
                <a:cubicBezTo>
                  <a:pt x="66" y="85"/>
                  <a:pt x="65" y="80"/>
                  <a:pt x="62" y="77"/>
                </a:cubicBezTo>
                <a:cubicBezTo>
                  <a:pt x="60" y="74"/>
                  <a:pt x="58" y="72"/>
                  <a:pt x="54" y="72"/>
                </a:cubicBezTo>
                <a:close/>
                <a:moveTo>
                  <a:pt x="20" y="67"/>
                </a:moveTo>
                <a:cubicBezTo>
                  <a:pt x="18" y="68"/>
                  <a:pt x="15" y="68"/>
                  <a:pt x="13" y="68"/>
                </a:cubicBezTo>
                <a:cubicBezTo>
                  <a:pt x="12" y="67"/>
                  <a:pt x="10" y="66"/>
                  <a:pt x="10" y="65"/>
                </a:cubicBezTo>
                <a:cubicBezTo>
                  <a:pt x="8" y="62"/>
                  <a:pt x="11" y="58"/>
                  <a:pt x="15" y="56"/>
                </a:cubicBezTo>
                <a:cubicBezTo>
                  <a:pt x="18" y="55"/>
                  <a:pt x="21" y="55"/>
                  <a:pt x="23" y="56"/>
                </a:cubicBezTo>
                <a:cubicBezTo>
                  <a:pt x="24" y="56"/>
                  <a:pt x="25" y="57"/>
                  <a:pt x="26" y="58"/>
                </a:cubicBezTo>
                <a:cubicBezTo>
                  <a:pt x="27" y="61"/>
                  <a:pt x="25" y="65"/>
                  <a:pt x="20" y="67"/>
                </a:cubicBezTo>
                <a:close/>
                <a:moveTo>
                  <a:pt x="58" y="89"/>
                </a:moveTo>
                <a:cubicBezTo>
                  <a:pt x="58" y="93"/>
                  <a:pt x="54" y="97"/>
                  <a:pt x="51" y="97"/>
                </a:cubicBezTo>
                <a:cubicBezTo>
                  <a:pt x="49" y="96"/>
                  <a:pt x="48" y="95"/>
                  <a:pt x="48" y="94"/>
                </a:cubicBezTo>
                <a:cubicBezTo>
                  <a:pt x="46" y="93"/>
                  <a:pt x="46" y="90"/>
                  <a:pt x="46" y="87"/>
                </a:cubicBezTo>
                <a:cubicBezTo>
                  <a:pt x="47" y="82"/>
                  <a:pt x="50" y="79"/>
                  <a:pt x="53" y="79"/>
                </a:cubicBezTo>
                <a:cubicBezTo>
                  <a:pt x="55" y="79"/>
                  <a:pt x="56" y="80"/>
                  <a:pt x="57" y="81"/>
                </a:cubicBezTo>
                <a:cubicBezTo>
                  <a:pt x="58" y="83"/>
                  <a:pt x="59" y="86"/>
                  <a:pt x="58" y="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4" name="Freeform 515">
            <a:extLst>
              <a:ext uri="{FF2B5EF4-FFF2-40B4-BE49-F238E27FC236}">
                <a16:creationId xmlns:a16="http://schemas.microsoft.com/office/drawing/2014/main" id="{05D5B96A-F4B7-4253-8074-034136ABA48E}"/>
              </a:ext>
            </a:extLst>
          </p:cNvPr>
          <p:cNvSpPr>
            <a:spLocks/>
          </p:cNvSpPr>
          <p:nvPr/>
        </p:nvSpPr>
        <p:spPr bwMode="auto">
          <a:xfrm>
            <a:off x="11840231" y="5764948"/>
            <a:ext cx="43961" cy="60636"/>
          </a:xfrm>
          <a:custGeom>
            <a:avLst/>
            <a:gdLst>
              <a:gd name="T0" fmla="*/ 1 w 11"/>
              <a:gd name="T1" fmla="*/ 7 h 15"/>
              <a:gd name="T2" fmla="*/ 1 w 11"/>
              <a:gd name="T3" fmla="*/ 9 h 15"/>
              <a:gd name="T4" fmla="*/ 4 w 11"/>
              <a:gd name="T5" fmla="*/ 9 h 15"/>
              <a:gd name="T6" fmla="*/ 4 w 11"/>
              <a:gd name="T7" fmla="*/ 10 h 15"/>
              <a:gd name="T8" fmla="*/ 1 w 11"/>
              <a:gd name="T9" fmla="*/ 10 h 15"/>
              <a:gd name="T10" fmla="*/ 1 w 11"/>
              <a:gd name="T11" fmla="*/ 12 h 15"/>
              <a:gd name="T12" fmla="*/ 4 w 11"/>
              <a:gd name="T13" fmla="*/ 12 h 15"/>
              <a:gd name="T14" fmla="*/ 4 w 11"/>
              <a:gd name="T15" fmla="*/ 15 h 15"/>
              <a:gd name="T16" fmla="*/ 6 w 11"/>
              <a:gd name="T17" fmla="*/ 15 h 15"/>
              <a:gd name="T18" fmla="*/ 6 w 11"/>
              <a:gd name="T19" fmla="*/ 12 h 15"/>
              <a:gd name="T20" fmla="*/ 10 w 11"/>
              <a:gd name="T21" fmla="*/ 12 h 15"/>
              <a:gd name="T22" fmla="*/ 10 w 11"/>
              <a:gd name="T23" fmla="*/ 10 h 15"/>
              <a:gd name="T24" fmla="*/ 6 w 11"/>
              <a:gd name="T25" fmla="*/ 10 h 15"/>
              <a:gd name="T26" fmla="*/ 6 w 11"/>
              <a:gd name="T27" fmla="*/ 9 h 15"/>
              <a:gd name="T28" fmla="*/ 10 w 11"/>
              <a:gd name="T29" fmla="*/ 9 h 15"/>
              <a:gd name="T30" fmla="*/ 10 w 11"/>
              <a:gd name="T31" fmla="*/ 7 h 15"/>
              <a:gd name="T32" fmla="*/ 7 w 11"/>
              <a:gd name="T33" fmla="*/ 7 h 15"/>
              <a:gd name="T34" fmla="*/ 11 w 11"/>
              <a:gd name="T35" fmla="*/ 0 h 15"/>
              <a:gd name="T36" fmla="*/ 9 w 11"/>
              <a:gd name="T37" fmla="*/ 0 h 15"/>
              <a:gd name="T38" fmla="*/ 6 w 11"/>
              <a:gd name="T39" fmla="*/ 5 h 15"/>
              <a:gd name="T40" fmla="*/ 5 w 11"/>
              <a:gd name="T41" fmla="*/ 7 h 15"/>
              <a:gd name="T42" fmla="*/ 5 w 11"/>
              <a:gd name="T43" fmla="*/ 5 h 15"/>
              <a:gd name="T44" fmla="*/ 2 w 11"/>
              <a:gd name="T45" fmla="*/ 0 h 15"/>
              <a:gd name="T46" fmla="*/ 0 w 11"/>
              <a:gd name="T47" fmla="*/ 0 h 15"/>
              <a:gd name="T48" fmla="*/ 4 w 11"/>
              <a:gd name="T49" fmla="*/ 7 h 15"/>
              <a:gd name="T50" fmla="*/ 1 w 11"/>
              <a:gd name="T51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" h="15">
                <a:moveTo>
                  <a:pt x="1" y="7"/>
                </a:moveTo>
                <a:cubicBezTo>
                  <a:pt x="1" y="9"/>
                  <a:pt x="1" y="9"/>
                  <a:pt x="1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4" y="10"/>
                  <a:pt x="4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2"/>
                  <a:pt x="1" y="12"/>
                  <a:pt x="1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2"/>
                  <a:pt x="6" y="12"/>
                  <a:pt x="6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9"/>
                  <a:pt x="6" y="9"/>
                  <a:pt x="6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7"/>
                  <a:pt x="10" y="7"/>
                  <a:pt x="10" y="7"/>
                </a:cubicBezTo>
                <a:cubicBezTo>
                  <a:pt x="7" y="7"/>
                  <a:pt x="7" y="7"/>
                  <a:pt x="7" y="7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5" y="7"/>
                </a:cubicBezTo>
                <a:cubicBezTo>
                  <a:pt x="5" y="6"/>
                  <a:pt x="5" y="6"/>
                  <a:pt x="5" y="5"/>
                </a:cubicBezTo>
                <a:cubicBezTo>
                  <a:pt x="2" y="0"/>
                  <a:pt x="2" y="0"/>
                  <a:pt x="2" y="0"/>
                </a:cubicBezTo>
                <a:cubicBezTo>
                  <a:pt x="0" y="0"/>
                  <a:pt x="0" y="0"/>
                  <a:pt x="0" y="0"/>
                </a:cubicBezTo>
                <a:cubicBezTo>
                  <a:pt x="4" y="7"/>
                  <a:pt x="4" y="7"/>
                  <a:pt x="4" y="7"/>
                </a:cubicBezTo>
                <a:lnTo>
                  <a:pt x="1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5" name="Freeform 570">
            <a:extLst>
              <a:ext uri="{FF2B5EF4-FFF2-40B4-BE49-F238E27FC236}">
                <a16:creationId xmlns:a16="http://schemas.microsoft.com/office/drawing/2014/main" id="{A6CBEB0B-52F7-4232-9381-6712EBE076D8}"/>
              </a:ext>
            </a:extLst>
          </p:cNvPr>
          <p:cNvSpPr>
            <a:spLocks/>
          </p:cNvSpPr>
          <p:nvPr/>
        </p:nvSpPr>
        <p:spPr bwMode="auto">
          <a:xfrm>
            <a:off x="10851870" y="6389496"/>
            <a:ext cx="498728" cy="275892"/>
          </a:xfrm>
          <a:custGeom>
            <a:avLst/>
            <a:gdLst>
              <a:gd name="T0" fmla="*/ 18 w 123"/>
              <a:gd name="T1" fmla="*/ 64 h 68"/>
              <a:gd name="T2" fmla="*/ 18 w 123"/>
              <a:gd name="T3" fmla="*/ 65 h 68"/>
              <a:gd name="T4" fmla="*/ 18 w 123"/>
              <a:gd name="T5" fmla="*/ 65 h 68"/>
              <a:gd name="T6" fmla="*/ 28 w 123"/>
              <a:gd name="T7" fmla="*/ 66 h 68"/>
              <a:gd name="T8" fmla="*/ 115 w 123"/>
              <a:gd name="T9" fmla="*/ 34 h 68"/>
              <a:gd name="T10" fmla="*/ 121 w 123"/>
              <a:gd name="T11" fmla="*/ 22 h 68"/>
              <a:gd name="T12" fmla="*/ 109 w 123"/>
              <a:gd name="T13" fmla="*/ 17 h 68"/>
              <a:gd name="T14" fmla="*/ 77 w 123"/>
              <a:gd name="T15" fmla="*/ 28 h 68"/>
              <a:gd name="T16" fmla="*/ 44 w 123"/>
              <a:gd name="T17" fmla="*/ 0 h 68"/>
              <a:gd name="T18" fmla="*/ 33 w 123"/>
              <a:gd name="T19" fmla="*/ 12 h 68"/>
              <a:gd name="T20" fmla="*/ 56 w 123"/>
              <a:gd name="T21" fmla="*/ 36 h 68"/>
              <a:gd name="T22" fmla="*/ 23 w 123"/>
              <a:gd name="T23" fmla="*/ 48 h 68"/>
              <a:gd name="T24" fmla="*/ 9 w 123"/>
              <a:gd name="T25" fmla="*/ 37 h 68"/>
              <a:gd name="T26" fmla="*/ 0 w 123"/>
              <a:gd name="T27" fmla="*/ 46 h 68"/>
              <a:gd name="T28" fmla="*/ 18 w 123"/>
              <a:gd name="T29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3" h="68">
                <a:moveTo>
                  <a:pt x="18" y="64"/>
                </a:moveTo>
                <a:cubicBezTo>
                  <a:pt x="18" y="65"/>
                  <a:pt x="18" y="65"/>
                  <a:pt x="18" y="65"/>
                </a:cubicBezTo>
                <a:cubicBezTo>
                  <a:pt x="18" y="65"/>
                  <a:pt x="18" y="65"/>
                  <a:pt x="18" y="65"/>
                </a:cubicBezTo>
                <a:cubicBezTo>
                  <a:pt x="21" y="67"/>
                  <a:pt x="24" y="68"/>
                  <a:pt x="28" y="66"/>
                </a:cubicBezTo>
                <a:cubicBezTo>
                  <a:pt x="115" y="34"/>
                  <a:pt x="115" y="34"/>
                  <a:pt x="115" y="34"/>
                </a:cubicBezTo>
                <a:cubicBezTo>
                  <a:pt x="120" y="33"/>
                  <a:pt x="123" y="27"/>
                  <a:pt x="121" y="22"/>
                </a:cubicBezTo>
                <a:cubicBezTo>
                  <a:pt x="119" y="17"/>
                  <a:pt x="113" y="15"/>
                  <a:pt x="109" y="17"/>
                </a:cubicBezTo>
                <a:cubicBezTo>
                  <a:pt x="77" y="28"/>
                  <a:pt x="77" y="28"/>
                  <a:pt x="77" y="28"/>
                </a:cubicBezTo>
                <a:cubicBezTo>
                  <a:pt x="44" y="0"/>
                  <a:pt x="44" y="0"/>
                  <a:pt x="44" y="0"/>
                </a:cubicBezTo>
                <a:cubicBezTo>
                  <a:pt x="33" y="12"/>
                  <a:pt x="33" y="12"/>
                  <a:pt x="33" y="12"/>
                </a:cubicBezTo>
                <a:cubicBezTo>
                  <a:pt x="56" y="36"/>
                  <a:pt x="56" y="36"/>
                  <a:pt x="56" y="36"/>
                </a:cubicBezTo>
                <a:cubicBezTo>
                  <a:pt x="23" y="48"/>
                  <a:pt x="23" y="48"/>
                  <a:pt x="23" y="48"/>
                </a:cubicBezTo>
                <a:cubicBezTo>
                  <a:pt x="9" y="37"/>
                  <a:pt x="9" y="37"/>
                  <a:pt x="9" y="37"/>
                </a:cubicBezTo>
                <a:cubicBezTo>
                  <a:pt x="0" y="46"/>
                  <a:pt x="0" y="46"/>
                  <a:pt x="0" y="46"/>
                </a:cubicBezTo>
                <a:cubicBezTo>
                  <a:pt x="18" y="64"/>
                  <a:pt x="18" y="64"/>
                  <a:pt x="18" y="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6" name="Rectangle 571">
            <a:extLst>
              <a:ext uri="{FF2B5EF4-FFF2-40B4-BE49-F238E27FC236}">
                <a16:creationId xmlns:a16="http://schemas.microsoft.com/office/drawing/2014/main" id="{ED634D75-9F66-4563-B2EE-223AF04DC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44290" y="6718444"/>
            <a:ext cx="497213" cy="92469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7" name="Freeform 572">
            <a:extLst>
              <a:ext uri="{FF2B5EF4-FFF2-40B4-BE49-F238E27FC236}">
                <a16:creationId xmlns:a16="http://schemas.microsoft.com/office/drawing/2014/main" id="{65604218-4C91-4590-A842-6DEB1E94C7BC}"/>
              </a:ext>
            </a:extLst>
          </p:cNvPr>
          <p:cNvSpPr>
            <a:spLocks/>
          </p:cNvSpPr>
          <p:nvPr/>
        </p:nvSpPr>
        <p:spPr bwMode="auto">
          <a:xfrm>
            <a:off x="11621943" y="6381916"/>
            <a:ext cx="453252" cy="291051"/>
          </a:xfrm>
          <a:custGeom>
            <a:avLst/>
            <a:gdLst>
              <a:gd name="T0" fmla="*/ 3 w 112"/>
              <a:gd name="T1" fmla="*/ 35 h 72"/>
              <a:gd name="T2" fmla="*/ 3 w 112"/>
              <a:gd name="T3" fmla="*/ 35 h 72"/>
              <a:gd name="T4" fmla="*/ 3 w 112"/>
              <a:gd name="T5" fmla="*/ 35 h 72"/>
              <a:gd name="T6" fmla="*/ 10 w 112"/>
              <a:gd name="T7" fmla="*/ 43 h 72"/>
              <a:gd name="T8" fmla="*/ 98 w 112"/>
              <a:gd name="T9" fmla="*/ 70 h 72"/>
              <a:gd name="T10" fmla="*/ 110 w 112"/>
              <a:gd name="T11" fmla="*/ 64 h 72"/>
              <a:gd name="T12" fmla="*/ 104 w 112"/>
              <a:gd name="T13" fmla="*/ 52 h 72"/>
              <a:gd name="T14" fmla="*/ 73 w 112"/>
              <a:gd name="T15" fmla="*/ 42 h 72"/>
              <a:gd name="T16" fmla="*/ 63 w 112"/>
              <a:gd name="T17" fmla="*/ 0 h 72"/>
              <a:gd name="T18" fmla="*/ 47 w 112"/>
              <a:gd name="T19" fmla="*/ 2 h 72"/>
              <a:gd name="T20" fmla="*/ 51 w 112"/>
              <a:gd name="T21" fmla="*/ 36 h 72"/>
              <a:gd name="T22" fmla="*/ 17 w 112"/>
              <a:gd name="T23" fmla="*/ 25 h 72"/>
              <a:gd name="T24" fmla="*/ 12 w 112"/>
              <a:gd name="T25" fmla="*/ 8 h 72"/>
              <a:gd name="T26" fmla="*/ 0 w 112"/>
              <a:gd name="T27" fmla="*/ 10 h 72"/>
              <a:gd name="T28" fmla="*/ 3 w 112"/>
              <a:gd name="T29" fmla="*/ 34 h 72"/>
              <a:gd name="T30" fmla="*/ 3 w 112"/>
              <a:gd name="T31" fmla="*/ 3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2" h="72">
                <a:moveTo>
                  <a:pt x="3" y="35"/>
                </a:moveTo>
                <a:cubicBezTo>
                  <a:pt x="3" y="35"/>
                  <a:pt x="3" y="35"/>
                  <a:pt x="3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4" y="39"/>
                  <a:pt x="6" y="42"/>
                  <a:pt x="10" y="43"/>
                </a:cubicBezTo>
                <a:cubicBezTo>
                  <a:pt x="98" y="70"/>
                  <a:pt x="98" y="70"/>
                  <a:pt x="98" y="70"/>
                </a:cubicBezTo>
                <a:cubicBezTo>
                  <a:pt x="104" y="72"/>
                  <a:pt x="109" y="69"/>
                  <a:pt x="110" y="64"/>
                </a:cubicBezTo>
                <a:cubicBezTo>
                  <a:pt x="112" y="59"/>
                  <a:pt x="109" y="54"/>
                  <a:pt x="104" y="52"/>
                </a:cubicBezTo>
                <a:cubicBezTo>
                  <a:pt x="73" y="42"/>
                  <a:pt x="73" y="42"/>
                  <a:pt x="73" y="42"/>
                </a:cubicBezTo>
                <a:cubicBezTo>
                  <a:pt x="63" y="0"/>
                  <a:pt x="63" y="0"/>
                  <a:pt x="63" y="0"/>
                </a:cubicBezTo>
                <a:cubicBezTo>
                  <a:pt x="47" y="2"/>
                  <a:pt x="47" y="2"/>
                  <a:pt x="47" y="2"/>
                </a:cubicBezTo>
                <a:cubicBezTo>
                  <a:pt x="51" y="36"/>
                  <a:pt x="51" y="36"/>
                  <a:pt x="51" y="36"/>
                </a:cubicBezTo>
                <a:cubicBezTo>
                  <a:pt x="17" y="25"/>
                  <a:pt x="17" y="25"/>
                  <a:pt x="17" y="25"/>
                </a:cubicBezTo>
                <a:cubicBezTo>
                  <a:pt x="12" y="8"/>
                  <a:pt x="12" y="8"/>
                  <a:pt x="12" y="8"/>
                </a:cubicBezTo>
                <a:cubicBezTo>
                  <a:pt x="0" y="10"/>
                  <a:pt x="0" y="10"/>
                  <a:pt x="0" y="10"/>
                </a:cubicBezTo>
                <a:cubicBezTo>
                  <a:pt x="3" y="34"/>
                  <a:pt x="3" y="34"/>
                  <a:pt x="3" y="34"/>
                </a:cubicBezTo>
                <a:lnTo>
                  <a:pt x="3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08" name="Rectangle 573">
            <a:extLst>
              <a:ext uri="{FF2B5EF4-FFF2-40B4-BE49-F238E27FC236}">
                <a16:creationId xmlns:a16="http://schemas.microsoft.com/office/drawing/2014/main" id="{BAE35CC4-3BB6-4B9B-ACF0-87DC57784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3141" y="6721476"/>
            <a:ext cx="497213" cy="9398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50024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O_Shape">
            <a:extLst>
              <a:ext uri="{FF2B5EF4-FFF2-40B4-BE49-F238E27FC236}">
                <a16:creationId xmlns:a16="http://schemas.microsoft.com/office/drawing/2014/main" id="{67365668-9226-4127-95BC-714681DB9E78}"/>
              </a:ext>
            </a:extLst>
          </p:cNvPr>
          <p:cNvSpPr>
            <a:spLocks/>
          </p:cNvSpPr>
          <p:nvPr/>
        </p:nvSpPr>
        <p:spPr bwMode="auto">
          <a:xfrm>
            <a:off x="606303" y="613994"/>
            <a:ext cx="736233" cy="736233"/>
          </a:xfrm>
          <a:custGeom>
            <a:avLst/>
            <a:gdLst>
              <a:gd name="T0" fmla="*/ 900239 w 3431"/>
              <a:gd name="T1" fmla="*/ 1800397 h 3431"/>
              <a:gd name="T2" fmla="*/ 0 w 3431"/>
              <a:gd name="T3" fmla="*/ 900461 h 3431"/>
              <a:gd name="T4" fmla="*/ 900239 w 3431"/>
              <a:gd name="T5" fmla="*/ 0 h 3431"/>
              <a:gd name="T6" fmla="*/ 1799953 w 3431"/>
              <a:gd name="T7" fmla="*/ 900461 h 3431"/>
              <a:gd name="T8" fmla="*/ 900239 w 3431"/>
              <a:gd name="T9" fmla="*/ 1800397 h 3431"/>
              <a:gd name="T10" fmla="*/ 899190 w 3431"/>
              <a:gd name="T11" fmla="*/ 288085 h 3431"/>
              <a:gd name="T12" fmla="*/ 789020 w 3431"/>
              <a:gd name="T13" fmla="*/ 288085 h 3431"/>
              <a:gd name="T14" fmla="*/ 789020 w 3431"/>
              <a:gd name="T15" fmla="*/ 647009 h 3431"/>
              <a:gd name="T16" fmla="*/ 789020 w 3431"/>
              <a:gd name="T17" fmla="*/ 647009 h 3431"/>
              <a:gd name="T18" fmla="*/ 754396 w 3431"/>
              <a:gd name="T19" fmla="*/ 647009 h 3431"/>
              <a:gd name="T20" fmla="*/ 754396 w 3431"/>
              <a:gd name="T21" fmla="*/ 288085 h 3431"/>
              <a:gd name="T22" fmla="*/ 646850 w 3431"/>
              <a:gd name="T23" fmla="*/ 288085 h 3431"/>
              <a:gd name="T24" fmla="*/ 646850 w 3431"/>
              <a:gd name="T25" fmla="*/ 647009 h 3431"/>
              <a:gd name="T26" fmla="*/ 609602 w 3431"/>
              <a:gd name="T27" fmla="*/ 647009 h 3431"/>
              <a:gd name="T28" fmla="*/ 609602 w 3431"/>
              <a:gd name="T29" fmla="*/ 288085 h 3431"/>
              <a:gd name="T30" fmla="*/ 504155 w 3431"/>
              <a:gd name="T31" fmla="*/ 288085 h 3431"/>
              <a:gd name="T32" fmla="*/ 504155 w 3431"/>
              <a:gd name="T33" fmla="*/ 702632 h 3431"/>
              <a:gd name="T34" fmla="*/ 609602 w 3431"/>
              <a:gd name="T35" fmla="*/ 794463 h 3431"/>
              <a:gd name="T36" fmla="*/ 609602 w 3431"/>
              <a:gd name="T37" fmla="*/ 1461412 h 3431"/>
              <a:gd name="T38" fmla="*/ 651047 w 3431"/>
              <a:gd name="T39" fmla="*/ 1511788 h 3431"/>
              <a:gd name="T40" fmla="*/ 743379 w 3431"/>
              <a:gd name="T41" fmla="*/ 1511788 h 3431"/>
              <a:gd name="T42" fmla="*/ 793742 w 3431"/>
              <a:gd name="T43" fmla="*/ 1461412 h 3431"/>
              <a:gd name="T44" fmla="*/ 793742 w 3431"/>
              <a:gd name="T45" fmla="*/ 794463 h 3431"/>
              <a:gd name="T46" fmla="*/ 899190 w 3431"/>
              <a:gd name="T47" fmla="*/ 702632 h 3431"/>
              <a:gd name="T48" fmla="*/ 899190 w 3431"/>
              <a:gd name="T49" fmla="*/ 748285 h 3431"/>
              <a:gd name="T50" fmla="*/ 899190 w 3431"/>
              <a:gd name="T51" fmla="*/ 288085 h 3431"/>
              <a:gd name="T52" fmla="*/ 1295274 w 3431"/>
              <a:gd name="T53" fmla="*/ 426092 h 3431"/>
              <a:gd name="T54" fmla="*/ 1157300 w 3431"/>
              <a:gd name="T55" fmla="*/ 288085 h 3431"/>
              <a:gd name="T56" fmla="*/ 1005686 w 3431"/>
              <a:gd name="T57" fmla="*/ 426092 h 3431"/>
              <a:gd name="T58" fmla="*/ 1010408 w 3431"/>
              <a:gd name="T59" fmla="*/ 932470 h 3431"/>
              <a:gd name="T60" fmla="*/ 1111134 w 3431"/>
              <a:gd name="T61" fmla="*/ 932470 h 3431"/>
              <a:gd name="T62" fmla="*/ 1111134 w 3431"/>
              <a:gd name="T63" fmla="*/ 1461412 h 3431"/>
              <a:gd name="T64" fmla="*/ 1157300 w 3431"/>
              <a:gd name="T65" fmla="*/ 1511788 h 3431"/>
              <a:gd name="T66" fmla="*/ 1249632 w 3431"/>
              <a:gd name="T67" fmla="*/ 1511788 h 3431"/>
              <a:gd name="T68" fmla="*/ 1295274 w 3431"/>
              <a:gd name="T69" fmla="*/ 1461412 h 3431"/>
              <a:gd name="T70" fmla="*/ 1295274 w 3431"/>
              <a:gd name="T71" fmla="*/ 426092 h 343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431" h="3431">
                <a:moveTo>
                  <a:pt x="1716" y="3431"/>
                </a:moveTo>
                <a:cubicBezTo>
                  <a:pt x="768" y="3431"/>
                  <a:pt x="0" y="2663"/>
                  <a:pt x="0" y="1716"/>
                </a:cubicBezTo>
                <a:cubicBezTo>
                  <a:pt x="0" y="768"/>
                  <a:pt x="768" y="0"/>
                  <a:pt x="1716" y="0"/>
                </a:cubicBezTo>
                <a:cubicBezTo>
                  <a:pt x="2663" y="0"/>
                  <a:pt x="3431" y="768"/>
                  <a:pt x="3431" y="1716"/>
                </a:cubicBezTo>
                <a:cubicBezTo>
                  <a:pt x="3431" y="2663"/>
                  <a:pt x="2663" y="3431"/>
                  <a:pt x="1716" y="3431"/>
                </a:cubicBezTo>
                <a:close/>
                <a:moveTo>
                  <a:pt x="1714" y="549"/>
                </a:moveTo>
                <a:cubicBezTo>
                  <a:pt x="1504" y="549"/>
                  <a:pt x="1504" y="549"/>
                  <a:pt x="1504" y="549"/>
                </a:cubicBezTo>
                <a:cubicBezTo>
                  <a:pt x="1504" y="1233"/>
                  <a:pt x="1504" y="1233"/>
                  <a:pt x="1504" y="1233"/>
                </a:cubicBezTo>
                <a:cubicBezTo>
                  <a:pt x="1504" y="1233"/>
                  <a:pt x="1504" y="1233"/>
                  <a:pt x="1504" y="1233"/>
                </a:cubicBezTo>
                <a:cubicBezTo>
                  <a:pt x="1438" y="1233"/>
                  <a:pt x="1438" y="1233"/>
                  <a:pt x="1438" y="1233"/>
                </a:cubicBezTo>
                <a:cubicBezTo>
                  <a:pt x="1438" y="549"/>
                  <a:pt x="1438" y="549"/>
                  <a:pt x="1438" y="549"/>
                </a:cubicBezTo>
                <a:cubicBezTo>
                  <a:pt x="1233" y="549"/>
                  <a:pt x="1233" y="549"/>
                  <a:pt x="1233" y="549"/>
                </a:cubicBezTo>
                <a:cubicBezTo>
                  <a:pt x="1233" y="1233"/>
                  <a:pt x="1233" y="1233"/>
                  <a:pt x="1233" y="1233"/>
                </a:cubicBezTo>
                <a:cubicBezTo>
                  <a:pt x="1162" y="1233"/>
                  <a:pt x="1162" y="1233"/>
                  <a:pt x="1162" y="1233"/>
                </a:cubicBezTo>
                <a:cubicBezTo>
                  <a:pt x="1162" y="549"/>
                  <a:pt x="1162" y="549"/>
                  <a:pt x="1162" y="549"/>
                </a:cubicBezTo>
                <a:cubicBezTo>
                  <a:pt x="961" y="549"/>
                  <a:pt x="961" y="549"/>
                  <a:pt x="961" y="549"/>
                </a:cubicBezTo>
                <a:cubicBezTo>
                  <a:pt x="961" y="1339"/>
                  <a:pt x="961" y="1339"/>
                  <a:pt x="961" y="1339"/>
                </a:cubicBezTo>
                <a:cubicBezTo>
                  <a:pt x="961" y="1436"/>
                  <a:pt x="1065" y="1514"/>
                  <a:pt x="1162" y="1514"/>
                </a:cubicBezTo>
                <a:cubicBezTo>
                  <a:pt x="1162" y="2785"/>
                  <a:pt x="1162" y="2785"/>
                  <a:pt x="1162" y="2785"/>
                </a:cubicBezTo>
                <a:cubicBezTo>
                  <a:pt x="1162" y="2833"/>
                  <a:pt x="1193" y="2881"/>
                  <a:pt x="1241" y="2881"/>
                </a:cubicBezTo>
                <a:cubicBezTo>
                  <a:pt x="1417" y="2881"/>
                  <a:pt x="1417" y="2881"/>
                  <a:pt x="1417" y="2881"/>
                </a:cubicBezTo>
                <a:cubicBezTo>
                  <a:pt x="1465" y="2881"/>
                  <a:pt x="1513" y="2833"/>
                  <a:pt x="1513" y="2785"/>
                </a:cubicBezTo>
                <a:cubicBezTo>
                  <a:pt x="1513" y="1514"/>
                  <a:pt x="1513" y="1514"/>
                  <a:pt x="1513" y="1514"/>
                </a:cubicBezTo>
                <a:cubicBezTo>
                  <a:pt x="1610" y="1514"/>
                  <a:pt x="1714" y="1435"/>
                  <a:pt x="1714" y="1339"/>
                </a:cubicBezTo>
                <a:cubicBezTo>
                  <a:pt x="1714" y="1426"/>
                  <a:pt x="1714" y="1426"/>
                  <a:pt x="1714" y="1426"/>
                </a:cubicBezTo>
                <a:lnTo>
                  <a:pt x="1714" y="549"/>
                </a:lnTo>
                <a:close/>
                <a:moveTo>
                  <a:pt x="2469" y="812"/>
                </a:moveTo>
                <a:cubicBezTo>
                  <a:pt x="2469" y="667"/>
                  <a:pt x="2351" y="549"/>
                  <a:pt x="2206" y="549"/>
                </a:cubicBezTo>
                <a:cubicBezTo>
                  <a:pt x="2061" y="549"/>
                  <a:pt x="1917" y="667"/>
                  <a:pt x="1917" y="812"/>
                </a:cubicBezTo>
                <a:cubicBezTo>
                  <a:pt x="1926" y="1777"/>
                  <a:pt x="1926" y="1777"/>
                  <a:pt x="1926" y="1777"/>
                </a:cubicBezTo>
                <a:cubicBezTo>
                  <a:pt x="2118" y="1777"/>
                  <a:pt x="2118" y="1777"/>
                  <a:pt x="2118" y="1777"/>
                </a:cubicBezTo>
                <a:cubicBezTo>
                  <a:pt x="2118" y="2785"/>
                  <a:pt x="2118" y="2785"/>
                  <a:pt x="2118" y="2785"/>
                </a:cubicBezTo>
                <a:cubicBezTo>
                  <a:pt x="2118" y="2833"/>
                  <a:pt x="2158" y="2881"/>
                  <a:pt x="2206" y="2881"/>
                </a:cubicBezTo>
                <a:cubicBezTo>
                  <a:pt x="2382" y="2881"/>
                  <a:pt x="2382" y="2881"/>
                  <a:pt x="2382" y="2881"/>
                </a:cubicBezTo>
                <a:cubicBezTo>
                  <a:pt x="2430" y="2881"/>
                  <a:pt x="2469" y="2833"/>
                  <a:pt x="2469" y="2785"/>
                </a:cubicBezTo>
                <a:lnTo>
                  <a:pt x="2469" y="8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KSO_Shape">
            <a:extLst>
              <a:ext uri="{FF2B5EF4-FFF2-40B4-BE49-F238E27FC236}">
                <a16:creationId xmlns:a16="http://schemas.microsoft.com/office/drawing/2014/main" id="{41065B82-0C0C-4E8C-B9B4-824FA6BC0451}"/>
              </a:ext>
            </a:extLst>
          </p:cNvPr>
          <p:cNvSpPr>
            <a:spLocks/>
          </p:cNvSpPr>
          <p:nvPr/>
        </p:nvSpPr>
        <p:spPr bwMode="auto">
          <a:xfrm>
            <a:off x="1784838" y="638015"/>
            <a:ext cx="779083" cy="688190"/>
          </a:xfrm>
          <a:custGeom>
            <a:avLst/>
            <a:gdLst>
              <a:gd name="T0" fmla="*/ 2147483646 w 6141"/>
              <a:gd name="T1" fmla="*/ 2147483646 h 5423"/>
              <a:gd name="T2" fmla="*/ 2147483646 w 6141"/>
              <a:gd name="T3" fmla="*/ 2147483646 h 5423"/>
              <a:gd name="T4" fmla="*/ 2147483646 w 6141"/>
              <a:gd name="T5" fmla="*/ 2147483646 h 5423"/>
              <a:gd name="T6" fmla="*/ 2147483646 w 6141"/>
              <a:gd name="T7" fmla="*/ 2147483646 h 5423"/>
              <a:gd name="T8" fmla="*/ 2147483646 w 6141"/>
              <a:gd name="T9" fmla="*/ 2147483646 h 5423"/>
              <a:gd name="T10" fmla="*/ 2147483646 w 6141"/>
              <a:gd name="T11" fmla="*/ 2147483646 h 5423"/>
              <a:gd name="T12" fmla="*/ 2147483646 w 6141"/>
              <a:gd name="T13" fmla="*/ 2147483646 h 5423"/>
              <a:gd name="T14" fmla="*/ 2147483646 w 6141"/>
              <a:gd name="T15" fmla="*/ 2147483646 h 5423"/>
              <a:gd name="T16" fmla="*/ 2147483646 w 6141"/>
              <a:gd name="T17" fmla="*/ 2147483646 h 5423"/>
              <a:gd name="T18" fmla="*/ 2147483646 w 6141"/>
              <a:gd name="T19" fmla="*/ 2147483646 h 5423"/>
              <a:gd name="T20" fmla="*/ 2147483646 w 6141"/>
              <a:gd name="T21" fmla="*/ 2147483646 h 5423"/>
              <a:gd name="T22" fmla="*/ 2147483646 w 6141"/>
              <a:gd name="T23" fmla="*/ 2147483646 h 5423"/>
              <a:gd name="T24" fmla="*/ 2147483646 w 6141"/>
              <a:gd name="T25" fmla="*/ 2147483646 h 5423"/>
              <a:gd name="T26" fmla="*/ 2147483646 w 6141"/>
              <a:gd name="T27" fmla="*/ 2147483646 h 5423"/>
              <a:gd name="T28" fmla="*/ 2147483646 w 6141"/>
              <a:gd name="T29" fmla="*/ 2147483646 h 5423"/>
              <a:gd name="T30" fmla="*/ 2147483646 w 6141"/>
              <a:gd name="T31" fmla="*/ 2147483646 h 5423"/>
              <a:gd name="T32" fmla="*/ 2147483646 w 6141"/>
              <a:gd name="T33" fmla="*/ 2147483646 h 5423"/>
              <a:gd name="T34" fmla="*/ 2147483646 w 6141"/>
              <a:gd name="T35" fmla="*/ 2147483646 h 5423"/>
              <a:gd name="T36" fmla="*/ 1283615740 w 6141"/>
              <a:gd name="T37" fmla="*/ 2147483646 h 5423"/>
              <a:gd name="T38" fmla="*/ 507518554 w 6141"/>
              <a:gd name="T39" fmla="*/ 2147483646 h 5423"/>
              <a:gd name="T40" fmla="*/ 59662702 w 6141"/>
              <a:gd name="T41" fmla="*/ 2147483646 h 5423"/>
              <a:gd name="T42" fmla="*/ 29831351 w 6141"/>
              <a:gd name="T43" fmla="*/ 2147483646 h 5423"/>
              <a:gd name="T44" fmla="*/ 328337809 w 6141"/>
              <a:gd name="T45" fmla="*/ 2147483646 h 5423"/>
              <a:gd name="T46" fmla="*/ 1014940943 w 6141"/>
              <a:gd name="T47" fmla="*/ 2147483646 h 5423"/>
              <a:gd name="T48" fmla="*/ 2089640752 w 6141"/>
              <a:gd name="T49" fmla="*/ 2147483646 h 5423"/>
              <a:gd name="T50" fmla="*/ 2147483646 w 6141"/>
              <a:gd name="T51" fmla="*/ 2147483646 h 5423"/>
              <a:gd name="T52" fmla="*/ 2147483646 w 6141"/>
              <a:gd name="T53" fmla="*/ 2147483646 h 5423"/>
              <a:gd name="T54" fmla="*/ 2147483646 w 6141"/>
              <a:gd name="T55" fmla="*/ 2147483646 h 5423"/>
              <a:gd name="T56" fmla="*/ 2147483646 w 6141"/>
              <a:gd name="T57" fmla="*/ 2147483646 h 5423"/>
              <a:gd name="T58" fmla="*/ 2147483646 w 6141"/>
              <a:gd name="T59" fmla="*/ 2147483646 h 5423"/>
              <a:gd name="T60" fmla="*/ 2147483646 w 6141"/>
              <a:gd name="T61" fmla="*/ 2147483646 h 5423"/>
              <a:gd name="T62" fmla="*/ 2147483646 w 6141"/>
              <a:gd name="T63" fmla="*/ 2147483646 h 5423"/>
              <a:gd name="T64" fmla="*/ 2147483646 w 6141"/>
              <a:gd name="T65" fmla="*/ 2147483646 h 5423"/>
              <a:gd name="T66" fmla="*/ 2147483646 w 6141"/>
              <a:gd name="T67" fmla="*/ 2147483646 h 5423"/>
              <a:gd name="T68" fmla="*/ 2147483646 w 6141"/>
              <a:gd name="T69" fmla="*/ 2147483646 h 5423"/>
              <a:gd name="T70" fmla="*/ 2147483646 w 6141"/>
              <a:gd name="T71" fmla="*/ 2147483646 h 5423"/>
              <a:gd name="T72" fmla="*/ 2147483646 w 6141"/>
              <a:gd name="T73" fmla="*/ 2147483646 h 5423"/>
              <a:gd name="T74" fmla="*/ 2147483646 w 6141"/>
              <a:gd name="T75" fmla="*/ 2147483646 h 5423"/>
              <a:gd name="T76" fmla="*/ 2147483646 w 6141"/>
              <a:gd name="T77" fmla="*/ 2147483646 h 5423"/>
              <a:gd name="T78" fmla="*/ 2147483646 w 6141"/>
              <a:gd name="T79" fmla="*/ 2147483646 h 5423"/>
              <a:gd name="T80" fmla="*/ 2147483646 w 6141"/>
              <a:gd name="T81" fmla="*/ 2147483646 h 5423"/>
              <a:gd name="T82" fmla="*/ 2147483646 w 6141"/>
              <a:gd name="T83" fmla="*/ 2147483646 h 5423"/>
              <a:gd name="T84" fmla="*/ 2147483646 w 6141"/>
              <a:gd name="T85" fmla="*/ 2147483646 h 5423"/>
              <a:gd name="T86" fmla="*/ 2147483646 w 6141"/>
              <a:gd name="T87" fmla="*/ 2147483646 h 5423"/>
              <a:gd name="T88" fmla="*/ 2147483646 w 6141"/>
              <a:gd name="T89" fmla="*/ 2147483646 h 5423"/>
              <a:gd name="T90" fmla="*/ 2147483646 w 6141"/>
              <a:gd name="T91" fmla="*/ 2147483646 h 5423"/>
              <a:gd name="T92" fmla="*/ 2147483646 w 6141"/>
              <a:gd name="T93" fmla="*/ 2147483646 h 5423"/>
              <a:gd name="T94" fmla="*/ 2147483646 w 6141"/>
              <a:gd name="T95" fmla="*/ 2147483646 h 5423"/>
              <a:gd name="T96" fmla="*/ 2147483646 w 6141"/>
              <a:gd name="T97" fmla="*/ 2147483646 h 5423"/>
              <a:gd name="T98" fmla="*/ 2147483646 w 6141"/>
              <a:gd name="T99" fmla="*/ 2147483646 h 5423"/>
              <a:gd name="T100" fmla="*/ 2147483646 w 6141"/>
              <a:gd name="T101" fmla="*/ 2147483646 h 5423"/>
              <a:gd name="T102" fmla="*/ 2147483646 w 6141"/>
              <a:gd name="T103" fmla="*/ 2147483646 h 5423"/>
              <a:gd name="T104" fmla="*/ 2147483646 w 6141"/>
              <a:gd name="T105" fmla="*/ 2147483646 h 5423"/>
              <a:gd name="T106" fmla="*/ 2147483646 w 6141"/>
              <a:gd name="T107" fmla="*/ 2147483646 h 5423"/>
              <a:gd name="T108" fmla="*/ 2147483646 w 6141"/>
              <a:gd name="T109" fmla="*/ 2147483646 h 5423"/>
              <a:gd name="T110" fmla="*/ 2147483646 w 6141"/>
              <a:gd name="T111" fmla="*/ 2147483646 h 5423"/>
              <a:gd name="T112" fmla="*/ 2147483646 w 6141"/>
              <a:gd name="T113" fmla="*/ 2147483646 h 542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141" h="5423">
                <a:moveTo>
                  <a:pt x="5729" y="1087"/>
                </a:moveTo>
                <a:lnTo>
                  <a:pt x="4236" y="2580"/>
                </a:lnTo>
                <a:lnTo>
                  <a:pt x="4360" y="2704"/>
                </a:lnTo>
                <a:lnTo>
                  <a:pt x="5857" y="1207"/>
                </a:lnTo>
                <a:lnTo>
                  <a:pt x="6141" y="1491"/>
                </a:lnTo>
                <a:lnTo>
                  <a:pt x="4502" y="3130"/>
                </a:lnTo>
                <a:lnTo>
                  <a:pt x="4360" y="3272"/>
                </a:lnTo>
                <a:lnTo>
                  <a:pt x="4219" y="3130"/>
                </a:lnTo>
                <a:lnTo>
                  <a:pt x="3896" y="2808"/>
                </a:lnTo>
                <a:lnTo>
                  <a:pt x="3455" y="3249"/>
                </a:lnTo>
                <a:lnTo>
                  <a:pt x="5045" y="4805"/>
                </a:lnTo>
                <a:lnTo>
                  <a:pt x="4476" y="5372"/>
                </a:lnTo>
                <a:lnTo>
                  <a:pt x="2888" y="3817"/>
                </a:lnTo>
                <a:lnTo>
                  <a:pt x="1298" y="5423"/>
                </a:lnTo>
                <a:lnTo>
                  <a:pt x="731" y="4855"/>
                </a:lnTo>
                <a:lnTo>
                  <a:pt x="2320" y="3249"/>
                </a:lnTo>
                <a:lnTo>
                  <a:pt x="2011" y="2939"/>
                </a:lnTo>
                <a:lnTo>
                  <a:pt x="1965" y="2956"/>
                </a:lnTo>
                <a:lnTo>
                  <a:pt x="1920" y="2970"/>
                </a:lnTo>
                <a:lnTo>
                  <a:pt x="1873" y="2982"/>
                </a:lnTo>
                <a:lnTo>
                  <a:pt x="1826" y="2993"/>
                </a:lnTo>
                <a:lnTo>
                  <a:pt x="1778" y="3001"/>
                </a:lnTo>
                <a:lnTo>
                  <a:pt x="1731" y="3008"/>
                </a:lnTo>
                <a:lnTo>
                  <a:pt x="1682" y="3013"/>
                </a:lnTo>
                <a:lnTo>
                  <a:pt x="1633" y="3017"/>
                </a:lnTo>
                <a:lnTo>
                  <a:pt x="1584" y="3018"/>
                </a:lnTo>
                <a:lnTo>
                  <a:pt x="1534" y="3017"/>
                </a:lnTo>
                <a:lnTo>
                  <a:pt x="1484" y="3014"/>
                </a:lnTo>
                <a:lnTo>
                  <a:pt x="1434" y="3010"/>
                </a:lnTo>
                <a:lnTo>
                  <a:pt x="1384" y="3003"/>
                </a:lnTo>
                <a:lnTo>
                  <a:pt x="1333" y="2996"/>
                </a:lnTo>
                <a:lnTo>
                  <a:pt x="1283" y="2986"/>
                </a:lnTo>
                <a:lnTo>
                  <a:pt x="1232" y="2973"/>
                </a:lnTo>
                <a:lnTo>
                  <a:pt x="1183" y="2959"/>
                </a:lnTo>
                <a:lnTo>
                  <a:pt x="1133" y="2944"/>
                </a:lnTo>
                <a:lnTo>
                  <a:pt x="1083" y="2927"/>
                </a:lnTo>
                <a:lnTo>
                  <a:pt x="1033" y="2907"/>
                </a:lnTo>
                <a:lnTo>
                  <a:pt x="984" y="2886"/>
                </a:lnTo>
                <a:lnTo>
                  <a:pt x="935" y="2864"/>
                </a:lnTo>
                <a:lnTo>
                  <a:pt x="886" y="2840"/>
                </a:lnTo>
                <a:lnTo>
                  <a:pt x="839" y="2813"/>
                </a:lnTo>
                <a:lnTo>
                  <a:pt x="791" y="2784"/>
                </a:lnTo>
                <a:lnTo>
                  <a:pt x="745" y="2755"/>
                </a:lnTo>
                <a:lnTo>
                  <a:pt x="699" y="2723"/>
                </a:lnTo>
                <a:lnTo>
                  <a:pt x="653" y="2689"/>
                </a:lnTo>
                <a:lnTo>
                  <a:pt x="609" y="2654"/>
                </a:lnTo>
                <a:lnTo>
                  <a:pt x="565" y="2616"/>
                </a:lnTo>
                <a:lnTo>
                  <a:pt x="522" y="2578"/>
                </a:lnTo>
                <a:lnTo>
                  <a:pt x="480" y="2538"/>
                </a:lnTo>
                <a:lnTo>
                  <a:pt x="453" y="2510"/>
                </a:lnTo>
                <a:lnTo>
                  <a:pt x="428" y="2484"/>
                </a:lnTo>
                <a:lnTo>
                  <a:pt x="403" y="2455"/>
                </a:lnTo>
                <a:lnTo>
                  <a:pt x="379" y="2427"/>
                </a:lnTo>
                <a:lnTo>
                  <a:pt x="356" y="2399"/>
                </a:lnTo>
                <a:lnTo>
                  <a:pt x="333" y="2371"/>
                </a:lnTo>
                <a:lnTo>
                  <a:pt x="311" y="2341"/>
                </a:lnTo>
                <a:lnTo>
                  <a:pt x="290" y="2312"/>
                </a:lnTo>
                <a:lnTo>
                  <a:pt x="270" y="2283"/>
                </a:lnTo>
                <a:lnTo>
                  <a:pt x="250" y="2253"/>
                </a:lnTo>
                <a:lnTo>
                  <a:pt x="231" y="2223"/>
                </a:lnTo>
                <a:lnTo>
                  <a:pt x="212" y="2192"/>
                </a:lnTo>
                <a:lnTo>
                  <a:pt x="195" y="2161"/>
                </a:lnTo>
                <a:lnTo>
                  <a:pt x="178" y="2130"/>
                </a:lnTo>
                <a:lnTo>
                  <a:pt x="162" y="2099"/>
                </a:lnTo>
                <a:lnTo>
                  <a:pt x="147" y="2068"/>
                </a:lnTo>
                <a:lnTo>
                  <a:pt x="133" y="2037"/>
                </a:lnTo>
                <a:lnTo>
                  <a:pt x="118" y="2005"/>
                </a:lnTo>
                <a:lnTo>
                  <a:pt x="106" y="1973"/>
                </a:lnTo>
                <a:lnTo>
                  <a:pt x="93" y="1942"/>
                </a:lnTo>
                <a:lnTo>
                  <a:pt x="82" y="1910"/>
                </a:lnTo>
                <a:lnTo>
                  <a:pt x="71" y="1878"/>
                </a:lnTo>
                <a:lnTo>
                  <a:pt x="61" y="1846"/>
                </a:lnTo>
                <a:lnTo>
                  <a:pt x="52" y="1814"/>
                </a:lnTo>
                <a:lnTo>
                  <a:pt x="43" y="1781"/>
                </a:lnTo>
                <a:lnTo>
                  <a:pt x="35" y="1749"/>
                </a:lnTo>
                <a:lnTo>
                  <a:pt x="29" y="1717"/>
                </a:lnTo>
                <a:lnTo>
                  <a:pt x="22" y="1685"/>
                </a:lnTo>
                <a:lnTo>
                  <a:pt x="17" y="1651"/>
                </a:lnTo>
                <a:lnTo>
                  <a:pt x="12" y="1619"/>
                </a:lnTo>
                <a:lnTo>
                  <a:pt x="8" y="1587"/>
                </a:lnTo>
                <a:lnTo>
                  <a:pt x="6" y="1555"/>
                </a:lnTo>
                <a:lnTo>
                  <a:pt x="2" y="1523"/>
                </a:lnTo>
                <a:lnTo>
                  <a:pt x="1" y="1491"/>
                </a:lnTo>
                <a:lnTo>
                  <a:pt x="0" y="1459"/>
                </a:lnTo>
                <a:lnTo>
                  <a:pt x="0" y="1427"/>
                </a:lnTo>
                <a:lnTo>
                  <a:pt x="1" y="1395"/>
                </a:lnTo>
                <a:lnTo>
                  <a:pt x="2" y="1364"/>
                </a:lnTo>
                <a:lnTo>
                  <a:pt x="4" y="1332"/>
                </a:lnTo>
                <a:lnTo>
                  <a:pt x="8" y="1301"/>
                </a:lnTo>
                <a:lnTo>
                  <a:pt x="11" y="1270"/>
                </a:lnTo>
                <a:lnTo>
                  <a:pt x="15" y="1239"/>
                </a:lnTo>
                <a:lnTo>
                  <a:pt x="21" y="1208"/>
                </a:lnTo>
                <a:lnTo>
                  <a:pt x="28" y="1178"/>
                </a:lnTo>
                <a:lnTo>
                  <a:pt x="34" y="1149"/>
                </a:lnTo>
                <a:lnTo>
                  <a:pt x="42" y="1118"/>
                </a:lnTo>
                <a:lnTo>
                  <a:pt x="50" y="1089"/>
                </a:lnTo>
                <a:lnTo>
                  <a:pt x="60" y="1059"/>
                </a:lnTo>
                <a:lnTo>
                  <a:pt x="70" y="1030"/>
                </a:lnTo>
                <a:lnTo>
                  <a:pt x="81" y="1001"/>
                </a:lnTo>
                <a:lnTo>
                  <a:pt x="92" y="973"/>
                </a:lnTo>
                <a:lnTo>
                  <a:pt x="104" y="945"/>
                </a:lnTo>
                <a:lnTo>
                  <a:pt x="117" y="917"/>
                </a:lnTo>
                <a:lnTo>
                  <a:pt x="132" y="890"/>
                </a:lnTo>
                <a:lnTo>
                  <a:pt x="146" y="863"/>
                </a:lnTo>
                <a:lnTo>
                  <a:pt x="161" y="837"/>
                </a:lnTo>
                <a:lnTo>
                  <a:pt x="178" y="810"/>
                </a:lnTo>
                <a:lnTo>
                  <a:pt x="196" y="785"/>
                </a:lnTo>
                <a:lnTo>
                  <a:pt x="213" y="759"/>
                </a:lnTo>
                <a:lnTo>
                  <a:pt x="232" y="735"/>
                </a:lnTo>
                <a:lnTo>
                  <a:pt x="252" y="711"/>
                </a:lnTo>
                <a:lnTo>
                  <a:pt x="272" y="686"/>
                </a:lnTo>
                <a:lnTo>
                  <a:pt x="293" y="663"/>
                </a:lnTo>
                <a:lnTo>
                  <a:pt x="315" y="641"/>
                </a:lnTo>
                <a:lnTo>
                  <a:pt x="338" y="619"/>
                </a:lnTo>
                <a:lnTo>
                  <a:pt x="361" y="598"/>
                </a:lnTo>
                <a:lnTo>
                  <a:pt x="385" y="577"/>
                </a:lnTo>
                <a:lnTo>
                  <a:pt x="409" y="558"/>
                </a:lnTo>
                <a:lnTo>
                  <a:pt x="434" y="539"/>
                </a:lnTo>
                <a:lnTo>
                  <a:pt x="459" y="521"/>
                </a:lnTo>
                <a:lnTo>
                  <a:pt x="485" y="504"/>
                </a:lnTo>
                <a:lnTo>
                  <a:pt x="511" y="487"/>
                </a:lnTo>
                <a:lnTo>
                  <a:pt x="537" y="472"/>
                </a:lnTo>
                <a:lnTo>
                  <a:pt x="565" y="457"/>
                </a:lnTo>
                <a:lnTo>
                  <a:pt x="591" y="443"/>
                </a:lnTo>
                <a:lnTo>
                  <a:pt x="619" y="430"/>
                </a:lnTo>
                <a:lnTo>
                  <a:pt x="648" y="418"/>
                </a:lnTo>
                <a:lnTo>
                  <a:pt x="675" y="406"/>
                </a:lnTo>
                <a:lnTo>
                  <a:pt x="704" y="395"/>
                </a:lnTo>
                <a:lnTo>
                  <a:pt x="734" y="385"/>
                </a:lnTo>
                <a:lnTo>
                  <a:pt x="763" y="376"/>
                </a:lnTo>
                <a:lnTo>
                  <a:pt x="792" y="367"/>
                </a:lnTo>
                <a:lnTo>
                  <a:pt x="822" y="359"/>
                </a:lnTo>
                <a:lnTo>
                  <a:pt x="852" y="353"/>
                </a:lnTo>
                <a:lnTo>
                  <a:pt x="883" y="346"/>
                </a:lnTo>
                <a:lnTo>
                  <a:pt x="914" y="342"/>
                </a:lnTo>
                <a:lnTo>
                  <a:pt x="944" y="337"/>
                </a:lnTo>
                <a:lnTo>
                  <a:pt x="976" y="333"/>
                </a:lnTo>
                <a:lnTo>
                  <a:pt x="1007" y="329"/>
                </a:lnTo>
                <a:lnTo>
                  <a:pt x="1038" y="327"/>
                </a:lnTo>
                <a:lnTo>
                  <a:pt x="1070" y="326"/>
                </a:lnTo>
                <a:lnTo>
                  <a:pt x="1102" y="325"/>
                </a:lnTo>
                <a:lnTo>
                  <a:pt x="1133" y="326"/>
                </a:lnTo>
                <a:lnTo>
                  <a:pt x="1165" y="326"/>
                </a:lnTo>
                <a:lnTo>
                  <a:pt x="1197" y="328"/>
                </a:lnTo>
                <a:lnTo>
                  <a:pt x="1229" y="331"/>
                </a:lnTo>
                <a:lnTo>
                  <a:pt x="1261" y="334"/>
                </a:lnTo>
                <a:lnTo>
                  <a:pt x="1294" y="337"/>
                </a:lnTo>
                <a:lnTo>
                  <a:pt x="1326" y="343"/>
                </a:lnTo>
                <a:lnTo>
                  <a:pt x="1358" y="348"/>
                </a:lnTo>
                <a:lnTo>
                  <a:pt x="1390" y="354"/>
                </a:lnTo>
                <a:lnTo>
                  <a:pt x="1424" y="361"/>
                </a:lnTo>
                <a:lnTo>
                  <a:pt x="1456" y="369"/>
                </a:lnTo>
                <a:lnTo>
                  <a:pt x="1488" y="377"/>
                </a:lnTo>
                <a:lnTo>
                  <a:pt x="1520" y="387"/>
                </a:lnTo>
                <a:lnTo>
                  <a:pt x="1552" y="397"/>
                </a:lnTo>
                <a:lnTo>
                  <a:pt x="1584" y="407"/>
                </a:lnTo>
                <a:lnTo>
                  <a:pt x="1616" y="419"/>
                </a:lnTo>
                <a:lnTo>
                  <a:pt x="1648" y="431"/>
                </a:lnTo>
                <a:lnTo>
                  <a:pt x="1680" y="444"/>
                </a:lnTo>
                <a:lnTo>
                  <a:pt x="1711" y="458"/>
                </a:lnTo>
                <a:lnTo>
                  <a:pt x="1743" y="472"/>
                </a:lnTo>
                <a:lnTo>
                  <a:pt x="1774" y="487"/>
                </a:lnTo>
                <a:lnTo>
                  <a:pt x="1805" y="504"/>
                </a:lnTo>
                <a:lnTo>
                  <a:pt x="1836" y="521"/>
                </a:lnTo>
                <a:lnTo>
                  <a:pt x="1867" y="538"/>
                </a:lnTo>
                <a:lnTo>
                  <a:pt x="1897" y="556"/>
                </a:lnTo>
                <a:lnTo>
                  <a:pt x="1927" y="575"/>
                </a:lnTo>
                <a:lnTo>
                  <a:pt x="1956" y="595"/>
                </a:lnTo>
                <a:lnTo>
                  <a:pt x="1986" y="616"/>
                </a:lnTo>
                <a:lnTo>
                  <a:pt x="2016" y="637"/>
                </a:lnTo>
                <a:lnTo>
                  <a:pt x="2045" y="659"/>
                </a:lnTo>
                <a:lnTo>
                  <a:pt x="2074" y="681"/>
                </a:lnTo>
                <a:lnTo>
                  <a:pt x="2102" y="704"/>
                </a:lnTo>
                <a:lnTo>
                  <a:pt x="2130" y="728"/>
                </a:lnTo>
                <a:lnTo>
                  <a:pt x="2158" y="754"/>
                </a:lnTo>
                <a:lnTo>
                  <a:pt x="2185" y="779"/>
                </a:lnTo>
                <a:lnTo>
                  <a:pt x="2212" y="806"/>
                </a:lnTo>
                <a:lnTo>
                  <a:pt x="2254" y="849"/>
                </a:lnTo>
                <a:lnTo>
                  <a:pt x="2294" y="893"/>
                </a:lnTo>
                <a:lnTo>
                  <a:pt x="2332" y="938"/>
                </a:lnTo>
                <a:lnTo>
                  <a:pt x="2369" y="985"/>
                </a:lnTo>
                <a:lnTo>
                  <a:pt x="2403" y="1032"/>
                </a:lnTo>
                <a:lnTo>
                  <a:pt x="2435" y="1080"/>
                </a:lnTo>
                <a:lnTo>
                  <a:pt x="2466" y="1129"/>
                </a:lnTo>
                <a:lnTo>
                  <a:pt x="2495" y="1178"/>
                </a:lnTo>
                <a:lnTo>
                  <a:pt x="2521" y="1228"/>
                </a:lnTo>
                <a:lnTo>
                  <a:pt x="2547" y="1278"/>
                </a:lnTo>
                <a:lnTo>
                  <a:pt x="2569" y="1329"/>
                </a:lnTo>
                <a:lnTo>
                  <a:pt x="2590" y="1381"/>
                </a:lnTo>
                <a:lnTo>
                  <a:pt x="2610" y="1431"/>
                </a:lnTo>
                <a:lnTo>
                  <a:pt x="2626" y="1483"/>
                </a:lnTo>
                <a:lnTo>
                  <a:pt x="2642" y="1535"/>
                </a:lnTo>
                <a:lnTo>
                  <a:pt x="2655" y="1587"/>
                </a:lnTo>
                <a:lnTo>
                  <a:pt x="2666" y="1639"/>
                </a:lnTo>
                <a:lnTo>
                  <a:pt x="2675" y="1691"/>
                </a:lnTo>
                <a:lnTo>
                  <a:pt x="2681" y="1743"/>
                </a:lnTo>
                <a:lnTo>
                  <a:pt x="2687" y="1795"/>
                </a:lnTo>
                <a:lnTo>
                  <a:pt x="2690" y="1847"/>
                </a:lnTo>
                <a:lnTo>
                  <a:pt x="2691" y="1899"/>
                </a:lnTo>
                <a:lnTo>
                  <a:pt x="2690" y="1950"/>
                </a:lnTo>
                <a:lnTo>
                  <a:pt x="2688" y="2001"/>
                </a:lnTo>
                <a:lnTo>
                  <a:pt x="2683" y="2050"/>
                </a:lnTo>
                <a:lnTo>
                  <a:pt x="2676" y="2100"/>
                </a:lnTo>
                <a:lnTo>
                  <a:pt x="2667" y="2150"/>
                </a:lnTo>
                <a:lnTo>
                  <a:pt x="2656" y="2199"/>
                </a:lnTo>
                <a:lnTo>
                  <a:pt x="2644" y="2247"/>
                </a:lnTo>
                <a:lnTo>
                  <a:pt x="2628" y="2294"/>
                </a:lnTo>
                <a:lnTo>
                  <a:pt x="2612" y="2340"/>
                </a:lnTo>
                <a:lnTo>
                  <a:pt x="2593" y="2387"/>
                </a:lnTo>
                <a:lnTo>
                  <a:pt x="2888" y="2682"/>
                </a:lnTo>
                <a:lnTo>
                  <a:pt x="3329" y="2241"/>
                </a:lnTo>
                <a:lnTo>
                  <a:pt x="3008" y="1919"/>
                </a:lnTo>
                <a:lnTo>
                  <a:pt x="2866" y="1777"/>
                </a:lnTo>
                <a:lnTo>
                  <a:pt x="3008" y="1635"/>
                </a:lnTo>
                <a:lnTo>
                  <a:pt x="4642" y="0"/>
                </a:lnTo>
                <a:lnTo>
                  <a:pt x="4926" y="284"/>
                </a:lnTo>
                <a:lnTo>
                  <a:pt x="3433" y="1777"/>
                </a:lnTo>
                <a:lnTo>
                  <a:pt x="3558" y="1902"/>
                </a:lnTo>
                <a:lnTo>
                  <a:pt x="5051" y="409"/>
                </a:lnTo>
                <a:lnTo>
                  <a:pt x="5335" y="693"/>
                </a:lnTo>
                <a:lnTo>
                  <a:pt x="3842" y="2186"/>
                </a:lnTo>
                <a:lnTo>
                  <a:pt x="3951" y="2296"/>
                </a:lnTo>
                <a:lnTo>
                  <a:pt x="5445" y="803"/>
                </a:lnTo>
                <a:lnTo>
                  <a:pt x="5729" y="10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KSO_Shape">
            <a:extLst>
              <a:ext uri="{FF2B5EF4-FFF2-40B4-BE49-F238E27FC236}">
                <a16:creationId xmlns:a16="http://schemas.microsoft.com/office/drawing/2014/main" id="{295BC711-19A7-47DB-8937-B7423C1BEF5A}"/>
              </a:ext>
            </a:extLst>
          </p:cNvPr>
          <p:cNvSpPr>
            <a:spLocks/>
          </p:cNvSpPr>
          <p:nvPr/>
        </p:nvSpPr>
        <p:spPr bwMode="auto">
          <a:xfrm>
            <a:off x="2970932" y="685409"/>
            <a:ext cx="779083" cy="593402"/>
          </a:xfrm>
          <a:custGeom>
            <a:avLst/>
            <a:gdLst>
              <a:gd name="T0" fmla="*/ 2147483646 w 5686"/>
              <a:gd name="T1" fmla="*/ 2147483646 h 4335"/>
              <a:gd name="T2" fmla="*/ 2147483646 w 5686"/>
              <a:gd name="T3" fmla="*/ 2147483646 h 4335"/>
              <a:gd name="T4" fmla="*/ 2147483646 w 5686"/>
              <a:gd name="T5" fmla="*/ 2147483646 h 4335"/>
              <a:gd name="T6" fmla="*/ 2147483646 w 5686"/>
              <a:gd name="T7" fmla="*/ 2147483646 h 4335"/>
              <a:gd name="T8" fmla="*/ 2147483646 w 5686"/>
              <a:gd name="T9" fmla="*/ 2147483646 h 4335"/>
              <a:gd name="T10" fmla="*/ 2147483646 w 5686"/>
              <a:gd name="T11" fmla="*/ 2147483646 h 4335"/>
              <a:gd name="T12" fmla="*/ 2147483646 w 5686"/>
              <a:gd name="T13" fmla="*/ 2147483646 h 4335"/>
              <a:gd name="T14" fmla="*/ 2147483646 w 5686"/>
              <a:gd name="T15" fmla="*/ 2147483646 h 4335"/>
              <a:gd name="T16" fmla="*/ 2147483646 w 5686"/>
              <a:gd name="T17" fmla="*/ 2147483646 h 4335"/>
              <a:gd name="T18" fmla="*/ 2147483646 w 5686"/>
              <a:gd name="T19" fmla="*/ 2147483646 h 4335"/>
              <a:gd name="T20" fmla="*/ 2147483646 w 5686"/>
              <a:gd name="T21" fmla="*/ 2147483646 h 4335"/>
              <a:gd name="T22" fmla="*/ 2147483646 w 5686"/>
              <a:gd name="T23" fmla="*/ 2147483646 h 4335"/>
              <a:gd name="T24" fmla="*/ 2147483646 w 5686"/>
              <a:gd name="T25" fmla="*/ 2147483646 h 4335"/>
              <a:gd name="T26" fmla="*/ 2147483646 w 5686"/>
              <a:gd name="T27" fmla="*/ 2147483646 h 4335"/>
              <a:gd name="T28" fmla="*/ 2147483646 w 5686"/>
              <a:gd name="T29" fmla="*/ 2147483646 h 4335"/>
              <a:gd name="T30" fmla="*/ 2147483646 w 5686"/>
              <a:gd name="T31" fmla="*/ 2147483646 h 4335"/>
              <a:gd name="T32" fmla="*/ 2147483646 w 5686"/>
              <a:gd name="T33" fmla="*/ 2147483646 h 4335"/>
              <a:gd name="T34" fmla="*/ 2147483646 w 5686"/>
              <a:gd name="T35" fmla="*/ 2147483646 h 4335"/>
              <a:gd name="T36" fmla="*/ 2147483646 w 5686"/>
              <a:gd name="T37" fmla="*/ 2147483646 h 4335"/>
              <a:gd name="T38" fmla="*/ 2147483646 w 5686"/>
              <a:gd name="T39" fmla="*/ 2147483646 h 4335"/>
              <a:gd name="T40" fmla="*/ 2147483646 w 5686"/>
              <a:gd name="T41" fmla="*/ 2147483646 h 4335"/>
              <a:gd name="T42" fmla="*/ 2147483646 w 5686"/>
              <a:gd name="T43" fmla="*/ 2147483646 h 4335"/>
              <a:gd name="T44" fmla="*/ 2147483646 w 5686"/>
              <a:gd name="T45" fmla="*/ 2147483646 h 4335"/>
              <a:gd name="T46" fmla="*/ 2147483646 w 5686"/>
              <a:gd name="T47" fmla="*/ 2147483646 h 4335"/>
              <a:gd name="T48" fmla="*/ 2147483646 w 5686"/>
              <a:gd name="T49" fmla="*/ 2147483646 h 4335"/>
              <a:gd name="T50" fmla="*/ 2147483646 w 5686"/>
              <a:gd name="T51" fmla="*/ 2147483646 h 4335"/>
              <a:gd name="T52" fmla="*/ 2147483646 w 5686"/>
              <a:gd name="T53" fmla="*/ 2147483646 h 4335"/>
              <a:gd name="T54" fmla="*/ 2147483646 w 5686"/>
              <a:gd name="T55" fmla="*/ 2147483646 h 4335"/>
              <a:gd name="T56" fmla="*/ 2147483646 w 5686"/>
              <a:gd name="T57" fmla="*/ 2147483646 h 4335"/>
              <a:gd name="T58" fmla="*/ 2147483646 w 5686"/>
              <a:gd name="T59" fmla="*/ 2147483646 h 4335"/>
              <a:gd name="T60" fmla="*/ 2147483646 w 5686"/>
              <a:gd name="T61" fmla="*/ 2147483646 h 4335"/>
              <a:gd name="T62" fmla="*/ 2147483646 w 5686"/>
              <a:gd name="T63" fmla="*/ 2147483646 h 4335"/>
              <a:gd name="T64" fmla="*/ 2147483646 w 5686"/>
              <a:gd name="T65" fmla="*/ 2147483646 h 4335"/>
              <a:gd name="T66" fmla="*/ 2147483646 w 5686"/>
              <a:gd name="T67" fmla="*/ 2147483646 h 4335"/>
              <a:gd name="T68" fmla="*/ 2147483646 w 5686"/>
              <a:gd name="T69" fmla="*/ 2147483646 h 4335"/>
              <a:gd name="T70" fmla="*/ 2147483646 w 5686"/>
              <a:gd name="T71" fmla="*/ 2147483646 h 4335"/>
              <a:gd name="T72" fmla="*/ 2147483646 w 5686"/>
              <a:gd name="T73" fmla="*/ 2147483646 h 4335"/>
              <a:gd name="T74" fmla="*/ 2147483646 w 5686"/>
              <a:gd name="T75" fmla="*/ 2147483646 h 4335"/>
              <a:gd name="T76" fmla="*/ 2147483646 w 5686"/>
              <a:gd name="T77" fmla="*/ 2147483646 h 4335"/>
              <a:gd name="T78" fmla="*/ 2147483646 w 5686"/>
              <a:gd name="T79" fmla="*/ 2147483646 h 4335"/>
              <a:gd name="T80" fmla="*/ 2147483646 w 5686"/>
              <a:gd name="T81" fmla="*/ 2147483646 h 4335"/>
              <a:gd name="T82" fmla="*/ 2147483646 w 5686"/>
              <a:gd name="T83" fmla="*/ 2147483646 h 4335"/>
              <a:gd name="T84" fmla="*/ 2147483646 w 5686"/>
              <a:gd name="T85" fmla="*/ 2147483646 h 4335"/>
              <a:gd name="T86" fmla="*/ 2147483646 w 5686"/>
              <a:gd name="T87" fmla="*/ 2147483646 h 4335"/>
              <a:gd name="T88" fmla="*/ 1617035764 w 5686"/>
              <a:gd name="T89" fmla="*/ 2147483646 h 4335"/>
              <a:gd name="T90" fmla="*/ 2147483646 w 5686"/>
              <a:gd name="T91" fmla="*/ 2147483646 h 4335"/>
              <a:gd name="T92" fmla="*/ 2147483646 w 5686"/>
              <a:gd name="T93" fmla="*/ 2147483646 h 4335"/>
              <a:gd name="T94" fmla="*/ 2147483646 w 5686"/>
              <a:gd name="T95" fmla="*/ 2147483646 h 4335"/>
              <a:gd name="T96" fmla="*/ 2147483646 w 5686"/>
              <a:gd name="T97" fmla="*/ 2147483646 h 4335"/>
              <a:gd name="T98" fmla="*/ 2147483646 w 5686"/>
              <a:gd name="T99" fmla="*/ 2147483646 h 4335"/>
              <a:gd name="T100" fmla="*/ 2147483646 w 5686"/>
              <a:gd name="T101" fmla="*/ 2147483646 h 4335"/>
              <a:gd name="T102" fmla="*/ 2147483646 w 5686"/>
              <a:gd name="T103" fmla="*/ 2147483646 h 4335"/>
              <a:gd name="T104" fmla="*/ 2147483646 w 5686"/>
              <a:gd name="T105" fmla="*/ 2147483646 h 4335"/>
              <a:gd name="T106" fmla="*/ 2147483646 w 5686"/>
              <a:gd name="T107" fmla="*/ 2147483646 h 4335"/>
              <a:gd name="T108" fmla="*/ 2147483646 w 5686"/>
              <a:gd name="T109" fmla="*/ 2147483646 h 4335"/>
              <a:gd name="T110" fmla="*/ 2147483646 w 5686"/>
              <a:gd name="T111" fmla="*/ 2147483646 h 4335"/>
              <a:gd name="T112" fmla="*/ 2147483646 w 5686"/>
              <a:gd name="T113" fmla="*/ 2147483646 h 4335"/>
              <a:gd name="T114" fmla="*/ 2147483646 w 5686"/>
              <a:gd name="T115" fmla="*/ 2147483646 h 4335"/>
              <a:gd name="T116" fmla="*/ 2147483646 w 5686"/>
              <a:gd name="T117" fmla="*/ 2147483646 h 4335"/>
              <a:gd name="T118" fmla="*/ 2147483646 w 5686"/>
              <a:gd name="T119" fmla="*/ 2147483646 h 4335"/>
              <a:gd name="T120" fmla="*/ 2147483646 w 5686"/>
              <a:gd name="T121" fmla="*/ 2147483646 h 4335"/>
              <a:gd name="T122" fmla="*/ 2147483646 w 5686"/>
              <a:gd name="T123" fmla="*/ 2147483646 h 4335"/>
              <a:gd name="T124" fmla="*/ 2147483646 w 5686"/>
              <a:gd name="T125" fmla="*/ 2147483646 h 433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686" h="4335">
                <a:moveTo>
                  <a:pt x="2943" y="177"/>
                </a:moveTo>
                <a:lnTo>
                  <a:pt x="2943" y="177"/>
                </a:lnTo>
                <a:lnTo>
                  <a:pt x="2894" y="178"/>
                </a:lnTo>
                <a:lnTo>
                  <a:pt x="2845" y="179"/>
                </a:lnTo>
                <a:lnTo>
                  <a:pt x="2797" y="182"/>
                </a:lnTo>
                <a:lnTo>
                  <a:pt x="2750" y="186"/>
                </a:lnTo>
                <a:lnTo>
                  <a:pt x="2702" y="192"/>
                </a:lnTo>
                <a:lnTo>
                  <a:pt x="2655" y="198"/>
                </a:lnTo>
                <a:lnTo>
                  <a:pt x="2607" y="206"/>
                </a:lnTo>
                <a:lnTo>
                  <a:pt x="2562" y="216"/>
                </a:lnTo>
                <a:lnTo>
                  <a:pt x="2515" y="226"/>
                </a:lnTo>
                <a:lnTo>
                  <a:pt x="2469" y="236"/>
                </a:lnTo>
                <a:lnTo>
                  <a:pt x="2425" y="248"/>
                </a:lnTo>
                <a:lnTo>
                  <a:pt x="2379" y="263"/>
                </a:lnTo>
                <a:lnTo>
                  <a:pt x="2335" y="277"/>
                </a:lnTo>
                <a:lnTo>
                  <a:pt x="2291" y="292"/>
                </a:lnTo>
                <a:lnTo>
                  <a:pt x="2247" y="308"/>
                </a:lnTo>
                <a:lnTo>
                  <a:pt x="2205" y="326"/>
                </a:lnTo>
                <a:lnTo>
                  <a:pt x="2163" y="344"/>
                </a:lnTo>
                <a:lnTo>
                  <a:pt x="2121" y="364"/>
                </a:lnTo>
                <a:lnTo>
                  <a:pt x="2080" y="384"/>
                </a:lnTo>
                <a:lnTo>
                  <a:pt x="2039" y="406"/>
                </a:lnTo>
                <a:lnTo>
                  <a:pt x="1999" y="429"/>
                </a:lnTo>
                <a:lnTo>
                  <a:pt x="1959" y="452"/>
                </a:lnTo>
                <a:lnTo>
                  <a:pt x="1920" y="477"/>
                </a:lnTo>
                <a:lnTo>
                  <a:pt x="1882" y="502"/>
                </a:lnTo>
                <a:lnTo>
                  <a:pt x="1845" y="528"/>
                </a:lnTo>
                <a:lnTo>
                  <a:pt x="1808" y="554"/>
                </a:lnTo>
                <a:lnTo>
                  <a:pt x="1771" y="582"/>
                </a:lnTo>
                <a:lnTo>
                  <a:pt x="1737" y="610"/>
                </a:lnTo>
                <a:lnTo>
                  <a:pt x="1702" y="640"/>
                </a:lnTo>
                <a:lnTo>
                  <a:pt x="1667" y="670"/>
                </a:lnTo>
                <a:lnTo>
                  <a:pt x="1634" y="702"/>
                </a:lnTo>
                <a:lnTo>
                  <a:pt x="1602" y="733"/>
                </a:lnTo>
                <a:lnTo>
                  <a:pt x="1569" y="766"/>
                </a:lnTo>
                <a:lnTo>
                  <a:pt x="1539" y="799"/>
                </a:lnTo>
                <a:lnTo>
                  <a:pt x="1508" y="833"/>
                </a:lnTo>
                <a:lnTo>
                  <a:pt x="1479" y="868"/>
                </a:lnTo>
                <a:lnTo>
                  <a:pt x="1451" y="904"/>
                </a:lnTo>
                <a:lnTo>
                  <a:pt x="1423" y="940"/>
                </a:lnTo>
                <a:lnTo>
                  <a:pt x="1395" y="977"/>
                </a:lnTo>
                <a:lnTo>
                  <a:pt x="1369" y="1015"/>
                </a:lnTo>
                <a:lnTo>
                  <a:pt x="1344" y="1053"/>
                </a:lnTo>
                <a:lnTo>
                  <a:pt x="1320" y="1092"/>
                </a:lnTo>
                <a:lnTo>
                  <a:pt x="1296" y="1131"/>
                </a:lnTo>
                <a:lnTo>
                  <a:pt x="1275" y="1171"/>
                </a:lnTo>
                <a:lnTo>
                  <a:pt x="1253" y="1211"/>
                </a:lnTo>
                <a:lnTo>
                  <a:pt x="1232" y="1253"/>
                </a:lnTo>
                <a:lnTo>
                  <a:pt x="1213" y="1294"/>
                </a:lnTo>
                <a:lnTo>
                  <a:pt x="1194" y="1336"/>
                </a:lnTo>
                <a:lnTo>
                  <a:pt x="1177" y="1380"/>
                </a:lnTo>
                <a:lnTo>
                  <a:pt x="1161" y="1423"/>
                </a:lnTo>
                <a:lnTo>
                  <a:pt x="1144" y="1467"/>
                </a:lnTo>
                <a:lnTo>
                  <a:pt x="1130" y="1511"/>
                </a:lnTo>
                <a:lnTo>
                  <a:pt x="1117" y="1556"/>
                </a:lnTo>
                <a:lnTo>
                  <a:pt x="1105" y="1601"/>
                </a:lnTo>
                <a:lnTo>
                  <a:pt x="1093" y="1647"/>
                </a:lnTo>
                <a:lnTo>
                  <a:pt x="1083" y="1693"/>
                </a:lnTo>
                <a:lnTo>
                  <a:pt x="1075" y="1739"/>
                </a:lnTo>
                <a:lnTo>
                  <a:pt x="1067" y="1786"/>
                </a:lnTo>
                <a:lnTo>
                  <a:pt x="1061" y="1833"/>
                </a:lnTo>
                <a:lnTo>
                  <a:pt x="1055" y="1881"/>
                </a:lnTo>
                <a:lnTo>
                  <a:pt x="1051" y="1929"/>
                </a:lnTo>
                <a:lnTo>
                  <a:pt x="1048" y="1977"/>
                </a:lnTo>
                <a:lnTo>
                  <a:pt x="1045" y="2026"/>
                </a:lnTo>
                <a:lnTo>
                  <a:pt x="1045" y="2075"/>
                </a:lnTo>
                <a:lnTo>
                  <a:pt x="1045" y="2124"/>
                </a:lnTo>
                <a:lnTo>
                  <a:pt x="1048" y="2172"/>
                </a:lnTo>
                <a:lnTo>
                  <a:pt x="1051" y="2221"/>
                </a:lnTo>
                <a:lnTo>
                  <a:pt x="1055" y="2269"/>
                </a:lnTo>
                <a:lnTo>
                  <a:pt x="1061" y="2317"/>
                </a:lnTo>
                <a:lnTo>
                  <a:pt x="1067" y="2363"/>
                </a:lnTo>
                <a:lnTo>
                  <a:pt x="1075" y="2410"/>
                </a:lnTo>
                <a:lnTo>
                  <a:pt x="1083" y="2457"/>
                </a:lnTo>
                <a:lnTo>
                  <a:pt x="1093" y="2503"/>
                </a:lnTo>
                <a:lnTo>
                  <a:pt x="1105" y="2549"/>
                </a:lnTo>
                <a:lnTo>
                  <a:pt x="1117" y="2594"/>
                </a:lnTo>
                <a:lnTo>
                  <a:pt x="1130" y="2638"/>
                </a:lnTo>
                <a:lnTo>
                  <a:pt x="1144" y="2683"/>
                </a:lnTo>
                <a:lnTo>
                  <a:pt x="1161" y="2726"/>
                </a:lnTo>
                <a:lnTo>
                  <a:pt x="1177" y="2770"/>
                </a:lnTo>
                <a:lnTo>
                  <a:pt x="1194" y="2813"/>
                </a:lnTo>
                <a:lnTo>
                  <a:pt x="1213" y="2856"/>
                </a:lnTo>
                <a:lnTo>
                  <a:pt x="1232" y="2897"/>
                </a:lnTo>
                <a:lnTo>
                  <a:pt x="1253" y="2938"/>
                </a:lnTo>
                <a:lnTo>
                  <a:pt x="1275" y="2978"/>
                </a:lnTo>
                <a:lnTo>
                  <a:pt x="1296" y="3019"/>
                </a:lnTo>
                <a:lnTo>
                  <a:pt x="1320" y="3059"/>
                </a:lnTo>
                <a:lnTo>
                  <a:pt x="1344" y="3097"/>
                </a:lnTo>
                <a:lnTo>
                  <a:pt x="1369" y="3135"/>
                </a:lnTo>
                <a:lnTo>
                  <a:pt x="1395" y="3173"/>
                </a:lnTo>
                <a:lnTo>
                  <a:pt x="1423" y="3210"/>
                </a:lnTo>
                <a:lnTo>
                  <a:pt x="1451" y="3246"/>
                </a:lnTo>
                <a:lnTo>
                  <a:pt x="1479" y="3282"/>
                </a:lnTo>
                <a:lnTo>
                  <a:pt x="1508" y="3316"/>
                </a:lnTo>
                <a:lnTo>
                  <a:pt x="1539" y="3350"/>
                </a:lnTo>
                <a:lnTo>
                  <a:pt x="1569" y="3384"/>
                </a:lnTo>
                <a:lnTo>
                  <a:pt x="1602" y="3416"/>
                </a:lnTo>
                <a:lnTo>
                  <a:pt x="1634" y="3448"/>
                </a:lnTo>
                <a:lnTo>
                  <a:pt x="1667" y="3479"/>
                </a:lnTo>
                <a:lnTo>
                  <a:pt x="1702" y="3510"/>
                </a:lnTo>
                <a:lnTo>
                  <a:pt x="1737" y="3539"/>
                </a:lnTo>
                <a:lnTo>
                  <a:pt x="1771" y="3567"/>
                </a:lnTo>
                <a:lnTo>
                  <a:pt x="1808" y="3596"/>
                </a:lnTo>
                <a:lnTo>
                  <a:pt x="1845" y="3622"/>
                </a:lnTo>
                <a:lnTo>
                  <a:pt x="1882" y="3648"/>
                </a:lnTo>
                <a:lnTo>
                  <a:pt x="1920" y="3674"/>
                </a:lnTo>
                <a:lnTo>
                  <a:pt x="1959" y="3698"/>
                </a:lnTo>
                <a:lnTo>
                  <a:pt x="1999" y="3721"/>
                </a:lnTo>
                <a:lnTo>
                  <a:pt x="2039" y="3744"/>
                </a:lnTo>
                <a:lnTo>
                  <a:pt x="2080" y="3765"/>
                </a:lnTo>
                <a:lnTo>
                  <a:pt x="2121" y="3786"/>
                </a:lnTo>
                <a:lnTo>
                  <a:pt x="2163" y="3805"/>
                </a:lnTo>
                <a:lnTo>
                  <a:pt x="2205" y="3824"/>
                </a:lnTo>
                <a:lnTo>
                  <a:pt x="2247" y="3841"/>
                </a:lnTo>
                <a:lnTo>
                  <a:pt x="2291" y="3858"/>
                </a:lnTo>
                <a:lnTo>
                  <a:pt x="2335" y="3873"/>
                </a:lnTo>
                <a:lnTo>
                  <a:pt x="2379" y="3887"/>
                </a:lnTo>
                <a:lnTo>
                  <a:pt x="2425" y="3901"/>
                </a:lnTo>
                <a:lnTo>
                  <a:pt x="2469" y="3913"/>
                </a:lnTo>
                <a:lnTo>
                  <a:pt x="2515" y="3924"/>
                </a:lnTo>
                <a:lnTo>
                  <a:pt x="2562" y="3935"/>
                </a:lnTo>
                <a:lnTo>
                  <a:pt x="2607" y="3943"/>
                </a:lnTo>
                <a:lnTo>
                  <a:pt x="2655" y="3951"/>
                </a:lnTo>
                <a:lnTo>
                  <a:pt x="2702" y="3958"/>
                </a:lnTo>
                <a:lnTo>
                  <a:pt x="2750" y="3963"/>
                </a:lnTo>
                <a:lnTo>
                  <a:pt x="2797" y="3967"/>
                </a:lnTo>
                <a:lnTo>
                  <a:pt x="2845" y="3971"/>
                </a:lnTo>
                <a:lnTo>
                  <a:pt x="2894" y="3973"/>
                </a:lnTo>
                <a:lnTo>
                  <a:pt x="2943" y="3973"/>
                </a:lnTo>
                <a:lnTo>
                  <a:pt x="2992" y="3973"/>
                </a:lnTo>
                <a:lnTo>
                  <a:pt x="3041" y="3971"/>
                </a:lnTo>
                <a:lnTo>
                  <a:pt x="3089" y="3967"/>
                </a:lnTo>
                <a:lnTo>
                  <a:pt x="3138" y="3963"/>
                </a:lnTo>
                <a:lnTo>
                  <a:pt x="3184" y="3958"/>
                </a:lnTo>
                <a:lnTo>
                  <a:pt x="3232" y="3951"/>
                </a:lnTo>
                <a:lnTo>
                  <a:pt x="3279" y="3943"/>
                </a:lnTo>
                <a:lnTo>
                  <a:pt x="3326" y="3935"/>
                </a:lnTo>
                <a:lnTo>
                  <a:pt x="3371" y="3924"/>
                </a:lnTo>
                <a:lnTo>
                  <a:pt x="3417" y="3913"/>
                </a:lnTo>
                <a:lnTo>
                  <a:pt x="3462" y="3901"/>
                </a:lnTo>
                <a:lnTo>
                  <a:pt x="3507" y="3887"/>
                </a:lnTo>
                <a:lnTo>
                  <a:pt x="3552" y="3873"/>
                </a:lnTo>
                <a:lnTo>
                  <a:pt x="3595" y="3858"/>
                </a:lnTo>
                <a:lnTo>
                  <a:pt x="3639" y="3841"/>
                </a:lnTo>
                <a:lnTo>
                  <a:pt x="3682" y="3824"/>
                </a:lnTo>
                <a:lnTo>
                  <a:pt x="3723" y="3805"/>
                </a:lnTo>
                <a:lnTo>
                  <a:pt x="3766" y="3786"/>
                </a:lnTo>
                <a:lnTo>
                  <a:pt x="3807" y="3765"/>
                </a:lnTo>
                <a:lnTo>
                  <a:pt x="3847" y="3744"/>
                </a:lnTo>
                <a:lnTo>
                  <a:pt x="3887" y="3721"/>
                </a:lnTo>
                <a:lnTo>
                  <a:pt x="3927" y="3698"/>
                </a:lnTo>
                <a:lnTo>
                  <a:pt x="3966" y="3674"/>
                </a:lnTo>
                <a:lnTo>
                  <a:pt x="4004" y="3648"/>
                </a:lnTo>
                <a:lnTo>
                  <a:pt x="4042" y="3622"/>
                </a:lnTo>
                <a:lnTo>
                  <a:pt x="4079" y="3596"/>
                </a:lnTo>
                <a:lnTo>
                  <a:pt x="4115" y="3567"/>
                </a:lnTo>
                <a:lnTo>
                  <a:pt x="4150" y="3539"/>
                </a:lnTo>
                <a:lnTo>
                  <a:pt x="4185" y="3510"/>
                </a:lnTo>
                <a:lnTo>
                  <a:pt x="4219" y="3479"/>
                </a:lnTo>
                <a:lnTo>
                  <a:pt x="4253" y="3448"/>
                </a:lnTo>
                <a:lnTo>
                  <a:pt x="4285" y="3416"/>
                </a:lnTo>
                <a:lnTo>
                  <a:pt x="4317" y="3384"/>
                </a:lnTo>
                <a:lnTo>
                  <a:pt x="4348" y="3350"/>
                </a:lnTo>
                <a:lnTo>
                  <a:pt x="4379" y="3316"/>
                </a:lnTo>
                <a:lnTo>
                  <a:pt x="4408" y="3282"/>
                </a:lnTo>
                <a:lnTo>
                  <a:pt x="4436" y="3246"/>
                </a:lnTo>
                <a:lnTo>
                  <a:pt x="4464" y="3210"/>
                </a:lnTo>
                <a:lnTo>
                  <a:pt x="4491" y="3173"/>
                </a:lnTo>
                <a:lnTo>
                  <a:pt x="4517" y="3135"/>
                </a:lnTo>
                <a:lnTo>
                  <a:pt x="4543" y="3097"/>
                </a:lnTo>
                <a:lnTo>
                  <a:pt x="4567" y="3059"/>
                </a:lnTo>
                <a:lnTo>
                  <a:pt x="4589" y="3019"/>
                </a:lnTo>
                <a:lnTo>
                  <a:pt x="4612" y="2978"/>
                </a:lnTo>
                <a:lnTo>
                  <a:pt x="4634" y="2938"/>
                </a:lnTo>
                <a:lnTo>
                  <a:pt x="4655" y="2897"/>
                </a:lnTo>
                <a:lnTo>
                  <a:pt x="4674" y="2856"/>
                </a:lnTo>
                <a:lnTo>
                  <a:pt x="4693" y="2813"/>
                </a:lnTo>
                <a:lnTo>
                  <a:pt x="4710" y="2770"/>
                </a:lnTo>
                <a:lnTo>
                  <a:pt x="4726" y="2726"/>
                </a:lnTo>
                <a:lnTo>
                  <a:pt x="4742" y="2683"/>
                </a:lnTo>
                <a:lnTo>
                  <a:pt x="4757" y="2638"/>
                </a:lnTo>
                <a:lnTo>
                  <a:pt x="4770" y="2594"/>
                </a:lnTo>
                <a:lnTo>
                  <a:pt x="4782" y="2549"/>
                </a:lnTo>
                <a:lnTo>
                  <a:pt x="4793" y="2503"/>
                </a:lnTo>
                <a:lnTo>
                  <a:pt x="4804" y="2457"/>
                </a:lnTo>
                <a:lnTo>
                  <a:pt x="4812" y="2410"/>
                </a:lnTo>
                <a:lnTo>
                  <a:pt x="4820" y="2363"/>
                </a:lnTo>
                <a:lnTo>
                  <a:pt x="4826" y="2317"/>
                </a:lnTo>
                <a:lnTo>
                  <a:pt x="4832" y="2269"/>
                </a:lnTo>
                <a:lnTo>
                  <a:pt x="4836" y="2221"/>
                </a:lnTo>
                <a:lnTo>
                  <a:pt x="4839" y="2172"/>
                </a:lnTo>
                <a:lnTo>
                  <a:pt x="4842" y="2124"/>
                </a:lnTo>
                <a:lnTo>
                  <a:pt x="4842" y="2075"/>
                </a:lnTo>
                <a:lnTo>
                  <a:pt x="4842" y="2026"/>
                </a:lnTo>
                <a:lnTo>
                  <a:pt x="4839" y="1977"/>
                </a:lnTo>
                <a:lnTo>
                  <a:pt x="4836" y="1929"/>
                </a:lnTo>
                <a:lnTo>
                  <a:pt x="4832" y="1881"/>
                </a:lnTo>
                <a:lnTo>
                  <a:pt x="4826" y="1833"/>
                </a:lnTo>
                <a:lnTo>
                  <a:pt x="4820" y="1786"/>
                </a:lnTo>
                <a:lnTo>
                  <a:pt x="4812" y="1739"/>
                </a:lnTo>
                <a:lnTo>
                  <a:pt x="4804" y="1693"/>
                </a:lnTo>
                <a:lnTo>
                  <a:pt x="4793" y="1647"/>
                </a:lnTo>
                <a:lnTo>
                  <a:pt x="4782" y="1601"/>
                </a:lnTo>
                <a:lnTo>
                  <a:pt x="4770" y="1556"/>
                </a:lnTo>
                <a:lnTo>
                  <a:pt x="4757" y="1511"/>
                </a:lnTo>
                <a:lnTo>
                  <a:pt x="4742" y="1467"/>
                </a:lnTo>
                <a:lnTo>
                  <a:pt x="4726" y="1423"/>
                </a:lnTo>
                <a:lnTo>
                  <a:pt x="4710" y="1380"/>
                </a:lnTo>
                <a:lnTo>
                  <a:pt x="4693" y="1336"/>
                </a:lnTo>
                <a:lnTo>
                  <a:pt x="4674" y="1294"/>
                </a:lnTo>
                <a:lnTo>
                  <a:pt x="4655" y="1253"/>
                </a:lnTo>
                <a:lnTo>
                  <a:pt x="4634" y="1211"/>
                </a:lnTo>
                <a:lnTo>
                  <a:pt x="4612" y="1171"/>
                </a:lnTo>
                <a:lnTo>
                  <a:pt x="4589" y="1131"/>
                </a:lnTo>
                <a:lnTo>
                  <a:pt x="4567" y="1092"/>
                </a:lnTo>
                <a:lnTo>
                  <a:pt x="4543" y="1053"/>
                </a:lnTo>
                <a:lnTo>
                  <a:pt x="4517" y="1015"/>
                </a:lnTo>
                <a:lnTo>
                  <a:pt x="4491" y="977"/>
                </a:lnTo>
                <a:lnTo>
                  <a:pt x="4464" y="940"/>
                </a:lnTo>
                <a:lnTo>
                  <a:pt x="4436" y="904"/>
                </a:lnTo>
                <a:lnTo>
                  <a:pt x="4408" y="868"/>
                </a:lnTo>
                <a:lnTo>
                  <a:pt x="4379" y="833"/>
                </a:lnTo>
                <a:lnTo>
                  <a:pt x="4348" y="799"/>
                </a:lnTo>
                <a:lnTo>
                  <a:pt x="4317" y="766"/>
                </a:lnTo>
                <a:lnTo>
                  <a:pt x="4285" y="733"/>
                </a:lnTo>
                <a:lnTo>
                  <a:pt x="4253" y="702"/>
                </a:lnTo>
                <a:lnTo>
                  <a:pt x="4219" y="670"/>
                </a:lnTo>
                <a:lnTo>
                  <a:pt x="4185" y="640"/>
                </a:lnTo>
                <a:lnTo>
                  <a:pt x="4150" y="610"/>
                </a:lnTo>
                <a:lnTo>
                  <a:pt x="4115" y="582"/>
                </a:lnTo>
                <a:lnTo>
                  <a:pt x="4079" y="554"/>
                </a:lnTo>
                <a:lnTo>
                  <a:pt x="4042" y="528"/>
                </a:lnTo>
                <a:lnTo>
                  <a:pt x="4004" y="502"/>
                </a:lnTo>
                <a:lnTo>
                  <a:pt x="3966" y="477"/>
                </a:lnTo>
                <a:lnTo>
                  <a:pt x="3927" y="452"/>
                </a:lnTo>
                <a:lnTo>
                  <a:pt x="3887" y="429"/>
                </a:lnTo>
                <a:lnTo>
                  <a:pt x="3847" y="406"/>
                </a:lnTo>
                <a:lnTo>
                  <a:pt x="3807" y="384"/>
                </a:lnTo>
                <a:lnTo>
                  <a:pt x="3766" y="364"/>
                </a:lnTo>
                <a:lnTo>
                  <a:pt x="3723" y="344"/>
                </a:lnTo>
                <a:lnTo>
                  <a:pt x="3682" y="326"/>
                </a:lnTo>
                <a:lnTo>
                  <a:pt x="3639" y="308"/>
                </a:lnTo>
                <a:lnTo>
                  <a:pt x="3595" y="292"/>
                </a:lnTo>
                <a:lnTo>
                  <a:pt x="3552" y="277"/>
                </a:lnTo>
                <a:lnTo>
                  <a:pt x="3507" y="263"/>
                </a:lnTo>
                <a:lnTo>
                  <a:pt x="3462" y="248"/>
                </a:lnTo>
                <a:lnTo>
                  <a:pt x="3417" y="236"/>
                </a:lnTo>
                <a:lnTo>
                  <a:pt x="3371" y="226"/>
                </a:lnTo>
                <a:lnTo>
                  <a:pt x="3326" y="216"/>
                </a:lnTo>
                <a:lnTo>
                  <a:pt x="3279" y="206"/>
                </a:lnTo>
                <a:lnTo>
                  <a:pt x="3232" y="198"/>
                </a:lnTo>
                <a:lnTo>
                  <a:pt x="3184" y="192"/>
                </a:lnTo>
                <a:lnTo>
                  <a:pt x="3138" y="186"/>
                </a:lnTo>
                <a:lnTo>
                  <a:pt x="3089" y="182"/>
                </a:lnTo>
                <a:lnTo>
                  <a:pt x="3041" y="179"/>
                </a:lnTo>
                <a:lnTo>
                  <a:pt x="2992" y="178"/>
                </a:lnTo>
                <a:lnTo>
                  <a:pt x="2943" y="177"/>
                </a:lnTo>
                <a:close/>
                <a:moveTo>
                  <a:pt x="2943" y="3821"/>
                </a:moveTo>
                <a:lnTo>
                  <a:pt x="2943" y="3821"/>
                </a:lnTo>
                <a:lnTo>
                  <a:pt x="2898" y="3820"/>
                </a:lnTo>
                <a:lnTo>
                  <a:pt x="2854" y="3817"/>
                </a:lnTo>
                <a:lnTo>
                  <a:pt x="2809" y="3815"/>
                </a:lnTo>
                <a:lnTo>
                  <a:pt x="2765" y="3811"/>
                </a:lnTo>
                <a:lnTo>
                  <a:pt x="2721" y="3807"/>
                </a:lnTo>
                <a:lnTo>
                  <a:pt x="2678" y="3800"/>
                </a:lnTo>
                <a:lnTo>
                  <a:pt x="2634" y="3792"/>
                </a:lnTo>
                <a:lnTo>
                  <a:pt x="2592" y="3785"/>
                </a:lnTo>
                <a:lnTo>
                  <a:pt x="2550" y="3775"/>
                </a:lnTo>
                <a:lnTo>
                  <a:pt x="2507" y="3765"/>
                </a:lnTo>
                <a:lnTo>
                  <a:pt x="2466" y="3754"/>
                </a:lnTo>
                <a:lnTo>
                  <a:pt x="2425" y="3741"/>
                </a:lnTo>
                <a:lnTo>
                  <a:pt x="2384" y="3728"/>
                </a:lnTo>
                <a:lnTo>
                  <a:pt x="2343" y="3714"/>
                </a:lnTo>
                <a:lnTo>
                  <a:pt x="2304" y="3699"/>
                </a:lnTo>
                <a:lnTo>
                  <a:pt x="2265" y="3683"/>
                </a:lnTo>
                <a:lnTo>
                  <a:pt x="2226" y="3665"/>
                </a:lnTo>
                <a:lnTo>
                  <a:pt x="2187" y="3648"/>
                </a:lnTo>
                <a:lnTo>
                  <a:pt x="2150" y="3629"/>
                </a:lnTo>
                <a:lnTo>
                  <a:pt x="2112" y="3609"/>
                </a:lnTo>
                <a:lnTo>
                  <a:pt x="2075" y="3589"/>
                </a:lnTo>
                <a:lnTo>
                  <a:pt x="2039" y="3567"/>
                </a:lnTo>
                <a:lnTo>
                  <a:pt x="2003" y="3545"/>
                </a:lnTo>
                <a:lnTo>
                  <a:pt x="1968" y="3522"/>
                </a:lnTo>
                <a:lnTo>
                  <a:pt x="1933" y="3498"/>
                </a:lnTo>
                <a:lnTo>
                  <a:pt x="1900" y="3473"/>
                </a:lnTo>
                <a:lnTo>
                  <a:pt x="1866" y="3448"/>
                </a:lnTo>
                <a:lnTo>
                  <a:pt x="1833" y="3421"/>
                </a:lnTo>
                <a:lnTo>
                  <a:pt x="1802" y="3394"/>
                </a:lnTo>
                <a:lnTo>
                  <a:pt x="1770" y="3366"/>
                </a:lnTo>
                <a:lnTo>
                  <a:pt x="1740" y="3338"/>
                </a:lnTo>
                <a:lnTo>
                  <a:pt x="1709" y="3309"/>
                </a:lnTo>
                <a:lnTo>
                  <a:pt x="1680" y="3278"/>
                </a:lnTo>
                <a:lnTo>
                  <a:pt x="1652" y="3248"/>
                </a:lnTo>
                <a:lnTo>
                  <a:pt x="1624" y="3216"/>
                </a:lnTo>
                <a:lnTo>
                  <a:pt x="1596" y="3185"/>
                </a:lnTo>
                <a:lnTo>
                  <a:pt x="1570" y="3152"/>
                </a:lnTo>
                <a:lnTo>
                  <a:pt x="1545" y="3119"/>
                </a:lnTo>
                <a:lnTo>
                  <a:pt x="1520" y="3085"/>
                </a:lnTo>
                <a:lnTo>
                  <a:pt x="1496" y="3050"/>
                </a:lnTo>
                <a:lnTo>
                  <a:pt x="1473" y="3015"/>
                </a:lnTo>
                <a:lnTo>
                  <a:pt x="1451" y="2979"/>
                </a:lnTo>
                <a:lnTo>
                  <a:pt x="1429" y="2943"/>
                </a:lnTo>
                <a:lnTo>
                  <a:pt x="1408" y="2906"/>
                </a:lnTo>
                <a:lnTo>
                  <a:pt x="1389" y="2869"/>
                </a:lnTo>
                <a:lnTo>
                  <a:pt x="1370" y="2831"/>
                </a:lnTo>
                <a:lnTo>
                  <a:pt x="1352" y="2793"/>
                </a:lnTo>
                <a:lnTo>
                  <a:pt x="1336" y="2753"/>
                </a:lnTo>
                <a:lnTo>
                  <a:pt x="1319" y="2714"/>
                </a:lnTo>
                <a:lnTo>
                  <a:pt x="1304" y="2674"/>
                </a:lnTo>
                <a:lnTo>
                  <a:pt x="1290" y="2634"/>
                </a:lnTo>
                <a:lnTo>
                  <a:pt x="1276" y="2594"/>
                </a:lnTo>
                <a:lnTo>
                  <a:pt x="1264" y="2552"/>
                </a:lnTo>
                <a:lnTo>
                  <a:pt x="1253" y="2510"/>
                </a:lnTo>
                <a:lnTo>
                  <a:pt x="1242" y="2469"/>
                </a:lnTo>
                <a:lnTo>
                  <a:pt x="1233" y="2426"/>
                </a:lnTo>
                <a:lnTo>
                  <a:pt x="1225" y="2383"/>
                </a:lnTo>
                <a:lnTo>
                  <a:pt x="1218" y="2340"/>
                </a:lnTo>
                <a:lnTo>
                  <a:pt x="1212" y="2297"/>
                </a:lnTo>
                <a:lnTo>
                  <a:pt x="1206" y="2254"/>
                </a:lnTo>
                <a:lnTo>
                  <a:pt x="1203" y="2209"/>
                </a:lnTo>
                <a:lnTo>
                  <a:pt x="1200" y="2164"/>
                </a:lnTo>
                <a:lnTo>
                  <a:pt x="1199" y="2120"/>
                </a:lnTo>
                <a:lnTo>
                  <a:pt x="1198" y="2075"/>
                </a:lnTo>
                <a:lnTo>
                  <a:pt x="1199" y="2030"/>
                </a:lnTo>
                <a:lnTo>
                  <a:pt x="1200" y="1985"/>
                </a:lnTo>
                <a:lnTo>
                  <a:pt x="1203" y="1941"/>
                </a:lnTo>
                <a:lnTo>
                  <a:pt x="1206" y="1897"/>
                </a:lnTo>
                <a:lnTo>
                  <a:pt x="1212" y="1852"/>
                </a:lnTo>
                <a:lnTo>
                  <a:pt x="1218" y="1809"/>
                </a:lnTo>
                <a:lnTo>
                  <a:pt x="1225" y="1767"/>
                </a:lnTo>
                <a:lnTo>
                  <a:pt x="1233" y="1723"/>
                </a:lnTo>
                <a:lnTo>
                  <a:pt x="1242" y="1681"/>
                </a:lnTo>
                <a:lnTo>
                  <a:pt x="1253" y="1639"/>
                </a:lnTo>
                <a:lnTo>
                  <a:pt x="1264" y="1597"/>
                </a:lnTo>
                <a:lnTo>
                  <a:pt x="1276" y="1557"/>
                </a:lnTo>
                <a:lnTo>
                  <a:pt x="1290" y="1516"/>
                </a:lnTo>
                <a:lnTo>
                  <a:pt x="1304" y="1475"/>
                </a:lnTo>
                <a:lnTo>
                  <a:pt x="1319" y="1435"/>
                </a:lnTo>
                <a:lnTo>
                  <a:pt x="1336" y="1396"/>
                </a:lnTo>
                <a:lnTo>
                  <a:pt x="1352" y="1357"/>
                </a:lnTo>
                <a:lnTo>
                  <a:pt x="1370" y="1319"/>
                </a:lnTo>
                <a:lnTo>
                  <a:pt x="1389" y="1281"/>
                </a:lnTo>
                <a:lnTo>
                  <a:pt x="1408" y="1244"/>
                </a:lnTo>
                <a:lnTo>
                  <a:pt x="1429" y="1207"/>
                </a:lnTo>
                <a:lnTo>
                  <a:pt x="1451" y="1170"/>
                </a:lnTo>
                <a:lnTo>
                  <a:pt x="1473" y="1135"/>
                </a:lnTo>
                <a:lnTo>
                  <a:pt x="1496" y="1099"/>
                </a:lnTo>
                <a:lnTo>
                  <a:pt x="1520" y="1065"/>
                </a:lnTo>
                <a:lnTo>
                  <a:pt x="1545" y="1031"/>
                </a:lnTo>
                <a:lnTo>
                  <a:pt x="1570" y="998"/>
                </a:lnTo>
                <a:lnTo>
                  <a:pt x="1596" y="966"/>
                </a:lnTo>
                <a:lnTo>
                  <a:pt x="1624" y="933"/>
                </a:lnTo>
                <a:lnTo>
                  <a:pt x="1652" y="902"/>
                </a:lnTo>
                <a:lnTo>
                  <a:pt x="1680" y="871"/>
                </a:lnTo>
                <a:lnTo>
                  <a:pt x="1709" y="841"/>
                </a:lnTo>
                <a:lnTo>
                  <a:pt x="1740" y="812"/>
                </a:lnTo>
                <a:lnTo>
                  <a:pt x="1770" y="783"/>
                </a:lnTo>
                <a:lnTo>
                  <a:pt x="1802" y="756"/>
                </a:lnTo>
                <a:lnTo>
                  <a:pt x="1833" y="729"/>
                </a:lnTo>
                <a:lnTo>
                  <a:pt x="1866" y="703"/>
                </a:lnTo>
                <a:lnTo>
                  <a:pt x="1900" y="677"/>
                </a:lnTo>
                <a:lnTo>
                  <a:pt x="1933" y="652"/>
                </a:lnTo>
                <a:lnTo>
                  <a:pt x="1968" y="628"/>
                </a:lnTo>
                <a:lnTo>
                  <a:pt x="2003" y="605"/>
                </a:lnTo>
                <a:lnTo>
                  <a:pt x="2039" y="582"/>
                </a:lnTo>
                <a:lnTo>
                  <a:pt x="2075" y="561"/>
                </a:lnTo>
                <a:lnTo>
                  <a:pt x="2112" y="541"/>
                </a:lnTo>
                <a:lnTo>
                  <a:pt x="2150" y="520"/>
                </a:lnTo>
                <a:lnTo>
                  <a:pt x="2187" y="502"/>
                </a:lnTo>
                <a:lnTo>
                  <a:pt x="2226" y="484"/>
                </a:lnTo>
                <a:lnTo>
                  <a:pt x="2265" y="467"/>
                </a:lnTo>
                <a:lnTo>
                  <a:pt x="2304" y="451"/>
                </a:lnTo>
                <a:lnTo>
                  <a:pt x="2343" y="435"/>
                </a:lnTo>
                <a:lnTo>
                  <a:pt x="2384" y="421"/>
                </a:lnTo>
                <a:lnTo>
                  <a:pt x="2425" y="408"/>
                </a:lnTo>
                <a:lnTo>
                  <a:pt x="2466" y="396"/>
                </a:lnTo>
                <a:lnTo>
                  <a:pt x="2507" y="384"/>
                </a:lnTo>
                <a:lnTo>
                  <a:pt x="2550" y="374"/>
                </a:lnTo>
                <a:lnTo>
                  <a:pt x="2592" y="365"/>
                </a:lnTo>
                <a:lnTo>
                  <a:pt x="2634" y="357"/>
                </a:lnTo>
                <a:lnTo>
                  <a:pt x="2678" y="349"/>
                </a:lnTo>
                <a:lnTo>
                  <a:pt x="2721" y="343"/>
                </a:lnTo>
                <a:lnTo>
                  <a:pt x="2765" y="339"/>
                </a:lnTo>
                <a:lnTo>
                  <a:pt x="2809" y="334"/>
                </a:lnTo>
                <a:lnTo>
                  <a:pt x="2854" y="332"/>
                </a:lnTo>
                <a:lnTo>
                  <a:pt x="2898" y="330"/>
                </a:lnTo>
                <a:lnTo>
                  <a:pt x="2943" y="330"/>
                </a:lnTo>
                <a:lnTo>
                  <a:pt x="2989" y="330"/>
                </a:lnTo>
                <a:lnTo>
                  <a:pt x="3033" y="332"/>
                </a:lnTo>
                <a:lnTo>
                  <a:pt x="3078" y="334"/>
                </a:lnTo>
                <a:lnTo>
                  <a:pt x="3121" y="339"/>
                </a:lnTo>
                <a:lnTo>
                  <a:pt x="3165" y="343"/>
                </a:lnTo>
                <a:lnTo>
                  <a:pt x="3208" y="349"/>
                </a:lnTo>
                <a:lnTo>
                  <a:pt x="3252" y="357"/>
                </a:lnTo>
                <a:lnTo>
                  <a:pt x="3295" y="365"/>
                </a:lnTo>
                <a:lnTo>
                  <a:pt x="3337" y="374"/>
                </a:lnTo>
                <a:lnTo>
                  <a:pt x="3379" y="384"/>
                </a:lnTo>
                <a:lnTo>
                  <a:pt x="3420" y="396"/>
                </a:lnTo>
                <a:lnTo>
                  <a:pt x="3461" y="408"/>
                </a:lnTo>
                <a:lnTo>
                  <a:pt x="3503" y="421"/>
                </a:lnTo>
                <a:lnTo>
                  <a:pt x="3543" y="435"/>
                </a:lnTo>
                <a:lnTo>
                  <a:pt x="3583" y="451"/>
                </a:lnTo>
                <a:lnTo>
                  <a:pt x="3622" y="467"/>
                </a:lnTo>
                <a:lnTo>
                  <a:pt x="3661" y="484"/>
                </a:lnTo>
                <a:lnTo>
                  <a:pt x="3699" y="502"/>
                </a:lnTo>
                <a:lnTo>
                  <a:pt x="3737" y="520"/>
                </a:lnTo>
                <a:lnTo>
                  <a:pt x="3774" y="541"/>
                </a:lnTo>
                <a:lnTo>
                  <a:pt x="3811" y="561"/>
                </a:lnTo>
                <a:lnTo>
                  <a:pt x="3848" y="582"/>
                </a:lnTo>
                <a:lnTo>
                  <a:pt x="3883" y="605"/>
                </a:lnTo>
                <a:lnTo>
                  <a:pt x="3919" y="628"/>
                </a:lnTo>
                <a:lnTo>
                  <a:pt x="3954" y="652"/>
                </a:lnTo>
                <a:lnTo>
                  <a:pt x="3987" y="677"/>
                </a:lnTo>
                <a:lnTo>
                  <a:pt x="4020" y="703"/>
                </a:lnTo>
                <a:lnTo>
                  <a:pt x="4053" y="729"/>
                </a:lnTo>
                <a:lnTo>
                  <a:pt x="4085" y="756"/>
                </a:lnTo>
                <a:lnTo>
                  <a:pt x="4117" y="783"/>
                </a:lnTo>
                <a:lnTo>
                  <a:pt x="4147" y="812"/>
                </a:lnTo>
                <a:lnTo>
                  <a:pt x="4178" y="841"/>
                </a:lnTo>
                <a:lnTo>
                  <a:pt x="4207" y="871"/>
                </a:lnTo>
                <a:lnTo>
                  <a:pt x="4235" y="902"/>
                </a:lnTo>
                <a:lnTo>
                  <a:pt x="4262" y="933"/>
                </a:lnTo>
                <a:lnTo>
                  <a:pt x="4289" y="966"/>
                </a:lnTo>
                <a:lnTo>
                  <a:pt x="4317" y="998"/>
                </a:lnTo>
                <a:lnTo>
                  <a:pt x="4342" y="1031"/>
                </a:lnTo>
                <a:lnTo>
                  <a:pt x="4367" y="1065"/>
                </a:lnTo>
                <a:lnTo>
                  <a:pt x="4391" y="1099"/>
                </a:lnTo>
                <a:lnTo>
                  <a:pt x="4413" y="1135"/>
                </a:lnTo>
                <a:lnTo>
                  <a:pt x="4436" y="1170"/>
                </a:lnTo>
                <a:lnTo>
                  <a:pt x="4457" y="1207"/>
                </a:lnTo>
                <a:lnTo>
                  <a:pt x="4478" y="1244"/>
                </a:lnTo>
                <a:lnTo>
                  <a:pt x="4498" y="1281"/>
                </a:lnTo>
                <a:lnTo>
                  <a:pt x="4517" y="1319"/>
                </a:lnTo>
                <a:lnTo>
                  <a:pt x="4534" y="1357"/>
                </a:lnTo>
                <a:lnTo>
                  <a:pt x="4551" y="1396"/>
                </a:lnTo>
                <a:lnTo>
                  <a:pt x="4568" y="1435"/>
                </a:lnTo>
                <a:lnTo>
                  <a:pt x="4583" y="1475"/>
                </a:lnTo>
                <a:lnTo>
                  <a:pt x="4597" y="1516"/>
                </a:lnTo>
                <a:lnTo>
                  <a:pt x="4610" y="1557"/>
                </a:lnTo>
                <a:lnTo>
                  <a:pt x="4623" y="1597"/>
                </a:lnTo>
                <a:lnTo>
                  <a:pt x="4634" y="1639"/>
                </a:lnTo>
                <a:lnTo>
                  <a:pt x="4644" y="1681"/>
                </a:lnTo>
                <a:lnTo>
                  <a:pt x="4654" y="1723"/>
                </a:lnTo>
                <a:lnTo>
                  <a:pt x="4661" y="1767"/>
                </a:lnTo>
                <a:lnTo>
                  <a:pt x="4669" y="1809"/>
                </a:lnTo>
                <a:lnTo>
                  <a:pt x="4675" y="1852"/>
                </a:lnTo>
                <a:lnTo>
                  <a:pt x="4680" y="1897"/>
                </a:lnTo>
                <a:lnTo>
                  <a:pt x="4684" y="1941"/>
                </a:lnTo>
                <a:lnTo>
                  <a:pt x="4687" y="1985"/>
                </a:lnTo>
                <a:lnTo>
                  <a:pt x="4688" y="2030"/>
                </a:lnTo>
                <a:lnTo>
                  <a:pt x="4689" y="2075"/>
                </a:lnTo>
                <a:lnTo>
                  <a:pt x="4688" y="2120"/>
                </a:lnTo>
                <a:lnTo>
                  <a:pt x="4687" y="2164"/>
                </a:lnTo>
                <a:lnTo>
                  <a:pt x="4684" y="2209"/>
                </a:lnTo>
                <a:lnTo>
                  <a:pt x="4680" y="2254"/>
                </a:lnTo>
                <a:lnTo>
                  <a:pt x="4675" y="2297"/>
                </a:lnTo>
                <a:lnTo>
                  <a:pt x="4669" y="2340"/>
                </a:lnTo>
                <a:lnTo>
                  <a:pt x="4661" y="2383"/>
                </a:lnTo>
                <a:lnTo>
                  <a:pt x="4654" y="2426"/>
                </a:lnTo>
                <a:lnTo>
                  <a:pt x="4644" y="2469"/>
                </a:lnTo>
                <a:lnTo>
                  <a:pt x="4634" y="2510"/>
                </a:lnTo>
                <a:lnTo>
                  <a:pt x="4623" y="2552"/>
                </a:lnTo>
                <a:lnTo>
                  <a:pt x="4610" y="2594"/>
                </a:lnTo>
                <a:lnTo>
                  <a:pt x="4597" y="2634"/>
                </a:lnTo>
                <a:lnTo>
                  <a:pt x="4583" y="2674"/>
                </a:lnTo>
                <a:lnTo>
                  <a:pt x="4568" y="2714"/>
                </a:lnTo>
                <a:lnTo>
                  <a:pt x="4551" y="2753"/>
                </a:lnTo>
                <a:lnTo>
                  <a:pt x="4534" y="2793"/>
                </a:lnTo>
                <a:lnTo>
                  <a:pt x="4517" y="2831"/>
                </a:lnTo>
                <a:lnTo>
                  <a:pt x="4498" y="2869"/>
                </a:lnTo>
                <a:lnTo>
                  <a:pt x="4478" y="2906"/>
                </a:lnTo>
                <a:lnTo>
                  <a:pt x="4457" y="2943"/>
                </a:lnTo>
                <a:lnTo>
                  <a:pt x="4436" y="2979"/>
                </a:lnTo>
                <a:lnTo>
                  <a:pt x="4413" y="3015"/>
                </a:lnTo>
                <a:lnTo>
                  <a:pt x="4391" y="3050"/>
                </a:lnTo>
                <a:lnTo>
                  <a:pt x="4367" y="3085"/>
                </a:lnTo>
                <a:lnTo>
                  <a:pt x="4342" y="3119"/>
                </a:lnTo>
                <a:lnTo>
                  <a:pt x="4317" y="3152"/>
                </a:lnTo>
                <a:lnTo>
                  <a:pt x="4289" y="3185"/>
                </a:lnTo>
                <a:lnTo>
                  <a:pt x="4262" y="3216"/>
                </a:lnTo>
                <a:lnTo>
                  <a:pt x="4235" y="3248"/>
                </a:lnTo>
                <a:lnTo>
                  <a:pt x="4207" y="3278"/>
                </a:lnTo>
                <a:lnTo>
                  <a:pt x="4178" y="3309"/>
                </a:lnTo>
                <a:lnTo>
                  <a:pt x="4147" y="3338"/>
                </a:lnTo>
                <a:lnTo>
                  <a:pt x="4117" y="3366"/>
                </a:lnTo>
                <a:lnTo>
                  <a:pt x="4085" y="3394"/>
                </a:lnTo>
                <a:lnTo>
                  <a:pt x="4053" y="3421"/>
                </a:lnTo>
                <a:lnTo>
                  <a:pt x="4020" y="3448"/>
                </a:lnTo>
                <a:lnTo>
                  <a:pt x="3987" y="3473"/>
                </a:lnTo>
                <a:lnTo>
                  <a:pt x="3954" y="3498"/>
                </a:lnTo>
                <a:lnTo>
                  <a:pt x="3919" y="3522"/>
                </a:lnTo>
                <a:lnTo>
                  <a:pt x="3883" y="3545"/>
                </a:lnTo>
                <a:lnTo>
                  <a:pt x="3848" y="3567"/>
                </a:lnTo>
                <a:lnTo>
                  <a:pt x="3811" y="3589"/>
                </a:lnTo>
                <a:lnTo>
                  <a:pt x="3774" y="3609"/>
                </a:lnTo>
                <a:lnTo>
                  <a:pt x="3737" y="3629"/>
                </a:lnTo>
                <a:lnTo>
                  <a:pt x="3699" y="3648"/>
                </a:lnTo>
                <a:lnTo>
                  <a:pt x="3661" y="3665"/>
                </a:lnTo>
                <a:lnTo>
                  <a:pt x="3622" y="3683"/>
                </a:lnTo>
                <a:lnTo>
                  <a:pt x="3583" y="3699"/>
                </a:lnTo>
                <a:lnTo>
                  <a:pt x="3543" y="3714"/>
                </a:lnTo>
                <a:lnTo>
                  <a:pt x="3503" y="3728"/>
                </a:lnTo>
                <a:lnTo>
                  <a:pt x="3461" y="3741"/>
                </a:lnTo>
                <a:lnTo>
                  <a:pt x="3420" y="3754"/>
                </a:lnTo>
                <a:lnTo>
                  <a:pt x="3379" y="3765"/>
                </a:lnTo>
                <a:lnTo>
                  <a:pt x="3337" y="3775"/>
                </a:lnTo>
                <a:lnTo>
                  <a:pt x="3295" y="3785"/>
                </a:lnTo>
                <a:lnTo>
                  <a:pt x="3252" y="3792"/>
                </a:lnTo>
                <a:lnTo>
                  <a:pt x="3208" y="3800"/>
                </a:lnTo>
                <a:lnTo>
                  <a:pt x="3165" y="3807"/>
                </a:lnTo>
                <a:lnTo>
                  <a:pt x="3121" y="3811"/>
                </a:lnTo>
                <a:lnTo>
                  <a:pt x="3078" y="3815"/>
                </a:lnTo>
                <a:lnTo>
                  <a:pt x="3033" y="3817"/>
                </a:lnTo>
                <a:lnTo>
                  <a:pt x="2989" y="3820"/>
                </a:lnTo>
                <a:lnTo>
                  <a:pt x="2943" y="3821"/>
                </a:lnTo>
                <a:close/>
                <a:moveTo>
                  <a:pt x="2943" y="482"/>
                </a:moveTo>
                <a:lnTo>
                  <a:pt x="2943" y="482"/>
                </a:lnTo>
                <a:lnTo>
                  <a:pt x="2902" y="483"/>
                </a:lnTo>
                <a:lnTo>
                  <a:pt x="2861" y="484"/>
                </a:lnTo>
                <a:lnTo>
                  <a:pt x="2821" y="486"/>
                </a:lnTo>
                <a:lnTo>
                  <a:pt x="2781" y="491"/>
                </a:lnTo>
                <a:lnTo>
                  <a:pt x="2741" y="495"/>
                </a:lnTo>
                <a:lnTo>
                  <a:pt x="2701" y="501"/>
                </a:lnTo>
                <a:lnTo>
                  <a:pt x="2661" y="507"/>
                </a:lnTo>
                <a:lnTo>
                  <a:pt x="2622" y="515"/>
                </a:lnTo>
                <a:lnTo>
                  <a:pt x="2584" y="523"/>
                </a:lnTo>
                <a:lnTo>
                  <a:pt x="2545" y="532"/>
                </a:lnTo>
                <a:lnTo>
                  <a:pt x="2507" y="543"/>
                </a:lnTo>
                <a:lnTo>
                  <a:pt x="2470" y="554"/>
                </a:lnTo>
                <a:lnTo>
                  <a:pt x="2433" y="566"/>
                </a:lnTo>
                <a:lnTo>
                  <a:pt x="2396" y="579"/>
                </a:lnTo>
                <a:lnTo>
                  <a:pt x="2359" y="593"/>
                </a:lnTo>
                <a:lnTo>
                  <a:pt x="2324" y="607"/>
                </a:lnTo>
                <a:lnTo>
                  <a:pt x="2289" y="623"/>
                </a:lnTo>
                <a:lnTo>
                  <a:pt x="2253" y="640"/>
                </a:lnTo>
                <a:lnTo>
                  <a:pt x="2219" y="657"/>
                </a:lnTo>
                <a:lnTo>
                  <a:pt x="2184" y="674"/>
                </a:lnTo>
                <a:lnTo>
                  <a:pt x="2151" y="694"/>
                </a:lnTo>
                <a:lnTo>
                  <a:pt x="2118" y="714"/>
                </a:lnTo>
                <a:lnTo>
                  <a:pt x="2085" y="733"/>
                </a:lnTo>
                <a:lnTo>
                  <a:pt x="2053" y="755"/>
                </a:lnTo>
                <a:lnTo>
                  <a:pt x="2021" y="777"/>
                </a:lnTo>
                <a:lnTo>
                  <a:pt x="1991" y="799"/>
                </a:lnTo>
                <a:lnTo>
                  <a:pt x="1961" y="822"/>
                </a:lnTo>
                <a:lnTo>
                  <a:pt x="1930" y="846"/>
                </a:lnTo>
                <a:lnTo>
                  <a:pt x="1902" y="871"/>
                </a:lnTo>
                <a:lnTo>
                  <a:pt x="1872" y="896"/>
                </a:lnTo>
                <a:lnTo>
                  <a:pt x="1844" y="922"/>
                </a:lnTo>
                <a:lnTo>
                  <a:pt x="1817" y="949"/>
                </a:lnTo>
                <a:lnTo>
                  <a:pt x="1791" y="977"/>
                </a:lnTo>
                <a:lnTo>
                  <a:pt x="1765" y="1005"/>
                </a:lnTo>
                <a:lnTo>
                  <a:pt x="1739" y="1033"/>
                </a:lnTo>
                <a:lnTo>
                  <a:pt x="1715" y="1062"/>
                </a:lnTo>
                <a:lnTo>
                  <a:pt x="1691" y="1092"/>
                </a:lnTo>
                <a:lnTo>
                  <a:pt x="1667" y="1122"/>
                </a:lnTo>
                <a:lnTo>
                  <a:pt x="1644" y="1154"/>
                </a:lnTo>
                <a:lnTo>
                  <a:pt x="1623" y="1185"/>
                </a:lnTo>
                <a:lnTo>
                  <a:pt x="1602" y="1217"/>
                </a:lnTo>
                <a:lnTo>
                  <a:pt x="1581" y="1249"/>
                </a:lnTo>
                <a:lnTo>
                  <a:pt x="1562" y="1283"/>
                </a:lnTo>
                <a:lnTo>
                  <a:pt x="1543" y="1317"/>
                </a:lnTo>
                <a:lnTo>
                  <a:pt x="1525" y="1350"/>
                </a:lnTo>
                <a:lnTo>
                  <a:pt x="1507" y="1385"/>
                </a:lnTo>
                <a:lnTo>
                  <a:pt x="1491" y="1420"/>
                </a:lnTo>
                <a:lnTo>
                  <a:pt x="1476" y="1456"/>
                </a:lnTo>
                <a:lnTo>
                  <a:pt x="1461" y="1492"/>
                </a:lnTo>
                <a:lnTo>
                  <a:pt x="1448" y="1528"/>
                </a:lnTo>
                <a:lnTo>
                  <a:pt x="1435" y="1564"/>
                </a:lnTo>
                <a:lnTo>
                  <a:pt x="1423" y="1601"/>
                </a:lnTo>
                <a:lnTo>
                  <a:pt x="1411" y="1639"/>
                </a:lnTo>
                <a:lnTo>
                  <a:pt x="1401" y="1678"/>
                </a:lnTo>
                <a:lnTo>
                  <a:pt x="1391" y="1716"/>
                </a:lnTo>
                <a:lnTo>
                  <a:pt x="1382" y="1755"/>
                </a:lnTo>
                <a:lnTo>
                  <a:pt x="1375" y="1793"/>
                </a:lnTo>
                <a:lnTo>
                  <a:pt x="1368" y="1833"/>
                </a:lnTo>
                <a:lnTo>
                  <a:pt x="1363" y="1872"/>
                </a:lnTo>
                <a:lnTo>
                  <a:pt x="1358" y="1912"/>
                </a:lnTo>
                <a:lnTo>
                  <a:pt x="1355" y="1952"/>
                </a:lnTo>
                <a:lnTo>
                  <a:pt x="1352" y="1993"/>
                </a:lnTo>
                <a:lnTo>
                  <a:pt x="1351" y="2034"/>
                </a:lnTo>
                <a:lnTo>
                  <a:pt x="1351" y="2075"/>
                </a:lnTo>
                <a:lnTo>
                  <a:pt x="1351" y="2115"/>
                </a:lnTo>
                <a:lnTo>
                  <a:pt x="1352" y="2157"/>
                </a:lnTo>
                <a:lnTo>
                  <a:pt x="1355" y="2197"/>
                </a:lnTo>
                <a:lnTo>
                  <a:pt x="1358" y="2237"/>
                </a:lnTo>
                <a:lnTo>
                  <a:pt x="1363" y="2277"/>
                </a:lnTo>
                <a:lnTo>
                  <a:pt x="1368" y="2317"/>
                </a:lnTo>
                <a:lnTo>
                  <a:pt x="1375" y="2357"/>
                </a:lnTo>
                <a:lnTo>
                  <a:pt x="1382" y="2396"/>
                </a:lnTo>
                <a:lnTo>
                  <a:pt x="1391" y="2434"/>
                </a:lnTo>
                <a:lnTo>
                  <a:pt x="1401" y="2472"/>
                </a:lnTo>
                <a:lnTo>
                  <a:pt x="1411" y="2510"/>
                </a:lnTo>
                <a:lnTo>
                  <a:pt x="1423" y="2548"/>
                </a:lnTo>
                <a:lnTo>
                  <a:pt x="1435" y="2585"/>
                </a:lnTo>
                <a:lnTo>
                  <a:pt x="1448" y="2622"/>
                </a:lnTo>
                <a:lnTo>
                  <a:pt x="1461" y="2658"/>
                </a:lnTo>
                <a:lnTo>
                  <a:pt x="1476" y="2694"/>
                </a:lnTo>
                <a:lnTo>
                  <a:pt x="1491" y="2730"/>
                </a:lnTo>
                <a:lnTo>
                  <a:pt x="1507" y="2764"/>
                </a:lnTo>
                <a:lnTo>
                  <a:pt x="1525" y="2799"/>
                </a:lnTo>
                <a:lnTo>
                  <a:pt x="1543" y="2834"/>
                </a:lnTo>
                <a:lnTo>
                  <a:pt x="1562" y="2866"/>
                </a:lnTo>
                <a:lnTo>
                  <a:pt x="1581" y="2900"/>
                </a:lnTo>
                <a:lnTo>
                  <a:pt x="1602" y="2933"/>
                </a:lnTo>
                <a:lnTo>
                  <a:pt x="1623" y="2964"/>
                </a:lnTo>
                <a:lnTo>
                  <a:pt x="1644" y="2996"/>
                </a:lnTo>
                <a:lnTo>
                  <a:pt x="1667" y="3027"/>
                </a:lnTo>
                <a:lnTo>
                  <a:pt x="1691" y="3058"/>
                </a:lnTo>
                <a:lnTo>
                  <a:pt x="1715" y="3087"/>
                </a:lnTo>
                <a:lnTo>
                  <a:pt x="1739" y="3116"/>
                </a:lnTo>
                <a:lnTo>
                  <a:pt x="1765" y="3145"/>
                </a:lnTo>
                <a:lnTo>
                  <a:pt x="1791" y="3173"/>
                </a:lnTo>
                <a:lnTo>
                  <a:pt x="1817" y="3200"/>
                </a:lnTo>
                <a:lnTo>
                  <a:pt x="1844" y="3227"/>
                </a:lnTo>
                <a:lnTo>
                  <a:pt x="1872" y="3253"/>
                </a:lnTo>
                <a:lnTo>
                  <a:pt x="1902" y="3278"/>
                </a:lnTo>
                <a:lnTo>
                  <a:pt x="1930" y="3303"/>
                </a:lnTo>
                <a:lnTo>
                  <a:pt x="1961" y="3327"/>
                </a:lnTo>
                <a:lnTo>
                  <a:pt x="1991" y="3351"/>
                </a:lnTo>
                <a:lnTo>
                  <a:pt x="2021" y="3373"/>
                </a:lnTo>
                <a:lnTo>
                  <a:pt x="2053" y="3395"/>
                </a:lnTo>
                <a:lnTo>
                  <a:pt x="2085" y="3416"/>
                </a:lnTo>
                <a:lnTo>
                  <a:pt x="2118" y="3437"/>
                </a:lnTo>
                <a:lnTo>
                  <a:pt x="2151" y="3457"/>
                </a:lnTo>
                <a:lnTo>
                  <a:pt x="2184" y="3475"/>
                </a:lnTo>
                <a:lnTo>
                  <a:pt x="2219" y="3494"/>
                </a:lnTo>
                <a:lnTo>
                  <a:pt x="2253" y="3510"/>
                </a:lnTo>
                <a:lnTo>
                  <a:pt x="2289" y="3526"/>
                </a:lnTo>
                <a:lnTo>
                  <a:pt x="2324" y="3542"/>
                </a:lnTo>
                <a:lnTo>
                  <a:pt x="2359" y="3557"/>
                </a:lnTo>
                <a:lnTo>
                  <a:pt x="2396" y="3571"/>
                </a:lnTo>
                <a:lnTo>
                  <a:pt x="2433" y="3584"/>
                </a:lnTo>
                <a:lnTo>
                  <a:pt x="2470" y="3596"/>
                </a:lnTo>
                <a:lnTo>
                  <a:pt x="2507" y="3607"/>
                </a:lnTo>
                <a:lnTo>
                  <a:pt x="2545" y="3617"/>
                </a:lnTo>
                <a:lnTo>
                  <a:pt x="2584" y="3627"/>
                </a:lnTo>
                <a:lnTo>
                  <a:pt x="2622" y="3635"/>
                </a:lnTo>
                <a:lnTo>
                  <a:pt x="2661" y="3642"/>
                </a:lnTo>
                <a:lnTo>
                  <a:pt x="2701" y="3649"/>
                </a:lnTo>
                <a:lnTo>
                  <a:pt x="2741" y="3654"/>
                </a:lnTo>
                <a:lnTo>
                  <a:pt x="2781" y="3660"/>
                </a:lnTo>
                <a:lnTo>
                  <a:pt x="2821" y="3663"/>
                </a:lnTo>
                <a:lnTo>
                  <a:pt x="2861" y="3665"/>
                </a:lnTo>
                <a:lnTo>
                  <a:pt x="2902" y="3667"/>
                </a:lnTo>
                <a:lnTo>
                  <a:pt x="2943" y="3667"/>
                </a:lnTo>
                <a:lnTo>
                  <a:pt x="2984" y="3667"/>
                </a:lnTo>
                <a:lnTo>
                  <a:pt x="3024" y="3665"/>
                </a:lnTo>
                <a:lnTo>
                  <a:pt x="3066" y="3663"/>
                </a:lnTo>
                <a:lnTo>
                  <a:pt x="3106" y="3660"/>
                </a:lnTo>
                <a:lnTo>
                  <a:pt x="3146" y="3654"/>
                </a:lnTo>
                <a:lnTo>
                  <a:pt x="3185" y="3649"/>
                </a:lnTo>
                <a:lnTo>
                  <a:pt x="3224" y="3642"/>
                </a:lnTo>
                <a:lnTo>
                  <a:pt x="3264" y="3635"/>
                </a:lnTo>
                <a:lnTo>
                  <a:pt x="3303" y="3627"/>
                </a:lnTo>
                <a:lnTo>
                  <a:pt x="3341" y="3617"/>
                </a:lnTo>
                <a:lnTo>
                  <a:pt x="3379" y="3607"/>
                </a:lnTo>
                <a:lnTo>
                  <a:pt x="3417" y="3596"/>
                </a:lnTo>
                <a:lnTo>
                  <a:pt x="3454" y="3584"/>
                </a:lnTo>
                <a:lnTo>
                  <a:pt x="3491" y="3571"/>
                </a:lnTo>
                <a:lnTo>
                  <a:pt x="3527" y="3557"/>
                </a:lnTo>
                <a:lnTo>
                  <a:pt x="3562" y="3542"/>
                </a:lnTo>
                <a:lnTo>
                  <a:pt x="3598" y="3526"/>
                </a:lnTo>
                <a:lnTo>
                  <a:pt x="3633" y="3510"/>
                </a:lnTo>
                <a:lnTo>
                  <a:pt x="3668" y="3494"/>
                </a:lnTo>
                <a:lnTo>
                  <a:pt x="3702" y="3475"/>
                </a:lnTo>
                <a:lnTo>
                  <a:pt x="3735" y="3457"/>
                </a:lnTo>
                <a:lnTo>
                  <a:pt x="3769" y="3437"/>
                </a:lnTo>
                <a:lnTo>
                  <a:pt x="3802" y="3416"/>
                </a:lnTo>
                <a:lnTo>
                  <a:pt x="3833" y="3395"/>
                </a:lnTo>
                <a:lnTo>
                  <a:pt x="3865" y="3373"/>
                </a:lnTo>
                <a:lnTo>
                  <a:pt x="3896" y="3351"/>
                </a:lnTo>
                <a:lnTo>
                  <a:pt x="3927" y="3327"/>
                </a:lnTo>
                <a:lnTo>
                  <a:pt x="3956" y="3303"/>
                </a:lnTo>
                <a:lnTo>
                  <a:pt x="3985" y="3278"/>
                </a:lnTo>
                <a:lnTo>
                  <a:pt x="4013" y="3253"/>
                </a:lnTo>
                <a:lnTo>
                  <a:pt x="4042" y="3227"/>
                </a:lnTo>
                <a:lnTo>
                  <a:pt x="4069" y="3200"/>
                </a:lnTo>
                <a:lnTo>
                  <a:pt x="4096" y="3173"/>
                </a:lnTo>
                <a:lnTo>
                  <a:pt x="4122" y="3145"/>
                </a:lnTo>
                <a:lnTo>
                  <a:pt x="4147" y="3116"/>
                </a:lnTo>
                <a:lnTo>
                  <a:pt x="4172" y="3087"/>
                </a:lnTo>
                <a:lnTo>
                  <a:pt x="4196" y="3058"/>
                </a:lnTo>
                <a:lnTo>
                  <a:pt x="4219" y="3027"/>
                </a:lnTo>
                <a:lnTo>
                  <a:pt x="4242" y="2996"/>
                </a:lnTo>
                <a:lnTo>
                  <a:pt x="4263" y="2964"/>
                </a:lnTo>
                <a:lnTo>
                  <a:pt x="4285" y="2933"/>
                </a:lnTo>
                <a:lnTo>
                  <a:pt x="4306" y="2900"/>
                </a:lnTo>
                <a:lnTo>
                  <a:pt x="4325" y="2866"/>
                </a:lnTo>
                <a:lnTo>
                  <a:pt x="4344" y="2834"/>
                </a:lnTo>
                <a:lnTo>
                  <a:pt x="4361" y="2799"/>
                </a:lnTo>
                <a:lnTo>
                  <a:pt x="4379" y="2764"/>
                </a:lnTo>
                <a:lnTo>
                  <a:pt x="4395" y="2730"/>
                </a:lnTo>
                <a:lnTo>
                  <a:pt x="4411" y="2694"/>
                </a:lnTo>
                <a:lnTo>
                  <a:pt x="4425" y="2658"/>
                </a:lnTo>
                <a:lnTo>
                  <a:pt x="4439" y="2622"/>
                </a:lnTo>
                <a:lnTo>
                  <a:pt x="4453" y="2585"/>
                </a:lnTo>
                <a:lnTo>
                  <a:pt x="4464" y="2548"/>
                </a:lnTo>
                <a:lnTo>
                  <a:pt x="4475" y="2510"/>
                </a:lnTo>
                <a:lnTo>
                  <a:pt x="4486" y="2472"/>
                </a:lnTo>
                <a:lnTo>
                  <a:pt x="4495" y="2434"/>
                </a:lnTo>
                <a:lnTo>
                  <a:pt x="4504" y="2396"/>
                </a:lnTo>
                <a:lnTo>
                  <a:pt x="4511" y="2357"/>
                </a:lnTo>
                <a:lnTo>
                  <a:pt x="4518" y="2317"/>
                </a:lnTo>
                <a:lnTo>
                  <a:pt x="4523" y="2277"/>
                </a:lnTo>
                <a:lnTo>
                  <a:pt x="4527" y="2237"/>
                </a:lnTo>
                <a:lnTo>
                  <a:pt x="4532" y="2197"/>
                </a:lnTo>
                <a:lnTo>
                  <a:pt x="4534" y="2157"/>
                </a:lnTo>
                <a:lnTo>
                  <a:pt x="4536" y="2115"/>
                </a:lnTo>
                <a:lnTo>
                  <a:pt x="4536" y="2075"/>
                </a:lnTo>
                <a:lnTo>
                  <a:pt x="4536" y="2034"/>
                </a:lnTo>
                <a:lnTo>
                  <a:pt x="4534" y="1993"/>
                </a:lnTo>
                <a:lnTo>
                  <a:pt x="4532" y="1952"/>
                </a:lnTo>
                <a:lnTo>
                  <a:pt x="4527" y="1912"/>
                </a:lnTo>
                <a:lnTo>
                  <a:pt x="4523" y="1872"/>
                </a:lnTo>
                <a:lnTo>
                  <a:pt x="4518" y="1833"/>
                </a:lnTo>
                <a:lnTo>
                  <a:pt x="4511" y="1793"/>
                </a:lnTo>
                <a:lnTo>
                  <a:pt x="4504" y="1755"/>
                </a:lnTo>
                <a:lnTo>
                  <a:pt x="4495" y="1716"/>
                </a:lnTo>
                <a:lnTo>
                  <a:pt x="4486" y="1678"/>
                </a:lnTo>
                <a:lnTo>
                  <a:pt x="4475" y="1639"/>
                </a:lnTo>
                <a:lnTo>
                  <a:pt x="4464" y="1601"/>
                </a:lnTo>
                <a:lnTo>
                  <a:pt x="4453" y="1564"/>
                </a:lnTo>
                <a:lnTo>
                  <a:pt x="4439" y="1528"/>
                </a:lnTo>
                <a:lnTo>
                  <a:pt x="4425" y="1492"/>
                </a:lnTo>
                <a:lnTo>
                  <a:pt x="4411" y="1456"/>
                </a:lnTo>
                <a:lnTo>
                  <a:pt x="4395" y="1420"/>
                </a:lnTo>
                <a:lnTo>
                  <a:pt x="4379" y="1385"/>
                </a:lnTo>
                <a:lnTo>
                  <a:pt x="4361" y="1350"/>
                </a:lnTo>
                <a:lnTo>
                  <a:pt x="4344" y="1317"/>
                </a:lnTo>
                <a:lnTo>
                  <a:pt x="4325" y="1283"/>
                </a:lnTo>
                <a:lnTo>
                  <a:pt x="4306" y="1249"/>
                </a:lnTo>
                <a:lnTo>
                  <a:pt x="4285" y="1217"/>
                </a:lnTo>
                <a:lnTo>
                  <a:pt x="4263" y="1185"/>
                </a:lnTo>
                <a:lnTo>
                  <a:pt x="4242" y="1154"/>
                </a:lnTo>
                <a:lnTo>
                  <a:pt x="4219" y="1122"/>
                </a:lnTo>
                <a:lnTo>
                  <a:pt x="4196" y="1092"/>
                </a:lnTo>
                <a:lnTo>
                  <a:pt x="4172" y="1062"/>
                </a:lnTo>
                <a:lnTo>
                  <a:pt x="4147" y="1033"/>
                </a:lnTo>
                <a:lnTo>
                  <a:pt x="4122" y="1005"/>
                </a:lnTo>
                <a:lnTo>
                  <a:pt x="4096" y="977"/>
                </a:lnTo>
                <a:lnTo>
                  <a:pt x="4069" y="949"/>
                </a:lnTo>
                <a:lnTo>
                  <a:pt x="4042" y="922"/>
                </a:lnTo>
                <a:lnTo>
                  <a:pt x="4013" y="896"/>
                </a:lnTo>
                <a:lnTo>
                  <a:pt x="3985" y="871"/>
                </a:lnTo>
                <a:lnTo>
                  <a:pt x="3956" y="846"/>
                </a:lnTo>
                <a:lnTo>
                  <a:pt x="3927" y="822"/>
                </a:lnTo>
                <a:lnTo>
                  <a:pt x="3896" y="799"/>
                </a:lnTo>
                <a:lnTo>
                  <a:pt x="3865" y="777"/>
                </a:lnTo>
                <a:lnTo>
                  <a:pt x="3833" y="755"/>
                </a:lnTo>
                <a:lnTo>
                  <a:pt x="3802" y="733"/>
                </a:lnTo>
                <a:lnTo>
                  <a:pt x="3769" y="714"/>
                </a:lnTo>
                <a:lnTo>
                  <a:pt x="3735" y="694"/>
                </a:lnTo>
                <a:lnTo>
                  <a:pt x="3702" y="674"/>
                </a:lnTo>
                <a:lnTo>
                  <a:pt x="3668" y="657"/>
                </a:lnTo>
                <a:lnTo>
                  <a:pt x="3633" y="640"/>
                </a:lnTo>
                <a:lnTo>
                  <a:pt x="3598" y="623"/>
                </a:lnTo>
                <a:lnTo>
                  <a:pt x="3562" y="607"/>
                </a:lnTo>
                <a:lnTo>
                  <a:pt x="3527" y="593"/>
                </a:lnTo>
                <a:lnTo>
                  <a:pt x="3491" y="579"/>
                </a:lnTo>
                <a:lnTo>
                  <a:pt x="3454" y="566"/>
                </a:lnTo>
                <a:lnTo>
                  <a:pt x="3417" y="554"/>
                </a:lnTo>
                <a:lnTo>
                  <a:pt x="3379" y="543"/>
                </a:lnTo>
                <a:lnTo>
                  <a:pt x="3341" y="532"/>
                </a:lnTo>
                <a:lnTo>
                  <a:pt x="3303" y="523"/>
                </a:lnTo>
                <a:lnTo>
                  <a:pt x="3264" y="515"/>
                </a:lnTo>
                <a:lnTo>
                  <a:pt x="3224" y="507"/>
                </a:lnTo>
                <a:lnTo>
                  <a:pt x="3185" y="501"/>
                </a:lnTo>
                <a:lnTo>
                  <a:pt x="3146" y="495"/>
                </a:lnTo>
                <a:lnTo>
                  <a:pt x="3106" y="491"/>
                </a:lnTo>
                <a:lnTo>
                  <a:pt x="3066" y="486"/>
                </a:lnTo>
                <a:lnTo>
                  <a:pt x="3024" y="484"/>
                </a:lnTo>
                <a:lnTo>
                  <a:pt x="2984" y="483"/>
                </a:lnTo>
                <a:lnTo>
                  <a:pt x="2943" y="482"/>
                </a:lnTo>
                <a:close/>
                <a:moveTo>
                  <a:pt x="2943" y="3384"/>
                </a:moveTo>
                <a:lnTo>
                  <a:pt x="2943" y="3384"/>
                </a:lnTo>
                <a:lnTo>
                  <a:pt x="2909" y="3384"/>
                </a:lnTo>
                <a:lnTo>
                  <a:pt x="2876" y="3383"/>
                </a:lnTo>
                <a:lnTo>
                  <a:pt x="2843" y="3381"/>
                </a:lnTo>
                <a:lnTo>
                  <a:pt x="2809" y="3377"/>
                </a:lnTo>
                <a:lnTo>
                  <a:pt x="2777" y="3374"/>
                </a:lnTo>
                <a:lnTo>
                  <a:pt x="2744" y="3369"/>
                </a:lnTo>
                <a:lnTo>
                  <a:pt x="2711" y="3363"/>
                </a:lnTo>
                <a:lnTo>
                  <a:pt x="2680" y="3358"/>
                </a:lnTo>
                <a:lnTo>
                  <a:pt x="2647" y="3350"/>
                </a:lnTo>
                <a:lnTo>
                  <a:pt x="2616" y="3342"/>
                </a:lnTo>
                <a:lnTo>
                  <a:pt x="2585" y="3334"/>
                </a:lnTo>
                <a:lnTo>
                  <a:pt x="2554" y="3325"/>
                </a:lnTo>
                <a:lnTo>
                  <a:pt x="2523" y="3315"/>
                </a:lnTo>
                <a:lnTo>
                  <a:pt x="2493" y="3304"/>
                </a:lnTo>
                <a:lnTo>
                  <a:pt x="2464" y="3294"/>
                </a:lnTo>
                <a:lnTo>
                  <a:pt x="2434" y="3281"/>
                </a:lnTo>
                <a:lnTo>
                  <a:pt x="2405" y="3269"/>
                </a:lnTo>
                <a:lnTo>
                  <a:pt x="2376" y="3254"/>
                </a:lnTo>
                <a:lnTo>
                  <a:pt x="2347" y="3240"/>
                </a:lnTo>
                <a:lnTo>
                  <a:pt x="2319" y="3226"/>
                </a:lnTo>
                <a:lnTo>
                  <a:pt x="2292" y="3210"/>
                </a:lnTo>
                <a:lnTo>
                  <a:pt x="2265" y="3195"/>
                </a:lnTo>
                <a:lnTo>
                  <a:pt x="2238" y="3177"/>
                </a:lnTo>
                <a:lnTo>
                  <a:pt x="2212" y="3160"/>
                </a:lnTo>
                <a:lnTo>
                  <a:pt x="2185" y="3143"/>
                </a:lnTo>
                <a:lnTo>
                  <a:pt x="2160" y="3124"/>
                </a:lnTo>
                <a:lnTo>
                  <a:pt x="2135" y="3104"/>
                </a:lnTo>
                <a:lnTo>
                  <a:pt x="2110" y="3085"/>
                </a:lnTo>
                <a:lnTo>
                  <a:pt x="2087" y="3064"/>
                </a:lnTo>
                <a:lnTo>
                  <a:pt x="2064" y="3044"/>
                </a:lnTo>
                <a:lnTo>
                  <a:pt x="2041" y="3022"/>
                </a:lnTo>
                <a:lnTo>
                  <a:pt x="2018" y="3000"/>
                </a:lnTo>
                <a:lnTo>
                  <a:pt x="1996" y="2977"/>
                </a:lnTo>
                <a:lnTo>
                  <a:pt x="1975" y="2954"/>
                </a:lnTo>
                <a:lnTo>
                  <a:pt x="1954" y="2931"/>
                </a:lnTo>
                <a:lnTo>
                  <a:pt x="1933" y="2907"/>
                </a:lnTo>
                <a:lnTo>
                  <a:pt x="1914" y="2883"/>
                </a:lnTo>
                <a:lnTo>
                  <a:pt x="1894" y="2858"/>
                </a:lnTo>
                <a:lnTo>
                  <a:pt x="1876" y="2832"/>
                </a:lnTo>
                <a:lnTo>
                  <a:pt x="1858" y="2807"/>
                </a:lnTo>
                <a:lnTo>
                  <a:pt x="1841" y="2780"/>
                </a:lnTo>
                <a:lnTo>
                  <a:pt x="1824" y="2753"/>
                </a:lnTo>
                <a:lnTo>
                  <a:pt x="1807" y="2726"/>
                </a:lnTo>
                <a:lnTo>
                  <a:pt x="1792" y="2698"/>
                </a:lnTo>
                <a:lnTo>
                  <a:pt x="1778" y="2670"/>
                </a:lnTo>
                <a:lnTo>
                  <a:pt x="1764" y="2641"/>
                </a:lnTo>
                <a:lnTo>
                  <a:pt x="1750" y="2613"/>
                </a:lnTo>
                <a:lnTo>
                  <a:pt x="1737" y="2584"/>
                </a:lnTo>
                <a:lnTo>
                  <a:pt x="1725" y="2555"/>
                </a:lnTo>
                <a:lnTo>
                  <a:pt x="1714" y="2524"/>
                </a:lnTo>
                <a:lnTo>
                  <a:pt x="1703" y="2494"/>
                </a:lnTo>
                <a:lnTo>
                  <a:pt x="1693" y="2463"/>
                </a:lnTo>
                <a:lnTo>
                  <a:pt x="1683" y="2433"/>
                </a:lnTo>
                <a:lnTo>
                  <a:pt x="1676" y="2401"/>
                </a:lnTo>
                <a:lnTo>
                  <a:pt x="1668" y="2370"/>
                </a:lnTo>
                <a:lnTo>
                  <a:pt x="1661" y="2338"/>
                </a:lnTo>
                <a:lnTo>
                  <a:pt x="1655" y="2307"/>
                </a:lnTo>
                <a:lnTo>
                  <a:pt x="1650" y="2274"/>
                </a:lnTo>
                <a:lnTo>
                  <a:pt x="1644" y="2242"/>
                </a:lnTo>
                <a:lnTo>
                  <a:pt x="1641" y="2209"/>
                </a:lnTo>
                <a:lnTo>
                  <a:pt x="1638" y="2175"/>
                </a:lnTo>
                <a:lnTo>
                  <a:pt x="1636" y="2142"/>
                </a:lnTo>
                <a:lnTo>
                  <a:pt x="1634" y="2109"/>
                </a:lnTo>
                <a:lnTo>
                  <a:pt x="1634" y="2075"/>
                </a:lnTo>
                <a:lnTo>
                  <a:pt x="1634" y="2042"/>
                </a:lnTo>
                <a:lnTo>
                  <a:pt x="1636" y="2008"/>
                </a:lnTo>
                <a:lnTo>
                  <a:pt x="1638" y="1974"/>
                </a:lnTo>
                <a:lnTo>
                  <a:pt x="1641" y="1942"/>
                </a:lnTo>
                <a:lnTo>
                  <a:pt x="1644" y="1908"/>
                </a:lnTo>
                <a:lnTo>
                  <a:pt x="1650" y="1875"/>
                </a:lnTo>
                <a:lnTo>
                  <a:pt x="1655" y="1844"/>
                </a:lnTo>
                <a:lnTo>
                  <a:pt x="1661" y="1811"/>
                </a:lnTo>
                <a:lnTo>
                  <a:pt x="1668" y="1780"/>
                </a:lnTo>
                <a:lnTo>
                  <a:pt x="1676" y="1748"/>
                </a:lnTo>
                <a:lnTo>
                  <a:pt x="1683" y="1717"/>
                </a:lnTo>
                <a:lnTo>
                  <a:pt x="1693" y="1686"/>
                </a:lnTo>
                <a:lnTo>
                  <a:pt x="1703" y="1656"/>
                </a:lnTo>
                <a:lnTo>
                  <a:pt x="1714" y="1625"/>
                </a:lnTo>
                <a:lnTo>
                  <a:pt x="1725" y="1595"/>
                </a:lnTo>
                <a:lnTo>
                  <a:pt x="1737" y="1566"/>
                </a:lnTo>
                <a:lnTo>
                  <a:pt x="1750" y="1536"/>
                </a:lnTo>
                <a:lnTo>
                  <a:pt x="1764" y="1508"/>
                </a:lnTo>
                <a:lnTo>
                  <a:pt x="1778" y="1480"/>
                </a:lnTo>
                <a:lnTo>
                  <a:pt x="1792" y="1451"/>
                </a:lnTo>
                <a:lnTo>
                  <a:pt x="1807" y="1424"/>
                </a:lnTo>
                <a:lnTo>
                  <a:pt x="1824" y="1396"/>
                </a:lnTo>
                <a:lnTo>
                  <a:pt x="1841" y="1370"/>
                </a:lnTo>
                <a:lnTo>
                  <a:pt x="1858" y="1344"/>
                </a:lnTo>
                <a:lnTo>
                  <a:pt x="1876" y="1318"/>
                </a:lnTo>
                <a:lnTo>
                  <a:pt x="1894" y="1292"/>
                </a:lnTo>
                <a:lnTo>
                  <a:pt x="1914" y="1267"/>
                </a:lnTo>
                <a:lnTo>
                  <a:pt x="1933" y="1243"/>
                </a:lnTo>
                <a:lnTo>
                  <a:pt x="1954" y="1219"/>
                </a:lnTo>
                <a:lnTo>
                  <a:pt x="1975" y="1195"/>
                </a:lnTo>
                <a:lnTo>
                  <a:pt x="1996" y="1172"/>
                </a:lnTo>
                <a:lnTo>
                  <a:pt x="2018" y="1149"/>
                </a:lnTo>
                <a:lnTo>
                  <a:pt x="2041" y="1128"/>
                </a:lnTo>
                <a:lnTo>
                  <a:pt x="2064" y="1106"/>
                </a:lnTo>
                <a:lnTo>
                  <a:pt x="2087" y="1085"/>
                </a:lnTo>
                <a:lnTo>
                  <a:pt x="2110" y="1066"/>
                </a:lnTo>
                <a:lnTo>
                  <a:pt x="2135" y="1045"/>
                </a:lnTo>
                <a:lnTo>
                  <a:pt x="2160" y="1027"/>
                </a:lnTo>
                <a:lnTo>
                  <a:pt x="2185" y="1008"/>
                </a:lnTo>
                <a:lnTo>
                  <a:pt x="2212" y="990"/>
                </a:lnTo>
                <a:lnTo>
                  <a:pt x="2238" y="972"/>
                </a:lnTo>
                <a:lnTo>
                  <a:pt x="2265" y="956"/>
                </a:lnTo>
                <a:lnTo>
                  <a:pt x="2292" y="940"/>
                </a:lnTo>
                <a:lnTo>
                  <a:pt x="2319" y="924"/>
                </a:lnTo>
                <a:lnTo>
                  <a:pt x="2347" y="909"/>
                </a:lnTo>
                <a:lnTo>
                  <a:pt x="2376" y="895"/>
                </a:lnTo>
                <a:lnTo>
                  <a:pt x="2405" y="882"/>
                </a:lnTo>
                <a:lnTo>
                  <a:pt x="2434" y="869"/>
                </a:lnTo>
                <a:lnTo>
                  <a:pt x="2464" y="857"/>
                </a:lnTo>
                <a:lnTo>
                  <a:pt x="2493" y="845"/>
                </a:lnTo>
                <a:lnTo>
                  <a:pt x="2523" y="835"/>
                </a:lnTo>
                <a:lnTo>
                  <a:pt x="2554" y="824"/>
                </a:lnTo>
                <a:lnTo>
                  <a:pt x="2585" y="816"/>
                </a:lnTo>
                <a:lnTo>
                  <a:pt x="2616" y="807"/>
                </a:lnTo>
                <a:lnTo>
                  <a:pt x="2647" y="799"/>
                </a:lnTo>
                <a:lnTo>
                  <a:pt x="2680" y="793"/>
                </a:lnTo>
                <a:lnTo>
                  <a:pt x="2711" y="786"/>
                </a:lnTo>
                <a:lnTo>
                  <a:pt x="2744" y="781"/>
                </a:lnTo>
                <a:lnTo>
                  <a:pt x="2777" y="777"/>
                </a:lnTo>
                <a:lnTo>
                  <a:pt x="2809" y="772"/>
                </a:lnTo>
                <a:lnTo>
                  <a:pt x="2843" y="770"/>
                </a:lnTo>
                <a:lnTo>
                  <a:pt x="2876" y="768"/>
                </a:lnTo>
                <a:lnTo>
                  <a:pt x="2909" y="767"/>
                </a:lnTo>
                <a:lnTo>
                  <a:pt x="2943" y="766"/>
                </a:lnTo>
                <a:lnTo>
                  <a:pt x="2977" y="767"/>
                </a:lnTo>
                <a:lnTo>
                  <a:pt x="3010" y="768"/>
                </a:lnTo>
                <a:lnTo>
                  <a:pt x="3044" y="770"/>
                </a:lnTo>
                <a:lnTo>
                  <a:pt x="3077" y="772"/>
                </a:lnTo>
                <a:lnTo>
                  <a:pt x="3109" y="777"/>
                </a:lnTo>
                <a:lnTo>
                  <a:pt x="3142" y="781"/>
                </a:lnTo>
                <a:lnTo>
                  <a:pt x="3174" y="786"/>
                </a:lnTo>
                <a:lnTo>
                  <a:pt x="3207" y="793"/>
                </a:lnTo>
                <a:lnTo>
                  <a:pt x="3239" y="799"/>
                </a:lnTo>
                <a:lnTo>
                  <a:pt x="3270" y="807"/>
                </a:lnTo>
                <a:lnTo>
                  <a:pt x="3302" y="816"/>
                </a:lnTo>
                <a:lnTo>
                  <a:pt x="3332" y="824"/>
                </a:lnTo>
                <a:lnTo>
                  <a:pt x="3362" y="835"/>
                </a:lnTo>
                <a:lnTo>
                  <a:pt x="3393" y="845"/>
                </a:lnTo>
                <a:lnTo>
                  <a:pt x="3423" y="857"/>
                </a:lnTo>
                <a:lnTo>
                  <a:pt x="3453" y="869"/>
                </a:lnTo>
                <a:lnTo>
                  <a:pt x="3482" y="882"/>
                </a:lnTo>
                <a:lnTo>
                  <a:pt x="3510" y="895"/>
                </a:lnTo>
                <a:lnTo>
                  <a:pt x="3539" y="909"/>
                </a:lnTo>
                <a:lnTo>
                  <a:pt x="3567" y="924"/>
                </a:lnTo>
                <a:lnTo>
                  <a:pt x="3594" y="940"/>
                </a:lnTo>
                <a:lnTo>
                  <a:pt x="3621" y="956"/>
                </a:lnTo>
                <a:lnTo>
                  <a:pt x="3648" y="972"/>
                </a:lnTo>
                <a:lnTo>
                  <a:pt x="3674" y="990"/>
                </a:lnTo>
                <a:lnTo>
                  <a:pt x="3700" y="1008"/>
                </a:lnTo>
                <a:lnTo>
                  <a:pt x="3727" y="1027"/>
                </a:lnTo>
                <a:lnTo>
                  <a:pt x="3752" y="1045"/>
                </a:lnTo>
                <a:lnTo>
                  <a:pt x="3775" y="1066"/>
                </a:lnTo>
                <a:lnTo>
                  <a:pt x="3799" y="1085"/>
                </a:lnTo>
                <a:lnTo>
                  <a:pt x="3823" y="1106"/>
                </a:lnTo>
                <a:lnTo>
                  <a:pt x="3846" y="1128"/>
                </a:lnTo>
                <a:lnTo>
                  <a:pt x="3869" y="1149"/>
                </a:lnTo>
                <a:lnTo>
                  <a:pt x="3891" y="1172"/>
                </a:lnTo>
                <a:lnTo>
                  <a:pt x="3912" y="1195"/>
                </a:lnTo>
                <a:lnTo>
                  <a:pt x="3933" y="1219"/>
                </a:lnTo>
                <a:lnTo>
                  <a:pt x="3954" y="1243"/>
                </a:lnTo>
                <a:lnTo>
                  <a:pt x="3973" y="1267"/>
                </a:lnTo>
                <a:lnTo>
                  <a:pt x="3992" y="1292"/>
                </a:lnTo>
                <a:lnTo>
                  <a:pt x="4011" y="1318"/>
                </a:lnTo>
                <a:lnTo>
                  <a:pt x="4029" y="1344"/>
                </a:lnTo>
                <a:lnTo>
                  <a:pt x="4046" y="1370"/>
                </a:lnTo>
                <a:lnTo>
                  <a:pt x="4062" y="1396"/>
                </a:lnTo>
                <a:lnTo>
                  <a:pt x="4079" y="1424"/>
                </a:lnTo>
                <a:lnTo>
                  <a:pt x="4094" y="1451"/>
                </a:lnTo>
                <a:lnTo>
                  <a:pt x="4109" y="1480"/>
                </a:lnTo>
                <a:lnTo>
                  <a:pt x="4123" y="1508"/>
                </a:lnTo>
                <a:lnTo>
                  <a:pt x="4137" y="1536"/>
                </a:lnTo>
                <a:lnTo>
                  <a:pt x="4149" y="1566"/>
                </a:lnTo>
                <a:lnTo>
                  <a:pt x="4161" y="1595"/>
                </a:lnTo>
                <a:lnTo>
                  <a:pt x="4173" y="1625"/>
                </a:lnTo>
                <a:lnTo>
                  <a:pt x="4184" y="1656"/>
                </a:lnTo>
                <a:lnTo>
                  <a:pt x="4194" y="1686"/>
                </a:lnTo>
                <a:lnTo>
                  <a:pt x="4203" y="1717"/>
                </a:lnTo>
                <a:lnTo>
                  <a:pt x="4211" y="1748"/>
                </a:lnTo>
                <a:lnTo>
                  <a:pt x="4219" y="1780"/>
                </a:lnTo>
                <a:lnTo>
                  <a:pt x="4226" y="1811"/>
                </a:lnTo>
                <a:lnTo>
                  <a:pt x="4232" y="1844"/>
                </a:lnTo>
                <a:lnTo>
                  <a:pt x="4237" y="1875"/>
                </a:lnTo>
                <a:lnTo>
                  <a:pt x="4242" y="1908"/>
                </a:lnTo>
                <a:lnTo>
                  <a:pt x="4246" y="1942"/>
                </a:lnTo>
                <a:lnTo>
                  <a:pt x="4249" y="1974"/>
                </a:lnTo>
                <a:lnTo>
                  <a:pt x="4251" y="2008"/>
                </a:lnTo>
                <a:lnTo>
                  <a:pt x="4253" y="2042"/>
                </a:lnTo>
                <a:lnTo>
                  <a:pt x="4253" y="2075"/>
                </a:lnTo>
                <a:lnTo>
                  <a:pt x="4253" y="2109"/>
                </a:lnTo>
                <a:lnTo>
                  <a:pt x="4251" y="2142"/>
                </a:lnTo>
                <a:lnTo>
                  <a:pt x="4249" y="2175"/>
                </a:lnTo>
                <a:lnTo>
                  <a:pt x="4246" y="2209"/>
                </a:lnTo>
                <a:lnTo>
                  <a:pt x="4242" y="2242"/>
                </a:lnTo>
                <a:lnTo>
                  <a:pt x="4237" y="2274"/>
                </a:lnTo>
                <a:lnTo>
                  <a:pt x="4232" y="2307"/>
                </a:lnTo>
                <a:lnTo>
                  <a:pt x="4226" y="2338"/>
                </a:lnTo>
                <a:lnTo>
                  <a:pt x="4219" y="2370"/>
                </a:lnTo>
                <a:lnTo>
                  <a:pt x="4211" y="2401"/>
                </a:lnTo>
                <a:lnTo>
                  <a:pt x="4203" y="2433"/>
                </a:lnTo>
                <a:lnTo>
                  <a:pt x="4194" y="2463"/>
                </a:lnTo>
                <a:lnTo>
                  <a:pt x="4184" y="2494"/>
                </a:lnTo>
                <a:lnTo>
                  <a:pt x="4173" y="2524"/>
                </a:lnTo>
                <a:lnTo>
                  <a:pt x="4161" y="2555"/>
                </a:lnTo>
                <a:lnTo>
                  <a:pt x="4149" y="2584"/>
                </a:lnTo>
                <a:lnTo>
                  <a:pt x="4137" y="2613"/>
                </a:lnTo>
                <a:lnTo>
                  <a:pt x="4123" y="2641"/>
                </a:lnTo>
                <a:lnTo>
                  <a:pt x="4109" y="2670"/>
                </a:lnTo>
                <a:lnTo>
                  <a:pt x="4094" y="2698"/>
                </a:lnTo>
                <a:lnTo>
                  <a:pt x="4079" y="2726"/>
                </a:lnTo>
                <a:lnTo>
                  <a:pt x="4062" y="2753"/>
                </a:lnTo>
                <a:lnTo>
                  <a:pt x="4046" y="2780"/>
                </a:lnTo>
                <a:lnTo>
                  <a:pt x="4029" y="2807"/>
                </a:lnTo>
                <a:lnTo>
                  <a:pt x="4011" y="2832"/>
                </a:lnTo>
                <a:lnTo>
                  <a:pt x="3992" y="2858"/>
                </a:lnTo>
                <a:lnTo>
                  <a:pt x="3973" y="2883"/>
                </a:lnTo>
                <a:lnTo>
                  <a:pt x="3954" y="2907"/>
                </a:lnTo>
                <a:lnTo>
                  <a:pt x="3933" y="2931"/>
                </a:lnTo>
                <a:lnTo>
                  <a:pt x="3912" y="2954"/>
                </a:lnTo>
                <a:lnTo>
                  <a:pt x="3891" y="2977"/>
                </a:lnTo>
                <a:lnTo>
                  <a:pt x="3869" y="3000"/>
                </a:lnTo>
                <a:lnTo>
                  <a:pt x="3846" y="3022"/>
                </a:lnTo>
                <a:lnTo>
                  <a:pt x="3823" y="3044"/>
                </a:lnTo>
                <a:lnTo>
                  <a:pt x="3799" y="3064"/>
                </a:lnTo>
                <a:lnTo>
                  <a:pt x="3775" y="3085"/>
                </a:lnTo>
                <a:lnTo>
                  <a:pt x="3752" y="3104"/>
                </a:lnTo>
                <a:lnTo>
                  <a:pt x="3727" y="3124"/>
                </a:lnTo>
                <a:lnTo>
                  <a:pt x="3700" y="3143"/>
                </a:lnTo>
                <a:lnTo>
                  <a:pt x="3674" y="3160"/>
                </a:lnTo>
                <a:lnTo>
                  <a:pt x="3648" y="3177"/>
                </a:lnTo>
                <a:lnTo>
                  <a:pt x="3621" y="3195"/>
                </a:lnTo>
                <a:lnTo>
                  <a:pt x="3594" y="3210"/>
                </a:lnTo>
                <a:lnTo>
                  <a:pt x="3567" y="3226"/>
                </a:lnTo>
                <a:lnTo>
                  <a:pt x="3539" y="3240"/>
                </a:lnTo>
                <a:lnTo>
                  <a:pt x="3510" y="3254"/>
                </a:lnTo>
                <a:lnTo>
                  <a:pt x="3482" y="3269"/>
                </a:lnTo>
                <a:lnTo>
                  <a:pt x="3453" y="3281"/>
                </a:lnTo>
                <a:lnTo>
                  <a:pt x="3423" y="3294"/>
                </a:lnTo>
                <a:lnTo>
                  <a:pt x="3393" y="3304"/>
                </a:lnTo>
                <a:lnTo>
                  <a:pt x="3362" y="3315"/>
                </a:lnTo>
                <a:lnTo>
                  <a:pt x="3332" y="3325"/>
                </a:lnTo>
                <a:lnTo>
                  <a:pt x="3302" y="3334"/>
                </a:lnTo>
                <a:lnTo>
                  <a:pt x="3270" y="3342"/>
                </a:lnTo>
                <a:lnTo>
                  <a:pt x="3239" y="3350"/>
                </a:lnTo>
                <a:lnTo>
                  <a:pt x="3207" y="3358"/>
                </a:lnTo>
                <a:lnTo>
                  <a:pt x="3174" y="3363"/>
                </a:lnTo>
                <a:lnTo>
                  <a:pt x="3142" y="3369"/>
                </a:lnTo>
                <a:lnTo>
                  <a:pt x="3109" y="3374"/>
                </a:lnTo>
                <a:lnTo>
                  <a:pt x="3077" y="3377"/>
                </a:lnTo>
                <a:lnTo>
                  <a:pt x="3044" y="3381"/>
                </a:lnTo>
                <a:lnTo>
                  <a:pt x="3010" y="3383"/>
                </a:lnTo>
                <a:lnTo>
                  <a:pt x="2977" y="3384"/>
                </a:lnTo>
                <a:lnTo>
                  <a:pt x="2943" y="3384"/>
                </a:lnTo>
                <a:close/>
                <a:moveTo>
                  <a:pt x="949" y="1287"/>
                </a:moveTo>
                <a:lnTo>
                  <a:pt x="949" y="1287"/>
                </a:lnTo>
                <a:lnTo>
                  <a:pt x="948" y="1318"/>
                </a:lnTo>
                <a:lnTo>
                  <a:pt x="945" y="1348"/>
                </a:lnTo>
                <a:lnTo>
                  <a:pt x="942" y="1378"/>
                </a:lnTo>
                <a:lnTo>
                  <a:pt x="937" y="1406"/>
                </a:lnTo>
                <a:lnTo>
                  <a:pt x="930" y="1433"/>
                </a:lnTo>
                <a:lnTo>
                  <a:pt x="923" y="1459"/>
                </a:lnTo>
                <a:lnTo>
                  <a:pt x="913" y="1485"/>
                </a:lnTo>
                <a:lnTo>
                  <a:pt x="901" y="1509"/>
                </a:lnTo>
                <a:lnTo>
                  <a:pt x="887" y="1533"/>
                </a:lnTo>
                <a:lnTo>
                  <a:pt x="872" y="1556"/>
                </a:lnTo>
                <a:lnTo>
                  <a:pt x="854" y="1578"/>
                </a:lnTo>
                <a:lnTo>
                  <a:pt x="835" y="1598"/>
                </a:lnTo>
                <a:lnTo>
                  <a:pt x="813" y="1618"/>
                </a:lnTo>
                <a:lnTo>
                  <a:pt x="789" y="1637"/>
                </a:lnTo>
                <a:lnTo>
                  <a:pt x="763" y="1656"/>
                </a:lnTo>
                <a:lnTo>
                  <a:pt x="734" y="1673"/>
                </a:lnTo>
                <a:lnTo>
                  <a:pt x="602" y="1745"/>
                </a:lnTo>
                <a:lnTo>
                  <a:pt x="602" y="1966"/>
                </a:lnTo>
                <a:lnTo>
                  <a:pt x="347" y="1966"/>
                </a:lnTo>
                <a:lnTo>
                  <a:pt x="347" y="1747"/>
                </a:lnTo>
                <a:lnTo>
                  <a:pt x="210" y="1671"/>
                </a:lnTo>
                <a:lnTo>
                  <a:pt x="180" y="1650"/>
                </a:lnTo>
                <a:lnTo>
                  <a:pt x="153" y="1630"/>
                </a:lnTo>
                <a:lnTo>
                  <a:pt x="129" y="1610"/>
                </a:lnTo>
                <a:lnTo>
                  <a:pt x="108" y="1589"/>
                </a:lnTo>
                <a:lnTo>
                  <a:pt x="88" y="1569"/>
                </a:lnTo>
                <a:lnTo>
                  <a:pt x="71" y="1547"/>
                </a:lnTo>
                <a:lnTo>
                  <a:pt x="56" y="1525"/>
                </a:lnTo>
                <a:lnTo>
                  <a:pt x="43" y="1503"/>
                </a:lnTo>
                <a:lnTo>
                  <a:pt x="33" y="1480"/>
                </a:lnTo>
                <a:lnTo>
                  <a:pt x="23" y="1456"/>
                </a:lnTo>
                <a:lnTo>
                  <a:pt x="16" y="1431"/>
                </a:lnTo>
                <a:lnTo>
                  <a:pt x="10" y="1405"/>
                </a:lnTo>
                <a:lnTo>
                  <a:pt x="5" y="1378"/>
                </a:lnTo>
                <a:lnTo>
                  <a:pt x="3" y="1348"/>
                </a:lnTo>
                <a:lnTo>
                  <a:pt x="1" y="1319"/>
                </a:lnTo>
                <a:lnTo>
                  <a:pt x="0" y="1287"/>
                </a:lnTo>
                <a:lnTo>
                  <a:pt x="1" y="240"/>
                </a:lnTo>
                <a:lnTo>
                  <a:pt x="141" y="240"/>
                </a:lnTo>
                <a:lnTo>
                  <a:pt x="141" y="1268"/>
                </a:lnTo>
                <a:lnTo>
                  <a:pt x="142" y="1274"/>
                </a:lnTo>
                <a:lnTo>
                  <a:pt x="143" y="1281"/>
                </a:lnTo>
                <a:lnTo>
                  <a:pt x="147" y="1293"/>
                </a:lnTo>
                <a:lnTo>
                  <a:pt x="153" y="1304"/>
                </a:lnTo>
                <a:lnTo>
                  <a:pt x="161" y="1313"/>
                </a:lnTo>
                <a:lnTo>
                  <a:pt x="170" y="1321"/>
                </a:lnTo>
                <a:lnTo>
                  <a:pt x="180" y="1328"/>
                </a:lnTo>
                <a:lnTo>
                  <a:pt x="193" y="1331"/>
                </a:lnTo>
                <a:lnTo>
                  <a:pt x="199" y="1332"/>
                </a:lnTo>
                <a:lnTo>
                  <a:pt x="206" y="1332"/>
                </a:lnTo>
                <a:lnTo>
                  <a:pt x="213" y="1332"/>
                </a:lnTo>
                <a:lnTo>
                  <a:pt x="218" y="1331"/>
                </a:lnTo>
                <a:lnTo>
                  <a:pt x="230" y="1328"/>
                </a:lnTo>
                <a:lnTo>
                  <a:pt x="241" y="1321"/>
                </a:lnTo>
                <a:lnTo>
                  <a:pt x="251" y="1313"/>
                </a:lnTo>
                <a:lnTo>
                  <a:pt x="259" y="1304"/>
                </a:lnTo>
                <a:lnTo>
                  <a:pt x="265" y="1293"/>
                </a:lnTo>
                <a:lnTo>
                  <a:pt x="268" y="1281"/>
                </a:lnTo>
                <a:lnTo>
                  <a:pt x="269" y="1274"/>
                </a:lnTo>
                <a:lnTo>
                  <a:pt x="269" y="1268"/>
                </a:lnTo>
                <a:lnTo>
                  <a:pt x="269" y="240"/>
                </a:lnTo>
                <a:lnTo>
                  <a:pt x="412" y="240"/>
                </a:lnTo>
                <a:lnTo>
                  <a:pt x="412" y="1371"/>
                </a:lnTo>
                <a:lnTo>
                  <a:pt x="412" y="1378"/>
                </a:lnTo>
                <a:lnTo>
                  <a:pt x="413" y="1383"/>
                </a:lnTo>
                <a:lnTo>
                  <a:pt x="416" y="1396"/>
                </a:lnTo>
                <a:lnTo>
                  <a:pt x="423" y="1407"/>
                </a:lnTo>
                <a:lnTo>
                  <a:pt x="430" y="1416"/>
                </a:lnTo>
                <a:lnTo>
                  <a:pt x="440" y="1424"/>
                </a:lnTo>
                <a:lnTo>
                  <a:pt x="451" y="1430"/>
                </a:lnTo>
                <a:lnTo>
                  <a:pt x="463" y="1433"/>
                </a:lnTo>
                <a:lnTo>
                  <a:pt x="468" y="1434"/>
                </a:lnTo>
                <a:lnTo>
                  <a:pt x="475" y="1435"/>
                </a:lnTo>
                <a:lnTo>
                  <a:pt x="482" y="1434"/>
                </a:lnTo>
                <a:lnTo>
                  <a:pt x="488" y="1433"/>
                </a:lnTo>
                <a:lnTo>
                  <a:pt x="501" y="1430"/>
                </a:lnTo>
                <a:lnTo>
                  <a:pt x="512" y="1424"/>
                </a:lnTo>
                <a:lnTo>
                  <a:pt x="521" y="1416"/>
                </a:lnTo>
                <a:lnTo>
                  <a:pt x="528" y="1407"/>
                </a:lnTo>
                <a:lnTo>
                  <a:pt x="535" y="1396"/>
                </a:lnTo>
                <a:lnTo>
                  <a:pt x="538" y="1383"/>
                </a:lnTo>
                <a:lnTo>
                  <a:pt x="539" y="1378"/>
                </a:lnTo>
                <a:lnTo>
                  <a:pt x="539" y="1371"/>
                </a:lnTo>
                <a:lnTo>
                  <a:pt x="539" y="240"/>
                </a:lnTo>
                <a:lnTo>
                  <a:pt x="681" y="240"/>
                </a:lnTo>
                <a:lnTo>
                  <a:pt x="681" y="1268"/>
                </a:lnTo>
                <a:lnTo>
                  <a:pt x="681" y="1274"/>
                </a:lnTo>
                <a:lnTo>
                  <a:pt x="682" y="1281"/>
                </a:lnTo>
                <a:lnTo>
                  <a:pt x="686" y="1293"/>
                </a:lnTo>
                <a:lnTo>
                  <a:pt x="692" y="1304"/>
                </a:lnTo>
                <a:lnTo>
                  <a:pt x="700" y="1313"/>
                </a:lnTo>
                <a:lnTo>
                  <a:pt x="710" y="1321"/>
                </a:lnTo>
                <a:lnTo>
                  <a:pt x="721" y="1328"/>
                </a:lnTo>
                <a:lnTo>
                  <a:pt x="732" y="1331"/>
                </a:lnTo>
                <a:lnTo>
                  <a:pt x="739" y="1332"/>
                </a:lnTo>
                <a:lnTo>
                  <a:pt x="745" y="1332"/>
                </a:lnTo>
                <a:lnTo>
                  <a:pt x="752" y="1332"/>
                </a:lnTo>
                <a:lnTo>
                  <a:pt x="759" y="1331"/>
                </a:lnTo>
                <a:lnTo>
                  <a:pt x="770" y="1328"/>
                </a:lnTo>
                <a:lnTo>
                  <a:pt x="781" y="1321"/>
                </a:lnTo>
                <a:lnTo>
                  <a:pt x="791" y="1313"/>
                </a:lnTo>
                <a:lnTo>
                  <a:pt x="799" y="1304"/>
                </a:lnTo>
                <a:lnTo>
                  <a:pt x="804" y="1293"/>
                </a:lnTo>
                <a:lnTo>
                  <a:pt x="809" y="1281"/>
                </a:lnTo>
                <a:lnTo>
                  <a:pt x="810" y="1274"/>
                </a:lnTo>
                <a:lnTo>
                  <a:pt x="810" y="1268"/>
                </a:lnTo>
                <a:lnTo>
                  <a:pt x="810" y="240"/>
                </a:lnTo>
                <a:lnTo>
                  <a:pt x="949" y="240"/>
                </a:lnTo>
                <a:lnTo>
                  <a:pt x="949" y="1287"/>
                </a:lnTo>
                <a:close/>
                <a:moveTo>
                  <a:pt x="5368" y="1735"/>
                </a:moveTo>
                <a:lnTo>
                  <a:pt x="5106" y="1735"/>
                </a:lnTo>
                <a:lnTo>
                  <a:pt x="5106" y="430"/>
                </a:lnTo>
                <a:lnTo>
                  <a:pt x="5107" y="391"/>
                </a:lnTo>
                <a:lnTo>
                  <a:pt x="5109" y="355"/>
                </a:lnTo>
                <a:lnTo>
                  <a:pt x="5112" y="320"/>
                </a:lnTo>
                <a:lnTo>
                  <a:pt x="5118" y="289"/>
                </a:lnTo>
                <a:lnTo>
                  <a:pt x="5123" y="258"/>
                </a:lnTo>
                <a:lnTo>
                  <a:pt x="5131" y="231"/>
                </a:lnTo>
                <a:lnTo>
                  <a:pt x="5139" y="205"/>
                </a:lnTo>
                <a:lnTo>
                  <a:pt x="5149" y="181"/>
                </a:lnTo>
                <a:lnTo>
                  <a:pt x="5160" y="159"/>
                </a:lnTo>
                <a:lnTo>
                  <a:pt x="5172" y="140"/>
                </a:lnTo>
                <a:lnTo>
                  <a:pt x="5185" y="121"/>
                </a:lnTo>
                <a:lnTo>
                  <a:pt x="5199" y="105"/>
                </a:lnTo>
                <a:lnTo>
                  <a:pt x="5213" y="90"/>
                </a:lnTo>
                <a:lnTo>
                  <a:pt x="5230" y="77"/>
                </a:lnTo>
                <a:lnTo>
                  <a:pt x="5246" y="65"/>
                </a:lnTo>
                <a:lnTo>
                  <a:pt x="5264" y="54"/>
                </a:lnTo>
                <a:lnTo>
                  <a:pt x="5282" y="44"/>
                </a:lnTo>
                <a:lnTo>
                  <a:pt x="5301" y="36"/>
                </a:lnTo>
                <a:lnTo>
                  <a:pt x="5321" y="29"/>
                </a:lnTo>
                <a:lnTo>
                  <a:pt x="5341" y="22"/>
                </a:lnTo>
                <a:lnTo>
                  <a:pt x="5362" y="17"/>
                </a:lnTo>
                <a:lnTo>
                  <a:pt x="5384" y="13"/>
                </a:lnTo>
                <a:lnTo>
                  <a:pt x="5407" y="9"/>
                </a:lnTo>
                <a:lnTo>
                  <a:pt x="5430" y="7"/>
                </a:lnTo>
                <a:lnTo>
                  <a:pt x="5476" y="3"/>
                </a:lnTo>
                <a:lnTo>
                  <a:pt x="5524" y="1"/>
                </a:lnTo>
                <a:lnTo>
                  <a:pt x="5573" y="0"/>
                </a:lnTo>
                <a:lnTo>
                  <a:pt x="5623" y="0"/>
                </a:lnTo>
                <a:lnTo>
                  <a:pt x="5624" y="1972"/>
                </a:lnTo>
                <a:lnTo>
                  <a:pt x="5368" y="1972"/>
                </a:lnTo>
                <a:lnTo>
                  <a:pt x="5368" y="1735"/>
                </a:lnTo>
                <a:close/>
                <a:moveTo>
                  <a:pt x="4034" y="2075"/>
                </a:moveTo>
                <a:lnTo>
                  <a:pt x="4034" y="2075"/>
                </a:lnTo>
                <a:lnTo>
                  <a:pt x="4034" y="2102"/>
                </a:lnTo>
                <a:lnTo>
                  <a:pt x="4033" y="2131"/>
                </a:lnTo>
                <a:lnTo>
                  <a:pt x="4031" y="2159"/>
                </a:lnTo>
                <a:lnTo>
                  <a:pt x="4029" y="2186"/>
                </a:lnTo>
                <a:lnTo>
                  <a:pt x="4025" y="2213"/>
                </a:lnTo>
                <a:lnTo>
                  <a:pt x="4022" y="2240"/>
                </a:lnTo>
                <a:lnTo>
                  <a:pt x="4018" y="2268"/>
                </a:lnTo>
                <a:lnTo>
                  <a:pt x="4012" y="2295"/>
                </a:lnTo>
                <a:lnTo>
                  <a:pt x="4007" y="2321"/>
                </a:lnTo>
                <a:lnTo>
                  <a:pt x="4000" y="2347"/>
                </a:lnTo>
                <a:lnTo>
                  <a:pt x="3993" y="2373"/>
                </a:lnTo>
                <a:lnTo>
                  <a:pt x="3985" y="2399"/>
                </a:lnTo>
                <a:lnTo>
                  <a:pt x="3976" y="2424"/>
                </a:lnTo>
                <a:lnTo>
                  <a:pt x="3968" y="2450"/>
                </a:lnTo>
                <a:lnTo>
                  <a:pt x="3959" y="2475"/>
                </a:lnTo>
                <a:lnTo>
                  <a:pt x="3948" y="2499"/>
                </a:lnTo>
                <a:lnTo>
                  <a:pt x="3927" y="2548"/>
                </a:lnTo>
                <a:lnTo>
                  <a:pt x="3903" y="2595"/>
                </a:lnTo>
                <a:lnTo>
                  <a:pt x="3877" y="2640"/>
                </a:lnTo>
                <a:lnTo>
                  <a:pt x="3848" y="2685"/>
                </a:lnTo>
                <a:lnTo>
                  <a:pt x="3818" y="2727"/>
                </a:lnTo>
                <a:lnTo>
                  <a:pt x="3785" y="2769"/>
                </a:lnTo>
                <a:lnTo>
                  <a:pt x="3750" y="2808"/>
                </a:lnTo>
                <a:lnTo>
                  <a:pt x="3715" y="2846"/>
                </a:lnTo>
                <a:lnTo>
                  <a:pt x="3677" y="2883"/>
                </a:lnTo>
                <a:lnTo>
                  <a:pt x="3637" y="2916"/>
                </a:lnTo>
                <a:lnTo>
                  <a:pt x="3596" y="2949"/>
                </a:lnTo>
                <a:lnTo>
                  <a:pt x="3553" y="2979"/>
                </a:lnTo>
                <a:lnTo>
                  <a:pt x="3509" y="3008"/>
                </a:lnTo>
                <a:lnTo>
                  <a:pt x="3464" y="3034"/>
                </a:lnTo>
                <a:lnTo>
                  <a:pt x="3416" y="3058"/>
                </a:lnTo>
                <a:lnTo>
                  <a:pt x="3368" y="3079"/>
                </a:lnTo>
                <a:lnTo>
                  <a:pt x="3343" y="3090"/>
                </a:lnTo>
                <a:lnTo>
                  <a:pt x="3318" y="3099"/>
                </a:lnTo>
                <a:lnTo>
                  <a:pt x="3293" y="3109"/>
                </a:lnTo>
                <a:lnTo>
                  <a:pt x="3268" y="3116"/>
                </a:lnTo>
                <a:lnTo>
                  <a:pt x="3242" y="3124"/>
                </a:lnTo>
                <a:lnTo>
                  <a:pt x="3216" y="3132"/>
                </a:lnTo>
                <a:lnTo>
                  <a:pt x="3190" y="3138"/>
                </a:lnTo>
                <a:lnTo>
                  <a:pt x="3162" y="3144"/>
                </a:lnTo>
                <a:lnTo>
                  <a:pt x="3136" y="3149"/>
                </a:lnTo>
                <a:lnTo>
                  <a:pt x="3109" y="3153"/>
                </a:lnTo>
                <a:lnTo>
                  <a:pt x="3082" y="3157"/>
                </a:lnTo>
                <a:lnTo>
                  <a:pt x="3055" y="3160"/>
                </a:lnTo>
                <a:lnTo>
                  <a:pt x="3027" y="3162"/>
                </a:lnTo>
                <a:lnTo>
                  <a:pt x="2999" y="3164"/>
                </a:lnTo>
                <a:lnTo>
                  <a:pt x="2971" y="3165"/>
                </a:lnTo>
                <a:lnTo>
                  <a:pt x="2943" y="3165"/>
                </a:lnTo>
                <a:lnTo>
                  <a:pt x="2915" y="3165"/>
                </a:lnTo>
                <a:lnTo>
                  <a:pt x="2888" y="3164"/>
                </a:lnTo>
                <a:lnTo>
                  <a:pt x="2859" y="3162"/>
                </a:lnTo>
                <a:lnTo>
                  <a:pt x="2832" y="3160"/>
                </a:lnTo>
                <a:lnTo>
                  <a:pt x="2804" y="3157"/>
                </a:lnTo>
                <a:lnTo>
                  <a:pt x="2777" y="3153"/>
                </a:lnTo>
                <a:lnTo>
                  <a:pt x="2750" y="3149"/>
                </a:lnTo>
                <a:lnTo>
                  <a:pt x="2723" y="3144"/>
                </a:lnTo>
                <a:lnTo>
                  <a:pt x="2696" y="3138"/>
                </a:lnTo>
                <a:lnTo>
                  <a:pt x="2670" y="3132"/>
                </a:lnTo>
                <a:lnTo>
                  <a:pt x="2644" y="3124"/>
                </a:lnTo>
                <a:lnTo>
                  <a:pt x="2619" y="3116"/>
                </a:lnTo>
                <a:lnTo>
                  <a:pt x="2593" y="3109"/>
                </a:lnTo>
                <a:lnTo>
                  <a:pt x="2568" y="3099"/>
                </a:lnTo>
                <a:lnTo>
                  <a:pt x="2543" y="3090"/>
                </a:lnTo>
                <a:lnTo>
                  <a:pt x="2518" y="3079"/>
                </a:lnTo>
                <a:lnTo>
                  <a:pt x="2470" y="3058"/>
                </a:lnTo>
                <a:lnTo>
                  <a:pt x="2423" y="3034"/>
                </a:lnTo>
                <a:lnTo>
                  <a:pt x="2378" y="3008"/>
                </a:lnTo>
                <a:lnTo>
                  <a:pt x="2333" y="2979"/>
                </a:lnTo>
                <a:lnTo>
                  <a:pt x="2291" y="2949"/>
                </a:lnTo>
                <a:lnTo>
                  <a:pt x="2250" y="2916"/>
                </a:lnTo>
                <a:lnTo>
                  <a:pt x="2209" y="2883"/>
                </a:lnTo>
                <a:lnTo>
                  <a:pt x="2171" y="2846"/>
                </a:lnTo>
                <a:lnTo>
                  <a:pt x="2135" y="2808"/>
                </a:lnTo>
                <a:lnTo>
                  <a:pt x="2102" y="2769"/>
                </a:lnTo>
                <a:lnTo>
                  <a:pt x="2069" y="2727"/>
                </a:lnTo>
                <a:lnTo>
                  <a:pt x="2039" y="2685"/>
                </a:lnTo>
                <a:lnTo>
                  <a:pt x="2011" y="2640"/>
                </a:lnTo>
                <a:lnTo>
                  <a:pt x="1984" y="2595"/>
                </a:lnTo>
                <a:lnTo>
                  <a:pt x="1959" y="2548"/>
                </a:lnTo>
                <a:lnTo>
                  <a:pt x="1938" y="2499"/>
                </a:lnTo>
                <a:lnTo>
                  <a:pt x="1928" y="2475"/>
                </a:lnTo>
                <a:lnTo>
                  <a:pt x="1918" y="2450"/>
                </a:lnTo>
                <a:lnTo>
                  <a:pt x="1909" y="2424"/>
                </a:lnTo>
                <a:lnTo>
                  <a:pt x="1902" y="2399"/>
                </a:lnTo>
                <a:lnTo>
                  <a:pt x="1894" y="2373"/>
                </a:lnTo>
                <a:lnTo>
                  <a:pt x="1887" y="2347"/>
                </a:lnTo>
                <a:lnTo>
                  <a:pt x="1880" y="2321"/>
                </a:lnTo>
                <a:lnTo>
                  <a:pt x="1875" y="2295"/>
                </a:lnTo>
                <a:lnTo>
                  <a:pt x="1869" y="2268"/>
                </a:lnTo>
                <a:lnTo>
                  <a:pt x="1865" y="2240"/>
                </a:lnTo>
                <a:lnTo>
                  <a:pt x="1862" y="2213"/>
                </a:lnTo>
                <a:lnTo>
                  <a:pt x="1858" y="2186"/>
                </a:lnTo>
                <a:lnTo>
                  <a:pt x="1855" y="2159"/>
                </a:lnTo>
                <a:lnTo>
                  <a:pt x="1854" y="2131"/>
                </a:lnTo>
                <a:lnTo>
                  <a:pt x="1853" y="2102"/>
                </a:lnTo>
                <a:lnTo>
                  <a:pt x="1852" y="2075"/>
                </a:lnTo>
                <a:lnTo>
                  <a:pt x="1853" y="2047"/>
                </a:lnTo>
                <a:lnTo>
                  <a:pt x="1854" y="2019"/>
                </a:lnTo>
                <a:lnTo>
                  <a:pt x="1855" y="1991"/>
                </a:lnTo>
                <a:lnTo>
                  <a:pt x="1858" y="1963"/>
                </a:lnTo>
                <a:lnTo>
                  <a:pt x="1862" y="1936"/>
                </a:lnTo>
                <a:lnTo>
                  <a:pt x="1865" y="1909"/>
                </a:lnTo>
                <a:lnTo>
                  <a:pt x="1869" y="1882"/>
                </a:lnTo>
                <a:lnTo>
                  <a:pt x="1875" y="1855"/>
                </a:lnTo>
                <a:lnTo>
                  <a:pt x="1880" y="1829"/>
                </a:lnTo>
                <a:lnTo>
                  <a:pt x="1887" y="1802"/>
                </a:lnTo>
                <a:lnTo>
                  <a:pt x="1894" y="1776"/>
                </a:lnTo>
                <a:lnTo>
                  <a:pt x="1902" y="1750"/>
                </a:lnTo>
                <a:lnTo>
                  <a:pt x="1909" y="1725"/>
                </a:lnTo>
                <a:lnTo>
                  <a:pt x="1918" y="1699"/>
                </a:lnTo>
                <a:lnTo>
                  <a:pt x="1928" y="1675"/>
                </a:lnTo>
                <a:lnTo>
                  <a:pt x="1938" y="1650"/>
                </a:lnTo>
                <a:lnTo>
                  <a:pt x="1959" y="1601"/>
                </a:lnTo>
                <a:lnTo>
                  <a:pt x="1984" y="1555"/>
                </a:lnTo>
                <a:lnTo>
                  <a:pt x="2011" y="1509"/>
                </a:lnTo>
                <a:lnTo>
                  <a:pt x="2039" y="1464"/>
                </a:lnTo>
                <a:lnTo>
                  <a:pt x="2069" y="1422"/>
                </a:lnTo>
                <a:lnTo>
                  <a:pt x="2102" y="1381"/>
                </a:lnTo>
                <a:lnTo>
                  <a:pt x="2135" y="1342"/>
                </a:lnTo>
                <a:lnTo>
                  <a:pt x="2171" y="1304"/>
                </a:lnTo>
                <a:lnTo>
                  <a:pt x="2209" y="1268"/>
                </a:lnTo>
                <a:lnTo>
                  <a:pt x="2250" y="1233"/>
                </a:lnTo>
                <a:lnTo>
                  <a:pt x="2291" y="1200"/>
                </a:lnTo>
                <a:lnTo>
                  <a:pt x="2333" y="1170"/>
                </a:lnTo>
                <a:lnTo>
                  <a:pt x="2378" y="1142"/>
                </a:lnTo>
                <a:lnTo>
                  <a:pt x="2423" y="1116"/>
                </a:lnTo>
                <a:lnTo>
                  <a:pt x="2470" y="1092"/>
                </a:lnTo>
                <a:lnTo>
                  <a:pt x="2518" y="1070"/>
                </a:lnTo>
                <a:lnTo>
                  <a:pt x="2543" y="1059"/>
                </a:lnTo>
                <a:lnTo>
                  <a:pt x="2568" y="1050"/>
                </a:lnTo>
                <a:lnTo>
                  <a:pt x="2593" y="1042"/>
                </a:lnTo>
                <a:lnTo>
                  <a:pt x="2619" y="1033"/>
                </a:lnTo>
                <a:lnTo>
                  <a:pt x="2644" y="1025"/>
                </a:lnTo>
                <a:lnTo>
                  <a:pt x="2670" y="1018"/>
                </a:lnTo>
                <a:lnTo>
                  <a:pt x="2696" y="1012"/>
                </a:lnTo>
                <a:lnTo>
                  <a:pt x="2723" y="1006"/>
                </a:lnTo>
                <a:lnTo>
                  <a:pt x="2750" y="1002"/>
                </a:lnTo>
                <a:lnTo>
                  <a:pt x="2777" y="996"/>
                </a:lnTo>
                <a:lnTo>
                  <a:pt x="2804" y="993"/>
                </a:lnTo>
                <a:lnTo>
                  <a:pt x="2832" y="990"/>
                </a:lnTo>
                <a:lnTo>
                  <a:pt x="2859" y="987"/>
                </a:lnTo>
                <a:lnTo>
                  <a:pt x="2888" y="985"/>
                </a:lnTo>
                <a:lnTo>
                  <a:pt x="2915" y="984"/>
                </a:lnTo>
                <a:lnTo>
                  <a:pt x="2943" y="984"/>
                </a:lnTo>
                <a:lnTo>
                  <a:pt x="2971" y="984"/>
                </a:lnTo>
                <a:lnTo>
                  <a:pt x="2999" y="985"/>
                </a:lnTo>
                <a:lnTo>
                  <a:pt x="3027" y="987"/>
                </a:lnTo>
                <a:lnTo>
                  <a:pt x="3055" y="990"/>
                </a:lnTo>
                <a:lnTo>
                  <a:pt x="3082" y="993"/>
                </a:lnTo>
                <a:lnTo>
                  <a:pt x="3109" y="996"/>
                </a:lnTo>
                <a:lnTo>
                  <a:pt x="3136" y="1002"/>
                </a:lnTo>
                <a:lnTo>
                  <a:pt x="3162" y="1006"/>
                </a:lnTo>
                <a:lnTo>
                  <a:pt x="3190" y="1012"/>
                </a:lnTo>
                <a:lnTo>
                  <a:pt x="3216" y="1018"/>
                </a:lnTo>
                <a:lnTo>
                  <a:pt x="3242" y="1025"/>
                </a:lnTo>
                <a:lnTo>
                  <a:pt x="3268" y="1033"/>
                </a:lnTo>
                <a:lnTo>
                  <a:pt x="3293" y="1042"/>
                </a:lnTo>
                <a:lnTo>
                  <a:pt x="3318" y="1050"/>
                </a:lnTo>
                <a:lnTo>
                  <a:pt x="3343" y="1059"/>
                </a:lnTo>
                <a:lnTo>
                  <a:pt x="3368" y="1070"/>
                </a:lnTo>
                <a:lnTo>
                  <a:pt x="3416" y="1092"/>
                </a:lnTo>
                <a:lnTo>
                  <a:pt x="3464" y="1116"/>
                </a:lnTo>
                <a:lnTo>
                  <a:pt x="3509" y="1142"/>
                </a:lnTo>
                <a:lnTo>
                  <a:pt x="3553" y="1170"/>
                </a:lnTo>
                <a:lnTo>
                  <a:pt x="3596" y="1200"/>
                </a:lnTo>
                <a:lnTo>
                  <a:pt x="3637" y="1233"/>
                </a:lnTo>
                <a:lnTo>
                  <a:pt x="3677" y="1268"/>
                </a:lnTo>
                <a:lnTo>
                  <a:pt x="3715" y="1304"/>
                </a:lnTo>
                <a:lnTo>
                  <a:pt x="3750" y="1342"/>
                </a:lnTo>
                <a:lnTo>
                  <a:pt x="3785" y="1381"/>
                </a:lnTo>
                <a:lnTo>
                  <a:pt x="3818" y="1422"/>
                </a:lnTo>
                <a:lnTo>
                  <a:pt x="3848" y="1464"/>
                </a:lnTo>
                <a:lnTo>
                  <a:pt x="3877" y="1509"/>
                </a:lnTo>
                <a:lnTo>
                  <a:pt x="3903" y="1555"/>
                </a:lnTo>
                <a:lnTo>
                  <a:pt x="3927" y="1601"/>
                </a:lnTo>
                <a:lnTo>
                  <a:pt x="3948" y="1650"/>
                </a:lnTo>
                <a:lnTo>
                  <a:pt x="3959" y="1675"/>
                </a:lnTo>
                <a:lnTo>
                  <a:pt x="3968" y="1699"/>
                </a:lnTo>
                <a:lnTo>
                  <a:pt x="3976" y="1725"/>
                </a:lnTo>
                <a:lnTo>
                  <a:pt x="3985" y="1750"/>
                </a:lnTo>
                <a:lnTo>
                  <a:pt x="3993" y="1776"/>
                </a:lnTo>
                <a:lnTo>
                  <a:pt x="4000" y="1802"/>
                </a:lnTo>
                <a:lnTo>
                  <a:pt x="4007" y="1829"/>
                </a:lnTo>
                <a:lnTo>
                  <a:pt x="4012" y="1855"/>
                </a:lnTo>
                <a:lnTo>
                  <a:pt x="4018" y="1882"/>
                </a:lnTo>
                <a:lnTo>
                  <a:pt x="4022" y="1909"/>
                </a:lnTo>
                <a:lnTo>
                  <a:pt x="4025" y="1936"/>
                </a:lnTo>
                <a:lnTo>
                  <a:pt x="4029" y="1963"/>
                </a:lnTo>
                <a:lnTo>
                  <a:pt x="4031" y="1991"/>
                </a:lnTo>
                <a:lnTo>
                  <a:pt x="4033" y="2019"/>
                </a:lnTo>
                <a:lnTo>
                  <a:pt x="4034" y="2047"/>
                </a:lnTo>
                <a:lnTo>
                  <a:pt x="4034" y="2075"/>
                </a:lnTo>
                <a:close/>
                <a:moveTo>
                  <a:pt x="339" y="2184"/>
                </a:moveTo>
                <a:lnTo>
                  <a:pt x="339" y="2184"/>
                </a:lnTo>
                <a:lnTo>
                  <a:pt x="328" y="2197"/>
                </a:lnTo>
                <a:lnTo>
                  <a:pt x="318" y="2210"/>
                </a:lnTo>
                <a:lnTo>
                  <a:pt x="310" y="2225"/>
                </a:lnTo>
                <a:lnTo>
                  <a:pt x="303" y="2240"/>
                </a:lnTo>
                <a:lnTo>
                  <a:pt x="297" y="2257"/>
                </a:lnTo>
                <a:lnTo>
                  <a:pt x="292" y="2273"/>
                </a:lnTo>
                <a:lnTo>
                  <a:pt x="290" y="2290"/>
                </a:lnTo>
                <a:lnTo>
                  <a:pt x="289" y="2309"/>
                </a:lnTo>
                <a:lnTo>
                  <a:pt x="289" y="4150"/>
                </a:lnTo>
                <a:lnTo>
                  <a:pt x="290" y="4168"/>
                </a:lnTo>
                <a:lnTo>
                  <a:pt x="293" y="4187"/>
                </a:lnTo>
                <a:lnTo>
                  <a:pt x="298" y="4204"/>
                </a:lnTo>
                <a:lnTo>
                  <a:pt x="304" y="4222"/>
                </a:lnTo>
                <a:lnTo>
                  <a:pt x="312" y="4238"/>
                </a:lnTo>
                <a:lnTo>
                  <a:pt x="321" y="4253"/>
                </a:lnTo>
                <a:lnTo>
                  <a:pt x="331" y="4267"/>
                </a:lnTo>
                <a:lnTo>
                  <a:pt x="343" y="4280"/>
                </a:lnTo>
                <a:lnTo>
                  <a:pt x="356" y="4292"/>
                </a:lnTo>
                <a:lnTo>
                  <a:pt x="371" y="4303"/>
                </a:lnTo>
                <a:lnTo>
                  <a:pt x="387" y="4313"/>
                </a:lnTo>
                <a:lnTo>
                  <a:pt x="402" y="4321"/>
                </a:lnTo>
                <a:lnTo>
                  <a:pt x="419" y="4327"/>
                </a:lnTo>
                <a:lnTo>
                  <a:pt x="437" y="4331"/>
                </a:lnTo>
                <a:lnTo>
                  <a:pt x="455" y="4334"/>
                </a:lnTo>
                <a:lnTo>
                  <a:pt x="475" y="4335"/>
                </a:lnTo>
                <a:lnTo>
                  <a:pt x="493" y="4334"/>
                </a:lnTo>
                <a:lnTo>
                  <a:pt x="512" y="4331"/>
                </a:lnTo>
                <a:lnTo>
                  <a:pt x="530" y="4327"/>
                </a:lnTo>
                <a:lnTo>
                  <a:pt x="547" y="4321"/>
                </a:lnTo>
                <a:lnTo>
                  <a:pt x="563" y="4313"/>
                </a:lnTo>
                <a:lnTo>
                  <a:pt x="578" y="4303"/>
                </a:lnTo>
                <a:lnTo>
                  <a:pt x="592" y="4292"/>
                </a:lnTo>
                <a:lnTo>
                  <a:pt x="606" y="4280"/>
                </a:lnTo>
                <a:lnTo>
                  <a:pt x="618" y="4267"/>
                </a:lnTo>
                <a:lnTo>
                  <a:pt x="628" y="4253"/>
                </a:lnTo>
                <a:lnTo>
                  <a:pt x="638" y="4238"/>
                </a:lnTo>
                <a:lnTo>
                  <a:pt x="646" y="4222"/>
                </a:lnTo>
                <a:lnTo>
                  <a:pt x="652" y="4204"/>
                </a:lnTo>
                <a:lnTo>
                  <a:pt x="656" y="4187"/>
                </a:lnTo>
                <a:lnTo>
                  <a:pt x="660" y="4168"/>
                </a:lnTo>
                <a:lnTo>
                  <a:pt x="661" y="4150"/>
                </a:lnTo>
                <a:lnTo>
                  <a:pt x="661" y="2309"/>
                </a:lnTo>
                <a:lnTo>
                  <a:pt x="660" y="2290"/>
                </a:lnTo>
                <a:lnTo>
                  <a:pt x="656" y="2273"/>
                </a:lnTo>
                <a:lnTo>
                  <a:pt x="652" y="2257"/>
                </a:lnTo>
                <a:lnTo>
                  <a:pt x="647" y="2240"/>
                </a:lnTo>
                <a:lnTo>
                  <a:pt x="639" y="2225"/>
                </a:lnTo>
                <a:lnTo>
                  <a:pt x="630" y="2210"/>
                </a:lnTo>
                <a:lnTo>
                  <a:pt x="621" y="2197"/>
                </a:lnTo>
                <a:lnTo>
                  <a:pt x="610" y="2184"/>
                </a:lnTo>
                <a:lnTo>
                  <a:pt x="339" y="2184"/>
                </a:lnTo>
                <a:close/>
                <a:moveTo>
                  <a:pt x="5673" y="2284"/>
                </a:moveTo>
                <a:lnTo>
                  <a:pt x="5673" y="2284"/>
                </a:lnTo>
                <a:lnTo>
                  <a:pt x="5670" y="2271"/>
                </a:lnTo>
                <a:lnTo>
                  <a:pt x="5666" y="2258"/>
                </a:lnTo>
                <a:lnTo>
                  <a:pt x="5662" y="2245"/>
                </a:lnTo>
                <a:lnTo>
                  <a:pt x="5657" y="2233"/>
                </a:lnTo>
                <a:lnTo>
                  <a:pt x="5650" y="2221"/>
                </a:lnTo>
                <a:lnTo>
                  <a:pt x="5643" y="2210"/>
                </a:lnTo>
                <a:lnTo>
                  <a:pt x="5635" y="2200"/>
                </a:lnTo>
                <a:lnTo>
                  <a:pt x="5626" y="2189"/>
                </a:lnTo>
                <a:lnTo>
                  <a:pt x="5365" y="2189"/>
                </a:lnTo>
                <a:lnTo>
                  <a:pt x="5355" y="2202"/>
                </a:lnTo>
                <a:lnTo>
                  <a:pt x="5346" y="2215"/>
                </a:lnTo>
                <a:lnTo>
                  <a:pt x="5337" y="2230"/>
                </a:lnTo>
                <a:lnTo>
                  <a:pt x="5330" y="2245"/>
                </a:lnTo>
                <a:lnTo>
                  <a:pt x="5324" y="2261"/>
                </a:lnTo>
                <a:lnTo>
                  <a:pt x="5320" y="2277"/>
                </a:lnTo>
                <a:lnTo>
                  <a:pt x="5318" y="2294"/>
                </a:lnTo>
                <a:lnTo>
                  <a:pt x="5316" y="2312"/>
                </a:lnTo>
                <a:lnTo>
                  <a:pt x="5316" y="2335"/>
                </a:lnTo>
                <a:lnTo>
                  <a:pt x="5315" y="2344"/>
                </a:lnTo>
                <a:lnTo>
                  <a:pt x="5315" y="2352"/>
                </a:lnTo>
                <a:lnTo>
                  <a:pt x="5315" y="4150"/>
                </a:lnTo>
                <a:lnTo>
                  <a:pt x="5316" y="4168"/>
                </a:lnTo>
                <a:lnTo>
                  <a:pt x="5319" y="4187"/>
                </a:lnTo>
                <a:lnTo>
                  <a:pt x="5323" y="4204"/>
                </a:lnTo>
                <a:lnTo>
                  <a:pt x="5330" y="4222"/>
                </a:lnTo>
                <a:lnTo>
                  <a:pt x="5337" y="4238"/>
                </a:lnTo>
                <a:lnTo>
                  <a:pt x="5347" y="4253"/>
                </a:lnTo>
                <a:lnTo>
                  <a:pt x="5358" y="4267"/>
                </a:lnTo>
                <a:lnTo>
                  <a:pt x="5370" y="4280"/>
                </a:lnTo>
                <a:lnTo>
                  <a:pt x="5383" y="4292"/>
                </a:lnTo>
                <a:lnTo>
                  <a:pt x="5397" y="4303"/>
                </a:lnTo>
                <a:lnTo>
                  <a:pt x="5412" y="4313"/>
                </a:lnTo>
                <a:lnTo>
                  <a:pt x="5428" y="4321"/>
                </a:lnTo>
                <a:lnTo>
                  <a:pt x="5446" y="4327"/>
                </a:lnTo>
                <a:lnTo>
                  <a:pt x="5463" y="4331"/>
                </a:lnTo>
                <a:lnTo>
                  <a:pt x="5482" y="4334"/>
                </a:lnTo>
                <a:lnTo>
                  <a:pt x="5500" y="4335"/>
                </a:lnTo>
                <a:lnTo>
                  <a:pt x="5520" y="4334"/>
                </a:lnTo>
                <a:lnTo>
                  <a:pt x="5538" y="4331"/>
                </a:lnTo>
                <a:lnTo>
                  <a:pt x="5556" y="4327"/>
                </a:lnTo>
                <a:lnTo>
                  <a:pt x="5573" y="4321"/>
                </a:lnTo>
                <a:lnTo>
                  <a:pt x="5589" y="4313"/>
                </a:lnTo>
                <a:lnTo>
                  <a:pt x="5604" y="4303"/>
                </a:lnTo>
                <a:lnTo>
                  <a:pt x="5619" y="4292"/>
                </a:lnTo>
                <a:lnTo>
                  <a:pt x="5632" y="4280"/>
                </a:lnTo>
                <a:lnTo>
                  <a:pt x="5644" y="4267"/>
                </a:lnTo>
                <a:lnTo>
                  <a:pt x="5654" y="4253"/>
                </a:lnTo>
                <a:lnTo>
                  <a:pt x="5663" y="4238"/>
                </a:lnTo>
                <a:lnTo>
                  <a:pt x="5672" y="4222"/>
                </a:lnTo>
                <a:lnTo>
                  <a:pt x="5677" y="4204"/>
                </a:lnTo>
                <a:lnTo>
                  <a:pt x="5683" y="4187"/>
                </a:lnTo>
                <a:lnTo>
                  <a:pt x="5685" y="4168"/>
                </a:lnTo>
                <a:lnTo>
                  <a:pt x="5686" y="4150"/>
                </a:lnTo>
                <a:lnTo>
                  <a:pt x="5686" y="2352"/>
                </a:lnTo>
                <a:lnTo>
                  <a:pt x="5685" y="2334"/>
                </a:lnTo>
                <a:lnTo>
                  <a:pt x="5683" y="2317"/>
                </a:lnTo>
                <a:lnTo>
                  <a:pt x="5678" y="2300"/>
                </a:lnTo>
                <a:lnTo>
                  <a:pt x="5673" y="22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KSO_Shape">
            <a:extLst>
              <a:ext uri="{FF2B5EF4-FFF2-40B4-BE49-F238E27FC236}">
                <a16:creationId xmlns:a16="http://schemas.microsoft.com/office/drawing/2014/main" id="{706C47DA-DA1C-4848-B796-EF4DF158CE80}"/>
              </a:ext>
            </a:extLst>
          </p:cNvPr>
          <p:cNvSpPr>
            <a:spLocks/>
          </p:cNvSpPr>
          <p:nvPr/>
        </p:nvSpPr>
        <p:spPr bwMode="auto">
          <a:xfrm>
            <a:off x="4226328" y="631142"/>
            <a:ext cx="630573" cy="701937"/>
          </a:xfrm>
          <a:custGeom>
            <a:avLst/>
            <a:gdLst>
              <a:gd name="T0" fmla="*/ 100227098 w 5847"/>
              <a:gd name="T1" fmla="*/ 2147483646 h 6509"/>
              <a:gd name="T2" fmla="*/ 1002184057 w 5847"/>
              <a:gd name="T3" fmla="*/ 2147483646 h 6509"/>
              <a:gd name="T4" fmla="*/ 2147483646 w 5847"/>
              <a:gd name="T5" fmla="*/ 2147483646 h 6509"/>
              <a:gd name="T6" fmla="*/ 2147483646 w 5847"/>
              <a:gd name="T7" fmla="*/ 2147483646 h 6509"/>
              <a:gd name="T8" fmla="*/ 2147483646 w 5847"/>
              <a:gd name="T9" fmla="*/ 2147483646 h 6509"/>
              <a:gd name="T10" fmla="*/ 2147483646 w 5847"/>
              <a:gd name="T11" fmla="*/ 2147483646 h 6509"/>
              <a:gd name="T12" fmla="*/ 2147483646 w 5847"/>
              <a:gd name="T13" fmla="*/ 2147483646 h 6509"/>
              <a:gd name="T14" fmla="*/ 2147483646 w 5847"/>
              <a:gd name="T15" fmla="*/ 2147483646 h 6509"/>
              <a:gd name="T16" fmla="*/ 2147483646 w 5847"/>
              <a:gd name="T17" fmla="*/ 2147483646 h 6509"/>
              <a:gd name="T18" fmla="*/ 2147483646 w 5847"/>
              <a:gd name="T19" fmla="*/ 2147483646 h 6509"/>
              <a:gd name="T20" fmla="*/ 2147483646 w 5847"/>
              <a:gd name="T21" fmla="*/ 2147483646 h 6509"/>
              <a:gd name="T22" fmla="*/ 2147483646 w 5847"/>
              <a:gd name="T23" fmla="*/ 2147483646 h 6509"/>
              <a:gd name="T24" fmla="*/ 2147483646 w 5847"/>
              <a:gd name="T25" fmla="*/ 2147483646 h 6509"/>
              <a:gd name="T26" fmla="*/ 2147483646 w 5847"/>
              <a:gd name="T27" fmla="*/ 2147483646 h 6509"/>
              <a:gd name="T28" fmla="*/ 2147483646 w 5847"/>
              <a:gd name="T29" fmla="*/ 2147483646 h 6509"/>
              <a:gd name="T30" fmla="*/ 2147483646 w 5847"/>
              <a:gd name="T31" fmla="*/ 2147483646 h 6509"/>
              <a:gd name="T32" fmla="*/ 2147483646 w 5847"/>
              <a:gd name="T33" fmla="*/ 2147483646 h 6509"/>
              <a:gd name="T34" fmla="*/ 2147483646 w 5847"/>
              <a:gd name="T35" fmla="*/ 2147483646 h 6509"/>
              <a:gd name="T36" fmla="*/ 2147483646 w 5847"/>
              <a:gd name="T37" fmla="*/ 2147483646 h 6509"/>
              <a:gd name="T38" fmla="*/ 2147483646 w 5847"/>
              <a:gd name="T39" fmla="*/ 2147483646 h 6509"/>
              <a:gd name="T40" fmla="*/ 2147483646 w 5847"/>
              <a:gd name="T41" fmla="*/ 2147483646 h 6509"/>
              <a:gd name="T42" fmla="*/ 2147483646 w 5847"/>
              <a:gd name="T43" fmla="*/ 2147483646 h 6509"/>
              <a:gd name="T44" fmla="*/ 2147483646 w 5847"/>
              <a:gd name="T45" fmla="*/ 2147483646 h 6509"/>
              <a:gd name="T46" fmla="*/ 2147483646 w 5847"/>
              <a:gd name="T47" fmla="*/ 2147483646 h 6509"/>
              <a:gd name="T48" fmla="*/ 2147483646 w 5847"/>
              <a:gd name="T49" fmla="*/ 2147483646 h 6509"/>
              <a:gd name="T50" fmla="*/ 2147483646 w 5847"/>
              <a:gd name="T51" fmla="*/ 2147483646 h 6509"/>
              <a:gd name="T52" fmla="*/ 2147483646 w 5847"/>
              <a:gd name="T53" fmla="*/ 2147483646 h 6509"/>
              <a:gd name="T54" fmla="*/ 2147483646 w 5847"/>
              <a:gd name="T55" fmla="*/ 2147483646 h 6509"/>
              <a:gd name="T56" fmla="*/ 2147483646 w 5847"/>
              <a:gd name="T57" fmla="*/ 2147483646 h 6509"/>
              <a:gd name="T58" fmla="*/ 2147483646 w 5847"/>
              <a:gd name="T59" fmla="*/ 2147483646 h 6509"/>
              <a:gd name="T60" fmla="*/ 2147483646 w 5847"/>
              <a:gd name="T61" fmla="*/ 2147483646 h 6509"/>
              <a:gd name="T62" fmla="*/ 2147483646 w 5847"/>
              <a:gd name="T63" fmla="*/ 2147483646 h 6509"/>
              <a:gd name="T64" fmla="*/ 2147483646 w 5847"/>
              <a:gd name="T65" fmla="*/ 2147483646 h 6509"/>
              <a:gd name="T66" fmla="*/ 2147483646 w 5847"/>
              <a:gd name="T67" fmla="*/ 2147483646 h 6509"/>
              <a:gd name="T68" fmla="*/ 2147483646 w 5847"/>
              <a:gd name="T69" fmla="*/ 2147483646 h 6509"/>
              <a:gd name="T70" fmla="*/ 2147483646 w 5847"/>
              <a:gd name="T71" fmla="*/ 2147483646 h 6509"/>
              <a:gd name="T72" fmla="*/ 2147483646 w 5847"/>
              <a:gd name="T73" fmla="*/ 2147483646 h 6509"/>
              <a:gd name="T74" fmla="*/ 2147483646 w 5847"/>
              <a:gd name="T75" fmla="*/ 2147483646 h 6509"/>
              <a:gd name="T76" fmla="*/ 2147483646 w 5847"/>
              <a:gd name="T77" fmla="*/ 2147483646 h 6509"/>
              <a:gd name="T78" fmla="*/ 2147483646 w 5847"/>
              <a:gd name="T79" fmla="*/ 2147483646 h 6509"/>
              <a:gd name="T80" fmla="*/ 2147483646 w 5847"/>
              <a:gd name="T81" fmla="*/ 2147483646 h 6509"/>
              <a:gd name="T82" fmla="*/ 2147483646 w 5847"/>
              <a:gd name="T83" fmla="*/ 2147483646 h 6509"/>
              <a:gd name="T84" fmla="*/ 2147483646 w 5847"/>
              <a:gd name="T85" fmla="*/ 2147483646 h 6509"/>
              <a:gd name="T86" fmla="*/ 2147483646 w 5847"/>
              <a:gd name="T87" fmla="*/ 2147483646 h 6509"/>
              <a:gd name="T88" fmla="*/ 2147483646 w 5847"/>
              <a:gd name="T89" fmla="*/ 2147483646 h 6509"/>
              <a:gd name="T90" fmla="*/ 2147483646 w 5847"/>
              <a:gd name="T91" fmla="*/ 2147483646 h 6509"/>
              <a:gd name="T92" fmla="*/ 2147483646 w 5847"/>
              <a:gd name="T93" fmla="*/ 2147483646 h 6509"/>
              <a:gd name="T94" fmla="*/ 2147483646 w 5847"/>
              <a:gd name="T95" fmla="*/ 2147483646 h 6509"/>
              <a:gd name="T96" fmla="*/ 2147483646 w 5847"/>
              <a:gd name="T97" fmla="*/ 501348646 h 6509"/>
              <a:gd name="T98" fmla="*/ 2147483646 w 5847"/>
              <a:gd name="T99" fmla="*/ 2147483646 h 6509"/>
              <a:gd name="T100" fmla="*/ 2147483646 w 5847"/>
              <a:gd name="T101" fmla="*/ 2147483646 h 6509"/>
              <a:gd name="T102" fmla="*/ 2147483646 w 5847"/>
              <a:gd name="T103" fmla="*/ 2147483646 h 6509"/>
              <a:gd name="T104" fmla="*/ 2147483646 w 5847"/>
              <a:gd name="T105" fmla="*/ 2147483646 h 6509"/>
              <a:gd name="T106" fmla="*/ 2147483646 w 5847"/>
              <a:gd name="T107" fmla="*/ 2147483646 h 6509"/>
              <a:gd name="T108" fmla="*/ 2147483646 w 5847"/>
              <a:gd name="T109" fmla="*/ 2147483646 h 6509"/>
              <a:gd name="T110" fmla="*/ 2147483646 w 5847"/>
              <a:gd name="T111" fmla="*/ 2147483646 h 6509"/>
              <a:gd name="T112" fmla="*/ 2147483646 w 5847"/>
              <a:gd name="T113" fmla="*/ 2147483646 h 650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847" h="6509">
                <a:moveTo>
                  <a:pt x="127" y="1315"/>
                </a:moveTo>
                <a:lnTo>
                  <a:pt x="54" y="1428"/>
                </a:lnTo>
                <a:lnTo>
                  <a:pt x="43" y="1447"/>
                </a:lnTo>
                <a:lnTo>
                  <a:pt x="33" y="1466"/>
                </a:lnTo>
                <a:lnTo>
                  <a:pt x="23" y="1488"/>
                </a:lnTo>
                <a:lnTo>
                  <a:pt x="15" y="1511"/>
                </a:lnTo>
                <a:lnTo>
                  <a:pt x="9" y="1534"/>
                </a:lnTo>
                <a:lnTo>
                  <a:pt x="4" y="1560"/>
                </a:lnTo>
                <a:lnTo>
                  <a:pt x="1" y="1586"/>
                </a:lnTo>
                <a:lnTo>
                  <a:pt x="0" y="1613"/>
                </a:lnTo>
                <a:lnTo>
                  <a:pt x="1" y="1641"/>
                </a:lnTo>
                <a:lnTo>
                  <a:pt x="5" y="1669"/>
                </a:lnTo>
                <a:lnTo>
                  <a:pt x="11" y="1697"/>
                </a:lnTo>
                <a:lnTo>
                  <a:pt x="18" y="1727"/>
                </a:lnTo>
                <a:lnTo>
                  <a:pt x="28" y="1755"/>
                </a:lnTo>
                <a:lnTo>
                  <a:pt x="40" y="1784"/>
                </a:lnTo>
                <a:lnTo>
                  <a:pt x="54" y="1813"/>
                </a:lnTo>
                <a:lnTo>
                  <a:pt x="70" y="1843"/>
                </a:lnTo>
                <a:lnTo>
                  <a:pt x="84" y="1864"/>
                </a:lnTo>
                <a:lnTo>
                  <a:pt x="99" y="1886"/>
                </a:lnTo>
                <a:lnTo>
                  <a:pt x="115" y="1908"/>
                </a:lnTo>
                <a:lnTo>
                  <a:pt x="133" y="1929"/>
                </a:lnTo>
                <a:lnTo>
                  <a:pt x="151" y="1952"/>
                </a:lnTo>
                <a:lnTo>
                  <a:pt x="171" y="1974"/>
                </a:lnTo>
                <a:lnTo>
                  <a:pt x="192" y="1996"/>
                </a:lnTo>
                <a:lnTo>
                  <a:pt x="216" y="2019"/>
                </a:lnTo>
                <a:lnTo>
                  <a:pt x="239" y="2041"/>
                </a:lnTo>
                <a:lnTo>
                  <a:pt x="265" y="2064"/>
                </a:lnTo>
                <a:lnTo>
                  <a:pt x="293" y="2087"/>
                </a:lnTo>
                <a:lnTo>
                  <a:pt x="321" y="2109"/>
                </a:lnTo>
                <a:lnTo>
                  <a:pt x="352" y="2132"/>
                </a:lnTo>
                <a:lnTo>
                  <a:pt x="383" y="2156"/>
                </a:lnTo>
                <a:lnTo>
                  <a:pt x="417" y="2178"/>
                </a:lnTo>
                <a:lnTo>
                  <a:pt x="453" y="2201"/>
                </a:lnTo>
                <a:lnTo>
                  <a:pt x="2068" y="3295"/>
                </a:lnTo>
                <a:lnTo>
                  <a:pt x="2047" y="2430"/>
                </a:lnTo>
                <a:lnTo>
                  <a:pt x="127" y="1315"/>
                </a:lnTo>
                <a:close/>
                <a:moveTo>
                  <a:pt x="4806" y="4805"/>
                </a:moveTo>
                <a:lnTo>
                  <a:pt x="4807" y="4807"/>
                </a:lnTo>
                <a:lnTo>
                  <a:pt x="4850" y="4832"/>
                </a:lnTo>
                <a:lnTo>
                  <a:pt x="4892" y="4854"/>
                </a:lnTo>
                <a:lnTo>
                  <a:pt x="4932" y="4874"/>
                </a:lnTo>
                <a:lnTo>
                  <a:pt x="4973" y="4892"/>
                </a:lnTo>
                <a:lnTo>
                  <a:pt x="5013" y="4906"/>
                </a:lnTo>
                <a:lnTo>
                  <a:pt x="5034" y="4912"/>
                </a:lnTo>
                <a:lnTo>
                  <a:pt x="5054" y="4917"/>
                </a:lnTo>
                <a:lnTo>
                  <a:pt x="5073" y="4922"/>
                </a:lnTo>
                <a:lnTo>
                  <a:pt x="5095" y="4926"/>
                </a:lnTo>
                <a:lnTo>
                  <a:pt x="5115" y="4928"/>
                </a:lnTo>
                <a:lnTo>
                  <a:pt x="5136" y="4930"/>
                </a:lnTo>
                <a:lnTo>
                  <a:pt x="5157" y="4932"/>
                </a:lnTo>
                <a:lnTo>
                  <a:pt x="5177" y="4933"/>
                </a:lnTo>
                <a:lnTo>
                  <a:pt x="5198" y="4932"/>
                </a:lnTo>
                <a:lnTo>
                  <a:pt x="5218" y="4930"/>
                </a:lnTo>
                <a:lnTo>
                  <a:pt x="5238" y="4928"/>
                </a:lnTo>
                <a:lnTo>
                  <a:pt x="5258" y="4924"/>
                </a:lnTo>
                <a:lnTo>
                  <a:pt x="5277" y="4920"/>
                </a:lnTo>
                <a:lnTo>
                  <a:pt x="5297" y="4915"/>
                </a:lnTo>
                <a:lnTo>
                  <a:pt x="5316" y="4909"/>
                </a:lnTo>
                <a:lnTo>
                  <a:pt x="5335" y="4902"/>
                </a:lnTo>
                <a:lnTo>
                  <a:pt x="5354" y="4895"/>
                </a:lnTo>
                <a:lnTo>
                  <a:pt x="5372" y="4888"/>
                </a:lnTo>
                <a:lnTo>
                  <a:pt x="5409" y="4871"/>
                </a:lnTo>
                <a:lnTo>
                  <a:pt x="5444" y="4851"/>
                </a:lnTo>
                <a:lnTo>
                  <a:pt x="5476" y="4831"/>
                </a:lnTo>
                <a:lnTo>
                  <a:pt x="5507" y="4811"/>
                </a:lnTo>
                <a:lnTo>
                  <a:pt x="5538" y="4788"/>
                </a:lnTo>
                <a:lnTo>
                  <a:pt x="5568" y="4765"/>
                </a:lnTo>
                <a:lnTo>
                  <a:pt x="5596" y="4740"/>
                </a:lnTo>
                <a:lnTo>
                  <a:pt x="5624" y="4715"/>
                </a:lnTo>
                <a:lnTo>
                  <a:pt x="5651" y="4688"/>
                </a:lnTo>
                <a:lnTo>
                  <a:pt x="5677" y="4660"/>
                </a:lnTo>
                <a:lnTo>
                  <a:pt x="5702" y="4630"/>
                </a:lnTo>
                <a:lnTo>
                  <a:pt x="5725" y="4599"/>
                </a:lnTo>
                <a:lnTo>
                  <a:pt x="5746" y="4567"/>
                </a:lnTo>
                <a:lnTo>
                  <a:pt x="5766" y="4533"/>
                </a:lnTo>
                <a:lnTo>
                  <a:pt x="5784" y="4498"/>
                </a:lnTo>
                <a:lnTo>
                  <a:pt x="5799" y="4460"/>
                </a:lnTo>
                <a:lnTo>
                  <a:pt x="5813" y="4423"/>
                </a:lnTo>
                <a:lnTo>
                  <a:pt x="5825" y="4383"/>
                </a:lnTo>
                <a:lnTo>
                  <a:pt x="5834" y="4342"/>
                </a:lnTo>
                <a:lnTo>
                  <a:pt x="5841" y="4300"/>
                </a:lnTo>
                <a:lnTo>
                  <a:pt x="5845" y="4257"/>
                </a:lnTo>
                <a:lnTo>
                  <a:pt x="5847" y="4214"/>
                </a:lnTo>
                <a:lnTo>
                  <a:pt x="5846" y="4170"/>
                </a:lnTo>
                <a:lnTo>
                  <a:pt x="5842" y="4125"/>
                </a:lnTo>
                <a:lnTo>
                  <a:pt x="5837" y="4078"/>
                </a:lnTo>
                <a:lnTo>
                  <a:pt x="5827" y="4031"/>
                </a:lnTo>
                <a:lnTo>
                  <a:pt x="5817" y="3984"/>
                </a:lnTo>
                <a:lnTo>
                  <a:pt x="5803" y="3935"/>
                </a:lnTo>
                <a:lnTo>
                  <a:pt x="5785" y="3886"/>
                </a:lnTo>
                <a:lnTo>
                  <a:pt x="5766" y="3835"/>
                </a:lnTo>
                <a:lnTo>
                  <a:pt x="5744" y="3785"/>
                </a:lnTo>
                <a:lnTo>
                  <a:pt x="5719" y="3734"/>
                </a:lnTo>
                <a:lnTo>
                  <a:pt x="5691" y="3681"/>
                </a:lnTo>
                <a:lnTo>
                  <a:pt x="5661" y="3628"/>
                </a:lnTo>
                <a:lnTo>
                  <a:pt x="5655" y="3619"/>
                </a:lnTo>
                <a:lnTo>
                  <a:pt x="5639" y="3592"/>
                </a:lnTo>
                <a:lnTo>
                  <a:pt x="5622" y="3566"/>
                </a:lnTo>
                <a:lnTo>
                  <a:pt x="5606" y="3541"/>
                </a:lnTo>
                <a:lnTo>
                  <a:pt x="5588" y="3517"/>
                </a:lnTo>
                <a:lnTo>
                  <a:pt x="5572" y="3493"/>
                </a:lnTo>
                <a:lnTo>
                  <a:pt x="5553" y="3471"/>
                </a:lnTo>
                <a:lnTo>
                  <a:pt x="5535" y="3449"/>
                </a:lnTo>
                <a:lnTo>
                  <a:pt x="5517" y="3428"/>
                </a:lnTo>
                <a:lnTo>
                  <a:pt x="5498" y="3408"/>
                </a:lnTo>
                <a:lnTo>
                  <a:pt x="5479" y="3389"/>
                </a:lnTo>
                <a:lnTo>
                  <a:pt x="5460" y="3370"/>
                </a:lnTo>
                <a:lnTo>
                  <a:pt x="5442" y="3351"/>
                </a:lnTo>
                <a:lnTo>
                  <a:pt x="5422" y="3335"/>
                </a:lnTo>
                <a:lnTo>
                  <a:pt x="5402" y="3319"/>
                </a:lnTo>
                <a:lnTo>
                  <a:pt x="5382" y="3303"/>
                </a:lnTo>
                <a:lnTo>
                  <a:pt x="5361" y="3288"/>
                </a:lnTo>
                <a:lnTo>
                  <a:pt x="5341" y="3274"/>
                </a:lnTo>
                <a:lnTo>
                  <a:pt x="5320" y="3261"/>
                </a:lnTo>
                <a:lnTo>
                  <a:pt x="5299" y="3248"/>
                </a:lnTo>
                <a:lnTo>
                  <a:pt x="5277" y="3236"/>
                </a:lnTo>
                <a:lnTo>
                  <a:pt x="5256" y="3225"/>
                </a:lnTo>
                <a:lnTo>
                  <a:pt x="5235" y="3215"/>
                </a:lnTo>
                <a:lnTo>
                  <a:pt x="5214" y="3205"/>
                </a:lnTo>
                <a:lnTo>
                  <a:pt x="5192" y="3197"/>
                </a:lnTo>
                <a:lnTo>
                  <a:pt x="5170" y="3188"/>
                </a:lnTo>
                <a:lnTo>
                  <a:pt x="5149" y="3181"/>
                </a:lnTo>
                <a:lnTo>
                  <a:pt x="5126" y="3174"/>
                </a:lnTo>
                <a:lnTo>
                  <a:pt x="5104" y="3168"/>
                </a:lnTo>
                <a:lnTo>
                  <a:pt x="5082" y="3164"/>
                </a:lnTo>
                <a:lnTo>
                  <a:pt x="5059" y="3159"/>
                </a:lnTo>
                <a:lnTo>
                  <a:pt x="5037" y="3156"/>
                </a:lnTo>
                <a:lnTo>
                  <a:pt x="5014" y="3153"/>
                </a:lnTo>
                <a:lnTo>
                  <a:pt x="4969" y="3149"/>
                </a:lnTo>
                <a:lnTo>
                  <a:pt x="4925" y="3147"/>
                </a:lnTo>
                <a:lnTo>
                  <a:pt x="4879" y="3147"/>
                </a:lnTo>
                <a:lnTo>
                  <a:pt x="4836" y="3150"/>
                </a:lnTo>
                <a:lnTo>
                  <a:pt x="4791" y="3154"/>
                </a:lnTo>
                <a:lnTo>
                  <a:pt x="4746" y="3161"/>
                </a:lnTo>
                <a:lnTo>
                  <a:pt x="4703" y="3170"/>
                </a:lnTo>
                <a:lnTo>
                  <a:pt x="4660" y="3180"/>
                </a:lnTo>
                <a:lnTo>
                  <a:pt x="4617" y="3191"/>
                </a:lnTo>
                <a:lnTo>
                  <a:pt x="4574" y="3204"/>
                </a:lnTo>
                <a:lnTo>
                  <a:pt x="4532" y="3218"/>
                </a:lnTo>
                <a:lnTo>
                  <a:pt x="4491" y="3234"/>
                </a:lnTo>
                <a:lnTo>
                  <a:pt x="4449" y="3249"/>
                </a:lnTo>
                <a:lnTo>
                  <a:pt x="4408" y="3267"/>
                </a:lnTo>
                <a:lnTo>
                  <a:pt x="4368" y="3285"/>
                </a:lnTo>
                <a:lnTo>
                  <a:pt x="4327" y="3303"/>
                </a:lnTo>
                <a:lnTo>
                  <a:pt x="4220" y="3355"/>
                </a:lnTo>
                <a:lnTo>
                  <a:pt x="4173" y="3377"/>
                </a:lnTo>
                <a:lnTo>
                  <a:pt x="4127" y="3397"/>
                </a:lnTo>
                <a:lnTo>
                  <a:pt x="4086" y="3415"/>
                </a:lnTo>
                <a:lnTo>
                  <a:pt x="4047" y="3429"/>
                </a:lnTo>
                <a:lnTo>
                  <a:pt x="4010" y="3440"/>
                </a:lnTo>
                <a:lnTo>
                  <a:pt x="3976" y="3449"/>
                </a:lnTo>
                <a:lnTo>
                  <a:pt x="3945" y="3455"/>
                </a:lnTo>
                <a:lnTo>
                  <a:pt x="3913" y="3457"/>
                </a:lnTo>
                <a:lnTo>
                  <a:pt x="3898" y="3457"/>
                </a:lnTo>
                <a:lnTo>
                  <a:pt x="3882" y="3457"/>
                </a:lnTo>
                <a:lnTo>
                  <a:pt x="3866" y="3456"/>
                </a:lnTo>
                <a:lnTo>
                  <a:pt x="3851" y="3455"/>
                </a:lnTo>
                <a:lnTo>
                  <a:pt x="3833" y="3451"/>
                </a:lnTo>
                <a:lnTo>
                  <a:pt x="3817" y="3447"/>
                </a:lnTo>
                <a:lnTo>
                  <a:pt x="3799" y="3443"/>
                </a:lnTo>
                <a:lnTo>
                  <a:pt x="3781" y="3437"/>
                </a:lnTo>
                <a:lnTo>
                  <a:pt x="3761" y="3430"/>
                </a:lnTo>
                <a:lnTo>
                  <a:pt x="3741" y="3422"/>
                </a:lnTo>
                <a:lnTo>
                  <a:pt x="3697" y="3401"/>
                </a:lnTo>
                <a:lnTo>
                  <a:pt x="3350" y="3200"/>
                </a:lnTo>
                <a:lnTo>
                  <a:pt x="3367" y="3885"/>
                </a:lnTo>
                <a:lnTo>
                  <a:pt x="4806" y="4805"/>
                </a:lnTo>
                <a:close/>
                <a:moveTo>
                  <a:pt x="5015" y="3644"/>
                </a:moveTo>
                <a:lnTo>
                  <a:pt x="5015" y="3644"/>
                </a:lnTo>
                <a:lnTo>
                  <a:pt x="5042" y="3662"/>
                </a:lnTo>
                <a:lnTo>
                  <a:pt x="5069" y="3681"/>
                </a:lnTo>
                <a:lnTo>
                  <a:pt x="5093" y="3701"/>
                </a:lnTo>
                <a:lnTo>
                  <a:pt x="5117" y="3721"/>
                </a:lnTo>
                <a:lnTo>
                  <a:pt x="5139" y="3743"/>
                </a:lnTo>
                <a:lnTo>
                  <a:pt x="5161" y="3766"/>
                </a:lnTo>
                <a:lnTo>
                  <a:pt x="5181" y="3790"/>
                </a:lnTo>
                <a:lnTo>
                  <a:pt x="5200" y="3814"/>
                </a:lnTo>
                <a:lnTo>
                  <a:pt x="5217" y="3839"/>
                </a:lnTo>
                <a:lnTo>
                  <a:pt x="5233" y="3865"/>
                </a:lnTo>
                <a:lnTo>
                  <a:pt x="5248" y="3892"/>
                </a:lnTo>
                <a:lnTo>
                  <a:pt x="5261" y="3920"/>
                </a:lnTo>
                <a:lnTo>
                  <a:pt x="5273" y="3947"/>
                </a:lnTo>
                <a:lnTo>
                  <a:pt x="5284" y="3976"/>
                </a:lnTo>
                <a:lnTo>
                  <a:pt x="5294" y="4004"/>
                </a:lnTo>
                <a:lnTo>
                  <a:pt x="5301" y="4034"/>
                </a:lnTo>
                <a:lnTo>
                  <a:pt x="5308" y="4063"/>
                </a:lnTo>
                <a:lnTo>
                  <a:pt x="5313" y="4093"/>
                </a:lnTo>
                <a:lnTo>
                  <a:pt x="5316" y="4124"/>
                </a:lnTo>
                <a:lnTo>
                  <a:pt x="5318" y="4153"/>
                </a:lnTo>
                <a:lnTo>
                  <a:pt x="5320" y="4184"/>
                </a:lnTo>
                <a:lnTo>
                  <a:pt x="5318" y="4214"/>
                </a:lnTo>
                <a:lnTo>
                  <a:pt x="5317" y="4245"/>
                </a:lnTo>
                <a:lnTo>
                  <a:pt x="5314" y="4275"/>
                </a:lnTo>
                <a:lnTo>
                  <a:pt x="5308" y="4306"/>
                </a:lnTo>
                <a:lnTo>
                  <a:pt x="5301" y="4336"/>
                </a:lnTo>
                <a:lnTo>
                  <a:pt x="5293" y="4366"/>
                </a:lnTo>
                <a:lnTo>
                  <a:pt x="5283" y="4396"/>
                </a:lnTo>
                <a:lnTo>
                  <a:pt x="5272" y="4425"/>
                </a:lnTo>
                <a:lnTo>
                  <a:pt x="5259" y="4454"/>
                </a:lnTo>
                <a:lnTo>
                  <a:pt x="5245" y="4484"/>
                </a:lnTo>
                <a:lnTo>
                  <a:pt x="5228" y="4512"/>
                </a:lnTo>
                <a:lnTo>
                  <a:pt x="4147" y="3858"/>
                </a:lnTo>
                <a:lnTo>
                  <a:pt x="4165" y="3831"/>
                </a:lnTo>
                <a:lnTo>
                  <a:pt x="4184" y="3804"/>
                </a:lnTo>
                <a:lnTo>
                  <a:pt x="4204" y="3779"/>
                </a:lnTo>
                <a:lnTo>
                  <a:pt x="4225" y="3756"/>
                </a:lnTo>
                <a:lnTo>
                  <a:pt x="4247" y="3734"/>
                </a:lnTo>
                <a:lnTo>
                  <a:pt x="4269" y="3712"/>
                </a:lnTo>
                <a:lnTo>
                  <a:pt x="4293" y="3692"/>
                </a:lnTo>
                <a:lnTo>
                  <a:pt x="4317" y="3674"/>
                </a:lnTo>
                <a:lnTo>
                  <a:pt x="4343" y="3656"/>
                </a:lnTo>
                <a:lnTo>
                  <a:pt x="4369" y="3640"/>
                </a:lnTo>
                <a:lnTo>
                  <a:pt x="4396" y="3624"/>
                </a:lnTo>
                <a:lnTo>
                  <a:pt x="4423" y="3612"/>
                </a:lnTo>
                <a:lnTo>
                  <a:pt x="4451" y="3600"/>
                </a:lnTo>
                <a:lnTo>
                  <a:pt x="4479" y="3589"/>
                </a:lnTo>
                <a:lnTo>
                  <a:pt x="4508" y="3580"/>
                </a:lnTo>
                <a:lnTo>
                  <a:pt x="4537" y="3572"/>
                </a:lnTo>
                <a:lnTo>
                  <a:pt x="4567" y="3565"/>
                </a:lnTo>
                <a:lnTo>
                  <a:pt x="4596" y="3560"/>
                </a:lnTo>
                <a:lnTo>
                  <a:pt x="4627" y="3556"/>
                </a:lnTo>
                <a:lnTo>
                  <a:pt x="4657" y="3554"/>
                </a:lnTo>
                <a:lnTo>
                  <a:pt x="4688" y="3553"/>
                </a:lnTo>
                <a:lnTo>
                  <a:pt x="4718" y="3554"/>
                </a:lnTo>
                <a:lnTo>
                  <a:pt x="4749" y="3556"/>
                </a:lnTo>
                <a:lnTo>
                  <a:pt x="4779" y="3560"/>
                </a:lnTo>
                <a:lnTo>
                  <a:pt x="4810" y="3565"/>
                </a:lnTo>
                <a:lnTo>
                  <a:pt x="4839" y="3572"/>
                </a:lnTo>
                <a:lnTo>
                  <a:pt x="4870" y="3580"/>
                </a:lnTo>
                <a:lnTo>
                  <a:pt x="4899" y="3589"/>
                </a:lnTo>
                <a:lnTo>
                  <a:pt x="4929" y="3601"/>
                </a:lnTo>
                <a:lnTo>
                  <a:pt x="4957" y="3614"/>
                </a:lnTo>
                <a:lnTo>
                  <a:pt x="4987" y="3628"/>
                </a:lnTo>
                <a:lnTo>
                  <a:pt x="5015" y="3644"/>
                </a:lnTo>
                <a:close/>
                <a:moveTo>
                  <a:pt x="2430" y="4153"/>
                </a:moveTo>
                <a:lnTo>
                  <a:pt x="2430" y="4153"/>
                </a:lnTo>
                <a:lnTo>
                  <a:pt x="2427" y="4200"/>
                </a:lnTo>
                <a:lnTo>
                  <a:pt x="2424" y="4222"/>
                </a:lnTo>
                <a:lnTo>
                  <a:pt x="2422" y="4242"/>
                </a:lnTo>
                <a:lnTo>
                  <a:pt x="2418" y="4261"/>
                </a:lnTo>
                <a:lnTo>
                  <a:pt x="2414" y="4280"/>
                </a:lnTo>
                <a:lnTo>
                  <a:pt x="2409" y="4296"/>
                </a:lnTo>
                <a:lnTo>
                  <a:pt x="2403" y="4311"/>
                </a:lnTo>
                <a:lnTo>
                  <a:pt x="2397" y="4327"/>
                </a:lnTo>
                <a:lnTo>
                  <a:pt x="2390" y="4341"/>
                </a:lnTo>
                <a:lnTo>
                  <a:pt x="2383" y="4355"/>
                </a:lnTo>
                <a:lnTo>
                  <a:pt x="2376" y="4369"/>
                </a:lnTo>
                <a:lnTo>
                  <a:pt x="2359" y="4395"/>
                </a:lnTo>
                <a:lnTo>
                  <a:pt x="2339" y="4420"/>
                </a:lnTo>
                <a:lnTo>
                  <a:pt x="2315" y="4446"/>
                </a:lnTo>
                <a:lnTo>
                  <a:pt x="2287" y="4472"/>
                </a:lnTo>
                <a:lnTo>
                  <a:pt x="2255" y="4499"/>
                </a:lnTo>
                <a:lnTo>
                  <a:pt x="2220" y="4527"/>
                </a:lnTo>
                <a:lnTo>
                  <a:pt x="2182" y="4558"/>
                </a:lnTo>
                <a:lnTo>
                  <a:pt x="2138" y="4588"/>
                </a:lnTo>
                <a:lnTo>
                  <a:pt x="2043" y="4657"/>
                </a:lnTo>
                <a:lnTo>
                  <a:pt x="2007" y="4684"/>
                </a:lnTo>
                <a:lnTo>
                  <a:pt x="1972" y="4711"/>
                </a:lnTo>
                <a:lnTo>
                  <a:pt x="1937" y="4739"/>
                </a:lnTo>
                <a:lnTo>
                  <a:pt x="1903" y="4767"/>
                </a:lnTo>
                <a:lnTo>
                  <a:pt x="1870" y="4797"/>
                </a:lnTo>
                <a:lnTo>
                  <a:pt x="1837" y="4827"/>
                </a:lnTo>
                <a:lnTo>
                  <a:pt x="1805" y="4858"/>
                </a:lnTo>
                <a:lnTo>
                  <a:pt x="1774" y="4890"/>
                </a:lnTo>
                <a:lnTo>
                  <a:pt x="1744" y="4923"/>
                </a:lnTo>
                <a:lnTo>
                  <a:pt x="1716" y="4957"/>
                </a:lnTo>
                <a:lnTo>
                  <a:pt x="1689" y="4992"/>
                </a:lnTo>
                <a:lnTo>
                  <a:pt x="1665" y="5030"/>
                </a:lnTo>
                <a:lnTo>
                  <a:pt x="1640" y="5067"/>
                </a:lnTo>
                <a:lnTo>
                  <a:pt x="1619" y="5106"/>
                </a:lnTo>
                <a:lnTo>
                  <a:pt x="1599" y="5146"/>
                </a:lnTo>
                <a:lnTo>
                  <a:pt x="1580" y="5188"/>
                </a:lnTo>
                <a:lnTo>
                  <a:pt x="1572" y="5209"/>
                </a:lnTo>
                <a:lnTo>
                  <a:pt x="1564" y="5232"/>
                </a:lnTo>
                <a:lnTo>
                  <a:pt x="1558" y="5253"/>
                </a:lnTo>
                <a:lnTo>
                  <a:pt x="1551" y="5275"/>
                </a:lnTo>
                <a:lnTo>
                  <a:pt x="1545" y="5298"/>
                </a:lnTo>
                <a:lnTo>
                  <a:pt x="1540" y="5321"/>
                </a:lnTo>
                <a:lnTo>
                  <a:pt x="1537" y="5344"/>
                </a:lnTo>
                <a:lnTo>
                  <a:pt x="1533" y="5366"/>
                </a:lnTo>
                <a:lnTo>
                  <a:pt x="1531" y="5391"/>
                </a:lnTo>
                <a:lnTo>
                  <a:pt x="1529" y="5414"/>
                </a:lnTo>
                <a:lnTo>
                  <a:pt x="1527" y="5438"/>
                </a:lnTo>
                <a:lnTo>
                  <a:pt x="1527" y="5463"/>
                </a:lnTo>
                <a:lnTo>
                  <a:pt x="1527" y="5487"/>
                </a:lnTo>
                <a:lnTo>
                  <a:pt x="1529" y="5512"/>
                </a:lnTo>
                <a:lnTo>
                  <a:pt x="1530" y="5536"/>
                </a:lnTo>
                <a:lnTo>
                  <a:pt x="1533" y="5561"/>
                </a:lnTo>
                <a:lnTo>
                  <a:pt x="1537" y="5587"/>
                </a:lnTo>
                <a:lnTo>
                  <a:pt x="1540" y="5613"/>
                </a:lnTo>
                <a:lnTo>
                  <a:pt x="1546" y="5637"/>
                </a:lnTo>
                <a:lnTo>
                  <a:pt x="1552" y="5663"/>
                </a:lnTo>
                <a:lnTo>
                  <a:pt x="1558" y="5690"/>
                </a:lnTo>
                <a:lnTo>
                  <a:pt x="1566" y="5716"/>
                </a:lnTo>
                <a:lnTo>
                  <a:pt x="1574" y="5742"/>
                </a:lnTo>
                <a:lnTo>
                  <a:pt x="1583" y="5768"/>
                </a:lnTo>
                <a:lnTo>
                  <a:pt x="1593" y="5794"/>
                </a:lnTo>
                <a:lnTo>
                  <a:pt x="1604" y="5821"/>
                </a:lnTo>
                <a:lnTo>
                  <a:pt x="1615" y="5848"/>
                </a:lnTo>
                <a:lnTo>
                  <a:pt x="1628" y="5875"/>
                </a:lnTo>
                <a:lnTo>
                  <a:pt x="1641" y="5902"/>
                </a:lnTo>
                <a:lnTo>
                  <a:pt x="1655" y="5929"/>
                </a:lnTo>
                <a:lnTo>
                  <a:pt x="1670" y="5956"/>
                </a:lnTo>
                <a:lnTo>
                  <a:pt x="1687" y="5983"/>
                </a:lnTo>
                <a:lnTo>
                  <a:pt x="1719" y="6036"/>
                </a:lnTo>
                <a:lnTo>
                  <a:pt x="1751" y="6085"/>
                </a:lnTo>
                <a:lnTo>
                  <a:pt x="1785" y="6132"/>
                </a:lnTo>
                <a:lnTo>
                  <a:pt x="1819" y="6175"/>
                </a:lnTo>
                <a:lnTo>
                  <a:pt x="1853" y="6216"/>
                </a:lnTo>
                <a:lnTo>
                  <a:pt x="1889" y="6255"/>
                </a:lnTo>
                <a:lnTo>
                  <a:pt x="1925" y="6290"/>
                </a:lnTo>
                <a:lnTo>
                  <a:pt x="1961" y="6323"/>
                </a:lnTo>
                <a:lnTo>
                  <a:pt x="1998" y="6353"/>
                </a:lnTo>
                <a:lnTo>
                  <a:pt x="2035" y="6380"/>
                </a:lnTo>
                <a:lnTo>
                  <a:pt x="2074" y="6406"/>
                </a:lnTo>
                <a:lnTo>
                  <a:pt x="2112" y="6427"/>
                </a:lnTo>
                <a:lnTo>
                  <a:pt x="2151" y="6447"/>
                </a:lnTo>
                <a:lnTo>
                  <a:pt x="2190" y="6464"/>
                </a:lnTo>
                <a:lnTo>
                  <a:pt x="2230" y="6478"/>
                </a:lnTo>
                <a:lnTo>
                  <a:pt x="2271" y="6489"/>
                </a:lnTo>
                <a:lnTo>
                  <a:pt x="2311" y="6499"/>
                </a:lnTo>
                <a:lnTo>
                  <a:pt x="2350" y="6505"/>
                </a:lnTo>
                <a:lnTo>
                  <a:pt x="2390" y="6508"/>
                </a:lnTo>
                <a:lnTo>
                  <a:pt x="2430" y="6509"/>
                </a:lnTo>
                <a:lnTo>
                  <a:pt x="2469" y="6508"/>
                </a:lnTo>
                <a:lnTo>
                  <a:pt x="2507" y="6506"/>
                </a:lnTo>
                <a:lnTo>
                  <a:pt x="2546" y="6500"/>
                </a:lnTo>
                <a:lnTo>
                  <a:pt x="2584" y="6493"/>
                </a:lnTo>
                <a:lnTo>
                  <a:pt x="2621" y="6485"/>
                </a:lnTo>
                <a:lnTo>
                  <a:pt x="2658" y="6474"/>
                </a:lnTo>
                <a:lnTo>
                  <a:pt x="2694" y="6461"/>
                </a:lnTo>
                <a:lnTo>
                  <a:pt x="2729" y="6447"/>
                </a:lnTo>
                <a:lnTo>
                  <a:pt x="2764" y="6432"/>
                </a:lnTo>
                <a:lnTo>
                  <a:pt x="2798" y="6417"/>
                </a:lnTo>
                <a:lnTo>
                  <a:pt x="2831" y="6399"/>
                </a:lnTo>
                <a:lnTo>
                  <a:pt x="2864" y="6380"/>
                </a:lnTo>
                <a:lnTo>
                  <a:pt x="2898" y="6359"/>
                </a:lnTo>
                <a:lnTo>
                  <a:pt x="2931" y="6336"/>
                </a:lnTo>
                <a:lnTo>
                  <a:pt x="2946" y="6323"/>
                </a:lnTo>
                <a:lnTo>
                  <a:pt x="2961" y="6310"/>
                </a:lnTo>
                <a:lnTo>
                  <a:pt x="2976" y="6296"/>
                </a:lnTo>
                <a:lnTo>
                  <a:pt x="2990" y="6282"/>
                </a:lnTo>
                <a:lnTo>
                  <a:pt x="3004" y="6267"/>
                </a:lnTo>
                <a:lnTo>
                  <a:pt x="3017" y="6251"/>
                </a:lnTo>
                <a:lnTo>
                  <a:pt x="3030" y="6236"/>
                </a:lnTo>
                <a:lnTo>
                  <a:pt x="3042" y="6220"/>
                </a:lnTo>
                <a:lnTo>
                  <a:pt x="3053" y="6202"/>
                </a:lnTo>
                <a:lnTo>
                  <a:pt x="3063" y="6185"/>
                </a:lnTo>
                <a:lnTo>
                  <a:pt x="3072" y="6167"/>
                </a:lnTo>
                <a:lnTo>
                  <a:pt x="3082" y="6148"/>
                </a:lnTo>
                <a:lnTo>
                  <a:pt x="3090" y="6128"/>
                </a:lnTo>
                <a:lnTo>
                  <a:pt x="3097" y="6110"/>
                </a:lnTo>
                <a:lnTo>
                  <a:pt x="3103" y="6090"/>
                </a:lnTo>
                <a:lnTo>
                  <a:pt x="3109" y="6070"/>
                </a:lnTo>
                <a:lnTo>
                  <a:pt x="3115" y="6049"/>
                </a:lnTo>
                <a:lnTo>
                  <a:pt x="3118" y="6029"/>
                </a:lnTo>
                <a:lnTo>
                  <a:pt x="3125" y="5986"/>
                </a:lnTo>
                <a:lnTo>
                  <a:pt x="3130" y="5942"/>
                </a:lnTo>
                <a:lnTo>
                  <a:pt x="3132" y="5897"/>
                </a:lnTo>
                <a:lnTo>
                  <a:pt x="3132" y="5849"/>
                </a:lnTo>
                <a:lnTo>
                  <a:pt x="3131" y="5801"/>
                </a:lnTo>
                <a:lnTo>
                  <a:pt x="3130" y="5799"/>
                </a:lnTo>
                <a:lnTo>
                  <a:pt x="3004" y="3957"/>
                </a:lnTo>
                <a:lnTo>
                  <a:pt x="2996" y="3848"/>
                </a:lnTo>
                <a:lnTo>
                  <a:pt x="2996" y="3838"/>
                </a:lnTo>
                <a:lnTo>
                  <a:pt x="2997" y="3827"/>
                </a:lnTo>
                <a:lnTo>
                  <a:pt x="2999" y="3818"/>
                </a:lnTo>
                <a:lnTo>
                  <a:pt x="3002" y="3809"/>
                </a:lnTo>
                <a:lnTo>
                  <a:pt x="3006" y="3799"/>
                </a:lnTo>
                <a:lnTo>
                  <a:pt x="3009" y="3791"/>
                </a:lnTo>
                <a:lnTo>
                  <a:pt x="3015" y="3783"/>
                </a:lnTo>
                <a:lnTo>
                  <a:pt x="3021" y="3775"/>
                </a:lnTo>
                <a:lnTo>
                  <a:pt x="3028" y="3767"/>
                </a:lnTo>
                <a:lnTo>
                  <a:pt x="3035" y="3762"/>
                </a:lnTo>
                <a:lnTo>
                  <a:pt x="3043" y="3756"/>
                </a:lnTo>
                <a:lnTo>
                  <a:pt x="3051" y="3751"/>
                </a:lnTo>
                <a:lnTo>
                  <a:pt x="3061" y="3746"/>
                </a:lnTo>
                <a:lnTo>
                  <a:pt x="3070" y="3744"/>
                </a:lnTo>
                <a:lnTo>
                  <a:pt x="3080" y="3742"/>
                </a:lnTo>
                <a:lnTo>
                  <a:pt x="3090" y="3741"/>
                </a:lnTo>
                <a:lnTo>
                  <a:pt x="3102" y="3741"/>
                </a:lnTo>
                <a:lnTo>
                  <a:pt x="3112" y="3742"/>
                </a:lnTo>
                <a:lnTo>
                  <a:pt x="3115" y="3742"/>
                </a:lnTo>
                <a:lnTo>
                  <a:pt x="3116" y="3742"/>
                </a:lnTo>
                <a:lnTo>
                  <a:pt x="3072" y="1935"/>
                </a:lnTo>
                <a:lnTo>
                  <a:pt x="2949" y="721"/>
                </a:lnTo>
                <a:lnTo>
                  <a:pt x="2946" y="680"/>
                </a:lnTo>
                <a:lnTo>
                  <a:pt x="2942" y="639"/>
                </a:lnTo>
                <a:lnTo>
                  <a:pt x="2936" y="600"/>
                </a:lnTo>
                <a:lnTo>
                  <a:pt x="2932" y="563"/>
                </a:lnTo>
                <a:lnTo>
                  <a:pt x="2925" y="526"/>
                </a:lnTo>
                <a:lnTo>
                  <a:pt x="2918" y="491"/>
                </a:lnTo>
                <a:lnTo>
                  <a:pt x="2911" y="458"/>
                </a:lnTo>
                <a:lnTo>
                  <a:pt x="2903" y="426"/>
                </a:lnTo>
                <a:lnTo>
                  <a:pt x="2894" y="395"/>
                </a:lnTo>
                <a:lnTo>
                  <a:pt x="2885" y="366"/>
                </a:lnTo>
                <a:lnTo>
                  <a:pt x="2876" y="338"/>
                </a:lnTo>
                <a:lnTo>
                  <a:pt x="2865" y="311"/>
                </a:lnTo>
                <a:lnTo>
                  <a:pt x="2853" y="285"/>
                </a:lnTo>
                <a:lnTo>
                  <a:pt x="2843" y="260"/>
                </a:lnTo>
                <a:lnTo>
                  <a:pt x="2831" y="237"/>
                </a:lnTo>
                <a:lnTo>
                  <a:pt x="2818" y="215"/>
                </a:lnTo>
                <a:lnTo>
                  <a:pt x="2801" y="186"/>
                </a:lnTo>
                <a:lnTo>
                  <a:pt x="2782" y="159"/>
                </a:lnTo>
                <a:lnTo>
                  <a:pt x="2762" y="135"/>
                </a:lnTo>
                <a:lnTo>
                  <a:pt x="2741" y="113"/>
                </a:lnTo>
                <a:lnTo>
                  <a:pt x="2720" y="91"/>
                </a:lnTo>
                <a:lnTo>
                  <a:pt x="2697" y="74"/>
                </a:lnTo>
                <a:lnTo>
                  <a:pt x="2674" y="56"/>
                </a:lnTo>
                <a:lnTo>
                  <a:pt x="2650" y="42"/>
                </a:lnTo>
                <a:lnTo>
                  <a:pt x="2626" y="30"/>
                </a:lnTo>
                <a:lnTo>
                  <a:pt x="2601" y="20"/>
                </a:lnTo>
                <a:lnTo>
                  <a:pt x="2577" y="13"/>
                </a:lnTo>
                <a:lnTo>
                  <a:pt x="2553" y="7"/>
                </a:lnTo>
                <a:lnTo>
                  <a:pt x="2529" y="2"/>
                </a:lnTo>
                <a:lnTo>
                  <a:pt x="2506" y="1"/>
                </a:lnTo>
                <a:lnTo>
                  <a:pt x="2484" y="0"/>
                </a:lnTo>
                <a:lnTo>
                  <a:pt x="2462" y="1"/>
                </a:lnTo>
                <a:lnTo>
                  <a:pt x="2328" y="11"/>
                </a:lnTo>
                <a:lnTo>
                  <a:pt x="2415" y="3547"/>
                </a:lnTo>
                <a:lnTo>
                  <a:pt x="2430" y="4153"/>
                </a:lnTo>
                <a:close/>
                <a:moveTo>
                  <a:pt x="2627" y="4752"/>
                </a:moveTo>
                <a:lnTo>
                  <a:pt x="2672" y="6015"/>
                </a:lnTo>
                <a:lnTo>
                  <a:pt x="2639" y="6015"/>
                </a:lnTo>
                <a:lnTo>
                  <a:pt x="2607" y="6013"/>
                </a:lnTo>
                <a:lnTo>
                  <a:pt x="2575" y="6010"/>
                </a:lnTo>
                <a:lnTo>
                  <a:pt x="2544" y="6005"/>
                </a:lnTo>
                <a:lnTo>
                  <a:pt x="2513" y="5999"/>
                </a:lnTo>
                <a:lnTo>
                  <a:pt x="2483" y="5992"/>
                </a:lnTo>
                <a:lnTo>
                  <a:pt x="2454" y="5983"/>
                </a:lnTo>
                <a:lnTo>
                  <a:pt x="2424" y="5974"/>
                </a:lnTo>
                <a:lnTo>
                  <a:pt x="2396" y="5962"/>
                </a:lnTo>
                <a:lnTo>
                  <a:pt x="2368" y="5949"/>
                </a:lnTo>
                <a:lnTo>
                  <a:pt x="2341" y="5935"/>
                </a:lnTo>
                <a:lnTo>
                  <a:pt x="2315" y="5919"/>
                </a:lnTo>
                <a:lnTo>
                  <a:pt x="2289" y="5902"/>
                </a:lnTo>
                <a:lnTo>
                  <a:pt x="2265" y="5885"/>
                </a:lnTo>
                <a:lnTo>
                  <a:pt x="2241" y="5866"/>
                </a:lnTo>
                <a:lnTo>
                  <a:pt x="2219" y="5845"/>
                </a:lnTo>
                <a:lnTo>
                  <a:pt x="2197" y="5824"/>
                </a:lnTo>
                <a:lnTo>
                  <a:pt x="2177" y="5801"/>
                </a:lnTo>
                <a:lnTo>
                  <a:pt x="2157" y="5779"/>
                </a:lnTo>
                <a:lnTo>
                  <a:pt x="2138" y="5754"/>
                </a:lnTo>
                <a:lnTo>
                  <a:pt x="2121" y="5730"/>
                </a:lnTo>
                <a:lnTo>
                  <a:pt x="2105" y="5704"/>
                </a:lnTo>
                <a:lnTo>
                  <a:pt x="2090" y="5677"/>
                </a:lnTo>
                <a:lnTo>
                  <a:pt x="2076" y="5649"/>
                </a:lnTo>
                <a:lnTo>
                  <a:pt x="2064" y="5621"/>
                </a:lnTo>
                <a:lnTo>
                  <a:pt x="2053" y="5593"/>
                </a:lnTo>
                <a:lnTo>
                  <a:pt x="2043" y="5562"/>
                </a:lnTo>
                <a:lnTo>
                  <a:pt x="2035" y="5533"/>
                </a:lnTo>
                <a:lnTo>
                  <a:pt x="2029" y="5501"/>
                </a:lnTo>
                <a:lnTo>
                  <a:pt x="2023" y="5470"/>
                </a:lnTo>
                <a:lnTo>
                  <a:pt x="2020" y="5438"/>
                </a:lnTo>
                <a:lnTo>
                  <a:pt x="2019" y="5406"/>
                </a:lnTo>
                <a:lnTo>
                  <a:pt x="2017" y="5373"/>
                </a:lnTo>
                <a:lnTo>
                  <a:pt x="2019" y="5341"/>
                </a:lnTo>
                <a:lnTo>
                  <a:pt x="2022" y="5309"/>
                </a:lnTo>
                <a:lnTo>
                  <a:pt x="2027" y="5278"/>
                </a:lnTo>
                <a:lnTo>
                  <a:pt x="2033" y="5247"/>
                </a:lnTo>
                <a:lnTo>
                  <a:pt x="2040" y="5218"/>
                </a:lnTo>
                <a:lnTo>
                  <a:pt x="2049" y="5187"/>
                </a:lnTo>
                <a:lnTo>
                  <a:pt x="2058" y="5158"/>
                </a:lnTo>
                <a:lnTo>
                  <a:pt x="2070" y="5130"/>
                </a:lnTo>
                <a:lnTo>
                  <a:pt x="2083" y="5101"/>
                </a:lnTo>
                <a:lnTo>
                  <a:pt x="2098" y="5075"/>
                </a:lnTo>
                <a:lnTo>
                  <a:pt x="2114" y="5049"/>
                </a:lnTo>
                <a:lnTo>
                  <a:pt x="2130" y="5023"/>
                </a:lnTo>
                <a:lnTo>
                  <a:pt x="2148" y="4999"/>
                </a:lnTo>
                <a:lnTo>
                  <a:pt x="2166" y="4975"/>
                </a:lnTo>
                <a:lnTo>
                  <a:pt x="2187" y="4953"/>
                </a:lnTo>
                <a:lnTo>
                  <a:pt x="2209" y="4932"/>
                </a:lnTo>
                <a:lnTo>
                  <a:pt x="2231" y="4910"/>
                </a:lnTo>
                <a:lnTo>
                  <a:pt x="2253" y="4890"/>
                </a:lnTo>
                <a:lnTo>
                  <a:pt x="2278" y="4873"/>
                </a:lnTo>
                <a:lnTo>
                  <a:pt x="2302" y="4855"/>
                </a:lnTo>
                <a:lnTo>
                  <a:pt x="2328" y="4839"/>
                </a:lnTo>
                <a:lnTo>
                  <a:pt x="2355" y="4824"/>
                </a:lnTo>
                <a:lnTo>
                  <a:pt x="2383" y="4811"/>
                </a:lnTo>
                <a:lnTo>
                  <a:pt x="2411" y="4798"/>
                </a:lnTo>
                <a:lnTo>
                  <a:pt x="2439" y="4787"/>
                </a:lnTo>
                <a:lnTo>
                  <a:pt x="2470" y="4778"/>
                </a:lnTo>
                <a:lnTo>
                  <a:pt x="2500" y="4770"/>
                </a:lnTo>
                <a:lnTo>
                  <a:pt x="2531" y="4763"/>
                </a:lnTo>
                <a:lnTo>
                  <a:pt x="2563" y="4758"/>
                </a:lnTo>
                <a:lnTo>
                  <a:pt x="2594" y="4755"/>
                </a:lnTo>
                <a:lnTo>
                  <a:pt x="2627" y="47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KSO_Shape">
            <a:extLst>
              <a:ext uri="{FF2B5EF4-FFF2-40B4-BE49-F238E27FC236}">
                <a16:creationId xmlns:a16="http://schemas.microsoft.com/office/drawing/2014/main" id="{BB7D3B6E-497B-471A-9A4B-022FCB6DEA37}"/>
              </a:ext>
            </a:extLst>
          </p:cNvPr>
          <p:cNvSpPr>
            <a:spLocks/>
          </p:cNvSpPr>
          <p:nvPr/>
        </p:nvSpPr>
        <p:spPr bwMode="auto">
          <a:xfrm>
            <a:off x="7640515" y="689954"/>
            <a:ext cx="779083" cy="584312"/>
          </a:xfrm>
          <a:custGeom>
            <a:avLst/>
            <a:gdLst/>
            <a:ahLst/>
            <a:cxnLst/>
            <a:rect l="0" t="0" r="r" b="b"/>
            <a:pathLst>
              <a:path w="1166813" h="874713">
                <a:moveTo>
                  <a:pt x="631825" y="339725"/>
                </a:moveTo>
                <a:lnTo>
                  <a:pt x="639247" y="339990"/>
                </a:lnTo>
                <a:lnTo>
                  <a:pt x="646669" y="340520"/>
                </a:lnTo>
                <a:lnTo>
                  <a:pt x="654090" y="341314"/>
                </a:lnTo>
                <a:lnTo>
                  <a:pt x="661247" y="342638"/>
                </a:lnTo>
                <a:lnTo>
                  <a:pt x="668404" y="344227"/>
                </a:lnTo>
                <a:lnTo>
                  <a:pt x="675296" y="346081"/>
                </a:lnTo>
                <a:lnTo>
                  <a:pt x="681922" y="348729"/>
                </a:lnTo>
                <a:lnTo>
                  <a:pt x="688814" y="351377"/>
                </a:lnTo>
                <a:lnTo>
                  <a:pt x="695175" y="354026"/>
                </a:lnTo>
                <a:lnTo>
                  <a:pt x="701537" y="357204"/>
                </a:lnTo>
                <a:lnTo>
                  <a:pt x="707633" y="360646"/>
                </a:lnTo>
                <a:lnTo>
                  <a:pt x="713465" y="364619"/>
                </a:lnTo>
                <a:lnTo>
                  <a:pt x="719296" y="368856"/>
                </a:lnTo>
                <a:lnTo>
                  <a:pt x="724862" y="373093"/>
                </a:lnTo>
                <a:lnTo>
                  <a:pt x="730164" y="377595"/>
                </a:lnTo>
                <a:lnTo>
                  <a:pt x="735200" y="382362"/>
                </a:lnTo>
                <a:lnTo>
                  <a:pt x="739971" y="387658"/>
                </a:lnTo>
                <a:lnTo>
                  <a:pt x="744742" y="392955"/>
                </a:lnTo>
                <a:lnTo>
                  <a:pt x="748983" y="398251"/>
                </a:lnTo>
                <a:lnTo>
                  <a:pt x="752959" y="404077"/>
                </a:lnTo>
                <a:lnTo>
                  <a:pt x="756670" y="409903"/>
                </a:lnTo>
                <a:lnTo>
                  <a:pt x="760116" y="415994"/>
                </a:lnTo>
                <a:lnTo>
                  <a:pt x="763562" y="422615"/>
                </a:lnTo>
                <a:lnTo>
                  <a:pt x="766477" y="428971"/>
                </a:lnTo>
                <a:lnTo>
                  <a:pt x="769128" y="435326"/>
                </a:lnTo>
                <a:lnTo>
                  <a:pt x="771514" y="442477"/>
                </a:lnTo>
                <a:lnTo>
                  <a:pt x="773369" y="449097"/>
                </a:lnTo>
                <a:lnTo>
                  <a:pt x="774959" y="456247"/>
                </a:lnTo>
                <a:lnTo>
                  <a:pt x="776285" y="463663"/>
                </a:lnTo>
                <a:lnTo>
                  <a:pt x="777080" y="470813"/>
                </a:lnTo>
                <a:lnTo>
                  <a:pt x="777610" y="478228"/>
                </a:lnTo>
                <a:lnTo>
                  <a:pt x="777875" y="485643"/>
                </a:lnTo>
                <a:lnTo>
                  <a:pt x="777610" y="493058"/>
                </a:lnTo>
                <a:lnTo>
                  <a:pt x="777080" y="500738"/>
                </a:lnTo>
                <a:lnTo>
                  <a:pt x="776285" y="507888"/>
                </a:lnTo>
                <a:lnTo>
                  <a:pt x="774959" y="515303"/>
                </a:lnTo>
                <a:lnTo>
                  <a:pt x="773369" y="522188"/>
                </a:lnTo>
                <a:lnTo>
                  <a:pt x="771514" y="529074"/>
                </a:lnTo>
                <a:lnTo>
                  <a:pt x="769128" y="535959"/>
                </a:lnTo>
                <a:lnTo>
                  <a:pt x="766477" y="542580"/>
                </a:lnTo>
                <a:lnTo>
                  <a:pt x="763562" y="548936"/>
                </a:lnTo>
                <a:lnTo>
                  <a:pt x="760116" y="555291"/>
                </a:lnTo>
                <a:lnTo>
                  <a:pt x="756670" y="561382"/>
                </a:lnTo>
                <a:lnTo>
                  <a:pt x="752959" y="567208"/>
                </a:lnTo>
                <a:lnTo>
                  <a:pt x="748983" y="573034"/>
                </a:lnTo>
                <a:lnTo>
                  <a:pt x="744742" y="578596"/>
                </a:lnTo>
                <a:lnTo>
                  <a:pt x="739971" y="583892"/>
                </a:lnTo>
                <a:lnTo>
                  <a:pt x="735200" y="588659"/>
                </a:lnTo>
                <a:lnTo>
                  <a:pt x="730164" y="593691"/>
                </a:lnTo>
                <a:lnTo>
                  <a:pt x="724862" y="598458"/>
                </a:lnTo>
                <a:lnTo>
                  <a:pt x="719296" y="602695"/>
                </a:lnTo>
                <a:lnTo>
                  <a:pt x="713465" y="606667"/>
                </a:lnTo>
                <a:lnTo>
                  <a:pt x="707633" y="610639"/>
                </a:lnTo>
                <a:lnTo>
                  <a:pt x="701537" y="614082"/>
                </a:lnTo>
                <a:lnTo>
                  <a:pt x="695175" y="617260"/>
                </a:lnTo>
                <a:lnTo>
                  <a:pt x="688814" y="620173"/>
                </a:lnTo>
                <a:lnTo>
                  <a:pt x="681922" y="622821"/>
                </a:lnTo>
                <a:lnTo>
                  <a:pt x="675296" y="624940"/>
                </a:lnTo>
                <a:lnTo>
                  <a:pt x="668404" y="626794"/>
                </a:lnTo>
                <a:lnTo>
                  <a:pt x="661247" y="628912"/>
                </a:lnTo>
                <a:lnTo>
                  <a:pt x="654090" y="629971"/>
                </a:lnTo>
                <a:lnTo>
                  <a:pt x="646669" y="631031"/>
                </a:lnTo>
                <a:lnTo>
                  <a:pt x="639247" y="631560"/>
                </a:lnTo>
                <a:lnTo>
                  <a:pt x="631825" y="631825"/>
                </a:lnTo>
                <a:lnTo>
                  <a:pt x="624403" y="631560"/>
                </a:lnTo>
                <a:lnTo>
                  <a:pt x="616982" y="631031"/>
                </a:lnTo>
                <a:lnTo>
                  <a:pt x="609560" y="629971"/>
                </a:lnTo>
                <a:lnTo>
                  <a:pt x="602403" y="628912"/>
                </a:lnTo>
                <a:lnTo>
                  <a:pt x="595511" y="626794"/>
                </a:lnTo>
                <a:lnTo>
                  <a:pt x="588355" y="624940"/>
                </a:lnTo>
                <a:lnTo>
                  <a:pt x="581728" y="622821"/>
                </a:lnTo>
                <a:lnTo>
                  <a:pt x="575102" y="620173"/>
                </a:lnTo>
                <a:lnTo>
                  <a:pt x="568475" y="617260"/>
                </a:lnTo>
                <a:lnTo>
                  <a:pt x="562378" y="614082"/>
                </a:lnTo>
                <a:lnTo>
                  <a:pt x="556282" y="610639"/>
                </a:lnTo>
                <a:lnTo>
                  <a:pt x="550186" y="606667"/>
                </a:lnTo>
                <a:lnTo>
                  <a:pt x="544619" y="602695"/>
                </a:lnTo>
                <a:lnTo>
                  <a:pt x="539053" y="598458"/>
                </a:lnTo>
                <a:lnTo>
                  <a:pt x="533487" y="593691"/>
                </a:lnTo>
                <a:lnTo>
                  <a:pt x="528450" y="588659"/>
                </a:lnTo>
                <a:lnTo>
                  <a:pt x="523679" y="583892"/>
                </a:lnTo>
                <a:lnTo>
                  <a:pt x="519173" y="578596"/>
                </a:lnTo>
                <a:lnTo>
                  <a:pt x="514667" y="573034"/>
                </a:lnTo>
                <a:lnTo>
                  <a:pt x="510691" y="567208"/>
                </a:lnTo>
                <a:lnTo>
                  <a:pt x="506980" y="561382"/>
                </a:lnTo>
                <a:lnTo>
                  <a:pt x="503534" y="555291"/>
                </a:lnTo>
                <a:lnTo>
                  <a:pt x="500354" y="548936"/>
                </a:lnTo>
                <a:lnTo>
                  <a:pt x="497438" y="542580"/>
                </a:lnTo>
                <a:lnTo>
                  <a:pt x="494522" y="535959"/>
                </a:lnTo>
                <a:lnTo>
                  <a:pt x="492402" y="529074"/>
                </a:lnTo>
                <a:lnTo>
                  <a:pt x="490281" y="522188"/>
                </a:lnTo>
                <a:lnTo>
                  <a:pt x="488691" y="515303"/>
                </a:lnTo>
                <a:lnTo>
                  <a:pt x="487366" y="507888"/>
                </a:lnTo>
                <a:lnTo>
                  <a:pt x="486570" y="500738"/>
                </a:lnTo>
                <a:lnTo>
                  <a:pt x="486040" y="493058"/>
                </a:lnTo>
                <a:lnTo>
                  <a:pt x="485775" y="485643"/>
                </a:lnTo>
                <a:lnTo>
                  <a:pt x="486040" y="478228"/>
                </a:lnTo>
                <a:lnTo>
                  <a:pt x="486570" y="470813"/>
                </a:lnTo>
                <a:lnTo>
                  <a:pt x="487366" y="463663"/>
                </a:lnTo>
                <a:lnTo>
                  <a:pt x="488691" y="456247"/>
                </a:lnTo>
                <a:lnTo>
                  <a:pt x="490281" y="449097"/>
                </a:lnTo>
                <a:lnTo>
                  <a:pt x="492402" y="442477"/>
                </a:lnTo>
                <a:lnTo>
                  <a:pt x="494522" y="435326"/>
                </a:lnTo>
                <a:lnTo>
                  <a:pt x="497438" y="428971"/>
                </a:lnTo>
                <a:lnTo>
                  <a:pt x="500354" y="422615"/>
                </a:lnTo>
                <a:lnTo>
                  <a:pt x="503534" y="415994"/>
                </a:lnTo>
                <a:lnTo>
                  <a:pt x="506980" y="409903"/>
                </a:lnTo>
                <a:lnTo>
                  <a:pt x="510691" y="404077"/>
                </a:lnTo>
                <a:lnTo>
                  <a:pt x="514667" y="398251"/>
                </a:lnTo>
                <a:lnTo>
                  <a:pt x="519173" y="392955"/>
                </a:lnTo>
                <a:lnTo>
                  <a:pt x="523679" y="387658"/>
                </a:lnTo>
                <a:lnTo>
                  <a:pt x="528450" y="382362"/>
                </a:lnTo>
                <a:lnTo>
                  <a:pt x="533487" y="377595"/>
                </a:lnTo>
                <a:lnTo>
                  <a:pt x="539053" y="373093"/>
                </a:lnTo>
                <a:lnTo>
                  <a:pt x="544619" y="368856"/>
                </a:lnTo>
                <a:lnTo>
                  <a:pt x="550186" y="364619"/>
                </a:lnTo>
                <a:lnTo>
                  <a:pt x="556282" y="360646"/>
                </a:lnTo>
                <a:lnTo>
                  <a:pt x="562378" y="357204"/>
                </a:lnTo>
                <a:lnTo>
                  <a:pt x="568475" y="354026"/>
                </a:lnTo>
                <a:lnTo>
                  <a:pt x="575102" y="351377"/>
                </a:lnTo>
                <a:lnTo>
                  <a:pt x="581728" y="348729"/>
                </a:lnTo>
                <a:lnTo>
                  <a:pt x="588355" y="346081"/>
                </a:lnTo>
                <a:lnTo>
                  <a:pt x="595511" y="344227"/>
                </a:lnTo>
                <a:lnTo>
                  <a:pt x="602403" y="342638"/>
                </a:lnTo>
                <a:lnTo>
                  <a:pt x="609560" y="341314"/>
                </a:lnTo>
                <a:lnTo>
                  <a:pt x="616982" y="340520"/>
                </a:lnTo>
                <a:lnTo>
                  <a:pt x="624403" y="339990"/>
                </a:lnTo>
                <a:lnTo>
                  <a:pt x="631825" y="339725"/>
                </a:lnTo>
                <a:close/>
                <a:moveTo>
                  <a:pt x="992942" y="242814"/>
                </a:moveTo>
                <a:lnTo>
                  <a:pt x="989237" y="243079"/>
                </a:lnTo>
                <a:lnTo>
                  <a:pt x="985797" y="243608"/>
                </a:lnTo>
                <a:lnTo>
                  <a:pt x="981827" y="244137"/>
                </a:lnTo>
                <a:lnTo>
                  <a:pt x="978387" y="244930"/>
                </a:lnTo>
                <a:lnTo>
                  <a:pt x="974947" y="245988"/>
                </a:lnTo>
                <a:lnTo>
                  <a:pt x="971506" y="247046"/>
                </a:lnTo>
                <a:lnTo>
                  <a:pt x="968331" y="248369"/>
                </a:lnTo>
                <a:lnTo>
                  <a:pt x="964890" y="249956"/>
                </a:lnTo>
                <a:lnTo>
                  <a:pt x="961714" y="251543"/>
                </a:lnTo>
                <a:lnTo>
                  <a:pt x="958803" y="253395"/>
                </a:lnTo>
                <a:lnTo>
                  <a:pt x="955892" y="255246"/>
                </a:lnTo>
                <a:lnTo>
                  <a:pt x="952981" y="257362"/>
                </a:lnTo>
                <a:lnTo>
                  <a:pt x="950335" y="259478"/>
                </a:lnTo>
                <a:lnTo>
                  <a:pt x="947424" y="261594"/>
                </a:lnTo>
                <a:lnTo>
                  <a:pt x="945042" y="264239"/>
                </a:lnTo>
                <a:lnTo>
                  <a:pt x="942660" y="266620"/>
                </a:lnTo>
                <a:lnTo>
                  <a:pt x="940278" y="269265"/>
                </a:lnTo>
                <a:lnTo>
                  <a:pt x="938161" y="272174"/>
                </a:lnTo>
                <a:lnTo>
                  <a:pt x="936044" y="275084"/>
                </a:lnTo>
                <a:lnTo>
                  <a:pt x="934192" y="277993"/>
                </a:lnTo>
                <a:lnTo>
                  <a:pt x="932604" y="280903"/>
                </a:lnTo>
                <a:lnTo>
                  <a:pt x="931016" y="284077"/>
                </a:lnTo>
                <a:lnTo>
                  <a:pt x="929428" y="287251"/>
                </a:lnTo>
                <a:lnTo>
                  <a:pt x="927840" y="290425"/>
                </a:lnTo>
                <a:lnTo>
                  <a:pt x="926782" y="294128"/>
                </a:lnTo>
                <a:lnTo>
                  <a:pt x="925723" y="297567"/>
                </a:lnTo>
                <a:lnTo>
                  <a:pt x="924929" y="301005"/>
                </a:lnTo>
                <a:lnTo>
                  <a:pt x="924400" y="304444"/>
                </a:lnTo>
                <a:lnTo>
                  <a:pt x="923870" y="308147"/>
                </a:lnTo>
                <a:lnTo>
                  <a:pt x="923606" y="312114"/>
                </a:lnTo>
                <a:lnTo>
                  <a:pt x="923606" y="315817"/>
                </a:lnTo>
                <a:lnTo>
                  <a:pt x="923606" y="319520"/>
                </a:lnTo>
                <a:lnTo>
                  <a:pt x="923870" y="323223"/>
                </a:lnTo>
                <a:lnTo>
                  <a:pt x="924400" y="326662"/>
                </a:lnTo>
                <a:lnTo>
                  <a:pt x="924929" y="330630"/>
                </a:lnTo>
                <a:lnTo>
                  <a:pt x="925723" y="334068"/>
                </a:lnTo>
                <a:lnTo>
                  <a:pt x="926782" y="337242"/>
                </a:lnTo>
                <a:lnTo>
                  <a:pt x="927840" y="340681"/>
                </a:lnTo>
                <a:lnTo>
                  <a:pt x="929428" y="343855"/>
                </a:lnTo>
                <a:lnTo>
                  <a:pt x="931016" y="347293"/>
                </a:lnTo>
                <a:lnTo>
                  <a:pt x="932604" y="350467"/>
                </a:lnTo>
                <a:lnTo>
                  <a:pt x="934192" y="353377"/>
                </a:lnTo>
                <a:lnTo>
                  <a:pt x="936044" y="356286"/>
                </a:lnTo>
                <a:lnTo>
                  <a:pt x="938161" y="359196"/>
                </a:lnTo>
                <a:lnTo>
                  <a:pt x="940278" y="361841"/>
                </a:lnTo>
                <a:lnTo>
                  <a:pt x="942660" y="364486"/>
                </a:lnTo>
                <a:lnTo>
                  <a:pt x="945042" y="367131"/>
                </a:lnTo>
                <a:lnTo>
                  <a:pt x="947424" y="369512"/>
                </a:lnTo>
                <a:lnTo>
                  <a:pt x="950335" y="371892"/>
                </a:lnTo>
                <a:lnTo>
                  <a:pt x="952981" y="374008"/>
                </a:lnTo>
                <a:lnTo>
                  <a:pt x="955892" y="375860"/>
                </a:lnTo>
                <a:lnTo>
                  <a:pt x="958803" y="377711"/>
                </a:lnTo>
                <a:lnTo>
                  <a:pt x="961714" y="379563"/>
                </a:lnTo>
                <a:lnTo>
                  <a:pt x="964890" y="381150"/>
                </a:lnTo>
                <a:lnTo>
                  <a:pt x="968331" y="382472"/>
                </a:lnTo>
                <a:lnTo>
                  <a:pt x="971506" y="383795"/>
                </a:lnTo>
                <a:lnTo>
                  <a:pt x="974947" y="385117"/>
                </a:lnTo>
                <a:lnTo>
                  <a:pt x="978387" y="386175"/>
                </a:lnTo>
                <a:lnTo>
                  <a:pt x="981827" y="386969"/>
                </a:lnTo>
                <a:lnTo>
                  <a:pt x="985797" y="387498"/>
                </a:lnTo>
                <a:lnTo>
                  <a:pt x="989237" y="388027"/>
                </a:lnTo>
                <a:lnTo>
                  <a:pt x="992942" y="388291"/>
                </a:lnTo>
                <a:lnTo>
                  <a:pt x="996647" y="388291"/>
                </a:lnTo>
                <a:lnTo>
                  <a:pt x="1000352" y="388291"/>
                </a:lnTo>
                <a:lnTo>
                  <a:pt x="1004057" y="388027"/>
                </a:lnTo>
                <a:lnTo>
                  <a:pt x="1007762" y="387498"/>
                </a:lnTo>
                <a:lnTo>
                  <a:pt x="1011467" y="386969"/>
                </a:lnTo>
                <a:lnTo>
                  <a:pt x="1014908" y="386175"/>
                </a:lnTo>
                <a:lnTo>
                  <a:pt x="1018348" y="385117"/>
                </a:lnTo>
                <a:lnTo>
                  <a:pt x="1021524" y="383795"/>
                </a:lnTo>
                <a:lnTo>
                  <a:pt x="1025229" y="382472"/>
                </a:lnTo>
                <a:lnTo>
                  <a:pt x="1028405" y="381150"/>
                </a:lnTo>
                <a:lnTo>
                  <a:pt x="1031580" y="379563"/>
                </a:lnTo>
                <a:lnTo>
                  <a:pt x="1034491" y="377711"/>
                </a:lnTo>
                <a:lnTo>
                  <a:pt x="1037403" y="375860"/>
                </a:lnTo>
                <a:lnTo>
                  <a:pt x="1040314" y="374008"/>
                </a:lnTo>
                <a:lnTo>
                  <a:pt x="1043225" y="371892"/>
                </a:lnTo>
                <a:lnTo>
                  <a:pt x="1045871" y="369512"/>
                </a:lnTo>
                <a:lnTo>
                  <a:pt x="1048253" y="367131"/>
                </a:lnTo>
                <a:lnTo>
                  <a:pt x="1050635" y="364486"/>
                </a:lnTo>
                <a:lnTo>
                  <a:pt x="1053017" y="361841"/>
                </a:lnTo>
                <a:lnTo>
                  <a:pt x="1055134" y="359196"/>
                </a:lnTo>
                <a:lnTo>
                  <a:pt x="1057251" y="356286"/>
                </a:lnTo>
                <a:lnTo>
                  <a:pt x="1059103" y="353377"/>
                </a:lnTo>
                <a:lnTo>
                  <a:pt x="1060956" y="350467"/>
                </a:lnTo>
                <a:lnTo>
                  <a:pt x="1062544" y="347293"/>
                </a:lnTo>
                <a:lnTo>
                  <a:pt x="1064132" y="343855"/>
                </a:lnTo>
                <a:lnTo>
                  <a:pt x="1065455" y="340681"/>
                </a:lnTo>
                <a:lnTo>
                  <a:pt x="1066513" y="337242"/>
                </a:lnTo>
                <a:lnTo>
                  <a:pt x="1067572" y="334068"/>
                </a:lnTo>
                <a:lnTo>
                  <a:pt x="1068366" y="330630"/>
                </a:lnTo>
                <a:lnTo>
                  <a:pt x="1068895" y="326662"/>
                </a:lnTo>
                <a:lnTo>
                  <a:pt x="1069424" y="323223"/>
                </a:lnTo>
                <a:lnTo>
                  <a:pt x="1069689" y="319520"/>
                </a:lnTo>
                <a:lnTo>
                  <a:pt x="1069689" y="315817"/>
                </a:lnTo>
                <a:lnTo>
                  <a:pt x="1069689" y="312114"/>
                </a:lnTo>
                <a:lnTo>
                  <a:pt x="1069424" y="308147"/>
                </a:lnTo>
                <a:lnTo>
                  <a:pt x="1068895" y="304444"/>
                </a:lnTo>
                <a:lnTo>
                  <a:pt x="1068366" y="301005"/>
                </a:lnTo>
                <a:lnTo>
                  <a:pt x="1067572" y="297567"/>
                </a:lnTo>
                <a:lnTo>
                  <a:pt x="1066513" y="294128"/>
                </a:lnTo>
                <a:lnTo>
                  <a:pt x="1065455" y="290425"/>
                </a:lnTo>
                <a:lnTo>
                  <a:pt x="1064132" y="287251"/>
                </a:lnTo>
                <a:lnTo>
                  <a:pt x="1062544" y="284077"/>
                </a:lnTo>
                <a:lnTo>
                  <a:pt x="1060956" y="280903"/>
                </a:lnTo>
                <a:lnTo>
                  <a:pt x="1059103" y="277993"/>
                </a:lnTo>
                <a:lnTo>
                  <a:pt x="1057251" y="275084"/>
                </a:lnTo>
                <a:lnTo>
                  <a:pt x="1055134" y="272174"/>
                </a:lnTo>
                <a:lnTo>
                  <a:pt x="1053017" y="269265"/>
                </a:lnTo>
                <a:lnTo>
                  <a:pt x="1050635" y="266620"/>
                </a:lnTo>
                <a:lnTo>
                  <a:pt x="1048253" y="264239"/>
                </a:lnTo>
                <a:lnTo>
                  <a:pt x="1045871" y="261594"/>
                </a:lnTo>
                <a:lnTo>
                  <a:pt x="1043225" y="259478"/>
                </a:lnTo>
                <a:lnTo>
                  <a:pt x="1040314" y="257362"/>
                </a:lnTo>
                <a:lnTo>
                  <a:pt x="1037403" y="255246"/>
                </a:lnTo>
                <a:lnTo>
                  <a:pt x="1034491" y="253395"/>
                </a:lnTo>
                <a:lnTo>
                  <a:pt x="1031580" y="251543"/>
                </a:lnTo>
                <a:lnTo>
                  <a:pt x="1028405" y="249956"/>
                </a:lnTo>
                <a:lnTo>
                  <a:pt x="1025229" y="248369"/>
                </a:lnTo>
                <a:lnTo>
                  <a:pt x="1021524" y="247046"/>
                </a:lnTo>
                <a:lnTo>
                  <a:pt x="1018348" y="245988"/>
                </a:lnTo>
                <a:lnTo>
                  <a:pt x="1014908" y="244930"/>
                </a:lnTo>
                <a:lnTo>
                  <a:pt x="1011467" y="244137"/>
                </a:lnTo>
                <a:lnTo>
                  <a:pt x="1007762" y="243608"/>
                </a:lnTo>
                <a:lnTo>
                  <a:pt x="1004057" y="243079"/>
                </a:lnTo>
                <a:lnTo>
                  <a:pt x="1000352" y="242814"/>
                </a:lnTo>
                <a:lnTo>
                  <a:pt x="996647" y="242814"/>
                </a:lnTo>
                <a:lnTo>
                  <a:pt x="992942" y="242814"/>
                </a:lnTo>
                <a:close/>
                <a:moveTo>
                  <a:pt x="632233" y="242814"/>
                </a:moveTo>
                <a:lnTo>
                  <a:pt x="619795" y="243079"/>
                </a:lnTo>
                <a:lnTo>
                  <a:pt x="607357" y="243872"/>
                </a:lnTo>
                <a:lnTo>
                  <a:pt x="595183" y="245459"/>
                </a:lnTo>
                <a:lnTo>
                  <a:pt x="583274" y="247575"/>
                </a:lnTo>
                <a:lnTo>
                  <a:pt x="571365" y="250221"/>
                </a:lnTo>
                <a:lnTo>
                  <a:pt x="559986" y="253659"/>
                </a:lnTo>
                <a:lnTo>
                  <a:pt x="548606" y="257627"/>
                </a:lnTo>
                <a:lnTo>
                  <a:pt x="537756" y="261859"/>
                </a:lnTo>
                <a:lnTo>
                  <a:pt x="526905" y="266620"/>
                </a:lnTo>
                <a:lnTo>
                  <a:pt x="516055" y="272174"/>
                </a:lnTo>
                <a:lnTo>
                  <a:pt x="505998" y="277993"/>
                </a:lnTo>
                <a:lnTo>
                  <a:pt x="496207" y="284077"/>
                </a:lnTo>
                <a:lnTo>
                  <a:pt x="486679" y="291219"/>
                </a:lnTo>
                <a:lnTo>
                  <a:pt x="477417" y="298360"/>
                </a:lnTo>
                <a:lnTo>
                  <a:pt x="468684" y="305766"/>
                </a:lnTo>
                <a:lnTo>
                  <a:pt x="460480" y="313966"/>
                </a:lnTo>
                <a:lnTo>
                  <a:pt x="452276" y="322165"/>
                </a:lnTo>
                <a:lnTo>
                  <a:pt x="444601" y="331159"/>
                </a:lnTo>
                <a:lnTo>
                  <a:pt x="437191" y="340152"/>
                </a:lnTo>
                <a:lnTo>
                  <a:pt x="430575" y="349938"/>
                </a:lnTo>
                <a:lnTo>
                  <a:pt x="424224" y="359725"/>
                </a:lnTo>
                <a:lnTo>
                  <a:pt x="418401" y="369776"/>
                </a:lnTo>
                <a:lnTo>
                  <a:pt x="413109" y="380092"/>
                </a:lnTo>
                <a:lnTo>
                  <a:pt x="408080" y="390936"/>
                </a:lnTo>
                <a:lnTo>
                  <a:pt x="403846" y="402046"/>
                </a:lnTo>
                <a:lnTo>
                  <a:pt x="399876" y="413419"/>
                </a:lnTo>
                <a:lnTo>
                  <a:pt x="396701" y="424793"/>
                </a:lnTo>
                <a:lnTo>
                  <a:pt x="394054" y="436431"/>
                </a:lnTo>
                <a:lnTo>
                  <a:pt x="391937" y="448598"/>
                </a:lnTo>
                <a:lnTo>
                  <a:pt x="390349" y="460765"/>
                </a:lnTo>
                <a:lnTo>
                  <a:pt x="389291" y="472932"/>
                </a:lnTo>
                <a:lnTo>
                  <a:pt x="389026" y="485364"/>
                </a:lnTo>
                <a:lnTo>
                  <a:pt x="389291" y="498060"/>
                </a:lnTo>
                <a:lnTo>
                  <a:pt x="390349" y="510227"/>
                </a:lnTo>
                <a:lnTo>
                  <a:pt x="391937" y="522395"/>
                </a:lnTo>
                <a:lnTo>
                  <a:pt x="394054" y="534562"/>
                </a:lnTo>
                <a:lnTo>
                  <a:pt x="396701" y="546200"/>
                </a:lnTo>
                <a:lnTo>
                  <a:pt x="399876" y="557838"/>
                </a:lnTo>
                <a:lnTo>
                  <a:pt x="403846" y="568947"/>
                </a:lnTo>
                <a:lnTo>
                  <a:pt x="408080" y="580056"/>
                </a:lnTo>
                <a:lnTo>
                  <a:pt x="413109" y="590901"/>
                </a:lnTo>
                <a:lnTo>
                  <a:pt x="418401" y="601217"/>
                </a:lnTo>
                <a:lnTo>
                  <a:pt x="424224" y="611532"/>
                </a:lnTo>
                <a:lnTo>
                  <a:pt x="430575" y="621319"/>
                </a:lnTo>
                <a:lnTo>
                  <a:pt x="437191" y="630841"/>
                </a:lnTo>
                <a:lnTo>
                  <a:pt x="444601" y="640099"/>
                </a:lnTo>
                <a:lnTo>
                  <a:pt x="452276" y="648827"/>
                </a:lnTo>
                <a:lnTo>
                  <a:pt x="460480" y="657291"/>
                </a:lnTo>
                <a:lnTo>
                  <a:pt x="468684" y="665491"/>
                </a:lnTo>
                <a:lnTo>
                  <a:pt x="477417" y="672897"/>
                </a:lnTo>
                <a:lnTo>
                  <a:pt x="486679" y="680039"/>
                </a:lnTo>
                <a:lnTo>
                  <a:pt x="496207" y="687180"/>
                </a:lnTo>
                <a:lnTo>
                  <a:pt x="505998" y="693264"/>
                </a:lnTo>
                <a:lnTo>
                  <a:pt x="516055" y="699083"/>
                </a:lnTo>
                <a:lnTo>
                  <a:pt x="526905" y="704637"/>
                </a:lnTo>
                <a:lnTo>
                  <a:pt x="537756" y="709399"/>
                </a:lnTo>
                <a:lnTo>
                  <a:pt x="548606" y="713631"/>
                </a:lnTo>
                <a:lnTo>
                  <a:pt x="559986" y="717598"/>
                </a:lnTo>
                <a:lnTo>
                  <a:pt x="571365" y="721037"/>
                </a:lnTo>
                <a:lnTo>
                  <a:pt x="583274" y="723682"/>
                </a:lnTo>
                <a:lnTo>
                  <a:pt x="595183" y="725798"/>
                </a:lnTo>
                <a:lnTo>
                  <a:pt x="607357" y="727385"/>
                </a:lnTo>
                <a:lnTo>
                  <a:pt x="619795" y="728178"/>
                </a:lnTo>
                <a:lnTo>
                  <a:pt x="632233" y="728443"/>
                </a:lnTo>
                <a:lnTo>
                  <a:pt x="644672" y="728178"/>
                </a:lnTo>
                <a:lnTo>
                  <a:pt x="657110" y="727385"/>
                </a:lnTo>
                <a:lnTo>
                  <a:pt x="669283" y="725798"/>
                </a:lnTo>
                <a:lnTo>
                  <a:pt x="681192" y="723682"/>
                </a:lnTo>
                <a:lnTo>
                  <a:pt x="693101" y="721037"/>
                </a:lnTo>
                <a:lnTo>
                  <a:pt x="704746" y="717598"/>
                </a:lnTo>
                <a:lnTo>
                  <a:pt x="715861" y="713631"/>
                </a:lnTo>
                <a:lnTo>
                  <a:pt x="726976" y="709399"/>
                </a:lnTo>
                <a:lnTo>
                  <a:pt x="737561" y="704637"/>
                </a:lnTo>
                <a:lnTo>
                  <a:pt x="748147" y="699083"/>
                </a:lnTo>
                <a:lnTo>
                  <a:pt x="758204" y="693264"/>
                </a:lnTo>
                <a:lnTo>
                  <a:pt x="767995" y="687180"/>
                </a:lnTo>
                <a:lnTo>
                  <a:pt x="777523" y="680039"/>
                </a:lnTo>
                <a:lnTo>
                  <a:pt x="786785" y="672897"/>
                </a:lnTo>
                <a:lnTo>
                  <a:pt x="795518" y="665491"/>
                </a:lnTo>
                <a:lnTo>
                  <a:pt x="803987" y="657291"/>
                </a:lnTo>
                <a:lnTo>
                  <a:pt x="811926" y="648827"/>
                </a:lnTo>
                <a:lnTo>
                  <a:pt x="819866" y="640099"/>
                </a:lnTo>
                <a:lnTo>
                  <a:pt x="826746" y="630841"/>
                </a:lnTo>
                <a:lnTo>
                  <a:pt x="833627" y="621319"/>
                </a:lnTo>
                <a:lnTo>
                  <a:pt x="839978" y="611532"/>
                </a:lnTo>
                <a:lnTo>
                  <a:pt x="845801" y="601217"/>
                </a:lnTo>
                <a:lnTo>
                  <a:pt x="851094" y="590901"/>
                </a:lnTo>
                <a:lnTo>
                  <a:pt x="856122" y="580056"/>
                </a:lnTo>
                <a:lnTo>
                  <a:pt x="860356" y="568947"/>
                </a:lnTo>
                <a:lnTo>
                  <a:pt x="864061" y="557838"/>
                </a:lnTo>
                <a:lnTo>
                  <a:pt x="867501" y="546200"/>
                </a:lnTo>
                <a:lnTo>
                  <a:pt x="870148" y="534562"/>
                </a:lnTo>
                <a:lnTo>
                  <a:pt x="872265" y="522395"/>
                </a:lnTo>
                <a:lnTo>
                  <a:pt x="873853" y="510227"/>
                </a:lnTo>
                <a:lnTo>
                  <a:pt x="874911" y="498060"/>
                </a:lnTo>
                <a:lnTo>
                  <a:pt x="875176" y="485364"/>
                </a:lnTo>
                <a:lnTo>
                  <a:pt x="874911" y="472932"/>
                </a:lnTo>
                <a:lnTo>
                  <a:pt x="873853" y="460765"/>
                </a:lnTo>
                <a:lnTo>
                  <a:pt x="872265" y="448598"/>
                </a:lnTo>
                <a:lnTo>
                  <a:pt x="870148" y="436431"/>
                </a:lnTo>
                <a:lnTo>
                  <a:pt x="867501" y="424793"/>
                </a:lnTo>
                <a:lnTo>
                  <a:pt x="864061" y="413419"/>
                </a:lnTo>
                <a:lnTo>
                  <a:pt x="860356" y="402046"/>
                </a:lnTo>
                <a:lnTo>
                  <a:pt x="856122" y="390936"/>
                </a:lnTo>
                <a:lnTo>
                  <a:pt x="851094" y="380092"/>
                </a:lnTo>
                <a:lnTo>
                  <a:pt x="845801" y="369776"/>
                </a:lnTo>
                <a:lnTo>
                  <a:pt x="839978" y="359725"/>
                </a:lnTo>
                <a:lnTo>
                  <a:pt x="833627" y="349938"/>
                </a:lnTo>
                <a:lnTo>
                  <a:pt x="826746" y="340152"/>
                </a:lnTo>
                <a:lnTo>
                  <a:pt x="819866" y="331159"/>
                </a:lnTo>
                <a:lnTo>
                  <a:pt x="811926" y="322165"/>
                </a:lnTo>
                <a:lnTo>
                  <a:pt x="803987" y="313966"/>
                </a:lnTo>
                <a:lnTo>
                  <a:pt x="795518" y="305766"/>
                </a:lnTo>
                <a:lnTo>
                  <a:pt x="786785" y="298360"/>
                </a:lnTo>
                <a:lnTo>
                  <a:pt x="777523" y="291219"/>
                </a:lnTo>
                <a:lnTo>
                  <a:pt x="767995" y="284077"/>
                </a:lnTo>
                <a:lnTo>
                  <a:pt x="758204" y="277993"/>
                </a:lnTo>
                <a:lnTo>
                  <a:pt x="748147" y="272174"/>
                </a:lnTo>
                <a:lnTo>
                  <a:pt x="737561" y="266620"/>
                </a:lnTo>
                <a:lnTo>
                  <a:pt x="726976" y="261859"/>
                </a:lnTo>
                <a:lnTo>
                  <a:pt x="715861" y="257627"/>
                </a:lnTo>
                <a:lnTo>
                  <a:pt x="704746" y="253659"/>
                </a:lnTo>
                <a:lnTo>
                  <a:pt x="693101" y="250221"/>
                </a:lnTo>
                <a:lnTo>
                  <a:pt x="681192" y="247575"/>
                </a:lnTo>
                <a:lnTo>
                  <a:pt x="669283" y="245459"/>
                </a:lnTo>
                <a:lnTo>
                  <a:pt x="657110" y="243872"/>
                </a:lnTo>
                <a:lnTo>
                  <a:pt x="644672" y="243079"/>
                </a:lnTo>
                <a:lnTo>
                  <a:pt x="632233" y="242814"/>
                </a:lnTo>
                <a:close/>
                <a:moveTo>
                  <a:pt x="291902" y="0"/>
                </a:moveTo>
                <a:lnTo>
                  <a:pt x="389026" y="0"/>
                </a:lnTo>
                <a:lnTo>
                  <a:pt x="394054" y="265"/>
                </a:lnTo>
                <a:lnTo>
                  <a:pt x="398818" y="529"/>
                </a:lnTo>
                <a:lnTo>
                  <a:pt x="403846" y="1058"/>
                </a:lnTo>
                <a:lnTo>
                  <a:pt x="408610" y="1852"/>
                </a:lnTo>
                <a:lnTo>
                  <a:pt x="413373" y="2910"/>
                </a:lnTo>
                <a:lnTo>
                  <a:pt x="417872" y="4232"/>
                </a:lnTo>
                <a:lnTo>
                  <a:pt x="422636" y="5819"/>
                </a:lnTo>
                <a:lnTo>
                  <a:pt x="426870" y="7406"/>
                </a:lnTo>
                <a:lnTo>
                  <a:pt x="431104" y="9522"/>
                </a:lnTo>
                <a:lnTo>
                  <a:pt x="435339" y="11903"/>
                </a:lnTo>
                <a:lnTo>
                  <a:pt x="439308" y="14019"/>
                </a:lnTo>
                <a:lnTo>
                  <a:pt x="443543" y="16664"/>
                </a:lnTo>
                <a:lnTo>
                  <a:pt x="447248" y="19309"/>
                </a:lnTo>
                <a:lnTo>
                  <a:pt x="450953" y="21954"/>
                </a:lnTo>
                <a:lnTo>
                  <a:pt x="454393" y="25128"/>
                </a:lnTo>
                <a:lnTo>
                  <a:pt x="457569" y="28302"/>
                </a:lnTo>
                <a:lnTo>
                  <a:pt x="461009" y="31741"/>
                </a:lnTo>
                <a:lnTo>
                  <a:pt x="464185" y="35179"/>
                </a:lnTo>
                <a:lnTo>
                  <a:pt x="466831" y="38882"/>
                </a:lnTo>
                <a:lnTo>
                  <a:pt x="469478" y="42585"/>
                </a:lnTo>
                <a:lnTo>
                  <a:pt x="472124" y="46553"/>
                </a:lnTo>
                <a:lnTo>
                  <a:pt x="474241" y="50785"/>
                </a:lnTo>
                <a:lnTo>
                  <a:pt x="476358" y="55017"/>
                </a:lnTo>
                <a:lnTo>
                  <a:pt x="478476" y="59249"/>
                </a:lnTo>
                <a:lnTo>
                  <a:pt x="480328" y="63481"/>
                </a:lnTo>
                <a:lnTo>
                  <a:pt x="481916" y="68242"/>
                </a:lnTo>
                <a:lnTo>
                  <a:pt x="483239" y="72739"/>
                </a:lnTo>
                <a:lnTo>
                  <a:pt x="484298" y="77500"/>
                </a:lnTo>
                <a:lnTo>
                  <a:pt x="485092" y="82261"/>
                </a:lnTo>
                <a:lnTo>
                  <a:pt x="485621" y="87286"/>
                </a:lnTo>
                <a:lnTo>
                  <a:pt x="486150" y="92047"/>
                </a:lnTo>
                <a:lnTo>
                  <a:pt x="486150" y="97073"/>
                </a:lnTo>
                <a:lnTo>
                  <a:pt x="1069689" y="97073"/>
                </a:lnTo>
                <a:lnTo>
                  <a:pt x="1074717" y="97073"/>
                </a:lnTo>
                <a:lnTo>
                  <a:pt x="1079745" y="97602"/>
                </a:lnTo>
                <a:lnTo>
                  <a:pt x="1084509" y="98131"/>
                </a:lnTo>
                <a:lnTo>
                  <a:pt x="1089273" y="98925"/>
                </a:lnTo>
                <a:lnTo>
                  <a:pt x="1093772" y="99983"/>
                </a:lnTo>
                <a:lnTo>
                  <a:pt x="1098535" y="101305"/>
                </a:lnTo>
                <a:lnTo>
                  <a:pt x="1103034" y="102892"/>
                </a:lnTo>
                <a:lnTo>
                  <a:pt x="1107533" y="104744"/>
                </a:lnTo>
                <a:lnTo>
                  <a:pt x="1111767" y="106595"/>
                </a:lnTo>
                <a:lnTo>
                  <a:pt x="1115737" y="108711"/>
                </a:lnTo>
                <a:lnTo>
                  <a:pt x="1119971" y="111092"/>
                </a:lnTo>
                <a:lnTo>
                  <a:pt x="1123941" y="113737"/>
                </a:lnTo>
                <a:lnTo>
                  <a:pt x="1127646" y="116382"/>
                </a:lnTo>
                <a:lnTo>
                  <a:pt x="1131351" y="119027"/>
                </a:lnTo>
                <a:lnTo>
                  <a:pt x="1134791" y="122201"/>
                </a:lnTo>
                <a:lnTo>
                  <a:pt x="1138496" y="125639"/>
                </a:lnTo>
                <a:lnTo>
                  <a:pt x="1141672" y="128813"/>
                </a:lnTo>
                <a:lnTo>
                  <a:pt x="1144583" y="132252"/>
                </a:lnTo>
                <a:lnTo>
                  <a:pt x="1147494" y="135955"/>
                </a:lnTo>
                <a:lnTo>
                  <a:pt x="1150141" y="139658"/>
                </a:lnTo>
                <a:lnTo>
                  <a:pt x="1152522" y="143890"/>
                </a:lnTo>
                <a:lnTo>
                  <a:pt x="1155169" y="147858"/>
                </a:lnTo>
                <a:lnTo>
                  <a:pt x="1157286" y="152090"/>
                </a:lnTo>
                <a:lnTo>
                  <a:pt x="1159139" y="156322"/>
                </a:lnTo>
                <a:lnTo>
                  <a:pt x="1160991" y="160818"/>
                </a:lnTo>
                <a:lnTo>
                  <a:pt x="1162579" y="165315"/>
                </a:lnTo>
                <a:lnTo>
                  <a:pt x="1163902" y="169811"/>
                </a:lnTo>
                <a:lnTo>
                  <a:pt x="1164961" y="174573"/>
                </a:lnTo>
                <a:lnTo>
                  <a:pt x="1165755" y="179334"/>
                </a:lnTo>
                <a:lnTo>
                  <a:pt x="1166284" y="184359"/>
                </a:lnTo>
                <a:lnTo>
                  <a:pt x="1166813" y="189120"/>
                </a:lnTo>
                <a:lnTo>
                  <a:pt x="1166813" y="194146"/>
                </a:lnTo>
                <a:lnTo>
                  <a:pt x="1166813" y="777111"/>
                </a:lnTo>
                <a:lnTo>
                  <a:pt x="1166813" y="782137"/>
                </a:lnTo>
                <a:lnTo>
                  <a:pt x="1166284" y="786898"/>
                </a:lnTo>
                <a:lnTo>
                  <a:pt x="1165755" y="791924"/>
                </a:lnTo>
                <a:lnTo>
                  <a:pt x="1164961" y="796949"/>
                </a:lnTo>
                <a:lnTo>
                  <a:pt x="1163902" y="801446"/>
                </a:lnTo>
                <a:lnTo>
                  <a:pt x="1162579" y="805942"/>
                </a:lnTo>
                <a:lnTo>
                  <a:pt x="1160991" y="810439"/>
                </a:lnTo>
                <a:lnTo>
                  <a:pt x="1159139" y="815200"/>
                </a:lnTo>
                <a:lnTo>
                  <a:pt x="1157286" y="819432"/>
                </a:lnTo>
                <a:lnTo>
                  <a:pt x="1155169" y="823400"/>
                </a:lnTo>
                <a:lnTo>
                  <a:pt x="1152522" y="827632"/>
                </a:lnTo>
                <a:lnTo>
                  <a:pt x="1150141" y="831335"/>
                </a:lnTo>
                <a:lnTo>
                  <a:pt x="1147494" y="835567"/>
                </a:lnTo>
                <a:lnTo>
                  <a:pt x="1144583" y="839005"/>
                </a:lnTo>
                <a:lnTo>
                  <a:pt x="1141672" y="842708"/>
                </a:lnTo>
                <a:lnTo>
                  <a:pt x="1138496" y="845882"/>
                </a:lnTo>
                <a:lnTo>
                  <a:pt x="1134791" y="849056"/>
                </a:lnTo>
                <a:lnTo>
                  <a:pt x="1131351" y="852495"/>
                </a:lnTo>
                <a:lnTo>
                  <a:pt x="1127646" y="855140"/>
                </a:lnTo>
                <a:lnTo>
                  <a:pt x="1123941" y="858049"/>
                </a:lnTo>
                <a:lnTo>
                  <a:pt x="1119971" y="860430"/>
                </a:lnTo>
                <a:lnTo>
                  <a:pt x="1115737" y="862811"/>
                </a:lnTo>
                <a:lnTo>
                  <a:pt x="1111767" y="864927"/>
                </a:lnTo>
                <a:lnTo>
                  <a:pt x="1107533" y="866778"/>
                </a:lnTo>
                <a:lnTo>
                  <a:pt x="1103034" y="868630"/>
                </a:lnTo>
                <a:lnTo>
                  <a:pt x="1098535" y="870217"/>
                </a:lnTo>
                <a:lnTo>
                  <a:pt x="1093772" y="871539"/>
                </a:lnTo>
                <a:lnTo>
                  <a:pt x="1089273" y="872597"/>
                </a:lnTo>
                <a:lnTo>
                  <a:pt x="1084509" y="873655"/>
                </a:lnTo>
                <a:lnTo>
                  <a:pt x="1079745" y="874184"/>
                </a:lnTo>
                <a:lnTo>
                  <a:pt x="1074717" y="874449"/>
                </a:lnTo>
                <a:lnTo>
                  <a:pt x="1069689" y="874713"/>
                </a:lnTo>
                <a:lnTo>
                  <a:pt x="97124" y="874713"/>
                </a:lnTo>
                <a:lnTo>
                  <a:pt x="92361" y="874449"/>
                </a:lnTo>
                <a:lnTo>
                  <a:pt x="87332" y="874184"/>
                </a:lnTo>
                <a:lnTo>
                  <a:pt x="82304" y="873655"/>
                </a:lnTo>
                <a:lnTo>
                  <a:pt x="77541" y="872597"/>
                </a:lnTo>
                <a:lnTo>
                  <a:pt x="73042" y="871539"/>
                </a:lnTo>
                <a:lnTo>
                  <a:pt x="68543" y="870217"/>
                </a:lnTo>
                <a:lnTo>
                  <a:pt x="63779" y="868630"/>
                </a:lnTo>
                <a:lnTo>
                  <a:pt x="59545" y="866778"/>
                </a:lnTo>
                <a:lnTo>
                  <a:pt x="55311" y="864927"/>
                </a:lnTo>
                <a:lnTo>
                  <a:pt x="51076" y="862811"/>
                </a:lnTo>
                <a:lnTo>
                  <a:pt x="47107" y="860430"/>
                </a:lnTo>
                <a:lnTo>
                  <a:pt x="42872" y="858049"/>
                </a:lnTo>
                <a:lnTo>
                  <a:pt x="39167" y="855140"/>
                </a:lnTo>
                <a:lnTo>
                  <a:pt x="35462" y="852495"/>
                </a:lnTo>
                <a:lnTo>
                  <a:pt x="32022" y="849056"/>
                </a:lnTo>
                <a:lnTo>
                  <a:pt x="28846" y="845882"/>
                </a:lnTo>
                <a:lnTo>
                  <a:pt x="25406" y="842708"/>
                </a:lnTo>
                <a:lnTo>
                  <a:pt x="22230" y="839005"/>
                </a:lnTo>
                <a:lnTo>
                  <a:pt x="19319" y="835567"/>
                </a:lnTo>
                <a:lnTo>
                  <a:pt x="16673" y="831335"/>
                </a:lnTo>
                <a:lnTo>
                  <a:pt x="14291" y="827632"/>
                </a:lnTo>
                <a:lnTo>
                  <a:pt x="11909" y="823400"/>
                </a:lnTo>
                <a:lnTo>
                  <a:pt x="9792" y="819432"/>
                </a:lnTo>
                <a:lnTo>
                  <a:pt x="7675" y="815200"/>
                </a:lnTo>
                <a:lnTo>
                  <a:pt x="5822" y="810439"/>
                </a:lnTo>
                <a:lnTo>
                  <a:pt x="4499" y="805942"/>
                </a:lnTo>
                <a:lnTo>
                  <a:pt x="3176" y="801446"/>
                </a:lnTo>
                <a:lnTo>
                  <a:pt x="2117" y="796949"/>
                </a:lnTo>
                <a:lnTo>
                  <a:pt x="1059" y="791924"/>
                </a:lnTo>
                <a:lnTo>
                  <a:pt x="529" y="786898"/>
                </a:lnTo>
                <a:lnTo>
                  <a:pt x="265" y="782137"/>
                </a:lnTo>
                <a:lnTo>
                  <a:pt x="40" y="777875"/>
                </a:lnTo>
                <a:lnTo>
                  <a:pt x="0" y="777875"/>
                </a:lnTo>
                <a:lnTo>
                  <a:pt x="0" y="777111"/>
                </a:lnTo>
                <a:lnTo>
                  <a:pt x="0" y="194146"/>
                </a:lnTo>
                <a:lnTo>
                  <a:pt x="0" y="193675"/>
                </a:lnTo>
                <a:lnTo>
                  <a:pt x="25" y="193675"/>
                </a:lnTo>
                <a:lnTo>
                  <a:pt x="265" y="189120"/>
                </a:lnTo>
                <a:lnTo>
                  <a:pt x="529" y="184359"/>
                </a:lnTo>
                <a:lnTo>
                  <a:pt x="1059" y="179334"/>
                </a:lnTo>
                <a:lnTo>
                  <a:pt x="2117" y="174573"/>
                </a:lnTo>
                <a:lnTo>
                  <a:pt x="3176" y="169811"/>
                </a:lnTo>
                <a:lnTo>
                  <a:pt x="4499" y="165315"/>
                </a:lnTo>
                <a:lnTo>
                  <a:pt x="5822" y="160818"/>
                </a:lnTo>
                <a:lnTo>
                  <a:pt x="7675" y="156322"/>
                </a:lnTo>
                <a:lnTo>
                  <a:pt x="9792" y="152090"/>
                </a:lnTo>
                <a:lnTo>
                  <a:pt x="11909" y="147858"/>
                </a:lnTo>
                <a:lnTo>
                  <a:pt x="14291" y="143890"/>
                </a:lnTo>
                <a:lnTo>
                  <a:pt x="16673" y="139658"/>
                </a:lnTo>
                <a:lnTo>
                  <a:pt x="19319" y="135955"/>
                </a:lnTo>
                <a:lnTo>
                  <a:pt x="22230" y="132252"/>
                </a:lnTo>
                <a:lnTo>
                  <a:pt x="25406" y="128813"/>
                </a:lnTo>
                <a:lnTo>
                  <a:pt x="28846" y="125639"/>
                </a:lnTo>
                <a:lnTo>
                  <a:pt x="32022" y="122201"/>
                </a:lnTo>
                <a:lnTo>
                  <a:pt x="35462" y="119027"/>
                </a:lnTo>
                <a:lnTo>
                  <a:pt x="39167" y="116382"/>
                </a:lnTo>
                <a:lnTo>
                  <a:pt x="42872" y="113737"/>
                </a:lnTo>
                <a:lnTo>
                  <a:pt x="47107" y="111092"/>
                </a:lnTo>
                <a:lnTo>
                  <a:pt x="51076" y="108711"/>
                </a:lnTo>
                <a:lnTo>
                  <a:pt x="55311" y="106595"/>
                </a:lnTo>
                <a:lnTo>
                  <a:pt x="59545" y="104744"/>
                </a:lnTo>
                <a:lnTo>
                  <a:pt x="63779" y="102892"/>
                </a:lnTo>
                <a:lnTo>
                  <a:pt x="68543" y="101305"/>
                </a:lnTo>
                <a:lnTo>
                  <a:pt x="73042" y="99983"/>
                </a:lnTo>
                <a:lnTo>
                  <a:pt x="77541" y="98925"/>
                </a:lnTo>
                <a:lnTo>
                  <a:pt x="82304" y="98131"/>
                </a:lnTo>
                <a:lnTo>
                  <a:pt x="87332" y="97602"/>
                </a:lnTo>
                <a:lnTo>
                  <a:pt x="92361" y="97073"/>
                </a:lnTo>
                <a:lnTo>
                  <a:pt x="97124" y="97073"/>
                </a:lnTo>
                <a:lnTo>
                  <a:pt x="194513" y="97073"/>
                </a:lnTo>
                <a:lnTo>
                  <a:pt x="194778" y="92047"/>
                </a:lnTo>
                <a:lnTo>
                  <a:pt x="195042" y="87286"/>
                </a:lnTo>
                <a:lnTo>
                  <a:pt x="195836" y="82261"/>
                </a:lnTo>
                <a:lnTo>
                  <a:pt x="196630" y="77500"/>
                </a:lnTo>
                <a:lnTo>
                  <a:pt x="197953" y="72739"/>
                </a:lnTo>
                <a:lnTo>
                  <a:pt x="199277" y="68242"/>
                </a:lnTo>
                <a:lnTo>
                  <a:pt x="200600" y="63481"/>
                </a:lnTo>
                <a:lnTo>
                  <a:pt x="202452" y="59249"/>
                </a:lnTo>
                <a:lnTo>
                  <a:pt x="204305" y="55017"/>
                </a:lnTo>
                <a:lnTo>
                  <a:pt x="206422" y="50785"/>
                </a:lnTo>
                <a:lnTo>
                  <a:pt x="208804" y="46553"/>
                </a:lnTo>
                <a:lnTo>
                  <a:pt x="211186" y="42585"/>
                </a:lnTo>
                <a:lnTo>
                  <a:pt x="213832" y="38882"/>
                </a:lnTo>
                <a:lnTo>
                  <a:pt x="217008" y="35179"/>
                </a:lnTo>
                <a:lnTo>
                  <a:pt x="219919" y="31741"/>
                </a:lnTo>
                <a:lnTo>
                  <a:pt x="223095" y="28302"/>
                </a:lnTo>
                <a:lnTo>
                  <a:pt x="226535" y="25128"/>
                </a:lnTo>
                <a:lnTo>
                  <a:pt x="229975" y="21954"/>
                </a:lnTo>
                <a:lnTo>
                  <a:pt x="233680" y="19309"/>
                </a:lnTo>
                <a:lnTo>
                  <a:pt x="237650" y="16664"/>
                </a:lnTo>
                <a:lnTo>
                  <a:pt x="241355" y="14019"/>
                </a:lnTo>
                <a:lnTo>
                  <a:pt x="245589" y="11903"/>
                </a:lnTo>
                <a:lnTo>
                  <a:pt x="249559" y="9522"/>
                </a:lnTo>
                <a:lnTo>
                  <a:pt x="254058" y="7406"/>
                </a:lnTo>
                <a:lnTo>
                  <a:pt x="258557" y="5819"/>
                </a:lnTo>
                <a:lnTo>
                  <a:pt x="262791" y="4232"/>
                </a:lnTo>
                <a:lnTo>
                  <a:pt x="267555" y="2910"/>
                </a:lnTo>
                <a:lnTo>
                  <a:pt x="272054" y="1852"/>
                </a:lnTo>
                <a:lnTo>
                  <a:pt x="277082" y="1058"/>
                </a:lnTo>
                <a:lnTo>
                  <a:pt x="281845" y="529"/>
                </a:lnTo>
                <a:lnTo>
                  <a:pt x="286874" y="265"/>
                </a:lnTo>
                <a:lnTo>
                  <a:pt x="29190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KSO_Shape">
            <a:extLst>
              <a:ext uri="{FF2B5EF4-FFF2-40B4-BE49-F238E27FC236}">
                <a16:creationId xmlns:a16="http://schemas.microsoft.com/office/drawing/2014/main" id="{ED9E19B5-CD1B-4DE8-81BB-7325402262A9}"/>
              </a:ext>
            </a:extLst>
          </p:cNvPr>
          <p:cNvSpPr/>
          <p:nvPr/>
        </p:nvSpPr>
        <p:spPr>
          <a:xfrm>
            <a:off x="6444761" y="682813"/>
            <a:ext cx="779083" cy="598595"/>
          </a:xfrm>
          <a:custGeom>
            <a:avLst/>
            <a:gdLst/>
            <a:ahLst/>
            <a:cxnLst/>
            <a:rect l="l" t="t" r="r" b="b"/>
            <a:pathLst>
              <a:path w="3710374" h="2848566">
                <a:moveTo>
                  <a:pt x="132902" y="1177607"/>
                </a:moveTo>
                <a:cubicBezTo>
                  <a:pt x="206302" y="1177607"/>
                  <a:pt x="265804" y="1237109"/>
                  <a:pt x="265804" y="1310509"/>
                </a:cubicBezTo>
                <a:lnTo>
                  <a:pt x="265804" y="1822976"/>
                </a:lnTo>
                <a:cubicBezTo>
                  <a:pt x="265804" y="1896376"/>
                  <a:pt x="206302" y="1955878"/>
                  <a:pt x="132902" y="1955878"/>
                </a:cubicBezTo>
                <a:cubicBezTo>
                  <a:pt x="59502" y="1955878"/>
                  <a:pt x="0" y="1896376"/>
                  <a:pt x="0" y="1822976"/>
                </a:cubicBezTo>
                <a:lnTo>
                  <a:pt x="0" y="1310509"/>
                </a:lnTo>
                <a:cubicBezTo>
                  <a:pt x="0" y="1237109"/>
                  <a:pt x="59502" y="1177607"/>
                  <a:pt x="132902" y="1177607"/>
                </a:cubicBezTo>
                <a:close/>
                <a:moveTo>
                  <a:pt x="3676647" y="1014899"/>
                </a:moveTo>
                <a:cubicBezTo>
                  <a:pt x="3699953" y="1011726"/>
                  <a:pt x="3709766" y="1038156"/>
                  <a:pt x="3709762" y="1126078"/>
                </a:cubicBezTo>
                <a:lnTo>
                  <a:pt x="3709762" y="2733814"/>
                </a:lnTo>
                <a:cubicBezTo>
                  <a:pt x="3714789" y="2810852"/>
                  <a:pt x="3689665" y="2852720"/>
                  <a:pt x="3604255" y="2784056"/>
                </a:cubicBezTo>
                <a:cubicBezTo>
                  <a:pt x="3539382" y="2731902"/>
                  <a:pt x="3308368" y="2542961"/>
                  <a:pt x="3100502" y="2373078"/>
                </a:cubicBezTo>
                <a:lnTo>
                  <a:pt x="2983265" y="2373078"/>
                </a:lnTo>
                <a:lnTo>
                  <a:pt x="2983265" y="2692091"/>
                </a:lnTo>
                <a:cubicBezTo>
                  <a:pt x="2983265" y="2778510"/>
                  <a:pt x="2913209" y="2848566"/>
                  <a:pt x="2826790" y="2848566"/>
                </a:cubicBezTo>
                <a:lnTo>
                  <a:pt x="542844" y="2848566"/>
                </a:lnTo>
                <a:cubicBezTo>
                  <a:pt x="456425" y="2848566"/>
                  <a:pt x="386369" y="2778510"/>
                  <a:pt x="386369" y="2692091"/>
                </a:cubicBezTo>
                <a:lnTo>
                  <a:pt x="386369" y="1261585"/>
                </a:lnTo>
                <a:cubicBezTo>
                  <a:pt x="386369" y="1175166"/>
                  <a:pt x="456425" y="1105110"/>
                  <a:pt x="542844" y="1105110"/>
                </a:cubicBezTo>
                <a:lnTo>
                  <a:pt x="2826790" y="1105110"/>
                </a:lnTo>
                <a:cubicBezTo>
                  <a:pt x="2913209" y="1105110"/>
                  <a:pt x="2983265" y="1175166"/>
                  <a:pt x="2983265" y="1261585"/>
                </a:cubicBezTo>
                <a:lnTo>
                  <a:pt x="2983265" y="1470870"/>
                </a:lnTo>
                <a:lnTo>
                  <a:pt x="3095401" y="1470870"/>
                </a:lnTo>
                <a:cubicBezTo>
                  <a:pt x="3315877" y="1289257"/>
                  <a:pt x="3568799" y="1079374"/>
                  <a:pt x="3619327" y="1045691"/>
                </a:cubicBezTo>
                <a:cubicBezTo>
                  <a:pt x="3643821" y="1029362"/>
                  <a:pt x="3662662" y="1016802"/>
                  <a:pt x="3676647" y="1014899"/>
                </a:cubicBezTo>
                <a:close/>
                <a:moveTo>
                  <a:pt x="2266043" y="0"/>
                </a:moveTo>
                <a:cubicBezTo>
                  <a:pt x="2555481" y="0"/>
                  <a:pt x="2790117" y="234636"/>
                  <a:pt x="2790117" y="524074"/>
                </a:cubicBezTo>
                <a:cubicBezTo>
                  <a:pt x="2790117" y="813512"/>
                  <a:pt x="2555481" y="1048148"/>
                  <a:pt x="2266043" y="1048148"/>
                </a:cubicBezTo>
                <a:cubicBezTo>
                  <a:pt x="1976605" y="1048148"/>
                  <a:pt x="1741969" y="813512"/>
                  <a:pt x="1741969" y="524074"/>
                </a:cubicBezTo>
                <a:cubicBezTo>
                  <a:pt x="1741969" y="234636"/>
                  <a:pt x="1976605" y="0"/>
                  <a:pt x="2266043" y="0"/>
                </a:cubicBezTo>
                <a:close/>
                <a:moveTo>
                  <a:pt x="1041907" y="0"/>
                </a:moveTo>
                <a:cubicBezTo>
                  <a:pt x="1331345" y="0"/>
                  <a:pt x="1565981" y="234636"/>
                  <a:pt x="1565981" y="524074"/>
                </a:cubicBezTo>
                <a:cubicBezTo>
                  <a:pt x="1565981" y="813512"/>
                  <a:pt x="1331345" y="1048148"/>
                  <a:pt x="1041907" y="1048148"/>
                </a:cubicBezTo>
                <a:cubicBezTo>
                  <a:pt x="752469" y="1048148"/>
                  <a:pt x="517833" y="813512"/>
                  <a:pt x="517833" y="524074"/>
                </a:cubicBezTo>
                <a:cubicBezTo>
                  <a:pt x="517833" y="234636"/>
                  <a:pt x="752469" y="0"/>
                  <a:pt x="1041907" y="0"/>
                </a:cubicBezTo>
                <a:close/>
              </a:path>
            </a:pathLst>
          </a:cu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8" name="KSO_Shape">
            <a:extLst>
              <a:ext uri="{FF2B5EF4-FFF2-40B4-BE49-F238E27FC236}">
                <a16:creationId xmlns:a16="http://schemas.microsoft.com/office/drawing/2014/main" id="{32EF86DC-E428-49FD-A622-B5AD4A3FED1E}"/>
              </a:ext>
            </a:extLst>
          </p:cNvPr>
          <p:cNvSpPr>
            <a:spLocks/>
          </p:cNvSpPr>
          <p:nvPr/>
        </p:nvSpPr>
        <p:spPr bwMode="auto">
          <a:xfrm>
            <a:off x="10812009" y="592569"/>
            <a:ext cx="624565" cy="779083"/>
          </a:xfrm>
          <a:custGeom>
            <a:avLst/>
            <a:gdLst>
              <a:gd name="T0" fmla="*/ 210778133 w 4748"/>
              <a:gd name="T1" fmla="*/ 308783445 h 5920"/>
              <a:gd name="T2" fmla="*/ 189886585 w 4748"/>
              <a:gd name="T3" fmla="*/ 4763144 h 5920"/>
              <a:gd name="T4" fmla="*/ 200022292 w 4748"/>
              <a:gd name="T5" fmla="*/ 18431840 h 5920"/>
              <a:gd name="T6" fmla="*/ 161238223 w 4748"/>
              <a:gd name="T7" fmla="*/ 9837137 h 5920"/>
              <a:gd name="T8" fmla="*/ 176441462 w 4748"/>
              <a:gd name="T9" fmla="*/ 1656899 h 5920"/>
              <a:gd name="T10" fmla="*/ 280382640 w 4748"/>
              <a:gd name="T11" fmla="*/ 42765641 h 5920"/>
              <a:gd name="T12" fmla="*/ 307996910 w 4748"/>
              <a:gd name="T13" fmla="*/ 56952099 h 5920"/>
              <a:gd name="T14" fmla="*/ 325372225 w 4748"/>
              <a:gd name="T15" fmla="*/ 78076039 h 5920"/>
              <a:gd name="T16" fmla="*/ 333956312 w 4748"/>
              <a:gd name="T17" fmla="*/ 108622971 h 5920"/>
              <a:gd name="T18" fmla="*/ 329612483 w 4748"/>
              <a:gd name="T19" fmla="*/ 136891948 h 5920"/>
              <a:gd name="T20" fmla="*/ 313064764 w 4748"/>
              <a:gd name="T21" fmla="*/ 162882970 h 5920"/>
              <a:gd name="T22" fmla="*/ 290207959 w 4748"/>
              <a:gd name="T23" fmla="*/ 178208245 h 5920"/>
              <a:gd name="T24" fmla="*/ 262386870 w 4748"/>
              <a:gd name="T25" fmla="*/ 184006910 h 5920"/>
              <a:gd name="T26" fmla="*/ 231359615 w 4748"/>
              <a:gd name="T27" fmla="*/ 176758257 h 5920"/>
              <a:gd name="T28" fmla="*/ 209433653 w 4748"/>
              <a:gd name="T29" fmla="*/ 160397782 h 5920"/>
              <a:gd name="T30" fmla="*/ 194023595 w 4748"/>
              <a:gd name="T31" fmla="*/ 133578471 h 5920"/>
              <a:gd name="T32" fmla="*/ 191231065 w 4748"/>
              <a:gd name="T33" fmla="*/ 104895350 h 5920"/>
              <a:gd name="T34" fmla="*/ 201159954 w 4748"/>
              <a:gd name="T35" fmla="*/ 75073090 h 5920"/>
              <a:gd name="T36" fmla="*/ 219569360 w 4748"/>
              <a:gd name="T37" fmla="*/ 54777438 h 5920"/>
              <a:gd name="T38" fmla="*/ 248010904 w 4748"/>
              <a:gd name="T39" fmla="*/ 42040969 h 5920"/>
              <a:gd name="T40" fmla="*/ 249769021 w 4748"/>
              <a:gd name="T41" fmla="*/ 75694467 h 5920"/>
              <a:gd name="T42" fmla="*/ 232394028 w 4748"/>
              <a:gd name="T43" fmla="*/ 80147083 h 5920"/>
              <a:gd name="T44" fmla="*/ 221534296 w 4748"/>
              <a:gd name="T45" fmla="*/ 95990118 h 5920"/>
              <a:gd name="T46" fmla="*/ 223085594 w 4748"/>
              <a:gd name="T47" fmla="*/ 114836103 h 5920"/>
              <a:gd name="T48" fmla="*/ 231670003 w 4748"/>
              <a:gd name="T49" fmla="*/ 121463057 h 5920"/>
              <a:gd name="T50" fmla="*/ 239633635 w 4748"/>
              <a:gd name="T51" fmla="*/ 118149580 h 5920"/>
              <a:gd name="T52" fmla="*/ 253802783 w 4748"/>
              <a:gd name="T53" fmla="*/ 94850980 h 5920"/>
              <a:gd name="T54" fmla="*/ 257422586 w 4748"/>
              <a:gd name="T55" fmla="*/ 81803982 h 5920"/>
              <a:gd name="T56" fmla="*/ 253285576 w 4748"/>
              <a:gd name="T57" fmla="*/ 77144133 h 5920"/>
              <a:gd name="T58" fmla="*/ 283692377 w 4748"/>
              <a:gd name="T59" fmla="*/ 68135285 h 5920"/>
              <a:gd name="T60" fmla="*/ 262386870 w 4748"/>
              <a:gd name="T61" fmla="*/ 63268525 h 5920"/>
              <a:gd name="T62" fmla="*/ 243357009 w 4748"/>
              <a:gd name="T63" fmla="*/ 67099764 h 5920"/>
              <a:gd name="T64" fmla="*/ 227843381 w 4748"/>
              <a:gd name="T65" fmla="*/ 77558278 h 5920"/>
              <a:gd name="T66" fmla="*/ 216466442 w 4748"/>
              <a:gd name="T67" fmla="*/ 95368741 h 5920"/>
              <a:gd name="T68" fmla="*/ 213674233 w 4748"/>
              <a:gd name="T69" fmla="*/ 114732486 h 5920"/>
              <a:gd name="T70" fmla="*/ 219465790 w 4748"/>
              <a:gd name="T71" fmla="*/ 135545899 h 5920"/>
              <a:gd name="T72" fmla="*/ 231359615 w 4748"/>
              <a:gd name="T73" fmla="*/ 150042563 h 5920"/>
              <a:gd name="T74" fmla="*/ 250182979 w 4748"/>
              <a:gd name="T75" fmla="*/ 159569171 h 5920"/>
              <a:gd name="T76" fmla="*/ 269936866 w 4748"/>
              <a:gd name="T77" fmla="*/ 160604693 h 5920"/>
              <a:gd name="T78" fmla="*/ 289794322 w 4748"/>
              <a:gd name="T79" fmla="*/ 152838601 h 5920"/>
              <a:gd name="T80" fmla="*/ 303032626 w 4748"/>
              <a:gd name="T81" fmla="*/ 139687665 h 5920"/>
              <a:gd name="T82" fmla="*/ 310685870 w 4748"/>
              <a:gd name="T83" fmla="*/ 119702863 h 5920"/>
              <a:gd name="T84" fmla="*/ 309755027 w 4748"/>
              <a:gd name="T85" fmla="*/ 100028590 h 5920"/>
              <a:gd name="T86" fmla="*/ 300136526 w 4748"/>
              <a:gd name="T87" fmla="*/ 81182605 h 5920"/>
              <a:gd name="T88" fmla="*/ 153171021 w 4748"/>
              <a:gd name="T89" fmla="*/ 30132788 h 5920"/>
              <a:gd name="T90" fmla="*/ 136933368 w 4748"/>
              <a:gd name="T91" fmla="*/ 37898881 h 5920"/>
              <a:gd name="T92" fmla="*/ 129073306 w 4748"/>
              <a:gd name="T93" fmla="*/ 54259677 h 5920"/>
              <a:gd name="T94" fmla="*/ 129797331 w 4748"/>
              <a:gd name="T95" fmla="*/ 178932917 h 5920"/>
              <a:gd name="T96" fmla="*/ 143138883 w 4748"/>
              <a:gd name="T97" fmla="*/ 196018386 h 5920"/>
              <a:gd name="T98" fmla="*/ 330853715 w 4748"/>
              <a:gd name="T99" fmla="*/ 199124952 h 5920"/>
              <a:gd name="T100" fmla="*/ 343781631 w 4748"/>
              <a:gd name="T101" fmla="*/ 196018386 h 5920"/>
              <a:gd name="T102" fmla="*/ 357019935 w 4748"/>
              <a:gd name="T103" fmla="*/ 178932917 h 5920"/>
              <a:gd name="T104" fmla="*/ 357743960 w 4748"/>
              <a:gd name="T105" fmla="*/ 54259677 h 5920"/>
              <a:gd name="T106" fmla="*/ 349987146 w 4748"/>
              <a:gd name="T107" fmla="*/ 37898881 h 5920"/>
              <a:gd name="T108" fmla="*/ 333645924 w 4748"/>
              <a:gd name="T109" fmla="*/ 30132788 h 5920"/>
              <a:gd name="T110" fmla="*/ 28545114 w 4748"/>
              <a:gd name="T111" fmla="*/ 576561765 h 5920"/>
              <a:gd name="T112" fmla="*/ 361984219 w 4748"/>
              <a:gd name="T113" fmla="*/ 455926997 h 592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748" h="5920">
                <a:moveTo>
                  <a:pt x="2038" y="2982"/>
                </a:moveTo>
                <a:lnTo>
                  <a:pt x="2697" y="2982"/>
                </a:lnTo>
                <a:lnTo>
                  <a:pt x="2639" y="4391"/>
                </a:lnTo>
                <a:lnTo>
                  <a:pt x="2506" y="4391"/>
                </a:lnTo>
                <a:lnTo>
                  <a:pt x="2474" y="5581"/>
                </a:lnTo>
                <a:lnTo>
                  <a:pt x="2259" y="5581"/>
                </a:lnTo>
                <a:lnTo>
                  <a:pt x="2227" y="4391"/>
                </a:lnTo>
                <a:lnTo>
                  <a:pt x="2094" y="4391"/>
                </a:lnTo>
                <a:lnTo>
                  <a:pt x="2038" y="2982"/>
                </a:lnTo>
                <a:close/>
                <a:moveTo>
                  <a:pt x="1725" y="15"/>
                </a:moveTo>
                <a:lnTo>
                  <a:pt x="1725" y="15"/>
                </a:lnTo>
                <a:lnTo>
                  <a:pt x="1745" y="16"/>
                </a:lnTo>
                <a:lnTo>
                  <a:pt x="1765" y="18"/>
                </a:lnTo>
                <a:lnTo>
                  <a:pt x="1784" y="24"/>
                </a:lnTo>
                <a:lnTo>
                  <a:pt x="1802" y="29"/>
                </a:lnTo>
                <a:lnTo>
                  <a:pt x="1819" y="36"/>
                </a:lnTo>
                <a:lnTo>
                  <a:pt x="1836" y="46"/>
                </a:lnTo>
                <a:lnTo>
                  <a:pt x="1852" y="56"/>
                </a:lnTo>
                <a:lnTo>
                  <a:pt x="1866" y="67"/>
                </a:lnTo>
                <a:lnTo>
                  <a:pt x="1879" y="80"/>
                </a:lnTo>
                <a:lnTo>
                  <a:pt x="1892" y="95"/>
                </a:lnTo>
                <a:lnTo>
                  <a:pt x="1903" y="110"/>
                </a:lnTo>
                <a:lnTo>
                  <a:pt x="1912" y="126"/>
                </a:lnTo>
                <a:lnTo>
                  <a:pt x="1921" y="143"/>
                </a:lnTo>
                <a:lnTo>
                  <a:pt x="1928" y="160"/>
                </a:lnTo>
                <a:lnTo>
                  <a:pt x="1934" y="178"/>
                </a:lnTo>
                <a:lnTo>
                  <a:pt x="1937" y="197"/>
                </a:lnTo>
                <a:lnTo>
                  <a:pt x="1514" y="197"/>
                </a:lnTo>
                <a:lnTo>
                  <a:pt x="1518" y="178"/>
                </a:lnTo>
                <a:lnTo>
                  <a:pt x="1523" y="160"/>
                </a:lnTo>
                <a:lnTo>
                  <a:pt x="1529" y="143"/>
                </a:lnTo>
                <a:lnTo>
                  <a:pt x="1538" y="126"/>
                </a:lnTo>
                <a:lnTo>
                  <a:pt x="1548" y="110"/>
                </a:lnTo>
                <a:lnTo>
                  <a:pt x="1559" y="95"/>
                </a:lnTo>
                <a:lnTo>
                  <a:pt x="1572" y="80"/>
                </a:lnTo>
                <a:lnTo>
                  <a:pt x="1585" y="67"/>
                </a:lnTo>
                <a:lnTo>
                  <a:pt x="1600" y="56"/>
                </a:lnTo>
                <a:lnTo>
                  <a:pt x="1616" y="46"/>
                </a:lnTo>
                <a:lnTo>
                  <a:pt x="1631" y="36"/>
                </a:lnTo>
                <a:lnTo>
                  <a:pt x="1650" y="29"/>
                </a:lnTo>
                <a:lnTo>
                  <a:pt x="1668" y="24"/>
                </a:lnTo>
                <a:lnTo>
                  <a:pt x="1686" y="18"/>
                </a:lnTo>
                <a:lnTo>
                  <a:pt x="1706" y="16"/>
                </a:lnTo>
                <a:lnTo>
                  <a:pt x="1725" y="15"/>
                </a:lnTo>
                <a:close/>
                <a:moveTo>
                  <a:pt x="2537" y="392"/>
                </a:moveTo>
                <a:lnTo>
                  <a:pt x="2537" y="392"/>
                </a:lnTo>
                <a:lnTo>
                  <a:pt x="2573" y="393"/>
                </a:lnTo>
                <a:lnTo>
                  <a:pt x="2608" y="395"/>
                </a:lnTo>
                <a:lnTo>
                  <a:pt x="2643" y="399"/>
                </a:lnTo>
                <a:lnTo>
                  <a:pt x="2677" y="406"/>
                </a:lnTo>
                <a:lnTo>
                  <a:pt x="2711" y="413"/>
                </a:lnTo>
                <a:lnTo>
                  <a:pt x="2744" y="423"/>
                </a:lnTo>
                <a:lnTo>
                  <a:pt x="2776" y="433"/>
                </a:lnTo>
                <a:lnTo>
                  <a:pt x="2806" y="446"/>
                </a:lnTo>
                <a:lnTo>
                  <a:pt x="2837" y="460"/>
                </a:lnTo>
                <a:lnTo>
                  <a:pt x="2867" y="475"/>
                </a:lnTo>
                <a:lnTo>
                  <a:pt x="2896" y="492"/>
                </a:lnTo>
                <a:lnTo>
                  <a:pt x="2925" y="510"/>
                </a:lnTo>
                <a:lnTo>
                  <a:pt x="2951" y="529"/>
                </a:lnTo>
                <a:lnTo>
                  <a:pt x="2978" y="550"/>
                </a:lnTo>
                <a:lnTo>
                  <a:pt x="3002" y="572"/>
                </a:lnTo>
                <a:lnTo>
                  <a:pt x="3027" y="594"/>
                </a:lnTo>
                <a:lnTo>
                  <a:pt x="3050" y="619"/>
                </a:lnTo>
                <a:lnTo>
                  <a:pt x="3071" y="644"/>
                </a:lnTo>
                <a:lnTo>
                  <a:pt x="3092" y="670"/>
                </a:lnTo>
                <a:lnTo>
                  <a:pt x="3111" y="697"/>
                </a:lnTo>
                <a:lnTo>
                  <a:pt x="3129" y="725"/>
                </a:lnTo>
                <a:lnTo>
                  <a:pt x="3146" y="754"/>
                </a:lnTo>
                <a:lnTo>
                  <a:pt x="3161" y="784"/>
                </a:lnTo>
                <a:lnTo>
                  <a:pt x="3175" y="814"/>
                </a:lnTo>
                <a:lnTo>
                  <a:pt x="3187" y="846"/>
                </a:lnTo>
                <a:lnTo>
                  <a:pt x="3198" y="878"/>
                </a:lnTo>
                <a:lnTo>
                  <a:pt x="3208" y="911"/>
                </a:lnTo>
                <a:lnTo>
                  <a:pt x="3215" y="944"/>
                </a:lnTo>
                <a:lnTo>
                  <a:pt x="3221" y="978"/>
                </a:lnTo>
                <a:lnTo>
                  <a:pt x="3226" y="1013"/>
                </a:lnTo>
                <a:lnTo>
                  <a:pt x="3229" y="1049"/>
                </a:lnTo>
                <a:lnTo>
                  <a:pt x="3229" y="1084"/>
                </a:lnTo>
                <a:lnTo>
                  <a:pt x="3229" y="1120"/>
                </a:lnTo>
                <a:lnTo>
                  <a:pt x="3226" y="1155"/>
                </a:lnTo>
                <a:lnTo>
                  <a:pt x="3221" y="1189"/>
                </a:lnTo>
                <a:lnTo>
                  <a:pt x="3215" y="1223"/>
                </a:lnTo>
                <a:lnTo>
                  <a:pt x="3208" y="1257"/>
                </a:lnTo>
                <a:lnTo>
                  <a:pt x="3198" y="1290"/>
                </a:lnTo>
                <a:lnTo>
                  <a:pt x="3187" y="1322"/>
                </a:lnTo>
                <a:lnTo>
                  <a:pt x="3175" y="1353"/>
                </a:lnTo>
                <a:lnTo>
                  <a:pt x="3161" y="1384"/>
                </a:lnTo>
                <a:lnTo>
                  <a:pt x="3146" y="1414"/>
                </a:lnTo>
                <a:lnTo>
                  <a:pt x="3129" y="1442"/>
                </a:lnTo>
                <a:lnTo>
                  <a:pt x="3111" y="1471"/>
                </a:lnTo>
                <a:lnTo>
                  <a:pt x="3092" y="1498"/>
                </a:lnTo>
                <a:lnTo>
                  <a:pt x="3071" y="1524"/>
                </a:lnTo>
                <a:lnTo>
                  <a:pt x="3050" y="1549"/>
                </a:lnTo>
                <a:lnTo>
                  <a:pt x="3027" y="1573"/>
                </a:lnTo>
                <a:lnTo>
                  <a:pt x="3002" y="1597"/>
                </a:lnTo>
                <a:lnTo>
                  <a:pt x="2978" y="1618"/>
                </a:lnTo>
                <a:lnTo>
                  <a:pt x="2951" y="1638"/>
                </a:lnTo>
                <a:lnTo>
                  <a:pt x="2925" y="1657"/>
                </a:lnTo>
                <a:lnTo>
                  <a:pt x="2896" y="1675"/>
                </a:lnTo>
                <a:lnTo>
                  <a:pt x="2867" y="1693"/>
                </a:lnTo>
                <a:lnTo>
                  <a:pt x="2837" y="1707"/>
                </a:lnTo>
                <a:lnTo>
                  <a:pt x="2806" y="1721"/>
                </a:lnTo>
                <a:lnTo>
                  <a:pt x="2776" y="1734"/>
                </a:lnTo>
                <a:lnTo>
                  <a:pt x="2744" y="1745"/>
                </a:lnTo>
                <a:lnTo>
                  <a:pt x="2711" y="1754"/>
                </a:lnTo>
                <a:lnTo>
                  <a:pt x="2677" y="1762"/>
                </a:lnTo>
                <a:lnTo>
                  <a:pt x="2643" y="1768"/>
                </a:lnTo>
                <a:lnTo>
                  <a:pt x="2608" y="1772"/>
                </a:lnTo>
                <a:lnTo>
                  <a:pt x="2573" y="1776"/>
                </a:lnTo>
                <a:lnTo>
                  <a:pt x="2537" y="1777"/>
                </a:lnTo>
                <a:lnTo>
                  <a:pt x="2502" y="1776"/>
                </a:lnTo>
                <a:lnTo>
                  <a:pt x="2467" y="1772"/>
                </a:lnTo>
                <a:lnTo>
                  <a:pt x="2432" y="1768"/>
                </a:lnTo>
                <a:lnTo>
                  <a:pt x="2398" y="1762"/>
                </a:lnTo>
                <a:lnTo>
                  <a:pt x="2365" y="1754"/>
                </a:lnTo>
                <a:lnTo>
                  <a:pt x="2332" y="1745"/>
                </a:lnTo>
                <a:lnTo>
                  <a:pt x="2300" y="1734"/>
                </a:lnTo>
                <a:lnTo>
                  <a:pt x="2268" y="1721"/>
                </a:lnTo>
                <a:lnTo>
                  <a:pt x="2237" y="1707"/>
                </a:lnTo>
                <a:lnTo>
                  <a:pt x="2207" y="1693"/>
                </a:lnTo>
                <a:lnTo>
                  <a:pt x="2178" y="1675"/>
                </a:lnTo>
                <a:lnTo>
                  <a:pt x="2151" y="1657"/>
                </a:lnTo>
                <a:lnTo>
                  <a:pt x="2123" y="1638"/>
                </a:lnTo>
                <a:lnTo>
                  <a:pt x="2098" y="1618"/>
                </a:lnTo>
                <a:lnTo>
                  <a:pt x="2072" y="1597"/>
                </a:lnTo>
                <a:lnTo>
                  <a:pt x="2049" y="1573"/>
                </a:lnTo>
                <a:lnTo>
                  <a:pt x="2025" y="1549"/>
                </a:lnTo>
                <a:lnTo>
                  <a:pt x="2004" y="1524"/>
                </a:lnTo>
                <a:lnTo>
                  <a:pt x="1983" y="1498"/>
                </a:lnTo>
                <a:lnTo>
                  <a:pt x="1964" y="1471"/>
                </a:lnTo>
                <a:lnTo>
                  <a:pt x="1945" y="1442"/>
                </a:lnTo>
                <a:lnTo>
                  <a:pt x="1929" y="1414"/>
                </a:lnTo>
                <a:lnTo>
                  <a:pt x="1914" y="1384"/>
                </a:lnTo>
                <a:lnTo>
                  <a:pt x="1900" y="1353"/>
                </a:lnTo>
                <a:lnTo>
                  <a:pt x="1887" y="1322"/>
                </a:lnTo>
                <a:lnTo>
                  <a:pt x="1876" y="1290"/>
                </a:lnTo>
                <a:lnTo>
                  <a:pt x="1867" y="1257"/>
                </a:lnTo>
                <a:lnTo>
                  <a:pt x="1859" y="1223"/>
                </a:lnTo>
                <a:lnTo>
                  <a:pt x="1853" y="1189"/>
                </a:lnTo>
                <a:lnTo>
                  <a:pt x="1849" y="1155"/>
                </a:lnTo>
                <a:lnTo>
                  <a:pt x="1846" y="1120"/>
                </a:lnTo>
                <a:lnTo>
                  <a:pt x="1845" y="1084"/>
                </a:lnTo>
                <a:lnTo>
                  <a:pt x="1846" y="1049"/>
                </a:lnTo>
                <a:lnTo>
                  <a:pt x="1849" y="1013"/>
                </a:lnTo>
                <a:lnTo>
                  <a:pt x="1853" y="978"/>
                </a:lnTo>
                <a:lnTo>
                  <a:pt x="1859" y="944"/>
                </a:lnTo>
                <a:lnTo>
                  <a:pt x="1867" y="911"/>
                </a:lnTo>
                <a:lnTo>
                  <a:pt x="1876" y="878"/>
                </a:lnTo>
                <a:lnTo>
                  <a:pt x="1887" y="846"/>
                </a:lnTo>
                <a:lnTo>
                  <a:pt x="1900" y="814"/>
                </a:lnTo>
                <a:lnTo>
                  <a:pt x="1914" y="784"/>
                </a:lnTo>
                <a:lnTo>
                  <a:pt x="1929" y="754"/>
                </a:lnTo>
                <a:lnTo>
                  <a:pt x="1945" y="725"/>
                </a:lnTo>
                <a:lnTo>
                  <a:pt x="1964" y="697"/>
                </a:lnTo>
                <a:lnTo>
                  <a:pt x="1983" y="670"/>
                </a:lnTo>
                <a:lnTo>
                  <a:pt x="2004" y="644"/>
                </a:lnTo>
                <a:lnTo>
                  <a:pt x="2025" y="619"/>
                </a:lnTo>
                <a:lnTo>
                  <a:pt x="2049" y="594"/>
                </a:lnTo>
                <a:lnTo>
                  <a:pt x="2072" y="572"/>
                </a:lnTo>
                <a:lnTo>
                  <a:pt x="2098" y="550"/>
                </a:lnTo>
                <a:lnTo>
                  <a:pt x="2123" y="529"/>
                </a:lnTo>
                <a:lnTo>
                  <a:pt x="2151" y="510"/>
                </a:lnTo>
                <a:lnTo>
                  <a:pt x="2178" y="492"/>
                </a:lnTo>
                <a:lnTo>
                  <a:pt x="2207" y="475"/>
                </a:lnTo>
                <a:lnTo>
                  <a:pt x="2237" y="460"/>
                </a:lnTo>
                <a:lnTo>
                  <a:pt x="2268" y="446"/>
                </a:lnTo>
                <a:lnTo>
                  <a:pt x="2300" y="433"/>
                </a:lnTo>
                <a:lnTo>
                  <a:pt x="2332" y="423"/>
                </a:lnTo>
                <a:lnTo>
                  <a:pt x="2365" y="413"/>
                </a:lnTo>
                <a:lnTo>
                  <a:pt x="2398" y="406"/>
                </a:lnTo>
                <a:lnTo>
                  <a:pt x="2432" y="399"/>
                </a:lnTo>
                <a:lnTo>
                  <a:pt x="2467" y="395"/>
                </a:lnTo>
                <a:lnTo>
                  <a:pt x="2502" y="393"/>
                </a:lnTo>
                <a:lnTo>
                  <a:pt x="2537" y="392"/>
                </a:lnTo>
                <a:close/>
                <a:moveTo>
                  <a:pt x="2449" y="745"/>
                </a:moveTo>
                <a:lnTo>
                  <a:pt x="2449" y="745"/>
                </a:lnTo>
                <a:lnTo>
                  <a:pt x="2433" y="738"/>
                </a:lnTo>
                <a:lnTo>
                  <a:pt x="2415" y="731"/>
                </a:lnTo>
                <a:lnTo>
                  <a:pt x="2397" y="728"/>
                </a:lnTo>
                <a:lnTo>
                  <a:pt x="2379" y="726"/>
                </a:lnTo>
                <a:lnTo>
                  <a:pt x="2359" y="727"/>
                </a:lnTo>
                <a:lnTo>
                  <a:pt x="2340" y="730"/>
                </a:lnTo>
                <a:lnTo>
                  <a:pt x="2321" y="735"/>
                </a:lnTo>
                <a:lnTo>
                  <a:pt x="2302" y="742"/>
                </a:lnTo>
                <a:lnTo>
                  <a:pt x="2283" y="751"/>
                </a:lnTo>
                <a:lnTo>
                  <a:pt x="2265" y="761"/>
                </a:lnTo>
                <a:lnTo>
                  <a:pt x="2247" y="774"/>
                </a:lnTo>
                <a:lnTo>
                  <a:pt x="2230" y="788"/>
                </a:lnTo>
                <a:lnTo>
                  <a:pt x="2214" y="804"/>
                </a:lnTo>
                <a:lnTo>
                  <a:pt x="2198" y="822"/>
                </a:lnTo>
                <a:lnTo>
                  <a:pt x="2184" y="841"/>
                </a:lnTo>
                <a:lnTo>
                  <a:pt x="2171" y="862"/>
                </a:lnTo>
                <a:lnTo>
                  <a:pt x="2159" y="884"/>
                </a:lnTo>
                <a:lnTo>
                  <a:pt x="2150" y="906"/>
                </a:lnTo>
                <a:lnTo>
                  <a:pt x="2142" y="927"/>
                </a:lnTo>
                <a:lnTo>
                  <a:pt x="2137" y="950"/>
                </a:lnTo>
                <a:lnTo>
                  <a:pt x="2133" y="972"/>
                </a:lnTo>
                <a:lnTo>
                  <a:pt x="2131" y="993"/>
                </a:lnTo>
                <a:lnTo>
                  <a:pt x="2131" y="1015"/>
                </a:lnTo>
                <a:lnTo>
                  <a:pt x="2133" y="1036"/>
                </a:lnTo>
                <a:lnTo>
                  <a:pt x="2136" y="1055"/>
                </a:lnTo>
                <a:lnTo>
                  <a:pt x="2141" y="1074"/>
                </a:lnTo>
                <a:lnTo>
                  <a:pt x="2149" y="1092"/>
                </a:lnTo>
                <a:lnTo>
                  <a:pt x="2157" y="1109"/>
                </a:lnTo>
                <a:lnTo>
                  <a:pt x="2168" y="1124"/>
                </a:lnTo>
                <a:lnTo>
                  <a:pt x="2181" y="1138"/>
                </a:lnTo>
                <a:lnTo>
                  <a:pt x="2194" y="1151"/>
                </a:lnTo>
                <a:lnTo>
                  <a:pt x="2209" y="1161"/>
                </a:lnTo>
                <a:lnTo>
                  <a:pt x="2218" y="1166"/>
                </a:lnTo>
                <a:lnTo>
                  <a:pt x="2225" y="1169"/>
                </a:lnTo>
                <a:lnTo>
                  <a:pt x="2233" y="1171"/>
                </a:lnTo>
                <a:lnTo>
                  <a:pt x="2240" y="1173"/>
                </a:lnTo>
                <a:lnTo>
                  <a:pt x="2248" y="1174"/>
                </a:lnTo>
                <a:lnTo>
                  <a:pt x="2255" y="1174"/>
                </a:lnTo>
                <a:lnTo>
                  <a:pt x="2262" y="1174"/>
                </a:lnTo>
                <a:lnTo>
                  <a:pt x="2268" y="1173"/>
                </a:lnTo>
                <a:lnTo>
                  <a:pt x="2274" y="1171"/>
                </a:lnTo>
                <a:lnTo>
                  <a:pt x="2281" y="1169"/>
                </a:lnTo>
                <a:lnTo>
                  <a:pt x="2293" y="1161"/>
                </a:lnTo>
                <a:lnTo>
                  <a:pt x="2305" y="1152"/>
                </a:lnTo>
                <a:lnTo>
                  <a:pt x="2317" y="1141"/>
                </a:lnTo>
                <a:lnTo>
                  <a:pt x="2327" y="1127"/>
                </a:lnTo>
                <a:lnTo>
                  <a:pt x="2339" y="1112"/>
                </a:lnTo>
                <a:lnTo>
                  <a:pt x="2350" y="1095"/>
                </a:lnTo>
                <a:lnTo>
                  <a:pt x="2360" y="1077"/>
                </a:lnTo>
                <a:lnTo>
                  <a:pt x="2384" y="1039"/>
                </a:lnTo>
                <a:lnTo>
                  <a:pt x="2407" y="996"/>
                </a:lnTo>
                <a:lnTo>
                  <a:pt x="2432" y="955"/>
                </a:lnTo>
                <a:lnTo>
                  <a:pt x="2454" y="916"/>
                </a:lnTo>
                <a:lnTo>
                  <a:pt x="2464" y="897"/>
                </a:lnTo>
                <a:lnTo>
                  <a:pt x="2473" y="880"/>
                </a:lnTo>
                <a:lnTo>
                  <a:pt x="2481" y="863"/>
                </a:lnTo>
                <a:lnTo>
                  <a:pt x="2486" y="847"/>
                </a:lnTo>
                <a:lnTo>
                  <a:pt x="2490" y="831"/>
                </a:lnTo>
                <a:lnTo>
                  <a:pt x="2492" y="817"/>
                </a:lnTo>
                <a:lnTo>
                  <a:pt x="2491" y="803"/>
                </a:lnTo>
                <a:lnTo>
                  <a:pt x="2490" y="796"/>
                </a:lnTo>
                <a:lnTo>
                  <a:pt x="2489" y="790"/>
                </a:lnTo>
                <a:lnTo>
                  <a:pt x="2487" y="784"/>
                </a:lnTo>
                <a:lnTo>
                  <a:pt x="2484" y="778"/>
                </a:lnTo>
                <a:lnTo>
                  <a:pt x="2480" y="772"/>
                </a:lnTo>
                <a:lnTo>
                  <a:pt x="2475" y="767"/>
                </a:lnTo>
                <a:lnTo>
                  <a:pt x="2470" y="761"/>
                </a:lnTo>
                <a:lnTo>
                  <a:pt x="2464" y="756"/>
                </a:lnTo>
                <a:lnTo>
                  <a:pt x="2457" y="751"/>
                </a:lnTo>
                <a:lnTo>
                  <a:pt x="2449" y="745"/>
                </a:lnTo>
                <a:close/>
                <a:moveTo>
                  <a:pt x="2871" y="749"/>
                </a:moveTo>
                <a:lnTo>
                  <a:pt x="2871" y="749"/>
                </a:lnTo>
                <a:lnTo>
                  <a:pt x="2855" y="734"/>
                </a:lnTo>
                <a:lnTo>
                  <a:pt x="2838" y="719"/>
                </a:lnTo>
                <a:lnTo>
                  <a:pt x="2820" y="705"/>
                </a:lnTo>
                <a:lnTo>
                  <a:pt x="2802" y="692"/>
                </a:lnTo>
                <a:lnTo>
                  <a:pt x="2783" y="679"/>
                </a:lnTo>
                <a:lnTo>
                  <a:pt x="2763" y="669"/>
                </a:lnTo>
                <a:lnTo>
                  <a:pt x="2743" y="658"/>
                </a:lnTo>
                <a:lnTo>
                  <a:pt x="2721" y="648"/>
                </a:lnTo>
                <a:lnTo>
                  <a:pt x="2700" y="640"/>
                </a:lnTo>
                <a:lnTo>
                  <a:pt x="2678" y="632"/>
                </a:lnTo>
                <a:lnTo>
                  <a:pt x="2655" y="626"/>
                </a:lnTo>
                <a:lnTo>
                  <a:pt x="2633" y="621"/>
                </a:lnTo>
                <a:lnTo>
                  <a:pt x="2610" y="616"/>
                </a:lnTo>
                <a:lnTo>
                  <a:pt x="2586" y="613"/>
                </a:lnTo>
                <a:lnTo>
                  <a:pt x="2562" y="612"/>
                </a:lnTo>
                <a:lnTo>
                  <a:pt x="2537" y="611"/>
                </a:lnTo>
                <a:lnTo>
                  <a:pt x="2513" y="612"/>
                </a:lnTo>
                <a:lnTo>
                  <a:pt x="2489" y="613"/>
                </a:lnTo>
                <a:lnTo>
                  <a:pt x="2466" y="616"/>
                </a:lnTo>
                <a:lnTo>
                  <a:pt x="2442" y="621"/>
                </a:lnTo>
                <a:lnTo>
                  <a:pt x="2419" y="626"/>
                </a:lnTo>
                <a:lnTo>
                  <a:pt x="2397" y="632"/>
                </a:lnTo>
                <a:lnTo>
                  <a:pt x="2375" y="640"/>
                </a:lnTo>
                <a:lnTo>
                  <a:pt x="2353" y="648"/>
                </a:lnTo>
                <a:lnTo>
                  <a:pt x="2333" y="658"/>
                </a:lnTo>
                <a:lnTo>
                  <a:pt x="2313" y="669"/>
                </a:lnTo>
                <a:lnTo>
                  <a:pt x="2292" y="679"/>
                </a:lnTo>
                <a:lnTo>
                  <a:pt x="2273" y="692"/>
                </a:lnTo>
                <a:lnTo>
                  <a:pt x="2254" y="705"/>
                </a:lnTo>
                <a:lnTo>
                  <a:pt x="2237" y="719"/>
                </a:lnTo>
                <a:lnTo>
                  <a:pt x="2220" y="734"/>
                </a:lnTo>
                <a:lnTo>
                  <a:pt x="2203" y="749"/>
                </a:lnTo>
                <a:lnTo>
                  <a:pt x="2187" y="765"/>
                </a:lnTo>
                <a:lnTo>
                  <a:pt x="2172" y="784"/>
                </a:lnTo>
                <a:lnTo>
                  <a:pt x="2158" y="801"/>
                </a:lnTo>
                <a:lnTo>
                  <a:pt x="2146" y="820"/>
                </a:lnTo>
                <a:lnTo>
                  <a:pt x="2133" y="839"/>
                </a:lnTo>
                <a:lnTo>
                  <a:pt x="2122" y="858"/>
                </a:lnTo>
                <a:lnTo>
                  <a:pt x="2111" y="879"/>
                </a:lnTo>
                <a:lnTo>
                  <a:pt x="2102" y="900"/>
                </a:lnTo>
                <a:lnTo>
                  <a:pt x="2093" y="921"/>
                </a:lnTo>
                <a:lnTo>
                  <a:pt x="2086" y="943"/>
                </a:lnTo>
                <a:lnTo>
                  <a:pt x="2080" y="966"/>
                </a:lnTo>
                <a:lnTo>
                  <a:pt x="2074" y="989"/>
                </a:lnTo>
                <a:lnTo>
                  <a:pt x="2070" y="1012"/>
                </a:lnTo>
                <a:lnTo>
                  <a:pt x="2067" y="1036"/>
                </a:lnTo>
                <a:lnTo>
                  <a:pt x="2066" y="1059"/>
                </a:lnTo>
                <a:lnTo>
                  <a:pt x="2065" y="1084"/>
                </a:lnTo>
                <a:lnTo>
                  <a:pt x="2066" y="1108"/>
                </a:lnTo>
                <a:lnTo>
                  <a:pt x="2067" y="1133"/>
                </a:lnTo>
                <a:lnTo>
                  <a:pt x="2070" y="1156"/>
                </a:lnTo>
                <a:lnTo>
                  <a:pt x="2074" y="1179"/>
                </a:lnTo>
                <a:lnTo>
                  <a:pt x="2080" y="1202"/>
                </a:lnTo>
                <a:lnTo>
                  <a:pt x="2086" y="1224"/>
                </a:lnTo>
                <a:lnTo>
                  <a:pt x="2093" y="1247"/>
                </a:lnTo>
                <a:lnTo>
                  <a:pt x="2102" y="1268"/>
                </a:lnTo>
                <a:lnTo>
                  <a:pt x="2111" y="1289"/>
                </a:lnTo>
                <a:lnTo>
                  <a:pt x="2122" y="1309"/>
                </a:lnTo>
                <a:lnTo>
                  <a:pt x="2133" y="1330"/>
                </a:lnTo>
                <a:lnTo>
                  <a:pt x="2146" y="1349"/>
                </a:lnTo>
                <a:lnTo>
                  <a:pt x="2158" y="1367"/>
                </a:lnTo>
                <a:lnTo>
                  <a:pt x="2172" y="1385"/>
                </a:lnTo>
                <a:lnTo>
                  <a:pt x="2187" y="1402"/>
                </a:lnTo>
                <a:lnTo>
                  <a:pt x="2203" y="1418"/>
                </a:lnTo>
                <a:lnTo>
                  <a:pt x="2220" y="1434"/>
                </a:lnTo>
                <a:lnTo>
                  <a:pt x="2237" y="1449"/>
                </a:lnTo>
                <a:lnTo>
                  <a:pt x="2254" y="1463"/>
                </a:lnTo>
                <a:lnTo>
                  <a:pt x="2273" y="1476"/>
                </a:lnTo>
                <a:lnTo>
                  <a:pt x="2292" y="1488"/>
                </a:lnTo>
                <a:lnTo>
                  <a:pt x="2313" y="1500"/>
                </a:lnTo>
                <a:lnTo>
                  <a:pt x="2333" y="1511"/>
                </a:lnTo>
                <a:lnTo>
                  <a:pt x="2353" y="1520"/>
                </a:lnTo>
                <a:lnTo>
                  <a:pt x="2375" y="1528"/>
                </a:lnTo>
                <a:lnTo>
                  <a:pt x="2397" y="1535"/>
                </a:lnTo>
                <a:lnTo>
                  <a:pt x="2419" y="1541"/>
                </a:lnTo>
                <a:lnTo>
                  <a:pt x="2442" y="1547"/>
                </a:lnTo>
                <a:lnTo>
                  <a:pt x="2466" y="1551"/>
                </a:lnTo>
                <a:lnTo>
                  <a:pt x="2489" y="1554"/>
                </a:lnTo>
                <a:lnTo>
                  <a:pt x="2513" y="1556"/>
                </a:lnTo>
                <a:lnTo>
                  <a:pt x="2537" y="1556"/>
                </a:lnTo>
                <a:lnTo>
                  <a:pt x="2562" y="1556"/>
                </a:lnTo>
                <a:lnTo>
                  <a:pt x="2586" y="1554"/>
                </a:lnTo>
                <a:lnTo>
                  <a:pt x="2610" y="1551"/>
                </a:lnTo>
                <a:lnTo>
                  <a:pt x="2633" y="1547"/>
                </a:lnTo>
                <a:lnTo>
                  <a:pt x="2655" y="1541"/>
                </a:lnTo>
                <a:lnTo>
                  <a:pt x="2678" y="1535"/>
                </a:lnTo>
                <a:lnTo>
                  <a:pt x="2700" y="1528"/>
                </a:lnTo>
                <a:lnTo>
                  <a:pt x="2721" y="1520"/>
                </a:lnTo>
                <a:lnTo>
                  <a:pt x="2743" y="1511"/>
                </a:lnTo>
                <a:lnTo>
                  <a:pt x="2763" y="1500"/>
                </a:lnTo>
                <a:lnTo>
                  <a:pt x="2783" y="1488"/>
                </a:lnTo>
                <a:lnTo>
                  <a:pt x="2802" y="1476"/>
                </a:lnTo>
                <a:lnTo>
                  <a:pt x="2820" y="1463"/>
                </a:lnTo>
                <a:lnTo>
                  <a:pt x="2838" y="1449"/>
                </a:lnTo>
                <a:lnTo>
                  <a:pt x="2855" y="1434"/>
                </a:lnTo>
                <a:lnTo>
                  <a:pt x="2871" y="1418"/>
                </a:lnTo>
                <a:lnTo>
                  <a:pt x="2887" y="1402"/>
                </a:lnTo>
                <a:lnTo>
                  <a:pt x="2902" y="1385"/>
                </a:lnTo>
                <a:lnTo>
                  <a:pt x="2916" y="1367"/>
                </a:lnTo>
                <a:lnTo>
                  <a:pt x="2930" y="1349"/>
                </a:lnTo>
                <a:lnTo>
                  <a:pt x="2942" y="1330"/>
                </a:lnTo>
                <a:lnTo>
                  <a:pt x="2953" y="1309"/>
                </a:lnTo>
                <a:lnTo>
                  <a:pt x="2964" y="1289"/>
                </a:lnTo>
                <a:lnTo>
                  <a:pt x="2973" y="1268"/>
                </a:lnTo>
                <a:lnTo>
                  <a:pt x="2982" y="1247"/>
                </a:lnTo>
                <a:lnTo>
                  <a:pt x="2989" y="1224"/>
                </a:lnTo>
                <a:lnTo>
                  <a:pt x="2995" y="1202"/>
                </a:lnTo>
                <a:lnTo>
                  <a:pt x="3000" y="1179"/>
                </a:lnTo>
                <a:lnTo>
                  <a:pt x="3004" y="1156"/>
                </a:lnTo>
                <a:lnTo>
                  <a:pt x="3008" y="1133"/>
                </a:lnTo>
                <a:lnTo>
                  <a:pt x="3010" y="1108"/>
                </a:lnTo>
                <a:lnTo>
                  <a:pt x="3010" y="1084"/>
                </a:lnTo>
                <a:lnTo>
                  <a:pt x="3010" y="1059"/>
                </a:lnTo>
                <a:lnTo>
                  <a:pt x="3008" y="1036"/>
                </a:lnTo>
                <a:lnTo>
                  <a:pt x="3004" y="1012"/>
                </a:lnTo>
                <a:lnTo>
                  <a:pt x="3000" y="989"/>
                </a:lnTo>
                <a:lnTo>
                  <a:pt x="2995" y="966"/>
                </a:lnTo>
                <a:lnTo>
                  <a:pt x="2989" y="943"/>
                </a:lnTo>
                <a:lnTo>
                  <a:pt x="2982" y="921"/>
                </a:lnTo>
                <a:lnTo>
                  <a:pt x="2973" y="900"/>
                </a:lnTo>
                <a:lnTo>
                  <a:pt x="2964" y="879"/>
                </a:lnTo>
                <a:lnTo>
                  <a:pt x="2953" y="858"/>
                </a:lnTo>
                <a:lnTo>
                  <a:pt x="2942" y="839"/>
                </a:lnTo>
                <a:lnTo>
                  <a:pt x="2930" y="820"/>
                </a:lnTo>
                <a:lnTo>
                  <a:pt x="2916" y="801"/>
                </a:lnTo>
                <a:lnTo>
                  <a:pt x="2902" y="784"/>
                </a:lnTo>
                <a:lnTo>
                  <a:pt x="2887" y="765"/>
                </a:lnTo>
                <a:lnTo>
                  <a:pt x="2871" y="749"/>
                </a:lnTo>
                <a:close/>
                <a:moveTo>
                  <a:pt x="2177" y="0"/>
                </a:moveTo>
                <a:lnTo>
                  <a:pt x="2025" y="290"/>
                </a:lnTo>
                <a:lnTo>
                  <a:pt x="1508" y="290"/>
                </a:lnTo>
                <a:lnTo>
                  <a:pt x="1494" y="291"/>
                </a:lnTo>
                <a:lnTo>
                  <a:pt x="1481" y="291"/>
                </a:lnTo>
                <a:lnTo>
                  <a:pt x="1469" y="293"/>
                </a:lnTo>
                <a:lnTo>
                  <a:pt x="1456" y="295"/>
                </a:lnTo>
                <a:lnTo>
                  <a:pt x="1443" y="298"/>
                </a:lnTo>
                <a:lnTo>
                  <a:pt x="1430" y="301"/>
                </a:lnTo>
                <a:lnTo>
                  <a:pt x="1407" y="311"/>
                </a:lnTo>
                <a:lnTo>
                  <a:pt x="1384" y="322"/>
                </a:lnTo>
                <a:lnTo>
                  <a:pt x="1362" y="334"/>
                </a:lnTo>
                <a:lnTo>
                  <a:pt x="1342" y="349"/>
                </a:lnTo>
                <a:lnTo>
                  <a:pt x="1324" y="366"/>
                </a:lnTo>
                <a:lnTo>
                  <a:pt x="1307" y="385"/>
                </a:lnTo>
                <a:lnTo>
                  <a:pt x="1292" y="406"/>
                </a:lnTo>
                <a:lnTo>
                  <a:pt x="1278" y="427"/>
                </a:lnTo>
                <a:lnTo>
                  <a:pt x="1268" y="449"/>
                </a:lnTo>
                <a:lnTo>
                  <a:pt x="1259" y="474"/>
                </a:lnTo>
                <a:lnTo>
                  <a:pt x="1255" y="486"/>
                </a:lnTo>
                <a:lnTo>
                  <a:pt x="1253" y="498"/>
                </a:lnTo>
                <a:lnTo>
                  <a:pt x="1250" y="511"/>
                </a:lnTo>
                <a:lnTo>
                  <a:pt x="1248" y="524"/>
                </a:lnTo>
                <a:lnTo>
                  <a:pt x="1247" y="538"/>
                </a:lnTo>
                <a:lnTo>
                  <a:pt x="1247" y="550"/>
                </a:lnTo>
                <a:lnTo>
                  <a:pt x="1247" y="1663"/>
                </a:lnTo>
                <a:lnTo>
                  <a:pt x="1247" y="1677"/>
                </a:lnTo>
                <a:lnTo>
                  <a:pt x="1248" y="1689"/>
                </a:lnTo>
                <a:lnTo>
                  <a:pt x="1250" y="1702"/>
                </a:lnTo>
                <a:lnTo>
                  <a:pt x="1253" y="1715"/>
                </a:lnTo>
                <a:lnTo>
                  <a:pt x="1255" y="1728"/>
                </a:lnTo>
                <a:lnTo>
                  <a:pt x="1259" y="1740"/>
                </a:lnTo>
                <a:lnTo>
                  <a:pt x="1268" y="1764"/>
                </a:lnTo>
                <a:lnTo>
                  <a:pt x="1278" y="1787"/>
                </a:lnTo>
                <a:lnTo>
                  <a:pt x="1292" y="1809"/>
                </a:lnTo>
                <a:lnTo>
                  <a:pt x="1307" y="1829"/>
                </a:lnTo>
                <a:lnTo>
                  <a:pt x="1324" y="1847"/>
                </a:lnTo>
                <a:lnTo>
                  <a:pt x="1342" y="1864"/>
                </a:lnTo>
                <a:lnTo>
                  <a:pt x="1362" y="1879"/>
                </a:lnTo>
                <a:lnTo>
                  <a:pt x="1384" y="1893"/>
                </a:lnTo>
                <a:lnTo>
                  <a:pt x="1407" y="1903"/>
                </a:lnTo>
                <a:lnTo>
                  <a:pt x="1430" y="1912"/>
                </a:lnTo>
                <a:lnTo>
                  <a:pt x="1443" y="1916"/>
                </a:lnTo>
                <a:lnTo>
                  <a:pt x="1456" y="1918"/>
                </a:lnTo>
                <a:lnTo>
                  <a:pt x="1469" y="1920"/>
                </a:lnTo>
                <a:lnTo>
                  <a:pt x="1481" y="1922"/>
                </a:lnTo>
                <a:lnTo>
                  <a:pt x="1494" y="1923"/>
                </a:lnTo>
                <a:lnTo>
                  <a:pt x="1508" y="1923"/>
                </a:lnTo>
                <a:lnTo>
                  <a:pt x="3199" y="1923"/>
                </a:lnTo>
                <a:lnTo>
                  <a:pt x="3213" y="1923"/>
                </a:lnTo>
                <a:lnTo>
                  <a:pt x="3226" y="1922"/>
                </a:lnTo>
                <a:lnTo>
                  <a:pt x="3240" y="1920"/>
                </a:lnTo>
                <a:lnTo>
                  <a:pt x="3252" y="1918"/>
                </a:lnTo>
                <a:lnTo>
                  <a:pt x="3265" y="1916"/>
                </a:lnTo>
                <a:lnTo>
                  <a:pt x="3277" y="1912"/>
                </a:lnTo>
                <a:lnTo>
                  <a:pt x="3301" y="1903"/>
                </a:lnTo>
                <a:lnTo>
                  <a:pt x="3324" y="1893"/>
                </a:lnTo>
                <a:lnTo>
                  <a:pt x="3345" y="1879"/>
                </a:lnTo>
                <a:lnTo>
                  <a:pt x="3365" y="1864"/>
                </a:lnTo>
                <a:lnTo>
                  <a:pt x="3384" y="1847"/>
                </a:lnTo>
                <a:lnTo>
                  <a:pt x="3401" y="1829"/>
                </a:lnTo>
                <a:lnTo>
                  <a:pt x="3416" y="1809"/>
                </a:lnTo>
                <a:lnTo>
                  <a:pt x="3429" y="1787"/>
                </a:lnTo>
                <a:lnTo>
                  <a:pt x="3440" y="1764"/>
                </a:lnTo>
                <a:lnTo>
                  <a:pt x="3449" y="1740"/>
                </a:lnTo>
                <a:lnTo>
                  <a:pt x="3452" y="1728"/>
                </a:lnTo>
                <a:lnTo>
                  <a:pt x="3456" y="1715"/>
                </a:lnTo>
                <a:lnTo>
                  <a:pt x="3458" y="1702"/>
                </a:lnTo>
                <a:lnTo>
                  <a:pt x="3459" y="1689"/>
                </a:lnTo>
                <a:lnTo>
                  <a:pt x="3460" y="1677"/>
                </a:lnTo>
                <a:lnTo>
                  <a:pt x="3461" y="1663"/>
                </a:lnTo>
                <a:lnTo>
                  <a:pt x="3461" y="550"/>
                </a:lnTo>
                <a:lnTo>
                  <a:pt x="3460" y="538"/>
                </a:lnTo>
                <a:lnTo>
                  <a:pt x="3459" y="524"/>
                </a:lnTo>
                <a:lnTo>
                  <a:pt x="3458" y="511"/>
                </a:lnTo>
                <a:lnTo>
                  <a:pt x="3456" y="498"/>
                </a:lnTo>
                <a:lnTo>
                  <a:pt x="3452" y="486"/>
                </a:lnTo>
                <a:lnTo>
                  <a:pt x="3449" y="474"/>
                </a:lnTo>
                <a:lnTo>
                  <a:pt x="3440" y="449"/>
                </a:lnTo>
                <a:lnTo>
                  <a:pt x="3429" y="427"/>
                </a:lnTo>
                <a:lnTo>
                  <a:pt x="3416" y="406"/>
                </a:lnTo>
                <a:lnTo>
                  <a:pt x="3401" y="385"/>
                </a:lnTo>
                <a:lnTo>
                  <a:pt x="3384" y="366"/>
                </a:lnTo>
                <a:lnTo>
                  <a:pt x="3365" y="349"/>
                </a:lnTo>
                <a:lnTo>
                  <a:pt x="3345" y="334"/>
                </a:lnTo>
                <a:lnTo>
                  <a:pt x="3324" y="322"/>
                </a:lnTo>
                <a:lnTo>
                  <a:pt x="3301" y="311"/>
                </a:lnTo>
                <a:lnTo>
                  <a:pt x="3277" y="301"/>
                </a:lnTo>
                <a:lnTo>
                  <a:pt x="3265" y="298"/>
                </a:lnTo>
                <a:lnTo>
                  <a:pt x="3252" y="295"/>
                </a:lnTo>
                <a:lnTo>
                  <a:pt x="3240" y="293"/>
                </a:lnTo>
                <a:lnTo>
                  <a:pt x="3226" y="291"/>
                </a:lnTo>
                <a:lnTo>
                  <a:pt x="3213" y="291"/>
                </a:lnTo>
                <a:lnTo>
                  <a:pt x="3199" y="290"/>
                </a:lnTo>
                <a:lnTo>
                  <a:pt x="3117" y="290"/>
                </a:lnTo>
                <a:lnTo>
                  <a:pt x="2942" y="0"/>
                </a:lnTo>
                <a:lnTo>
                  <a:pt x="2177" y="0"/>
                </a:lnTo>
                <a:close/>
                <a:moveTo>
                  <a:pt x="3348" y="2227"/>
                </a:moveTo>
                <a:lnTo>
                  <a:pt x="1398" y="2227"/>
                </a:lnTo>
                <a:lnTo>
                  <a:pt x="276" y="5568"/>
                </a:lnTo>
                <a:lnTo>
                  <a:pt x="0" y="5568"/>
                </a:lnTo>
                <a:lnTo>
                  <a:pt x="0" y="5920"/>
                </a:lnTo>
                <a:lnTo>
                  <a:pt x="569" y="5920"/>
                </a:lnTo>
                <a:lnTo>
                  <a:pt x="569" y="5625"/>
                </a:lnTo>
                <a:lnTo>
                  <a:pt x="1038" y="4412"/>
                </a:lnTo>
                <a:lnTo>
                  <a:pt x="1246" y="4403"/>
                </a:lnTo>
                <a:lnTo>
                  <a:pt x="1911" y="2714"/>
                </a:lnTo>
                <a:lnTo>
                  <a:pt x="2835" y="2714"/>
                </a:lnTo>
                <a:lnTo>
                  <a:pt x="3500" y="4403"/>
                </a:lnTo>
                <a:lnTo>
                  <a:pt x="3709" y="4412"/>
                </a:lnTo>
                <a:lnTo>
                  <a:pt x="4178" y="5625"/>
                </a:lnTo>
                <a:lnTo>
                  <a:pt x="4178" y="5920"/>
                </a:lnTo>
                <a:lnTo>
                  <a:pt x="4748" y="5920"/>
                </a:lnTo>
                <a:lnTo>
                  <a:pt x="4748" y="5568"/>
                </a:lnTo>
                <a:lnTo>
                  <a:pt x="4471" y="5568"/>
                </a:lnTo>
                <a:lnTo>
                  <a:pt x="3348" y="22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KSO_Shape">
            <a:extLst>
              <a:ext uri="{FF2B5EF4-FFF2-40B4-BE49-F238E27FC236}">
                <a16:creationId xmlns:a16="http://schemas.microsoft.com/office/drawing/2014/main" id="{C9CF0D4B-AC6C-4904-B0A5-AE604F986365}"/>
              </a:ext>
            </a:extLst>
          </p:cNvPr>
          <p:cNvSpPr>
            <a:spLocks/>
          </p:cNvSpPr>
          <p:nvPr/>
        </p:nvSpPr>
        <p:spPr bwMode="auto">
          <a:xfrm>
            <a:off x="8717865" y="628277"/>
            <a:ext cx="779083" cy="707667"/>
          </a:xfrm>
          <a:custGeom>
            <a:avLst/>
            <a:gdLst/>
            <a:ahLst/>
            <a:cxnLst/>
            <a:rect l="0" t="0" r="r" b="b"/>
            <a:pathLst>
              <a:path w="2457450" h="2233612">
                <a:moveTo>
                  <a:pt x="786357" y="1865312"/>
                </a:moveTo>
                <a:lnTo>
                  <a:pt x="922043" y="1865312"/>
                </a:lnTo>
                <a:lnTo>
                  <a:pt x="944261" y="1866104"/>
                </a:lnTo>
                <a:lnTo>
                  <a:pt x="971239" y="1868480"/>
                </a:lnTo>
                <a:lnTo>
                  <a:pt x="1006153" y="1873233"/>
                </a:lnTo>
                <a:lnTo>
                  <a:pt x="1044240" y="1877985"/>
                </a:lnTo>
                <a:lnTo>
                  <a:pt x="1135491" y="1892242"/>
                </a:lnTo>
                <a:lnTo>
                  <a:pt x="1237057" y="1909667"/>
                </a:lnTo>
                <a:lnTo>
                  <a:pt x="1344178" y="1929468"/>
                </a:lnTo>
                <a:lnTo>
                  <a:pt x="1449711" y="1950061"/>
                </a:lnTo>
                <a:lnTo>
                  <a:pt x="1547310" y="1969862"/>
                </a:lnTo>
                <a:lnTo>
                  <a:pt x="1632213" y="1987287"/>
                </a:lnTo>
                <a:lnTo>
                  <a:pt x="1652050" y="1990455"/>
                </a:lnTo>
                <a:lnTo>
                  <a:pt x="1673474" y="1993623"/>
                </a:lnTo>
                <a:lnTo>
                  <a:pt x="1698072" y="1995999"/>
                </a:lnTo>
                <a:lnTo>
                  <a:pt x="1724257" y="1996791"/>
                </a:lnTo>
                <a:lnTo>
                  <a:pt x="1750443" y="1996791"/>
                </a:lnTo>
                <a:lnTo>
                  <a:pt x="1779801" y="1995999"/>
                </a:lnTo>
                <a:lnTo>
                  <a:pt x="1809161" y="1995207"/>
                </a:lnTo>
                <a:lnTo>
                  <a:pt x="1840106" y="1992831"/>
                </a:lnTo>
                <a:lnTo>
                  <a:pt x="1905172" y="1987287"/>
                </a:lnTo>
                <a:lnTo>
                  <a:pt x="1971032" y="1980158"/>
                </a:lnTo>
                <a:lnTo>
                  <a:pt x="2036891" y="1971446"/>
                </a:lnTo>
                <a:lnTo>
                  <a:pt x="2103544" y="1961941"/>
                </a:lnTo>
                <a:lnTo>
                  <a:pt x="2167023" y="1951645"/>
                </a:lnTo>
                <a:lnTo>
                  <a:pt x="2226534" y="1941348"/>
                </a:lnTo>
                <a:lnTo>
                  <a:pt x="2328100" y="1923131"/>
                </a:lnTo>
                <a:lnTo>
                  <a:pt x="2397927" y="1908875"/>
                </a:lnTo>
                <a:lnTo>
                  <a:pt x="2424112" y="1904122"/>
                </a:lnTo>
                <a:lnTo>
                  <a:pt x="2424112" y="2051442"/>
                </a:lnTo>
                <a:lnTo>
                  <a:pt x="2397927" y="2058571"/>
                </a:lnTo>
                <a:lnTo>
                  <a:pt x="2327307" y="2073620"/>
                </a:lnTo>
                <a:lnTo>
                  <a:pt x="2279697" y="2084708"/>
                </a:lnTo>
                <a:lnTo>
                  <a:pt x="2224153" y="2095005"/>
                </a:lnTo>
                <a:lnTo>
                  <a:pt x="2165435" y="2106093"/>
                </a:lnTo>
                <a:lnTo>
                  <a:pt x="2101163" y="2117974"/>
                </a:lnTo>
                <a:lnTo>
                  <a:pt x="2035304" y="2127478"/>
                </a:lnTo>
                <a:lnTo>
                  <a:pt x="1968651" y="2136983"/>
                </a:lnTo>
                <a:lnTo>
                  <a:pt x="1901998" y="2144903"/>
                </a:lnTo>
                <a:lnTo>
                  <a:pt x="1869465" y="2147280"/>
                </a:lnTo>
                <a:lnTo>
                  <a:pt x="1837726" y="2149656"/>
                </a:lnTo>
                <a:lnTo>
                  <a:pt x="1807573" y="2150448"/>
                </a:lnTo>
                <a:lnTo>
                  <a:pt x="1777421" y="2151240"/>
                </a:lnTo>
                <a:lnTo>
                  <a:pt x="1748855" y="2151240"/>
                </a:lnTo>
                <a:lnTo>
                  <a:pt x="1722671" y="2150448"/>
                </a:lnTo>
                <a:lnTo>
                  <a:pt x="1696485" y="2148072"/>
                </a:lnTo>
                <a:lnTo>
                  <a:pt x="1672681" y="2145695"/>
                </a:lnTo>
                <a:lnTo>
                  <a:pt x="1651257" y="2140943"/>
                </a:lnTo>
                <a:lnTo>
                  <a:pt x="1632213" y="2135399"/>
                </a:lnTo>
                <a:lnTo>
                  <a:pt x="1578256" y="2118766"/>
                </a:lnTo>
                <a:lnTo>
                  <a:pt x="1527473" y="2104509"/>
                </a:lnTo>
                <a:lnTo>
                  <a:pt x="1479864" y="2091837"/>
                </a:lnTo>
                <a:lnTo>
                  <a:pt x="1434635" y="2081540"/>
                </a:lnTo>
                <a:lnTo>
                  <a:pt x="1392580" y="2072828"/>
                </a:lnTo>
                <a:lnTo>
                  <a:pt x="1352113" y="2065699"/>
                </a:lnTo>
                <a:lnTo>
                  <a:pt x="1315612" y="2060947"/>
                </a:lnTo>
                <a:lnTo>
                  <a:pt x="1280699" y="2056987"/>
                </a:lnTo>
                <a:lnTo>
                  <a:pt x="1247373" y="2054611"/>
                </a:lnTo>
                <a:lnTo>
                  <a:pt x="1216427" y="2053818"/>
                </a:lnTo>
                <a:lnTo>
                  <a:pt x="1188655" y="2053818"/>
                </a:lnTo>
                <a:lnTo>
                  <a:pt x="1161676" y="2055403"/>
                </a:lnTo>
                <a:lnTo>
                  <a:pt x="1137078" y="2056987"/>
                </a:lnTo>
                <a:lnTo>
                  <a:pt x="1114067" y="2060155"/>
                </a:lnTo>
                <a:lnTo>
                  <a:pt x="1092643" y="2064115"/>
                </a:lnTo>
                <a:lnTo>
                  <a:pt x="1072806" y="2068867"/>
                </a:lnTo>
                <a:lnTo>
                  <a:pt x="1054555" y="2074412"/>
                </a:lnTo>
                <a:lnTo>
                  <a:pt x="1037892" y="2079164"/>
                </a:lnTo>
                <a:lnTo>
                  <a:pt x="1022023" y="2085500"/>
                </a:lnTo>
                <a:lnTo>
                  <a:pt x="1006946" y="2091837"/>
                </a:lnTo>
                <a:lnTo>
                  <a:pt x="980761" y="2104509"/>
                </a:lnTo>
                <a:lnTo>
                  <a:pt x="956957" y="2116390"/>
                </a:lnTo>
                <a:lnTo>
                  <a:pt x="936326" y="2126686"/>
                </a:lnTo>
                <a:lnTo>
                  <a:pt x="917282" y="2136191"/>
                </a:lnTo>
                <a:lnTo>
                  <a:pt x="907761" y="2139359"/>
                </a:lnTo>
                <a:lnTo>
                  <a:pt x="899032" y="2141735"/>
                </a:lnTo>
                <a:lnTo>
                  <a:pt x="889510" y="2144111"/>
                </a:lnTo>
                <a:lnTo>
                  <a:pt x="879989" y="2144903"/>
                </a:lnTo>
                <a:lnTo>
                  <a:pt x="879989" y="2175793"/>
                </a:lnTo>
                <a:lnTo>
                  <a:pt x="879195" y="2181337"/>
                </a:lnTo>
                <a:lnTo>
                  <a:pt x="878402" y="2186882"/>
                </a:lnTo>
                <a:lnTo>
                  <a:pt x="876815" y="2193218"/>
                </a:lnTo>
                <a:lnTo>
                  <a:pt x="875228" y="2198762"/>
                </a:lnTo>
                <a:lnTo>
                  <a:pt x="872847" y="2203515"/>
                </a:lnTo>
                <a:lnTo>
                  <a:pt x="870467" y="2208267"/>
                </a:lnTo>
                <a:lnTo>
                  <a:pt x="866499" y="2213019"/>
                </a:lnTo>
                <a:lnTo>
                  <a:pt x="862532" y="2216979"/>
                </a:lnTo>
                <a:lnTo>
                  <a:pt x="858564" y="2220940"/>
                </a:lnTo>
                <a:lnTo>
                  <a:pt x="854597" y="2224108"/>
                </a:lnTo>
                <a:lnTo>
                  <a:pt x="849043" y="2227276"/>
                </a:lnTo>
                <a:lnTo>
                  <a:pt x="844282" y="2229652"/>
                </a:lnTo>
                <a:lnTo>
                  <a:pt x="838727" y="2231236"/>
                </a:lnTo>
                <a:lnTo>
                  <a:pt x="833173" y="2232820"/>
                </a:lnTo>
                <a:lnTo>
                  <a:pt x="827618" y="2233612"/>
                </a:lnTo>
                <a:lnTo>
                  <a:pt x="820477" y="2233612"/>
                </a:lnTo>
                <a:lnTo>
                  <a:pt x="814923" y="2233612"/>
                </a:lnTo>
                <a:lnTo>
                  <a:pt x="809368" y="2232820"/>
                </a:lnTo>
                <a:lnTo>
                  <a:pt x="803814" y="2231236"/>
                </a:lnTo>
                <a:lnTo>
                  <a:pt x="798259" y="2229652"/>
                </a:lnTo>
                <a:lnTo>
                  <a:pt x="793499" y="2227276"/>
                </a:lnTo>
                <a:lnTo>
                  <a:pt x="787944" y="2224108"/>
                </a:lnTo>
                <a:lnTo>
                  <a:pt x="783977" y="2220940"/>
                </a:lnTo>
                <a:lnTo>
                  <a:pt x="780009" y="2216979"/>
                </a:lnTo>
                <a:lnTo>
                  <a:pt x="776835" y="2213019"/>
                </a:lnTo>
                <a:lnTo>
                  <a:pt x="772074" y="2208267"/>
                </a:lnTo>
                <a:lnTo>
                  <a:pt x="769694" y="2203515"/>
                </a:lnTo>
                <a:lnTo>
                  <a:pt x="767313" y="2198762"/>
                </a:lnTo>
                <a:lnTo>
                  <a:pt x="765727" y="2193218"/>
                </a:lnTo>
                <a:lnTo>
                  <a:pt x="764140" y="2186882"/>
                </a:lnTo>
                <a:lnTo>
                  <a:pt x="763346" y="2181337"/>
                </a:lnTo>
                <a:lnTo>
                  <a:pt x="763346" y="2175793"/>
                </a:lnTo>
                <a:lnTo>
                  <a:pt x="763346" y="2144903"/>
                </a:lnTo>
                <a:lnTo>
                  <a:pt x="704628" y="2145695"/>
                </a:lnTo>
                <a:lnTo>
                  <a:pt x="704628" y="2175793"/>
                </a:lnTo>
                <a:lnTo>
                  <a:pt x="703835" y="2181337"/>
                </a:lnTo>
                <a:lnTo>
                  <a:pt x="703041" y="2186882"/>
                </a:lnTo>
                <a:lnTo>
                  <a:pt x="701454" y="2193218"/>
                </a:lnTo>
                <a:lnTo>
                  <a:pt x="699867" y="2198762"/>
                </a:lnTo>
                <a:lnTo>
                  <a:pt x="696693" y="2203515"/>
                </a:lnTo>
                <a:lnTo>
                  <a:pt x="694313" y="2208267"/>
                </a:lnTo>
                <a:lnTo>
                  <a:pt x="691139" y="2213019"/>
                </a:lnTo>
                <a:lnTo>
                  <a:pt x="687171" y="2216979"/>
                </a:lnTo>
                <a:lnTo>
                  <a:pt x="682411" y="2220940"/>
                </a:lnTo>
                <a:lnTo>
                  <a:pt x="678443" y="2224108"/>
                </a:lnTo>
                <a:lnTo>
                  <a:pt x="673682" y="2227276"/>
                </a:lnTo>
                <a:lnTo>
                  <a:pt x="668128" y="2229652"/>
                </a:lnTo>
                <a:lnTo>
                  <a:pt x="662573" y="2231236"/>
                </a:lnTo>
                <a:lnTo>
                  <a:pt x="657812" y="2232820"/>
                </a:lnTo>
                <a:lnTo>
                  <a:pt x="651465" y="2233612"/>
                </a:lnTo>
                <a:lnTo>
                  <a:pt x="645910" y="2233612"/>
                </a:lnTo>
                <a:lnTo>
                  <a:pt x="639562" y="2233612"/>
                </a:lnTo>
                <a:lnTo>
                  <a:pt x="633214" y="2232820"/>
                </a:lnTo>
                <a:lnTo>
                  <a:pt x="628453" y="2231236"/>
                </a:lnTo>
                <a:lnTo>
                  <a:pt x="622106" y="2229652"/>
                </a:lnTo>
                <a:lnTo>
                  <a:pt x="617345" y="2227276"/>
                </a:lnTo>
                <a:lnTo>
                  <a:pt x="612584" y="2224108"/>
                </a:lnTo>
                <a:lnTo>
                  <a:pt x="608616" y="2220940"/>
                </a:lnTo>
                <a:lnTo>
                  <a:pt x="603855" y="2216979"/>
                </a:lnTo>
                <a:lnTo>
                  <a:pt x="600681" y="2213019"/>
                </a:lnTo>
                <a:lnTo>
                  <a:pt x="597508" y="2208267"/>
                </a:lnTo>
                <a:lnTo>
                  <a:pt x="594334" y="2203515"/>
                </a:lnTo>
                <a:lnTo>
                  <a:pt x="591160" y="2198762"/>
                </a:lnTo>
                <a:lnTo>
                  <a:pt x="589573" y="2193218"/>
                </a:lnTo>
                <a:lnTo>
                  <a:pt x="587986" y="2186882"/>
                </a:lnTo>
                <a:lnTo>
                  <a:pt x="587192" y="2181337"/>
                </a:lnTo>
                <a:lnTo>
                  <a:pt x="587192" y="2175793"/>
                </a:lnTo>
                <a:lnTo>
                  <a:pt x="587192" y="2146488"/>
                </a:lnTo>
                <a:lnTo>
                  <a:pt x="528474" y="2147280"/>
                </a:lnTo>
                <a:lnTo>
                  <a:pt x="528474" y="2175793"/>
                </a:lnTo>
                <a:lnTo>
                  <a:pt x="527681" y="2181337"/>
                </a:lnTo>
                <a:lnTo>
                  <a:pt x="526887" y="2186882"/>
                </a:lnTo>
                <a:lnTo>
                  <a:pt x="525300" y="2193218"/>
                </a:lnTo>
                <a:lnTo>
                  <a:pt x="523713" y="2198762"/>
                </a:lnTo>
                <a:lnTo>
                  <a:pt x="521333" y="2203515"/>
                </a:lnTo>
                <a:lnTo>
                  <a:pt x="518952" y="2208267"/>
                </a:lnTo>
                <a:lnTo>
                  <a:pt x="514985" y="2213019"/>
                </a:lnTo>
                <a:lnTo>
                  <a:pt x="511018" y="2216979"/>
                </a:lnTo>
                <a:lnTo>
                  <a:pt x="507050" y="2220940"/>
                </a:lnTo>
                <a:lnTo>
                  <a:pt x="503083" y="2224108"/>
                </a:lnTo>
                <a:lnTo>
                  <a:pt x="497528" y="2227276"/>
                </a:lnTo>
                <a:lnTo>
                  <a:pt x="492767" y="2229652"/>
                </a:lnTo>
                <a:lnTo>
                  <a:pt x="487213" y="2231236"/>
                </a:lnTo>
                <a:lnTo>
                  <a:pt x="481659" y="2232820"/>
                </a:lnTo>
                <a:lnTo>
                  <a:pt x="476104" y="2233612"/>
                </a:lnTo>
                <a:lnTo>
                  <a:pt x="469756" y="2233612"/>
                </a:lnTo>
                <a:lnTo>
                  <a:pt x="464202" y="2233612"/>
                </a:lnTo>
                <a:lnTo>
                  <a:pt x="458647" y="2232820"/>
                </a:lnTo>
                <a:lnTo>
                  <a:pt x="452300" y="2231236"/>
                </a:lnTo>
                <a:lnTo>
                  <a:pt x="446745" y="2229652"/>
                </a:lnTo>
                <a:lnTo>
                  <a:pt x="441984" y="2227276"/>
                </a:lnTo>
                <a:lnTo>
                  <a:pt x="437223" y="2224108"/>
                </a:lnTo>
                <a:lnTo>
                  <a:pt x="432462" y="2220940"/>
                </a:lnTo>
                <a:lnTo>
                  <a:pt x="428495" y="2216979"/>
                </a:lnTo>
                <a:lnTo>
                  <a:pt x="425321" y="2213019"/>
                </a:lnTo>
                <a:lnTo>
                  <a:pt x="421354" y="2208267"/>
                </a:lnTo>
                <a:lnTo>
                  <a:pt x="418180" y="2203515"/>
                </a:lnTo>
                <a:lnTo>
                  <a:pt x="415799" y="2198762"/>
                </a:lnTo>
                <a:lnTo>
                  <a:pt x="414212" y="2193218"/>
                </a:lnTo>
                <a:lnTo>
                  <a:pt x="412625" y="2186882"/>
                </a:lnTo>
                <a:lnTo>
                  <a:pt x="411832" y="2181337"/>
                </a:lnTo>
                <a:lnTo>
                  <a:pt x="411832" y="2175793"/>
                </a:lnTo>
                <a:lnTo>
                  <a:pt x="411832" y="2148072"/>
                </a:lnTo>
                <a:lnTo>
                  <a:pt x="353114" y="2148864"/>
                </a:lnTo>
                <a:lnTo>
                  <a:pt x="353114" y="2175793"/>
                </a:lnTo>
                <a:lnTo>
                  <a:pt x="352320" y="2181337"/>
                </a:lnTo>
                <a:lnTo>
                  <a:pt x="351527" y="2186882"/>
                </a:lnTo>
                <a:lnTo>
                  <a:pt x="350733" y="2193218"/>
                </a:lnTo>
                <a:lnTo>
                  <a:pt x="347559" y="2198762"/>
                </a:lnTo>
                <a:lnTo>
                  <a:pt x="345179" y="2203515"/>
                </a:lnTo>
                <a:lnTo>
                  <a:pt x="342799" y="2208267"/>
                </a:lnTo>
                <a:lnTo>
                  <a:pt x="339625" y="2213019"/>
                </a:lnTo>
                <a:lnTo>
                  <a:pt x="335657" y="2216979"/>
                </a:lnTo>
                <a:lnTo>
                  <a:pt x="330896" y="2220940"/>
                </a:lnTo>
                <a:lnTo>
                  <a:pt x="326929" y="2224108"/>
                </a:lnTo>
                <a:lnTo>
                  <a:pt x="322168" y="2227276"/>
                </a:lnTo>
                <a:lnTo>
                  <a:pt x="316614" y="2229652"/>
                </a:lnTo>
                <a:lnTo>
                  <a:pt x="311853" y="2231236"/>
                </a:lnTo>
                <a:lnTo>
                  <a:pt x="306298" y="2232820"/>
                </a:lnTo>
                <a:lnTo>
                  <a:pt x="299950" y="2233612"/>
                </a:lnTo>
                <a:lnTo>
                  <a:pt x="294396" y="2233612"/>
                </a:lnTo>
                <a:lnTo>
                  <a:pt x="288842" y="2233612"/>
                </a:lnTo>
                <a:lnTo>
                  <a:pt x="282494" y="2232820"/>
                </a:lnTo>
                <a:lnTo>
                  <a:pt x="276939" y="2231236"/>
                </a:lnTo>
                <a:lnTo>
                  <a:pt x="271385" y="2229652"/>
                </a:lnTo>
                <a:lnTo>
                  <a:pt x="265830" y="2227276"/>
                </a:lnTo>
                <a:lnTo>
                  <a:pt x="261863" y="2224108"/>
                </a:lnTo>
                <a:lnTo>
                  <a:pt x="257102" y="2220940"/>
                </a:lnTo>
                <a:lnTo>
                  <a:pt x="252341" y="2216979"/>
                </a:lnTo>
                <a:lnTo>
                  <a:pt x="249167" y="2213019"/>
                </a:lnTo>
                <a:lnTo>
                  <a:pt x="245993" y="2208267"/>
                </a:lnTo>
                <a:lnTo>
                  <a:pt x="242819" y="2203515"/>
                </a:lnTo>
                <a:lnTo>
                  <a:pt x="239645" y="2198762"/>
                </a:lnTo>
                <a:lnTo>
                  <a:pt x="238058" y="2193218"/>
                </a:lnTo>
                <a:lnTo>
                  <a:pt x="236471" y="2186882"/>
                </a:lnTo>
                <a:lnTo>
                  <a:pt x="235678" y="2181337"/>
                </a:lnTo>
                <a:lnTo>
                  <a:pt x="235678" y="2175793"/>
                </a:lnTo>
                <a:lnTo>
                  <a:pt x="235678" y="2150448"/>
                </a:lnTo>
                <a:lnTo>
                  <a:pt x="176960" y="2151240"/>
                </a:lnTo>
                <a:lnTo>
                  <a:pt x="176960" y="2175793"/>
                </a:lnTo>
                <a:lnTo>
                  <a:pt x="176167" y="2181337"/>
                </a:lnTo>
                <a:lnTo>
                  <a:pt x="175373" y="2186882"/>
                </a:lnTo>
                <a:lnTo>
                  <a:pt x="174580" y="2193218"/>
                </a:lnTo>
                <a:lnTo>
                  <a:pt x="172199" y="2198762"/>
                </a:lnTo>
                <a:lnTo>
                  <a:pt x="169819" y="2203515"/>
                </a:lnTo>
                <a:lnTo>
                  <a:pt x="167438" y="2208267"/>
                </a:lnTo>
                <a:lnTo>
                  <a:pt x="163471" y="2213019"/>
                </a:lnTo>
                <a:lnTo>
                  <a:pt x="159503" y="2216979"/>
                </a:lnTo>
                <a:lnTo>
                  <a:pt x="155536" y="2220940"/>
                </a:lnTo>
                <a:lnTo>
                  <a:pt x="151568" y="2224108"/>
                </a:lnTo>
                <a:lnTo>
                  <a:pt x="146014" y="2227276"/>
                </a:lnTo>
                <a:lnTo>
                  <a:pt x="141253" y="2229652"/>
                </a:lnTo>
                <a:lnTo>
                  <a:pt x="136492" y="2231236"/>
                </a:lnTo>
                <a:lnTo>
                  <a:pt x="130144" y="2232820"/>
                </a:lnTo>
                <a:lnTo>
                  <a:pt x="124590" y="2233612"/>
                </a:lnTo>
                <a:lnTo>
                  <a:pt x="118242" y="2233612"/>
                </a:lnTo>
                <a:lnTo>
                  <a:pt x="112688" y="2233612"/>
                </a:lnTo>
                <a:lnTo>
                  <a:pt x="107133" y="2232820"/>
                </a:lnTo>
                <a:lnTo>
                  <a:pt x="100785" y="2231236"/>
                </a:lnTo>
                <a:lnTo>
                  <a:pt x="96024" y="2229652"/>
                </a:lnTo>
                <a:lnTo>
                  <a:pt x="90470" y="2227276"/>
                </a:lnTo>
                <a:lnTo>
                  <a:pt x="85709" y="2224108"/>
                </a:lnTo>
                <a:lnTo>
                  <a:pt x="80948" y="2220940"/>
                </a:lnTo>
                <a:lnTo>
                  <a:pt x="76981" y="2216979"/>
                </a:lnTo>
                <a:lnTo>
                  <a:pt x="73013" y="2213019"/>
                </a:lnTo>
                <a:lnTo>
                  <a:pt x="69839" y="2208267"/>
                </a:lnTo>
                <a:lnTo>
                  <a:pt x="66665" y="2203515"/>
                </a:lnTo>
                <a:lnTo>
                  <a:pt x="64285" y="2198762"/>
                </a:lnTo>
                <a:lnTo>
                  <a:pt x="62698" y="2193218"/>
                </a:lnTo>
                <a:lnTo>
                  <a:pt x="61111" y="2186882"/>
                </a:lnTo>
                <a:lnTo>
                  <a:pt x="60318" y="2181337"/>
                </a:lnTo>
                <a:lnTo>
                  <a:pt x="60318" y="2175793"/>
                </a:lnTo>
                <a:lnTo>
                  <a:pt x="60318" y="2152032"/>
                </a:lnTo>
                <a:lnTo>
                  <a:pt x="53176" y="2114014"/>
                </a:lnTo>
                <a:lnTo>
                  <a:pt x="48415" y="2078372"/>
                </a:lnTo>
                <a:lnTo>
                  <a:pt x="44448" y="2047482"/>
                </a:lnTo>
                <a:lnTo>
                  <a:pt x="41274" y="2019761"/>
                </a:lnTo>
                <a:lnTo>
                  <a:pt x="38893" y="1995207"/>
                </a:lnTo>
                <a:lnTo>
                  <a:pt x="38100" y="1973822"/>
                </a:lnTo>
                <a:lnTo>
                  <a:pt x="38100" y="1954813"/>
                </a:lnTo>
                <a:lnTo>
                  <a:pt x="38100" y="1938972"/>
                </a:lnTo>
                <a:lnTo>
                  <a:pt x="39687" y="1924715"/>
                </a:lnTo>
                <a:lnTo>
                  <a:pt x="41274" y="1912835"/>
                </a:lnTo>
                <a:lnTo>
                  <a:pt x="43654" y="1903330"/>
                </a:lnTo>
                <a:lnTo>
                  <a:pt x="46035" y="1894618"/>
                </a:lnTo>
                <a:lnTo>
                  <a:pt x="49209" y="1888281"/>
                </a:lnTo>
                <a:lnTo>
                  <a:pt x="52383" y="1881945"/>
                </a:lnTo>
                <a:lnTo>
                  <a:pt x="55557" y="1877193"/>
                </a:lnTo>
                <a:lnTo>
                  <a:pt x="60318" y="1873233"/>
                </a:lnTo>
                <a:lnTo>
                  <a:pt x="206319" y="1871649"/>
                </a:lnTo>
                <a:lnTo>
                  <a:pt x="411038" y="1868480"/>
                </a:lnTo>
                <a:lnTo>
                  <a:pt x="654639" y="1866104"/>
                </a:lnTo>
                <a:lnTo>
                  <a:pt x="786357" y="1865312"/>
                </a:lnTo>
                <a:close/>
                <a:moveTo>
                  <a:pt x="978694" y="755339"/>
                </a:moveTo>
                <a:lnTo>
                  <a:pt x="971550" y="756926"/>
                </a:lnTo>
                <a:lnTo>
                  <a:pt x="965200" y="758513"/>
                </a:lnTo>
                <a:lnTo>
                  <a:pt x="958056" y="760893"/>
                </a:lnTo>
                <a:lnTo>
                  <a:pt x="952500" y="763273"/>
                </a:lnTo>
                <a:lnTo>
                  <a:pt x="946944" y="766447"/>
                </a:lnTo>
                <a:lnTo>
                  <a:pt x="940594" y="771208"/>
                </a:lnTo>
                <a:lnTo>
                  <a:pt x="936625" y="775175"/>
                </a:lnTo>
                <a:lnTo>
                  <a:pt x="931863" y="779935"/>
                </a:lnTo>
                <a:lnTo>
                  <a:pt x="927100" y="786283"/>
                </a:lnTo>
                <a:lnTo>
                  <a:pt x="923925" y="791837"/>
                </a:lnTo>
                <a:lnTo>
                  <a:pt x="921544" y="797391"/>
                </a:lnTo>
                <a:lnTo>
                  <a:pt x="919163" y="804531"/>
                </a:lnTo>
                <a:lnTo>
                  <a:pt x="917575" y="810879"/>
                </a:lnTo>
                <a:lnTo>
                  <a:pt x="915987" y="818020"/>
                </a:lnTo>
                <a:lnTo>
                  <a:pt x="915987" y="824367"/>
                </a:lnTo>
                <a:lnTo>
                  <a:pt x="915987" y="832301"/>
                </a:lnTo>
                <a:lnTo>
                  <a:pt x="917575" y="838649"/>
                </a:lnTo>
                <a:lnTo>
                  <a:pt x="919163" y="845789"/>
                </a:lnTo>
                <a:lnTo>
                  <a:pt x="921544" y="852137"/>
                </a:lnTo>
                <a:lnTo>
                  <a:pt x="923925" y="857691"/>
                </a:lnTo>
                <a:lnTo>
                  <a:pt x="927100" y="864038"/>
                </a:lnTo>
                <a:lnTo>
                  <a:pt x="931863" y="869592"/>
                </a:lnTo>
                <a:lnTo>
                  <a:pt x="936625" y="875146"/>
                </a:lnTo>
                <a:lnTo>
                  <a:pt x="940594" y="879113"/>
                </a:lnTo>
                <a:lnTo>
                  <a:pt x="946944" y="883080"/>
                </a:lnTo>
                <a:lnTo>
                  <a:pt x="952500" y="886254"/>
                </a:lnTo>
                <a:lnTo>
                  <a:pt x="958056" y="888634"/>
                </a:lnTo>
                <a:lnTo>
                  <a:pt x="965200" y="891808"/>
                </a:lnTo>
                <a:lnTo>
                  <a:pt x="971550" y="893395"/>
                </a:lnTo>
                <a:lnTo>
                  <a:pt x="978694" y="894982"/>
                </a:lnTo>
                <a:lnTo>
                  <a:pt x="985837" y="894982"/>
                </a:lnTo>
                <a:lnTo>
                  <a:pt x="992981" y="894982"/>
                </a:lnTo>
                <a:lnTo>
                  <a:pt x="999331" y="893395"/>
                </a:lnTo>
                <a:lnTo>
                  <a:pt x="1006475" y="891808"/>
                </a:lnTo>
                <a:lnTo>
                  <a:pt x="1012825" y="888634"/>
                </a:lnTo>
                <a:lnTo>
                  <a:pt x="1018381" y="886254"/>
                </a:lnTo>
                <a:lnTo>
                  <a:pt x="1024731" y="883080"/>
                </a:lnTo>
                <a:lnTo>
                  <a:pt x="1030287" y="879113"/>
                </a:lnTo>
                <a:lnTo>
                  <a:pt x="1035844" y="875146"/>
                </a:lnTo>
                <a:lnTo>
                  <a:pt x="1039813" y="869592"/>
                </a:lnTo>
                <a:lnTo>
                  <a:pt x="1043781" y="864038"/>
                </a:lnTo>
                <a:lnTo>
                  <a:pt x="1046956" y="857691"/>
                </a:lnTo>
                <a:lnTo>
                  <a:pt x="1050925" y="852137"/>
                </a:lnTo>
                <a:lnTo>
                  <a:pt x="1052513" y="845789"/>
                </a:lnTo>
                <a:lnTo>
                  <a:pt x="1054100" y="838649"/>
                </a:lnTo>
                <a:lnTo>
                  <a:pt x="1055687" y="832301"/>
                </a:lnTo>
                <a:lnTo>
                  <a:pt x="1055687" y="824367"/>
                </a:lnTo>
                <a:lnTo>
                  <a:pt x="1055687" y="818020"/>
                </a:lnTo>
                <a:lnTo>
                  <a:pt x="1054100" y="810879"/>
                </a:lnTo>
                <a:lnTo>
                  <a:pt x="1052513" y="804531"/>
                </a:lnTo>
                <a:lnTo>
                  <a:pt x="1050925" y="797391"/>
                </a:lnTo>
                <a:lnTo>
                  <a:pt x="1046956" y="791837"/>
                </a:lnTo>
                <a:lnTo>
                  <a:pt x="1043781" y="786283"/>
                </a:lnTo>
                <a:lnTo>
                  <a:pt x="1039813" y="779935"/>
                </a:lnTo>
                <a:lnTo>
                  <a:pt x="1035844" y="775175"/>
                </a:lnTo>
                <a:lnTo>
                  <a:pt x="1030287" y="771208"/>
                </a:lnTo>
                <a:lnTo>
                  <a:pt x="1024731" y="766447"/>
                </a:lnTo>
                <a:lnTo>
                  <a:pt x="1018381" y="763273"/>
                </a:lnTo>
                <a:lnTo>
                  <a:pt x="1012825" y="760893"/>
                </a:lnTo>
                <a:lnTo>
                  <a:pt x="1006475" y="758513"/>
                </a:lnTo>
                <a:lnTo>
                  <a:pt x="999331" y="756926"/>
                </a:lnTo>
                <a:lnTo>
                  <a:pt x="992981" y="755339"/>
                </a:lnTo>
                <a:lnTo>
                  <a:pt x="985837" y="755339"/>
                </a:lnTo>
                <a:lnTo>
                  <a:pt x="978694" y="755339"/>
                </a:lnTo>
                <a:close/>
                <a:moveTo>
                  <a:pt x="880269" y="474467"/>
                </a:moveTo>
                <a:lnTo>
                  <a:pt x="873919" y="475261"/>
                </a:lnTo>
                <a:lnTo>
                  <a:pt x="865981" y="476054"/>
                </a:lnTo>
                <a:lnTo>
                  <a:pt x="859631" y="478434"/>
                </a:lnTo>
                <a:lnTo>
                  <a:pt x="854075" y="480815"/>
                </a:lnTo>
                <a:lnTo>
                  <a:pt x="846931" y="483195"/>
                </a:lnTo>
                <a:lnTo>
                  <a:pt x="842169" y="486369"/>
                </a:lnTo>
                <a:lnTo>
                  <a:pt x="835819" y="490336"/>
                </a:lnTo>
                <a:lnTo>
                  <a:pt x="831056" y="495890"/>
                </a:lnTo>
                <a:lnTo>
                  <a:pt x="827087" y="499857"/>
                </a:lnTo>
                <a:lnTo>
                  <a:pt x="823119" y="505411"/>
                </a:lnTo>
                <a:lnTo>
                  <a:pt x="819150" y="511758"/>
                </a:lnTo>
                <a:lnTo>
                  <a:pt x="815975" y="517312"/>
                </a:lnTo>
                <a:lnTo>
                  <a:pt x="814387" y="524453"/>
                </a:lnTo>
                <a:lnTo>
                  <a:pt x="812006" y="530800"/>
                </a:lnTo>
                <a:lnTo>
                  <a:pt x="811213" y="537148"/>
                </a:lnTo>
                <a:lnTo>
                  <a:pt x="811213" y="545082"/>
                </a:lnTo>
                <a:lnTo>
                  <a:pt x="811213" y="551429"/>
                </a:lnTo>
                <a:lnTo>
                  <a:pt x="812006" y="558570"/>
                </a:lnTo>
                <a:lnTo>
                  <a:pt x="814387" y="564918"/>
                </a:lnTo>
                <a:lnTo>
                  <a:pt x="815975" y="572058"/>
                </a:lnTo>
                <a:lnTo>
                  <a:pt x="819150" y="577612"/>
                </a:lnTo>
                <a:lnTo>
                  <a:pt x="823119" y="583166"/>
                </a:lnTo>
                <a:lnTo>
                  <a:pt x="827087" y="589514"/>
                </a:lnTo>
                <a:lnTo>
                  <a:pt x="831056" y="594274"/>
                </a:lnTo>
                <a:lnTo>
                  <a:pt x="835819" y="598241"/>
                </a:lnTo>
                <a:lnTo>
                  <a:pt x="842169" y="603002"/>
                </a:lnTo>
                <a:lnTo>
                  <a:pt x="846931" y="606176"/>
                </a:lnTo>
                <a:lnTo>
                  <a:pt x="854075" y="609349"/>
                </a:lnTo>
                <a:lnTo>
                  <a:pt x="859631" y="610936"/>
                </a:lnTo>
                <a:lnTo>
                  <a:pt x="865981" y="612523"/>
                </a:lnTo>
                <a:lnTo>
                  <a:pt x="873919" y="614110"/>
                </a:lnTo>
                <a:lnTo>
                  <a:pt x="880269" y="614110"/>
                </a:lnTo>
                <a:lnTo>
                  <a:pt x="888206" y="614110"/>
                </a:lnTo>
                <a:lnTo>
                  <a:pt x="894556" y="612523"/>
                </a:lnTo>
                <a:lnTo>
                  <a:pt x="901700" y="610936"/>
                </a:lnTo>
                <a:lnTo>
                  <a:pt x="908050" y="609349"/>
                </a:lnTo>
                <a:lnTo>
                  <a:pt x="914400" y="606176"/>
                </a:lnTo>
                <a:lnTo>
                  <a:pt x="919956" y="603002"/>
                </a:lnTo>
                <a:lnTo>
                  <a:pt x="924719" y="598241"/>
                </a:lnTo>
                <a:lnTo>
                  <a:pt x="930275" y="594274"/>
                </a:lnTo>
                <a:lnTo>
                  <a:pt x="935037" y="589514"/>
                </a:lnTo>
                <a:lnTo>
                  <a:pt x="939006" y="583166"/>
                </a:lnTo>
                <a:lnTo>
                  <a:pt x="942181" y="577612"/>
                </a:lnTo>
                <a:lnTo>
                  <a:pt x="945356" y="572058"/>
                </a:lnTo>
                <a:lnTo>
                  <a:pt x="947737" y="564918"/>
                </a:lnTo>
                <a:lnTo>
                  <a:pt x="949325" y="558570"/>
                </a:lnTo>
                <a:lnTo>
                  <a:pt x="950119" y="551429"/>
                </a:lnTo>
                <a:lnTo>
                  <a:pt x="950913" y="545082"/>
                </a:lnTo>
                <a:lnTo>
                  <a:pt x="950119" y="537148"/>
                </a:lnTo>
                <a:lnTo>
                  <a:pt x="949325" y="530800"/>
                </a:lnTo>
                <a:lnTo>
                  <a:pt x="947737" y="524453"/>
                </a:lnTo>
                <a:lnTo>
                  <a:pt x="945356" y="517312"/>
                </a:lnTo>
                <a:lnTo>
                  <a:pt x="942181" y="511758"/>
                </a:lnTo>
                <a:lnTo>
                  <a:pt x="939006" y="505411"/>
                </a:lnTo>
                <a:lnTo>
                  <a:pt x="935037" y="499857"/>
                </a:lnTo>
                <a:lnTo>
                  <a:pt x="930275" y="495890"/>
                </a:lnTo>
                <a:lnTo>
                  <a:pt x="924719" y="490336"/>
                </a:lnTo>
                <a:lnTo>
                  <a:pt x="919956" y="486369"/>
                </a:lnTo>
                <a:lnTo>
                  <a:pt x="914400" y="483195"/>
                </a:lnTo>
                <a:lnTo>
                  <a:pt x="908050" y="480815"/>
                </a:lnTo>
                <a:lnTo>
                  <a:pt x="901700" y="478434"/>
                </a:lnTo>
                <a:lnTo>
                  <a:pt x="894556" y="476054"/>
                </a:lnTo>
                <a:lnTo>
                  <a:pt x="888206" y="475261"/>
                </a:lnTo>
                <a:lnTo>
                  <a:pt x="880269" y="474467"/>
                </a:lnTo>
                <a:close/>
                <a:moveTo>
                  <a:pt x="811213" y="204703"/>
                </a:moveTo>
                <a:lnTo>
                  <a:pt x="803275" y="205497"/>
                </a:lnTo>
                <a:lnTo>
                  <a:pt x="796925" y="206290"/>
                </a:lnTo>
                <a:lnTo>
                  <a:pt x="789781" y="207877"/>
                </a:lnTo>
                <a:lnTo>
                  <a:pt x="783431" y="210257"/>
                </a:lnTo>
                <a:lnTo>
                  <a:pt x="777875" y="212638"/>
                </a:lnTo>
                <a:lnTo>
                  <a:pt x="771525" y="216605"/>
                </a:lnTo>
                <a:lnTo>
                  <a:pt x="766763" y="220572"/>
                </a:lnTo>
                <a:lnTo>
                  <a:pt x="762000" y="225332"/>
                </a:lnTo>
                <a:lnTo>
                  <a:pt x="756444" y="230093"/>
                </a:lnTo>
                <a:lnTo>
                  <a:pt x="752475" y="235647"/>
                </a:lnTo>
                <a:lnTo>
                  <a:pt x="749300" y="241201"/>
                </a:lnTo>
                <a:lnTo>
                  <a:pt x="746919" y="246755"/>
                </a:lnTo>
                <a:lnTo>
                  <a:pt x="743744" y="253896"/>
                </a:lnTo>
                <a:lnTo>
                  <a:pt x="742156" y="260243"/>
                </a:lnTo>
                <a:lnTo>
                  <a:pt x="741363" y="267384"/>
                </a:lnTo>
                <a:lnTo>
                  <a:pt x="740569" y="274525"/>
                </a:lnTo>
                <a:lnTo>
                  <a:pt x="741363" y="281665"/>
                </a:lnTo>
                <a:lnTo>
                  <a:pt x="742156" y="288806"/>
                </a:lnTo>
                <a:lnTo>
                  <a:pt x="743744" y="295947"/>
                </a:lnTo>
                <a:lnTo>
                  <a:pt x="746919" y="301501"/>
                </a:lnTo>
                <a:lnTo>
                  <a:pt x="749300" y="307848"/>
                </a:lnTo>
                <a:lnTo>
                  <a:pt x="752475" y="314196"/>
                </a:lnTo>
                <a:lnTo>
                  <a:pt x="756444" y="318956"/>
                </a:lnTo>
                <a:lnTo>
                  <a:pt x="762000" y="323717"/>
                </a:lnTo>
                <a:lnTo>
                  <a:pt x="766763" y="328477"/>
                </a:lnTo>
                <a:lnTo>
                  <a:pt x="771525" y="332445"/>
                </a:lnTo>
                <a:lnTo>
                  <a:pt x="777875" y="335618"/>
                </a:lnTo>
                <a:lnTo>
                  <a:pt x="783431" y="338792"/>
                </a:lnTo>
                <a:lnTo>
                  <a:pt x="789781" y="341966"/>
                </a:lnTo>
                <a:lnTo>
                  <a:pt x="796925" y="343552"/>
                </a:lnTo>
                <a:lnTo>
                  <a:pt x="803275" y="344346"/>
                </a:lnTo>
                <a:lnTo>
                  <a:pt x="811213" y="344346"/>
                </a:lnTo>
                <a:lnTo>
                  <a:pt x="817563" y="344346"/>
                </a:lnTo>
                <a:lnTo>
                  <a:pt x="825500" y="343552"/>
                </a:lnTo>
                <a:lnTo>
                  <a:pt x="831850" y="341966"/>
                </a:lnTo>
                <a:lnTo>
                  <a:pt x="838200" y="338792"/>
                </a:lnTo>
                <a:lnTo>
                  <a:pt x="844550" y="335618"/>
                </a:lnTo>
                <a:lnTo>
                  <a:pt x="849313" y="332445"/>
                </a:lnTo>
                <a:lnTo>
                  <a:pt x="855663" y="328477"/>
                </a:lnTo>
                <a:lnTo>
                  <a:pt x="860425" y="323717"/>
                </a:lnTo>
                <a:lnTo>
                  <a:pt x="864394" y="318956"/>
                </a:lnTo>
                <a:lnTo>
                  <a:pt x="869156" y="314196"/>
                </a:lnTo>
                <a:lnTo>
                  <a:pt x="872331" y="307848"/>
                </a:lnTo>
                <a:lnTo>
                  <a:pt x="875506" y="301501"/>
                </a:lnTo>
                <a:lnTo>
                  <a:pt x="877887" y="295947"/>
                </a:lnTo>
                <a:lnTo>
                  <a:pt x="879475" y="288806"/>
                </a:lnTo>
                <a:lnTo>
                  <a:pt x="880269" y="281665"/>
                </a:lnTo>
                <a:lnTo>
                  <a:pt x="880269" y="274525"/>
                </a:lnTo>
                <a:lnTo>
                  <a:pt x="880269" y="267384"/>
                </a:lnTo>
                <a:lnTo>
                  <a:pt x="879475" y="260243"/>
                </a:lnTo>
                <a:lnTo>
                  <a:pt x="877887" y="253896"/>
                </a:lnTo>
                <a:lnTo>
                  <a:pt x="875506" y="246755"/>
                </a:lnTo>
                <a:lnTo>
                  <a:pt x="872331" y="241201"/>
                </a:lnTo>
                <a:lnTo>
                  <a:pt x="869156" y="235647"/>
                </a:lnTo>
                <a:lnTo>
                  <a:pt x="864394" y="230093"/>
                </a:lnTo>
                <a:lnTo>
                  <a:pt x="860425" y="225332"/>
                </a:lnTo>
                <a:lnTo>
                  <a:pt x="855663" y="220572"/>
                </a:lnTo>
                <a:lnTo>
                  <a:pt x="849313" y="216605"/>
                </a:lnTo>
                <a:lnTo>
                  <a:pt x="844550" y="212638"/>
                </a:lnTo>
                <a:lnTo>
                  <a:pt x="838200" y="210257"/>
                </a:lnTo>
                <a:lnTo>
                  <a:pt x="831850" y="207877"/>
                </a:lnTo>
                <a:lnTo>
                  <a:pt x="825500" y="206290"/>
                </a:lnTo>
                <a:lnTo>
                  <a:pt x="817563" y="205497"/>
                </a:lnTo>
                <a:lnTo>
                  <a:pt x="811213" y="204703"/>
                </a:lnTo>
                <a:close/>
                <a:moveTo>
                  <a:pt x="931863" y="0"/>
                </a:moveTo>
                <a:lnTo>
                  <a:pt x="933450" y="794"/>
                </a:lnTo>
                <a:lnTo>
                  <a:pt x="935037" y="2381"/>
                </a:lnTo>
                <a:lnTo>
                  <a:pt x="939800" y="8728"/>
                </a:lnTo>
                <a:lnTo>
                  <a:pt x="945356" y="19042"/>
                </a:lnTo>
                <a:lnTo>
                  <a:pt x="950119" y="31737"/>
                </a:lnTo>
                <a:lnTo>
                  <a:pt x="962025" y="65061"/>
                </a:lnTo>
                <a:lnTo>
                  <a:pt x="973137" y="102352"/>
                </a:lnTo>
                <a:lnTo>
                  <a:pt x="984250" y="139643"/>
                </a:lnTo>
                <a:lnTo>
                  <a:pt x="993775" y="172967"/>
                </a:lnTo>
                <a:lnTo>
                  <a:pt x="1001713" y="204703"/>
                </a:lnTo>
                <a:lnTo>
                  <a:pt x="1007269" y="172967"/>
                </a:lnTo>
                <a:lnTo>
                  <a:pt x="1012825" y="139643"/>
                </a:lnTo>
                <a:lnTo>
                  <a:pt x="1019175" y="103145"/>
                </a:lnTo>
                <a:lnTo>
                  <a:pt x="1027113" y="66648"/>
                </a:lnTo>
                <a:lnTo>
                  <a:pt x="1031875" y="48399"/>
                </a:lnTo>
                <a:lnTo>
                  <a:pt x="1036637" y="34117"/>
                </a:lnTo>
                <a:lnTo>
                  <a:pt x="1040606" y="21423"/>
                </a:lnTo>
                <a:lnTo>
                  <a:pt x="1045369" y="11902"/>
                </a:lnTo>
                <a:lnTo>
                  <a:pt x="1046956" y="8728"/>
                </a:lnTo>
                <a:lnTo>
                  <a:pt x="1049337" y="6348"/>
                </a:lnTo>
                <a:lnTo>
                  <a:pt x="1052513" y="4761"/>
                </a:lnTo>
                <a:lnTo>
                  <a:pt x="1054100" y="4761"/>
                </a:lnTo>
                <a:lnTo>
                  <a:pt x="1070769" y="7934"/>
                </a:lnTo>
                <a:lnTo>
                  <a:pt x="1087437" y="11902"/>
                </a:lnTo>
                <a:lnTo>
                  <a:pt x="1104106" y="16662"/>
                </a:lnTo>
                <a:lnTo>
                  <a:pt x="1119981" y="23803"/>
                </a:lnTo>
                <a:lnTo>
                  <a:pt x="1135856" y="30150"/>
                </a:lnTo>
                <a:lnTo>
                  <a:pt x="1151731" y="38878"/>
                </a:lnTo>
                <a:lnTo>
                  <a:pt x="1167606" y="47606"/>
                </a:lnTo>
                <a:lnTo>
                  <a:pt x="1183481" y="57920"/>
                </a:lnTo>
                <a:lnTo>
                  <a:pt x="1171575" y="107906"/>
                </a:lnTo>
                <a:lnTo>
                  <a:pt x="1161256" y="157891"/>
                </a:lnTo>
                <a:lnTo>
                  <a:pt x="1150937" y="204703"/>
                </a:lnTo>
                <a:lnTo>
                  <a:pt x="1143000" y="249929"/>
                </a:lnTo>
                <a:lnTo>
                  <a:pt x="1135856" y="292773"/>
                </a:lnTo>
                <a:lnTo>
                  <a:pt x="1129506" y="334825"/>
                </a:lnTo>
                <a:lnTo>
                  <a:pt x="1123950" y="375289"/>
                </a:lnTo>
                <a:lnTo>
                  <a:pt x="1119981" y="413374"/>
                </a:lnTo>
                <a:lnTo>
                  <a:pt x="1116806" y="451458"/>
                </a:lnTo>
                <a:lnTo>
                  <a:pt x="1114425" y="487162"/>
                </a:lnTo>
                <a:lnTo>
                  <a:pt x="1113631" y="522073"/>
                </a:lnTo>
                <a:lnTo>
                  <a:pt x="1113631" y="556190"/>
                </a:lnTo>
                <a:lnTo>
                  <a:pt x="1114425" y="588720"/>
                </a:lnTo>
                <a:lnTo>
                  <a:pt x="1116013" y="619664"/>
                </a:lnTo>
                <a:lnTo>
                  <a:pt x="1118394" y="650607"/>
                </a:lnTo>
                <a:lnTo>
                  <a:pt x="1121569" y="679964"/>
                </a:lnTo>
                <a:lnTo>
                  <a:pt x="1126331" y="708527"/>
                </a:lnTo>
                <a:lnTo>
                  <a:pt x="1131887" y="735504"/>
                </a:lnTo>
                <a:lnTo>
                  <a:pt x="1138237" y="762480"/>
                </a:lnTo>
                <a:lnTo>
                  <a:pt x="1146175" y="788663"/>
                </a:lnTo>
                <a:lnTo>
                  <a:pt x="1153319" y="814846"/>
                </a:lnTo>
                <a:lnTo>
                  <a:pt x="1162844" y="839442"/>
                </a:lnTo>
                <a:lnTo>
                  <a:pt x="1173163" y="864038"/>
                </a:lnTo>
                <a:lnTo>
                  <a:pt x="1182687" y="887841"/>
                </a:lnTo>
                <a:lnTo>
                  <a:pt x="1194594" y="911643"/>
                </a:lnTo>
                <a:lnTo>
                  <a:pt x="1207294" y="934653"/>
                </a:lnTo>
                <a:lnTo>
                  <a:pt x="1219994" y="958455"/>
                </a:lnTo>
                <a:lnTo>
                  <a:pt x="1234281" y="982258"/>
                </a:lnTo>
                <a:lnTo>
                  <a:pt x="1247775" y="1004474"/>
                </a:lnTo>
                <a:lnTo>
                  <a:pt x="1263650" y="1028277"/>
                </a:lnTo>
                <a:lnTo>
                  <a:pt x="1280319" y="1050493"/>
                </a:lnTo>
                <a:lnTo>
                  <a:pt x="1296987" y="1074295"/>
                </a:lnTo>
                <a:lnTo>
                  <a:pt x="1305719" y="1084610"/>
                </a:lnTo>
                <a:lnTo>
                  <a:pt x="1314450" y="1094924"/>
                </a:lnTo>
                <a:lnTo>
                  <a:pt x="1323975" y="1105239"/>
                </a:lnTo>
                <a:lnTo>
                  <a:pt x="1333500" y="1113966"/>
                </a:lnTo>
                <a:lnTo>
                  <a:pt x="1343819" y="1122694"/>
                </a:lnTo>
                <a:lnTo>
                  <a:pt x="1353344" y="1129835"/>
                </a:lnTo>
                <a:lnTo>
                  <a:pt x="1364456" y="1136976"/>
                </a:lnTo>
                <a:lnTo>
                  <a:pt x="1375569" y="1143323"/>
                </a:lnTo>
                <a:lnTo>
                  <a:pt x="1386681" y="1148877"/>
                </a:lnTo>
                <a:lnTo>
                  <a:pt x="1397794" y="1155224"/>
                </a:lnTo>
                <a:lnTo>
                  <a:pt x="1409700" y="1159192"/>
                </a:lnTo>
                <a:lnTo>
                  <a:pt x="1421606" y="1163159"/>
                </a:lnTo>
                <a:lnTo>
                  <a:pt x="1434306" y="1167919"/>
                </a:lnTo>
                <a:lnTo>
                  <a:pt x="1446213" y="1171093"/>
                </a:lnTo>
                <a:lnTo>
                  <a:pt x="1471613" y="1175853"/>
                </a:lnTo>
                <a:lnTo>
                  <a:pt x="1497806" y="1179821"/>
                </a:lnTo>
                <a:lnTo>
                  <a:pt x="1525587" y="1182201"/>
                </a:lnTo>
                <a:lnTo>
                  <a:pt x="1552575" y="1183788"/>
                </a:lnTo>
                <a:lnTo>
                  <a:pt x="1581944" y="1183788"/>
                </a:lnTo>
                <a:lnTo>
                  <a:pt x="1611313" y="1182994"/>
                </a:lnTo>
                <a:lnTo>
                  <a:pt x="1641475" y="1182201"/>
                </a:lnTo>
                <a:lnTo>
                  <a:pt x="1702594" y="1177440"/>
                </a:lnTo>
                <a:lnTo>
                  <a:pt x="1766094" y="1173473"/>
                </a:lnTo>
                <a:lnTo>
                  <a:pt x="1799431" y="1171886"/>
                </a:lnTo>
                <a:lnTo>
                  <a:pt x="1831975" y="1170299"/>
                </a:lnTo>
                <a:lnTo>
                  <a:pt x="1864519" y="1170299"/>
                </a:lnTo>
                <a:lnTo>
                  <a:pt x="1897063" y="1170299"/>
                </a:lnTo>
                <a:lnTo>
                  <a:pt x="1930400" y="1171886"/>
                </a:lnTo>
                <a:lnTo>
                  <a:pt x="1963737" y="1174267"/>
                </a:lnTo>
                <a:lnTo>
                  <a:pt x="1997869" y="1178234"/>
                </a:lnTo>
                <a:lnTo>
                  <a:pt x="2030413" y="1183788"/>
                </a:lnTo>
                <a:lnTo>
                  <a:pt x="2063750" y="1190928"/>
                </a:lnTo>
                <a:lnTo>
                  <a:pt x="2080419" y="1194896"/>
                </a:lnTo>
                <a:lnTo>
                  <a:pt x="2097087" y="1200450"/>
                </a:lnTo>
                <a:lnTo>
                  <a:pt x="2112963" y="1206003"/>
                </a:lnTo>
                <a:lnTo>
                  <a:pt x="2129631" y="1212351"/>
                </a:lnTo>
                <a:lnTo>
                  <a:pt x="2146300" y="1218698"/>
                </a:lnTo>
                <a:lnTo>
                  <a:pt x="2162175" y="1226632"/>
                </a:lnTo>
                <a:lnTo>
                  <a:pt x="2178844" y="1233773"/>
                </a:lnTo>
                <a:lnTo>
                  <a:pt x="2194719" y="1243294"/>
                </a:lnTo>
                <a:lnTo>
                  <a:pt x="2211387" y="1252022"/>
                </a:lnTo>
                <a:lnTo>
                  <a:pt x="2227263" y="1262337"/>
                </a:lnTo>
                <a:lnTo>
                  <a:pt x="2243137" y="1272651"/>
                </a:lnTo>
                <a:lnTo>
                  <a:pt x="2258219" y="1282966"/>
                </a:lnTo>
                <a:lnTo>
                  <a:pt x="2272506" y="1294073"/>
                </a:lnTo>
                <a:lnTo>
                  <a:pt x="2285206" y="1305181"/>
                </a:lnTo>
                <a:lnTo>
                  <a:pt x="2298700" y="1315496"/>
                </a:lnTo>
                <a:lnTo>
                  <a:pt x="2310606" y="1326604"/>
                </a:lnTo>
                <a:lnTo>
                  <a:pt x="2322513" y="1338505"/>
                </a:lnTo>
                <a:lnTo>
                  <a:pt x="2334419" y="1350407"/>
                </a:lnTo>
                <a:lnTo>
                  <a:pt x="2354263" y="1373416"/>
                </a:lnTo>
                <a:lnTo>
                  <a:pt x="2372519" y="1397218"/>
                </a:lnTo>
                <a:lnTo>
                  <a:pt x="2388394" y="1420228"/>
                </a:lnTo>
                <a:lnTo>
                  <a:pt x="2402681" y="1444824"/>
                </a:lnTo>
                <a:lnTo>
                  <a:pt x="2414587" y="1468627"/>
                </a:lnTo>
                <a:lnTo>
                  <a:pt x="2425700" y="1492429"/>
                </a:lnTo>
                <a:lnTo>
                  <a:pt x="2433637" y="1517025"/>
                </a:lnTo>
                <a:lnTo>
                  <a:pt x="2441575" y="1540035"/>
                </a:lnTo>
                <a:lnTo>
                  <a:pt x="2447131" y="1563837"/>
                </a:lnTo>
                <a:lnTo>
                  <a:pt x="2451100" y="1586847"/>
                </a:lnTo>
                <a:lnTo>
                  <a:pt x="2453481" y="1609856"/>
                </a:lnTo>
                <a:lnTo>
                  <a:pt x="2456656" y="1631278"/>
                </a:lnTo>
                <a:lnTo>
                  <a:pt x="2457450" y="1651907"/>
                </a:lnTo>
                <a:lnTo>
                  <a:pt x="2457450" y="1673330"/>
                </a:lnTo>
                <a:lnTo>
                  <a:pt x="2456656" y="1693165"/>
                </a:lnTo>
                <a:lnTo>
                  <a:pt x="2455863" y="1711414"/>
                </a:lnTo>
                <a:lnTo>
                  <a:pt x="2453481" y="1728869"/>
                </a:lnTo>
                <a:lnTo>
                  <a:pt x="2451100" y="1746325"/>
                </a:lnTo>
                <a:lnTo>
                  <a:pt x="2446337" y="1775681"/>
                </a:lnTo>
                <a:lnTo>
                  <a:pt x="2440781" y="1801071"/>
                </a:lnTo>
                <a:lnTo>
                  <a:pt x="2434431" y="1818526"/>
                </a:lnTo>
                <a:lnTo>
                  <a:pt x="2429669" y="1834395"/>
                </a:lnTo>
                <a:lnTo>
                  <a:pt x="2403475" y="1840742"/>
                </a:lnTo>
                <a:lnTo>
                  <a:pt x="2334419" y="1854230"/>
                </a:lnTo>
                <a:lnTo>
                  <a:pt x="2232025" y="1873272"/>
                </a:lnTo>
                <a:lnTo>
                  <a:pt x="2172494" y="1882793"/>
                </a:lnTo>
                <a:lnTo>
                  <a:pt x="2108994" y="1893108"/>
                </a:lnTo>
                <a:lnTo>
                  <a:pt x="2043906" y="1902629"/>
                </a:lnTo>
                <a:lnTo>
                  <a:pt x="1976437" y="1911357"/>
                </a:lnTo>
                <a:lnTo>
                  <a:pt x="1910556" y="1918498"/>
                </a:lnTo>
                <a:lnTo>
                  <a:pt x="1846263" y="1924051"/>
                </a:lnTo>
                <a:lnTo>
                  <a:pt x="1816100" y="1925638"/>
                </a:lnTo>
                <a:lnTo>
                  <a:pt x="1785937" y="1927225"/>
                </a:lnTo>
                <a:lnTo>
                  <a:pt x="1757363" y="1927225"/>
                </a:lnTo>
                <a:lnTo>
                  <a:pt x="1729581" y="1927225"/>
                </a:lnTo>
                <a:lnTo>
                  <a:pt x="1703387" y="1926432"/>
                </a:lnTo>
                <a:lnTo>
                  <a:pt x="1680369" y="1924845"/>
                </a:lnTo>
                <a:lnTo>
                  <a:pt x="1657350" y="1922465"/>
                </a:lnTo>
                <a:lnTo>
                  <a:pt x="1637506" y="1918498"/>
                </a:lnTo>
                <a:lnTo>
                  <a:pt x="1553369" y="1901042"/>
                </a:lnTo>
                <a:lnTo>
                  <a:pt x="1454944" y="1881207"/>
                </a:lnTo>
                <a:lnTo>
                  <a:pt x="1349375" y="1860578"/>
                </a:lnTo>
                <a:lnTo>
                  <a:pt x="1243013" y="1841535"/>
                </a:lnTo>
                <a:lnTo>
                  <a:pt x="1140619" y="1824080"/>
                </a:lnTo>
                <a:lnTo>
                  <a:pt x="1050925" y="1809799"/>
                </a:lnTo>
                <a:lnTo>
                  <a:pt x="1011237" y="1803451"/>
                </a:lnTo>
                <a:lnTo>
                  <a:pt x="977106" y="1799484"/>
                </a:lnTo>
                <a:lnTo>
                  <a:pt x="949325" y="1797104"/>
                </a:lnTo>
                <a:lnTo>
                  <a:pt x="927100" y="1796310"/>
                </a:lnTo>
                <a:lnTo>
                  <a:pt x="792163" y="1797104"/>
                </a:lnTo>
                <a:lnTo>
                  <a:pt x="660400" y="1797897"/>
                </a:lnTo>
                <a:lnTo>
                  <a:pt x="415925" y="1800277"/>
                </a:lnTo>
                <a:lnTo>
                  <a:pt x="211931" y="1802658"/>
                </a:lnTo>
                <a:lnTo>
                  <a:pt x="65087" y="1803451"/>
                </a:lnTo>
                <a:lnTo>
                  <a:pt x="56356" y="1717761"/>
                </a:lnTo>
                <a:lnTo>
                  <a:pt x="50006" y="1638419"/>
                </a:lnTo>
                <a:lnTo>
                  <a:pt x="44450" y="1567804"/>
                </a:lnTo>
                <a:lnTo>
                  <a:pt x="39687" y="1503537"/>
                </a:lnTo>
                <a:lnTo>
                  <a:pt x="37306" y="1444824"/>
                </a:lnTo>
                <a:lnTo>
                  <a:pt x="35719" y="1390078"/>
                </a:lnTo>
                <a:lnTo>
                  <a:pt x="35719" y="1340092"/>
                </a:lnTo>
                <a:lnTo>
                  <a:pt x="37306" y="1293280"/>
                </a:lnTo>
                <a:lnTo>
                  <a:pt x="38894" y="1248848"/>
                </a:lnTo>
                <a:lnTo>
                  <a:pt x="43656" y="1205210"/>
                </a:lnTo>
                <a:lnTo>
                  <a:pt x="48419" y="1162365"/>
                </a:lnTo>
                <a:lnTo>
                  <a:pt x="53975" y="1120314"/>
                </a:lnTo>
                <a:lnTo>
                  <a:pt x="61913" y="1076675"/>
                </a:lnTo>
                <a:lnTo>
                  <a:pt x="69850" y="1030657"/>
                </a:lnTo>
                <a:lnTo>
                  <a:pt x="90487" y="929892"/>
                </a:lnTo>
                <a:lnTo>
                  <a:pt x="92869" y="915611"/>
                </a:lnTo>
                <a:lnTo>
                  <a:pt x="95250" y="902122"/>
                </a:lnTo>
                <a:lnTo>
                  <a:pt x="97631" y="873559"/>
                </a:lnTo>
                <a:lnTo>
                  <a:pt x="98425" y="843409"/>
                </a:lnTo>
                <a:lnTo>
                  <a:pt x="97631" y="814052"/>
                </a:lnTo>
                <a:lnTo>
                  <a:pt x="95250" y="782316"/>
                </a:lnTo>
                <a:lnTo>
                  <a:pt x="92075" y="750579"/>
                </a:lnTo>
                <a:lnTo>
                  <a:pt x="87313" y="718048"/>
                </a:lnTo>
                <a:lnTo>
                  <a:pt x="81756" y="685518"/>
                </a:lnTo>
                <a:lnTo>
                  <a:pt x="75406" y="652988"/>
                </a:lnTo>
                <a:lnTo>
                  <a:pt x="68263" y="619664"/>
                </a:lnTo>
                <a:lnTo>
                  <a:pt x="53181" y="553016"/>
                </a:lnTo>
                <a:lnTo>
                  <a:pt x="38100" y="486369"/>
                </a:lnTo>
                <a:lnTo>
                  <a:pt x="23019" y="421308"/>
                </a:lnTo>
                <a:lnTo>
                  <a:pt x="17463" y="389571"/>
                </a:lnTo>
                <a:lnTo>
                  <a:pt x="11113" y="358628"/>
                </a:lnTo>
                <a:lnTo>
                  <a:pt x="6350" y="327684"/>
                </a:lnTo>
                <a:lnTo>
                  <a:pt x="3175" y="297534"/>
                </a:lnTo>
                <a:lnTo>
                  <a:pt x="794" y="268177"/>
                </a:lnTo>
                <a:lnTo>
                  <a:pt x="0" y="239614"/>
                </a:lnTo>
                <a:lnTo>
                  <a:pt x="794" y="212638"/>
                </a:lnTo>
                <a:lnTo>
                  <a:pt x="3175" y="187248"/>
                </a:lnTo>
                <a:lnTo>
                  <a:pt x="4763" y="174553"/>
                </a:lnTo>
                <a:lnTo>
                  <a:pt x="7144" y="161859"/>
                </a:lnTo>
                <a:lnTo>
                  <a:pt x="10319" y="149957"/>
                </a:lnTo>
                <a:lnTo>
                  <a:pt x="14287" y="138056"/>
                </a:lnTo>
                <a:lnTo>
                  <a:pt x="18256" y="127741"/>
                </a:lnTo>
                <a:lnTo>
                  <a:pt x="23019" y="116633"/>
                </a:lnTo>
                <a:lnTo>
                  <a:pt x="28575" y="105526"/>
                </a:lnTo>
                <a:lnTo>
                  <a:pt x="34925" y="96004"/>
                </a:lnTo>
                <a:lnTo>
                  <a:pt x="40481" y="86483"/>
                </a:lnTo>
                <a:lnTo>
                  <a:pt x="48419" y="76962"/>
                </a:lnTo>
                <a:lnTo>
                  <a:pt x="56356" y="68235"/>
                </a:lnTo>
                <a:lnTo>
                  <a:pt x="65087" y="59507"/>
                </a:lnTo>
                <a:lnTo>
                  <a:pt x="75406" y="52366"/>
                </a:lnTo>
                <a:lnTo>
                  <a:pt x="84931" y="44432"/>
                </a:lnTo>
                <a:lnTo>
                  <a:pt x="96044" y="38085"/>
                </a:lnTo>
                <a:lnTo>
                  <a:pt x="107950" y="30944"/>
                </a:lnTo>
                <a:lnTo>
                  <a:pt x="139700" y="41258"/>
                </a:lnTo>
                <a:lnTo>
                  <a:pt x="169863" y="49986"/>
                </a:lnTo>
                <a:lnTo>
                  <a:pt x="200819" y="57127"/>
                </a:lnTo>
                <a:lnTo>
                  <a:pt x="230187" y="62681"/>
                </a:lnTo>
                <a:lnTo>
                  <a:pt x="260350" y="68235"/>
                </a:lnTo>
                <a:lnTo>
                  <a:pt x="289719" y="71408"/>
                </a:lnTo>
                <a:lnTo>
                  <a:pt x="318294" y="73789"/>
                </a:lnTo>
                <a:lnTo>
                  <a:pt x="346075" y="76169"/>
                </a:lnTo>
                <a:lnTo>
                  <a:pt x="374650" y="76962"/>
                </a:lnTo>
                <a:lnTo>
                  <a:pt x="402431" y="76962"/>
                </a:lnTo>
                <a:lnTo>
                  <a:pt x="430213" y="76169"/>
                </a:lnTo>
                <a:lnTo>
                  <a:pt x="457200" y="75375"/>
                </a:lnTo>
                <a:lnTo>
                  <a:pt x="483394" y="72995"/>
                </a:lnTo>
                <a:lnTo>
                  <a:pt x="510381" y="70615"/>
                </a:lnTo>
                <a:lnTo>
                  <a:pt x="562769" y="65061"/>
                </a:lnTo>
                <a:lnTo>
                  <a:pt x="612775" y="56333"/>
                </a:lnTo>
                <a:lnTo>
                  <a:pt x="661987" y="46812"/>
                </a:lnTo>
                <a:lnTo>
                  <a:pt x="756444" y="28563"/>
                </a:lnTo>
                <a:lnTo>
                  <a:pt x="801687" y="19836"/>
                </a:lnTo>
                <a:lnTo>
                  <a:pt x="846137" y="11108"/>
                </a:lnTo>
                <a:lnTo>
                  <a:pt x="889794" y="4761"/>
                </a:lnTo>
                <a:lnTo>
                  <a:pt x="910431" y="1587"/>
                </a:lnTo>
                <a:lnTo>
                  <a:pt x="93186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KSO_Shape">
            <a:extLst>
              <a:ext uri="{FF2B5EF4-FFF2-40B4-BE49-F238E27FC236}">
                <a16:creationId xmlns:a16="http://schemas.microsoft.com/office/drawing/2014/main" id="{1F3A429A-6175-4CA8-AA31-52499EE93241}"/>
              </a:ext>
            </a:extLst>
          </p:cNvPr>
          <p:cNvSpPr>
            <a:spLocks/>
          </p:cNvSpPr>
          <p:nvPr/>
        </p:nvSpPr>
        <p:spPr bwMode="auto">
          <a:xfrm>
            <a:off x="663435" y="1817746"/>
            <a:ext cx="621968" cy="779083"/>
          </a:xfrm>
          <a:custGeom>
            <a:avLst/>
            <a:gdLst/>
            <a:ahLst/>
            <a:cxnLst/>
            <a:rect l="0" t="0" r="r" b="b"/>
            <a:pathLst>
              <a:path w="2254250" h="2822575">
                <a:moveTo>
                  <a:pt x="451009" y="1793875"/>
                </a:moveTo>
                <a:lnTo>
                  <a:pt x="701922" y="1983435"/>
                </a:lnTo>
                <a:lnTo>
                  <a:pt x="1210101" y="2066715"/>
                </a:lnTo>
                <a:lnTo>
                  <a:pt x="2027952" y="1856533"/>
                </a:lnTo>
                <a:lnTo>
                  <a:pt x="2040656" y="1854154"/>
                </a:lnTo>
                <a:lnTo>
                  <a:pt x="2053361" y="1852567"/>
                </a:lnTo>
                <a:lnTo>
                  <a:pt x="2066859" y="1852567"/>
                </a:lnTo>
                <a:lnTo>
                  <a:pt x="2079564" y="1854154"/>
                </a:lnTo>
                <a:lnTo>
                  <a:pt x="2091474" y="1856533"/>
                </a:lnTo>
                <a:lnTo>
                  <a:pt x="2104179" y="1859706"/>
                </a:lnTo>
                <a:lnTo>
                  <a:pt x="2114501" y="1865258"/>
                </a:lnTo>
                <a:lnTo>
                  <a:pt x="2126411" y="1870810"/>
                </a:lnTo>
                <a:lnTo>
                  <a:pt x="2136734" y="1877155"/>
                </a:lnTo>
                <a:lnTo>
                  <a:pt x="2146262" y="1885086"/>
                </a:lnTo>
                <a:lnTo>
                  <a:pt x="2154996" y="1894604"/>
                </a:lnTo>
                <a:lnTo>
                  <a:pt x="2162937" y="1903328"/>
                </a:lnTo>
                <a:lnTo>
                  <a:pt x="2170877" y="1914432"/>
                </a:lnTo>
                <a:lnTo>
                  <a:pt x="2176435" y="1925536"/>
                </a:lnTo>
                <a:lnTo>
                  <a:pt x="2181993" y="1937433"/>
                </a:lnTo>
                <a:lnTo>
                  <a:pt x="2185964" y="1950123"/>
                </a:lnTo>
                <a:lnTo>
                  <a:pt x="2250280" y="2201548"/>
                </a:lnTo>
                <a:lnTo>
                  <a:pt x="2252662" y="2213445"/>
                </a:lnTo>
                <a:lnTo>
                  <a:pt x="2254250" y="2226929"/>
                </a:lnTo>
                <a:lnTo>
                  <a:pt x="2254250" y="2239619"/>
                </a:lnTo>
                <a:lnTo>
                  <a:pt x="2252662" y="2252309"/>
                </a:lnTo>
                <a:lnTo>
                  <a:pt x="2250280" y="2264999"/>
                </a:lnTo>
                <a:lnTo>
                  <a:pt x="2247104" y="2276896"/>
                </a:lnTo>
                <a:lnTo>
                  <a:pt x="2242340" y="2288000"/>
                </a:lnTo>
                <a:lnTo>
                  <a:pt x="2235987" y="2299104"/>
                </a:lnTo>
                <a:lnTo>
                  <a:pt x="2229635" y="2310208"/>
                </a:lnTo>
                <a:lnTo>
                  <a:pt x="2221695" y="2318933"/>
                </a:lnTo>
                <a:lnTo>
                  <a:pt x="2212961" y="2328450"/>
                </a:lnTo>
                <a:lnTo>
                  <a:pt x="2203432" y="2337175"/>
                </a:lnTo>
                <a:lnTo>
                  <a:pt x="2192316" y="2343520"/>
                </a:lnTo>
                <a:lnTo>
                  <a:pt x="2181993" y="2349865"/>
                </a:lnTo>
                <a:lnTo>
                  <a:pt x="2170083" y="2355417"/>
                </a:lnTo>
                <a:lnTo>
                  <a:pt x="2157379" y="2359383"/>
                </a:lnTo>
                <a:lnTo>
                  <a:pt x="2121647" y="2368107"/>
                </a:lnTo>
                <a:lnTo>
                  <a:pt x="2083534" y="2602083"/>
                </a:lnTo>
                <a:lnTo>
                  <a:pt x="2081152" y="2615566"/>
                </a:lnTo>
                <a:lnTo>
                  <a:pt x="2077182" y="2627463"/>
                </a:lnTo>
                <a:lnTo>
                  <a:pt x="2071623" y="2639360"/>
                </a:lnTo>
                <a:lnTo>
                  <a:pt x="2065271" y="2650464"/>
                </a:lnTo>
                <a:lnTo>
                  <a:pt x="2058919" y="2660775"/>
                </a:lnTo>
                <a:lnTo>
                  <a:pt x="2050185" y="2669500"/>
                </a:lnTo>
                <a:lnTo>
                  <a:pt x="2040656" y="2679017"/>
                </a:lnTo>
                <a:lnTo>
                  <a:pt x="2031922" y="2686155"/>
                </a:lnTo>
                <a:lnTo>
                  <a:pt x="2020805" y="2693294"/>
                </a:lnTo>
                <a:lnTo>
                  <a:pt x="2009689" y="2698846"/>
                </a:lnTo>
                <a:lnTo>
                  <a:pt x="1998573" y="2704398"/>
                </a:lnTo>
                <a:lnTo>
                  <a:pt x="1986662" y="2707570"/>
                </a:lnTo>
                <a:lnTo>
                  <a:pt x="1973958" y="2709950"/>
                </a:lnTo>
                <a:lnTo>
                  <a:pt x="1961253" y="2710743"/>
                </a:lnTo>
                <a:lnTo>
                  <a:pt x="1947755" y="2710743"/>
                </a:lnTo>
                <a:lnTo>
                  <a:pt x="1934256" y="2709156"/>
                </a:lnTo>
                <a:lnTo>
                  <a:pt x="1234716" y="2595738"/>
                </a:lnTo>
                <a:lnTo>
                  <a:pt x="365254" y="2819403"/>
                </a:lnTo>
                <a:lnTo>
                  <a:pt x="352549" y="2821782"/>
                </a:lnTo>
                <a:lnTo>
                  <a:pt x="339051" y="2822575"/>
                </a:lnTo>
                <a:lnTo>
                  <a:pt x="326346" y="2822575"/>
                </a:lnTo>
                <a:lnTo>
                  <a:pt x="313642" y="2821782"/>
                </a:lnTo>
                <a:lnTo>
                  <a:pt x="300937" y="2819403"/>
                </a:lnTo>
                <a:lnTo>
                  <a:pt x="289821" y="2815437"/>
                </a:lnTo>
                <a:lnTo>
                  <a:pt x="277910" y="2811471"/>
                </a:lnTo>
                <a:lnTo>
                  <a:pt x="266794" y="2805126"/>
                </a:lnTo>
                <a:lnTo>
                  <a:pt x="256471" y="2798781"/>
                </a:lnTo>
                <a:lnTo>
                  <a:pt x="246943" y="2790057"/>
                </a:lnTo>
                <a:lnTo>
                  <a:pt x="237415" y="2782125"/>
                </a:lnTo>
                <a:lnTo>
                  <a:pt x="229474" y="2771814"/>
                </a:lnTo>
                <a:lnTo>
                  <a:pt x="222328" y="2761504"/>
                </a:lnTo>
                <a:lnTo>
                  <a:pt x="215976" y="2750400"/>
                </a:lnTo>
                <a:lnTo>
                  <a:pt x="211212" y="2738503"/>
                </a:lnTo>
                <a:lnTo>
                  <a:pt x="207242" y="2725812"/>
                </a:lnTo>
                <a:lnTo>
                  <a:pt x="142131" y="2475181"/>
                </a:lnTo>
                <a:lnTo>
                  <a:pt x="139749" y="2460904"/>
                </a:lnTo>
                <a:lnTo>
                  <a:pt x="138955" y="2446628"/>
                </a:lnTo>
                <a:lnTo>
                  <a:pt x="138955" y="2432351"/>
                </a:lnTo>
                <a:lnTo>
                  <a:pt x="141337" y="2418868"/>
                </a:lnTo>
                <a:lnTo>
                  <a:pt x="108782" y="2414109"/>
                </a:lnTo>
                <a:lnTo>
                  <a:pt x="95284" y="2410143"/>
                </a:lnTo>
                <a:lnTo>
                  <a:pt x="83373" y="2406971"/>
                </a:lnTo>
                <a:lnTo>
                  <a:pt x="71463" y="2402212"/>
                </a:lnTo>
                <a:lnTo>
                  <a:pt x="60346" y="2395074"/>
                </a:lnTo>
                <a:lnTo>
                  <a:pt x="50024" y="2388729"/>
                </a:lnTo>
                <a:lnTo>
                  <a:pt x="40496" y="2380004"/>
                </a:lnTo>
                <a:lnTo>
                  <a:pt x="31761" y="2371280"/>
                </a:lnTo>
                <a:lnTo>
                  <a:pt x="23821" y="2360969"/>
                </a:lnTo>
                <a:lnTo>
                  <a:pt x="17469" y="2350658"/>
                </a:lnTo>
                <a:lnTo>
                  <a:pt x="11116" y="2340347"/>
                </a:lnTo>
                <a:lnTo>
                  <a:pt x="6352" y="2328450"/>
                </a:lnTo>
                <a:lnTo>
                  <a:pt x="3176" y="2316553"/>
                </a:lnTo>
                <a:lnTo>
                  <a:pt x="794" y="2303863"/>
                </a:lnTo>
                <a:lnTo>
                  <a:pt x="0" y="2291173"/>
                </a:lnTo>
                <a:lnTo>
                  <a:pt x="0" y="2278483"/>
                </a:lnTo>
                <a:lnTo>
                  <a:pt x="1588" y="2264999"/>
                </a:lnTo>
                <a:lnTo>
                  <a:pt x="42878" y="2008816"/>
                </a:lnTo>
                <a:lnTo>
                  <a:pt x="46054" y="1996125"/>
                </a:lnTo>
                <a:lnTo>
                  <a:pt x="50024" y="1983435"/>
                </a:lnTo>
                <a:lnTo>
                  <a:pt x="54788" y="1972331"/>
                </a:lnTo>
                <a:lnTo>
                  <a:pt x="61140" y="1960434"/>
                </a:lnTo>
                <a:lnTo>
                  <a:pt x="68287" y="1950123"/>
                </a:lnTo>
                <a:lnTo>
                  <a:pt x="76227" y="1941399"/>
                </a:lnTo>
                <a:lnTo>
                  <a:pt x="84961" y="1931881"/>
                </a:lnTo>
                <a:lnTo>
                  <a:pt x="95284" y="1924743"/>
                </a:lnTo>
                <a:lnTo>
                  <a:pt x="105606" y="1917605"/>
                </a:lnTo>
                <a:lnTo>
                  <a:pt x="115928" y="1912053"/>
                </a:lnTo>
                <a:lnTo>
                  <a:pt x="127839" y="1906501"/>
                </a:lnTo>
                <a:lnTo>
                  <a:pt x="140543" y="1903328"/>
                </a:lnTo>
                <a:lnTo>
                  <a:pt x="153248" y="1900949"/>
                </a:lnTo>
                <a:lnTo>
                  <a:pt x="165952" y="1900156"/>
                </a:lnTo>
                <a:lnTo>
                  <a:pt x="177863" y="1900156"/>
                </a:lnTo>
                <a:lnTo>
                  <a:pt x="191361" y="1901742"/>
                </a:lnTo>
                <a:lnTo>
                  <a:pt x="421630" y="1938226"/>
                </a:lnTo>
                <a:lnTo>
                  <a:pt x="400191" y="1825601"/>
                </a:lnTo>
                <a:lnTo>
                  <a:pt x="451009" y="1793875"/>
                </a:lnTo>
                <a:close/>
                <a:moveTo>
                  <a:pt x="1175543" y="0"/>
                </a:moveTo>
                <a:lnTo>
                  <a:pt x="1185068" y="26999"/>
                </a:lnTo>
                <a:lnTo>
                  <a:pt x="1196975" y="54791"/>
                </a:lnTo>
                <a:lnTo>
                  <a:pt x="1209675" y="83378"/>
                </a:lnTo>
                <a:lnTo>
                  <a:pt x="1223962" y="112758"/>
                </a:lnTo>
                <a:lnTo>
                  <a:pt x="1238250" y="142933"/>
                </a:lnTo>
                <a:lnTo>
                  <a:pt x="1254125" y="173902"/>
                </a:lnTo>
                <a:lnTo>
                  <a:pt x="1287462" y="237427"/>
                </a:lnTo>
                <a:lnTo>
                  <a:pt x="1323181" y="303335"/>
                </a:lnTo>
                <a:lnTo>
                  <a:pt x="1361281" y="370831"/>
                </a:lnTo>
                <a:lnTo>
                  <a:pt x="1439068" y="509000"/>
                </a:lnTo>
                <a:lnTo>
                  <a:pt x="1477962" y="580466"/>
                </a:lnTo>
                <a:lnTo>
                  <a:pt x="1515268" y="650344"/>
                </a:lnTo>
                <a:lnTo>
                  <a:pt x="1550987" y="721810"/>
                </a:lnTo>
                <a:lnTo>
                  <a:pt x="1567656" y="756750"/>
                </a:lnTo>
                <a:lnTo>
                  <a:pt x="1585118" y="793277"/>
                </a:lnTo>
                <a:lnTo>
                  <a:pt x="1600200" y="827422"/>
                </a:lnTo>
                <a:lnTo>
                  <a:pt x="1615281" y="862361"/>
                </a:lnTo>
                <a:lnTo>
                  <a:pt x="1627981" y="896506"/>
                </a:lnTo>
                <a:lnTo>
                  <a:pt x="1640681" y="931445"/>
                </a:lnTo>
                <a:lnTo>
                  <a:pt x="1651793" y="965590"/>
                </a:lnTo>
                <a:lnTo>
                  <a:pt x="1662112" y="998941"/>
                </a:lnTo>
                <a:lnTo>
                  <a:pt x="1670843" y="1031498"/>
                </a:lnTo>
                <a:lnTo>
                  <a:pt x="1677987" y="1064055"/>
                </a:lnTo>
                <a:lnTo>
                  <a:pt x="1683543" y="1095024"/>
                </a:lnTo>
                <a:lnTo>
                  <a:pt x="1687512" y="1125992"/>
                </a:lnTo>
                <a:lnTo>
                  <a:pt x="1691481" y="1156961"/>
                </a:lnTo>
                <a:lnTo>
                  <a:pt x="1693068" y="1187136"/>
                </a:lnTo>
                <a:lnTo>
                  <a:pt x="1693862" y="1217311"/>
                </a:lnTo>
                <a:lnTo>
                  <a:pt x="1693068" y="1246691"/>
                </a:lnTo>
                <a:lnTo>
                  <a:pt x="1692275" y="1276072"/>
                </a:lnTo>
                <a:lnTo>
                  <a:pt x="1689100" y="1305452"/>
                </a:lnTo>
                <a:lnTo>
                  <a:pt x="1685131" y="1334039"/>
                </a:lnTo>
                <a:lnTo>
                  <a:pt x="1681162" y="1362626"/>
                </a:lnTo>
                <a:lnTo>
                  <a:pt x="1674812" y="1390418"/>
                </a:lnTo>
                <a:lnTo>
                  <a:pt x="1669256" y="1417416"/>
                </a:lnTo>
                <a:lnTo>
                  <a:pt x="1662112" y="1444415"/>
                </a:lnTo>
                <a:lnTo>
                  <a:pt x="1653381" y="1471413"/>
                </a:lnTo>
                <a:lnTo>
                  <a:pt x="1645443" y="1497618"/>
                </a:lnTo>
                <a:lnTo>
                  <a:pt x="1635125" y="1522234"/>
                </a:lnTo>
                <a:lnTo>
                  <a:pt x="1624806" y="1548438"/>
                </a:lnTo>
                <a:lnTo>
                  <a:pt x="1613693" y="1573054"/>
                </a:lnTo>
                <a:lnTo>
                  <a:pt x="1602581" y="1596876"/>
                </a:lnTo>
                <a:lnTo>
                  <a:pt x="1590675" y="1620699"/>
                </a:lnTo>
                <a:lnTo>
                  <a:pt x="1577181" y="1643727"/>
                </a:lnTo>
                <a:lnTo>
                  <a:pt x="1564481" y="1666755"/>
                </a:lnTo>
                <a:lnTo>
                  <a:pt x="1550193" y="1688195"/>
                </a:lnTo>
                <a:lnTo>
                  <a:pt x="1536700" y="1710428"/>
                </a:lnTo>
                <a:lnTo>
                  <a:pt x="1521618" y="1731074"/>
                </a:lnTo>
                <a:lnTo>
                  <a:pt x="1508125" y="1750926"/>
                </a:lnTo>
                <a:lnTo>
                  <a:pt x="1493043" y="1771572"/>
                </a:lnTo>
                <a:lnTo>
                  <a:pt x="1477962" y="1790630"/>
                </a:lnTo>
                <a:lnTo>
                  <a:pt x="1462087" y="1808893"/>
                </a:lnTo>
                <a:lnTo>
                  <a:pt x="1445418" y="1826363"/>
                </a:lnTo>
                <a:lnTo>
                  <a:pt x="1430337" y="1843832"/>
                </a:lnTo>
                <a:lnTo>
                  <a:pt x="1414462" y="1860508"/>
                </a:lnTo>
                <a:lnTo>
                  <a:pt x="1404143" y="1814452"/>
                </a:lnTo>
                <a:lnTo>
                  <a:pt x="1393031" y="1772366"/>
                </a:lnTo>
                <a:lnTo>
                  <a:pt x="1381125" y="1731868"/>
                </a:lnTo>
                <a:lnTo>
                  <a:pt x="1369218" y="1695341"/>
                </a:lnTo>
                <a:lnTo>
                  <a:pt x="1357312" y="1661196"/>
                </a:lnTo>
                <a:lnTo>
                  <a:pt x="1345406" y="1630227"/>
                </a:lnTo>
                <a:lnTo>
                  <a:pt x="1333500" y="1603229"/>
                </a:lnTo>
                <a:lnTo>
                  <a:pt x="1321593" y="1578613"/>
                </a:lnTo>
                <a:lnTo>
                  <a:pt x="1311275" y="1557173"/>
                </a:lnTo>
                <a:lnTo>
                  <a:pt x="1300162" y="1538115"/>
                </a:lnTo>
                <a:lnTo>
                  <a:pt x="1283493" y="1509529"/>
                </a:lnTo>
                <a:lnTo>
                  <a:pt x="1272381" y="1492853"/>
                </a:lnTo>
                <a:lnTo>
                  <a:pt x="1268412" y="1487295"/>
                </a:lnTo>
                <a:lnTo>
                  <a:pt x="1264443" y="1493647"/>
                </a:lnTo>
                <a:lnTo>
                  <a:pt x="1258093" y="1502382"/>
                </a:lnTo>
                <a:lnTo>
                  <a:pt x="1251743" y="1514293"/>
                </a:lnTo>
                <a:lnTo>
                  <a:pt x="1243012" y="1529380"/>
                </a:lnTo>
                <a:lnTo>
                  <a:pt x="1235075" y="1548438"/>
                </a:lnTo>
                <a:lnTo>
                  <a:pt x="1224756" y="1570672"/>
                </a:lnTo>
                <a:lnTo>
                  <a:pt x="1214437" y="1597670"/>
                </a:lnTo>
                <a:lnTo>
                  <a:pt x="1204118" y="1628639"/>
                </a:lnTo>
                <a:lnTo>
                  <a:pt x="1193800" y="1664372"/>
                </a:lnTo>
                <a:lnTo>
                  <a:pt x="1184275" y="1703282"/>
                </a:lnTo>
                <a:lnTo>
                  <a:pt x="1175543" y="1746956"/>
                </a:lnTo>
                <a:lnTo>
                  <a:pt x="1166812" y="1794600"/>
                </a:lnTo>
                <a:lnTo>
                  <a:pt x="1163637" y="1820010"/>
                </a:lnTo>
                <a:lnTo>
                  <a:pt x="1160462" y="1846215"/>
                </a:lnTo>
                <a:lnTo>
                  <a:pt x="1158081" y="1874801"/>
                </a:lnTo>
                <a:lnTo>
                  <a:pt x="1154906" y="1903388"/>
                </a:lnTo>
                <a:lnTo>
                  <a:pt x="1153318" y="1933562"/>
                </a:lnTo>
                <a:lnTo>
                  <a:pt x="1151731" y="1965325"/>
                </a:lnTo>
                <a:lnTo>
                  <a:pt x="1135856" y="1950238"/>
                </a:lnTo>
                <a:lnTo>
                  <a:pt x="1119981" y="1932768"/>
                </a:lnTo>
                <a:lnTo>
                  <a:pt x="1104106" y="1913711"/>
                </a:lnTo>
                <a:lnTo>
                  <a:pt x="1088231" y="1892271"/>
                </a:lnTo>
                <a:lnTo>
                  <a:pt x="1071562" y="1869243"/>
                </a:lnTo>
                <a:lnTo>
                  <a:pt x="1055687" y="1844626"/>
                </a:lnTo>
                <a:lnTo>
                  <a:pt x="1039812" y="1819216"/>
                </a:lnTo>
                <a:lnTo>
                  <a:pt x="1023143" y="1791424"/>
                </a:lnTo>
                <a:lnTo>
                  <a:pt x="1007268" y="1762837"/>
                </a:lnTo>
                <a:lnTo>
                  <a:pt x="992187" y="1733457"/>
                </a:lnTo>
                <a:lnTo>
                  <a:pt x="961231" y="1673901"/>
                </a:lnTo>
                <a:lnTo>
                  <a:pt x="931862" y="1612758"/>
                </a:lnTo>
                <a:lnTo>
                  <a:pt x="903287" y="1551614"/>
                </a:lnTo>
                <a:lnTo>
                  <a:pt x="877093" y="1492059"/>
                </a:lnTo>
                <a:lnTo>
                  <a:pt x="854075" y="1436474"/>
                </a:lnTo>
                <a:lnTo>
                  <a:pt x="832643" y="1384860"/>
                </a:lnTo>
                <a:lnTo>
                  <a:pt x="814387" y="1339597"/>
                </a:lnTo>
                <a:lnTo>
                  <a:pt x="788987" y="1273690"/>
                </a:lnTo>
                <a:lnTo>
                  <a:pt x="779462" y="1248279"/>
                </a:lnTo>
                <a:lnTo>
                  <a:pt x="775493" y="1267337"/>
                </a:lnTo>
                <a:lnTo>
                  <a:pt x="771525" y="1287189"/>
                </a:lnTo>
                <a:lnTo>
                  <a:pt x="768350" y="1308629"/>
                </a:lnTo>
                <a:lnTo>
                  <a:pt x="765175" y="1334039"/>
                </a:lnTo>
                <a:lnTo>
                  <a:pt x="763587" y="1361037"/>
                </a:lnTo>
                <a:lnTo>
                  <a:pt x="762793" y="1390418"/>
                </a:lnTo>
                <a:lnTo>
                  <a:pt x="762000" y="1422181"/>
                </a:lnTo>
                <a:lnTo>
                  <a:pt x="763587" y="1457120"/>
                </a:lnTo>
                <a:lnTo>
                  <a:pt x="765175" y="1493647"/>
                </a:lnTo>
                <a:lnTo>
                  <a:pt x="769143" y="1534145"/>
                </a:lnTo>
                <a:lnTo>
                  <a:pt x="773906" y="1577025"/>
                </a:lnTo>
                <a:lnTo>
                  <a:pt x="781050" y="1623081"/>
                </a:lnTo>
                <a:lnTo>
                  <a:pt x="790575" y="1671519"/>
                </a:lnTo>
                <a:lnTo>
                  <a:pt x="800893" y="1723134"/>
                </a:lnTo>
                <a:lnTo>
                  <a:pt x="813593" y="1778719"/>
                </a:lnTo>
                <a:lnTo>
                  <a:pt x="828675" y="1837480"/>
                </a:lnTo>
                <a:lnTo>
                  <a:pt x="792162" y="1805717"/>
                </a:lnTo>
                <a:lnTo>
                  <a:pt x="754856" y="1772366"/>
                </a:lnTo>
                <a:lnTo>
                  <a:pt x="719137" y="1736633"/>
                </a:lnTo>
                <a:lnTo>
                  <a:pt x="700881" y="1718369"/>
                </a:lnTo>
                <a:lnTo>
                  <a:pt x="682625" y="1699312"/>
                </a:lnTo>
                <a:lnTo>
                  <a:pt x="665956" y="1680254"/>
                </a:lnTo>
                <a:lnTo>
                  <a:pt x="648493" y="1659608"/>
                </a:lnTo>
                <a:lnTo>
                  <a:pt x="632618" y="1639756"/>
                </a:lnTo>
                <a:lnTo>
                  <a:pt x="615950" y="1619110"/>
                </a:lnTo>
                <a:lnTo>
                  <a:pt x="600075" y="1596876"/>
                </a:lnTo>
                <a:lnTo>
                  <a:pt x="584993" y="1575436"/>
                </a:lnTo>
                <a:lnTo>
                  <a:pt x="569912" y="1552408"/>
                </a:lnTo>
                <a:lnTo>
                  <a:pt x="555625" y="1529380"/>
                </a:lnTo>
                <a:lnTo>
                  <a:pt x="541337" y="1504764"/>
                </a:lnTo>
                <a:lnTo>
                  <a:pt x="528637" y="1480942"/>
                </a:lnTo>
                <a:lnTo>
                  <a:pt x="516731" y="1455532"/>
                </a:lnTo>
                <a:lnTo>
                  <a:pt x="504825" y="1429327"/>
                </a:lnTo>
                <a:lnTo>
                  <a:pt x="492918" y="1402329"/>
                </a:lnTo>
                <a:lnTo>
                  <a:pt x="482600" y="1376125"/>
                </a:lnTo>
                <a:lnTo>
                  <a:pt x="473868" y="1347538"/>
                </a:lnTo>
                <a:lnTo>
                  <a:pt x="464343" y="1318952"/>
                </a:lnTo>
                <a:lnTo>
                  <a:pt x="457200" y="1289571"/>
                </a:lnTo>
                <a:lnTo>
                  <a:pt x="450056" y="1260190"/>
                </a:lnTo>
                <a:lnTo>
                  <a:pt x="444500" y="1229222"/>
                </a:lnTo>
                <a:lnTo>
                  <a:pt x="439737" y="1197459"/>
                </a:lnTo>
                <a:lnTo>
                  <a:pt x="434975" y="1165696"/>
                </a:lnTo>
                <a:lnTo>
                  <a:pt x="432593" y="1133139"/>
                </a:lnTo>
                <a:lnTo>
                  <a:pt x="430212" y="1098994"/>
                </a:lnTo>
                <a:lnTo>
                  <a:pt x="430212" y="1064055"/>
                </a:lnTo>
                <a:lnTo>
                  <a:pt x="430212" y="1037851"/>
                </a:lnTo>
                <a:lnTo>
                  <a:pt x="431800" y="1010058"/>
                </a:lnTo>
                <a:lnTo>
                  <a:pt x="434181" y="983060"/>
                </a:lnTo>
                <a:lnTo>
                  <a:pt x="437356" y="955267"/>
                </a:lnTo>
                <a:lnTo>
                  <a:pt x="442118" y="927475"/>
                </a:lnTo>
                <a:lnTo>
                  <a:pt x="447675" y="899682"/>
                </a:lnTo>
                <a:lnTo>
                  <a:pt x="453231" y="871890"/>
                </a:lnTo>
                <a:lnTo>
                  <a:pt x="460375" y="844097"/>
                </a:lnTo>
                <a:lnTo>
                  <a:pt x="467518" y="815511"/>
                </a:lnTo>
                <a:lnTo>
                  <a:pt x="476250" y="787718"/>
                </a:lnTo>
                <a:lnTo>
                  <a:pt x="485775" y="759926"/>
                </a:lnTo>
                <a:lnTo>
                  <a:pt x="494506" y="732133"/>
                </a:lnTo>
                <a:lnTo>
                  <a:pt x="504825" y="704341"/>
                </a:lnTo>
                <a:lnTo>
                  <a:pt x="515937" y="676548"/>
                </a:lnTo>
                <a:lnTo>
                  <a:pt x="527050" y="648756"/>
                </a:lnTo>
                <a:lnTo>
                  <a:pt x="538956" y="620964"/>
                </a:lnTo>
                <a:lnTo>
                  <a:pt x="565150" y="566173"/>
                </a:lnTo>
                <a:lnTo>
                  <a:pt x="592137" y="512176"/>
                </a:lnTo>
                <a:lnTo>
                  <a:pt x="619918" y="458973"/>
                </a:lnTo>
                <a:lnTo>
                  <a:pt x="649287" y="406564"/>
                </a:lnTo>
                <a:lnTo>
                  <a:pt x="679450" y="356538"/>
                </a:lnTo>
                <a:lnTo>
                  <a:pt x="710406" y="307306"/>
                </a:lnTo>
                <a:lnTo>
                  <a:pt x="741362" y="259661"/>
                </a:lnTo>
                <a:lnTo>
                  <a:pt x="772318" y="213605"/>
                </a:lnTo>
                <a:lnTo>
                  <a:pt x="769143" y="233457"/>
                </a:lnTo>
                <a:lnTo>
                  <a:pt x="765968" y="254103"/>
                </a:lnTo>
                <a:lnTo>
                  <a:pt x="763587" y="274749"/>
                </a:lnTo>
                <a:lnTo>
                  <a:pt x="762000" y="295395"/>
                </a:lnTo>
                <a:lnTo>
                  <a:pt x="761206" y="315246"/>
                </a:lnTo>
                <a:lnTo>
                  <a:pt x="760412" y="335892"/>
                </a:lnTo>
                <a:lnTo>
                  <a:pt x="758825" y="376390"/>
                </a:lnTo>
                <a:lnTo>
                  <a:pt x="761206" y="416887"/>
                </a:lnTo>
                <a:lnTo>
                  <a:pt x="764381" y="456591"/>
                </a:lnTo>
                <a:lnTo>
                  <a:pt x="769143" y="495500"/>
                </a:lnTo>
                <a:lnTo>
                  <a:pt x="776287" y="534410"/>
                </a:lnTo>
                <a:lnTo>
                  <a:pt x="783431" y="572525"/>
                </a:lnTo>
                <a:lnTo>
                  <a:pt x="792162" y="609847"/>
                </a:lnTo>
                <a:lnTo>
                  <a:pt x="801687" y="646374"/>
                </a:lnTo>
                <a:lnTo>
                  <a:pt x="812800" y="681313"/>
                </a:lnTo>
                <a:lnTo>
                  <a:pt x="824706" y="717046"/>
                </a:lnTo>
                <a:lnTo>
                  <a:pt x="836612" y="750397"/>
                </a:lnTo>
                <a:lnTo>
                  <a:pt x="849312" y="782954"/>
                </a:lnTo>
                <a:lnTo>
                  <a:pt x="862012" y="813923"/>
                </a:lnTo>
                <a:lnTo>
                  <a:pt x="875506" y="844097"/>
                </a:lnTo>
                <a:lnTo>
                  <a:pt x="889000" y="872684"/>
                </a:lnTo>
                <a:lnTo>
                  <a:pt x="902493" y="900476"/>
                </a:lnTo>
                <a:lnTo>
                  <a:pt x="915987" y="925887"/>
                </a:lnTo>
                <a:lnTo>
                  <a:pt x="940593" y="971943"/>
                </a:lnTo>
                <a:lnTo>
                  <a:pt x="964406" y="1011646"/>
                </a:lnTo>
                <a:lnTo>
                  <a:pt x="984250" y="1044203"/>
                </a:lnTo>
                <a:lnTo>
                  <a:pt x="1000125" y="1068025"/>
                </a:lnTo>
                <a:lnTo>
                  <a:pt x="1013618" y="1087083"/>
                </a:lnTo>
                <a:lnTo>
                  <a:pt x="1011237" y="1056114"/>
                </a:lnTo>
                <a:lnTo>
                  <a:pt x="1008856" y="1018793"/>
                </a:lnTo>
                <a:lnTo>
                  <a:pt x="1006475" y="969561"/>
                </a:lnTo>
                <a:lnTo>
                  <a:pt x="1004887" y="910005"/>
                </a:lnTo>
                <a:lnTo>
                  <a:pt x="1004887" y="841715"/>
                </a:lnTo>
                <a:lnTo>
                  <a:pt x="1005681" y="766278"/>
                </a:lnTo>
                <a:lnTo>
                  <a:pt x="1006475" y="725781"/>
                </a:lnTo>
                <a:lnTo>
                  <a:pt x="1008062" y="683695"/>
                </a:lnTo>
                <a:lnTo>
                  <a:pt x="1010443" y="641609"/>
                </a:lnTo>
                <a:lnTo>
                  <a:pt x="1013618" y="597935"/>
                </a:lnTo>
                <a:lnTo>
                  <a:pt x="1017587" y="553468"/>
                </a:lnTo>
                <a:lnTo>
                  <a:pt x="1023143" y="508205"/>
                </a:lnTo>
                <a:lnTo>
                  <a:pt x="1028700" y="462943"/>
                </a:lnTo>
                <a:lnTo>
                  <a:pt x="1035843" y="417681"/>
                </a:lnTo>
                <a:lnTo>
                  <a:pt x="1043781" y="372419"/>
                </a:lnTo>
                <a:lnTo>
                  <a:pt x="1053306" y="327951"/>
                </a:lnTo>
                <a:lnTo>
                  <a:pt x="1062831" y="282689"/>
                </a:lnTo>
                <a:lnTo>
                  <a:pt x="1074737" y="239016"/>
                </a:lnTo>
                <a:lnTo>
                  <a:pt x="1088231" y="196136"/>
                </a:lnTo>
                <a:lnTo>
                  <a:pt x="1102518" y="154050"/>
                </a:lnTo>
                <a:lnTo>
                  <a:pt x="1118393" y="112758"/>
                </a:lnTo>
                <a:lnTo>
                  <a:pt x="1127125" y="93701"/>
                </a:lnTo>
                <a:lnTo>
                  <a:pt x="1135856" y="73849"/>
                </a:lnTo>
                <a:lnTo>
                  <a:pt x="1145381" y="53997"/>
                </a:lnTo>
                <a:lnTo>
                  <a:pt x="1154112" y="35733"/>
                </a:lnTo>
                <a:lnTo>
                  <a:pt x="1165225" y="17470"/>
                </a:lnTo>
                <a:lnTo>
                  <a:pt x="117554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KSO_Shape">
            <a:extLst>
              <a:ext uri="{FF2B5EF4-FFF2-40B4-BE49-F238E27FC236}">
                <a16:creationId xmlns:a16="http://schemas.microsoft.com/office/drawing/2014/main" id="{11A86C52-3B44-43A9-A44B-BE6E9870485D}"/>
              </a:ext>
            </a:extLst>
          </p:cNvPr>
          <p:cNvSpPr>
            <a:spLocks/>
          </p:cNvSpPr>
          <p:nvPr/>
        </p:nvSpPr>
        <p:spPr bwMode="auto">
          <a:xfrm>
            <a:off x="1931565" y="1817746"/>
            <a:ext cx="485628" cy="779082"/>
          </a:xfrm>
          <a:custGeom>
            <a:avLst/>
            <a:gdLst/>
            <a:ahLst/>
            <a:cxnLst/>
            <a:rect l="0" t="0" r="r" b="b"/>
            <a:pathLst>
              <a:path w="895350" h="1435100">
                <a:moveTo>
                  <a:pt x="440177" y="112713"/>
                </a:moveTo>
                <a:lnTo>
                  <a:pt x="443217" y="112713"/>
                </a:lnTo>
                <a:lnTo>
                  <a:pt x="445649" y="112713"/>
                </a:lnTo>
                <a:lnTo>
                  <a:pt x="448385" y="113942"/>
                </a:lnTo>
                <a:lnTo>
                  <a:pt x="450816" y="114864"/>
                </a:lnTo>
                <a:lnTo>
                  <a:pt x="452944" y="116708"/>
                </a:lnTo>
                <a:lnTo>
                  <a:pt x="454464" y="118858"/>
                </a:lnTo>
                <a:lnTo>
                  <a:pt x="455984" y="121316"/>
                </a:lnTo>
                <a:lnTo>
                  <a:pt x="456896" y="124082"/>
                </a:lnTo>
                <a:lnTo>
                  <a:pt x="457200" y="126847"/>
                </a:lnTo>
                <a:lnTo>
                  <a:pt x="456896" y="129612"/>
                </a:lnTo>
                <a:lnTo>
                  <a:pt x="455984" y="132685"/>
                </a:lnTo>
                <a:lnTo>
                  <a:pt x="454464" y="134836"/>
                </a:lnTo>
                <a:lnTo>
                  <a:pt x="452944" y="136987"/>
                </a:lnTo>
                <a:lnTo>
                  <a:pt x="450816" y="138523"/>
                </a:lnTo>
                <a:lnTo>
                  <a:pt x="448385" y="140059"/>
                </a:lnTo>
                <a:lnTo>
                  <a:pt x="445649" y="140981"/>
                </a:lnTo>
                <a:lnTo>
                  <a:pt x="443217" y="141288"/>
                </a:lnTo>
                <a:lnTo>
                  <a:pt x="440177" y="140981"/>
                </a:lnTo>
                <a:lnTo>
                  <a:pt x="437441" y="140059"/>
                </a:lnTo>
                <a:lnTo>
                  <a:pt x="435009" y="138523"/>
                </a:lnTo>
                <a:lnTo>
                  <a:pt x="432577" y="136987"/>
                </a:lnTo>
                <a:lnTo>
                  <a:pt x="431057" y="134836"/>
                </a:lnTo>
                <a:lnTo>
                  <a:pt x="429841" y="132685"/>
                </a:lnTo>
                <a:lnTo>
                  <a:pt x="428929" y="129612"/>
                </a:lnTo>
                <a:lnTo>
                  <a:pt x="428625" y="126847"/>
                </a:lnTo>
                <a:lnTo>
                  <a:pt x="428929" y="124082"/>
                </a:lnTo>
                <a:lnTo>
                  <a:pt x="429841" y="121316"/>
                </a:lnTo>
                <a:lnTo>
                  <a:pt x="431057" y="118858"/>
                </a:lnTo>
                <a:lnTo>
                  <a:pt x="432577" y="116708"/>
                </a:lnTo>
                <a:lnTo>
                  <a:pt x="435009" y="114864"/>
                </a:lnTo>
                <a:lnTo>
                  <a:pt x="437441" y="113942"/>
                </a:lnTo>
                <a:lnTo>
                  <a:pt x="440177" y="112713"/>
                </a:lnTo>
                <a:close/>
                <a:moveTo>
                  <a:pt x="405765" y="100013"/>
                </a:moveTo>
                <a:lnTo>
                  <a:pt x="407988" y="100013"/>
                </a:lnTo>
                <a:lnTo>
                  <a:pt x="410210" y="100013"/>
                </a:lnTo>
                <a:lnTo>
                  <a:pt x="412433" y="100966"/>
                </a:lnTo>
                <a:lnTo>
                  <a:pt x="414338" y="101601"/>
                </a:lnTo>
                <a:lnTo>
                  <a:pt x="415925" y="103188"/>
                </a:lnTo>
                <a:lnTo>
                  <a:pt x="416878" y="104776"/>
                </a:lnTo>
                <a:lnTo>
                  <a:pt x="418148" y="106681"/>
                </a:lnTo>
                <a:lnTo>
                  <a:pt x="419100" y="108586"/>
                </a:lnTo>
                <a:lnTo>
                  <a:pt x="419100" y="110808"/>
                </a:lnTo>
                <a:lnTo>
                  <a:pt x="419100" y="113348"/>
                </a:lnTo>
                <a:lnTo>
                  <a:pt x="418148" y="115253"/>
                </a:lnTo>
                <a:lnTo>
                  <a:pt x="416878" y="117158"/>
                </a:lnTo>
                <a:lnTo>
                  <a:pt x="415925" y="118746"/>
                </a:lnTo>
                <a:lnTo>
                  <a:pt x="414338" y="120333"/>
                </a:lnTo>
                <a:lnTo>
                  <a:pt x="412433" y="121286"/>
                </a:lnTo>
                <a:lnTo>
                  <a:pt x="410210" y="121921"/>
                </a:lnTo>
                <a:lnTo>
                  <a:pt x="407988" y="122238"/>
                </a:lnTo>
                <a:lnTo>
                  <a:pt x="405765" y="121921"/>
                </a:lnTo>
                <a:lnTo>
                  <a:pt x="403860" y="121286"/>
                </a:lnTo>
                <a:lnTo>
                  <a:pt x="401955" y="120333"/>
                </a:lnTo>
                <a:lnTo>
                  <a:pt x="400050" y="118746"/>
                </a:lnTo>
                <a:lnTo>
                  <a:pt x="398780" y="117158"/>
                </a:lnTo>
                <a:lnTo>
                  <a:pt x="397510" y="115253"/>
                </a:lnTo>
                <a:lnTo>
                  <a:pt x="397193" y="113348"/>
                </a:lnTo>
                <a:lnTo>
                  <a:pt x="396875" y="110808"/>
                </a:lnTo>
                <a:lnTo>
                  <a:pt x="397193" y="108586"/>
                </a:lnTo>
                <a:lnTo>
                  <a:pt x="397510" y="106681"/>
                </a:lnTo>
                <a:lnTo>
                  <a:pt x="398780" y="104776"/>
                </a:lnTo>
                <a:lnTo>
                  <a:pt x="400050" y="103188"/>
                </a:lnTo>
                <a:lnTo>
                  <a:pt x="401955" y="101601"/>
                </a:lnTo>
                <a:lnTo>
                  <a:pt x="403860" y="100966"/>
                </a:lnTo>
                <a:lnTo>
                  <a:pt x="405765" y="100013"/>
                </a:lnTo>
                <a:close/>
                <a:moveTo>
                  <a:pt x="476567" y="100013"/>
                </a:moveTo>
                <a:lnTo>
                  <a:pt x="478472" y="100312"/>
                </a:lnTo>
                <a:lnTo>
                  <a:pt x="480695" y="100611"/>
                </a:lnTo>
                <a:lnTo>
                  <a:pt x="482600" y="101808"/>
                </a:lnTo>
                <a:lnTo>
                  <a:pt x="484187" y="102705"/>
                </a:lnTo>
                <a:lnTo>
                  <a:pt x="485457" y="104500"/>
                </a:lnTo>
                <a:lnTo>
                  <a:pt x="486410" y="106294"/>
                </a:lnTo>
                <a:lnTo>
                  <a:pt x="487362" y="108388"/>
                </a:lnTo>
                <a:lnTo>
                  <a:pt x="487362" y="110482"/>
                </a:lnTo>
                <a:lnTo>
                  <a:pt x="487362" y="112575"/>
                </a:lnTo>
                <a:lnTo>
                  <a:pt x="486410" y="114370"/>
                </a:lnTo>
                <a:lnTo>
                  <a:pt x="485457" y="116165"/>
                </a:lnTo>
                <a:lnTo>
                  <a:pt x="484187" y="117660"/>
                </a:lnTo>
                <a:lnTo>
                  <a:pt x="482600" y="119156"/>
                </a:lnTo>
                <a:lnTo>
                  <a:pt x="480695" y="120053"/>
                </a:lnTo>
                <a:lnTo>
                  <a:pt x="478472" y="120651"/>
                </a:lnTo>
                <a:lnTo>
                  <a:pt x="476567" y="120651"/>
                </a:lnTo>
                <a:lnTo>
                  <a:pt x="474027" y="120651"/>
                </a:lnTo>
                <a:lnTo>
                  <a:pt x="471805" y="120053"/>
                </a:lnTo>
                <a:lnTo>
                  <a:pt x="469900" y="119156"/>
                </a:lnTo>
                <a:lnTo>
                  <a:pt x="468312" y="117660"/>
                </a:lnTo>
                <a:lnTo>
                  <a:pt x="467042" y="116165"/>
                </a:lnTo>
                <a:lnTo>
                  <a:pt x="466090" y="114370"/>
                </a:lnTo>
                <a:lnTo>
                  <a:pt x="465137" y="112575"/>
                </a:lnTo>
                <a:lnTo>
                  <a:pt x="465137" y="110482"/>
                </a:lnTo>
                <a:lnTo>
                  <a:pt x="465137" y="108388"/>
                </a:lnTo>
                <a:lnTo>
                  <a:pt x="466090" y="106294"/>
                </a:lnTo>
                <a:lnTo>
                  <a:pt x="467042" y="104500"/>
                </a:lnTo>
                <a:lnTo>
                  <a:pt x="468312" y="102705"/>
                </a:lnTo>
                <a:lnTo>
                  <a:pt x="469900" y="101808"/>
                </a:lnTo>
                <a:lnTo>
                  <a:pt x="471805" y="100611"/>
                </a:lnTo>
                <a:lnTo>
                  <a:pt x="474027" y="100312"/>
                </a:lnTo>
                <a:lnTo>
                  <a:pt x="476567" y="100013"/>
                </a:lnTo>
                <a:close/>
                <a:moveTo>
                  <a:pt x="383396" y="82550"/>
                </a:moveTo>
                <a:lnTo>
                  <a:pt x="384952" y="82550"/>
                </a:lnTo>
                <a:lnTo>
                  <a:pt x="386820" y="82855"/>
                </a:lnTo>
                <a:lnTo>
                  <a:pt x="387754" y="83161"/>
                </a:lnTo>
                <a:lnTo>
                  <a:pt x="389310" y="84382"/>
                </a:lnTo>
                <a:lnTo>
                  <a:pt x="390555" y="85298"/>
                </a:lnTo>
                <a:lnTo>
                  <a:pt x="391178" y="86519"/>
                </a:lnTo>
                <a:lnTo>
                  <a:pt x="392112" y="88045"/>
                </a:lnTo>
                <a:lnTo>
                  <a:pt x="392112" y="89572"/>
                </a:lnTo>
                <a:lnTo>
                  <a:pt x="392112" y="91098"/>
                </a:lnTo>
                <a:lnTo>
                  <a:pt x="392112" y="92930"/>
                </a:lnTo>
                <a:lnTo>
                  <a:pt x="391178" y="93846"/>
                </a:lnTo>
                <a:lnTo>
                  <a:pt x="390555" y="95372"/>
                </a:lnTo>
                <a:lnTo>
                  <a:pt x="389310" y="96593"/>
                </a:lnTo>
                <a:lnTo>
                  <a:pt x="387754" y="97204"/>
                </a:lnTo>
                <a:lnTo>
                  <a:pt x="386198" y="98120"/>
                </a:lnTo>
                <a:lnTo>
                  <a:pt x="384952" y="98425"/>
                </a:lnTo>
                <a:lnTo>
                  <a:pt x="383396" y="98120"/>
                </a:lnTo>
                <a:lnTo>
                  <a:pt x="381840" y="98120"/>
                </a:lnTo>
                <a:lnTo>
                  <a:pt x="380283" y="97204"/>
                </a:lnTo>
                <a:lnTo>
                  <a:pt x="378727" y="96593"/>
                </a:lnTo>
                <a:lnTo>
                  <a:pt x="377482" y="95372"/>
                </a:lnTo>
                <a:lnTo>
                  <a:pt x="376859" y="93846"/>
                </a:lnTo>
                <a:lnTo>
                  <a:pt x="376548" y="92625"/>
                </a:lnTo>
                <a:lnTo>
                  <a:pt x="376237" y="91098"/>
                </a:lnTo>
                <a:lnTo>
                  <a:pt x="376237" y="89572"/>
                </a:lnTo>
                <a:lnTo>
                  <a:pt x="376548" y="88045"/>
                </a:lnTo>
                <a:lnTo>
                  <a:pt x="376859" y="86519"/>
                </a:lnTo>
                <a:lnTo>
                  <a:pt x="378104" y="84992"/>
                </a:lnTo>
                <a:lnTo>
                  <a:pt x="378727" y="83771"/>
                </a:lnTo>
                <a:lnTo>
                  <a:pt x="380283" y="83161"/>
                </a:lnTo>
                <a:lnTo>
                  <a:pt x="381840" y="82855"/>
                </a:lnTo>
                <a:lnTo>
                  <a:pt x="383396" y="82550"/>
                </a:lnTo>
                <a:close/>
                <a:moveTo>
                  <a:pt x="496827" y="80963"/>
                </a:moveTo>
                <a:lnTo>
                  <a:pt x="498625" y="80963"/>
                </a:lnTo>
                <a:lnTo>
                  <a:pt x="500122" y="80963"/>
                </a:lnTo>
                <a:lnTo>
                  <a:pt x="501620" y="81952"/>
                </a:lnTo>
                <a:lnTo>
                  <a:pt x="503117" y="82611"/>
                </a:lnTo>
                <a:lnTo>
                  <a:pt x="504316" y="83270"/>
                </a:lnTo>
                <a:lnTo>
                  <a:pt x="505214" y="84588"/>
                </a:lnTo>
                <a:lnTo>
                  <a:pt x="506113" y="86235"/>
                </a:lnTo>
                <a:lnTo>
                  <a:pt x="506412" y="87882"/>
                </a:lnTo>
                <a:lnTo>
                  <a:pt x="506412" y="89530"/>
                </a:lnTo>
                <a:lnTo>
                  <a:pt x="506412" y="91507"/>
                </a:lnTo>
                <a:lnTo>
                  <a:pt x="506113" y="93154"/>
                </a:lnTo>
                <a:lnTo>
                  <a:pt x="505214" y="94143"/>
                </a:lnTo>
                <a:lnTo>
                  <a:pt x="504316" y="95790"/>
                </a:lnTo>
                <a:lnTo>
                  <a:pt x="503117" y="96779"/>
                </a:lnTo>
                <a:lnTo>
                  <a:pt x="501620" y="97438"/>
                </a:lnTo>
                <a:lnTo>
                  <a:pt x="500122" y="98426"/>
                </a:lnTo>
                <a:lnTo>
                  <a:pt x="498625" y="98426"/>
                </a:lnTo>
                <a:lnTo>
                  <a:pt x="496827" y="98426"/>
                </a:lnTo>
                <a:lnTo>
                  <a:pt x="495330" y="97438"/>
                </a:lnTo>
                <a:lnTo>
                  <a:pt x="494431" y="96779"/>
                </a:lnTo>
                <a:lnTo>
                  <a:pt x="492933" y="95790"/>
                </a:lnTo>
                <a:lnTo>
                  <a:pt x="492035" y="94143"/>
                </a:lnTo>
                <a:lnTo>
                  <a:pt x="491436" y="93154"/>
                </a:lnTo>
                <a:lnTo>
                  <a:pt x="491136" y="91507"/>
                </a:lnTo>
                <a:lnTo>
                  <a:pt x="490537" y="89530"/>
                </a:lnTo>
                <a:lnTo>
                  <a:pt x="491136" y="87882"/>
                </a:lnTo>
                <a:lnTo>
                  <a:pt x="491436" y="86235"/>
                </a:lnTo>
                <a:lnTo>
                  <a:pt x="492035" y="84588"/>
                </a:lnTo>
                <a:lnTo>
                  <a:pt x="492933" y="83270"/>
                </a:lnTo>
                <a:lnTo>
                  <a:pt x="494431" y="82611"/>
                </a:lnTo>
                <a:lnTo>
                  <a:pt x="495330" y="81952"/>
                </a:lnTo>
                <a:lnTo>
                  <a:pt x="496827" y="80963"/>
                </a:lnTo>
                <a:close/>
                <a:moveTo>
                  <a:pt x="519907" y="61913"/>
                </a:moveTo>
                <a:lnTo>
                  <a:pt x="521586" y="62249"/>
                </a:lnTo>
                <a:lnTo>
                  <a:pt x="523265" y="62585"/>
                </a:lnTo>
                <a:lnTo>
                  <a:pt x="524944" y="63256"/>
                </a:lnTo>
                <a:lnTo>
                  <a:pt x="526287" y="64600"/>
                </a:lnTo>
                <a:lnTo>
                  <a:pt x="526959" y="65943"/>
                </a:lnTo>
                <a:lnTo>
                  <a:pt x="527967" y="66951"/>
                </a:lnTo>
                <a:lnTo>
                  <a:pt x="528638" y="68630"/>
                </a:lnTo>
                <a:lnTo>
                  <a:pt x="528638" y="70645"/>
                </a:lnTo>
                <a:lnTo>
                  <a:pt x="528638" y="72324"/>
                </a:lnTo>
                <a:lnTo>
                  <a:pt x="527967" y="74003"/>
                </a:lnTo>
                <a:lnTo>
                  <a:pt x="526959" y="75682"/>
                </a:lnTo>
                <a:lnTo>
                  <a:pt x="526287" y="77025"/>
                </a:lnTo>
                <a:lnTo>
                  <a:pt x="524944" y="78033"/>
                </a:lnTo>
                <a:lnTo>
                  <a:pt x="523265" y="79040"/>
                </a:lnTo>
                <a:lnTo>
                  <a:pt x="521586" y="79376"/>
                </a:lnTo>
                <a:lnTo>
                  <a:pt x="519907" y="79376"/>
                </a:lnTo>
                <a:lnTo>
                  <a:pt x="517892" y="79376"/>
                </a:lnTo>
                <a:lnTo>
                  <a:pt x="516213" y="79040"/>
                </a:lnTo>
                <a:lnTo>
                  <a:pt x="515205" y="78033"/>
                </a:lnTo>
                <a:lnTo>
                  <a:pt x="513526" y="77025"/>
                </a:lnTo>
                <a:lnTo>
                  <a:pt x="512854" y="75682"/>
                </a:lnTo>
                <a:lnTo>
                  <a:pt x="511847" y="74003"/>
                </a:lnTo>
                <a:lnTo>
                  <a:pt x="511511" y="72324"/>
                </a:lnTo>
                <a:lnTo>
                  <a:pt x="511175" y="70645"/>
                </a:lnTo>
                <a:lnTo>
                  <a:pt x="511511" y="68630"/>
                </a:lnTo>
                <a:lnTo>
                  <a:pt x="511847" y="66951"/>
                </a:lnTo>
                <a:lnTo>
                  <a:pt x="512854" y="65943"/>
                </a:lnTo>
                <a:lnTo>
                  <a:pt x="513526" y="64600"/>
                </a:lnTo>
                <a:lnTo>
                  <a:pt x="515205" y="63256"/>
                </a:lnTo>
                <a:lnTo>
                  <a:pt x="516213" y="62585"/>
                </a:lnTo>
                <a:lnTo>
                  <a:pt x="517892" y="62249"/>
                </a:lnTo>
                <a:lnTo>
                  <a:pt x="519907" y="61913"/>
                </a:lnTo>
                <a:close/>
                <a:moveTo>
                  <a:pt x="364375" y="61913"/>
                </a:moveTo>
                <a:lnTo>
                  <a:pt x="365873" y="61913"/>
                </a:lnTo>
                <a:lnTo>
                  <a:pt x="367670" y="62218"/>
                </a:lnTo>
                <a:lnTo>
                  <a:pt x="369168" y="62524"/>
                </a:lnTo>
                <a:lnTo>
                  <a:pt x="370066" y="63745"/>
                </a:lnTo>
                <a:lnTo>
                  <a:pt x="371265" y="64355"/>
                </a:lnTo>
                <a:lnTo>
                  <a:pt x="371864" y="65882"/>
                </a:lnTo>
                <a:lnTo>
                  <a:pt x="372762" y="67408"/>
                </a:lnTo>
                <a:lnTo>
                  <a:pt x="373062" y="68935"/>
                </a:lnTo>
                <a:lnTo>
                  <a:pt x="373062" y="70461"/>
                </a:lnTo>
                <a:lnTo>
                  <a:pt x="372762" y="72293"/>
                </a:lnTo>
                <a:lnTo>
                  <a:pt x="371864" y="73514"/>
                </a:lnTo>
                <a:lnTo>
                  <a:pt x="371265" y="75040"/>
                </a:lnTo>
                <a:lnTo>
                  <a:pt x="370066" y="75956"/>
                </a:lnTo>
                <a:lnTo>
                  <a:pt x="368569" y="76872"/>
                </a:lnTo>
                <a:lnTo>
                  <a:pt x="367670" y="77483"/>
                </a:lnTo>
                <a:lnTo>
                  <a:pt x="365873" y="77788"/>
                </a:lnTo>
                <a:lnTo>
                  <a:pt x="364375" y="77788"/>
                </a:lnTo>
                <a:lnTo>
                  <a:pt x="362878" y="77483"/>
                </a:lnTo>
                <a:lnTo>
                  <a:pt x="361380" y="76872"/>
                </a:lnTo>
                <a:lnTo>
                  <a:pt x="359883" y="75956"/>
                </a:lnTo>
                <a:lnTo>
                  <a:pt x="359283" y="75040"/>
                </a:lnTo>
                <a:lnTo>
                  <a:pt x="358085" y="73514"/>
                </a:lnTo>
                <a:lnTo>
                  <a:pt x="357786" y="71988"/>
                </a:lnTo>
                <a:lnTo>
                  <a:pt x="357187" y="70461"/>
                </a:lnTo>
                <a:lnTo>
                  <a:pt x="357187" y="68935"/>
                </a:lnTo>
                <a:lnTo>
                  <a:pt x="357786" y="67408"/>
                </a:lnTo>
                <a:lnTo>
                  <a:pt x="358085" y="65882"/>
                </a:lnTo>
                <a:lnTo>
                  <a:pt x="359283" y="64355"/>
                </a:lnTo>
                <a:lnTo>
                  <a:pt x="360182" y="63439"/>
                </a:lnTo>
                <a:lnTo>
                  <a:pt x="361380" y="62524"/>
                </a:lnTo>
                <a:lnTo>
                  <a:pt x="362878" y="62218"/>
                </a:lnTo>
                <a:lnTo>
                  <a:pt x="364375" y="61913"/>
                </a:lnTo>
                <a:close/>
                <a:moveTo>
                  <a:pt x="533858" y="36513"/>
                </a:moveTo>
                <a:lnTo>
                  <a:pt x="536209" y="36849"/>
                </a:lnTo>
                <a:lnTo>
                  <a:pt x="537552" y="37185"/>
                </a:lnTo>
                <a:lnTo>
                  <a:pt x="538895" y="38192"/>
                </a:lnTo>
                <a:lnTo>
                  <a:pt x="540239" y="39536"/>
                </a:lnTo>
                <a:lnTo>
                  <a:pt x="541246" y="40543"/>
                </a:lnTo>
                <a:lnTo>
                  <a:pt x="542254" y="41886"/>
                </a:lnTo>
                <a:lnTo>
                  <a:pt x="542589" y="43565"/>
                </a:lnTo>
                <a:lnTo>
                  <a:pt x="542925" y="45580"/>
                </a:lnTo>
                <a:lnTo>
                  <a:pt x="542589" y="47260"/>
                </a:lnTo>
                <a:lnTo>
                  <a:pt x="542254" y="48939"/>
                </a:lnTo>
                <a:lnTo>
                  <a:pt x="541246" y="50282"/>
                </a:lnTo>
                <a:lnTo>
                  <a:pt x="540239" y="51625"/>
                </a:lnTo>
                <a:lnTo>
                  <a:pt x="538895" y="52969"/>
                </a:lnTo>
                <a:lnTo>
                  <a:pt x="537552" y="53640"/>
                </a:lnTo>
                <a:lnTo>
                  <a:pt x="536209" y="53976"/>
                </a:lnTo>
                <a:lnTo>
                  <a:pt x="533858" y="53976"/>
                </a:lnTo>
                <a:lnTo>
                  <a:pt x="532515" y="53976"/>
                </a:lnTo>
                <a:lnTo>
                  <a:pt x="530835" y="53640"/>
                </a:lnTo>
                <a:lnTo>
                  <a:pt x="529156" y="52969"/>
                </a:lnTo>
                <a:lnTo>
                  <a:pt x="527813" y="51625"/>
                </a:lnTo>
                <a:lnTo>
                  <a:pt x="526470" y="50282"/>
                </a:lnTo>
                <a:lnTo>
                  <a:pt x="525798" y="48939"/>
                </a:lnTo>
                <a:lnTo>
                  <a:pt x="525462" y="47260"/>
                </a:lnTo>
                <a:lnTo>
                  <a:pt x="525462" y="45580"/>
                </a:lnTo>
                <a:lnTo>
                  <a:pt x="525462" y="43565"/>
                </a:lnTo>
                <a:lnTo>
                  <a:pt x="525798" y="41886"/>
                </a:lnTo>
                <a:lnTo>
                  <a:pt x="526470" y="40543"/>
                </a:lnTo>
                <a:lnTo>
                  <a:pt x="527813" y="39536"/>
                </a:lnTo>
                <a:lnTo>
                  <a:pt x="529156" y="38192"/>
                </a:lnTo>
                <a:lnTo>
                  <a:pt x="530835" y="37185"/>
                </a:lnTo>
                <a:lnTo>
                  <a:pt x="532515" y="36849"/>
                </a:lnTo>
                <a:lnTo>
                  <a:pt x="533858" y="36513"/>
                </a:lnTo>
                <a:close/>
                <a:moveTo>
                  <a:pt x="353096" y="33338"/>
                </a:moveTo>
                <a:lnTo>
                  <a:pt x="354928" y="33338"/>
                </a:lnTo>
                <a:lnTo>
                  <a:pt x="356455" y="33997"/>
                </a:lnTo>
                <a:lnTo>
                  <a:pt x="357981" y="34656"/>
                </a:lnTo>
                <a:lnTo>
                  <a:pt x="359202" y="35644"/>
                </a:lnTo>
                <a:lnTo>
                  <a:pt x="360118" y="36633"/>
                </a:lnTo>
                <a:lnTo>
                  <a:pt x="361034" y="38280"/>
                </a:lnTo>
                <a:lnTo>
                  <a:pt x="361644" y="39928"/>
                </a:lnTo>
                <a:lnTo>
                  <a:pt x="361950" y="41575"/>
                </a:lnTo>
                <a:lnTo>
                  <a:pt x="361950" y="43223"/>
                </a:lnTo>
                <a:lnTo>
                  <a:pt x="361644" y="44870"/>
                </a:lnTo>
                <a:lnTo>
                  <a:pt x="361034" y="46188"/>
                </a:lnTo>
                <a:lnTo>
                  <a:pt x="360118" y="47836"/>
                </a:lnTo>
                <a:lnTo>
                  <a:pt x="359202" y="48824"/>
                </a:lnTo>
                <a:lnTo>
                  <a:pt x="357981" y="49813"/>
                </a:lnTo>
                <a:lnTo>
                  <a:pt x="356455" y="50472"/>
                </a:lnTo>
                <a:lnTo>
                  <a:pt x="354928" y="50801"/>
                </a:lnTo>
                <a:lnTo>
                  <a:pt x="353096" y="50801"/>
                </a:lnTo>
                <a:lnTo>
                  <a:pt x="351570" y="50472"/>
                </a:lnTo>
                <a:lnTo>
                  <a:pt x="350044" y="49813"/>
                </a:lnTo>
                <a:lnTo>
                  <a:pt x="349128" y="48824"/>
                </a:lnTo>
                <a:lnTo>
                  <a:pt x="347906" y="47506"/>
                </a:lnTo>
                <a:lnTo>
                  <a:pt x="347296" y="46188"/>
                </a:lnTo>
                <a:lnTo>
                  <a:pt x="346380" y="44870"/>
                </a:lnTo>
                <a:lnTo>
                  <a:pt x="346075" y="43223"/>
                </a:lnTo>
                <a:lnTo>
                  <a:pt x="346075" y="41575"/>
                </a:lnTo>
                <a:lnTo>
                  <a:pt x="346380" y="39598"/>
                </a:lnTo>
                <a:lnTo>
                  <a:pt x="347296" y="37951"/>
                </a:lnTo>
                <a:lnTo>
                  <a:pt x="347906" y="36633"/>
                </a:lnTo>
                <a:lnTo>
                  <a:pt x="349128" y="35644"/>
                </a:lnTo>
                <a:lnTo>
                  <a:pt x="350044" y="34656"/>
                </a:lnTo>
                <a:lnTo>
                  <a:pt x="351570" y="33997"/>
                </a:lnTo>
                <a:lnTo>
                  <a:pt x="353096" y="33338"/>
                </a:lnTo>
                <a:close/>
                <a:moveTo>
                  <a:pt x="544452" y="14288"/>
                </a:moveTo>
                <a:lnTo>
                  <a:pt x="545950" y="14288"/>
                </a:lnTo>
                <a:lnTo>
                  <a:pt x="547448" y="14288"/>
                </a:lnTo>
                <a:lnTo>
                  <a:pt x="548945" y="14618"/>
                </a:lnTo>
                <a:lnTo>
                  <a:pt x="550443" y="15606"/>
                </a:lnTo>
                <a:lnTo>
                  <a:pt x="551341" y="16595"/>
                </a:lnTo>
                <a:lnTo>
                  <a:pt x="552540" y="17913"/>
                </a:lnTo>
                <a:lnTo>
                  <a:pt x="553139" y="19560"/>
                </a:lnTo>
                <a:lnTo>
                  <a:pt x="553738" y="21207"/>
                </a:lnTo>
                <a:lnTo>
                  <a:pt x="554037" y="22855"/>
                </a:lnTo>
                <a:lnTo>
                  <a:pt x="553738" y="24832"/>
                </a:lnTo>
                <a:lnTo>
                  <a:pt x="553139" y="26479"/>
                </a:lnTo>
                <a:lnTo>
                  <a:pt x="552540" y="27468"/>
                </a:lnTo>
                <a:lnTo>
                  <a:pt x="551341" y="28786"/>
                </a:lnTo>
                <a:lnTo>
                  <a:pt x="550443" y="30104"/>
                </a:lnTo>
                <a:lnTo>
                  <a:pt x="548945" y="30763"/>
                </a:lnTo>
                <a:lnTo>
                  <a:pt x="547448" y="31092"/>
                </a:lnTo>
                <a:lnTo>
                  <a:pt x="545950" y="31751"/>
                </a:lnTo>
                <a:lnTo>
                  <a:pt x="544452" y="31092"/>
                </a:lnTo>
                <a:lnTo>
                  <a:pt x="542955" y="30763"/>
                </a:lnTo>
                <a:lnTo>
                  <a:pt x="541457" y="30104"/>
                </a:lnTo>
                <a:lnTo>
                  <a:pt x="540558" y="28786"/>
                </a:lnTo>
                <a:lnTo>
                  <a:pt x="539360" y="27468"/>
                </a:lnTo>
                <a:lnTo>
                  <a:pt x="538761" y="26479"/>
                </a:lnTo>
                <a:lnTo>
                  <a:pt x="538162" y="24832"/>
                </a:lnTo>
                <a:lnTo>
                  <a:pt x="538162" y="22855"/>
                </a:lnTo>
                <a:lnTo>
                  <a:pt x="538162" y="21207"/>
                </a:lnTo>
                <a:lnTo>
                  <a:pt x="538761" y="19560"/>
                </a:lnTo>
                <a:lnTo>
                  <a:pt x="539360" y="17913"/>
                </a:lnTo>
                <a:lnTo>
                  <a:pt x="540558" y="16595"/>
                </a:lnTo>
                <a:lnTo>
                  <a:pt x="541457" y="15606"/>
                </a:lnTo>
                <a:lnTo>
                  <a:pt x="542955" y="14618"/>
                </a:lnTo>
                <a:lnTo>
                  <a:pt x="544452" y="14288"/>
                </a:lnTo>
                <a:close/>
                <a:moveTo>
                  <a:pt x="343877" y="11113"/>
                </a:moveTo>
                <a:lnTo>
                  <a:pt x="345403" y="11113"/>
                </a:lnTo>
                <a:lnTo>
                  <a:pt x="346930" y="11418"/>
                </a:lnTo>
                <a:lnTo>
                  <a:pt x="348456" y="12334"/>
                </a:lnTo>
                <a:lnTo>
                  <a:pt x="349677" y="12945"/>
                </a:lnTo>
                <a:lnTo>
                  <a:pt x="350898" y="14166"/>
                </a:lnTo>
                <a:lnTo>
                  <a:pt x="351814" y="15082"/>
                </a:lnTo>
                <a:lnTo>
                  <a:pt x="352119" y="16608"/>
                </a:lnTo>
                <a:lnTo>
                  <a:pt x="352425" y="18135"/>
                </a:lnTo>
                <a:lnTo>
                  <a:pt x="352425" y="19966"/>
                </a:lnTo>
                <a:lnTo>
                  <a:pt x="352119" y="21493"/>
                </a:lnTo>
                <a:lnTo>
                  <a:pt x="351814" y="23019"/>
                </a:lnTo>
                <a:lnTo>
                  <a:pt x="350593" y="24240"/>
                </a:lnTo>
                <a:lnTo>
                  <a:pt x="349372" y="25156"/>
                </a:lnTo>
                <a:lnTo>
                  <a:pt x="348456" y="26072"/>
                </a:lnTo>
                <a:lnTo>
                  <a:pt x="346930" y="26683"/>
                </a:lnTo>
                <a:lnTo>
                  <a:pt x="345403" y="26988"/>
                </a:lnTo>
                <a:lnTo>
                  <a:pt x="343877" y="26988"/>
                </a:lnTo>
                <a:lnTo>
                  <a:pt x="342045" y="26683"/>
                </a:lnTo>
                <a:lnTo>
                  <a:pt x="340519" y="26072"/>
                </a:lnTo>
                <a:lnTo>
                  <a:pt x="339297" y="25156"/>
                </a:lnTo>
                <a:lnTo>
                  <a:pt x="338381" y="24240"/>
                </a:lnTo>
                <a:lnTo>
                  <a:pt x="337466" y="23019"/>
                </a:lnTo>
                <a:lnTo>
                  <a:pt x="336855" y="21493"/>
                </a:lnTo>
                <a:lnTo>
                  <a:pt x="336550" y="19966"/>
                </a:lnTo>
                <a:lnTo>
                  <a:pt x="336550" y="18135"/>
                </a:lnTo>
                <a:lnTo>
                  <a:pt x="336855" y="16608"/>
                </a:lnTo>
                <a:lnTo>
                  <a:pt x="337466" y="15082"/>
                </a:lnTo>
                <a:lnTo>
                  <a:pt x="338381" y="14166"/>
                </a:lnTo>
                <a:lnTo>
                  <a:pt x="339297" y="12945"/>
                </a:lnTo>
                <a:lnTo>
                  <a:pt x="340824" y="11724"/>
                </a:lnTo>
                <a:lnTo>
                  <a:pt x="342045" y="11418"/>
                </a:lnTo>
                <a:lnTo>
                  <a:pt x="343877" y="11113"/>
                </a:lnTo>
                <a:close/>
                <a:moveTo>
                  <a:pt x="610986" y="0"/>
                </a:moveTo>
                <a:lnTo>
                  <a:pt x="614799" y="3177"/>
                </a:lnTo>
                <a:lnTo>
                  <a:pt x="624966" y="12071"/>
                </a:lnTo>
                <a:lnTo>
                  <a:pt x="641170" y="25094"/>
                </a:lnTo>
                <a:lnTo>
                  <a:pt x="651019" y="32717"/>
                </a:lnTo>
                <a:lnTo>
                  <a:pt x="661822" y="40658"/>
                </a:lnTo>
                <a:lnTo>
                  <a:pt x="673578" y="48917"/>
                </a:lnTo>
                <a:lnTo>
                  <a:pt x="686287" y="56858"/>
                </a:lnTo>
                <a:lnTo>
                  <a:pt x="699631" y="65117"/>
                </a:lnTo>
                <a:lnTo>
                  <a:pt x="712976" y="73058"/>
                </a:lnTo>
                <a:lnTo>
                  <a:pt x="726956" y="80363"/>
                </a:lnTo>
                <a:lnTo>
                  <a:pt x="741253" y="86398"/>
                </a:lnTo>
                <a:lnTo>
                  <a:pt x="748879" y="89575"/>
                </a:lnTo>
                <a:lnTo>
                  <a:pt x="755869" y="92434"/>
                </a:lnTo>
                <a:lnTo>
                  <a:pt x="763176" y="94657"/>
                </a:lnTo>
                <a:lnTo>
                  <a:pt x="770484" y="96563"/>
                </a:lnTo>
                <a:lnTo>
                  <a:pt x="775885" y="96881"/>
                </a:lnTo>
                <a:lnTo>
                  <a:pt x="782558" y="98151"/>
                </a:lnTo>
                <a:lnTo>
                  <a:pt x="790501" y="99739"/>
                </a:lnTo>
                <a:lnTo>
                  <a:pt x="800350" y="101645"/>
                </a:lnTo>
                <a:lnTo>
                  <a:pt x="811153" y="104822"/>
                </a:lnTo>
                <a:lnTo>
                  <a:pt x="822909" y="108951"/>
                </a:lnTo>
                <a:lnTo>
                  <a:pt x="828946" y="111174"/>
                </a:lnTo>
                <a:lnTo>
                  <a:pt x="834982" y="114351"/>
                </a:lnTo>
                <a:lnTo>
                  <a:pt x="841019" y="117527"/>
                </a:lnTo>
                <a:lnTo>
                  <a:pt x="846738" y="120704"/>
                </a:lnTo>
                <a:lnTo>
                  <a:pt x="852775" y="124515"/>
                </a:lnTo>
                <a:lnTo>
                  <a:pt x="858176" y="128645"/>
                </a:lnTo>
                <a:lnTo>
                  <a:pt x="863578" y="133092"/>
                </a:lnTo>
                <a:lnTo>
                  <a:pt x="868979" y="138174"/>
                </a:lnTo>
                <a:lnTo>
                  <a:pt x="873745" y="143574"/>
                </a:lnTo>
                <a:lnTo>
                  <a:pt x="878193" y="149291"/>
                </a:lnTo>
                <a:lnTo>
                  <a:pt x="882323" y="155644"/>
                </a:lnTo>
                <a:lnTo>
                  <a:pt x="886136" y="161997"/>
                </a:lnTo>
                <a:lnTo>
                  <a:pt x="889313" y="169303"/>
                </a:lnTo>
                <a:lnTo>
                  <a:pt x="891538" y="176926"/>
                </a:lnTo>
                <a:lnTo>
                  <a:pt x="893444" y="185502"/>
                </a:lnTo>
                <a:lnTo>
                  <a:pt x="895032" y="193761"/>
                </a:lnTo>
                <a:lnTo>
                  <a:pt x="895350" y="203290"/>
                </a:lnTo>
                <a:lnTo>
                  <a:pt x="895350" y="212819"/>
                </a:lnTo>
                <a:lnTo>
                  <a:pt x="770484" y="303982"/>
                </a:lnTo>
                <a:lnTo>
                  <a:pt x="733310" y="278571"/>
                </a:lnTo>
                <a:lnTo>
                  <a:pt x="735852" y="283971"/>
                </a:lnTo>
                <a:lnTo>
                  <a:pt x="738712" y="290324"/>
                </a:lnTo>
                <a:lnTo>
                  <a:pt x="741889" y="299218"/>
                </a:lnTo>
                <a:lnTo>
                  <a:pt x="744748" y="310653"/>
                </a:lnTo>
                <a:lnTo>
                  <a:pt x="747926" y="323358"/>
                </a:lnTo>
                <a:lnTo>
                  <a:pt x="749514" y="330346"/>
                </a:lnTo>
                <a:lnTo>
                  <a:pt x="751103" y="337970"/>
                </a:lnTo>
                <a:lnTo>
                  <a:pt x="751738" y="345911"/>
                </a:lnTo>
                <a:lnTo>
                  <a:pt x="753009" y="354169"/>
                </a:lnTo>
                <a:lnTo>
                  <a:pt x="753327" y="362428"/>
                </a:lnTo>
                <a:lnTo>
                  <a:pt x="753645" y="371004"/>
                </a:lnTo>
                <a:lnTo>
                  <a:pt x="753645" y="380534"/>
                </a:lnTo>
                <a:lnTo>
                  <a:pt x="753009" y="389428"/>
                </a:lnTo>
                <a:lnTo>
                  <a:pt x="752374" y="398957"/>
                </a:lnTo>
                <a:lnTo>
                  <a:pt x="750785" y="408804"/>
                </a:lnTo>
                <a:lnTo>
                  <a:pt x="749197" y="418333"/>
                </a:lnTo>
                <a:lnTo>
                  <a:pt x="746337" y="428180"/>
                </a:lnTo>
                <a:lnTo>
                  <a:pt x="743160" y="438027"/>
                </a:lnTo>
                <a:lnTo>
                  <a:pt x="739983" y="448191"/>
                </a:lnTo>
                <a:lnTo>
                  <a:pt x="735534" y="458356"/>
                </a:lnTo>
                <a:lnTo>
                  <a:pt x="730451" y="468520"/>
                </a:lnTo>
                <a:lnTo>
                  <a:pt x="724414" y="478367"/>
                </a:lnTo>
                <a:lnTo>
                  <a:pt x="717742" y="488531"/>
                </a:lnTo>
                <a:lnTo>
                  <a:pt x="710434" y="498696"/>
                </a:lnTo>
                <a:lnTo>
                  <a:pt x="702173" y="508225"/>
                </a:lnTo>
                <a:lnTo>
                  <a:pt x="697407" y="513625"/>
                </a:lnTo>
                <a:lnTo>
                  <a:pt x="692641" y="520296"/>
                </a:lnTo>
                <a:lnTo>
                  <a:pt x="685969" y="528872"/>
                </a:lnTo>
                <a:lnTo>
                  <a:pt x="678979" y="539671"/>
                </a:lnTo>
                <a:lnTo>
                  <a:pt x="671036" y="552695"/>
                </a:lnTo>
                <a:lnTo>
                  <a:pt x="667541" y="559683"/>
                </a:lnTo>
                <a:lnTo>
                  <a:pt x="663728" y="566988"/>
                </a:lnTo>
                <a:lnTo>
                  <a:pt x="660233" y="574929"/>
                </a:lnTo>
                <a:lnTo>
                  <a:pt x="656738" y="583188"/>
                </a:lnTo>
                <a:lnTo>
                  <a:pt x="653561" y="591764"/>
                </a:lnTo>
                <a:lnTo>
                  <a:pt x="651019" y="600658"/>
                </a:lnTo>
                <a:lnTo>
                  <a:pt x="648795" y="609552"/>
                </a:lnTo>
                <a:lnTo>
                  <a:pt x="646254" y="619399"/>
                </a:lnTo>
                <a:lnTo>
                  <a:pt x="644665" y="628928"/>
                </a:lnTo>
                <a:lnTo>
                  <a:pt x="643712" y="639093"/>
                </a:lnTo>
                <a:lnTo>
                  <a:pt x="643394" y="649257"/>
                </a:lnTo>
                <a:lnTo>
                  <a:pt x="643394" y="659739"/>
                </a:lnTo>
                <a:lnTo>
                  <a:pt x="644029" y="669904"/>
                </a:lnTo>
                <a:lnTo>
                  <a:pt x="645618" y="681021"/>
                </a:lnTo>
                <a:lnTo>
                  <a:pt x="647842" y="691821"/>
                </a:lnTo>
                <a:lnTo>
                  <a:pt x="651019" y="702621"/>
                </a:lnTo>
                <a:lnTo>
                  <a:pt x="655150" y="713738"/>
                </a:lnTo>
                <a:lnTo>
                  <a:pt x="660233" y="724856"/>
                </a:lnTo>
                <a:lnTo>
                  <a:pt x="666588" y="735973"/>
                </a:lnTo>
                <a:lnTo>
                  <a:pt x="670083" y="741691"/>
                </a:lnTo>
                <a:lnTo>
                  <a:pt x="673578" y="747091"/>
                </a:lnTo>
                <a:lnTo>
                  <a:pt x="680886" y="755032"/>
                </a:lnTo>
                <a:lnTo>
                  <a:pt x="689146" y="764243"/>
                </a:lnTo>
                <a:lnTo>
                  <a:pt x="698996" y="777584"/>
                </a:lnTo>
                <a:lnTo>
                  <a:pt x="711070" y="793784"/>
                </a:lnTo>
                <a:lnTo>
                  <a:pt x="717742" y="802995"/>
                </a:lnTo>
                <a:lnTo>
                  <a:pt x="724414" y="813160"/>
                </a:lnTo>
                <a:lnTo>
                  <a:pt x="730768" y="823960"/>
                </a:lnTo>
                <a:lnTo>
                  <a:pt x="737441" y="835712"/>
                </a:lnTo>
                <a:lnTo>
                  <a:pt x="744113" y="848100"/>
                </a:lnTo>
                <a:lnTo>
                  <a:pt x="750785" y="860806"/>
                </a:lnTo>
                <a:lnTo>
                  <a:pt x="757140" y="874464"/>
                </a:lnTo>
                <a:lnTo>
                  <a:pt x="763176" y="888758"/>
                </a:lnTo>
                <a:lnTo>
                  <a:pt x="768896" y="904005"/>
                </a:lnTo>
                <a:lnTo>
                  <a:pt x="774297" y="919252"/>
                </a:lnTo>
                <a:lnTo>
                  <a:pt x="779063" y="935134"/>
                </a:lnTo>
                <a:lnTo>
                  <a:pt x="783193" y="951969"/>
                </a:lnTo>
                <a:lnTo>
                  <a:pt x="787006" y="969439"/>
                </a:lnTo>
                <a:lnTo>
                  <a:pt x="789865" y="986909"/>
                </a:lnTo>
                <a:lnTo>
                  <a:pt x="792089" y="1005015"/>
                </a:lnTo>
                <a:lnTo>
                  <a:pt x="793043" y="1014226"/>
                </a:lnTo>
                <a:lnTo>
                  <a:pt x="793360" y="1024073"/>
                </a:lnTo>
                <a:lnTo>
                  <a:pt x="793678" y="1033285"/>
                </a:lnTo>
                <a:lnTo>
                  <a:pt x="793678" y="1043132"/>
                </a:lnTo>
                <a:lnTo>
                  <a:pt x="793360" y="1052661"/>
                </a:lnTo>
                <a:lnTo>
                  <a:pt x="793043" y="1062508"/>
                </a:lnTo>
                <a:lnTo>
                  <a:pt x="792089" y="1072672"/>
                </a:lnTo>
                <a:lnTo>
                  <a:pt x="791454" y="1082519"/>
                </a:lnTo>
                <a:lnTo>
                  <a:pt x="789865" y="1092684"/>
                </a:lnTo>
                <a:lnTo>
                  <a:pt x="788277" y="1103166"/>
                </a:lnTo>
                <a:lnTo>
                  <a:pt x="786370" y="1113330"/>
                </a:lnTo>
                <a:lnTo>
                  <a:pt x="784464" y="1123812"/>
                </a:lnTo>
                <a:lnTo>
                  <a:pt x="781605" y="1134612"/>
                </a:lnTo>
                <a:lnTo>
                  <a:pt x="779063" y="1145094"/>
                </a:lnTo>
                <a:lnTo>
                  <a:pt x="775250" y="1148906"/>
                </a:lnTo>
                <a:lnTo>
                  <a:pt x="763812" y="1160659"/>
                </a:lnTo>
                <a:lnTo>
                  <a:pt x="746019" y="1178446"/>
                </a:lnTo>
                <a:lnTo>
                  <a:pt x="734899" y="1188929"/>
                </a:lnTo>
                <a:lnTo>
                  <a:pt x="721554" y="1200999"/>
                </a:lnTo>
                <a:lnTo>
                  <a:pt x="707257" y="1213705"/>
                </a:lnTo>
                <a:lnTo>
                  <a:pt x="691371" y="1227363"/>
                </a:lnTo>
                <a:lnTo>
                  <a:pt x="674213" y="1241657"/>
                </a:lnTo>
                <a:lnTo>
                  <a:pt x="655785" y="1256268"/>
                </a:lnTo>
                <a:lnTo>
                  <a:pt x="635769" y="1271198"/>
                </a:lnTo>
                <a:lnTo>
                  <a:pt x="614481" y="1286444"/>
                </a:lnTo>
                <a:lnTo>
                  <a:pt x="592558" y="1301691"/>
                </a:lnTo>
                <a:lnTo>
                  <a:pt x="569046" y="1316938"/>
                </a:lnTo>
                <a:lnTo>
                  <a:pt x="544581" y="1331867"/>
                </a:lnTo>
                <a:lnTo>
                  <a:pt x="519481" y="1346161"/>
                </a:lnTo>
                <a:lnTo>
                  <a:pt x="506454" y="1353149"/>
                </a:lnTo>
                <a:lnTo>
                  <a:pt x="493110" y="1360137"/>
                </a:lnTo>
                <a:lnTo>
                  <a:pt x="479448" y="1366807"/>
                </a:lnTo>
                <a:lnTo>
                  <a:pt x="466103" y="1373478"/>
                </a:lnTo>
                <a:lnTo>
                  <a:pt x="452123" y="1379513"/>
                </a:lnTo>
                <a:lnTo>
                  <a:pt x="438143" y="1385866"/>
                </a:lnTo>
                <a:lnTo>
                  <a:pt x="423528" y="1391583"/>
                </a:lnTo>
                <a:lnTo>
                  <a:pt x="409230" y="1396983"/>
                </a:lnTo>
                <a:lnTo>
                  <a:pt x="394615" y="1402065"/>
                </a:lnTo>
                <a:lnTo>
                  <a:pt x="379364" y="1407148"/>
                </a:lnTo>
                <a:lnTo>
                  <a:pt x="364748" y="1411912"/>
                </a:lnTo>
                <a:lnTo>
                  <a:pt x="349498" y="1416042"/>
                </a:lnTo>
                <a:lnTo>
                  <a:pt x="333929" y="1419853"/>
                </a:lnTo>
                <a:lnTo>
                  <a:pt x="318678" y="1423030"/>
                </a:lnTo>
                <a:lnTo>
                  <a:pt x="303110" y="1426206"/>
                </a:lnTo>
                <a:lnTo>
                  <a:pt x="287541" y="1428747"/>
                </a:lnTo>
                <a:lnTo>
                  <a:pt x="271655" y="1431288"/>
                </a:lnTo>
                <a:lnTo>
                  <a:pt x="255769" y="1432877"/>
                </a:lnTo>
                <a:lnTo>
                  <a:pt x="239565" y="1434465"/>
                </a:lnTo>
                <a:lnTo>
                  <a:pt x="223043" y="1434782"/>
                </a:lnTo>
                <a:lnTo>
                  <a:pt x="206839" y="1435100"/>
                </a:lnTo>
                <a:lnTo>
                  <a:pt x="190635" y="1434782"/>
                </a:lnTo>
                <a:lnTo>
                  <a:pt x="174113" y="1433830"/>
                </a:lnTo>
                <a:lnTo>
                  <a:pt x="157592" y="1432241"/>
                </a:lnTo>
                <a:lnTo>
                  <a:pt x="140752" y="1430335"/>
                </a:lnTo>
                <a:lnTo>
                  <a:pt x="124230" y="1427794"/>
                </a:lnTo>
                <a:lnTo>
                  <a:pt x="107391" y="1424618"/>
                </a:lnTo>
                <a:lnTo>
                  <a:pt x="90869" y="1420806"/>
                </a:lnTo>
                <a:lnTo>
                  <a:pt x="89916" y="1416995"/>
                </a:lnTo>
                <a:lnTo>
                  <a:pt x="87692" y="1406512"/>
                </a:lnTo>
                <a:lnTo>
                  <a:pt x="85150" y="1389042"/>
                </a:lnTo>
                <a:lnTo>
                  <a:pt x="81655" y="1365219"/>
                </a:lnTo>
                <a:lnTo>
                  <a:pt x="80067" y="1351243"/>
                </a:lnTo>
                <a:lnTo>
                  <a:pt x="78796" y="1335679"/>
                </a:lnTo>
                <a:lnTo>
                  <a:pt x="77525" y="1319161"/>
                </a:lnTo>
                <a:lnTo>
                  <a:pt x="76572" y="1301373"/>
                </a:lnTo>
                <a:lnTo>
                  <a:pt x="76254" y="1281997"/>
                </a:lnTo>
                <a:lnTo>
                  <a:pt x="75618" y="1261351"/>
                </a:lnTo>
                <a:lnTo>
                  <a:pt x="76254" y="1239751"/>
                </a:lnTo>
                <a:lnTo>
                  <a:pt x="76889" y="1217199"/>
                </a:lnTo>
                <a:lnTo>
                  <a:pt x="78478" y="1193376"/>
                </a:lnTo>
                <a:lnTo>
                  <a:pt x="80702" y="1168600"/>
                </a:lnTo>
                <a:lnTo>
                  <a:pt x="83562" y="1143188"/>
                </a:lnTo>
                <a:lnTo>
                  <a:pt x="87056" y="1116507"/>
                </a:lnTo>
                <a:lnTo>
                  <a:pt x="91505" y="1088872"/>
                </a:lnTo>
                <a:lnTo>
                  <a:pt x="96906" y="1060919"/>
                </a:lnTo>
                <a:lnTo>
                  <a:pt x="103578" y="1031697"/>
                </a:lnTo>
                <a:lnTo>
                  <a:pt x="111521" y="1002474"/>
                </a:lnTo>
                <a:lnTo>
                  <a:pt x="115334" y="987227"/>
                </a:lnTo>
                <a:lnTo>
                  <a:pt x="120100" y="971980"/>
                </a:lnTo>
                <a:lnTo>
                  <a:pt x="124866" y="956733"/>
                </a:lnTo>
                <a:lnTo>
                  <a:pt x="129949" y="941169"/>
                </a:lnTo>
                <a:lnTo>
                  <a:pt x="135351" y="925605"/>
                </a:lnTo>
                <a:lnTo>
                  <a:pt x="141388" y="910040"/>
                </a:lnTo>
                <a:lnTo>
                  <a:pt x="147107" y="894158"/>
                </a:lnTo>
                <a:lnTo>
                  <a:pt x="153779" y="878276"/>
                </a:lnTo>
                <a:lnTo>
                  <a:pt x="160769" y="862076"/>
                </a:lnTo>
                <a:lnTo>
                  <a:pt x="167759" y="845559"/>
                </a:lnTo>
                <a:lnTo>
                  <a:pt x="175384" y="829677"/>
                </a:lnTo>
                <a:lnTo>
                  <a:pt x="183327" y="813160"/>
                </a:lnTo>
                <a:lnTo>
                  <a:pt x="191270" y="796960"/>
                </a:lnTo>
                <a:lnTo>
                  <a:pt x="200167" y="780443"/>
                </a:lnTo>
                <a:lnTo>
                  <a:pt x="209063" y="763926"/>
                </a:lnTo>
                <a:lnTo>
                  <a:pt x="218913" y="747091"/>
                </a:lnTo>
                <a:lnTo>
                  <a:pt x="220819" y="744549"/>
                </a:lnTo>
                <a:lnTo>
                  <a:pt x="222725" y="741055"/>
                </a:lnTo>
                <a:lnTo>
                  <a:pt x="224949" y="736291"/>
                </a:lnTo>
                <a:lnTo>
                  <a:pt x="227809" y="730573"/>
                </a:lnTo>
                <a:lnTo>
                  <a:pt x="230986" y="722632"/>
                </a:lnTo>
                <a:lnTo>
                  <a:pt x="233528" y="714374"/>
                </a:lnTo>
                <a:lnTo>
                  <a:pt x="236070" y="703891"/>
                </a:lnTo>
                <a:lnTo>
                  <a:pt x="237976" y="692139"/>
                </a:lnTo>
                <a:lnTo>
                  <a:pt x="238294" y="686104"/>
                </a:lnTo>
                <a:lnTo>
                  <a:pt x="238611" y="679433"/>
                </a:lnTo>
                <a:lnTo>
                  <a:pt x="238929" y="672127"/>
                </a:lnTo>
                <a:lnTo>
                  <a:pt x="238929" y="664504"/>
                </a:lnTo>
                <a:lnTo>
                  <a:pt x="238611" y="656881"/>
                </a:lnTo>
                <a:lnTo>
                  <a:pt x="237976" y="648622"/>
                </a:lnTo>
                <a:lnTo>
                  <a:pt x="237023" y="640681"/>
                </a:lnTo>
                <a:lnTo>
                  <a:pt x="235434" y="631787"/>
                </a:lnTo>
                <a:lnTo>
                  <a:pt x="233846" y="622258"/>
                </a:lnTo>
                <a:lnTo>
                  <a:pt x="231622" y="612729"/>
                </a:lnTo>
                <a:lnTo>
                  <a:pt x="229397" y="602882"/>
                </a:lnTo>
                <a:lnTo>
                  <a:pt x="226220" y="592400"/>
                </a:lnTo>
                <a:lnTo>
                  <a:pt x="222725" y="581918"/>
                </a:lnTo>
                <a:lnTo>
                  <a:pt x="218913" y="571118"/>
                </a:lnTo>
                <a:lnTo>
                  <a:pt x="214147" y="566988"/>
                </a:lnTo>
                <a:lnTo>
                  <a:pt x="209698" y="561906"/>
                </a:lnTo>
                <a:lnTo>
                  <a:pt x="203344" y="554918"/>
                </a:lnTo>
                <a:lnTo>
                  <a:pt x="196036" y="545707"/>
                </a:lnTo>
                <a:lnTo>
                  <a:pt x="192541" y="540307"/>
                </a:lnTo>
                <a:lnTo>
                  <a:pt x="188729" y="534271"/>
                </a:lnTo>
                <a:lnTo>
                  <a:pt x="184598" y="527601"/>
                </a:lnTo>
                <a:lnTo>
                  <a:pt x="180785" y="520613"/>
                </a:lnTo>
                <a:lnTo>
                  <a:pt x="176973" y="513307"/>
                </a:lnTo>
                <a:lnTo>
                  <a:pt x="173478" y="505366"/>
                </a:lnTo>
                <a:lnTo>
                  <a:pt x="169983" y="496790"/>
                </a:lnTo>
                <a:lnTo>
                  <a:pt x="166488" y="487261"/>
                </a:lnTo>
                <a:lnTo>
                  <a:pt x="163311" y="477732"/>
                </a:lnTo>
                <a:lnTo>
                  <a:pt x="160769" y="467567"/>
                </a:lnTo>
                <a:lnTo>
                  <a:pt x="158227" y="456767"/>
                </a:lnTo>
                <a:lnTo>
                  <a:pt x="156321" y="445650"/>
                </a:lnTo>
                <a:lnTo>
                  <a:pt x="154732" y="433580"/>
                </a:lnTo>
                <a:lnTo>
                  <a:pt x="154097" y="421192"/>
                </a:lnTo>
                <a:lnTo>
                  <a:pt x="153779" y="408168"/>
                </a:lnTo>
                <a:lnTo>
                  <a:pt x="153779" y="394827"/>
                </a:lnTo>
                <a:lnTo>
                  <a:pt x="154732" y="380534"/>
                </a:lnTo>
                <a:lnTo>
                  <a:pt x="156321" y="365605"/>
                </a:lnTo>
                <a:lnTo>
                  <a:pt x="158227" y="350675"/>
                </a:lnTo>
                <a:lnTo>
                  <a:pt x="161722" y="334793"/>
                </a:lnTo>
                <a:lnTo>
                  <a:pt x="165852" y="317958"/>
                </a:lnTo>
                <a:lnTo>
                  <a:pt x="170301" y="300806"/>
                </a:lnTo>
                <a:lnTo>
                  <a:pt x="139481" y="317958"/>
                </a:lnTo>
                <a:lnTo>
                  <a:pt x="0" y="210278"/>
                </a:lnTo>
                <a:lnTo>
                  <a:pt x="317" y="205514"/>
                </a:lnTo>
                <a:lnTo>
                  <a:pt x="1271" y="199796"/>
                </a:lnTo>
                <a:lnTo>
                  <a:pt x="2859" y="192808"/>
                </a:lnTo>
                <a:lnTo>
                  <a:pt x="5401" y="184232"/>
                </a:lnTo>
                <a:lnTo>
                  <a:pt x="8896" y="174385"/>
                </a:lnTo>
                <a:lnTo>
                  <a:pt x="10802" y="169303"/>
                </a:lnTo>
                <a:lnTo>
                  <a:pt x="13662" y="163903"/>
                </a:lnTo>
                <a:lnTo>
                  <a:pt x="16521" y="158503"/>
                </a:lnTo>
                <a:lnTo>
                  <a:pt x="20016" y="153103"/>
                </a:lnTo>
                <a:lnTo>
                  <a:pt x="23194" y="147703"/>
                </a:lnTo>
                <a:lnTo>
                  <a:pt x="27642" y="142303"/>
                </a:lnTo>
                <a:lnTo>
                  <a:pt x="32408" y="136903"/>
                </a:lnTo>
                <a:lnTo>
                  <a:pt x="36856" y="131503"/>
                </a:lnTo>
                <a:lnTo>
                  <a:pt x="42893" y="126421"/>
                </a:lnTo>
                <a:lnTo>
                  <a:pt x="48612" y="121339"/>
                </a:lnTo>
                <a:lnTo>
                  <a:pt x="55284" y="116257"/>
                </a:lnTo>
                <a:lnTo>
                  <a:pt x="62274" y="111810"/>
                </a:lnTo>
                <a:lnTo>
                  <a:pt x="69899" y="107363"/>
                </a:lnTo>
                <a:lnTo>
                  <a:pt x="78478" y="103551"/>
                </a:lnTo>
                <a:lnTo>
                  <a:pt x="87374" y="99739"/>
                </a:lnTo>
                <a:lnTo>
                  <a:pt x="96588" y="96563"/>
                </a:lnTo>
                <a:lnTo>
                  <a:pt x="107073" y="93387"/>
                </a:lnTo>
                <a:lnTo>
                  <a:pt x="117876" y="91163"/>
                </a:lnTo>
                <a:lnTo>
                  <a:pt x="129632" y="89257"/>
                </a:lnTo>
                <a:lnTo>
                  <a:pt x="142023" y="87987"/>
                </a:lnTo>
                <a:lnTo>
                  <a:pt x="147107" y="87669"/>
                </a:lnTo>
                <a:lnTo>
                  <a:pt x="152826" y="87351"/>
                </a:lnTo>
                <a:lnTo>
                  <a:pt x="160769" y="86398"/>
                </a:lnTo>
                <a:lnTo>
                  <a:pt x="169983" y="85446"/>
                </a:lnTo>
                <a:lnTo>
                  <a:pt x="180468" y="83222"/>
                </a:lnTo>
                <a:lnTo>
                  <a:pt x="191588" y="80681"/>
                </a:lnTo>
                <a:lnTo>
                  <a:pt x="203344" y="77187"/>
                </a:lnTo>
                <a:lnTo>
                  <a:pt x="209698" y="75281"/>
                </a:lnTo>
                <a:lnTo>
                  <a:pt x="215735" y="73058"/>
                </a:lnTo>
                <a:lnTo>
                  <a:pt x="222090" y="70199"/>
                </a:lnTo>
                <a:lnTo>
                  <a:pt x="227809" y="67022"/>
                </a:lnTo>
                <a:lnTo>
                  <a:pt x="233846" y="63846"/>
                </a:lnTo>
                <a:lnTo>
                  <a:pt x="239882" y="60034"/>
                </a:lnTo>
                <a:lnTo>
                  <a:pt x="245601" y="56223"/>
                </a:lnTo>
                <a:lnTo>
                  <a:pt x="251003" y="52093"/>
                </a:lnTo>
                <a:lnTo>
                  <a:pt x="256404" y="47329"/>
                </a:lnTo>
                <a:lnTo>
                  <a:pt x="261488" y="42246"/>
                </a:lnTo>
                <a:lnTo>
                  <a:pt x="266254" y="36847"/>
                </a:lnTo>
                <a:lnTo>
                  <a:pt x="270702" y="31129"/>
                </a:lnTo>
                <a:lnTo>
                  <a:pt x="274832" y="24459"/>
                </a:lnTo>
                <a:lnTo>
                  <a:pt x="278327" y="17788"/>
                </a:lnTo>
                <a:lnTo>
                  <a:pt x="281822" y="10482"/>
                </a:lnTo>
                <a:lnTo>
                  <a:pt x="284046" y="2859"/>
                </a:lnTo>
                <a:lnTo>
                  <a:pt x="287541" y="11118"/>
                </a:lnTo>
                <a:lnTo>
                  <a:pt x="291036" y="20965"/>
                </a:lnTo>
                <a:lnTo>
                  <a:pt x="295167" y="33988"/>
                </a:lnTo>
                <a:lnTo>
                  <a:pt x="299615" y="49870"/>
                </a:lnTo>
                <a:lnTo>
                  <a:pt x="303745" y="68293"/>
                </a:lnTo>
                <a:lnTo>
                  <a:pt x="305652" y="77822"/>
                </a:lnTo>
                <a:lnTo>
                  <a:pt x="307240" y="88304"/>
                </a:lnTo>
                <a:lnTo>
                  <a:pt x="308829" y="99422"/>
                </a:lnTo>
                <a:lnTo>
                  <a:pt x="310100" y="110221"/>
                </a:lnTo>
                <a:lnTo>
                  <a:pt x="310735" y="121657"/>
                </a:lnTo>
                <a:lnTo>
                  <a:pt x="311053" y="133409"/>
                </a:lnTo>
                <a:lnTo>
                  <a:pt x="311053" y="145162"/>
                </a:lnTo>
                <a:lnTo>
                  <a:pt x="310735" y="156915"/>
                </a:lnTo>
                <a:lnTo>
                  <a:pt x="309782" y="168985"/>
                </a:lnTo>
                <a:lnTo>
                  <a:pt x="307558" y="181055"/>
                </a:lnTo>
                <a:lnTo>
                  <a:pt x="305334" y="193126"/>
                </a:lnTo>
                <a:lnTo>
                  <a:pt x="302157" y="205196"/>
                </a:lnTo>
                <a:lnTo>
                  <a:pt x="298344" y="217266"/>
                </a:lnTo>
                <a:lnTo>
                  <a:pt x="293260" y="228701"/>
                </a:lnTo>
                <a:lnTo>
                  <a:pt x="290718" y="234737"/>
                </a:lnTo>
                <a:lnTo>
                  <a:pt x="287859" y="240454"/>
                </a:lnTo>
                <a:lnTo>
                  <a:pt x="284364" y="245854"/>
                </a:lnTo>
                <a:lnTo>
                  <a:pt x="281187" y="251572"/>
                </a:lnTo>
                <a:lnTo>
                  <a:pt x="277374" y="256971"/>
                </a:lnTo>
                <a:lnTo>
                  <a:pt x="273561" y="262371"/>
                </a:lnTo>
                <a:lnTo>
                  <a:pt x="269431" y="267454"/>
                </a:lnTo>
                <a:lnTo>
                  <a:pt x="264983" y="272853"/>
                </a:lnTo>
                <a:lnTo>
                  <a:pt x="260217" y="277936"/>
                </a:lnTo>
                <a:lnTo>
                  <a:pt x="255451" y="283018"/>
                </a:lnTo>
                <a:lnTo>
                  <a:pt x="250050" y="287783"/>
                </a:lnTo>
                <a:lnTo>
                  <a:pt x="244331" y="292230"/>
                </a:lnTo>
                <a:lnTo>
                  <a:pt x="251956" y="290324"/>
                </a:lnTo>
                <a:lnTo>
                  <a:pt x="260217" y="288418"/>
                </a:lnTo>
                <a:lnTo>
                  <a:pt x="271655" y="286194"/>
                </a:lnTo>
                <a:lnTo>
                  <a:pt x="284682" y="284289"/>
                </a:lnTo>
                <a:lnTo>
                  <a:pt x="292307" y="283336"/>
                </a:lnTo>
                <a:lnTo>
                  <a:pt x="299615" y="282700"/>
                </a:lnTo>
                <a:lnTo>
                  <a:pt x="307558" y="282700"/>
                </a:lnTo>
                <a:lnTo>
                  <a:pt x="315819" y="282700"/>
                </a:lnTo>
                <a:lnTo>
                  <a:pt x="324397" y="283018"/>
                </a:lnTo>
                <a:lnTo>
                  <a:pt x="332976" y="283971"/>
                </a:lnTo>
                <a:lnTo>
                  <a:pt x="341555" y="284924"/>
                </a:lnTo>
                <a:lnTo>
                  <a:pt x="349815" y="286512"/>
                </a:lnTo>
                <a:lnTo>
                  <a:pt x="359029" y="288736"/>
                </a:lnTo>
                <a:lnTo>
                  <a:pt x="366973" y="291912"/>
                </a:lnTo>
                <a:lnTo>
                  <a:pt x="375551" y="295406"/>
                </a:lnTo>
                <a:lnTo>
                  <a:pt x="383812" y="299853"/>
                </a:lnTo>
                <a:lnTo>
                  <a:pt x="391437" y="304935"/>
                </a:lnTo>
                <a:lnTo>
                  <a:pt x="399381" y="310653"/>
                </a:lnTo>
                <a:lnTo>
                  <a:pt x="402876" y="313829"/>
                </a:lnTo>
                <a:lnTo>
                  <a:pt x="406371" y="317323"/>
                </a:lnTo>
                <a:lnTo>
                  <a:pt x="409866" y="321135"/>
                </a:lnTo>
                <a:lnTo>
                  <a:pt x="412725" y="324947"/>
                </a:lnTo>
                <a:lnTo>
                  <a:pt x="415903" y="328758"/>
                </a:lnTo>
                <a:lnTo>
                  <a:pt x="419080" y="333523"/>
                </a:lnTo>
                <a:lnTo>
                  <a:pt x="422257" y="337970"/>
                </a:lnTo>
                <a:lnTo>
                  <a:pt x="424799" y="342734"/>
                </a:lnTo>
                <a:lnTo>
                  <a:pt x="427023" y="347817"/>
                </a:lnTo>
                <a:lnTo>
                  <a:pt x="429883" y="353217"/>
                </a:lnTo>
                <a:lnTo>
                  <a:pt x="432107" y="358934"/>
                </a:lnTo>
                <a:lnTo>
                  <a:pt x="434013" y="365287"/>
                </a:lnTo>
                <a:lnTo>
                  <a:pt x="436237" y="371322"/>
                </a:lnTo>
                <a:lnTo>
                  <a:pt x="437508" y="377992"/>
                </a:lnTo>
                <a:lnTo>
                  <a:pt x="439097" y="384663"/>
                </a:lnTo>
                <a:lnTo>
                  <a:pt x="440368" y="391969"/>
                </a:lnTo>
                <a:lnTo>
                  <a:pt x="443227" y="385298"/>
                </a:lnTo>
                <a:lnTo>
                  <a:pt x="446722" y="377992"/>
                </a:lnTo>
                <a:lnTo>
                  <a:pt x="451170" y="368781"/>
                </a:lnTo>
                <a:lnTo>
                  <a:pt x="457525" y="357981"/>
                </a:lnTo>
                <a:lnTo>
                  <a:pt x="465150" y="346228"/>
                </a:lnTo>
                <a:lnTo>
                  <a:pt x="469598" y="340193"/>
                </a:lnTo>
                <a:lnTo>
                  <a:pt x="474046" y="333840"/>
                </a:lnTo>
                <a:lnTo>
                  <a:pt x="479130" y="327805"/>
                </a:lnTo>
                <a:lnTo>
                  <a:pt x="484531" y="321770"/>
                </a:lnTo>
                <a:lnTo>
                  <a:pt x="490250" y="315735"/>
                </a:lnTo>
                <a:lnTo>
                  <a:pt x="496605" y="310335"/>
                </a:lnTo>
                <a:lnTo>
                  <a:pt x="503277" y="304935"/>
                </a:lnTo>
                <a:lnTo>
                  <a:pt x="509949" y="299853"/>
                </a:lnTo>
                <a:lnTo>
                  <a:pt x="517257" y="295088"/>
                </a:lnTo>
                <a:lnTo>
                  <a:pt x="524882" y="290959"/>
                </a:lnTo>
                <a:lnTo>
                  <a:pt x="532826" y="286830"/>
                </a:lnTo>
                <a:lnTo>
                  <a:pt x="541086" y="284289"/>
                </a:lnTo>
                <a:lnTo>
                  <a:pt x="549983" y="281747"/>
                </a:lnTo>
                <a:lnTo>
                  <a:pt x="559197" y="279842"/>
                </a:lnTo>
                <a:lnTo>
                  <a:pt x="568729" y="279206"/>
                </a:lnTo>
                <a:lnTo>
                  <a:pt x="578896" y="279524"/>
                </a:lnTo>
                <a:lnTo>
                  <a:pt x="583979" y="279842"/>
                </a:lnTo>
                <a:lnTo>
                  <a:pt x="589063" y="280477"/>
                </a:lnTo>
                <a:lnTo>
                  <a:pt x="594464" y="281112"/>
                </a:lnTo>
                <a:lnTo>
                  <a:pt x="599866" y="282383"/>
                </a:lnTo>
                <a:lnTo>
                  <a:pt x="605267" y="283971"/>
                </a:lnTo>
                <a:lnTo>
                  <a:pt x="610986" y="285242"/>
                </a:lnTo>
                <a:lnTo>
                  <a:pt x="616387" y="287465"/>
                </a:lnTo>
                <a:lnTo>
                  <a:pt x="622424" y="289689"/>
                </a:lnTo>
                <a:lnTo>
                  <a:pt x="618294" y="280477"/>
                </a:lnTo>
                <a:lnTo>
                  <a:pt x="614481" y="269042"/>
                </a:lnTo>
                <a:lnTo>
                  <a:pt x="609080" y="254748"/>
                </a:lnTo>
                <a:lnTo>
                  <a:pt x="603361" y="237278"/>
                </a:lnTo>
                <a:lnTo>
                  <a:pt x="597006" y="217584"/>
                </a:lnTo>
                <a:lnTo>
                  <a:pt x="591287" y="195667"/>
                </a:lnTo>
                <a:lnTo>
                  <a:pt x="588428" y="184232"/>
                </a:lnTo>
                <a:lnTo>
                  <a:pt x="585886" y="172479"/>
                </a:lnTo>
                <a:lnTo>
                  <a:pt x="583344" y="160409"/>
                </a:lnTo>
                <a:lnTo>
                  <a:pt x="581438" y="148656"/>
                </a:lnTo>
                <a:lnTo>
                  <a:pt x="579531" y="135950"/>
                </a:lnTo>
                <a:lnTo>
                  <a:pt x="578578" y="124198"/>
                </a:lnTo>
                <a:lnTo>
                  <a:pt x="577625" y="111810"/>
                </a:lnTo>
                <a:lnTo>
                  <a:pt x="577307" y="99739"/>
                </a:lnTo>
                <a:lnTo>
                  <a:pt x="577307" y="87987"/>
                </a:lnTo>
                <a:lnTo>
                  <a:pt x="577943" y="76234"/>
                </a:lnTo>
                <a:lnTo>
                  <a:pt x="579531" y="65117"/>
                </a:lnTo>
                <a:lnTo>
                  <a:pt x="581438" y="53999"/>
                </a:lnTo>
                <a:lnTo>
                  <a:pt x="584297" y="43517"/>
                </a:lnTo>
                <a:lnTo>
                  <a:pt x="585886" y="38435"/>
                </a:lnTo>
                <a:lnTo>
                  <a:pt x="587792" y="33352"/>
                </a:lnTo>
                <a:lnTo>
                  <a:pt x="590016" y="28588"/>
                </a:lnTo>
                <a:lnTo>
                  <a:pt x="592558" y="24141"/>
                </a:lnTo>
                <a:lnTo>
                  <a:pt x="594782" y="19694"/>
                </a:lnTo>
                <a:lnTo>
                  <a:pt x="597324" y="15247"/>
                </a:lnTo>
                <a:lnTo>
                  <a:pt x="600501" y="11118"/>
                </a:lnTo>
                <a:lnTo>
                  <a:pt x="603996" y="7306"/>
                </a:lnTo>
                <a:lnTo>
                  <a:pt x="607173" y="3494"/>
                </a:lnTo>
                <a:lnTo>
                  <a:pt x="61098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KSO_Shape">
            <a:extLst>
              <a:ext uri="{FF2B5EF4-FFF2-40B4-BE49-F238E27FC236}">
                <a16:creationId xmlns:a16="http://schemas.microsoft.com/office/drawing/2014/main" id="{39B61DDB-EEC0-45BE-9D1C-BB21FF638D18}"/>
              </a:ext>
            </a:extLst>
          </p:cNvPr>
          <p:cNvSpPr>
            <a:spLocks/>
          </p:cNvSpPr>
          <p:nvPr/>
        </p:nvSpPr>
        <p:spPr bwMode="auto">
          <a:xfrm>
            <a:off x="3279409" y="1817746"/>
            <a:ext cx="297350" cy="779083"/>
          </a:xfrm>
          <a:custGeom>
            <a:avLst/>
            <a:gdLst>
              <a:gd name="T0" fmla="*/ 519631 w 496888"/>
              <a:gd name="T1" fmla="*/ 767582 h 1300163"/>
              <a:gd name="T2" fmla="*/ 728041 w 496888"/>
              <a:gd name="T3" fmla="*/ 1509903 h 1300163"/>
              <a:gd name="T4" fmla="*/ 366114 w 496888"/>
              <a:gd name="T5" fmla="*/ 1905000 h 1300163"/>
              <a:gd name="T6" fmla="*/ 0 w 496888"/>
              <a:gd name="T7" fmla="*/ 1543369 h 1300163"/>
              <a:gd name="T8" fmla="*/ 160029 w 496888"/>
              <a:gd name="T9" fmla="*/ 935383 h 1300163"/>
              <a:gd name="T10" fmla="*/ 208797 w 496888"/>
              <a:gd name="T11" fmla="*/ 376813 h 1300163"/>
              <a:gd name="T12" fmla="*/ 511722 w 496888"/>
              <a:gd name="T13" fmla="*/ 376813 h 1300163"/>
              <a:gd name="T14" fmla="*/ 441317 w 496888"/>
              <a:gd name="T15" fmla="*/ 485078 h 1300163"/>
              <a:gd name="T16" fmla="*/ 497363 w 496888"/>
              <a:gd name="T17" fmla="*/ 686675 h 1300163"/>
              <a:gd name="T18" fmla="*/ 190733 w 496888"/>
              <a:gd name="T19" fmla="*/ 823406 h 1300163"/>
              <a:gd name="T20" fmla="*/ 279664 w 496888"/>
              <a:gd name="T21" fmla="*/ 485078 h 1300163"/>
              <a:gd name="T22" fmla="*/ 253771 w 496888"/>
              <a:gd name="T23" fmla="*/ 0 h 1300163"/>
              <a:gd name="T24" fmla="*/ 456566 w 496888"/>
              <a:gd name="T25" fmla="*/ 0 h 1300163"/>
              <a:gd name="T26" fmla="*/ 579175 w 496888"/>
              <a:gd name="T27" fmla="*/ 255861 h 1300163"/>
              <a:gd name="T28" fmla="*/ 141886 w 496888"/>
              <a:gd name="T29" fmla="*/ 255861 h 130016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96888" h="1300163">
                <a:moveTo>
                  <a:pt x="354648" y="523875"/>
                </a:moveTo>
                <a:lnTo>
                  <a:pt x="496888" y="1030509"/>
                </a:lnTo>
                <a:lnTo>
                  <a:pt x="249873" y="1300163"/>
                </a:lnTo>
                <a:lnTo>
                  <a:pt x="0" y="1053350"/>
                </a:lnTo>
                <a:lnTo>
                  <a:pt x="109220" y="638399"/>
                </a:lnTo>
                <a:lnTo>
                  <a:pt x="354648" y="523875"/>
                </a:lnTo>
                <a:close/>
                <a:moveTo>
                  <a:pt x="142504" y="257175"/>
                </a:moveTo>
                <a:lnTo>
                  <a:pt x="349250" y="257175"/>
                </a:lnTo>
                <a:lnTo>
                  <a:pt x="301199" y="331066"/>
                </a:lnTo>
                <a:lnTo>
                  <a:pt x="339450" y="468656"/>
                </a:lnTo>
                <a:lnTo>
                  <a:pt x="130175" y="561975"/>
                </a:lnTo>
                <a:lnTo>
                  <a:pt x="190871" y="331066"/>
                </a:lnTo>
                <a:lnTo>
                  <a:pt x="142504" y="257175"/>
                </a:lnTo>
                <a:close/>
                <a:moveTo>
                  <a:pt x="173199" y="0"/>
                </a:moveTo>
                <a:lnTo>
                  <a:pt x="311606" y="0"/>
                </a:lnTo>
                <a:lnTo>
                  <a:pt x="395287" y="174625"/>
                </a:lnTo>
                <a:lnTo>
                  <a:pt x="96837" y="174625"/>
                </a:lnTo>
                <a:lnTo>
                  <a:pt x="1731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KSO_Shape">
            <a:extLst>
              <a:ext uri="{FF2B5EF4-FFF2-40B4-BE49-F238E27FC236}">
                <a16:creationId xmlns:a16="http://schemas.microsoft.com/office/drawing/2014/main" id="{4DE884C3-741E-4CB8-9A0D-47CB3D196B04}"/>
              </a:ext>
            </a:extLst>
          </p:cNvPr>
          <p:cNvSpPr>
            <a:spLocks/>
          </p:cNvSpPr>
          <p:nvPr/>
        </p:nvSpPr>
        <p:spPr bwMode="auto">
          <a:xfrm>
            <a:off x="4226328" y="1817746"/>
            <a:ext cx="445376" cy="779083"/>
          </a:xfrm>
          <a:custGeom>
            <a:avLst/>
            <a:gdLst/>
            <a:ahLst/>
            <a:cxnLst/>
            <a:rect l="0" t="0" r="r" b="b"/>
            <a:pathLst>
              <a:path w="777875" h="1360488">
                <a:moveTo>
                  <a:pt x="388145" y="857250"/>
                </a:moveTo>
                <a:lnTo>
                  <a:pt x="393979" y="857515"/>
                </a:lnTo>
                <a:lnTo>
                  <a:pt x="399813" y="857780"/>
                </a:lnTo>
                <a:lnTo>
                  <a:pt x="405383" y="858575"/>
                </a:lnTo>
                <a:lnTo>
                  <a:pt x="410952" y="859634"/>
                </a:lnTo>
                <a:lnTo>
                  <a:pt x="416521" y="860959"/>
                </a:lnTo>
                <a:lnTo>
                  <a:pt x="422090" y="862548"/>
                </a:lnTo>
                <a:lnTo>
                  <a:pt x="427129" y="864402"/>
                </a:lnTo>
                <a:lnTo>
                  <a:pt x="432168" y="866256"/>
                </a:lnTo>
                <a:lnTo>
                  <a:pt x="437472" y="868641"/>
                </a:lnTo>
                <a:lnTo>
                  <a:pt x="442246" y="871025"/>
                </a:lnTo>
                <a:lnTo>
                  <a:pt x="447019" y="873673"/>
                </a:lnTo>
                <a:lnTo>
                  <a:pt x="451528" y="876587"/>
                </a:lnTo>
                <a:lnTo>
                  <a:pt x="456301" y="880031"/>
                </a:lnTo>
                <a:lnTo>
                  <a:pt x="460545" y="883474"/>
                </a:lnTo>
                <a:lnTo>
                  <a:pt x="464523" y="886918"/>
                </a:lnTo>
                <a:lnTo>
                  <a:pt x="468501" y="890627"/>
                </a:lnTo>
                <a:lnTo>
                  <a:pt x="472214" y="894600"/>
                </a:lnTo>
                <a:lnTo>
                  <a:pt x="475926" y="898838"/>
                </a:lnTo>
                <a:lnTo>
                  <a:pt x="479374" y="903077"/>
                </a:lnTo>
                <a:lnTo>
                  <a:pt x="482291" y="907315"/>
                </a:lnTo>
                <a:lnTo>
                  <a:pt x="485208" y="912083"/>
                </a:lnTo>
                <a:lnTo>
                  <a:pt x="487860" y="916851"/>
                </a:lnTo>
                <a:lnTo>
                  <a:pt x="490513" y="921619"/>
                </a:lnTo>
                <a:lnTo>
                  <a:pt x="492634" y="926652"/>
                </a:lnTo>
                <a:lnTo>
                  <a:pt x="495021" y="931685"/>
                </a:lnTo>
                <a:lnTo>
                  <a:pt x="496612" y="937248"/>
                </a:lnTo>
                <a:lnTo>
                  <a:pt x="498203" y="942546"/>
                </a:lnTo>
                <a:lnTo>
                  <a:pt x="499529" y="947843"/>
                </a:lnTo>
                <a:lnTo>
                  <a:pt x="500590" y="953671"/>
                </a:lnTo>
                <a:lnTo>
                  <a:pt x="501121" y="959234"/>
                </a:lnTo>
                <a:lnTo>
                  <a:pt x="501651" y="965061"/>
                </a:lnTo>
                <a:lnTo>
                  <a:pt x="501651" y="970889"/>
                </a:lnTo>
                <a:lnTo>
                  <a:pt x="501651" y="976717"/>
                </a:lnTo>
                <a:lnTo>
                  <a:pt x="501121" y="982544"/>
                </a:lnTo>
                <a:lnTo>
                  <a:pt x="500590" y="988107"/>
                </a:lnTo>
                <a:lnTo>
                  <a:pt x="499529" y="993935"/>
                </a:lnTo>
                <a:lnTo>
                  <a:pt x="498203" y="999233"/>
                </a:lnTo>
                <a:lnTo>
                  <a:pt x="496612" y="1004530"/>
                </a:lnTo>
                <a:lnTo>
                  <a:pt x="495021" y="1010093"/>
                </a:lnTo>
                <a:lnTo>
                  <a:pt x="492634" y="1015126"/>
                </a:lnTo>
                <a:lnTo>
                  <a:pt x="490513" y="1020159"/>
                </a:lnTo>
                <a:lnTo>
                  <a:pt x="487860" y="1024927"/>
                </a:lnTo>
                <a:lnTo>
                  <a:pt x="485208" y="1029960"/>
                </a:lnTo>
                <a:lnTo>
                  <a:pt x="482291" y="1034463"/>
                </a:lnTo>
                <a:lnTo>
                  <a:pt x="479374" y="1038702"/>
                </a:lnTo>
                <a:lnTo>
                  <a:pt x="475926" y="1042940"/>
                </a:lnTo>
                <a:lnTo>
                  <a:pt x="472214" y="1047443"/>
                </a:lnTo>
                <a:lnTo>
                  <a:pt x="468501" y="1051152"/>
                </a:lnTo>
                <a:lnTo>
                  <a:pt x="464523" y="1054860"/>
                </a:lnTo>
                <a:lnTo>
                  <a:pt x="460545" y="1058569"/>
                </a:lnTo>
                <a:lnTo>
                  <a:pt x="456301" y="1061747"/>
                </a:lnTo>
                <a:lnTo>
                  <a:pt x="451528" y="1064926"/>
                </a:lnTo>
                <a:lnTo>
                  <a:pt x="447019" y="1068105"/>
                </a:lnTo>
                <a:lnTo>
                  <a:pt x="442246" y="1070754"/>
                </a:lnTo>
                <a:lnTo>
                  <a:pt x="437472" y="1073138"/>
                </a:lnTo>
                <a:lnTo>
                  <a:pt x="432168" y="1075522"/>
                </a:lnTo>
                <a:lnTo>
                  <a:pt x="427129" y="1077376"/>
                </a:lnTo>
                <a:lnTo>
                  <a:pt x="422090" y="1079230"/>
                </a:lnTo>
                <a:lnTo>
                  <a:pt x="416521" y="1080820"/>
                </a:lnTo>
                <a:lnTo>
                  <a:pt x="410952" y="1081879"/>
                </a:lnTo>
                <a:lnTo>
                  <a:pt x="405383" y="1082939"/>
                </a:lnTo>
                <a:lnTo>
                  <a:pt x="399813" y="1083733"/>
                </a:lnTo>
                <a:lnTo>
                  <a:pt x="393979" y="1084263"/>
                </a:lnTo>
                <a:lnTo>
                  <a:pt x="388145" y="1084263"/>
                </a:lnTo>
                <a:lnTo>
                  <a:pt x="382310" y="1084263"/>
                </a:lnTo>
                <a:lnTo>
                  <a:pt x="376476" y="1083733"/>
                </a:lnTo>
                <a:lnTo>
                  <a:pt x="370906" y="1082939"/>
                </a:lnTo>
                <a:lnTo>
                  <a:pt x="365337" y="1081879"/>
                </a:lnTo>
                <a:lnTo>
                  <a:pt x="359503" y="1080820"/>
                </a:lnTo>
                <a:lnTo>
                  <a:pt x="354199" y="1079230"/>
                </a:lnTo>
                <a:lnTo>
                  <a:pt x="349160" y="1077376"/>
                </a:lnTo>
                <a:lnTo>
                  <a:pt x="344121" y="1075522"/>
                </a:lnTo>
                <a:lnTo>
                  <a:pt x="338817" y="1073138"/>
                </a:lnTo>
                <a:lnTo>
                  <a:pt x="334043" y="1070754"/>
                </a:lnTo>
                <a:lnTo>
                  <a:pt x="329270" y="1068105"/>
                </a:lnTo>
                <a:lnTo>
                  <a:pt x="324761" y="1064926"/>
                </a:lnTo>
                <a:lnTo>
                  <a:pt x="319988" y="1061747"/>
                </a:lnTo>
                <a:lnTo>
                  <a:pt x="315744" y="1058569"/>
                </a:lnTo>
                <a:lnTo>
                  <a:pt x="311766" y="1054860"/>
                </a:lnTo>
                <a:lnTo>
                  <a:pt x="307788" y="1051152"/>
                </a:lnTo>
                <a:lnTo>
                  <a:pt x="303810" y="1047443"/>
                </a:lnTo>
                <a:lnTo>
                  <a:pt x="300363" y="1042940"/>
                </a:lnTo>
                <a:lnTo>
                  <a:pt x="296915" y="1038702"/>
                </a:lnTo>
                <a:lnTo>
                  <a:pt x="293998" y="1034463"/>
                </a:lnTo>
                <a:lnTo>
                  <a:pt x="291081" y="1029960"/>
                </a:lnTo>
                <a:lnTo>
                  <a:pt x="288429" y="1024927"/>
                </a:lnTo>
                <a:lnTo>
                  <a:pt x="285511" y="1020159"/>
                </a:lnTo>
                <a:lnTo>
                  <a:pt x="283390" y="1015126"/>
                </a:lnTo>
                <a:lnTo>
                  <a:pt x="281268" y="1010093"/>
                </a:lnTo>
                <a:lnTo>
                  <a:pt x="279677" y="1004530"/>
                </a:lnTo>
                <a:lnTo>
                  <a:pt x="278086" y="999233"/>
                </a:lnTo>
                <a:lnTo>
                  <a:pt x="276760" y="993935"/>
                </a:lnTo>
                <a:lnTo>
                  <a:pt x="275699" y="988107"/>
                </a:lnTo>
                <a:lnTo>
                  <a:pt x="275168" y="982544"/>
                </a:lnTo>
                <a:lnTo>
                  <a:pt x="274638" y="976717"/>
                </a:lnTo>
                <a:lnTo>
                  <a:pt x="274638" y="970889"/>
                </a:lnTo>
                <a:lnTo>
                  <a:pt x="274638" y="965061"/>
                </a:lnTo>
                <a:lnTo>
                  <a:pt x="275168" y="959234"/>
                </a:lnTo>
                <a:lnTo>
                  <a:pt x="275699" y="953671"/>
                </a:lnTo>
                <a:lnTo>
                  <a:pt x="276760" y="947843"/>
                </a:lnTo>
                <a:lnTo>
                  <a:pt x="278086" y="942546"/>
                </a:lnTo>
                <a:lnTo>
                  <a:pt x="279677" y="937248"/>
                </a:lnTo>
                <a:lnTo>
                  <a:pt x="281268" y="931685"/>
                </a:lnTo>
                <a:lnTo>
                  <a:pt x="283390" y="926652"/>
                </a:lnTo>
                <a:lnTo>
                  <a:pt x="285511" y="921619"/>
                </a:lnTo>
                <a:lnTo>
                  <a:pt x="288429" y="916851"/>
                </a:lnTo>
                <a:lnTo>
                  <a:pt x="291081" y="912083"/>
                </a:lnTo>
                <a:lnTo>
                  <a:pt x="293998" y="907315"/>
                </a:lnTo>
                <a:lnTo>
                  <a:pt x="296915" y="903077"/>
                </a:lnTo>
                <a:lnTo>
                  <a:pt x="300363" y="898838"/>
                </a:lnTo>
                <a:lnTo>
                  <a:pt x="303810" y="894600"/>
                </a:lnTo>
                <a:lnTo>
                  <a:pt x="307788" y="890627"/>
                </a:lnTo>
                <a:lnTo>
                  <a:pt x="311766" y="886918"/>
                </a:lnTo>
                <a:lnTo>
                  <a:pt x="315744" y="883474"/>
                </a:lnTo>
                <a:lnTo>
                  <a:pt x="319988" y="880031"/>
                </a:lnTo>
                <a:lnTo>
                  <a:pt x="324761" y="876587"/>
                </a:lnTo>
                <a:lnTo>
                  <a:pt x="329270" y="873673"/>
                </a:lnTo>
                <a:lnTo>
                  <a:pt x="334043" y="871025"/>
                </a:lnTo>
                <a:lnTo>
                  <a:pt x="338817" y="868641"/>
                </a:lnTo>
                <a:lnTo>
                  <a:pt x="344121" y="866256"/>
                </a:lnTo>
                <a:lnTo>
                  <a:pt x="349160" y="864402"/>
                </a:lnTo>
                <a:lnTo>
                  <a:pt x="354199" y="862548"/>
                </a:lnTo>
                <a:lnTo>
                  <a:pt x="359503" y="860959"/>
                </a:lnTo>
                <a:lnTo>
                  <a:pt x="365337" y="859634"/>
                </a:lnTo>
                <a:lnTo>
                  <a:pt x="370906" y="858575"/>
                </a:lnTo>
                <a:lnTo>
                  <a:pt x="376476" y="857780"/>
                </a:lnTo>
                <a:lnTo>
                  <a:pt x="382310" y="857515"/>
                </a:lnTo>
                <a:lnTo>
                  <a:pt x="388145" y="857250"/>
                </a:lnTo>
                <a:close/>
                <a:moveTo>
                  <a:pt x="381529" y="680376"/>
                </a:moveTo>
                <a:lnTo>
                  <a:pt x="373856" y="680905"/>
                </a:lnTo>
                <a:lnTo>
                  <a:pt x="366448" y="681170"/>
                </a:lnTo>
                <a:lnTo>
                  <a:pt x="359040" y="681964"/>
                </a:lnTo>
                <a:lnTo>
                  <a:pt x="351896" y="682757"/>
                </a:lnTo>
                <a:lnTo>
                  <a:pt x="344752" y="683815"/>
                </a:lnTo>
                <a:lnTo>
                  <a:pt x="337344" y="684873"/>
                </a:lnTo>
                <a:lnTo>
                  <a:pt x="330200" y="686196"/>
                </a:lnTo>
                <a:lnTo>
                  <a:pt x="323056" y="687783"/>
                </a:lnTo>
                <a:lnTo>
                  <a:pt x="316177" y="689371"/>
                </a:lnTo>
                <a:lnTo>
                  <a:pt x="309298" y="691222"/>
                </a:lnTo>
                <a:lnTo>
                  <a:pt x="302154" y="693603"/>
                </a:lnTo>
                <a:lnTo>
                  <a:pt x="295540" y="695719"/>
                </a:lnTo>
                <a:lnTo>
                  <a:pt x="288925" y="698100"/>
                </a:lnTo>
                <a:lnTo>
                  <a:pt x="282046" y="700481"/>
                </a:lnTo>
                <a:lnTo>
                  <a:pt x="275431" y="703126"/>
                </a:lnTo>
                <a:lnTo>
                  <a:pt x="269081" y="706036"/>
                </a:lnTo>
                <a:lnTo>
                  <a:pt x="262467" y="708946"/>
                </a:lnTo>
                <a:lnTo>
                  <a:pt x="256117" y="712385"/>
                </a:lnTo>
                <a:lnTo>
                  <a:pt x="250031" y="715559"/>
                </a:lnTo>
                <a:lnTo>
                  <a:pt x="243681" y="718998"/>
                </a:lnTo>
                <a:lnTo>
                  <a:pt x="237860" y="722437"/>
                </a:lnTo>
                <a:lnTo>
                  <a:pt x="231775" y="726140"/>
                </a:lnTo>
                <a:lnTo>
                  <a:pt x="225954" y="730108"/>
                </a:lnTo>
                <a:lnTo>
                  <a:pt x="220133" y="734341"/>
                </a:lnTo>
                <a:lnTo>
                  <a:pt x="214577" y="738309"/>
                </a:lnTo>
                <a:lnTo>
                  <a:pt x="208756" y="742541"/>
                </a:lnTo>
                <a:lnTo>
                  <a:pt x="203465" y="746774"/>
                </a:lnTo>
                <a:lnTo>
                  <a:pt x="198173" y="751536"/>
                </a:lnTo>
                <a:lnTo>
                  <a:pt x="192881" y="756033"/>
                </a:lnTo>
                <a:lnTo>
                  <a:pt x="187590" y="760794"/>
                </a:lnTo>
                <a:lnTo>
                  <a:pt x="182827" y="765556"/>
                </a:lnTo>
                <a:lnTo>
                  <a:pt x="178065" y="770846"/>
                </a:lnTo>
                <a:lnTo>
                  <a:pt x="173037" y="775872"/>
                </a:lnTo>
                <a:lnTo>
                  <a:pt x="168540" y="781163"/>
                </a:lnTo>
                <a:lnTo>
                  <a:pt x="164042" y="786189"/>
                </a:lnTo>
                <a:lnTo>
                  <a:pt x="159544" y="792009"/>
                </a:lnTo>
                <a:lnTo>
                  <a:pt x="155046" y="797564"/>
                </a:lnTo>
                <a:lnTo>
                  <a:pt x="151077" y="803119"/>
                </a:lnTo>
                <a:lnTo>
                  <a:pt x="147108" y="808939"/>
                </a:lnTo>
                <a:lnTo>
                  <a:pt x="143404" y="814759"/>
                </a:lnTo>
                <a:lnTo>
                  <a:pt x="139700" y="820578"/>
                </a:lnTo>
                <a:lnTo>
                  <a:pt x="135731" y="826927"/>
                </a:lnTo>
                <a:lnTo>
                  <a:pt x="132556" y="833011"/>
                </a:lnTo>
                <a:lnTo>
                  <a:pt x="129117" y="839096"/>
                </a:lnTo>
                <a:lnTo>
                  <a:pt x="126206" y="845709"/>
                </a:lnTo>
                <a:lnTo>
                  <a:pt x="123296" y="851793"/>
                </a:lnTo>
                <a:lnTo>
                  <a:pt x="120385" y="858406"/>
                </a:lnTo>
                <a:lnTo>
                  <a:pt x="117475" y="865020"/>
                </a:lnTo>
                <a:lnTo>
                  <a:pt x="114829" y="871633"/>
                </a:lnTo>
                <a:lnTo>
                  <a:pt x="112713" y="878246"/>
                </a:lnTo>
                <a:lnTo>
                  <a:pt x="110331" y="885389"/>
                </a:lnTo>
                <a:lnTo>
                  <a:pt x="108479" y="892002"/>
                </a:lnTo>
                <a:lnTo>
                  <a:pt x="106627" y="899144"/>
                </a:lnTo>
                <a:lnTo>
                  <a:pt x="104775" y="906022"/>
                </a:lnTo>
                <a:lnTo>
                  <a:pt x="103452" y="913165"/>
                </a:lnTo>
                <a:lnTo>
                  <a:pt x="102129" y="920307"/>
                </a:lnTo>
                <a:lnTo>
                  <a:pt x="100806" y="927449"/>
                </a:lnTo>
                <a:lnTo>
                  <a:pt x="99748" y="934592"/>
                </a:lnTo>
                <a:lnTo>
                  <a:pt x="98690" y="942263"/>
                </a:lnTo>
                <a:lnTo>
                  <a:pt x="98160" y="949405"/>
                </a:lnTo>
                <a:lnTo>
                  <a:pt x="97631" y="957077"/>
                </a:lnTo>
                <a:lnTo>
                  <a:pt x="97367" y="964484"/>
                </a:lnTo>
                <a:lnTo>
                  <a:pt x="97367" y="971891"/>
                </a:lnTo>
                <a:lnTo>
                  <a:pt x="97367" y="979562"/>
                </a:lnTo>
                <a:lnTo>
                  <a:pt x="97631" y="986969"/>
                </a:lnTo>
                <a:lnTo>
                  <a:pt x="98160" y="994376"/>
                </a:lnTo>
                <a:lnTo>
                  <a:pt x="98690" y="1001783"/>
                </a:lnTo>
                <a:lnTo>
                  <a:pt x="99748" y="1008925"/>
                </a:lnTo>
                <a:lnTo>
                  <a:pt x="100806" y="1016332"/>
                </a:lnTo>
                <a:lnTo>
                  <a:pt x="102129" y="1023474"/>
                </a:lnTo>
                <a:lnTo>
                  <a:pt x="103452" y="1030881"/>
                </a:lnTo>
                <a:lnTo>
                  <a:pt x="104775" y="1037759"/>
                </a:lnTo>
                <a:lnTo>
                  <a:pt x="106627" y="1044637"/>
                </a:lnTo>
                <a:lnTo>
                  <a:pt x="108479" y="1051779"/>
                </a:lnTo>
                <a:lnTo>
                  <a:pt x="110331" y="1058657"/>
                </a:lnTo>
                <a:lnTo>
                  <a:pt x="112713" y="1065270"/>
                </a:lnTo>
                <a:lnTo>
                  <a:pt x="114829" y="1072148"/>
                </a:lnTo>
                <a:lnTo>
                  <a:pt x="117475" y="1078762"/>
                </a:lnTo>
                <a:lnTo>
                  <a:pt x="120385" y="1085639"/>
                </a:lnTo>
                <a:lnTo>
                  <a:pt x="123296" y="1091988"/>
                </a:lnTo>
                <a:lnTo>
                  <a:pt x="126206" y="1098337"/>
                </a:lnTo>
                <a:lnTo>
                  <a:pt x="129117" y="1104686"/>
                </a:lnTo>
                <a:lnTo>
                  <a:pt x="132556" y="1111035"/>
                </a:lnTo>
                <a:lnTo>
                  <a:pt x="135731" y="1116854"/>
                </a:lnTo>
                <a:lnTo>
                  <a:pt x="139700" y="1123203"/>
                </a:lnTo>
                <a:lnTo>
                  <a:pt x="143404" y="1129023"/>
                </a:lnTo>
                <a:lnTo>
                  <a:pt x="147108" y="1134842"/>
                </a:lnTo>
                <a:lnTo>
                  <a:pt x="151077" y="1140662"/>
                </a:lnTo>
                <a:lnTo>
                  <a:pt x="155046" y="1146482"/>
                </a:lnTo>
                <a:lnTo>
                  <a:pt x="159544" y="1151772"/>
                </a:lnTo>
                <a:lnTo>
                  <a:pt x="164042" y="1157328"/>
                </a:lnTo>
                <a:lnTo>
                  <a:pt x="168540" y="1162883"/>
                </a:lnTo>
                <a:lnTo>
                  <a:pt x="173037" y="1167909"/>
                </a:lnTo>
                <a:lnTo>
                  <a:pt x="178065" y="1172935"/>
                </a:lnTo>
                <a:lnTo>
                  <a:pt x="182827" y="1177961"/>
                </a:lnTo>
                <a:lnTo>
                  <a:pt x="187590" y="1182987"/>
                </a:lnTo>
                <a:lnTo>
                  <a:pt x="192881" y="1187749"/>
                </a:lnTo>
                <a:lnTo>
                  <a:pt x="198173" y="1192246"/>
                </a:lnTo>
                <a:lnTo>
                  <a:pt x="203465" y="1196743"/>
                </a:lnTo>
                <a:lnTo>
                  <a:pt x="208756" y="1201240"/>
                </a:lnTo>
                <a:lnTo>
                  <a:pt x="214577" y="1205472"/>
                </a:lnTo>
                <a:lnTo>
                  <a:pt x="220133" y="1209705"/>
                </a:lnTo>
                <a:lnTo>
                  <a:pt x="225954" y="1213673"/>
                </a:lnTo>
                <a:lnTo>
                  <a:pt x="231775" y="1217641"/>
                </a:lnTo>
                <a:lnTo>
                  <a:pt x="237860" y="1221344"/>
                </a:lnTo>
                <a:lnTo>
                  <a:pt x="243681" y="1224783"/>
                </a:lnTo>
                <a:lnTo>
                  <a:pt x="250031" y="1228222"/>
                </a:lnTo>
                <a:lnTo>
                  <a:pt x="256117" y="1231397"/>
                </a:lnTo>
                <a:lnTo>
                  <a:pt x="262467" y="1234571"/>
                </a:lnTo>
                <a:lnTo>
                  <a:pt x="269081" y="1237745"/>
                </a:lnTo>
                <a:lnTo>
                  <a:pt x="275431" y="1240655"/>
                </a:lnTo>
                <a:lnTo>
                  <a:pt x="282046" y="1243301"/>
                </a:lnTo>
                <a:lnTo>
                  <a:pt x="288925" y="1245681"/>
                </a:lnTo>
                <a:lnTo>
                  <a:pt x="295540" y="1248062"/>
                </a:lnTo>
                <a:lnTo>
                  <a:pt x="302154" y="1250178"/>
                </a:lnTo>
                <a:lnTo>
                  <a:pt x="309298" y="1252295"/>
                </a:lnTo>
                <a:lnTo>
                  <a:pt x="316177" y="1254411"/>
                </a:lnTo>
                <a:lnTo>
                  <a:pt x="323056" y="1255998"/>
                </a:lnTo>
                <a:lnTo>
                  <a:pt x="330200" y="1257585"/>
                </a:lnTo>
                <a:lnTo>
                  <a:pt x="337344" y="1258908"/>
                </a:lnTo>
                <a:lnTo>
                  <a:pt x="344752" y="1260231"/>
                </a:lnTo>
                <a:lnTo>
                  <a:pt x="351896" y="1261289"/>
                </a:lnTo>
                <a:lnTo>
                  <a:pt x="359040" y="1262082"/>
                </a:lnTo>
                <a:lnTo>
                  <a:pt x="366448" y="1262611"/>
                </a:lnTo>
                <a:lnTo>
                  <a:pt x="373856" y="1263140"/>
                </a:lnTo>
                <a:lnTo>
                  <a:pt x="381529" y="1263405"/>
                </a:lnTo>
                <a:lnTo>
                  <a:pt x="388937" y="1263405"/>
                </a:lnTo>
                <a:lnTo>
                  <a:pt x="396346" y="1263405"/>
                </a:lnTo>
                <a:lnTo>
                  <a:pt x="404019" y="1263140"/>
                </a:lnTo>
                <a:lnTo>
                  <a:pt x="411427" y="1262611"/>
                </a:lnTo>
                <a:lnTo>
                  <a:pt x="418835" y="1262082"/>
                </a:lnTo>
                <a:lnTo>
                  <a:pt x="425979" y="1261289"/>
                </a:lnTo>
                <a:lnTo>
                  <a:pt x="433387" y="1260231"/>
                </a:lnTo>
                <a:lnTo>
                  <a:pt x="440531" y="1258908"/>
                </a:lnTo>
                <a:lnTo>
                  <a:pt x="447675" y="1257585"/>
                </a:lnTo>
                <a:lnTo>
                  <a:pt x="454554" y="1255998"/>
                </a:lnTo>
                <a:lnTo>
                  <a:pt x="461963" y="1254411"/>
                </a:lnTo>
                <a:lnTo>
                  <a:pt x="468577" y="1252295"/>
                </a:lnTo>
                <a:lnTo>
                  <a:pt x="475721" y="1250178"/>
                </a:lnTo>
                <a:lnTo>
                  <a:pt x="482600" y="1248062"/>
                </a:lnTo>
                <a:lnTo>
                  <a:pt x="489215" y="1245681"/>
                </a:lnTo>
                <a:lnTo>
                  <a:pt x="495829" y="1243301"/>
                </a:lnTo>
                <a:lnTo>
                  <a:pt x="502444" y="1240655"/>
                </a:lnTo>
                <a:lnTo>
                  <a:pt x="508794" y="1237745"/>
                </a:lnTo>
                <a:lnTo>
                  <a:pt x="515408" y="1234571"/>
                </a:lnTo>
                <a:lnTo>
                  <a:pt x="521758" y="1231397"/>
                </a:lnTo>
                <a:lnTo>
                  <a:pt x="527844" y="1228222"/>
                </a:lnTo>
                <a:lnTo>
                  <a:pt x="534194" y="1224783"/>
                </a:lnTo>
                <a:lnTo>
                  <a:pt x="540015" y="1221344"/>
                </a:lnTo>
                <a:lnTo>
                  <a:pt x="546100" y="1217641"/>
                </a:lnTo>
                <a:lnTo>
                  <a:pt x="552185" y="1213673"/>
                </a:lnTo>
                <a:lnTo>
                  <a:pt x="557742" y="1209705"/>
                </a:lnTo>
                <a:lnTo>
                  <a:pt x="563298" y="1205472"/>
                </a:lnTo>
                <a:lnTo>
                  <a:pt x="569119" y="1201240"/>
                </a:lnTo>
                <a:lnTo>
                  <a:pt x="574410" y="1196743"/>
                </a:lnTo>
                <a:lnTo>
                  <a:pt x="579702" y="1192246"/>
                </a:lnTo>
                <a:lnTo>
                  <a:pt x="584994" y="1187749"/>
                </a:lnTo>
                <a:lnTo>
                  <a:pt x="590285" y="1182987"/>
                </a:lnTo>
                <a:lnTo>
                  <a:pt x="595048" y="1177961"/>
                </a:lnTo>
                <a:lnTo>
                  <a:pt x="600075" y="1172935"/>
                </a:lnTo>
                <a:lnTo>
                  <a:pt x="604573" y="1167909"/>
                </a:lnTo>
                <a:lnTo>
                  <a:pt x="609600" y="1162883"/>
                </a:lnTo>
                <a:lnTo>
                  <a:pt x="613833" y="1157328"/>
                </a:lnTo>
                <a:lnTo>
                  <a:pt x="618331" y="1151772"/>
                </a:lnTo>
                <a:lnTo>
                  <a:pt x="622565" y="1146482"/>
                </a:lnTo>
                <a:lnTo>
                  <a:pt x="626798" y="1140662"/>
                </a:lnTo>
                <a:lnTo>
                  <a:pt x="630767" y="1134842"/>
                </a:lnTo>
                <a:lnTo>
                  <a:pt x="634471" y="1129023"/>
                </a:lnTo>
                <a:lnTo>
                  <a:pt x="638175" y="1123203"/>
                </a:lnTo>
                <a:lnTo>
                  <a:pt x="641879" y="1116854"/>
                </a:lnTo>
                <a:lnTo>
                  <a:pt x="645319" y="1111035"/>
                </a:lnTo>
                <a:lnTo>
                  <a:pt x="648758" y="1104686"/>
                </a:lnTo>
                <a:lnTo>
                  <a:pt x="651669" y="1098337"/>
                </a:lnTo>
                <a:lnTo>
                  <a:pt x="654844" y="1091988"/>
                </a:lnTo>
                <a:lnTo>
                  <a:pt x="657490" y="1085639"/>
                </a:lnTo>
                <a:lnTo>
                  <a:pt x="660135" y="1078762"/>
                </a:lnTo>
                <a:lnTo>
                  <a:pt x="663046" y="1072148"/>
                </a:lnTo>
                <a:lnTo>
                  <a:pt x="665427" y="1065270"/>
                </a:lnTo>
                <a:lnTo>
                  <a:pt x="667544" y="1058657"/>
                </a:lnTo>
                <a:lnTo>
                  <a:pt x="669396" y="1051779"/>
                </a:lnTo>
                <a:lnTo>
                  <a:pt x="671248" y="1044637"/>
                </a:lnTo>
                <a:lnTo>
                  <a:pt x="673100" y="1037759"/>
                </a:lnTo>
                <a:lnTo>
                  <a:pt x="674687" y="1030881"/>
                </a:lnTo>
                <a:lnTo>
                  <a:pt x="676010" y="1023474"/>
                </a:lnTo>
                <a:lnTo>
                  <a:pt x="677069" y="1016332"/>
                </a:lnTo>
                <a:lnTo>
                  <a:pt x="678127" y="1008925"/>
                </a:lnTo>
                <a:lnTo>
                  <a:pt x="678921" y="1001783"/>
                </a:lnTo>
                <a:lnTo>
                  <a:pt x="679450" y="994376"/>
                </a:lnTo>
                <a:lnTo>
                  <a:pt x="679979" y="986969"/>
                </a:lnTo>
                <a:lnTo>
                  <a:pt x="680244" y="979562"/>
                </a:lnTo>
                <a:lnTo>
                  <a:pt x="680508" y="971891"/>
                </a:lnTo>
                <a:lnTo>
                  <a:pt x="680244" y="964484"/>
                </a:lnTo>
                <a:lnTo>
                  <a:pt x="679979" y="957077"/>
                </a:lnTo>
                <a:lnTo>
                  <a:pt x="679450" y="949405"/>
                </a:lnTo>
                <a:lnTo>
                  <a:pt x="678921" y="942263"/>
                </a:lnTo>
                <a:lnTo>
                  <a:pt x="678127" y="934592"/>
                </a:lnTo>
                <a:lnTo>
                  <a:pt x="677069" y="927449"/>
                </a:lnTo>
                <a:lnTo>
                  <a:pt x="676010" y="920307"/>
                </a:lnTo>
                <a:lnTo>
                  <a:pt x="674687" y="913165"/>
                </a:lnTo>
                <a:lnTo>
                  <a:pt x="673100" y="906022"/>
                </a:lnTo>
                <a:lnTo>
                  <a:pt x="671248" y="899144"/>
                </a:lnTo>
                <a:lnTo>
                  <a:pt x="669396" y="892002"/>
                </a:lnTo>
                <a:lnTo>
                  <a:pt x="667544" y="885389"/>
                </a:lnTo>
                <a:lnTo>
                  <a:pt x="665427" y="878246"/>
                </a:lnTo>
                <a:lnTo>
                  <a:pt x="663046" y="871633"/>
                </a:lnTo>
                <a:lnTo>
                  <a:pt x="660135" y="865020"/>
                </a:lnTo>
                <a:lnTo>
                  <a:pt x="657490" y="858406"/>
                </a:lnTo>
                <a:lnTo>
                  <a:pt x="654844" y="851793"/>
                </a:lnTo>
                <a:lnTo>
                  <a:pt x="651669" y="845709"/>
                </a:lnTo>
                <a:lnTo>
                  <a:pt x="648758" y="839096"/>
                </a:lnTo>
                <a:lnTo>
                  <a:pt x="645319" y="833011"/>
                </a:lnTo>
                <a:lnTo>
                  <a:pt x="641879" y="826927"/>
                </a:lnTo>
                <a:lnTo>
                  <a:pt x="638175" y="820578"/>
                </a:lnTo>
                <a:lnTo>
                  <a:pt x="634471" y="814759"/>
                </a:lnTo>
                <a:lnTo>
                  <a:pt x="630767" y="808939"/>
                </a:lnTo>
                <a:lnTo>
                  <a:pt x="626798" y="803119"/>
                </a:lnTo>
                <a:lnTo>
                  <a:pt x="622565" y="797564"/>
                </a:lnTo>
                <a:lnTo>
                  <a:pt x="618331" y="792009"/>
                </a:lnTo>
                <a:lnTo>
                  <a:pt x="613833" y="786189"/>
                </a:lnTo>
                <a:lnTo>
                  <a:pt x="609600" y="781163"/>
                </a:lnTo>
                <a:lnTo>
                  <a:pt x="604573" y="775872"/>
                </a:lnTo>
                <a:lnTo>
                  <a:pt x="600075" y="770846"/>
                </a:lnTo>
                <a:lnTo>
                  <a:pt x="595048" y="765556"/>
                </a:lnTo>
                <a:lnTo>
                  <a:pt x="590285" y="760794"/>
                </a:lnTo>
                <a:lnTo>
                  <a:pt x="584994" y="756033"/>
                </a:lnTo>
                <a:lnTo>
                  <a:pt x="579702" y="751536"/>
                </a:lnTo>
                <a:lnTo>
                  <a:pt x="574410" y="746774"/>
                </a:lnTo>
                <a:lnTo>
                  <a:pt x="569119" y="742541"/>
                </a:lnTo>
                <a:lnTo>
                  <a:pt x="563298" y="738309"/>
                </a:lnTo>
                <a:lnTo>
                  <a:pt x="557742" y="734341"/>
                </a:lnTo>
                <a:lnTo>
                  <a:pt x="552185" y="730108"/>
                </a:lnTo>
                <a:lnTo>
                  <a:pt x="546100" y="726140"/>
                </a:lnTo>
                <a:lnTo>
                  <a:pt x="540015" y="722437"/>
                </a:lnTo>
                <a:lnTo>
                  <a:pt x="534194" y="718998"/>
                </a:lnTo>
                <a:lnTo>
                  <a:pt x="527844" y="715559"/>
                </a:lnTo>
                <a:lnTo>
                  <a:pt x="521758" y="712385"/>
                </a:lnTo>
                <a:lnTo>
                  <a:pt x="515408" y="708946"/>
                </a:lnTo>
                <a:lnTo>
                  <a:pt x="508794" y="706036"/>
                </a:lnTo>
                <a:lnTo>
                  <a:pt x="502444" y="703126"/>
                </a:lnTo>
                <a:lnTo>
                  <a:pt x="495829" y="700481"/>
                </a:lnTo>
                <a:lnTo>
                  <a:pt x="489215" y="698100"/>
                </a:lnTo>
                <a:lnTo>
                  <a:pt x="482600" y="695719"/>
                </a:lnTo>
                <a:lnTo>
                  <a:pt x="475721" y="693603"/>
                </a:lnTo>
                <a:lnTo>
                  <a:pt x="468577" y="691222"/>
                </a:lnTo>
                <a:lnTo>
                  <a:pt x="461963" y="689371"/>
                </a:lnTo>
                <a:lnTo>
                  <a:pt x="454554" y="687783"/>
                </a:lnTo>
                <a:lnTo>
                  <a:pt x="447675" y="686196"/>
                </a:lnTo>
                <a:lnTo>
                  <a:pt x="440531" y="684873"/>
                </a:lnTo>
                <a:lnTo>
                  <a:pt x="433387" y="683815"/>
                </a:lnTo>
                <a:lnTo>
                  <a:pt x="425979" y="682757"/>
                </a:lnTo>
                <a:lnTo>
                  <a:pt x="418835" y="681964"/>
                </a:lnTo>
                <a:lnTo>
                  <a:pt x="411427" y="681170"/>
                </a:lnTo>
                <a:lnTo>
                  <a:pt x="404019" y="680905"/>
                </a:lnTo>
                <a:lnTo>
                  <a:pt x="396346" y="680376"/>
                </a:lnTo>
                <a:lnTo>
                  <a:pt x="388937" y="680376"/>
                </a:lnTo>
                <a:lnTo>
                  <a:pt x="381529" y="680376"/>
                </a:lnTo>
                <a:close/>
                <a:moveTo>
                  <a:pt x="162454" y="97348"/>
                </a:moveTo>
                <a:lnTo>
                  <a:pt x="159279" y="97612"/>
                </a:lnTo>
                <a:lnTo>
                  <a:pt x="155840" y="98141"/>
                </a:lnTo>
                <a:lnTo>
                  <a:pt x="152135" y="98670"/>
                </a:lnTo>
                <a:lnTo>
                  <a:pt x="148960" y="99464"/>
                </a:lnTo>
                <a:lnTo>
                  <a:pt x="145785" y="100522"/>
                </a:lnTo>
                <a:lnTo>
                  <a:pt x="142610" y="101580"/>
                </a:lnTo>
                <a:lnTo>
                  <a:pt x="139435" y="102638"/>
                </a:lnTo>
                <a:lnTo>
                  <a:pt x="136260" y="103961"/>
                </a:lnTo>
                <a:lnTo>
                  <a:pt x="133350" y="105548"/>
                </a:lnTo>
                <a:lnTo>
                  <a:pt x="127794" y="108987"/>
                </a:lnTo>
                <a:lnTo>
                  <a:pt x="122502" y="112955"/>
                </a:lnTo>
                <a:lnTo>
                  <a:pt x="117475" y="117452"/>
                </a:lnTo>
                <a:lnTo>
                  <a:pt x="112977" y="122214"/>
                </a:lnTo>
                <a:lnTo>
                  <a:pt x="109008" y="127504"/>
                </a:lnTo>
                <a:lnTo>
                  <a:pt x="105833" y="133324"/>
                </a:lnTo>
                <a:lnTo>
                  <a:pt x="104246" y="136234"/>
                </a:lnTo>
                <a:lnTo>
                  <a:pt x="102923" y="139408"/>
                </a:lnTo>
                <a:lnTo>
                  <a:pt x="101600" y="142318"/>
                </a:lnTo>
                <a:lnTo>
                  <a:pt x="100542" y="145493"/>
                </a:lnTo>
                <a:lnTo>
                  <a:pt x="99748" y="148667"/>
                </a:lnTo>
                <a:lnTo>
                  <a:pt x="98690" y="152370"/>
                </a:lnTo>
                <a:lnTo>
                  <a:pt x="97896" y="155545"/>
                </a:lnTo>
                <a:lnTo>
                  <a:pt x="97631" y="158984"/>
                </a:lnTo>
                <a:lnTo>
                  <a:pt x="97367" y="162423"/>
                </a:lnTo>
                <a:lnTo>
                  <a:pt x="97367" y="165862"/>
                </a:lnTo>
                <a:lnTo>
                  <a:pt x="97367" y="514515"/>
                </a:lnTo>
                <a:lnTo>
                  <a:pt x="97367" y="517954"/>
                </a:lnTo>
                <a:lnTo>
                  <a:pt x="97631" y="521393"/>
                </a:lnTo>
                <a:lnTo>
                  <a:pt x="97896" y="525096"/>
                </a:lnTo>
                <a:lnTo>
                  <a:pt x="98690" y="528271"/>
                </a:lnTo>
                <a:lnTo>
                  <a:pt x="99748" y="531709"/>
                </a:lnTo>
                <a:lnTo>
                  <a:pt x="100542" y="534884"/>
                </a:lnTo>
                <a:lnTo>
                  <a:pt x="101600" y="538058"/>
                </a:lnTo>
                <a:lnTo>
                  <a:pt x="102923" y="540968"/>
                </a:lnTo>
                <a:lnTo>
                  <a:pt x="104246" y="544407"/>
                </a:lnTo>
                <a:lnTo>
                  <a:pt x="105833" y="547317"/>
                </a:lnTo>
                <a:lnTo>
                  <a:pt x="109008" y="552872"/>
                </a:lnTo>
                <a:lnTo>
                  <a:pt x="112977" y="558163"/>
                </a:lnTo>
                <a:lnTo>
                  <a:pt x="117475" y="563189"/>
                </a:lnTo>
                <a:lnTo>
                  <a:pt x="122502" y="567421"/>
                </a:lnTo>
                <a:lnTo>
                  <a:pt x="127794" y="571389"/>
                </a:lnTo>
                <a:lnTo>
                  <a:pt x="133350" y="574828"/>
                </a:lnTo>
                <a:lnTo>
                  <a:pt x="136260" y="576415"/>
                </a:lnTo>
                <a:lnTo>
                  <a:pt x="139435" y="577738"/>
                </a:lnTo>
                <a:lnTo>
                  <a:pt x="142610" y="578796"/>
                </a:lnTo>
                <a:lnTo>
                  <a:pt x="145785" y="579854"/>
                </a:lnTo>
                <a:lnTo>
                  <a:pt x="148960" y="581177"/>
                </a:lnTo>
                <a:lnTo>
                  <a:pt x="152135" y="581971"/>
                </a:lnTo>
                <a:lnTo>
                  <a:pt x="155840" y="582500"/>
                </a:lnTo>
                <a:lnTo>
                  <a:pt x="159279" y="583029"/>
                </a:lnTo>
                <a:lnTo>
                  <a:pt x="162454" y="583293"/>
                </a:lnTo>
                <a:lnTo>
                  <a:pt x="166158" y="583293"/>
                </a:lnTo>
                <a:lnTo>
                  <a:pt x="611981" y="583293"/>
                </a:lnTo>
                <a:lnTo>
                  <a:pt x="615421" y="583293"/>
                </a:lnTo>
                <a:lnTo>
                  <a:pt x="618860" y="583029"/>
                </a:lnTo>
                <a:lnTo>
                  <a:pt x="622035" y="582500"/>
                </a:lnTo>
                <a:lnTo>
                  <a:pt x="625740" y="581971"/>
                </a:lnTo>
                <a:lnTo>
                  <a:pt x="628915" y="581177"/>
                </a:lnTo>
                <a:lnTo>
                  <a:pt x="632090" y="579854"/>
                </a:lnTo>
                <a:lnTo>
                  <a:pt x="635265" y="578796"/>
                </a:lnTo>
                <a:lnTo>
                  <a:pt x="638440" y="577738"/>
                </a:lnTo>
                <a:lnTo>
                  <a:pt x="641350" y="576415"/>
                </a:lnTo>
                <a:lnTo>
                  <a:pt x="644525" y="574828"/>
                </a:lnTo>
                <a:lnTo>
                  <a:pt x="650081" y="571389"/>
                </a:lnTo>
                <a:lnTo>
                  <a:pt x="655373" y="567421"/>
                </a:lnTo>
                <a:lnTo>
                  <a:pt x="660135" y="563189"/>
                </a:lnTo>
                <a:lnTo>
                  <a:pt x="664898" y="558163"/>
                </a:lnTo>
                <a:lnTo>
                  <a:pt x="668867" y="552872"/>
                </a:lnTo>
                <a:lnTo>
                  <a:pt x="672306" y="547317"/>
                </a:lnTo>
                <a:lnTo>
                  <a:pt x="673629" y="544407"/>
                </a:lnTo>
                <a:lnTo>
                  <a:pt x="674952" y="540968"/>
                </a:lnTo>
                <a:lnTo>
                  <a:pt x="676275" y="538058"/>
                </a:lnTo>
                <a:lnTo>
                  <a:pt x="677333" y="534884"/>
                </a:lnTo>
                <a:lnTo>
                  <a:pt x="678392" y="531709"/>
                </a:lnTo>
                <a:lnTo>
                  <a:pt x="678921" y="528271"/>
                </a:lnTo>
                <a:lnTo>
                  <a:pt x="679715" y="525096"/>
                </a:lnTo>
                <a:lnTo>
                  <a:pt x="679979" y="521393"/>
                </a:lnTo>
                <a:lnTo>
                  <a:pt x="680244" y="517954"/>
                </a:lnTo>
                <a:lnTo>
                  <a:pt x="680508" y="514515"/>
                </a:lnTo>
                <a:lnTo>
                  <a:pt x="680508" y="165862"/>
                </a:lnTo>
                <a:lnTo>
                  <a:pt x="680244" y="162423"/>
                </a:lnTo>
                <a:lnTo>
                  <a:pt x="679979" y="158984"/>
                </a:lnTo>
                <a:lnTo>
                  <a:pt x="679715" y="155545"/>
                </a:lnTo>
                <a:lnTo>
                  <a:pt x="678921" y="152370"/>
                </a:lnTo>
                <a:lnTo>
                  <a:pt x="678392" y="148667"/>
                </a:lnTo>
                <a:lnTo>
                  <a:pt x="677333" y="145493"/>
                </a:lnTo>
                <a:lnTo>
                  <a:pt x="676275" y="142318"/>
                </a:lnTo>
                <a:lnTo>
                  <a:pt x="674952" y="139408"/>
                </a:lnTo>
                <a:lnTo>
                  <a:pt x="673629" y="136234"/>
                </a:lnTo>
                <a:lnTo>
                  <a:pt x="672306" y="133324"/>
                </a:lnTo>
                <a:lnTo>
                  <a:pt x="668867" y="127504"/>
                </a:lnTo>
                <a:lnTo>
                  <a:pt x="664898" y="122214"/>
                </a:lnTo>
                <a:lnTo>
                  <a:pt x="660135" y="117452"/>
                </a:lnTo>
                <a:lnTo>
                  <a:pt x="655373" y="112955"/>
                </a:lnTo>
                <a:lnTo>
                  <a:pt x="650081" y="108987"/>
                </a:lnTo>
                <a:lnTo>
                  <a:pt x="644525" y="105548"/>
                </a:lnTo>
                <a:lnTo>
                  <a:pt x="641350" y="103961"/>
                </a:lnTo>
                <a:lnTo>
                  <a:pt x="638440" y="102638"/>
                </a:lnTo>
                <a:lnTo>
                  <a:pt x="635265" y="101580"/>
                </a:lnTo>
                <a:lnTo>
                  <a:pt x="632090" y="100522"/>
                </a:lnTo>
                <a:lnTo>
                  <a:pt x="628915" y="99464"/>
                </a:lnTo>
                <a:lnTo>
                  <a:pt x="625740" y="98670"/>
                </a:lnTo>
                <a:lnTo>
                  <a:pt x="622035" y="98141"/>
                </a:lnTo>
                <a:lnTo>
                  <a:pt x="618860" y="97612"/>
                </a:lnTo>
                <a:lnTo>
                  <a:pt x="615421" y="97348"/>
                </a:lnTo>
                <a:lnTo>
                  <a:pt x="611981" y="97348"/>
                </a:lnTo>
                <a:lnTo>
                  <a:pt x="166158" y="97348"/>
                </a:lnTo>
                <a:lnTo>
                  <a:pt x="162454" y="97348"/>
                </a:lnTo>
                <a:close/>
                <a:moveTo>
                  <a:pt x="89165" y="0"/>
                </a:moveTo>
                <a:lnTo>
                  <a:pt x="93927" y="0"/>
                </a:lnTo>
                <a:lnTo>
                  <a:pt x="683948" y="0"/>
                </a:lnTo>
                <a:lnTo>
                  <a:pt x="688710" y="0"/>
                </a:lnTo>
                <a:lnTo>
                  <a:pt x="693208" y="529"/>
                </a:lnTo>
                <a:lnTo>
                  <a:pt x="697971" y="1058"/>
                </a:lnTo>
                <a:lnTo>
                  <a:pt x="702733" y="2116"/>
                </a:lnTo>
                <a:lnTo>
                  <a:pt x="707231" y="3174"/>
                </a:lnTo>
                <a:lnTo>
                  <a:pt x="711729" y="4497"/>
                </a:lnTo>
                <a:lnTo>
                  <a:pt x="715963" y="5820"/>
                </a:lnTo>
                <a:lnTo>
                  <a:pt x="720460" y="7407"/>
                </a:lnTo>
                <a:lnTo>
                  <a:pt x="724429" y="9259"/>
                </a:lnTo>
                <a:lnTo>
                  <a:pt x="728398" y="11375"/>
                </a:lnTo>
                <a:lnTo>
                  <a:pt x="732367" y="13756"/>
                </a:lnTo>
                <a:lnTo>
                  <a:pt x="736071" y="16137"/>
                </a:lnTo>
                <a:lnTo>
                  <a:pt x="740040" y="18782"/>
                </a:lnTo>
                <a:lnTo>
                  <a:pt x="743479" y="21692"/>
                </a:lnTo>
                <a:lnTo>
                  <a:pt x="746919" y="24602"/>
                </a:lnTo>
                <a:lnTo>
                  <a:pt x="750094" y="27776"/>
                </a:lnTo>
                <a:lnTo>
                  <a:pt x="753269" y="30950"/>
                </a:lnTo>
                <a:lnTo>
                  <a:pt x="756444" y="34389"/>
                </a:lnTo>
                <a:lnTo>
                  <a:pt x="759090" y="37828"/>
                </a:lnTo>
                <a:lnTo>
                  <a:pt x="761735" y="41532"/>
                </a:lnTo>
                <a:lnTo>
                  <a:pt x="764117" y="45500"/>
                </a:lnTo>
                <a:lnTo>
                  <a:pt x="766233" y="49203"/>
                </a:lnTo>
                <a:lnTo>
                  <a:pt x="768350" y="53171"/>
                </a:lnTo>
                <a:lnTo>
                  <a:pt x="770202" y="57404"/>
                </a:lnTo>
                <a:lnTo>
                  <a:pt x="772054" y="61901"/>
                </a:lnTo>
                <a:lnTo>
                  <a:pt x="773377" y="66133"/>
                </a:lnTo>
                <a:lnTo>
                  <a:pt x="774700" y="70630"/>
                </a:lnTo>
                <a:lnTo>
                  <a:pt x="776023" y="75127"/>
                </a:lnTo>
                <a:lnTo>
                  <a:pt x="776817" y="79889"/>
                </a:lnTo>
                <a:lnTo>
                  <a:pt x="777346" y="84386"/>
                </a:lnTo>
                <a:lnTo>
                  <a:pt x="777610" y="89147"/>
                </a:lnTo>
                <a:lnTo>
                  <a:pt x="777875" y="93909"/>
                </a:lnTo>
                <a:lnTo>
                  <a:pt x="777875" y="1266579"/>
                </a:lnTo>
                <a:lnTo>
                  <a:pt x="777610" y="1271341"/>
                </a:lnTo>
                <a:lnTo>
                  <a:pt x="777346" y="1276367"/>
                </a:lnTo>
                <a:lnTo>
                  <a:pt x="776817" y="1280864"/>
                </a:lnTo>
                <a:lnTo>
                  <a:pt x="776023" y="1285626"/>
                </a:lnTo>
                <a:lnTo>
                  <a:pt x="774700" y="1290123"/>
                </a:lnTo>
                <a:lnTo>
                  <a:pt x="773377" y="1294620"/>
                </a:lnTo>
                <a:lnTo>
                  <a:pt x="772054" y="1298852"/>
                </a:lnTo>
                <a:lnTo>
                  <a:pt x="770202" y="1303085"/>
                </a:lnTo>
                <a:lnTo>
                  <a:pt x="768350" y="1307317"/>
                </a:lnTo>
                <a:lnTo>
                  <a:pt x="766233" y="1311550"/>
                </a:lnTo>
                <a:lnTo>
                  <a:pt x="764117" y="1315518"/>
                </a:lnTo>
                <a:lnTo>
                  <a:pt x="761735" y="1319221"/>
                </a:lnTo>
                <a:lnTo>
                  <a:pt x="759090" y="1322660"/>
                </a:lnTo>
                <a:lnTo>
                  <a:pt x="756444" y="1326364"/>
                </a:lnTo>
                <a:lnTo>
                  <a:pt x="753269" y="1329802"/>
                </a:lnTo>
                <a:lnTo>
                  <a:pt x="750094" y="1333241"/>
                </a:lnTo>
                <a:lnTo>
                  <a:pt x="746919" y="1336151"/>
                </a:lnTo>
                <a:lnTo>
                  <a:pt x="743479" y="1339061"/>
                </a:lnTo>
                <a:lnTo>
                  <a:pt x="740040" y="1341971"/>
                </a:lnTo>
                <a:lnTo>
                  <a:pt x="736071" y="1344352"/>
                </a:lnTo>
                <a:lnTo>
                  <a:pt x="732367" y="1347262"/>
                </a:lnTo>
                <a:lnTo>
                  <a:pt x="728398" y="1349378"/>
                </a:lnTo>
                <a:lnTo>
                  <a:pt x="724429" y="1351494"/>
                </a:lnTo>
                <a:lnTo>
                  <a:pt x="720460" y="1353346"/>
                </a:lnTo>
                <a:lnTo>
                  <a:pt x="715963" y="1354933"/>
                </a:lnTo>
                <a:lnTo>
                  <a:pt x="711729" y="1356520"/>
                </a:lnTo>
                <a:lnTo>
                  <a:pt x="707231" y="1357578"/>
                </a:lnTo>
                <a:lnTo>
                  <a:pt x="702733" y="1358636"/>
                </a:lnTo>
                <a:lnTo>
                  <a:pt x="697971" y="1359430"/>
                </a:lnTo>
                <a:lnTo>
                  <a:pt x="693208" y="1360224"/>
                </a:lnTo>
                <a:lnTo>
                  <a:pt x="688710" y="1360488"/>
                </a:lnTo>
                <a:lnTo>
                  <a:pt x="683948" y="1360488"/>
                </a:lnTo>
                <a:lnTo>
                  <a:pt x="93927" y="1360488"/>
                </a:lnTo>
                <a:lnTo>
                  <a:pt x="89165" y="1360488"/>
                </a:lnTo>
                <a:lnTo>
                  <a:pt x="84667" y="1360224"/>
                </a:lnTo>
                <a:lnTo>
                  <a:pt x="79640" y="1359430"/>
                </a:lnTo>
                <a:lnTo>
                  <a:pt x="75142" y="1358636"/>
                </a:lnTo>
                <a:lnTo>
                  <a:pt x="70644" y="1357578"/>
                </a:lnTo>
                <a:lnTo>
                  <a:pt x="66146" y="1356520"/>
                </a:lnTo>
                <a:lnTo>
                  <a:pt x="61913" y="1354933"/>
                </a:lnTo>
                <a:lnTo>
                  <a:pt x="57415" y="1353346"/>
                </a:lnTo>
                <a:lnTo>
                  <a:pt x="53446" y="1351494"/>
                </a:lnTo>
                <a:lnTo>
                  <a:pt x="49477" y="1349378"/>
                </a:lnTo>
                <a:lnTo>
                  <a:pt x="45508" y="1347262"/>
                </a:lnTo>
                <a:lnTo>
                  <a:pt x="41540" y="1344352"/>
                </a:lnTo>
                <a:lnTo>
                  <a:pt x="37835" y="1341971"/>
                </a:lnTo>
                <a:lnTo>
                  <a:pt x="34396" y="1339061"/>
                </a:lnTo>
                <a:lnTo>
                  <a:pt x="30956" y="1336151"/>
                </a:lnTo>
                <a:lnTo>
                  <a:pt x="27781" y="1333241"/>
                </a:lnTo>
                <a:lnTo>
                  <a:pt x="24871" y="1329802"/>
                </a:lnTo>
                <a:lnTo>
                  <a:pt x="21696" y="1326364"/>
                </a:lnTo>
                <a:lnTo>
                  <a:pt x="18785" y="1322660"/>
                </a:lnTo>
                <a:lnTo>
                  <a:pt x="16140" y="1319221"/>
                </a:lnTo>
                <a:lnTo>
                  <a:pt x="13758" y="1315518"/>
                </a:lnTo>
                <a:lnTo>
                  <a:pt x="11642" y="1311550"/>
                </a:lnTo>
                <a:lnTo>
                  <a:pt x="9525" y="1307317"/>
                </a:lnTo>
                <a:lnTo>
                  <a:pt x="7673" y="1303085"/>
                </a:lnTo>
                <a:lnTo>
                  <a:pt x="6085" y="1298852"/>
                </a:lnTo>
                <a:lnTo>
                  <a:pt x="4233" y="1294620"/>
                </a:lnTo>
                <a:lnTo>
                  <a:pt x="2910" y="1290123"/>
                </a:lnTo>
                <a:lnTo>
                  <a:pt x="1852" y="1285626"/>
                </a:lnTo>
                <a:lnTo>
                  <a:pt x="1058" y="1280864"/>
                </a:lnTo>
                <a:lnTo>
                  <a:pt x="529" y="1276367"/>
                </a:lnTo>
                <a:lnTo>
                  <a:pt x="265" y="1271341"/>
                </a:lnTo>
                <a:lnTo>
                  <a:pt x="0" y="1266579"/>
                </a:lnTo>
                <a:lnTo>
                  <a:pt x="0" y="93909"/>
                </a:lnTo>
                <a:lnTo>
                  <a:pt x="265" y="89147"/>
                </a:lnTo>
                <a:lnTo>
                  <a:pt x="529" y="84386"/>
                </a:lnTo>
                <a:lnTo>
                  <a:pt x="1058" y="79889"/>
                </a:lnTo>
                <a:lnTo>
                  <a:pt x="1852" y="75127"/>
                </a:lnTo>
                <a:lnTo>
                  <a:pt x="2910" y="70630"/>
                </a:lnTo>
                <a:lnTo>
                  <a:pt x="4233" y="66133"/>
                </a:lnTo>
                <a:lnTo>
                  <a:pt x="6085" y="61901"/>
                </a:lnTo>
                <a:lnTo>
                  <a:pt x="7673" y="57404"/>
                </a:lnTo>
                <a:lnTo>
                  <a:pt x="9525" y="53171"/>
                </a:lnTo>
                <a:lnTo>
                  <a:pt x="11642" y="49203"/>
                </a:lnTo>
                <a:lnTo>
                  <a:pt x="13758" y="45500"/>
                </a:lnTo>
                <a:lnTo>
                  <a:pt x="16140" y="41532"/>
                </a:lnTo>
                <a:lnTo>
                  <a:pt x="18785" y="37828"/>
                </a:lnTo>
                <a:lnTo>
                  <a:pt x="21696" y="34389"/>
                </a:lnTo>
                <a:lnTo>
                  <a:pt x="24871" y="30950"/>
                </a:lnTo>
                <a:lnTo>
                  <a:pt x="27781" y="27776"/>
                </a:lnTo>
                <a:lnTo>
                  <a:pt x="30956" y="24602"/>
                </a:lnTo>
                <a:lnTo>
                  <a:pt x="34396" y="21692"/>
                </a:lnTo>
                <a:lnTo>
                  <a:pt x="37835" y="18782"/>
                </a:lnTo>
                <a:lnTo>
                  <a:pt x="41540" y="16137"/>
                </a:lnTo>
                <a:lnTo>
                  <a:pt x="45508" y="13756"/>
                </a:lnTo>
                <a:lnTo>
                  <a:pt x="49477" y="11375"/>
                </a:lnTo>
                <a:lnTo>
                  <a:pt x="53446" y="9259"/>
                </a:lnTo>
                <a:lnTo>
                  <a:pt x="57415" y="7407"/>
                </a:lnTo>
                <a:lnTo>
                  <a:pt x="61913" y="5820"/>
                </a:lnTo>
                <a:lnTo>
                  <a:pt x="66146" y="4497"/>
                </a:lnTo>
                <a:lnTo>
                  <a:pt x="70644" y="3174"/>
                </a:lnTo>
                <a:lnTo>
                  <a:pt x="75142" y="2116"/>
                </a:lnTo>
                <a:lnTo>
                  <a:pt x="79640" y="1058"/>
                </a:lnTo>
                <a:lnTo>
                  <a:pt x="84667" y="529"/>
                </a:lnTo>
                <a:lnTo>
                  <a:pt x="8916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KSO_Shape">
            <a:extLst>
              <a:ext uri="{FF2B5EF4-FFF2-40B4-BE49-F238E27FC236}">
                <a16:creationId xmlns:a16="http://schemas.microsoft.com/office/drawing/2014/main" id="{E09D8FC8-25B1-4490-B1C6-999D0ADC0914}"/>
              </a:ext>
            </a:extLst>
          </p:cNvPr>
          <p:cNvSpPr>
            <a:spLocks/>
          </p:cNvSpPr>
          <p:nvPr/>
        </p:nvSpPr>
        <p:spPr bwMode="auto">
          <a:xfrm>
            <a:off x="5367411" y="599710"/>
            <a:ext cx="779083" cy="764800"/>
          </a:xfrm>
          <a:custGeom>
            <a:avLst/>
            <a:gdLst>
              <a:gd name="T0" fmla="*/ 291065635 w 5643"/>
              <a:gd name="T1" fmla="*/ 74701230 h 5531"/>
              <a:gd name="T2" fmla="*/ 0 w 5643"/>
              <a:gd name="T3" fmla="*/ 631761781 h 5531"/>
              <a:gd name="T4" fmla="*/ 124221326 w 5643"/>
              <a:gd name="T5" fmla="*/ 234954587 h 5531"/>
              <a:gd name="T6" fmla="*/ 105986935 w 5643"/>
              <a:gd name="T7" fmla="*/ 239752000 h 5531"/>
              <a:gd name="T8" fmla="*/ 90259798 w 5643"/>
              <a:gd name="T9" fmla="*/ 249346489 h 5531"/>
              <a:gd name="T10" fmla="*/ 77837969 w 5643"/>
              <a:gd name="T11" fmla="*/ 262939104 h 5531"/>
              <a:gd name="T12" fmla="*/ 69860128 w 5643"/>
              <a:gd name="T13" fmla="*/ 279615264 h 5531"/>
              <a:gd name="T14" fmla="*/ 66897132 w 5643"/>
              <a:gd name="T15" fmla="*/ 298576357 h 5531"/>
              <a:gd name="T16" fmla="*/ 68264694 w 5643"/>
              <a:gd name="T17" fmla="*/ 509887056 h 5531"/>
              <a:gd name="T18" fmla="*/ 74760869 w 5643"/>
              <a:gd name="T19" fmla="*/ 527362841 h 5531"/>
              <a:gd name="T20" fmla="*/ 85587265 w 5643"/>
              <a:gd name="T21" fmla="*/ 542211865 h 5531"/>
              <a:gd name="T22" fmla="*/ 100402919 w 5643"/>
              <a:gd name="T23" fmla="*/ 553062763 h 5531"/>
              <a:gd name="T24" fmla="*/ 117839256 w 5643"/>
              <a:gd name="T25" fmla="*/ 559573369 h 5531"/>
              <a:gd name="T26" fmla="*/ 420757212 w 5643"/>
              <a:gd name="T27" fmla="*/ 560944059 h 5531"/>
              <a:gd name="T28" fmla="*/ 439675215 w 5643"/>
              <a:gd name="T29" fmla="*/ 557974457 h 5531"/>
              <a:gd name="T30" fmla="*/ 456314173 w 5643"/>
              <a:gd name="T31" fmla="*/ 549978880 h 5531"/>
              <a:gd name="T32" fmla="*/ 469876031 w 5643"/>
              <a:gd name="T33" fmla="*/ 537528732 h 5531"/>
              <a:gd name="T34" fmla="*/ 479448969 w 5643"/>
              <a:gd name="T35" fmla="*/ 521766140 h 5531"/>
              <a:gd name="T36" fmla="*/ 484121502 w 5643"/>
              <a:gd name="T37" fmla="*/ 503490392 h 5531"/>
              <a:gd name="T38" fmla="*/ 484121502 w 5643"/>
              <a:gd name="T39" fmla="*/ 292065751 h 5531"/>
              <a:gd name="T40" fmla="*/ 479448969 w 5643"/>
              <a:gd name="T41" fmla="*/ 273790002 h 5531"/>
              <a:gd name="T42" fmla="*/ 469876031 w 5643"/>
              <a:gd name="T43" fmla="*/ 257913130 h 5531"/>
              <a:gd name="T44" fmla="*/ 456314173 w 5643"/>
              <a:gd name="T45" fmla="*/ 245577262 h 5531"/>
              <a:gd name="T46" fmla="*/ 439675215 w 5643"/>
              <a:gd name="T47" fmla="*/ 237467405 h 5531"/>
              <a:gd name="T48" fmla="*/ 420757212 w 5643"/>
              <a:gd name="T49" fmla="*/ 234612083 h 5531"/>
              <a:gd name="T50" fmla="*/ 609596624 w 5643"/>
              <a:gd name="T51" fmla="*/ 236210996 h 5531"/>
              <a:gd name="T52" fmla="*/ 609596624 w 5643"/>
              <a:gd name="T53" fmla="*/ 277673510 h 5531"/>
              <a:gd name="T54" fmla="*/ 609596624 w 5643"/>
              <a:gd name="T55" fmla="*/ 318108176 h 5531"/>
              <a:gd name="T56" fmla="*/ 609596624 w 5643"/>
              <a:gd name="T57" fmla="*/ 359570691 h 5531"/>
              <a:gd name="T58" fmla="*/ 549423200 w 5643"/>
              <a:gd name="T59" fmla="*/ 417367200 h 5531"/>
              <a:gd name="T60" fmla="*/ 536089213 w 5643"/>
              <a:gd name="T61" fmla="*/ 422164613 h 5531"/>
              <a:gd name="T62" fmla="*/ 525490688 w 5643"/>
              <a:gd name="T63" fmla="*/ 434957265 h 5531"/>
              <a:gd name="T64" fmla="*/ 523325409 w 5643"/>
              <a:gd name="T65" fmla="*/ 446265285 h 5531"/>
              <a:gd name="T66" fmla="*/ 524578868 w 5643"/>
              <a:gd name="T67" fmla="*/ 455060487 h 5531"/>
              <a:gd name="T68" fmla="*/ 533923934 w 5643"/>
              <a:gd name="T69" fmla="*/ 468767045 h 5531"/>
              <a:gd name="T70" fmla="*/ 547941534 w 5643"/>
              <a:gd name="T71" fmla="*/ 475049090 h 5531"/>
              <a:gd name="T72" fmla="*/ 555349192 w 5643"/>
              <a:gd name="T73" fmla="*/ 475277651 h 5531"/>
              <a:gd name="T74" fmla="*/ 568569413 w 5643"/>
              <a:gd name="T75" fmla="*/ 470480237 h 5531"/>
              <a:gd name="T76" fmla="*/ 579167937 w 5643"/>
              <a:gd name="T77" fmla="*/ 457687586 h 5531"/>
              <a:gd name="T78" fmla="*/ 581447321 w 5643"/>
              <a:gd name="T79" fmla="*/ 446265285 h 5531"/>
              <a:gd name="T80" fmla="*/ 580079758 w 5643"/>
              <a:gd name="T81" fmla="*/ 437584364 h 5531"/>
              <a:gd name="T82" fmla="*/ 570848458 w 5643"/>
              <a:gd name="T83" fmla="*/ 423877806 h 5531"/>
              <a:gd name="T84" fmla="*/ 556830859 w 5643"/>
              <a:gd name="T85" fmla="*/ 417595423 h 5531"/>
              <a:gd name="T86" fmla="*/ 552386196 w 5643"/>
              <a:gd name="T87" fmla="*/ 499264380 h 5531"/>
              <a:gd name="T88" fmla="*/ 541103721 w 5643"/>
              <a:gd name="T89" fmla="*/ 501548638 h 5531"/>
              <a:gd name="T90" fmla="*/ 528225813 w 5643"/>
              <a:gd name="T91" fmla="*/ 512171313 h 5531"/>
              <a:gd name="T92" fmla="*/ 523439176 w 5643"/>
              <a:gd name="T93" fmla="*/ 525535367 h 5531"/>
              <a:gd name="T94" fmla="*/ 523553280 w 5643"/>
              <a:gd name="T95" fmla="*/ 532959879 h 5531"/>
              <a:gd name="T96" fmla="*/ 529935351 w 5643"/>
              <a:gd name="T97" fmla="*/ 546894998 h 5531"/>
              <a:gd name="T98" fmla="*/ 543725080 w 5643"/>
              <a:gd name="T99" fmla="*/ 556260926 h 5531"/>
              <a:gd name="T100" fmla="*/ 552386196 w 5643"/>
              <a:gd name="T101" fmla="*/ 557631615 h 5531"/>
              <a:gd name="T102" fmla="*/ 563782775 w 5643"/>
              <a:gd name="T103" fmla="*/ 555347358 h 5531"/>
              <a:gd name="T104" fmla="*/ 576432812 w 5643"/>
              <a:gd name="T105" fmla="*/ 544724683 h 5531"/>
              <a:gd name="T106" fmla="*/ 581333216 w 5643"/>
              <a:gd name="T107" fmla="*/ 531474909 h 5531"/>
              <a:gd name="T108" fmla="*/ 581105346 w 5643"/>
              <a:gd name="T109" fmla="*/ 524050397 h 5531"/>
              <a:gd name="T110" fmla="*/ 574723275 w 5643"/>
              <a:gd name="T111" fmla="*/ 510000998 h 5531"/>
              <a:gd name="T112" fmla="*/ 561047650 w 5643"/>
              <a:gd name="T113" fmla="*/ 500635070 h 5531"/>
              <a:gd name="T114" fmla="*/ 552386196 w 5643"/>
              <a:gd name="T115" fmla="*/ 499264380 h 553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643" h="5531">
                <a:moveTo>
                  <a:pt x="0" y="1511"/>
                </a:moveTo>
                <a:lnTo>
                  <a:pt x="1627" y="1511"/>
                </a:lnTo>
                <a:lnTo>
                  <a:pt x="645" y="270"/>
                </a:lnTo>
                <a:lnTo>
                  <a:pt x="987" y="0"/>
                </a:lnTo>
                <a:lnTo>
                  <a:pt x="2000" y="1279"/>
                </a:lnTo>
                <a:lnTo>
                  <a:pt x="2554" y="654"/>
                </a:lnTo>
                <a:lnTo>
                  <a:pt x="2881" y="944"/>
                </a:lnTo>
                <a:lnTo>
                  <a:pt x="2379" y="1511"/>
                </a:lnTo>
                <a:lnTo>
                  <a:pt x="5643" y="1511"/>
                </a:lnTo>
                <a:lnTo>
                  <a:pt x="5643" y="5531"/>
                </a:lnTo>
                <a:lnTo>
                  <a:pt x="0" y="5531"/>
                </a:lnTo>
                <a:lnTo>
                  <a:pt x="0" y="1511"/>
                </a:lnTo>
                <a:close/>
                <a:moveTo>
                  <a:pt x="1147" y="2054"/>
                </a:moveTo>
                <a:lnTo>
                  <a:pt x="1147" y="2054"/>
                </a:lnTo>
                <a:lnTo>
                  <a:pt x="1119" y="2055"/>
                </a:lnTo>
                <a:lnTo>
                  <a:pt x="1090" y="2057"/>
                </a:lnTo>
                <a:lnTo>
                  <a:pt x="1062" y="2060"/>
                </a:lnTo>
                <a:lnTo>
                  <a:pt x="1034" y="2066"/>
                </a:lnTo>
                <a:lnTo>
                  <a:pt x="1008" y="2072"/>
                </a:lnTo>
                <a:lnTo>
                  <a:pt x="981" y="2079"/>
                </a:lnTo>
                <a:lnTo>
                  <a:pt x="956" y="2088"/>
                </a:lnTo>
                <a:lnTo>
                  <a:pt x="930" y="2099"/>
                </a:lnTo>
                <a:lnTo>
                  <a:pt x="905" y="2109"/>
                </a:lnTo>
                <a:lnTo>
                  <a:pt x="881" y="2122"/>
                </a:lnTo>
                <a:lnTo>
                  <a:pt x="858" y="2136"/>
                </a:lnTo>
                <a:lnTo>
                  <a:pt x="834" y="2150"/>
                </a:lnTo>
                <a:lnTo>
                  <a:pt x="813" y="2166"/>
                </a:lnTo>
                <a:lnTo>
                  <a:pt x="792" y="2183"/>
                </a:lnTo>
                <a:lnTo>
                  <a:pt x="772" y="2200"/>
                </a:lnTo>
                <a:lnTo>
                  <a:pt x="751" y="2219"/>
                </a:lnTo>
                <a:lnTo>
                  <a:pt x="733" y="2238"/>
                </a:lnTo>
                <a:lnTo>
                  <a:pt x="715" y="2258"/>
                </a:lnTo>
                <a:lnTo>
                  <a:pt x="699" y="2280"/>
                </a:lnTo>
                <a:lnTo>
                  <a:pt x="683" y="2302"/>
                </a:lnTo>
                <a:lnTo>
                  <a:pt x="668" y="2324"/>
                </a:lnTo>
                <a:lnTo>
                  <a:pt x="656" y="2348"/>
                </a:lnTo>
                <a:lnTo>
                  <a:pt x="643" y="2372"/>
                </a:lnTo>
                <a:lnTo>
                  <a:pt x="631" y="2397"/>
                </a:lnTo>
                <a:lnTo>
                  <a:pt x="622" y="2422"/>
                </a:lnTo>
                <a:lnTo>
                  <a:pt x="613" y="2448"/>
                </a:lnTo>
                <a:lnTo>
                  <a:pt x="604" y="2474"/>
                </a:lnTo>
                <a:lnTo>
                  <a:pt x="599" y="2502"/>
                </a:lnTo>
                <a:lnTo>
                  <a:pt x="594" y="2530"/>
                </a:lnTo>
                <a:lnTo>
                  <a:pt x="591" y="2557"/>
                </a:lnTo>
                <a:lnTo>
                  <a:pt x="589" y="2586"/>
                </a:lnTo>
                <a:lnTo>
                  <a:pt x="587" y="2614"/>
                </a:lnTo>
                <a:lnTo>
                  <a:pt x="587" y="4351"/>
                </a:lnTo>
                <a:lnTo>
                  <a:pt x="589" y="4379"/>
                </a:lnTo>
                <a:lnTo>
                  <a:pt x="591" y="4408"/>
                </a:lnTo>
                <a:lnTo>
                  <a:pt x="594" y="4436"/>
                </a:lnTo>
                <a:lnTo>
                  <a:pt x="599" y="4464"/>
                </a:lnTo>
                <a:lnTo>
                  <a:pt x="604" y="4490"/>
                </a:lnTo>
                <a:lnTo>
                  <a:pt x="613" y="4517"/>
                </a:lnTo>
                <a:lnTo>
                  <a:pt x="622" y="4543"/>
                </a:lnTo>
                <a:lnTo>
                  <a:pt x="631" y="4568"/>
                </a:lnTo>
                <a:lnTo>
                  <a:pt x="643" y="4593"/>
                </a:lnTo>
                <a:lnTo>
                  <a:pt x="656" y="4617"/>
                </a:lnTo>
                <a:lnTo>
                  <a:pt x="668" y="4640"/>
                </a:lnTo>
                <a:lnTo>
                  <a:pt x="683" y="4664"/>
                </a:lnTo>
                <a:lnTo>
                  <a:pt x="699" y="4685"/>
                </a:lnTo>
                <a:lnTo>
                  <a:pt x="715" y="4706"/>
                </a:lnTo>
                <a:lnTo>
                  <a:pt x="733" y="4726"/>
                </a:lnTo>
                <a:lnTo>
                  <a:pt x="751" y="4747"/>
                </a:lnTo>
                <a:lnTo>
                  <a:pt x="772" y="4765"/>
                </a:lnTo>
                <a:lnTo>
                  <a:pt x="792" y="4783"/>
                </a:lnTo>
                <a:lnTo>
                  <a:pt x="813" y="4799"/>
                </a:lnTo>
                <a:lnTo>
                  <a:pt x="834" y="4815"/>
                </a:lnTo>
                <a:lnTo>
                  <a:pt x="858" y="4830"/>
                </a:lnTo>
                <a:lnTo>
                  <a:pt x="881" y="4842"/>
                </a:lnTo>
                <a:lnTo>
                  <a:pt x="905" y="4855"/>
                </a:lnTo>
                <a:lnTo>
                  <a:pt x="930" y="4867"/>
                </a:lnTo>
                <a:lnTo>
                  <a:pt x="956" y="4877"/>
                </a:lnTo>
                <a:lnTo>
                  <a:pt x="981" y="4885"/>
                </a:lnTo>
                <a:lnTo>
                  <a:pt x="1008" y="4894"/>
                </a:lnTo>
                <a:lnTo>
                  <a:pt x="1034" y="4899"/>
                </a:lnTo>
                <a:lnTo>
                  <a:pt x="1062" y="4904"/>
                </a:lnTo>
                <a:lnTo>
                  <a:pt x="1090" y="4907"/>
                </a:lnTo>
                <a:lnTo>
                  <a:pt x="1119" y="4911"/>
                </a:lnTo>
                <a:lnTo>
                  <a:pt x="1147" y="4911"/>
                </a:lnTo>
                <a:lnTo>
                  <a:pt x="3692" y="4911"/>
                </a:lnTo>
                <a:lnTo>
                  <a:pt x="3721" y="4911"/>
                </a:lnTo>
                <a:lnTo>
                  <a:pt x="3748" y="4907"/>
                </a:lnTo>
                <a:lnTo>
                  <a:pt x="3777" y="4904"/>
                </a:lnTo>
                <a:lnTo>
                  <a:pt x="3804" y="4899"/>
                </a:lnTo>
                <a:lnTo>
                  <a:pt x="3831" y="4894"/>
                </a:lnTo>
                <a:lnTo>
                  <a:pt x="3858" y="4885"/>
                </a:lnTo>
                <a:lnTo>
                  <a:pt x="3883" y="4877"/>
                </a:lnTo>
                <a:lnTo>
                  <a:pt x="3909" y="4867"/>
                </a:lnTo>
                <a:lnTo>
                  <a:pt x="3933" y="4855"/>
                </a:lnTo>
                <a:lnTo>
                  <a:pt x="3958" y="4842"/>
                </a:lnTo>
                <a:lnTo>
                  <a:pt x="3981" y="4830"/>
                </a:lnTo>
                <a:lnTo>
                  <a:pt x="4004" y="4815"/>
                </a:lnTo>
                <a:lnTo>
                  <a:pt x="4026" y="4799"/>
                </a:lnTo>
                <a:lnTo>
                  <a:pt x="4047" y="4783"/>
                </a:lnTo>
                <a:lnTo>
                  <a:pt x="4068" y="4765"/>
                </a:lnTo>
                <a:lnTo>
                  <a:pt x="4087" y="4747"/>
                </a:lnTo>
                <a:lnTo>
                  <a:pt x="4106" y="4726"/>
                </a:lnTo>
                <a:lnTo>
                  <a:pt x="4123" y="4706"/>
                </a:lnTo>
                <a:lnTo>
                  <a:pt x="4140" y="4685"/>
                </a:lnTo>
                <a:lnTo>
                  <a:pt x="4156" y="4664"/>
                </a:lnTo>
                <a:lnTo>
                  <a:pt x="4170" y="4640"/>
                </a:lnTo>
                <a:lnTo>
                  <a:pt x="4184" y="4617"/>
                </a:lnTo>
                <a:lnTo>
                  <a:pt x="4196" y="4593"/>
                </a:lnTo>
                <a:lnTo>
                  <a:pt x="4207" y="4568"/>
                </a:lnTo>
                <a:lnTo>
                  <a:pt x="4218" y="4543"/>
                </a:lnTo>
                <a:lnTo>
                  <a:pt x="4226" y="4517"/>
                </a:lnTo>
                <a:lnTo>
                  <a:pt x="4234" y="4490"/>
                </a:lnTo>
                <a:lnTo>
                  <a:pt x="4240" y="4464"/>
                </a:lnTo>
                <a:lnTo>
                  <a:pt x="4245" y="4436"/>
                </a:lnTo>
                <a:lnTo>
                  <a:pt x="4248" y="4408"/>
                </a:lnTo>
                <a:lnTo>
                  <a:pt x="4251" y="4379"/>
                </a:lnTo>
                <a:lnTo>
                  <a:pt x="4252" y="4351"/>
                </a:lnTo>
                <a:lnTo>
                  <a:pt x="4252" y="2614"/>
                </a:lnTo>
                <a:lnTo>
                  <a:pt x="4251" y="2586"/>
                </a:lnTo>
                <a:lnTo>
                  <a:pt x="4248" y="2557"/>
                </a:lnTo>
                <a:lnTo>
                  <a:pt x="4245" y="2530"/>
                </a:lnTo>
                <a:lnTo>
                  <a:pt x="4240" y="2502"/>
                </a:lnTo>
                <a:lnTo>
                  <a:pt x="4234" y="2474"/>
                </a:lnTo>
                <a:lnTo>
                  <a:pt x="4226" y="2448"/>
                </a:lnTo>
                <a:lnTo>
                  <a:pt x="4218" y="2422"/>
                </a:lnTo>
                <a:lnTo>
                  <a:pt x="4207" y="2397"/>
                </a:lnTo>
                <a:lnTo>
                  <a:pt x="4196" y="2372"/>
                </a:lnTo>
                <a:lnTo>
                  <a:pt x="4184" y="2348"/>
                </a:lnTo>
                <a:lnTo>
                  <a:pt x="4170" y="2324"/>
                </a:lnTo>
                <a:lnTo>
                  <a:pt x="4156" y="2302"/>
                </a:lnTo>
                <a:lnTo>
                  <a:pt x="4140" y="2280"/>
                </a:lnTo>
                <a:lnTo>
                  <a:pt x="4123" y="2258"/>
                </a:lnTo>
                <a:lnTo>
                  <a:pt x="4106" y="2238"/>
                </a:lnTo>
                <a:lnTo>
                  <a:pt x="4087" y="2219"/>
                </a:lnTo>
                <a:lnTo>
                  <a:pt x="4068" y="2200"/>
                </a:lnTo>
                <a:lnTo>
                  <a:pt x="4047" y="2183"/>
                </a:lnTo>
                <a:lnTo>
                  <a:pt x="4026" y="2166"/>
                </a:lnTo>
                <a:lnTo>
                  <a:pt x="4004" y="2150"/>
                </a:lnTo>
                <a:lnTo>
                  <a:pt x="3981" y="2136"/>
                </a:lnTo>
                <a:lnTo>
                  <a:pt x="3958" y="2122"/>
                </a:lnTo>
                <a:lnTo>
                  <a:pt x="3933" y="2109"/>
                </a:lnTo>
                <a:lnTo>
                  <a:pt x="3909" y="2099"/>
                </a:lnTo>
                <a:lnTo>
                  <a:pt x="3883" y="2088"/>
                </a:lnTo>
                <a:lnTo>
                  <a:pt x="3858" y="2079"/>
                </a:lnTo>
                <a:lnTo>
                  <a:pt x="3831" y="2072"/>
                </a:lnTo>
                <a:lnTo>
                  <a:pt x="3804" y="2066"/>
                </a:lnTo>
                <a:lnTo>
                  <a:pt x="3777" y="2060"/>
                </a:lnTo>
                <a:lnTo>
                  <a:pt x="3748" y="2057"/>
                </a:lnTo>
                <a:lnTo>
                  <a:pt x="3721" y="2055"/>
                </a:lnTo>
                <a:lnTo>
                  <a:pt x="3692" y="2054"/>
                </a:lnTo>
                <a:lnTo>
                  <a:pt x="1147" y="2054"/>
                </a:lnTo>
                <a:close/>
                <a:moveTo>
                  <a:pt x="4522" y="2068"/>
                </a:moveTo>
                <a:lnTo>
                  <a:pt x="4522" y="2268"/>
                </a:lnTo>
                <a:lnTo>
                  <a:pt x="5349" y="2268"/>
                </a:lnTo>
                <a:lnTo>
                  <a:pt x="5349" y="2068"/>
                </a:lnTo>
                <a:lnTo>
                  <a:pt x="4522" y="2068"/>
                </a:lnTo>
                <a:close/>
                <a:moveTo>
                  <a:pt x="4522" y="2431"/>
                </a:moveTo>
                <a:lnTo>
                  <a:pt x="4522" y="2632"/>
                </a:lnTo>
                <a:lnTo>
                  <a:pt x="5349" y="2632"/>
                </a:lnTo>
                <a:lnTo>
                  <a:pt x="5349" y="2431"/>
                </a:lnTo>
                <a:lnTo>
                  <a:pt x="4522" y="2431"/>
                </a:lnTo>
                <a:close/>
                <a:moveTo>
                  <a:pt x="4522" y="2785"/>
                </a:moveTo>
                <a:lnTo>
                  <a:pt x="4522" y="2985"/>
                </a:lnTo>
                <a:lnTo>
                  <a:pt x="5349" y="2985"/>
                </a:lnTo>
                <a:lnTo>
                  <a:pt x="5349" y="2785"/>
                </a:lnTo>
                <a:lnTo>
                  <a:pt x="4522" y="2785"/>
                </a:lnTo>
                <a:close/>
                <a:moveTo>
                  <a:pt x="4522" y="3148"/>
                </a:moveTo>
                <a:lnTo>
                  <a:pt x="4522" y="3349"/>
                </a:lnTo>
                <a:lnTo>
                  <a:pt x="5349" y="3349"/>
                </a:lnTo>
                <a:lnTo>
                  <a:pt x="5349" y="3148"/>
                </a:lnTo>
                <a:lnTo>
                  <a:pt x="4522" y="3148"/>
                </a:lnTo>
                <a:close/>
                <a:moveTo>
                  <a:pt x="4847" y="3653"/>
                </a:moveTo>
                <a:lnTo>
                  <a:pt x="4847" y="3653"/>
                </a:lnTo>
                <a:lnTo>
                  <a:pt x="4834" y="3653"/>
                </a:lnTo>
                <a:lnTo>
                  <a:pt x="4821" y="3654"/>
                </a:lnTo>
                <a:lnTo>
                  <a:pt x="4808" y="3656"/>
                </a:lnTo>
                <a:lnTo>
                  <a:pt x="4795" y="3658"/>
                </a:lnTo>
                <a:lnTo>
                  <a:pt x="4771" y="3664"/>
                </a:lnTo>
                <a:lnTo>
                  <a:pt x="4748" y="3673"/>
                </a:lnTo>
                <a:lnTo>
                  <a:pt x="4725" y="3683"/>
                </a:lnTo>
                <a:lnTo>
                  <a:pt x="4704" y="3696"/>
                </a:lnTo>
                <a:lnTo>
                  <a:pt x="4685" y="3711"/>
                </a:lnTo>
                <a:lnTo>
                  <a:pt x="4667" y="3727"/>
                </a:lnTo>
                <a:lnTo>
                  <a:pt x="4650" y="3745"/>
                </a:lnTo>
                <a:lnTo>
                  <a:pt x="4635" y="3764"/>
                </a:lnTo>
                <a:lnTo>
                  <a:pt x="4622" y="3786"/>
                </a:lnTo>
                <a:lnTo>
                  <a:pt x="4611" y="3808"/>
                </a:lnTo>
                <a:lnTo>
                  <a:pt x="4603" y="3831"/>
                </a:lnTo>
                <a:lnTo>
                  <a:pt x="4596" y="3856"/>
                </a:lnTo>
                <a:lnTo>
                  <a:pt x="4594" y="3869"/>
                </a:lnTo>
                <a:lnTo>
                  <a:pt x="4593" y="3881"/>
                </a:lnTo>
                <a:lnTo>
                  <a:pt x="4592" y="3894"/>
                </a:lnTo>
                <a:lnTo>
                  <a:pt x="4592" y="3907"/>
                </a:lnTo>
                <a:lnTo>
                  <a:pt x="4592" y="3921"/>
                </a:lnTo>
                <a:lnTo>
                  <a:pt x="4593" y="3934"/>
                </a:lnTo>
                <a:lnTo>
                  <a:pt x="4594" y="3946"/>
                </a:lnTo>
                <a:lnTo>
                  <a:pt x="4596" y="3959"/>
                </a:lnTo>
                <a:lnTo>
                  <a:pt x="4603" y="3984"/>
                </a:lnTo>
                <a:lnTo>
                  <a:pt x="4611" y="4007"/>
                </a:lnTo>
                <a:lnTo>
                  <a:pt x="4622" y="4029"/>
                </a:lnTo>
                <a:lnTo>
                  <a:pt x="4635" y="4051"/>
                </a:lnTo>
                <a:lnTo>
                  <a:pt x="4650" y="4070"/>
                </a:lnTo>
                <a:lnTo>
                  <a:pt x="4667" y="4088"/>
                </a:lnTo>
                <a:lnTo>
                  <a:pt x="4685" y="4104"/>
                </a:lnTo>
                <a:lnTo>
                  <a:pt x="4704" y="4119"/>
                </a:lnTo>
                <a:lnTo>
                  <a:pt x="4725" y="4131"/>
                </a:lnTo>
                <a:lnTo>
                  <a:pt x="4748" y="4142"/>
                </a:lnTo>
                <a:lnTo>
                  <a:pt x="4771" y="4151"/>
                </a:lnTo>
                <a:lnTo>
                  <a:pt x="4795" y="4157"/>
                </a:lnTo>
                <a:lnTo>
                  <a:pt x="4808" y="4159"/>
                </a:lnTo>
                <a:lnTo>
                  <a:pt x="4821" y="4161"/>
                </a:lnTo>
                <a:lnTo>
                  <a:pt x="4834" y="4162"/>
                </a:lnTo>
                <a:lnTo>
                  <a:pt x="4847" y="4162"/>
                </a:lnTo>
                <a:lnTo>
                  <a:pt x="4860" y="4162"/>
                </a:lnTo>
                <a:lnTo>
                  <a:pt x="4873" y="4161"/>
                </a:lnTo>
                <a:lnTo>
                  <a:pt x="4886" y="4159"/>
                </a:lnTo>
                <a:lnTo>
                  <a:pt x="4899" y="4157"/>
                </a:lnTo>
                <a:lnTo>
                  <a:pt x="4923" y="4151"/>
                </a:lnTo>
                <a:lnTo>
                  <a:pt x="4947" y="4142"/>
                </a:lnTo>
                <a:lnTo>
                  <a:pt x="4969" y="4131"/>
                </a:lnTo>
                <a:lnTo>
                  <a:pt x="4989" y="4119"/>
                </a:lnTo>
                <a:lnTo>
                  <a:pt x="5009" y="4104"/>
                </a:lnTo>
                <a:lnTo>
                  <a:pt x="5027" y="4088"/>
                </a:lnTo>
                <a:lnTo>
                  <a:pt x="5043" y="4070"/>
                </a:lnTo>
                <a:lnTo>
                  <a:pt x="5058" y="4051"/>
                </a:lnTo>
                <a:lnTo>
                  <a:pt x="5071" y="4029"/>
                </a:lnTo>
                <a:lnTo>
                  <a:pt x="5082" y="4007"/>
                </a:lnTo>
                <a:lnTo>
                  <a:pt x="5090" y="3984"/>
                </a:lnTo>
                <a:lnTo>
                  <a:pt x="5097" y="3959"/>
                </a:lnTo>
                <a:lnTo>
                  <a:pt x="5099" y="3946"/>
                </a:lnTo>
                <a:lnTo>
                  <a:pt x="5101" y="3934"/>
                </a:lnTo>
                <a:lnTo>
                  <a:pt x="5102" y="3921"/>
                </a:lnTo>
                <a:lnTo>
                  <a:pt x="5102" y="3907"/>
                </a:lnTo>
                <a:lnTo>
                  <a:pt x="5102" y="3894"/>
                </a:lnTo>
                <a:lnTo>
                  <a:pt x="5101" y="3881"/>
                </a:lnTo>
                <a:lnTo>
                  <a:pt x="5099" y="3869"/>
                </a:lnTo>
                <a:lnTo>
                  <a:pt x="5097" y="3856"/>
                </a:lnTo>
                <a:lnTo>
                  <a:pt x="5090" y="3831"/>
                </a:lnTo>
                <a:lnTo>
                  <a:pt x="5082" y="3808"/>
                </a:lnTo>
                <a:lnTo>
                  <a:pt x="5071" y="3786"/>
                </a:lnTo>
                <a:lnTo>
                  <a:pt x="5058" y="3764"/>
                </a:lnTo>
                <a:lnTo>
                  <a:pt x="5043" y="3745"/>
                </a:lnTo>
                <a:lnTo>
                  <a:pt x="5027" y="3727"/>
                </a:lnTo>
                <a:lnTo>
                  <a:pt x="5009" y="3711"/>
                </a:lnTo>
                <a:lnTo>
                  <a:pt x="4989" y="3696"/>
                </a:lnTo>
                <a:lnTo>
                  <a:pt x="4969" y="3683"/>
                </a:lnTo>
                <a:lnTo>
                  <a:pt x="4947" y="3673"/>
                </a:lnTo>
                <a:lnTo>
                  <a:pt x="4923" y="3664"/>
                </a:lnTo>
                <a:lnTo>
                  <a:pt x="4899" y="3658"/>
                </a:lnTo>
                <a:lnTo>
                  <a:pt x="4886" y="3656"/>
                </a:lnTo>
                <a:lnTo>
                  <a:pt x="4873" y="3654"/>
                </a:lnTo>
                <a:lnTo>
                  <a:pt x="4860" y="3653"/>
                </a:lnTo>
                <a:lnTo>
                  <a:pt x="4847" y="3653"/>
                </a:lnTo>
                <a:close/>
                <a:moveTo>
                  <a:pt x="4847" y="4371"/>
                </a:moveTo>
                <a:lnTo>
                  <a:pt x="4847" y="4371"/>
                </a:lnTo>
                <a:lnTo>
                  <a:pt x="4834" y="4372"/>
                </a:lnTo>
                <a:lnTo>
                  <a:pt x="4821" y="4373"/>
                </a:lnTo>
                <a:lnTo>
                  <a:pt x="4808" y="4374"/>
                </a:lnTo>
                <a:lnTo>
                  <a:pt x="4795" y="4376"/>
                </a:lnTo>
                <a:lnTo>
                  <a:pt x="4771" y="4383"/>
                </a:lnTo>
                <a:lnTo>
                  <a:pt x="4748" y="4391"/>
                </a:lnTo>
                <a:lnTo>
                  <a:pt x="4725" y="4402"/>
                </a:lnTo>
                <a:lnTo>
                  <a:pt x="4704" y="4415"/>
                </a:lnTo>
                <a:lnTo>
                  <a:pt x="4685" y="4430"/>
                </a:lnTo>
                <a:lnTo>
                  <a:pt x="4667" y="4447"/>
                </a:lnTo>
                <a:lnTo>
                  <a:pt x="4650" y="4465"/>
                </a:lnTo>
                <a:lnTo>
                  <a:pt x="4635" y="4484"/>
                </a:lnTo>
                <a:lnTo>
                  <a:pt x="4622" y="4505"/>
                </a:lnTo>
                <a:lnTo>
                  <a:pt x="4611" y="4527"/>
                </a:lnTo>
                <a:lnTo>
                  <a:pt x="4603" y="4551"/>
                </a:lnTo>
                <a:lnTo>
                  <a:pt x="4596" y="4575"/>
                </a:lnTo>
                <a:lnTo>
                  <a:pt x="4594" y="4588"/>
                </a:lnTo>
                <a:lnTo>
                  <a:pt x="4593" y="4601"/>
                </a:lnTo>
                <a:lnTo>
                  <a:pt x="4592" y="4614"/>
                </a:lnTo>
                <a:lnTo>
                  <a:pt x="4592" y="4626"/>
                </a:lnTo>
                <a:lnTo>
                  <a:pt x="4592" y="4639"/>
                </a:lnTo>
                <a:lnTo>
                  <a:pt x="4593" y="4653"/>
                </a:lnTo>
                <a:lnTo>
                  <a:pt x="4594" y="4666"/>
                </a:lnTo>
                <a:lnTo>
                  <a:pt x="4596" y="4677"/>
                </a:lnTo>
                <a:lnTo>
                  <a:pt x="4603" y="4702"/>
                </a:lnTo>
                <a:lnTo>
                  <a:pt x="4611" y="4725"/>
                </a:lnTo>
                <a:lnTo>
                  <a:pt x="4622" y="4748"/>
                </a:lnTo>
                <a:lnTo>
                  <a:pt x="4635" y="4769"/>
                </a:lnTo>
                <a:lnTo>
                  <a:pt x="4650" y="4788"/>
                </a:lnTo>
                <a:lnTo>
                  <a:pt x="4667" y="4807"/>
                </a:lnTo>
                <a:lnTo>
                  <a:pt x="4685" y="4823"/>
                </a:lnTo>
                <a:lnTo>
                  <a:pt x="4704" y="4838"/>
                </a:lnTo>
                <a:lnTo>
                  <a:pt x="4725" y="4851"/>
                </a:lnTo>
                <a:lnTo>
                  <a:pt x="4748" y="4862"/>
                </a:lnTo>
                <a:lnTo>
                  <a:pt x="4771" y="4870"/>
                </a:lnTo>
                <a:lnTo>
                  <a:pt x="4795" y="4877"/>
                </a:lnTo>
                <a:lnTo>
                  <a:pt x="4808" y="4879"/>
                </a:lnTo>
                <a:lnTo>
                  <a:pt x="4821" y="4880"/>
                </a:lnTo>
                <a:lnTo>
                  <a:pt x="4834" y="4881"/>
                </a:lnTo>
                <a:lnTo>
                  <a:pt x="4847" y="4882"/>
                </a:lnTo>
                <a:lnTo>
                  <a:pt x="4860" y="4881"/>
                </a:lnTo>
                <a:lnTo>
                  <a:pt x="4873" y="4880"/>
                </a:lnTo>
                <a:lnTo>
                  <a:pt x="4886" y="4879"/>
                </a:lnTo>
                <a:lnTo>
                  <a:pt x="4899" y="4877"/>
                </a:lnTo>
                <a:lnTo>
                  <a:pt x="4923" y="4870"/>
                </a:lnTo>
                <a:lnTo>
                  <a:pt x="4947" y="4862"/>
                </a:lnTo>
                <a:lnTo>
                  <a:pt x="4969" y="4851"/>
                </a:lnTo>
                <a:lnTo>
                  <a:pt x="4989" y="4838"/>
                </a:lnTo>
                <a:lnTo>
                  <a:pt x="5009" y="4823"/>
                </a:lnTo>
                <a:lnTo>
                  <a:pt x="5027" y="4807"/>
                </a:lnTo>
                <a:lnTo>
                  <a:pt x="5043" y="4788"/>
                </a:lnTo>
                <a:lnTo>
                  <a:pt x="5058" y="4769"/>
                </a:lnTo>
                <a:lnTo>
                  <a:pt x="5071" y="4748"/>
                </a:lnTo>
                <a:lnTo>
                  <a:pt x="5082" y="4725"/>
                </a:lnTo>
                <a:lnTo>
                  <a:pt x="5090" y="4702"/>
                </a:lnTo>
                <a:lnTo>
                  <a:pt x="5097" y="4677"/>
                </a:lnTo>
                <a:lnTo>
                  <a:pt x="5099" y="4666"/>
                </a:lnTo>
                <a:lnTo>
                  <a:pt x="5101" y="4653"/>
                </a:lnTo>
                <a:lnTo>
                  <a:pt x="5102" y="4639"/>
                </a:lnTo>
                <a:lnTo>
                  <a:pt x="5102" y="4626"/>
                </a:lnTo>
                <a:lnTo>
                  <a:pt x="5102" y="4614"/>
                </a:lnTo>
                <a:lnTo>
                  <a:pt x="5101" y="4601"/>
                </a:lnTo>
                <a:lnTo>
                  <a:pt x="5099" y="4588"/>
                </a:lnTo>
                <a:lnTo>
                  <a:pt x="5097" y="4575"/>
                </a:lnTo>
                <a:lnTo>
                  <a:pt x="5090" y="4551"/>
                </a:lnTo>
                <a:lnTo>
                  <a:pt x="5082" y="4527"/>
                </a:lnTo>
                <a:lnTo>
                  <a:pt x="5071" y="4505"/>
                </a:lnTo>
                <a:lnTo>
                  <a:pt x="5058" y="4484"/>
                </a:lnTo>
                <a:lnTo>
                  <a:pt x="5043" y="4465"/>
                </a:lnTo>
                <a:lnTo>
                  <a:pt x="5027" y="4447"/>
                </a:lnTo>
                <a:lnTo>
                  <a:pt x="5009" y="4430"/>
                </a:lnTo>
                <a:lnTo>
                  <a:pt x="4989" y="4415"/>
                </a:lnTo>
                <a:lnTo>
                  <a:pt x="4969" y="4402"/>
                </a:lnTo>
                <a:lnTo>
                  <a:pt x="4947" y="4391"/>
                </a:lnTo>
                <a:lnTo>
                  <a:pt x="4923" y="4383"/>
                </a:lnTo>
                <a:lnTo>
                  <a:pt x="4899" y="4376"/>
                </a:lnTo>
                <a:lnTo>
                  <a:pt x="4886" y="4374"/>
                </a:lnTo>
                <a:lnTo>
                  <a:pt x="4873" y="4373"/>
                </a:lnTo>
                <a:lnTo>
                  <a:pt x="4860" y="4372"/>
                </a:lnTo>
                <a:lnTo>
                  <a:pt x="4847" y="4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tIns="504000" rIns="32400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KSO_Shape">
            <a:extLst>
              <a:ext uri="{FF2B5EF4-FFF2-40B4-BE49-F238E27FC236}">
                <a16:creationId xmlns:a16="http://schemas.microsoft.com/office/drawing/2014/main" id="{9C095CB3-51F5-42DC-92F4-304589A82E93}"/>
              </a:ext>
            </a:extLst>
          </p:cNvPr>
          <p:cNvSpPr>
            <a:spLocks/>
          </p:cNvSpPr>
          <p:nvPr/>
        </p:nvSpPr>
        <p:spPr bwMode="auto">
          <a:xfrm>
            <a:off x="9795215" y="692551"/>
            <a:ext cx="736233" cy="579118"/>
          </a:xfrm>
          <a:custGeom>
            <a:avLst/>
            <a:gdLst>
              <a:gd name="T0" fmla="*/ 464018 w 8990"/>
              <a:gd name="T1" fmla="*/ 619825 h 7070"/>
              <a:gd name="T2" fmla="*/ 215086 w 8990"/>
              <a:gd name="T3" fmla="*/ 525700 h 7070"/>
              <a:gd name="T4" fmla="*/ 125567 w 8990"/>
              <a:gd name="T5" fmla="*/ 688116 h 7070"/>
              <a:gd name="T6" fmla="*/ 375099 w 8990"/>
              <a:gd name="T7" fmla="*/ 782241 h 7070"/>
              <a:gd name="T8" fmla="*/ 464018 w 8990"/>
              <a:gd name="T9" fmla="*/ 619825 h 7070"/>
              <a:gd name="T10" fmla="*/ 464018 w 8990"/>
              <a:gd name="T11" fmla="*/ 619825 h 7070"/>
              <a:gd name="T12" fmla="*/ 195060 w 8990"/>
              <a:gd name="T13" fmla="*/ 338651 h 7070"/>
              <a:gd name="T14" fmla="*/ 979504 w 8990"/>
              <a:gd name="T15" fmla="*/ 7610 h 7070"/>
              <a:gd name="T16" fmla="*/ 998529 w 8990"/>
              <a:gd name="T17" fmla="*/ 0 h 7070"/>
              <a:gd name="T18" fmla="*/ 1017955 w 8990"/>
              <a:gd name="T19" fmla="*/ 6208 h 7070"/>
              <a:gd name="T20" fmla="*/ 1497994 w 8990"/>
              <a:gd name="T21" fmla="*/ 163818 h 7070"/>
              <a:gd name="T22" fmla="*/ 1356806 w 8990"/>
              <a:gd name="T23" fmla="*/ 229105 h 7070"/>
              <a:gd name="T24" fmla="*/ 1002334 w 8990"/>
              <a:gd name="T25" fmla="*/ 115554 h 7070"/>
              <a:gd name="T26" fmla="*/ 335246 w 8990"/>
              <a:gd name="T27" fmla="*/ 393924 h 7070"/>
              <a:gd name="T28" fmla="*/ 195060 w 8990"/>
              <a:gd name="T29" fmla="*/ 338651 h 7070"/>
              <a:gd name="T30" fmla="*/ 195060 w 8990"/>
              <a:gd name="T31" fmla="*/ 338651 h 7070"/>
              <a:gd name="T32" fmla="*/ 1555671 w 8990"/>
              <a:gd name="T33" fmla="*/ 214886 h 7070"/>
              <a:gd name="T34" fmla="*/ 716354 w 8990"/>
              <a:gd name="T35" fmla="*/ 569558 h 7070"/>
              <a:gd name="T36" fmla="*/ 716354 w 8990"/>
              <a:gd name="T37" fmla="*/ 1415885 h 7070"/>
              <a:gd name="T38" fmla="*/ 1549062 w 8990"/>
              <a:gd name="T39" fmla="*/ 1065018 h 7070"/>
              <a:gd name="T40" fmla="*/ 1549062 w 8990"/>
              <a:gd name="T41" fmla="*/ 667689 h 7070"/>
              <a:gd name="T42" fmla="*/ 1781372 w 8990"/>
              <a:gd name="T43" fmla="*/ 569558 h 7070"/>
              <a:gd name="T44" fmla="*/ 1800397 w 8990"/>
              <a:gd name="T45" fmla="*/ 483844 h 7070"/>
              <a:gd name="T46" fmla="*/ 1555671 w 8990"/>
              <a:gd name="T47" fmla="*/ 214886 h 7070"/>
              <a:gd name="T48" fmla="*/ 1555671 w 8990"/>
              <a:gd name="T49" fmla="*/ 214886 h 7070"/>
              <a:gd name="T50" fmla="*/ 1532841 w 8990"/>
              <a:gd name="T51" fmla="*/ 349065 h 7070"/>
              <a:gd name="T52" fmla="*/ 904805 w 8990"/>
              <a:gd name="T53" fmla="*/ 613617 h 7070"/>
              <a:gd name="T54" fmla="*/ 1040986 w 8990"/>
              <a:gd name="T55" fmla="*/ 764217 h 7070"/>
              <a:gd name="T56" fmla="*/ 1669222 w 8990"/>
              <a:gd name="T57" fmla="*/ 499465 h 7070"/>
              <a:gd name="T58" fmla="*/ 1532841 w 8990"/>
              <a:gd name="T59" fmla="*/ 349065 h 7070"/>
              <a:gd name="T60" fmla="*/ 1532841 w 8990"/>
              <a:gd name="T61" fmla="*/ 349065 h 7070"/>
              <a:gd name="T62" fmla="*/ 621628 w 8990"/>
              <a:gd name="T63" fmla="*/ 1415885 h 7070"/>
              <a:gd name="T64" fmla="*/ 205073 w 8990"/>
              <a:gd name="T65" fmla="*/ 1258676 h 7070"/>
              <a:gd name="T66" fmla="*/ 205073 w 8990"/>
              <a:gd name="T67" fmla="*/ 833910 h 7070"/>
              <a:gd name="T68" fmla="*/ 18625 w 8990"/>
              <a:gd name="T69" fmla="*/ 763216 h 7070"/>
              <a:gd name="T70" fmla="*/ 0 w 8990"/>
              <a:gd name="T71" fmla="*/ 691721 h 7070"/>
              <a:gd name="T72" fmla="*/ 142590 w 8990"/>
              <a:gd name="T73" fmla="*/ 432376 h 7070"/>
              <a:gd name="T74" fmla="*/ 165220 w 8990"/>
              <a:gd name="T75" fmla="*/ 391521 h 7070"/>
              <a:gd name="T76" fmla="*/ 560546 w 8990"/>
              <a:gd name="T77" fmla="*/ 540720 h 7070"/>
              <a:gd name="T78" fmla="*/ 621628 w 8990"/>
              <a:gd name="T79" fmla="*/ 563951 h 7070"/>
              <a:gd name="T80" fmla="*/ 621628 w 8990"/>
              <a:gd name="T81" fmla="*/ 1415885 h 70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8990" h="7070">
                <a:moveTo>
                  <a:pt x="2317" y="3095"/>
                </a:moveTo>
                <a:lnTo>
                  <a:pt x="1074" y="2625"/>
                </a:lnTo>
                <a:lnTo>
                  <a:pt x="627" y="3436"/>
                </a:lnTo>
                <a:lnTo>
                  <a:pt x="1873" y="3906"/>
                </a:lnTo>
                <a:lnTo>
                  <a:pt x="2317" y="3095"/>
                </a:lnTo>
                <a:close/>
                <a:moveTo>
                  <a:pt x="974" y="1691"/>
                </a:moveTo>
                <a:lnTo>
                  <a:pt x="4891" y="38"/>
                </a:lnTo>
                <a:lnTo>
                  <a:pt x="4986" y="0"/>
                </a:lnTo>
                <a:lnTo>
                  <a:pt x="5083" y="31"/>
                </a:lnTo>
                <a:lnTo>
                  <a:pt x="7480" y="818"/>
                </a:lnTo>
                <a:lnTo>
                  <a:pt x="6775" y="1144"/>
                </a:lnTo>
                <a:lnTo>
                  <a:pt x="5005" y="577"/>
                </a:lnTo>
                <a:lnTo>
                  <a:pt x="1674" y="1967"/>
                </a:lnTo>
                <a:lnTo>
                  <a:pt x="974" y="1691"/>
                </a:lnTo>
                <a:close/>
                <a:moveTo>
                  <a:pt x="7768" y="1073"/>
                </a:moveTo>
                <a:lnTo>
                  <a:pt x="3577" y="2844"/>
                </a:lnTo>
                <a:lnTo>
                  <a:pt x="3577" y="7070"/>
                </a:lnTo>
                <a:lnTo>
                  <a:pt x="7735" y="5318"/>
                </a:lnTo>
                <a:lnTo>
                  <a:pt x="7735" y="3334"/>
                </a:lnTo>
                <a:lnTo>
                  <a:pt x="8895" y="2844"/>
                </a:lnTo>
                <a:lnTo>
                  <a:pt x="8990" y="2416"/>
                </a:lnTo>
                <a:lnTo>
                  <a:pt x="7768" y="1073"/>
                </a:lnTo>
                <a:close/>
                <a:moveTo>
                  <a:pt x="7654" y="1743"/>
                </a:moveTo>
                <a:lnTo>
                  <a:pt x="4518" y="3064"/>
                </a:lnTo>
                <a:lnTo>
                  <a:pt x="5198" y="3816"/>
                </a:lnTo>
                <a:lnTo>
                  <a:pt x="8335" y="2494"/>
                </a:lnTo>
                <a:lnTo>
                  <a:pt x="7654" y="1743"/>
                </a:lnTo>
                <a:close/>
                <a:moveTo>
                  <a:pt x="3104" y="7070"/>
                </a:moveTo>
                <a:lnTo>
                  <a:pt x="1024" y="6285"/>
                </a:lnTo>
                <a:lnTo>
                  <a:pt x="1024" y="4164"/>
                </a:lnTo>
                <a:lnTo>
                  <a:pt x="93" y="3811"/>
                </a:lnTo>
                <a:lnTo>
                  <a:pt x="0" y="3454"/>
                </a:lnTo>
                <a:lnTo>
                  <a:pt x="712" y="2159"/>
                </a:lnTo>
                <a:lnTo>
                  <a:pt x="825" y="1955"/>
                </a:lnTo>
                <a:lnTo>
                  <a:pt x="2799" y="2700"/>
                </a:lnTo>
                <a:lnTo>
                  <a:pt x="3104" y="2816"/>
                </a:lnTo>
                <a:lnTo>
                  <a:pt x="3104" y="70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KSO_Shape">
            <a:extLst>
              <a:ext uri="{FF2B5EF4-FFF2-40B4-BE49-F238E27FC236}">
                <a16:creationId xmlns:a16="http://schemas.microsoft.com/office/drawing/2014/main" id="{10C9CC9B-ED38-4011-B7E1-1883F982189A}"/>
              </a:ext>
            </a:extLst>
          </p:cNvPr>
          <p:cNvSpPr>
            <a:spLocks/>
          </p:cNvSpPr>
          <p:nvPr/>
        </p:nvSpPr>
        <p:spPr bwMode="auto">
          <a:xfrm>
            <a:off x="5410261" y="1917728"/>
            <a:ext cx="736233" cy="579118"/>
          </a:xfrm>
          <a:custGeom>
            <a:avLst/>
            <a:gdLst>
              <a:gd name="T0" fmla="*/ 1746285 w 3427"/>
              <a:gd name="T1" fmla="*/ 114533 h 2697"/>
              <a:gd name="T2" fmla="*/ 1786212 w 3427"/>
              <a:gd name="T3" fmla="*/ 129769 h 2697"/>
              <a:gd name="T4" fmla="*/ 1800397 w 3427"/>
              <a:gd name="T5" fmla="*/ 168647 h 2697"/>
              <a:gd name="T6" fmla="*/ 1800397 w 3427"/>
              <a:gd name="T7" fmla="*/ 1186830 h 2697"/>
              <a:gd name="T8" fmla="*/ 1572918 w 3427"/>
              <a:gd name="T9" fmla="*/ 1416946 h 2697"/>
              <a:gd name="T10" fmla="*/ 56739 w 3427"/>
              <a:gd name="T11" fmla="*/ 1416946 h 2697"/>
              <a:gd name="T12" fmla="*/ 16286 w 3427"/>
              <a:gd name="T13" fmla="*/ 1398558 h 2697"/>
              <a:gd name="T14" fmla="*/ 0 w 3427"/>
              <a:gd name="T15" fmla="*/ 1359680 h 2697"/>
              <a:gd name="T16" fmla="*/ 0 w 3427"/>
              <a:gd name="T17" fmla="*/ 342547 h 2697"/>
              <a:gd name="T18" fmla="*/ 228005 w 3427"/>
              <a:gd name="T19" fmla="*/ 114533 h 2697"/>
              <a:gd name="T20" fmla="*/ 663000 w 3427"/>
              <a:gd name="T21" fmla="*/ 114533 h 2697"/>
              <a:gd name="T22" fmla="*/ 663000 w 3427"/>
              <a:gd name="T23" fmla="*/ 163393 h 2697"/>
              <a:gd name="T24" fmla="*/ 255849 w 3427"/>
              <a:gd name="T25" fmla="*/ 163393 h 2697"/>
              <a:gd name="T26" fmla="*/ 80380 w 3427"/>
              <a:gd name="T27" fmla="*/ 342547 h 2697"/>
              <a:gd name="T28" fmla="*/ 1557682 w 3427"/>
              <a:gd name="T29" fmla="*/ 342547 h 2697"/>
              <a:gd name="T30" fmla="*/ 1723695 w 3427"/>
              <a:gd name="T31" fmla="*/ 163393 h 2697"/>
              <a:gd name="T32" fmla="*/ 1254552 w 3427"/>
              <a:gd name="T33" fmla="*/ 163393 h 2697"/>
              <a:gd name="T34" fmla="*/ 1254552 w 3427"/>
              <a:gd name="T35" fmla="*/ 114533 h 2697"/>
              <a:gd name="T36" fmla="*/ 1746285 w 3427"/>
              <a:gd name="T37" fmla="*/ 114533 h 2697"/>
              <a:gd name="T38" fmla="*/ 1530889 w 3427"/>
              <a:gd name="T39" fmla="*/ 1359680 h 2697"/>
              <a:gd name="T40" fmla="*/ 1530889 w 3427"/>
              <a:gd name="T41" fmla="*/ 399813 h 2697"/>
              <a:gd name="T42" fmla="*/ 43605 w 3427"/>
              <a:gd name="T43" fmla="*/ 399813 h 2697"/>
              <a:gd name="T44" fmla="*/ 43605 w 3427"/>
              <a:gd name="T45" fmla="*/ 1330259 h 2697"/>
              <a:gd name="T46" fmla="*/ 51485 w 3427"/>
              <a:gd name="T47" fmla="*/ 1350223 h 2697"/>
              <a:gd name="T48" fmla="*/ 73550 w 3427"/>
              <a:gd name="T49" fmla="*/ 1359680 h 2697"/>
              <a:gd name="T50" fmla="*/ 1530889 w 3427"/>
              <a:gd name="T51" fmla="*/ 1359680 h 2697"/>
              <a:gd name="T52" fmla="*/ 1117433 w 3427"/>
              <a:gd name="T53" fmla="*/ 0 h 2697"/>
              <a:gd name="T54" fmla="*/ 1200965 w 3427"/>
              <a:gd name="T55" fmla="*/ 29947 h 2697"/>
              <a:gd name="T56" fmla="*/ 1231961 w 3427"/>
              <a:gd name="T57" fmla="*/ 114533 h 2697"/>
              <a:gd name="T58" fmla="*/ 1231961 w 3427"/>
              <a:gd name="T59" fmla="*/ 276875 h 2697"/>
              <a:gd name="T60" fmla="*/ 1084861 w 3427"/>
              <a:gd name="T61" fmla="*/ 276875 h 2697"/>
              <a:gd name="T62" fmla="*/ 1084861 w 3427"/>
              <a:gd name="T63" fmla="*/ 163393 h 2697"/>
              <a:gd name="T64" fmla="*/ 832165 w 3427"/>
              <a:gd name="T65" fmla="*/ 163393 h 2697"/>
              <a:gd name="T66" fmla="*/ 832165 w 3427"/>
              <a:gd name="T67" fmla="*/ 276875 h 2697"/>
              <a:gd name="T68" fmla="*/ 685590 w 3427"/>
              <a:gd name="T69" fmla="*/ 276875 h 2697"/>
              <a:gd name="T70" fmla="*/ 685590 w 3427"/>
              <a:gd name="T71" fmla="*/ 114533 h 2697"/>
              <a:gd name="T72" fmla="*/ 714485 w 3427"/>
              <a:gd name="T73" fmla="*/ 29421 h 2697"/>
              <a:gd name="T74" fmla="*/ 796441 w 3427"/>
              <a:gd name="T75" fmla="*/ 0 h 2697"/>
              <a:gd name="T76" fmla="*/ 1117433 w 3427"/>
              <a:gd name="T77" fmla="*/ 0 h 2697"/>
              <a:gd name="T78" fmla="*/ 1188357 w 3427"/>
              <a:gd name="T79" fmla="*/ 231167 h 2697"/>
              <a:gd name="T80" fmla="*/ 1188357 w 3427"/>
              <a:gd name="T81" fmla="*/ 114533 h 2697"/>
              <a:gd name="T82" fmla="*/ 1116383 w 3427"/>
              <a:gd name="T83" fmla="*/ 43606 h 2697"/>
              <a:gd name="T84" fmla="*/ 796966 w 3427"/>
              <a:gd name="T85" fmla="*/ 43606 h 2697"/>
              <a:gd name="T86" fmla="*/ 746006 w 3427"/>
              <a:gd name="T87" fmla="*/ 57792 h 2697"/>
              <a:gd name="T88" fmla="*/ 728670 w 3427"/>
              <a:gd name="T89" fmla="*/ 114533 h 2697"/>
              <a:gd name="T90" fmla="*/ 728670 w 3427"/>
              <a:gd name="T91" fmla="*/ 231167 h 2697"/>
              <a:gd name="T92" fmla="*/ 788560 w 3427"/>
              <a:gd name="T93" fmla="*/ 231167 h 2697"/>
              <a:gd name="T94" fmla="*/ 788560 w 3427"/>
              <a:gd name="T95" fmla="*/ 106126 h 2697"/>
              <a:gd name="T96" fmla="*/ 1123212 w 3427"/>
              <a:gd name="T97" fmla="*/ 106126 h 2697"/>
              <a:gd name="T98" fmla="*/ 1123212 w 3427"/>
              <a:gd name="T99" fmla="*/ 231167 h 2697"/>
              <a:gd name="T100" fmla="*/ 1188357 w 3427"/>
              <a:gd name="T101" fmla="*/ 231167 h 2697"/>
              <a:gd name="T102" fmla="*/ 1756792 w 3427"/>
              <a:gd name="T103" fmla="*/ 1172120 h 2697"/>
              <a:gd name="T104" fmla="*/ 1756792 w 3427"/>
              <a:gd name="T105" fmla="*/ 195966 h 2697"/>
              <a:gd name="T106" fmla="*/ 1579747 w 3427"/>
              <a:gd name="T107" fmla="*/ 399813 h 2697"/>
              <a:gd name="T108" fmla="*/ 1579747 w 3427"/>
              <a:gd name="T109" fmla="*/ 1344444 h 2697"/>
              <a:gd name="T110" fmla="*/ 1756792 w 3427"/>
              <a:gd name="T111" fmla="*/ 1172120 h 269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427" h="2697">
                <a:moveTo>
                  <a:pt x="3324" y="218"/>
                </a:moveTo>
                <a:cubicBezTo>
                  <a:pt x="3357" y="218"/>
                  <a:pt x="3382" y="227"/>
                  <a:pt x="3400" y="247"/>
                </a:cubicBezTo>
                <a:cubicBezTo>
                  <a:pt x="3418" y="266"/>
                  <a:pt x="3427" y="291"/>
                  <a:pt x="3427" y="321"/>
                </a:cubicBezTo>
                <a:cubicBezTo>
                  <a:pt x="3427" y="2259"/>
                  <a:pt x="3427" y="2259"/>
                  <a:pt x="3427" y="2259"/>
                </a:cubicBezTo>
                <a:cubicBezTo>
                  <a:pt x="2994" y="2697"/>
                  <a:pt x="2994" y="2697"/>
                  <a:pt x="2994" y="2697"/>
                </a:cubicBezTo>
                <a:cubicBezTo>
                  <a:pt x="108" y="2697"/>
                  <a:pt x="108" y="2697"/>
                  <a:pt x="108" y="2697"/>
                </a:cubicBezTo>
                <a:cubicBezTo>
                  <a:pt x="77" y="2697"/>
                  <a:pt x="52" y="2685"/>
                  <a:pt x="31" y="2662"/>
                </a:cubicBezTo>
                <a:cubicBezTo>
                  <a:pt x="10" y="2638"/>
                  <a:pt x="0" y="2614"/>
                  <a:pt x="0" y="2588"/>
                </a:cubicBezTo>
                <a:cubicBezTo>
                  <a:pt x="0" y="652"/>
                  <a:pt x="0" y="652"/>
                  <a:pt x="0" y="652"/>
                </a:cubicBezTo>
                <a:cubicBezTo>
                  <a:pt x="434" y="218"/>
                  <a:pt x="434" y="218"/>
                  <a:pt x="434" y="218"/>
                </a:cubicBezTo>
                <a:cubicBezTo>
                  <a:pt x="1262" y="218"/>
                  <a:pt x="1262" y="218"/>
                  <a:pt x="1262" y="218"/>
                </a:cubicBezTo>
                <a:cubicBezTo>
                  <a:pt x="1262" y="311"/>
                  <a:pt x="1262" y="311"/>
                  <a:pt x="1262" y="311"/>
                </a:cubicBezTo>
                <a:cubicBezTo>
                  <a:pt x="487" y="311"/>
                  <a:pt x="487" y="311"/>
                  <a:pt x="487" y="311"/>
                </a:cubicBezTo>
                <a:cubicBezTo>
                  <a:pt x="153" y="652"/>
                  <a:pt x="153" y="652"/>
                  <a:pt x="153" y="652"/>
                </a:cubicBezTo>
                <a:cubicBezTo>
                  <a:pt x="2965" y="652"/>
                  <a:pt x="2965" y="652"/>
                  <a:pt x="2965" y="652"/>
                </a:cubicBezTo>
                <a:cubicBezTo>
                  <a:pt x="3281" y="311"/>
                  <a:pt x="3281" y="311"/>
                  <a:pt x="3281" y="311"/>
                </a:cubicBezTo>
                <a:cubicBezTo>
                  <a:pt x="2388" y="311"/>
                  <a:pt x="2388" y="311"/>
                  <a:pt x="2388" y="311"/>
                </a:cubicBezTo>
                <a:cubicBezTo>
                  <a:pt x="2388" y="218"/>
                  <a:pt x="2388" y="218"/>
                  <a:pt x="2388" y="218"/>
                </a:cubicBezTo>
                <a:lnTo>
                  <a:pt x="3324" y="218"/>
                </a:lnTo>
                <a:close/>
                <a:moveTo>
                  <a:pt x="2914" y="2588"/>
                </a:moveTo>
                <a:cubicBezTo>
                  <a:pt x="2914" y="761"/>
                  <a:pt x="2914" y="761"/>
                  <a:pt x="2914" y="761"/>
                </a:cubicBezTo>
                <a:cubicBezTo>
                  <a:pt x="83" y="761"/>
                  <a:pt x="83" y="761"/>
                  <a:pt x="83" y="761"/>
                </a:cubicBezTo>
                <a:cubicBezTo>
                  <a:pt x="83" y="2532"/>
                  <a:pt x="83" y="2532"/>
                  <a:pt x="83" y="2532"/>
                </a:cubicBezTo>
                <a:cubicBezTo>
                  <a:pt x="83" y="2545"/>
                  <a:pt x="88" y="2558"/>
                  <a:pt x="98" y="2570"/>
                </a:cubicBezTo>
                <a:cubicBezTo>
                  <a:pt x="107" y="2582"/>
                  <a:pt x="121" y="2588"/>
                  <a:pt x="140" y="2588"/>
                </a:cubicBezTo>
                <a:lnTo>
                  <a:pt x="2914" y="2588"/>
                </a:lnTo>
                <a:close/>
                <a:moveTo>
                  <a:pt x="2127" y="0"/>
                </a:moveTo>
                <a:cubicBezTo>
                  <a:pt x="2193" y="0"/>
                  <a:pt x="2246" y="20"/>
                  <a:pt x="2286" y="57"/>
                </a:cubicBezTo>
                <a:cubicBezTo>
                  <a:pt x="2325" y="96"/>
                  <a:pt x="2345" y="149"/>
                  <a:pt x="2345" y="218"/>
                </a:cubicBezTo>
                <a:cubicBezTo>
                  <a:pt x="2345" y="527"/>
                  <a:pt x="2345" y="527"/>
                  <a:pt x="2345" y="527"/>
                </a:cubicBezTo>
                <a:cubicBezTo>
                  <a:pt x="2065" y="527"/>
                  <a:pt x="2065" y="527"/>
                  <a:pt x="2065" y="527"/>
                </a:cubicBezTo>
                <a:cubicBezTo>
                  <a:pt x="2065" y="311"/>
                  <a:pt x="2065" y="311"/>
                  <a:pt x="2065" y="311"/>
                </a:cubicBezTo>
                <a:cubicBezTo>
                  <a:pt x="1584" y="311"/>
                  <a:pt x="1584" y="311"/>
                  <a:pt x="1584" y="311"/>
                </a:cubicBezTo>
                <a:cubicBezTo>
                  <a:pt x="1584" y="527"/>
                  <a:pt x="1584" y="527"/>
                  <a:pt x="1584" y="527"/>
                </a:cubicBezTo>
                <a:cubicBezTo>
                  <a:pt x="1305" y="527"/>
                  <a:pt x="1305" y="527"/>
                  <a:pt x="1305" y="527"/>
                </a:cubicBezTo>
                <a:cubicBezTo>
                  <a:pt x="1305" y="218"/>
                  <a:pt x="1305" y="218"/>
                  <a:pt x="1305" y="218"/>
                </a:cubicBezTo>
                <a:cubicBezTo>
                  <a:pt x="1305" y="147"/>
                  <a:pt x="1323" y="93"/>
                  <a:pt x="1360" y="56"/>
                </a:cubicBezTo>
                <a:cubicBezTo>
                  <a:pt x="1397" y="19"/>
                  <a:pt x="1449" y="0"/>
                  <a:pt x="1516" y="0"/>
                </a:cubicBezTo>
                <a:lnTo>
                  <a:pt x="2127" y="0"/>
                </a:lnTo>
                <a:close/>
                <a:moveTo>
                  <a:pt x="2262" y="440"/>
                </a:moveTo>
                <a:cubicBezTo>
                  <a:pt x="2262" y="218"/>
                  <a:pt x="2262" y="218"/>
                  <a:pt x="2262" y="218"/>
                </a:cubicBezTo>
                <a:cubicBezTo>
                  <a:pt x="2262" y="128"/>
                  <a:pt x="2216" y="83"/>
                  <a:pt x="2125" y="83"/>
                </a:cubicBezTo>
                <a:cubicBezTo>
                  <a:pt x="1517" y="83"/>
                  <a:pt x="1517" y="83"/>
                  <a:pt x="1517" y="83"/>
                </a:cubicBezTo>
                <a:cubicBezTo>
                  <a:pt x="1474" y="83"/>
                  <a:pt x="1441" y="92"/>
                  <a:pt x="1420" y="110"/>
                </a:cubicBezTo>
                <a:cubicBezTo>
                  <a:pt x="1398" y="128"/>
                  <a:pt x="1387" y="164"/>
                  <a:pt x="1387" y="218"/>
                </a:cubicBezTo>
                <a:cubicBezTo>
                  <a:pt x="1387" y="440"/>
                  <a:pt x="1387" y="440"/>
                  <a:pt x="1387" y="440"/>
                </a:cubicBezTo>
                <a:cubicBezTo>
                  <a:pt x="1501" y="440"/>
                  <a:pt x="1501" y="440"/>
                  <a:pt x="1501" y="440"/>
                </a:cubicBezTo>
                <a:cubicBezTo>
                  <a:pt x="1501" y="202"/>
                  <a:pt x="1501" y="202"/>
                  <a:pt x="1501" y="202"/>
                </a:cubicBezTo>
                <a:cubicBezTo>
                  <a:pt x="2138" y="202"/>
                  <a:pt x="2138" y="202"/>
                  <a:pt x="2138" y="202"/>
                </a:cubicBezTo>
                <a:cubicBezTo>
                  <a:pt x="2138" y="440"/>
                  <a:pt x="2138" y="440"/>
                  <a:pt x="2138" y="440"/>
                </a:cubicBezTo>
                <a:lnTo>
                  <a:pt x="2262" y="440"/>
                </a:lnTo>
                <a:close/>
                <a:moveTo>
                  <a:pt x="3344" y="2231"/>
                </a:moveTo>
                <a:cubicBezTo>
                  <a:pt x="3344" y="373"/>
                  <a:pt x="3344" y="373"/>
                  <a:pt x="3344" y="373"/>
                </a:cubicBezTo>
                <a:cubicBezTo>
                  <a:pt x="3007" y="761"/>
                  <a:pt x="3007" y="761"/>
                  <a:pt x="3007" y="761"/>
                </a:cubicBezTo>
                <a:cubicBezTo>
                  <a:pt x="3007" y="2559"/>
                  <a:pt x="3007" y="2559"/>
                  <a:pt x="3007" y="2559"/>
                </a:cubicBezTo>
                <a:lnTo>
                  <a:pt x="3344" y="22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KSO_Shape">
            <a:extLst>
              <a:ext uri="{FF2B5EF4-FFF2-40B4-BE49-F238E27FC236}">
                <a16:creationId xmlns:a16="http://schemas.microsoft.com/office/drawing/2014/main" id="{161AE866-228B-42E5-A44F-77E2C8CE94E8}"/>
              </a:ext>
            </a:extLst>
          </p:cNvPr>
          <p:cNvSpPr>
            <a:spLocks/>
          </p:cNvSpPr>
          <p:nvPr/>
        </p:nvSpPr>
        <p:spPr bwMode="auto">
          <a:xfrm>
            <a:off x="10930444" y="3158721"/>
            <a:ext cx="746434" cy="897516"/>
          </a:xfrm>
          <a:custGeom>
            <a:avLst/>
            <a:gdLst>
              <a:gd name="T0" fmla="*/ 808831 w 3808"/>
              <a:gd name="T1" fmla="*/ 1295383 h 4578"/>
              <a:gd name="T2" fmla="*/ 620770 w 3808"/>
              <a:gd name="T3" fmla="*/ 1061107 h 4578"/>
              <a:gd name="T4" fmla="*/ 609952 w 3808"/>
              <a:gd name="T5" fmla="*/ 993696 h 4578"/>
              <a:gd name="T6" fmla="*/ 804254 w 3808"/>
              <a:gd name="T7" fmla="*/ 1136009 h 4578"/>
              <a:gd name="T8" fmla="*/ 1261510 w 3808"/>
              <a:gd name="T9" fmla="*/ 605039 h 4578"/>
              <a:gd name="T10" fmla="*/ 997309 w 3808"/>
              <a:gd name="T11" fmla="*/ 385328 h 4578"/>
              <a:gd name="T12" fmla="*/ 1018112 w 3808"/>
              <a:gd name="T13" fmla="*/ 332896 h 4578"/>
              <a:gd name="T14" fmla="*/ 991900 w 3808"/>
              <a:gd name="T15" fmla="*/ 304600 h 4578"/>
              <a:gd name="T16" fmla="*/ 1025601 w 3808"/>
              <a:gd name="T17" fmla="*/ 199322 h 4578"/>
              <a:gd name="T18" fmla="*/ 992316 w 3808"/>
              <a:gd name="T19" fmla="*/ 5410 h 4578"/>
              <a:gd name="T20" fmla="*/ 833379 w 3808"/>
              <a:gd name="T21" fmla="*/ 32457 h 4578"/>
              <a:gd name="T22" fmla="*/ 644901 w 3808"/>
              <a:gd name="T23" fmla="*/ 86969 h 4578"/>
              <a:gd name="T24" fmla="*/ 529651 w 3808"/>
              <a:gd name="T25" fmla="*/ 12484 h 4578"/>
              <a:gd name="T26" fmla="*/ 540469 w 3808"/>
              <a:gd name="T27" fmla="*/ 193496 h 4578"/>
              <a:gd name="T28" fmla="*/ 583324 w 3808"/>
              <a:gd name="T29" fmla="*/ 312507 h 4578"/>
              <a:gd name="T30" fmla="*/ 583324 w 3808"/>
              <a:gd name="T31" fmla="*/ 347877 h 4578"/>
              <a:gd name="T32" fmla="*/ 568345 w 3808"/>
              <a:gd name="T33" fmla="*/ 414872 h 4578"/>
              <a:gd name="T34" fmla="*/ 277516 w 3808"/>
              <a:gd name="T35" fmla="*/ 646651 h 4578"/>
              <a:gd name="T36" fmla="*/ 123155 w 3808"/>
              <a:gd name="T37" fmla="*/ 909223 h 4578"/>
              <a:gd name="T38" fmla="*/ 10818 w 3808"/>
              <a:gd name="T39" fmla="*/ 1299545 h 4578"/>
              <a:gd name="T40" fmla="*/ 22468 w 3808"/>
              <a:gd name="T41" fmla="*/ 1617461 h 4578"/>
              <a:gd name="T42" fmla="*/ 102352 w 3808"/>
              <a:gd name="T43" fmla="*/ 1767680 h 4578"/>
              <a:gd name="T44" fmla="*/ 251303 w 3808"/>
              <a:gd name="T45" fmla="*/ 1865469 h 4578"/>
              <a:gd name="T46" fmla="*/ 780539 w 3808"/>
              <a:gd name="T47" fmla="*/ 1905000 h 4578"/>
              <a:gd name="T48" fmla="*/ 1293547 w 3808"/>
              <a:gd name="T49" fmla="*/ 1877120 h 4578"/>
              <a:gd name="T50" fmla="*/ 1458725 w 3808"/>
              <a:gd name="T51" fmla="*/ 1792231 h 4578"/>
              <a:gd name="T52" fmla="*/ 1551092 w 3808"/>
              <a:gd name="T53" fmla="*/ 1651166 h 4578"/>
              <a:gd name="T54" fmla="*/ 1582297 w 3808"/>
              <a:gd name="T55" fmla="*/ 1380272 h 4578"/>
              <a:gd name="T56" fmla="*/ 1490762 w 3808"/>
              <a:gd name="T57" fmla="*/ 981628 h 4578"/>
              <a:gd name="T58" fmla="*/ 1336402 w 3808"/>
              <a:gd name="T59" fmla="*/ 681606 h 4578"/>
              <a:gd name="T60" fmla="*/ 1097164 w 3808"/>
              <a:gd name="T61" fmla="*/ 1433119 h 4578"/>
              <a:gd name="T62" fmla="*/ 1012287 w 3808"/>
              <a:gd name="T63" fmla="*/ 1537566 h 4578"/>
              <a:gd name="T64" fmla="*/ 917008 w 3808"/>
              <a:gd name="T65" fmla="*/ 1662818 h 4578"/>
              <a:gd name="T66" fmla="*/ 866664 w 3808"/>
              <a:gd name="T67" fmla="*/ 1689866 h 4578"/>
              <a:gd name="T68" fmla="*/ 825890 w 3808"/>
              <a:gd name="T69" fmla="*/ 1654495 h 4578"/>
              <a:gd name="T70" fmla="*/ 762648 w 3808"/>
              <a:gd name="T71" fmla="*/ 1664898 h 4578"/>
              <a:gd name="T72" fmla="*/ 714800 w 3808"/>
              <a:gd name="T73" fmla="*/ 1689033 h 4578"/>
              <a:gd name="T74" fmla="*/ 671113 w 3808"/>
              <a:gd name="T75" fmla="*/ 1651166 h 4578"/>
              <a:gd name="T76" fmla="*/ 550871 w 3808"/>
              <a:gd name="T77" fmla="*/ 1504692 h 4578"/>
              <a:gd name="T78" fmla="*/ 478059 w 3808"/>
              <a:gd name="T79" fmla="*/ 1349895 h 4578"/>
              <a:gd name="T80" fmla="*/ 529651 w 3808"/>
              <a:gd name="T81" fmla="*/ 1306202 h 4578"/>
              <a:gd name="T82" fmla="*/ 594141 w 3808"/>
              <a:gd name="T83" fmla="*/ 1367372 h 4578"/>
              <a:gd name="T84" fmla="*/ 639909 w 3808"/>
              <a:gd name="T85" fmla="*/ 1456006 h 4578"/>
              <a:gd name="T86" fmla="*/ 543381 w 3808"/>
              <a:gd name="T87" fmla="*/ 1186776 h 4578"/>
              <a:gd name="T88" fmla="*/ 488045 w 3808"/>
              <a:gd name="T89" fmla="*/ 1064020 h 4578"/>
              <a:gd name="T90" fmla="*/ 536308 w 3808"/>
              <a:gd name="T91" fmla="*/ 909223 h 4578"/>
              <a:gd name="T92" fmla="*/ 661544 w 3808"/>
              <a:gd name="T93" fmla="*/ 747353 h 4578"/>
              <a:gd name="T94" fmla="*/ 703567 w 3808"/>
              <a:gd name="T95" fmla="*/ 706157 h 4578"/>
              <a:gd name="T96" fmla="*/ 758071 w 3808"/>
              <a:gd name="T97" fmla="*/ 727379 h 4578"/>
              <a:gd name="T98" fmla="*/ 827554 w 3808"/>
              <a:gd name="T99" fmla="*/ 742359 h 4578"/>
              <a:gd name="T100" fmla="*/ 871241 w 3808"/>
              <a:gd name="T101" fmla="*/ 704492 h 4578"/>
              <a:gd name="T102" fmla="*/ 924913 w 3808"/>
              <a:gd name="T103" fmla="*/ 734453 h 4578"/>
              <a:gd name="T104" fmla="*/ 1015616 w 3808"/>
              <a:gd name="T105" fmla="*/ 876766 h 4578"/>
              <a:gd name="T106" fmla="*/ 1082602 w 3808"/>
              <a:gd name="T107" fmla="*/ 981628 h 4578"/>
              <a:gd name="T108" fmla="*/ 1068456 w 3808"/>
              <a:gd name="T109" fmla="*/ 1092733 h 4578"/>
              <a:gd name="T110" fmla="*/ 990236 w 3808"/>
              <a:gd name="T111" fmla="*/ 1074007 h 4578"/>
              <a:gd name="T112" fmla="*/ 948629 w 3808"/>
              <a:gd name="T113" fmla="*/ 974138 h 4578"/>
              <a:gd name="T114" fmla="*/ 1066376 w 3808"/>
              <a:gd name="T115" fmla="*/ 1236294 h 4578"/>
              <a:gd name="T116" fmla="*/ 1109230 w 3808"/>
              <a:gd name="T117" fmla="*/ 1312028 h 4578"/>
              <a:gd name="T118" fmla="*/ 934899 w 3808"/>
              <a:gd name="T119" fmla="*/ 1481389 h 4578"/>
              <a:gd name="T120" fmla="*/ 982330 w 3808"/>
              <a:gd name="T121" fmla="*/ 1422716 h 4578"/>
              <a:gd name="T122" fmla="*/ 975257 w 3808"/>
              <a:gd name="T123" fmla="*/ 1356553 h 457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808" h="4578">
                <a:moveTo>
                  <a:pt x="1815" y="3080"/>
                </a:moveTo>
                <a:lnTo>
                  <a:pt x="1829" y="3629"/>
                </a:lnTo>
                <a:lnTo>
                  <a:pt x="1878" y="3637"/>
                </a:lnTo>
                <a:lnTo>
                  <a:pt x="1903" y="3639"/>
                </a:lnTo>
                <a:lnTo>
                  <a:pt x="1930" y="3641"/>
                </a:lnTo>
                <a:lnTo>
                  <a:pt x="1946" y="3640"/>
                </a:lnTo>
                <a:lnTo>
                  <a:pt x="1961" y="3638"/>
                </a:lnTo>
                <a:lnTo>
                  <a:pt x="1975" y="3636"/>
                </a:lnTo>
                <a:lnTo>
                  <a:pt x="1991" y="3635"/>
                </a:lnTo>
                <a:lnTo>
                  <a:pt x="1998" y="3125"/>
                </a:lnTo>
                <a:lnTo>
                  <a:pt x="1971" y="3119"/>
                </a:lnTo>
                <a:lnTo>
                  <a:pt x="1944" y="3113"/>
                </a:lnTo>
                <a:lnTo>
                  <a:pt x="1878" y="3096"/>
                </a:lnTo>
                <a:lnTo>
                  <a:pt x="1815" y="3080"/>
                </a:lnTo>
                <a:close/>
                <a:moveTo>
                  <a:pt x="1458" y="2434"/>
                </a:moveTo>
                <a:lnTo>
                  <a:pt x="1458" y="2434"/>
                </a:lnTo>
                <a:lnTo>
                  <a:pt x="1458" y="2450"/>
                </a:lnTo>
                <a:lnTo>
                  <a:pt x="1459" y="2465"/>
                </a:lnTo>
                <a:lnTo>
                  <a:pt x="1461" y="2481"/>
                </a:lnTo>
                <a:lnTo>
                  <a:pt x="1464" y="2495"/>
                </a:lnTo>
                <a:lnTo>
                  <a:pt x="1469" y="2509"/>
                </a:lnTo>
                <a:lnTo>
                  <a:pt x="1475" y="2523"/>
                </a:lnTo>
                <a:lnTo>
                  <a:pt x="1483" y="2537"/>
                </a:lnTo>
                <a:lnTo>
                  <a:pt x="1492" y="2550"/>
                </a:lnTo>
                <a:lnTo>
                  <a:pt x="1502" y="2563"/>
                </a:lnTo>
                <a:lnTo>
                  <a:pt x="1513" y="2574"/>
                </a:lnTo>
                <a:lnTo>
                  <a:pt x="1525" y="2586"/>
                </a:lnTo>
                <a:lnTo>
                  <a:pt x="1538" y="2597"/>
                </a:lnTo>
                <a:lnTo>
                  <a:pt x="1554" y="2266"/>
                </a:lnTo>
                <a:lnTo>
                  <a:pt x="1532" y="2284"/>
                </a:lnTo>
                <a:lnTo>
                  <a:pt x="1514" y="2303"/>
                </a:lnTo>
                <a:lnTo>
                  <a:pt x="1498" y="2324"/>
                </a:lnTo>
                <a:lnTo>
                  <a:pt x="1491" y="2334"/>
                </a:lnTo>
                <a:lnTo>
                  <a:pt x="1484" y="2344"/>
                </a:lnTo>
                <a:lnTo>
                  <a:pt x="1478" y="2355"/>
                </a:lnTo>
                <a:lnTo>
                  <a:pt x="1474" y="2366"/>
                </a:lnTo>
                <a:lnTo>
                  <a:pt x="1469" y="2377"/>
                </a:lnTo>
                <a:lnTo>
                  <a:pt x="1466" y="2388"/>
                </a:lnTo>
                <a:lnTo>
                  <a:pt x="1463" y="2399"/>
                </a:lnTo>
                <a:lnTo>
                  <a:pt x="1460" y="2410"/>
                </a:lnTo>
                <a:lnTo>
                  <a:pt x="1459" y="2423"/>
                </a:lnTo>
                <a:lnTo>
                  <a:pt x="1458" y="2434"/>
                </a:lnTo>
                <a:close/>
                <a:moveTo>
                  <a:pt x="1894" y="2175"/>
                </a:moveTo>
                <a:lnTo>
                  <a:pt x="1894" y="2175"/>
                </a:lnTo>
                <a:lnTo>
                  <a:pt x="1875" y="2176"/>
                </a:lnTo>
                <a:lnTo>
                  <a:pt x="1856" y="2178"/>
                </a:lnTo>
                <a:lnTo>
                  <a:pt x="1839" y="2180"/>
                </a:lnTo>
                <a:lnTo>
                  <a:pt x="1820" y="2182"/>
                </a:lnTo>
                <a:lnTo>
                  <a:pt x="1812" y="2698"/>
                </a:lnTo>
                <a:lnTo>
                  <a:pt x="1869" y="2714"/>
                </a:lnTo>
                <a:lnTo>
                  <a:pt x="1933" y="2730"/>
                </a:lnTo>
                <a:lnTo>
                  <a:pt x="1966" y="2740"/>
                </a:lnTo>
                <a:lnTo>
                  <a:pt x="2000" y="2750"/>
                </a:lnTo>
                <a:lnTo>
                  <a:pt x="1996" y="2185"/>
                </a:lnTo>
                <a:lnTo>
                  <a:pt x="1947" y="2178"/>
                </a:lnTo>
                <a:lnTo>
                  <a:pt x="1921" y="2176"/>
                </a:lnTo>
                <a:lnTo>
                  <a:pt x="1908" y="2175"/>
                </a:lnTo>
                <a:lnTo>
                  <a:pt x="1894" y="2175"/>
                </a:lnTo>
                <a:close/>
                <a:moveTo>
                  <a:pt x="3118" y="1530"/>
                </a:moveTo>
                <a:lnTo>
                  <a:pt x="3118" y="1530"/>
                </a:lnTo>
                <a:lnTo>
                  <a:pt x="3099" y="1512"/>
                </a:lnTo>
                <a:lnTo>
                  <a:pt x="3078" y="1494"/>
                </a:lnTo>
                <a:lnTo>
                  <a:pt x="3032" y="1454"/>
                </a:lnTo>
                <a:lnTo>
                  <a:pt x="2980" y="1413"/>
                </a:lnTo>
                <a:lnTo>
                  <a:pt x="2926" y="1371"/>
                </a:lnTo>
                <a:lnTo>
                  <a:pt x="2810" y="1285"/>
                </a:lnTo>
                <a:lnTo>
                  <a:pt x="2694" y="1197"/>
                </a:lnTo>
                <a:lnTo>
                  <a:pt x="2637" y="1154"/>
                </a:lnTo>
                <a:lnTo>
                  <a:pt x="2584" y="1113"/>
                </a:lnTo>
                <a:lnTo>
                  <a:pt x="2534" y="1071"/>
                </a:lnTo>
                <a:lnTo>
                  <a:pt x="2511" y="1052"/>
                </a:lnTo>
                <a:lnTo>
                  <a:pt x="2490" y="1032"/>
                </a:lnTo>
                <a:lnTo>
                  <a:pt x="2470" y="1013"/>
                </a:lnTo>
                <a:lnTo>
                  <a:pt x="2451" y="995"/>
                </a:lnTo>
                <a:lnTo>
                  <a:pt x="2435" y="976"/>
                </a:lnTo>
                <a:lnTo>
                  <a:pt x="2421" y="959"/>
                </a:lnTo>
                <a:lnTo>
                  <a:pt x="2407" y="943"/>
                </a:lnTo>
                <a:lnTo>
                  <a:pt x="2397" y="926"/>
                </a:lnTo>
                <a:lnTo>
                  <a:pt x="2389" y="911"/>
                </a:lnTo>
                <a:lnTo>
                  <a:pt x="2384" y="897"/>
                </a:lnTo>
                <a:lnTo>
                  <a:pt x="2371" y="857"/>
                </a:lnTo>
                <a:lnTo>
                  <a:pt x="2386" y="854"/>
                </a:lnTo>
                <a:lnTo>
                  <a:pt x="2401" y="850"/>
                </a:lnTo>
                <a:lnTo>
                  <a:pt x="2413" y="844"/>
                </a:lnTo>
                <a:lnTo>
                  <a:pt x="2425" y="836"/>
                </a:lnTo>
                <a:lnTo>
                  <a:pt x="2434" y="826"/>
                </a:lnTo>
                <a:lnTo>
                  <a:pt x="2438" y="821"/>
                </a:lnTo>
                <a:lnTo>
                  <a:pt x="2441" y="816"/>
                </a:lnTo>
                <a:lnTo>
                  <a:pt x="2444" y="811"/>
                </a:lnTo>
                <a:lnTo>
                  <a:pt x="2445" y="805"/>
                </a:lnTo>
                <a:lnTo>
                  <a:pt x="2447" y="800"/>
                </a:lnTo>
                <a:lnTo>
                  <a:pt x="2447" y="794"/>
                </a:lnTo>
                <a:lnTo>
                  <a:pt x="2446" y="787"/>
                </a:lnTo>
                <a:lnTo>
                  <a:pt x="2445" y="781"/>
                </a:lnTo>
                <a:lnTo>
                  <a:pt x="2443" y="775"/>
                </a:lnTo>
                <a:lnTo>
                  <a:pt x="2440" y="768"/>
                </a:lnTo>
                <a:lnTo>
                  <a:pt x="2436" y="763"/>
                </a:lnTo>
                <a:lnTo>
                  <a:pt x="2432" y="757"/>
                </a:lnTo>
                <a:lnTo>
                  <a:pt x="2427" y="753"/>
                </a:lnTo>
                <a:lnTo>
                  <a:pt x="2421" y="748"/>
                </a:lnTo>
                <a:lnTo>
                  <a:pt x="2414" y="744"/>
                </a:lnTo>
                <a:lnTo>
                  <a:pt x="2407" y="740"/>
                </a:lnTo>
                <a:lnTo>
                  <a:pt x="2400" y="737"/>
                </a:lnTo>
                <a:lnTo>
                  <a:pt x="2392" y="735"/>
                </a:lnTo>
                <a:lnTo>
                  <a:pt x="2384" y="732"/>
                </a:lnTo>
                <a:lnTo>
                  <a:pt x="2376" y="731"/>
                </a:lnTo>
                <a:lnTo>
                  <a:pt x="2367" y="730"/>
                </a:lnTo>
                <a:lnTo>
                  <a:pt x="2358" y="730"/>
                </a:lnTo>
                <a:lnTo>
                  <a:pt x="2353" y="730"/>
                </a:lnTo>
                <a:lnTo>
                  <a:pt x="2354" y="716"/>
                </a:lnTo>
                <a:lnTo>
                  <a:pt x="2356" y="704"/>
                </a:lnTo>
                <a:lnTo>
                  <a:pt x="2359" y="692"/>
                </a:lnTo>
                <a:lnTo>
                  <a:pt x="2363" y="680"/>
                </a:lnTo>
                <a:lnTo>
                  <a:pt x="2372" y="655"/>
                </a:lnTo>
                <a:lnTo>
                  <a:pt x="2383" y="631"/>
                </a:lnTo>
                <a:lnTo>
                  <a:pt x="2396" y="604"/>
                </a:lnTo>
                <a:lnTo>
                  <a:pt x="2410" y="577"/>
                </a:lnTo>
                <a:lnTo>
                  <a:pt x="2446" y="515"/>
                </a:lnTo>
                <a:lnTo>
                  <a:pt x="2465" y="479"/>
                </a:lnTo>
                <a:lnTo>
                  <a:pt x="2486" y="438"/>
                </a:lnTo>
                <a:lnTo>
                  <a:pt x="2508" y="394"/>
                </a:lnTo>
                <a:lnTo>
                  <a:pt x="2531" y="343"/>
                </a:lnTo>
                <a:lnTo>
                  <a:pt x="2554" y="287"/>
                </a:lnTo>
                <a:lnTo>
                  <a:pt x="2579" y="222"/>
                </a:lnTo>
                <a:lnTo>
                  <a:pt x="2603" y="152"/>
                </a:lnTo>
                <a:lnTo>
                  <a:pt x="2615" y="114"/>
                </a:lnTo>
                <a:lnTo>
                  <a:pt x="2627" y="74"/>
                </a:lnTo>
                <a:lnTo>
                  <a:pt x="2581" y="59"/>
                </a:lnTo>
                <a:lnTo>
                  <a:pt x="2536" y="47"/>
                </a:lnTo>
                <a:lnTo>
                  <a:pt x="2494" y="36"/>
                </a:lnTo>
                <a:lnTo>
                  <a:pt x="2455" y="27"/>
                </a:lnTo>
                <a:lnTo>
                  <a:pt x="2419" y="19"/>
                </a:lnTo>
                <a:lnTo>
                  <a:pt x="2385" y="13"/>
                </a:lnTo>
                <a:lnTo>
                  <a:pt x="2352" y="8"/>
                </a:lnTo>
                <a:lnTo>
                  <a:pt x="2322" y="3"/>
                </a:lnTo>
                <a:lnTo>
                  <a:pt x="2293" y="1"/>
                </a:lnTo>
                <a:lnTo>
                  <a:pt x="2267" y="0"/>
                </a:lnTo>
                <a:lnTo>
                  <a:pt x="2241" y="1"/>
                </a:lnTo>
                <a:lnTo>
                  <a:pt x="2217" y="2"/>
                </a:lnTo>
                <a:lnTo>
                  <a:pt x="2193" y="5"/>
                </a:lnTo>
                <a:lnTo>
                  <a:pt x="2171" y="10"/>
                </a:lnTo>
                <a:lnTo>
                  <a:pt x="2150" y="15"/>
                </a:lnTo>
                <a:lnTo>
                  <a:pt x="2128" y="21"/>
                </a:lnTo>
                <a:lnTo>
                  <a:pt x="2107" y="28"/>
                </a:lnTo>
                <a:lnTo>
                  <a:pt x="2086" y="36"/>
                </a:lnTo>
                <a:lnTo>
                  <a:pt x="2066" y="44"/>
                </a:lnTo>
                <a:lnTo>
                  <a:pt x="2045" y="54"/>
                </a:lnTo>
                <a:lnTo>
                  <a:pt x="2003" y="78"/>
                </a:lnTo>
                <a:lnTo>
                  <a:pt x="1957" y="103"/>
                </a:lnTo>
                <a:lnTo>
                  <a:pt x="1908" y="132"/>
                </a:lnTo>
                <a:lnTo>
                  <a:pt x="1853" y="163"/>
                </a:lnTo>
                <a:lnTo>
                  <a:pt x="1791" y="198"/>
                </a:lnTo>
                <a:lnTo>
                  <a:pt x="1757" y="215"/>
                </a:lnTo>
                <a:lnTo>
                  <a:pt x="1722" y="234"/>
                </a:lnTo>
                <a:lnTo>
                  <a:pt x="1695" y="238"/>
                </a:lnTo>
                <a:lnTo>
                  <a:pt x="1670" y="240"/>
                </a:lnTo>
                <a:lnTo>
                  <a:pt x="1646" y="240"/>
                </a:lnTo>
                <a:lnTo>
                  <a:pt x="1625" y="237"/>
                </a:lnTo>
                <a:lnTo>
                  <a:pt x="1605" y="233"/>
                </a:lnTo>
                <a:lnTo>
                  <a:pt x="1585" y="227"/>
                </a:lnTo>
                <a:lnTo>
                  <a:pt x="1567" y="218"/>
                </a:lnTo>
                <a:lnTo>
                  <a:pt x="1550" y="209"/>
                </a:lnTo>
                <a:lnTo>
                  <a:pt x="1532" y="199"/>
                </a:lnTo>
                <a:lnTo>
                  <a:pt x="1517" y="188"/>
                </a:lnTo>
                <a:lnTo>
                  <a:pt x="1502" y="176"/>
                </a:lnTo>
                <a:lnTo>
                  <a:pt x="1486" y="162"/>
                </a:lnTo>
                <a:lnTo>
                  <a:pt x="1458" y="136"/>
                </a:lnTo>
                <a:lnTo>
                  <a:pt x="1428" y="109"/>
                </a:lnTo>
                <a:lnTo>
                  <a:pt x="1414" y="97"/>
                </a:lnTo>
                <a:lnTo>
                  <a:pt x="1399" y="85"/>
                </a:lnTo>
                <a:lnTo>
                  <a:pt x="1384" y="73"/>
                </a:lnTo>
                <a:lnTo>
                  <a:pt x="1367" y="63"/>
                </a:lnTo>
                <a:lnTo>
                  <a:pt x="1350" y="53"/>
                </a:lnTo>
                <a:lnTo>
                  <a:pt x="1333" y="45"/>
                </a:lnTo>
                <a:lnTo>
                  <a:pt x="1313" y="38"/>
                </a:lnTo>
                <a:lnTo>
                  <a:pt x="1294" y="33"/>
                </a:lnTo>
                <a:lnTo>
                  <a:pt x="1273" y="30"/>
                </a:lnTo>
                <a:lnTo>
                  <a:pt x="1250" y="30"/>
                </a:lnTo>
                <a:lnTo>
                  <a:pt x="1226" y="31"/>
                </a:lnTo>
                <a:lnTo>
                  <a:pt x="1200" y="35"/>
                </a:lnTo>
                <a:lnTo>
                  <a:pt x="1173" y="41"/>
                </a:lnTo>
                <a:lnTo>
                  <a:pt x="1143" y="50"/>
                </a:lnTo>
                <a:lnTo>
                  <a:pt x="1112" y="64"/>
                </a:lnTo>
                <a:lnTo>
                  <a:pt x="1078" y="79"/>
                </a:lnTo>
                <a:lnTo>
                  <a:pt x="1113" y="151"/>
                </a:lnTo>
                <a:lnTo>
                  <a:pt x="1147" y="216"/>
                </a:lnTo>
                <a:lnTo>
                  <a:pt x="1180" y="276"/>
                </a:lnTo>
                <a:lnTo>
                  <a:pt x="1211" y="330"/>
                </a:lnTo>
                <a:lnTo>
                  <a:pt x="1242" y="379"/>
                </a:lnTo>
                <a:lnTo>
                  <a:pt x="1272" y="424"/>
                </a:lnTo>
                <a:lnTo>
                  <a:pt x="1299" y="465"/>
                </a:lnTo>
                <a:lnTo>
                  <a:pt x="1324" y="503"/>
                </a:lnTo>
                <a:lnTo>
                  <a:pt x="1370" y="568"/>
                </a:lnTo>
                <a:lnTo>
                  <a:pt x="1391" y="597"/>
                </a:lnTo>
                <a:lnTo>
                  <a:pt x="1409" y="625"/>
                </a:lnTo>
                <a:lnTo>
                  <a:pt x="1424" y="652"/>
                </a:lnTo>
                <a:lnTo>
                  <a:pt x="1438" y="678"/>
                </a:lnTo>
                <a:lnTo>
                  <a:pt x="1443" y="691"/>
                </a:lnTo>
                <a:lnTo>
                  <a:pt x="1448" y="704"/>
                </a:lnTo>
                <a:lnTo>
                  <a:pt x="1452" y="717"/>
                </a:lnTo>
                <a:lnTo>
                  <a:pt x="1456" y="731"/>
                </a:lnTo>
                <a:lnTo>
                  <a:pt x="1440" y="733"/>
                </a:lnTo>
                <a:lnTo>
                  <a:pt x="1425" y="738"/>
                </a:lnTo>
                <a:lnTo>
                  <a:pt x="1413" y="744"/>
                </a:lnTo>
                <a:lnTo>
                  <a:pt x="1402" y="751"/>
                </a:lnTo>
                <a:lnTo>
                  <a:pt x="1393" y="760"/>
                </a:lnTo>
                <a:lnTo>
                  <a:pt x="1389" y="765"/>
                </a:lnTo>
                <a:lnTo>
                  <a:pt x="1386" y="770"/>
                </a:lnTo>
                <a:lnTo>
                  <a:pt x="1383" y="777"/>
                </a:lnTo>
                <a:lnTo>
                  <a:pt x="1382" y="782"/>
                </a:lnTo>
                <a:lnTo>
                  <a:pt x="1381" y="788"/>
                </a:lnTo>
                <a:lnTo>
                  <a:pt x="1379" y="794"/>
                </a:lnTo>
                <a:lnTo>
                  <a:pt x="1381" y="800"/>
                </a:lnTo>
                <a:lnTo>
                  <a:pt x="1382" y="805"/>
                </a:lnTo>
                <a:lnTo>
                  <a:pt x="1383" y="811"/>
                </a:lnTo>
                <a:lnTo>
                  <a:pt x="1386" y="816"/>
                </a:lnTo>
                <a:lnTo>
                  <a:pt x="1389" y="821"/>
                </a:lnTo>
                <a:lnTo>
                  <a:pt x="1393" y="826"/>
                </a:lnTo>
                <a:lnTo>
                  <a:pt x="1402" y="836"/>
                </a:lnTo>
                <a:lnTo>
                  <a:pt x="1413" y="844"/>
                </a:lnTo>
                <a:lnTo>
                  <a:pt x="1425" y="850"/>
                </a:lnTo>
                <a:lnTo>
                  <a:pt x="1440" y="854"/>
                </a:lnTo>
                <a:lnTo>
                  <a:pt x="1456" y="857"/>
                </a:lnTo>
                <a:lnTo>
                  <a:pt x="1454" y="866"/>
                </a:lnTo>
                <a:lnTo>
                  <a:pt x="1452" y="876"/>
                </a:lnTo>
                <a:lnTo>
                  <a:pt x="1447" y="892"/>
                </a:lnTo>
                <a:lnTo>
                  <a:pt x="1439" y="907"/>
                </a:lnTo>
                <a:lnTo>
                  <a:pt x="1428" y="924"/>
                </a:lnTo>
                <a:lnTo>
                  <a:pt x="1416" y="941"/>
                </a:lnTo>
                <a:lnTo>
                  <a:pt x="1402" y="959"/>
                </a:lnTo>
                <a:lnTo>
                  <a:pt x="1385" y="977"/>
                </a:lnTo>
                <a:lnTo>
                  <a:pt x="1366" y="997"/>
                </a:lnTo>
                <a:lnTo>
                  <a:pt x="1346" y="1016"/>
                </a:lnTo>
                <a:lnTo>
                  <a:pt x="1324" y="1035"/>
                </a:lnTo>
                <a:lnTo>
                  <a:pt x="1301" y="1056"/>
                </a:lnTo>
                <a:lnTo>
                  <a:pt x="1250" y="1098"/>
                </a:lnTo>
                <a:lnTo>
                  <a:pt x="1195" y="1141"/>
                </a:lnTo>
                <a:lnTo>
                  <a:pt x="1136" y="1185"/>
                </a:lnTo>
                <a:lnTo>
                  <a:pt x="1015" y="1275"/>
                </a:lnTo>
                <a:lnTo>
                  <a:pt x="894" y="1363"/>
                </a:lnTo>
                <a:lnTo>
                  <a:pt x="837" y="1407"/>
                </a:lnTo>
                <a:lnTo>
                  <a:pt x="783" y="1450"/>
                </a:lnTo>
                <a:lnTo>
                  <a:pt x="734" y="1491"/>
                </a:lnTo>
                <a:lnTo>
                  <a:pt x="710" y="1511"/>
                </a:lnTo>
                <a:lnTo>
                  <a:pt x="690" y="1530"/>
                </a:lnTo>
                <a:lnTo>
                  <a:pt x="667" y="1554"/>
                </a:lnTo>
                <a:lnTo>
                  <a:pt x="644" y="1579"/>
                </a:lnTo>
                <a:lnTo>
                  <a:pt x="621" y="1608"/>
                </a:lnTo>
                <a:lnTo>
                  <a:pt x="596" y="1638"/>
                </a:lnTo>
                <a:lnTo>
                  <a:pt x="572" y="1673"/>
                </a:lnTo>
                <a:lnTo>
                  <a:pt x="547" y="1709"/>
                </a:lnTo>
                <a:lnTo>
                  <a:pt x="522" y="1747"/>
                </a:lnTo>
                <a:lnTo>
                  <a:pt x="496" y="1788"/>
                </a:lnTo>
                <a:lnTo>
                  <a:pt x="471" y="1832"/>
                </a:lnTo>
                <a:lnTo>
                  <a:pt x="445" y="1877"/>
                </a:lnTo>
                <a:lnTo>
                  <a:pt x="420" y="1923"/>
                </a:lnTo>
                <a:lnTo>
                  <a:pt x="394" y="1973"/>
                </a:lnTo>
                <a:lnTo>
                  <a:pt x="369" y="2023"/>
                </a:lnTo>
                <a:lnTo>
                  <a:pt x="344" y="2076"/>
                </a:lnTo>
                <a:lnTo>
                  <a:pt x="320" y="2130"/>
                </a:lnTo>
                <a:lnTo>
                  <a:pt x="296" y="2185"/>
                </a:lnTo>
                <a:lnTo>
                  <a:pt x="271" y="2242"/>
                </a:lnTo>
                <a:lnTo>
                  <a:pt x="248" y="2300"/>
                </a:lnTo>
                <a:lnTo>
                  <a:pt x="225" y="2359"/>
                </a:lnTo>
                <a:lnTo>
                  <a:pt x="203" y="2421"/>
                </a:lnTo>
                <a:lnTo>
                  <a:pt x="183" y="2482"/>
                </a:lnTo>
                <a:lnTo>
                  <a:pt x="161" y="2544"/>
                </a:lnTo>
                <a:lnTo>
                  <a:pt x="142" y="2606"/>
                </a:lnTo>
                <a:lnTo>
                  <a:pt x="123" y="2670"/>
                </a:lnTo>
                <a:lnTo>
                  <a:pt x="106" y="2734"/>
                </a:lnTo>
                <a:lnTo>
                  <a:pt x="89" y="2798"/>
                </a:lnTo>
                <a:lnTo>
                  <a:pt x="74" y="2863"/>
                </a:lnTo>
                <a:lnTo>
                  <a:pt x="60" y="2928"/>
                </a:lnTo>
                <a:lnTo>
                  <a:pt x="47" y="2993"/>
                </a:lnTo>
                <a:lnTo>
                  <a:pt x="36" y="3058"/>
                </a:lnTo>
                <a:lnTo>
                  <a:pt x="26" y="3123"/>
                </a:lnTo>
                <a:lnTo>
                  <a:pt x="17" y="3189"/>
                </a:lnTo>
                <a:lnTo>
                  <a:pt x="10" y="3253"/>
                </a:lnTo>
                <a:lnTo>
                  <a:pt x="5" y="3317"/>
                </a:lnTo>
                <a:lnTo>
                  <a:pt x="2" y="3380"/>
                </a:lnTo>
                <a:lnTo>
                  <a:pt x="0" y="3443"/>
                </a:lnTo>
                <a:lnTo>
                  <a:pt x="1" y="3506"/>
                </a:lnTo>
                <a:lnTo>
                  <a:pt x="3" y="3567"/>
                </a:lnTo>
                <a:lnTo>
                  <a:pt x="7" y="3629"/>
                </a:lnTo>
                <a:lnTo>
                  <a:pt x="14" y="3688"/>
                </a:lnTo>
                <a:lnTo>
                  <a:pt x="23" y="3747"/>
                </a:lnTo>
                <a:lnTo>
                  <a:pt x="28" y="3775"/>
                </a:lnTo>
                <a:lnTo>
                  <a:pt x="34" y="3804"/>
                </a:lnTo>
                <a:lnTo>
                  <a:pt x="40" y="3832"/>
                </a:lnTo>
                <a:lnTo>
                  <a:pt x="47" y="3860"/>
                </a:lnTo>
                <a:lnTo>
                  <a:pt x="54" y="3887"/>
                </a:lnTo>
                <a:lnTo>
                  <a:pt x="62" y="3915"/>
                </a:lnTo>
                <a:lnTo>
                  <a:pt x="71" y="3941"/>
                </a:lnTo>
                <a:lnTo>
                  <a:pt x="81" y="3968"/>
                </a:lnTo>
                <a:lnTo>
                  <a:pt x="91" y="3993"/>
                </a:lnTo>
                <a:lnTo>
                  <a:pt x="102" y="4019"/>
                </a:lnTo>
                <a:lnTo>
                  <a:pt x="113" y="4044"/>
                </a:lnTo>
                <a:lnTo>
                  <a:pt x="124" y="4069"/>
                </a:lnTo>
                <a:lnTo>
                  <a:pt x="138" y="4093"/>
                </a:lnTo>
                <a:lnTo>
                  <a:pt x="151" y="4116"/>
                </a:lnTo>
                <a:lnTo>
                  <a:pt x="165" y="4140"/>
                </a:lnTo>
                <a:lnTo>
                  <a:pt x="179" y="4162"/>
                </a:lnTo>
                <a:lnTo>
                  <a:pt x="195" y="4185"/>
                </a:lnTo>
                <a:lnTo>
                  <a:pt x="211" y="4206"/>
                </a:lnTo>
                <a:lnTo>
                  <a:pt x="228" y="4227"/>
                </a:lnTo>
                <a:lnTo>
                  <a:pt x="246" y="4248"/>
                </a:lnTo>
                <a:lnTo>
                  <a:pt x="264" y="4268"/>
                </a:lnTo>
                <a:lnTo>
                  <a:pt x="283" y="4288"/>
                </a:lnTo>
                <a:lnTo>
                  <a:pt x="303" y="4307"/>
                </a:lnTo>
                <a:lnTo>
                  <a:pt x="324" y="4325"/>
                </a:lnTo>
                <a:lnTo>
                  <a:pt x="346" y="4343"/>
                </a:lnTo>
                <a:lnTo>
                  <a:pt x="367" y="4360"/>
                </a:lnTo>
                <a:lnTo>
                  <a:pt x="390" y="4376"/>
                </a:lnTo>
                <a:lnTo>
                  <a:pt x="414" y="4391"/>
                </a:lnTo>
                <a:lnTo>
                  <a:pt x="439" y="4407"/>
                </a:lnTo>
                <a:lnTo>
                  <a:pt x="465" y="4421"/>
                </a:lnTo>
                <a:lnTo>
                  <a:pt x="490" y="4435"/>
                </a:lnTo>
                <a:lnTo>
                  <a:pt x="518" y="4449"/>
                </a:lnTo>
                <a:lnTo>
                  <a:pt x="545" y="4461"/>
                </a:lnTo>
                <a:lnTo>
                  <a:pt x="575" y="4472"/>
                </a:lnTo>
                <a:lnTo>
                  <a:pt x="604" y="4483"/>
                </a:lnTo>
                <a:lnTo>
                  <a:pt x="635" y="4493"/>
                </a:lnTo>
                <a:lnTo>
                  <a:pt x="666" y="4503"/>
                </a:lnTo>
                <a:lnTo>
                  <a:pt x="699" y="4511"/>
                </a:lnTo>
                <a:lnTo>
                  <a:pt x="732" y="4519"/>
                </a:lnTo>
                <a:lnTo>
                  <a:pt x="766" y="4526"/>
                </a:lnTo>
                <a:lnTo>
                  <a:pt x="801" y="4532"/>
                </a:lnTo>
                <a:lnTo>
                  <a:pt x="838" y="4537"/>
                </a:lnTo>
                <a:lnTo>
                  <a:pt x="874" y="4541"/>
                </a:lnTo>
                <a:lnTo>
                  <a:pt x="912" y="4545"/>
                </a:lnTo>
                <a:lnTo>
                  <a:pt x="952" y="4548"/>
                </a:lnTo>
                <a:lnTo>
                  <a:pt x="991" y="4549"/>
                </a:lnTo>
                <a:lnTo>
                  <a:pt x="1475" y="4566"/>
                </a:lnTo>
                <a:lnTo>
                  <a:pt x="1751" y="4575"/>
                </a:lnTo>
                <a:lnTo>
                  <a:pt x="1876" y="4578"/>
                </a:lnTo>
                <a:lnTo>
                  <a:pt x="1904" y="4578"/>
                </a:lnTo>
                <a:lnTo>
                  <a:pt x="1933" y="4578"/>
                </a:lnTo>
                <a:lnTo>
                  <a:pt x="2057" y="4575"/>
                </a:lnTo>
                <a:lnTo>
                  <a:pt x="2333" y="4566"/>
                </a:lnTo>
                <a:lnTo>
                  <a:pt x="2817" y="4549"/>
                </a:lnTo>
                <a:lnTo>
                  <a:pt x="2857" y="4548"/>
                </a:lnTo>
                <a:lnTo>
                  <a:pt x="2896" y="4545"/>
                </a:lnTo>
                <a:lnTo>
                  <a:pt x="2934" y="4541"/>
                </a:lnTo>
                <a:lnTo>
                  <a:pt x="2971" y="4537"/>
                </a:lnTo>
                <a:lnTo>
                  <a:pt x="3007" y="4532"/>
                </a:lnTo>
                <a:lnTo>
                  <a:pt x="3042" y="4526"/>
                </a:lnTo>
                <a:lnTo>
                  <a:pt x="3077" y="4519"/>
                </a:lnTo>
                <a:lnTo>
                  <a:pt x="3109" y="4511"/>
                </a:lnTo>
                <a:lnTo>
                  <a:pt x="3142" y="4503"/>
                </a:lnTo>
                <a:lnTo>
                  <a:pt x="3173" y="4493"/>
                </a:lnTo>
                <a:lnTo>
                  <a:pt x="3204" y="4483"/>
                </a:lnTo>
                <a:lnTo>
                  <a:pt x="3234" y="4472"/>
                </a:lnTo>
                <a:lnTo>
                  <a:pt x="3263" y="4461"/>
                </a:lnTo>
                <a:lnTo>
                  <a:pt x="3291" y="4449"/>
                </a:lnTo>
                <a:lnTo>
                  <a:pt x="3318" y="4435"/>
                </a:lnTo>
                <a:lnTo>
                  <a:pt x="3345" y="4421"/>
                </a:lnTo>
                <a:lnTo>
                  <a:pt x="3369" y="4407"/>
                </a:lnTo>
                <a:lnTo>
                  <a:pt x="3394" y="4391"/>
                </a:lnTo>
                <a:lnTo>
                  <a:pt x="3418" y="4376"/>
                </a:lnTo>
                <a:lnTo>
                  <a:pt x="3441" y="4360"/>
                </a:lnTo>
                <a:lnTo>
                  <a:pt x="3463" y="4343"/>
                </a:lnTo>
                <a:lnTo>
                  <a:pt x="3484" y="4325"/>
                </a:lnTo>
                <a:lnTo>
                  <a:pt x="3506" y="4307"/>
                </a:lnTo>
                <a:lnTo>
                  <a:pt x="3525" y="4288"/>
                </a:lnTo>
                <a:lnTo>
                  <a:pt x="3544" y="4268"/>
                </a:lnTo>
                <a:lnTo>
                  <a:pt x="3563" y="4248"/>
                </a:lnTo>
                <a:lnTo>
                  <a:pt x="3580" y="4227"/>
                </a:lnTo>
                <a:lnTo>
                  <a:pt x="3597" y="4206"/>
                </a:lnTo>
                <a:lnTo>
                  <a:pt x="3614" y="4185"/>
                </a:lnTo>
                <a:lnTo>
                  <a:pt x="3629" y="4162"/>
                </a:lnTo>
                <a:lnTo>
                  <a:pt x="3643" y="4140"/>
                </a:lnTo>
                <a:lnTo>
                  <a:pt x="3657" y="4116"/>
                </a:lnTo>
                <a:lnTo>
                  <a:pt x="3671" y="4093"/>
                </a:lnTo>
                <a:lnTo>
                  <a:pt x="3684" y="4069"/>
                </a:lnTo>
                <a:lnTo>
                  <a:pt x="3695" y="4044"/>
                </a:lnTo>
                <a:lnTo>
                  <a:pt x="3706" y="4019"/>
                </a:lnTo>
                <a:lnTo>
                  <a:pt x="3717" y="3993"/>
                </a:lnTo>
                <a:lnTo>
                  <a:pt x="3728" y="3968"/>
                </a:lnTo>
                <a:lnTo>
                  <a:pt x="3737" y="3941"/>
                </a:lnTo>
                <a:lnTo>
                  <a:pt x="3746" y="3915"/>
                </a:lnTo>
                <a:lnTo>
                  <a:pt x="3754" y="3887"/>
                </a:lnTo>
                <a:lnTo>
                  <a:pt x="3761" y="3860"/>
                </a:lnTo>
                <a:lnTo>
                  <a:pt x="3768" y="3832"/>
                </a:lnTo>
                <a:lnTo>
                  <a:pt x="3774" y="3804"/>
                </a:lnTo>
                <a:lnTo>
                  <a:pt x="3781" y="3775"/>
                </a:lnTo>
                <a:lnTo>
                  <a:pt x="3786" y="3747"/>
                </a:lnTo>
                <a:lnTo>
                  <a:pt x="3794" y="3688"/>
                </a:lnTo>
                <a:lnTo>
                  <a:pt x="3801" y="3629"/>
                </a:lnTo>
                <a:lnTo>
                  <a:pt x="3805" y="3567"/>
                </a:lnTo>
                <a:lnTo>
                  <a:pt x="3807" y="3506"/>
                </a:lnTo>
                <a:lnTo>
                  <a:pt x="3808" y="3443"/>
                </a:lnTo>
                <a:lnTo>
                  <a:pt x="3806" y="3380"/>
                </a:lnTo>
                <a:lnTo>
                  <a:pt x="3803" y="3317"/>
                </a:lnTo>
                <a:lnTo>
                  <a:pt x="3798" y="3253"/>
                </a:lnTo>
                <a:lnTo>
                  <a:pt x="3791" y="3189"/>
                </a:lnTo>
                <a:lnTo>
                  <a:pt x="3783" y="3123"/>
                </a:lnTo>
                <a:lnTo>
                  <a:pt x="3772" y="3058"/>
                </a:lnTo>
                <a:lnTo>
                  <a:pt x="3761" y="2993"/>
                </a:lnTo>
                <a:lnTo>
                  <a:pt x="3749" y="2928"/>
                </a:lnTo>
                <a:lnTo>
                  <a:pt x="3735" y="2863"/>
                </a:lnTo>
                <a:lnTo>
                  <a:pt x="3719" y="2798"/>
                </a:lnTo>
                <a:lnTo>
                  <a:pt x="3702" y="2734"/>
                </a:lnTo>
                <a:lnTo>
                  <a:pt x="3685" y="2670"/>
                </a:lnTo>
                <a:lnTo>
                  <a:pt x="3666" y="2606"/>
                </a:lnTo>
                <a:lnTo>
                  <a:pt x="3647" y="2544"/>
                </a:lnTo>
                <a:lnTo>
                  <a:pt x="3626" y="2482"/>
                </a:lnTo>
                <a:lnTo>
                  <a:pt x="3605" y="2421"/>
                </a:lnTo>
                <a:lnTo>
                  <a:pt x="3583" y="2359"/>
                </a:lnTo>
                <a:lnTo>
                  <a:pt x="3561" y="2300"/>
                </a:lnTo>
                <a:lnTo>
                  <a:pt x="3537" y="2242"/>
                </a:lnTo>
                <a:lnTo>
                  <a:pt x="3513" y="2185"/>
                </a:lnTo>
                <a:lnTo>
                  <a:pt x="3488" y="2130"/>
                </a:lnTo>
                <a:lnTo>
                  <a:pt x="3464" y="2076"/>
                </a:lnTo>
                <a:lnTo>
                  <a:pt x="3439" y="2023"/>
                </a:lnTo>
                <a:lnTo>
                  <a:pt x="3414" y="1973"/>
                </a:lnTo>
                <a:lnTo>
                  <a:pt x="3388" y="1923"/>
                </a:lnTo>
                <a:lnTo>
                  <a:pt x="3363" y="1877"/>
                </a:lnTo>
                <a:lnTo>
                  <a:pt x="3337" y="1832"/>
                </a:lnTo>
                <a:lnTo>
                  <a:pt x="3312" y="1788"/>
                </a:lnTo>
                <a:lnTo>
                  <a:pt x="3287" y="1747"/>
                </a:lnTo>
                <a:lnTo>
                  <a:pt x="3261" y="1709"/>
                </a:lnTo>
                <a:lnTo>
                  <a:pt x="3237" y="1673"/>
                </a:lnTo>
                <a:lnTo>
                  <a:pt x="3212" y="1638"/>
                </a:lnTo>
                <a:lnTo>
                  <a:pt x="3188" y="1608"/>
                </a:lnTo>
                <a:lnTo>
                  <a:pt x="3164" y="1579"/>
                </a:lnTo>
                <a:lnTo>
                  <a:pt x="3141" y="1554"/>
                </a:lnTo>
                <a:lnTo>
                  <a:pt x="3118" y="1530"/>
                </a:lnTo>
                <a:close/>
                <a:moveTo>
                  <a:pt x="2672" y="3305"/>
                </a:moveTo>
                <a:lnTo>
                  <a:pt x="2672" y="3305"/>
                </a:lnTo>
                <a:lnTo>
                  <a:pt x="2669" y="3323"/>
                </a:lnTo>
                <a:lnTo>
                  <a:pt x="2667" y="3340"/>
                </a:lnTo>
                <a:lnTo>
                  <a:pt x="2663" y="3359"/>
                </a:lnTo>
                <a:lnTo>
                  <a:pt x="2659" y="3376"/>
                </a:lnTo>
                <a:lnTo>
                  <a:pt x="2654" y="3393"/>
                </a:lnTo>
                <a:lnTo>
                  <a:pt x="2649" y="3410"/>
                </a:lnTo>
                <a:lnTo>
                  <a:pt x="2643" y="3427"/>
                </a:lnTo>
                <a:lnTo>
                  <a:pt x="2637" y="3444"/>
                </a:lnTo>
                <a:lnTo>
                  <a:pt x="2629" y="3460"/>
                </a:lnTo>
                <a:lnTo>
                  <a:pt x="2621" y="3477"/>
                </a:lnTo>
                <a:lnTo>
                  <a:pt x="2604" y="3509"/>
                </a:lnTo>
                <a:lnTo>
                  <a:pt x="2584" y="3542"/>
                </a:lnTo>
                <a:lnTo>
                  <a:pt x="2561" y="3574"/>
                </a:lnTo>
                <a:lnTo>
                  <a:pt x="2549" y="3589"/>
                </a:lnTo>
                <a:lnTo>
                  <a:pt x="2537" y="3603"/>
                </a:lnTo>
                <a:lnTo>
                  <a:pt x="2523" y="3617"/>
                </a:lnTo>
                <a:lnTo>
                  <a:pt x="2509" y="3632"/>
                </a:lnTo>
                <a:lnTo>
                  <a:pt x="2495" y="3645"/>
                </a:lnTo>
                <a:lnTo>
                  <a:pt x="2481" y="3658"/>
                </a:lnTo>
                <a:lnTo>
                  <a:pt x="2465" y="3670"/>
                </a:lnTo>
                <a:lnTo>
                  <a:pt x="2449" y="3683"/>
                </a:lnTo>
                <a:lnTo>
                  <a:pt x="2433" y="3695"/>
                </a:lnTo>
                <a:lnTo>
                  <a:pt x="2416" y="3706"/>
                </a:lnTo>
                <a:lnTo>
                  <a:pt x="2398" y="3717"/>
                </a:lnTo>
                <a:lnTo>
                  <a:pt x="2380" y="3727"/>
                </a:lnTo>
                <a:lnTo>
                  <a:pt x="2342" y="3748"/>
                </a:lnTo>
                <a:lnTo>
                  <a:pt x="2302" y="3766"/>
                </a:lnTo>
                <a:lnTo>
                  <a:pt x="2283" y="3774"/>
                </a:lnTo>
                <a:lnTo>
                  <a:pt x="2263" y="3780"/>
                </a:lnTo>
                <a:lnTo>
                  <a:pt x="2242" y="3785"/>
                </a:lnTo>
                <a:lnTo>
                  <a:pt x="2223" y="3792"/>
                </a:lnTo>
                <a:lnTo>
                  <a:pt x="2210" y="3970"/>
                </a:lnTo>
                <a:lnTo>
                  <a:pt x="2209" y="3979"/>
                </a:lnTo>
                <a:lnTo>
                  <a:pt x="2207" y="3987"/>
                </a:lnTo>
                <a:lnTo>
                  <a:pt x="2204" y="3996"/>
                </a:lnTo>
                <a:lnTo>
                  <a:pt x="2200" y="4004"/>
                </a:lnTo>
                <a:lnTo>
                  <a:pt x="2194" y="4013"/>
                </a:lnTo>
                <a:lnTo>
                  <a:pt x="2188" y="4020"/>
                </a:lnTo>
                <a:lnTo>
                  <a:pt x="2181" y="4027"/>
                </a:lnTo>
                <a:lnTo>
                  <a:pt x="2174" y="4033"/>
                </a:lnTo>
                <a:lnTo>
                  <a:pt x="2166" y="4039"/>
                </a:lnTo>
                <a:lnTo>
                  <a:pt x="2157" y="4045"/>
                </a:lnTo>
                <a:lnTo>
                  <a:pt x="2148" y="4049"/>
                </a:lnTo>
                <a:lnTo>
                  <a:pt x="2137" y="4053"/>
                </a:lnTo>
                <a:lnTo>
                  <a:pt x="2127" y="4056"/>
                </a:lnTo>
                <a:lnTo>
                  <a:pt x="2117" y="4059"/>
                </a:lnTo>
                <a:lnTo>
                  <a:pt x="2106" y="4060"/>
                </a:lnTo>
                <a:lnTo>
                  <a:pt x="2095" y="4061"/>
                </a:lnTo>
                <a:lnTo>
                  <a:pt x="2083" y="4061"/>
                </a:lnTo>
                <a:lnTo>
                  <a:pt x="2072" y="4060"/>
                </a:lnTo>
                <a:lnTo>
                  <a:pt x="2061" y="4058"/>
                </a:lnTo>
                <a:lnTo>
                  <a:pt x="2052" y="4055"/>
                </a:lnTo>
                <a:lnTo>
                  <a:pt x="2042" y="4052"/>
                </a:lnTo>
                <a:lnTo>
                  <a:pt x="2032" y="4048"/>
                </a:lnTo>
                <a:lnTo>
                  <a:pt x="2024" y="4043"/>
                </a:lnTo>
                <a:lnTo>
                  <a:pt x="2016" y="4038"/>
                </a:lnTo>
                <a:lnTo>
                  <a:pt x="2009" y="4032"/>
                </a:lnTo>
                <a:lnTo>
                  <a:pt x="2003" y="4025"/>
                </a:lnTo>
                <a:lnTo>
                  <a:pt x="1998" y="4018"/>
                </a:lnTo>
                <a:lnTo>
                  <a:pt x="1993" y="4011"/>
                </a:lnTo>
                <a:lnTo>
                  <a:pt x="1990" y="4002"/>
                </a:lnTo>
                <a:lnTo>
                  <a:pt x="1987" y="3993"/>
                </a:lnTo>
                <a:lnTo>
                  <a:pt x="1986" y="3985"/>
                </a:lnTo>
                <a:lnTo>
                  <a:pt x="1985" y="3976"/>
                </a:lnTo>
                <a:lnTo>
                  <a:pt x="1987" y="3833"/>
                </a:lnTo>
                <a:lnTo>
                  <a:pt x="1973" y="3834"/>
                </a:lnTo>
                <a:lnTo>
                  <a:pt x="1960" y="3835"/>
                </a:lnTo>
                <a:lnTo>
                  <a:pt x="1946" y="3836"/>
                </a:lnTo>
                <a:lnTo>
                  <a:pt x="1932" y="3837"/>
                </a:lnTo>
                <a:lnTo>
                  <a:pt x="1906" y="3836"/>
                </a:lnTo>
                <a:lnTo>
                  <a:pt x="1882" y="3835"/>
                </a:lnTo>
                <a:lnTo>
                  <a:pt x="1834" y="3832"/>
                </a:lnTo>
                <a:lnTo>
                  <a:pt x="1838" y="3976"/>
                </a:lnTo>
                <a:lnTo>
                  <a:pt x="1837" y="3985"/>
                </a:lnTo>
                <a:lnTo>
                  <a:pt x="1836" y="3993"/>
                </a:lnTo>
                <a:lnTo>
                  <a:pt x="1833" y="4001"/>
                </a:lnTo>
                <a:lnTo>
                  <a:pt x="1830" y="4010"/>
                </a:lnTo>
                <a:lnTo>
                  <a:pt x="1825" y="4017"/>
                </a:lnTo>
                <a:lnTo>
                  <a:pt x="1820" y="4024"/>
                </a:lnTo>
                <a:lnTo>
                  <a:pt x="1813" y="4031"/>
                </a:lnTo>
                <a:lnTo>
                  <a:pt x="1806" y="4037"/>
                </a:lnTo>
                <a:lnTo>
                  <a:pt x="1798" y="4042"/>
                </a:lnTo>
                <a:lnTo>
                  <a:pt x="1790" y="4047"/>
                </a:lnTo>
                <a:lnTo>
                  <a:pt x="1781" y="4051"/>
                </a:lnTo>
                <a:lnTo>
                  <a:pt x="1772" y="4054"/>
                </a:lnTo>
                <a:lnTo>
                  <a:pt x="1762" y="4057"/>
                </a:lnTo>
                <a:lnTo>
                  <a:pt x="1750" y="4059"/>
                </a:lnTo>
                <a:lnTo>
                  <a:pt x="1740" y="4060"/>
                </a:lnTo>
                <a:lnTo>
                  <a:pt x="1729" y="4060"/>
                </a:lnTo>
                <a:lnTo>
                  <a:pt x="1718" y="4059"/>
                </a:lnTo>
                <a:lnTo>
                  <a:pt x="1706" y="4058"/>
                </a:lnTo>
                <a:lnTo>
                  <a:pt x="1695" y="4055"/>
                </a:lnTo>
                <a:lnTo>
                  <a:pt x="1685" y="4052"/>
                </a:lnTo>
                <a:lnTo>
                  <a:pt x="1675" y="4048"/>
                </a:lnTo>
                <a:lnTo>
                  <a:pt x="1666" y="4043"/>
                </a:lnTo>
                <a:lnTo>
                  <a:pt x="1658" y="4038"/>
                </a:lnTo>
                <a:lnTo>
                  <a:pt x="1649" y="4032"/>
                </a:lnTo>
                <a:lnTo>
                  <a:pt x="1641" y="4026"/>
                </a:lnTo>
                <a:lnTo>
                  <a:pt x="1635" y="4019"/>
                </a:lnTo>
                <a:lnTo>
                  <a:pt x="1629" y="4011"/>
                </a:lnTo>
                <a:lnTo>
                  <a:pt x="1624" y="4002"/>
                </a:lnTo>
                <a:lnTo>
                  <a:pt x="1620" y="3994"/>
                </a:lnTo>
                <a:lnTo>
                  <a:pt x="1617" y="3986"/>
                </a:lnTo>
                <a:lnTo>
                  <a:pt x="1614" y="3977"/>
                </a:lnTo>
                <a:lnTo>
                  <a:pt x="1613" y="3968"/>
                </a:lnTo>
                <a:lnTo>
                  <a:pt x="1600" y="3789"/>
                </a:lnTo>
                <a:lnTo>
                  <a:pt x="1573" y="3780"/>
                </a:lnTo>
                <a:lnTo>
                  <a:pt x="1547" y="3770"/>
                </a:lnTo>
                <a:lnTo>
                  <a:pt x="1521" y="3760"/>
                </a:lnTo>
                <a:lnTo>
                  <a:pt x="1498" y="3749"/>
                </a:lnTo>
                <a:lnTo>
                  <a:pt x="1474" y="3737"/>
                </a:lnTo>
                <a:lnTo>
                  <a:pt x="1452" y="3724"/>
                </a:lnTo>
                <a:lnTo>
                  <a:pt x="1429" y="3711"/>
                </a:lnTo>
                <a:lnTo>
                  <a:pt x="1409" y="3697"/>
                </a:lnTo>
                <a:lnTo>
                  <a:pt x="1387" y="3678"/>
                </a:lnTo>
                <a:lnTo>
                  <a:pt x="1365" y="3659"/>
                </a:lnTo>
                <a:lnTo>
                  <a:pt x="1345" y="3639"/>
                </a:lnTo>
                <a:lnTo>
                  <a:pt x="1324" y="3616"/>
                </a:lnTo>
                <a:lnTo>
                  <a:pt x="1305" y="3594"/>
                </a:lnTo>
                <a:lnTo>
                  <a:pt x="1287" y="3569"/>
                </a:lnTo>
                <a:lnTo>
                  <a:pt x="1269" y="3544"/>
                </a:lnTo>
                <a:lnTo>
                  <a:pt x="1252" y="3518"/>
                </a:lnTo>
                <a:lnTo>
                  <a:pt x="1237" y="3489"/>
                </a:lnTo>
                <a:lnTo>
                  <a:pt x="1222" y="3460"/>
                </a:lnTo>
                <a:lnTo>
                  <a:pt x="1207" y="3432"/>
                </a:lnTo>
                <a:lnTo>
                  <a:pt x="1194" y="3401"/>
                </a:lnTo>
                <a:lnTo>
                  <a:pt x="1182" y="3370"/>
                </a:lnTo>
                <a:lnTo>
                  <a:pt x="1170" y="3338"/>
                </a:lnTo>
                <a:lnTo>
                  <a:pt x="1159" y="3306"/>
                </a:lnTo>
                <a:lnTo>
                  <a:pt x="1149" y="3272"/>
                </a:lnTo>
                <a:lnTo>
                  <a:pt x="1148" y="3258"/>
                </a:lnTo>
                <a:lnTo>
                  <a:pt x="1149" y="3244"/>
                </a:lnTo>
                <a:lnTo>
                  <a:pt x="1151" y="3230"/>
                </a:lnTo>
                <a:lnTo>
                  <a:pt x="1154" y="3217"/>
                </a:lnTo>
                <a:lnTo>
                  <a:pt x="1158" y="3205"/>
                </a:lnTo>
                <a:lnTo>
                  <a:pt x="1165" y="3194"/>
                </a:lnTo>
                <a:lnTo>
                  <a:pt x="1172" y="3183"/>
                </a:lnTo>
                <a:lnTo>
                  <a:pt x="1179" y="3173"/>
                </a:lnTo>
                <a:lnTo>
                  <a:pt x="1188" y="3165"/>
                </a:lnTo>
                <a:lnTo>
                  <a:pt x="1197" y="3157"/>
                </a:lnTo>
                <a:lnTo>
                  <a:pt x="1208" y="3151"/>
                </a:lnTo>
                <a:lnTo>
                  <a:pt x="1220" y="3146"/>
                </a:lnTo>
                <a:lnTo>
                  <a:pt x="1232" y="3142"/>
                </a:lnTo>
                <a:lnTo>
                  <a:pt x="1245" y="3140"/>
                </a:lnTo>
                <a:lnTo>
                  <a:pt x="1258" y="3139"/>
                </a:lnTo>
                <a:lnTo>
                  <a:pt x="1273" y="3139"/>
                </a:lnTo>
                <a:lnTo>
                  <a:pt x="1288" y="3141"/>
                </a:lnTo>
                <a:lnTo>
                  <a:pt x="1302" y="3145"/>
                </a:lnTo>
                <a:lnTo>
                  <a:pt x="1316" y="3149"/>
                </a:lnTo>
                <a:lnTo>
                  <a:pt x="1330" y="3155"/>
                </a:lnTo>
                <a:lnTo>
                  <a:pt x="1343" y="3163"/>
                </a:lnTo>
                <a:lnTo>
                  <a:pt x="1355" y="3171"/>
                </a:lnTo>
                <a:lnTo>
                  <a:pt x="1367" y="3181"/>
                </a:lnTo>
                <a:lnTo>
                  <a:pt x="1378" y="3192"/>
                </a:lnTo>
                <a:lnTo>
                  <a:pt x="1389" y="3203"/>
                </a:lnTo>
                <a:lnTo>
                  <a:pt x="1398" y="3215"/>
                </a:lnTo>
                <a:lnTo>
                  <a:pt x="1407" y="3228"/>
                </a:lnTo>
                <a:lnTo>
                  <a:pt x="1414" y="3243"/>
                </a:lnTo>
                <a:lnTo>
                  <a:pt x="1420" y="3256"/>
                </a:lnTo>
                <a:lnTo>
                  <a:pt x="1424" y="3271"/>
                </a:lnTo>
                <a:lnTo>
                  <a:pt x="1428" y="3286"/>
                </a:lnTo>
                <a:lnTo>
                  <a:pt x="1430" y="3302"/>
                </a:lnTo>
                <a:lnTo>
                  <a:pt x="1436" y="3321"/>
                </a:lnTo>
                <a:lnTo>
                  <a:pt x="1441" y="3339"/>
                </a:lnTo>
                <a:lnTo>
                  <a:pt x="1447" y="3358"/>
                </a:lnTo>
                <a:lnTo>
                  <a:pt x="1454" y="3375"/>
                </a:lnTo>
                <a:lnTo>
                  <a:pt x="1461" y="3391"/>
                </a:lnTo>
                <a:lnTo>
                  <a:pt x="1469" y="3407"/>
                </a:lnTo>
                <a:lnTo>
                  <a:pt x="1477" y="3421"/>
                </a:lnTo>
                <a:lnTo>
                  <a:pt x="1486" y="3435"/>
                </a:lnTo>
                <a:lnTo>
                  <a:pt x="1496" y="3449"/>
                </a:lnTo>
                <a:lnTo>
                  <a:pt x="1506" y="3463"/>
                </a:lnTo>
                <a:lnTo>
                  <a:pt x="1516" y="3475"/>
                </a:lnTo>
                <a:lnTo>
                  <a:pt x="1527" y="3487"/>
                </a:lnTo>
                <a:lnTo>
                  <a:pt x="1538" y="3499"/>
                </a:lnTo>
                <a:lnTo>
                  <a:pt x="1551" y="3510"/>
                </a:lnTo>
                <a:lnTo>
                  <a:pt x="1577" y="3533"/>
                </a:lnTo>
                <a:lnTo>
                  <a:pt x="1542" y="2990"/>
                </a:lnTo>
                <a:lnTo>
                  <a:pt x="1507" y="2977"/>
                </a:lnTo>
                <a:lnTo>
                  <a:pt x="1474" y="2962"/>
                </a:lnTo>
                <a:lnTo>
                  <a:pt x="1446" y="2949"/>
                </a:lnTo>
                <a:lnTo>
                  <a:pt x="1420" y="2937"/>
                </a:lnTo>
                <a:lnTo>
                  <a:pt x="1389" y="2918"/>
                </a:lnTo>
                <a:lnTo>
                  <a:pt x="1359" y="2897"/>
                </a:lnTo>
                <a:lnTo>
                  <a:pt x="1345" y="2886"/>
                </a:lnTo>
                <a:lnTo>
                  <a:pt x="1332" y="2875"/>
                </a:lnTo>
                <a:lnTo>
                  <a:pt x="1318" y="2864"/>
                </a:lnTo>
                <a:lnTo>
                  <a:pt x="1306" y="2852"/>
                </a:lnTo>
                <a:lnTo>
                  <a:pt x="1294" y="2840"/>
                </a:lnTo>
                <a:lnTo>
                  <a:pt x="1283" y="2827"/>
                </a:lnTo>
                <a:lnTo>
                  <a:pt x="1273" y="2815"/>
                </a:lnTo>
                <a:lnTo>
                  <a:pt x="1262" y="2801"/>
                </a:lnTo>
                <a:lnTo>
                  <a:pt x="1252" y="2787"/>
                </a:lnTo>
                <a:lnTo>
                  <a:pt x="1243" y="2774"/>
                </a:lnTo>
                <a:lnTo>
                  <a:pt x="1235" y="2760"/>
                </a:lnTo>
                <a:lnTo>
                  <a:pt x="1227" y="2744"/>
                </a:lnTo>
                <a:lnTo>
                  <a:pt x="1212" y="2715"/>
                </a:lnTo>
                <a:lnTo>
                  <a:pt x="1200" y="2684"/>
                </a:lnTo>
                <a:lnTo>
                  <a:pt x="1190" y="2654"/>
                </a:lnTo>
                <a:lnTo>
                  <a:pt x="1182" y="2622"/>
                </a:lnTo>
                <a:lnTo>
                  <a:pt x="1177" y="2590"/>
                </a:lnTo>
                <a:lnTo>
                  <a:pt x="1173" y="2557"/>
                </a:lnTo>
                <a:lnTo>
                  <a:pt x="1172" y="2523"/>
                </a:lnTo>
                <a:lnTo>
                  <a:pt x="1173" y="2490"/>
                </a:lnTo>
                <a:lnTo>
                  <a:pt x="1175" y="2458"/>
                </a:lnTo>
                <a:lnTo>
                  <a:pt x="1179" y="2429"/>
                </a:lnTo>
                <a:lnTo>
                  <a:pt x="1185" y="2399"/>
                </a:lnTo>
                <a:lnTo>
                  <a:pt x="1192" y="2370"/>
                </a:lnTo>
                <a:lnTo>
                  <a:pt x="1201" y="2341"/>
                </a:lnTo>
                <a:lnTo>
                  <a:pt x="1212" y="2314"/>
                </a:lnTo>
                <a:lnTo>
                  <a:pt x="1225" y="2286"/>
                </a:lnTo>
                <a:lnTo>
                  <a:pt x="1239" y="2260"/>
                </a:lnTo>
                <a:lnTo>
                  <a:pt x="1254" y="2234"/>
                </a:lnTo>
                <a:lnTo>
                  <a:pt x="1270" y="2209"/>
                </a:lnTo>
                <a:lnTo>
                  <a:pt x="1289" y="2185"/>
                </a:lnTo>
                <a:lnTo>
                  <a:pt x="1308" y="2163"/>
                </a:lnTo>
                <a:lnTo>
                  <a:pt x="1329" y="2140"/>
                </a:lnTo>
                <a:lnTo>
                  <a:pt x="1350" y="2120"/>
                </a:lnTo>
                <a:lnTo>
                  <a:pt x="1372" y="2101"/>
                </a:lnTo>
                <a:lnTo>
                  <a:pt x="1396" y="2082"/>
                </a:lnTo>
                <a:lnTo>
                  <a:pt x="1413" y="2069"/>
                </a:lnTo>
                <a:lnTo>
                  <a:pt x="1432" y="2058"/>
                </a:lnTo>
                <a:lnTo>
                  <a:pt x="1453" y="2046"/>
                </a:lnTo>
                <a:lnTo>
                  <a:pt x="1474" y="2034"/>
                </a:lnTo>
                <a:lnTo>
                  <a:pt x="1498" y="2024"/>
                </a:lnTo>
                <a:lnTo>
                  <a:pt x="1521" y="2013"/>
                </a:lnTo>
                <a:lnTo>
                  <a:pt x="1547" y="2003"/>
                </a:lnTo>
                <a:lnTo>
                  <a:pt x="1574" y="1993"/>
                </a:lnTo>
                <a:lnTo>
                  <a:pt x="1590" y="1796"/>
                </a:lnTo>
                <a:lnTo>
                  <a:pt x="1592" y="1786"/>
                </a:lnTo>
                <a:lnTo>
                  <a:pt x="1594" y="1777"/>
                </a:lnTo>
                <a:lnTo>
                  <a:pt x="1599" y="1768"/>
                </a:lnTo>
                <a:lnTo>
                  <a:pt x="1603" y="1758"/>
                </a:lnTo>
                <a:lnTo>
                  <a:pt x="1609" y="1749"/>
                </a:lnTo>
                <a:lnTo>
                  <a:pt x="1615" y="1741"/>
                </a:lnTo>
                <a:lnTo>
                  <a:pt x="1622" y="1734"/>
                </a:lnTo>
                <a:lnTo>
                  <a:pt x="1630" y="1727"/>
                </a:lnTo>
                <a:lnTo>
                  <a:pt x="1639" y="1720"/>
                </a:lnTo>
                <a:lnTo>
                  <a:pt x="1648" y="1714"/>
                </a:lnTo>
                <a:lnTo>
                  <a:pt x="1659" y="1709"/>
                </a:lnTo>
                <a:lnTo>
                  <a:pt x="1669" y="1704"/>
                </a:lnTo>
                <a:lnTo>
                  <a:pt x="1680" y="1700"/>
                </a:lnTo>
                <a:lnTo>
                  <a:pt x="1691" y="1697"/>
                </a:lnTo>
                <a:lnTo>
                  <a:pt x="1703" y="1695"/>
                </a:lnTo>
                <a:lnTo>
                  <a:pt x="1716" y="1694"/>
                </a:lnTo>
                <a:lnTo>
                  <a:pt x="1727" y="1694"/>
                </a:lnTo>
                <a:lnTo>
                  <a:pt x="1739" y="1695"/>
                </a:lnTo>
                <a:lnTo>
                  <a:pt x="1750" y="1697"/>
                </a:lnTo>
                <a:lnTo>
                  <a:pt x="1760" y="1700"/>
                </a:lnTo>
                <a:lnTo>
                  <a:pt x="1771" y="1703"/>
                </a:lnTo>
                <a:lnTo>
                  <a:pt x="1781" y="1708"/>
                </a:lnTo>
                <a:lnTo>
                  <a:pt x="1789" y="1713"/>
                </a:lnTo>
                <a:lnTo>
                  <a:pt x="1797" y="1719"/>
                </a:lnTo>
                <a:lnTo>
                  <a:pt x="1805" y="1725"/>
                </a:lnTo>
                <a:lnTo>
                  <a:pt x="1811" y="1732"/>
                </a:lnTo>
                <a:lnTo>
                  <a:pt x="1818" y="1740"/>
                </a:lnTo>
                <a:lnTo>
                  <a:pt x="1822" y="1748"/>
                </a:lnTo>
                <a:lnTo>
                  <a:pt x="1826" y="1756"/>
                </a:lnTo>
                <a:lnTo>
                  <a:pt x="1829" y="1766"/>
                </a:lnTo>
                <a:lnTo>
                  <a:pt x="1830" y="1775"/>
                </a:lnTo>
                <a:lnTo>
                  <a:pt x="1831" y="1784"/>
                </a:lnTo>
                <a:lnTo>
                  <a:pt x="1826" y="1944"/>
                </a:lnTo>
                <a:lnTo>
                  <a:pt x="1849" y="1943"/>
                </a:lnTo>
                <a:lnTo>
                  <a:pt x="1861" y="1942"/>
                </a:lnTo>
                <a:lnTo>
                  <a:pt x="1873" y="1941"/>
                </a:lnTo>
                <a:lnTo>
                  <a:pt x="1904" y="1942"/>
                </a:lnTo>
                <a:lnTo>
                  <a:pt x="1934" y="1944"/>
                </a:lnTo>
                <a:lnTo>
                  <a:pt x="1992" y="1949"/>
                </a:lnTo>
                <a:lnTo>
                  <a:pt x="1989" y="1784"/>
                </a:lnTo>
                <a:lnTo>
                  <a:pt x="1990" y="1774"/>
                </a:lnTo>
                <a:lnTo>
                  <a:pt x="1991" y="1765"/>
                </a:lnTo>
                <a:lnTo>
                  <a:pt x="1994" y="1755"/>
                </a:lnTo>
                <a:lnTo>
                  <a:pt x="1998" y="1747"/>
                </a:lnTo>
                <a:lnTo>
                  <a:pt x="2002" y="1739"/>
                </a:lnTo>
                <a:lnTo>
                  <a:pt x="2008" y="1731"/>
                </a:lnTo>
                <a:lnTo>
                  <a:pt x="2015" y="1725"/>
                </a:lnTo>
                <a:lnTo>
                  <a:pt x="2022" y="1718"/>
                </a:lnTo>
                <a:lnTo>
                  <a:pt x="2030" y="1712"/>
                </a:lnTo>
                <a:lnTo>
                  <a:pt x="2040" y="1707"/>
                </a:lnTo>
                <a:lnTo>
                  <a:pt x="2049" y="1702"/>
                </a:lnTo>
                <a:lnTo>
                  <a:pt x="2059" y="1698"/>
                </a:lnTo>
                <a:lnTo>
                  <a:pt x="2070" y="1696"/>
                </a:lnTo>
                <a:lnTo>
                  <a:pt x="2081" y="1694"/>
                </a:lnTo>
                <a:lnTo>
                  <a:pt x="2094" y="1693"/>
                </a:lnTo>
                <a:lnTo>
                  <a:pt x="2105" y="1693"/>
                </a:lnTo>
                <a:lnTo>
                  <a:pt x="2117" y="1694"/>
                </a:lnTo>
                <a:lnTo>
                  <a:pt x="2129" y="1695"/>
                </a:lnTo>
                <a:lnTo>
                  <a:pt x="2140" y="1698"/>
                </a:lnTo>
                <a:lnTo>
                  <a:pt x="2152" y="1702"/>
                </a:lnTo>
                <a:lnTo>
                  <a:pt x="2162" y="1707"/>
                </a:lnTo>
                <a:lnTo>
                  <a:pt x="2172" y="1712"/>
                </a:lnTo>
                <a:lnTo>
                  <a:pt x="2181" y="1718"/>
                </a:lnTo>
                <a:lnTo>
                  <a:pt x="2190" y="1724"/>
                </a:lnTo>
                <a:lnTo>
                  <a:pt x="2199" y="1731"/>
                </a:lnTo>
                <a:lnTo>
                  <a:pt x="2206" y="1739"/>
                </a:lnTo>
                <a:lnTo>
                  <a:pt x="2213" y="1747"/>
                </a:lnTo>
                <a:lnTo>
                  <a:pt x="2218" y="1755"/>
                </a:lnTo>
                <a:lnTo>
                  <a:pt x="2223" y="1765"/>
                </a:lnTo>
                <a:lnTo>
                  <a:pt x="2226" y="1774"/>
                </a:lnTo>
                <a:lnTo>
                  <a:pt x="2229" y="1783"/>
                </a:lnTo>
                <a:lnTo>
                  <a:pt x="2230" y="1793"/>
                </a:lnTo>
                <a:lnTo>
                  <a:pt x="2246" y="2001"/>
                </a:lnTo>
                <a:lnTo>
                  <a:pt x="2256" y="2004"/>
                </a:lnTo>
                <a:lnTo>
                  <a:pt x="2266" y="2007"/>
                </a:lnTo>
                <a:lnTo>
                  <a:pt x="2307" y="2024"/>
                </a:lnTo>
                <a:lnTo>
                  <a:pt x="2344" y="2043"/>
                </a:lnTo>
                <a:lnTo>
                  <a:pt x="2379" y="2063"/>
                </a:lnTo>
                <a:lnTo>
                  <a:pt x="2395" y="2073"/>
                </a:lnTo>
                <a:lnTo>
                  <a:pt x="2411" y="2084"/>
                </a:lnTo>
                <a:lnTo>
                  <a:pt x="2427" y="2096"/>
                </a:lnTo>
                <a:lnTo>
                  <a:pt x="2441" y="2107"/>
                </a:lnTo>
                <a:lnTo>
                  <a:pt x="2454" y="2119"/>
                </a:lnTo>
                <a:lnTo>
                  <a:pt x="2467" y="2130"/>
                </a:lnTo>
                <a:lnTo>
                  <a:pt x="2481" y="2143"/>
                </a:lnTo>
                <a:lnTo>
                  <a:pt x="2493" y="2156"/>
                </a:lnTo>
                <a:lnTo>
                  <a:pt x="2504" y="2169"/>
                </a:lnTo>
                <a:lnTo>
                  <a:pt x="2514" y="2182"/>
                </a:lnTo>
                <a:lnTo>
                  <a:pt x="2525" y="2196"/>
                </a:lnTo>
                <a:lnTo>
                  <a:pt x="2535" y="2211"/>
                </a:lnTo>
                <a:lnTo>
                  <a:pt x="2544" y="2227"/>
                </a:lnTo>
                <a:lnTo>
                  <a:pt x="2553" y="2244"/>
                </a:lnTo>
                <a:lnTo>
                  <a:pt x="2562" y="2262"/>
                </a:lnTo>
                <a:lnTo>
                  <a:pt x="2570" y="2280"/>
                </a:lnTo>
                <a:lnTo>
                  <a:pt x="2587" y="2319"/>
                </a:lnTo>
                <a:lnTo>
                  <a:pt x="2602" y="2359"/>
                </a:lnTo>
                <a:lnTo>
                  <a:pt x="2615" y="2403"/>
                </a:lnTo>
                <a:lnTo>
                  <a:pt x="2626" y="2447"/>
                </a:lnTo>
                <a:lnTo>
                  <a:pt x="2637" y="2493"/>
                </a:lnTo>
                <a:lnTo>
                  <a:pt x="2637" y="2508"/>
                </a:lnTo>
                <a:lnTo>
                  <a:pt x="2636" y="2523"/>
                </a:lnTo>
                <a:lnTo>
                  <a:pt x="2633" y="2539"/>
                </a:lnTo>
                <a:lnTo>
                  <a:pt x="2628" y="2553"/>
                </a:lnTo>
                <a:lnTo>
                  <a:pt x="2623" y="2566"/>
                </a:lnTo>
                <a:lnTo>
                  <a:pt x="2616" y="2578"/>
                </a:lnTo>
                <a:lnTo>
                  <a:pt x="2609" y="2590"/>
                </a:lnTo>
                <a:lnTo>
                  <a:pt x="2600" y="2601"/>
                </a:lnTo>
                <a:lnTo>
                  <a:pt x="2591" y="2611"/>
                </a:lnTo>
                <a:lnTo>
                  <a:pt x="2580" y="2619"/>
                </a:lnTo>
                <a:lnTo>
                  <a:pt x="2568" y="2626"/>
                </a:lnTo>
                <a:lnTo>
                  <a:pt x="2556" y="2632"/>
                </a:lnTo>
                <a:lnTo>
                  <a:pt x="2543" y="2637"/>
                </a:lnTo>
                <a:lnTo>
                  <a:pt x="2529" y="2642"/>
                </a:lnTo>
                <a:lnTo>
                  <a:pt x="2514" y="2644"/>
                </a:lnTo>
                <a:lnTo>
                  <a:pt x="2500" y="2644"/>
                </a:lnTo>
                <a:lnTo>
                  <a:pt x="2485" y="2643"/>
                </a:lnTo>
                <a:lnTo>
                  <a:pt x="2470" y="2640"/>
                </a:lnTo>
                <a:lnTo>
                  <a:pt x="2454" y="2635"/>
                </a:lnTo>
                <a:lnTo>
                  <a:pt x="2440" y="2629"/>
                </a:lnTo>
                <a:lnTo>
                  <a:pt x="2427" y="2622"/>
                </a:lnTo>
                <a:lnTo>
                  <a:pt x="2413" y="2614"/>
                </a:lnTo>
                <a:lnTo>
                  <a:pt x="2401" y="2604"/>
                </a:lnTo>
                <a:lnTo>
                  <a:pt x="2390" y="2594"/>
                </a:lnTo>
                <a:lnTo>
                  <a:pt x="2380" y="2581"/>
                </a:lnTo>
                <a:lnTo>
                  <a:pt x="2371" y="2569"/>
                </a:lnTo>
                <a:lnTo>
                  <a:pt x="2363" y="2555"/>
                </a:lnTo>
                <a:lnTo>
                  <a:pt x="2355" y="2541"/>
                </a:lnTo>
                <a:lnTo>
                  <a:pt x="2349" y="2525"/>
                </a:lnTo>
                <a:lnTo>
                  <a:pt x="2345" y="2510"/>
                </a:lnTo>
                <a:lnTo>
                  <a:pt x="2342" y="2494"/>
                </a:lnTo>
                <a:lnTo>
                  <a:pt x="2341" y="2478"/>
                </a:lnTo>
                <a:lnTo>
                  <a:pt x="2335" y="2453"/>
                </a:lnTo>
                <a:lnTo>
                  <a:pt x="2329" y="2432"/>
                </a:lnTo>
                <a:lnTo>
                  <a:pt x="2321" y="2411"/>
                </a:lnTo>
                <a:lnTo>
                  <a:pt x="2313" y="2392"/>
                </a:lnTo>
                <a:lnTo>
                  <a:pt x="2302" y="2374"/>
                </a:lnTo>
                <a:lnTo>
                  <a:pt x="2291" y="2357"/>
                </a:lnTo>
                <a:lnTo>
                  <a:pt x="2280" y="2341"/>
                </a:lnTo>
                <a:lnTo>
                  <a:pt x="2268" y="2325"/>
                </a:lnTo>
                <a:lnTo>
                  <a:pt x="2278" y="2832"/>
                </a:lnTo>
                <a:lnTo>
                  <a:pt x="2328" y="2847"/>
                </a:lnTo>
                <a:lnTo>
                  <a:pt x="2372" y="2864"/>
                </a:lnTo>
                <a:lnTo>
                  <a:pt x="2409" y="2878"/>
                </a:lnTo>
                <a:lnTo>
                  <a:pt x="2442" y="2891"/>
                </a:lnTo>
                <a:lnTo>
                  <a:pt x="2473" y="2906"/>
                </a:lnTo>
                <a:lnTo>
                  <a:pt x="2501" y="2923"/>
                </a:lnTo>
                <a:lnTo>
                  <a:pt x="2514" y="2932"/>
                </a:lnTo>
                <a:lnTo>
                  <a:pt x="2528" y="2941"/>
                </a:lnTo>
                <a:lnTo>
                  <a:pt x="2540" y="2950"/>
                </a:lnTo>
                <a:lnTo>
                  <a:pt x="2551" y="2960"/>
                </a:lnTo>
                <a:lnTo>
                  <a:pt x="2563" y="2971"/>
                </a:lnTo>
                <a:lnTo>
                  <a:pt x="2573" y="2981"/>
                </a:lnTo>
                <a:lnTo>
                  <a:pt x="2584" y="2992"/>
                </a:lnTo>
                <a:lnTo>
                  <a:pt x="2594" y="3003"/>
                </a:lnTo>
                <a:lnTo>
                  <a:pt x="2603" y="3015"/>
                </a:lnTo>
                <a:lnTo>
                  <a:pt x="2612" y="3028"/>
                </a:lnTo>
                <a:lnTo>
                  <a:pt x="2620" y="3040"/>
                </a:lnTo>
                <a:lnTo>
                  <a:pt x="2628" y="3053"/>
                </a:lnTo>
                <a:lnTo>
                  <a:pt x="2636" y="3066"/>
                </a:lnTo>
                <a:lnTo>
                  <a:pt x="2642" y="3080"/>
                </a:lnTo>
                <a:lnTo>
                  <a:pt x="2648" y="3094"/>
                </a:lnTo>
                <a:lnTo>
                  <a:pt x="2653" y="3108"/>
                </a:lnTo>
                <a:lnTo>
                  <a:pt x="2658" y="3122"/>
                </a:lnTo>
                <a:lnTo>
                  <a:pt x="2662" y="3138"/>
                </a:lnTo>
                <a:lnTo>
                  <a:pt x="2666" y="3153"/>
                </a:lnTo>
                <a:lnTo>
                  <a:pt x="2669" y="3168"/>
                </a:lnTo>
                <a:lnTo>
                  <a:pt x="2671" y="3184"/>
                </a:lnTo>
                <a:lnTo>
                  <a:pt x="2673" y="3201"/>
                </a:lnTo>
                <a:lnTo>
                  <a:pt x="2675" y="3234"/>
                </a:lnTo>
                <a:lnTo>
                  <a:pt x="2674" y="3269"/>
                </a:lnTo>
                <a:lnTo>
                  <a:pt x="2672" y="3305"/>
                </a:lnTo>
                <a:close/>
                <a:moveTo>
                  <a:pt x="2291" y="3213"/>
                </a:moveTo>
                <a:lnTo>
                  <a:pt x="2291" y="3213"/>
                </a:lnTo>
                <a:lnTo>
                  <a:pt x="2285" y="3210"/>
                </a:lnTo>
                <a:lnTo>
                  <a:pt x="2279" y="3207"/>
                </a:lnTo>
                <a:lnTo>
                  <a:pt x="2266" y="3202"/>
                </a:lnTo>
                <a:lnTo>
                  <a:pt x="2240" y="3563"/>
                </a:lnTo>
                <a:lnTo>
                  <a:pt x="2247" y="3560"/>
                </a:lnTo>
                <a:lnTo>
                  <a:pt x="2250" y="3558"/>
                </a:lnTo>
                <a:lnTo>
                  <a:pt x="2254" y="3557"/>
                </a:lnTo>
                <a:lnTo>
                  <a:pt x="2267" y="3546"/>
                </a:lnTo>
                <a:lnTo>
                  <a:pt x="2279" y="3536"/>
                </a:lnTo>
                <a:lnTo>
                  <a:pt x="2291" y="3526"/>
                </a:lnTo>
                <a:lnTo>
                  <a:pt x="2301" y="3514"/>
                </a:lnTo>
                <a:lnTo>
                  <a:pt x="2312" y="3503"/>
                </a:lnTo>
                <a:lnTo>
                  <a:pt x="2321" y="3492"/>
                </a:lnTo>
                <a:lnTo>
                  <a:pt x="2330" y="3480"/>
                </a:lnTo>
                <a:lnTo>
                  <a:pt x="2338" y="3469"/>
                </a:lnTo>
                <a:lnTo>
                  <a:pt x="2344" y="3456"/>
                </a:lnTo>
                <a:lnTo>
                  <a:pt x="2350" y="3444"/>
                </a:lnTo>
                <a:lnTo>
                  <a:pt x="2356" y="3432"/>
                </a:lnTo>
                <a:lnTo>
                  <a:pt x="2361" y="3419"/>
                </a:lnTo>
                <a:lnTo>
                  <a:pt x="2365" y="3407"/>
                </a:lnTo>
                <a:lnTo>
                  <a:pt x="2368" y="3393"/>
                </a:lnTo>
                <a:lnTo>
                  <a:pt x="2371" y="3380"/>
                </a:lnTo>
                <a:lnTo>
                  <a:pt x="2372" y="3366"/>
                </a:lnTo>
                <a:lnTo>
                  <a:pt x="2373" y="3355"/>
                </a:lnTo>
                <a:lnTo>
                  <a:pt x="2373" y="3342"/>
                </a:lnTo>
                <a:lnTo>
                  <a:pt x="2372" y="3331"/>
                </a:lnTo>
                <a:lnTo>
                  <a:pt x="2371" y="3320"/>
                </a:lnTo>
                <a:lnTo>
                  <a:pt x="2368" y="3309"/>
                </a:lnTo>
                <a:lnTo>
                  <a:pt x="2365" y="3299"/>
                </a:lnTo>
                <a:lnTo>
                  <a:pt x="2361" y="3288"/>
                </a:lnTo>
                <a:lnTo>
                  <a:pt x="2356" y="3278"/>
                </a:lnTo>
                <a:lnTo>
                  <a:pt x="2350" y="3269"/>
                </a:lnTo>
                <a:lnTo>
                  <a:pt x="2344" y="3260"/>
                </a:lnTo>
                <a:lnTo>
                  <a:pt x="2337" y="3252"/>
                </a:lnTo>
                <a:lnTo>
                  <a:pt x="2330" y="3243"/>
                </a:lnTo>
                <a:lnTo>
                  <a:pt x="2321" y="3235"/>
                </a:lnTo>
                <a:lnTo>
                  <a:pt x="2312" y="3227"/>
                </a:lnTo>
                <a:lnTo>
                  <a:pt x="2301" y="3220"/>
                </a:lnTo>
                <a:lnTo>
                  <a:pt x="2291" y="32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KSO_Shape">
            <a:extLst>
              <a:ext uri="{FF2B5EF4-FFF2-40B4-BE49-F238E27FC236}">
                <a16:creationId xmlns:a16="http://schemas.microsoft.com/office/drawing/2014/main" id="{2FAAEF8C-3EFD-4ABA-9D47-49D64282E841}"/>
              </a:ext>
            </a:extLst>
          </p:cNvPr>
          <p:cNvSpPr>
            <a:spLocks/>
          </p:cNvSpPr>
          <p:nvPr/>
        </p:nvSpPr>
        <p:spPr bwMode="auto">
          <a:xfrm>
            <a:off x="9726145" y="3334485"/>
            <a:ext cx="897516" cy="545989"/>
          </a:xfrm>
          <a:custGeom>
            <a:avLst/>
            <a:gdLst>
              <a:gd name="T0" fmla="*/ 1270082 w 7729"/>
              <a:gd name="T1" fmla="*/ 258709 h 4701"/>
              <a:gd name="T2" fmla="*/ 1162619 w 7729"/>
              <a:gd name="T3" fmla="*/ 246144 h 4701"/>
              <a:gd name="T4" fmla="*/ 1301877 w 7729"/>
              <a:gd name="T5" fmla="*/ 284827 h 4701"/>
              <a:gd name="T6" fmla="*/ 1310257 w 7729"/>
              <a:gd name="T7" fmla="*/ 277928 h 4701"/>
              <a:gd name="T8" fmla="*/ 1300152 w 7729"/>
              <a:gd name="T9" fmla="*/ 810623 h 4701"/>
              <a:gd name="T10" fmla="*/ 1301877 w 7729"/>
              <a:gd name="T11" fmla="*/ 887250 h 4701"/>
              <a:gd name="T12" fmla="*/ 1320856 w 7729"/>
              <a:gd name="T13" fmla="*/ 902773 h 4701"/>
              <a:gd name="T14" fmla="*/ 1335891 w 7729"/>
              <a:gd name="T15" fmla="*/ 839697 h 4701"/>
              <a:gd name="T16" fmla="*/ 1316666 w 7729"/>
              <a:gd name="T17" fmla="*/ 786723 h 4701"/>
              <a:gd name="T18" fmla="*/ 1061318 w 7729"/>
              <a:gd name="T19" fmla="*/ 904990 h 4701"/>
              <a:gd name="T20" fmla="*/ 1182830 w 7729"/>
              <a:gd name="T21" fmla="*/ 938746 h 4701"/>
              <a:gd name="T22" fmla="*/ 1266878 w 7729"/>
              <a:gd name="T23" fmla="*/ 911150 h 4701"/>
              <a:gd name="T24" fmla="*/ 1254801 w 7729"/>
              <a:gd name="T25" fmla="*/ 825160 h 4701"/>
              <a:gd name="T26" fmla="*/ 1285857 w 7729"/>
              <a:gd name="T27" fmla="*/ 757156 h 4701"/>
              <a:gd name="T28" fmla="*/ 1904754 w 7729"/>
              <a:gd name="T29" fmla="*/ 560291 h 4701"/>
              <a:gd name="T30" fmla="*/ 1861374 w 7729"/>
              <a:gd name="T31" fmla="*/ 610554 h 4701"/>
              <a:gd name="T32" fmla="*/ 1732961 w 7729"/>
              <a:gd name="T33" fmla="*/ 649977 h 4701"/>
              <a:gd name="T34" fmla="*/ 613475 w 7729"/>
              <a:gd name="T35" fmla="*/ 877887 h 4701"/>
              <a:gd name="T36" fmla="*/ 712557 w 7729"/>
              <a:gd name="T37" fmla="*/ 727343 h 4701"/>
              <a:gd name="T38" fmla="*/ 628017 w 7729"/>
              <a:gd name="T39" fmla="*/ 654658 h 4701"/>
              <a:gd name="T40" fmla="*/ 367740 w 7729"/>
              <a:gd name="T41" fmla="*/ 591829 h 4701"/>
              <a:gd name="T42" fmla="*/ 61865 w 7729"/>
              <a:gd name="T43" fmla="*/ 463706 h 4701"/>
              <a:gd name="T44" fmla="*/ 45351 w 7729"/>
              <a:gd name="T45" fmla="*/ 394963 h 4701"/>
              <a:gd name="T46" fmla="*/ 0 w 7729"/>
              <a:gd name="T47" fmla="*/ 21436 h 4701"/>
              <a:gd name="T48" fmla="*/ 317705 w 7729"/>
              <a:gd name="T49" fmla="*/ 279899 h 4701"/>
              <a:gd name="T50" fmla="*/ 417035 w 7729"/>
              <a:gd name="T51" fmla="*/ 341989 h 4701"/>
              <a:gd name="T52" fmla="*/ 1472684 w 7729"/>
              <a:gd name="T53" fmla="*/ 365150 h 4701"/>
              <a:gd name="T54" fmla="*/ 1629195 w 7729"/>
              <a:gd name="T55" fmla="*/ 386832 h 4701"/>
              <a:gd name="T56" fmla="*/ 1822431 w 7729"/>
              <a:gd name="T57" fmla="*/ 471837 h 4701"/>
              <a:gd name="T58" fmla="*/ 1904261 w 7729"/>
              <a:gd name="T59" fmla="*/ 551421 h 4701"/>
              <a:gd name="T60" fmla="*/ 762099 w 7729"/>
              <a:gd name="T61" fmla="*/ 472329 h 4701"/>
              <a:gd name="T62" fmla="*/ 709846 w 7729"/>
              <a:gd name="T63" fmla="*/ 459517 h 4701"/>
              <a:gd name="T64" fmla="*/ 682980 w 7729"/>
              <a:gd name="T65" fmla="*/ 505346 h 4701"/>
              <a:gd name="T66" fmla="*/ 722663 w 7729"/>
              <a:gd name="T67" fmla="*/ 545014 h 4701"/>
              <a:gd name="T68" fmla="*/ 768753 w 7729"/>
              <a:gd name="T69" fmla="*/ 518158 h 4701"/>
              <a:gd name="T70" fmla="*/ 913927 w 7729"/>
              <a:gd name="T71" fmla="*/ 472329 h 4701"/>
              <a:gd name="T72" fmla="*/ 862167 w 7729"/>
              <a:gd name="T73" fmla="*/ 459517 h 4701"/>
              <a:gd name="T74" fmla="*/ 835055 w 7729"/>
              <a:gd name="T75" fmla="*/ 505346 h 4701"/>
              <a:gd name="T76" fmla="*/ 874984 w 7729"/>
              <a:gd name="T77" fmla="*/ 545014 h 4701"/>
              <a:gd name="T78" fmla="*/ 920582 w 7729"/>
              <a:gd name="T79" fmla="*/ 518158 h 4701"/>
              <a:gd name="T80" fmla="*/ 1065755 w 7729"/>
              <a:gd name="T81" fmla="*/ 472329 h 4701"/>
              <a:gd name="T82" fmla="*/ 1013995 w 7729"/>
              <a:gd name="T83" fmla="*/ 459517 h 4701"/>
              <a:gd name="T84" fmla="*/ 986883 w 7729"/>
              <a:gd name="T85" fmla="*/ 505346 h 4701"/>
              <a:gd name="T86" fmla="*/ 1026812 w 7729"/>
              <a:gd name="T87" fmla="*/ 545014 h 4701"/>
              <a:gd name="T88" fmla="*/ 1072410 w 7729"/>
              <a:gd name="T89" fmla="*/ 518158 h 4701"/>
              <a:gd name="T90" fmla="*/ 1217583 w 7729"/>
              <a:gd name="T91" fmla="*/ 472329 h 4701"/>
              <a:gd name="T92" fmla="*/ 1165824 w 7729"/>
              <a:gd name="T93" fmla="*/ 459517 h 4701"/>
              <a:gd name="T94" fmla="*/ 1138711 w 7729"/>
              <a:gd name="T95" fmla="*/ 505346 h 4701"/>
              <a:gd name="T96" fmla="*/ 1178640 w 7729"/>
              <a:gd name="T97" fmla="*/ 545014 h 4701"/>
              <a:gd name="T98" fmla="*/ 1224238 w 7729"/>
              <a:gd name="T99" fmla="*/ 518158 h 4701"/>
              <a:gd name="T100" fmla="*/ 1369411 w 7729"/>
              <a:gd name="T101" fmla="*/ 472329 h 4701"/>
              <a:gd name="T102" fmla="*/ 1317652 w 7729"/>
              <a:gd name="T103" fmla="*/ 459517 h 4701"/>
              <a:gd name="T104" fmla="*/ 1290540 w 7729"/>
              <a:gd name="T105" fmla="*/ 505346 h 4701"/>
              <a:gd name="T106" fmla="*/ 1330468 w 7729"/>
              <a:gd name="T107" fmla="*/ 545014 h 4701"/>
              <a:gd name="T108" fmla="*/ 1376066 w 7729"/>
              <a:gd name="T109" fmla="*/ 518158 h 4701"/>
              <a:gd name="T110" fmla="*/ 1720144 w 7729"/>
              <a:gd name="T111" fmla="*/ 469866 h 4701"/>
              <a:gd name="T112" fmla="*/ 1613421 w 7729"/>
              <a:gd name="T113" fmla="*/ 480953 h 4701"/>
              <a:gd name="T114" fmla="*/ 1590006 w 7729"/>
              <a:gd name="T115" fmla="*/ 516680 h 4701"/>
              <a:gd name="T116" fmla="*/ 1625252 w 7729"/>
              <a:gd name="T117" fmla="*/ 548957 h 4701"/>
              <a:gd name="T118" fmla="*/ 1761798 w 7729"/>
              <a:gd name="T119" fmla="*/ 522593 h 470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729" h="4701">
                <a:moveTo>
                  <a:pt x="546" y="2296"/>
                </a:moveTo>
                <a:lnTo>
                  <a:pt x="917" y="2444"/>
                </a:lnTo>
                <a:lnTo>
                  <a:pt x="562" y="2722"/>
                </a:lnTo>
                <a:lnTo>
                  <a:pt x="288" y="2721"/>
                </a:lnTo>
                <a:lnTo>
                  <a:pt x="546" y="2296"/>
                </a:lnTo>
                <a:close/>
                <a:moveTo>
                  <a:pt x="5074" y="1241"/>
                </a:moveTo>
                <a:lnTo>
                  <a:pt x="5074" y="1241"/>
                </a:lnTo>
                <a:lnTo>
                  <a:pt x="5083" y="1203"/>
                </a:lnTo>
                <a:lnTo>
                  <a:pt x="5093" y="1168"/>
                </a:lnTo>
                <a:lnTo>
                  <a:pt x="5105" y="1135"/>
                </a:lnTo>
                <a:lnTo>
                  <a:pt x="5119" y="1104"/>
                </a:lnTo>
                <a:lnTo>
                  <a:pt x="5136" y="1076"/>
                </a:lnTo>
                <a:lnTo>
                  <a:pt x="5144" y="1063"/>
                </a:lnTo>
                <a:lnTo>
                  <a:pt x="5153" y="1050"/>
                </a:lnTo>
                <a:lnTo>
                  <a:pt x="5163" y="1038"/>
                </a:lnTo>
                <a:lnTo>
                  <a:pt x="5172" y="1028"/>
                </a:lnTo>
                <a:lnTo>
                  <a:pt x="5183" y="1017"/>
                </a:lnTo>
                <a:lnTo>
                  <a:pt x="5193" y="1008"/>
                </a:lnTo>
                <a:lnTo>
                  <a:pt x="5184" y="1004"/>
                </a:lnTo>
                <a:lnTo>
                  <a:pt x="5173" y="1002"/>
                </a:lnTo>
                <a:lnTo>
                  <a:pt x="5163" y="999"/>
                </a:lnTo>
                <a:lnTo>
                  <a:pt x="5151" y="999"/>
                </a:lnTo>
                <a:lnTo>
                  <a:pt x="4775" y="998"/>
                </a:lnTo>
                <a:lnTo>
                  <a:pt x="4746" y="998"/>
                </a:lnTo>
                <a:lnTo>
                  <a:pt x="4717" y="999"/>
                </a:lnTo>
                <a:lnTo>
                  <a:pt x="4690" y="1000"/>
                </a:lnTo>
                <a:lnTo>
                  <a:pt x="4662" y="1004"/>
                </a:lnTo>
                <a:lnTo>
                  <a:pt x="4635" y="1006"/>
                </a:lnTo>
                <a:lnTo>
                  <a:pt x="4609" y="1010"/>
                </a:lnTo>
                <a:lnTo>
                  <a:pt x="4559" y="1019"/>
                </a:lnTo>
                <a:lnTo>
                  <a:pt x="4830" y="1241"/>
                </a:lnTo>
                <a:lnTo>
                  <a:pt x="5074" y="1241"/>
                </a:lnTo>
                <a:close/>
                <a:moveTo>
                  <a:pt x="5313" y="1128"/>
                </a:moveTo>
                <a:lnTo>
                  <a:pt x="5313" y="1128"/>
                </a:lnTo>
                <a:lnTo>
                  <a:pt x="5310" y="1128"/>
                </a:lnTo>
                <a:lnTo>
                  <a:pt x="5307" y="1129"/>
                </a:lnTo>
                <a:lnTo>
                  <a:pt x="5300" y="1135"/>
                </a:lnTo>
                <a:lnTo>
                  <a:pt x="5291" y="1144"/>
                </a:lnTo>
                <a:lnTo>
                  <a:pt x="5282" y="1156"/>
                </a:lnTo>
                <a:lnTo>
                  <a:pt x="5273" y="1173"/>
                </a:lnTo>
                <a:lnTo>
                  <a:pt x="5264" y="1193"/>
                </a:lnTo>
                <a:lnTo>
                  <a:pt x="5255" y="1215"/>
                </a:lnTo>
                <a:lnTo>
                  <a:pt x="5247" y="1241"/>
                </a:lnTo>
                <a:lnTo>
                  <a:pt x="5380" y="1241"/>
                </a:lnTo>
                <a:lnTo>
                  <a:pt x="5372" y="1215"/>
                </a:lnTo>
                <a:lnTo>
                  <a:pt x="5362" y="1193"/>
                </a:lnTo>
                <a:lnTo>
                  <a:pt x="5354" y="1173"/>
                </a:lnTo>
                <a:lnTo>
                  <a:pt x="5344" y="1156"/>
                </a:lnTo>
                <a:lnTo>
                  <a:pt x="5335" y="1144"/>
                </a:lnTo>
                <a:lnTo>
                  <a:pt x="5327" y="1135"/>
                </a:lnTo>
                <a:lnTo>
                  <a:pt x="5320" y="1129"/>
                </a:lnTo>
                <a:lnTo>
                  <a:pt x="5316" y="1128"/>
                </a:lnTo>
                <a:lnTo>
                  <a:pt x="5313" y="1128"/>
                </a:lnTo>
                <a:close/>
                <a:moveTo>
                  <a:pt x="5337" y="3193"/>
                </a:moveTo>
                <a:lnTo>
                  <a:pt x="5337" y="3193"/>
                </a:lnTo>
                <a:lnTo>
                  <a:pt x="5333" y="3193"/>
                </a:lnTo>
                <a:lnTo>
                  <a:pt x="5328" y="3196"/>
                </a:lnTo>
                <a:lnTo>
                  <a:pt x="5322" y="3201"/>
                </a:lnTo>
                <a:lnTo>
                  <a:pt x="5316" y="3208"/>
                </a:lnTo>
                <a:lnTo>
                  <a:pt x="5309" y="3218"/>
                </a:lnTo>
                <a:lnTo>
                  <a:pt x="5302" y="3228"/>
                </a:lnTo>
                <a:lnTo>
                  <a:pt x="5295" y="3241"/>
                </a:lnTo>
                <a:lnTo>
                  <a:pt x="5288" y="3255"/>
                </a:lnTo>
                <a:lnTo>
                  <a:pt x="5282" y="3272"/>
                </a:lnTo>
                <a:lnTo>
                  <a:pt x="5275" y="3290"/>
                </a:lnTo>
                <a:lnTo>
                  <a:pt x="5269" y="3310"/>
                </a:lnTo>
                <a:lnTo>
                  <a:pt x="5264" y="3332"/>
                </a:lnTo>
                <a:lnTo>
                  <a:pt x="5261" y="3356"/>
                </a:lnTo>
                <a:lnTo>
                  <a:pt x="5257" y="3381"/>
                </a:lnTo>
                <a:lnTo>
                  <a:pt x="5255" y="3408"/>
                </a:lnTo>
                <a:lnTo>
                  <a:pt x="5255" y="3436"/>
                </a:lnTo>
                <a:lnTo>
                  <a:pt x="5255" y="3466"/>
                </a:lnTo>
                <a:lnTo>
                  <a:pt x="5257" y="3491"/>
                </a:lnTo>
                <a:lnTo>
                  <a:pt x="5261" y="3517"/>
                </a:lnTo>
                <a:lnTo>
                  <a:pt x="5264" y="3541"/>
                </a:lnTo>
                <a:lnTo>
                  <a:pt x="5269" y="3562"/>
                </a:lnTo>
                <a:lnTo>
                  <a:pt x="5275" y="3582"/>
                </a:lnTo>
                <a:lnTo>
                  <a:pt x="5282" y="3601"/>
                </a:lnTo>
                <a:lnTo>
                  <a:pt x="5288" y="3618"/>
                </a:lnTo>
                <a:lnTo>
                  <a:pt x="5295" y="3632"/>
                </a:lnTo>
                <a:lnTo>
                  <a:pt x="5302" y="3645"/>
                </a:lnTo>
                <a:lnTo>
                  <a:pt x="5309" y="3655"/>
                </a:lnTo>
                <a:lnTo>
                  <a:pt x="5316" y="3664"/>
                </a:lnTo>
                <a:lnTo>
                  <a:pt x="5322" y="3671"/>
                </a:lnTo>
                <a:lnTo>
                  <a:pt x="5328" y="3676"/>
                </a:lnTo>
                <a:lnTo>
                  <a:pt x="5333" y="3679"/>
                </a:lnTo>
                <a:lnTo>
                  <a:pt x="5337" y="3680"/>
                </a:lnTo>
                <a:lnTo>
                  <a:pt x="5342" y="3679"/>
                </a:lnTo>
                <a:lnTo>
                  <a:pt x="5347" y="3676"/>
                </a:lnTo>
                <a:lnTo>
                  <a:pt x="5353" y="3671"/>
                </a:lnTo>
                <a:lnTo>
                  <a:pt x="5359" y="3664"/>
                </a:lnTo>
                <a:lnTo>
                  <a:pt x="5366" y="3655"/>
                </a:lnTo>
                <a:lnTo>
                  <a:pt x="5373" y="3645"/>
                </a:lnTo>
                <a:lnTo>
                  <a:pt x="5380" y="3632"/>
                </a:lnTo>
                <a:lnTo>
                  <a:pt x="5387" y="3618"/>
                </a:lnTo>
                <a:lnTo>
                  <a:pt x="5393" y="3601"/>
                </a:lnTo>
                <a:lnTo>
                  <a:pt x="5400" y="3582"/>
                </a:lnTo>
                <a:lnTo>
                  <a:pt x="5406" y="3562"/>
                </a:lnTo>
                <a:lnTo>
                  <a:pt x="5411" y="3541"/>
                </a:lnTo>
                <a:lnTo>
                  <a:pt x="5414" y="3517"/>
                </a:lnTo>
                <a:lnTo>
                  <a:pt x="5418" y="3491"/>
                </a:lnTo>
                <a:lnTo>
                  <a:pt x="5420" y="3466"/>
                </a:lnTo>
                <a:lnTo>
                  <a:pt x="5420" y="3436"/>
                </a:lnTo>
                <a:lnTo>
                  <a:pt x="5420" y="3408"/>
                </a:lnTo>
                <a:lnTo>
                  <a:pt x="5418" y="3381"/>
                </a:lnTo>
                <a:lnTo>
                  <a:pt x="5414" y="3356"/>
                </a:lnTo>
                <a:lnTo>
                  <a:pt x="5411" y="3332"/>
                </a:lnTo>
                <a:lnTo>
                  <a:pt x="5406" y="3310"/>
                </a:lnTo>
                <a:lnTo>
                  <a:pt x="5400" y="3290"/>
                </a:lnTo>
                <a:lnTo>
                  <a:pt x="5393" y="3272"/>
                </a:lnTo>
                <a:lnTo>
                  <a:pt x="5387" y="3255"/>
                </a:lnTo>
                <a:lnTo>
                  <a:pt x="5380" y="3241"/>
                </a:lnTo>
                <a:lnTo>
                  <a:pt x="5373" y="3228"/>
                </a:lnTo>
                <a:lnTo>
                  <a:pt x="5366" y="3218"/>
                </a:lnTo>
                <a:lnTo>
                  <a:pt x="5359" y="3208"/>
                </a:lnTo>
                <a:lnTo>
                  <a:pt x="5353" y="3201"/>
                </a:lnTo>
                <a:lnTo>
                  <a:pt x="5347" y="3196"/>
                </a:lnTo>
                <a:lnTo>
                  <a:pt x="5342" y="3193"/>
                </a:lnTo>
                <a:lnTo>
                  <a:pt x="5337" y="3193"/>
                </a:lnTo>
                <a:close/>
                <a:moveTo>
                  <a:pt x="5217" y="3073"/>
                </a:moveTo>
                <a:lnTo>
                  <a:pt x="5217" y="3073"/>
                </a:lnTo>
                <a:lnTo>
                  <a:pt x="5208" y="3069"/>
                </a:lnTo>
                <a:lnTo>
                  <a:pt x="5198" y="3067"/>
                </a:lnTo>
                <a:lnTo>
                  <a:pt x="5186" y="3064"/>
                </a:lnTo>
                <a:lnTo>
                  <a:pt x="5175" y="3063"/>
                </a:lnTo>
                <a:lnTo>
                  <a:pt x="5142" y="3063"/>
                </a:lnTo>
                <a:lnTo>
                  <a:pt x="4262" y="3637"/>
                </a:lnTo>
                <a:lnTo>
                  <a:pt x="4284" y="3654"/>
                </a:lnTo>
                <a:lnTo>
                  <a:pt x="4306" y="3673"/>
                </a:lnTo>
                <a:lnTo>
                  <a:pt x="4332" y="3690"/>
                </a:lnTo>
                <a:lnTo>
                  <a:pt x="4358" y="3706"/>
                </a:lnTo>
                <a:lnTo>
                  <a:pt x="4386" y="3722"/>
                </a:lnTo>
                <a:lnTo>
                  <a:pt x="4417" y="3736"/>
                </a:lnTo>
                <a:lnTo>
                  <a:pt x="4449" y="3749"/>
                </a:lnTo>
                <a:lnTo>
                  <a:pt x="4482" y="3761"/>
                </a:lnTo>
                <a:lnTo>
                  <a:pt x="4516" y="3772"/>
                </a:lnTo>
                <a:lnTo>
                  <a:pt x="4553" y="3782"/>
                </a:lnTo>
                <a:lnTo>
                  <a:pt x="4590" y="3790"/>
                </a:lnTo>
                <a:lnTo>
                  <a:pt x="4629" y="3797"/>
                </a:lnTo>
                <a:lnTo>
                  <a:pt x="4669" y="3803"/>
                </a:lnTo>
                <a:lnTo>
                  <a:pt x="4712" y="3807"/>
                </a:lnTo>
                <a:lnTo>
                  <a:pt x="4754" y="3809"/>
                </a:lnTo>
                <a:lnTo>
                  <a:pt x="4799" y="3810"/>
                </a:lnTo>
                <a:lnTo>
                  <a:pt x="5175" y="3809"/>
                </a:lnTo>
                <a:lnTo>
                  <a:pt x="5186" y="3808"/>
                </a:lnTo>
                <a:lnTo>
                  <a:pt x="5198" y="3807"/>
                </a:lnTo>
                <a:lnTo>
                  <a:pt x="5208" y="3803"/>
                </a:lnTo>
                <a:lnTo>
                  <a:pt x="5217" y="3801"/>
                </a:lnTo>
                <a:lnTo>
                  <a:pt x="5203" y="3786"/>
                </a:lnTo>
                <a:lnTo>
                  <a:pt x="5189" y="3772"/>
                </a:lnTo>
                <a:lnTo>
                  <a:pt x="5176" y="3756"/>
                </a:lnTo>
                <a:lnTo>
                  <a:pt x="5163" y="3738"/>
                </a:lnTo>
                <a:lnTo>
                  <a:pt x="5151" y="3718"/>
                </a:lnTo>
                <a:lnTo>
                  <a:pt x="5140" y="3698"/>
                </a:lnTo>
                <a:lnTo>
                  <a:pt x="5131" y="3677"/>
                </a:lnTo>
                <a:lnTo>
                  <a:pt x="5121" y="3654"/>
                </a:lnTo>
                <a:lnTo>
                  <a:pt x="5113" y="3630"/>
                </a:lnTo>
                <a:lnTo>
                  <a:pt x="5106" y="3605"/>
                </a:lnTo>
                <a:lnTo>
                  <a:pt x="5100" y="3579"/>
                </a:lnTo>
                <a:lnTo>
                  <a:pt x="5094" y="3552"/>
                </a:lnTo>
                <a:lnTo>
                  <a:pt x="5091" y="3525"/>
                </a:lnTo>
                <a:lnTo>
                  <a:pt x="5087" y="3496"/>
                </a:lnTo>
                <a:lnTo>
                  <a:pt x="5086" y="3467"/>
                </a:lnTo>
                <a:lnTo>
                  <a:pt x="5085" y="3436"/>
                </a:lnTo>
                <a:lnTo>
                  <a:pt x="5086" y="3407"/>
                </a:lnTo>
                <a:lnTo>
                  <a:pt x="5087" y="3377"/>
                </a:lnTo>
                <a:lnTo>
                  <a:pt x="5091" y="3349"/>
                </a:lnTo>
                <a:lnTo>
                  <a:pt x="5094" y="3320"/>
                </a:lnTo>
                <a:lnTo>
                  <a:pt x="5100" y="3293"/>
                </a:lnTo>
                <a:lnTo>
                  <a:pt x="5106" y="3267"/>
                </a:lnTo>
                <a:lnTo>
                  <a:pt x="5113" y="3242"/>
                </a:lnTo>
                <a:lnTo>
                  <a:pt x="5121" y="3219"/>
                </a:lnTo>
                <a:lnTo>
                  <a:pt x="5131" y="3196"/>
                </a:lnTo>
                <a:lnTo>
                  <a:pt x="5140" y="3174"/>
                </a:lnTo>
                <a:lnTo>
                  <a:pt x="5151" y="3154"/>
                </a:lnTo>
                <a:lnTo>
                  <a:pt x="5163" y="3135"/>
                </a:lnTo>
                <a:lnTo>
                  <a:pt x="5176" y="3117"/>
                </a:lnTo>
                <a:lnTo>
                  <a:pt x="5189" y="3101"/>
                </a:lnTo>
                <a:lnTo>
                  <a:pt x="5203" y="3086"/>
                </a:lnTo>
                <a:lnTo>
                  <a:pt x="5217" y="3073"/>
                </a:lnTo>
                <a:close/>
                <a:moveTo>
                  <a:pt x="4446" y="1241"/>
                </a:moveTo>
                <a:lnTo>
                  <a:pt x="2921" y="0"/>
                </a:lnTo>
                <a:lnTo>
                  <a:pt x="2341" y="0"/>
                </a:lnTo>
                <a:lnTo>
                  <a:pt x="2419" y="160"/>
                </a:lnTo>
                <a:lnTo>
                  <a:pt x="2600" y="533"/>
                </a:lnTo>
                <a:lnTo>
                  <a:pt x="2702" y="746"/>
                </a:lnTo>
                <a:lnTo>
                  <a:pt x="2800" y="949"/>
                </a:lnTo>
                <a:lnTo>
                  <a:pt x="2882" y="1121"/>
                </a:lnTo>
                <a:lnTo>
                  <a:pt x="2912" y="1189"/>
                </a:lnTo>
                <a:lnTo>
                  <a:pt x="2936" y="1241"/>
                </a:lnTo>
                <a:lnTo>
                  <a:pt x="4446" y="1241"/>
                </a:lnTo>
                <a:close/>
                <a:moveTo>
                  <a:pt x="7728" y="2274"/>
                </a:moveTo>
                <a:lnTo>
                  <a:pt x="7728" y="2274"/>
                </a:lnTo>
                <a:lnTo>
                  <a:pt x="7727" y="2286"/>
                </a:lnTo>
                <a:lnTo>
                  <a:pt x="7724" y="2297"/>
                </a:lnTo>
                <a:lnTo>
                  <a:pt x="7720" y="2309"/>
                </a:lnTo>
                <a:lnTo>
                  <a:pt x="7716" y="2320"/>
                </a:lnTo>
                <a:lnTo>
                  <a:pt x="7711" y="2332"/>
                </a:lnTo>
                <a:lnTo>
                  <a:pt x="7705" y="2342"/>
                </a:lnTo>
                <a:lnTo>
                  <a:pt x="7699" y="2353"/>
                </a:lnTo>
                <a:lnTo>
                  <a:pt x="7690" y="2365"/>
                </a:lnTo>
                <a:lnTo>
                  <a:pt x="7674" y="2385"/>
                </a:lnTo>
                <a:lnTo>
                  <a:pt x="7654" y="2405"/>
                </a:lnTo>
                <a:lnTo>
                  <a:pt x="7633" y="2425"/>
                </a:lnTo>
                <a:lnTo>
                  <a:pt x="7608" y="2442"/>
                </a:lnTo>
                <a:lnTo>
                  <a:pt x="7582" y="2461"/>
                </a:lnTo>
                <a:lnTo>
                  <a:pt x="7552" y="2478"/>
                </a:lnTo>
                <a:lnTo>
                  <a:pt x="7522" y="2494"/>
                </a:lnTo>
                <a:lnTo>
                  <a:pt x="7490" y="2510"/>
                </a:lnTo>
                <a:lnTo>
                  <a:pt x="7457" y="2525"/>
                </a:lnTo>
                <a:lnTo>
                  <a:pt x="7421" y="2539"/>
                </a:lnTo>
                <a:lnTo>
                  <a:pt x="7385" y="2552"/>
                </a:lnTo>
                <a:lnTo>
                  <a:pt x="7347" y="2565"/>
                </a:lnTo>
                <a:lnTo>
                  <a:pt x="7309" y="2577"/>
                </a:lnTo>
                <a:lnTo>
                  <a:pt x="7270" y="2588"/>
                </a:lnTo>
                <a:lnTo>
                  <a:pt x="7231" y="2598"/>
                </a:lnTo>
                <a:lnTo>
                  <a:pt x="7191" y="2608"/>
                </a:lnTo>
                <a:lnTo>
                  <a:pt x="7151" y="2616"/>
                </a:lnTo>
                <a:lnTo>
                  <a:pt x="7111" y="2624"/>
                </a:lnTo>
                <a:lnTo>
                  <a:pt x="7070" y="2631"/>
                </a:lnTo>
                <a:lnTo>
                  <a:pt x="7031" y="2638"/>
                </a:lnTo>
                <a:lnTo>
                  <a:pt x="6952" y="2649"/>
                </a:lnTo>
                <a:lnTo>
                  <a:pt x="6876" y="2656"/>
                </a:lnTo>
                <a:lnTo>
                  <a:pt x="6804" y="2661"/>
                </a:lnTo>
                <a:lnTo>
                  <a:pt x="6771" y="2662"/>
                </a:lnTo>
                <a:lnTo>
                  <a:pt x="6739" y="2662"/>
                </a:lnTo>
                <a:lnTo>
                  <a:pt x="5300" y="2662"/>
                </a:lnTo>
                <a:lnTo>
                  <a:pt x="2175" y="4700"/>
                </a:lnTo>
                <a:lnTo>
                  <a:pt x="1595" y="4701"/>
                </a:lnTo>
                <a:lnTo>
                  <a:pt x="1726" y="4535"/>
                </a:lnTo>
                <a:lnTo>
                  <a:pt x="2027" y="4153"/>
                </a:lnTo>
                <a:lnTo>
                  <a:pt x="2197" y="3938"/>
                </a:lnTo>
                <a:lnTo>
                  <a:pt x="2357" y="3733"/>
                </a:lnTo>
                <a:lnTo>
                  <a:pt x="2489" y="3563"/>
                </a:lnTo>
                <a:lnTo>
                  <a:pt x="2539" y="3497"/>
                </a:lnTo>
                <a:lnTo>
                  <a:pt x="2576" y="3449"/>
                </a:lnTo>
                <a:lnTo>
                  <a:pt x="2634" y="3372"/>
                </a:lnTo>
                <a:lnTo>
                  <a:pt x="2695" y="3290"/>
                </a:lnTo>
                <a:lnTo>
                  <a:pt x="2726" y="3246"/>
                </a:lnTo>
                <a:lnTo>
                  <a:pt x="2758" y="3201"/>
                </a:lnTo>
                <a:lnTo>
                  <a:pt x="2787" y="3154"/>
                </a:lnTo>
                <a:lnTo>
                  <a:pt x="2817" y="3107"/>
                </a:lnTo>
                <a:lnTo>
                  <a:pt x="2844" y="3057"/>
                </a:lnTo>
                <a:lnTo>
                  <a:pt x="2857" y="3031"/>
                </a:lnTo>
                <a:lnTo>
                  <a:pt x="2869" y="3005"/>
                </a:lnTo>
                <a:lnTo>
                  <a:pt x="2880" y="2979"/>
                </a:lnTo>
                <a:lnTo>
                  <a:pt x="2891" y="2952"/>
                </a:lnTo>
                <a:lnTo>
                  <a:pt x="2902" y="2925"/>
                </a:lnTo>
                <a:lnTo>
                  <a:pt x="2911" y="2898"/>
                </a:lnTo>
                <a:lnTo>
                  <a:pt x="2919" y="2870"/>
                </a:lnTo>
                <a:lnTo>
                  <a:pt x="2927" y="2841"/>
                </a:lnTo>
                <a:lnTo>
                  <a:pt x="2934" y="2813"/>
                </a:lnTo>
                <a:lnTo>
                  <a:pt x="2939" y="2783"/>
                </a:lnTo>
                <a:lnTo>
                  <a:pt x="2943" y="2754"/>
                </a:lnTo>
                <a:lnTo>
                  <a:pt x="2947" y="2723"/>
                </a:lnTo>
                <a:lnTo>
                  <a:pt x="2949" y="2694"/>
                </a:lnTo>
                <a:lnTo>
                  <a:pt x="2950" y="2662"/>
                </a:lnTo>
                <a:lnTo>
                  <a:pt x="2686" y="2662"/>
                </a:lnTo>
                <a:lnTo>
                  <a:pt x="2617" y="2661"/>
                </a:lnTo>
                <a:lnTo>
                  <a:pt x="2548" y="2657"/>
                </a:lnTo>
                <a:lnTo>
                  <a:pt x="2477" y="2650"/>
                </a:lnTo>
                <a:lnTo>
                  <a:pt x="2405" y="2642"/>
                </a:lnTo>
                <a:lnTo>
                  <a:pt x="2331" y="2631"/>
                </a:lnTo>
                <a:lnTo>
                  <a:pt x="2257" y="2618"/>
                </a:lnTo>
                <a:lnTo>
                  <a:pt x="2182" y="2603"/>
                </a:lnTo>
                <a:lnTo>
                  <a:pt x="2106" y="2586"/>
                </a:lnTo>
                <a:lnTo>
                  <a:pt x="2030" y="2568"/>
                </a:lnTo>
                <a:lnTo>
                  <a:pt x="1953" y="2547"/>
                </a:lnTo>
                <a:lnTo>
                  <a:pt x="1876" y="2526"/>
                </a:lnTo>
                <a:lnTo>
                  <a:pt x="1800" y="2504"/>
                </a:lnTo>
                <a:lnTo>
                  <a:pt x="1722" y="2480"/>
                </a:lnTo>
                <a:lnTo>
                  <a:pt x="1645" y="2454"/>
                </a:lnTo>
                <a:lnTo>
                  <a:pt x="1568" y="2429"/>
                </a:lnTo>
                <a:lnTo>
                  <a:pt x="1492" y="2402"/>
                </a:lnTo>
                <a:lnTo>
                  <a:pt x="1339" y="2347"/>
                </a:lnTo>
                <a:lnTo>
                  <a:pt x="1189" y="2290"/>
                </a:lnTo>
                <a:lnTo>
                  <a:pt x="1044" y="2234"/>
                </a:lnTo>
                <a:lnTo>
                  <a:pt x="904" y="2177"/>
                </a:lnTo>
                <a:lnTo>
                  <a:pt x="640" y="2070"/>
                </a:lnTo>
                <a:lnTo>
                  <a:pt x="519" y="2021"/>
                </a:lnTo>
                <a:lnTo>
                  <a:pt x="406" y="1978"/>
                </a:lnTo>
                <a:lnTo>
                  <a:pt x="375" y="1965"/>
                </a:lnTo>
                <a:lnTo>
                  <a:pt x="346" y="1950"/>
                </a:lnTo>
                <a:lnTo>
                  <a:pt x="319" y="1934"/>
                </a:lnTo>
                <a:lnTo>
                  <a:pt x="294" y="1919"/>
                </a:lnTo>
                <a:lnTo>
                  <a:pt x="273" y="1901"/>
                </a:lnTo>
                <a:lnTo>
                  <a:pt x="251" y="1882"/>
                </a:lnTo>
                <a:lnTo>
                  <a:pt x="234" y="1863"/>
                </a:lnTo>
                <a:lnTo>
                  <a:pt x="218" y="1844"/>
                </a:lnTo>
                <a:lnTo>
                  <a:pt x="204" y="1824"/>
                </a:lnTo>
                <a:lnTo>
                  <a:pt x="192" y="1804"/>
                </a:lnTo>
                <a:lnTo>
                  <a:pt x="183" y="1783"/>
                </a:lnTo>
                <a:lnTo>
                  <a:pt x="176" y="1762"/>
                </a:lnTo>
                <a:lnTo>
                  <a:pt x="170" y="1742"/>
                </a:lnTo>
                <a:lnTo>
                  <a:pt x="166" y="1720"/>
                </a:lnTo>
                <a:lnTo>
                  <a:pt x="164" y="1700"/>
                </a:lnTo>
                <a:lnTo>
                  <a:pt x="165" y="1680"/>
                </a:lnTo>
                <a:lnTo>
                  <a:pt x="166" y="1660"/>
                </a:lnTo>
                <a:lnTo>
                  <a:pt x="171" y="1640"/>
                </a:lnTo>
                <a:lnTo>
                  <a:pt x="177" y="1621"/>
                </a:lnTo>
                <a:lnTo>
                  <a:pt x="184" y="1603"/>
                </a:lnTo>
                <a:lnTo>
                  <a:pt x="193" y="1587"/>
                </a:lnTo>
                <a:lnTo>
                  <a:pt x="204" y="1570"/>
                </a:lnTo>
                <a:lnTo>
                  <a:pt x="217" y="1555"/>
                </a:lnTo>
                <a:lnTo>
                  <a:pt x="231" y="1541"/>
                </a:lnTo>
                <a:lnTo>
                  <a:pt x="247" y="1528"/>
                </a:lnTo>
                <a:lnTo>
                  <a:pt x="264" y="1516"/>
                </a:lnTo>
                <a:lnTo>
                  <a:pt x="284" y="1507"/>
                </a:lnTo>
                <a:lnTo>
                  <a:pt x="304" y="1497"/>
                </a:lnTo>
                <a:lnTo>
                  <a:pt x="327" y="1491"/>
                </a:lnTo>
                <a:lnTo>
                  <a:pt x="350" y="1485"/>
                </a:lnTo>
                <a:lnTo>
                  <a:pt x="375" y="1483"/>
                </a:lnTo>
                <a:lnTo>
                  <a:pt x="402" y="1482"/>
                </a:lnTo>
                <a:lnTo>
                  <a:pt x="407" y="1482"/>
                </a:lnTo>
                <a:lnTo>
                  <a:pt x="0" y="87"/>
                </a:lnTo>
                <a:lnTo>
                  <a:pt x="447" y="87"/>
                </a:lnTo>
                <a:lnTo>
                  <a:pt x="533" y="199"/>
                </a:lnTo>
                <a:lnTo>
                  <a:pt x="739" y="464"/>
                </a:lnTo>
                <a:lnTo>
                  <a:pt x="859" y="619"/>
                </a:lnTo>
                <a:lnTo>
                  <a:pt x="977" y="770"/>
                </a:lnTo>
                <a:lnTo>
                  <a:pt x="1084" y="904"/>
                </a:lnTo>
                <a:lnTo>
                  <a:pt x="1168" y="1008"/>
                </a:lnTo>
                <a:lnTo>
                  <a:pt x="1192" y="1035"/>
                </a:lnTo>
                <a:lnTo>
                  <a:pt x="1215" y="1061"/>
                </a:lnTo>
                <a:lnTo>
                  <a:pt x="1239" y="1087"/>
                </a:lnTo>
                <a:lnTo>
                  <a:pt x="1264" y="1111"/>
                </a:lnTo>
                <a:lnTo>
                  <a:pt x="1289" y="1136"/>
                </a:lnTo>
                <a:lnTo>
                  <a:pt x="1313" y="1159"/>
                </a:lnTo>
                <a:lnTo>
                  <a:pt x="1339" y="1181"/>
                </a:lnTo>
                <a:lnTo>
                  <a:pt x="1366" y="1203"/>
                </a:lnTo>
                <a:lnTo>
                  <a:pt x="1392" y="1223"/>
                </a:lnTo>
                <a:lnTo>
                  <a:pt x="1421" y="1244"/>
                </a:lnTo>
                <a:lnTo>
                  <a:pt x="1448" y="1264"/>
                </a:lnTo>
                <a:lnTo>
                  <a:pt x="1476" y="1281"/>
                </a:lnTo>
                <a:lnTo>
                  <a:pt x="1506" y="1299"/>
                </a:lnTo>
                <a:lnTo>
                  <a:pt x="1535" y="1316"/>
                </a:lnTo>
                <a:lnTo>
                  <a:pt x="1565" y="1332"/>
                </a:lnTo>
                <a:lnTo>
                  <a:pt x="1595" y="1347"/>
                </a:lnTo>
                <a:lnTo>
                  <a:pt x="1627" y="1362"/>
                </a:lnTo>
                <a:lnTo>
                  <a:pt x="1659" y="1375"/>
                </a:lnTo>
                <a:lnTo>
                  <a:pt x="1692" y="1388"/>
                </a:lnTo>
                <a:lnTo>
                  <a:pt x="1725" y="1399"/>
                </a:lnTo>
                <a:lnTo>
                  <a:pt x="1759" y="1411"/>
                </a:lnTo>
                <a:lnTo>
                  <a:pt x="1794" y="1421"/>
                </a:lnTo>
                <a:lnTo>
                  <a:pt x="1829" y="1431"/>
                </a:lnTo>
                <a:lnTo>
                  <a:pt x="1866" y="1439"/>
                </a:lnTo>
                <a:lnTo>
                  <a:pt x="1902" y="1448"/>
                </a:lnTo>
                <a:lnTo>
                  <a:pt x="1940" y="1455"/>
                </a:lnTo>
                <a:lnTo>
                  <a:pt x="1979" y="1461"/>
                </a:lnTo>
                <a:lnTo>
                  <a:pt x="2018" y="1467"/>
                </a:lnTo>
                <a:lnTo>
                  <a:pt x="2058" y="1471"/>
                </a:lnTo>
                <a:lnTo>
                  <a:pt x="2099" y="1476"/>
                </a:lnTo>
                <a:lnTo>
                  <a:pt x="2141" y="1480"/>
                </a:lnTo>
                <a:lnTo>
                  <a:pt x="2183" y="1482"/>
                </a:lnTo>
                <a:lnTo>
                  <a:pt x="5975" y="1482"/>
                </a:lnTo>
                <a:lnTo>
                  <a:pt x="6025" y="1482"/>
                </a:lnTo>
                <a:lnTo>
                  <a:pt x="6075" y="1484"/>
                </a:lnTo>
                <a:lnTo>
                  <a:pt x="6125" y="1487"/>
                </a:lnTo>
                <a:lnTo>
                  <a:pt x="6174" y="1491"/>
                </a:lnTo>
                <a:lnTo>
                  <a:pt x="6224" y="1496"/>
                </a:lnTo>
                <a:lnTo>
                  <a:pt x="6273" y="1502"/>
                </a:lnTo>
                <a:lnTo>
                  <a:pt x="6323" y="1509"/>
                </a:lnTo>
                <a:lnTo>
                  <a:pt x="6371" y="1517"/>
                </a:lnTo>
                <a:lnTo>
                  <a:pt x="6420" y="1526"/>
                </a:lnTo>
                <a:lnTo>
                  <a:pt x="6468" y="1536"/>
                </a:lnTo>
                <a:lnTo>
                  <a:pt x="6515" y="1547"/>
                </a:lnTo>
                <a:lnTo>
                  <a:pt x="6562" y="1557"/>
                </a:lnTo>
                <a:lnTo>
                  <a:pt x="6610" y="1570"/>
                </a:lnTo>
                <a:lnTo>
                  <a:pt x="6656" y="1582"/>
                </a:lnTo>
                <a:lnTo>
                  <a:pt x="6700" y="1596"/>
                </a:lnTo>
                <a:lnTo>
                  <a:pt x="6746" y="1611"/>
                </a:lnTo>
                <a:lnTo>
                  <a:pt x="6825" y="1638"/>
                </a:lnTo>
                <a:lnTo>
                  <a:pt x="6901" y="1666"/>
                </a:lnTo>
                <a:lnTo>
                  <a:pt x="6974" y="1696"/>
                </a:lnTo>
                <a:lnTo>
                  <a:pt x="7044" y="1725"/>
                </a:lnTo>
                <a:lnTo>
                  <a:pt x="7110" y="1756"/>
                </a:lnTo>
                <a:lnTo>
                  <a:pt x="7174" y="1788"/>
                </a:lnTo>
                <a:lnTo>
                  <a:pt x="7234" y="1818"/>
                </a:lnTo>
                <a:lnTo>
                  <a:pt x="7290" y="1850"/>
                </a:lnTo>
                <a:lnTo>
                  <a:pt x="7344" y="1882"/>
                </a:lnTo>
                <a:lnTo>
                  <a:pt x="7394" y="1915"/>
                </a:lnTo>
                <a:lnTo>
                  <a:pt x="7443" y="1947"/>
                </a:lnTo>
                <a:lnTo>
                  <a:pt x="7488" y="1979"/>
                </a:lnTo>
                <a:lnTo>
                  <a:pt x="7529" y="2011"/>
                </a:lnTo>
                <a:lnTo>
                  <a:pt x="7567" y="2042"/>
                </a:lnTo>
                <a:lnTo>
                  <a:pt x="7602" y="2073"/>
                </a:lnTo>
                <a:lnTo>
                  <a:pt x="7635" y="2104"/>
                </a:lnTo>
                <a:lnTo>
                  <a:pt x="7660" y="2131"/>
                </a:lnTo>
                <a:lnTo>
                  <a:pt x="7681" y="2155"/>
                </a:lnTo>
                <a:lnTo>
                  <a:pt x="7698" y="2178"/>
                </a:lnTo>
                <a:lnTo>
                  <a:pt x="7711" y="2199"/>
                </a:lnTo>
                <a:lnTo>
                  <a:pt x="7720" y="2219"/>
                </a:lnTo>
                <a:lnTo>
                  <a:pt x="7724" y="2230"/>
                </a:lnTo>
                <a:lnTo>
                  <a:pt x="7726" y="2238"/>
                </a:lnTo>
                <a:lnTo>
                  <a:pt x="7728" y="2248"/>
                </a:lnTo>
                <a:lnTo>
                  <a:pt x="7729" y="2256"/>
                </a:lnTo>
                <a:lnTo>
                  <a:pt x="7729" y="2265"/>
                </a:lnTo>
                <a:lnTo>
                  <a:pt x="7728" y="2274"/>
                </a:lnTo>
                <a:close/>
                <a:moveTo>
                  <a:pt x="3133" y="2032"/>
                </a:moveTo>
                <a:lnTo>
                  <a:pt x="3133" y="2032"/>
                </a:lnTo>
                <a:lnTo>
                  <a:pt x="3132" y="2014"/>
                </a:lnTo>
                <a:lnTo>
                  <a:pt x="3128" y="1995"/>
                </a:lnTo>
                <a:lnTo>
                  <a:pt x="3125" y="1979"/>
                </a:lnTo>
                <a:lnTo>
                  <a:pt x="3119" y="1962"/>
                </a:lnTo>
                <a:lnTo>
                  <a:pt x="3111" y="1946"/>
                </a:lnTo>
                <a:lnTo>
                  <a:pt x="3101" y="1932"/>
                </a:lnTo>
                <a:lnTo>
                  <a:pt x="3092" y="1917"/>
                </a:lnTo>
                <a:lnTo>
                  <a:pt x="3080" y="1904"/>
                </a:lnTo>
                <a:lnTo>
                  <a:pt x="3067" y="1893"/>
                </a:lnTo>
                <a:lnTo>
                  <a:pt x="3053" y="1882"/>
                </a:lnTo>
                <a:lnTo>
                  <a:pt x="3037" y="1873"/>
                </a:lnTo>
                <a:lnTo>
                  <a:pt x="3022" y="1865"/>
                </a:lnTo>
                <a:lnTo>
                  <a:pt x="3006" y="1860"/>
                </a:lnTo>
                <a:lnTo>
                  <a:pt x="2988" y="1855"/>
                </a:lnTo>
                <a:lnTo>
                  <a:pt x="2970" y="1852"/>
                </a:lnTo>
                <a:lnTo>
                  <a:pt x="2951" y="1851"/>
                </a:lnTo>
                <a:lnTo>
                  <a:pt x="2932" y="1852"/>
                </a:lnTo>
                <a:lnTo>
                  <a:pt x="2915" y="1855"/>
                </a:lnTo>
                <a:lnTo>
                  <a:pt x="2898" y="1860"/>
                </a:lnTo>
                <a:lnTo>
                  <a:pt x="2880" y="1865"/>
                </a:lnTo>
                <a:lnTo>
                  <a:pt x="2865" y="1873"/>
                </a:lnTo>
                <a:lnTo>
                  <a:pt x="2850" y="1882"/>
                </a:lnTo>
                <a:lnTo>
                  <a:pt x="2837" y="1893"/>
                </a:lnTo>
                <a:lnTo>
                  <a:pt x="2824" y="1904"/>
                </a:lnTo>
                <a:lnTo>
                  <a:pt x="2812" y="1917"/>
                </a:lnTo>
                <a:lnTo>
                  <a:pt x="2801" y="1932"/>
                </a:lnTo>
                <a:lnTo>
                  <a:pt x="2792" y="1946"/>
                </a:lnTo>
                <a:lnTo>
                  <a:pt x="2785" y="1962"/>
                </a:lnTo>
                <a:lnTo>
                  <a:pt x="2778" y="1979"/>
                </a:lnTo>
                <a:lnTo>
                  <a:pt x="2774" y="1995"/>
                </a:lnTo>
                <a:lnTo>
                  <a:pt x="2771" y="2014"/>
                </a:lnTo>
                <a:lnTo>
                  <a:pt x="2771" y="2032"/>
                </a:lnTo>
                <a:lnTo>
                  <a:pt x="2771" y="2051"/>
                </a:lnTo>
                <a:lnTo>
                  <a:pt x="2774" y="2068"/>
                </a:lnTo>
                <a:lnTo>
                  <a:pt x="2778" y="2086"/>
                </a:lnTo>
                <a:lnTo>
                  <a:pt x="2785" y="2103"/>
                </a:lnTo>
                <a:lnTo>
                  <a:pt x="2792" y="2118"/>
                </a:lnTo>
                <a:lnTo>
                  <a:pt x="2801" y="2133"/>
                </a:lnTo>
                <a:lnTo>
                  <a:pt x="2812" y="2147"/>
                </a:lnTo>
                <a:lnTo>
                  <a:pt x="2824" y="2160"/>
                </a:lnTo>
                <a:lnTo>
                  <a:pt x="2837" y="2172"/>
                </a:lnTo>
                <a:lnTo>
                  <a:pt x="2850" y="2183"/>
                </a:lnTo>
                <a:lnTo>
                  <a:pt x="2865" y="2191"/>
                </a:lnTo>
                <a:lnTo>
                  <a:pt x="2880" y="2199"/>
                </a:lnTo>
                <a:lnTo>
                  <a:pt x="2898" y="2205"/>
                </a:lnTo>
                <a:lnTo>
                  <a:pt x="2915" y="2210"/>
                </a:lnTo>
                <a:lnTo>
                  <a:pt x="2932" y="2212"/>
                </a:lnTo>
                <a:lnTo>
                  <a:pt x="2951" y="2214"/>
                </a:lnTo>
                <a:lnTo>
                  <a:pt x="2970" y="2212"/>
                </a:lnTo>
                <a:lnTo>
                  <a:pt x="2988" y="2210"/>
                </a:lnTo>
                <a:lnTo>
                  <a:pt x="3006" y="2205"/>
                </a:lnTo>
                <a:lnTo>
                  <a:pt x="3022" y="2199"/>
                </a:lnTo>
                <a:lnTo>
                  <a:pt x="3037" y="2191"/>
                </a:lnTo>
                <a:lnTo>
                  <a:pt x="3053" y="2183"/>
                </a:lnTo>
                <a:lnTo>
                  <a:pt x="3067" y="2172"/>
                </a:lnTo>
                <a:lnTo>
                  <a:pt x="3080" y="2160"/>
                </a:lnTo>
                <a:lnTo>
                  <a:pt x="3092" y="2147"/>
                </a:lnTo>
                <a:lnTo>
                  <a:pt x="3101" y="2133"/>
                </a:lnTo>
                <a:lnTo>
                  <a:pt x="3111" y="2118"/>
                </a:lnTo>
                <a:lnTo>
                  <a:pt x="3119" y="2103"/>
                </a:lnTo>
                <a:lnTo>
                  <a:pt x="3125" y="2086"/>
                </a:lnTo>
                <a:lnTo>
                  <a:pt x="3128" y="2068"/>
                </a:lnTo>
                <a:lnTo>
                  <a:pt x="3132" y="2051"/>
                </a:lnTo>
                <a:lnTo>
                  <a:pt x="3133" y="2032"/>
                </a:lnTo>
                <a:close/>
                <a:moveTo>
                  <a:pt x="3749" y="2032"/>
                </a:moveTo>
                <a:lnTo>
                  <a:pt x="3749" y="2032"/>
                </a:lnTo>
                <a:lnTo>
                  <a:pt x="3748" y="2014"/>
                </a:lnTo>
                <a:lnTo>
                  <a:pt x="3745" y="1995"/>
                </a:lnTo>
                <a:lnTo>
                  <a:pt x="3741" y="1979"/>
                </a:lnTo>
                <a:lnTo>
                  <a:pt x="3735" y="1962"/>
                </a:lnTo>
                <a:lnTo>
                  <a:pt x="3727" y="1946"/>
                </a:lnTo>
                <a:lnTo>
                  <a:pt x="3718" y="1930"/>
                </a:lnTo>
                <a:lnTo>
                  <a:pt x="3708" y="1917"/>
                </a:lnTo>
                <a:lnTo>
                  <a:pt x="3696" y="1904"/>
                </a:lnTo>
                <a:lnTo>
                  <a:pt x="3683" y="1893"/>
                </a:lnTo>
                <a:lnTo>
                  <a:pt x="3669" y="1882"/>
                </a:lnTo>
                <a:lnTo>
                  <a:pt x="3653" y="1873"/>
                </a:lnTo>
                <a:lnTo>
                  <a:pt x="3638" y="1865"/>
                </a:lnTo>
                <a:lnTo>
                  <a:pt x="3622" y="1860"/>
                </a:lnTo>
                <a:lnTo>
                  <a:pt x="3604" y="1855"/>
                </a:lnTo>
                <a:lnTo>
                  <a:pt x="3586" y="1852"/>
                </a:lnTo>
                <a:lnTo>
                  <a:pt x="3567" y="1851"/>
                </a:lnTo>
                <a:lnTo>
                  <a:pt x="3550" y="1852"/>
                </a:lnTo>
                <a:lnTo>
                  <a:pt x="3531" y="1855"/>
                </a:lnTo>
                <a:lnTo>
                  <a:pt x="3514" y="1860"/>
                </a:lnTo>
                <a:lnTo>
                  <a:pt x="3498" y="1865"/>
                </a:lnTo>
                <a:lnTo>
                  <a:pt x="3481" y="1873"/>
                </a:lnTo>
                <a:lnTo>
                  <a:pt x="3466" y="1882"/>
                </a:lnTo>
                <a:lnTo>
                  <a:pt x="3453" y="1893"/>
                </a:lnTo>
                <a:lnTo>
                  <a:pt x="3440" y="1904"/>
                </a:lnTo>
                <a:lnTo>
                  <a:pt x="3428" y="1917"/>
                </a:lnTo>
                <a:lnTo>
                  <a:pt x="3417" y="1930"/>
                </a:lnTo>
                <a:lnTo>
                  <a:pt x="3408" y="1946"/>
                </a:lnTo>
                <a:lnTo>
                  <a:pt x="3401" y="1962"/>
                </a:lnTo>
                <a:lnTo>
                  <a:pt x="3395" y="1979"/>
                </a:lnTo>
                <a:lnTo>
                  <a:pt x="3390" y="1995"/>
                </a:lnTo>
                <a:lnTo>
                  <a:pt x="3388" y="2014"/>
                </a:lnTo>
                <a:lnTo>
                  <a:pt x="3387" y="2032"/>
                </a:lnTo>
                <a:lnTo>
                  <a:pt x="3388" y="2051"/>
                </a:lnTo>
                <a:lnTo>
                  <a:pt x="3390" y="2068"/>
                </a:lnTo>
                <a:lnTo>
                  <a:pt x="3395" y="2086"/>
                </a:lnTo>
                <a:lnTo>
                  <a:pt x="3401" y="2103"/>
                </a:lnTo>
                <a:lnTo>
                  <a:pt x="3408" y="2118"/>
                </a:lnTo>
                <a:lnTo>
                  <a:pt x="3417" y="2133"/>
                </a:lnTo>
                <a:lnTo>
                  <a:pt x="3428" y="2147"/>
                </a:lnTo>
                <a:lnTo>
                  <a:pt x="3440" y="2160"/>
                </a:lnTo>
                <a:lnTo>
                  <a:pt x="3453" y="2172"/>
                </a:lnTo>
                <a:lnTo>
                  <a:pt x="3466" y="2183"/>
                </a:lnTo>
                <a:lnTo>
                  <a:pt x="3481" y="2191"/>
                </a:lnTo>
                <a:lnTo>
                  <a:pt x="3498" y="2199"/>
                </a:lnTo>
                <a:lnTo>
                  <a:pt x="3514" y="2205"/>
                </a:lnTo>
                <a:lnTo>
                  <a:pt x="3531" y="2210"/>
                </a:lnTo>
                <a:lnTo>
                  <a:pt x="3550" y="2212"/>
                </a:lnTo>
                <a:lnTo>
                  <a:pt x="3567" y="2214"/>
                </a:lnTo>
                <a:lnTo>
                  <a:pt x="3586" y="2212"/>
                </a:lnTo>
                <a:lnTo>
                  <a:pt x="3604" y="2210"/>
                </a:lnTo>
                <a:lnTo>
                  <a:pt x="3622" y="2205"/>
                </a:lnTo>
                <a:lnTo>
                  <a:pt x="3638" y="2199"/>
                </a:lnTo>
                <a:lnTo>
                  <a:pt x="3653" y="2191"/>
                </a:lnTo>
                <a:lnTo>
                  <a:pt x="3669" y="2183"/>
                </a:lnTo>
                <a:lnTo>
                  <a:pt x="3683" y="2172"/>
                </a:lnTo>
                <a:lnTo>
                  <a:pt x="3696" y="2160"/>
                </a:lnTo>
                <a:lnTo>
                  <a:pt x="3708" y="2147"/>
                </a:lnTo>
                <a:lnTo>
                  <a:pt x="3718" y="2133"/>
                </a:lnTo>
                <a:lnTo>
                  <a:pt x="3727" y="2118"/>
                </a:lnTo>
                <a:lnTo>
                  <a:pt x="3735" y="2103"/>
                </a:lnTo>
                <a:lnTo>
                  <a:pt x="3741" y="2086"/>
                </a:lnTo>
                <a:lnTo>
                  <a:pt x="3745" y="2068"/>
                </a:lnTo>
                <a:lnTo>
                  <a:pt x="3748" y="2051"/>
                </a:lnTo>
                <a:lnTo>
                  <a:pt x="3749" y="2032"/>
                </a:lnTo>
                <a:close/>
                <a:moveTo>
                  <a:pt x="4365" y="2032"/>
                </a:moveTo>
                <a:lnTo>
                  <a:pt x="4365" y="2032"/>
                </a:lnTo>
                <a:lnTo>
                  <a:pt x="4364" y="2014"/>
                </a:lnTo>
                <a:lnTo>
                  <a:pt x="4361" y="1995"/>
                </a:lnTo>
                <a:lnTo>
                  <a:pt x="4357" y="1979"/>
                </a:lnTo>
                <a:lnTo>
                  <a:pt x="4351" y="1962"/>
                </a:lnTo>
                <a:lnTo>
                  <a:pt x="4343" y="1946"/>
                </a:lnTo>
                <a:lnTo>
                  <a:pt x="4334" y="1932"/>
                </a:lnTo>
                <a:lnTo>
                  <a:pt x="4324" y="1917"/>
                </a:lnTo>
                <a:lnTo>
                  <a:pt x="4312" y="1904"/>
                </a:lnTo>
                <a:lnTo>
                  <a:pt x="4299" y="1893"/>
                </a:lnTo>
                <a:lnTo>
                  <a:pt x="4285" y="1882"/>
                </a:lnTo>
                <a:lnTo>
                  <a:pt x="4271" y="1873"/>
                </a:lnTo>
                <a:lnTo>
                  <a:pt x="4254" y="1865"/>
                </a:lnTo>
                <a:lnTo>
                  <a:pt x="4238" y="1860"/>
                </a:lnTo>
                <a:lnTo>
                  <a:pt x="4220" y="1855"/>
                </a:lnTo>
                <a:lnTo>
                  <a:pt x="4202" y="1852"/>
                </a:lnTo>
                <a:lnTo>
                  <a:pt x="4183" y="1851"/>
                </a:lnTo>
                <a:lnTo>
                  <a:pt x="4166" y="1852"/>
                </a:lnTo>
                <a:lnTo>
                  <a:pt x="4148" y="1855"/>
                </a:lnTo>
                <a:lnTo>
                  <a:pt x="4130" y="1860"/>
                </a:lnTo>
                <a:lnTo>
                  <a:pt x="4114" y="1865"/>
                </a:lnTo>
                <a:lnTo>
                  <a:pt x="4097" y="1873"/>
                </a:lnTo>
                <a:lnTo>
                  <a:pt x="4083" y="1882"/>
                </a:lnTo>
                <a:lnTo>
                  <a:pt x="4069" y="1893"/>
                </a:lnTo>
                <a:lnTo>
                  <a:pt x="4056" y="1904"/>
                </a:lnTo>
                <a:lnTo>
                  <a:pt x="4044" y="1917"/>
                </a:lnTo>
                <a:lnTo>
                  <a:pt x="4033" y="1932"/>
                </a:lnTo>
                <a:lnTo>
                  <a:pt x="4024" y="1946"/>
                </a:lnTo>
                <a:lnTo>
                  <a:pt x="4017" y="1962"/>
                </a:lnTo>
                <a:lnTo>
                  <a:pt x="4011" y="1979"/>
                </a:lnTo>
                <a:lnTo>
                  <a:pt x="4006" y="1995"/>
                </a:lnTo>
                <a:lnTo>
                  <a:pt x="4004" y="2014"/>
                </a:lnTo>
                <a:lnTo>
                  <a:pt x="4003" y="2032"/>
                </a:lnTo>
                <a:lnTo>
                  <a:pt x="4004" y="2051"/>
                </a:lnTo>
                <a:lnTo>
                  <a:pt x="4006" y="2068"/>
                </a:lnTo>
                <a:lnTo>
                  <a:pt x="4011" y="2086"/>
                </a:lnTo>
                <a:lnTo>
                  <a:pt x="4017" y="2103"/>
                </a:lnTo>
                <a:lnTo>
                  <a:pt x="4024" y="2118"/>
                </a:lnTo>
                <a:lnTo>
                  <a:pt x="4033" y="2133"/>
                </a:lnTo>
                <a:lnTo>
                  <a:pt x="4044" y="2147"/>
                </a:lnTo>
                <a:lnTo>
                  <a:pt x="4056" y="2160"/>
                </a:lnTo>
                <a:lnTo>
                  <a:pt x="4069" y="2172"/>
                </a:lnTo>
                <a:lnTo>
                  <a:pt x="4083" y="2183"/>
                </a:lnTo>
                <a:lnTo>
                  <a:pt x="4097" y="2191"/>
                </a:lnTo>
                <a:lnTo>
                  <a:pt x="4114" y="2199"/>
                </a:lnTo>
                <a:lnTo>
                  <a:pt x="4130" y="2205"/>
                </a:lnTo>
                <a:lnTo>
                  <a:pt x="4148" y="2210"/>
                </a:lnTo>
                <a:lnTo>
                  <a:pt x="4166" y="2212"/>
                </a:lnTo>
                <a:lnTo>
                  <a:pt x="4183" y="2214"/>
                </a:lnTo>
                <a:lnTo>
                  <a:pt x="4202" y="2212"/>
                </a:lnTo>
                <a:lnTo>
                  <a:pt x="4220" y="2210"/>
                </a:lnTo>
                <a:lnTo>
                  <a:pt x="4238" y="2205"/>
                </a:lnTo>
                <a:lnTo>
                  <a:pt x="4254" y="2199"/>
                </a:lnTo>
                <a:lnTo>
                  <a:pt x="4271" y="2191"/>
                </a:lnTo>
                <a:lnTo>
                  <a:pt x="4285" y="2183"/>
                </a:lnTo>
                <a:lnTo>
                  <a:pt x="4299" y="2172"/>
                </a:lnTo>
                <a:lnTo>
                  <a:pt x="4312" y="2160"/>
                </a:lnTo>
                <a:lnTo>
                  <a:pt x="4324" y="2147"/>
                </a:lnTo>
                <a:lnTo>
                  <a:pt x="4334" y="2133"/>
                </a:lnTo>
                <a:lnTo>
                  <a:pt x="4343" y="2118"/>
                </a:lnTo>
                <a:lnTo>
                  <a:pt x="4351" y="2103"/>
                </a:lnTo>
                <a:lnTo>
                  <a:pt x="4357" y="2086"/>
                </a:lnTo>
                <a:lnTo>
                  <a:pt x="4361" y="2068"/>
                </a:lnTo>
                <a:lnTo>
                  <a:pt x="4364" y="2051"/>
                </a:lnTo>
                <a:lnTo>
                  <a:pt x="4365" y="2032"/>
                </a:lnTo>
                <a:close/>
                <a:moveTo>
                  <a:pt x="4981" y="2032"/>
                </a:moveTo>
                <a:lnTo>
                  <a:pt x="4981" y="2032"/>
                </a:lnTo>
                <a:lnTo>
                  <a:pt x="4980" y="2014"/>
                </a:lnTo>
                <a:lnTo>
                  <a:pt x="4977" y="1995"/>
                </a:lnTo>
                <a:lnTo>
                  <a:pt x="4973" y="1979"/>
                </a:lnTo>
                <a:lnTo>
                  <a:pt x="4967" y="1962"/>
                </a:lnTo>
                <a:lnTo>
                  <a:pt x="4960" y="1946"/>
                </a:lnTo>
                <a:lnTo>
                  <a:pt x="4950" y="1930"/>
                </a:lnTo>
                <a:lnTo>
                  <a:pt x="4940" y="1917"/>
                </a:lnTo>
                <a:lnTo>
                  <a:pt x="4928" y="1904"/>
                </a:lnTo>
                <a:lnTo>
                  <a:pt x="4915" y="1893"/>
                </a:lnTo>
                <a:lnTo>
                  <a:pt x="4901" y="1882"/>
                </a:lnTo>
                <a:lnTo>
                  <a:pt x="4887" y="1873"/>
                </a:lnTo>
                <a:lnTo>
                  <a:pt x="4870" y="1865"/>
                </a:lnTo>
                <a:lnTo>
                  <a:pt x="4854" y="1860"/>
                </a:lnTo>
                <a:lnTo>
                  <a:pt x="4837" y="1855"/>
                </a:lnTo>
                <a:lnTo>
                  <a:pt x="4818" y="1852"/>
                </a:lnTo>
                <a:lnTo>
                  <a:pt x="4800" y="1851"/>
                </a:lnTo>
                <a:lnTo>
                  <a:pt x="4782" y="1852"/>
                </a:lnTo>
                <a:lnTo>
                  <a:pt x="4764" y="1855"/>
                </a:lnTo>
                <a:lnTo>
                  <a:pt x="4746" y="1860"/>
                </a:lnTo>
                <a:lnTo>
                  <a:pt x="4730" y="1865"/>
                </a:lnTo>
                <a:lnTo>
                  <a:pt x="4713" y="1873"/>
                </a:lnTo>
                <a:lnTo>
                  <a:pt x="4699" y="1882"/>
                </a:lnTo>
                <a:lnTo>
                  <a:pt x="4685" y="1893"/>
                </a:lnTo>
                <a:lnTo>
                  <a:pt x="4672" y="1904"/>
                </a:lnTo>
                <a:lnTo>
                  <a:pt x="4660" y="1917"/>
                </a:lnTo>
                <a:lnTo>
                  <a:pt x="4649" y="1930"/>
                </a:lnTo>
                <a:lnTo>
                  <a:pt x="4641" y="1946"/>
                </a:lnTo>
                <a:lnTo>
                  <a:pt x="4633" y="1962"/>
                </a:lnTo>
                <a:lnTo>
                  <a:pt x="4627" y="1979"/>
                </a:lnTo>
                <a:lnTo>
                  <a:pt x="4622" y="1995"/>
                </a:lnTo>
                <a:lnTo>
                  <a:pt x="4620" y="2014"/>
                </a:lnTo>
                <a:lnTo>
                  <a:pt x="4619" y="2032"/>
                </a:lnTo>
                <a:lnTo>
                  <a:pt x="4620" y="2051"/>
                </a:lnTo>
                <a:lnTo>
                  <a:pt x="4622" y="2068"/>
                </a:lnTo>
                <a:lnTo>
                  <a:pt x="4627" y="2086"/>
                </a:lnTo>
                <a:lnTo>
                  <a:pt x="4633" y="2103"/>
                </a:lnTo>
                <a:lnTo>
                  <a:pt x="4641" y="2118"/>
                </a:lnTo>
                <a:lnTo>
                  <a:pt x="4649" y="2133"/>
                </a:lnTo>
                <a:lnTo>
                  <a:pt x="4660" y="2147"/>
                </a:lnTo>
                <a:lnTo>
                  <a:pt x="4672" y="2160"/>
                </a:lnTo>
                <a:lnTo>
                  <a:pt x="4685" y="2172"/>
                </a:lnTo>
                <a:lnTo>
                  <a:pt x="4699" y="2183"/>
                </a:lnTo>
                <a:lnTo>
                  <a:pt x="4713" y="2191"/>
                </a:lnTo>
                <a:lnTo>
                  <a:pt x="4730" y="2199"/>
                </a:lnTo>
                <a:lnTo>
                  <a:pt x="4746" y="2205"/>
                </a:lnTo>
                <a:lnTo>
                  <a:pt x="4764" y="2210"/>
                </a:lnTo>
                <a:lnTo>
                  <a:pt x="4782" y="2212"/>
                </a:lnTo>
                <a:lnTo>
                  <a:pt x="4800" y="2214"/>
                </a:lnTo>
                <a:lnTo>
                  <a:pt x="4818" y="2212"/>
                </a:lnTo>
                <a:lnTo>
                  <a:pt x="4837" y="2210"/>
                </a:lnTo>
                <a:lnTo>
                  <a:pt x="4854" y="2205"/>
                </a:lnTo>
                <a:lnTo>
                  <a:pt x="4870" y="2199"/>
                </a:lnTo>
                <a:lnTo>
                  <a:pt x="4887" y="2191"/>
                </a:lnTo>
                <a:lnTo>
                  <a:pt x="4901" y="2183"/>
                </a:lnTo>
                <a:lnTo>
                  <a:pt x="4915" y="2172"/>
                </a:lnTo>
                <a:lnTo>
                  <a:pt x="4928" y="2160"/>
                </a:lnTo>
                <a:lnTo>
                  <a:pt x="4940" y="2147"/>
                </a:lnTo>
                <a:lnTo>
                  <a:pt x="4950" y="2133"/>
                </a:lnTo>
                <a:lnTo>
                  <a:pt x="4960" y="2118"/>
                </a:lnTo>
                <a:lnTo>
                  <a:pt x="4967" y="2103"/>
                </a:lnTo>
                <a:lnTo>
                  <a:pt x="4973" y="2086"/>
                </a:lnTo>
                <a:lnTo>
                  <a:pt x="4977" y="2068"/>
                </a:lnTo>
                <a:lnTo>
                  <a:pt x="4980" y="2051"/>
                </a:lnTo>
                <a:lnTo>
                  <a:pt x="4981" y="2032"/>
                </a:lnTo>
                <a:close/>
                <a:moveTo>
                  <a:pt x="5597" y="2032"/>
                </a:moveTo>
                <a:lnTo>
                  <a:pt x="5597" y="2032"/>
                </a:lnTo>
                <a:lnTo>
                  <a:pt x="5596" y="2014"/>
                </a:lnTo>
                <a:lnTo>
                  <a:pt x="5593" y="1995"/>
                </a:lnTo>
                <a:lnTo>
                  <a:pt x="5589" y="1979"/>
                </a:lnTo>
                <a:lnTo>
                  <a:pt x="5583" y="1962"/>
                </a:lnTo>
                <a:lnTo>
                  <a:pt x="5576" y="1946"/>
                </a:lnTo>
                <a:lnTo>
                  <a:pt x="5566" y="1930"/>
                </a:lnTo>
                <a:lnTo>
                  <a:pt x="5556" y="1917"/>
                </a:lnTo>
                <a:lnTo>
                  <a:pt x="5544" y="1904"/>
                </a:lnTo>
                <a:lnTo>
                  <a:pt x="5531" y="1893"/>
                </a:lnTo>
                <a:lnTo>
                  <a:pt x="5518" y="1882"/>
                </a:lnTo>
                <a:lnTo>
                  <a:pt x="5503" y="1873"/>
                </a:lnTo>
                <a:lnTo>
                  <a:pt x="5487" y="1865"/>
                </a:lnTo>
                <a:lnTo>
                  <a:pt x="5470" y="1860"/>
                </a:lnTo>
                <a:lnTo>
                  <a:pt x="5453" y="1855"/>
                </a:lnTo>
                <a:lnTo>
                  <a:pt x="5434" y="1852"/>
                </a:lnTo>
                <a:lnTo>
                  <a:pt x="5416" y="1851"/>
                </a:lnTo>
                <a:lnTo>
                  <a:pt x="5398" y="1852"/>
                </a:lnTo>
                <a:lnTo>
                  <a:pt x="5380" y="1855"/>
                </a:lnTo>
                <a:lnTo>
                  <a:pt x="5362" y="1860"/>
                </a:lnTo>
                <a:lnTo>
                  <a:pt x="5346" y="1865"/>
                </a:lnTo>
                <a:lnTo>
                  <a:pt x="5330" y="1873"/>
                </a:lnTo>
                <a:lnTo>
                  <a:pt x="5315" y="1882"/>
                </a:lnTo>
                <a:lnTo>
                  <a:pt x="5301" y="1893"/>
                </a:lnTo>
                <a:lnTo>
                  <a:pt x="5288" y="1904"/>
                </a:lnTo>
                <a:lnTo>
                  <a:pt x="5276" y="1917"/>
                </a:lnTo>
                <a:lnTo>
                  <a:pt x="5267" y="1930"/>
                </a:lnTo>
                <a:lnTo>
                  <a:pt x="5257" y="1946"/>
                </a:lnTo>
                <a:lnTo>
                  <a:pt x="5249" y="1962"/>
                </a:lnTo>
                <a:lnTo>
                  <a:pt x="5243" y="1979"/>
                </a:lnTo>
                <a:lnTo>
                  <a:pt x="5238" y="1995"/>
                </a:lnTo>
                <a:lnTo>
                  <a:pt x="5236" y="2014"/>
                </a:lnTo>
                <a:lnTo>
                  <a:pt x="5235" y="2032"/>
                </a:lnTo>
                <a:lnTo>
                  <a:pt x="5236" y="2051"/>
                </a:lnTo>
                <a:lnTo>
                  <a:pt x="5238" y="2068"/>
                </a:lnTo>
                <a:lnTo>
                  <a:pt x="5243" y="2086"/>
                </a:lnTo>
                <a:lnTo>
                  <a:pt x="5249" y="2103"/>
                </a:lnTo>
                <a:lnTo>
                  <a:pt x="5257" y="2118"/>
                </a:lnTo>
                <a:lnTo>
                  <a:pt x="5267" y="2133"/>
                </a:lnTo>
                <a:lnTo>
                  <a:pt x="5276" y="2147"/>
                </a:lnTo>
                <a:lnTo>
                  <a:pt x="5288" y="2160"/>
                </a:lnTo>
                <a:lnTo>
                  <a:pt x="5301" y="2172"/>
                </a:lnTo>
                <a:lnTo>
                  <a:pt x="5315" y="2183"/>
                </a:lnTo>
                <a:lnTo>
                  <a:pt x="5330" y="2191"/>
                </a:lnTo>
                <a:lnTo>
                  <a:pt x="5346" y="2199"/>
                </a:lnTo>
                <a:lnTo>
                  <a:pt x="5362" y="2205"/>
                </a:lnTo>
                <a:lnTo>
                  <a:pt x="5380" y="2210"/>
                </a:lnTo>
                <a:lnTo>
                  <a:pt x="5398" y="2212"/>
                </a:lnTo>
                <a:lnTo>
                  <a:pt x="5416" y="2214"/>
                </a:lnTo>
                <a:lnTo>
                  <a:pt x="5434" y="2212"/>
                </a:lnTo>
                <a:lnTo>
                  <a:pt x="5453" y="2210"/>
                </a:lnTo>
                <a:lnTo>
                  <a:pt x="5470" y="2205"/>
                </a:lnTo>
                <a:lnTo>
                  <a:pt x="5487" y="2199"/>
                </a:lnTo>
                <a:lnTo>
                  <a:pt x="5503" y="2191"/>
                </a:lnTo>
                <a:lnTo>
                  <a:pt x="5518" y="2183"/>
                </a:lnTo>
                <a:lnTo>
                  <a:pt x="5531" y="2172"/>
                </a:lnTo>
                <a:lnTo>
                  <a:pt x="5544" y="2160"/>
                </a:lnTo>
                <a:lnTo>
                  <a:pt x="5556" y="2147"/>
                </a:lnTo>
                <a:lnTo>
                  <a:pt x="5566" y="2133"/>
                </a:lnTo>
                <a:lnTo>
                  <a:pt x="5576" y="2118"/>
                </a:lnTo>
                <a:lnTo>
                  <a:pt x="5583" y="2103"/>
                </a:lnTo>
                <a:lnTo>
                  <a:pt x="5589" y="2086"/>
                </a:lnTo>
                <a:lnTo>
                  <a:pt x="5593" y="2068"/>
                </a:lnTo>
                <a:lnTo>
                  <a:pt x="5596" y="2051"/>
                </a:lnTo>
                <a:lnTo>
                  <a:pt x="5597" y="2032"/>
                </a:lnTo>
                <a:close/>
                <a:moveTo>
                  <a:pt x="7255" y="2052"/>
                </a:moveTo>
                <a:lnTo>
                  <a:pt x="7255" y="2052"/>
                </a:lnTo>
                <a:lnTo>
                  <a:pt x="7222" y="2031"/>
                </a:lnTo>
                <a:lnTo>
                  <a:pt x="7187" y="2011"/>
                </a:lnTo>
                <a:lnTo>
                  <a:pt x="7149" y="1991"/>
                </a:lnTo>
                <a:lnTo>
                  <a:pt x="7110" y="1969"/>
                </a:lnTo>
                <a:lnTo>
                  <a:pt x="7069" y="1949"/>
                </a:lnTo>
                <a:lnTo>
                  <a:pt x="7025" y="1928"/>
                </a:lnTo>
                <a:lnTo>
                  <a:pt x="6979" y="1907"/>
                </a:lnTo>
                <a:lnTo>
                  <a:pt x="6932" y="1885"/>
                </a:lnTo>
                <a:lnTo>
                  <a:pt x="6901" y="1898"/>
                </a:lnTo>
                <a:lnTo>
                  <a:pt x="6867" y="1910"/>
                </a:lnTo>
                <a:lnTo>
                  <a:pt x="6830" y="1920"/>
                </a:lnTo>
                <a:lnTo>
                  <a:pt x="6789" y="1928"/>
                </a:lnTo>
                <a:lnTo>
                  <a:pt x="6745" y="1935"/>
                </a:lnTo>
                <a:lnTo>
                  <a:pt x="6698" y="1940"/>
                </a:lnTo>
                <a:lnTo>
                  <a:pt x="6647" y="1943"/>
                </a:lnTo>
                <a:lnTo>
                  <a:pt x="6594" y="1944"/>
                </a:lnTo>
                <a:lnTo>
                  <a:pt x="6578" y="1946"/>
                </a:lnTo>
                <a:lnTo>
                  <a:pt x="6561" y="1948"/>
                </a:lnTo>
                <a:lnTo>
                  <a:pt x="6546" y="1952"/>
                </a:lnTo>
                <a:lnTo>
                  <a:pt x="6532" y="1956"/>
                </a:lnTo>
                <a:lnTo>
                  <a:pt x="6520" y="1962"/>
                </a:lnTo>
                <a:lnTo>
                  <a:pt x="6507" y="1970"/>
                </a:lnTo>
                <a:lnTo>
                  <a:pt x="6496" y="1979"/>
                </a:lnTo>
                <a:lnTo>
                  <a:pt x="6487" y="1988"/>
                </a:lnTo>
                <a:lnTo>
                  <a:pt x="6479" y="1998"/>
                </a:lnTo>
                <a:lnTo>
                  <a:pt x="6470" y="2009"/>
                </a:lnTo>
                <a:lnTo>
                  <a:pt x="6464" y="2020"/>
                </a:lnTo>
                <a:lnTo>
                  <a:pt x="6460" y="2033"/>
                </a:lnTo>
                <a:lnTo>
                  <a:pt x="6455" y="2045"/>
                </a:lnTo>
                <a:lnTo>
                  <a:pt x="6453" y="2058"/>
                </a:lnTo>
                <a:lnTo>
                  <a:pt x="6451" y="2071"/>
                </a:lnTo>
                <a:lnTo>
                  <a:pt x="6450" y="2084"/>
                </a:lnTo>
                <a:lnTo>
                  <a:pt x="6451" y="2097"/>
                </a:lnTo>
                <a:lnTo>
                  <a:pt x="6453" y="2110"/>
                </a:lnTo>
                <a:lnTo>
                  <a:pt x="6456" y="2123"/>
                </a:lnTo>
                <a:lnTo>
                  <a:pt x="6461" y="2136"/>
                </a:lnTo>
                <a:lnTo>
                  <a:pt x="6467" y="2147"/>
                </a:lnTo>
                <a:lnTo>
                  <a:pt x="6474" y="2159"/>
                </a:lnTo>
                <a:lnTo>
                  <a:pt x="6482" y="2171"/>
                </a:lnTo>
                <a:lnTo>
                  <a:pt x="6492" y="2182"/>
                </a:lnTo>
                <a:lnTo>
                  <a:pt x="6502" y="2191"/>
                </a:lnTo>
                <a:lnTo>
                  <a:pt x="6514" y="2199"/>
                </a:lnTo>
                <a:lnTo>
                  <a:pt x="6527" y="2208"/>
                </a:lnTo>
                <a:lnTo>
                  <a:pt x="6542" y="2215"/>
                </a:lnTo>
                <a:lnTo>
                  <a:pt x="6558" y="2221"/>
                </a:lnTo>
                <a:lnTo>
                  <a:pt x="6575" y="2224"/>
                </a:lnTo>
                <a:lnTo>
                  <a:pt x="6594" y="2228"/>
                </a:lnTo>
                <a:lnTo>
                  <a:pt x="6614" y="2229"/>
                </a:lnTo>
                <a:lnTo>
                  <a:pt x="6664" y="2229"/>
                </a:lnTo>
                <a:lnTo>
                  <a:pt x="6712" y="2228"/>
                </a:lnTo>
                <a:lnTo>
                  <a:pt x="6761" y="2224"/>
                </a:lnTo>
                <a:lnTo>
                  <a:pt x="6809" y="2218"/>
                </a:lnTo>
                <a:lnTo>
                  <a:pt x="6857" y="2211"/>
                </a:lnTo>
                <a:lnTo>
                  <a:pt x="6903" y="2202"/>
                </a:lnTo>
                <a:lnTo>
                  <a:pt x="6949" y="2191"/>
                </a:lnTo>
                <a:lnTo>
                  <a:pt x="6993" y="2180"/>
                </a:lnTo>
                <a:lnTo>
                  <a:pt x="7036" y="2168"/>
                </a:lnTo>
                <a:lnTo>
                  <a:pt x="7074" y="2153"/>
                </a:lnTo>
                <a:lnTo>
                  <a:pt x="7112" y="2138"/>
                </a:lnTo>
                <a:lnTo>
                  <a:pt x="7148" y="2121"/>
                </a:lnTo>
                <a:lnTo>
                  <a:pt x="7180" y="2105"/>
                </a:lnTo>
                <a:lnTo>
                  <a:pt x="7208" y="2087"/>
                </a:lnTo>
                <a:lnTo>
                  <a:pt x="7234" y="2070"/>
                </a:lnTo>
                <a:lnTo>
                  <a:pt x="7255" y="20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9" name="KSO_Shape">
            <a:extLst>
              <a:ext uri="{FF2B5EF4-FFF2-40B4-BE49-F238E27FC236}">
                <a16:creationId xmlns:a16="http://schemas.microsoft.com/office/drawing/2014/main" id="{40094CF3-E314-416F-9EE1-5BA12546EB47}"/>
              </a:ext>
            </a:extLst>
          </p:cNvPr>
          <p:cNvSpPr>
            <a:spLocks/>
          </p:cNvSpPr>
          <p:nvPr/>
        </p:nvSpPr>
        <p:spPr bwMode="auto">
          <a:xfrm>
            <a:off x="4167863" y="3158721"/>
            <a:ext cx="547485" cy="897516"/>
          </a:xfrm>
          <a:custGeom>
            <a:avLst/>
            <a:gdLst>
              <a:gd name="T0" fmla="*/ 1029029 w 3535"/>
              <a:gd name="T1" fmla="*/ 1156466 h 5800"/>
              <a:gd name="T2" fmla="*/ 818493 w 3535"/>
              <a:gd name="T3" fmla="*/ 1179458 h 5800"/>
              <a:gd name="T4" fmla="*/ 848054 w 3535"/>
              <a:gd name="T5" fmla="*/ 1077639 h 5800"/>
              <a:gd name="T6" fmla="*/ 875315 w 3535"/>
              <a:gd name="T7" fmla="*/ 972864 h 5800"/>
              <a:gd name="T8" fmla="*/ 898635 w 3535"/>
              <a:gd name="T9" fmla="*/ 868417 h 5800"/>
              <a:gd name="T10" fmla="*/ 916371 w 3535"/>
              <a:gd name="T11" fmla="*/ 767255 h 5800"/>
              <a:gd name="T12" fmla="*/ 926553 w 3535"/>
              <a:gd name="T13" fmla="*/ 672662 h 5800"/>
              <a:gd name="T14" fmla="*/ 927538 w 3535"/>
              <a:gd name="T15" fmla="*/ 635876 h 5800"/>
              <a:gd name="T16" fmla="*/ 926553 w 3535"/>
              <a:gd name="T17" fmla="*/ 582996 h 5800"/>
              <a:gd name="T18" fmla="*/ 921955 w 3535"/>
              <a:gd name="T19" fmla="*/ 531429 h 5800"/>
              <a:gd name="T20" fmla="*/ 914072 w 3535"/>
              <a:gd name="T21" fmla="*/ 481505 h 5800"/>
              <a:gd name="T22" fmla="*/ 903233 w 3535"/>
              <a:gd name="T23" fmla="*/ 433223 h 5800"/>
              <a:gd name="T24" fmla="*/ 889438 w 3535"/>
              <a:gd name="T25" fmla="*/ 387241 h 5800"/>
              <a:gd name="T26" fmla="*/ 873673 w 3535"/>
              <a:gd name="T27" fmla="*/ 342900 h 5800"/>
              <a:gd name="T28" fmla="*/ 855936 w 3535"/>
              <a:gd name="T29" fmla="*/ 301187 h 5800"/>
              <a:gd name="T30" fmla="*/ 836230 w 3535"/>
              <a:gd name="T31" fmla="*/ 261773 h 5800"/>
              <a:gd name="T32" fmla="*/ 808640 w 3535"/>
              <a:gd name="T33" fmla="*/ 212178 h 5800"/>
              <a:gd name="T34" fmla="*/ 763314 w 3535"/>
              <a:gd name="T35" fmla="*/ 146816 h 5800"/>
              <a:gd name="T36" fmla="*/ 717660 w 3535"/>
              <a:gd name="T37" fmla="*/ 92622 h 5800"/>
              <a:gd name="T38" fmla="*/ 673319 w 3535"/>
              <a:gd name="T39" fmla="*/ 50253 h 5800"/>
              <a:gd name="T40" fmla="*/ 632592 w 3535"/>
              <a:gd name="T41" fmla="*/ 20035 h 5800"/>
              <a:gd name="T42" fmla="*/ 608943 w 3535"/>
              <a:gd name="T43" fmla="*/ 7226 h 5800"/>
              <a:gd name="T44" fmla="*/ 593835 w 3535"/>
              <a:gd name="T45" fmla="*/ 1971 h 5800"/>
              <a:gd name="T46" fmla="*/ 580697 w 3535"/>
              <a:gd name="T47" fmla="*/ 0 h 5800"/>
              <a:gd name="T48" fmla="*/ 572486 w 3535"/>
              <a:gd name="T49" fmla="*/ 657 h 5800"/>
              <a:gd name="T50" fmla="*/ 558034 w 3535"/>
              <a:gd name="T51" fmla="*/ 5255 h 5800"/>
              <a:gd name="T52" fmla="*/ 541283 w 3535"/>
              <a:gd name="T53" fmla="*/ 12809 h 5800"/>
              <a:gd name="T54" fmla="*/ 502526 w 3535"/>
              <a:gd name="T55" fmla="*/ 38428 h 5800"/>
              <a:gd name="T56" fmla="*/ 459171 w 3535"/>
              <a:gd name="T57" fmla="*/ 77185 h 5800"/>
              <a:gd name="T58" fmla="*/ 413517 w 3535"/>
              <a:gd name="T59" fmla="*/ 127438 h 5800"/>
              <a:gd name="T60" fmla="*/ 368191 w 3535"/>
              <a:gd name="T61" fmla="*/ 189515 h 5800"/>
              <a:gd name="T62" fmla="*/ 332390 w 3535"/>
              <a:gd name="T63" fmla="*/ 248635 h 5800"/>
              <a:gd name="T64" fmla="*/ 312026 w 3535"/>
              <a:gd name="T65" fmla="*/ 287721 h 5800"/>
              <a:gd name="T66" fmla="*/ 293633 w 3535"/>
              <a:gd name="T67" fmla="*/ 328777 h 5800"/>
              <a:gd name="T68" fmla="*/ 277210 w 3535"/>
              <a:gd name="T69" fmla="*/ 371803 h 5800"/>
              <a:gd name="T70" fmla="*/ 263087 w 3535"/>
              <a:gd name="T71" fmla="*/ 417458 h 5800"/>
              <a:gd name="T72" fmla="*/ 250935 w 3535"/>
              <a:gd name="T73" fmla="*/ 465083 h 5800"/>
              <a:gd name="T74" fmla="*/ 242066 w 3535"/>
              <a:gd name="T75" fmla="*/ 514350 h 5800"/>
              <a:gd name="T76" fmla="*/ 236483 w 3535"/>
              <a:gd name="T77" fmla="*/ 565588 h 5800"/>
              <a:gd name="T78" fmla="*/ 233855 w 3535"/>
              <a:gd name="T79" fmla="*/ 618468 h 5800"/>
              <a:gd name="T80" fmla="*/ 235169 w 3535"/>
              <a:gd name="T81" fmla="*/ 672662 h 5800"/>
              <a:gd name="T82" fmla="*/ 241410 w 3535"/>
              <a:gd name="T83" fmla="*/ 734739 h 5800"/>
              <a:gd name="T84" fmla="*/ 256190 w 3535"/>
              <a:gd name="T85" fmla="*/ 834259 h 5800"/>
              <a:gd name="T86" fmla="*/ 277867 w 3535"/>
              <a:gd name="T87" fmla="*/ 938048 h 5800"/>
              <a:gd name="T88" fmla="*/ 304143 w 3535"/>
              <a:gd name="T89" fmla="*/ 1043152 h 5800"/>
              <a:gd name="T90" fmla="*/ 333047 w 3535"/>
              <a:gd name="T91" fmla="*/ 1146284 h 5800"/>
              <a:gd name="T92" fmla="*/ 132693 w 3535"/>
              <a:gd name="T93" fmla="*/ 1156466 h 5800"/>
              <a:gd name="T94" fmla="*/ 580697 w 3535"/>
              <a:gd name="T95" fmla="*/ 1905000 h 580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535" h="5800">
                <a:moveTo>
                  <a:pt x="2174" y="4724"/>
                </a:moveTo>
                <a:lnTo>
                  <a:pt x="3535" y="5397"/>
                </a:lnTo>
                <a:lnTo>
                  <a:pt x="3133" y="3521"/>
                </a:lnTo>
                <a:lnTo>
                  <a:pt x="2462" y="3691"/>
                </a:lnTo>
                <a:lnTo>
                  <a:pt x="2492" y="3591"/>
                </a:lnTo>
                <a:lnTo>
                  <a:pt x="2523" y="3490"/>
                </a:lnTo>
                <a:lnTo>
                  <a:pt x="2552" y="3385"/>
                </a:lnTo>
                <a:lnTo>
                  <a:pt x="2582" y="3281"/>
                </a:lnTo>
                <a:lnTo>
                  <a:pt x="2611" y="3176"/>
                </a:lnTo>
                <a:lnTo>
                  <a:pt x="2638" y="3069"/>
                </a:lnTo>
                <a:lnTo>
                  <a:pt x="2665" y="2962"/>
                </a:lnTo>
                <a:lnTo>
                  <a:pt x="2691" y="2856"/>
                </a:lnTo>
                <a:lnTo>
                  <a:pt x="2714" y="2749"/>
                </a:lnTo>
                <a:lnTo>
                  <a:pt x="2736" y="2644"/>
                </a:lnTo>
                <a:lnTo>
                  <a:pt x="2757" y="2540"/>
                </a:lnTo>
                <a:lnTo>
                  <a:pt x="2774" y="2437"/>
                </a:lnTo>
                <a:lnTo>
                  <a:pt x="2790" y="2336"/>
                </a:lnTo>
                <a:lnTo>
                  <a:pt x="2802" y="2237"/>
                </a:lnTo>
                <a:lnTo>
                  <a:pt x="2813" y="2141"/>
                </a:lnTo>
                <a:lnTo>
                  <a:pt x="2821" y="2048"/>
                </a:lnTo>
                <a:lnTo>
                  <a:pt x="2823" y="1992"/>
                </a:lnTo>
                <a:lnTo>
                  <a:pt x="2824" y="1936"/>
                </a:lnTo>
                <a:lnTo>
                  <a:pt x="2824" y="1883"/>
                </a:lnTo>
                <a:lnTo>
                  <a:pt x="2823" y="1829"/>
                </a:lnTo>
                <a:lnTo>
                  <a:pt x="2821" y="1775"/>
                </a:lnTo>
                <a:lnTo>
                  <a:pt x="2817" y="1722"/>
                </a:lnTo>
                <a:lnTo>
                  <a:pt x="2813" y="1669"/>
                </a:lnTo>
                <a:lnTo>
                  <a:pt x="2807" y="1618"/>
                </a:lnTo>
                <a:lnTo>
                  <a:pt x="2800" y="1566"/>
                </a:lnTo>
                <a:lnTo>
                  <a:pt x="2791" y="1515"/>
                </a:lnTo>
                <a:lnTo>
                  <a:pt x="2783" y="1466"/>
                </a:lnTo>
                <a:lnTo>
                  <a:pt x="2773" y="1416"/>
                </a:lnTo>
                <a:lnTo>
                  <a:pt x="2762" y="1367"/>
                </a:lnTo>
                <a:lnTo>
                  <a:pt x="2750" y="1319"/>
                </a:lnTo>
                <a:lnTo>
                  <a:pt x="2736" y="1271"/>
                </a:lnTo>
                <a:lnTo>
                  <a:pt x="2723" y="1224"/>
                </a:lnTo>
                <a:lnTo>
                  <a:pt x="2708" y="1179"/>
                </a:lnTo>
                <a:lnTo>
                  <a:pt x="2693" y="1132"/>
                </a:lnTo>
                <a:lnTo>
                  <a:pt x="2677" y="1088"/>
                </a:lnTo>
                <a:lnTo>
                  <a:pt x="2660" y="1044"/>
                </a:lnTo>
                <a:lnTo>
                  <a:pt x="2643" y="1001"/>
                </a:lnTo>
                <a:lnTo>
                  <a:pt x="2625" y="958"/>
                </a:lnTo>
                <a:lnTo>
                  <a:pt x="2606" y="917"/>
                </a:lnTo>
                <a:lnTo>
                  <a:pt x="2587" y="876"/>
                </a:lnTo>
                <a:lnTo>
                  <a:pt x="2567" y="836"/>
                </a:lnTo>
                <a:lnTo>
                  <a:pt x="2546" y="797"/>
                </a:lnTo>
                <a:lnTo>
                  <a:pt x="2525" y="757"/>
                </a:lnTo>
                <a:lnTo>
                  <a:pt x="2505" y="719"/>
                </a:lnTo>
                <a:lnTo>
                  <a:pt x="2462" y="646"/>
                </a:lnTo>
                <a:lnTo>
                  <a:pt x="2416" y="577"/>
                </a:lnTo>
                <a:lnTo>
                  <a:pt x="2371" y="511"/>
                </a:lnTo>
                <a:lnTo>
                  <a:pt x="2324" y="447"/>
                </a:lnTo>
                <a:lnTo>
                  <a:pt x="2278" y="388"/>
                </a:lnTo>
                <a:lnTo>
                  <a:pt x="2231" y="333"/>
                </a:lnTo>
                <a:lnTo>
                  <a:pt x="2185" y="282"/>
                </a:lnTo>
                <a:lnTo>
                  <a:pt x="2139" y="235"/>
                </a:lnTo>
                <a:lnTo>
                  <a:pt x="2094" y="191"/>
                </a:lnTo>
                <a:lnTo>
                  <a:pt x="2050" y="153"/>
                </a:lnTo>
                <a:lnTo>
                  <a:pt x="2007" y="117"/>
                </a:lnTo>
                <a:lnTo>
                  <a:pt x="1965" y="87"/>
                </a:lnTo>
                <a:lnTo>
                  <a:pt x="1926" y="61"/>
                </a:lnTo>
                <a:lnTo>
                  <a:pt x="1889" y="39"/>
                </a:lnTo>
                <a:lnTo>
                  <a:pt x="1871" y="30"/>
                </a:lnTo>
                <a:lnTo>
                  <a:pt x="1854" y="22"/>
                </a:lnTo>
                <a:lnTo>
                  <a:pt x="1838" y="16"/>
                </a:lnTo>
                <a:lnTo>
                  <a:pt x="1823" y="10"/>
                </a:lnTo>
                <a:lnTo>
                  <a:pt x="1808" y="6"/>
                </a:lnTo>
                <a:lnTo>
                  <a:pt x="1794" y="2"/>
                </a:lnTo>
                <a:lnTo>
                  <a:pt x="1780" y="1"/>
                </a:lnTo>
                <a:lnTo>
                  <a:pt x="1768" y="0"/>
                </a:lnTo>
                <a:lnTo>
                  <a:pt x="1757" y="1"/>
                </a:lnTo>
                <a:lnTo>
                  <a:pt x="1743" y="2"/>
                </a:lnTo>
                <a:lnTo>
                  <a:pt x="1729" y="6"/>
                </a:lnTo>
                <a:lnTo>
                  <a:pt x="1714" y="10"/>
                </a:lnTo>
                <a:lnTo>
                  <a:pt x="1699" y="16"/>
                </a:lnTo>
                <a:lnTo>
                  <a:pt x="1682" y="22"/>
                </a:lnTo>
                <a:lnTo>
                  <a:pt x="1666" y="30"/>
                </a:lnTo>
                <a:lnTo>
                  <a:pt x="1648" y="39"/>
                </a:lnTo>
                <a:lnTo>
                  <a:pt x="1611" y="61"/>
                </a:lnTo>
                <a:lnTo>
                  <a:pt x="1572" y="87"/>
                </a:lnTo>
                <a:lnTo>
                  <a:pt x="1530" y="117"/>
                </a:lnTo>
                <a:lnTo>
                  <a:pt x="1487" y="153"/>
                </a:lnTo>
                <a:lnTo>
                  <a:pt x="1443" y="191"/>
                </a:lnTo>
                <a:lnTo>
                  <a:pt x="1398" y="235"/>
                </a:lnTo>
                <a:lnTo>
                  <a:pt x="1352" y="282"/>
                </a:lnTo>
                <a:lnTo>
                  <a:pt x="1306" y="333"/>
                </a:lnTo>
                <a:lnTo>
                  <a:pt x="1259" y="388"/>
                </a:lnTo>
                <a:lnTo>
                  <a:pt x="1213" y="447"/>
                </a:lnTo>
                <a:lnTo>
                  <a:pt x="1166" y="511"/>
                </a:lnTo>
                <a:lnTo>
                  <a:pt x="1121" y="577"/>
                </a:lnTo>
                <a:lnTo>
                  <a:pt x="1075" y="646"/>
                </a:lnTo>
                <a:lnTo>
                  <a:pt x="1032" y="719"/>
                </a:lnTo>
                <a:lnTo>
                  <a:pt x="1012" y="757"/>
                </a:lnTo>
                <a:lnTo>
                  <a:pt x="991" y="797"/>
                </a:lnTo>
                <a:lnTo>
                  <a:pt x="970" y="836"/>
                </a:lnTo>
                <a:lnTo>
                  <a:pt x="950" y="876"/>
                </a:lnTo>
                <a:lnTo>
                  <a:pt x="931" y="917"/>
                </a:lnTo>
                <a:lnTo>
                  <a:pt x="912" y="958"/>
                </a:lnTo>
                <a:lnTo>
                  <a:pt x="894" y="1001"/>
                </a:lnTo>
                <a:lnTo>
                  <a:pt x="877" y="1044"/>
                </a:lnTo>
                <a:lnTo>
                  <a:pt x="860" y="1088"/>
                </a:lnTo>
                <a:lnTo>
                  <a:pt x="844" y="1132"/>
                </a:lnTo>
                <a:lnTo>
                  <a:pt x="829" y="1179"/>
                </a:lnTo>
                <a:lnTo>
                  <a:pt x="814" y="1224"/>
                </a:lnTo>
                <a:lnTo>
                  <a:pt x="801" y="1271"/>
                </a:lnTo>
                <a:lnTo>
                  <a:pt x="787" y="1319"/>
                </a:lnTo>
                <a:lnTo>
                  <a:pt x="775" y="1367"/>
                </a:lnTo>
                <a:lnTo>
                  <a:pt x="764" y="1416"/>
                </a:lnTo>
                <a:lnTo>
                  <a:pt x="754" y="1466"/>
                </a:lnTo>
                <a:lnTo>
                  <a:pt x="746" y="1515"/>
                </a:lnTo>
                <a:lnTo>
                  <a:pt x="737" y="1566"/>
                </a:lnTo>
                <a:lnTo>
                  <a:pt x="730" y="1618"/>
                </a:lnTo>
                <a:lnTo>
                  <a:pt x="723" y="1669"/>
                </a:lnTo>
                <a:lnTo>
                  <a:pt x="720" y="1722"/>
                </a:lnTo>
                <a:lnTo>
                  <a:pt x="716" y="1775"/>
                </a:lnTo>
                <a:lnTo>
                  <a:pt x="714" y="1829"/>
                </a:lnTo>
                <a:lnTo>
                  <a:pt x="712" y="1883"/>
                </a:lnTo>
                <a:lnTo>
                  <a:pt x="712" y="1936"/>
                </a:lnTo>
                <a:lnTo>
                  <a:pt x="714" y="1992"/>
                </a:lnTo>
                <a:lnTo>
                  <a:pt x="716" y="2048"/>
                </a:lnTo>
                <a:lnTo>
                  <a:pt x="723" y="2141"/>
                </a:lnTo>
                <a:lnTo>
                  <a:pt x="735" y="2237"/>
                </a:lnTo>
                <a:lnTo>
                  <a:pt x="747" y="2336"/>
                </a:lnTo>
                <a:lnTo>
                  <a:pt x="763" y="2437"/>
                </a:lnTo>
                <a:lnTo>
                  <a:pt x="780" y="2540"/>
                </a:lnTo>
                <a:lnTo>
                  <a:pt x="801" y="2644"/>
                </a:lnTo>
                <a:lnTo>
                  <a:pt x="823" y="2749"/>
                </a:lnTo>
                <a:lnTo>
                  <a:pt x="846" y="2856"/>
                </a:lnTo>
                <a:lnTo>
                  <a:pt x="872" y="2962"/>
                </a:lnTo>
                <a:lnTo>
                  <a:pt x="899" y="3069"/>
                </a:lnTo>
                <a:lnTo>
                  <a:pt x="926" y="3176"/>
                </a:lnTo>
                <a:lnTo>
                  <a:pt x="955" y="3281"/>
                </a:lnTo>
                <a:lnTo>
                  <a:pt x="985" y="3385"/>
                </a:lnTo>
                <a:lnTo>
                  <a:pt x="1014" y="3490"/>
                </a:lnTo>
                <a:lnTo>
                  <a:pt x="1045" y="3591"/>
                </a:lnTo>
                <a:lnTo>
                  <a:pt x="1075" y="3691"/>
                </a:lnTo>
                <a:lnTo>
                  <a:pt x="404" y="3521"/>
                </a:lnTo>
                <a:lnTo>
                  <a:pt x="0" y="5397"/>
                </a:lnTo>
                <a:lnTo>
                  <a:pt x="1362" y="4724"/>
                </a:lnTo>
                <a:lnTo>
                  <a:pt x="1768" y="5800"/>
                </a:lnTo>
                <a:lnTo>
                  <a:pt x="2174" y="47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KSO_Shape">
            <a:extLst>
              <a:ext uri="{FF2B5EF4-FFF2-40B4-BE49-F238E27FC236}">
                <a16:creationId xmlns:a16="http://schemas.microsoft.com/office/drawing/2014/main" id="{3DDD0AD0-AF00-481C-A326-B20C035D5E64}"/>
              </a:ext>
            </a:extLst>
          </p:cNvPr>
          <p:cNvSpPr>
            <a:spLocks/>
          </p:cNvSpPr>
          <p:nvPr/>
        </p:nvSpPr>
        <p:spPr bwMode="auto">
          <a:xfrm>
            <a:off x="6465334" y="3209580"/>
            <a:ext cx="848153" cy="795798"/>
          </a:xfrm>
          <a:custGeom>
            <a:avLst/>
            <a:gdLst>
              <a:gd name="T0" fmla="*/ 1055443 w 3282"/>
              <a:gd name="T1" fmla="*/ 1189453 h 3077"/>
              <a:gd name="T2" fmla="*/ 931467 w 3282"/>
              <a:gd name="T3" fmla="*/ 1056072 h 3077"/>
              <a:gd name="T4" fmla="*/ 931467 w 3282"/>
              <a:gd name="T5" fmla="*/ 944097 h 3077"/>
              <a:gd name="T6" fmla="*/ 1055443 w 3282"/>
              <a:gd name="T7" fmla="*/ 825536 h 3077"/>
              <a:gd name="T8" fmla="*/ 1800397 w 3282"/>
              <a:gd name="T9" fmla="*/ 825536 h 3077"/>
              <a:gd name="T10" fmla="*/ 1800397 w 3282"/>
              <a:gd name="T11" fmla="*/ 1189453 h 3077"/>
              <a:gd name="T12" fmla="*/ 1055443 w 3282"/>
              <a:gd name="T13" fmla="*/ 1189453 h 3077"/>
              <a:gd name="T14" fmla="*/ 1148699 w 3282"/>
              <a:gd name="T15" fmla="*/ 905675 h 3077"/>
              <a:gd name="T16" fmla="*/ 1055443 w 3282"/>
              <a:gd name="T17" fmla="*/ 998987 h 3077"/>
              <a:gd name="T18" fmla="*/ 1148699 w 3282"/>
              <a:gd name="T19" fmla="*/ 1092299 h 3077"/>
              <a:gd name="T20" fmla="*/ 1241956 w 3282"/>
              <a:gd name="T21" fmla="*/ 998987 h 3077"/>
              <a:gd name="T22" fmla="*/ 1148699 w 3282"/>
              <a:gd name="T23" fmla="*/ 905675 h 3077"/>
              <a:gd name="T24" fmla="*/ 868930 w 3282"/>
              <a:gd name="T25" fmla="*/ 932022 h 3077"/>
              <a:gd name="T26" fmla="*/ 868930 w 3282"/>
              <a:gd name="T27" fmla="*/ 1056072 h 3077"/>
              <a:gd name="T28" fmla="*/ 1055443 w 3282"/>
              <a:gd name="T29" fmla="*/ 1257516 h 3077"/>
              <a:gd name="T30" fmla="*/ 1691232 w 3282"/>
              <a:gd name="T31" fmla="*/ 1257516 h 3077"/>
              <a:gd name="T32" fmla="*/ 1691232 w 3282"/>
              <a:gd name="T33" fmla="*/ 1490795 h 3077"/>
              <a:gd name="T34" fmla="*/ 1489908 w 3282"/>
              <a:gd name="T35" fmla="*/ 1688946 h 3077"/>
              <a:gd name="T36" fmla="*/ 186513 w 3282"/>
              <a:gd name="T37" fmla="*/ 1688946 h 3077"/>
              <a:gd name="T38" fmla="*/ 0 w 3282"/>
              <a:gd name="T39" fmla="*/ 1490795 h 3077"/>
              <a:gd name="T40" fmla="*/ 0 w 3282"/>
              <a:gd name="T41" fmla="*/ 310674 h 3077"/>
              <a:gd name="T42" fmla="*/ 186513 w 3282"/>
              <a:gd name="T43" fmla="*/ 109230 h 3077"/>
              <a:gd name="T44" fmla="*/ 784451 w 3282"/>
              <a:gd name="T45" fmla="*/ 109230 h 3077"/>
              <a:gd name="T46" fmla="*/ 638532 w 3282"/>
              <a:gd name="T47" fmla="*/ 215166 h 3077"/>
              <a:gd name="T48" fmla="*/ 155244 w 3282"/>
              <a:gd name="T49" fmla="*/ 215166 h 3077"/>
              <a:gd name="T50" fmla="*/ 61988 w 3282"/>
              <a:gd name="T51" fmla="*/ 287071 h 3077"/>
              <a:gd name="T52" fmla="*/ 155244 w 3282"/>
              <a:gd name="T53" fmla="*/ 359525 h 3077"/>
              <a:gd name="T54" fmla="*/ 1691232 w 3282"/>
              <a:gd name="T55" fmla="*/ 359525 h 3077"/>
              <a:gd name="T56" fmla="*/ 1691232 w 3282"/>
              <a:gd name="T57" fmla="*/ 754729 h 3077"/>
              <a:gd name="T58" fmla="*/ 1055443 w 3282"/>
              <a:gd name="T59" fmla="*/ 754729 h 3077"/>
              <a:gd name="T60" fmla="*/ 868930 w 3282"/>
              <a:gd name="T61" fmla="*/ 932022 h 3077"/>
              <a:gd name="T62" fmla="*/ 179930 w 3282"/>
              <a:gd name="T63" fmla="*/ 503884 h 3077"/>
              <a:gd name="T64" fmla="*/ 108068 w 3282"/>
              <a:gd name="T65" fmla="*/ 503884 h 3077"/>
              <a:gd name="T66" fmla="*/ 108068 w 3282"/>
              <a:gd name="T67" fmla="*/ 648243 h 3077"/>
              <a:gd name="T68" fmla="*/ 179930 w 3282"/>
              <a:gd name="T69" fmla="*/ 648243 h 3077"/>
              <a:gd name="T70" fmla="*/ 179930 w 3282"/>
              <a:gd name="T71" fmla="*/ 503884 h 3077"/>
              <a:gd name="T72" fmla="*/ 179930 w 3282"/>
              <a:gd name="T73" fmla="*/ 792054 h 3077"/>
              <a:gd name="T74" fmla="*/ 108068 w 3282"/>
              <a:gd name="T75" fmla="*/ 792054 h 3077"/>
              <a:gd name="T76" fmla="*/ 108068 w 3282"/>
              <a:gd name="T77" fmla="*/ 936413 h 3077"/>
              <a:gd name="T78" fmla="*/ 179930 w 3282"/>
              <a:gd name="T79" fmla="*/ 936413 h 3077"/>
              <a:gd name="T80" fmla="*/ 179930 w 3282"/>
              <a:gd name="T81" fmla="*/ 792054 h 3077"/>
              <a:gd name="T82" fmla="*/ 179930 w 3282"/>
              <a:gd name="T83" fmla="*/ 1080223 h 3077"/>
              <a:gd name="T84" fmla="*/ 108068 w 3282"/>
              <a:gd name="T85" fmla="*/ 1080223 h 3077"/>
              <a:gd name="T86" fmla="*/ 108068 w 3282"/>
              <a:gd name="T87" fmla="*/ 1224033 h 3077"/>
              <a:gd name="T88" fmla="*/ 179930 w 3282"/>
              <a:gd name="T89" fmla="*/ 1224033 h 3077"/>
              <a:gd name="T90" fmla="*/ 179930 w 3282"/>
              <a:gd name="T91" fmla="*/ 1080223 h 3077"/>
              <a:gd name="T92" fmla="*/ 179930 w 3282"/>
              <a:gd name="T93" fmla="*/ 1367843 h 3077"/>
              <a:gd name="T94" fmla="*/ 108068 w 3282"/>
              <a:gd name="T95" fmla="*/ 1367843 h 3077"/>
              <a:gd name="T96" fmla="*/ 108068 w 3282"/>
              <a:gd name="T97" fmla="*/ 1512202 h 3077"/>
              <a:gd name="T98" fmla="*/ 179930 w 3282"/>
              <a:gd name="T99" fmla="*/ 1512202 h 3077"/>
              <a:gd name="T100" fmla="*/ 179930 w 3282"/>
              <a:gd name="T101" fmla="*/ 1367843 h 3077"/>
              <a:gd name="T102" fmla="*/ 496453 w 3282"/>
              <a:gd name="T103" fmla="*/ 321652 h 3077"/>
              <a:gd name="T104" fmla="*/ 1226047 w 3282"/>
              <a:gd name="T105" fmla="*/ 0 h 3077"/>
              <a:gd name="T106" fmla="*/ 1365932 w 3282"/>
              <a:gd name="T107" fmla="*/ 321652 h 3077"/>
              <a:gd name="T108" fmla="*/ 496453 w 3282"/>
              <a:gd name="T109" fmla="*/ 321652 h 3077"/>
              <a:gd name="T110" fmla="*/ 1343989 w 3282"/>
              <a:gd name="T111" fmla="*/ 109230 h 3077"/>
              <a:gd name="T112" fmla="*/ 1489908 w 3282"/>
              <a:gd name="T113" fmla="*/ 109230 h 3077"/>
              <a:gd name="T114" fmla="*/ 1627050 w 3282"/>
              <a:gd name="T115" fmla="*/ 215166 h 3077"/>
              <a:gd name="T116" fmla="*/ 1373612 w 3282"/>
              <a:gd name="T117" fmla="*/ 215166 h 3077"/>
              <a:gd name="T118" fmla="*/ 1343989 w 3282"/>
              <a:gd name="T119" fmla="*/ 109230 h 307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282" h="3077">
                <a:moveTo>
                  <a:pt x="1924" y="2167"/>
                </a:moveTo>
                <a:cubicBezTo>
                  <a:pt x="1799" y="2167"/>
                  <a:pt x="1698" y="2049"/>
                  <a:pt x="1698" y="1924"/>
                </a:cubicBezTo>
                <a:cubicBezTo>
                  <a:pt x="1698" y="1720"/>
                  <a:pt x="1698" y="1720"/>
                  <a:pt x="1698" y="1720"/>
                </a:cubicBezTo>
                <a:cubicBezTo>
                  <a:pt x="1698" y="1594"/>
                  <a:pt x="1799" y="1504"/>
                  <a:pt x="1924" y="1504"/>
                </a:cubicBezTo>
                <a:cubicBezTo>
                  <a:pt x="3282" y="1504"/>
                  <a:pt x="3282" y="1504"/>
                  <a:pt x="3282" y="1504"/>
                </a:cubicBezTo>
                <a:cubicBezTo>
                  <a:pt x="3282" y="2167"/>
                  <a:pt x="3282" y="2167"/>
                  <a:pt x="3282" y="2167"/>
                </a:cubicBezTo>
                <a:lnTo>
                  <a:pt x="1924" y="2167"/>
                </a:lnTo>
                <a:close/>
                <a:moveTo>
                  <a:pt x="2094" y="1650"/>
                </a:moveTo>
                <a:cubicBezTo>
                  <a:pt x="2000" y="1650"/>
                  <a:pt x="1924" y="1726"/>
                  <a:pt x="1924" y="1820"/>
                </a:cubicBezTo>
                <a:cubicBezTo>
                  <a:pt x="1924" y="1914"/>
                  <a:pt x="2000" y="1990"/>
                  <a:pt x="2094" y="1990"/>
                </a:cubicBezTo>
                <a:cubicBezTo>
                  <a:pt x="2188" y="1990"/>
                  <a:pt x="2264" y="1914"/>
                  <a:pt x="2264" y="1820"/>
                </a:cubicBezTo>
                <a:cubicBezTo>
                  <a:pt x="2264" y="1726"/>
                  <a:pt x="2188" y="1650"/>
                  <a:pt x="2094" y="1650"/>
                </a:cubicBezTo>
                <a:close/>
                <a:moveTo>
                  <a:pt x="1584" y="1698"/>
                </a:moveTo>
                <a:cubicBezTo>
                  <a:pt x="1584" y="1924"/>
                  <a:pt x="1584" y="1924"/>
                  <a:pt x="1584" y="1924"/>
                </a:cubicBezTo>
                <a:cubicBezTo>
                  <a:pt x="1584" y="2111"/>
                  <a:pt x="1736" y="2291"/>
                  <a:pt x="1924" y="2291"/>
                </a:cubicBezTo>
                <a:cubicBezTo>
                  <a:pt x="3083" y="2291"/>
                  <a:pt x="3083" y="2291"/>
                  <a:pt x="3083" y="2291"/>
                </a:cubicBezTo>
                <a:cubicBezTo>
                  <a:pt x="3083" y="2716"/>
                  <a:pt x="3083" y="2716"/>
                  <a:pt x="3083" y="2716"/>
                </a:cubicBezTo>
                <a:cubicBezTo>
                  <a:pt x="3083" y="2904"/>
                  <a:pt x="2904" y="3077"/>
                  <a:pt x="2716" y="3077"/>
                </a:cubicBezTo>
                <a:cubicBezTo>
                  <a:pt x="340" y="3077"/>
                  <a:pt x="340" y="3077"/>
                  <a:pt x="340" y="3077"/>
                </a:cubicBezTo>
                <a:cubicBezTo>
                  <a:pt x="152" y="3077"/>
                  <a:pt x="0" y="2904"/>
                  <a:pt x="0" y="2716"/>
                </a:cubicBezTo>
                <a:cubicBezTo>
                  <a:pt x="0" y="566"/>
                  <a:pt x="0" y="566"/>
                  <a:pt x="0" y="566"/>
                </a:cubicBezTo>
                <a:cubicBezTo>
                  <a:pt x="0" y="378"/>
                  <a:pt x="152" y="199"/>
                  <a:pt x="340" y="199"/>
                </a:cubicBezTo>
                <a:cubicBezTo>
                  <a:pt x="1430" y="199"/>
                  <a:pt x="1430" y="199"/>
                  <a:pt x="1430" y="199"/>
                </a:cubicBezTo>
                <a:cubicBezTo>
                  <a:pt x="1164" y="392"/>
                  <a:pt x="1164" y="392"/>
                  <a:pt x="1164" y="392"/>
                </a:cubicBezTo>
                <a:cubicBezTo>
                  <a:pt x="283" y="392"/>
                  <a:pt x="283" y="392"/>
                  <a:pt x="283" y="392"/>
                </a:cubicBezTo>
                <a:cubicBezTo>
                  <a:pt x="189" y="392"/>
                  <a:pt x="113" y="430"/>
                  <a:pt x="113" y="523"/>
                </a:cubicBezTo>
                <a:cubicBezTo>
                  <a:pt x="113" y="617"/>
                  <a:pt x="189" y="655"/>
                  <a:pt x="283" y="655"/>
                </a:cubicBezTo>
                <a:cubicBezTo>
                  <a:pt x="3083" y="655"/>
                  <a:pt x="3083" y="655"/>
                  <a:pt x="3083" y="655"/>
                </a:cubicBezTo>
                <a:cubicBezTo>
                  <a:pt x="3083" y="1375"/>
                  <a:pt x="3083" y="1375"/>
                  <a:pt x="3083" y="1375"/>
                </a:cubicBezTo>
                <a:cubicBezTo>
                  <a:pt x="1924" y="1375"/>
                  <a:pt x="1924" y="1375"/>
                  <a:pt x="1924" y="1375"/>
                </a:cubicBezTo>
                <a:cubicBezTo>
                  <a:pt x="1736" y="1375"/>
                  <a:pt x="1584" y="1510"/>
                  <a:pt x="1584" y="1698"/>
                </a:cubicBezTo>
                <a:close/>
                <a:moveTo>
                  <a:pt x="328" y="918"/>
                </a:moveTo>
                <a:cubicBezTo>
                  <a:pt x="197" y="918"/>
                  <a:pt x="197" y="918"/>
                  <a:pt x="197" y="918"/>
                </a:cubicBezTo>
                <a:cubicBezTo>
                  <a:pt x="197" y="1181"/>
                  <a:pt x="197" y="1181"/>
                  <a:pt x="197" y="1181"/>
                </a:cubicBezTo>
                <a:cubicBezTo>
                  <a:pt x="328" y="1181"/>
                  <a:pt x="328" y="1181"/>
                  <a:pt x="328" y="1181"/>
                </a:cubicBezTo>
                <a:lnTo>
                  <a:pt x="328" y="918"/>
                </a:lnTo>
                <a:close/>
                <a:moveTo>
                  <a:pt x="328" y="1443"/>
                </a:moveTo>
                <a:cubicBezTo>
                  <a:pt x="197" y="1443"/>
                  <a:pt x="197" y="1443"/>
                  <a:pt x="197" y="1443"/>
                </a:cubicBezTo>
                <a:cubicBezTo>
                  <a:pt x="197" y="1706"/>
                  <a:pt x="197" y="1706"/>
                  <a:pt x="197" y="1706"/>
                </a:cubicBezTo>
                <a:cubicBezTo>
                  <a:pt x="328" y="1706"/>
                  <a:pt x="328" y="1706"/>
                  <a:pt x="328" y="1706"/>
                </a:cubicBezTo>
                <a:lnTo>
                  <a:pt x="328" y="1443"/>
                </a:lnTo>
                <a:close/>
                <a:moveTo>
                  <a:pt x="328" y="1968"/>
                </a:moveTo>
                <a:cubicBezTo>
                  <a:pt x="197" y="1968"/>
                  <a:pt x="197" y="1968"/>
                  <a:pt x="197" y="1968"/>
                </a:cubicBezTo>
                <a:cubicBezTo>
                  <a:pt x="197" y="2230"/>
                  <a:pt x="197" y="2230"/>
                  <a:pt x="197" y="2230"/>
                </a:cubicBezTo>
                <a:cubicBezTo>
                  <a:pt x="328" y="2230"/>
                  <a:pt x="328" y="2230"/>
                  <a:pt x="328" y="2230"/>
                </a:cubicBezTo>
                <a:lnTo>
                  <a:pt x="328" y="1968"/>
                </a:lnTo>
                <a:close/>
                <a:moveTo>
                  <a:pt x="328" y="2492"/>
                </a:moveTo>
                <a:cubicBezTo>
                  <a:pt x="197" y="2492"/>
                  <a:pt x="197" y="2492"/>
                  <a:pt x="197" y="2492"/>
                </a:cubicBezTo>
                <a:cubicBezTo>
                  <a:pt x="197" y="2755"/>
                  <a:pt x="197" y="2755"/>
                  <a:pt x="197" y="2755"/>
                </a:cubicBezTo>
                <a:cubicBezTo>
                  <a:pt x="328" y="2755"/>
                  <a:pt x="328" y="2755"/>
                  <a:pt x="328" y="2755"/>
                </a:cubicBezTo>
                <a:lnTo>
                  <a:pt x="328" y="2492"/>
                </a:lnTo>
                <a:close/>
                <a:moveTo>
                  <a:pt x="905" y="586"/>
                </a:moveTo>
                <a:cubicBezTo>
                  <a:pt x="2235" y="0"/>
                  <a:pt x="2235" y="0"/>
                  <a:pt x="2235" y="0"/>
                </a:cubicBezTo>
                <a:cubicBezTo>
                  <a:pt x="2490" y="586"/>
                  <a:pt x="2490" y="586"/>
                  <a:pt x="2490" y="586"/>
                </a:cubicBezTo>
                <a:lnTo>
                  <a:pt x="905" y="586"/>
                </a:lnTo>
                <a:close/>
                <a:moveTo>
                  <a:pt x="2450" y="199"/>
                </a:moveTo>
                <a:cubicBezTo>
                  <a:pt x="2716" y="199"/>
                  <a:pt x="2716" y="199"/>
                  <a:pt x="2716" y="199"/>
                </a:cubicBezTo>
                <a:cubicBezTo>
                  <a:pt x="2815" y="199"/>
                  <a:pt x="2903" y="324"/>
                  <a:pt x="2966" y="392"/>
                </a:cubicBezTo>
                <a:cubicBezTo>
                  <a:pt x="2504" y="392"/>
                  <a:pt x="2504" y="392"/>
                  <a:pt x="2504" y="392"/>
                </a:cubicBezTo>
                <a:lnTo>
                  <a:pt x="2450" y="1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KSO_Shape">
            <a:extLst>
              <a:ext uri="{FF2B5EF4-FFF2-40B4-BE49-F238E27FC236}">
                <a16:creationId xmlns:a16="http://schemas.microsoft.com/office/drawing/2014/main" id="{F76CD6F6-6899-44E2-8338-E8836846ABF4}"/>
              </a:ext>
            </a:extLst>
          </p:cNvPr>
          <p:cNvSpPr>
            <a:spLocks/>
          </p:cNvSpPr>
          <p:nvPr/>
        </p:nvSpPr>
        <p:spPr bwMode="auto">
          <a:xfrm>
            <a:off x="7595379" y="3183403"/>
            <a:ext cx="845161" cy="848153"/>
          </a:xfrm>
          <a:custGeom>
            <a:avLst/>
            <a:gdLst>
              <a:gd name="T0" fmla="*/ 696608 w 3289"/>
              <a:gd name="T1" fmla="*/ 1738183 h 3299"/>
              <a:gd name="T2" fmla="*/ 814437 w 3289"/>
              <a:gd name="T3" fmla="*/ 1470770 h 3299"/>
              <a:gd name="T4" fmla="*/ 1376852 w 3289"/>
              <a:gd name="T5" fmla="*/ 1105670 h 3299"/>
              <a:gd name="T6" fmla="*/ 1338666 w 3289"/>
              <a:gd name="T7" fmla="*/ 1499694 h 3299"/>
              <a:gd name="T8" fmla="*/ 696608 w 3289"/>
              <a:gd name="T9" fmla="*/ 1738183 h 3299"/>
              <a:gd name="T10" fmla="*/ 312028 w 3289"/>
              <a:gd name="T11" fmla="*/ 1141689 h 3299"/>
              <a:gd name="T12" fmla="*/ 733703 w 3289"/>
              <a:gd name="T13" fmla="*/ 481343 h 3299"/>
              <a:gd name="T14" fmla="*/ 946995 w 3289"/>
              <a:gd name="T15" fmla="*/ 309435 h 3299"/>
              <a:gd name="T16" fmla="*/ 1489225 w 3289"/>
              <a:gd name="T17" fmla="*/ 852446 h 3299"/>
              <a:gd name="T18" fmla="*/ 1317392 w 3289"/>
              <a:gd name="T19" fmla="*/ 1065831 h 3299"/>
              <a:gd name="T20" fmla="*/ 657878 w 3289"/>
              <a:gd name="T21" fmla="*/ 1488234 h 3299"/>
              <a:gd name="T22" fmla="*/ 312028 w 3289"/>
              <a:gd name="T23" fmla="*/ 1141689 h 3299"/>
              <a:gd name="T24" fmla="*/ 1130284 w 3289"/>
              <a:gd name="T25" fmla="*/ 668532 h 3299"/>
              <a:gd name="T26" fmla="*/ 909355 w 3289"/>
              <a:gd name="T27" fmla="*/ 668532 h 3299"/>
              <a:gd name="T28" fmla="*/ 909355 w 3289"/>
              <a:gd name="T29" fmla="*/ 889557 h 3299"/>
              <a:gd name="T30" fmla="*/ 1130284 w 3289"/>
              <a:gd name="T31" fmla="*/ 889557 h 3299"/>
              <a:gd name="T32" fmla="*/ 1130284 w 3289"/>
              <a:gd name="T33" fmla="*/ 668532 h 3299"/>
              <a:gd name="T34" fmla="*/ 1600508 w 3289"/>
              <a:gd name="T35" fmla="*/ 150624 h 3299"/>
              <a:gd name="T36" fmla="*/ 1751067 w 3289"/>
              <a:gd name="T37" fmla="*/ 0 h 3299"/>
              <a:gd name="T38" fmla="*/ 1794162 w 3289"/>
              <a:gd name="T39" fmla="*/ 43113 h 3299"/>
              <a:gd name="T40" fmla="*/ 1647421 w 3289"/>
              <a:gd name="T41" fmla="*/ 189918 h 3299"/>
              <a:gd name="T42" fmla="*/ 1520865 w 3289"/>
              <a:gd name="T43" fmla="*/ 801692 h 3299"/>
              <a:gd name="T44" fmla="*/ 997726 w 3289"/>
              <a:gd name="T45" fmla="*/ 278328 h 3299"/>
              <a:gd name="T46" fmla="*/ 1600508 w 3289"/>
              <a:gd name="T47" fmla="*/ 150624 h 3299"/>
              <a:gd name="T48" fmla="*/ 62187 w 3289"/>
              <a:gd name="T49" fmla="*/ 1102941 h 3299"/>
              <a:gd name="T50" fmla="*/ 300027 w 3289"/>
              <a:gd name="T51" fmla="*/ 461150 h 3299"/>
              <a:gd name="T52" fmla="*/ 694426 w 3289"/>
              <a:gd name="T53" fmla="*/ 422403 h 3299"/>
              <a:gd name="T54" fmla="*/ 328939 w 3289"/>
              <a:gd name="T55" fmla="*/ 985061 h 3299"/>
              <a:gd name="T56" fmla="*/ 62187 w 3289"/>
              <a:gd name="T57" fmla="*/ 1102941 h 3299"/>
              <a:gd name="T58" fmla="*/ 429857 w 3289"/>
              <a:gd name="T59" fmla="*/ 1515521 h 3299"/>
              <a:gd name="T60" fmla="*/ 429857 w 3289"/>
              <a:gd name="T61" fmla="*/ 1443483 h 3299"/>
              <a:gd name="T62" fmla="*/ 271115 w 3289"/>
              <a:gd name="T63" fmla="*/ 1525344 h 3299"/>
              <a:gd name="T64" fmla="*/ 345849 w 3289"/>
              <a:gd name="T65" fmla="*/ 1359439 h 3299"/>
              <a:gd name="T66" fmla="*/ 252023 w 3289"/>
              <a:gd name="T67" fmla="*/ 1390546 h 3299"/>
              <a:gd name="T68" fmla="*/ 319665 w 3289"/>
              <a:gd name="T69" fmla="*/ 1231736 h 3299"/>
              <a:gd name="T70" fmla="*/ 566778 w 3289"/>
              <a:gd name="T71" fmla="*/ 1479502 h 3299"/>
              <a:gd name="T72" fmla="*/ 429857 w 3289"/>
              <a:gd name="T73" fmla="*/ 1515521 h 329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3289" h="3299">
                <a:moveTo>
                  <a:pt x="1277" y="3185"/>
                </a:moveTo>
                <a:cubicBezTo>
                  <a:pt x="1277" y="3185"/>
                  <a:pt x="1462" y="3052"/>
                  <a:pt x="1493" y="2695"/>
                </a:cubicBezTo>
                <a:cubicBezTo>
                  <a:pt x="2097" y="2409"/>
                  <a:pt x="2524" y="2026"/>
                  <a:pt x="2524" y="2026"/>
                </a:cubicBezTo>
                <a:cubicBezTo>
                  <a:pt x="2524" y="2026"/>
                  <a:pt x="2775" y="2427"/>
                  <a:pt x="2454" y="2748"/>
                </a:cubicBezTo>
                <a:cubicBezTo>
                  <a:pt x="1903" y="3299"/>
                  <a:pt x="1277" y="3185"/>
                  <a:pt x="1277" y="3185"/>
                </a:cubicBezTo>
                <a:close/>
                <a:moveTo>
                  <a:pt x="572" y="2092"/>
                </a:moveTo>
                <a:cubicBezTo>
                  <a:pt x="572" y="2092"/>
                  <a:pt x="1054" y="1173"/>
                  <a:pt x="1345" y="882"/>
                </a:cubicBezTo>
                <a:cubicBezTo>
                  <a:pt x="1476" y="752"/>
                  <a:pt x="1607" y="650"/>
                  <a:pt x="1736" y="567"/>
                </a:cubicBezTo>
                <a:cubicBezTo>
                  <a:pt x="2730" y="1562"/>
                  <a:pt x="2730" y="1562"/>
                  <a:pt x="2730" y="1562"/>
                </a:cubicBezTo>
                <a:cubicBezTo>
                  <a:pt x="2648" y="1691"/>
                  <a:pt x="2546" y="1823"/>
                  <a:pt x="2415" y="1953"/>
                </a:cubicBezTo>
                <a:cubicBezTo>
                  <a:pt x="2129" y="2239"/>
                  <a:pt x="1206" y="2727"/>
                  <a:pt x="1206" y="2727"/>
                </a:cubicBezTo>
                <a:lnTo>
                  <a:pt x="572" y="2092"/>
                </a:lnTo>
                <a:close/>
                <a:moveTo>
                  <a:pt x="2072" y="1225"/>
                </a:moveTo>
                <a:cubicBezTo>
                  <a:pt x="1961" y="1113"/>
                  <a:pt x="1779" y="1113"/>
                  <a:pt x="1667" y="1225"/>
                </a:cubicBezTo>
                <a:cubicBezTo>
                  <a:pt x="1555" y="1337"/>
                  <a:pt x="1555" y="1518"/>
                  <a:pt x="1667" y="1630"/>
                </a:cubicBezTo>
                <a:cubicBezTo>
                  <a:pt x="1779" y="1742"/>
                  <a:pt x="1961" y="1742"/>
                  <a:pt x="2072" y="1630"/>
                </a:cubicBezTo>
                <a:cubicBezTo>
                  <a:pt x="2184" y="1518"/>
                  <a:pt x="2184" y="1337"/>
                  <a:pt x="2072" y="1225"/>
                </a:cubicBezTo>
                <a:close/>
                <a:moveTo>
                  <a:pt x="2934" y="276"/>
                </a:moveTo>
                <a:cubicBezTo>
                  <a:pt x="3210" y="0"/>
                  <a:pt x="3210" y="0"/>
                  <a:pt x="3210" y="0"/>
                </a:cubicBezTo>
                <a:cubicBezTo>
                  <a:pt x="3289" y="79"/>
                  <a:pt x="3289" y="79"/>
                  <a:pt x="3289" y="79"/>
                </a:cubicBezTo>
                <a:cubicBezTo>
                  <a:pt x="3020" y="348"/>
                  <a:pt x="3020" y="348"/>
                  <a:pt x="3020" y="348"/>
                </a:cubicBezTo>
                <a:cubicBezTo>
                  <a:pt x="3044" y="503"/>
                  <a:pt x="3080" y="956"/>
                  <a:pt x="2788" y="1469"/>
                </a:cubicBezTo>
                <a:cubicBezTo>
                  <a:pt x="1829" y="510"/>
                  <a:pt x="1829" y="510"/>
                  <a:pt x="1829" y="510"/>
                </a:cubicBezTo>
                <a:cubicBezTo>
                  <a:pt x="2326" y="225"/>
                  <a:pt x="2765" y="251"/>
                  <a:pt x="2934" y="276"/>
                </a:cubicBezTo>
                <a:close/>
                <a:moveTo>
                  <a:pt x="114" y="2021"/>
                </a:moveTo>
                <a:cubicBezTo>
                  <a:pt x="114" y="2021"/>
                  <a:pt x="0" y="1396"/>
                  <a:pt x="550" y="845"/>
                </a:cubicBezTo>
                <a:cubicBezTo>
                  <a:pt x="872" y="523"/>
                  <a:pt x="1273" y="774"/>
                  <a:pt x="1273" y="774"/>
                </a:cubicBezTo>
                <a:cubicBezTo>
                  <a:pt x="1273" y="774"/>
                  <a:pt x="890" y="1202"/>
                  <a:pt x="603" y="1805"/>
                </a:cubicBezTo>
                <a:cubicBezTo>
                  <a:pt x="246" y="1836"/>
                  <a:pt x="114" y="2021"/>
                  <a:pt x="114" y="2021"/>
                </a:cubicBezTo>
                <a:close/>
                <a:moveTo>
                  <a:pt x="788" y="2777"/>
                </a:moveTo>
                <a:cubicBezTo>
                  <a:pt x="788" y="2645"/>
                  <a:pt x="788" y="2645"/>
                  <a:pt x="788" y="2645"/>
                </a:cubicBezTo>
                <a:cubicBezTo>
                  <a:pt x="497" y="2795"/>
                  <a:pt x="497" y="2795"/>
                  <a:pt x="497" y="2795"/>
                </a:cubicBezTo>
                <a:cubicBezTo>
                  <a:pt x="634" y="2491"/>
                  <a:pt x="634" y="2491"/>
                  <a:pt x="634" y="2491"/>
                </a:cubicBezTo>
                <a:cubicBezTo>
                  <a:pt x="462" y="2548"/>
                  <a:pt x="462" y="2548"/>
                  <a:pt x="462" y="2548"/>
                </a:cubicBezTo>
                <a:cubicBezTo>
                  <a:pt x="586" y="2257"/>
                  <a:pt x="586" y="2257"/>
                  <a:pt x="586" y="2257"/>
                </a:cubicBezTo>
                <a:cubicBezTo>
                  <a:pt x="1039" y="2711"/>
                  <a:pt x="1039" y="2711"/>
                  <a:pt x="1039" y="2711"/>
                </a:cubicBezTo>
                <a:lnTo>
                  <a:pt x="788" y="27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KSO_Shape">
            <a:extLst>
              <a:ext uri="{FF2B5EF4-FFF2-40B4-BE49-F238E27FC236}">
                <a16:creationId xmlns:a16="http://schemas.microsoft.com/office/drawing/2014/main" id="{7E18BB48-A345-4576-85FC-EC319A9F6C23}"/>
              </a:ext>
            </a:extLst>
          </p:cNvPr>
          <p:cNvSpPr>
            <a:spLocks/>
          </p:cNvSpPr>
          <p:nvPr/>
        </p:nvSpPr>
        <p:spPr bwMode="auto">
          <a:xfrm>
            <a:off x="2901095" y="3327753"/>
            <a:ext cx="848153" cy="559452"/>
          </a:xfrm>
          <a:custGeom>
            <a:avLst/>
            <a:gdLst>
              <a:gd name="T0" fmla="*/ 1691265 w 3283"/>
              <a:gd name="T1" fmla="*/ 972666 h 2167"/>
              <a:gd name="T2" fmla="*/ 1691265 w 3283"/>
              <a:gd name="T3" fmla="*/ 1114753 h 2167"/>
              <a:gd name="T4" fmla="*/ 1582682 w 3283"/>
              <a:gd name="T5" fmla="*/ 1114753 h 2167"/>
              <a:gd name="T6" fmla="*/ 0 w 3283"/>
              <a:gd name="T7" fmla="*/ 1188814 h 2167"/>
              <a:gd name="T8" fmla="*/ 106390 w 3283"/>
              <a:gd name="T9" fmla="*/ 285820 h 2167"/>
              <a:gd name="T10" fmla="*/ 106390 w 3283"/>
              <a:gd name="T11" fmla="*/ 145379 h 2167"/>
              <a:gd name="T12" fmla="*/ 215521 w 3283"/>
              <a:gd name="T13" fmla="*/ 145379 h 2167"/>
              <a:gd name="T14" fmla="*/ 215521 w 3283"/>
              <a:gd name="T15" fmla="*/ 0 h 2167"/>
              <a:gd name="T16" fmla="*/ 1726911 w 3283"/>
              <a:gd name="T17" fmla="*/ 0 h 2167"/>
              <a:gd name="T18" fmla="*/ 1800397 w 3283"/>
              <a:gd name="T19" fmla="*/ 68026 h 2167"/>
              <a:gd name="T20" fmla="*/ 1800397 w 3283"/>
              <a:gd name="T21" fmla="*/ 972666 h 2167"/>
              <a:gd name="T22" fmla="*/ 71840 w 3283"/>
              <a:gd name="T23" fmla="*/ 357687 h 2167"/>
              <a:gd name="T24" fmla="*/ 1509197 w 3283"/>
              <a:gd name="T25" fmla="*/ 1114205 h 2167"/>
              <a:gd name="T26" fmla="*/ 71840 w 3283"/>
              <a:gd name="T27" fmla="*/ 357687 h 2167"/>
              <a:gd name="T28" fmla="*/ 180424 w 3283"/>
              <a:gd name="T29" fmla="*/ 285820 h 2167"/>
              <a:gd name="T30" fmla="*/ 1582682 w 3283"/>
              <a:gd name="T31" fmla="*/ 1046727 h 2167"/>
              <a:gd name="T32" fmla="*/ 1617231 w 3283"/>
              <a:gd name="T33" fmla="*/ 213405 h 2167"/>
              <a:gd name="T34" fmla="*/ 1726911 w 3283"/>
              <a:gd name="T35" fmla="*/ 68026 h 2167"/>
              <a:gd name="T36" fmla="*/ 289555 w 3283"/>
              <a:gd name="T37" fmla="*/ 145379 h 2167"/>
              <a:gd name="T38" fmla="*/ 1691265 w 3283"/>
              <a:gd name="T39" fmla="*/ 145379 h 2167"/>
              <a:gd name="T40" fmla="*/ 1691265 w 3283"/>
              <a:gd name="T41" fmla="*/ 898605 h 2167"/>
              <a:gd name="T42" fmla="*/ 1726911 w 3283"/>
              <a:gd name="T43" fmla="*/ 68026 h 2167"/>
              <a:gd name="T44" fmla="*/ 255006 w 3283"/>
              <a:gd name="T45" fmla="*/ 1081837 h 2167"/>
              <a:gd name="T46" fmla="*/ 106938 w 3283"/>
              <a:gd name="T47" fmla="*/ 965534 h 2167"/>
              <a:gd name="T48" fmla="*/ 119551 w 3283"/>
              <a:gd name="T49" fmla="*/ 552439 h 2167"/>
              <a:gd name="T50" fmla="*/ 252264 w 3283"/>
              <a:gd name="T51" fmla="*/ 398283 h 2167"/>
              <a:gd name="T52" fmla="*/ 1339193 w 3283"/>
              <a:gd name="T53" fmla="*/ 410352 h 2167"/>
              <a:gd name="T54" fmla="*/ 1478486 w 3283"/>
              <a:gd name="T55" fmla="*/ 963888 h 2167"/>
              <a:gd name="T56" fmla="*/ 310394 w 3283"/>
              <a:gd name="T57" fmla="*/ 655576 h 2167"/>
              <a:gd name="T58" fmla="*/ 310394 w 3283"/>
              <a:gd name="T59" fmla="*/ 851974 h 2167"/>
              <a:gd name="T60" fmla="*/ 310394 w 3283"/>
              <a:gd name="T61" fmla="*/ 655576 h 2167"/>
              <a:gd name="T62" fmla="*/ 539626 w 3283"/>
              <a:gd name="T63" fmla="*/ 753775 h 2167"/>
              <a:gd name="T64" fmla="*/ 1055121 w 3283"/>
              <a:gd name="T65" fmla="*/ 753775 h 2167"/>
              <a:gd name="T66" fmla="*/ 1274481 w 3283"/>
              <a:gd name="T67" fmla="*/ 655576 h 2167"/>
              <a:gd name="T68" fmla="*/ 1274481 w 3283"/>
              <a:gd name="T69" fmla="*/ 851974 h 2167"/>
              <a:gd name="T70" fmla="*/ 1274481 w 3283"/>
              <a:gd name="T71" fmla="*/ 655576 h 2167"/>
              <a:gd name="T72" fmla="*/ 811632 w 3283"/>
              <a:gd name="T73" fmla="*/ 949625 h 2167"/>
              <a:gd name="T74" fmla="*/ 772147 w 3283"/>
              <a:gd name="T75" fmla="*/ 911772 h 2167"/>
              <a:gd name="T76" fmla="*/ 704146 w 3283"/>
              <a:gd name="T77" fmla="*/ 870078 h 2167"/>
              <a:gd name="T78" fmla="*/ 727178 w 3283"/>
              <a:gd name="T79" fmla="*/ 813024 h 2167"/>
              <a:gd name="T80" fmla="*/ 772147 w 3283"/>
              <a:gd name="T81" fmla="*/ 879953 h 2167"/>
              <a:gd name="T82" fmla="*/ 733211 w 3283"/>
              <a:gd name="T83" fmla="*/ 741706 h 2167"/>
              <a:gd name="T84" fmla="*/ 695371 w 3283"/>
              <a:gd name="T85" fmla="*/ 673131 h 2167"/>
              <a:gd name="T86" fmla="*/ 772147 w 3283"/>
              <a:gd name="T87" fmla="*/ 587550 h 2167"/>
              <a:gd name="T88" fmla="*/ 811632 w 3283"/>
              <a:gd name="T89" fmla="*/ 569446 h 2167"/>
              <a:gd name="T90" fmla="*/ 854956 w 3283"/>
              <a:gd name="T91" fmla="*/ 606750 h 2167"/>
              <a:gd name="T92" fmla="*/ 846181 w 3283"/>
              <a:gd name="T93" fmla="*/ 669291 h 2167"/>
              <a:gd name="T94" fmla="*/ 811632 w 3283"/>
              <a:gd name="T95" fmla="*/ 619368 h 2167"/>
              <a:gd name="T96" fmla="*/ 840697 w 3283"/>
              <a:gd name="T97" fmla="*/ 739511 h 2167"/>
              <a:gd name="T98" fmla="*/ 886763 w 3283"/>
              <a:gd name="T99" fmla="*/ 785045 h 2167"/>
              <a:gd name="T100" fmla="*/ 867569 w 3283"/>
              <a:gd name="T101" fmla="*/ 883244 h 2167"/>
              <a:gd name="T102" fmla="*/ 772147 w 3283"/>
              <a:gd name="T103" fmla="*/ 618820 h 2167"/>
              <a:gd name="T104" fmla="*/ 733211 w 3283"/>
              <a:gd name="T105" fmla="*/ 670388 h 2167"/>
              <a:gd name="T106" fmla="*/ 772147 w 3283"/>
              <a:gd name="T107" fmla="*/ 723602 h 2167"/>
              <a:gd name="T108" fmla="*/ 843439 w 3283"/>
              <a:gd name="T109" fmla="*/ 787240 h 2167"/>
              <a:gd name="T110" fmla="*/ 811632 w 3283"/>
              <a:gd name="T111" fmla="*/ 879953 h 2167"/>
              <a:gd name="T112" fmla="*/ 853859 w 3283"/>
              <a:gd name="T113" fmla="*/ 820704 h 216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3283" h="2167">
                <a:moveTo>
                  <a:pt x="3149" y="1773"/>
                </a:moveTo>
                <a:cubicBezTo>
                  <a:pt x="3084" y="1773"/>
                  <a:pt x="3084" y="1773"/>
                  <a:pt x="3084" y="1773"/>
                </a:cubicBezTo>
                <a:cubicBezTo>
                  <a:pt x="3084" y="1908"/>
                  <a:pt x="3084" y="1908"/>
                  <a:pt x="3084" y="1908"/>
                </a:cubicBezTo>
                <a:cubicBezTo>
                  <a:pt x="3084" y="2032"/>
                  <a:pt x="3084" y="2032"/>
                  <a:pt x="3084" y="2032"/>
                </a:cubicBezTo>
                <a:cubicBezTo>
                  <a:pt x="2949" y="2032"/>
                  <a:pt x="2949" y="2032"/>
                  <a:pt x="2949" y="2032"/>
                </a:cubicBezTo>
                <a:cubicBezTo>
                  <a:pt x="2886" y="2032"/>
                  <a:pt x="2886" y="2032"/>
                  <a:pt x="2886" y="2032"/>
                </a:cubicBezTo>
                <a:cubicBezTo>
                  <a:pt x="2886" y="2167"/>
                  <a:pt x="2886" y="2167"/>
                  <a:pt x="2886" y="2167"/>
                </a:cubicBezTo>
                <a:cubicBezTo>
                  <a:pt x="0" y="2167"/>
                  <a:pt x="0" y="2167"/>
                  <a:pt x="0" y="2167"/>
                </a:cubicBezTo>
                <a:cubicBezTo>
                  <a:pt x="0" y="521"/>
                  <a:pt x="0" y="521"/>
                  <a:pt x="0" y="521"/>
                </a:cubicBezTo>
                <a:cubicBezTo>
                  <a:pt x="194" y="521"/>
                  <a:pt x="194" y="521"/>
                  <a:pt x="194" y="521"/>
                </a:cubicBezTo>
                <a:cubicBezTo>
                  <a:pt x="194" y="389"/>
                  <a:pt x="194" y="389"/>
                  <a:pt x="194" y="389"/>
                </a:cubicBezTo>
                <a:cubicBezTo>
                  <a:pt x="194" y="265"/>
                  <a:pt x="194" y="265"/>
                  <a:pt x="194" y="265"/>
                </a:cubicBezTo>
                <a:cubicBezTo>
                  <a:pt x="329" y="265"/>
                  <a:pt x="329" y="265"/>
                  <a:pt x="329" y="265"/>
                </a:cubicBezTo>
                <a:cubicBezTo>
                  <a:pt x="393" y="265"/>
                  <a:pt x="393" y="265"/>
                  <a:pt x="393" y="265"/>
                </a:cubicBezTo>
                <a:cubicBezTo>
                  <a:pt x="393" y="124"/>
                  <a:pt x="393" y="124"/>
                  <a:pt x="393" y="124"/>
                </a:cubicBezTo>
                <a:cubicBezTo>
                  <a:pt x="393" y="0"/>
                  <a:pt x="393" y="0"/>
                  <a:pt x="393" y="0"/>
                </a:cubicBezTo>
                <a:cubicBezTo>
                  <a:pt x="528" y="0"/>
                  <a:pt x="528" y="0"/>
                  <a:pt x="528" y="0"/>
                </a:cubicBezTo>
                <a:cubicBezTo>
                  <a:pt x="3149" y="0"/>
                  <a:pt x="3149" y="0"/>
                  <a:pt x="3149" y="0"/>
                </a:cubicBezTo>
                <a:cubicBezTo>
                  <a:pt x="3283" y="0"/>
                  <a:pt x="3283" y="0"/>
                  <a:pt x="3283" y="0"/>
                </a:cubicBezTo>
                <a:cubicBezTo>
                  <a:pt x="3283" y="124"/>
                  <a:pt x="3283" y="124"/>
                  <a:pt x="3283" y="124"/>
                </a:cubicBezTo>
                <a:cubicBezTo>
                  <a:pt x="3283" y="1638"/>
                  <a:pt x="3283" y="1638"/>
                  <a:pt x="3283" y="1638"/>
                </a:cubicBezTo>
                <a:cubicBezTo>
                  <a:pt x="3283" y="1773"/>
                  <a:pt x="3283" y="1773"/>
                  <a:pt x="3283" y="1773"/>
                </a:cubicBezTo>
                <a:lnTo>
                  <a:pt x="3149" y="1773"/>
                </a:lnTo>
                <a:close/>
                <a:moveTo>
                  <a:pt x="131" y="652"/>
                </a:moveTo>
                <a:cubicBezTo>
                  <a:pt x="131" y="2031"/>
                  <a:pt x="131" y="2031"/>
                  <a:pt x="131" y="2031"/>
                </a:cubicBezTo>
                <a:cubicBezTo>
                  <a:pt x="2752" y="2031"/>
                  <a:pt x="2752" y="2031"/>
                  <a:pt x="2752" y="2031"/>
                </a:cubicBezTo>
                <a:cubicBezTo>
                  <a:pt x="2752" y="652"/>
                  <a:pt x="2752" y="652"/>
                  <a:pt x="2752" y="652"/>
                </a:cubicBezTo>
                <a:lnTo>
                  <a:pt x="131" y="652"/>
                </a:lnTo>
                <a:close/>
                <a:moveTo>
                  <a:pt x="329" y="389"/>
                </a:moveTo>
                <a:cubicBezTo>
                  <a:pt x="329" y="521"/>
                  <a:pt x="329" y="521"/>
                  <a:pt x="329" y="521"/>
                </a:cubicBezTo>
                <a:cubicBezTo>
                  <a:pt x="2886" y="521"/>
                  <a:pt x="2886" y="521"/>
                  <a:pt x="2886" y="521"/>
                </a:cubicBezTo>
                <a:cubicBezTo>
                  <a:pt x="2886" y="1908"/>
                  <a:pt x="2886" y="1908"/>
                  <a:pt x="2886" y="1908"/>
                </a:cubicBezTo>
                <a:cubicBezTo>
                  <a:pt x="2949" y="1908"/>
                  <a:pt x="2949" y="1908"/>
                  <a:pt x="2949" y="1908"/>
                </a:cubicBezTo>
                <a:cubicBezTo>
                  <a:pt x="2949" y="389"/>
                  <a:pt x="2949" y="389"/>
                  <a:pt x="2949" y="389"/>
                </a:cubicBezTo>
                <a:lnTo>
                  <a:pt x="329" y="389"/>
                </a:lnTo>
                <a:close/>
                <a:moveTo>
                  <a:pt x="3149" y="124"/>
                </a:moveTo>
                <a:cubicBezTo>
                  <a:pt x="528" y="124"/>
                  <a:pt x="528" y="124"/>
                  <a:pt x="528" y="124"/>
                </a:cubicBezTo>
                <a:cubicBezTo>
                  <a:pt x="528" y="265"/>
                  <a:pt x="528" y="265"/>
                  <a:pt x="528" y="265"/>
                </a:cubicBezTo>
                <a:cubicBezTo>
                  <a:pt x="2949" y="265"/>
                  <a:pt x="2949" y="265"/>
                  <a:pt x="2949" y="265"/>
                </a:cubicBezTo>
                <a:cubicBezTo>
                  <a:pt x="3084" y="265"/>
                  <a:pt x="3084" y="265"/>
                  <a:pt x="3084" y="265"/>
                </a:cubicBezTo>
                <a:cubicBezTo>
                  <a:pt x="3084" y="389"/>
                  <a:pt x="3084" y="389"/>
                  <a:pt x="3084" y="389"/>
                </a:cubicBezTo>
                <a:cubicBezTo>
                  <a:pt x="3084" y="1638"/>
                  <a:pt x="3084" y="1638"/>
                  <a:pt x="3084" y="1638"/>
                </a:cubicBezTo>
                <a:cubicBezTo>
                  <a:pt x="3149" y="1638"/>
                  <a:pt x="3149" y="1638"/>
                  <a:pt x="3149" y="1638"/>
                </a:cubicBezTo>
                <a:lnTo>
                  <a:pt x="3149" y="124"/>
                </a:lnTo>
                <a:close/>
                <a:moveTo>
                  <a:pt x="2444" y="1972"/>
                </a:moveTo>
                <a:cubicBezTo>
                  <a:pt x="465" y="1972"/>
                  <a:pt x="465" y="1972"/>
                  <a:pt x="465" y="1972"/>
                </a:cubicBezTo>
                <a:cubicBezTo>
                  <a:pt x="453" y="1850"/>
                  <a:pt x="343" y="1755"/>
                  <a:pt x="218" y="1755"/>
                </a:cubicBezTo>
                <a:cubicBezTo>
                  <a:pt x="209" y="1755"/>
                  <a:pt x="203" y="1758"/>
                  <a:pt x="195" y="1760"/>
                </a:cubicBezTo>
                <a:cubicBezTo>
                  <a:pt x="195" y="971"/>
                  <a:pt x="195" y="971"/>
                  <a:pt x="195" y="971"/>
                </a:cubicBezTo>
                <a:cubicBezTo>
                  <a:pt x="202" y="982"/>
                  <a:pt x="209" y="993"/>
                  <a:pt x="218" y="1007"/>
                </a:cubicBezTo>
                <a:cubicBezTo>
                  <a:pt x="350" y="1007"/>
                  <a:pt x="467" y="881"/>
                  <a:pt x="467" y="748"/>
                </a:cubicBezTo>
                <a:cubicBezTo>
                  <a:pt x="467" y="740"/>
                  <a:pt x="462" y="733"/>
                  <a:pt x="460" y="726"/>
                </a:cubicBezTo>
                <a:cubicBezTo>
                  <a:pt x="2447" y="726"/>
                  <a:pt x="2447" y="726"/>
                  <a:pt x="2447" y="726"/>
                </a:cubicBezTo>
                <a:cubicBezTo>
                  <a:pt x="2446" y="734"/>
                  <a:pt x="2442" y="740"/>
                  <a:pt x="2442" y="748"/>
                </a:cubicBezTo>
                <a:cubicBezTo>
                  <a:pt x="2442" y="873"/>
                  <a:pt x="2575" y="993"/>
                  <a:pt x="2696" y="1005"/>
                </a:cubicBezTo>
                <a:cubicBezTo>
                  <a:pt x="2696" y="1757"/>
                  <a:pt x="2696" y="1757"/>
                  <a:pt x="2696" y="1757"/>
                </a:cubicBezTo>
                <a:cubicBezTo>
                  <a:pt x="2582" y="1768"/>
                  <a:pt x="2455" y="1858"/>
                  <a:pt x="2444" y="1972"/>
                </a:cubicBezTo>
                <a:close/>
                <a:moveTo>
                  <a:pt x="566" y="1195"/>
                </a:moveTo>
                <a:cubicBezTo>
                  <a:pt x="467" y="1195"/>
                  <a:pt x="387" y="1275"/>
                  <a:pt x="387" y="1374"/>
                </a:cubicBezTo>
                <a:cubicBezTo>
                  <a:pt x="387" y="1473"/>
                  <a:pt x="467" y="1553"/>
                  <a:pt x="566" y="1553"/>
                </a:cubicBezTo>
                <a:cubicBezTo>
                  <a:pt x="665" y="1553"/>
                  <a:pt x="745" y="1473"/>
                  <a:pt x="745" y="1374"/>
                </a:cubicBezTo>
                <a:cubicBezTo>
                  <a:pt x="745" y="1275"/>
                  <a:pt x="665" y="1195"/>
                  <a:pt x="566" y="1195"/>
                </a:cubicBezTo>
                <a:close/>
                <a:moveTo>
                  <a:pt x="1454" y="905"/>
                </a:moveTo>
                <a:cubicBezTo>
                  <a:pt x="1195" y="905"/>
                  <a:pt x="984" y="1115"/>
                  <a:pt x="984" y="1374"/>
                </a:cubicBezTo>
                <a:cubicBezTo>
                  <a:pt x="984" y="1634"/>
                  <a:pt x="1195" y="1844"/>
                  <a:pt x="1454" y="1844"/>
                </a:cubicBezTo>
                <a:cubicBezTo>
                  <a:pt x="1714" y="1844"/>
                  <a:pt x="1924" y="1634"/>
                  <a:pt x="1924" y="1374"/>
                </a:cubicBezTo>
                <a:cubicBezTo>
                  <a:pt x="1924" y="1115"/>
                  <a:pt x="1714" y="905"/>
                  <a:pt x="1454" y="905"/>
                </a:cubicBezTo>
                <a:close/>
                <a:moveTo>
                  <a:pt x="2324" y="1195"/>
                </a:moveTo>
                <a:cubicBezTo>
                  <a:pt x="2225" y="1195"/>
                  <a:pt x="2145" y="1275"/>
                  <a:pt x="2145" y="1374"/>
                </a:cubicBezTo>
                <a:cubicBezTo>
                  <a:pt x="2145" y="1473"/>
                  <a:pt x="2225" y="1553"/>
                  <a:pt x="2324" y="1553"/>
                </a:cubicBezTo>
                <a:cubicBezTo>
                  <a:pt x="2422" y="1553"/>
                  <a:pt x="2502" y="1473"/>
                  <a:pt x="2502" y="1374"/>
                </a:cubicBezTo>
                <a:cubicBezTo>
                  <a:pt x="2502" y="1275"/>
                  <a:pt x="2422" y="1195"/>
                  <a:pt x="2324" y="1195"/>
                </a:cubicBezTo>
                <a:close/>
                <a:moveTo>
                  <a:pt x="1480" y="1662"/>
                </a:moveTo>
                <a:cubicBezTo>
                  <a:pt x="1480" y="1731"/>
                  <a:pt x="1480" y="1731"/>
                  <a:pt x="1480" y="1731"/>
                </a:cubicBezTo>
                <a:cubicBezTo>
                  <a:pt x="1408" y="1731"/>
                  <a:pt x="1408" y="1731"/>
                  <a:pt x="1408" y="1731"/>
                </a:cubicBezTo>
                <a:cubicBezTo>
                  <a:pt x="1408" y="1662"/>
                  <a:pt x="1408" y="1662"/>
                  <a:pt x="1408" y="1662"/>
                </a:cubicBezTo>
                <a:cubicBezTo>
                  <a:pt x="1373" y="1658"/>
                  <a:pt x="1361" y="1650"/>
                  <a:pt x="1340" y="1639"/>
                </a:cubicBezTo>
                <a:cubicBezTo>
                  <a:pt x="1318" y="1628"/>
                  <a:pt x="1299" y="1610"/>
                  <a:pt x="1284" y="1586"/>
                </a:cubicBezTo>
                <a:cubicBezTo>
                  <a:pt x="1268" y="1561"/>
                  <a:pt x="1259" y="1530"/>
                  <a:pt x="1256" y="1495"/>
                </a:cubicBezTo>
                <a:cubicBezTo>
                  <a:pt x="1326" y="1482"/>
                  <a:pt x="1326" y="1482"/>
                  <a:pt x="1326" y="1482"/>
                </a:cubicBezTo>
                <a:cubicBezTo>
                  <a:pt x="1331" y="1519"/>
                  <a:pt x="1341" y="1546"/>
                  <a:pt x="1354" y="1563"/>
                </a:cubicBezTo>
                <a:cubicBezTo>
                  <a:pt x="1373" y="1588"/>
                  <a:pt x="1381" y="1601"/>
                  <a:pt x="1408" y="1604"/>
                </a:cubicBezTo>
                <a:cubicBezTo>
                  <a:pt x="1408" y="1385"/>
                  <a:pt x="1408" y="1385"/>
                  <a:pt x="1408" y="1385"/>
                </a:cubicBezTo>
                <a:cubicBezTo>
                  <a:pt x="1380" y="1380"/>
                  <a:pt x="1367" y="1369"/>
                  <a:pt x="1337" y="1352"/>
                </a:cubicBezTo>
                <a:cubicBezTo>
                  <a:pt x="1315" y="1340"/>
                  <a:pt x="1298" y="1323"/>
                  <a:pt x="1286" y="1301"/>
                </a:cubicBezTo>
                <a:cubicBezTo>
                  <a:pt x="1274" y="1280"/>
                  <a:pt x="1268" y="1255"/>
                  <a:pt x="1268" y="1227"/>
                </a:cubicBezTo>
                <a:cubicBezTo>
                  <a:pt x="1268" y="1178"/>
                  <a:pt x="1286" y="1139"/>
                  <a:pt x="1320" y="1108"/>
                </a:cubicBezTo>
                <a:cubicBezTo>
                  <a:pt x="1344" y="1088"/>
                  <a:pt x="1362" y="1075"/>
                  <a:pt x="1408" y="1071"/>
                </a:cubicBezTo>
                <a:cubicBezTo>
                  <a:pt x="1408" y="1038"/>
                  <a:pt x="1408" y="1038"/>
                  <a:pt x="1408" y="1038"/>
                </a:cubicBezTo>
                <a:cubicBezTo>
                  <a:pt x="1480" y="1038"/>
                  <a:pt x="1480" y="1038"/>
                  <a:pt x="1480" y="1038"/>
                </a:cubicBezTo>
                <a:cubicBezTo>
                  <a:pt x="1480" y="1071"/>
                  <a:pt x="1480" y="1071"/>
                  <a:pt x="1480" y="1071"/>
                </a:cubicBezTo>
                <a:cubicBezTo>
                  <a:pt x="1520" y="1074"/>
                  <a:pt x="1536" y="1086"/>
                  <a:pt x="1559" y="1106"/>
                </a:cubicBezTo>
                <a:cubicBezTo>
                  <a:pt x="1590" y="1131"/>
                  <a:pt x="1608" y="1165"/>
                  <a:pt x="1614" y="1209"/>
                </a:cubicBezTo>
                <a:cubicBezTo>
                  <a:pt x="1543" y="1220"/>
                  <a:pt x="1543" y="1220"/>
                  <a:pt x="1543" y="1220"/>
                </a:cubicBezTo>
                <a:cubicBezTo>
                  <a:pt x="1539" y="1193"/>
                  <a:pt x="1530" y="1172"/>
                  <a:pt x="1517" y="1157"/>
                </a:cubicBezTo>
                <a:cubicBezTo>
                  <a:pt x="1504" y="1143"/>
                  <a:pt x="1503" y="1133"/>
                  <a:pt x="1480" y="1129"/>
                </a:cubicBezTo>
                <a:cubicBezTo>
                  <a:pt x="1480" y="1328"/>
                  <a:pt x="1480" y="1328"/>
                  <a:pt x="1480" y="1328"/>
                </a:cubicBezTo>
                <a:cubicBezTo>
                  <a:pt x="1515" y="1336"/>
                  <a:pt x="1522" y="1343"/>
                  <a:pt x="1533" y="1348"/>
                </a:cubicBezTo>
                <a:cubicBezTo>
                  <a:pt x="1555" y="1357"/>
                  <a:pt x="1572" y="1369"/>
                  <a:pt x="1586" y="1382"/>
                </a:cubicBezTo>
                <a:cubicBezTo>
                  <a:pt x="1599" y="1396"/>
                  <a:pt x="1610" y="1412"/>
                  <a:pt x="1617" y="1431"/>
                </a:cubicBezTo>
                <a:cubicBezTo>
                  <a:pt x="1624" y="1449"/>
                  <a:pt x="1628" y="1469"/>
                  <a:pt x="1628" y="1491"/>
                </a:cubicBezTo>
                <a:cubicBezTo>
                  <a:pt x="1628" y="1539"/>
                  <a:pt x="1613" y="1578"/>
                  <a:pt x="1582" y="1610"/>
                </a:cubicBezTo>
                <a:cubicBezTo>
                  <a:pt x="1552" y="1642"/>
                  <a:pt x="1529" y="1659"/>
                  <a:pt x="1480" y="1662"/>
                </a:cubicBezTo>
                <a:close/>
                <a:moveTo>
                  <a:pt x="1408" y="1128"/>
                </a:moveTo>
                <a:cubicBezTo>
                  <a:pt x="1381" y="1132"/>
                  <a:pt x="1376" y="1143"/>
                  <a:pt x="1360" y="1160"/>
                </a:cubicBezTo>
                <a:cubicBezTo>
                  <a:pt x="1345" y="1178"/>
                  <a:pt x="1337" y="1198"/>
                  <a:pt x="1337" y="1222"/>
                </a:cubicBezTo>
                <a:cubicBezTo>
                  <a:pt x="1337" y="1245"/>
                  <a:pt x="1344" y="1265"/>
                  <a:pt x="1357" y="1281"/>
                </a:cubicBezTo>
                <a:cubicBezTo>
                  <a:pt x="1370" y="1297"/>
                  <a:pt x="1376" y="1309"/>
                  <a:pt x="1408" y="1319"/>
                </a:cubicBezTo>
                <a:lnTo>
                  <a:pt x="1408" y="1128"/>
                </a:lnTo>
                <a:close/>
                <a:moveTo>
                  <a:pt x="1538" y="1435"/>
                </a:moveTo>
                <a:cubicBezTo>
                  <a:pt x="1526" y="1420"/>
                  <a:pt x="1517" y="1407"/>
                  <a:pt x="1480" y="1394"/>
                </a:cubicBezTo>
                <a:cubicBezTo>
                  <a:pt x="1480" y="1604"/>
                  <a:pt x="1480" y="1604"/>
                  <a:pt x="1480" y="1604"/>
                </a:cubicBezTo>
                <a:cubicBezTo>
                  <a:pt x="1507" y="1601"/>
                  <a:pt x="1513" y="1589"/>
                  <a:pt x="1531" y="1569"/>
                </a:cubicBezTo>
                <a:cubicBezTo>
                  <a:pt x="1548" y="1549"/>
                  <a:pt x="1557" y="1525"/>
                  <a:pt x="1557" y="1496"/>
                </a:cubicBezTo>
                <a:cubicBezTo>
                  <a:pt x="1557" y="1470"/>
                  <a:pt x="1551" y="1450"/>
                  <a:pt x="1538" y="14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KSO_Shape">
            <a:extLst>
              <a:ext uri="{FF2B5EF4-FFF2-40B4-BE49-F238E27FC236}">
                <a16:creationId xmlns:a16="http://schemas.microsoft.com/office/drawing/2014/main" id="{F8946615-0C6F-45E8-8CAC-24DD9BABB5C2}"/>
              </a:ext>
            </a:extLst>
          </p:cNvPr>
          <p:cNvSpPr>
            <a:spLocks/>
          </p:cNvSpPr>
          <p:nvPr/>
        </p:nvSpPr>
        <p:spPr bwMode="auto">
          <a:xfrm>
            <a:off x="606303" y="3208084"/>
            <a:ext cx="848153" cy="798790"/>
          </a:xfrm>
          <a:custGeom>
            <a:avLst/>
            <a:gdLst>
              <a:gd name="T0" fmla="*/ 901314 w 3228"/>
              <a:gd name="T1" fmla="*/ 1694421 h 3037"/>
              <a:gd name="T2" fmla="*/ 0 w 3228"/>
              <a:gd name="T3" fmla="*/ 587496 h 3037"/>
              <a:gd name="T4" fmla="*/ 0 w 3228"/>
              <a:gd name="T5" fmla="*/ 486511 h 3037"/>
              <a:gd name="T6" fmla="*/ 406037 w 3228"/>
              <a:gd name="T7" fmla="*/ 4463 h 3037"/>
              <a:gd name="T8" fmla="*/ 486353 w 3228"/>
              <a:gd name="T9" fmla="*/ 0 h 3037"/>
              <a:gd name="T10" fmla="*/ 901314 w 3228"/>
              <a:gd name="T11" fmla="*/ 218707 h 3037"/>
              <a:gd name="T12" fmla="*/ 1314044 w 3228"/>
              <a:gd name="T13" fmla="*/ 0 h 3037"/>
              <a:gd name="T14" fmla="*/ 1394360 w 3228"/>
              <a:gd name="T15" fmla="*/ 4463 h 3037"/>
              <a:gd name="T16" fmla="*/ 1800397 w 3228"/>
              <a:gd name="T17" fmla="*/ 486511 h 3037"/>
              <a:gd name="T18" fmla="*/ 1800397 w 3228"/>
              <a:gd name="T19" fmla="*/ 587496 h 3037"/>
              <a:gd name="T20" fmla="*/ 901314 w 3228"/>
              <a:gd name="T21" fmla="*/ 1694421 h 3037"/>
              <a:gd name="T22" fmla="*/ 1242653 w 3228"/>
              <a:gd name="T23" fmla="*/ 1124779 h 3037"/>
              <a:gd name="T24" fmla="*/ 1079792 w 3228"/>
              <a:gd name="T25" fmla="*/ 649984 h 3037"/>
              <a:gd name="T26" fmla="*/ 992784 w 3228"/>
              <a:gd name="T27" fmla="*/ 1020446 h 3037"/>
              <a:gd name="T28" fmla="*/ 827692 w 3228"/>
              <a:gd name="T29" fmla="*/ 285100 h 3037"/>
              <a:gd name="T30" fmla="*/ 612960 w 3228"/>
              <a:gd name="T31" fmla="*/ 1047227 h 3037"/>
              <a:gd name="T32" fmla="*/ 334089 w 3228"/>
              <a:gd name="T33" fmla="*/ 1158812 h 3037"/>
              <a:gd name="T34" fmla="*/ 710008 w 3228"/>
              <a:gd name="T35" fmla="*/ 1158812 h 3037"/>
              <a:gd name="T36" fmla="*/ 822672 w 3228"/>
              <a:gd name="T37" fmla="*/ 696292 h 3037"/>
              <a:gd name="T38" fmla="*/ 974378 w 3228"/>
              <a:gd name="T39" fmla="*/ 1401510 h 3037"/>
              <a:gd name="T40" fmla="*/ 1101544 w 3228"/>
              <a:gd name="T41" fmla="*/ 961306 h 3037"/>
              <a:gd name="T42" fmla="*/ 1198591 w 3228"/>
              <a:gd name="T43" fmla="*/ 1229111 h 3037"/>
              <a:gd name="T44" fmla="*/ 1444556 w 3228"/>
              <a:gd name="T45" fmla="*/ 1229111 h 3037"/>
              <a:gd name="T46" fmla="*/ 1242653 w 3228"/>
              <a:gd name="T47" fmla="*/ 1124779 h 303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228" h="3037">
                <a:moveTo>
                  <a:pt x="1616" y="3037"/>
                </a:moveTo>
                <a:cubicBezTo>
                  <a:pt x="443" y="2227"/>
                  <a:pt x="0" y="1578"/>
                  <a:pt x="0" y="1053"/>
                </a:cubicBezTo>
                <a:cubicBezTo>
                  <a:pt x="0" y="872"/>
                  <a:pt x="0" y="872"/>
                  <a:pt x="0" y="872"/>
                </a:cubicBezTo>
                <a:cubicBezTo>
                  <a:pt x="0" y="322"/>
                  <a:pt x="409" y="37"/>
                  <a:pt x="728" y="8"/>
                </a:cubicBezTo>
                <a:cubicBezTo>
                  <a:pt x="777" y="0"/>
                  <a:pt x="827" y="0"/>
                  <a:pt x="872" y="0"/>
                </a:cubicBezTo>
                <a:cubicBezTo>
                  <a:pt x="1240" y="0"/>
                  <a:pt x="1414" y="153"/>
                  <a:pt x="1616" y="392"/>
                </a:cubicBezTo>
                <a:cubicBezTo>
                  <a:pt x="1814" y="153"/>
                  <a:pt x="1992" y="0"/>
                  <a:pt x="2356" y="0"/>
                </a:cubicBezTo>
                <a:cubicBezTo>
                  <a:pt x="2401" y="0"/>
                  <a:pt x="2451" y="0"/>
                  <a:pt x="2500" y="8"/>
                </a:cubicBezTo>
                <a:cubicBezTo>
                  <a:pt x="2818" y="37"/>
                  <a:pt x="3228" y="322"/>
                  <a:pt x="3228" y="872"/>
                </a:cubicBezTo>
                <a:cubicBezTo>
                  <a:pt x="3228" y="1053"/>
                  <a:pt x="3228" y="1053"/>
                  <a:pt x="3228" y="1053"/>
                </a:cubicBezTo>
                <a:cubicBezTo>
                  <a:pt x="3228" y="1578"/>
                  <a:pt x="2786" y="2227"/>
                  <a:pt x="1616" y="3037"/>
                </a:cubicBezTo>
                <a:close/>
                <a:moveTo>
                  <a:pt x="2228" y="2016"/>
                </a:moveTo>
                <a:cubicBezTo>
                  <a:pt x="1936" y="1165"/>
                  <a:pt x="1936" y="1165"/>
                  <a:pt x="1936" y="1165"/>
                </a:cubicBezTo>
                <a:cubicBezTo>
                  <a:pt x="1780" y="1829"/>
                  <a:pt x="1780" y="1829"/>
                  <a:pt x="1780" y="1829"/>
                </a:cubicBezTo>
                <a:cubicBezTo>
                  <a:pt x="1484" y="511"/>
                  <a:pt x="1484" y="511"/>
                  <a:pt x="1484" y="511"/>
                </a:cubicBezTo>
                <a:cubicBezTo>
                  <a:pt x="1099" y="1877"/>
                  <a:pt x="1099" y="1877"/>
                  <a:pt x="1099" y="1877"/>
                </a:cubicBezTo>
                <a:cubicBezTo>
                  <a:pt x="599" y="2077"/>
                  <a:pt x="599" y="2077"/>
                  <a:pt x="599" y="2077"/>
                </a:cubicBezTo>
                <a:cubicBezTo>
                  <a:pt x="1273" y="2077"/>
                  <a:pt x="1273" y="2077"/>
                  <a:pt x="1273" y="2077"/>
                </a:cubicBezTo>
                <a:cubicBezTo>
                  <a:pt x="1475" y="1248"/>
                  <a:pt x="1475" y="1248"/>
                  <a:pt x="1475" y="1248"/>
                </a:cubicBezTo>
                <a:cubicBezTo>
                  <a:pt x="1747" y="2512"/>
                  <a:pt x="1747" y="2512"/>
                  <a:pt x="1747" y="2512"/>
                </a:cubicBezTo>
                <a:cubicBezTo>
                  <a:pt x="1975" y="1723"/>
                  <a:pt x="1975" y="1723"/>
                  <a:pt x="1975" y="1723"/>
                </a:cubicBezTo>
                <a:cubicBezTo>
                  <a:pt x="2149" y="2203"/>
                  <a:pt x="2149" y="2203"/>
                  <a:pt x="2149" y="2203"/>
                </a:cubicBezTo>
                <a:cubicBezTo>
                  <a:pt x="2590" y="2203"/>
                  <a:pt x="2590" y="2203"/>
                  <a:pt x="2590" y="2203"/>
                </a:cubicBezTo>
                <a:lnTo>
                  <a:pt x="2228" y="20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KSO_Shape">
            <a:extLst>
              <a:ext uri="{FF2B5EF4-FFF2-40B4-BE49-F238E27FC236}">
                <a16:creationId xmlns:a16="http://schemas.microsoft.com/office/drawing/2014/main" id="{3C1B97C8-64E7-4F61-ADBF-CD58B1E2E407}"/>
              </a:ext>
            </a:extLst>
          </p:cNvPr>
          <p:cNvSpPr>
            <a:spLocks/>
          </p:cNvSpPr>
          <p:nvPr/>
        </p:nvSpPr>
        <p:spPr bwMode="auto">
          <a:xfrm>
            <a:off x="10879585" y="1846785"/>
            <a:ext cx="848153" cy="721005"/>
          </a:xfrm>
          <a:custGeom>
            <a:avLst/>
            <a:gdLst>
              <a:gd name="T0" fmla="*/ 1547467 w 4036"/>
              <a:gd name="T1" fmla="*/ 1287229 h 3428"/>
              <a:gd name="T2" fmla="*/ 1496167 w 4036"/>
              <a:gd name="T3" fmla="*/ 1492097 h 3428"/>
              <a:gd name="T4" fmla="*/ 1301675 w 4036"/>
              <a:gd name="T5" fmla="*/ 1514413 h 3428"/>
              <a:gd name="T6" fmla="*/ 1267772 w 4036"/>
              <a:gd name="T7" fmla="*/ 1429610 h 3428"/>
              <a:gd name="T8" fmla="*/ 1023318 w 4036"/>
              <a:gd name="T9" fmla="*/ 1457282 h 3428"/>
              <a:gd name="T10" fmla="*/ 918488 w 4036"/>
              <a:gd name="T11" fmla="*/ 1452373 h 3428"/>
              <a:gd name="T12" fmla="*/ 885924 w 4036"/>
              <a:gd name="T13" fmla="*/ 1514413 h 3428"/>
              <a:gd name="T14" fmla="*/ 744961 w 4036"/>
              <a:gd name="T15" fmla="*/ 1513521 h 3428"/>
              <a:gd name="T16" fmla="*/ 693215 w 4036"/>
              <a:gd name="T17" fmla="*/ 1405508 h 3428"/>
              <a:gd name="T18" fmla="*/ 659313 w 4036"/>
              <a:gd name="T19" fmla="*/ 1393903 h 3428"/>
              <a:gd name="T20" fmla="*/ 640577 w 4036"/>
              <a:gd name="T21" fmla="*/ 1453712 h 3428"/>
              <a:gd name="T22" fmla="*/ 423334 w 4036"/>
              <a:gd name="T23" fmla="*/ 1433180 h 3428"/>
              <a:gd name="T24" fmla="*/ 440731 w 4036"/>
              <a:gd name="T25" fmla="*/ 1279195 h 3428"/>
              <a:gd name="T26" fmla="*/ 278803 w 4036"/>
              <a:gd name="T27" fmla="*/ 1125656 h 3428"/>
              <a:gd name="T28" fmla="*/ 50408 w 4036"/>
              <a:gd name="T29" fmla="*/ 1033265 h 3428"/>
              <a:gd name="T30" fmla="*/ 54422 w 4036"/>
              <a:gd name="T31" fmla="*/ 760554 h 3428"/>
              <a:gd name="T32" fmla="*/ 142301 w 4036"/>
              <a:gd name="T33" fmla="*/ 697621 h 3428"/>
              <a:gd name="T34" fmla="*/ 365789 w 4036"/>
              <a:gd name="T35" fmla="*/ 261106 h 3428"/>
              <a:gd name="T36" fmla="*/ 316720 w 4036"/>
              <a:gd name="T37" fmla="*/ 26334 h 3428"/>
              <a:gd name="T38" fmla="*/ 696338 w 4036"/>
              <a:gd name="T39" fmla="*/ 124974 h 3428"/>
              <a:gd name="T40" fmla="*/ 1009043 w 4036"/>
              <a:gd name="T41" fmla="*/ 79001 h 3428"/>
              <a:gd name="T42" fmla="*/ 1800397 w 4036"/>
              <a:gd name="T43" fmla="*/ 765018 h 3428"/>
              <a:gd name="T44" fmla="*/ 1547467 w 4036"/>
              <a:gd name="T45" fmla="*/ 1287229 h 3428"/>
              <a:gd name="T46" fmla="*/ 496492 w 4036"/>
              <a:gd name="T47" fmla="*/ 414645 h 3428"/>
              <a:gd name="T48" fmla="*/ 400584 w 4036"/>
              <a:gd name="T49" fmla="*/ 510607 h 3428"/>
              <a:gd name="T50" fmla="*/ 496492 w 4036"/>
              <a:gd name="T51" fmla="*/ 606122 h 3428"/>
              <a:gd name="T52" fmla="*/ 592400 w 4036"/>
              <a:gd name="T53" fmla="*/ 510607 h 3428"/>
              <a:gd name="T54" fmla="*/ 496492 w 4036"/>
              <a:gd name="T55" fmla="*/ 414645 h 3428"/>
              <a:gd name="T56" fmla="*/ 1357435 w 4036"/>
              <a:gd name="T57" fmla="*/ 357068 h 3428"/>
              <a:gd name="T58" fmla="*/ 971572 w 4036"/>
              <a:gd name="T59" fmla="*/ 301722 h 3428"/>
              <a:gd name="T60" fmla="*/ 916258 w 4036"/>
              <a:gd name="T61" fmla="*/ 357068 h 3428"/>
              <a:gd name="T62" fmla="*/ 971572 w 4036"/>
              <a:gd name="T63" fmla="*/ 411967 h 3428"/>
              <a:gd name="T64" fmla="*/ 1357435 w 4036"/>
              <a:gd name="T65" fmla="*/ 467312 h 3428"/>
              <a:gd name="T66" fmla="*/ 1412750 w 4036"/>
              <a:gd name="T67" fmla="*/ 411967 h 3428"/>
              <a:gd name="T68" fmla="*/ 1357435 w 4036"/>
              <a:gd name="T69" fmla="*/ 357068 h 342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036" h="3428">
                <a:moveTo>
                  <a:pt x="3469" y="2884"/>
                </a:moveTo>
                <a:cubicBezTo>
                  <a:pt x="3370" y="2931"/>
                  <a:pt x="3473" y="3243"/>
                  <a:pt x="3354" y="3343"/>
                </a:cubicBezTo>
                <a:cubicBezTo>
                  <a:pt x="3283" y="3428"/>
                  <a:pt x="2954" y="3377"/>
                  <a:pt x="2918" y="3393"/>
                </a:cubicBezTo>
                <a:cubicBezTo>
                  <a:pt x="2817" y="3371"/>
                  <a:pt x="2962" y="3184"/>
                  <a:pt x="2842" y="3203"/>
                </a:cubicBezTo>
                <a:cubicBezTo>
                  <a:pt x="2650" y="3258"/>
                  <a:pt x="2518" y="3265"/>
                  <a:pt x="2294" y="3265"/>
                </a:cubicBezTo>
                <a:cubicBezTo>
                  <a:pt x="2214" y="3265"/>
                  <a:pt x="2136" y="3262"/>
                  <a:pt x="2059" y="3254"/>
                </a:cubicBezTo>
                <a:cubicBezTo>
                  <a:pt x="2038" y="3252"/>
                  <a:pt x="2059" y="3371"/>
                  <a:pt x="1986" y="3393"/>
                </a:cubicBezTo>
                <a:cubicBezTo>
                  <a:pt x="1853" y="3398"/>
                  <a:pt x="1724" y="3402"/>
                  <a:pt x="1670" y="3391"/>
                </a:cubicBezTo>
                <a:cubicBezTo>
                  <a:pt x="1501" y="3396"/>
                  <a:pt x="1598" y="3182"/>
                  <a:pt x="1554" y="3149"/>
                </a:cubicBezTo>
                <a:cubicBezTo>
                  <a:pt x="1529" y="3141"/>
                  <a:pt x="1503" y="3132"/>
                  <a:pt x="1478" y="3123"/>
                </a:cubicBezTo>
                <a:cubicBezTo>
                  <a:pt x="1436" y="3134"/>
                  <a:pt x="1498" y="3206"/>
                  <a:pt x="1436" y="3257"/>
                </a:cubicBezTo>
                <a:cubicBezTo>
                  <a:pt x="1332" y="3303"/>
                  <a:pt x="989" y="3292"/>
                  <a:pt x="949" y="3211"/>
                </a:cubicBezTo>
                <a:cubicBezTo>
                  <a:pt x="886" y="2995"/>
                  <a:pt x="1024" y="2902"/>
                  <a:pt x="988" y="2866"/>
                </a:cubicBezTo>
                <a:cubicBezTo>
                  <a:pt x="849" y="2766"/>
                  <a:pt x="726" y="2650"/>
                  <a:pt x="625" y="2522"/>
                </a:cubicBezTo>
                <a:cubicBezTo>
                  <a:pt x="423" y="2299"/>
                  <a:pt x="297" y="2481"/>
                  <a:pt x="113" y="2315"/>
                </a:cubicBezTo>
                <a:cubicBezTo>
                  <a:pt x="0" y="2163"/>
                  <a:pt x="85" y="1752"/>
                  <a:pt x="122" y="1704"/>
                </a:cubicBezTo>
                <a:cubicBezTo>
                  <a:pt x="199" y="1603"/>
                  <a:pt x="254" y="1733"/>
                  <a:pt x="319" y="1563"/>
                </a:cubicBezTo>
                <a:cubicBezTo>
                  <a:pt x="345" y="1188"/>
                  <a:pt x="530" y="847"/>
                  <a:pt x="820" y="585"/>
                </a:cubicBezTo>
                <a:cubicBezTo>
                  <a:pt x="679" y="441"/>
                  <a:pt x="412" y="229"/>
                  <a:pt x="710" y="59"/>
                </a:cubicBezTo>
                <a:cubicBezTo>
                  <a:pt x="1000" y="0"/>
                  <a:pt x="1561" y="280"/>
                  <a:pt x="1561" y="280"/>
                </a:cubicBezTo>
                <a:cubicBezTo>
                  <a:pt x="1561" y="280"/>
                  <a:pt x="1895" y="177"/>
                  <a:pt x="2262" y="177"/>
                </a:cubicBezTo>
                <a:cubicBezTo>
                  <a:pt x="3308" y="177"/>
                  <a:pt x="4036" y="865"/>
                  <a:pt x="4036" y="1714"/>
                </a:cubicBezTo>
                <a:cubicBezTo>
                  <a:pt x="4036" y="2224"/>
                  <a:pt x="3926" y="2591"/>
                  <a:pt x="3469" y="2884"/>
                </a:cubicBezTo>
                <a:close/>
                <a:moveTo>
                  <a:pt x="1113" y="929"/>
                </a:moveTo>
                <a:cubicBezTo>
                  <a:pt x="994" y="929"/>
                  <a:pt x="898" y="1025"/>
                  <a:pt x="898" y="1144"/>
                </a:cubicBezTo>
                <a:cubicBezTo>
                  <a:pt x="898" y="1262"/>
                  <a:pt x="994" y="1358"/>
                  <a:pt x="1113" y="1358"/>
                </a:cubicBezTo>
                <a:cubicBezTo>
                  <a:pt x="1232" y="1358"/>
                  <a:pt x="1328" y="1262"/>
                  <a:pt x="1328" y="1144"/>
                </a:cubicBezTo>
                <a:cubicBezTo>
                  <a:pt x="1328" y="1025"/>
                  <a:pt x="1232" y="929"/>
                  <a:pt x="1113" y="929"/>
                </a:cubicBezTo>
                <a:close/>
                <a:moveTo>
                  <a:pt x="3043" y="800"/>
                </a:moveTo>
                <a:cubicBezTo>
                  <a:pt x="3043" y="800"/>
                  <a:pt x="2621" y="655"/>
                  <a:pt x="2178" y="676"/>
                </a:cubicBezTo>
                <a:cubicBezTo>
                  <a:pt x="2110" y="676"/>
                  <a:pt x="2054" y="731"/>
                  <a:pt x="2054" y="800"/>
                </a:cubicBezTo>
                <a:cubicBezTo>
                  <a:pt x="2054" y="868"/>
                  <a:pt x="2110" y="923"/>
                  <a:pt x="2178" y="923"/>
                </a:cubicBezTo>
                <a:cubicBezTo>
                  <a:pt x="2178" y="923"/>
                  <a:pt x="2631" y="882"/>
                  <a:pt x="3043" y="1047"/>
                </a:cubicBezTo>
                <a:cubicBezTo>
                  <a:pt x="3112" y="1047"/>
                  <a:pt x="3167" y="992"/>
                  <a:pt x="3167" y="923"/>
                </a:cubicBezTo>
                <a:cubicBezTo>
                  <a:pt x="3167" y="855"/>
                  <a:pt x="3112" y="800"/>
                  <a:pt x="3043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KSO_Shape">
            <a:extLst>
              <a:ext uri="{FF2B5EF4-FFF2-40B4-BE49-F238E27FC236}">
                <a16:creationId xmlns:a16="http://schemas.microsoft.com/office/drawing/2014/main" id="{0C8FA303-DB94-4391-AA82-4E9E7BC3FD81}"/>
              </a:ext>
            </a:extLst>
          </p:cNvPr>
          <p:cNvSpPr>
            <a:spLocks/>
          </p:cNvSpPr>
          <p:nvPr/>
        </p:nvSpPr>
        <p:spPr bwMode="auto">
          <a:xfrm>
            <a:off x="8875212" y="3183403"/>
            <a:ext cx="255792" cy="848152"/>
          </a:xfrm>
          <a:custGeom>
            <a:avLst/>
            <a:gdLst>
              <a:gd name="T0" fmla="*/ 272154 w 1139"/>
              <a:gd name="T1" fmla="*/ 1800397 h 3786"/>
              <a:gd name="T2" fmla="*/ 79933 w 1139"/>
              <a:gd name="T3" fmla="*/ 1723359 h 3786"/>
              <a:gd name="T4" fmla="*/ 0 w 1139"/>
              <a:gd name="T5" fmla="*/ 1532192 h 3786"/>
              <a:gd name="T6" fmla="*/ 30927 w 1139"/>
              <a:gd name="T7" fmla="*/ 1403796 h 3786"/>
              <a:gd name="T8" fmla="*/ 119424 w 1139"/>
              <a:gd name="T9" fmla="*/ 1308688 h 3786"/>
              <a:gd name="T10" fmla="*/ 119424 w 1139"/>
              <a:gd name="T11" fmla="*/ 109374 h 3786"/>
              <a:gd name="T12" fmla="*/ 166052 w 1139"/>
              <a:gd name="T13" fmla="*/ 29959 h 3786"/>
              <a:gd name="T14" fmla="*/ 272154 w 1139"/>
              <a:gd name="T15" fmla="*/ 0 h 3786"/>
              <a:gd name="T16" fmla="*/ 377304 w 1139"/>
              <a:gd name="T17" fmla="*/ 28532 h 3786"/>
              <a:gd name="T18" fmla="*/ 422505 w 1139"/>
              <a:gd name="T19" fmla="*/ 106997 h 3786"/>
              <a:gd name="T20" fmla="*/ 422505 w 1139"/>
              <a:gd name="T21" fmla="*/ 1308688 h 3786"/>
              <a:gd name="T22" fmla="*/ 508623 w 1139"/>
              <a:gd name="T23" fmla="*/ 1404747 h 3786"/>
              <a:gd name="T24" fmla="*/ 541929 w 1139"/>
              <a:gd name="T25" fmla="*/ 1532192 h 3786"/>
              <a:gd name="T26" fmla="*/ 463423 w 1139"/>
              <a:gd name="T27" fmla="*/ 1721933 h 3786"/>
              <a:gd name="T28" fmla="*/ 272154 w 1139"/>
              <a:gd name="T29" fmla="*/ 1800397 h 3786"/>
              <a:gd name="T30" fmla="*/ 364458 w 1139"/>
              <a:gd name="T31" fmla="*/ 1325807 h 3786"/>
              <a:gd name="T32" fmla="*/ 364458 w 1139"/>
              <a:gd name="T33" fmla="*/ 108423 h 3786"/>
              <a:gd name="T34" fmla="*/ 340192 w 1139"/>
              <a:gd name="T35" fmla="*/ 75135 h 3786"/>
              <a:gd name="T36" fmla="*/ 272154 w 1139"/>
              <a:gd name="T37" fmla="*/ 58492 h 3786"/>
              <a:gd name="T38" fmla="*/ 203164 w 1139"/>
              <a:gd name="T39" fmla="*/ 75135 h 3786"/>
              <a:gd name="T40" fmla="*/ 177947 w 1139"/>
              <a:gd name="T41" fmla="*/ 106046 h 3786"/>
              <a:gd name="T42" fmla="*/ 177947 w 1139"/>
              <a:gd name="T43" fmla="*/ 1325807 h 3786"/>
              <a:gd name="T44" fmla="*/ 118473 w 1139"/>
              <a:gd name="T45" fmla="*/ 1390005 h 3786"/>
              <a:gd name="T46" fmla="*/ 58523 w 1139"/>
              <a:gd name="T47" fmla="*/ 1532668 h 3786"/>
              <a:gd name="T48" fmla="*/ 120852 w 1139"/>
              <a:gd name="T49" fmla="*/ 1680085 h 3786"/>
              <a:gd name="T50" fmla="*/ 272154 w 1139"/>
              <a:gd name="T51" fmla="*/ 1741905 h 3786"/>
              <a:gd name="T52" fmla="*/ 422505 w 1139"/>
              <a:gd name="T53" fmla="*/ 1681512 h 3786"/>
              <a:gd name="T54" fmla="*/ 483882 w 1139"/>
              <a:gd name="T55" fmla="*/ 1532668 h 3786"/>
              <a:gd name="T56" fmla="*/ 447722 w 1139"/>
              <a:gd name="T57" fmla="*/ 1416160 h 3786"/>
              <a:gd name="T58" fmla="*/ 364458 w 1139"/>
              <a:gd name="T59" fmla="*/ 1325807 h 3786"/>
              <a:gd name="T60" fmla="*/ 269775 w 1139"/>
              <a:gd name="T61" fmla="*/ 1675330 h 3786"/>
              <a:gd name="T62" fmla="*/ 169383 w 1139"/>
              <a:gd name="T63" fmla="*/ 1633482 h 3786"/>
              <a:gd name="T64" fmla="*/ 127988 w 1139"/>
              <a:gd name="T65" fmla="*/ 1532668 h 3786"/>
              <a:gd name="T66" fmla="*/ 152730 w 1139"/>
              <a:gd name="T67" fmla="*/ 1450399 h 3786"/>
              <a:gd name="T68" fmla="*/ 219817 w 1139"/>
              <a:gd name="T69" fmla="*/ 1399516 h 3786"/>
              <a:gd name="T70" fmla="*/ 219817 w 1139"/>
              <a:gd name="T71" fmla="*/ 269632 h 3786"/>
              <a:gd name="T72" fmla="*/ 322588 w 1139"/>
              <a:gd name="T73" fmla="*/ 269632 h 3786"/>
              <a:gd name="T74" fmla="*/ 322588 w 1139"/>
              <a:gd name="T75" fmla="*/ 1399516 h 3786"/>
              <a:gd name="T76" fmla="*/ 414416 w 1139"/>
              <a:gd name="T77" fmla="*/ 1532668 h 3786"/>
              <a:gd name="T78" fmla="*/ 373022 w 1139"/>
              <a:gd name="T79" fmla="*/ 1633482 h 3786"/>
              <a:gd name="T80" fmla="*/ 269775 w 1139"/>
              <a:gd name="T81" fmla="*/ 1675330 h 378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139" h="3786">
                <a:moveTo>
                  <a:pt x="572" y="3786"/>
                </a:moveTo>
                <a:cubicBezTo>
                  <a:pt x="415" y="3786"/>
                  <a:pt x="280" y="3732"/>
                  <a:pt x="168" y="3624"/>
                </a:cubicBezTo>
                <a:cubicBezTo>
                  <a:pt x="56" y="3515"/>
                  <a:pt x="0" y="3381"/>
                  <a:pt x="0" y="3222"/>
                </a:cubicBezTo>
                <a:cubicBezTo>
                  <a:pt x="0" y="3122"/>
                  <a:pt x="22" y="3032"/>
                  <a:pt x="65" y="2952"/>
                </a:cubicBezTo>
                <a:cubicBezTo>
                  <a:pt x="109" y="2872"/>
                  <a:pt x="171" y="2805"/>
                  <a:pt x="251" y="2752"/>
                </a:cubicBezTo>
                <a:cubicBezTo>
                  <a:pt x="251" y="230"/>
                  <a:pt x="251" y="230"/>
                  <a:pt x="251" y="230"/>
                </a:cubicBezTo>
                <a:cubicBezTo>
                  <a:pt x="251" y="160"/>
                  <a:pt x="284" y="104"/>
                  <a:pt x="349" y="63"/>
                </a:cubicBezTo>
                <a:cubicBezTo>
                  <a:pt x="414" y="21"/>
                  <a:pt x="489" y="0"/>
                  <a:pt x="572" y="0"/>
                </a:cubicBezTo>
                <a:cubicBezTo>
                  <a:pt x="656" y="0"/>
                  <a:pt x="729" y="20"/>
                  <a:pt x="793" y="60"/>
                </a:cubicBezTo>
                <a:cubicBezTo>
                  <a:pt x="857" y="100"/>
                  <a:pt x="888" y="155"/>
                  <a:pt x="888" y="225"/>
                </a:cubicBezTo>
                <a:cubicBezTo>
                  <a:pt x="888" y="2752"/>
                  <a:pt x="888" y="2752"/>
                  <a:pt x="888" y="2752"/>
                </a:cubicBezTo>
                <a:cubicBezTo>
                  <a:pt x="962" y="2802"/>
                  <a:pt x="1022" y="2870"/>
                  <a:pt x="1069" y="2954"/>
                </a:cubicBezTo>
                <a:cubicBezTo>
                  <a:pt x="1116" y="3039"/>
                  <a:pt x="1139" y="3128"/>
                  <a:pt x="1139" y="3222"/>
                </a:cubicBezTo>
                <a:cubicBezTo>
                  <a:pt x="1139" y="3378"/>
                  <a:pt x="1084" y="3511"/>
                  <a:pt x="974" y="3621"/>
                </a:cubicBezTo>
                <a:cubicBezTo>
                  <a:pt x="863" y="3731"/>
                  <a:pt x="730" y="3786"/>
                  <a:pt x="572" y="3786"/>
                </a:cubicBezTo>
                <a:close/>
                <a:moveTo>
                  <a:pt x="766" y="2788"/>
                </a:moveTo>
                <a:cubicBezTo>
                  <a:pt x="766" y="228"/>
                  <a:pt x="766" y="228"/>
                  <a:pt x="766" y="228"/>
                </a:cubicBezTo>
                <a:cubicBezTo>
                  <a:pt x="766" y="205"/>
                  <a:pt x="749" y="181"/>
                  <a:pt x="715" y="158"/>
                </a:cubicBezTo>
                <a:cubicBezTo>
                  <a:pt x="681" y="135"/>
                  <a:pt x="633" y="123"/>
                  <a:pt x="572" y="123"/>
                </a:cubicBezTo>
                <a:cubicBezTo>
                  <a:pt x="511" y="123"/>
                  <a:pt x="463" y="135"/>
                  <a:pt x="427" y="158"/>
                </a:cubicBezTo>
                <a:cubicBezTo>
                  <a:pt x="392" y="181"/>
                  <a:pt x="374" y="203"/>
                  <a:pt x="374" y="223"/>
                </a:cubicBezTo>
                <a:cubicBezTo>
                  <a:pt x="374" y="2788"/>
                  <a:pt x="374" y="2788"/>
                  <a:pt x="374" y="2788"/>
                </a:cubicBezTo>
                <a:cubicBezTo>
                  <a:pt x="374" y="2798"/>
                  <a:pt x="332" y="2843"/>
                  <a:pt x="249" y="2923"/>
                </a:cubicBezTo>
                <a:cubicBezTo>
                  <a:pt x="165" y="3003"/>
                  <a:pt x="123" y="3103"/>
                  <a:pt x="123" y="3223"/>
                </a:cubicBezTo>
                <a:cubicBezTo>
                  <a:pt x="123" y="3343"/>
                  <a:pt x="167" y="3447"/>
                  <a:pt x="254" y="3533"/>
                </a:cubicBezTo>
                <a:cubicBezTo>
                  <a:pt x="342" y="3620"/>
                  <a:pt x="448" y="3663"/>
                  <a:pt x="572" y="3663"/>
                </a:cubicBezTo>
                <a:cubicBezTo>
                  <a:pt x="697" y="3663"/>
                  <a:pt x="802" y="3621"/>
                  <a:pt x="888" y="3536"/>
                </a:cubicBezTo>
                <a:cubicBezTo>
                  <a:pt x="974" y="3451"/>
                  <a:pt x="1017" y="3347"/>
                  <a:pt x="1017" y="3223"/>
                </a:cubicBezTo>
                <a:cubicBezTo>
                  <a:pt x="1017" y="3127"/>
                  <a:pt x="992" y="3045"/>
                  <a:pt x="941" y="2978"/>
                </a:cubicBezTo>
                <a:cubicBezTo>
                  <a:pt x="881" y="2915"/>
                  <a:pt x="823" y="2851"/>
                  <a:pt x="766" y="2788"/>
                </a:cubicBezTo>
                <a:close/>
                <a:moveTo>
                  <a:pt x="567" y="3523"/>
                </a:moveTo>
                <a:cubicBezTo>
                  <a:pt x="484" y="3523"/>
                  <a:pt x="414" y="3494"/>
                  <a:pt x="356" y="3435"/>
                </a:cubicBezTo>
                <a:cubicBezTo>
                  <a:pt x="298" y="3377"/>
                  <a:pt x="269" y="3306"/>
                  <a:pt x="269" y="3223"/>
                </a:cubicBezTo>
                <a:cubicBezTo>
                  <a:pt x="269" y="3160"/>
                  <a:pt x="286" y="3102"/>
                  <a:pt x="321" y="3050"/>
                </a:cubicBezTo>
                <a:cubicBezTo>
                  <a:pt x="355" y="2999"/>
                  <a:pt x="402" y="2963"/>
                  <a:pt x="462" y="2943"/>
                </a:cubicBezTo>
                <a:cubicBezTo>
                  <a:pt x="462" y="567"/>
                  <a:pt x="462" y="567"/>
                  <a:pt x="462" y="567"/>
                </a:cubicBezTo>
                <a:cubicBezTo>
                  <a:pt x="678" y="567"/>
                  <a:pt x="678" y="567"/>
                  <a:pt x="678" y="567"/>
                </a:cubicBezTo>
                <a:cubicBezTo>
                  <a:pt x="678" y="2943"/>
                  <a:pt x="678" y="2943"/>
                  <a:pt x="678" y="2943"/>
                </a:cubicBezTo>
                <a:cubicBezTo>
                  <a:pt x="806" y="2990"/>
                  <a:pt x="871" y="3083"/>
                  <a:pt x="871" y="3223"/>
                </a:cubicBezTo>
                <a:cubicBezTo>
                  <a:pt x="871" y="3306"/>
                  <a:pt x="842" y="3377"/>
                  <a:pt x="784" y="3435"/>
                </a:cubicBezTo>
                <a:cubicBezTo>
                  <a:pt x="726" y="3494"/>
                  <a:pt x="654" y="3523"/>
                  <a:pt x="567" y="352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KSO_Shape">
            <a:extLst>
              <a:ext uri="{FF2B5EF4-FFF2-40B4-BE49-F238E27FC236}">
                <a16:creationId xmlns:a16="http://schemas.microsoft.com/office/drawing/2014/main" id="{99BE8D4D-1EBD-40CD-B7AF-55A1804C9A25}"/>
              </a:ext>
            </a:extLst>
          </p:cNvPr>
          <p:cNvSpPr>
            <a:spLocks/>
          </p:cNvSpPr>
          <p:nvPr/>
        </p:nvSpPr>
        <p:spPr bwMode="auto">
          <a:xfrm>
            <a:off x="9726145" y="1944764"/>
            <a:ext cx="897516" cy="525047"/>
          </a:xfrm>
          <a:custGeom>
            <a:avLst/>
            <a:gdLst>
              <a:gd name="T0" fmla="*/ 391191 w 2541588"/>
              <a:gd name="T1" fmla="*/ 1066523 h 1487487"/>
              <a:gd name="T2" fmla="*/ 730204 w 2541588"/>
              <a:gd name="T3" fmla="*/ 1177513 h 1487487"/>
              <a:gd name="T4" fmla="*/ 650875 w 2541588"/>
              <a:gd name="T5" fmla="*/ 892936 h 1487487"/>
              <a:gd name="T6" fmla="*/ 1732288 w 2541588"/>
              <a:gd name="T7" fmla="*/ 1008227 h 1487487"/>
              <a:gd name="T8" fmla="*/ 1603775 w 2541588"/>
              <a:gd name="T9" fmla="*/ 1266443 h 1487487"/>
              <a:gd name="T10" fmla="*/ 2097049 w 2541588"/>
              <a:gd name="T11" fmla="*/ 1090033 h 1487487"/>
              <a:gd name="T12" fmla="*/ 1789664 w 2541588"/>
              <a:gd name="T13" fmla="*/ 798694 h 1487487"/>
              <a:gd name="T14" fmla="*/ 1089861 w 2541588"/>
              <a:gd name="T15" fmla="*/ 823815 h 1487487"/>
              <a:gd name="T16" fmla="*/ 1065705 w 2541588"/>
              <a:gd name="T17" fmla="*/ 965569 h 1487487"/>
              <a:gd name="T18" fmla="*/ 1172498 w 2541588"/>
              <a:gd name="T19" fmla="*/ 1057741 h 1487487"/>
              <a:gd name="T20" fmla="*/ 1308848 w 2541588"/>
              <a:gd name="T21" fmla="*/ 1013245 h 1487487"/>
              <a:gd name="T22" fmla="*/ 1340493 w 2541588"/>
              <a:gd name="T23" fmla="*/ 888794 h 1487487"/>
              <a:gd name="T24" fmla="*/ 1227337 w 2541588"/>
              <a:gd name="T25" fmla="*/ 954093 h 1487487"/>
              <a:gd name="T26" fmla="*/ 1161092 w 2541588"/>
              <a:gd name="T27" fmla="*/ 830469 h 1487487"/>
              <a:gd name="T28" fmla="*/ 1479526 w 2541588"/>
              <a:gd name="T29" fmla="*/ 798706 h 1487487"/>
              <a:gd name="T30" fmla="*/ 1443610 w 2541588"/>
              <a:gd name="T31" fmla="*/ 1096199 h 1487487"/>
              <a:gd name="T32" fmla="*/ 1170908 w 2541588"/>
              <a:gd name="T33" fmla="*/ 1216023 h 1487487"/>
              <a:gd name="T34" fmla="*/ 929990 w 2541588"/>
              <a:gd name="T35" fmla="*/ 1046617 h 1487487"/>
              <a:gd name="T36" fmla="*/ 951603 w 2541588"/>
              <a:gd name="T37" fmla="*/ 747535 h 1487487"/>
              <a:gd name="T38" fmla="*/ 808899 w 2541588"/>
              <a:gd name="T39" fmla="*/ 920885 h 1487487"/>
              <a:gd name="T40" fmla="*/ 949787 w 2541588"/>
              <a:gd name="T41" fmla="*/ 1202921 h 1487487"/>
              <a:gd name="T42" fmla="*/ 1148427 w 2541588"/>
              <a:gd name="T43" fmla="*/ 1295663 h 1487487"/>
              <a:gd name="T44" fmla="*/ 1350557 w 2541588"/>
              <a:gd name="T45" fmla="*/ 1266125 h 1487487"/>
              <a:gd name="T46" fmla="*/ 1565697 w 2541588"/>
              <a:gd name="T47" fmla="*/ 1022520 h 1487487"/>
              <a:gd name="T48" fmla="*/ 1582515 w 2541588"/>
              <a:gd name="T49" fmla="*/ 810358 h 1487487"/>
              <a:gd name="T50" fmla="*/ 242928 w 2541588"/>
              <a:gd name="T51" fmla="*/ 685482 h 1487487"/>
              <a:gd name="T52" fmla="*/ 235951 w 2541588"/>
              <a:gd name="T53" fmla="*/ 820103 h 1487487"/>
              <a:gd name="T54" fmla="*/ 317 w 2541588"/>
              <a:gd name="T55" fmla="*/ 676910 h 1487487"/>
              <a:gd name="T56" fmla="*/ 1211255 w 2541588"/>
              <a:gd name="T57" fmla="*/ 522287 h 1487487"/>
              <a:gd name="T58" fmla="*/ 1639783 w 2541588"/>
              <a:gd name="T59" fmla="*/ 582334 h 1487487"/>
              <a:gd name="T60" fmla="*/ 2251377 w 2541588"/>
              <a:gd name="T61" fmla="*/ 878121 h 1487487"/>
              <a:gd name="T62" fmla="*/ 2368551 w 2541588"/>
              <a:gd name="T63" fmla="*/ 988684 h 1487487"/>
              <a:gd name="T64" fmla="*/ 2205967 w 2541588"/>
              <a:gd name="T65" fmla="*/ 1203773 h 1487487"/>
              <a:gd name="T66" fmla="*/ 1527054 w 2541588"/>
              <a:gd name="T67" fmla="*/ 1461117 h 1487487"/>
              <a:gd name="T68" fmla="*/ 1086935 w 2541588"/>
              <a:gd name="T69" fmla="*/ 1477638 h 1487487"/>
              <a:gd name="T70" fmla="*/ 379760 w 2541588"/>
              <a:gd name="T71" fmla="*/ 1243487 h 1487487"/>
              <a:gd name="T72" fmla="*/ 182881 w 2541588"/>
              <a:gd name="T73" fmla="*/ 1060804 h 1487487"/>
              <a:gd name="T74" fmla="*/ 265761 w 2541588"/>
              <a:gd name="T75" fmla="*/ 899408 h 1487487"/>
              <a:gd name="T76" fmla="*/ 896090 w 2541588"/>
              <a:gd name="T77" fmla="*/ 574391 h 1487487"/>
              <a:gd name="T78" fmla="*/ 2481655 w 2541588"/>
              <a:gd name="T79" fmla="*/ 465768 h 1487487"/>
              <a:gd name="T80" fmla="*/ 2521185 w 2541588"/>
              <a:gd name="T81" fmla="*/ 594079 h 1487487"/>
              <a:gd name="T82" fmla="*/ 2235864 w 2541588"/>
              <a:gd name="T83" fmla="*/ 713837 h 1487487"/>
              <a:gd name="T84" fmla="*/ 2459339 w 2541588"/>
              <a:gd name="T85" fmla="*/ 463550 h 1487487"/>
              <a:gd name="T86" fmla="*/ 508950 w 2541588"/>
              <a:gd name="T87" fmla="*/ 580186 h 1487487"/>
              <a:gd name="T88" fmla="*/ 381168 w 2541588"/>
              <a:gd name="T89" fmla="*/ 621599 h 1487487"/>
              <a:gd name="T90" fmla="*/ 279451 w 2541588"/>
              <a:gd name="T91" fmla="*/ 363245 h 1487487"/>
              <a:gd name="T92" fmla="*/ 2236788 w 2541588"/>
              <a:gd name="T93" fmla="*/ 302008 h 1487487"/>
              <a:gd name="T94" fmla="*/ 1988241 w 2541588"/>
              <a:gd name="T95" fmla="*/ 581657 h 1487487"/>
              <a:gd name="T96" fmla="*/ 2100119 w 2541588"/>
              <a:gd name="T97" fmla="*/ 254976 h 1487487"/>
              <a:gd name="T98" fmla="*/ 784194 w 2541588"/>
              <a:gd name="T99" fmla="*/ 382261 h 1487487"/>
              <a:gd name="T100" fmla="*/ 715390 w 2541588"/>
              <a:gd name="T101" fmla="*/ 496888 h 1487487"/>
              <a:gd name="T102" fmla="*/ 507702 w 2541588"/>
              <a:gd name="T103" fmla="*/ 191955 h 1487487"/>
              <a:gd name="T104" fmla="*/ 1869783 w 2541588"/>
              <a:gd name="T105" fmla="*/ 72334 h 1487487"/>
              <a:gd name="T106" fmla="*/ 1713111 w 2541588"/>
              <a:gd name="T107" fmla="*/ 443560 h 1487487"/>
              <a:gd name="T108" fmla="*/ 1605280 w 2541588"/>
              <a:gd name="T109" fmla="*/ 363740 h 1487487"/>
              <a:gd name="T110" fmla="*/ 981393 w 2541588"/>
              <a:gd name="T111" fmla="*/ 20949 h 1487487"/>
              <a:gd name="T112" fmla="*/ 1065214 w 2541588"/>
              <a:gd name="T113" fmla="*/ 366731 h 1487487"/>
              <a:gd name="T114" fmla="*/ 935356 w 2541588"/>
              <a:gd name="T115" fmla="*/ 331835 h 1487487"/>
              <a:gd name="T116" fmla="*/ 1362909 w 2541588"/>
              <a:gd name="T117" fmla="*/ 0 h 1487487"/>
              <a:gd name="T118" fmla="*/ 1400750 w 2541588"/>
              <a:gd name="T119" fmla="*/ 339053 h 1487487"/>
              <a:gd name="T120" fmla="*/ 1268305 w 2541588"/>
              <a:gd name="T121" fmla="*/ 353352 h 1487487"/>
              <a:gd name="T122" fmla="*/ 1340204 w 2541588"/>
              <a:gd name="T123" fmla="*/ 2860 h 1487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41588" h="1487487">
                <a:moveTo>
                  <a:pt x="652158" y="841613"/>
                </a:moveTo>
                <a:lnTo>
                  <a:pt x="643323" y="846033"/>
                </a:lnTo>
                <a:lnTo>
                  <a:pt x="614109" y="860647"/>
                </a:lnTo>
                <a:lnTo>
                  <a:pt x="585847" y="875897"/>
                </a:lnTo>
                <a:lnTo>
                  <a:pt x="558538" y="890830"/>
                </a:lnTo>
                <a:lnTo>
                  <a:pt x="532182" y="905762"/>
                </a:lnTo>
                <a:lnTo>
                  <a:pt x="507096" y="920694"/>
                </a:lnTo>
                <a:lnTo>
                  <a:pt x="483915" y="934991"/>
                </a:lnTo>
                <a:lnTo>
                  <a:pt x="461051" y="949288"/>
                </a:lnTo>
                <a:lnTo>
                  <a:pt x="440411" y="963267"/>
                </a:lnTo>
                <a:lnTo>
                  <a:pt x="421041" y="976293"/>
                </a:lnTo>
                <a:lnTo>
                  <a:pt x="403576" y="989002"/>
                </a:lnTo>
                <a:lnTo>
                  <a:pt x="387698" y="1001392"/>
                </a:lnTo>
                <a:lnTo>
                  <a:pt x="373726" y="1012830"/>
                </a:lnTo>
                <a:lnTo>
                  <a:pt x="361659" y="1023632"/>
                </a:lnTo>
                <a:lnTo>
                  <a:pt x="351498" y="1033163"/>
                </a:lnTo>
                <a:lnTo>
                  <a:pt x="357214" y="1038564"/>
                </a:lnTo>
                <a:lnTo>
                  <a:pt x="362612" y="1043965"/>
                </a:lnTo>
                <a:lnTo>
                  <a:pt x="368963" y="1049366"/>
                </a:lnTo>
                <a:lnTo>
                  <a:pt x="376267" y="1055085"/>
                </a:lnTo>
                <a:lnTo>
                  <a:pt x="391191" y="1066523"/>
                </a:lnTo>
                <a:lnTo>
                  <a:pt x="408339" y="1077960"/>
                </a:lnTo>
                <a:lnTo>
                  <a:pt x="427392" y="1090033"/>
                </a:lnTo>
                <a:lnTo>
                  <a:pt x="448032" y="1101788"/>
                </a:lnTo>
                <a:lnTo>
                  <a:pt x="469943" y="1114179"/>
                </a:lnTo>
                <a:lnTo>
                  <a:pt x="493759" y="1126570"/>
                </a:lnTo>
                <a:lnTo>
                  <a:pt x="518845" y="1139278"/>
                </a:lnTo>
                <a:lnTo>
                  <a:pt x="544884" y="1151351"/>
                </a:lnTo>
                <a:lnTo>
                  <a:pt x="572193" y="1163742"/>
                </a:lnTo>
                <a:lnTo>
                  <a:pt x="600454" y="1176132"/>
                </a:lnTo>
                <a:lnTo>
                  <a:pt x="629986" y="1187888"/>
                </a:lnTo>
                <a:lnTo>
                  <a:pt x="659518" y="1199960"/>
                </a:lnTo>
                <a:lnTo>
                  <a:pt x="690320" y="1211716"/>
                </a:lnTo>
                <a:lnTo>
                  <a:pt x="721439" y="1223471"/>
                </a:lnTo>
                <a:lnTo>
                  <a:pt x="753194" y="1234591"/>
                </a:lnTo>
                <a:lnTo>
                  <a:pt x="772127" y="1240780"/>
                </a:lnTo>
                <a:lnTo>
                  <a:pt x="767648" y="1234682"/>
                </a:lnTo>
                <a:lnTo>
                  <a:pt x="759397" y="1223566"/>
                </a:lnTo>
                <a:lnTo>
                  <a:pt x="751782" y="1212449"/>
                </a:lnTo>
                <a:lnTo>
                  <a:pt x="744484" y="1201016"/>
                </a:lnTo>
                <a:lnTo>
                  <a:pt x="737185" y="1189264"/>
                </a:lnTo>
                <a:lnTo>
                  <a:pt x="730204" y="1177513"/>
                </a:lnTo>
                <a:lnTo>
                  <a:pt x="723223" y="1165443"/>
                </a:lnTo>
                <a:lnTo>
                  <a:pt x="716877" y="1153374"/>
                </a:lnTo>
                <a:lnTo>
                  <a:pt x="710531" y="1140988"/>
                </a:lnTo>
                <a:lnTo>
                  <a:pt x="704819" y="1128283"/>
                </a:lnTo>
                <a:lnTo>
                  <a:pt x="699107" y="1115579"/>
                </a:lnTo>
                <a:lnTo>
                  <a:pt x="693713" y="1102875"/>
                </a:lnTo>
                <a:lnTo>
                  <a:pt x="688953" y="1089853"/>
                </a:lnTo>
                <a:lnTo>
                  <a:pt x="684193" y="1076196"/>
                </a:lnTo>
                <a:lnTo>
                  <a:pt x="679434" y="1063174"/>
                </a:lnTo>
                <a:lnTo>
                  <a:pt x="675309" y="1049516"/>
                </a:lnTo>
                <a:lnTo>
                  <a:pt x="671501" y="1036177"/>
                </a:lnTo>
                <a:lnTo>
                  <a:pt x="668010" y="1022202"/>
                </a:lnTo>
                <a:lnTo>
                  <a:pt x="664837" y="1008227"/>
                </a:lnTo>
                <a:lnTo>
                  <a:pt x="661981" y="993935"/>
                </a:lnTo>
                <a:lnTo>
                  <a:pt x="659126" y="980278"/>
                </a:lnTo>
                <a:lnTo>
                  <a:pt x="657222" y="965986"/>
                </a:lnTo>
                <a:lnTo>
                  <a:pt x="655318" y="951693"/>
                </a:lnTo>
                <a:lnTo>
                  <a:pt x="653731" y="936766"/>
                </a:lnTo>
                <a:lnTo>
                  <a:pt x="652462" y="922156"/>
                </a:lnTo>
                <a:lnTo>
                  <a:pt x="651510" y="907546"/>
                </a:lnTo>
                <a:lnTo>
                  <a:pt x="650875" y="892936"/>
                </a:lnTo>
                <a:lnTo>
                  <a:pt x="650875" y="877691"/>
                </a:lnTo>
                <a:lnTo>
                  <a:pt x="650875" y="864351"/>
                </a:lnTo>
                <a:lnTo>
                  <a:pt x="651510" y="850694"/>
                </a:lnTo>
                <a:lnTo>
                  <a:pt x="652158" y="841613"/>
                </a:lnTo>
                <a:close/>
                <a:moveTo>
                  <a:pt x="1736625" y="778344"/>
                </a:moveTo>
                <a:lnTo>
                  <a:pt x="1737048" y="780502"/>
                </a:lnTo>
                <a:lnTo>
                  <a:pt x="1739904" y="796383"/>
                </a:lnTo>
                <a:lnTo>
                  <a:pt x="1742125" y="812263"/>
                </a:lnTo>
                <a:lnTo>
                  <a:pt x="1743712" y="828461"/>
                </a:lnTo>
                <a:lnTo>
                  <a:pt x="1744981" y="844659"/>
                </a:lnTo>
                <a:lnTo>
                  <a:pt x="1745933" y="861493"/>
                </a:lnTo>
                <a:lnTo>
                  <a:pt x="1746250" y="877691"/>
                </a:lnTo>
                <a:lnTo>
                  <a:pt x="1745933" y="892936"/>
                </a:lnTo>
                <a:lnTo>
                  <a:pt x="1745298" y="907546"/>
                </a:lnTo>
                <a:lnTo>
                  <a:pt x="1744663" y="922156"/>
                </a:lnTo>
                <a:lnTo>
                  <a:pt x="1743394" y="936766"/>
                </a:lnTo>
                <a:lnTo>
                  <a:pt x="1741808" y="951693"/>
                </a:lnTo>
                <a:lnTo>
                  <a:pt x="1739904" y="965986"/>
                </a:lnTo>
                <a:lnTo>
                  <a:pt x="1737365" y="980278"/>
                </a:lnTo>
                <a:lnTo>
                  <a:pt x="1735144" y="993935"/>
                </a:lnTo>
                <a:lnTo>
                  <a:pt x="1732288" y="1008227"/>
                </a:lnTo>
                <a:lnTo>
                  <a:pt x="1728798" y="1022202"/>
                </a:lnTo>
                <a:lnTo>
                  <a:pt x="1725307" y="1036177"/>
                </a:lnTo>
                <a:lnTo>
                  <a:pt x="1721499" y="1049516"/>
                </a:lnTo>
                <a:lnTo>
                  <a:pt x="1717374" y="1063174"/>
                </a:lnTo>
                <a:lnTo>
                  <a:pt x="1712932" y="1076196"/>
                </a:lnTo>
                <a:lnTo>
                  <a:pt x="1708172" y="1089853"/>
                </a:lnTo>
                <a:lnTo>
                  <a:pt x="1703095" y="1102875"/>
                </a:lnTo>
                <a:lnTo>
                  <a:pt x="1697701" y="1115579"/>
                </a:lnTo>
                <a:lnTo>
                  <a:pt x="1692306" y="1128283"/>
                </a:lnTo>
                <a:lnTo>
                  <a:pt x="1686277" y="1140988"/>
                </a:lnTo>
                <a:lnTo>
                  <a:pt x="1679931" y="1153374"/>
                </a:lnTo>
                <a:lnTo>
                  <a:pt x="1673585" y="1165443"/>
                </a:lnTo>
                <a:lnTo>
                  <a:pt x="1666921" y="1177513"/>
                </a:lnTo>
                <a:lnTo>
                  <a:pt x="1659623" y="1189264"/>
                </a:lnTo>
                <a:lnTo>
                  <a:pt x="1652642" y="1201016"/>
                </a:lnTo>
                <a:lnTo>
                  <a:pt x="1645026" y="1212449"/>
                </a:lnTo>
                <a:lnTo>
                  <a:pt x="1637093" y="1223566"/>
                </a:lnTo>
                <a:lnTo>
                  <a:pt x="1629160" y="1234682"/>
                </a:lnTo>
                <a:lnTo>
                  <a:pt x="1620910" y="1245481"/>
                </a:lnTo>
                <a:lnTo>
                  <a:pt x="1612660" y="1255962"/>
                </a:lnTo>
                <a:lnTo>
                  <a:pt x="1603775" y="1266443"/>
                </a:lnTo>
                <a:lnTo>
                  <a:pt x="1594573" y="1276289"/>
                </a:lnTo>
                <a:lnTo>
                  <a:pt x="1585688" y="1286134"/>
                </a:lnTo>
                <a:lnTo>
                  <a:pt x="1581053" y="1291083"/>
                </a:lnTo>
                <a:lnTo>
                  <a:pt x="1585482" y="1290190"/>
                </a:lnTo>
                <a:lnTo>
                  <a:pt x="1623588" y="1281294"/>
                </a:lnTo>
                <a:lnTo>
                  <a:pt x="1661376" y="1271763"/>
                </a:lnTo>
                <a:lnTo>
                  <a:pt x="1697894" y="1261914"/>
                </a:lnTo>
                <a:lnTo>
                  <a:pt x="1733459" y="1251112"/>
                </a:lnTo>
                <a:lnTo>
                  <a:pt x="1768389" y="1240310"/>
                </a:lnTo>
                <a:lnTo>
                  <a:pt x="1802366" y="1228872"/>
                </a:lnTo>
                <a:lnTo>
                  <a:pt x="1835074" y="1217117"/>
                </a:lnTo>
                <a:lnTo>
                  <a:pt x="1866511" y="1204726"/>
                </a:lnTo>
                <a:lnTo>
                  <a:pt x="1897630" y="1192335"/>
                </a:lnTo>
                <a:lnTo>
                  <a:pt x="1926844" y="1179627"/>
                </a:lnTo>
                <a:lnTo>
                  <a:pt x="1955106" y="1166919"/>
                </a:lnTo>
                <a:lnTo>
                  <a:pt x="1982097" y="1153893"/>
                </a:lnTo>
                <a:lnTo>
                  <a:pt x="2007819" y="1141184"/>
                </a:lnTo>
                <a:lnTo>
                  <a:pt x="2031952" y="1128158"/>
                </a:lnTo>
                <a:lnTo>
                  <a:pt x="2055133" y="1115450"/>
                </a:lnTo>
                <a:lnTo>
                  <a:pt x="2077044" y="1102742"/>
                </a:lnTo>
                <a:lnTo>
                  <a:pt x="2097049" y="1090033"/>
                </a:lnTo>
                <a:lnTo>
                  <a:pt x="2115784" y="1077643"/>
                </a:lnTo>
                <a:lnTo>
                  <a:pt x="2132932" y="1065570"/>
                </a:lnTo>
                <a:lnTo>
                  <a:pt x="2148174" y="1053814"/>
                </a:lnTo>
                <a:lnTo>
                  <a:pt x="2162464" y="1042695"/>
                </a:lnTo>
                <a:lnTo>
                  <a:pt x="2174848" y="1031575"/>
                </a:lnTo>
                <a:lnTo>
                  <a:pt x="2185644" y="1021090"/>
                </a:lnTo>
                <a:lnTo>
                  <a:pt x="2163099" y="1006793"/>
                </a:lnTo>
                <a:lnTo>
                  <a:pt x="2137695" y="990590"/>
                </a:lnTo>
                <a:lnTo>
                  <a:pt x="2105940" y="969939"/>
                </a:lnTo>
                <a:lnTo>
                  <a:pt x="2071010" y="947382"/>
                </a:lnTo>
                <a:lnTo>
                  <a:pt x="2032905" y="923554"/>
                </a:lnTo>
                <a:lnTo>
                  <a:pt x="2012264" y="911163"/>
                </a:lnTo>
                <a:lnTo>
                  <a:pt x="1991306" y="898772"/>
                </a:lnTo>
                <a:lnTo>
                  <a:pt x="1969078" y="886064"/>
                </a:lnTo>
                <a:lnTo>
                  <a:pt x="1945897" y="873356"/>
                </a:lnTo>
                <a:lnTo>
                  <a:pt x="1922081" y="860647"/>
                </a:lnTo>
                <a:lnTo>
                  <a:pt x="1897630" y="848574"/>
                </a:lnTo>
                <a:lnTo>
                  <a:pt x="1871591" y="835866"/>
                </a:lnTo>
                <a:lnTo>
                  <a:pt x="1845235" y="823475"/>
                </a:lnTo>
                <a:lnTo>
                  <a:pt x="1817609" y="811085"/>
                </a:lnTo>
                <a:lnTo>
                  <a:pt x="1789664" y="798694"/>
                </a:lnTo>
                <a:lnTo>
                  <a:pt x="1760133" y="787256"/>
                </a:lnTo>
                <a:lnTo>
                  <a:pt x="1736625" y="778344"/>
                </a:lnTo>
                <a:close/>
                <a:moveTo>
                  <a:pt x="1202056" y="771055"/>
                </a:moveTo>
                <a:lnTo>
                  <a:pt x="1194428" y="771372"/>
                </a:lnTo>
                <a:lnTo>
                  <a:pt x="1186800" y="771690"/>
                </a:lnTo>
                <a:lnTo>
                  <a:pt x="1179808" y="772962"/>
                </a:lnTo>
                <a:lnTo>
                  <a:pt x="1172498" y="774233"/>
                </a:lnTo>
                <a:lnTo>
                  <a:pt x="1165823" y="775822"/>
                </a:lnTo>
                <a:lnTo>
                  <a:pt x="1158831" y="777729"/>
                </a:lnTo>
                <a:lnTo>
                  <a:pt x="1151838" y="779636"/>
                </a:lnTo>
                <a:lnTo>
                  <a:pt x="1145482" y="782497"/>
                </a:lnTo>
                <a:lnTo>
                  <a:pt x="1139125" y="785357"/>
                </a:lnTo>
                <a:lnTo>
                  <a:pt x="1132768" y="788535"/>
                </a:lnTo>
                <a:lnTo>
                  <a:pt x="1127047" y="792032"/>
                </a:lnTo>
                <a:lnTo>
                  <a:pt x="1121008" y="795846"/>
                </a:lnTo>
                <a:lnTo>
                  <a:pt x="1115287" y="799978"/>
                </a:lnTo>
                <a:lnTo>
                  <a:pt x="1109884" y="804427"/>
                </a:lnTo>
                <a:lnTo>
                  <a:pt x="1104799" y="808559"/>
                </a:lnTo>
                <a:lnTo>
                  <a:pt x="1099396" y="813327"/>
                </a:lnTo>
                <a:lnTo>
                  <a:pt x="1094628" y="818730"/>
                </a:lnTo>
                <a:lnTo>
                  <a:pt x="1089861" y="823815"/>
                </a:lnTo>
                <a:lnTo>
                  <a:pt x="1085729" y="829218"/>
                </a:lnTo>
                <a:lnTo>
                  <a:pt x="1081597" y="834939"/>
                </a:lnTo>
                <a:lnTo>
                  <a:pt x="1078101" y="840978"/>
                </a:lnTo>
                <a:lnTo>
                  <a:pt x="1074604" y="846699"/>
                </a:lnTo>
                <a:lnTo>
                  <a:pt x="1071426" y="853056"/>
                </a:lnTo>
                <a:lnTo>
                  <a:pt x="1068566" y="859413"/>
                </a:lnTo>
                <a:lnTo>
                  <a:pt x="1065705" y="866405"/>
                </a:lnTo>
                <a:lnTo>
                  <a:pt x="1063480" y="873079"/>
                </a:lnTo>
                <a:lnTo>
                  <a:pt x="1061255" y="879754"/>
                </a:lnTo>
                <a:lnTo>
                  <a:pt x="1059666" y="887064"/>
                </a:lnTo>
                <a:lnTo>
                  <a:pt x="1058713" y="894057"/>
                </a:lnTo>
                <a:lnTo>
                  <a:pt x="1057759" y="901367"/>
                </a:lnTo>
                <a:lnTo>
                  <a:pt x="1057124" y="908359"/>
                </a:lnTo>
                <a:lnTo>
                  <a:pt x="1057124" y="915987"/>
                </a:lnTo>
                <a:lnTo>
                  <a:pt x="1057124" y="923615"/>
                </a:lnTo>
                <a:lnTo>
                  <a:pt x="1057759" y="930608"/>
                </a:lnTo>
                <a:lnTo>
                  <a:pt x="1058713" y="938236"/>
                </a:lnTo>
                <a:lnTo>
                  <a:pt x="1059666" y="944910"/>
                </a:lnTo>
                <a:lnTo>
                  <a:pt x="1061255" y="952220"/>
                </a:lnTo>
                <a:lnTo>
                  <a:pt x="1063480" y="958895"/>
                </a:lnTo>
                <a:lnTo>
                  <a:pt x="1065705" y="965569"/>
                </a:lnTo>
                <a:lnTo>
                  <a:pt x="1068566" y="972244"/>
                </a:lnTo>
                <a:lnTo>
                  <a:pt x="1071426" y="978601"/>
                </a:lnTo>
                <a:lnTo>
                  <a:pt x="1074604" y="984957"/>
                </a:lnTo>
                <a:lnTo>
                  <a:pt x="1078101" y="990996"/>
                </a:lnTo>
                <a:lnTo>
                  <a:pt x="1081597" y="997035"/>
                </a:lnTo>
                <a:lnTo>
                  <a:pt x="1085729" y="1002438"/>
                </a:lnTo>
                <a:lnTo>
                  <a:pt x="1089861" y="1008159"/>
                </a:lnTo>
                <a:lnTo>
                  <a:pt x="1094628" y="1013245"/>
                </a:lnTo>
                <a:lnTo>
                  <a:pt x="1099396" y="1018330"/>
                </a:lnTo>
                <a:lnTo>
                  <a:pt x="1104799" y="1023097"/>
                </a:lnTo>
                <a:lnTo>
                  <a:pt x="1109884" y="1027547"/>
                </a:lnTo>
                <a:lnTo>
                  <a:pt x="1115287" y="1031997"/>
                </a:lnTo>
                <a:lnTo>
                  <a:pt x="1121008" y="1035811"/>
                </a:lnTo>
                <a:lnTo>
                  <a:pt x="1127047" y="1039943"/>
                </a:lnTo>
                <a:lnTo>
                  <a:pt x="1132768" y="1043121"/>
                </a:lnTo>
                <a:lnTo>
                  <a:pt x="1139125" y="1046617"/>
                </a:lnTo>
                <a:lnTo>
                  <a:pt x="1145482" y="1049478"/>
                </a:lnTo>
                <a:lnTo>
                  <a:pt x="1151838" y="1051702"/>
                </a:lnTo>
                <a:lnTo>
                  <a:pt x="1158831" y="1054245"/>
                </a:lnTo>
                <a:lnTo>
                  <a:pt x="1165823" y="1056152"/>
                </a:lnTo>
                <a:lnTo>
                  <a:pt x="1172498" y="1057741"/>
                </a:lnTo>
                <a:lnTo>
                  <a:pt x="1179808" y="1059013"/>
                </a:lnTo>
                <a:lnTo>
                  <a:pt x="1186800" y="1060284"/>
                </a:lnTo>
                <a:lnTo>
                  <a:pt x="1194428" y="1060602"/>
                </a:lnTo>
                <a:lnTo>
                  <a:pt x="1202056" y="1060602"/>
                </a:lnTo>
                <a:lnTo>
                  <a:pt x="1209048" y="1060602"/>
                </a:lnTo>
                <a:lnTo>
                  <a:pt x="1216676" y="1060284"/>
                </a:lnTo>
                <a:lnTo>
                  <a:pt x="1223987" y="1059013"/>
                </a:lnTo>
                <a:lnTo>
                  <a:pt x="1230979" y="1057741"/>
                </a:lnTo>
                <a:lnTo>
                  <a:pt x="1238289" y="1056152"/>
                </a:lnTo>
                <a:lnTo>
                  <a:pt x="1244964" y="1054245"/>
                </a:lnTo>
                <a:lnTo>
                  <a:pt x="1251638" y="1051702"/>
                </a:lnTo>
                <a:lnTo>
                  <a:pt x="1257995" y="1049478"/>
                </a:lnTo>
                <a:lnTo>
                  <a:pt x="1264352" y="1046617"/>
                </a:lnTo>
                <a:lnTo>
                  <a:pt x="1270708" y="1043121"/>
                </a:lnTo>
                <a:lnTo>
                  <a:pt x="1276747" y="1039943"/>
                </a:lnTo>
                <a:lnTo>
                  <a:pt x="1282786" y="1035811"/>
                </a:lnTo>
                <a:lnTo>
                  <a:pt x="1288189" y="1031997"/>
                </a:lnTo>
                <a:lnTo>
                  <a:pt x="1293910" y="1027547"/>
                </a:lnTo>
                <a:lnTo>
                  <a:pt x="1298996" y="1023097"/>
                </a:lnTo>
                <a:lnTo>
                  <a:pt x="1304081" y="1018330"/>
                </a:lnTo>
                <a:lnTo>
                  <a:pt x="1308848" y="1013245"/>
                </a:lnTo>
                <a:lnTo>
                  <a:pt x="1313616" y="1008159"/>
                </a:lnTo>
                <a:lnTo>
                  <a:pt x="1317748" y="1002438"/>
                </a:lnTo>
                <a:lnTo>
                  <a:pt x="1321880" y="997035"/>
                </a:lnTo>
                <a:lnTo>
                  <a:pt x="1325694" y="990996"/>
                </a:lnTo>
                <a:lnTo>
                  <a:pt x="1329190" y="984957"/>
                </a:lnTo>
                <a:lnTo>
                  <a:pt x="1332368" y="978601"/>
                </a:lnTo>
                <a:lnTo>
                  <a:pt x="1335229" y="972244"/>
                </a:lnTo>
                <a:lnTo>
                  <a:pt x="1337771" y="965569"/>
                </a:lnTo>
                <a:lnTo>
                  <a:pt x="1340314" y="958895"/>
                </a:lnTo>
                <a:lnTo>
                  <a:pt x="1341903" y="952220"/>
                </a:lnTo>
                <a:lnTo>
                  <a:pt x="1343810" y="944910"/>
                </a:lnTo>
                <a:lnTo>
                  <a:pt x="1345082" y="938236"/>
                </a:lnTo>
                <a:lnTo>
                  <a:pt x="1345717" y="930608"/>
                </a:lnTo>
                <a:lnTo>
                  <a:pt x="1346353" y="923615"/>
                </a:lnTo>
                <a:lnTo>
                  <a:pt x="1346671" y="915987"/>
                </a:lnTo>
                <a:lnTo>
                  <a:pt x="1346353" y="908359"/>
                </a:lnTo>
                <a:lnTo>
                  <a:pt x="1345717" y="901367"/>
                </a:lnTo>
                <a:lnTo>
                  <a:pt x="1345082" y="894057"/>
                </a:lnTo>
                <a:lnTo>
                  <a:pt x="1343810" y="887064"/>
                </a:lnTo>
                <a:lnTo>
                  <a:pt x="1342272" y="881168"/>
                </a:lnTo>
                <a:lnTo>
                  <a:pt x="1340493" y="888794"/>
                </a:lnTo>
                <a:lnTo>
                  <a:pt x="1337323" y="897670"/>
                </a:lnTo>
                <a:lnTo>
                  <a:pt x="1333520" y="906228"/>
                </a:lnTo>
                <a:lnTo>
                  <a:pt x="1328765" y="914153"/>
                </a:lnTo>
                <a:lnTo>
                  <a:pt x="1323060" y="921761"/>
                </a:lnTo>
                <a:lnTo>
                  <a:pt x="1317354" y="928734"/>
                </a:lnTo>
                <a:lnTo>
                  <a:pt x="1310381" y="935074"/>
                </a:lnTo>
                <a:lnTo>
                  <a:pt x="1303408" y="940780"/>
                </a:lnTo>
                <a:lnTo>
                  <a:pt x="1295484" y="945535"/>
                </a:lnTo>
                <a:lnTo>
                  <a:pt x="1287560" y="949972"/>
                </a:lnTo>
                <a:lnTo>
                  <a:pt x="1278685" y="953142"/>
                </a:lnTo>
                <a:lnTo>
                  <a:pt x="1274564" y="954093"/>
                </a:lnTo>
                <a:lnTo>
                  <a:pt x="1269810" y="955361"/>
                </a:lnTo>
                <a:lnTo>
                  <a:pt x="1265056" y="956312"/>
                </a:lnTo>
                <a:lnTo>
                  <a:pt x="1260618" y="956946"/>
                </a:lnTo>
                <a:lnTo>
                  <a:pt x="1255864" y="957263"/>
                </a:lnTo>
                <a:lnTo>
                  <a:pt x="1250792" y="957263"/>
                </a:lnTo>
                <a:lnTo>
                  <a:pt x="1246038" y="957263"/>
                </a:lnTo>
                <a:lnTo>
                  <a:pt x="1241283" y="956946"/>
                </a:lnTo>
                <a:lnTo>
                  <a:pt x="1236529" y="956312"/>
                </a:lnTo>
                <a:lnTo>
                  <a:pt x="1232092" y="955361"/>
                </a:lnTo>
                <a:lnTo>
                  <a:pt x="1227337" y="954093"/>
                </a:lnTo>
                <a:lnTo>
                  <a:pt x="1222900" y="953142"/>
                </a:lnTo>
                <a:lnTo>
                  <a:pt x="1214342" y="949972"/>
                </a:lnTo>
                <a:lnTo>
                  <a:pt x="1206418" y="945535"/>
                </a:lnTo>
                <a:lnTo>
                  <a:pt x="1198493" y="940780"/>
                </a:lnTo>
                <a:lnTo>
                  <a:pt x="1191203" y="935074"/>
                </a:lnTo>
                <a:lnTo>
                  <a:pt x="1184547" y="928734"/>
                </a:lnTo>
                <a:lnTo>
                  <a:pt x="1178525" y="921761"/>
                </a:lnTo>
                <a:lnTo>
                  <a:pt x="1173136" y="914153"/>
                </a:lnTo>
                <a:lnTo>
                  <a:pt x="1168382" y="906228"/>
                </a:lnTo>
                <a:lnTo>
                  <a:pt x="1164261" y="897670"/>
                </a:lnTo>
                <a:lnTo>
                  <a:pt x="1161092" y="888794"/>
                </a:lnTo>
                <a:lnTo>
                  <a:pt x="1159190" y="879285"/>
                </a:lnTo>
                <a:lnTo>
                  <a:pt x="1157922" y="874530"/>
                </a:lnTo>
                <a:lnTo>
                  <a:pt x="1157605" y="869775"/>
                </a:lnTo>
                <a:lnTo>
                  <a:pt x="1157288" y="864703"/>
                </a:lnTo>
                <a:lnTo>
                  <a:pt x="1157288" y="859949"/>
                </a:lnTo>
                <a:lnTo>
                  <a:pt x="1157288" y="854877"/>
                </a:lnTo>
                <a:lnTo>
                  <a:pt x="1157605" y="850122"/>
                </a:lnTo>
                <a:lnTo>
                  <a:pt x="1157922" y="844733"/>
                </a:lnTo>
                <a:lnTo>
                  <a:pt x="1159190" y="839979"/>
                </a:lnTo>
                <a:lnTo>
                  <a:pt x="1161092" y="830469"/>
                </a:lnTo>
                <a:lnTo>
                  <a:pt x="1164261" y="821910"/>
                </a:lnTo>
                <a:lnTo>
                  <a:pt x="1168382" y="813035"/>
                </a:lnTo>
                <a:lnTo>
                  <a:pt x="1173136" y="805110"/>
                </a:lnTo>
                <a:lnTo>
                  <a:pt x="1178525" y="797819"/>
                </a:lnTo>
                <a:lnTo>
                  <a:pt x="1184547" y="790529"/>
                </a:lnTo>
                <a:lnTo>
                  <a:pt x="1191203" y="784189"/>
                </a:lnTo>
                <a:lnTo>
                  <a:pt x="1198493" y="778800"/>
                </a:lnTo>
                <a:lnTo>
                  <a:pt x="1206418" y="774046"/>
                </a:lnTo>
                <a:lnTo>
                  <a:pt x="1211043" y="771455"/>
                </a:lnTo>
                <a:lnTo>
                  <a:pt x="1209048" y="771372"/>
                </a:lnTo>
                <a:lnTo>
                  <a:pt x="1202056" y="771055"/>
                </a:lnTo>
                <a:close/>
                <a:moveTo>
                  <a:pt x="1408633" y="696541"/>
                </a:moveTo>
                <a:lnTo>
                  <a:pt x="1415005" y="702720"/>
                </a:lnTo>
                <a:lnTo>
                  <a:pt x="1424858" y="713208"/>
                </a:lnTo>
                <a:lnTo>
                  <a:pt x="1434393" y="724015"/>
                </a:lnTo>
                <a:lnTo>
                  <a:pt x="1443610" y="735457"/>
                </a:lnTo>
                <a:lnTo>
                  <a:pt x="1451874" y="747535"/>
                </a:lnTo>
                <a:lnTo>
                  <a:pt x="1459820" y="759930"/>
                </a:lnTo>
                <a:lnTo>
                  <a:pt x="1466812" y="772008"/>
                </a:lnTo>
                <a:lnTo>
                  <a:pt x="1473805" y="785357"/>
                </a:lnTo>
                <a:lnTo>
                  <a:pt x="1479526" y="798706"/>
                </a:lnTo>
                <a:lnTo>
                  <a:pt x="1484929" y="812373"/>
                </a:lnTo>
                <a:lnTo>
                  <a:pt x="1489696" y="826676"/>
                </a:lnTo>
                <a:lnTo>
                  <a:pt x="1493828" y="840978"/>
                </a:lnTo>
                <a:lnTo>
                  <a:pt x="1497007" y="855281"/>
                </a:lnTo>
                <a:lnTo>
                  <a:pt x="1499867" y="870219"/>
                </a:lnTo>
                <a:lnTo>
                  <a:pt x="1501774" y="885475"/>
                </a:lnTo>
                <a:lnTo>
                  <a:pt x="1503045" y="900413"/>
                </a:lnTo>
                <a:lnTo>
                  <a:pt x="1503363" y="915987"/>
                </a:lnTo>
                <a:lnTo>
                  <a:pt x="1503045" y="931561"/>
                </a:lnTo>
                <a:lnTo>
                  <a:pt x="1501774" y="946817"/>
                </a:lnTo>
                <a:lnTo>
                  <a:pt x="1499867" y="962073"/>
                </a:lnTo>
                <a:lnTo>
                  <a:pt x="1497007" y="976694"/>
                </a:lnTo>
                <a:lnTo>
                  <a:pt x="1493828" y="991314"/>
                </a:lnTo>
                <a:lnTo>
                  <a:pt x="1489696" y="1005616"/>
                </a:lnTo>
                <a:lnTo>
                  <a:pt x="1484929" y="1019601"/>
                </a:lnTo>
                <a:lnTo>
                  <a:pt x="1479526" y="1033268"/>
                </a:lnTo>
                <a:lnTo>
                  <a:pt x="1473805" y="1046617"/>
                </a:lnTo>
                <a:lnTo>
                  <a:pt x="1466812" y="1059648"/>
                </a:lnTo>
                <a:lnTo>
                  <a:pt x="1459820" y="1072044"/>
                </a:lnTo>
                <a:lnTo>
                  <a:pt x="1451874" y="1084439"/>
                </a:lnTo>
                <a:lnTo>
                  <a:pt x="1443610" y="1096199"/>
                </a:lnTo>
                <a:lnTo>
                  <a:pt x="1434393" y="1107959"/>
                </a:lnTo>
                <a:lnTo>
                  <a:pt x="1424858" y="1118448"/>
                </a:lnTo>
                <a:lnTo>
                  <a:pt x="1415005" y="1129254"/>
                </a:lnTo>
                <a:lnTo>
                  <a:pt x="1404517" y="1139107"/>
                </a:lnTo>
                <a:lnTo>
                  <a:pt x="1393392" y="1148642"/>
                </a:lnTo>
                <a:lnTo>
                  <a:pt x="1381950" y="1157541"/>
                </a:lnTo>
                <a:lnTo>
                  <a:pt x="1370508" y="1165805"/>
                </a:lnTo>
                <a:lnTo>
                  <a:pt x="1358113" y="1173751"/>
                </a:lnTo>
                <a:lnTo>
                  <a:pt x="1345399" y="1181061"/>
                </a:lnTo>
                <a:lnTo>
                  <a:pt x="1332368" y="1187736"/>
                </a:lnTo>
                <a:lnTo>
                  <a:pt x="1319337" y="1193775"/>
                </a:lnTo>
                <a:lnTo>
                  <a:pt x="1305352" y="1199178"/>
                </a:lnTo>
                <a:lnTo>
                  <a:pt x="1291368" y="1203945"/>
                </a:lnTo>
                <a:lnTo>
                  <a:pt x="1277065" y="1208077"/>
                </a:lnTo>
                <a:lnTo>
                  <a:pt x="1262445" y="1211573"/>
                </a:lnTo>
                <a:lnTo>
                  <a:pt x="1247824" y="1213798"/>
                </a:lnTo>
                <a:lnTo>
                  <a:pt x="1232568" y="1216023"/>
                </a:lnTo>
                <a:lnTo>
                  <a:pt x="1217630" y="1216976"/>
                </a:lnTo>
                <a:lnTo>
                  <a:pt x="1202056" y="1217612"/>
                </a:lnTo>
                <a:lnTo>
                  <a:pt x="1186482" y="1216976"/>
                </a:lnTo>
                <a:lnTo>
                  <a:pt x="1170908" y="1216023"/>
                </a:lnTo>
                <a:lnTo>
                  <a:pt x="1155970" y="1213798"/>
                </a:lnTo>
                <a:lnTo>
                  <a:pt x="1141350" y="1211573"/>
                </a:lnTo>
                <a:lnTo>
                  <a:pt x="1126412" y="1208077"/>
                </a:lnTo>
                <a:lnTo>
                  <a:pt x="1112109" y="1203945"/>
                </a:lnTo>
                <a:lnTo>
                  <a:pt x="1098442" y="1199178"/>
                </a:lnTo>
                <a:lnTo>
                  <a:pt x="1084457" y="1193775"/>
                </a:lnTo>
                <a:lnTo>
                  <a:pt x="1071426" y="1187736"/>
                </a:lnTo>
                <a:lnTo>
                  <a:pt x="1058077" y="1181061"/>
                </a:lnTo>
                <a:lnTo>
                  <a:pt x="1045364" y="1173751"/>
                </a:lnTo>
                <a:lnTo>
                  <a:pt x="1033286" y="1165805"/>
                </a:lnTo>
                <a:lnTo>
                  <a:pt x="1021526" y="1157541"/>
                </a:lnTo>
                <a:lnTo>
                  <a:pt x="1010084" y="1148642"/>
                </a:lnTo>
                <a:lnTo>
                  <a:pt x="998960" y="1139107"/>
                </a:lnTo>
                <a:lnTo>
                  <a:pt x="988789" y="1129254"/>
                </a:lnTo>
                <a:lnTo>
                  <a:pt x="978618" y="1118448"/>
                </a:lnTo>
                <a:lnTo>
                  <a:pt x="969083" y="1107959"/>
                </a:lnTo>
                <a:lnTo>
                  <a:pt x="960184" y="1096199"/>
                </a:lnTo>
                <a:lnTo>
                  <a:pt x="951603" y="1084439"/>
                </a:lnTo>
                <a:lnTo>
                  <a:pt x="943657" y="1072044"/>
                </a:lnTo>
                <a:lnTo>
                  <a:pt x="936664" y="1059648"/>
                </a:lnTo>
                <a:lnTo>
                  <a:pt x="929990" y="1046617"/>
                </a:lnTo>
                <a:lnTo>
                  <a:pt x="923951" y="1033268"/>
                </a:lnTo>
                <a:lnTo>
                  <a:pt x="918230" y="1019601"/>
                </a:lnTo>
                <a:lnTo>
                  <a:pt x="913462" y="1005616"/>
                </a:lnTo>
                <a:lnTo>
                  <a:pt x="909648" y="991314"/>
                </a:lnTo>
                <a:lnTo>
                  <a:pt x="906470" y="976694"/>
                </a:lnTo>
                <a:lnTo>
                  <a:pt x="903610" y="962073"/>
                </a:lnTo>
                <a:lnTo>
                  <a:pt x="901702" y="946817"/>
                </a:lnTo>
                <a:lnTo>
                  <a:pt x="900431" y="931561"/>
                </a:lnTo>
                <a:lnTo>
                  <a:pt x="900113" y="915987"/>
                </a:lnTo>
                <a:lnTo>
                  <a:pt x="900431" y="900413"/>
                </a:lnTo>
                <a:lnTo>
                  <a:pt x="901702" y="885475"/>
                </a:lnTo>
                <a:lnTo>
                  <a:pt x="903610" y="870219"/>
                </a:lnTo>
                <a:lnTo>
                  <a:pt x="906470" y="855281"/>
                </a:lnTo>
                <a:lnTo>
                  <a:pt x="909648" y="840978"/>
                </a:lnTo>
                <a:lnTo>
                  <a:pt x="913462" y="826676"/>
                </a:lnTo>
                <a:lnTo>
                  <a:pt x="918230" y="812373"/>
                </a:lnTo>
                <a:lnTo>
                  <a:pt x="923951" y="798706"/>
                </a:lnTo>
                <a:lnTo>
                  <a:pt x="929990" y="785357"/>
                </a:lnTo>
                <a:lnTo>
                  <a:pt x="936664" y="772008"/>
                </a:lnTo>
                <a:lnTo>
                  <a:pt x="943657" y="759930"/>
                </a:lnTo>
                <a:lnTo>
                  <a:pt x="951603" y="747535"/>
                </a:lnTo>
                <a:lnTo>
                  <a:pt x="960184" y="735457"/>
                </a:lnTo>
                <a:lnTo>
                  <a:pt x="969083" y="724015"/>
                </a:lnTo>
                <a:lnTo>
                  <a:pt x="976369" y="715758"/>
                </a:lnTo>
                <a:lnTo>
                  <a:pt x="960893" y="720157"/>
                </a:lnTo>
                <a:lnTo>
                  <a:pt x="934873" y="728097"/>
                </a:lnTo>
                <a:lnTo>
                  <a:pt x="908219" y="736672"/>
                </a:lnTo>
                <a:lnTo>
                  <a:pt x="880929" y="745883"/>
                </a:lnTo>
                <a:lnTo>
                  <a:pt x="853323" y="755729"/>
                </a:lnTo>
                <a:lnTo>
                  <a:pt x="825399" y="766528"/>
                </a:lnTo>
                <a:lnTo>
                  <a:pt x="821274" y="781773"/>
                </a:lnTo>
                <a:lnTo>
                  <a:pt x="818101" y="796700"/>
                </a:lnTo>
                <a:lnTo>
                  <a:pt x="814928" y="811310"/>
                </a:lnTo>
                <a:lnTo>
                  <a:pt x="812072" y="825603"/>
                </a:lnTo>
                <a:lnTo>
                  <a:pt x="810168" y="839578"/>
                </a:lnTo>
                <a:lnTo>
                  <a:pt x="808581" y="853235"/>
                </a:lnTo>
                <a:lnTo>
                  <a:pt x="807312" y="865939"/>
                </a:lnTo>
                <a:lnTo>
                  <a:pt x="806995" y="877691"/>
                </a:lnTo>
                <a:lnTo>
                  <a:pt x="807312" y="888807"/>
                </a:lnTo>
                <a:lnTo>
                  <a:pt x="807947" y="899605"/>
                </a:lnTo>
                <a:lnTo>
                  <a:pt x="808264" y="910404"/>
                </a:lnTo>
                <a:lnTo>
                  <a:pt x="808899" y="920885"/>
                </a:lnTo>
                <a:lnTo>
                  <a:pt x="810168" y="931366"/>
                </a:lnTo>
                <a:lnTo>
                  <a:pt x="811755" y="942165"/>
                </a:lnTo>
                <a:lnTo>
                  <a:pt x="813341" y="952328"/>
                </a:lnTo>
                <a:lnTo>
                  <a:pt x="814928" y="962809"/>
                </a:lnTo>
                <a:lnTo>
                  <a:pt x="817466" y="972973"/>
                </a:lnTo>
                <a:lnTo>
                  <a:pt x="819370" y="982819"/>
                </a:lnTo>
                <a:lnTo>
                  <a:pt x="822226" y="993300"/>
                </a:lnTo>
                <a:lnTo>
                  <a:pt x="824764" y="1003146"/>
                </a:lnTo>
                <a:lnTo>
                  <a:pt x="827620" y="1012674"/>
                </a:lnTo>
                <a:lnTo>
                  <a:pt x="830793" y="1022520"/>
                </a:lnTo>
                <a:lnTo>
                  <a:pt x="838092" y="1041576"/>
                </a:lnTo>
                <a:lnTo>
                  <a:pt x="846025" y="1060315"/>
                </a:lnTo>
                <a:lnTo>
                  <a:pt x="854592" y="1078736"/>
                </a:lnTo>
                <a:lnTo>
                  <a:pt x="863794" y="1096205"/>
                </a:lnTo>
                <a:lnTo>
                  <a:pt x="873948" y="1113038"/>
                </a:lnTo>
                <a:lnTo>
                  <a:pt x="885055" y="1129871"/>
                </a:lnTo>
                <a:lnTo>
                  <a:pt x="896795" y="1145752"/>
                </a:lnTo>
                <a:lnTo>
                  <a:pt x="908853" y="1161315"/>
                </a:lnTo>
                <a:lnTo>
                  <a:pt x="922180" y="1175924"/>
                </a:lnTo>
                <a:lnTo>
                  <a:pt x="935508" y="1189899"/>
                </a:lnTo>
                <a:lnTo>
                  <a:pt x="949787" y="1202921"/>
                </a:lnTo>
                <a:lnTo>
                  <a:pt x="964384" y="1215625"/>
                </a:lnTo>
                <a:lnTo>
                  <a:pt x="979932" y="1227059"/>
                </a:lnTo>
                <a:lnTo>
                  <a:pt x="987865" y="1232776"/>
                </a:lnTo>
                <a:lnTo>
                  <a:pt x="995798" y="1238176"/>
                </a:lnTo>
                <a:lnTo>
                  <a:pt x="1003731" y="1243257"/>
                </a:lnTo>
                <a:lnTo>
                  <a:pt x="1011981" y="1248657"/>
                </a:lnTo>
                <a:lnTo>
                  <a:pt x="1020548" y="1253421"/>
                </a:lnTo>
                <a:lnTo>
                  <a:pt x="1029116" y="1257550"/>
                </a:lnTo>
                <a:lnTo>
                  <a:pt x="1037366" y="1261996"/>
                </a:lnTo>
                <a:lnTo>
                  <a:pt x="1046251" y="1266125"/>
                </a:lnTo>
                <a:lnTo>
                  <a:pt x="1054819" y="1269936"/>
                </a:lnTo>
                <a:lnTo>
                  <a:pt x="1064021" y="1273430"/>
                </a:lnTo>
                <a:lnTo>
                  <a:pt x="1073223" y="1277241"/>
                </a:lnTo>
                <a:lnTo>
                  <a:pt x="1082425" y="1280418"/>
                </a:lnTo>
                <a:lnTo>
                  <a:pt x="1091310" y="1283594"/>
                </a:lnTo>
                <a:lnTo>
                  <a:pt x="1100829" y="1285817"/>
                </a:lnTo>
                <a:lnTo>
                  <a:pt x="1110032" y="1288675"/>
                </a:lnTo>
                <a:lnTo>
                  <a:pt x="1119551" y="1290581"/>
                </a:lnTo>
                <a:lnTo>
                  <a:pt x="1129071" y="1292487"/>
                </a:lnTo>
                <a:lnTo>
                  <a:pt x="1138907" y="1294710"/>
                </a:lnTo>
                <a:lnTo>
                  <a:pt x="1148427" y="1295663"/>
                </a:lnTo>
                <a:lnTo>
                  <a:pt x="1158581" y="1296933"/>
                </a:lnTo>
                <a:lnTo>
                  <a:pt x="1168418" y="1298204"/>
                </a:lnTo>
                <a:lnTo>
                  <a:pt x="1178255" y="1298521"/>
                </a:lnTo>
                <a:lnTo>
                  <a:pt x="1188091" y="1299474"/>
                </a:lnTo>
                <a:lnTo>
                  <a:pt x="1198563" y="1299474"/>
                </a:lnTo>
                <a:lnTo>
                  <a:pt x="1208400" y="1299474"/>
                </a:lnTo>
                <a:lnTo>
                  <a:pt x="1218871" y="1298521"/>
                </a:lnTo>
                <a:lnTo>
                  <a:pt x="1228708" y="1298204"/>
                </a:lnTo>
                <a:lnTo>
                  <a:pt x="1238545" y="1296933"/>
                </a:lnTo>
                <a:lnTo>
                  <a:pt x="1248064" y="1295663"/>
                </a:lnTo>
                <a:lnTo>
                  <a:pt x="1257901" y="1294710"/>
                </a:lnTo>
                <a:lnTo>
                  <a:pt x="1267420" y="1292487"/>
                </a:lnTo>
                <a:lnTo>
                  <a:pt x="1276940" y="1290581"/>
                </a:lnTo>
                <a:lnTo>
                  <a:pt x="1286459" y="1288675"/>
                </a:lnTo>
                <a:lnTo>
                  <a:pt x="1295979" y="1285817"/>
                </a:lnTo>
                <a:lnTo>
                  <a:pt x="1305498" y="1283594"/>
                </a:lnTo>
                <a:lnTo>
                  <a:pt x="1314700" y="1280418"/>
                </a:lnTo>
                <a:lnTo>
                  <a:pt x="1323903" y="1277241"/>
                </a:lnTo>
                <a:lnTo>
                  <a:pt x="1333105" y="1273430"/>
                </a:lnTo>
                <a:lnTo>
                  <a:pt x="1341672" y="1269936"/>
                </a:lnTo>
                <a:lnTo>
                  <a:pt x="1350557" y="1266125"/>
                </a:lnTo>
                <a:lnTo>
                  <a:pt x="1359125" y="1261996"/>
                </a:lnTo>
                <a:lnTo>
                  <a:pt x="1368009" y="1257550"/>
                </a:lnTo>
                <a:lnTo>
                  <a:pt x="1376577" y="1253421"/>
                </a:lnTo>
                <a:lnTo>
                  <a:pt x="1384827" y="1248657"/>
                </a:lnTo>
                <a:lnTo>
                  <a:pt x="1392760" y="1243257"/>
                </a:lnTo>
                <a:lnTo>
                  <a:pt x="1401010" y="1238176"/>
                </a:lnTo>
                <a:lnTo>
                  <a:pt x="1408943" y="1232776"/>
                </a:lnTo>
                <a:lnTo>
                  <a:pt x="1416876" y="1227059"/>
                </a:lnTo>
                <a:lnTo>
                  <a:pt x="1432425" y="1215625"/>
                </a:lnTo>
                <a:lnTo>
                  <a:pt x="1447021" y="1202921"/>
                </a:lnTo>
                <a:lnTo>
                  <a:pt x="1461300" y="1189899"/>
                </a:lnTo>
                <a:lnTo>
                  <a:pt x="1474945" y="1175924"/>
                </a:lnTo>
                <a:lnTo>
                  <a:pt x="1487955" y="1161315"/>
                </a:lnTo>
                <a:lnTo>
                  <a:pt x="1500330" y="1145752"/>
                </a:lnTo>
                <a:lnTo>
                  <a:pt x="1511754" y="1129871"/>
                </a:lnTo>
                <a:lnTo>
                  <a:pt x="1522860" y="1113038"/>
                </a:lnTo>
                <a:lnTo>
                  <a:pt x="1532696" y="1096205"/>
                </a:lnTo>
                <a:lnTo>
                  <a:pt x="1542216" y="1078736"/>
                </a:lnTo>
                <a:lnTo>
                  <a:pt x="1551101" y="1060315"/>
                </a:lnTo>
                <a:lnTo>
                  <a:pt x="1559034" y="1041576"/>
                </a:lnTo>
                <a:lnTo>
                  <a:pt x="1565697" y="1022520"/>
                </a:lnTo>
                <a:lnTo>
                  <a:pt x="1568870" y="1012674"/>
                </a:lnTo>
                <a:lnTo>
                  <a:pt x="1572044" y="1003146"/>
                </a:lnTo>
                <a:lnTo>
                  <a:pt x="1574899" y="993300"/>
                </a:lnTo>
                <a:lnTo>
                  <a:pt x="1577121" y="982819"/>
                </a:lnTo>
                <a:lnTo>
                  <a:pt x="1579659" y="972973"/>
                </a:lnTo>
                <a:lnTo>
                  <a:pt x="1581563" y="962809"/>
                </a:lnTo>
                <a:lnTo>
                  <a:pt x="1583467" y="952328"/>
                </a:lnTo>
                <a:lnTo>
                  <a:pt x="1585054" y="942165"/>
                </a:lnTo>
                <a:lnTo>
                  <a:pt x="1586323" y="931366"/>
                </a:lnTo>
                <a:lnTo>
                  <a:pt x="1587592" y="920885"/>
                </a:lnTo>
                <a:lnTo>
                  <a:pt x="1588227" y="910404"/>
                </a:lnTo>
                <a:lnTo>
                  <a:pt x="1589179" y="899605"/>
                </a:lnTo>
                <a:lnTo>
                  <a:pt x="1589496" y="888807"/>
                </a:lnTo>
                <a:lnTo>
                  <a:pt x="1589496" y="877691"/>
                </a:lnTo>
                <a:lnTo>
                  <a:pt x="1589496" y="867845"/>
                </a:lnTo>
                <a:lnTo>
                  <a:pt x="1589179" y="858316"/>
                </a:lnTo>
                <a:lnTo>
                  <a:pt x="1588227" y="848471"/>
                </a:lnTo>
                <a:lnTo>
                  <a:pt x="1587275" y="838942"/>
                </a:lnTo>
                <a:lnTo>
                  <a:pt x="1586005" y="829414"/>
                </a:lnTo>
                <a:lnTo>
                  <a:pt x="1584419" y="819886"/>
                </a:lnTo>
                <a:lnTo>
                  <a:pt x="1582515" y="810358"/>
                </a:lnTo>
                <a:lnTo>
                  <a:pt x="1580294" y="800829"/>
                </a:lnTo>
                <a:lnTo>
                  <a:pt x="1578073" y="791619"/>
                </a:lnTo>
                <a:lnTo>
                  <a:pt x="1575217" y="782091"/>
                </a:lnTo>
                <a:lnTo>
                  <a:pt x="1569188" y="763034"/>
                </a:lnTo>
                <a:lnTo>
                  <a:pt x="1562524" y="744295"/>
                </a:lnTo>
                <a:lnTo>
                  <a:pt x="1554591" y="725238"/>
                </a:lnTo>
                <a:lnTo>
                  <a:pt x="1533331" y="720157"/>
                </a:lnTo>
                <a:lnTo>
                  <a:pt x="1511754" y="715393"/>
                </a:lnTo>
                <a:lnTo>
                  <a:pt x="1490811" y="710946"/>
                </a:lnTo>
                <a:lnTo>
                  <a:pt x="1469233" y="706500"/>
                </a:lnTo>
                <a:lnTo>
                  <a:pt x="1447973" y="703006"/>
                </a:lnTo>
                <a:lnTo>
                  <a:pt x="1426396" y="699195"/>
                </a:lnTo>
                <a:lnTo>
                  <a:pt x="1408633" y="696541"/>
                </a:lnTo>
                <a:close/>
                <a:moveTo>
                  <a:pt x="77699" y="590550"/>
                </a:moveTo>
                <a:lnTo>
                  <a:pt x="85310" y="591185"/>
                </a:lnTo>
                <a:lnTo>
                  <a:pt x="92604" y="592137"/>
                </a:lnTo>
                <a:lnTo>
                  <a:pt x="100216" y="593725"/>
                </a:lnTo>
                <a:lnTo>
                  <a:pt x="107510" y="596582"/>
                </a:lnTo>
                <a:lnTo>
                  <a:pt x="114487" y="599757"/>
                </a:lnTo>
                <a:lnTo>
                  <a:pt x="121781" y="604202"/>
                </a:lnTo>
                <a:lnTo>
                  <a:pt x="242928" y="685482"/>
                </a:lnTo>
                <a:lnTo>
                  <a:pt x="249588" y="690245"/>
                </a:lnTo>
                <a:lnTo>
                  <a:pt x="255296" y="695325"/>
                </a:lnTo>
                <a:lnTo>
                  <a:pt x="260370" y="701357"/>
                </a:lnTo>
                <a:lnTo>
                  <a:pt x="265128" y="707707"/>
                </a:lnTo>
                <a:lnTo>
                  <a:pt x="268616" y="714057"/>
                </a:lnTo>
                <a:lnTo>
                  <a:pt x="271787" y="720725"/>
                </a:lnTo>
                <a:lnTo>
                  <a:pt x="274642" y="728027"/>
                </a:lnTo>
                <a:lnTo>
                  <a:pt x="276227" y="735647"/>
                </a:lnTo>
                <a:lnTo>
                  <a:pt x="277496" y="742632"/>
                </a:lnTo>
                <a:lnTo>
                  <a:pt x="277813" y="750252"/>
                </a:lnTo>
                <a:lnTo>
                  <a:pt x="277496" y="757872"/>
                </a:lnTo>
                <a:lnTo>
                  <a:pt x="276227" y="765175"/>
                </a:lnTo>
                <a:lnTo>
                  <a:pt x="274642" y="772795"/>
                </a:lnTo>
                <a:lnTo>
                  <a:pt x="271787" y="780098"/>
                </a:lnTo>
                <a:lnTo>
                  <a:pt x="268616" y="787083"/>
                </a:lnTo>
                <a:lnTo>
                  <a:pt x="264810" y="794385"/>
                </a:lnTo>
                <a:lnTo>
                  <a:pt x="259736" y="800735"/>
                </a:lnTo>
                <a:lnTo>
                  <a:pt x="254345" y="806450"/>
                </a:lnTo>
                <a:lnTo>
                  <a:pt x="248954" y="811848"/>
                </a:lnTo>
                <a:lnTo>
                  <a:pt x="242611" y="815975"/>
                </a:lnTo>
                <a:lnTo>
                  <a:pt x="235951" y="820103"/>
                </a:lnTo>
                <a:lnTo>
                  <a:pt x="228974" y="823278"/>
                </a:lnTo>
                <a:lnTo>
                  <a:pt x="221997" y="825500"/>
                </a:lnTo>
                <a:lnTo>
                  <a:pt x="214703" y="827088"/>
                </a:lnTo>
                <a:lnTo>
                  <a:pt x="207408" y="828358"/>
                </a:lnTo>
                <a:lnTo>
                  <a:pt x="199797" y="828675"/>
                </a:lnTo>
                <a:lnTo>
                  <a:pt x="192186" y="828358"/>
                </a:lnTo>
                <a:lnTo>
                  <a:pt x="184574" y="827723"/>
                </a:lnTo>
                <a:lnTo>
                  <a:pt x="177597" y="825500"/>
                </a:lnTo>
                <a:lnTo>
                  <a:pt x="169986" y="823278"/>
                </a:lnTo>
                <a:lnTo>
                  <a:pt x="163009" y="819785"/>
                </a:lnTo>
                <a:lnTo>
                  <a:pt x="156032" y="815658"/>
                </a:lnTo>
                <a:lnTo>
                  <a:pt x="34568" y="734060"/>
                </a:lnTo>
                <a:lnTo>
                  <a:pt x="28225" y="729297"/>
                </a:lnTo>
                <a:lnTo>
                  <a:pt x="22200" y="723900"/>
                </a:lnTo>
                <a:lnTo>
                  <a:pt x="17125" y="718185"/>
                </a:lnTo>
                <a:lnTo>
                  <a:pt x="12686" y="712152"/>
                </a:lnTo>
                <a:lnTo>
                  <a:pt x="8563" y="705485"/>
                </a:lnTo>
                <a:lnTo>
                  <a:pt x="5391" y="698500"/>
                </a:lnTo>
                <a:lnTo>
                  <a:pt x="3171" y="691515"/>
                </a:lnTo>
                <a:lnTo>
                  <a:pt x="1269" y="684212"/>
                </a:lnTo>
                <a:lnTo>
                  <a:pt x="317" y="676910"/>
                </a:lnTo>
                <a:lnTo>
                  <a:pt x="0" y="669290"/>
                </a:lnTo>
                <a:lnTo>
                  <a:pt x="0" y="661670"/>
                </a:lnTo>
                <a:lnTo>
                  <a:pt x="1269" y="654050"/>
                </a:lnTo>
                <a:lnTo>
                  <a:pt x="3171" y="646747"/>
                </a:lnTo>
                <a:lnTo>
                  <a:pt x="5391" y="639445"/>
                </a:lnTo>
                <a:lnTo>
                  <a:pt x="9197" y="632460"/>
                </a:lnTo>
                <a:lnTo>
                  <a:pt x="13003" y="625475"/>
                </a:lnTo>
                <a:lnTo>
                  <a:pt x="17760" y="619125"/>
                </a:lnTo>
                <a:lnTo>
                  <a:pt x="22834" y="613410"/>
                </a:lnTo>
                <a:lnTo>
                  <a:pt x="28860" y="608012"/>
                </a:lnTo>
                <a:lnTo>
                  <a:pt x="35202" y="603885"/>
                </a:lnTo>
                <a:lnTo>
                  <a:pt x="41545" y="599757"/>
                </a:lnTo>
                <a:lnTo>
                  <a:pt x="48205" y="596582"/>
                </a:lnTo>
                <a:lnTo>
                  <a:pt x="55499" y="594360"/>
                </a:lnTo>
                <a:lnTo>
                  <a:pt x="63111" y="592137"/>
                </a:lnTo>
                <a:lnTo>
                  <a:pt x="70088" y="591185"/>
                </a:lnTo>
                <a:lnTo>
                  <a:pt x="77699" y="590550"/>
                </a:lnTo>
                <a:close/>
                <a:moveTo>
                  <a:pt x="1180793" y="522287"/>
                </a:moveTo>
                <a:lnTo>
                  <a:pt x="1194583" y="522287"/>
                </a:lnTo>
                <a:lnTo>
                  <a:pt x="1196024" y="522287"/>
                </a:lnTo>
                <a:lnTo>
                  <a:pt x="1211255" y="522287"/>
                </a:lnTo>
                <a:lnTo>
                  <a:pt x="1211730" y="522287"/>
                </a:lnTo>
                <a:lnTo>
                  <a:pt x="1215750" y="522446"/>
                </a:lnTo>
                <a:lnTo>
                  <a:pt x="1238227" y="523240"/>
                </a:lnTo>
                <a:lnTo>
                  <a:pt x="1241349" y="523388"/>
                </a:lnTo>
                <a:lnTo>
                  <a:pt x="1259362" y="523875"/>
                </a:lnTo>
                <a:lnTo>
                  <a:pt x="1283178" y="525146"/>
                </a:lnTo>
                <a:lnTo>
                  <a:pt x="1306042" y="526735"/>
                </a:lnTo>
                <a:lnTo>
                  <a:pt x="1329223" y="528323"/>
                </a:lnTo>
                <a:lnTo>
                  <a:pt x="1351768" y="530865"/>
                </a:lnTo>
                <a:lnTo>
                  <a:pt x="1373997" y="532771"/>
                </a:lnTo>
                <a:lnTo>
                  <a:pt x="1396225" y="535631"/>
                </a:lnTo>
                <a:lnTo>
                  <a:pt x="1418136" y="538172"/>
                </a:lnTo>
                <a:lnTo>
                  <a:pt x="1439411" y="541032"/>
                </a:lnTo>
                <a:lnTo>
                  <a:pt x="1461004" y="544209"/>
                </a:lnTo>
                <a:lnTo>
                  <a:pt x="1481962" y="547704"/>
                </a:lnTo>
                <a:lnTo>
                  <a:pt x="1502603" y="551516"/>
                </a:lnTo>
                <a:lnTo>
                  <a:pt x="1522926" y="555329"/>
                </a:lnTo>
                <a:lnTo>
                  <a:pt x="1542931" y="559459"/>
                </a:lnTo>
                <a:lnTo>
                  <a:pt x="1562937" y="563589"/>
                </a:lnTo>
                <a:lnTo>
                  <a:pt x="1602312" y="572803"/>
                </a:lnTo>
                <a:lnTo>
                  <a:pt x="1639783" y="582334"/>
                </a:lnTo>
                <a:lnTo>
                  <a:pt x="1677253" y="592818"/>
                </a:lnTo>
                <a:lnTo>
                  <a:pt x="1712818" y="603938"/>
                </a:lnTo>
                <a:lnTo>
                  <a:pt x="1747748" y="615376"/>
                </a:lnTo>
                <a:lnTo>
                  <a:pt x="1781726" y="627131"/>
                </a:lnTo>
                <a:lnTo>
                  <a:pt x="1814433" y="639521"/>
                </a:lnTo>
                <a:lnTo>
                  <a:pt x="1846188" y="652230"/>
                </a:lnTo>
                <a:lnTo>
                  <a:pt x="1876990" y="665256"/>
                </a:lnTo>
                <a:lnTo>
                  <a:pt x="1906521" y="678600"/>
                </a:lnTo>
                <a:lnTo>
                  <a:pt x="1935736" y="691943"/>
                </a:lnTo>
                <a:lnTo>
                  <a:pt x="1963362" y="705605"/>
                </a:lnTo>
                <a:lnTo>
                  <a:pt x="1990354" y="719266"/>
                </a:lnTo>
                <a:lnTo>
                  <a:pt x="2016075" y="732928"/>
                </a:lnTo>
                <a:lnTo>
                  <a:pt x="2041161" y="746907"/>
                </a:lnTo>
                <a:lnTo>
                  <a:pt x="2064977" y="760251"/>
                </a:lnTo>
                <a:lnTo>
                  <a:pt x="2088158" y="773913"/>
                </a:lnTo>
                <a:lnTo>
                  <a:pt x="2110069" y="787256"/>
                </a:lnTo>
                <a:lnTo>
                  <a:pt x="2131344" y="799965"/>
                </a:lnTo>
                <a:lnTo>
                  <a:pt x="2151350" y="812673"/>
                </a:lnTo>
                <a:lnTo>
                  <a:pt x="2189138" y="837454"/>
                </a:lnTo>
                <a:lnTo>
                  <a:pt x="2223750" y="859694"/>
                </a:lnTo>
                <a:lnTo>
                  <a:pt x="2251377" y="878121"/>
                </a:lnTo>
                <a:lnTo>
                  <a:pt x="2277733" y="894960"/>
                </a:lnTo>
                <a:lnTo>
                  <a:pt x="2289165" y="901632"/>
                </a:lnTo>
                <a:lnTo>
                  <a:pt x="2299644" y="907668"/>
                </a:lnTo>
                <a:lnTo>
                  <a:pt x="2308217" y="912116"/>
                </a:lnTo>
                <a:lnTo>
                  <a:pt x="2314568" y="914658"/>
                </a:lnTo>
                <a:lnTo>
                  <a:pt x="2320602" y="917199"/>
                </a:lnTo>
                <a:lnTo>
                  <a:pt x="2326000" y="919423"/>
                </a:lnTo>
                <a:lnTo>
                  <a:pt x="2331716" y="922601"/>
                </a:lnTo>
                <a:lnTo>
                  <a:pt x="2336479" y="926413"/>
                </a:lnTo>
                <a:lnTo>
                  <a:pt x="2341242" y="929908"/>
                </a:lnTo>
                <a:lnTo>
                  <a:pt x="2345688" y="933720"/>
                </a:lnTo>
                <a:lnTo>
                  <a:pt x="2349816" y="938486"/>
                </a:lnTo>
                <a:lnTo>
                  <a:pt x="2353626" y="942934"/>
                </a:lnTo>
                <a:lnTo>
                  <a:pt x="2356802" y="948017"/>
                </a:lnTo>
                <a:lnTo>
                  <a:pt x="2359977" y="953418"/>
                </a:lnTo>
                <a:lnTo>
                  <a:pt x="2362200" y="958819"/>
                </a:lnTo>
                <a:lnTo>
                  <a:pt x="2364741" y="964538"/>
                </a:lnTo>
                <a:lnTo>
                  <a:pt x="2366328" y="970257"/>
                </a:lnTo>
                <a:lnTo>
                  <a:pt x="2367281" y="976293"/>
                </a:lnTo>
                <a:lnTo>
                  <a:pt x="2368234" y="982330"/>
                </a:lnTo>
                <a:lnTo>
                  <a:pt x="2368551" y="988684"/>
                </a:lnTo>
                <a:lnTo>
                  <a:pt x="2368234" y="997262"/>
                </a:lnTo>
                <a:lnTo>
                  <a:pt x="2367281" y="1006158"/>
                </a:lnTo>
                <a:lnTo>
                  <a:pt x="2366328" y="1014736"/>
                </a:lnTo>
                <a:lnTo>
                  <a:pt x="2364105" y="1023314"/>
                </a:lnTo>
                <a:lnTo>
                  <a:pt x="2361883" y="1031892"/>
                </a:lnTo>
                <a:lnTo>
                  <a:pt x="2358707" y="1040788"/>
                </a:lnTo>
                <a:lnTo>
                  <a:pt x="2355214" y="1049684"/>
                </a:lnTo>
                <a:lnTo>
                  <a:pt x="2350769" y="1058580"/>
                </a:lnTo>
                <a:lnTo>
                  <a:pt x="2346005" y="1067158"/>
                </a:lnTo>
                <a:lnTo>
                  <a:pt x="2340290" y="1076054"/>
                </a:lnTo>
                <a:lnTo>
                  <a:pt x="2334574" y="1085268"/>
                </a:lnTo>
                <a:lnTo>
                  <a:pt x="2328223" y="1094163"/>
                </a:lnTo>
                <a:lnTo>
                  <a:pt x="2320919" y="1103059"/>
                </a:lnTo>
                <a:lnTo>
                  <a:pt x="2312981" y="1112273"/>
                </a:lnTo>
                <a:lnTo>
                  <a:pt x="2304724" y="1121169"/>
                </a:lnTo>
                <a:lnTo>
                  <a:pt x="2295833" y="1130382"/>
                </a:lnTo>
                <a:lnTo>
                  <a:pt x="2281226" y="1144679"/>
                </a:lnTo>
                <a:lnTo>
                  <a:pt x="2264713" y="1159294"/>
                </a:lnTo>
                <a:lnTo>
                  <a:pt x="2246613" y="1174226"/>
                </a:lnTo>
                <a:lnTo>
                  <a:pt x="2227243" y="1188841"/>
                </a:lnTo>
                <a:lnTo>
                  <a:pt x="2205967" y="1203773"/>
                </a:lnTo>
                <a:lnTo>
                  <a:pt x="2183739" y="1219023"/>
                </a:lnTo>
                <a:lnTo>
                  <a:pt x="2159288" y="1234591"/>
                </a:lnTo>
                <a:lnTo>
                  <a:pt x="2133884" y="1249523"/>
                </a:lnTo>
                <a:lnTo>
                  <a:pt x="2107528" y="1264773"/>
                </a:lnTo>
                <a:lnTo>
                  <a:pt x="2079267" y="1279705"/>
                </a:lnTo>
                <a:lnTo>
                  <a:pt x="2050052" y="1294955"/>
                </a:lnTo>
                <a:lnTo>
                  <a:pt x="2019250" y="1309570"/>
                </a:lnTo>
                <a:lnTo>
                  <a:pt x="1987496" y="1324185"/>
                </a:lnTo>
                <a:lnTo>
                  <a:pt x="1954788" y="1338164"/>
                </a:lnTo>
                <a:lnTo>
                  <a:pt x="1920493" y="1352143"/>
                </a:lnTo>
                <a:lnTo>
                  <a:pt x="1885246" y="1365487"/>
                </a:lnTo>
                <a:lnTo>
                  <a:pt x="1849046" y="1378513"/>
                </a:lnTo>
                <a:lnTo>
                  <a:pt x="1811893" y="1391221"/>
                </a:lnTo>
                <a:lnTo>
                  <a:pt x="1773787" y="1403294"/>
                </a:lnTo>
                <a:lnTo>
                  <a:pt x="1734729" y="1414732"/>
                </a:lnTo>
                <a:lnTo>
                  <a:pt x="1694718" y="1425534"/>
                </a:lnTo>
                <a:lnTo>
                  <a:pt x="1653755" y="1435383"/>
                </a:lnTo>
                <a:lnTo>
                  <a:pt x="1612474" y="1444914"/>
                </a:lnTo>
                <a:lnTo>
                  <a:pt x="1569923" y="1453175"/>
                </a:lnTo>
                <a:lnTo>
                  <a:pt x="1548647" y="1457305"/>
                </a:lnTo>
                <a:lnTo>
                  <a:pt x="1527054" y="1461117"/>
                </a:lnTo>
                <a:lnTo>
                  <a:pt x="1505461" y="1464294"/>
                </a:lnTo>
                <a:lnTo>
                  <a:pt x="1483550" y="1468107"/>
                </a:lnTo>
                <a:lnTo>
                  <a:pt x="1461322" y="1470649"/>
                </a:lnTo>
                <a:lnTo>
                  <a:pt x="1439094" y="1473508"/>
                </a:lnTo>
                <a:lnTo>
                  <a:pt x="1416548" y="1476367"/>
                </a:lnTo>
                <a:lnTo>
                  <a:pt x="1394320" y="1478591"/>
                </a:lnTo>
                <a:lnTo>
                  <a:pt x="1371774" y="1480815"/>
                </a:lnTo>
                <a:lnTo>
                  <a:pt x="1348593" y="1482404"/>
                </a:lnTo>
                <a:lnTo>
                  <a:pt x="1325730" y="1483992"/>
                </a:lnTo>
                <a:lnTo>
                  <a:pt x="1302549" y="1484945"/>
                </a:lnTo>
                <a:lnTo>
                  <a:pt x="1279685" y="1486216"/>
                </a:lnTo>
                <a:lnTo>
                  <a:pt x="1256187" y="1486534"/>
                </a:lnTo>
                <a:lnTo>
                  <a:pt x="1232689" y="1487169"/>
                </a:lnTo>
                <a:lnTo>
                  <a:pt x="1209190" y="1487487"/>
                </a:lnTo>
                <a:lnTo>
                  <a:pt x="1195536" y="1487169"/>
                </a:lnTo>
                <a:lnTo>
                  <a:pt x="1181564" y="1486534"/>
                </a:lnTo>
                <a:lnTo>
                  <a:pt x="1166956" y="1485899"/>
                </a:lnTo>
                <a:lnTo>
                  <a:pt x="1151714" y="1484628"/>
                </a:lnTo>
                <a:lnTo>
                  <a:pt x="1136155" y="1483039"/>
                </a:lnTo>
                <a:lnTo>
                  <a:pt x="1120277" y="1481451"/>
                </a:lnTo>
                <a:lnTo>
                  <a:pt x="1086935" y="1477638"/>
                </a:lnTo>
                <a:lnTo>
                  <a:pt x="1052957" y="1472237"/>
                </a:lnTo>
                <a:lnTo>
                  <a:pt x="1017075" y="1465883"/>
                </a:lnTo>
                <a:lnTo>
                  <a:pt x="980239" y="1458893"/>
                </a:lnTo>
                <a:lnTo>
                  <a:pt x="943086" y="1450951"/>
                </a:lnTo>
                <a:lnTo>
                  <a:pt x="904346" y="1441737"/>
                </a:lnTo>
                <a:lnTo>
                  <a:pt x="865605" y="1431888"/>
                </a:lnTo>
                <a:lnTo>
                  <a:pt x="826229" y="1421086"/>
                </a:lnTo>
                <a:lnTo>
                  <a:pt x="786536" y="1409648"/>
                </a:lnTo>
                <a:lnTo>
                  <a:pt x="746843" y="1397258"/>
                </a:lnTo>
                <a:lnTo>
                  <a:pt x="707150" y="1384549"/>
                </a:lnTo>
                <a:lnTo>
                  <a:pt x="667456" y="1370570"/>
                </a:lnTo>
                <a:lnTo>
                  <a:pt x="628716" y="1356909"/>
                </a:lnTo>
                <a:lnTo>
                  <a:pt x="590293" y="1341976"/>
                </a:lnTo>
                <a:lnTo>
                  <a:pt x="552505" y="1326726"/>
                </a:lnTo>
                <a:lnTo>
                  <a:pt x="515669" y="1310841"/>
                </a:lnTo>
                <a:lnTo>
                  <a:pt x="479469" y="1294320"/>
                </a:lnTo>
                <a:lnTo>
                  <a:pt x="444857" y="1278117"/>
                </a:lnTo>
                <a:lnTo>
                  <a:pt x="428344" y="1269539"/>
                </a:lnTo>
                <a:lnTo>
                  <a:pt x="411514" y="1260961"/>
                </a:lnTo>
                <a:lnTo>
                  <a:pt x="395637" y="1252382"/>
                </a:lnTo>
                <a:lnTo>
                  <a:pt x="379760" y="1243487"/>
                </a:lnTo>
                <a:lnTo>
                  <a:pt x="364835" y="1234908"/>
                </a:lnTo>
                <a:lnTo>
                  <a:pt x="349910" y="1226013"/>
                </a:lnTo>
                <a:lnTo>
                  <a:pt x="335303" y="1217117"/>
                </a:lnTo>
                <a:lnTo>
                  <a:pt x="321331" y="1208221"/>
                </a:lnTo>
                <a:lnTo>
                  <a:pt x="308312" y="1199007"/>
                </a:lnTo>
                <a:lnTo>
                  <a:pt x="295292" y="1190112"/>
                </a:lnTo>
                <a:lnTo>
                  <a:pt x="282908" y="1180898"/>
                </a:lnTo>
                <a:lnTo>
                  <a:pt x="271476" y="1171684"/>
                </a:lnTo>
                <a:lnTo>
                  <a:pt x="260362" y="1162471"/>
                </a:lnTo>
                <a:lnTo>
                  <a:pt x="249566" y="1153575"/>
                </a:lnTo>
                <a:lnTo>
                  <a:pt x="239722" y="1144361"/>
                </a:lnTo>
                <a:lnTo>
                  <a:pt x="230513" y="1135148"/>
                </a:lnTo>
                <a:lnTo>
                  <a:pt x="221939" y="1125617"/>
                </a:lnTo>
                <a:lnTo>
                  <a:pt x="214001" y="1116403"/>
                </a:lnTo>
                <a:lnTo>
                  <a:pt x="206697" y="1107507"/>
                </a:lnTo>
                <a:lnTo>
                  <a:pt x="200346" y="1097976"/>
                </a:lnTo>
                <a:lnTo>
                  <a:pt x="194313" y="1088762"/>
                </a:lnTo>
                <a:lnTo>
                  <a:pt x="189549" y="1079549"/>
                </a:lnTo>
                <a:lnTo>
                  <a:pt x="186057" y="1071288"/>
                </a:lnTo>
                <a:lnTo>
                  <a:pt x="184151" y="1066523"/>
                </a:lnTo>
                <a:lnTo>
                  <a:pt x="182881" y="1060804"/>
                </a:lnTo>
                <a:lnTo>
                  <a:pt x="181293" y="1055403"/>
                </a:lnTo>
                <a:lnTo>
                  <a:pt x="180658" y="1049366"/>
                </a:lnTo>
                <a:lnTo>
                  <a:pt x="179706" y="1042695"/>
                </a:lnTo>
                <a:lnTo>
                  <a:pt x="179388" y="1036023"/>
                </a:lnTo>
                <a:lnTo>
                  <a:pt x="179706" y="1028715"/>
                </a:lnTo>
                <a:lnTo>
                  <a:pt x="180658" y="1021090"/>
                </a:lnTo>
                <a:lnTo>
                  <a:pt x="182246" y="1013148"/>
                </a:lnTo>
                <a:lnTo>
                  <a:pt x="184151" y="1004887"/>
                </a:lnTo>
                <a:lnTo>
                  <a:pt x="187009" y="996309"/>
                </a:lnTo>
                <a:lnTo>
                  <a:pt x="190820" y="987413"/>
                </a:lnTo>
                <a:lnTo>
                  <a:pt x="195265" y="978200"/>
                </a:lnTo>
                <a:lnTo>
                  <a:pt x="200664" y="968668"/>
                </a:lnTo>
                <a:lnTo>
                  <a:pt x="205427" y="961996"/>
                </a:lnTo>
                <a:lnTo>
                  <a:pt x="211143" y="955007"/>
                </a:lnTo>
                <a:lnTo>
                  <a:pt x="217176" y="947382"/>
                </a:lnTo>
                <a:lnTo>
                  <a:pt x="223527" y="939757"/>
                </a:lnTo>
                <a:lnTo>
                  <a:pt x="230830" y="932132"/>
                </a:lnTo>
                <a:lnTo>
                  <a:pt x="238452" y="923871"/>
                </a:lnTo>
                <a:lnTo>
                  <a:pt x="247343" y="915929"/>
                </a:lnTo>
                <a:lnTo>
                  <a:pt x="256234" y="907668"/>
                </a:lnTo>
                <a:lnTo>
                  <a:pt x="265761" y="899408"/>
                </a:lnTo>
                <a:lnTo>
                  <a:pt x="275922" y="890512"/>
                </a:lnTo>
                <a:lnTo>
                  <a:pt x="297515" y="873038"/>
                </a:lnTo>
                <a:lnTo>
                  <a:pt x="321966" y="855246"/>
                </a:lnTo>
                <a:lnTo>
                  <a:pt x="347687" y="836819"/>
                </a:lnTo>
                <a:lnTo>
                  <a:pt x="374996" y="818392"/>
                </a:lnTo>
                <a:lnTo>
                  <a:pt x="404528" y="799647"/>
                </a:lnTo>
                <a:lnTo>
                  <a:pt x="435013" y="780585"/>
                </a:lnTo>
                <a:lnTo>
                  <a:pt x="467085" y="761839"/>
                </a:lnTo>
                <a:lnTo>
                  <a:pt x="500427" y="743095"/>
                </a:lnTo>
                <a:lnTo>
                  <a:pt x="535040" y="724668"/>
                </a:lnTo>
                <a:lnTo>
                  <a:pt x="570287" y="706240"/>
                </a:lnTo>
                <a:lnTo>
                  <a:pt x="606805" y="688449"/>
                </a:lnTo>
                <a:lnTo>
                  <a:pt x="644276" y="670975"/>
                </a:lnTo>
                <a:lnTo>
                  <a:pt x="681746" y="654136"/>
                </a:lnTo>
                <a:lnTo>
                  <a:pt x="720169" y="637615"/>
                </a:lnTo>
                <a:lnTo>
                  <a:pt x="759227" y="622048"/>
                </a:lnTo>
                <a:lnTo>
                  <a:pt x="797968" y="607433"/>
                </a:lnTo>
                <a:lnTo>
                  <a:pt x="837344" y="593454"/>
                </a:lnTo>
                <a:lnTo>
                  <a:pt x="857349" y="586782"/>
                </a:lnTo>
                <a:lnTo>
                  <a:pt x="876719" y="580428"/>
                </a:lnTo>
                <a:lnTo>
                  <a:pt x="896090" y="574391"/>
                </a:lnTo>
                <a:lnTo>
                  <a:pt x="916095" y="568355"/>
                </a:lnTo>
                <a:lnTo>
                  <a:pt x="935465" y="563271"/>
                </a:lnTo>
                <a:lnTo>
                  <a:pt x="954836" y="557870"/>
                </a:lnTo>
                <a:lnTo>
                  <a:pt x="974206" y="553105"/>
                </a:lnTo>
                <a:lnTo>
                  <a:pt x="993259" y="548657"/>
                </a:lnTo>
                <a:lnTo>
                  <a:pt x="1012947" y="544209"/>
                </a:lnTo>
                <a:lnTo>
                  <a:pt x="1031999" y="540396"/>
                </a:lnTo>
                <a:lnTo>
                  <a:pt x="1050417" y="536584"/>
                </a:lnTo>
                <a:lnTo>
                  <a:pt x="1069470" y="533407"/>
                </a:lnTo>
                <a:lnTo>
                  <a:pt x="1087888" y="530865"/>
                </a:lnTo>
                <a:lnTo>
                  <a:pt x="1089921" y="530589"/>
                </a:lnTo>
                <a:lnTo>
                  <a:pt x="1102099" y="528639"/>
                </a:lnTo>
                <a:lnTo>
                  <a:pt x="1117965" y="527051"/>
                </a:lnTo>
                <a:lnTo>
                  <a:pt x="1133830" y="525463"/>
                </a:lnTo>
                <a:lnTo>
                  <a:pt x="1149379" y="523875"/>
                </a:lnTo>
                <a:lnTo>
                  <a:pt x="1165245" y="523240"/>
                </a:lnTo>
                <a:lnTo>
                  <a:pt x="1180793" y="522287"/>
                </a:lnTo>
                <a:close/>
                <a:moveTo>
                  <a:pt x="2459339" y="463550"/>
                </a:moveTo>
                <a:lnTo>
                  <a:pt x="2466990" y="463867"/>
                </a:lnTo>
                <a:lnTo>
                  <a:pt x="2474641" y="464184"/>
                </a:lnTo>
                <a:lnTo>
                  <a:pt x="2481655" y="465768"/>
                </a:lnTo>
                <a:lnTo>
                  <a:pt x="2488987" y="468302"/>
                </a:lnTo>
                <a:lnTo>
                  <a:pt x="2496000" y="471154"/>
                </a:lnTo>
                <a:lnTo>
                  <a:pt x="2503014" y="474639"/>
                </a:lnTo>
                <a:lnTo>
                  <a:pt x="2509390" y="479074"/>
                </a:lnTo>
                <a:lnTo>
                  <a:pt x="2515766" y="483826"/>
                </a:lnTo>
                <a:lnTo>
                  <a:pt x="2521185" y="489529"/>
                </a:lnTo>
                <a:lnTo>
                  <a:pt x="2526286" y="495549"/>
                </a:lnTo>
                <a:lnTo>
                  <a:pt x="2530749" y="502202"/>
                </a:lnTo>
                <a:lnTo>
                  <a:pt x="2534256" y="509172"/>
                </a:lnTo>
                <a:lnTo>
                  <a:pt x="2537125" y="516142"/>
                </a:lnTo>
                <a:lnTo>
                  <a:pt x="2539038" y="523429"/>
                </a:lnTo>
                <a:lnTo>
                  <a:pt x="2540632" y="530715"/>
                </a:lnTo>
                <a:lnTo>
                  <a:pt x="2541588" y="538319"/>
                </a:lnTo>
                <a:lnTo>
                  <a:pt x="2541269" y="545923"/>
                </a:lnTo>
                <a:lnTo>
                  <a:pt x="2540632" y="553526"/>
                </a:lnTo>
                <a:lnTo>
                  <a:pt x="2539038" y="560496"/>
                </a:lnTo>
                <a:lnTo>
                  <a:pt x="2536806" y="568100"/>
                </a:lnTo>
                <a:lnTo>
                  <a:pt x="2533937" y="574753"/>
                </a:lnTo>
                <a:lnTo>
                  <a:pt x="2530430" y="581406"/>
                </a:lnTo>
                <a:lnTo>
                  <a:pt x="2525967" y="588376"/>
                </a:lnTo>
                <a:lnTo>
                  <a:pt x="2521185" y="594079"/>
                </a:lnTo>
                <a:lnTo>
                  <a:pt x="2515128" y="599782"/>
                </a:lnTo>
                <a:lnTo>
                  <a:pt x="2359875" y="739182"/>
                </a:lnTo>
                <a:lnTo>
                  <a:pt x="2353818" y="743934"/>
                </a:lnTo>
                <a:lnTo>
                  <a:pt x="2347123" y="748370"/>
                </a:lnTo>
                <a:lnTo>
                  <a:pt x="2340428" y="751855"/>
                </a:lnTo>
                <a:lnTo>
                  <a:pt x="2333096" y="755023"/>
                </a:lnTo>
                <a:lnTo>
                  <a:pt x="2325445" y="756924"/>
                </a:lnTo>
                <a:lnTo>
                  <a:pt x="2318431" y="758191"/>
                </a:lnTo>
                <a:lnTo>
                  <a:pt x="2310780" y="758825"/>
                </a:lnTo>
                <a:lnTo>
                  <a:pt x="2303129" y="758825"/>
                </a:lnTo>
                <a:lnTo>
                  <a:pt x="2295797" y="758191"/>
                </a:lnTo>
                <a:lnTo>
                  <a:pt x="2288146" y="756924"/>
                </a:lnTo>
                <a:lnTo>
                  <a:pt x="2280814" y="754706"/>
                </a:lnTo>
                <a:lnTo>
                  <a:pt x="2274119" y="751855"/>
                </a:lnTo>
                <a:lnTo>
                  <a:pt x="2267105" y="748370"/>
                </a:lnTo>
                <a:lnTo>
                  <a:pt x="2260730" y="743934"/>
                </a:lnTo>
                <a:lnTo>
                  <a:pt x="2254672" y="738865"/>
                </a:lnTo>
                <a:lnTo>
                  <a:pt x="2248934" y="733163"/>
                </a:lnTo>
                <a:lnTo>
                  <a:pt x="2243833" y="726826"/>
                </a:lnTo>
                <a:lnTo>
                  <a:pt x="2239370" y="720490"/>
                </a:lnTo>
                <a:lnTo>
                  <a:pt x="2235864" y="713837"/>
                </a:lnTo>
                <a:lnTo>
                  <a:pt x="2232994" y="706550"/>
                </a:lnTo>
                <a:lnTo>
                  <a:pt x="2230763" y="699263"/>
                </a:lnTo>
                <a:lnTo>
                  <a:pt x="2229488" y="691976"/>
                </a:lnTo>
                <a:lnTo>
                  <a:pt x="2228850" y="684372"/>
                </a:lnTo>
                <a:lnTo>
                  <a:pt x="2228850" y="677086"/>
                </a:lnTo>
                <a:lnTo>
                  <a:pt x="2229488" y="669482"/>
                </a:lnTo>
                <a:lnTo>
                  <a:pt x="2231082" y="661878"/>
                </a:lnTo>
                <a:lnTo>
                  <a:pt x="2232994" y="654908"/>
                </a:lnTo>
                <a:lnTo>
                  <a:pt x="2236182" y="647622"/>
                </a:lnTo>
                <a:lnTo>
                  <a:pt x="2240008" y="640968"/>
                </a:lnTo>
                <a:lnTo>
                  <a:pt x="2243833" y="634632"/>
                </a:lnTo>
                <a:lnTo>
                  <a:pt x="2248934" y="628612"/>
                </a:lnTo>
                <a:lnTo>
                  <a:pt x="2254672" y="622593"/>
                </a:lnTo>
                <a:lnTo>
                  <a:pt x="2409926" y="483826"/>
                </a:lnTo>
                <a:lnTo>
                  <a:pt x="2416302" y="478440"/>
                </a:lnTo>
                <a:lnTo>
                  <a:pt x="2423315" y="474322"/>
                </a:lnTo>
                <a:lnTo>
                  <a:pt x="2430010" y="470520"/>
                </a:lnTo>
                <a:lnTo>
                  <a:pt x="2437023" y="467985"/>
                </a:lnTo>
                <a:lnTo>
                  <a:pt x="2444356" y="465768"/>
                </a:lnTo>
                <a:lnTo>
                  <a:pt x="2452007" y="464184"/>
                </a:lnTo>
                <a:lnTo>
                  <a:pt x="2459339" y="463550"/>
                </a:lnTo>
                <a:close/>
                <a:moveTo>
                  <a:pt x="308695" y="355600"/>
                </a:moveTo>
                <a:lnTo>
                  <a:pt x="316324" y="355600"/>
                </a:lnTo>
                <a:lnTo>
                  <a:pt x="323952" y="356556"/>
                </a:lnTo>
                <a:lnTo>
                  <a:pt x="330945" y="357830"/>
                </a:lnTo>
                <a:lnTo>
                  <a:pt x="338256" y="359741"/>
                </a:lnTo>
                <a:lnTo>
                  <a:pt x="345249" y="362608"/>
                </a:lnTo>
                <a:lnTo>
                  <a:pt x="352242" y="366112"/>
                </a:lnTo>
                <a:lnTo>
                  <a:pt x="358918" y="369935"/>
                </a:lnTo>
                <a:lnTo>
                  <a:pt x="364957" y="375351"/>
                </a:lnTo>
                <a:lnTo>
                  <a:pt x="370679" y="380766"/>
                </a:lnTo>
                <a:lnTo>
                  <a:pt x="489878" y="509147"/>
                </a:lnTo>
                <a:lnTo>
                  <a:pt x="495282" y="515518"/>
                </a:lnTo>
                <a:lnTo>
                  <a:pt x="499414" y="521889"/>
                </a:lnTo>
                <a:lnTo>
                  <a:pt x="503546" y="528579"/>
                </a:lnTo>
                <a:lnTo>
                  <a:pt x="506407" y="535587"/>
                </a:lnTo>
                <a:lnTo>
                  <a:pt x="508632" y="543233"/>
                </a:lnTo>
                <a:lnTo>
                  <a:pt x="510222" y="550560"/>
                </a:lnTo>
                <a:lnTo>
                  <a:pt x="511175" y="557887"/>
                </a:lnTo>
                <a:lnTo>
                  <a:pt x="511175" y="565532"/>
                </a:lnTo>
                <a:lnTo>
                  <a:pt x="510222" y="573178"/>
                </a:lnTo>
                <a:lnTo>
                  <a:pt x="508950" y="580186"/>
                </a:lnTo>
                <a:lnTo>
                  <a:pt x="507043" y="587831"/>
                </a:lnTo>
                <a:lnTo>
                  <a:pt x="504182" y="595158"/>
                </a:lnTo>
                <a:lnTo>
                  <a:pt x="500686" y="601848"/>
                </a:lnTo>
                <a:lnTo>
                  <a:pt x="496235" y="608219"/>
                </a:lnTo>
                <a:lnTo>
                  <a:pt x="491467" y="614591"/>
                </a:lnTo>
                <a:lnTo>
                  <a:pt x="486064" y="620006"/>
                </a:lnTo>
                <a:lnTo>
                  <a:pt x="480024" y="625422"/>
                </a:lnTo>
                <a:lnTo>
                  <a:pt x="473349" y="629563"/>
                </a:lnTo>
                <a:lnTo>
                  <a:pt x="466674" y="633704"/>
                </a:lnTo>
                <a:lnTo>
                  <a:pt x="459363" y="636571"/>
                </a:lnTo>
                <a:lnTo>
                  <a:pt x="452370" y="638801"/>
                </a:lnTo>
                <a:lnTo>
                  <a:pt x="444741" y="640394"/>
                </a:lnTo>
                <a:lnTo>
                  <a:pt x="437112" y="641350"/>
                </a:lnTo>
                <a:lnTo>
                  <a:pt x="430119" y="641350"/>
                </a:lnTo>
                <a:lnTo>
                  <a:pt x="422491" y="640394"/>
                </a:lnTo>
                <a:lnTo>
                  <a:pt x="414862" y="639120"/>
                </a:lnTo>
                <a:lnTo>
                  <a:pt x="407869" y="637209"/>
                </a:lnTo>
                <a:lnTo>
                  <a:pt x="400558" y="634341"/>
                </a:lnTo>
                <a:lnTo>
                  <a:pt x="393883" y="630837"/>
                </a:lnTo>
                <a:lnTo>
                  <a:pt x="387208" y="627015"/>
                </a:lnTo>
                <a:lnTo>
                  <a:pt x="381168" y="621599"/>
                </a:lnTo>
                <a:lnTo>
                  <a:pt x="375129" y="616183"/>
                </a:lnTo>
                <a:lnTo>
                  <a:pt x="255929" y="487484"/>
                </a:lnTo>
                <a:lnTo>
                  <a:pt x="250843" y="481432"/>
                </a:lnTo>
                <a:lnTo>
                  <a:pt x="246393" y="475061"/>
                </a:lnTo>
                <a:lnTo>
                  <a:pt x="242897" y="468052"/>
                </a:lnTo>
                <a:lnTo>
                  <a:pt x="239718" y="461362"/>
                </a:lnTo>
                <a:lnTo>
                  <a:pt x="237175" y="453717"/>
                </a:lnTo>
                <a:lnTo>
                  <a:pt x="236222" y="446390"/>
                </a:lnTo>
                <a:lnTo>
                  <a:pt x="235268" y="439063"/>
                </a:lnTo>
                <a:lnTo>
                  <a:pt x="234950" y="431418"/>
                </a:lnTo>
                <a:lnTo>
                  <a:pt x="235586" y="423772"/>
                </a:lnTo>
                <a:lnTo>
                  <a:pt x="236857" y="416127"/>
                </a:lnTo>
                <a:lnTo>
                  <a:pt x="238764" y="409118"/>
                </a:lnTo>
                <a:lnTo>
                  <a:pt x="241625" y="401791"/>
                </a:lnTo>
                <a:lnTo>
                  <a:pt x="245122" y="395102"/>
                </a:lnTo>
                <a:lnTo>
                  <a:pt x="249572" y="388730"/>
                </a:lnTo>
                <a:lnTo>
                  <a:pt x="254340" y="382359"/>
                </a:lnTo>
                <a:lnTo>
                  <a:pt x="260062" y="376944"/>
                </a:lnTo>
                <a:lnTo>
                  <a:pt x="266419" y="371528"/>
                </a:lnTo>
                <a:lnTo>
                  <a:pt x="272776" y="367387"/>
                </a:lnTo>
                <a:lnTo>
                  <a:pt x="279451" y="363245"/>
                </a:lnTo>
                <a:lnTo>
                  <a:pt x="286444" y="360378"/>
                </a:lnTo>
                <a:lnTo>
                  <a:pt x="293755" y="358148"/>
                </a:lnTo>
                <a:lnTo>
                  <a:pt x="301384" y="356556"/>
                </a:lnTo>
                <a:lnTo>
                  <a:pt x="308695" y="355600"/>
                </a:lnTo>
                <a:close/>
                <a:moveTo>
                  <a:pt x="2153515" y="228600"/>
                </a:moveTo>
                <a:lnTo>
                  <a:pt x="2161143" y="228600"/>
                </a:lnTo>
                <a:lnTo>
                  <a:pt x="2168454" y="228918"/>
                </a:lnTo>
                <a:lnTo>
                  <a:pt x="2176082" y="230507"/>
                </a:lnTo>
                <a:lnTo>
                  <a:pt x="2183710" y="232731"/>
                </a:lnTo>
                <a:lnTo>
                  <a:pt x="2190702" y="235273"/>
                </a:lnTo>
                <a:lnTo>
                  <a:pt x="2198012" y="239087"/>
                </a:lnTo>
                <a:lnTo>
                  <a:pt x="2204369" y="243218"/>
                </a:lnTo>
                <a:lnTo>
                  <a:pt x="2210726" y="248620"/>
                </a:lnTo>
                <a:lnTo>
                  <a:pt x="2216129" y="254023"/>
                </a:lnTo>
                <a:lnTo>
                  <a:pt x="2221532" y="260060"/>
                </a:lnTo>
                <a:lnTo>
                  <a:pt x="2225664" y="266416"/>
                </a:lnTo>
                <a:lnTo>
                  <a:pt x="2229478" y="273089"/>
                </a:lnTo>
                <a:lnTo>
                  <a:pt x="2232021" y="279763"/>
                </a:lnTo>
                <a:lnTo>
                  <a:pt x="2234563" y="287072"/>
                </a:lnTo>
                <a:lnTo>
                  <a:pt x="2236152" y="294699"/>
                </a:lnTo>
                <a:lnTo>
                  <a:pt x="2236788" y="302008"/>
                </a:lnTo>
                <a:lnTo>
                  <a:pt x="2236788" y="309635"/>
                </a:lnTo>
                <a:lnTo>
                  <a:pt x="2236152" y="317261"/>
                </a:lnTo>
                <a:lnTo>
                  <a:pt x="2234881" y="324253"/>
                </a:lnTo>
                <a:lnTo>
                  <a:pt x="2232974" y="331879"/>
                </a:lnTo>
                <a:lnTo>
                  <a:pt x="2230114" y="339188"/>
                </a:lnTo>
                <a:lnTo>
                  <a:pt x="2226617" y="346180"/>
                </a:lnTo>
                <a:lnTo>
                  <a:pt x="2222168" y="352853"/>
                </a:lnTo>
                <a:lnTo>
                  <a:pt x="2076917" y="553056"/>
                </a:lnTo>
                <a:lnTo>
                  <a:pt x="2072150" y="559412"/>
                </a:lnTo>
                <a:lnTo>
                  <a:pt x="2066429" y="565132"/>
                </a:lnTo>
                <a:lnTo>
                  <a:pt x="2060708" y="570216"/>
                </a:lnTo>
                <a:lnTo>
                  <a:pt x="2054351" y="574348"/>
                </a:lnTo>
                <a:lnTo>
                  <a:pt x="2047359" y="578161"/>
                </a:lnTo>
                <a:lnTo>
                  <a:pt x="2040366" y="581021"/>
                </a:lnTo>
                <a:lnTo>
                  <a:pt x="2033056" y="583246"/>
                </a:lnTo>
                <a:lnTo>
                  <a:pt x="2026064" y="584517"/>
                </a:lnTo>
                <a:lnTo>
                  <a:pt x="2018436" y="585788"/>
                </a:lnTo>
                <a:lnTo>
                  <a:pt x="2010808" y="585788"/>
                </a:lnTo>
                <a:lnTo>
                  <a:pt x="2003497" y="584835"/>
                </a:lnTo>
                <a:lnTo>
                  <a:pt x="1995869" y="583881"/>
                </a:lnTo>
                <a:lnTo>
                  <a:pt x="1988241" y="581657"/>
                </a:lnTo>
                <a:lnTo>
                  <a:pt x="1981249" y="578479"/>
                </a:lnTo>
                <a:lnTo>
                  <a:pt x="1974257" y="574983"/>
                </a:lnTo>
                <a:lnTo>
                  <a:pt x="1967582" y="570534"/>
                </a:lnTo>
                <a:lnTo>
                  <a:pt x="1961225" y="565768"/>
                </a:lnTo>
                <a:lnTo>
                  <a:pt x="1955822" y="560365"/>
                </a:lnTo>
                <a:lnTo>
                  <a:pt x="1950419" y="554327"/>
                </a:lnTo>
                <a:lnTo>
                  <a:pt x="1946605" y="547972"/>
                </a:lnTo>
                <a:lnTo>
                  <a:pt x="1942473" y="541298"/>
                </a:lnTo>
                <a:lnTo>
                  <a:pt x="1939931" y="533989"/>
                </a:lnTo>
                <a:lnTo>
                  <a:pt x="1937388" y="526998"/>
                </a:lnTo>
                <a:lnTo>
                  <a:pt x="1936117" y="519689"/>
                </a:lnTo>
                <a:lnTo>
                  <a:pt x="1935163" y="512380"/>
                </a:lnTo>
                <a:lnTo>
                  <a:pt x="1935163" y="504753"/>
                </a:lnTo>
                <a:lnTo>
                  <a:pt x="1935799" y="497126"/>
                </a:lnTo>
                <a:lnTo>
                  <a:pt x="1937070" y="489500"/>
                </a:lnTo>
                <a:lnTo>
                  <a:pt x="1938977" y="482508"/>
                </a:lnTo>
                <a:lnTo>
                  <a:pt x="1941838" y="474882"/>
                </a:lnTo>
                <a:lnTo>
                  <a:pt x="1945652" y="468208"/>
                </a:lnTo>
                <a:lnTo>
                  <a:pt x="1950101" y="461535"/>
                </a:lnTo>
                <a:lnTo>
                  <a:pt x="2095034" y="260696"/>
                </a:lnTo>
                <a:lnTo>
                  <a:pt x="2100119" y="254976"/>
                </a:lnTo>
                <a:lnTo>
                  <a:pt x="2105840" y="248938"/>
                </a:lnTo>
                <a:lnTo>
                  <a:pt x="2111879" y="244171"/>
                </a:lnTo>
                <a:lnTo>
                  <a:pt x="2118236" y="239722"/>
                </a:lnTo>
                <a:lnTo>
                  <a:pt x="2124592" y="236227"/>
                </a:lnTo>
                <a:lnTo>
                  <a:pt x="2131585" y="233367"/>
                </a:lnTo>
                <a:lnTo>
                  <a:pt x="2138895" y="231142"/>
                </a:lnTo>
                <a:lnTo>
                  <a:pt x="2146205" y="229553"/>
                </a:lnTo>
                <a:lnTo>
                  <a:pt x="2153515" y="228600"/>
                </a:lnTo>
                <a:close/>
                <a:moveTo>
                  <a:pt x="580011" y="142875"/>
                </a:moveTo>
                <a:lnTo>
                  <a:pt x="587656" y="143192"/>
                </a:lnTo>
                <a:lnTo>
                  <a:pt x="595300" y="144458"/>
                </a:lnTo>
                <a:lnTo>
                  <a:pt x="602308" y="146041"/>
                </a:lnTo>
                <a:lnTo>
                  <a:pt x="609635" y="148258"/>
                </a:lnTo>
                <a:lnTo>
                  <a:pt x="616643" y="151424"/>
                </a:lnTo>
                <a:lnTo>
                  <a:pt x="623013" y="155541"/>
                </a:lnTo>
                <a:lnTo>
                  <a:pt x="629384" y="159657"/>
                </a:lnTo>
                <a:lnTo>
                  <a:pt x="635118" y="165040"/>
                </a:lnTo>
                <a:lnTo>
                  <a:pt x="640533" y="170740"/>
                </a:lnTo>
                <a:lnTo>
                  <a:pt x="645311" y="177073"/>
                </a:lnTo>
                <a:lnTo>
                  <a:pt x="780372" y="375611"/>
                </a:lnTo>
                <a:lnTo>
                  <a:pt x="784194" y="382261"/>
                </a:lnTo>
                <a:lnTo>
                  <a:pt x="788016" y="389227"/>
                </a:lnTo>
                <a:lnTo>
                  <a:pt x="790246" y="396510"/>
                </a:lnTo>
                <a:lnTo>
                  <a:pt x="792157" y="404110"/>
                </a:lnTo>
                <a:lnTo>
                  <a:pt x="793432" y="411393"/>
                </a:lnTo>
                <a:lnTo>
                  <a:pt x="793750" y="418992"/>
                </a:lnTo>
                <a:lnTo>
                  <a:pt x="793432" y="426592"/>
                </a:lnTo>
                <a:lnTo>
                  <a:pt x="792157" y="434191"/>
                </a:lnTo>
                <a:lnTo>
                  <a:pt x="790565" y="441158"/>
                </a:lnTo>
                <a:lnTo>
                  <a:pt x="788016" y="448441"/>
                </a:lnTo>
                <a:lnTo>
                  <a:pt x="784831" y="455090"/>
                </a:lnTo>
                <a:lnTo>
                  <a:pt x="781009" y="461740"/>
                </a:lnTo>
                <a:lnTo>
                  <a:pt x="776231" y="467756"/>
                </a:lnTo>
                <a:lnTo>
                  <a:pt x="771452" y="473773"/>
                </a:lnTo>
                <a:lnTo>
                  <a:pt x="765719" y="478839"/>
                </a:lnTo>
                <a:lnTo>
                  <a:pt x="759348" y="483905"/>
                </a:lnTo>
                <a:lnTo>
                  <a:pt x="752340" y="488022"/>
                </a:lnTo>
                <a:lnTo>
                  <a:pt x="745332" y="491505"/>
                </a:lnTo>
                <a:lnTo>
                  <a:pt x="737687" y="493721"/>
                </a:lnTo>
                <a:lnTo>
                  <a:pt x="730679" y="495938"/>
                </a:lnTo>
                <a:lnTo>
                  <a:pt x="723035" y="496888"/>
                </a:lnTo>
                <a:lnTo>
                  <a:pt x="715390" y="496888"/>
                </a:lnTo>
                <a:lnTo>
                  <a:pt x="707745" y="496888"/>
                </a:lnTo>
                <a:lnTo>
                  <a:pt x="700418" y="495938"/>
                </a:lnTo>
                <a:lnTo>
                  <a:pt x="693092" y="493721"/>
                </a:lnTo>
                <a:lnTo>
                  <a:pt x="686084" y="491505"/>
                </a:lnTo>
                <a:lnTo>
                  <a:pt x="678758" y="488338"/>
                </a:lnTo>
                <a:lnTo>
                  <a:pt x="672387" y="484855"/>
                </a:lnTo>
                <a:lnTo>
                  <a:pt x="666016" y="480105"/>
                </a:lnTo>
                <a:lnTo>
                  <a:pt x="660282" y="474722"/>
                </a:lnTo>
                <a:lnTo>
                  <a:pt x="654867" y="469339"/>
                </a:lnTo>
                <a:lnTo>
                  <a:pt x="650089" y="463006"/>
                </a:lnTo>
                <a:lnTo>
                  <a:pt x="515347" y="264785"/>
                </a:lnTo>
                <a:lnTo>
                  <a:pt x="511206" y="257818"/>
                </a:lnTo>
                <a:lnTo>
                  <a:pt x="507702" y="250852"/>
                </a:lnTo>
                <a:lnTo>
                  <a:pt x="505154" y="243252"/>
                </a:lnTo>
                <a:lnTo>
                  <a:pt x="503243" y="236286"/>
                </a:lnTo>
                <a:lnTo>
                  <a:pt x="501969" y="228687"/>
                </a:lnTo>
                <a:lnTo>
                  <a:pt x="501650" y="221087"/>
                </a:lnTo>
                <a:lnTo>
                  <a:pt x="501969" y="213487"/>
                </a:lnTo>
                <a:lnTo>
                  <a:pt x="503243" y="206205"/>
                </a:lnTo>
                <a:lnTo>
                  <a:pt x="504835" y="198922"/>
                </a:lnTo>
                <a:lnTo>
                  <a:pt x="507702" y="191955"/>
                </a:lnTo>
                <a:lnTo>
                  <a:pt x="510888" y="184672"/>
                </a:lnTo>
                <a:lnTo>
                  <a:pt x="514392" y="178340"/>
                </a:lnTo>
                <a:lnTo>
                  <a:pt x="519170" y="172007"/>
                </a:lnTo>
                <a:lnTo>
                  <a:pt x="523948" y="166624"/>
                </a:lnTo>
                <a:lnTo>
                  <a:pt x="530000" y="160924"/>
                </a:lnTo>
                <a:lnTo>
                  <a:pt x="536371" y="156174"/>
                </a:lnTo>
                <a:lnTo>
                  <a:pt x="543060" y="152374"/>
                </a:lnTo>
                <a:lnTo>
                  <a:pt x="550387" y="148575"/>
                </a:lnTo>
                <a:lnTo>
                  <a:pt x="557713" y="146358"/>
                </a:lnTo>
                <a:lnTo>
                  <a:pt x="565039" y="144458"/>
                </a:lnTo>
                <a:lnTo>
                  <a:pt x="572684" y="143192"/>
                </a:lnTo>
                <a:lnTo>
                  <a:pt x="580011" y="142875"/>
                </a:lnTo>
                <a:close/>
                <a:moveTo>
                  <a:pt x="1813331" y="49212"/>
                </a:moveTo>
                <a:lnTo>
                  <a:pt x="1821259" y="49529"/>
                </a:lnTo>
                <a:lnTo>
                  <a:pt x="1828871" y="50796"/>
                </a:lnTo>
                <a:lnTo>
                  <a:pt x="1836483" y="52379"/>
                </a:lnTo>
                <a:lnTo>
                  <a:pt x="1843460" y="54913"/>
                </a:lnTo>
                <a:lnTo>
                  <a:pt x="1851072" y="58081"/>
                </a:lnTo>
                <a:lnTo>
                  <a:pt x="1857732" y="62515"/>
                </a:lnTo>
                <a:lnTo>
                  <a:pt x="1864075" y="67266"/>
                </a:lnTo>
                <a:lnTo>
                  <a:pt x="1869783" y="72334"/>
                </a:lnTo>
                <a:lnTo>
                  <a:pt x="1874858" y="78036"/>
                </a:lnTo>
                <a:lnTo>
                  <a:pt x="1879298" y="84371"/>
                </a:lnTo>
                <a:lnTo>
                  <a:pt x="1883104" y="90706"/>
                </a:lnTo>
                <a:lnTo>
                  <a:pt x="1886275" y="97357"/>
                </a:lnTo>
                <a:lnTo>
                  <a:pt x="1888812" y="104642"/>
                </a:lnTo>
                <a:lnTo>
                  <a:pt x="1890715" y="111928"/>
                </a:lnTo>
                <a:lnTo>
                  <a:pt x="1891984" y="119213"/>
                </a:lnTo>
                <a:lnTo>
                  <a:pt x="1892301" y="126815"/>
                </a:lnTo>
                <a:lnTo>
                  <a:pt x="1891984" y="134100"/>
                </a:lnTo>
                <a:lnTo>
                  <a:pt x="1890715" y="142018"/>
                </a:lnTo>
                <a:lnTo>
                  <a:pt x="1889130" y="149620"/>
                </a:lnTo>
                <a:lnTo>
                  <a:pt x="1886275" y="156905"/>
                </a:lnTo>
                <a:lnTo>
                  <a:pt x="1882787" y="163874"/>
                </a:lnTo>
                <a:lnTo>
                  <a:pt x="1752438" y="407768"/>
                </a:lnTo>
                <a:lnTo>
                  <a:pt x="1747998" y="415053"/>
                </a:lnTo>
                <a:lnTo>
                  <a:pt x="1743240" y="421388"/>
                </a:lnTo>
                <a:lnTo>
                  <a:pt x="1738166" y="426773"/>
                </a:lnTo>
                <a:lnTo>
                  <a:pt x="1732457" y="431841"/>
                </a:lnTo>
                <a:lnTo>
                  <a:pt x="1726114" y="436275"/>
                </a:lnTo>
                <a:lnTo>
                  <a:pt x="1719771" y="440393"/>
                </a:lnTo>
                <a:lnTo>
                  <a:pt x="1713111" y="443560"/>
                </a:lnTo>
                <a:lnTo>
                  <a:pt x="1705817" y="445778"/>
                </a:lnTo>
                <a:lnTo>
                  <a:pt x="1698522" y="447678"/>
                </a:lnTo>
                <a:lnTo>
                  <a:pt x="1691228" y="448945"/>
                </a:lnTo>
                <a:lnTo>
                  <a:pt x="1683616" y="449262"/>
                </a:lnTo>
                <a:lnTo>
                  <a:pt x="1676322" y="448945"/>
                </a:lnTo>
                <a:lnTo>
                  <a:pt x="1668393" y="447678"/>
                </a:lnTo>
                <a:lnTo>
                  <a:pt x="1660781" y="445778"/>
                </a:lnTo>
                <a:lnTo>
                  <a:pt x="1653487" y="443560"/>
                </a:lnTo>
                <a:lnTo>
                  <a:pt x="1646510" y="439759"/>
                </a:lnTo>
                <a:lnTo>
                  <a:pt x="1639215" y="435959"/>
                </a:lnTo>
                <a:lnTo>
                  <a:pt x="1632872" y="431207"/>
                </a:lnTo>
                <a:lnTo>
                  <a:pt x="1627481" y="426139"/>
                </a:lnTo>
                <a:lnTo>
                  <a:pt x="1622406" y="420121"/>
                </a:lnTo>
                <a:lnTo>
                  <a:pt x="1617966" y="414103"/>
                </a:lnTo>
                <a:lnTo>
                  <a:pt x="1613843" y="407451"/>
                </a:lnTo>
                <a:lnTo>
                  <a:pt x="1610672" y="400800"/>
                </a:lnTo>
                <a:lnTo>
                  <a:pt x="1608452" y="393515"/>
                </a:lnTo>
                <a:lnTo>
                  <a:pt x="1606549" y="386546"/>
                </a:lnTo>
                <a:lnTo>
                  <a:pt x="1605280" y="378944"/>
                </a:lnTo>
                <a:lnTo>
                  <a:pt x="1604963" y="371342"/>
                </a:lnTo>
                <a:lnTo>
                  <a:pt x="1605280" y="363740"/>
                </a:lnTo>
                <a:lnTo>
                  <a:pt x="1606549" y="356455"/>
                </a:lnTo>
                <a:lnTo>
                  <a:pt x="1608135" y="348853"/>
                </a:lnTo>
                <a:lnTo>
                  <a:pt x="1610672" y="341252"/>
                </a:lnTo>
                <a:lnTo>
                  <a:pt x="1614478" y="334283"/>
                </a:lnTo>
                <a:lnTo>
                  <a:pt x="1745143" y="90389"/>
                </a:lnTo>
                <a:lnTo>
                  <a:pt x="1749266" y="83420"/>
                </a:lnTo>
                <a:lnTo>
                  <a:pt x="1754024" y="77086"/>
                </a:lnTo>
                <a:lnTo>
                  <a:pt x="1759098" y="71701"/>
                </a:lnTo>
                <a:lnTo>
                  <a:pt x="1764490" y="66633"/>
                </a:lnTo>
                <a:lnTo>
                  <a:pt x="1770833" y="62198"/>
                </a:lnTo>
                <a:lnTo>
                  <a:pt x="1777176" y="58081"/>
                </a:lnTo>
                <a:lnTo>
                  <a:pt x="1784470" y="54913"/>
                </a:lnTo>
                <a:lnTo>
                  <a:pt x="1791130" y="52379"/>
                </a:lnTo>
                <a:lnTo>
                  <a:pt x="1798742" y="50796"/>
                </a:lnTo>
                <a:lnTo>
                  <a:pt x="1805719" y="49529"/>
                </a:lnTo>
                <a:lnTo>
                  <a:pt x="1813331" y="49212"/>
                </a:lnTo>
                <a:close/>
                <a:moveTo>
                  <a:pt x="952183" y="14287"/>
                </a:moveTo>
                <a:lnTo>
                  <a:pt x="959803" y="14921"/>
                </a:lnTo>
                <a:lnTo>
                  <a:pt x="967106" y="16190"/>
                </a:lnTo>
                <a:lnTo>
                  <a:pt x="974408" y="18094"/>
                </a:lnTo>
                <a:lnTo>
                  <a:pt x="981393" y="20949"/>
                </a:lnTo>
                <a:lnTo>
                  <a:pt x="988378" y="24121"/>
                </a:lnTo>
                <a:lnTo>
                  <a:pt x="994728" y="27928"/>
                </a:lnTo>
                <a:lnTo>
                  <a:pt x="1000443" y="32686"/>
                </a:lnTo>
                <a:lnTo>
                  <a:pt x="1006158" y="38079"/>
                </a:lnTo>
                <a:lnTo>
                  <a:pt x="1010921" y="43472"/>
                </a:lnTo>
                <a:lnTo>
                  <a:pt x="1015684" y="49817"/>
                </a:lnTo>
                <a:lnTo>
                  <a:pt x="1019176" y="56479"/>
                </a:lnTo>
                <a:lnTo>
                  <a:pt x="1022668" y="63775"/>
                </a:lnTo>
                <a:lnTo>
                  <a:pt x="1025209" y="71388"/>
                </a:lnTo>
                <a:lnTo>
                  <a:pt x="1086169" y="289326"/>
                </a:lnTo>
                <a:lnTo>
                  <a:pt x="1088391" y="297257"/>
                </a:lnTo>
                <a:lnTo>
                  <a:pt x="1089026" y="304871"/>
                </a:lnTo>
                <a:lnTo>
                  <a:pt x="1089026" y="312801"/>
                </a:lnTo>
                <a:lnTo>
                  <a:pt x="1088709" y="320415"/>
                </a:lnTo>
                <a:lnTo>
                  <a:pt x="1087439" y="327711"/>
                </a:lnTo>
                <a:lnTo>
                  <a:pt x="1085216" y="335008"/>
                </a:lnTo>
                <a:lnTo>
                  <a:pt x="1082676" y="341987"/>
                </a:lnTo>
                <a:lnTo>
                  <a:pt x="1079184" y="348966"/>
                </a:lnTo>
                <a:lnTo>
                  <a:pt x="1075056" y="355310"/>
                </a:lnTo>
                <a:lnTo>
                  <a:pt x="1070294" y="361021"/>
                </a:lnTo>
                <a:lnTo>
                  <a:pt x="1065214" y="366731"/>
                </a:lnTo>
                <a:lnTo>
                  <a:pt x="1059816" y="371806"/>
                </a:lnTo>
                <a:lnTo>
                  <a:pt x="1053466" y="376248"/>
                </a:lnTo>
                <a:lnTo>
                  <a:pt x="1047116" y="380054"/>
                </a:lnTo>
                <a:lnTo>
                  <a:pt x="1039496" y="383227"/>
                </a:lnTo>
                <a:lnTo>
                  <a:pt x="1031876" y="385765"/>
                </a:lnTo>
                <a:lnTo>
                  <a:pt x="1024256" y="387668"/>
                </a:lnTo>
                <a:lnTo>
                  <a:pt x="1016318" y="388620"/>
                </a:lnTo>
                <a:lnTo>
                  <a:pt x="1008381" y="388937"/>
                </a:lnTo>
                <a:lnTo>
                  <a:pt x="1001078" y="387985"/>
                </a:lnTo>
                <a:lnTo>
                  <a:pt x="993458" y="387033"/>
                </a:lnTo>
                <a:lnTo>
                  <a:pt x="986156" y="384813"/>
                </a:lnTo>
                <a:lnTo>
                  <a:pt x="979171" y="382275"/>
                </a:lnTo>
                <a:lnTo>
                  <a:pt x="972503" y="378468"/>
                </a:lnTo>
                <a:lnTo>
                  <a:pt x="966153" y="374661"/>
                </a:lnTo>
                <a:lnTo>
                  <a:pt x="960121" y="370220"/>
                </a:lnTo>
                <a:lnTo>
                  <a:pt x="954406" y="365145"/>
                </a:lnTo>
                <a:lnTo>
                  <a:pt x="949643" y="359117"/>
                </a:lnTo>
                <a:lnTo>
                  <a:pt x="944881" y="353090"/>
                </a:lnTo>
                <a:lnTo>
                  <a:pt x="941388" y="346428"/>
                </a:lnTo>
                <a:lnTo>
                  <a:pt x="938213" y="339449"/>
                </a:lnTo>
                <a:lnTo>
                  <a:pt x="935356" y="331835"/>
                </a:lnTo>
                <a:lnTo>
                  <a:pt x="874396" y="113580"/>
                </a:lnTo>
                <a:lnTo>
                  <a:pt x="872808" y="105649"/>
                </a:lnTo>
                <a:lnTo>
                  <a:pt x="871538" y="97719"/>
                </a:lnTo>
                <a:lnTo>
                  <a:pt x="871538" y="90422"/>
                </a:lnTo>
                <a:lnTo>
                  <a:pt x="871856" y="82492"/>
                </a:lnTo>
                <a:lnTo>
                  <a:pt x="873443" y="75195"/>
                </a:lnTo>
                <a:lnTo>
                  <a:pt x="875666" y="67582"/>
                </a:lnTo>
                <a:lnTo>
                  <a:pt x="878206" y="60920"/>
                </a:lnTo>
                <a:lnTo>
                  <a:pt x="881381" y="54258"/>
                </a:lnTo>
                <a:lnTo>
                  <a:pt x="885508" y="47913"/>
                </a:lnTo>
                <a:lnTo>
                  <a:pt x="890271" y="41886"/>
                </a:lnTo>
                <a:lnTo>
                  <a:pt x="895351" y="36493"/>
                </a:lnTo>
                <a:lnTo>
                  <a:pt x="901066" y="31100"/>
                </a:lnTo>
                <a:lnTo>
                  <a:pt x="907416" y="26976"/>
                </a:lnTo>
                <a:lnTo>
                  <a:pt x="914083" y="22852"/>
                </a:lnTo>
                <a:lnTo>
                  <a:pt x="921068" y="19680"/>
                </a:lnTo>
                <a:lnTo>
                  <a:pt x="928688" y="16825"/>
                </a:lnTo>
                <a:lnTo>
                  <a:pt x="936626" y="15239"/>
                </a:lnTo>
                <a:lnTo>
                  <a:pt x="944246" y="14604"/>
                </a:lnTo>
                <a:lnTo>
                  <a:pt x="952183" y="14287"/>
                </a:lnTo>
                <a:close/>
                <a:moveTo>
                  <a:pt x="1362909" y="0"/>
                </a:moveTo>
                <a:lnTo>
                  <a:pt x="1370792" y="953"/>
                </a:lnTo>
                <a:lnTo>
                  <a:pt x="1378676" y="2542"/>
                </a:lnTo>
                <a:lnTo>
                  <a:pt x="1386244" y="4449"/>
                </a:lnTo>
                <a:lnTo>
                  <a:pt x="1393497" y="7308"/>
                </a:lnTo>
                <a:lnTo>
                  <a:pt x="1400119" y="10804"/>
                </a:lnTo>
                <a:lnTo>
                  <a:pt x="1406426" y="15252"/>
                </a:lnTo>
                <a:lnTo>
                  <a:pt x="1412102" y="20019"/>
                </a:lnTo>
                <a:lnTo>
                  <a:pt x="1417463" y="25103"/>
                </a:lnTo>
                <a:lnTo>
                  <a:pt x="1422509" y="31141"/>
                </a:lnTo>
                <a:lnTo>
                  <a:pt x="1426293" y="37178"/>
                </a:lnTo>
                <a:lnTo>
                  <a:pt x="1430392" y="43851"/>
                </a:lnTo>
                <a:lnTo>
                  <a:pt x="1433231" y="50524"/>
                </a:lnTo>
                <a:lnTo>
                  <a:pt x="1435438" y="57833"/>
                </a:lnTo>
                <a:lnTo>
                  <a:pt x="1437015" y="65141"/>
                </a:lnTo>
                <a:lnTo>
                  <a:pt x="1438276" y="73085"/>
                </a:lnTo>
                <a:lnTo>
                  <a:pt x="1438276" y="81029"/>
                </a:lnTo>
                <a:lnTo>
                  <a:pt x="1437330" y="88973"/>
                </a:lnTo>
                <a:lnTo>
                  <a:pt x="1407057" y="316174"/>
                </a:lnTo>
                <a:lnTo>
                  <a:pt x="1405796" y="323800"/>
                </a:lnTo>
                <a:lnTo>
                  <a:pt x="1403588" y="331426"/>
                </a:lnTo>
                <a:lnTo>
                  <a:pt x="1400750" y="339053"/>
                </a:lnTo>
                <a:lnTo>
                  <a:pt x="1397281" y="345726"/>
                </a:lnTo>
                <a:lnTo>
                  <a:pt x="1392866" y="352081"/>
                </a:lnTo>
                <a:lnTo>
                  <a:pt x="1388136" y="357483"/>
                </a:lnTo>
                <a:lnTo>
                  <a:pt x="1383091" y="363203"/>
                </a:lnTo>
                <a:lnTo>
                  <a:pt x="1377730" y="367969"/>
                </a:lnTo>
                <a:lnTo>
                  <a:pt x="1371423" y="372418"/>
                </a:lnTo>
                <a:lnTo>
                  <a:pt x="1364485" y="375913"/>
                </a:lnTo>
                <a:lnTo>
                  <a:pt x="1357863" y="379091"/>
                </a:lnTo>
                <a:lnTo>
                  <a:pt x="1350926" y="381315"/>
                </a:lnTo>
                <a:lnTo>
                  <a:pt x="1343357" y="382904"/>
                </a:lnTo>
                <a:lnTo>
                  <a:pt x="1335474" y="383857"/>
                </a:lnTo>
                <a:lnTo>
                  <a:pt x="1327906" y="384175"/>
                </a:lnTo>
                <a:lnTo>
                  <a:pt x="1320022" y="383539"/>
                </a:lnTo>
                <a:lnTo>
                  <a:pt x="1312138" y="381951"/>
                </a:lnTo>
                <a:lnTo>
                  <a:pt x="1304570" y="379726"/>
                </a:lnTo>
                <a:lnTo>
                  <a:pt x="1297632" y="376549"/>
                </a:lnTo>
                <a:lnTo>
                  <a:pt x="1290380" y="373053"/>
                </a:lnTo>
                <a:lnTo>
                  <a:pt x="1284703" y="369240"/>
                </a:lnTo>
                <a:lnTo>
                  <a:pt x="1278712" y="364474"/>
                </a:lnTo>
                <a:lnTo>
                  <a:pt x="1273036" y="358754"/>
                </a:lnTo>
                <a:lnTo>
                  <a:pt x="1268305" y="353352"/>
                </a:lnTo>
                <a:lnTo>
                  <a:pt x="1264206" y="346997"/>
                </a:lnTo>
                <a:lnTo>
                  <a:pt x="1260422" y="340641"/>
                </a:lnTo>
                <a:lnTo>
                  <a:pt x="1257268" y="333333"/>
                </a:lnTo>
                <a:lnTo>
                  <a:pt x="1255061" y="326342"/>
                </a:lnTo>
                <a:lnTo>
                  <a:pt x="1253484" y="318716"/>
                </a:lnTo>
                <a:lnTo>
                  <a:pt x="1252538" y="311089"/>
                </a:lnTo>
                <a:lnTo>
                  <a:pt x="1252538" y="303145"/>
                </a:lnTo>
                <a:lnTo>
                  <a:pt x="1253169" y="295201"/>
                </a:lnTo>
                <a:lnTo>
                  <a:pt x="1283442" y="68001"/>
                </a:lnTo>
                <a:lnTo>
                  <a:pt x="1285019" y="60057"/>
                </a:lnTo>
                <a:lnTo>
                  <a:pt x="1287226" y="52431"/>
                </a:lnTo>
                <a:lnTo>
                  <a:pt x="1290064" y="45440"/>
                </a:lnTo>
                <a:lnTo>
                  <a:pt x="1293533" y="38767"/>
                </a:lnTo>
                <a:lnTo>
                  <a:pt x="1297632" y="32412"/>
                </a:lnTo>
                <a:lnTo>
                  <a:pt x="1302363" y="26374"/>
                </a:lnTo>
                <a:lnTo>
                  <a:pt x="1307723" y="21290"/>
                </a:lnTo>
                <a:lnTo>
                  <a:pt x="1313400" y="16524"/>
                </a:lnTo>
                <a:lnTo>
                  <a:pt x="1319706" y="12075"/>
                </a:lnTo>
                <a:lnTo>
                  <a:pt x="1326013" y="8579"/>
                </a:lnTo>
                <a:lnTo>
                  <a:pt x="1332951" y="5402"/>
                </a:lnTo>
                <a:lnTo>
                  <a:pt x="1340204" y="2860"/>
                </a:lnTo>
                <a:lnTo>
                  <a:pt x="1347772" y="1271"/>
                </a:lnTo>
                <a:lnTo>
                  <a:pt x="1355025" y="635"/>
                </a:lnTo>
                <a:lnTo>
                  <a:pt x="136290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" name="KSO_Shape">
            <a:extLst>
              <a:ext uri="{FF2B5EF4-FFF2-40B4-BE49-F238E27FC236}">
                <a16:creationId xmlns:a16="http://schemas.microsoft.com/office/drawing/2014/main" id="{3DD2BDD2-0E0E-4874-BE6A-6A3CEB4A64A6}"/>
              </a:ext>
            </a:extLst>
          </p:cNvPr>
          <p:cNvSpPr/>
          <p:nvPr/>
        </p:nvSpPr>
        <p:spPr>
          <a:xfrm>
            <a:off x="2036760" y="3158722"/>
            <a:ext cx="275238" cy="897515"/>
          </a:xfrm>
          <a:custGeom>
            <a:avLst/>
            <a:gdLst>
              <a:gd name="connsiteX0" fmla="*/ 859915 w 2448000"/>
              <a:gd name="connsiteY0" fmla="*/ 7024914 h 8003471"/>
              <a:gd name="connsiteX1" fmla="*/ 1588085 w 2448000"/>
              <a:gd name="connsiteY1" fmla="*/ 7024914 h 8003471"/>
              <a:gd name="connsiteX2" fmla="*/ 1588085 w 2448000"/>
              <a:gd name="connsiteY2" fmla="*/ 7699680 h 8003471"/>
              <a:gd name="connsiteX3" fmla="*/ 859915 w 2448000"/>
              <a:gd name="connsiteY3" fmla="*/ 8003471 h 8003471"/>
              <a:gd name="connsiteX4" fmla="*/ 0 w 2448000"/>
              <a:gd name="connsiteY4" fmla="*/ 6062134 h 8003471"/>
              <a:gd name="connsiteX5" fmla="*/ 2448000 w 2448000"/>
              <a:gd name="connsiteY5" fmla="*/ 6062134 h 8003471"/>
              <a:gd name="connsiteX6" fmla="*/ 2014384 w 2448000"/>
              <a:gd name="connsiteY6" fmla="*/ 6867677 h 8003471"/>
              <a:gd name="connsiteX7" fmla="*/ 433616 w 2448000"/>
              <a:gd name="connsiteY7" fmla="*/ 6867677 h 8003471"/>
              <a:gd name="connsiteX8" fmla="*/ 18000 w 2448000"/>
              <a:gd name="connsiteY8" fmla="*/ 941010 h 8003471"/>
              <a:gd name="connsiteX9" fmla="*/ 2430000 w 2448000"/>
              <a:gd name="connsiteY9" fmla="*/ 941010 h 8003471"/>
              <a:gd name="connsiteX10" fmla="*/ 2430000 w 2448000"/>
              <a:gd name="connsiteY10" fmla="*/ 5904896 h 8003471"/>
              <a:gd name="connsiteX11" fmla="*/ 18000 w 2448000"/>
              <a:gd name="connsiteY11" fmla="*/ 5904896 h 8003471"/>
              <a:gd name="connsiteX12" fmla="*/ 409886 w 2448000"/>
              <a:gd name="connsiteY12" fmla="*/ 0 h 8003471"/>
              <a:gd name="connsiteX13" fmla="*/ 2038114 w 2448000"/>
              <a:gd name="connsiteY13" fmla="*/ 0 h 8003471"/>
              <a:gd name="connsiteX14" fmla="*/ 2430000 w 2448000"/>
              <a:gd name="connsiteY14" fmla="*/ 391886 h 8003471"/>
              <a:gd name="connsiteX15" fmla="*/ 2430000 w 2448000"/>
              <a:gd name="connsiteY15" fmla="*/ 783772 h 8003471"/>
              <a:gd name="connsiteX16" fmla="*/ 18000 w 2448000"/>
              <a:gd name="connsiteY16" fmla="*/ 783772 h 8003471"/>
              <a:gd name="connsiteX17" fmla="*/ 18000 w 2448000"/>
              <a:gd name="connsiteY17" fmla="*/ 391886 h 8003471"/>
              <a:gd name="connsiteX18" fmla="*/ 409886 w 2448000"/>
              <a:gd name="connsiteY18" fmla="*/ 0 h 8003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448000" h="8003471">
                <a:moveTo>
                  <a:pt x="859915" y="7024914"/>
                </a:moveTo>
                <a:lnTo>
                  <a:pt x="1588085" y="7024914"/>
                </a:lnTo>
                <a:lnTo>
                  <a:pt x="1588085" y="7699680"/>
                </a:lnTo>
                <a:lnTo>
                  <a:pt x="859915" y="8003471"/>
                </a:lnTo>
                <a:close/>
                <a:moveTo>
                  <a:pt x="0" y="6062134"/>
                </a:moveTo>
                <a:lnTo>
                  <a:pt x="2448000" y="6062134"/>
                </a:lnTo>
                <a:lnTo>
                  <a:pt x="2014384" y="6867677"/>
                </a:lnTo>
                <a:lnTo>
                  <a:pt x="433616" y="6867677"/>
                </a:lnTo>
                <a:close/>
                <a:moveTo>
                  <a:pt x="18000" y="941010"/>
                </a:moveTo>
                <a:lnTo>
                  <a:pt x="2430000" y="941010"/>
                </a:lnTo>
                <a:lnTo>
                  <a:pt x="2430000" y="5904896"/>
                </a:lnTo>
                <a:lnTo>
                  <a:pt x="18000" y="5904896"/>
                </a:lnTo>
                <a:close/>
                <a:moveTo>
                  <a:pt x="409886" y="0"/>
                </a:moveTo>
                <a:lnTo>
                  <a:pt x="2038114" y="0"/>
                </a:lnTo>
                <a:cubicBezTo>
                  <a:pt x="2254547" y="0"/>
                  <a:pt x="2430000" y="175453"/>
                  <a:pt x="2430000" y="391886"/>
                </a:cubicBezTo>
                <a:lnTo>
                  <a:pt x="2430000" y="783772"/>
                </a:lnTo>
                <a:lnTo>
                  <a:pt x="18000" y="783772"/>
                </a:lnTo>
                <a:lnTo>
                  <a:pt x="18000" y="391886"/>
                </a:lnTo>
                <a:cubicBezTo>
                  <a:pt x="18000" y="175453"/>
                  <a:pt x="193453" y="0"/>
                  <a:pt x="40988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8" name="KSO_Shape">
            <a:extLst>
              <a:ext uri="{FF2B5EF4-FFF2-40B4-BE49-F238E27FC236}">
                <a16:creationId xmlns:a16="http://schemas.microsoft.com/office/drawing/2014/main" id="{4346206D-598F-4438-BC8F-6E9449850A48}"/>
              </a:ext>
            </a:extLst>
          </p:cNvPr>
          <p:cNvSpPr>
            <a:spLocks/>
          </p:cNvSpPr>
          <p:nvPr/>
        </p:nvSpPr>
        <p:spPr bwMode="auto">
          <a:xfrm>
            <a:off x="8648795" y="1949251"/>
            <a:ext cx="848153" cy="516072"/>
          </a:xfrm>
          <a:custGeom>
            <a:avLst/>
            <a:gdLst>
              <a:gd name="T0" fmla="*/ 1395067 w 3931"/>
              <a:gd name="T1" fmla="*/ 589725 h 2392"/>
              <a:gd name="T2" fmla="*/ 928365 w 3931"/>
              <a:gd name="T3" fmla="*/ 389484 h 2392"/>
              <a:gd name="T4" fmla="*/ 403040 w 3931"/>
              <a:gd name="T5" fmla="*/ 589725 h 2392"/>
              <a:gd name="T6" fmla="*/ 256480 w 3931"/>
              <a:gd name="T7" fmla="*/ 528782 h 2392"/>
              <a:gd name="T8" fmla="*/ 256480 w 3931"/>
              <a:gd name="T9" fmla="*/ 708403 h 2392"/>
              <a:gd name="T10" fmla="*/ 296326 w 3931"/>
              <a:gd name="T11" fmla="*/ 763389 h 2392"/>
              <a:gd name="T12" fmla="*/ 255564 w 3931"/>
              <a:gd name="T13" fmla="*/ 818375 h 2392"/>
              <a:gd name="T14" fmla="*/ 299074 w 3931"/>
              <a:gd name="T15" fmla="*/ 1011742 h 2392"/>
              <a:gd name="T16" fmla="*/ 170834 w 3931"/>
              <a:gd name="T17" fmla="*/ 1011742 h 2392"/>
              <a:gd name="T18" fmla="*/ 214802 w 3931"/>
              <a:gd name="T19" fmla="*/ 817458 h 2392"/>
              <a:gd name="T20" fmla="*/ 179078 w 3931"/>
              <a:gd name="T21" fmla="*/ 763389 h 2392"/>
              <a:gd name="T22" fmla="*/ 213428 w 3931"/>
              <a:gd name="T23" fmla="*/ 709777 h 2392"/>
              <a:gd name="T24" fmla="*/ 213428 w 3931"/>
              <a:gd name="T25" fmla="*/ 510911 h 2392"/>
              <a:gd name="T26" fmla="*/ 0 w 3931"/>
              <a:gd name="T27" fmla="*/ 421559 h 2392"/>
              <a:gd name="T28" fmla="*/ 938899 w 3931"/>
              <a:gd name="T29" fmla="*/ 0 h 2392"/>
              <a:gd name="T30" fmla="*/ 1800397 w 3931"/>
              <a:gd name="T31" fmla="*/ 427058 h 2392"/>
              <a:gd name="T32" fmla="*/ 1395067 w 3931"/>
              <a:gd name="T33" fmla="*/ 589725 h 2392"/>
              <a:gd name="T34" fmla="*/ 917831 w 3931"/>
              <a:gd name="T35" fmla="*/ 491208 h 2392"/>
              <a:gd name="T36" fmla="*/ 1341481 w 3931"/>
              <a:gd name="T37" fmla="*/ 635088 h 2392"/>
              <a:gd name="T38" fmla="*/ 1341481 w 3931"/>
              <a:gd name="T39" fmla="*/ 983791 h 2392"/>
              <a:gd name="T40" fmla="*/ 896306 w 3931"/>
              <a:gd name="T41" fmla="*/ 1096054 h 2392"/>
              <a:gd name="T42" fmla="*/ 503342 w 3931"/>
              <a:gd name="T43" fmla="*/ 983791 h 2392"/>
              <a:gd name="T44" fmla="*/ 503342 w 3931"/>
              <a:gd name="T45" fmla="*/ 635088 h 2392"/>
              <a:gd name="T46" fmla="*/ 917831 w 3931"/>
              <a:gd name="T47" fmla="*/ 491208 h 2392"/>
              <a:gd name="T48" fmla="*/ 912335 w 3931"/>
              <a:gd name="T49" fmla="*/ 1031904 h 2392"/>
              <a:gd name="T50" fmla="*/ 1254003 w 3931"/>
              <a:gd name="T51" fmla="*/ 946675 h 2392"/>
              <a:gd name="T52" fmla="*/ 912335 w 3931"/>
              <a:gd name="T53" fmla="*/ 860989 h 2392"/>
              <a:gd name="T54" fmla="*/ 571126 w 3931"/>
              <a:gd name="T55" fmla="*/ 946675 h 2392"/>
              <a:gd name="T56" fmla="*/ 912335 w 3931"/>
              <a:gd name="T57" fmla="*/ 1031904 h 239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931" h="2392">
                <a:moveTo>
                  <a:pt x="3046" y="1287"/>
                </a:moveTo>
                <a:cubicBezTo>
                  <a:pt x="3046" y="1287"/>
                  <a:pt x="2618" y="850"/>
                  <a:pt x="2027" y="850"/>
                </a:cubicBezTo>
                <a:cubicBezTo>
                  <a:pt x="1450" y="850"/>
                  <a:pt x="880" y="1287"/>
                  <a:pt x="880" y="1287"/>
                </a:cubicBezTo>
                <a:cubicBezTo>
                  <a:pt x="560" y="1154"/>
                  <a:pt x="560" y="1154"/>
                  <a:pt x="560" y="1154"/>
                </a:cubicBezTo>
                <a:cubicBezTo>
                  <a:pt x="560" y="1546"/>
                  <a:pt x="560" y="1546"/>
                  <a:pt x="560" y="1546"/>
                </a:cubicBezTo>
                <a:cubicBezTo>
                  <a:pt x="610" y="1563"/>
                  <a:pt x="647" y="1610"/>
                  <a:pt x="647" y="1666"/>
                </a:cubicBezTo>
                <a:cubicBezTo>
                  <a:pt x="647" y="1723"/>
                  <a:pt x="609" y="1769"/>
                  <a:pt x="558" y="1786"/>
                </a:cubicBezTo>
                <a:cubicBezTo>
                  <a:pt x="653" y="2208"/>
                  <a:pt x="653" y="2208"/>
                  <a:pt x="653" y="2208"/>
                </a:cubicBezTo>
                <a:cubicBezTo>
                  <a:pt x="373" y="2208"/>
                  <a:pt x="373" y="2208"/>
                  <a:pt x="373" y="2208"/>
                </a:cubicBezTo>
                <a:cubicBezTo>
                  <a:pt x="469" y="1784"/>
                  <a:pt x="469" y="1784"/>
                  <a:pt x="469" y="1784"/>
                </a:cubicBezTo>
                <a:cubicBezTo>
                  <a:pt x="423" y="1764"/>
                  <a:pt x="391" y="1719"/>
                  <a:pt x="391" y="1666"/>
                </a:cubicBezTo>
                <a:cubicBezTo>
                  <a:pt x="391" y="1614"/>
                  <a:pt x="422" y="1570"/>
                  <a:pt x="466" y="1549"/>
                </a:cubicBezTo>
                <a:cubicBezTo>
                  <a:pt x="466" y="1115"/>
                  <a:pt x="466" y="1115"/>
                  <a:pt x="466" y="1115"/>
                </a:cubicBezTo>
                <a:cubicBezTo>
                  <a:pt x="0" y="920"/>
                  <a:pt x="0" y="920"/>
                  <a:pt x="0" y="920"/>
                </a:cubicBezTo>
                <a:cubicBezTo>
                  <a:pt x="2050" y="0"/>
                  <a:pt x="2050" y="0"/>
                  <a:pt x="2050" y="0"/>
                </a:cubicBezTo>
                <a:cubicBezTo>
                  <a:pt x="3931" y="932"/>
                  <a:pt x="3931" y="932"/>
                  <a:pt x="3931" y="932"/>
                </a:cubicBezTo>
                <a:lnTo>
                  <a:pt x="3046" y="1287"/>
                </a:lnTo>
                <a:close/>
                <a:moveTo>
                  <a:pt x="2004" y="1072"/>
                </a:moveTo>
                <a:cubicBezTo>
                  <a:pt x="2598" y="1072"/>
                  <a:pt x="2929" y="1386"/>
                  <a:pt x="2929" y="1386"/>
                </a:cubicBezTo>
                <a:cubicBezTo>
                  <a:pt x="2929" y="2147"/>
                  <a:pt x="2929" y="2147"/>
                  <a:pt x="2929" y="2147"/>
                </a:cubicBezTo>
                <a:cubicBezTo>
                  <a:pt x="2929" y="2147"/>
                  <a:pt x="2586" y="2392"/>
                  <a:pt x="1957" y="2392"/>
                </a:cubicBezTo>
                <a:cubicBezTo>
                  <a:pt x="1328" y="2392"/>
                  <a:pt x="1099" y="2147"/>
                  <a:pt x="1099" y="2147"/>
                </a:cubicBezTo>
                <a:cubicBezTo>
                  <a:pt x="1099" y="1386"/>
                  <a:pt x="1099" y="1386"/>
                  <a:pt x="1099" y="1386"/>
                </a:cubicBezTo>
                <a:cubicBezTo>
                  <a:pt x="1099" y="1386"/>
                  <a:pt x="1410" y="1072"/>
                  <a:pt x="2004" y="1072"/>
                </a:cubicBezTo>
                <a:close/>
                <a:moveTo>
                  <a:pt x="1992" y="2252"/>
                </a:moveTo>
                <a:cubicBezTo>
                  <a:pt x="2404" y="2252"/>
                  <a:pt x="2738" y="2168"/>
                  <a:pt x="2738" y="2066"/>
                </a:cubicBezTo>
                <a:cubicBezTo>
                  <a:pt x="2738" y="1963"/>
                  <a:pt x="2404" y="1879"/>
                  <a:pt x="1992" y="1879"/>
                </a:cubicBezTo>
                <a:cubicBezTo>
                  <a:pt x="1581" y="1879"/>
                  <a:pt x="1247" y="1963"/>
                  <a:pt x="1247" y="2066"/>
                </a:cubicBezTo>
                <a:cubicBezTo>
                  <a:pt x="1247" y="2168"/>
                  <a:pt x="1581" y="2252"/>
                  <a:pt x="1992" y="2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KSO_Shape">
            <a:extLst>
              <a:ext uri="{FF2B5EF4-FFF2-40B4-BE49-F238E27FC236}">
                <a16:creationId xmlns:a16="http://schemas.microsoft.com/office/drawing/2014/main" id="{897954B6-8C16-45F7-A54B-B53D3814329F}"/>
              </a:ext>
            </a:extLst>
          </p:cNvPr>
          <p:cNvSpPr>
            <a:spLocks/>
          </p:cNvSpPr>
          <p:nvPr/>
        </p:nvSpPr>
        <p:spPr bwMode="auto">
          <a:xfrm>
            <a:off x="7595379" y="1783211"/>
            <a:ext cx="824219" cy="848153"/>
          </a:xfrm>
          <a:custGeom>
            <a:avLst/>
            <a:gdLst>
              <a:gd name="T0" fmla="*/ 1443836 w 3333"/>
              <a:gd name="T1" fmla="*/ 903609 h 3431"/>
              <a:gd name="T2" fmla="*/ 1368287 w 3333"/>
              <a:gd name="T3" fmla="*/ 893114 h 3431"/>
              <a:gd name="T4" fmla="*/ 1423900 w 3333"/>
              <a:gd name="T5" fmla="*/ 783443 h 3431"/>
              <a:gd name="T6" fmla="*/ 1444361 w 3333"/>
              <a:gd name="T7" fmla="*/ 784492 h 3431"/>
              <a:gd name="T8" fmla="*/ 1650548 w 3333"/>
              <a:gd name="T9" fmla="*/ 409825 h 3431"/>
              <a:gd name="T10" fmla="*/ 1470069 w 3333"/>
              <a:gd name="T11" fmla="*/ 201502 h 3431"/>
              <a:gd name="T12" fmla="*/ 1470069 w 3333"/>
              <a:gd name="T13" fmla="*/ 79761 h 3431"/>
              <a:gd name="T14" fmla="*/ 1748658 w 3333"/>
              <a:gd name="T15" fmla="*/ 409825 h 3431"/>
              <a:gd name="T16" fmla="*/ 1443836 w 3333"/>
              <a:gd name="T17" fmla="*/ 903609 h 3431"/>
              <a:gd name="T18" fmla="*/ 880887 w 3333"/>
              <a:gd name="T19" fmla="*/ 1170179 h 3431"/>
              <a:gd name="T20" fmla="*/ 317413 w 3333"/>
              <a:gd name="T21" fmla="*/ 354202 h 3431"/>
              <a:gd name="T22" fmla="*/ 319512 w 3333"/>
              <a:gd name="T23" fmla="*/ 0 h 3431"/>
              <a:gd name="T24" fmla="*/ 1433343 w 3333"/>
              <a:gd name="T25" fmla="*/ 0 h 3431"/>
              <a:gd name="T26" fmla="*/ 1433343 w 3333"/>
              <a:gd name="T27" fmla="*/ 354202 h 3431"/>
              <a:gd name="T28" fmla="*/ 880887 w 3333"/>
              <a:gd name="T29" fmla="*/ 1170179 h 3431"/>
              <a:gd name="T30" fmla="*/ 600724 w 3333"/>
              <a:gd name="T31" fmla="*/ 108097 h 3431"/>
              <a:gd name="T32" fmla="*/ 462217 w 3333"/>
              <a:gd name="T33" fmla="*/ 107573 h 3431"/>
              <a:gd name="T34" fmla="*/ 888757 w 3333"/>
              <a:gd name="T35" fmla="*/ 1071527 h 3431"/>
              <a:gd name="T36" fmla="*/ 600724 w 3333"/>
              <a:gd name="T37" fmla="*/ 108097 h 3431"/>
              <a:gd name="T38" fmla="*/ 304822 w 3333"/>
              <a:gd name="T39" fmla="*/ 784492 h 3431"/>
              <a:gd name="T40" fmla="*/ 324758 w 3333"/>
              <a:gd name="T41" fmla="*/ 783443 h 3431"/>
              <a:gd name="T42" fmla="*/ 380371 w 3333"/>
              <a:gd name="T43" fmla="*/ 893114 h 3431"/>
              <a:gd name="T44" fmla="*/ 304822 w 3333"/>
              <a:gd name="T45" fmla="*/ 903609 h 3431"/>
              <a:gd name="T46" fmla="*/ 0 w 3333"/>
              <a:gd name="T47" fmla="*/ 409825 h 3431"/>
              <a:gd name="T48" fmla="*/ 278589 w 3333"/>
              <a:gd name="T49" fmla="*/ 79761 h 3431"/>
              <a:gd name="T50" fmla="*/ 278589 w 3333"/>
              <a:gd name="T51" fmla="*/ 201502 h 3431"/>
              <a:gd name="T52" fmla="*/ 98110 w 3333"/>
              <a:gd name="T53" fmla="*/ 409825 h 3431"/>
              <a:gd name="T54" fmla="*/ 304822 w 3333"/>
              <a:gd name="T55" fmla="*/ 784492 h 3431"/>
              <a:gd name="T56" fmla="*/ 776482 w 3333"/>
              <a:gd name="T57" fmla="*/ 1318157 h 3431"/>
              <a:gd name="T58" fmla="*/ 871443 w 3333"/>
              <a:gd name="T59" fmla="*/ 1223178 h 3431"/>
              <a:gd name="T60" fmla="*/ 966405 w 3333"/>
              <a:gd name="T61" fmla="*/ 1318157 h 3431"/>
              <a:gd name="T62" fmla="*/ 871443 w 3333"/>
              <a:gd name="T63" fmla="*/ 1413661 h 3431"/>
              <a:gd name="T64" fmla="*/ 776482 w 3333"/>
              <a:gd name="T65" fmla="*/ 1318157 h 3431"/>
              <a:gd name="T66" fmla="*/ 1147934 w 3333"/>
              <a:gd name="T67" fmla="*/ 1530679 h 3431"/>
              <a:gd name="T68" fmla="*/ 1057694 w 3333"/>
              <a:gd name="T69" fmla="*/ 1620410 h 3431"/>
              <a:gd name="T70" fmla="*/ 695686 w 3333"/>
              <a:gd name="T71" fmla="*/ 1620410 h 3431"/>
              <a:gd name="T72" fmla="*/ 605446 w 3333"/>
              <a:gd name="T73" fmla="*/ 1530679 h 3431"/>
              <a:gd name="T74" fmla="*/ 695686 w 3333"/>
              <a:gd name="T75" fmla="*/ 1440423 h 3431"/>
              <a:gd name="T76" fmla="*/ 1057694 w 3333"/>
              <a:gd name="T77" fmla="*/ 1440423 h 3431"/>
              <a:gd name="T78" fmla="*/ 1147934 w 3333"/>
              <a:gd name="T79" fmla="*/ 1530679 h 3431"/>
              <a:gd name="T80" fmla="*/ 515206 w 3333"/>
              <a:gd name="T81" fmla="*/ 1656617 h 3431"/>
              <a:gd name="T82" fmla="*/ 1199350 w 3333"/>
              <a:gd name="T83" fmla="*/ 1656617 h 3431"/>
              <a:gd name="T84" fmla="*/ 1289589 w 3333"/>
              <a:gd name="T85" fmla="*/ 1800397 h 3431"/>
              <a:gd name="T86" fmla="*/ 425491 w 3333"/>
              <a:gd name="T87" fmla="*/ 1800397 h 3431"/>
              <a:gd name="T88" fmla="*/ 515206 w 3333"/>
              <a:gd name="T89" fmla="*/ 1656617 h 343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3333" h="3431">
                <a:moveTo>
                  <a:pt x="2752" y="1722"/>
                </a:moveTo>
                <a:cubicBezTo>
                  <a:pt x="2703" y="1722"/>
                  <a:pt x="2655" y="1715"/>
                  <a:pt x="2608" y="1702"/>
                </a:cubicBezTo>
                <a:cubicBezTo>
                  <a:pt x="2647" y="1637"/>
                  <a:pt x="2683" y="1567"/>
                  <a:pt x="2714" y="1493"/>
                </a:cubicBezTo>
                <a:cubicBezTo>
                  <a:pt x="2727" y="1494"/>
                  <a:pt x="2740" y="1495"/>
                  <a:pt x="2753" y="1495"/>
                </a:cubicBezTo>
                <a:cubicBezTo>
                  <a:pt x="3011" y="1495"/>
                  <a:pt x="3146" y="1093"/>
                  <a:pt x="3146" y="781"/>
                </a:cubicBezTo>
                <a:cubicBezTo>
                  <a:pt x="3146" y="520"/>
                  <a:pt x="3000" y="384"/>
                  <a:pt x="2802" y="384"/>
                </a:cubicBezTo>
                <a:cubicBezTo>
                  <a:pt x="2802" y="304"/>
                  <a:pt x="2802" y="221"/>
                  <a:pt x="2802" y="152"/>
                </a:cubicBezTo>
                <a:cubicBezTo>
                  <a:pt x="3104" y="152"/>
                  <a:pt x="3333" y="394"/>
                  <a:pt x="3333" y="781"/>
                </a:cubicBezTo>
                <a:cubicBezTo>
                  <a:pt x="3333" y="1218"/>
                  <a:pt x="3114" y="1722"/>
                  <a:pt x="2752" y="1722"/>
                </a:cubicBezTo>
                <a:close/>
                <a:moveTo>
                  <a:pt x="1679" y="2230"/>
                </a:moveTo>
                <a:cubicBezTo>
                  <a:pt x="1110" y="2230"/>
                  <a:pt x="605" y="1534"/>
                  <a:pt x="605" y="675"/>
                </a:cubicBezTo>
                <a:cubicBezTo>
                  <a:pt x="605" y="633"/>
                  <a:pt x="607" y="42"/>
                  <a:pt x="609" y="0"/>
                </a:cubicBezTo>
                <a:cubicBezTo>
                  <a:pt x="2732" y="0"/>
                  <a:pt x="2732" y="0"/>
                  <a:pt x="2732" y="0"/>
                </a:cubicBezTo>
                <a:cubicBezTo>
                  <a:pt x="2735" y="42"/>
                  <a:pt x="2732" y="633"/>
                  <a:pt x="2732" y="675"/>
                </a:cubicBezTo>
                <a:cubicBezTo>
                  <a:pt x="2732" y="1534"/>
                  <a:pt x="2249" y="2230"/>
                  <a:pt x="1679" y="2230"/>
                </a:cubicBezTo>
                <a:close/>
                <a:moveTo>
                  <a:pt x="1145" y="206"/>
                </a:moveTo>
                <a:cubicBezTo>
                  <a:pt x="881" y="205"/>
                  <a:pt x="881" y="205"/>
                  <a:pt x="881" y="205"/>
                </a:cubicBezTo>
                <a:cubicBezTo>
                  <a:pt x="881" y="205"/>
                  <a:pt x="854" y="1982"/>
                  <a:pt x="1694" y="2042"/>
                </a:cubicBezTo>
                <a:cubicBezTo>
                  <a:pt x="1051" y="1570"/>
                  <a:pt x="1145" y="206"/>
                  <a:pt x="1145" y="206"/>
                </a:cubicBezTo>
                <a:close/>
                <a:moveTo>
                  <a:pt x="581" y="1495"/>
                </a:moveTo>
                <a:cubicBezTo>
                  <a:pt x="594" y="1495"/>
                  <a:pt x="606" y="1494"/>
                  <a:pt x="619" y="1493"/>
                </a:cubicBezTo>
                <a:cubicBezTo>
                  <a:pt x="650" y="1567"/>
                  <a:pt x="686" y="1637"/>
                  <a:pt x="725" y="1702"/>
                </a:cubicBezTo>
                <a:cubicBezTo>
                  <a:pt x="679" y="1715"/>
                  <a:pt x="630" y="1722"/>
                  <a:pt x="581" y="1722"/>
                </a:cubicBezTo>
                <a:cubicBezTo>
                  <a:pt x="219" y="1722"/>
                  <a:pt x="0" y="1218"/>
                  <a:pt x="0" y="781"/>
                </a:cubicBezTo>
                <a:cubicBezTo>
                  <a:pt x="0" y="394"/>
                  <a:pt x="229" y="152"/>
                  <a:pt x="531" y="152"/>
                </a:cubicBezTo>
                <a:cubicBezTo>
                  <a:pt x="531" y="221"/>
                  <a:pt x="531" y="304"/>
                  <a:pt x="531" y="384"/>
                </a:cubicBezTo>
                <a:cubicBezTo>
                  <a:pt x="333" y="384"/>
                  <a:pt x="187" y="520"/>
                  <a:pt x="187" y="781"/>
                </a:cubicBezTo>
                <a:cubicBezTo>
                  <a:pt x="187" y="1093"/>
                  <a:pt x="322" y="1495"/>
                  <a:pt x="581" y="1495"/>
                </a:cubicBezTo>
                <a:close/>
                <a:moveTo>
                  <a:pt x="1480" y="2512"/>
                </a:moveTo>
                <a:cubicBezTo>
                  <a:pt x="1480" y="2412"/>
                  <a:pt x="1561" y="2331"/>
                  <a:pt x="1661" y="2331"/>
                </a:cubicBezTo>
                <a:cubicBezTo>
                  <a:pt x="1761" y="2331"/>
                  <a:pt x="1842" y="2412"/>
                  <a:pt x="1842" y="2512"/>
                </a:cubicBezTo>
                <a:cubicBezTo>
                  <a:pt x="1842" y="2613"/>
                  <a:pt x="1761" y="2694"/>
                  <a:pt x="1661" y="2694"/>
                </a:cubicBezTo>
                <a:cubicBezTo>
                  <a:pt x="1561" y="2694"/>
                  <a:pt x="1480" y="2613"/>
                  <a:pt x="1480" y="2512"/>
                </a:cubicBezTo>
                <a:close/>
                <a:moveTo>
                  <a:pt x="2188" y="2917"/>
                </a:moveTo>
                <a:cubicBezTo>
                  <a:pt x="2188" y="3011"/>
                  <a:pt x="2111" y="3088"/>
                  <a:pt x="2016" y="3088"/>
                </a:cubicBezTo>
                <a:cubicBezTo>
                  <a:pt x="1326" y="3088"/>
                  <a:pt x="1326" y="3088"/>
                  <a:pt x="1326" y="3088"/>
                </a:cubicBezTo>
                <a:cubicBezTo>
                  <a:pt x="1231" y="3088"/>
                  <a:pt x="1154" y="3011"/>
                  <a:pt x="1154" y="2917"/>
                </a:cubicBezTo>
                <a:cubicBezTo>
                  <a:pt x="1154" y="2822"/>
                  <a:pt x="1231" y="2745"/>
                  <a:pt x="1326" y="2745"/>
                </a:cubicBezTo>
                <a:cubicBezTo>
                  <a:pt x="2016" y="2745"/>
                  <a:pt x="2016" y="2745"/>
                  <a:pt x="2016" y="2745"/>
                </a:cubicBezTo>
                <a:cubicBezTo>
                  <a:pt x="2111" y="2745"/>
                  <a:pt x="2188" y="2822"/>
                  <a:pt x="2188" y="2917"/>
                </a:cubicBezTo>
                <a:close/>
                <a:moveTo>
                  <a:pt x="982" y="3157"/>
                </a:moveTo>
                <a:cubicBezTo>
                  <a:pt x="2286" y="3157"/>
                  <a:pt x="2286" y="3157"/>
                  <a:pt x="2286" y="3157"/>
                </a:cubicBezTo>
                <a:cubicBezTo>
                  <a:pt x="2441" y="3157"/>
                  <a:pt x="2458" y="3337"/>
                  <a:pt x="2458" y="3431"/>
                </a:cubicBezTo>
                <a:cubicBezTo>
                  <a:pt x="1750" y="3431"/>
                  <a:pt x="1506" y="3431"/>
                  <a:pt x="811" y="3431"/>
                </a:cubicBezTo>
                <a:cubicBezTo>
                  <a:pt x="811" y="3337"/>
                  <a:pt x="823" y="3157"/>
                  <a:pt x="982" y="3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KSO_Shape">
            <a:extLst>
              <a:ext uri="{FF2B5EF4-FFF2-40B4-BE49-F238E27FC236}">
                <a16:creationId xmlns:a16="http://schemas.microsoft.com/office/drawing/2014/main" id="{CE73EF4C-549D-42FB-A5E9-281C8EFDC4AC}"/>
              </a:ext>
            </a:extLst>
          </p:cNvPr>
          <p:cNvSpPr>
            <a:spLocks/>
          </p:cNvSpPr>
          <p:nvPr/>
        </p:nvSpPr>
        <p:spPr bwMode="auto">
          <a:xfrm>
            <a:off x="6605465" y="1758529"/>
            <a:ext cx="688096" cy="897517"/>
          </a:xfrm>
          <a:custGeom>
            <a:avLst/>
            <a:gdLst>
              <a:gd name="T0" fmla="*/ 704528 w 4844"/>
              <a:gd name="T1" fmla="*/ 1336636 h 6318"/>
              <a:gd name="T2" fmla="*/ 797459 w 4844"/>
              <a:gd name="T3" fmla="*/ 1364677 h 6318"/>
              <a:gd name="T4" fmla="*/ 920563 w 4844"/>
              <a:gd name="T5" fmla="*/ 1365280 h 6318"/>
              <a:gd name="T6" fmla="*/ 1065693 w 4844"/>
              <a:gd name="T7" fmla="*/ 1313720 h 6318"/>
              <a:gd name="T8" fmla="*/ 1188495 w 4844"/>
              <a:gd name="T9" fmla="*/ 1220551 h 6318"/>
              <a:gd name="T10" fmla="*/ 1269961 w 4844"/>
              <a:gd name="T11" fmla="*/ 1130396 h 6318"/>
              <a:gd name="T12" fmla="*/ 1352332 w 4844"/>
              <a:gd name="T13" fmla="*/ 1012502 h 6318"/>
              <a:gd name="T14" fmla="*/ 1443452 w 4844"/>
              <a:gd name="T15" fmla="*/ 845461 h 6318"/>
              <a:gd name="T16" fmla="*/ 1334530 w 4844"/>
              <a:gd name="T17" fmla="*/ 792996 h 6318"/>
              <a:gd name="T18" fmla="*/ 1167676 w 4844"/>
              <a:gd name="T19" fmla="*/ 794805 h 6318"/>
              <a:gd name="T20" fmla="*/ 996598 w 4844"/>
              <a:gd name="T21" fmla="*/ 825259 h 6318"/>
              <a:gd name="T22" fmla="*/ 842416 w 4844"/>
              <a:gd name="T23" fmla="*/ 893704 h 6318"/>
              <a:gd name="T24" fmla="*/ 771813 w 4844"/>
              <a:gd name="T25" fmla="*/ 950389 h 6318"/>
              <a:gd name="T26" fmla="*/ 712674 w 4844"/>
              <a:gd name="T27" fmla="*/ 1023357 h 6318"/>
              <a:gd name="T28" fmla="*/ 668924 w 4844"/>
              <a:gd name="T29" fmla="*/ 1115019 h 6318"/>
              <a:gd name="T30" fmla="*/ 643579 w 4844"/>
              <a:gd name="T31" fmla="*/ 1226883 h 6318"/>
              <a:gd name="T32" fmla="*/ 691554 w 4844"/>
              <a:gd name="T33" fmla="*/ 1710821 h 6318"/>
              <a:gd name="T34" fmla="*/ 604053 w 4844"/>
              <a:gd name="T35" fmla="*/ 1548906 h 6318"/>
              <a:gd name="T36" fmla="*/ 570562 w 4844"/>
              <a:gd name="T37" fmla="*/ 1438549 h 6318"/>
              <a:gd name="T38" fmla="*/ 554571 w 4844"/>
              <a:gd name="T39" fmla="*/ 1314926 h 6318"/>
              <a:gd name="T40" fmla="*/ 561812 w 4844"/>
              <a:gd name="T41" fmla="*/ 1177132 h 6318"/>
              <a:gd name="T42" fmla="*/ 596510 w 4844"/>
              <a:gd name="T43" fmla="*/ 1026372 h 6318"/>
              <a:gd name="T44" fmla="*/ 664097 w 4844"/>
              <a:gd name="T45" fmla="*/ 861743 h 6318"/>
              <a:gd name="T46" fmla="*/ 766683 w 4844"/>
              <a:gd name="T47" fmla="*/ 629271 h 6318"/>
              <a:gd name="T48" fmla="*/ 814054 w 4844"/>
              <a:gd name="T49" fmla="*/ 410368 h 6318"/>
              <a:gd name="T50" fmla="*/ 800778 w 4844"/>
              <a:gd name="T51" fmla="*/ 247246 h 6318"/>
              <a:gd name="T52" fmla="*/ 748278 w 4844"/>
              <a:gd name="T53" fmla="*/ 132367 h 6318"/>
              <a:gd name="T54" fmla="*/ 678580 w 4844"/>
              <a:gd name="T55" fmla="*/ 57892 h 6318"/>
              <a:gd name="T56" fmla="*/ 591984 w 4844"/>
              <a:gd name="T57" fmla="*/ 6935 h 6318"/>
              <a:gd name="T58" fmla="*/ 606769 w 4844"/>
              <a:gd name="T59" fmla="*/ 19900 h 6318"/>
              <a:gd name="T60" fmla="*/ 679183 w 4844"/>
              <a:gd name="T61" fmla="*/ 88044 h 6318"/>
              <a:gd name="T62" fmla="*/ 730175 w 4844"/>
              <a:gd name="T63" fmla="*/ 175786 h 6318"/>
              <a:gd name="T64" fmla="*/ 756425 w 4844"/>
              <a:gd name="T65" fmla="*/ 299710 h 6318"/>
              <a:gd name="T66" fmla="*/ 738019 w 4844"/>
              <a:gd name="T67" fmla="*/ 464340 h 6318"/>
              <a:gd name="T68" fmla="*/ 656252 w 4844"/>
              <a:gd name="T69" fmla="*/ 673594 h 6318"/>
              <a:gd name="T70" fmla="*/ 602243 w 4844"/>
              <a:gd name="T71" fmla="*/ 735104 h 6318"/>
              <a:gd name="T72" fmla="*/ 604657 w 4844"/>
              <a:gd name="T73" fmla="*/ 637714 h 6318"/>
              <a:gd name="T74" fmla="*/ 587459 w 4844"/>
              <a:gd name="T75" fmla="*/ 550273 h 6318"/>
              <a:gd name="T76" fmla="*/ 548536 w 4844"/>
              <a:gd name="T77" fmla="*/ 464642 h 6318"/>
              <a:gd name="T78" fmla="*/ 442027 w 4844"/>
              <a:gd name="T79" fmla="*/ 338305 h 6318"/>
              <a:gd name="T80" fmla="*/ 308665 w 4844"/>
              <a:gd name="T81" fmla="*/ 244231 h 6318"/>
              <a:gd name="T82" fmla="*/ 160518 w 4844"/>
              <a:gd name="T83" fmla="*/ 174278 h 6318"/>
              <a:gd name="T84" fmla="*/ 0 w 4844"/>
              <a:gd name="T85" fmla="*/ 123925 h 6318"/>
              <a:gd name="T86" fmla="*/ 25647 w 4844"/>
              <a:gd name="T87" fmla="*/ 404639 h 6318"/>
              <a:gd name="T88" fmla="*/ 84181 w 4844"/>
              <a:gd name="T89" fmla="*/ 609672 h 6318"/>
              <a:gd name="T90" fmla="*/ 165647 w 4844"/>
              <a:gd name="T91" fmla="*/ 749577 h 6318"/>
              <a:gd name="T92" fmla="*/ 259484 w 4844"/>
              <a:gd name="T93" fmla="*/ 837018 h 6318"/>
              <a:gd name="T94" fmla="*/ 355130 w 4844"/>
              <a:gd name="T95" fmla="*/ 883452 h 6318"/>
              <a:gd name="T96" fmla="*/ 442631 w 4844"/>
              <a:gd name="T97" fmla="*/ 900337 h 6318"/>
              <a:gd name="T98" fmla="*/ 486984 w 4844"/>
              <a:gd name="T99" fmla="*/ 950691 h 6318"/>
              <a:gd name="T100" fmla="*/ 416682 w 4844"/>
              <a:gd name="T101" fmla="*/ 1097229 h 6318"/>
              <a:gd name="T102" fmla="*/ 376251 w 4844"/>
              <a:gd name="T103" fmla="*/ 1234119 h 6318"/>
              <a:gd name="T104" fmla="*/ 360863 w 4844"/>
              <a:gd name="T105" fmla="*/ 1359853 h 6318"/>
              <a:gd name="T106" fmla="*/ 366294 w 4844"/>
              <a:gd name="T107" fmla="*/ 1474430 h 6318"/>
              <a:gd name="T108" fmla="*/ 400993 w 4844"/>
              <a:gd name="T109" fmla="*/ 1619763 h 6318"/>
              <a:gd name="T110" fmla="*/ 421510 w 4844"/>
              <a:gd name="T111" fmla="*/ 1735848 h 6318"/>
              <a:gd name="T112" fmla="*/ 300216 w 4844"/>
              <a:gd name="T113" fmla="*/ 1770522 h 6318"/>
              <a:gd name="T114" fmla="*/ 209699 w 4844"/>
              <a:gd name="T115" fmla="*/ 1820273 h 6318"/>
              <a:gd name="T116" fmla="*/ 158104 w 4844"/>
              <a:gd name="T117" fmla="*/ 1882386 h 6318"/>
              <a:gd name="T118" fmla="*/ 1013193 w 4844"/>
              <a:gd name="T119" fmla="*/ 1873642 h 6318"/>
              <a:gd name="T120" fmla="*/ 952848 w 4844"/>
              <a:gd name="T121" fmla="*/ 1811227 h 6318"/>
              <a:gd name="T122" fmla="*/ 852373 w 4844"/>
              <a:gd name="T123" fmla="*/ 1761778 h 6318"/>
              <a:gd name="T124" fmla="*/ 720218 w 4844"/>
              <a:gd name="T125" fmla="*/ 1730119 h 6318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844" h="6318">
                <a:moveTo>
                  <a:pt x="2116" y="4309"/>
                </a:moveTo>
                <a:lnTo>
                  <a:pt x="2116" y="4309"/>
                </a:lnTo>
                <a:lnTo>
                  <a:pt x="2133" y="4322"/>
                </a:lnTo>
                <a:lnTo>
                  <a:pt x="2153" y="4335"/>
                </a:lnTo>
                <a:lnTo>
                  <a:pt x="2181" y="4353"/>
                </a:lnTo>
                <a:lnTo>
                  <a:pt x="2217" y="4374"/>
                </a:lnTo>
                <a:lnTo>
                  <a:pt x="2259" y="4396"/>
                </a:lnTo>
                <a:lnTo>
                  <a:pt x="2308" y="4421"/>
                </a:lnTo>
                <a:lnTo>
                  <a:pt x="2335" y="4433"/>
                </a:lnTo>
                <a:lnTo>
                  <a:pt x="2364" y="4444"/>
                </a:lnTo>
                <a:lnTo>
                  <a:pt x="2393" y="4456"/>
                </a:lnTo>
                <a:lnTo>
                  <a:pt x="2425" y="4468"/>
                </a:lnTo>
                <a:lnTo>
                  <a:pt x="2458" y="4480"/>
                </a:lnTo>
                <a:lnTo>
                  <a:pt x="2492" y="4490"/>
                </a:lnTo>
                <a:lnTo>
                  <a:pt x="2528" y="4500"/>
                </a:lnTo>
                <a:lnTo>
                  <a:pt x="2565" y="4509"/>
                </a:lnTo>
                <a:lnTo>
                  <a:pt x="2604" y="4518"/>
                </a:lnTo>
                <a:lnTo>
                  <a:pt x="2643" y="4526"/>
                </a:lnTo>
                <a:lnTo>
                  <a:pt x="2684" y="4531"/>
                </a:lnTo>
                <a:lnTo>
                  <a:pt x="2726" y="4537"/>
                </a:lnTo>
                <a:lnTo>
                  <a:pt x="2770" y="4540"/>
                </a:lnTo>
                <a:lnTo>
                  <a:pt x="2813" y="4542"/>
                </a:lnTo>
                <a:lnTo>
                  <a:pt x="2859" y="4543"/>
                </a:lnTo>
                <a:lnTo>
                  <a:pt x="2906" y="4542"/>
                </a:lnTo>
                <a:lnTo>
                  <a:pt x="2954" y="4540"/>
                </a:lnTo>
                <a:lnTo>
                  <a:pt x="3002" y="4535"/>
                </a:lnTo>
                <a:lnTo>
                  <a:pt x="3051" y="4528"/>
                </a:lnTo>
                <a:lnTo>
                  <a:pt x="3101" y="4519"/>
                </a:lnTo>
                <a:lnTo>
                  <a:pt x="3152" y="4508"/>
                </a:lnTo>
                <a:lnTo>
                  <a:pt x="3205" y="4494"/>
                </a:lnTo>
                <a:lnTo>
                  <a:pt x="3257" y="4479"/>
                </a:lnTo>
                <a:lnTo>
                  <a:pt x="3311" y="4460"/>
                </a:lnTo>
                <a:lnTo>
                  <a:pt x="3366" y="4439"/>
                </a:lnTo>
                <a:lnTo>
                  <a:pt x="3420" y="4414"/>
                </a:lnTo>
                <a:lnTo>
                  <a:pt x="3476" y="4387"/>
                </a:lnTo>
                <a:lnTo>
                  <a:pt x="3532" y="4357"/>
                </a:lnTo>
                <a:lnTo>
                  <a:pt x="3589" y="4324"/>
                </a:lnTo>
                <a:lnTo>
                  <a:pt x="3646" y="4287"/>
                </a:lnTo>
                <a:lnTo>
                  <a:pt x="3704" y="4247"/>
                </a:lnTo>
                <a:lnTo>
                  <a:pt x="3762" y="4202"/>
                </a:lnTo>
                <a:lnTo>
                  <a:pt x="3821" y="4155"/>
                </a:lnTo>
                <a:lnTo>
                  <a:pt x="3850" y="4130"/>
                </a:lnTo>
                <a:lnTo>
                  <a:pt x="3880" y="4104"/>
                </a:lnTo>
                <a:lnTo>
                  <a:pt x="3909" y="4077"/>
                </a:lnTo>
                <a:lnTo>
                  <a:pt x="3939" y="4048"/>
                </a:lnTo>
                <a:lnTo>
                  <a:pt x="3969" y="4019"/>
                </a:lnTo>
                <a:lnTo>
                  <a:pt x="3998" y="3989"/>
                </a:lnTo>
                <a:lnTo>
                  <a:pt x="4028" y="3959"/>
                </a:lnTo>
                <a:lnTo>
                  <a:pt x="4058" y="3927"/>
                </a:lnTo>
                <a:lnTo>
                  <a:pt x="4088" y="3893"/>
                </a:lnTo>
                <a:lnTo>
                  <a:pt x="4118" y="3859"/>
                </a:lnTo>
                <a:lnTo>
                  <a:pt x="4149" y="3824"/>
                </a:lnTo>
                <a:lnTo>
                  <a:pt x="4179" y="3787"/>
                </a:lnTo>
                <a:lnTo>
                  <a:pt x="4209" y="3749"/>
                </a:lnTo>
                <a:lnTo>
                  <a:pt x="4239" y="3710"/>
                </a:lnTo>
                <a:lnTo>
                  <a:pt x="4269" y="3671"/>
                </a:lnTo>
                <a:lnTo>
                  <a:pt x="4300" y="3630"/>
                </a:lnTo>
                <a:lnTo>
                  <a:pt x="4330" y="3588"/>
                </a:lnTo>
                <a:lnTo>
                  <a:pt x="4361" y="3544"/>
                </a:lnTo>
                <a:lnTo>
                  <a:pt x="4391" y="3500"/>
                </a:lnTo>
                <a:lnTo>
                  <a:pt x="4421" y="3454"/>
                </a:lnTo>
                <a:lnTo>
                  <a:pt x="4451" y="3407"/>
                </a:lnTo>
                <a:lnTo>
                  <a:pt x="4482" y="3358"/>
                </a:lnTo>
                <a:lnTo>
                  <a:pt x="4512" y="3309"/>
                </a:lnTo>
                <a:lnTo>
                  <a:pt x="4542" y="3257"/>
                </a:lnTo>
                <a:lnTo>
                  <a:pt x="4572" y="3206"/>
                </a:lnTo>
                <a:lnTo>
                  <a:pt x="4603" y="3153"/>
                </a:lnTo>
                <a:lnTo>
                  <a:pt x="4633" y="3097"/>
                </a:lnTo>
                <a:lnTo>
                  <a:pt x="4664" y="3041"/>
                </a:lnTo>
                <a:lnTo>
                  <a:pt x="4694" y="2984"/>
                </a:lnTo>
                <a:lnTo>
                  <a:pt x="4724" y="2925"/>
                </a:lnTo>
                <a:lnTo>
                  <a:pt x="4784" y="2804"/>
                </a:lnTo>
                <a:lnTo>
                  <a:pt x="4844" y="2675"/>
                </a:lnTo>
                <a:lnTo>
                  <a:pt x="4813" y="2671"/>
                </a:lnTo>
                <a:lnTo>
                  <a:pt x="4778" y="2665"/>
                </a:lnTo>
                <a:lnTo>
                  <a:pt x="4728" y="2659"/>
                </a:lnTo>
                <a:lnTo>
                  <a:pt x="4667" y="2651"/>
                </a:lnTo>
                <a:lnTo>
                  <a:pt x="4595" y="2643"/>
                </a:lnTo>
                <a:lnTo>
                  <a:pt x="4513" y="2636"/>
                </a:lnTo>
                <a:lnTo>
                  <a:pt x="4423" y="2630"/>
                </a:lnTo>
                <a:lnTo>
                  <a:pt x="4324" y="2625"/>
                </a:lnTo>
                <a:lnTo>
                  <a:pt x="4272" y="2624"/>
                </a:lnTo>
                <a:lnTo>
                  <a:pt x="4219" y="2624"/>
                </a:lnTo>
                <a:lnTo>
                  <a:pt x="4163" y="2624"/>
                </a:lnTo>
                <a:lnTo>
                  <a:pt x="4107" y="2624"/>
                </a:lnTo>
                <a:lnTo>
                  <a:pt x="4049" y="2626"/>
                </a:lnTo>
                <a:lnTo>
                  <a:pt x="3990" y="2628"/>
                </a:lnTo>
                <a:lnTo>
                  <a:pt x="3930" y="2632"/>
                </a:lnTo>
                <a:lnTo>
                  <a:pt x="3870" y="2636"/>
                </a:lnTo>
                <a:lnTo>
                  <a:pt x="3808" y="2642"/>
                </a:lnTo>
                <a:lnTo>
                  <a:pt x="3746" y="2648"/>
                </a:lnTo>
                <a:lnTo>
                  <a:pt x="3683" y="2657"/>
                </a:lnTo>
                <a:lnTo>
                  <a:pt x="3620" y="2666"/>
                </a:lnTo>
                <a:lnTo>
                  <a:pt x="3557" y="2677"/>
                </a:lnTo>
                <a:lnTo>
                  <a:pt x="3494" y="2690"/>
                </a:lnTo>
                <a:lnTo>
                  <a:pt x="3430" y="2704"/>
                </a:lnTo>
                <a:lnTo>
                  <a:pt x="3367" y="2720"/>
                </a:lnTo>
                <a:lnTo>
                  <a:pt x="3303" y="2737"/>
                </a:lnTo>
                <a:lnTo>
                  <a:pt x="3241" y="2756"/>
                </a:lnTo>
                <a:lnTo>
                  <a:pt x="3178" y="2777"/>
                </a:lnTo>
                <a:lnTo>
                  <a:pt x="3117" y="2800"/>
                </a:lnTo>
                <a:lnTo>
                  <a:pt x="3055" y="2825"/>
                </a:lnTo>
                <a:lnTo>
                  <a:pt x="2995" y="2851"/>
                </a:lnTo>
                <a:lnTo>
                  <a:pt x="2936" y="2880"/>
                </a:lnTo>
                <a:lnTo>
                  <a:pt x="2877" y="2913"/>
                </a:lnTo>
                <a:lnTo>
                  <a:pt x="2820" y="2946"/>
                </a:lnTo>
                <a:lnTo>
                  <a:pt x="2792" y="2964"/>
                </a:lnTo>
                <a:lnTo>
                  <a:pt x="2764" y="2982"/>
                </a:lnTo>
                <a:lnTo>
                  <a:pt x="2738" y="3001"/>
                </a:lnTo>
                <a:lnTo>
                  <a:pt x="2711" y="3020"/>
                </a:lnTo>
                <a:lnTo>
                  <a:pt x="2684" y="3041"/>
                </a:lnTo>
                <a:lnTo>
                  <a:pt x="2658" y="3061"/>
                </a:lnTo>
                <a:lnTo>
                  <a:pt x="2632" y="3082"/>
                </a:lnTo>
                <a:lnTo>
                  <a:pt x="2607" y="3105"/>
                </a:lnTo>
                <a:lnTo>
                  <a:pt x="2582" y="3128"/>
                </a:lnTo>
                <a:lnTo>
                  <a:pt x="2558" y="3152"/>
                </a:lnTo>
                <a:lnTo>
                  <a:pt x="2533" y="3175"/>
                </a:lnTo>
                <a:lnTo>
                  <a:pt x="2510" y="3199"/>
                </a:lnTo>
                <a:lnTo>
                  <a:pt x="2488" y="3225"/>
                </a:lnTo>
                <a:lnTo>
                  <a:pt x="2465" y="3252"/>
                </a:lnTo>
                <a:lnTo>
                  <a:pt x="2443" y="3279"/>
                </a:lnTo>
                <a:lnTo>
                  <a:pt x="2422" y="3307"/>
                </a:lnTo>
                <a:lnTo>
                  <a:pt x="2402" y="3334"/>
                </a:lnTo>
                <a:lnTo>
                  <a:pt x="2382" y="3363"/>
                </a:lnTo>
                <a:lnTo>
                  <a:pt x="2362" y="3394"/>
                </a:lnTo>
                <a:lnTo>
                  <a:pt x="2343" y="3424"/>
                </a:lnTo>
                <a:lnTo>
                  <a:pt x="2325" y="3456"/>
                </a:lnTo>
                <a:lnTo>
                  <a:pt x="2307" y="3487"/>
                </a:lnTo>
                <a:lnTo>
                  <a:pt x="2290" y="3521"/>
                </a:lnTo>
                <a:lnTo>
                  <a:pt x="2275" y="3554"/>
                </a:lnTo>
                <a:lnTo>
                  <a:pt x="2259" y="3589"/>
                </a:lnTo>
                <a:lnTo>
                  <a:pt x="2243" y="3624"/>
                </a:lnTo>
                <a:lnTo>
                  <a:pt x="2230" y="3660"/>
                </a:lnTo>
                <a:lnTo>
                  <a:pt x="2217" y="3698"/>
                </a:lnTo>
                <a:lnTo>
                  <a:pt x="2204" y="3736"/>
                </a:lnTo>
                <a:lnTo>
                  <a:pt x="2192" y="3774"/>
                </a:lnTo>
                <a:lnTo>
                  <a:pt x="2181" y="3814"/>
                </a:lnTo>
                <a:lnTo>
                  <a:pt x="2171" y="3854"/>
                </a:lnTo>
                <a:lnTo>
                  <a:pt x="2162" y="3895"/>
                </a:lnTo>
                <a:lnTo>
                  <a:pt x="2153" y="3938"/>
                </a:lnTo>
                <a:lnTo>
                  <a:pt x="2145" y="3981"/>
                </a:lnTo>
                <a:lnTo>
                  <a:pt x="2139" y="4025"/>
                </a:lnTo>
                <a:lnTo>
                  <a:pt x="2133" y="4069"/>
                </a:lnTo>
                <a:lnTo>
                  <a:pt x="2127" y="4116"/>
                </a:lnTo>
                <a:lnTo>
                  <a:pt x="2123" y="4163"/>
                </a:lnTo>
                <a:lnTo>
                  <a:pt x="2121" y="4210"/>
                </a:lnTo>
                <a:lnTo>
                  <a:pt x="2117" y="4259"/>
                </a:lnTo>
                <a:lnTo>
                  <a:pt x="2116" y="4309"/>
                </a:lnTo>
                <a:close/>
                <a:moveTo>
                  <a:pt x="2334" y="5731"/>
                </a:moveTo>
                <a:lnTo>
                  <a:pt x="2334" y="5731"/>
                </a:lnTo>
                <a:lnTo>
                  <a:pt x="2292" y="5674"/>
                </a:lnTo>
                <a:lnTo>
                  <a:pt x="2252" y="5615"/>
                </a:lnTo>
                <a:lnTo>
                  <a:pt x="2213" y="5554"/>
                </a:lnTo>
                <a:lnTo>
                  <a:pt x="2174" y="5489"/>
                </a:lnTo>
                <a:lnTo>
                  <a:pt x="2136" y="5424"/>
                </a:lnTo>
                <a:lnTo>
                  <a:pt x="2101" y="5355"/>
                </a:lnTo>
                <a:lnTo>
                  <a:pt x="2066" y="5285"/>
                </a:lnTo>
                <a:lnTo>
                  <a:pt x="2034" y="5212"/>
                </a:lnTo>
                <a:lnTo>
                  <a:pt x="2017" y="5175"/>
                </a:lnTo>
                <a:lnTo>
                  <a:pt x="2002" y="5137"/>
                </a:lnTo>
                <a:lnTo>
                  <a:pt x="1988" y="5099"/>
                </a:lnTo>
                <a:lnTo>
                  <a:pt x="1973" y="5060"/>
                </a:lnTo>
                <a:lnTo>
                  <a:pt x="1960" y="5020"/>
                </a:lnTo>
                <a:lnTo>
                  <a:pt x="1947" y="4980"/>
                </a:lnTo>
                <a:lnTo>
                  <a:pt x="1934" y="4939"/>
                </a:lnTo>
                <a:lnTo>
                  <a:pt x="1922" y="4898"/>
                </a:lnTo>
                <a:lnTo>
                  <a:pt x="1911" y="4857"/>
                </a:lnTo>
                <a:lnTo>
                  <a:pt x="1901" y="4815"/>
                </a:lnTo>
                <a:lnTo>
                  <a:pt x="1891" y="4771"/>
                </a:lnTo>
                <a:lnTo>
                  <a:pt x="1882" y="4728"/>
                </a:lnTo>
                <a:lnTo>
                  <a:pt x="1874" y="4684"/>
                </a:lnTo>
                <a:lnTo>
                  <a:pt x="1866" y="4639"/>
                </a:lnTo>
                <a:lnTo>
                  <a:pt x="1860" y="4594"/>
                </a:lnTo>
                <a:lnTo>
                  <a:pt x="1854" y="4548"/>
                </a:lnTo>
                <a:lnTo>
                  <a:pt x="1848" y="4502"/>
                </a:lnTo>
                <a:lnTo>
                  <a:pt x="1844" y="4455"/>
                </a:lnTo>
                <a:lnTo>
                  <a:pt x="1841" y="4409"/>
                </a:lnTo>
                <a:lnTo>
                  <a:pt x="1838" y="4361"/>
                </a:lnTo>
                <a:lnTo>
                  <a:pt x="1837" y="4311"/>
                </a:lnTo>
                <a:lnTo>
                  <a:pt x="1836" y="4262"/>
                </a:lnTo>
                <a:lnTo>
                  <a:pt x="1837" y="4213"/>
                </a:lnTo>
                <a:lnTo>
                  <a:pt x="1838" y="4163"/>
                </a:lnTo>
                <a:lnTo>
                  <a:pt x="1841" y="4112"/>
                </a:lnTo>
                <a:lnTo>
                  <a:pt x="1844" y="4061"/>
                </a:lnTo>
                <a:lnTo>
                  <a:pt x="1850" y="4009"/>
                </a:lnTo>
                <a:lnTo>
                  <a:pt x="1855" y="3957"/>
                </a:lnTo>
                <a:lnTo>
                  <a:pt x="1862" y="3904"/>
                </a:lnTo>
                <a:lnTo>
                  <a:pt x="1870" y="3851"/>
                </a:lnTo>
                <a:lnTo>
                  <a:pt x="1879" y="3796"/>
                </a:lnTo>
                <a:lnTo>
                  <a:pt x="1889" y="3742"/>
                </a:lnTo>
                <a:lnTo>
                  <a:pt x="1901" y="3687"/>
                </a:lnTo>
                <a:lnTo>
                  <a:pt x="1913" y="3631"/>
                </a:lnTo>
                <a:lnTo>
                  <a:pt x="1927" y="3575"/>
                </a:lnTo>
                <a:lnTo>
                  <a:pt x="1942" y="3518"/>
                </a:lnTo>
                <a:lnTo>
                  <a:pt x="1959" y="3460"/>
                </a:lnTo>
                <a:lnTo>
                  <a:pt x="1977" y="3404"/>
                </a:lnTo>
                <a:lnTo>
                  <a:pt x="1996" y="3344"/>
                </a:lnTo>
                <a:lnTo>
                  <a:pt x="2017" y="3285"/>
                </a:lnTo>
                <a:lnTo>
                  <a:pt x="2038" y="3226"/>
                </a:lnTo>
                <a:lnTo>
                  <a:pt x="2062" y="3166"/>
                </a:lnTo>
                <a:lnTo>
                  <a:pt x="2086" y="3106"/>
                </a:lnTo>
                <a:lnTo>
                  <a:pt x="2113" y="3044"/>
                </a:lnTo>
                <a:lnTo>
                  <a:pt x="2141" y="2983"/>
                </a:lnTo>
                <a:lnTo>
                  <a:pt x="2170" y="2921"/>
                </a:lnTo>
                <a:lnTo>
                  <a:pt x="2201" y="2858"/>
                </a:lnTo>
                <a:lnTo>
                  <a:pt x="2232" y="2795"/>
                </a:lnTo>
                <a:lnTo>
                  <a:pt x="2288" y="2685"/>
                </a:lnTo>
                <a:lnTo>
                  <a:pt x="2340" y="2579"/>
                </a:lnTo>
                <a:lnTo>
                  <a:pt x="2387" y="2476"/>
                </a:lnTo>
                <a:lnTo>
                  <a:pt x="2432" y="2374"/>
                </a:lnTo>
                <a:lnTo>
                  <a:pt x="2472" y="2276"/>
                </a:lnTo>
                <a:lnTo>
                  <a:pt x="2508" y="2180"/>
                </a:lnTo>
                <a:lnTo>
                  <a:pt x="2541" y="2087"/>
                </a:lnTo>
                <a:lnTo>
                  <a:pt x="2571" y="1996"/>
                </a:lnTo>
                <a:lnTo>
                  <a:pt x="2597" y="1909"/>
                </a:lnTo>
                <a:lnTo>
                  <a:pt x="2620" y="1823"/>
                </a:lnTo>
                <a:lnTo>
                  <a:pt x="2640" y="1741"/>
                </a:lnTo>
                <a:lnTo>
                  <a:pt x="2658" y="1660"/>
                </a:lnTo>
                <a:lnTo>
                  <a:pt x="2672" y="1582"/>
                </a:lnTo>
                <a:lnTo>
                  <a:pt x="2684" y="1506"/>
                </a:lnTo>
                <a:lnTo>
                  <a:pt x="2693" y="1433"/>
                </a:lnTo>
                <a:lnTo>
                  <a:pt x="2698" y="1361"/>
                </a:lnTo>
                <a:lnTo>
                  <a:pt x="2702" y="1293"/>
                </a:lnTo>
                <a:lnTo>
                  <a:pt x="2704" y="1226"/>
                </a:lnTo>
                <a:lnTo>
                  <a:pt x="2703" y="1162"/>
                </a:lnTo>
                <a:lnTo>
                  <a:pt x="2700" y="1100"/>
                </a:lnTo>
                <a:lnTo>
                  <a:pt x="2694" y="1040"/>
                </a:lnTo>
                <a:lnTo>
                  <a:pt x="2686" y="982"/>
                </a:lnTo>
                <a:lnTo>
                  <a:pt x="2677" y="926"/>
                </a:lnTo>
                <a:lnTo>
                  <a:pt x="2666" y="873"/>
                </a:lnTo>
                <a:lnTo>
                  <a:pt x="2654" y="820"/>
                </a:lnTo>
                <a:lnTo>
                  <a:pt x="2639" y="771"/>
                </a:lnTo>
                <a:lnTo>
                  <a:pt x="2624" y="723"/>
                </a:lnTo>
                <a:lnTo>
                  <a:pt x="2607" y="677"/>
                </a:lnTo>
                <a:lnTo>
                  <a:pt x="2588" y="633"/>
                </a:lnTo>
                <a:lnTo>
                  <a:pt x="2568" y="591"/>
                </a:lnTo>
                <a:lnTo>
                  <a:pt x="2548" y="551"/>
                </a:lnTo>
                <a:lnTo>
                  <a:pt x="2526" y="511"/>
                </a:lnTo>
                <a:lnTo>
                  <a:pt x="2503" y="475"/>
                </a:lnTo>
                <a:lnTo>
                  <a:pt x="2480" y="439"/>
                </a:lnTo>
                <a:lnTo>
                  <a:pt x="2455" y="406"/>
                </a:lnTo>
                <a:lnTo>
                  <a:pt x="2431" y="373"/>
                </a:lnTo>
                <a:lnTo>
                  <a:pt x="2405" y="343"/>
                </a:lnTo>
                <a:lnTo>
                  <a:pt x="2379" y="314"/>
                </a:lnTo>
                <a:lnTo>
                  <a:pt x="2354" y="287"/>
                </a:lnTo>
                <a:lnTo>
                  <a:pt x="2327" y="262"/>
                </a:lnTo>
                <a:lnTo>
                  <a:pt x="2301" y="237"/>
                </a:lnTo>
                <a:lnTo>
                  <a:pt x="2275" y="214"/>
                </a:lnTo>
                <a:lnTo>
                  <a:pt x="2249" y="192"/>
                </a:lnTo>
                <a:lnTo>
                  <a:pt x="2223" y="172"/>
                </a:lnTo>
                <a:lnTo>
                  <a:pt x="2197" y="153"/>
                </a:lnTo>
                <a:lnTo>
                  <a:pt x="2172" y="136"/>
                </a:lnTo>
                <a:lnTo>
                  <a:pt x="2147" y="119"/>
                </a:lnTo>
                <a:lnTo>
                  <a:pt x="2123" y="104"/>
                </a:lnTo>
                <a:lnTo>
                  <a:pt x="2076" y="78"/>
                </a:lnTo>
                <a:lnTo>
                  <a:pt x="2034" y="55"/>
                </a:lnTo>
                <a:lnTo>
                  <a:pt x="1996" y="36"/>
                </a:lnTo>
                <a:lnTo>
                  <a:pt x="1962" y="23"/>
                </a:lnTo>
                <a:lnTo>
                  <a:pt x="1935" y="12"/>
                </a:lnTo>
                <a:lnTo>
                  <a:pt x="1915" y="5"/>
                </a:lnTo>
                <a:lnTo>
                  <a:pt x="1898" y="0"/>
                </a:lnTo>
                <a:lnTo>
                  <a:pt x="1912" y="6"/>
                </a:lnTo>
                <a:lnTo>
                  <a:pt x="1930" y="15"/>
                </a:lnTo>
                <a:lnTo>
                  <a:pt x="1952" y="29"/>
                </a:lnTo>
                <a:lnTo>
                  <a:pt x="1980" y="45"/>
                </a:lnTo>
                <a:lnTo>
                  <a:pt x="2011" y="66"/>
                </a:lnTo>
                <a:lnTo>
                  <a:pt x="2047" y="92"/>
                </a:lnTo>
                <a:lnTo>
                  <a:pt x="2085" y="123"/>
                </a:lnTo>
                <a:lnTo>
                  <a:pt x="2125" y="158"/>
                </a:lnTo>
                <a:lnTo>
                  <a:pt x="2146" y="177"/>
                </a:lnTo>
                <a:lnTo>
                  <a:pt x="2168" y="197"/>
                </a:lnTo>
                <a:lnTo>
                  <a:pt x="2188" y="219"/>
                </a:lnTo>
                <a:lnTo>
                  <a:pt x="2209" y="242"/>
                </a:lnTo>
                <a:lnTo>
                  <a:pt x="2230" y="266"/>
                </a:lnTo>
                <a:lnTo>
                  <a:pt x="2251" y="292"/>
                </a:lnTo>
                <a:lnTo>
                  <a:pt x="2272" y="319"/>
                </a:lnTo>
                <a:lnTo>
                  <a:pt x="2292" y="346"/>
                </a:lnTo>
                <a:lnTo>
                  <a:pt x="2313" y="377"/>
                </a:lnTo>
                <a:lnTo>
                  <a:pt x="2331" y="407"/>
                </a:lnTo>
                <a:lnTo>
                  <a:pt x="2352" y="439"/>
                </a:lnTo>
                <a:lnTo>
                  <a:pt x="2369" y="474"/>
                </a:lnTo>
                <a:lnTo>
                  <a:pt x="2387" y="508"/>
                </a:lnTo>
                <a:lnTo>
                  <a:pt x="2404" y="545"/>
                </a:lnTo>
                <a:lnTo>
                  <a:pt x="2420" y="583"/>
                </a:lnTo>
                <a:lnTo>
                  <a:pt x="2435" y="622"/>
                </a:lnTo>
                <a:lnTo>
                  <a:pt x="2449" y="663"/>
                </a:lnTo>
                <a:lnTo>
                  <a:pt x="2461" y="706"/>
                </a:lnTo>
                <a:lnTo>
                  <a:pt x="2472" y="750"/>
                </a:lnTo>
                <a:lnTo>
                  <a:pt x="2482" y="796"/>
                </a:lnTo>
                <a:lnTo>
                  <a:pt x="2491" y="843"/>
                </a:lnTo>
                <a:lnTo>
                  <a:pt x="2498" y="892"/>
                </a:lnTo>
                <a:lnTo>
                  <a:pt x="2503" y="942"/>
                </a:lnTo>
                <a:lnTo>
                  <a:pt x="2507" y="994"/>
                </a:lnTo>
                <a:lnTo>
                  <a:pt x="2509" y="1048"/>
                </a:lnTo>
                <a:lnTo>
                  <a:pt x="2509" y="1104"/>
                </a:lnTo>
                <a:lnTo>
                  <a:pt x="2507" y="1161"/>
                </a:lnTo>
                <a:lnTo>
                  <a:pt x="2502" y="1220"/>
                </a:lnTo>
                <a:lnTo>
                  <a:pt x="2495" y="1280"/>
                </a:lnTo>
                <a:lnTo>
                  <a:pt x="2488" y="1342"/>
                </a:lnTo>
                <a:lnTo>
                  <a:pt x="2476" y="1406"/>
                </a:lnTo>
                <a:lnTo>
                  <a:pt x="2463" y="1472"/>
                </a:lnTo>
                <a:lnTo>
                  <a:pt x="2446" y="1540"/>
                </a:lnTo>
                <a:lnTo>
                  <a:pt x="2429" y="1609"/>
                </a:lnTo>
                <a:lnTo>
                  <a:pt x="2407" y="1680"/>
                </a:lnTo>
                <a:lnTo>
                  <a:pt x="2383" y="1754"/>
                </a:lnTo>
                <a:lnTo>
                  <a:pt x="2356" y="1829"/>
                </a:lnTo>
                <a:lnTo>
                  <a:pt x="2326" y="1906"/>
                </a:lnTo>
                <a:lnTo>
                  <a:pt x="2294" y="1985"/>
                </a:lnTo>
                <a:lnTo>
                  <a:pt x="2257" y="2066"/>
                </a:lnTo>
                <a:lnTo>
                  <a:pt x="2218" y="2149"/>
                </a:lnTo>
                <a:lnTo>
                  <a:pt x="2175" y="2234"/>
                </a:lnTo>
                <a:lnTo>
                  <a:pt x="2128" y="2321"/>
                </a:lnTo>
                <a:lnTo>
                  <a:pt x="2079" y="2409"/>
                </a:lnTo>
                <a:lnTo>
                  <a:pt x="2026" y="2500"/>
                </a:lnTo>
                <a:lnTo>
                  <a:pt x="1969" y="2593"/>
                </a:lnTo>
                <a:lnTo>
                  <a:pt x="1977" y="2554"/>
                </a:lnTo>
                <a:lnTo>
                  <a:pt x="1985" y="2515"/>
                </a:lnTo>
                <a:lnTo>
                  <a:pt x="1990" y="2476"/>
                </a:lnTo>
                <a:lnTo>
                  <a:pt x="1996" y="2438"/>
                </a:lnTo>
                <a:lnTo>
                  <a:pt x="2000" y="2401"/>
                </a:lnTo>
                <a:lnTo>
                  <a:pt x="2004" y="2363"/>
                </a:lnTo>
                <a:lnTo>
                  <a:pt x="2007" y="2327"/>
                </a:lnTo>
                <a:lnTo>
                  <a:pt x="2008" y="2290"/>
                </a:lnTo>
                <a:lnTo>
                  <a:pt x="2009" y="2255"/>
                </a:lnTo>
                <a:lnTo>
                  <a:pt x="2009" y="2219"/>
                </a:lnTo>
                <a:lnTo>
                  <a:pt x="2008" y="2185"/>
                </a:lnTo>
                <a:lnTo>
                  <a:pt x="2007" y="2150"/>
                </a:lnTo>
                <a:lnTo>
                  <a:pt x="2004" y="2115"/>
                </a:lnTo>
                <a:lnTo>
                  <a:pt x="2000" y="2082"/>
                </a:lnTo>
                <a:lnTo>
                  <a:pt x="1996" y="2048"/>
                </a:lnTo>
                <a:lnTo>
                  <a:pt x="1991" y="2015"/>
                </a:lnTo>
                <a:lnTo>
                  <a:pt x="1986" y="1983"/>
                </a:lnTo>
                <a:lnTo>
                  <a:pt x="1979" y="1950"/>
                </a:lnTo>
                <a:lnTo>
                  <a:pt x="1972" y="1919"/>
                </a:lnTo>
                <a:lnTo>
                  <a:pt x="1964" y="1888"/>
                </a:lnTo>
                <a:lnTo>
                  <a:pt x="1956" y="1857"/>
                </a:lnTo>
                <a:lnTo>
                  <a:pt x="1947" y="1825"/>
                </a:lnTo>
                <a:lnTo>
                  <a:pt x="1937" y="1795"/>
                </a:lnTo>
                <a:lnTo>
                  <a:pt x="1925" y="1766"/>
                </a:lnTo>
                <a:lnTo>
                  <a:pt x="1914" y="1736"/>
                </a:lnTo>
                <a:lnTo>
                  <a:pt x="1902" y="1707"/>
                </a:lnTo>
                <a:lnTo>
                  <a:pt x="1890" y="1679"/>
                </a:lnTo>
                <a:lnTo>
                  <a:pt x="1876" y="1650"/>
                </a:lnTo>
                <a:lnTo>
                  <a:pt x="1863" y="1622"/>
                </a:lnTo>
                <a:lnTo>
                  <a:pt x="1848" y="1596"/>
                </a:lnTo>
                <a:lnTo>
                  <a:pt x="1818" y="1541"/>
                </a:lnTo>
                <a:lnTo>
                  <a:pt x="1786" y="1489"/>
                </a:lnTo>
                <a:lnTo>
                  <a:pt x="1751" y="1438"/>
                </a:lnTo>
                <a:lnTo>
                  <a:pt x="1716" y="1388"/>
                </a:lnTo>
                <a:lnTo>
                  <a:pt x="1678" y="1340"/>
                </a:lnTo>
                <a:lnTo>
                  <a:pt x="1638" y="1293"/>
                </a:lnTo>
                <a:lnTo>
                  <a:pt x="1596" y="1249"/>
                </a:lnTo>
                <a:lnTo>
                  <a:pt x="1554" y="1205"/>
                </a:lnTo>
                <a:lnTo>
                  <a:pt x="1510" y="1163"/>
                </a:lnTo>
                <a:lnTo>
                  <a:pt x="1465" y="1122"/>
                </a:lnTo>
                <a:lnTo>
                  <a:pt x="1419" y="1081"/>
                </a:lnTo>
                <a:lnTo>
                  <a:pt x="1371" y="1044"/>
                </a:lnTo>
                <a:lnTo>
                  <a:pt x="1323" y="1006"/>
                </a:lnTo>
                <a:lnTo>
                  <a:pt x="1274" y="970"/>
                </a:lnTo>
                <a:lnTo>
                  <a:pt x="1225" y="935"/>
                </a:lnTo>
                <a:lnTo>
                  <a:pt x="1175" y="902"/>
                </a:lnTo>
                <a:lnTo>
                  <a:pt x="1125" y="871"/>
                </a:lnTo>
                <a:lnTo>
                  <a:pt x="1074" y="839"/>
                </a:lnTo>
                <a:lnTo>
                  <a:pt x="1023" y="810"/>
                </a:lnTo>
                <a:lnTo>
                  <a:pt x="973" y="781"/>
                </a:lnTo>
                <a:lnTo>
                  <a:pt x="922" y="755"/>
                </a:lnTo>
                <a:lnTo>
                  <a:pt x="871" y="729"/>
                </a:lnTo>
                <a:lnTo>
                  <a:pt x="821" y="703"/>
                </a:lnTo>
                <a:lnTo>
                  <a:pt x="771" y="680"/>
                </a:lnTo>
                <a:lnTo>
                  <a:pt x="722" y="658"/>
                </a:lnTo>
                <a:lnTo>
                  <a:pt x="673" y="635"/>
                </a:lnTo>
                <a:lnTo>
                  <a:pt x="625" y="615"/>
                </a:lnTo>
                <a:lnTo>
                  <a:pt x="532" y="578"/>
                </a:lnTo>
                <a:lnTo>
                  <a:pt x="444" y="545"/>
                </a:lnTo>
                <a:lnTo>
                  <a:pt x="360" y="515"/>
                </a:lnTo>
                <a:lnTo>
                  <a:pt x="283" y="489"/>
                </a:lnTo>
                <a:lnTo>
                  <a:pt x="214" y="468"/>
                </a:lnTo>
                <a:lnTo>
                  <a:pt x="153" y="450"/>
                </a:lnTo>
                <a:lnTo>
                  <a:pt x="101" y="436"/>
                </a:lnTo>
                <a:lnTo>
                  <a:pt x="27" y="417"/>
                </a:lnTo>
                <a:lnTo>
                  <a:pt x="0" y="411"/>
                </a:lnTo>
                <a:lnTo>
                  <a:pt x="3" y="528"/>
                </a:lnTo>
                <a:lnTo>
                  <a:pt x="8" y="642"/>
                </a:lnTo>
                <a:lnTo>
                  <a:pt x="15" y="752"/>
                </a:lnTo>
                <a:lnTo>
                  <a:pt x="22" y="858"/>
                </a:lnTo>
                <a:lnTo>
                  <a:pt x="32" y="962"/>
                </a:lnTo>
                <a:lnTo>
                  <a:pt x="44" y="1062"/>
                </a:lnTo>
                <a:lnTo>
                  <a:pt x="56" y="1158"/>
                </a:lnTo>
                <a:lnTo>
                  <a:pt x="69" y="1252"/>
                </a:lnTo>
                <a:lnTo>
                  <a:pt x="85" y="1342"/>
                </a:lnTo>
                <a:lnTo>
                  <a:pt x="102" y="1429"/>
                </a:lnTo>
                <a:lnTo>
                  <a:pt x="121" y="1514"/>
                </a:lnTo>
                <a:lnTo>
                  <a:pt x="140" y="1594"/>
                </a:lnTo>
                <a:lnTo>
                  <a:pt x="160" y="1673"/>
                </a:lnTo>
                <a:lnTo>
                  <a:pt x="182" y="1748"/>
                </a:lnTo>
                <a:lnTo>
                  <a:pt x="204" y="1821"/>
                </a:lnTo>
                <a:lnTo>
                  <a:pt x="229" y="1890"/>
                </a:lnTo>
                <a:lnTo>
                  <a:pt x="253" y="1957"/>
                </a:lnTo>
                <a:lnTo>
                  <a:pt x="279" y="2022"/>
                </a:lnTo>
                <a:lnTo>
                  <a:pt x="307" y="2083"/>
                </a:lnTo>
                <a:lnTo>
                  <a:pt x="334" y="2141"/>
                </a:lnTo>
                <a:lnTo>
                  <a:pt x="363" y="2198"/>
                </a:lnTo>
                <a:lnTo>
                  <a:pt x="392" y="2251"/>
                </a:lnTo>
                <a:lnTo>
                  <a:pt x="422" y="2303"/>
                </a:lnTo>
                <a:lnTo>
                  <a:pt x="453" y="2352"/>
                </a:lnTo>
                <a:lnTo>
                  <a:pt x="484" y="2399"/>
                </a:lnTo>
                <a:lnTo>
                  <a:pt x="517" y="2443"/>
                </a:lnTo>
                <a:lnTo>
                  <a:pt x="549" y="2486"/>
                </a:lnTo>
                <a:lnTo>
                  <a:pt x="582" y="2526"/>
                </a:lnTo>
                <a:lnTo>
                  <a:pt x="616" y="2564"/>
                </a:lnTo>
                <a:lnTo>
                  <a:pt x="649" y="2599"/>
                </a:lnTo>
                <a:lnTo>
                  <a:pt x="684" y="2634"/>
                </a:lnTo>
                <a:lnTo>
                  <a:pt x="718" y="2666"/>
                </a:lnTo>
                <a:lnTo>
                  <a:pt x="754" y="2696"/>
                </a:lnTo>
                <a:lnTo>
                  <a:pt x="789" y="2724"/>
                </a:lnTo>
                <a:lnTo>
                  <a:pt x="824" y="2751"/>
                </a:lnTo>
                <a:lnTo>
                  <a:pt x="860" y="2776"/>
                </a:lnTo>
                <a:lnTo>
                  <a:pt x="895" y="2799"/>
                </a:lnTo>
                <a:lnTo>
                  <a:pt x="930" y="2820"/>
                </a:lnTo>
                <a:lnTo>
                  <a:pt x="966" y="2840"/>
                </a:lnTo>
                <a:lnTo>
                  <a:pt x="1002" y="2858"/>
                </a:lnTo>
                <a:lnTo>
                  <a:pt x="1038" y="2875"/>
                </a:lnTo>
                <a:lnTo>
                  <a:pt x="1072" y="2891"/>
                </a:lnTo>
                <a:lnTo>
                  <a:pt x="1108" y="2905"/>
                </a:lnTo>
                <a:lnTo>
                  <a:pt x="1142" y="2917"/>
                </a:lnTo>
                <a:lnTo>
                  <a:pt x="1177" y="2930"/>
                </a:lnTo>
                <a:lnTo>
                  <a:pt x="1212" y="2940"/>
                </a:lnTo>
                <a:lnTo>
                  <a:pt x="1245" y="2949"/>
                </a:lnTo>
                <a:lnTo>
                  <a:pt x="1278" y="2957"/>
                </a:lnTo>
                <a:lnTo>
                  <a:pt x="1312" y="2964"/>
                </a:lnTo>
                <a:lnTo>
                  <a:pt x="1344" y="2971"/>
                </a:lnTo>
                <a:lnTo>
                  <a:pt x="1376" y="2975"/>
                </a:lnTo>
                <a:lnTo>
                  <a:pt x="1407" y="2980"/>
                </a:lnTo>
                <a:lnTo>
                  <a:pt x="1438" y="2983"/>
                </a:lnTo>
                <a:lnTo>
                  <a:pt x="1467" y="2986"/>
                </a:lnTo>
                <a:lnTo>
                  <a:pt x="1525" y="2990"/>
                </a:lnTo>
                <a:lnTo>
                  <a:pt x="1579" y="2991"/>
                </a:lnTo>
                <a:lnTo>
                  <a:pt x="1629" y="2990"/>
                </a:lnTo>
                <a:lnTo>
                  <a:pt x="1674" y="2986"/>
                </a:lnTo>
                <a:lnTo>
                  <a:pt x="1717" y="2983"/>
                </a:lnTo>
                <a:lnTo>
                  <a:pt x="1681" y="3040"/>
                </a:lnTo>
                <a:lnTo>
                  <a:pt x="1647" y="3097"/>
                </a:lnTo>
                <a:lnTo>
                  <a:pt x="1614" y="3153"/>
                </a:lnTo>
                <a:lnTo>
                  <a:pt x="1583" y="3208"/>
                </a:lnTo>
                <a:lnTo>
                  <a:pt x="1553" y="3263"/>
                </a:lnTo>
                <a:lnTo>
                  <a:pt x="1525" y="3319"/>
                </a:lnTo>
                <a:lnTo>
                  <a:pt x="1498" y="3373"/>
                </a:lnTo>
                <a:lnTo>
                  <a:pt x="1471" y="3427"/>
                </a:lnTo>
                <a:lnTo>
                  <a:pt x="1447" y="3481"/>
                </a:lnTo>
                <a:lnTo>
                  <a:pt x="1425" y="3534"/>
                </a:lnTo>
                <a:lnTo>
                  <a:pt x="1402" y="3587"/>
                </a:lnTo>
                <a:lnTo>
                  <a:pt x="1381" y="3639"/>
                </a:lnTo>
                <a:lnTo>
                  <a:pt x="1362" y="3691"/>
                </a:lnTo>
                <a:lnTo>
                  <a:pt x="1343" y="3743"/>
                </a:lnTo>
                <a:lnTo>
                  <a:pt x="1326" y="3794"/>
                </a:lnTo>
                <a:lnTo>
                  <a:pt x="1311" y="3845"/>
                </a:lnTo>
                <a:lnTo>
                  <a:pt x="1295" y="3895"/>
                </a:lnTo>
                <a:lnTo>
                  <a:pt x="1282" y="3946"/>
                </a:lnTo>
                <a:lnTo>
                  <a:pt x="1270" y="3995"/>
                </a:lnTo>
                <a:lnTo>
                  <a:pt x="1257" y="4044"/>
                </a:lnTo>
                <a:lnTo>
                  <a:pt x="1247" y="4093"/>
                </a:lnTo>
                <a:lnTo>
                  <a:pt x="1237" y="4141"/>
                </a:lnTo>
                <a:lnTo>
                  <a:pt x="1229" y="4189"/>
                </a:lnTo>
                <a:lnTo>
                  <a:pt x="1222" y="4236"/>
                </a:lnTo>
                <a:lnTo>
                  <a:pt x="1215" y="4282"/>
                </a:lnTo>
                <a:lnTo>
                  <a:pt x="1209" y="4329"/>
                </a:lnTo>
                <a:lnTo>
                  <a:pt x="1205" y="4375"/>
                </a:lnTo>
                <a:lnTo>
                  <a:pt x="1200" y="4421"/>
                </a:lnTo>
                <a:lnTo>
                  <a:pt x="1198" y="4465"/>
                </a:lnTo>
                <a:lnTo>
                  <a:pt x="1196" y="4510"/>
                </a:lnTo>
                <a:lnTo>
                  <a:pt x="1195" y="4555"/>
                </a:lnTo>
                <a:lnTo>
                  <a:pt x="1195" y="4598"/>
                </a:lnTo>
                <a:lnTo>
                  <a:pt x="1195" y="4641"/>
                </a:lnTo>
                <a:lnTo>
                  <a:pt x="1196" y="4684"/>
                </a:lnTo>
                <a:lnTo>
                  <a:pt x="1198" y="4726"/>
                </a:lnTo>
                <a:lnTo>
                  <a:pt x="1200" y="4768"/>
                </a:lnTo>
                <a:lnTo>
                  <a:pt x="1205" y="4809"/>
                </a:lnTo>
                <a:lnTo>
                  <a:pt x="1208" y="4850"/>
                </a:lnTo>
                <a:lnTo>
                  <a:pt x="1214" y="4890"/>
                </a:lnTo>
                <a:lnTo>
                  <a:pt x="1219" y="4931"/>
                </a:lnTo>
                <a:lnTo>
                  <a:pt x="1225" y="4970"/>
                </a:lnTo>
                <a:lnTo>
                  <a:pt x="1232" y="5009"/>
                </a:lnTo>
                <a:lnTo>
                  <a:pt x="1239" y="5048"/>
                </a:lnTo>
                <a:lnTo>
                  <a:pt x="1247" y="5086"/>
                </a:lnTo>
                <a:lnTo>
                  <a:pt x="1265" y="5160"/>
                </a:lnTo>
                <a:lnTo>
                  <a:pt x="1284" y="5233"/>
                </a:lnTo>
                <a:lnTo>
                  <a:pt x="1306" y="5303"/>
                </a:lnTo>
                <a:lnTo>
                  <a:pt x="1329" y="5372"/>
                </a:lnTo>
                <a:lnTo>
                  <a:pt x="1354" y="5438"/>
                </a:lnTo>
                <a:lnTo>
                  <a:pt x="1380" y="5503"/>
                </a:lnTo>
                <a:lnTo>
                  <a:pt x="1408" y="5565"/>
                </a:lnTo>
                <a:lnTo>
                  <a:pt x="1437" y="5625"/>
                </a:lnTo>
                <a:lnTo>
                  <a:pt x="1466" y="5685"/>
                </a:lnTo>
                <a:lnTo>
                  <a:pt x="1496" y="5740"/>
                </a:lnTo>
                <a:lnTo>
                  <a:pt x="1446" y="5748"/>
                </a:lnTo>
                <a:lnTo>
                  <a:pt x="1397" y="5757"/>
                </a:lnTo>
                <a:lnTo>
                  <a:pt x="1348" y="5767"/>
                </a:lnTo>
                <a:lnTo>
                  <a:pt x="1300" y="5777"/>
                </a:lnTo>
                <a:lnTo>
                  <a:pt x="1253" y="5789"/>
                </a:lnTo>
                <a:lnTo>
                  <a:pt x="1207" y="5800"/>
                </a:lnTo>
                <a:lnTo>
                  <a:pt x="1162" y="5814"/>
                </a:lnTo>
                <a:lnTo>
                  <a:pt x="1119" y="5827"/>
                </a:lnTo>
                <a:lnTo>
                  <a:pt x="1077" y="5841"/>
                </a:lnTo>
                <a:lnTo>
                  <a:pt x="1035" y="5856"/>
                </a:lnTo>
                <a:lnTo>
                  <a:pt x="995" y="5872"/>
                </a:lnTo>
                <a:lnTo>
                  <a:pt x="956" y="5887"/>
                </a:lnTo>
                <a:lnTo>
                  <a:pt x="919" y="5904"/>
                </a:lnTo>
                <a:lnTo>
                  <a:pt x="882" y="5922"/>
                </a:lnTo>
                <a:lnTo>
                  <a:pt x="848" y="5940"/>
                </a:lnTo>
                <a:lnTo>
                  <a:pt x="814" y="5958"/>
                </a:lnTo>
                <a:lnTo>
                  <a:pt x="782" y="5977"/>
                </a:lnTo>
                <a:lnTo>
                  <a:pt x="752" y="5997"/>
                </a:lnTo>
                <a:lnTo>
                  <a:pt x="723" y="6017"/>
                </a:lnTo>
                <a:lnTo>
                  <a:pt x="695" y="6037"/>
                </a:lnTo>
                <a:lnTo>
                  <a:pt x="669" y="6058"/>
                </a:lnTo>
                <a:lnTo>
                  <a:pt x="645" y="6080"/>
                </a:lnTo>
                <a:lnTo>
                  <a:pt x="623" y="6102"/>
                </a:lnTo>
                <a:lnTo>
                  <a:pt x="601" y="6125"/>
                </a:lnTo>
                <a:lnTo>
                  <a:pt x="582" y="6147"/>
                </a:lnTo>
                <a:lnTo>
                  <a:pt x="565" y="6171"/>
                </a:lnTo>
                <a:lnTo>
                  <a:pt x="550" y="6194"/>
                </a:lnTo>
                <a:lnTo>
                  <a:pt x="536" y="6219"/>
                </a:lnTo>
                <a:lnTo>
                  <a:pt x="524" y="6243"/>
                </a:lnTo>
                <a:lnTo>
                  <a:pt x="514" y="6268"/>
                </a:lnTo>
                <a:lnTo>
                  <a:pt x="507" y="6292"/>
                </a:lnTo>
                <a:lnTo>
                  <a:pt x="501" y="6318"/>
                </a:lnTo>
                <a:lnTo>
                  <a:pt x="3395" y="6318"/>
                </a:lnTo>
                <a:lnTo>
                  <a:pt x="3389" y="6292"/>
                </a:lnTo>
                <a:lnTo>
                  <a:pt x="3381" y="6266"/>
                </a:lnTo>
                <a:lnTo>
                  <a:pt x="3370" y="6240"/>
                </a:lnTo>
                <a:lnTo>
                  <a:pt x="3358" y="6214"/>
                </a:lnTo>
                <a:lnTo>
                  <a:pt x="3343" y="6190"/>
                </a:lnTo>
                <a:lnTo>
                  <a:pt x="3327" y="6165"/>
                </a:lnTo>
                <a:lnTo>
                  <a:pt x="3309" y="6141"/>
                </a:lnTo>
                <a:lnTo>
                  <a:pt x="3287" y="6117"/>
                </a:lnTo>
                <a:lnTo>
                  <a:pt x="3265" y="6094"/>
                </a:lnTo>
                <a:lnTo>
                  <a:pt x="3242" y="6072"/>
                </a:lnTo>
                <a:lnTo>
                  <a:pt x="3216" y="6049"/>
                </a:lnTo>
                <a:lnTo>
                  <a:pt x="3188" y="6028"/>
                </a:lnTo>
                <a:lnTo>
                  <a:pt x="3158" y="6007"/>
                </a:lnTo>
                <a:lnTo>
                  <a:pt x="3128" y="5986"/>
                </a:lnTo>
                <a:lnTo>
                  <a:pt x="3094" y="5966"/>
                </a:lnTo>
                <a:lnTo>
                  <a:pt x="3061" y="5947"/>
                </a:lnTo>
                <a:lnTo>
                  <a:pt x="3024" y="5928"/>
                </a:lnTo>
                <a:lnTo>
                  <a:pt x="2987" y="5909"/>
                </a:lnTo>
                <a:lnTo>
                  <a:pt x="2948" y="5892"/>
                </a:lnTo>
                <a:lnTo>
                  <a:pt x="2908" y="5874"/>
                </a:lnTo>
                <a:lnTo>
                  <a:pt x="2867" y="5858"/>
                </a:lnTo>
                <a:lnTo>
                  <a:pt x="2825" y="5843"/>
                </a:lnTo>
                <a:lnTo>
                  <a:pt x="2780" y="5828"/>
                </a:lnTo>
                <a:lnTo>
                  <a:pt x="2735" y="5814"/>
                </a:lnTo>
                <a:lnTo>
                  <a:pt x="2688" y="5800"/>
                </a:lnTo>
                <a:lnTo>
                  <a:pt x="2640" y="5788"/>
                </a:lnTo>
                <a:lnTo>
                  <a:pt x="2593" y="5777"/>
                </a:lnTo>
                <a:lnTo>
                  <a:pt x="2542" y="5766"/>
                </a:lnTo>
                <a:lnTo>
                  <a:pt x="2492" y="5756"/>
                </a:lnTo>
                <a:lnTo>
                  <a:pt x="2440" y="5747"/>
                </a:lnTo>
                <a:lnTo>
                  <a:pt x="2387" y="5738"/>
                </a:lnTo>
                <a:lnTo>
                  <a:pt x="2334" y="57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1" name="KSO_Shape">
            <a:extLst>
              <a:ext uri="{FF2B5EF4-FFF2-40B4-BE49-F238E27FC236}">
                <a16:creationId xmlns:a16="http://schemas.microsoft.com/office/drawing/2014/main" id="{5D845006-01BF-4276-B431-DAD16A8F37D6}"/>
              </a:ext>
            </a:extLst>
          </p:cNvPr>
          <p:cNvSpPr>
            <a:spLocks/>
          </p:cNvSpPr>
          <p:nvPr/>
        </p:nvSpPr>
        <p:spPr bwMode="auto">
          <a:xfrm>
            <a:off x="9572279" y="4493303"/>
            <a:ext cx="958253" cy="653209"/>
          </a:xfrm>
          <a:custGeom>
            <a:avLst/>
            <a:gdLst/>
            <a:ahLst/>
            <a:cxnLst/>
            <a:rect l="0" t="0" r="r" b="b"/>
            <a:pathLst>
              <a:path w="2608263" h="1778000">
                <a:moveTo>
                  <a:pt x="1956693" y="381000"/>
                </a:moveTo>
                <a:lnTo>
                  <a:pt x="1966217" y="381397"/>
                </a:lnTo>
                <a:lnTo>
                  <a:pt x="1975740" y="382192"/>
                </a:lnTo>
                <a:lnTo>
                  <a:pt x="1986057" y="382986"/>
                </a:lnTo>
                <a:lnTo>
                  <a:pt x="1995581" y="384575"/>
                </a:lnTo>
                <a:lnTo>
                  <a:pt x="2005501" y="386562"/>
                </a:lnTo>
                <a:lnTo>
                  <a:pt x="2015819" y="388548"/>
                </a:lnTo>
                <a:lnTo>
                  <a:pt x="2025739" y="391726"/>
                </a:lnTo>
                <a:lnTo>
                  <a:pt x="2035263" y="394904"/>
                </a:lnTo>
                <a:lnTo>
                  <a:pt x="2045580" y="398876"/>
                </a:lnTo>
                <a:lnTo>
                  <a:pt x="2055500" y="403246"/>
                </a:lnTo>
                <a:lnTo>
                  <a:pt x="2065421" y="408807"/>
                </a:lnTo>
                <a:lnTo>
                  <a:pt x="2075738" y="414766"/>
                </a:lnTo>
                <a:lnTo>
                  <a:pt x="2101927" y="438998"/>
                </a:lnTo>
                <a:lnTo>
                  <a:pt x="2143990" y="446149"/>
                </a:lnTo>
                <a:lnTo>
                  <a:pt x="2147958" y="448929"/>
                </a:lnTo>
                <a:lnTo>
                  <a:pt x="2151926" y="452107"/>
                </a:lnTo>
                <a:lnTo>
                  <a:pt x="2155497" y="455683"/>
                </a:lnTo>
                <a:lnTo>
                  <a:pt x="2158672" y="459655"/>
                </a:lnTo>
                <a:lnTo>
                  <a:pt x="2161847" y="464025"/>
                </a:lnTo>
                <a:lnTo>
                  <a:pt x="2164624" y="468395"/>
                </a:lnTo>
                <a:lnTo>
                  <a:pt x="2169783" y="477531"/>
                </a:lnTo>
                <a:lnTo>
                  <a:pt x="2173751" y="485874"/>
                </a:lnTo>
                <a:lnTo>
                  <a:pt x="2176529" y="493024"/>
                </a:lnTo>
                <a:lnTo>
                  <a:pt x="2179306" y="499380"/>
                </a:lnTo>
                <a:lnTo>
                  <a:pt x="2182878" y="516064"/>
                </a:lnTo>
                <a:lnTo>
                  <a:pt x="2186052" y="532749"/>
                </a:lnTo>
                <a:lnTo>
                  <a:pt x="2188036" y="549433"/>
                </a:lnTo>
                <a:lnTo>
                  <a:pt x="2189623" y="565720"/>
                </a:lnTo>
                <a:lnTo>
                  <a:pt x="2190417" y="582008"/>
                </a:lnTo>
                <a:lnTo>
                  <a:pt x="2190814" y="598692"/>
                </a:lnTo>
                <a:lnTo>
                  <a:pt x="2190814" y="615376"/>
                </a:lnTo>
                <a:lnTo>
                  <a:pt x="2190417" y="632855"/>
                </a:lnTo>
                <a:lnTo>
                  <a:pt x="2190020" y="642389"/>
                </a:lnTo>
                <a:lnTo>
                  <a:pt x="2188830" y="656293"/>
                </a:lnTo>
                <a:lnTo>
                  <a:pt x="2185259" y="692840"/>
                </a:lnTo>
                <a:lnTo>
                  <a:pt x="2183671" y="711908"/>
                </a:lnTo>
                <a:lnTo>
                  <a:pt x="2182878" y="730578"/>
                </a:lnTo>
                <a:lnTo>
                  <a:pt x="2182084" y="746468"/>
                </a:lnTo>
                <a:lnTo>
                  <a:pt x="2182481" y="753221"/>
                </a:lnTo>
                <a:lnTo>
                  <a:pt x="2182878" y="758386"/>
                </a:lnTo>
                <a:lnTo>
                  <a:pt x="2183671" y="765139"/>
                </a:lnTo>
                <a:lnTo>
                  <a:pt x="2184862" y="771098"/>
                </a:lnTo>
                <a:lnTo>
                  <a:pt x="2186449" y="775865"/>
                </a:lnTo>
                <a:lnTo>
                  <a:pt x="2188433" y="779837"/>
                </a:lnTo>
                <a:lnTo>
                  <a:pt x="2192798" y="787782"/>
                </a:lnTo>
                <a:lnTo>
                  <a:pt x="2195179" y="792152"/>
                </a:lnTo>
                <a:lnTo>
                  <a:pt x="2198353" y="798508"/>
                </a:lnTo>
                <a:lnTo>
                  <a:pt x="2200734" y="804069"/>
                </a:lnTo>
                <a:lnTo>
                  <a:pt x="2202719" y="810028"/>
                </a:lnTo>
                <a:lnTo>
                  <a:pt x="2204306" y="815987"/>
                </a:lnTo>
                <a:lnTo>
                  <a:pt x="2205496" y="822343"/>
                </a:lnTo>
                <a:lnTo>
                  <a:pt x="2206687" y="829096"/>
                </a:lnTo>
                <a:lnTo>
                  <a:pt x="2207480" y="835452"/>
                </a:lnTo>
                <a:lnTo>
                  <a:pt x="2207877" y="842205"/>
                </a:lnTo>
                <a:lnTo>
                  <a:pt x="2207877" y="848561"/>
                </a:lnTo>
                <a:lnTo>
                  <a:pt x="2207480" y="862465"/>
                </a:lnTo>
                <a:lnTo>
                  <a:pt x="2206290" y="875177"/>
                </a:lnTo>
                <a:lnTo>
                  <a:pt x="2204306" y="887889"/>
                </a:lnTo>
                <a:lnTo>
                  <a:pt x="2202321" y="899806"/>
                </a:lnTo>
                <a:lnTo>
                  <a:pt x="2199544" y="913312"/>
                </a:lnTo>
                <a:lnTo>
                  <a:pt x="2197560" y="920463"/>
                </a:lnTo>
                <a:lnTo>
                  <a:pt x="2195179" y="927613"/>
                </a:lnTo>
                <a:lnTo>
                  <a:pt x="2192798" y="934367"/>
                </a:lnTo>
                <a:lnTo>
                  <a:pt x="2190020" y="941517"/>
                </a:lnTo>
                <a:lnTo>
                  <a:pt x="2186846" y="947873"/>
                </a:lnTo>
                <a:lnTo>
                  <a:pt x="2183275" y="953037"/>
                </a:lnTo>
                <a:lnTo>
                  <a:pt x="2181291" y="955818"/>
                </a:lnTo>
                <a:lnTo>
                  <a:pt x="2178909" y="958201"/>
                </a:lnTo>
                <a:lnTo>
                  <a:pt x="2176132" y="960188"/>
                </a:lnTo>
                <a:lnTo>
                  <a:pt x="2173354" y="961777"/>
                </a:lnTo>
                <a:lnTo>
                  <a:pt x="2167799" y="965749"/>
                </a:lnTo>
                <a:lnTo>
                  <a:pt x="2162243" y="968530"/>
                </a:lnTo>
                <a:lnTo>
                  <a:pt x="2156291" y="971708"/>
                </a:lnTo>
                <a:lnTo>
                  <a:pt x="2151133" y="975283"/>
                </a:lnTo>
                <a:lnTo>
                  <a:pt x="2147958" y="977269"/>
                </a:lnTo>
                <a:lnTo>
                  <a:pt x="2145974" y="979653"/>
                </a:lnTo>
                <a:lnTo>
                  <a:pt x="2143593" y="982434"/>
                </a:lnTo>
                <a:lnTo>
                  <a:pt x="2142006" y="985612"/>
                </a:lnTo>
                <a:lnTo>
                  <a:pt x="2139625" y="990379"/>
                </a:lnTo>
                <a:lnTo>
                  <a:pt x="2137641" y="995543"/>
                </a:lnTo>
                <a:lnTo>
                  <a:pt x="2136450" y="1000707"/>
                </a:lnTo>
                <a:lnTo>
                  <a:pt x="2135260" y="1005871"/>
                </a:lnTo>
                <a:lnTo>
                  <a:pt x="2134466" y="1011433"/>
                </a:lnTo>
                <a:lnTo>
                  <a:pt x="2133673" y="1016597"/>
                </a:lnTo>
                <a:lnTo>
                  <a:pt x="2132879" y="1028514"/>
                </a:lnTo>
                <a:lnTo>
                  <a:pt x="2132085" y="1039637"/>
                </a:lnTo>
                <a:lnTo>
                  <a:pt x="2131292" y="1051158"/>
                </a:lnTo>
                <a:lnTo>
                  <a:pt x="2130895" y="1056719"/>
                </a:lnTo>
                <a:lnTo>
                  <a:pt x="2130101" y="1061883"/>
                </a:lnTo>
                <a:lnTo>
                  <a:pt x="2128911" y="1067445"/>
                </a:lnTo>
                <a:lnTo>
                  <a:pt x="2127721" y="1072212"/>
                </a:lnTo>
                <a:lnTo>
                  <a:pt x="2125736" y="1078170"/>
                </a:lnTo>
                <a:lnTo>
                  <a:pt x="2123355" y="1082937"/>
                </a:lnTo>
                <a:lnTo>
                  <a:pt x="2120578" y="1087307"/>
                </a:lnTo>
                <a:lnTo>
                  <a:pt x="2117800" y="1091280"/>
                </a:lnTo>
                <a:lnTo>
                  <a:pt x="2112245" y="1098430"/>
                </a:lnTo>
                <a:lnTo>
                  <a:pt x="2106293" y="1105183"/>
                </a:lnTo>
                <a:lnTo>
                  <a:pt x="2103515" y="1109156"/>
                </a:lnTo>
                <a:lnTo>
                  <a:pt x="2101134" y="1112731"/>
                </a:lnTo>
                <a:lnTo>
                  <a:pt x="2098356" y="1116703"/>
                </a:lnTo>
                <a:lnTo>
                  <a:pt x="2096372" y="1121470"/>
                </a:lnTo>
                <a:lnTo>
                  <a:pt x="2093991" y="1126237"/>
                </a:lnTo>
                <a:lnTo>
                  <a:pt x="2092801" y="1131799"/>
                </a:lnTo>
                <a:lnTo>
                  <a:pt x="2091610" y="1138155"/>
                </a:lnTo>
                <a:lnTo>
                  <a:pt x="2090817" y="1145305"/>
                </a:lnTo>
                <a:lnTo>
                  <a:pt x="2127721" y="1150470"/>
                </a:lnTo>
                <a:lnTo>
                  <a:pt x="2138435" y="1173907"/>
                </a:lnTo>
                <a:lnTo>
                  <a:pt x="2144783" y="1187016"/>
                </a:lnTo>
                <a:lnTo>
                  <a:pt x="2152323" y="1201317"/>
                </a:lnTo>
                <a:lnTo>
                  <a:pt x="2159863" y="1214426"/>
                </a:lnTo>
                <a:lnTo>
                  <a:pt x="2163831" y="1220782"/>
                </a:lnTo>
                <a:lnTo>
                  <a:pt x="2167799" y="1226741"/>
                </a:lnTo>
                <a:lnTo>
                  <a:pt x="2171767" y="1231905"/>
                </a:lnTo>
                <a:lnTo>
                  <a:pt x="2175735" y="1236672"/>
                </a:lnTo>
                <a:lnTo>
                  <a:pt x="2180497" y="1240645"/>
                </a:lnTo>
                <a:lnTo>
                  <a:pt x="2184862" y="1243823"/>
                </a:lnTo>
                <a:lnTo>
                  <a:pt x="2241606" y="1259713"/>
                </a:lnTo>
                <a:lnTo>
                  <a:pt x="2293192" y="1281164"/>
                </a:lnTo>
                <a:lnTo>
                  <a:pt x="2345572" y="1303807"/>
                </a:lnTo>
                <a:lnTo>
                  <a:pt x="2397951" y="1326053"/>
                </a:lnTo>
                <a:lnTo>
                  <a:pt x="2449140" y="1347902"/>
                </a:lnTo>
                <a:lnTo>
                  <a:pt x="2461045" y="1352669"/>
                </a:lnTo>
                <a:lnTo>
                  <a:pt x="2472552" y="1356641"/>
                </a:lnTo>
                <a:lnTo>
                  <a:pt x="2496361" y="1365381"/>
                </a:lnTo>
                <a:lnTo>
                  <a:pt x="2519773" y="1373723"/>
                </a:lnTo>
                <a:lnTo>
                  <a:pt x="2530884" y="1378093"/>
                </a:lnTo>
                <a:lnTo>
                  <a:pt x="2541995" y="1382860"/>
                </a:lnTo>
                <a:lnTo>
                  <a:pt x="2552312" y="1388421"/>
                </a:lnTo>
                <a:lnTo>
                  <a:pt x="2562233" y="1394380"/>
                </a:lnTo>
                <a:lnTo>
                  <a:pt x="2566597" y="1397558"/>
                </a:lnTo>
                <a:lnTo>
                  <a:pt x="2571756" y="1400736"/>
                </a:lnTo>
                <a:lnTo>
                  <a:pt x="2576121" y="1404311"/>
                </a:lnTo>
                <a:lnTo>
                  <a:pt x="2580089" y="1407886"/>
                </a:lnTo>
                <a:lnTo>
                  <a:pt x="2584057" y="1411859"/>
                </a:lnTo>
                <a:lnTo>
                  <a:pt x="2587629" y="1416228"/>
                </a:lnTo>
                <a:lnTo>
                  <a:pt x="2591200" y="1420598"/>
                </a:lnTo>
                <a:lnTo>
                  <a:pt x="2594375" y="1425365"/>
                </a:lnTo>
                <a:lnTo>
                  <a:pt x="2597946" y="1430132"/>
                </a:lnTo>
                <a:lnTo>
                  <a:pt x="2600723" y="1435296"/>
                </a:lnTo>
                <a:lnTo>
                  <a:pt x="2603105" y="1440858"/>
                </a:lnTo>
                <a:lnTo>
                  <a:pt x="2605089" y="1446817"/>
                </a:lnTo>
                <a:lnTo>
                  <a:pt x="2605485" y="1465487"/>
                </a:lnTo>
                <a:lnTo>
                  <a:pt x="2605882" y="1488528"/>
                </a:lnTo>
                <a:lnTo>
                  <a:pt x="2607073" y="1542951"/>
                </a:lnTo>
                <a:lnTo>
                  <a:pt x="2608263" y="1599757"/>
                </a:lnTo>
                <a:lnTo>
                  <a:pt x="2608263" y="1625975"/>
                </a:lnTo>
                <a:lnTo>
                  <a:pt x="2608263" y="1649413"/>
                </a:lnTo>
                <a:lnTo>
                  <a:pt x="2308271" y="1649413"/>
                </a:lnTo>
                <a:lnTo>
                  <a:pt x="2307081" y="1594196"/>
                </a:lnTo>
                <a:lnTo>
                  <a:pt x="2305493" y="1538581"/>
                </a:lnTo>
                <a:lnTo>
                  <a:pt x="2305097" y="1494486"/>
                </a:lnTo>
                <a:lnTo>
                  <a:pt x="2305097" y="1482172"/>
                </a:lnTo>
                <a:lnTo>
                  <a:pt x="2301129" y="1470651"/>
                </a:lnTo>
                <a:lnTo>
                  <a:pt x="2297557" y="1461117"/>
                </a:lnTo>
                <a:lnTo>
                  <a:pt x="2293986" y="1451981"/>
                </a:lnTo>
                <a:lnTo>
                  <a:pt x="2289224" y="1443241"/>
                </a:lnTo>
                <a:lnTo>
                  <a:pt x="2284859" y="1434899"/>
                </a:lnTo>
                <a:lnTo>
                  <a:pt x="2280097" y="1426954"/>
                </a:lnTo>
                <a:lnTo>
                  <a:pt x="2275335" y="1419406"/>
                </a:lnTo>
                <a:lnTo>
                  <a:pt x="2270177" y="1411859"/>
                </a:lnTo>
                <a:lnTo>
                  <a:pt x="2264621" y="1405106"/>
                </a:lnTo>
                <a:lnTo>
                  <a:pt x="2258669" y="1398352"/>
                </a:lnTo>
                <a:lnTo>
                  <a:pt x="2252717" y="1391996"/>
                </a:lnTo>
                <a:lnTo>
                  <a:pt x="2246765" y="1386435"/>
                </a:lnTo>
                <a:lnTo>
                  <a:pt x="2240416" y="1380079"/>
                </a:lnTo>
                <a:lnTo>
                  <a:pt x="2234067" y="1374915"/>
                </a:lnTo>
                <a:lnTo>
                  <a:pt x="2226924" y="1369750"/>
                </a:lnTo>
                <a:lnTo>
                  <a:pt x="2220178" y="1364983"/>
                </a:lnTo>
                <a:lnTo>
                  <a:pt x="2213433" y="1360217"/>
                </a:lnTo>
                <a:lnTo>
                  <a:pt x="2206290" y="1355450"/>
                </a:lnTo>
                <a:lnTo>
                  <a:pt x="2198750" y="1351080"/>
                </a:lnTo>
                <a:lnTo>
                  <a:pt x="2184465" y="1343532"/>
                </a:lnTo>
                <a:lnTo>
                  <a:pt x="2169386" y="1336382"/>
                </a:lnTo>
                <a:lnTo>
                  <a:pt x="2154307" y="1330026"/>
                </a:lnTo>
                <a:lnTo>
                  <a:pt x="2139228" y="1323670"/>
                </a:lnTo>
                <a:lnTo>
                  <a:pt x="2124546" y="1318108"/>
                </a:lnTo>
                <a:lnTo>
                  <a:pt x="2095578" y="1307780"/>
                </a:lnTo>
                <a:lnTo>
                  <a:pt x="2067405" y="1297849"/>
                </a:lnTo>
                <a:lnTo>
                  <a:pt x="2053913" y="1293082"/>
                </a:lnTo>
                <a:lnTo>
                  <a:pt x="2041215" y="1287917"/>
                </a:lnTo>
                <a:lnTo>
                  <a:pt x="1985264" y="1263685"/>
                </a:lnTo>
                <a:lnTo>
                  <a:pt x="1926932" y="1239056"/>
                </a:lnTo>
                <a:lnTo>
                  <a:pt x="1840427" y="1202112"/>
                </a:lnTo>
                <a:lnTo>
                  <a:pt x="1797571" y="1183441"/>
                </a:lnTo>
                <a:lnTo>
                  <a:pt x="1755111" y="1166359"/>
                </a:lnTo>
                <a:lnTo>
                  <a:pt x="1762651" y="1150470"/>
                </a:lnTo>
                <a:lnTo>
                  <a:pt x="1790031" y="1143716"/>
                </a:lnTo>
                <a:lnTo>
                  <a:pt x="1788047" y="1138155"/>
                </a:lnTo>
                <a:lnTo>
                  <a:pt x="1786460" y="1132196"/>
                </a:lnTo>
                <a:lnTo>
                  <a:pt x="1784873" y="1127429"/>
                </a:lnTo>
                <a:lnTo>
                  <a:pt x="1782492" y="1123457"/>
                </a:lnTo>
                <a:lnTo>
                  <a:pt x="1780111" y="1119484"/>
                </a:lnTo>
                <a:lnTo>
                  <a:pt x="1777730" y="1115909"/>
                </a:lnTo>
                <a:lnTo>
                  <a:pt x="1772571" y="1109950"/>
                </a:lnTo>
                <a:lnTo>
                  <a:pt x="1767413" y="1103594"/>
                </a:lnTo>
                <a:lnTo>
                  <a:pt x="1762254" y="1097636"/>
                </a:lnTo>
                <a:lnTo>
                  <a:pt x="1759476" y="1094458"/>
                </a:lnTo>
                <a:lnTo>
                  <a:pt x="1757095" y="1091280"/>
                </a:lnTo>
                <a:lnTo>
                  <a:pt x="1755111" y="1087307"/>
                </a:lnTo>
                <a:lnTo>
                  <a:pt x="1753524" y="1082937"/>
                </a:lnTo>
                <a:lnTo>
                  <a:pt x="1743207" y="973694"/>
                </a:lnTo>
                <a:lnTo>
                  <a:pt x="1743207" y="974091"/>
                </a:lnTo>
                <a:lnTo>
                  <a:pt x="1742413" y="974091"/>
                </a:lnTo>
                <a:lnTo>
                  <a:pt x="1739636" y="973694"/>
                </a:lnTo>
                <a:lnTo>
                  <a:pt x="1730112" y="972105"/>
                </a:lnTo>
                <a:lnTo>
                  <a:pt x="1720985" y="969324"/>
                </a:lnTo>
                <a:lnTo>
                  <a:pt x="1717414" y="968133"/>
                </a:lnTo>
                <a:lnTo>
                  <a:pt x="1715033" y="967338"/>
                </a:lnTo>
                <a:lnTo>
                  <a:pt x="1711065" y="963763"/>
                </a:lnTo>
                <a:lnTo>
                  <a:pt x="1707097" y="960188"/>
                </a:lnTo>
                <a:lnTo>
                  <a:pt x="1703129" y="955818"/>
                </a:lnTo>
                <a:lnTo>
                  <a:pt x="1699954" y="950654"/>
                </a:lnTo>
                <a:lnTo>
                  <a:pt x="1697177" y="945490"/>
                </a:lnTo>
                <a:lnTo>
                  <a:pt x="1694399" y="939531"/>
                </a:lnTo>
                <a:lnTo>
                  <a:pt x="1692018" y="932778"/>
                </a:lnTo>
                <a:lnTo>
                  <a:pt x="1689637" y="926422"/>
                </a:lnTo>
                <a:lnTo>
                  <a:pt x="1688050" y="919668"/>
                </a:lnTo>
                <a:lnTo>
                  <a:pt x="1686066" y="912518"/>
                </a:lnTo>
                <a:lnTo>
                  <a:pt x="1683288" y="897423"/>
                </a:lnTo>
                <a:lnTo>
                  <a:pt x="1681304" y="882327"/>
                </a:lnTo>
                <a:lnTo>
                  <a:pt x="1679717" y="867232"/>
                </a:lnTo>
                <a:lnTo>
                  <a:pt x="1684875" y="862465"/>
                </a:lnTo>
                <a:lnTo>
                  <a:pt x="1689637" y="857698"/>
                </a:lnTo>
                <a:lnTo>
                  <a:pt x="1694796" y="851739"/>
                </a:lnTo>
                <a:lnTo>
                  <a:pt x="1699161" y="845780"/>
                </a:lnTo>
                <a:lnTo>
                  <a:pt x="1703525" y="839424"/>
                </a:lnTo>
                <a:lnTo>
                  <a:pt x="1707891" y="832671"/>
                </a:lnTo>
                <a:lnTo>
                  <a:pt x="1711462" y="825918"/>
                </a:lnTo>
                <a:lnTo>
                  <a:pt x="1715033" y="818767"/>
                </a:lnTo>
                <a:lnTo>
                  <a:pt x="1718208" y="811617"/>
                </a:lnTo>
                <a:lnTo>
                  <a:pt x="1720985" y="804466"/>
                </a:lnTo>
                <a:lnTo>
                  <a:pt x="1726144" y="790166"/>
                </a:lnTo>
                <a:lnTo>
                  <a:pt x="1730509" y="776262"/>
                </a:lnTo>
                <a:lnTo>
                  <a:pt x="1734080" y="762755"/>
                </a:lnTo>
                <a:lnTo>
                  <a:pt x="1736858" y="750838"/>
                </a:lnTo>
                <a:lnTo>
                  <a:pt x="1738842" y="740510"/>
                </a:lnTo>
                <a:lnTo>
                  <a:pt x="1742413" y="720647"/>
                </a:lnTo>
                <a:lnTo>
                  <a:pt x="1743604" y="709524"/>
                </a:lnTo>
                <a:lnTo>
                  <a:pt x="1745191" y="698798"/>
                </a:lnTo>
                <a:lnTo>
                  <a:pt x="1746381" y="687278"/>
                </a:lnTo>
                <a:lnTo>
                  <a:pt x="1747175" y="675361"/>
                </a:lnTo>
                <a:lnTo>
                  <a:pt x="1747572" y="663443"/>
                </a:lnTo>
                <a:lnTo>
                  <a:pt x="1747572" y="651129"/>
                </a:lnTo>
                <a:lnTo>
                  <a:pt x="1747175" y="638814"/>
                </a:lnTo>
                <a:lnTo>
                  <a:pt x="1746381" y="626102"/>
                </a:lnTo>
                <a:lnTo>
                  <a:pt x="1744794" y="613787"/>
                </a:lnTo>
                <a:lnTo>
                  <a:pt x="1742810" y="601473"/>
                </a:lnTo>
                <a:lnTo>
                  <a:pt x="1740033" y="589158"/>
                </a:lnTo>
                <a:lnTo>
                  <a:pt x="1736461" y="576843"/>
                </a:lnTo>
                <a:lnTo>
                  <a:pt x="1732096" y="564529"/>
                </a:lnTo>
                <a:lnTo>
                  <a:pt x="1726937" y="553008"/>
                </a:lnTo>
                <a:lnTo>
                  <a:pt x="1723366" y="546255"/>
                </a:lnTo>
                <a:lnTo>
                  <a:pt x="1720192" y="539899"/>
                </a:lnTo>
                <a:lnTo>
                  <a:pt x="1715033" y="530365"/>
                </a:lnTo>
                <a:lnTo>
                  <a:pt x="1712652" y="526393"/>
                </a:lnTo>
                <a:lnTo>
                  <a:pt x="1711859" y="521229"/>
                </a:lnTo>
                <a:lnTo>
                  <a:pt x="1711859" y="516064"/>
                </a:lnTo>
                <a:lnTo>
                  <a:pt x="1711462" y="509708"/>
                </a:lnTo>
                <a:lnTo>
                  <a:pt x="1712255" y="493421"/>
                </a:lnTo>
                <a:lnTo>
                  <a:pt x="1716223" y="486271"/>
                </a:lnTo>
                <a:lnTo>
                  <a:pt x="1720192" y="479915"/>
                </a:lnTo>
                <a:lnTo>
                  <a:pt x="1724557" y="473559"/>
                </a:lnTo>
                <a:lnTo>
                  <a:pt x="1728922" y="467600"/>
                </a:lnTo>
                <a:lnTo>
                  <a:pt x="1734080" y="462039"/>
                </a:lnTo>
                <a:lnTo>
                  <a:pt x="1738842" y="456477"/>
                </a:lnTo>
                <a:lnTo>
                  <a:pt x="1743604" y="451313"/>
                </a:lnTo>
                <a:lnTo>
                  <a:pt x="1748762" y="446546"/>
                </a:lnTo>
                <a:lnTo>
                  <a:pt x="1754318" y="442176"/>
                </a:lnTo>
                <a:lnTo>
                  <a:pt x="1759476" y="438204"/>
                </a:lnTo>
                <a:lnTo>
                  <a:pt x="1765429" y="434231"/>
                </a:lnTo>
                <a:lnTo>
                  <a:pt x="1771381" y="430259"/>
                </a:lnTo>
                <a:lnTo>
                  <a:pt x="1776936" y="427081"/>
                </a:lnTo>
                <a:lnTo>
                  <a:pt x="1782888" y="424300"/>
                </a:lnTo>
                <a:lnTo>
                  <a:pt x="1789634" y="421917"/>
                </a:lnTo>
                <a:lnTo>
                  <a:pt x="1795587" y="419533"/>
                </a:lnTo>
                <a:lnTo>
                  <a:pt x="1820983" y="409999"/>
                </a:lnTo>
                <a:lnTo>
                  <a:pt x="1834871" y="404438"/>
                </a:lnTo>
                <a:lnTo>
                  <a:pt x="1849950" y="399273"/>
                </a:lnTo>
                <a:lnTo>
                  <a:pt x="1865823" y="394506"/>
                </a:lnTo>
                <a:lnTo>
                  <a:pt x="1882886" y="390137"/>
                </a:lnTo>
                <a:lnTo>
                  <a:pt x="1900742" y="386562"/>
                </a:lnTo>
                <a:lnTo>
                  <a:pt x="1909472" y="384973"/>
                </a:lnTo>
                <a:lnTo>
                  <a:pt x="1918599" y="383384"/>
                </a:lnTo>
                <a:lnTo>
                  <a:pt x="1927726" y="382589"/>
                </a:lnTo>
                <a:lnTo>
                  <a:pt x="1937249" y="381795"/>
                </a:lnTo>
                <a:lnTo>
                  <a:pt x="1946773" y="381397"/>
                </a:lnTo>
                <a:lnTo>
                  <a:pt x="1956693" y="381000"/>
                </a:lnTo>
                <a:close/>
                <a:moveTo>
                  <a:pt x="674585" y="381000"/>
                </a:moveTo>
                <a:lnTo>
                  <a:pt x="684505" y="381397"/>
                </a:lnTo>
                <a:lnTo>
                  <a:pt x="694029" y="382192"/>
                </a:lnTo>
                <a:lnTo>
                  <a:pt x="703552" y="382986"/>
                </a:lnTo>
                <a:lnTo>
                  <a:pt x="713870" y="384575"/>
                </a:lnTo>
                <a:lnTo>
                  <a:pt x="723790" y="386562"/>
                </a:lnTo>
                <a:lnTo>
                  <a:pt x="733710" y="388548"/>
                </a:lnTo>
                <a:lnTo>
                  <a:pt x="743631" y="391726"/>
                </a:lnTo>
                <a:lnTo>
                  <a:pt x="753551" y="394904"/>
                </a:lnTo>
                <a:lnTo>
                  <a:pt x="763868" y="398876"/>
                </a:lnTo>
                <a:lnTo>
                  <a:pt x="773789" y="403246"/>
                </a:lnTo>
                <a:lnTo>
                  <a:pt x="783709" y="408807"/>
                </a:lnTo>
                <a:lnTo>
                  <a:pt x="793629" y="414766"/>
                </a:lnTo>
                <a:lnTo>
                  <a:pt x="820216" y="438998"/>
                </a:lnTo>
                <a:lnTo>
                  <a:pt x="861088" y="446149"/>
                </a:lnTo>
                <a:lnTo>
                  <a:pt x="863866" y="468792"/>
                </a:lnTo>
                <a:lnTo>
                  <a:pt x="867040" y="491832"/>
                </a:lnTo>
                <a:lnTo>
                  <a:pt x="871008" y="514873"/>
                </a:lnTo>
                <a:lnTo>
                  <a:pt x="876167" y="539105"/>
                </a:lnTo>
                <a:lnTo>
                  <a:pt x="871405" y="548241"/>
                </a:lnTo>
                <a:lnTo>
                  <a:pt x="868231" y="554200"/>
                </a:lnTo>
                <a:lnTo>
                  <a:pt x="864659" y="560556"/>
                </a:lnTo>
                <a:lnTo>
                  <a:pt x="861088" y="568501"/>
                </a:lnTo>
                <a:lnTo>
                  <a:pt x="858310" y="577241"/>
                </a:lnTo>
                <a:lnTo>
                  <a:pt x="855533" y="586377"/>
                </a:lnTo>
                <a:lnTo>
                  <a:pt x="854342" y="591144"/>
                </a:lnTo>
                <a:lnTo>
                  <a:pt x="853548" y="596309"/>
                </a:lnTo>
                <a:lnTo>
                  <a:pt x="853152" y="602267"/>
                </a:lnTo>
                <a:lnTo>
                  <a:pt x="852755" y="607431"/>
                </a:lnTo>
                <a:lnTo>
                  <a:pt x="852755" y="613390"/>
                </a:lnTo>
                <a:lnTo>
                  <a:pt x="853152" y="619349"/>
                </a:lnTo>
                <a:lnTo>
                  <a:pt x="854739" y="642786"/>
                </a:lnTo>
                <a:lnTo>
                  <a:pt x="856723" y="670991"/>
                </a:lnTo>
                <a:lnTo>
                  <a:pt x="857913" y="686087"/>
                </a:lnTo>
                <a:lnTo>
                  <a:pt x="859501" y="700785"/>
                </a:lnTo>
                <a:lnTo>
                  <a:pt x="861485" y="716675"/>
                </a:lnTo>
                <a:lnTo>
                  <a:pt x="863469" y="732167"/>
                </a:lnTo>
                <a:lnTo>
                  <a:pt x="866247" y="748057"/>
                </a:lnTo>
                <a:lnTo>
                  <a:pt x="869818" y="763153"/>
                </a:lnTo>
                <a:lnTo>
                  <a:pt x="873786" y="779043"/>
                </a:lnTo>
                <a:lnTo>
                  <a:pt x="878548" y="793741"/>
                </a:lnTo>
                <a:lnTo>
                  <a:pt x="883706" y="808439"/>
                </a:lnTo>
                <a:lnTo>
                  <a:pt x="886881" y="815589"/>
                </a:lnTo>
                <a:lnTo>
                  <a:pt x="890055" y="822343"/>
                </a:lnTo>
                <a:lnTo>
                  <a:pt x="893230" y="829493"/>
                </a:lnTo>
                <a:lnTo>
                  <a:pt x="896801" y="835849"/>
                </a:lnTo>
                <a:lnTo>
                  <a:pt x="901166" y="842205"/>
                </a:lnTo>
                <a:lnTo>
                  <a:pt x="905134" y="848561"/>
                </a:lnTo>
                <a:lnTo>
                  <a:pt x="909896" y="854520"/>
                </a:lnTo>
                <a:lnTo>
                  <a:pt x="914261" y="860081"/>
                </a:lnTo>
                <a:lnTo>
                  <a:pt x="919420" y="865643"/>
                </a:lnTo>
                <a:lnTo>
                  <a:pt x="924578" y="870807"/>
                </a:lnTo>
                <a:lnTo>
                  <a:pt x="922594" y="885902"/>
                </a:lnTo>
                <a:lnTo>
                  <a:pt x="920213" y="899806"/>
                </a:lnTo>
                <a:lnTo>
                  <a:pt x="917436" y="913312"/>
                </a:lnTo>
                <a:lnTo>
                  <a:pt x="915451" y="920463"/>
                </a:lnTo>
                <a:lnTo>
                  <a:pt x="913467" y="927613"/>
                </a:lnTo>
                <a:lnTo>
                  <a:pt x="911087" y="934367"/>
                </a:lnTo>
                <a:lnTo>
                  <a:pt x="908309" y="941517"/>
                </a:lnTo>
                <a:lnTo>
                  <a:pt x="905134" y="947873"/>
                </a:lnTo>
                <a:lnTo>
                  <a:pt x="901563" y="953037"/>
                </a:lnTo>
                <a:lnTo>
                  <a:pt x="899182" y="955818"/>
                </a:lnTo>
                <a:lnTo>
                  <a:pt x="896801" y="958201"/>
                </a:lnTo>
                <a:lnTo>
                  <a:pt x="894420" y="960188"/>
                </a:lnTo>
                <a:lnTo>
                  <a:pt x="891643" y="961777"/>
                </a:lnTo>
                <a:lnTo>
                  <a:pt x="886087" y="965749"/>
                </a:lnTo>
                <a:lnTo>
                  <a:pt x="880532" y="968530"/>
                </a:lnTo>
                <a:lnTo>
                  <a:pt x="874580" y="971708"/>
                </a:lnTo>
                <a:lnTo>
                  <a:pt x="869024" y="975283"/>
                </a:lnTo>
                <a:lnTo>
                  <a:pt x="866247" y="977269"/>
                </a:lnTo>
                <a:lnTo>
                  <a:pt x="863866" y="979653"/>
                </a:lnTo>
                <a:lnTo>
                  <a:pt x="861881" y="982434"/>
                </a:lnTo>
                <a:lnTo>
                  <a:pt x="859897" y="985612"/>
                </a:lnTo>
                <a:lnTo>
                  <a:pt x="857913" y="990379"/>
                </a:lnTo>
                <a:lnTo>
                  <a:pt x="855929" y="995543"/>
                </a:lnTo>
                <a:lnTo>
                  <a:pt x="854342" y="1000707"/>
                </a:lnTo>
                <a:lnTo>
                  <a:pt x="853152" y="1005871"/>
                </a:lnTo>
                <a:lnTo>
                  <a:pt x="852358" y="1011433"/>
                </a:lnTo>
                <a:lnTo>
                  <a:pt x="851961" y="1016597"/>
                </a:lnTo>
                <a:lnTo>
                  <a:pt x="851167" y="1028514"/>
                </a:lnTo>
                <a:lnTo>
                  <a:pt x="850374" y="1039637"/>
                </a:lnTo>
                <a:lnTo>
                  <a:pt x="849580" y="1051158"/>
                </a:lnTo>
                <a:lnTo>
                  <a:pt x="849183" y="1056719"/>
                </a:lnTo>
                <a:lnTo>
                  <a:pt x="848390" y="1061883"/>
                </a:lnTo>
                <a:lnTo>
                  <a:pt x="847199" y="1067445"/>
                </a:lnTo>
                <a:lnTo>
                  <a:pt x="845612" y="1072212"/>
                </a:lnTo>
                <a:lnTo>
                  <a:pt x="843231" y="1078170"/>
                </a:lnTo>
                <a:lnTo>
                  <a:pt x="841247" y="1082937"/>
                </a:lnTo>
                <a:lnTo>
                  <a:pt x="838469" y="1087307"/>
                </a:lnTo>
                <a:lnTo>
                  <a:pt x="836089" y="1091280"/>
                </a:lnTo>
                <a:lnTo>
                  <a:pt x="830136" y="1098430"/>
                </a:lnTo>
                <a:lnTo>
                  <a:pt x="824581" y="1105183"/>
                </a:lnTo>
                <a:lnTo>
                  <a:pt x="821803" y="1109156"/>
                </a:lnTo>
                <a:lnTo>
                  <a:pt x="819026" y="1112731"/>
                </a:lnTo>
                <a:lnTo>
                  <a:pt x="816248" y="1116703"/>
                </a:lnTo>
                <a:lnTo>
                  <a:pt x="814264" y="1121470"/>
                </a:lnTo>
                <a:lnTo>
                  <a:pt x="812280" y="1126237"/>
                </a:lnTo>
                <a:lnTo>
                  <a:pt x="810692" y="1131799"/>
                </a:lnTo>
                <a:lnTo>
                  <a:pt x="809899" y="1138155"/>
                </a:lnTo>
                <a:lnTo>
                  <a:pt x="809105" y="1145305"/>
                </a:lnTo>
                <a:lnTo>
                  <a:pt x="845612" y="1150470"/>
                </a:lnTo>
                <a:lnTo>
                  <a:pt x="853152" y="1166757"/>
                </a:lnTo>
                <a:lnTo>
                  <a:pt x="811089" y="1183838"/>
                </a:lnTo>
                <a:lnTo>
                  <a:pt x="768233" y="1202112"/>
                </a:lnTo>
                <a:lnTo>
                  <a:pt x="682521" y="1239056"/>
                </a:lnTo>
                <a:lnTo>
                  <a:pt x="624586" y="1263685"/>
                </a:lnTo>
                <a:lnTo>
                  <a:pt x="568635" y="1287917"/>
                </a:lnTo>
                <a:lnTo>
                  <a:pt x="555541" y="1293082"/>
                </a:lnTo>
                <a:lnTo>
                  <a:pt x="542446" y="1297849"/>
                </a:lnTo>
                <a:lnTo>
                  <a:pt x="514669" y="1307780"/>
                </a:lnTo>
                <a:lnTo>
                  <a:pt x="485304" y="1318108"/>
                </a:lnTo>
                <a:lnTo>
                  <a:pt x="470225" y="1323670"/>
                </a:lnTo>
                <a:lnTo>
                  <a:pt x="455146" y="1330026"/>
                </a:lnTo>
                <a:lnTo>
                  <a:pt x="440464" y="1336382"/>
                </a:lnTo>
                <a:lnTo>
                  <a:pt x="425385" y="1343532"/>
                </a:lnTo>
                <a:lnTo>
                  <a:pt x="410703" y="1351080"/>
                </a:lnTo>
                <a:lnTo>
                  <a:pt x="403561" y="1355450"/>
                </a:lnTo>
                <a:lnTo>
                  <a:pt x="396418" y="1360217"/>
                </a:lnTo>
                <a:lnTo>
                  <a:pt x="389275" y="1364983"/>
                </a:lnTo>
                <a:lnTo>
                  <a:pt x="382529" y="1369750"/>
                </a:lnTo>
                <a:lnTo>
                  <a:pt x="376180" y="1374915"/>
                </a:lnTo>
                <a:lnTo>
                  <a:pt x="369038" y="1380079"/>
                </a:lnTo>
                <a:lnTo>
                  <a:pt x="363085" y="1386435"/>
                </a:lnTo>
                <a:lnTo>
                  <a:pt x="356736" y="1391996"/>
                </a:lnTo>
                <a:lnTo>
                  <a:pt x="350784" y="1398352"/>
                </a:lnTo>
                <a:lnTo>
                  <a:pt x="345229" y="1405106"/>
                </a:lnTo>
                <a:lnTo>
                  <a:pt x="339277" y="1411859"/>
                </a:lnTo>
                <a:lnTo>
                  <a:pt x="334118" y="1419406"/>
                </a:lnTo>
                <a:lnTo>
                  <a:pt x="329356" y="1426954"/>
                </a:lnTo>
                <a:lnTo>
                  <a:pt x="324594" y="1434899"/>
                </a:lnTo>
                <a:lnTo>
                  <a:pt x="320229" y="1443241"/>
                </a:lnTo>
                <a:lnTo>
                  <a:pt x="315865" y="1451981"/>
                </a:lnTo>
                <a:lnTo>
                  <a:pt x="311896" y="1461117"/>
                </a:lnTo>
                <a:lnTo>
                  <a:pt x="308325" y="1470651"/>
                </a:lnTo>
                <a:lnTo>
                  <a:pt x="304357" y="1482172"/>
                </a:lnTo>
                <a:lnTo>
                  <a:pt x="304357" y="1494486"/>
                </a:lnTo>
                <a:lnTo>
                  <a:pt x="303960" y="1538581"/>
                </a:lnTo>
                <a:lnTo>
                  <a:pt x="302770" y="1594196"/>
                </a:lnTo>
                <a:lnTo>
                  <a:pt x="301182" y="1649413"/>
                </a:lnTo>
                <a:lnTo>
                  <a:pt x="0" y="1649413"/>
                </a:lnTo>
                <a:lnTo>
                  <a:pt x="0" y="1625975"/>
                </a:lnTo>
                <a:lnTo>
                  <a:pt x="0" y="1599757"/>
                </a:lnTo>
                <a:lnTo>
                  <a:pt x="1190" y="1542951"/>
                </a:lnTo>
                <a:lnTo>
                  <a:pt x="2381" y="1488528"/>
                </a:lnTo>
                <a:lnTo>
                  <a:pt x="2778" y="1465487"/>
                </a:lnTo>
                <a:lnTo>
                  <a:pt x="2778" y="1446817"/>
                </a:lnTo>
                <a:lnTo>
                  <a:pt x="5159" y="1440858"/>
                </a:lnTo>
                <a:lnTo>
                  <a:pt x="7539" y="1435296"/>
                </a:lnTo>
                <a:lnTo>
                  <a:pt x="10317" y="1430132"/>
                </a:lnTo>
                <a:lnTo>
                  <a:pt x="13889" y="1425365"/>
                </a:lnTo>
                <a:lnTo>
                  <a:pt x="17063" y="1420598"/>
                </a:lnTo>
                <a:lnTo>
                  <a:pt x="20634" y="1416228"/>
                </a:lnTo>
                <a:lnTo>
                  <a:pt x="24206" y="1411859"/>
                </a:lnTo>
                <a:lnTo>
                  <a:pt x="28174" y="1407886"/>
                </a:lnTo>
                <a:lnTo>
                  <a:pt x="32142" y="1404311"/>
                </a:lnTo>
                <a:lnTo>
                  <a:pt x="36507" y="1400736"/>
                </a:lnTo>
                <a:lnTo>
                  <a:pt x="41269" y="1397558"/>
                </a:lnTo>
                <a:lnTo>
                  <a:pt x="46031" y="1394380"/>
                </a:lnTo>
                <a:lnTo>
                  <a:pt x="55951" y="1388421"/>
                </a:lnTo>
                <a:lnTo>
                  <a:pt x="66665" y="1382860"/>
                </a:lnTo>
                <a:lnTo>
                  <a:pt x="77379" y="1378093"/>
                </a:lnTo>
                <a:lnTo>
                  <a:pt x="88490" y="1373723"/>
                </a:lnTo>
                <a:lnTo>
                  <a:pt x="111902" y="1365381"/>
                </a:lnTo>
                <a:lnTo>
                  <a:pt x="135711" y="1356641"/>
                </a:lnTo>
                <a:lnTo>
                  <a:pt x="147218" y="1352669"/>
                </a:lnTo>
                <a:lnTo>
                  <a:pt x="158726" y="1347902"/>
                </a:lnTo>
                <a:lnTo>
                  <a:pt x="210312" y="1326053"/>
                </a:lnTo>
                <a:lnTo>
                  <a:pt x="263088" y="1303807"/>
                </a:lnTo>
                <a:lnTo>
                  <a:pt x="315071" y="1281164"/>
                </a:lnTo>
                <a:lnTo>
                  <a:pt x="366260" y="1259713"/>
                </a:lnTo>
                <a:lnTo>
                  <a:pt x="423401" y="1243823"/>
                </a:lnTo>
                <a:lnTo>
                  <a:pt x="428163" y="1240645"/>
                </a:lnTo>
                <a:lnTo>
                  <a:pt x="432131" y="1236672"/>
                </a:lnTo>
                <a:lnTo>
                  <a:pt x="436496" y="1231905"/>
                </a:lnTo>
                <a:lnTo>
                  <a:pt x="440464" y="1226741"/>
                </a:lnTo>
                <a:lnTo>
                  <a:pt x="444432" y="1220782"/>
                </a:lnTo>
                <a:lnTo>
                  <a:pt x="448401" y="1214426"/>
                </a:lnTo>
                <a:lnTo>
                  <a:pt x="456337" y="1201317"/>
                </a:lnTo>
                <a:lnTo>
                  <a:pt x="463480" y="1187016"/>
                </a:lnTo>
                <a:lnTo>
                  <a:pt x="469829" y="1173907"/>
                </a:lnTo>
                <a:lnTo>
                  <a:pt x="480543" y="1150470"/>
                </a:lnTo>
                <a:lnTo>
                  <a:pt x="507526" y="1143716"/>
                </a:lnTo>
                <a:lnTo>
                  <a:pt x="506336" y="1138155"/>
                </a:lnTo>
                <a:lnTo>
                  <a:pt x="504748" y="1132196"/>
                </a:lnTo>
                <a:lnTo>
                  <a:pt x="502764" y="1127429"/>
                </a:lnTo>
                <a:lnTo>
                  <a:pt x="500780" y="1123457"/>
                </a:lnTo>
                <a:lnTo>
                  <a:pt x="498399" y="1119484"/>
                </a:lnTo>
                <a:lnTo>
                  <a:pt x="496018" y="1115909"/>
                </a:lnTo>
                <a:lnTo>
                  <a:pt x="490860" y="1109950"/>
                </a:lnTo>
                <a:lnTo>
                  <a:pt x="485701" y="1103594"/>
                </a:lnTo>
                <a:lnTo>
                  <a:pt x="480146" y="1097636"/>
                </a:lnTo>
                <a:lnTo>
                  <a:pt x="477765" y="1094458"/>
                </a:lnTo>
                <a:lnTo>
                  <a:pt x="475384" y="1091280"/>
                </a:lnTo>
                <a:lnTo>
                  <a:pt x="473400" y="1087307"/>
                </a:lnTo>
                <a:lnTo>
                  <a:pt x="471813" y="1082937"/>
                </a:lnTo>
                <a:lnTo>
                  <a:pt x="461495" y="973694"/>
                </a:lnTo>
                <a:lnTo>
                  <a:pt x="461099" y="974091"/>
                </a:lnTo>
                <a:lnTo>
                  <a:pt x="460305" y="974091"/>
                </a:lnTo>
                <a:lnTo>
                  <a:pt x="457527" y="973694"/>
                </a:lnTo>
                <a:lnTo>
                  <a:pt x="448401" y="972105"/>
                </a:lnTo>
                <a:lnTo>
                  <a:pt x="438877" y="969324"/>
                </a:lnTo>
                <a:lnTo>
                  <a:pt x="435306" y="968133"/>
                </a:lnTo>
                <a:lnTo>
                  <a:pt x="433322" y="967338"/>
                </a:lnTo>
                <a:lnTo>
                  <a:pt x="430147" y="964557"/>
                </a:lnTo>
                <a:lnTo>
                  <a:pt x="426973" y="962174"/>
                </a:lnTo>
                <a:lnTo>
                  <a:pt x="424195" y="958996"/>
                </a:lnTo>
                <a:lnTo>
                  <a:pt x="421417" y="955818"/>
                </a:lnTo>
                <a:lnTo>
                  <a:pt x="419036" y="952243"/>
                </a:lnTo>
                <a:lnTo>
                  <a:pt x="416655" y="948270"/>
                </a:lnTo>
                <a:lnTo>
                  <a:pt x="414671" y="944298"/>
                </a:lnTo>
                <a:lnTo>
                  <a:pt x="412687" y="939928"/>
                </a:lnTo>
                <a:lnTo>
                  <a:pt x="409116" y="929997"/>
                </a:lnTo>
                <a:lnTo>
                  <a:pt x="406338" y="920066"/>
                </a:lnTo>
                <a:lnTo>
                  <a:pt x="403957" y="908943"/>
                </a:lnTo>
                <a:lnTo>
                  <a:pt x="401576" y="898217"/>
                </a:lnTo>
                <a:lnTo>
                  <a:pt x="399989" y="887094"/>
                </a:lnTo>
                <a:lnTo>
                  <a:pt x="398402" y="875574"/>
                </a:lnTo>
                <a:lnTo>
                  <a:pt x="396418" y="854122"/>
                </a:lnTo>
                <a:lnTo>
                  <a:pt x="394831" y="834260"/>
                </a:lnTo>
                <a:lnTo>
                  <a:pt x="393640" y="817576"/>
                </a:lnTo>
                <a:lnTo>
                  <a:pt x="393640" y="814795"/>
                </a:lnTo>
                <a:lnTo>
                  <a:pt x="394037" y="811617"/>
                </a:lnTo>
                <a:lnTo>
                  <a:pt x="395227" y="808439"/>
                </a:lnTo>
                <a:lnTo>
                  <a:pt x="396418" y="805261"/>
                </a:lnTo>
                <a:lnTo>
                  <a:pt x="399989" y="798905"/>
                </a:lnTo>
                <a:lnTo>
                  <a:pt x="403561" y="791755"/>
                </a:lnTo>
                <a:lnTo>
                  <a:pt x="407132" y="784604"/>
                </a:lnTo>
                <a:lnTo>
                  <a:pt x="408322" y="780234"/>
                </a:lnTo>
                <a:lnTo>
                  <a:pt x="409513" y="776262"/>
                </a:lnTo>
                <a:lnTo>
                  <a:pt x="410306" y="771495"/>
                </a:lnTo>
                <a:lnTo>
                  <a:pt x="410703" y="766331"/>
                </a:lnTo>
                <a:lnTo>
                  <a:pt x="410306" y="761166"/>
                </a:lnTo>
                <a:lnTo>
                  <a:pt x="409513" y="755605"/>
                </a:lnTo>
                <a:lnTo>
                  <a:pt x="406338" y="738126"/>
                </a:lnTo>
                <a:lnTo>
                  <a:pt x="403561" y="721839"/>
                </a:lnTo>
                <a:lnTo>
                  <a:pt x="401180" y="705552"/>
                </a:lnTo>
                <a:lnTo>
                  <a:pt x="399196" y="689662"/>
                </a:lnTo>
                <a:lnTo>
                  <a:pt x="397608" y="673772"/>
                </a:lnTo>
                <a:lnTo>
                  <a:pt x="397211" y="659074"/>
                </a:lnTo>
                <a:lnTo>
                  <a:pt x="396815" y="643978"/>
                </a:lnTo>
                <a:lnTo>
                  <a:pt x="396815" y="629677"/>
                </a:lnTo>
                <a:lnTo>
                  <a:pt x="397608" y="615774"/>
                </a:lnTo>
                <a:lnTo>
                  <a:pt x="398799" y="602267"/>
                </a:lnTo>
                <a:lnTo>
                  <a:pt x="400386" y="588761"/>
                </a:lnTo>
                <a:lnTo>
                  <a:pt x="402370" y="576446"/>
                </a:lnTo>
                <a:lnTo>
                  <a:pt x="404751" y="563734"/>
                </a:lnTo>
                <a:lnTo>
                  <a:pt x="407529" y="552214"/>
                </a:lnTo>
                <a:lnTo>
                  <a:pt x="410703" y="540297"/>
                </a:lnTo>
                <a:lnTo>
                  <a:pt x="414275" y="529571"/>
                </a:lnTo>
                <a:lnTo>
                  <a:pt x="418243" y="519242"/>
                </a:lnTo>
                <a:lnTo>
                  <a:pt x="422211" y="508914"/>
                </a:lnTo>
                <a:lnTo>
                  <a:pt x="426973" y="499380"/>
                </a:lnTo>
                <a:lnTo>
                  <a:pt x="432131" y="490243"/>
                </a:lnTo>
                <a:lnTo>
                  <a:pt x="437290" y="481504"/>
                </a:lnTo>
                <a:lnTo>
                  <a:pt x="442845" y="473162"/>
                </a:lnTo>
                <a:lnTo>
                  <a:pt x="448797" y="465614"/>
                </a:lnTo>
                <a:lnTo>
                  <a:pt x="454750" y="458066"/>
                </a:lnTo>
                <a:lnTo>
                  <a:pt x="461495" y="451710"/>
                </a:lnTo>
                <a:lnTo>
                  <a:pt x="468241" y="445752"/>
                </a:lnTo>
                <a:lnTo>
                  <a:pt x="474987" y="440190"/>
                </a:lnTo>
                <a:lnTo>
                  <a:pt x="482130" y="435026"/>
                </a:lnTo>
                <a:lnTo>
                  <a:pt x="490066" y="429862"/>
                </a:lnTo>
                <a:lnTo>
                  <a:pt x="497606" y="425889"/>
                </a:lnTo>
                <a:lnTo>
                  <a:pt x="505542" y="422711"/>
                </a:lnTo>
                <a:lnTo>
                  <a:pt x="513875" y="419533"/>
                </a:lnTo>
                <a:lnTo>
                  <a:pt x="538478" y="409999"/>
                </a:lnTo>
                <a:lnTo>
                  <a:pt x="553160" y="404438"/>
                </a:lnTo>
                <a:lnTo>
                  <a:pt x="568239" y="399273"/>
                </a:lnTo>
                <a:lnTo>
                  <a:pt x="584111" y="394506"/>
                </a:lnTo>
                <a:lnTo>
                  <a:pt x="601174" y="390137"/>
                </a:lnTo>
                <a:lnTo>
                  <a:pt x="618634" y="386562"/>
                </a:lnTo>
                <a:lnTo>
                  <a:pt x="627761" y="384973"/>
                </a:lnTo>
                <a:lnTo>
                  <a:pt x="636888" y="383384"/>
                </a:lnTo>
                <a:lnTo>
                  <a:pt x="646014" y="382589"/>
                </a:lnTo>
                <a:lnTo>
                  <a:pt x="655538" y="381795"/>
                </a:lnTo>
                <a:lnTo>
                  <a:pt x="665061" y="381397"/>
                </a:lnTo>
                <a:lnTo>
                  <a:pt x="674585" y="381000"/>
                </a:lnTo>
                <a:close/>
                <a:moveTo>
                  <a:pt x="1307704" y="0"/>
                </a:moveTo>
                <a:lnTo>
                  <a:pt x="1321601" y="0"/>
                </a:lnTo>
                <a:lnTo>
                  <a:pt x="1335100" y="0"/>
                </a:lnTo>
                <a:lnTo>
                  <a:pt x="1348997" y="1191"/>
                </a:lnTo>
                <a:lnTo>
                  <a:pt x="1362496" y="2381"/>
                </a:lnTo>
                <a:lnTo>
                  <a:pt x="1376790" y="4366"/>
                </a:lnTo>
                <a:lnTo>
                  <a:pt x="1390289" y="7144"/>
                </a:lnTo>
                <a:lnTo>
                  <a:pt x="1404583" y="10319"/>
                </a:lnTo>
                <a:lnTo>
                  <a:pt x="1418480" y="14684"/>
                </a:lnTo>
                <a:lnTo>
                  <a:pt x="1432773" y="19447"/>
                </a:lnTo>
                <a:lnTo>
                  <a:pt x="1446670" y="25003"/>
                </a:lnTo>
                <a:lnTo>
                  <a:pt x="1460566" y="31353"/>
                </a:lnTo>
                <a:lnTo>
                  <a:pt x="1474463" y="38497"/>
                </a:lnTo>
                <a:lnTo>
                  <a:pt x="1488757" y="46831"/>
                </a:lnTo>
                <a:lnTo>
                  <a:pt x="1525285" y="80963"/>
                </a:lnTo>
                <a:lnTo>
                  <a:pt x="1584841" y="90884"/>
                </a:lnTo>
                <a:lnTo>
                  <a:pt x="1590400" y="94853"/>
                </a:lnTo>
                <a:lnTo>
                  <a:pt x="1595958" y="99616"/>
                </a:lnTo>
                <a:lnTo>
                  <a:pt x="1600723" y="104775"/>
                </a:lnTo>
                <a:lnTo>
                  <a:pt x="1605487" y="110331"/>
                </a:lnTo>
                <a:lnTo>
                  <a:pt x="1609855" y="115888"/>
                </a:lnTo>
                <a:lnTo>
                  <a:pt x="1613825" y="122238"/>
                </a:lnTo>
                <a:lnTo>
                  <a:pt x="1617399" y="128984"/>
                </a:lnTo>
                <a:lnTo>
                  <a:pt x="1620575" y="134938"/>
                </a:lnTo>
                <a:lnTo>
                  <a:pt x="1626531" y="146447"/>
                </a:lnTo>
                <a:lnTo>
                  <a:pt x="1630898" y="156766"/>
                </a:lnTo>
                <a:lnTo>
                  <a:pt x="1634075" y="165894"/>
                </a:lnTo>
                <a:lnTo>
                  <a:pt x="1636854" y="177403"/>
                </a:lnTo>
                <a:lnTo>
                  <a:pt x="1639236" y="189309"/>
                </a:lnTo>
                <a:lnTo>
                  <a:pt x="1641619" y="200819"/>
                </a:lnTo>
                <a:lnTo>
                  <a:pt x="1643207" y="212725"/>
                </a:lnTo>
                <a:lnTo>
                  <a:pt x="1644795" y="223838"/>
                </a:lnTo>
                <a:lnTo>
                  <a:pt x="1646383" y="235347"/>
                </a:lnTo>
                <a:lnTo>
                  <a:pt x="1648368" y="258366"/>
                </a:lnTo>
                <a:lnTo>
                  <a:pt x="1649559" y="281781"/>
                </a:lnTo>
                <a:lnTo>
                  <a:pt x="1649957" y="304800"/>
                </a:lnTo>
                <a:lnTo>
                  <a:pt x="1649957" y="328613"/>
                </a:lnTo>
                <a:lnTo>
                  <a:pt x="1649559" y="352822"/>
                </a:lnTo>
                <a:lnTo>
                  <a:pt x="1648765" y="365919"/>
                </a:lnTo>
                <a:lnTo>
                  <a:pt x="1647177" y="385763"/>
                </a:lnTo>
                <a:lnTo>
                  <a:pt x="1642413" y="436959"/>
                </a:lnTo>
                <a:lnTo>
                  <a:pt x="1640427" y="464344"/>
                </a:lnTo>
                <a:lnTo>
                  <a:pt x="1638839" y="490141"/>
                </a:lnTo>
                <a:lnTo>
                  <a:pt x="1638442" y="501650"/>
                </a:lnTo>
                <a:lnTo>
                  <a:pt x="1638045" y="511969"/>
                </a:lnTo>
                <a:lnTo>
                  <a:pt x="1638442" y="521494"/>
                </a:lnTo>
                <a:lnTo>
                  <a:pt x="1638839" y="529034"/>
                </a:lnTo>
                <a:lnTo>
                  <a:pt x="1640030" y="538559"/>
                </a:lnTo>
                <a:lnTo>
                  <a:pt x="1642016" y="546497"/>
                </a:lnTo>
                <a:lnTo>
                  <a:pt x="1644001" y="553244"/>
                </a:lnTo>
                <a:lnTo>
                  <a:pt x="1646780" y="558800"/>
                </a:lnTo>
                <a:lnTo>
                  <a:pt x="1649559" y="563959"/>
                </a:lnTo>
                <a:lnTo>
                  <a:pt x="1653133" y="569516"/>
                </a:lnTo>
                <a:lnTo>
                  <a:pt x="1656706" y="576659"/>
                </a:lnTo>
                <a:lnTo>
                  <a:pt x="1661074" y="584597"/>
                </a:lnTo>
                <a:lnTo>
                  <a:pt x="1664250" y="592534"/>
                </a:lnTo>
                <a:lnTo>
                  <a:pt x="1667029" y="600869"/>
                </a:lnTo>
                <a:lnTo>
                  <a:pt x="1669412" y="609600"/>
                </a:lnTo>
                <a:lnTo>
                  <a:pt x="1671397" y="618331"/>
                </a:lnTo>
                <a:lnTo>
                  <a:pt x="1672588" y="627459"/>
                </a:lnTo>
                <a:lnTo>
                  <a:pt x="1673382" y="636984"/>
                </a:lnTo>
                <a:lnTo>
                  <a:pt x="1673779" y="646113"/>
                </a:lnTo>
                <a:lnTo>
                  <a:pt x="1674176" y="655241"/>
                </a:lnTo>
                <a:lnTo>
                  <a:pt x="1673779" y="665163"/>
                </a:lnTo>
                <a:lnTo>
                  <a:pt x="1673382" y="674291"/>
                </a:lnTo>
                <a:lnTo>
                  <a:pt x="1671794" y="692547"/>
                </a:lnTo>
                <a:lnTo>
                  <a:pt x="1669412" y="710009"/>
                </a:lnTo>
                <a:lnTo>
                  <a:pt x="1666632" y="726678"/>
                </a:lnTo>
                <a:lnTo>
                  <a:pt x="1664647" y="735806"/>
                </a:lnTo>
                <a:lnTo>
                  <a:pt x="1662662" y="745728"/>
                </a:lnTo>
                <a:lnTo>
                  <a:pt x="1659883" y="755650"/>
                </a:lnTo>
                <a:lnTo>
                  <a:pt x="1656706" y="765572"/>
                </a:lnTo>
                <a:lnTo>
                  <a:pt x="1653133" y="775891"/>
                </a:lnTo>
                <a:lnTo>
                  <a:pt x="1649162" y="785416"/>
                </a:lnTo>
                <a:lnTo>
                  <a:pt x="1644795" y="793750"/>
                </a:lnTo>
                <a:lnTo>
                  <a:pt x="1642413" y="798116"/>
                </a:lnTo>
                <a:lnTo>
                  <a:pt x="1639633" y="802084"/>
                </a:lnTo>
                <a:lnTo>
                  <a:pt x="1636854" y="805656"/>
                </a:lnTo>
                <a:lnTo>
                  <a:pt x="1633678" y="808831"/>
                </a:lnTo>
                <a:lnTo>
                  <a:pt x="1630104" y="811609"/>
                </a:lnTo>
                <a:lnTo>
                  <a:pt x="1626531" y="814388"/>
                </a:lnTo>
                <a:lnTo>
                  <a:pt x="1618193" y="818753"/>
                </a:lnTo>
                <a:lnTo>
                  <a:pt x="1610252" y="823119"/>
                </a:lnTo>
                <a:lnTo>
                  <a:pt x="1602311" y="827881"/>
                </a:lnTo>
                <a:lnTo>
                  <a:pt x="1598341" y="830263"/>
                </a:lnTo>
                <a:lnTo>
                  <a:pt x="1593973" y="832644"/>
                </a:lnTo>
                <a:lnTo>
                  <a:pt x="1590797" y="835819"/>
                </a:lnTo>
                <a:lnTo>
                  <a:pt x="1587223" y="838994"/>
                </a:lnTo>
                <a:lnTo>
                  <a:pt x="1584444" y="842963"/>
                </a:lnTo>
                <a:lnTo>
                  <a:pt x="1581665" y="846931"/>
                </a:lnTo>
                <a:lnTo>
                  <a:pt x="1578489" y="854075"/>
                </a:lnTo>
                <a:lnTo>
                  <a:pt x="1576106" y="860822"/>
                </a:lnTo>
                <a:lnTo>
                  <a:pt x="1574121" y="867966"/>
                </a:lnTo>
                <a:lnTo>
                  <a:pt x="1572533" y="875506"/>
                </a:lnTo>
                <a:lnTo>
                  <a:pt x="1571342" y="883444"/>
                </a:lnTo>
                <a:lnTo>
                  <a:pt x="1570151" y="890984"/>
                </a:lnTo>
                <a:lnTo>
                  <a:pt x="1568959" y="906859"/>
                </a:lnTo>
                <a:lnTo>
                  <a:pt x="1568165" y="923131"/>
                </a:lnTo>
                <a:lnTo>
                  <a:pt x="1566974" y="939006"/>
                </a:lnTo>
                <a:lnTo>
                  <a:pt x="1565783" y="946944"/>
                </a:lnTo>
                <a:lnTo>
                  <a:pt x="1564989" y="954484"/>
                </a:lnTo>
                <a:lnTo>
                  <a:pt x="1563401" y="961628"/>
                </a:lnTo>
                <a:lnTo>
                  <a:pt x="1561415" y="969169"/>
                </a:lnTo>
                <a:lnTo>
                  <a:pt x="1558636" y="976709"/>
                </a:lnTo>
                <a:lnTo>
                  <a:pt x="1555460" y="983456"/>
                </a:lnTo>
                <a:lnTo>
                  <a:pt x="1551887" y="989409"/>
                </a:lnTo>
                <a:lnTo>
                  <a:pt x="1548313" y="995363"/>
                </a:lnTo>
                <a:lnTo>
                  <a:pt x="1544343" y="1000522"/>
                </a:lnTo>
                <a:lnTo>
                  <a:pt x="1539578" y="1005284"/>
                </a:lnTo>
                <a:lnTo>
                  <a:pt x="1531637" y="1014809"/>
                </a:lnTo>
                <a:lnTo>
                  <a:pt x="1527667" y="1019969"/>
                </a:lnTo>
                <a:lnTo>
                  <a:pt x="1524093" y="1025525"/>
                </a:lnTo>
                <a:lnTo>
                  <a:pt x="1520520" y="1031081"/>
                </a:lnTo>
                <a:lnTo>
                  <a:pt x="1517741" y="1037431"/>
                </a:lnTo>
                <a:lnTo>
                  <a:pt x="1514961" y="1044178"/>
                </a:lnTo>
                <a:lnTo>
                  <a:pt x="1512976" y="1052513"/>
                </a:lnTo>
                <a:lnTo>
                  <a:pt x="1510991" y="1061244"/>
                </a:lnTo>
                <a:lnTo>
                  <a:pt x="1510197" y="1070769"/>
                </a:lnTo>
                <a:lnTo>
                  <a:pt x="1561415" y="1078309"/>
                </a:lnTo>
                <a:lnTo>
                  <a:pt x="1576900" y="1111250"/>
                </a:lnTo>
                <a:lnTo>
                  <a:pt x="1585635" y="1129903"/>
                </a:lnTo>
                <a:lnTo>
                  <a:pt x="1596355" y="1149350"/>
                </a:lnTo>
                <a:lnTo>
                  <a:pt x="1601517" y="1158478"/>
                </a:lnTo>
                <a:lnTo>
                  <a:pt x="1606679" y="1168003"/>
                </a:lnTo>
                <a:lnTo>
                  <a:pt x="1612237" y="1176734"/>
                </a:lnTo>
                <a:lnTo>
                  <a:pt x="1617796" y="1184672"/>
                </a:lnTo>
                <a:lnTo>
                  <a:pt x="1624149" y="1192609"/>
                </a:lnTo>
                <a:lnTo>
                  <a:pt x="1629707" y="1198959"/>
                </a:lnTo>
                <a:lnTo>
                  <a:pt x="1635663" y="1204516"/>
                </a:lnTo>
                <a:lnTo>
                  <a:pt x="1641619" y="1209278"/>
                </a:lnTo>
                <a:lnTo>
                  <a:pt x="1721821" y="1231106"/>
                </a:lnTo>
                <a:lnTo>
                  <a:pt x="1793687" y="1261269"/>
                </a:lnTo>
                <a:lnTo>
                  <a:pt x="1867537" y="1292622"/>
                </a:lnTo>
                <a:lnTo>
                  <a:pt x="1941387" y="1324372"/>
                </a:lnTo>
                <a:lnTo>
                  <a:pt x="2013649" y="1354931"/>
                </a:lnTo>
                <a:lnTo>
                  <a:pt x="2029531" y="1361678"/>
                </a:lnTo>
                <a:lnTo>
                  <a:pt x="2046207" y="1367631"/>
                </a:lnTo>
                <a:lnTo>
                  <a:pt x="2079161" y="1379141"/>
                </a:lnTo>
                <a:lnTo>
                  <a:pt x="2095440" y="1385094"/>
                </a:lnTo>
                <a:lnTo>
                  <a:pt x="2112116" y="1391444"/>
                </a:lnTo>
                <a:lnTo>
                  <a:pt x="2127998" y="1397397"/>
                </a:lnTo>
                <a:lnTo>
                  <a:pt x="2143085" y="1404144"/>
                </a:lnTo>
                <a:lnTo>
                  <a:pt x="2150232" y="1407716"/>
                </a:lnTo>
                <a:lnTo>
                  <a:pt x="2157776" y="1411684"/>
                </a:lnTo>
                <a:lnTo>
                  <a:pt x="2164923" y="1416050"/>
                </a:lnTo>
                <a:lnTo>
                  <a:pt x="2171673" y="1420019"/>
                </a:lnTo>
                <a:lnTo>
                  <a:pt x="2178423" y="1424384"/>
                </a:lnTo>
                <a:lnTo>
                  <a:pt x="2184775" y="1429147"/>
                </a:lnTo>
                <a:lnTo>
                  <a:pt x="2191128" y="1433909"/>
                </a:lnTo>
                <a:lnTo>
                  <a:pt x="2196687" y="1439069"/>
                </a:lnTo>
                <a:lnTo>
                  <a:pt x="2202245" y="1445022"/>
                </a:lnTo>
                <a:lnTo>
                  <a:pt x="2207804" y="1450578"/>
                </a:lnTo>
                <a:lnTo>
                  <a:pt x="2212965" y="1456928"/>
                </a:lnTo>
                <a:lnTo>
                  <a:pt x="2217333" y="1463278"/>
                </a:lnTo>
                <a:lnTo>
                  <a:pt x="2221700" y="1470422"/>
                </a:lnTo>
                <a:lnTo>
                  <a:pt x="2225274" y="1477566"/>
                </a:lnTo>
                <a:lnTo>
                  <a:pt x="2228847" y="1485503"/>
                </a:lnTo>
                <a:lnTo>
                  <a:pt x="2232023" y="1493441"/>
                </a:lnTo>
                <a:lnTo>
                  <a:pt x="2232023" y="1519634"/>
                </a:lnTo>
                <a:lnTo>
                  <a:pt x="2232817" y="1552178"/>
                </a:lnTo>
                <a:lnTo>
                  <a:pt x="2234406" y="1628378"/>
                </a:lnTo>
                <a:lnTo>
                  <a:pt x="2235597" y="1668859"/>
                </a:lnTo>
                <a:lnTo>
                  <a:pt x="2236391" y="1708150"/>
                </a:lnTo>
                <a:lnTo>
                  <a:pt x="2236788" y="1745059"/>
                </a:lnTo>
                <a:lnTo>
                  <a:pt x="2236391" y="1778000"/>
                </a:lnTo>
                <a:lnTo>
                  <a:pt x="374650" y="1778000"/>
                </a:lnTo>
                <a:lnTo>
                  <a:pt x="374650" y="1745059"/>
                </a:lnTo>
                <a:lnTo>
                  <a:pt x="374650" y="1708150"/>
                </a:lnTo>
                <a:lnTo>
                  <a:pt x="375444" y="1668859"/>
                </a:lnTo>
                <a:lnTo>
                  <a:pt x="376238" y="1628378"/>
                </a:lnTo>
                <a:lnTo>
                  <a:pt x="377826" y="1552178"/>
                </a:lnTo>
                <a:lnTo>
                  <a:pt x="378620" y="1519634"/>
                </a:lnTo>
                <a:lnTo>
                  <a:pt x="379017" y="1493441"/>
                </a:lnTo>
                <a:lnTo>
                  <a:pt x="381797" y="1485503"/>
                </a:lnTo>
                <a:lnTo>
                  <a:pt x="385370" y="1477566"/>
                </a:lnTo>
                <a:lnTo>
                  <a:pt x="389341" y="1470422"/>
                </a:lnTo>
                <a:lnTo>
                  <a:pt x="393311" y="1463278"/>
                </a:lnTo>
                <a:lnTo>
                  <a:pt x="398076" y="1456928"/>
                </a:lnTo>
                <a:lnTo>
                  <a:pt x="403237" y="1450578"/>
                </a:lnTo>
                <a:lnTo>
                  <a:pt x="408399" y="1445022"/>
                </a:lnTo>
                <a:lnTo>
                  <a:pt x="413957" y="1439069"/>
                </a:lnTo>
                <a:lnTo>
                  <a:pt x="419516" y="1433909"/>
                </a:lnTo>
                <a:lnTo>
                  <a:pt x="425869" y="1429147"/>
                </a:lnTo>
                <a:lnTo>
                  <a:pt x="432618" y="1424384"/>
                </a:lnTo>
                <a:lnTo>
                  <a:pt x="438971" y="1420019"/>
                </a:lnTo>
                <a:lnTo>
                  <a:pt x="445721" y="1416050"/>
                </a:lnTo>
                <a:lnTo>
                  <a:pt x="452868" y="1411684"/>
                </a:lnTo>
                <a:lnTo>
                  <a:pt x="460412" y="1407716"/>
                </a:lnTo>
                <a:lnTo>
                  <a:pt x="467558" y="1404144"/>
                </a:lnTo>
                <a:lnTo>
                  <a:pt x="482646" y="1397397"/>
                </a:lnTo>
                <a:lnTo>
                  <a:pt x="498925" y="1391444"/>
                </a:lnTo>
                <a:lnTo>
                  <a:pt x="515204" y="1385094"/>
                </a:lnTo>
                <a:lnTo>
                  <a:pt x="531483" y="1379141"/>
                </a:lnTo>
                <a:lnTo>
                  <a:pt x="564437" y="1367631"/>
                </a:lnTo>
                <a:lnTo>
                  <a:pt x="581113" y="1361678"/>
                </a:lnTo>
                <a:lnTo>
                  <a:pt x="597392" y="1354931"/>
                </a:lnTo>
                <a:lnTo>
                  <a:pt x="669257" y="1324372"/>
                </a:lnTo>
                <a:lnTo>
                  <a:pt x="743504" y="1292622"/>
                </a:lnTo>
                <a:lnTo>
                  <a:pt x="817354" y="1261269"/>
                </a:lnTo>
                <a:lnTo>
                  <a:pt x="888822" y="1231106"/>
                </a:lnTo>
                <a:lnTo>
                  <a:pt x="969025" y="1209278"/>
                </a:lnTo>
                <a:lnTo>
                  <a:pt x="974981" y="1204516"/>
                </a:lnTo>
                <a:lnTo>
                  <a:pt x="980937" y="1198959"/>
                </a:lnTo>
                <a:lnTo>
                  <a:pt x="986892" y="1192609"/>
                </a:lnTo>
                <a:lnTo>
                  <a:pt x="992848" y="1184672"/>
                </a:lnTo>
                <a:lnTo>
                  <a:pt x="998407" y="1176734"/>
                </a:lnTo>
                <a:lnTo>
                  <a:pt x="1003965" y="1168003"/>
                </a:lnTo>
                <a:lnTo>
                  <a:pt x="1009524" y="1158478"/>
                </a:lnTo>
                <a:lnTo>
                  <a:pt x="1015083" y="1149350"/>
                </a:lnTo>
                <a:lnTo>
                  <a:pt x="1025009" y="1129903"/>
                </a:lnTo>
                <a:lnTo>
                  <a:pt x="1034141" y="1111250"/>
                </a:lnTo>
                <a:lnTo>
                  <a:pt x="1049228" y="1078309"/>
                </a:lnTo>
                <a:lnTo>
                  <a:pt x="1087345" y="1068784"/>
                </a:lnTo>
                <a:lnTo>
                  <a:pt x="1085359" y="1060450"/>
                </a:lnTo>
                <a:lnTo>
                  <a:pt x="1082977" y="1053306"/>
                </a:lnTo>
                <a:lnTo>
                  <a:pt x="1080595" y="1046163"/>
                </a:lnTo>
                <a:lnTo>
                  <a:pt x="1077419" y="1040209"/>
                </a:lnTo>
                <a:lnTo>
                  <a:pt x="1074242" y="1034653"/>
                </a:lnTo>
                <a:lnTo>
                  <a:pt x="1071066" y="1029891"/>
                </a:lnTo>
                <a:lnTo>
                  <a:pt x="1067492" y="1025525"/>
                </a:lnTo>
                <a:lnTo>
                  <a:pt x="1063125" y="1020763"/>
                </a:lnTo>
                <a:lnTo>
                  <a:pt x="1055978" y="1012825"/>
                </a:lnTo>
                <a:lnTo>
                  <a:pt x="1048434" y="1004491"/>
                </a:lnTo>
                <a:lnTo>
                  <a:pt x="1045258" y="1000125"/>
                </a:lnTo>
                <a:lnTo>
                  <a:pt x="1042082" y="995363"/>
                </a:lnTo>
                <a:lnTo>
                  <a:pt x="1038905" y="989409"/>
                </a:lnTo>
                <a:lnTo>
                  <a:pt x="1036523" y="983456"/>
                </a:lnTo>
                <a:lnTo>
                  <a:pt x="1022229" y="830659"/>
                </a:lnTo>
                <a:lnTo>
                  <a:pt x="1021832" y="831056"/>
                </a:lnTo>
                <a:lnTo>
                  <a:pt x="1020641" y="831056"/>
                </a:lnTo>
                <a:lnTo>
                  <a:pt x="1016671" y="830659"/>
                </a:lnTo>
                <a:lnTo>
                  <a:pt x="1010715" y="829469"/>
                </a:lnTo>
                <a:lnTo>
                  <a:pt x="1003965" y="828278"/>
                </a:lnTo>
                <a:lnTo>
                  <a:pt x="990863" y="824309"/>
                </a:lnTo>
                <a:lnTo>
                  <a:pt x="985701" y="822325"/>
                </a:lnTo>
                <a:lnTo>
                  <a:pt x="982525" y="821134"/>
                </a:lnTo>
                <a:lnTo>
                  <a:pt x="978157" y="817959"/>
                </a:lnTo>
                <a:lnTo>
                  <a:pt x="973790" y="814388"/>
                </a:lnTo>
                <a:lnTo>
                  <a:pt x="969819" y="810419"/>
                </a:lnTo>
                <a:lnTo>
                  <a:pt x="966246" y="805656"/>
                </a:lnTo>
                <a:lnTo>
                  <a:pt x="962673" y="800497"/>
                </a:lnTo>
                <a:lnTo>
                  <a:pt x="959496" y="794941"/>
                </a:lnTo>
                <a:lnTo>
                  <a:pt x="956717" y="788988"/>
                </a:lnTo>
                <a:lnTo>
                  <a:pt x="953541" y="783034"/>
                </a:lnTo>
                <a:lnTo>
                  <a:pt x="951158" y="776684"/>
                </a:lnTo>
                <a:lnTo>
                  <a:pt x="948776" y="769541"/>
                </a:lnTo>
                <a:lnTo>
                  <a:pt x="944409" y="755253"/>
                </a:lnTo>
                <a:lnTo>
                  <a:pt x="941232" y="740172"/>
                </a:lnTo>
                <a:lnTo>
                  <a:pt x="938056" y="724694"/>
                </a:lnTo>
                <a:lnTo>
                  <a:pt x="935674" y="708819"/>
                </a:lnTo>
                <a:lnTo>
                  <a:pt x="934085" y="693341"/>
                </a:lnTo>
                <a:lnTo>
                  <a:pt x="932497" y="677466"/>
                </a:lnTo>
                <a:lnTo>
                  <a:pt x="931306" y="662781"/>
                </a:lnTo>
                <a:lnTo>
                  <a:pt x="929321" y="635000"/>
                </a:lnTo>
                <a:lnTo>
                  <a:pt x="926939" y="611981"/>
                </a:lnTo>
                <a:lnTo>
                  <a:pt x="926939" y="607616"/>
                </a:lnTo>
                <a:lnTo>
                  <a:pt x="927733" y="603250"/>
                </a:lnTo>
                <a:lnTo>
                  <a:pt x="929321" y="598884"/>
                </a:lnTo>
                <a:lnTo>
                  <a:pt x="931306" y="594519"/>
                </a:lnTo>
                <a:lnTo>
                  <a:pt x="935674" y="585391"/>
                </a:lnTo>
                <a:lnTo>
                  <a:pt x="940835" y="575866"/>
                </a:lnTo>
                <a:lnTo>
                  <a:pt x="943217" y="570706"/>
                </a:lnTo>
                <a:lnTo>
                  <a:pt x="945600" y="565150"/>
                </a:lnTo>
                <a:lnTo>
                  <a:pt x="947585" y="559594"/>
                </a:lnTo>
                <a:lnTo>
                  <a:pt x="949173" y="553641"/>
                </a:lnTo>
                <a:lnTo>
                  <a:pt x="950364" y="547291"/>
                </a:lnTo>
                <a:lnTo>
                  <a:pt x="950761" y="539750"/>
                </a:lnTo>
                <a:lnTo>
                  <a:pt x="950364" y="532606"/>
                </a:lnTo>
                <a:lnTo>
                  <a:pt x="949173" y="524669"/>
                </a:lnTo>
                <a:lnTo>
                  <a:pt x="944409" y="500856"/>
                </a:lnTo>
                <a:lnTo>
                  <a:pt x="940438" y="477441"/>
                </a:lnTo>
                <a:lnTo>
                  <a:pt x="937262" y="454422"/>
                </a:lnTo>
                <a:lnTo>
                  <a:pt x="934880" y="432197"/>
                </a:lnTo>
                <a:lnTo>
                  <a:pt x="933291" y="410766"/>
                </a:lnTo>
                <a:lnTo>
                  <a:pt x="932100" y="389334"/>
                </a:lnTo>
                <a:lnTo>
                  <a:pt x="931703" y="368300"/>
                </a:lnTo>
                <a:lnTo>
                  <a:pt x="932100" y="348059"/>
                </a:lnTo>
                <a:lnTo>
                  <a:pt x="932894" y="328613"/>
                </a:lnTo>
                <a:lnTo>
                  <a:pt x="934483" y="309563"/>
                </a:lnTo>
                <a:lnTo>
                  <a:pt x="936468" y="290909"/>
                </a:lnTo>
                <a:lnTo>
                  <a:pt x="939247" y="273447"/>
                </a:lnTo>
                <a:lnTo>
                  <a:pt x="942423" y="255984"/>
                </a:lnTo>
                <a:lnTo>
                  <a:pt x="946394" y="239713"/>
                </a:lnTo>
                <a:lnTo>
                  <a:pt x="950761" y="223441"/>
                </a:lnTo>
                <a:lnTo>
                  <a:pt x="956320" y="207566"/>
                </a:lnTo>
                <a:lnTo>
                  <a:pt x="961482" y="193278"/>
                </a:lnTo>
                <a:lnTo>
                  <a:pt x="967437" y="178991"/>
                </a:lnTo>
                <a:lnTo>
                  <a:pt x="973790" y="165497"/>
                </a:lnTo>
                <a:lnTo>
                  <a:pt x="980937" y="152400"/>
                </a:lnTo>
                <a:lnTo>
                  <a:pt x="988481" y="140494"/>
                </a:lnTo>
                <a:lnTo>
                  <a:pt x="996421" y="129381"/>
                </a:lnTo>
                <a:lnTo>
                  <a:pt x="1004362" y="118269"/>
                </a:lnTo>
                <a:lnTo>
                  <a:pt x="1013494" y="108347"/>
                </a:lnTo>
                <a:lnTo>
                  <a:pt x="1022229" y="99219"/>
                </a:lnTo>
                <a:lnTo>
                  <a:pt x="1031758" y="90091"/>
                </a:lnTo>
                <a:lnTo>
                  <a:pt x="1041685" y="82550"/>
                </a:lnTo>
                <a:lnTo>
                  <a:pt x="1051611" y="75406"/>
                </a:lnTo>
                <a:lnTo>
                  <a:pt x="1061934" y="68659"/>
                </a:lnTo>
                <a:lnTo>
                  <a:pt x="1073051" y="63103"/>
                </a:lnTo>
                <a:lnTo>
                  <a:pt x="1084168" y="58341"/>
                </a:lnTo>
                <a:lnTo>
                  <a:pt x="1095683" y="53975"/>
                </a:lnTo>
                <a:lnTo>
                  <a:pt x="1112358" y="47228"/>
                </a:lnTo>
                <a:lnTo>
                  <a:pt x="1131019" y="40084"/>
                </a:lnTo>
                <a:lnTo>
                  <a:pt x="1150872" y="32544"/>
                </a:lnTo>
                <a:lnTo>
                  <a:pt x="1171915" y="25400"/>
                </a:lnTo>
                <a:lnTo>
                  <a:pt x="1194547" y="18653"/>
                </a:lnTo>
                <a:lnTo>
                  <a:pt x="1206458" y="15875"/>
                </a:lnTo>
                <a:lnTo>
                  <a:pt x="1218369" y="12303"/>
                </a:lnTo>
                <a:lnTo>
                  <a:pt x="1230281" y="9525"/>
                </a:lnTo>
                <a:lnTo>
                  <a:pt x="1242986" y="7144"/>
                </a:lnTo>
                <a:lnTo>
                  <a:pt x="1255294" y="5159"/>
                </a:lnTo>
                <a:lnTo>
                  <a:pt x="1268397" y="3175"/>
                </a:lnTo>
                <a:lnTo>
                  <a:pt x="1281102" y="1588"/>
                </a:lnTo>
                <a:lnTo>
                  <a:pt x="1294602" y="794"/>
                </a:lnTo>
                <a:lnTo>
                  <a:pt x="13077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2" name="KSO_Shape">
            <a:extLst>
              <a:ext uri="{FF2B5EF4-FFF2-40B4-BE49-F238E27FC236}">
                <a16:creationId xmlns:a16="http://schemas.microsoft.com/office/drawing/2014/main" id="{4242F1BD-6ABF-4B53-B769-EC491103432D}"/>
              </a:ext>
            </a:extLst>
          </p:cNvPr>
          <p:cNvSpPr>
            <a:spLocks/>
          </p:cNvSpPr>
          <p:nvPr/>
        </p:nvSpPr>
        <p:spPr bwMode="auto">
          <a:xfrm>
            <a:off x="4115224" y="4420620"/>
            <a:ext cx="667583" cy="958253"/>
          </a:xfrm>
          <a:custGeom>
            <a:avLst/>
            <a:gdLst/>
            <a:ahLst/>
            <a:cxnLst/>
            <a:rect l="0" t="0" r="r" b="b"/>
            <a:pathLst>
              <a:path w="1079500" h="1549400">
                <a:moveTo>
                  <a:pt x="80962" y="909637"/>
                </a:moveTo>
                <a:lnTo>
                  <a:pt x="538002" y="909637"/>
                </a:lnTo>
                <a:lnTo>
                  <a:pt x="576837" y="909637"/>
                </a:lnTo>
                <a:lnTo>
                  <a:pt x="674586" y="909637"/>
                </a:lnTo>
                <a:lnTo>
                  <a:pt x="681190" y="909901"/>
                </a:lnTo>
                <a:lnTo>
                  <a:pt x="687795" y="910429"/>
                </a:lnTo>
                <a:lnTo>
                  <a:pt x="694399" y="911221"/>
                </a:lnTo>
                <a:lnTo>
                  <a:pt x="700740" y="912805"/>
                </a:lnTo>
                <a:lnTo>
                  <a:pt x="707080" y="914389"/>
                </a:lnTo>
                <a:lnTo>
                  <a:pt x="713157" y="916766"/>
                </a:lnTo>
                <a:lnTo>
                  <a:pt x="719233" y="919142"/>
                </a:lnTo>
                <a:lnTo>
                  <a:pt x="725045" y="922046"/>
                </a:lnTo>
                <a:lnTo>
                  <a:pt x="730593" y="925214"/>
                </a:lnTo>
                <a:lnTo>
                  <a:pt x="735876" y="928910"/>
                </a:lnTo>
                <a:lnTo>
                  <a:pt x="741424" y="932607"/>
                </a:lnTo>
                <a:lnTo>
                  <a:pt x="746444" y="936831"/>
                </a:lnTo>
                <a:lnTo>
                  <a:pt x="751199" y="941319"/>
                </a:lnTo>
                <a:lnTo>
                  <a:pt x="755690" y="946072"/>
                </a:lnTo>
                <a:lnTo>
                  <a:pt x="759917" y="951088"/>
                </a:lnTo>
                <a:lnTo>
                  <a:pt x="763880" y="956633"/>
                </a:lnTo>
                <a:lnTo>
                  <a:pt x="763880" y="956897"/>
                </a:lnTo>
                <a:lnTo>
                  <a:pt x="768371" y="963761"/>
                </a:lnTo>
                <a:lnTo>
                  <a:pt x="772334" y="970890"/>
                </a:lnTo>
                <a:lnTo>
                  <a:pt x="775504" y="978282"/>
                </a:lnTo>
                <a:lnTo>
                  <a:pt x="778146" y="985939"/>
                </a:lnTo>
                <a:lnTo>
                  <a:pt x="779995" y="993859"/>
                </a:lnTo>
                <a:lnTo>
                  <a:pt x="781580" y="1001516"/>
                </a:lnTo>
                <a:lnTo>
                  <a:pt x="782373" y="1009700"/>
                </a:lnTo>
                <a:lnTo>
                  <a:pt x="782637" y="1017621"/>
                </a:lnTo>
                <a:lnTo>
                  <a:pt x="781845" y="1030822"/>
                </a:lnTo>
                <a:lnTo>
                  <a:pt x="780788" y="1039007"/>
                </a:lnTo>
                <a:lnTo>
                  <a:pt x="778674" y="1047191"/>
                </a:lnTo>
                <a:lnTo>
                  <a:pt x="776297" y="1054584"/>
                </a:lnTo>
                <a:lnTo>
                  <a:pt x="773127" y="1061976"/>
                </a:lnTo>
                <a:lnTo>
                  <a:pt x="769692" y="1069369"/>
                </a:lnTo>
                <a:lnTo>
                  <a:pt x="765729" y="1075969"/>
                </a:lnTo>
                <a:lnTo>
                  <a:pt x="761238" y="1082570"/>
                </a:lnTo>
                <a:lnTo>
                  <a:pt x="756483" y="1088642"/>
                </a:lnTo>
                <a:lnTo>
                  <a:pt x="750935" y="1094451"/>
                </a:lnTo>
                <a:lnTo>
                  <a:pt x="745387" y="1099467"/>
                </a:lnTo>
                <a:lnTo>
                  <a:pt x="739047" y="1104483"/>
                </a:lnTo>
                <a:lnTo>
                  <a:pt x="732706" y="1108708"/>
                </a:lnTo>
                <a:lnTo>
                  <a:pt x="726102" y="1112932"/>
                </a:lnTo>
                <a:lnTo>
                  <a:pt x="718969" y="1116364"/>
                </a:lnTo>
                <a:lnTo>
                  <a:pt x="711836" y="1119532"/>
                </a:lnTo>
                <a:lnTo>
                  <a:pt x="704174" y="1121909"/>
                </a:lnTo>
                <a:lnTo>
                  <a:pt x="697041" y="1123493"/>
                </a:lnTo>
                <a:lnTo>
                  <a:pt x="689908" y="1125077"/>
                </a:lnTo>
                <a:lnTo>
                  <a:pt x="682247" y="1125869"/>
                </a:lnTo>
                <a:lnTo>
                  <a:pt x="674586" y="1125869"/>
                </a:lnTo>
                <a:lnTo>
                  <a:pt x="300764" y="1125869"/>
                </a:lnTo>
                <a:lnTo>
                  <a:pt x="295744" y="1137486"/>
                </a:lnTo>
                <a:lnTo>
                  <a:pt x="293103" y="1143822"/>
                </a:lnTo>
                <a:lnTo>
                  <a:pt x="288876" y="1151215"/>
                </a:lnTo>
                <a:lnTo>
                  <a:pt x="284120" y="1159663"/>
                </a:lnTo>
                <a:lnTo>
                  <a:pt x="278044" y="1169168"/>
                </a:lnTo>
                <a:lnTo>
                  <a:pt x="274610" y="1174184"/>
                </a:lnTo>
                <a:lnTo>
                  <a:pt x="270911" y="1179465"/>
                </a:lnTo>
                <a:lnTo>
                  <a:pt x="266420" y="1184745"/>
                </a:lnTo>
                <a:lnTo>
                  <a:pt x="261929" y="1190026"/>
                </a:lnTo>
                <a:lnTo>
                  <a:pt x="256909" y="1195570"/>
                </a:lnTo>
                <a:lnTo>
                  <a:pt x="251626" y="1201114"/>
                </a:lnTo>
                <a:lnTo>
                  <a:pt x="246342" y="1206659"/>
                </a:lnTo>
                <a:lnTo>
                  <a:pt x="240266" y="1211939"/>
                </a:lnTo>
                <a:lnTo>
                  <a:pt x="233661" y="1217748"/>
                </a:lnTo>
                <a:lnTo>
                  <a:pt x="226528" y="1223292"/>
                </a:lnTo>
                <a:lnTo>
                  <a:pt x="219395" y="1228572"/>
                </a:lnTo>
                <a:lnTo>
                  <a:pt x="211734" y="1233853"/>
                </a:lnTo>
                <a:lnTo>
                  <a:pt x="203544" y="1239133"/>
                </a:lnTo>
                <a:lnTo>
                  <a:pt x="194826" y="1244149"/>
                </a:lnTo>
                <a:lnTo>
                  <a:pt x="185844" y="1248902"/>
                </a:lnTo>
                <a:lnTo>
                  <a:pt x="176069" y="1253654"/>
                </a:lnTo>
                <a:lnTo>
                  <a:pt x="166030" y="1258142"/>
                </a:lnTo>
                <a:lnTo>
                  <a:pt x="155726" y="1262367"/>
                </a:lnTo>
                <a:lnTo>
                  <a:pt x="144366" y="1266327"/>
                </a:lnTo>
                <a:lnTo>
                  <a:pt x="132742" y="1270023"/>
                </a:lnTo>
                <a:lnTo>
                  <a:pt x="120854" y="1273192"/>
                </a:lnTo>
                <a:lnTo>
                  <a:pt x="108173" y="1276096"/>
                </a:lnTo>
                <a:lnTo>
                  <a:pt x="94700" y="1278736"/>
                </a:lnTo>
                <a:lnTo>
                  <a:pt x="80962" y="1281112"/>
                </a:lnTo>
                <a:lnTo>
                  <a:pt x="80962" y="909637"/>
                </a:lnTo>
                <a:close/>
                <a:moveTo>
                  <a:pt x="1054100" y="831850"/>
                </a:moveTo>
                <a:lnTo>
                  <a:pt x="1050662" y="1301923"/>
                </a:lnTo>
                <a:lnTo>
                  <a:pt x="878514" y="1549400"/>
                </a:lnTo>
                <a:lnTo>
                  <a:pt x="279829" y="1549400"/>
                </a:lnTo>
                <a:lnTo>
                  <a:pt x="98425" y="1317275"/>
                </a:lnTo>
                <a:lnTo>
                  <a:pt x="108474" y="1315422"/>
                </a:lnTo>
                <a:lnTo>
                  <a:pt x="117993" y="1313569"/>
                </a:lnTo>
                <a:lnTo>
                  <a:pt x="124604" y="1311981"/>
                </a:lnTo>
                <a:lnTo>
                  <a:pt x="137562" y="1308805"/>
                </a:lnTo>
                <a:lnTo>
                  <a:pt x="149990" y="1305100"/>
                </a:lnTo>
                <a:lnTo>
                  <a:pt x="157130" y="1302718"/>
                </a:lnTo>
                <a:lnTo>
                  <a:pt x="165328" y="1299806"/>
                </a:lnTo>
                <a:lnTo>
                  <a:pt x="172996" y="1297159"/>
                </a:lnTo>
                <a:lnTo>
                  <a:pt x="181987" y="1293189"/>
                </a:lnTo>
                <a:lnTo>
                  <a:pt x="188334" y="1290542"/>
                </a:lnTo>
                <a:lnTo>
                  <a:pt x="194416" y="1287895"/>
                </a:lnTo>
                <a:lnTo>
                  <a:pt x="198911" y="1285778"/>
                </a:lnTo>
                <a:lnTo>
                  <a:pt x="203407" y="1283396"/>
                </a:lnTo>
                <a:lnTo>
                  <a:pt x="213984" y="1277573"/>
                </a:lnTo>
                <a:lnTo>
                  <a:pt x="222182" y="1272809"/>
                </a:lnTo>
                <a:lnTo>
                  <a:pt x="231966" y="1266986"/>
                </a:lnTo>
                <a:lnTo>
                  <a:pt x="239370" y="1261692"/>
                </a:lnTo>
                <a:lnTo>
                  <a:pt x="247832" y="1255340"/>
                </a:lnTo>
                <a:lnTo>
                  <a:pt x="254707" y="1250311"/>
                </a:lnTo>
                <a:lnTo>
                  <a:pt x="262376" y="1243958"/>
                </a:lnTo>
                <a:lnTo>
                  <a:pt x="268458" y="1238400"/>
                </a:lnTo>
                <a:lnTo>
                  <a:pt x="275333" y="1232048"/>
                </a:lnTo>
                <a:lnTo>
                  <a:pt x="280622" y="1226489"/>
                </a:lnTo>
                <a:lnTo>
                  <a:pt x="286440" y="1220137"/>
                </a:lnTo>
                <a:lnTo>
                  <a:pt x="291200" y="1214843"/>
                </a:lnTo>
                <a:lnTo>
                  <a:pt x="296753" y="1208226"/>
                </a:lnTo>
                <a:lnTo>
                  <a:pt x="300719" y="1203462"/>
                </a:lnTo>
                <a:lnTo>
                  <a:pt x="305215" y="1197110"/>
                </a:lnTo>
                <a:lnTo>
                  <a:pt x="308917" y="1192346"/>
                </a:lnTo>
                <a:lnTo>
                  <a:pt x="312883" y="1185993"/>
                </a:lnTo>
                <a:lnTo>
                  <a:pt x="315528" y="1182023"/>
                </a:lnTo>
                <a:lnTo>
                  <a:pt x="319230" y="1175671"/>
                </a:lnTo>
                <a:lnTo>
                  <a:pt x="320817" y="1172494"/>
                </a:lnTo>
                <a:lnTo>
                  <a:pt x="325576" y="1164025"/>
                </a:lnTo>
                <a:lnTo>
                  <a:pt x="675426" y="1164025"/>
                </a:lnTo>
                <a:lnTo>
                  <a:pt x="681773" y="1163760"/>
                </a:lnTo>
                <a:lnTo>
                  <a:pt x="688119" y="1163495"/>
                </a:lnTo>
                <a:lnTo>
                  <a:pt x="692350" y="1162966"/>
                </a:lnTo>
                <a:lnTo>
                  <a:pt x="700548" y="1161643"/>
                </a:lnTo>
                <a:lnTo>
                  <a:pt x="705572" y="1160584"/>
                </a:lnTo>
                <a:lnTo>
                  <a:pt x="711919" y="1158996"/>
                </a:lnTo>
                <a:lnTo>
                  <a:pt x="718265" y="1157408"/>
                </a:lnTo>
                <a:lnTo>
                  <a:pt x="722496" y="1155820"/>
                </a:lnTo>
                <a:lnTo>
                  <a:pt x="730165" y="1153173"/>
                </a:lnTo>
                <a:lnTo>
                  <a:pt x="737569" y="1149997"/>
                </a:lnTo>
                <a:lnTo>
                  <a:pt x="744709" y="1146291"/>
                </a:lnTo>
                <a:lnTo>
                  <a:pt x="751584" y="1142321"/>
                </a:lnTo>
                <a:lnTo>
                  <a:pt x="758195" y="1138086"/>
                </a:lnTo>
                <a:lnTo>
                  <a:pt x="764542" y="1133322"/>
                </a:lnTo>
                <a:lnTo>
                  <a:pt x="770624" y="1128293"/>
                </a:lnTo>
                <a:lnTo>
                  <a:pt x="776706" y="1122999"/>
                </a:lnTo>
                <a:lnTo>
                  <a:pt x="782259" y="1117176"/>
                </a:lnTo>
                <a:lnTo>
                  <a:pt x="787283" y="1111089"/>
                </a:lnTo>
                <a:lnTo>
                  <a:pt x="792308" y="1105001"/>
                </a:lnTo>
                <a:lnTo>
                  <a:pt x="797067" y="1098384"/>
                </a:lnTo>
                <a:lnTo>
                  <a:pt x="801298" y="1091767"/>
                </a:lnTo>
                <a:lnTo>
                  <a:pt x="805265" y="1084620"/>
                </a:lnTo>
                <a:lnTo>
                  <a:pt x="808703" y="1077209"/>
                </a:lnTo>
                <a:lnTo>
                  <a:pt x="811612" y="1069798"/>
                </a:lnTo>
                <a:lnTo>
                  <a:pt x="816107" y="1072974"/>
                </a:lnTo>
                <a:lnTo>
                  <a:pt x="820338" y="1075886"/>
                </a:lnTo>
                <a:lnTo>
                  <a:pt x="824833" y="1078533"/>
                </a:lnTo>
                <a:lnTo>
                  <a:pt x="829329" y="1081180"/>
                </a:lnTo>
                <a:lnTo>
                  <a:pt x="834089" y="1083297"/>
                </a:lnTo>
                <a:lnTo>
                  <a:pt x="838849" y="1085679"/>
                </a:lnTo>
                <a:lnTo>
                  <a:pt x="843608" y="1087797"/>
                </a:lnTo>
                <a:lnTo>
                  <a:pt x="848633" y="1089385"/>
                </a:lnTo>
                <a:lnTo>
                  <a:pt x="849162" y="1089649"/>
                </a:lnTo>
                <a:lnTo>
                  <a:pt x="856037" y="1091767"/>
                </a:lnTo>
                <a:lnTo>
                  <a:pt x="862912" y="1093355"/>
                </a:lnTo>
                <a:lnTo>
                  <a:pt x="869523" y="1094943"/>
                </a:lnTo>
                <a:lnTo>
                  <a:pt x="875870" y="1095737"/>
                </a:lnTo>
                <a:lnTo>
                  <a:pt x="882216" y="1096266"/>
                </a:lnTo>
                <a:lnTo>
                  <a:pt x="888827" y="1096796"/>
                </a:lnTo>
                <a:lnTo>
                  <a:pt x="895174" y="1096796"/>
                </a:lnTo>
                <a:lnTo>
                  <a:pt x="901520" y="1096266"/>
                </a:lnTo>
                <a:lnTo>
                  <a:pt x="907867" y="1095472"/>
                </a:lnTo>
                <a:lnTo>
                  <a:pt x="914213" y="1094678"/>
                </a:lnTo>
                <a:lnTo>
                  <a:pt x="920295" y="1093355"/>
                </a:lnTo>
                <a:lnTo>
                  <a:pt x="926642" y="1091767"/>
                </a:lnTo>
                <a:lnTo>
                  <a:pt x="932724" y="1089914"/>
                </a:lnTo>
                <a:lnTo>
                  <a:pt x="938806" y="1087797"/>
                </a:lnTo>
                <a:lnTo>
                  <a:pt x="944888" y="1085150"/>
                </a:lnTo>
                <a:lnTo>
                  <a:pt x="950705" y="1082503"/>
                </a:lnTo>
                <a:lnTo>
                  <a:pt x="956258" y="1079327"/>
                </a:lnTo>
                <a:lnTo>
                  <a:pt x="961812" y="1075886"/>
                </a:lnTo>
                <a:lnTo>
                  <a:pt x="967365" y="1072445"/>
                </a:lnTo>
                <a:lnTo>
                  <a:pt x="972654" y="1068210"/>
                </a:lnTo>
                <a:lnTo>
                  <a:pt x="977413" y="1064240"/>
                </a:lnTo>
                <a:lnTo>
                  <a:pt x="982438" y="1060005"/>
                </a:lnTo>
                <a:lnTo>
                  <a:pt x="986669" y="1055241"/>
                </a:lnTo>
                <a:lnTo>
                  <a:pt x="991164" y="1050741"/>
                </a:lnTo>
                <a:lnTo>
                  <a:pt x="995131" y="1045448"/>
                </a:lnTo>
                <a:lnTo>
                  <a:pt x="998833" y="1040683"/>
                </a:lnTo>
                <a:lnTo>
                  <a:pt x="1002271" y="1035125"/>
                </a:lnTo>
                <a:lnTo>
                  <a:pt x="1005708" y="1029567"/>
                </a:lnTo>
                <a:lnTo>
                  <a:pt x="1008617" y="1024008"/>
                </a:lnTo>
                <a:lnTo>
                  <a:pt x="1011261" y="1018186"/>
                </a:lnTo>
                <a:lnTo>
                  <a:pt x="1013906" y="1012363"/>
                </a:lnTo>
                <a:lnTo>
                  <a:pt x="1015757" y="1006275"/>
                </a:lnTo>
                <a:lnTo>
                  <a:pt x="1017872" y="999923"/>
                </a:lnTo>
                <a:lnTo>
                  <a:pt x="1019459" y="993570"/>
                </a:lnTo>
                <a:lnTo>
                  <a:pt x="1054100" y="831850"/>
                </a:lnTo>
                <a:close/>
                <a:moveTo>
                  <a:pt x="981512" y="434975"/>
                </a:moveTo>
                <a:lnTo>
                  <a:pt x="985749" y="434975"/>
                </a:lnTo>
                <a:lnTo>
                  <a:pt x="990251" y="434975"/>
                </a:lnTo>
                <a:lnTo>
                  <a:pt x="994753" y="435239"/>
                </a:lnTo>
                <a:lnTo>
                  <a:pt x="998991" y="435768"/>
                </a:lnTo>
                <a:lnTo>
                  <a:pt x="1003493" y="436562"/>
                </a:lnTo>
                <a:lnTo>
                  <a:pt x="1007995" y="437620"/>
                </a:lnTo>
                <a:lnTo>
                  <a:pt x="1012762" y="438942"/>
                </a:lnTo>
                <a:lnTo>
                  <a:pt x="1016999" y="440529"/>
                </a:lnTo>
                <a:lnTo>
                  <a:pt x="1021501" y="442116"/>
                </a:lnTo>
                <a:lnTo>
                  <a:pt x="1025739" y="443967"/>
                </a:lnTo>
                <a:lnTo>
                  <a:pt x="1029976" y="446083"/>
                </a:lnTo>
                <a:lnTo>
                  <a:pt x="1033949" y="448463"/>
                </a:lnTo>
                <a:lnTo>
                  <a:pt x="1037921" y="451108"/>
                </a:lnTo>
                <a:lnTo>
                  <a:pt x="1041629" y="453752"/>
                </a:lnTo>
                <a:lnTo>
                  <a:pt x="1045072" y="456662"/>
                </a:lnTo>
                <a:lnTo>
                  <a:pt x="1048515" y="459835"/>
                </a:lnTo>
                <a:lnTo>
                  <a:pt x="1051693" y="463009"/>
                </a:lnTo>
                <a:lnTo>
                  <a:pt x="1054871" y="466447"/>
                </a:lnTo>
                <a:lnTo>
                  <a:pt x="1057784" y="469885"/>
                </a:lnTo>
                <a:lnTo>
                  <a:pt x="1060697" y="473323"/>
                </a:lnTo>
                <a:lnTo>
                  <a:pt x="1063345" y="477026"/>
                </a:lnTo>
                <a:lnTo>
                  <a:pt x="1065464" y="481257"/>
                </a:lnTo>
                <a:lnTo>
                  <a:pt x="1067847" y="485224"/>
                </a:lnTo>
                <a:lnTo>
                  <a:pt x="1069966" y="489192"/>
                </a:lnTo>
                <a:lnTo>
                  <a:pt x="1071555" y="493688"/>
                </a:lnTo>
                <a:lnTo>
                  <a:pt x="1073409" y="497655"/>
                </a:lnTo>
                <a:lnTo>
                  <a:pt x="1074733" y="502151"/>
                </a:lnTo>
                <a:lnTo>
                  <a:pt x="1076322" y="506647"/>
                </a:lnTo>
                <a:lnTo>
                  <a:pt x="1077381" y="511143"/>
                </a:lnTo>
                <a:lnTo>
                  <a:pt x="1078441" y="515639"/>
                </a:lnTo>
                <a:lnTo>
                  <a:pt x="1078970" y="520135"/>
                </a:lnTo>
                <a:lnTo>
                  <a:pt x="1079235" y="524895"/>
                </a:lnTo>
                <a:lnTo>
                  <a:pt x="1079500" y="529656"/>
                </a:lnTo>
                <a:lnTo>
                  <a:pt x="1079500" y="534416"/>
                </a:lnTo>
                <a:lnTo>
                  <a:pt x="1079235" y="538912"/>
                </a:lnTo>
                <a:lnTo>
                  <a:pt x="1078970" y="543937"/>
                </a:lnTo>
                <a:lnTo>
                  <a:pt x="1077911" y="548433"/>
                </a:lnTo>
                <a:lnTo>
                  <a:pt x="1077117" y="553194"/>
                </a:lnTo>
                <a:lnTo>
                  <a:pt x="982041" y="985605"/>
                </a:lnTo>
                <a:lnTo>
                  <a:pt x="981247" y="989572"/>
                </a:lnTo>
                <a:lnTo>
                  <a:pt x="979923" y="993803"/>
                </a:lnTo>
                <a:lnTo>
                  <a:pt x="978598" y="997506"/>
                </a:lnTo>
                <a:lnTo>
                  <a:pt x="977009" y="1001208"/>
                </a:lnTo>
                <a:lnTo>
                  <a:pt x="973831" y="1008349"/>
                </a:lnTo>
                <a:lnTo>
                  <a:pt x="969859" y="1015225"/>
                </a:lnTo>
                <a:lnTo>
                  <a:pt x="965621" y="1021573"/>
                </a:lnTo>
                <a:lnTo>
                  <a:pt x="960325" y="1027656"/>
                </a:lnTo>
                <a:lnTo>
                  <a:pt x="954763" y="1033474"/>
                </a:lnTo>
                <a:lnTo>
                  <a:pt x="948672" y="1038763"/>
                </a:lnTo>
                <a:lnTo>
                  <a:pt x="944964" y="1041673"/>
                </a:lnTo>
                <a:lnTo>
                  <a:pt x="940992" y="1044317"/>
                </a:lnTo>
                <a:lnTo>
                  <a:pt x="937019" y="1046433"/>
                </a:lnTo>
                <a:lnTo>
                  <a:pt x="932782" y="1048813"/>
                </a:lnTo>
                <a:lnTo>
                  <a:pt x="928810" y="1050929"/>
                </a:lnTo>
                <a:lnTo>
                  <a:pt x="924307" y="1052516"/>
                </a:lnTo>
                <a:lnTo>
                  <a:pt x="920335" y="1054103"/>
                </a:lnTo>
                <a:lnTo>
                  <a:pt x="916097" y="1055425"/>
                </a:lnTo>
                <a:lnTo>
                  <a:pt x="911330" y="1056747"/>
                </a:lnTo>
                <a:lnTo>
                  <a:pt x="907093" y="1057541"/>
                </a:lnTo>
                <a:lnTo>
                  <a:pt x="902326" y="1058070"/>
                </a:lnTo>
                <a:lnTo>
                  <a:pt x="898089" y="1058599"/>
                </a:lnTo>
                <a:lnTo>
                  <a:pt x="893587" y="1058863"/>
                </a:lnTo>
                <a:lnTo>
                  <a:pt x="888820" y="1058863"/>
                </a:lnTo>
                <a:lnTo>
                  <a:pt x="884317" y="1058599"/>
                </a:lnTo>
                <a:lnTo>
                  <a:pt x="879550" y="1058334"/>
                </a:lnTo>
                <a:lnTo>
                  <a:pt x="875048" y="1057541"/>
                </a:lnTo>
                <a:lnTo>
                  <a:pt x="870546" y="1056747"/>
                </a:lnTo>
                <a:lnTo>
                  <a:pt x="863131" y="1054632"/>
                </a:lnTo>
                <a:lnTo>
                  <a:pt x="856245" y="1051987"/>
                </a:lnTo>
                <a:lnTo>
                  <a:pt x="849624" y="1049078"/>
                </a:lnTo>
                <a:lnTo>
                  <a:pt x="843003" y="1045375"/>
                </a:lnTo>
                <a:lnTo>
                  <a:pt x="836647" y="1041144"/>
                </a:lnTo>
                <a:lnTo>
                  <a:pt x="831086" y="1036383"/>
                </a:lnTo>
                <a:lnTo>
                  <a:pt x="825524" y="1031358"/>
                </a:lnTo>
                <a:lnTo>
                  <a:pt x="820492" y="1025804"/>
                </a:lnTo>
                <a:lnTo>
                  <a:pt x="820757" y="1019721"/>
                </a:lnTo>
                <a:lnTo>
                  <a:pt x="820757" y="1017606"/>
                </a:lnTo>
                <a:lnTo>
                  <a:pt x="820492" y="1007820"/>
                </a:lnTo>
                <a:lnTo>
                  <a:pt x="819698" y="998035"/>
                </a:lnTo>
                <a:lnTo>
                  <a:pt x="818639" y="990630"/>
                </a:lnTo>
                <a:lnTo>
                  <a:pt x="816785" y="983224"/>
                </a:lnTo>
                <a:lnTo>
                  <a:pt x="815196" y="976084"/>
                </a:lnTo>
                <a:lnTo>
                  <a:pt x="812812" y="969207"/>
                </a:lnTo>
                <a:lnTo>
                  <a:pt x="810164" y="962067"/>
                </a:lnTo>
                <a:lnTo>
                  <a:pt x="806986" y="955455"/>
                </a:lnTo>
                <a:lnTo>
                  <a:pt x="803808" y="948843"/>
                </a:lnTo>
                <a:lnTo>
                  <a:pt x="800100" y="942231"/>
                </a:lnTo>
                <a:lnTo>
                  <a:pt x="803278" y="926363"/>
                </a:lnTo>
                <a:lnTo>
                  <a:pt x="803543" y="925834"/>
                </a:lnTo>
                <a:lnTo>
                  <a:pt x="900472" y="499770"/>
                </a:lnTo>
                <a:lnTo>
                  <a:pt x="901796" y="495274"/>
                </a:lnTo>
                <a:lnTo>
                  <a:pt x="903385" y="491043"/>
                </a:lnTo>
                <a:lnTo>
                  <a:pt x="904974" y="486811"/>
                </a:lnTo>
                <a:lnTo>
                  <a:pt x="906828" y="482844"/>
                </a:lnTo>
                <a:lnTo>
                  <a:pt x="908682" y="479142"/>
                </a:lnTo>
                <a:lnTo>
                  <a:pt x="911066" y="475439"/>
                </a:lnTo>
                <a:lnTo>
                  <a:pt x="913449" y="472001"/>
                </a:lnTo>
                <a:lnTo>
                  <a:pt x="916097" y="468563"/>
                </a:lnTo>
                <a:lnTo>
                  <a:pt x="918746" y="464860"/>
                </a:lnTo>
                <a:lnTo>
                  <a:pt x="921394" y="461687"/>
                </a:lnTo>
                <a:lnTo>
                  <a:pt x="924307" y="459042"/>
                </a:lnTo>
                <a:lnTo>
                  <a:pt x="927485" y="456133"/>
                </a:lnTo>
                <a:lnTo>
                  <a:pt x="930663" y="453488"/>
                </a:lnTo>
                <a:lnTo>
                  <a:pt x="934371" y="451108"/>
                </a:lnTo>
                <a:lnTo>
                  <a:pt x="937814" y="448727"/>
                </a:lnTo>
                <a:lnTo>
                  <a:pt x="941257" y="446612"/>
                </a:lnTo>
                <a:lnTo>
                  <a:pt x="944964" y="444496"/>
                </a:lnTo>
                <a:lnTo>
                  <a:pt x="948672" y="442645"/>
                </a:lnTo>
                <a:lnTo>
                  <a:pt x="952380" y="441058"/>
                </a:lnTo>
                <a:lnTo>
                  <a:pt x="956617" y="439471"/>
                </a:lnTo>
                <a:lnTo>
                  <a:pt x="960590" y="438413"/>
                </a:lnTo>
                <a:lnTo>
                  <a:pt x="964562" y="437355"/>
                </a:lnTo>
                <a:lnTo>
                  <a:pt x="968799" y="436297"/>
                </a:lnTo>
                <a:lnTo>
                  <a:pt x="973037" y="435768"/>
                </a:lnTo>
                <a:lnTo>
                  <a:pt x="977009" y="435239"/>
                </a:lnTo>
                <a:lnTo>
                  <a:pt x="981512" y="434975"/>
                </a:lnTo>
                <a:close/>
                <a:moveTo>
                  <a:pt x="772232" y="358775"/>
                </a:moveTo>
                <a:lnTo>
                  <a:pt x="779363" y="358775"/>
                </a:lnTo>
                <a:lnTo>
                  <a:pt x="786493" y="359569"/>
                </a:lnTo>
                <a:lnTo>
                  <a:pt x="793887" y="360629"/>
                </a:lnTo>
                <a:lnTo>
                  <a:pt x="797849" y="361953"/>
                </a:lnTo>
                <a:lnTo>
                  <a:pt x="801546" y="363012"/>
                </a:lnTo>
                <a:lnTo>
                  <a:pt x="805507" y="364072"/>
                </a:lnTo>
                <a:lnTo>
                  <a:pt x="809468" y="365661"/>
                </a:lnTo>
                <a:lnTo>
                  <a:pt x="812901" y="367250"/>
                </a:lnTo>
                <a:lnTo>
                  <a:pt x="816599" y="369104"/>
                </a:lnTo>
                <a:lnTo>
                  <a:pt x="823465" y="373076"/>
                </a:lnTo>
                <a:lnTo>
                  <a:pt x="829803" y="377579"/>
                </a:lnTo>
                <a:lnTo>
                  <a:pt x="835877" y="382610"/>
                </a:lnTo>
                <a:lnTo>
                  <a:pt x="841423" y="388172"/>
                </a:lnTo>
                <a:lnTo>
                  <a:pt x="846705" y="393999"/>
                </a:lnTo>
                <a:lnTo>
                  <a:pt x="851194" y="400355"/>
                </a:lnTo>
                <a:lnTo>
                  <a:pt x="855155" y="406976"/>
                </a:lnTo>
                <a:lnTo>
                  <a:pt x="858588" y="413862"/>
                </a:lnTo>
                <a:lnTo>
                  <a:pt x="861493" y="421277"/>
                </a:lnTo>
                <a:lnTo>
                  <a:pt x="863870" y="428693"/>
                </a:lnTo>
                <a:lnTo>
                  <a:pt x="865719" y="436108"/>
                </a:lnTo>
                <a:lnTo>
                  <a:pt x="866511" y="444053"/>
                </a:lnTo>
                <a:lnTo>
                  <a:pt x="866775" y="448026"/>
                </a:lnTo>
                <a:lnTo>
                  <a:pt x="866775" y="451998"/>
                </a:lnTo>
                <a:lnTo>
                  <a:pt x="866775" y="457030"/>
                </a:lnTo>
                <a:lnTo>
                  <a:pt x="866247" y="462327"/>
                </a:lnTo>
                <a:lnTo>
                  <a:pt x="865719" y="467094"/>
                </a:lnTo>
                <a:lnTo>
                  <a:pt x="864662" y="472391"/>
                </a:lnTo>
                <a:lnTo>
                  <a:pt x="818711" y="681085"/>
                </a:lnTo>
                <a:lnTo>
                  <a:pt x="769063" y="906463"/>
                </a:lnTo>
                <a:lnTo>
                  <a:pt x="763253" y="901696"/>
                </a:lnTo>
                <a:lnTo>
                  <a:pt x="757179" y="897458"/>
                </a:lnTo>
                <a:lnTo>
                  <a:pt x="751105" y="893221"/>
                </a:lnTo>
                <a:lnTo>
                  <a:pt x="744503" y="889513"/>
                </a:lnTo>
                <a:lnTo>
                  <a:pt x="737901" y="886070"/>
                </a:lnTo>
                <a:lnTo>
                  <a:pt x="731299" y="883157"/>
                </a:lnTo>
                <a:lnTo>
                  <a:pt x="724168" y="880244"/>
                </a:lnTo>
                <a:lnTo>
                  <a:pt x="717038" y="877860"/>
                </a:lnTo>
                <a:lnTo>
                  <a:pt x="712813" y="876536"/>
                </a:lnTo>
                <a:lnTo>
                  <a:pt x="705418" y="875212"/>
                </a:lnTo>
                <a:lnTo>
                  <a:pt x="700929" y="874153"/>
                </a:lnTo>
                <a:lnTo>
                  <a:pt x="696439" y="873358"/>
                </a:lnTo>
                <a:lnTo>
                  <a:pt x="690894" y="872563"/>
                </a:lnTo>
                <a:lnTo>
                  <a:pt x="682971" y="872034"/>
                </a:lnTo>
                <a:lnTo>
                  <a:pt x="675048" y="871504"/>
                </a:lnTo>
                <a:lnTo>
                  <a:pt x="585787" y="871504"/>
                </a:lnTo>
                <a:lnTo>
                  <a:pt x="591861" y="842901"/>
                </a:lnTo>
                <a:lnTo>
                  <a:pt x="680330" y="440875"/>
                </a:lnTo>
                <a:lnTo>
                  <a:pt x="682443" y="431871"/>
                </a:lnTo>
                <a:lnTo>
                  <a:pt x="684027" y="426574"/>
                </a:lnTo>
                <a:lnTo>
                  <a:pt x="685612" y="421277"/>
                </a:lnTo>
                <a:lnTo>
                  <a:pt x="687725" y="415980"/>
                </a:lnTo>
                <a:lnTo>
                  <a:pt x="689573" y="410948"/>
                </a:lnTo>
                <a:lnTo>
                  <a:pt x="692214" y="406181"/>
                </a:lnTo>
                <a:lnTo>
                  <a:pt x="695119" y="401414"/>
                </a:lnTo>
                <a:lnTo>
                  <a:pt x="698288" y="396912"/>
                </a:lnTo>
                <a:lnTo>
                  <a:pt x="701721" y="392410"/>
                </a:lnTo>
                <a:lnTo>
                  <a:pt x="705418" y="388437"/>
                </a:lnTo>
                <a:lnTo>
                  <a:pt x="709380" y="384464"/>
                </a:lnTo>
                <a:lnTo>
                  <a:pt x="713341" y="380757"/>
                </a:lnTo>
                <a:lnTo>
                  <a:pt x="717566" y="377579"/>
                </a:lnTo>
                <a:lnTo>
                  <a:pt x="722320" y="374136"/>
                </a:lnTo>
                <a:lnTo>
                  <a:pt x="726809" y="371222"/>
                </a:lnTo>
                <a:lnTo>
                  <a:pt x="731827" y="368574"/>
                </a:lnTo>
                <a:lnTo>
                  <a:pt x="737109" y="366190"/>
                </a:lnTo>
                <a:lnTo>
                  <a:pt x="743975" y="363542"/>
                </a:lnTo>
                <a:lnTo>
                  <a:pt x="750841" y="361688"/>
                </a:lnTo>
                <a:lnTo>
                  <a:pt x="757707" y="359834"/>
                </a:lnTo>
                <a:lnTo>
                  <a:pt x="764838" y="359040"/>
                </a:lnTo>
                <a:lnTo>
                  <a:pt x="772232" y="358775"/>
                </a:lnTo>
                <a:close/>
                <a:moveTo>
                  <a:pt x="616643" y="0"/>
                </a:moveTo>
                <a:lnTo>
                  <a:pt x="623527" y="0"/>
                </a:lnTo>
                <a:lnTo>
                  <a:pt x="630411" y="529"/>
                </a:lnTo>
                <a:lnTo>
                  <a:pt x="637560" y="1059"/>
                </a:lnTo>
                <a:lnTo>
                  <a:pt x="644444" y="2382"/>
                </a:lnTo>
                <a:lnTo>
                  <a:pt x="651063" y="3441"/>
                </a:lnTo>
                <a:lnTo>
                  <a:pt x="657947" y="5293"/>
                </a:lnTo>
                <a:lnTo>
                  <a:pt x="663772" y="6881"/>
                </a:lnTo>
                <a:lnTo>
                  <a:pt x="669596" y="8999"/>
                </a:lnTo>
                <a:lnTo>
                  <a:pt x="675157" y="11380"/>
                </a:lnTo>
                <a:lnTo>
                  <a:pt x="680452" y="13498"/>
                </a:lnTo>
                <a:lnTo>
                  <a:pt x="685747" y="16144"/>
                </a:lnTo>
                <a:lnTo>
                  <a:pt x="691043" y="19056"/>
                </a:lnTo>
                <a:lnTo>
                  <a:pt x="695808" y="21967"/>
                </a:lnTo>
                <a:lnTo>
                  <a:pt x="700839" y="25143"/>
                </a:lnTo>
                <a:lnTo>
                  <a:pt x="705340" y="28584"/>
                </a:lnTo>
                <a:lnTo>
                  <a:pt x="710106" y="32024"/>
                </a:lnTo>
                <a:lnTo>
                  <a:pt x="714342" y="35730"/>
                </a:lnTo>
                <a:lnTo>
                  <a:pt x="718578" y="39700"/>
                </a:lnTo>
                <a:lnTo>
                  <a:pt x="722550" y="43669"/>
                </a:lnTo>
                <a:lnTo>
                  <a:pt x="726521" y="47904"/>
                </a:lnTo>
                <a:lnTo>
                  <a:pt x="729963" y="52403"/>
                </a:lnTo>
                <a:lnTo>
                  <a:pt x="733405" y="56638"/>
                </a:lnTo>
                <a:lnTo>
                  <a:pt x="736847" y="61402"/>
                </a:lnTo>
                <a:lnTo>
                  <a:pt x="740024" y="66166"/>
                </a:lnTo>
                <a:lnTo>
                  <a:pt x="742937" y="70930"/>
                </a:lnTo>
                <a:lnTo>
                  <a:pt x="745585" y="75694"/>
                </a:lnTo>
                <a:lnTo>
                  <a:pt x="748232" y="80987"/>
                </a:lnTo>
                <a:lnTo>
                  <a:pt x="750615" y="86016"/>
                </a:lnTo>
                <a:lnTo>
                  <a:pt x="752469" y="91309"/>
                </a:lnTo>
                <a:lnTo>
                  <a:pt x="754587" y="96867"/>
                </a:lnTo>
                <a:lnTo>
                  <a:pt x="756440" y="102160"/>
                </a:lnTo>
                <a:lnTo>
                  <a:pt x="757764" y="107453"/>
                </a:lnTo>
                <a:lnTo>
                  <a:pt x="759352" y="113276"/>
                </a:lnTo>
                <a:lnTo>
                  <a:pt x="760147" y="118834"/>
                </a:lnTo>
                <a:lnTo>
                  <a:pt x="760941" y="124657"/>
                </a:lnTo>
                <a:lnTo>
                  <a:pt x="761471" y="129950"/>
                </a:lnTo>
                <a:lnTo>
                  <a:pt x="761735" y="135772"/>
                </a:lnTo>
                <a:lnTo>
                  <a:pt x="762000" y="141860"/>
                </a:lnTo>
                <a:lnTo>
                  <a:pt x="761735" y="151123"/>
                </a:lnTo>
                <a:lnTo>
                  <a:pt x="760676" y="160651"/>
                </a:lnTo>
                <a:lnTo>
                  <a:pt x="759352" y="169914"/>
                </a:lnTo>
                <a:lnTo>
                  <a:pt x="756970" y="179442"/>
                </a:lnTo>
                <a:lnTo>
                  <a:pt x="713548" y="336917"/>
                </a:lnTo>
                <a:lnTo>
                  <a:pt x="707193" y="340358"/>
                </a:lnTo>
                <a:lnTo>
                  <a:pt x="701104" y="344063"/>
                </a:lnTo>
                <a:lnTo>
                  <a:pt x="695279" y="348298"/>
                </a:lnTo>
                <a:lnTo>
                  <a:pt x="689454" y="352797"/>
                </a:lnTo>
                <a:lnTo>
                  <a:pt x="684423" y="357296"/>
                </a:lnTo>
                <a:lnTo>
                  <a:pt x="679128" y="362325"/>
                </a:lnTo>
                <a:lnTo>
                  <a:pt x="674362" y="367353"/>
                </a:lnTo>
                <a:lnTo>
                  <a:pt x="669861" y="372911"/>
                </a:lnTo>
                <a:lnTo>
                  <a:pt x="665625" y="378734"/>
                </a:lnTo>
                <a:lnTo>
                  <a:pt x="661653" y="384556"/>
                </a:lnTo>
                <a:lnTo>
                  <a:pt x="657947" y="390644"/>
                </a:lnTo>
                <a:lnTo>
                  <a:pt x="654769" y="396996"/>
                </a:lnTo>
                <a:lnTo>
                  <a:pt x="651857" y="403612"/>
                </a:lnTo>
                <a:lnTo>
                  <a:pt x="649739" y="410229"/>
                </a:lnTo>
                <a:lnTo>
                  <a:pt x="647356" y="417110"/>
                </a:lnTo>
                <a:lnTo>
                  <a:pt x="645503" y="423991"/>
                </a:lnTo>
                <a:lnTo>
                  <a:pt x="546744" y="871538"/>
                </a:lnTo>
                <a:lnTo>
                  <a:pt x="80224" y="871538"/>
                </a:lnTo>
                <a:lnTo>
                  <a:pt x="164685" y="757203"/>
                </a:lnTo>
                <a:lnTo>
                  <a:pt x="5295" y="179442"/>
                </a:lnTo>
                <a:lnTo>
                  <a:pt x="2912" y="169914"/>
                </a:lnTo>
                <a:lnTo>
                  <a:pt x="1588" y="160651"/>
                </a:lnTo>
                <a:lnTo>
                  <a:pt x="265" y="151123"/>
                </a:lnTo>
                <a:lnTo>
                  <a:pt x="0" y="141860"/>
                </a:lnTo>
                <a:lnTo>
                  <a:pt x="265" y="136037"/>
                </a:lnTo>
                <a:lnTo>
                  <a:pt x="529" y="130479"/>
                </a:lnTo>
                <a:lnTo>
                  <a:pt x="1324" y="124657"/>
                </a:lnTo>
                <a:lnTo>
                  <a:pt x="2118" y="118834"/>
                </a:lnTo>
                <a:lnTo>
                  <a:pt x="3177" y="113276"/>
                </a:lnTo>
                <a:lnTo>
                  <a:pt x="4501" y="107453"/>
                </a:lnTo>
                <a:lnTo>
                  <a:pt x="5825" y="102160"/>
                </a:lnTo>
                <a:lnTo>
                  <a:pt x="7678" y="96867"/>
                </a:lnTo>
                <a:lnTo>
                  <a:pt x="9531" y="91309"/>
                </a:lnTo>
                <a:lnTo>
                  <a:pt x="11650" y="86016"/>
                </a:lnTo>
                <a:lnTo>
                  <a:pt x="14033" y="80987"/>
                </a:lnTo>
                <a:lnTo>
                  <a:pt x="16680" y="75694"/>
                </a:lnTo>
                <a:lnTo>
                  <a:pt x="19063" y="70930"/>
                </a:lnTo>
                <a:lnTo>
                  <a:pt x="22240" y="66166"/>
                </a:lnTo>
                <a:lnTo>
                  <a:pt x="25153" y="61402"/>
                </a:lnTo>
                <a:lnTo>
                  <a:pt x="28595" y="56638"/>
                </a:lnTo>
                <a:lnTo>
                  <a:pt x="32301" y="52403"/>
                </a:lnTo>
                <a:lnTo>
                  <a:pt x="36008" y="47904"/>
                </a:lnTo>
                <a:lnTo>
                  <a:pt x="39715" y="43669"/>
                </a:lnTo>
                <a:lnTo>
                  <a:pt x="43686" y="39700"/>
                </a:lnTo>
                <a:lnTo>
                  <a:pt x="48188" y="35730"/>
                </a:lnTo>
                <a:lnTo>
                  <a:pt x="52424" y="32024"/>
                </a:lnTo>
                <a:lnTo>
                  <a:pt x="56660" y="28584"/>
                </a:lnTo>
                <a:lnTo>
                  <a:pt x="61426" y="25143"/>
                </a:lnTo>
                <a:lnTo>
                  <a:pt x="66192" y="21967"/>
                </a:lnTo>
                <a:lnTo>
                  <a:pt x="71222" y="19056"/>
                </a:lnTo>
                <a:lnTo>
                  <a:pt x="76518" y="16144"/>
                </a:lnTo>
                <a:lnTo>
                  <a:pt x="81548" y="13498"/>
                </a:lnTo>
                <a:lnTo>
                  <a:pt x="87109" y="11380"/>
                </a:lnTo>
                <a:lnTo>
                  <a:pt x="92669" y="8999"/>
                </a:lnTo>
                <a:lnTo>
                  <a:pt x="98494" y="6881"/>
                </a:lnTo>
                <a:lnTo>
                  <a:pt x="104054" y="5293"/>
                </a:lnTo>
                <a:lnTo>
                  <a:pt x="111467" y="3441"/>
                </a:lnTo>
                <a:lnTo>
                  <a:pt x="118351" y="2117"/>
                </a:lnTo>
                <a:lnTo>
                  <a:pt x="125500" y="1059"/>
                </a:lnTo>
                <a:lnTo>
                  <a:pt x="132648" y="529"/>
                </a:lnTo>
                <a:lnTo>
                  <a:pt x="139532" y="265"/>
                </a:lnTo>
                <a:lnTo>
                  <a:pt x="146416" y="265"/>
                </a:lnTo>
                <a:lnTo>
                  <a:pt x="153300" y="529"/>
                </a:lnTo>
                <a:lnTo>
                  <a:pt x="160184" y="1323"/>
                </a:lnTo>
                <a:lnTo>
                  <a:pt x="167333" y="2382"/>
                </a:lnTo>
                <a:lnTo>
                  <a:pt x="173952" y="3705"/>
                </a:lnTo>
                <a:lnTo>
                  <a:pt x="180571" y="5558"/>
                </a:lnTo>
                <a:lnTo>
                  <a:pt x="186926" y="7411"/>
                </a:lnTo>
                <a:lnTo>
                  <a:pt x="193280" y="9792"/>
                </a:lnTo>
                <a:lnTo>
                  <a:pt x="199635" y="12439"/>
                </a:lnTo>
                <a:lnTo>
                  <a:pt x="205724" y="15350"/>
                </a:lnTo>
                <a:lnTo>
                  <a:pt x="211814" y="18791"/>
                </a:lnTo>
                <a:lnTo>
                  <a:pt x="217639" y="22232"/>
                </a:lnTo>
                <a:lnTo>
                  <a:pt x="223464" y="25937"/>
                </a:lnTo>
                <a:lnTo>
                  <a:pt x="228759" y="30172"/>
                </a:lnTo>
                <a:lnTo>
                  <a:pt x="234054" y="34406"/>
                </a:lnTo>
                <a:lnTo>
                  <a:pt x="239350" y="38641"/>
                </a:lnTo>
                <a:lnTo>
                  <a:pt x="244115" y="43669"/>
                </a:lnTo>
                <a:lnTo>
                  <a:pt x="248881" y="48433"/>
                </a:lnTo>
                <a:lnTo>
                  <a:pt x="253118" y="53991"/>
                </a:lnTo>
                <a:lnTo>
                  <a:pt x="257089" y="59549"/>
                </a:lnTo>
                <a:lnTo>
                  <a:pt x="261325" y="65372"/>
                </a:lnTo>
                <a:lnTo>
                  <a:pt x="264767" y="71195"/>
                </a:lnTo>
                <a:lnTo>
                  <a:pt x="268209" y="77546"/>
                </a:lnTo>
                <a:lnTo>
                  <a:pt x="271122" y="83898"/>
                </a:lnTo>
                <a:lnTo>
                  <a:pt x="274034" y="90515"/>
                </a:lnTo>
                <a:lnTo>
                  <a:pt x="276152" y="97132"/>
                </a:lnTo>
                <a:lnTo>
                  <a:pt x="278535" y="104013"/>
                </a:lnTo>
                <a:lnTo>
                  <a:pt x="381265" y="476130"/>
                </a:lnTo>
                <a:lnTo>
                  <a:pt x="483995" y="104013"/>
                </a:lnTo>
                <a:lnTo>
                  <a:pt x="485848" y="97396"/>
                </a:lnTo>
                <a:lnTo>
                  <a:pt x="488231" y="90780"/>
                </a:lnTo>
                <a:lnTo>
                  <a:pt x="490879" y="84428"/>
                </a:lnTo>
                <a:lnTo>
                  <a:pt x="493791" y="78076"/>
                </a:lnTo>
                <a:lnTo>
                  <a:pt x="497233" y="71988"/>
                </a:lnTo>
                <a:lnTo>
                  <a:pt x="500675" y="65901"/>
                </a:lnTo>
                <a:lnTo>
                  <a:pt x="504382" y="60079"/>
                </a:lnTo>
                <a:lnTo>
                  <a:pt x="508618" y="54521"/>
                </a:lnTo>
                <a:lnTo>
                  <a:pt x="512854" y="49492"/>
                </a:lnTo>
                <a:lnTo>
                  <a:pt x="517355" y="44199"/>
                </a:lnTo>
                <a:lnTo>
                  <a:pt x="522386" y="39170"/>
                </a:lnTo>
                <a:lnTo>
                  <a:pt x="527681" y="34671"/>
                </a:lnTo>
                <a:lnTo>
                  <a:pt x="532977" y="30436"/>
                </a:lnTo>
                <a:lnTo>
                  <a:pt x="538537" y="26202"/>
                </a:lnTo>
                <a:lnTo>
                  <a:pt x="544362" y="22232"/>
                </a:lnTo>
                <a:lnTo>
                  <a:pt x="550451" y="18526"/>
                </a:lnTo>
                <a:lnTo>
                  <a:pt x="556806" y="15350"/>
                </a:lnTo>
                <a:lnTo>
                  <a:pt x="563160" y="12174"/>
                </a:lnTo>
                <a:lnTo>
                  <a:pt x="569514" y="9528"/>
                </a:lnTo>
                <a:lnTo>
                  <a:pt x="576134" y="7146"/>
                </a:lnTo>
                <a:lnTo>
                  <a:pt x="582488" y="5293"/>
                </a:lnTo>
                <a:lnTo>
                  <a:pt x="589372" y="3441"/>
                </a:lnTo>
                <a:lnTo>
                  <a:pt x="595991" y="2382"/>
                </a:lnTo>
                <a:lnTo>
                  <a:pt x="603140" y="1059"/>
                </a:lnTo>
                <a:lnTo>
                  <a:pt x="609759" y="529"/>
                </a:lnTo>
                <a:lnTo>
                  <a:pt x="61664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3" name="KSO_Shape">
            <a:extLst>
              <a:ext uri="{FF2B5EF4-FFF2-40B4-BE49-F238E27FC236}">
                <a16:creationId xmlns:a16="http://schemas.microsoft.com/office/drawing/2014/main" id="{96519E03-E44A-4333-9E15-78741A1EDBCF}"/>
              </a:ext>
            </a:extLst>
          </p:cNvPr>
          <p:cNvSpPr>
            <a:spLocks/>
          </p:cNvSpPr>
          <p:nvPr/>
        </p:nvSpPr>
        <p:spPr bwMode="auto">
          <a:xfrm>
            <a:off x="6949513" y="4498892"/>
            <a:ext cx="958252" cy="642029"/>
          </a:xfrm>
          <a:custGeom>
            <a:avLst/>
            <a:gdLst>
              <a:gd name="T0" fmla="*/ 885340 w 6524"/>
              <a:gd name="T1" fmla="*/ 839496 h 4376"/>
              <a:gd name="T2" fmla="*/ 828693 w 6524"/>
              <a:gd name="T3" fmla="*/ 733209 h 4376"/>
              <a:gd name="T4" fmla="*/ 858184 w 6524"/>
              <a:gd name="T5" fmla="*/ 652033 h 4376"/>
              <a:gd name="T6" fmla="*/ 887676 w 6524"/>
              <a:gd name="T7" fmla="*/ 591881 h 4376"/>
              <a:gd name="T8" fmla="*/ 927096 w 6524"/>
              <a:gd name="T9" fmla="*/ 529102 h 4376"/>
              <a:gd name="T10" fmla="*/ 924176 w 6524"/>
              <a:gd name="T11" fmla="*/ 420186 h 4376"/>
              <a:gd name="T12" fmla="*/ 909576 w 6524"/>
              <a:gd name="T13" fmla="*/ 333754 h 4376"/>
              <a:gd name="T14" fmla="*/ 906948 w 6524"/>
              <a:gd name="T15" fmla="*/ 127603 h 4376"/>
              <a:gd name="T16" fmla="*/ 800661 w 6524"/>
              <a:gd name="T17" fmla="*/ 33872 h 4376"/>
              <a:gd name="T18" fmla="*/ 661085 w 6524"/>
              <a:gd name="T19" fmla="*/ 584 h 4376"/>
              <a:gd name="T20" fmla="*/ 510122 w 6524"/>
              <a:gd name="T21" fmla="*/ 41756 h 4376"/>
              <a:gd name="T22" fmla="*/ 417850 w 6524"/>
              <a:gd name="T23" fmla="*/ 149503 h 4376"/>
              <a:gd name="T24" fmla="*/ 409674 w 6524"/>
              <a:gd name="T25" fmla="*/ 359742 h 4376"/>
              <a:gd name="T26" fmla="*/ 397118 w 6524"/>
              <a:gd name="T27" fmla="*/ 436830 h 4376"/>
              <a:gd name="T28" fmla="*/ 420186 w 6524"/>
              <a:gd name="T29" fmla="*/ 571441 h 4376"/>
              <a:gd name="T30" fmla="*/ 465446 w 6524"/>
              <a:gd name="T31" fmla="*/ 597137 h 4376"/>
              <a:gd name="T32" fmla="*/ 510998 w 6524"/>
              <a:gd name="T33" fmla="*/ 762408 h 4376"/>
              <a:gd name="T34" fmla="*/ 427486 w 6524"/>
              <a:gd name="T35" fmla="*/ 869280 h 4376"/>
              <a:gd name="T36" fmla="*/ 56648 w 6524"/>
              <a:gd name="T37" fmla="*/ 1014695 h 4376"/>
              <a:gd name="T38" fmla="*/ 3212 w 6524"/>
              <a:gd name="T39" fmla="*/ 1073679 h 4376"/>
              <a:gd name="T40" fmla="*/ 1334726 w 6524"/>
              <a:gd name="T41" fmla="*/ 1073679 h 4376"/>
              <a:gd name="T42" fmla="*/ 1270779 w 6524"/>
              <a:gd name="T43" fmla="*/ 1009439 h 4376"/>
              <a:gd name="T44" fmla="*/ 1406850 w 6524"/>
              <a:gd name="T45" fmla="*/ 904612 h 4376"/>
              <a:gd name="T46" fmla="*/ 1298227 w 6524"/>
              <a:gd name="T47" fmla="*/ 822560 h 4376"/>
              <a:gd name="T48" fmla="*/ 1324506 w 6524"/>
              <a:gd name="T49" fmla="*/ 770292 h 4376"/>
              <a:gd name="T50" fmla="*/ 1336186 w 6524"/>
              <a:gd name="T51" fmla="*/ 705761 h 4376"/>
              <a:gd name="T52" fmla="*/ 1371518 w 6524"/>
              <a:gd name="T53" fmla="*/ 671305 h 4376"/>
              <a:gd name="T54" fmla="*/ 1378526 w 6524"/>
              <a:gd name="T55" fmla="*/ 581661 h 4376"/>
              <a:gd name="T56" fmla="*/ 1365094 w 6524"/>
              <a:gd name="T57" fmla="*/ 511582 h 4376"/>
              <a:gd name="T58" fmla="*/ 1359838 w 6524"/>
              <a:gd name="T59" fmla="*/ 353902 h 4376"/>
              <a:gd name="T60" fmla="*/ 1265815 w 6524"/>
              <a:gd name="T61" fmla="*/ 286743 h 4376"/>
              <a:gd name="T62" fmla="*/ 1161571 w 6524"/>
              <a:gd name="T63" fmla="*/ 277399 h 4376"/>
              <a:gd name="T64" fmla="*/ 1043896 w 6524"/>
              <a:gd name="T65" fmla="*/ 329374 h 4376"/>
              <a:gd name="T66" fmla="*/ 1002724 w 6524"/>
              <a:gd name="T67" fmla="*/ 442086 h 4376"/>
              <a:gd name="T68" fmla="*/ 1010316 w 6524"/>
              <a:gd name="T69" fmla="*/ 560345 h 4376"/>
              <a:gd name="T70" fmla="*/ 1008564 w 6524"/>
              <a:gd name="T71" fmla="*/ 660793 h 4376"/>
              <a:gd name="T72" fmla="*/ 1045648 w 6524"/>
              <a:gd name="T73" fmla="*/ 699337 h 4376"/>
              <a:gd name="T74" fmla="*/ 1076599 w 6524"/>
              <a:gd name="T75" fmla="*/ 806792 h 4376"/>
              <a:gd name="T76" fmla="*/ 1107551 w 6524"/>
              <a:gd name="T77" fmla="*/ 909284 h 4376"/>
              <a:gd name="T78" fmla="*/ 1318082 w 6524"/>
              <a:gd name="T79" fmla="*/ 999803 h 4376"/>
              <a:gd name="T80" fmla="*/ 1366846 w 6524"/>
              <a:gd name="T81" fmla="*/ 1068131 h 4376"/>
              <a:gd name="T82" fmla="*/ 1666145 w 6524"/>
              <a:gd name="T83" fmla="*/ 1034843 h 4376"/>
              <a:gd name="T84" fmla="*/ 1606285 w 6524"/>
              <a:gd name="T85" fmla="*/ 986663 h 4376"/>
              <a:gd name="T86" fmla="*/ 1881932 w 6524"/>
              <a:gd name="T87" fmla="*/ 971187 h 4376"/>
              <a:gd name="T88" fmla="*/ 1692425 w 6524"/>
              <a:gd name="T89" fmla="*/ 895852 h 4376"/>
              <a:gd name="T90" fmla="*/ 1646873 w 6524"/>
              <a:gd name="T91" fmla="*/ 837160 h 4376"/>
              <a:gd name="T92" fmla="*/ 1666145 w 6524"/>
              <a:gd name="T93" fmla="*/ 787812 h 4376"/>
              <a:gd name="T94" fmla="*/ 1689213 w 6524"/>
              <a:gd name="T95" fmla="*/ 752772 h 4376"/>
              <a:gd name="T96" fmla="*/ 1703813 w 6524"/>
              <a:gd name="T97" fmla="*/ 691161 h 4376"/>
              <a:gd name="T98" fmla="*/ 1691549 w 6524"/>
              <a:gd name="T99" fmla="*/ 638893 h 4376"/>
              <a:gd name="T100" fmla="*/ 1686877 w 6524"/>
              <a:gd name="T101" fmla="*/ 515962 h 4376"/>
              <a:gd name="T102" fmla="*/ 1612709 w 6524"/>
              <a:gd name="T103" fmla="*/ 468950 h 4376"/>
              <a:gd name="T104" fmla="*/ 1509926 w 6524"/>
              <a:gd name="T105" fmla="*/ 478002 h 4376"/>
              <a:gd name="T106" fmla="*/ 1453862 w 6524"/>
              <a:gd name="T107" fmla="*/ 522678 h 4376"/>
              <a:gd name="T108" fmla="*/ 1439554 w 6524"/>
              <a:gd name="T109" fmla="*/ 618161 h 4376"/>
              <a:gd name="T110" fmla="*/ 1437218 w 6524"/>
              <a:gd name="T111" fmla="*/ 679481 h 4376"/>
              <a:gd name="T112" fmla="*/ 1455322 w 6524"/>
              <a:gd name="T113" fmla="*/ 756276 h 4376"/>
              <a:gd name="T114" fmla="*/ 1485398 w 6524"/>
              <a:gd name="T115" fmla="*/ 828692 h 4376"/>
              <a:gd name="T116" fmla="*/ 1457074 w 6524"/>
              <a:gd name="T117" fmla="*/ 891180 h 4376"/>
              <a:gd name="T118" fmla="*/ 1654757 w 6524"/>
              <a:gd name="T119" fmla="*/ 974691 h 4376"/>
              <a:gd name="T120" fmla="*/ 1699725 w 6524"/>
              <a:gd name="T121" fmla="*/ 1038931 h 437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524" h="4376">
                <a:moveTo>
                  <a:pt x="4032" y="3336"/>
                </a:moveTo>
                <a:lnTo>
                  <a:pt x="4032" y="3336"/>
                </a:lnTo>
                <a:lnTo>
                  <a:pt x="3856" y="3260"/>
                </a:lnTo>
                <a:lnTo>
                  <a:pt x="3674" y="3182"/>
                </a:lnTo>
                <a:lnTo>
                  <a:pt x="3492" y="3105"/>
                </a:lnTo>
                <a:lnTo>
                  <a:pt x="3315" y="3031"/>
                </a:lnTo>
                <a:lnTo>
                  <a:pt x="3118" y="2977"/>
                </a:lnTo>
                <a:lnTo>
                  <a:pt x="3103" y="2966"/>
                </a:lnTo>
                <a:lnTo>
                  <a:pt x="3089" y="2952"/>
                </a:lnTo>
                <a:lnTo>
                  <a:pt x="3075" y="2934"/>
                </a:lnTo>
                <a:lnTo>
                  <a:pt x="3060" y="2916"/>
                </a:lnTo>
                <a:lnTo>
                  <a:pt x="3046" y="2896"/>
                </a:lnTo>
                <a:lnTo>
                  <a:pt x="3032" y="2875"/>
                </a:lnTo>
                <a:lnTo>
                  <a:pt x="3019" y="2852"/>
                </a:lnTo>
                <a:lnTo>
                  <a:pt x="3006" y="2829"/>
                </a:lnTo>
                <a:lnTo>
                  <a:pt x="2981" y="2781"/>
                </a:lnTo>
                <a:lnTo>
                  <a:pt x="2958" y="2735"/>
                </a:lnTo>
                <a:lnTo>
                  <a:pt x="2921" y="2655"/>
                </a:lnTo>
                <a:lnTo>
                  <a:pt x="2795" y="2636"/>
                </a:lnTo>
                <a:lnTo>
                  <a:pt x="2797" y="2612"/>
                </a:lnTo>
                <a:lnTo>
                  <a:pt x="2801" y="2591"/>
                </a:lnTo>
                <a:lnTo>
                  <a:pt x="2806" y="2571"/>
                </a:lnTo>
                <a:lnTo>
                  <a:pt x="2813" y="2554"/>
                </a:lnTo>
                <a:lnTo>
                  <a:pt x="2820" y="2538"/>
                </a:lnTo>
                <a:lnTo>
                  <a:pt x="2829" y="2525"/>
                </a:lnTo>
                <a:lnTo>
                  <a:pt x="2838" y="2511"/>
                </a:lnTo>
                <a:lnTo>
                  <a:pt x="2847" y="2498"/>
                </a:lnTo>
                <a:lnTo>
                  <a:pt x="2868" y="2475"/>
                </a:lnTo>
                <a:lnTo>
                  <a:pt x="2878" y="2463"/>
                </a:lnTo>
                <a:lnTo>
                  <a:pt x="2888" y="2450"/>
                </a:lnTo>
                <a:lnTo>
                  <a:pt x="2897" y="2436"/>
                </a:lnTo>
                <a:lnTo>
                  <a:pt x="2906" y="2421"/>
                </a:lnTo>
                <a:lnTo>
                  <a:pt x="2913" y="2404"/>
                </a:lnTo>
                <a:lnTo>
                  <a:pt x="2921" y="2386"/>
                </a:lnTo>
                <a:lnTo>
                  <a:pt x="2926" y="2367"/>
                </a:lnTo>
                <a:lnTo>
                  <a:pt x="2930" y="2349"/>
                </a:lnTo>
                <a:lnTo>
                  <a:pt x="2933" y="2331"/>
                </a:lnTo>
                <a:lnTo>
                  <a:pt x="2935" y="2312"/>
                </a:lnTo>
                <a:lnTo>
                  <a:pt x="2937" y="2272"/>
                </a:lnTo>
                <a:lnTo>
                  <a:pt x="2939" y="2233"/>
                </a:lnTo>
                <a:lnTo>
                  <a:pt x="2942" y="2194"/>
                </a:lnTo>
                <a:lnTo>
                  <a:pt x="2944" y="2175"/>
                </a:lnTo>
                <a:lnTo>
                  <a:pt x="2947" y="2155"/>
                </a:lnTo>
                <a:lnTo>
                  <a:pt x="2951" y="2137"/>
                </a:lnTo>
                <a:lnTo>
                  <a:pt x="2956" y="2119"/>
                </a:lnTo>
                <a:lnTo>
                  <a:pt x="2963" y="2102"/>
                </a:lnTo>
                <a:lnTo>
                  <a:pt x="2971" y="2085"/>
                </a:lnTo>
                <a:lnTo>
                  <a:pt x="2977" y="2074"/>
                </a:lnTo>
                <a:lnTo>
                  <a:pt x="2984" y="2065"/>
                </a:lnTo>
                <a:lnTo>
                  <a:pt x="2993" y="2057"/>
                </a:lnTo>
                <a:lnTo>
                  <a:pt x="3002" y="2050"/>
                </a:lnTo>
                <a:lnTo>
                  <a:pt x="3011" y="2043"/>
                </a:lnTo>
                <a:lnTo>
                  <a:pt x="3021" y="2038"/>
                </a:lnTo>
                <a:lnTo>
                  <a:pt x="3040" y="2027"/>
                </a:lnTo>
                <a:lnTo>
                  <a:pt x="3061" y="2015"/>
                </a:lnTo>
                <a:lnTo>
                  <a:pt x="3081" y="2004"/>
                </a:lnTo>
                <a:lnTo>
                  <a:pt x="3090" y="1998"/>
                </a:lnTo>
                <a:lnTo>
                  <a:pt x="3098" y="1991"/>
                </a:lnTo>
                <a:lnTo>
                  <a:pt x="3106" y="1983"/>
                </a:lnTo>
                <a:lnTo>
                  <a:pt x="3113" y="1974"/>
                </a:lnTo>
                <a:lnTo>
                  <a:pt x="3119" y="1965"/>
                </a:lnTo>
                <a:lnTo>
                  <a:pt x="3125" y="1955"/>
                </a:lnTo>
                <a:lnTo>
                  <a:pt x="3137" y="1933"/>
                </a:lnTo>
                <a:lnTo>
                  <a:pt x="3147" y="1910"/>
                </a:lnTo>
                <a:lnTo>
                  <a:pt x="3155" y="1886"/>
                </a:lnTo>
                <a:lnTo>
                  <a:pt x="3163" y="1860"/>
                </a:lnTo>
                <a:lnTo>
                  <a:pt x="3169" y="1836"/>
                </a:lnTo>
                <a:lnTo>
                  <a:pt x="3175" y="1812"/>
                </a:lnTo>
                <a:lnTo>
                  <a:pt x="3179" y="1789"/>
                </a:lnTo>
                <a:lnTo>
                  <a:pt x="3186" y="1749"/>
                </a:lnTo>
                <a:lnTo>
                  <a:pt x="3192" y="1705"/>
                </a:lnTo>
                <a:lnTo>
                  <a:pt x="3196" y="1659"/>
                </a:lnTo>
                <a:lnTo>
                  <a:pt x="3197" y="1637"/>
                </a:lnTo>
                <a:lnTo>
                  <a:pt x="3198" y="1614"/>
                </a:lnTo>
                <a:lnTo>
                  <a:pt x="3197" y="1590"/>
                </a:lnTo>
                <a:lnTo>
                  <a:pt x="3196" y="1568"/>
                </a:lnTo>
                <a:lnTo>
                  <a:pt x="3194" y="1545"/>
                </a:lnTo>
                <a:lnTo>
                  <a:pt x="3191" y="1522"/>
                </a:lnTo>
                <a:lnTo>
                  <a:pt x="3186" y="1501"/>
                </a:lnTo>
                <a:lnTo>
                  <a:pt x="3181" y="1480"/>
                </a:lnTo>
                <a:lnTo>
                  <a:pt x="3174" y="1459"/>
                </a:lnTo>
                <a:lnTo>
                  <a:pt x="3165" y="1439"/>
                </a:lnTo>
                <a:lnTo>
                  <a:pt x="3155" y="1419"/>
                </a:lnTo>
                <a:lnTo>
                  <a:pt x="3146" y="1403"/>
                </a:lnTo>
                <a:lnTo>
                  <a:pt x="3138" y="1389"/>
                </a:lnTo>
                <a:lnTo>
                  <a:pt x="3131" y="1375"/>
                </a:lnTo>
                <a:lnTo>
                  <a:pt x="3124" y="1361"/>
                </a:lnTo>
                <a:lnTo>
                  <a:pt x="3119" y="1345"/>
                </a:lnTo>
                <a:lnTo>
                  <a:pt x="3114" y="1326"/>
                </a:lnTo>
                <a:lnTo>
                  <a:pt x="3111" y="1302"/>
                </a:lnTo>
                <a:lnTo>
                  <a:pt x="3110" y="1283"/>
                </a:lnTo>
                <a:lnTo>
                  <a:pt x="3109" y="1261"/>
                </a:lnTo>
                <a:lnTo>
                  <a:pt x="3110" y="1234"/>
                </a:lnTo>
                <a:lnTo>
                  <a:pt x="3111" y="1206"/>
                </a:lnTo>
                <a:lnTo>
                  <a:pt x="3115" y="1143"/>
                </a:lnTo>
                <a:lnTo>
                  <a:pt x="3120" y="1075"/>
                </a:lnTo>
                <a:lnTo>
                  <a:pt x="3133" y="949"/>
                </a:lnTo>
                <a:lnTo>
                  <a:pt x="3137" y="901"/>
                </a:lnTo>
                <a:lnTo>
                  <a:pt x="3139" y="868"/>
                </a:lnTo>
                <a:lnTo>
                  <a:pt x="3140" y="809"/>
                </a:lnTo>
                <a:lnTo>
                  <a:pt x="3140" y="751"/>
                </a:lnTo>
                <a:lnTo>
                  <a:pt x="3138" y="694"/>
                </a:lnTo>
                <a:lnTo>
                  <a:pt x="3135" y="637"/>
                </a:lnTo>
                <a:lnTo>
                  <a:pt x="3130" y="580"/>
                </a:lnTo>
                <a:lnTo>
                  <a:pt x="3126" y="552"/>
                </a:lnTo>
                <a:lnTo>
                  <a:pt x="3122" y="523"/>
                </a:lnTo>
                <a:lnTo>
                  <a:pt x="3117" y="495"/>
                </a:lnTo>
                <a:lnTo>
                  <a:pt x="3112" y="465"/>
                </a:lnTo>
                <a:lnTo>
                  <a:pt x="3106" y="437"/>
                </a:lnTo>
                <a:lnTo>
                  <a:pt x="3099" y="408"/>
                </a:lnTo>
                <a:lnTo>
                  <a:pt x="3091" y="385"/>
                </a:lnTo>
                <a:lnTo>
                  <a:pt x="3081" y="361"/>
                </a:lnTo>
                <a:lnTo>
                  <a:pt x="3067" y="333"/>
                </a:lnTo>
                <a:lnTo>
                  <a:pt x="3058" y="317"/>
                </a:lnTo>
                <a:lnTo>
                  <a:pt x="3049" y="301"/>
                </a:lnTo>
                <a:lnTo>
                  <a:pt x="3039" y="286"/>
                </a:lnTo>
                <a:lnTo>
                  <a:pt x="3029" y="272"/>
                </a:lnTo>
                <a:lnTo>
                  <a:pt x="3017" y="258"/>
                </a:lnTo>
                <a:lnTo>
                  <a:pt x="3005" y="244"/>
                </a:lnTo>
                <a:lnTo>
                  <a:pt x="2993" y="234"/>
                </a:lnTo>
                <a:lnTo>
                  <a:pt x="2979" y="225"/>
                </a:lnTo>
                <a:lnTo>
                  <a:pt x="2832" y="200"/>
                </a:lnTo>
                <a:lnTo>
                  <a:pt x="2742" y="116"/>
                </a:lnTo>
                <a:lnTo>
                  <a:pt x="2707" y="95"/>
                </a:lnTo>
                <a:lnTo>
                  <a:pt x="2673" y="78"/>
                </a:lnTo>
                <a:lnTo>
                  <a:pt x="2638" y="62"/>
                </a:lnTo>
                <a:lnTo>
                  <a:pt x="2604" y="48"/>
                </a:lnTo>
                <a:lnTo>
                  <a:pt x="2568" y="36"/>
                </a:lnTo>
                <a:lnTo>
                  <a:pt x="2534" y="26"/>
                </a:lnTo>
                <a:lnTo>
                  <a:pt x="2500" y="18"/>
                </a:lnTo>
                <a:lnTo>
                  <a:pt x="2466" y="11"/>
                </a:lnTo>
                <a:lnTo>
                  <a:pt x="2432" y="6"/>
                </a:lnTo>
                <a:lnTo>
                  <a:pt x="2397" y="3"/>
                </a:lnTo>
                <a:lnTo>
                  <a:pt x="2364" y="1"/>
                </a:lnTo>
                <a:lnTo>
                  <a:pt x="2330" y="0"/>
                </a:lnTo>
                <a:lnTo>
                  <a:pt x="2297" y="0"/>
                </a:lnTo>
                <a:lnTo>
                  <a:pt x="2264" y="2"/>
                </a:lnTo>
                <a:lnTo>
                  <a:pt x="2232" y="4"/>
                </a:lnTo>
                <a:lnTo>
                  <a:pt x="2199" y="8"/>
                </a:lnTo>
                <a:lnTo>
                  <a:pt x="2168" y="13"/>
                </a:lnTo>
                <a:lnTo>
                  <a:pt x="2136" y="18"/>
                </a:lnTo>
                <a:lnTo>
                  <a:pt x="2106" y="24"/>
                </a:lnTo>
                <a:lnTo>
                  <a:pt x="2076" y="31"/>
                </a:lnTo>
                <a:lnTo>
                  <a:pt x="2047" y="38"/>
                </a:lnTo>
                <a:lnTo>
                  <a:pt x="2018" y="47"/>
                </a:lnTo>
                <a:lnTo>
                  <a:pt x="1963" y="63"/>
                </a:lnTo>
                <a:lnTo>
                  <a:pt x="1910" y="81"/>
                </a:lnTo>
                <a:lnTo>
                  <a:pt x="1861" y="98"/>
                </a:lnTo>
                <a:lnTo>
                  <a:pt x="1816" y="117"/>
                </a:lnTo>
                <a:lnTo>
                  <a:pt x="1774" y="133"/>
                </a:lnTo>
                <a:lnTo>
                  <a:pt x="1747" y="143"/>
                </a:lnTo>
                <a:lnTo>
                  <a:pt x="1719" y="155"/>
                </a:lnTo>
                <a:lnTo>
                  <a:pt x="1692" y="169"/>
                </a:lnTo>
                <a:lnTo>
                  <a:pt x="1667" y="186"/>
                </a:lnTo>
                <a:lnTo>
                  <a:pt x="1641" y="203"/>
                </a:lnTo>
                <a:lnTo>
                  <a:pt x="1618" y="222"/>
                </a:lnTo>
                <a:lnTo>
                  <a:pt x="1595" y="243"/>
                </a:lnTo>
                <a:lnTo>
                  <a:pt x="1572" y="267"/>
                </a:lnTo>
                <a:lnTo>
                  <a:pt x="1550" y="291"/>
                </a:lnTo>
                <a:lnTo>
                  <a:pt x="1530" y="318"/>
                </a:lnTo>
                <a:lnTo>
                  <a:pt x="1510" y="346"/>
                </a:lnTo>
                <a:lnTo>
                  <a:pt x="1492" y="376"/>
                </a:lnTo>
                <a:lnTo>
                  <a:pt x="1475" y="408"/>
                </a:lnTo>
                <a:lnTo>
                  <a:pt x="1460" y="441"/>
                </a:lnTo>
                <a:lnTo>
                  <a:pt x="1444" y="476"/>
                </a:lnTo>
                <a:lnTo>
                  <a:pt x="1431" y="512"/>
                </a:lnTo>
                <a:lnTo>
                  <a:pt x="1419" y="550"/>
                </a:lnTo>
                <a:lnTo>
                  <a:pt x="1408" y="589"/>
                </a:lnTo>
                <a:lnTo>
                  <a:pt x="1398" y="631"/>
                </a:lnTo>
                <a:lnTo>
                  <a:pt x="1390" y="673"/>
                </a:lnTo>
                <a:lnTo>
                  <a:pt x="1383" y="717"/>
                </a:lnTo>
                <a:lnTo>
                  <a:pt x="1377" y="763"/>
                </a:lnTo>
                <a:lnTo>
                  <a:pt x="1373" y="809"/>
                </a:lnTo>
                <a:lnTo>
                  <a:pt x="1371" y="857"/>
                </a:lnTo>
                <a:lnTo>
                  <a:pt x="1371" y="907"/>
                </a:lnTo>
                <a:lnTo>
                  <a:pt x="1372" y="958"/>
                </a:lnTo>
                <a:lnTo>
                  <a:pt x="1374" y="1010"/>
                </a:lnTo>
                <a:lnTo>
                  <a:pt x="1378" y="1064"/>
                </a:lnTo>
                <a:lnTo>
                  <a:pt x="1385" y="1119"/>
                </a:lnTo>
                <a:lnTo>
                  <a:pt x="1393" y="1176"/>
                </a:lnTo>
                <a:lnTo>
                  <a:pt x="1403" y="1232"/>
                </a:lnTo>
                <a:lnTo>
                  <a:pt x="1414" y="1291"/>
                </a:lnTo>
                <a:lnTo>
                  <a:pt x="1417" y="1311"/>
                </a:lnTo>
                <a:lnTo>
                  <a:pt x="1418" y="1330"/>
                </a:lnTo>
                <a:lnTo>
                  <a:pt x="1417" y="1346"/>
                </a:lnTo>
                <a:lnTo>
                  <a:pt x="1415" y="1362"/>
                </a:lnTo>
                <a:lnTo>
                  <a:pt x="1411" y="1377"/>
                </a:lnTo>
                <a:lnTo>
                  <a:pt x="1406" y="1392"/>
                </a:lnTo>
                <a:lnTo>
                  <a:pt x="1400" y="1405"/>
                </a:lnTo>
                <a:lnTo>
                  <a:pt x="1394" y="1418"/>
                </a:lnTo>
                <a:lnTo>
                  <a:pt x="1382" y="1441"/>
                </a:lnTo>
                <a:lnTo>
                  <a:pt x="1369" y="1464"/>
                </a:lnTo>
                <a:lnTo>
                  <a:pt x="1365" y="1474"/>
                </a:lnTo>
                <a:lnTo>
                  <a:pt x="1362" y="1485"/>
                </a:lnTo>
                <a:lnTo>
                  <a:pt x="1360" y="1496"/>
                </a:lnTo>
                <a:lnTo>
                  <a:pt x="1360" y="1507"/>
                </a:lnTo>
                <a:lnTo>
                  <a:pt x="1364" y="1563"/>
                </a:lnTo>
                <a:lnTo>
                  <a:pt x="1369" y="1631"/>
                </a:lnTo>
                <a:lnTo>
                  <a:pt x="1372" y="1668"/>
                </a:lnTo>
                <a:lnTo>
                  <a:pt x="1376" y="1706"/>
                </a:lnTo>
                <a:lnTo>
                  <a:pt x="1382" y="1746"/>
                </a:lnTo>
                <a:lnTo>
                  <a:pt x="1387" y="1784"/>
                </a:lnTo>
                <a:lnTo>
                  <a:pt x="1395" y="1823"/>
                </a:lnTo>
                <a:lnTo>
                  <a:pt x="1403" y="1859"/>
                </a:lnTo>
                <a:lnTo>
                  <a:pt x="1413" y="1895"/>
                </a:lnTo>
                <a:lnTo>
                  <a:pt x="1419" y="1911"/>
                </a:lnTo>
                <a:lnTo>
                  <a:pt x="1425" y="1927"/>
                </a:lnTo>
                <a:lnTo>
                  <a:pt x="1432" y="1942"/>
                </a:lnTo>
                <a:lnTo>
                  <a:pt x="1439" y="1957"/>
                </a:lnTo>
                <a:lnTo>
                  <a:pt x="1447" y="1971"/>
                </a:lnTo>
                <a:lnTo>
                  <a:pt x="1456" y="1983"/>
                </a:lnTo>
                <a:lnTo>
                  <a:pt x="1465" y="1994"/>
                </a:lnTo>
                <a:lnTo>
                  <a:pt x="1475" y="2005"/>
                </a:lnTo>
                <a:lnTo>
                  <a:pt x="1485" y="2014"/>
                </a:lnTo>
                <a:lnTo>
                  <a:pt x="1496" y="2022"/>
                </a:lnTo>
                <a:lnTo>
                  <a:pt x="1504" y="2026"/>
                </a:lnTo>
                <a:lnTo>
                  <a:pt x="1516" y="2030"/>
                </a:lnTo>
                <a:lnTo>
                  <a:pt x="1550" y="2038"/>
                </a:lnTo>
                <a:lnTo>
                  <a:pt x="1580" y="2045"/>
                </a:lnTo>
                <a:lnTo>
                  <a:pt x="1591" y="2046"/>
                </a:lnTo>
                <a:lnTo>
                  <a:pt x="1593" y="2046"/>
                </a:lnTo>
                <a:lnTo>
                  <a:pt x="1594" y="2045"/>
                </a:lnTo>
                <a:lnTo>
                  <a:pt x="1629" y="2421"/>
                </a:lnTo>
                <a:lnTo>
                  <a:pt x="1635" y="2436"/>
                </a:lnTo>
                <a:lnTo>
                  <a:pt x="1642" y="2450"/>
                </a:lnTo>
                <a:lnTo>
                  <a:pt x="1650" y="2462"/>
                </a:lnTo>
                <a:lnTo>
                  <a:pt x="1658" y="2473"/>
                </a:lnTo>
                <a:lnTo>
                  <a:pt x="1677" y="2493"/>
                </a:lnTo>
                <a:lnTo>
                  <a:pt x="1695" y="2514"/>
                </a:lnTo>
                <a:lnTo>
                  <a:pt x="1704" y="2524"/>
                </a:lnTo>
                <a:lnTo>
                  <a:pt x="1713" y="2536"/>
                </a:lnTo>
                <a:lnTo>
                  <a:pt x="1721" y="2548"/>
                </a:lnTo>
                <a:lnTo>
                  <a:pt x="1730" y="2561"/>
                </a:lnTo>
                <a:lnTo>
                  <a:pt x="1738" y="2575"/>
                </a:lnTo>
                <a:lnTo>
                  <a:pt x="1744" y="2593"/>
                </a:lnTo>
                <a:lnTo>
                  <a:pt x="1750" y="2611"/>
                </a:lnTo>
                <a:lnTo>
                  <a:pt x="1754" y="2631"/>
                </a:lnTo>
                <a:lnTo>
                  <a:pt x="1661" y="2655"/>
                </a:lnTo>
                <a:lnTo>
                  <a:pt x="1623" y="2735"/>
                </a:lnTo>
                <a:lnTo>
                  <a:pt x="1601" y="2781"/>
                </a:lnTo>
                <a:lnTo>
                  <a:pt x="1575" y="2829"/>
                </a:lnTo>
                <a:lnTo>
                  <a:pt x="1563" y="2852"/>
                </a:lnTo>
                <a:lnTo>
                  <a:pt x="1549" y="2875"/>
                </a:lnTo>
                <a:lnTo>
                  <a:pt x="1536" y="2896"/>
                </a:lnTo>
                <a:lnTo>
                  <a:pt x="1522" y="2916"/>
                </a:lnTo>
                <a:lnTo>
                  <a:pt x="1507" y="2934"/>
                </a:lnTo>
                <a:lnTo>
                  <a:pt x="1493" y="2952"/>
                </a:lnTo>
                <a:lnTo>
                  <a:pt x="1478" y="2966"/>
                </a:lnTo>
                <a:lnTo>
                  <a:pt x="1464" y="2977"/>
                </a:lnTo>
                <a:lnTo>
                  <a:pt x="1266" y="3031"/>
                </a:lnTo>
                <a:lnTo>
                  <a:pt x="1089" y="3105"/>
                </a:lnTo>
                <a:lnTo>
                  <a:pt x="908" y="3182"/>
                </a:lnTo>
                <a:lnTo>
                  <a:pt x="726" y="3260"/>
                </a:lnTo>
                <a:lnTo>
                  <a:pt x="549" y="3336"/>
                </a:lnTo>
                <a:lnTo>
                  <a:pt x="509" y="3352"/>
                </a:lnTo>
                <a:lnTo>
                  <a:pt x="469" y="3367"/>
                </a:lnTo>
                <a:lnTo>
                  <a:pt x="386" y="3396"/>
                </a:lnTo>
                <a:lnTo>
                  <a:pt x="346" y="3410"/>
                </a:lnTo>
                <a:lnTo>
                  <a:pt x="306" y="3424"/>
                </a:lnTo>
                <a:lnTo>
                  <a:pt x="267" y="3440"/>
                </a:lnTo>
                <a:lnTo>
                  <a:pt x="229" y="3457"/>
                </a:lnTo>
                <a:lnTo>
                  <a:pt x="194" y="3475"/>
                </a:lnTo>
                <a:lnTo>
                  <a:pt x="175" y="3485"/>
                </a:lnTo>
                <a:lnTo>
                  <a:pt x="159" y="3495"/>
                </a:lnTo>
                <a:lnTo>
                  <a:pt x="143" y="3507"/>
                </a:lnTo>
                <a:lnTo>
                  <a:pt x="127" y="3518"/>
                </a:lnTo>
                <a:lnTo>
                  <a:pt x="111" y="3530"/>
                </a:lnTo>
                <a:lnTo>
                  <a:pt x="97" y="3543"/>
                </a:lnTo>
                <a:lnTo>
                  <a:pt x="83" y="3556"/>
                </a:lnTo>
                <a:lnTo>
                  <a:pt x="71" y="3571"/>
                </a:lnTo>
                <a:lnTo>
                  <a:pt x="59" y="3586"/>
                </a:lnTo>
                <a:lnTo>
                  <a:pt x="46" y="3602"/>
                </a:lnTo>
                <a:lnTo>
                  <a:pt x="36" y="3619"/>
                </a:lnTo>
                <a:lnTo>
                  <a:pt x="27" y="3637"/>
                </a:lnTo>
                <a:lnTo>
                  <a:pt x="18" y="3657"/>
                </a:lnTo>
                <a:lnTo>
                  <a:pt x="11" y="3677"/>
                </a:lnTo>
                <a:lnTo>
                  <a:pt x="10" y="3742"/>
                </a:lnTo>
                <a:lnTo>
                  <a:pt x="9" y="3821"/>
                </a:lnTo>
                <a:lnTo>
                  <a:pt x="4" y="4009"/>
                </a:lnTo>
                <a:lnTo>
                  <a:pt x="1" y="4204"/>
                </a:lnTo>
                <a:lnTo>
                  <a:pt x="0" y="4296"/>
                </a:lnTo>
                <a:lnTo>
                  <a:pt x="1" y="4376"/>
                </a:lnTo>
                <a:lnTo>
                  <a:pt x="4581" y="4376"/>
                </a:lnTo>
                <a:lnTo>
                  <a:pt x="4581" y="4296"/>
                </a:lnTo>
                <a:lnTo>
                  <a:pt x="4581" y="4204"/>
                </a:lnTo>
                <a:lnTo>
                  <a:pt x="4577" y="4009"/>
                </a:lnTo>
                <a:lnTo>
                  <a:pt x="4573" y="3821"/>
                </a:lnTo>
                <a:lnTo>
                  <a:pt x="4571" y="3742"/>
                </a:lnTo>
                <a:lnTo>
                  <a:pt x="4571" y="3677"/>
                </a:lnTo>
                <a:lnTo>
                  <a:pt x="4563" y="3657"/>
                </a:lnTo>
                <a:lnTo>
                  <a:pt x="4555" y="3637"/>
                </a:lnTo>
                <a:lnTo>
                  <a:pt x="4545" y="3619"/>
                </a:lnTo>
                <a:lnTo>
                  <a:pt x="4535" y="3602"/>
                </a:lnTo>
                <a:lnTo>
                  <a:pt x="4523" y="3586"/>
                </a:lnTo>
                <a:lnTo>
                  <a:pt x="4511" y="3571"/>
                </a:lnTo>
                <a:lnTo>
                  <a:pt x="4498" y="3556"/>
                </a:lnTo>
                <a:lnTo>
                  <a:pt x="4484" y="3543"/>
                </a:lnTo>
                <a:lnTo>
                  <a:pt x="4470" y="3530"/>
                </a:lnTo>
                <a:lnTo>
                  <a:pt x="4454" y="3518"/>
                </a:lnTo>
                <a:lnTo>
                  <a:pt x="4439" y="3507"/>
                </a:lnTo>
                <a:lnTo>
                  <a:pt x="4423" y="3495"/>
                </a:lnTo>
                <a:lnTo>
                  <a:pt x="4406" y="3485"/>
                </a:lnTo>
                <a:lnTo>
                  <a:pt x="4388" y="3475"/>
                </a:lnTo>
                <a:lnTo>
                  <a:pt x="4352" y="3457"/>
                </a:lnTo>
                <a:lnTo>
                  <a:pt x="4314" y="3440"/>
                </a:lnTo>
                <a:lnTo>
                  <a:pt x="4275" y="3424"/>
                </a:lnTo>
                <a:lnTo>
                  <a:pt x="4235" y="3410"/>
                </a:lnTo>
                <a:lnTo>
                  <a:pt x="4195" y="3396"/>
                </a:lnTo>
                <a:lnTo>
                  <a:pt x="4113" y="3367"/>
                </a:lnTo>
                <a:lnTo>
                  <a:pt x="4073" y="3352"/>
                </a:lnTo>
                <a:lnTo>
                  <a:pt x="4032" y="3336"/>
                </a:lnTo>
                <a:close/>
                <a:moveTo>
                  <a:pt x="5329" y="3316"/>
                </a:moveTo>
                <a:lnTo>
                  <a:pt x="5329" y="3316"/>
                </a:lnTo>
                <a:lnTo>
                  <a:pt x="5202" y="3262"/>
                </a:lnTo>
                <a:lnTo>
                  <a:pt x="5073" y="3206"/>
                </a:lnTo>
                <a:lnTo>
                  <a:pt x="4943" y="3151"/>
                </a:lnTo>
                <a:lnTo>
                  <a:pt x="4818" y="3098"/>
                </a:lnTo>
                <a:lnTo>
                  <a:pt x="4677" y="3060"/>
                </a:lnTo>
                <a:lnTo>
                  <a:pt x="4666" y="3052"/>
                </a:lnTo>
                <a:lnTo>
                  <a:pt x="4656" y="3042"/>
                </a:lnTo>
                <a:lnTo>
                  <a:pt x="4645" y="3030"/>
                </a:lnTo>
                <a:lnTo>
                  <a:pt x="4635" y="3017"/>
                </a:lnTo>
                <a:lnTo>
                  <a:pt x="4625" y="3002"/>
                </a:lnTo>
                <a:lnTo>
                  <a:pt x="4616" y="2987"/>
                </a:lnTo>
                <a:lnTo>
                  <a:pt x="4596" y="2955"/>
                </a:lnTo>
                <a:lnTo>
                  <a:pt x="4579" y="2920"/>
                </a:lnTo>
                <a:lnTo>
                  <a:pt x="4563" y="2887"/>
                </a:lnTo>
                <a:lnTo>
                  <a:pt x="4536" y="2830"/>
                </a:lnTo>
                <a:lnTo>
                  <a:pt x="4446" y="2817"/>
                </a:lnTo>
                <a:lnTo>
                  <a:pt x="4448" y="2800"/>
                </a:lnTo>
                <a:lnTo>
                  <a:pt x="4450" y="2784"/>
                </a:lnTo>
                <a:lnTo>
                  <a:pt x="4454" y="2770"/>
                </a:lnTo>
                <a:lnTo>
                  <a:pt x="4459" y="2758"/>
                </a:lnTo>
                <a:lnTo>
                  <a:pt x="4465" y="2747"/>
                </a:lnTo>
                <a:lnTo>
                  <a:pt x="4471" y="2737"/>
                </a:lnTo>
                <a:lnTo>
                  <a:pt x="4477" y="2728"/>
                </a:lnTo>
                <a:lnTo>
                  <a:pt x="4484" y="2718"/>
                </a:lnTo>
                <a:lnTo>
                  <a:pt x="4498" y="2702"/>
                </a:lnTo>
                <a:lnTo>
                  <a:pt x="4512" y="2684"/>
                </a:lnTo>
                <a:lnTo>
                  <a:pt x="4519" y="2674"/>
                </a:lnTo>
                <a:lnTo>
                  <a:pt x="4525" y="2664"/>
                </a:lnTo>
                <a:lnTo>
                  <a:pt x="4532" y="2651"/>
                </a:lnTo>
                <a:lnTo>
                  <a:pt x="4536" y="2638"/>
                </a:lnTo>
                <a:lnTo>
                  <a:pt x="4540" y="2625"/>
                </a:lnTo>
                <a:lnTo>
                  <a:pt x="4543" y="2612"/>
                </a:lnTo>
                <a:lnTo>
                  <a:pt x="4545" y="2599"/>
                </a:lnTo>
                <a:lnTo>
                  <a:pt x="4546" y="2586"/>
                </a:lnTo>
                <a:lnTo>
                  <a:pt x="4548" y="2557"/>
                </a:lnTo>
                <a:lnTo>
                  <a:pt x="4549" y="2530"/>
                </a:lnTo>
                <a:lnTo>
                  <a:pt x="4551" y="2501"/>
                </a:lnTo>
                <a:lnTo>
                  <a:pt x="4553" y="2488"/>
                </a:lnTo>
                <a:lnTo>
                  <a:pt x="4555" y="2474"/>
                </a:lnTo>
                <a:lnTo>
                  <a:pt x="4558" y="2461"/>
                </a:lnTo>
                <a:lnTo>
                  <a:pt x="4562" y="2449"/>
                </a:lnTo>
                <a:lnTo>
                  <a:pt x="4566" y="2436"/>
                </a:lnTo>
                <a:lnTo>
                  <a:pt x="4572" y="2424"/>
                </a:lnTo>
                <a:lnTo>
                  <a:pt x="4576" y="2417"/>
                </a:lnTo>
                <a:lnTo>
                  <a:pt x="4581" y="2410"/>
                </a:lnTo>
                <a:lnTo>
                  <a:pt x="4587" y="2404"/>
                </a:lnTo>
                <a:lnTo>
                  <a:pt x="4593" y="2399"/>
                </a:lnTo>
                <a:lnTo>
                  <a:pt x="4608" y="2390"/>
                </a:lnTo>
                <a:lnTo>
                  <a:pt x="4622" y="2383"/>
                </a:lnTo>
                <a:lnTo>
                  <a:pt x="4636" y="2375"/>
                </a:lnTo>
                <a:lnTo>
                  <a:pt x="4650" y="2366"/>
                </a:lnTo>
                <a:lnTo>
                  <a:pt x="4656" y="2362"/>
                </a:lnTo>
                <a:lnTo>
                  <a:pt x="4662" y="2357"/>
                </a:lnTo>
                <a:lnTo>
                  <a:pt x="4668" y="2351"/>
                </a:lnTo>
                <a:lnTo>
                  <a:pt x="4674" y="2345"/>
                </a:lnTo>
                <a:lnTo>
                  <a:pt x="4682" y="2331"/>
                </a:lnTo>
                <a:lnTo>
                  <a:pt x="4690" y="2316"/>
                </a:lnTo>
                <a:lnTo>
                  <a:pt x="4697" y="2299"/>
                </a:lnTo>
                <a:lnTo>
                  <a:pt x="4703" y="2281"/>
                </a:lnTo>
                <a:lnTo>
                  <a:pt x="4709" y="2264"/>
                </a:lnTo>
                <a:lnTo>
                  <a:pt x="4713" y="2246"/>
                </a:lnTo>
                <a:lnTo>
                  <a:pt x="4720" y="2213"/>
                </a:lnTo>
                <a:lnTo>
                  <a:pt x="4725" y="2184"/>
                </a:lnTo>
                <a:lnTo>
                  <a:pt x="4729" y="2153"/>
                </a:lnTo>
                <a:lnTo>
                  <a:pt x="4732" y="2121"/>
                </a:lnTo>
                <a:lnTo>
                  <a:pt x="4733" y="2088"/>
                </a:lnTo>
                <a:lnTo>
                  <a:pt x="4733" y="2071"/>
                </a:lnTo>
                <a:lnTo>
                  <a:pt x="4732" y="2055"/>
                </a:lnTo>
                <a:lnTo>
                  <a:pt x="4731" y="2039"/>
                </a:lnTo>
                <a:lnTo>
                  <a:pt x="4728" y="2024"/>
                </a:lnTo>
                <a:lnTo>
                  <a:pt x="4725" y="2007"/>
                </a:lnTo>
                <a:lnTo>
                  <a:pt x="4721" y="1992"/>
                </a:lnTo>
                <a:lnTo>
                  <a:pt x="4716" y="1978"/>
                </a:lnTo>
                <a:lnTo>
                  <a:pt x="4710" y="1964"/>
                </a:lnTo>
                <a:lnTo>
                  <a:pt x="4703" y="1950"/>
                </a:lnTo>
                <a:lnTo>
                  <a:pt x="4697" y="1937"/>
                </a:lnTo>
                <a:lnTo>
                  <a:pt x="4686" y="1918"/>
                </a:lnTo>
                <a:lnTo>
                  <a:pt x="4682" y="1908"/>
                </a:lnTo>
                <a:lnTo>
                  <a:pt x="4678" y="1897"/>
                </a:lnTo>
                <a:lnTo>
                  <a:pt x="4675" y="1883"/>
                </a:lnTo>
                <a:lnTo>
                  <a:pt x="4672" y="1865"/>
                </a:lnTo>
                <a:lnTo>
                  <a:pt x="4671" y="1852"/>
                </a:lnTo>
                <a:lnTo>
                  <a:pt x="4671" y="1836"/>
                </a:lnTo>
                <a:lnTo>
                  <a:pt x="4672" y="1797"/>
                </a:lnTo>
                <a:lnTo>
                  <a:pt x="4675" y="1752"/>
                </a:lnTo>
                <a:lnTo>
                  <a:pt x="4679" y="1704"/>
                </a:lnTo>
                <a:lnTo>
                  <a:pt x="4687" y="1615"/>
                </a:lnTo>
                <a:lnTo>
                  <a:pt x="4690" y="1580"/>
                </a:lnTo>
                <a:lnTo>
                  <a:pt x="4691" y="1557"/>
                </a:lnTo>
                <a:lnTo>
                  <a:pt x="4692" y="1514"/>
                </a:lnTo>
                <a:lnTo>
                  <a:pt x="4692" y="1473"/>
                </a:lnTo>
                <a:lnTo>
                  <a:pt x="4691" y="1432"/>
                </a:lnTo>
                <a:lnTo>
                  <a:pt x="4689" y="1392"/>
                </a:lnTo>
                <a:lnTo>
                  <a:pt x="4685" y="1351"/>
                </a:lnTo>
                <a:lnTo>
                  <a:pt x="4680" y="1310"/>
                </a:lnTo>
                <a:lnTo>
                  <a:pt x="4673" y="1270"/>
                </a:lnTo>
                <a:lnTo>
                  <a:pt x="4663" y="1228"/>
                </a:lnTo>
                <a:lnTo>
                  <a:pt x="4657" y="1212"/>
                </a:lnTo>
                <a:lnTo>
                  <a:pt x="4650" y="1195"/>
                </a:lnTo>
                <a:lnTo>
                  <a:pt x="4640" y="1175"/>
                </a:lnTo>
                <a:lnTo>
                  <a:pt x="4628" y="1152"/>
                </a:lnTo>
                <a:lnTo>
                  <a:pt x="4621" y="1142"/>
                </a:lnTo>
                <a:lnTo>
                  <a:pt x="4613" y="1131"/>
                </a:lnTo>
                <a:lnTo>
                  <a:pt x="4605" y="1121"/>
                </a:lnTo>
                <a:lnTo>
                  <a:pt x="4596" y="1112"/>
                </a:lnTo>
                <a:lnTo>
                  <a:pt x="4587" y="1105"/>
                </a:lnTo>
                <a:lnTo>
                  <a:pt x="4577" y="1097"/>
                </a:lnTo>
                <a:lnTo>
                  <a:pt x="4473" y="1080"/>
                </a:lnTo>
                <a:lnTo>
                  <a:pt x="4408" y="1020"/>
                </a:lnTo>
                <a:lnTo>
                  <a:pt x="4383" y="1006"/>
                </a:lnTo>
                <a:lnTo>
                  <a:pt x="4359" y="993"/>
                </a:lnTo>
                <a:lnTo>
                  <a:pt x="4335" y="982"/>
                </a:lnTo>
                <a:lnTo>
                  <a:pt x="4310" y="972"/>
                </a:lnTo>
                <a:lnTo>
                  <a:pt x="4285" y="964"/>
                </a:lnTo>
                <a:lnTo>
                  <a:pt x="4261" y="956"/>
                </a:lnTo>
                <a:lnTo>
                  <a:pt x="4236" y="950"/>
                </a:lnTo>
                <a:lnTo>
                  <a:pt x="4212" y="946"/>
                </a:lnTo>
                <a:lnTo>
                  <a:pt x="4188" y="942"/>
                </a:lnTo>
                <a:lnTo>
                  <a:pt x="4163" y="940"/>
                </a:lnTo>
                <a:lnTo>
                  <a:pt x="4139" y="938"/>
                </a:lnTo>
                <a:lnTo>
                  <a:pt x="4115" y="937"/>
                </a:lnTo>
                <a:lnTo>
                  <a:pt x="4091" y="938"/>
                </a:lnTo>
                <a:lnTo>
                  <a:pt x="4068" y="939"/>
                </a:lnTo>
                <a:lnTo>
                  <a:pt x="4045" y="941"/>
                </a:lnTo>
                <a:lnTo>
                  <a:pt x="4022" y="943"/>
                </a:lnTo>
                <a:lnTo>
                  <a:pt x="3999" y="946"/>
                </a:lnTo>
                <a:lnTo>
                  <a:pt x="3978" y="950"/>
                </a:lnTo>
                <a:lnTo>
                  <a:pt x="3934" y="959"/>
                </a:lnTo>
                <a:lnTo>
                  <a:pt x="3892" y="971"/>
                </a:lnTo>
                <a:lnTo>
                  <a:pt x="3853" y="983"/>
                </a:lnTo>
                <a:lnTo>
                  <a:pt x="3815" y="995"/>
                </a:lnTo>
                <a:lnTo>
                  <a:pt x="3781" y="1008"/>
                </a:lnTo>
                <a:lnTo>
                  <a:pt x="3719" y="1033"/>
                </a:lnTo>
                <a:lnTo>
                  <a:pt x="3699" y="1040"/>
                </a:lnTo>
                <a:lnTo>
                  <a:pt x="3679" y="1049"/>
                </a:lnTo>
                <a:lnTo>
                  <a:pt x="3661" y="1059"/>
                </a:lnTo>
                <a:lnTo>
                  <a:pt x="3642" y="1070"/>
                </a:lnTo>
                <a:lnTo>
                  <a:pt x="3625" y="1082"/>
                </a:lnTo>
                <a:lnTo>
                  <a:pt x="3607" y="1096"/>
                </a:lnTo>
                <a:lnTo>
                  <a:pt x="3590" y="1112"/>
                </a:lnTo>
                <a:lnTo>
                  <a:pt x="3575" y="1128"/>
                </a:lnTo>
                <a:lnTo>
                  <a:pt x="3560" y="1145"/>
                </a:lnTo>
                <a:lnTo>
                  <a:pt x="3544" y="1164"/>
                </a:lnTo>
                <a:lnTo>
                  <a:pt x="3531" y="1185"/>
                </a:lnTo>
                <a:lnTo>
                  <a:pt x="3518" y="1206"/>
                </a:lnTo>
                <a:lnTo>
                  <a:pt x="3506" y="1228"/>
                </a:lnTo>
                <a:lnTo>
                  <a:pt x="3495" y="1252"/>
                </a:lnTo>
                <a:lnTo>
                  <a:pt x="3484" y="1277"/>
                </a:lnTo>
                <a:lnTo>
                  <a:pt x="3474" y="1302"/>
                </a:lnTo>
                <a:lnTo>
                  <a:pt x="3465" y="1330"/>
                </a:lnTo>
                <a:lnTo>
                  <a:pt x="3457" y="1358"/>
                </a:lnTo>
                <a:lnTo>
                  <a:pt x="3451" y="1388"/>
                </a:lnTo>
                <a:lnTo>
                  <a:pt x="3445" y="1417"/>
                </a:lnTo>
                <a:lnTo>
                  <a:pt x="3440" y="1448"/>
                </a:lnTo>
                <a:lnTo>
                  <a:pt x="3436" y="1481"/>
                </a:lnTo>
                <a:lnTo>
                  <a:pt x="3434" y="1514"/>
                </a:lnTo>
                <a:lnTo>
                  <a:pt x="3432" y="1549"/>
                </a:lnTo>
                <a:lnTo>
                  <a:pt x="3432" y="1584"/>
                </a:lnTo>
                <a:lnTo>
                  <a:pt x="3432" y="1621"/>
                </a:lnTo>
                <a:lnTo>
                  <a:pt x="3434" y="1658"/>
                </a:lnTo>
                <a:lnTo>
                  <a:pt x="3437" y="1696"/>
                </a:lnTo>
                <a:lnTo>
                  <a:pt x="3442" y="1735"/>
                </a:lnTo>
                <a:lnTo>
                  <a:pt x="3447" y="1775"/>
                </a:lnTo>
                <a:lnTo>
                  <a:pt x="3454" y="1817"/>
                </a:lnTo>
                <a:lnTo>
                  <a:pt x="3462" y="1858"/>
                </a:lnTo>
                <a:lnTo>
                  <a:pt x="3464" y="1872"/>
                </a:lnTo>
                <a:lnTo>
                  <a:pt x="3465" y="1886"/>
                </a:lnTo>
                <a:lnTo>
                  <a:pt x="3464" y="1898"/>
                </a:lnTo>
                <a:lnTo>
                  <a:pt x="3462" y="1909"/>
                </a:lnTo>
                <a:lnTo>
                  <a:pt x="3460" y="1919"/>
                </a:lnTo>
                <a:lnTo>
                  <a:pt x="3456" y="1929"/>
                </a:lnTo>
                <a:lnTo>
                  <a:pt x="3448" y="1949"/>
                </a:lnTo>
                <a:lnTo>
                  <a:pt x="3439" y="1965"/>
                </a:lnTo>
                <a:lnTo>
                  <a:pt x="3431" y="1981"/>
                </a:lnTo>
                <a:lnTo>
                  <a:pt x="3428" y="1988"/>
                </a:lnTo>
                <a:lnTo>
                  <a:pt x="3425" y="1996"/>
                </a:lnTo>
                <a:lnTo>
                  <a:pt x="3424" y="2004"/>
                </a:lnTo>
                <a:lnTo>
                  <a:pt x="3424" y="2011"/>
                </a:lnTo>
                <a:lnTo>
                  <a:pt x="3431" y="2101"/>
                </a:lnTo>
                <a:lnTo>
                  <a:pt x="3435" y="2153"/>
                </a:lnTo>
                <a:lnTo>
                  <a:pt x="3439" y="2182"/>
                </a:lnTo>
                <a:lnTo>
                  <a:pt x="3443" y="2209"/>
                </a:lnTo>
                <a:lnTo>
                  <a:pt x="3448" y="2237"/>
                </a:lnTo>
                <a:lnTo>
                  <a:pt x="3454" y="2263"/>
                </a:lnTo>
                <a:lnTo>
                  <a:pt x="3461" y="2288"/>
                </a:lnTo>
                <a:lnTo>
                  <a:pt x="3470" y="2312"/>
                </a:lnTo>
                <a:lnTo>
                  <a:pt x="3475" y="2323"/>
                </a:lnTo>
                <a:lnTo>
                  <a:pt x="3481" y="2333"/>
                </a:lnTo>
                <a:lnTo>
                  <a:pt x="3486" y="2342"/>
                </a:lnTo>
                <a:lnTo>
                  <a:pt x="3492" y="2351"/>
                </a:lnTo>
                <a:lnTo>
                  <a:pt x="3499" y="2359"/>
                </a:lnTo>
                <a:lnTo>
                  <a:pt x="3506" y="2366"/>
                </a:lnTo>
                <a:lnTo>
                  <a:pt x="3513" y="2374"/>
                </a:lnTo>
                <a:lnTo>
                  <a:pt x="3521" y="2379"/>
                </a:lnTo>
                <a:lnTo>
                  <a:pt x="3526" y="2382"/>
                </a:lnTo>
                <a:lnTo>
                  <a:pt x="3535" y="2384"/>
                </a:lnTo>
                <a:lnTo>
                  <a:pt x="3559" y="2391"/>
                </a:lnTo>
                <a:lnTo>
                  <a:pt x="3581" y="2395"/>
                </a:lnTo>
                <a:lnTo>
                  <a:pt x="3588" y="2396"/>
                </a:lnTo>
                <a:lnTo>
                  <a:pt x="3589" y="2396"/>
                </a:lnTo>
                <a:lnTo>
                  <a:pt x="3590" y="2395"/>
                </a:lnTo>
                <a:lnTo>
                  <a:pt x="3615" y="2664"/>
                </a:lnTo>
                <a:lnTo>
                  <a:pt x="3621" y="2674"/>
                </a:lnTo>
                <a:lnTo>
                  <a:pt x="3625" y="2684"/>
                </a:lnTo>
                <a:lnTo>
                  <a:pt x="3631" y="2692"/>
                </a:lnTo>
                <a:lnTo>
                  <a:pt x="3637" y="2700"/>
                </a:lnTo>
                <a:lnTo>
                  <a:pt x="3649" y="2715"/>
                </a:lnTo>
                <a:lnTo>
                  <a:pt x="3662" y="2730"/>
                </a:lnTo>
                <a:lnTo>
                  <a:pt x="3675" y="2745"/>
                </a:lnTo>
                <a:lnTo>
                  <a:pt x="3681" y="2754"/>
                </a:lnTo>
                <a:lnTo>
                  <a:pt x="3687" y="2763"/>
                </a:lnTo>
                <a:lnTo>
                  <a:pt x="3693" y="2773"/>
                </a:lnTo>
                <a:lnTo>
                  <a:pt x="3698" y="2785"/>
                </a:lnTo>
                <a:lnTo>
                  <a:pt x="3702" y="2799"/>
                </a:lnTo>
                <a:lnTo>
                  <a:pt x="3705" y="2814"/>
                </a:lnTo>
                <a:lnTo>
                  <a:pt x="3638" y="2830"/>
                </a:lnTo>
                <a:lnTo>
                  <a:pt x="3619" y="2869"/>
                </a:lnTo>
                <a:lnTo>
                  <a:pt x="3597" y="2915"/>
                </a:lnTo>
                <a:lnTo>
                  <a:pt x="3585" y="2940"/>
                </a:lnTo>
                <a:lnTo>
                  <a:pt x="3572" y="2963"/>
                </a:lnTo>
                <a:lnTo>
                  <a:pt x="3559" y="2986"/>
                </a:lnTo>
                <a:lnTo>
                  <a:pt x="3544" y="3008"/>
                </a:lnTo>
                <a:lnTo>
                  <a:pt x="3793" y="3114"/>
                </a:lnTo>
                <a:lnTo>
                  <a:pt x="3936" y="3176"/>
                </a:lnTo>
                <a:lnTo>
                  <a:pt x="4076" y="3235"/>
                </a:lnTo>
                <a:lnTo>
                  <a:pt x="4109" y="3248"/>
                </a:lnTo>
                <a:lnTo>
                  <a:pt x="4143" y="3261"/>
                </a:lnTo>
                <a:lnTo>
                  <a:pt x="4214" y="3285"/>
                </a:lnTo>
                <a:lnTo>
                  <a:pt x="4282" y="3310"/>
                </a:lnTo>
                <a:lnTo>
                  <a:pt x="4316" y="3323"/>
                </a:lnTo>
                <a:lnTo>
                  <a:pt x="4351" y="3336"/>
                </a:lnTo>
                <a:lnTo>
                  <a:pt x="4385" y="3351"/>
                </a:lnTo>
                <a:lnTo>
                  <a:pt x="4419" y="3368"/>
                </a:lnTo>
                <a:lnTo>
                  <a:pt x="4451" y="3385"/>
                </a:lnTo>
                <a:lnTo>
                  <a:pt x="4483" y="3404"/>
                </a:lnTo>
                <a:lnTo>
                  <a:pt x="4514" y="3424"/>
                </a:lnTo>
                <a:lnTo>
                  <a:pt x="4528" y="3436"/>
                </a:lnTo>
                <a:lnTo>
                  <a:pt x="4543" y="3448"/>
                </a:lnTo>
                <a:lnTo>
                  <a:pt x="4557" y="3460"/>
                </a:lnTo>
                <a:lnTo>
                  <a:pt x="4570" y="3473"/>
                </a:lnTo>
                <a:lnTo>
                  <a:pt x="4583" y="3486"/>
                </a:lnTo>
                <a:lnTo>
                  <a:pt x="4596" y="3501"/>
                </a:lnTo>
                <a:lnTo>
                  <a:pt x="4609" y="3516"/>
                </a:lnTo>
                <a:lnTo>
                  <a:pt x="4620" y="3531"/>
                </a:lnTo>
                <a:lnTo>
                  <a:pt x="4631" y="3547"/>
                </a:lnTo>
                <a:lnTo>
                  <a:pt x="4641" y="3564"/>
                </a:lnTo>
                <a:lnTo>
                  <a:pt x="4650" y="3583"/>
                </a:lnTo>
                <a:lnTo>
                  <a:pt x="4659" y="3601"/>
                </a:lnTo>
                <a:lnTo>
                  <a:pt x="4667" y="3620"/>
                </a:lnTo>
                <a:lnTo>
                  <a:pt x="4676" y="3640"/>
                </a:lnTo>
                <a:lnTo>
                  <a:pt x="4681" y="3658"/>
                </a:lnTo>
                <a:lnTo>
                  <a:pt x="4681" y="3677"/>
                </a:lnTo>
                <a:lnTo>
                  <a:pt x="4683" y="3786"/>
                </a:lnTo>
                <a:lnTo>
                  <a:pt x="4686" y="3924"/>
                </a:lnTo>
                <a:lnTo>
                  <a:pt x="4689" y="4056"/>
                </a:lnTo>
                <a:lnTo>
                  <a:pt x="5719" y="4056"/>
                </a:lnTo>
                <a:lnTo>
                  <a:pt x="5719" y="4000"/>
                </a:lnTo>
                <a:lnTo>
                  <a:pt x="5719" y="3935"/>
                </a:lnTo>
                <a:lnTo>
                  <a:pt x="5716" y="3796"/>
                </a:lnTo>
                <a:lnTo>
                  <a:pt x="5713" y="3662"/>
                </a:lnTo>
                <a:lnTo>
                  <a:pt x="5712" y="3558"/>
                </a:lnTo>
                <a:lnTo>
                  <a:pt x="5706" y="3544"/>
                </a:lnTo>
                <a:lnTo>
                  <a:pt x="5700" y="3531"/>
                </a:lnTo>
                <a:lnTo>
                  <a:pt x="5694" y="3518"/>
                </a:lnTo>
                <a:lnTo>
                  <a:pt x="5686" y="3506"/>
                </a:lnTo>
                <a:lnTo>
                  <a:pt x="5678" y="3494"/>
                </a:lnTo>
                <a:lnTo>
                  <a:pt x="5670" y="3483"/>
                </a:lnTo>
                <a:lnTo>
                  <a:pt x="5661" y="3473"/>
                </a:lnTo>
                <a:lnTo>
                  <a:pt x="5650" y="3463"/>
                </a:lnTo>
                <a:lnTo>
                  <a:pt x="5640" y="3454"/>
                </a:lnTo>
                <a:lnTo>
                  <a:pt x="5629" y="3445"/>
                </a:lnTo>
                <a:lnTo>
                  <a:pt x="5618" y="3437"/>
                </a:lnTo>
                <a:lnTo>
                  <a:pt x="5607" y="3430"/>
                </a:lnTo>
                <a:lnTo>
                  <a:pt x="5583" y="3414"/>
                </a:lnTo>
                <a:lnTo>
                  <a:pt x="5556" y="3402"/>
                </a:lnTo>
                <a:lnTo>
                  <a:pt x="5530" y="3390"/>
                </a:lnTo>
                <a:lnTo>
                  <a:pt x="5501" y="3379"/>
                </a:lnTo>
                <a:lnTo>
                  <a:pt x="5445" y="3358"/>
                </a:lnTo>
                <a:lnTo>
                  <a:pt x="5386" y="3337"/>
                </a:lnTo>
                <a:lnTo>
                  <a:pt x="5357" y="3327"/>
                </a:lnTo>
                <a:lnTo>
                  <a:pt x="5329" y="3316"/>
                </a:lnTo>
                <a:close/>
                <a:moveTo>
                  <a:pt x="6518" y="3416"/>
                </a:moveTo>
                <a:lnTo>
                  <a:pt x="6518" y="3416"/>
                </a:lnTo>
                <a:lnTo>
                  <a:pt x="6515" y="3406"/>
                </a:lnTo>
                <a:lnTo>
                  <a:pt x="6510" y="3397"/>
                </a:lnTo>
                <a:lnTo>
                  <a:pt x="6506" y="3388"/>
                </a:lnTo>
                <a:lnTo>
                  <a:pt x="6501" y="3380"/>
                </a:lnTo>
                <a:lnTo>
                  <a:pt x="6488" y="3364"/>
                </a:lnTo>
                <a:lnTo>
                  <a:pt x="6475" y="3350"/>
                </a:lnTo>
                <a:lnTo>
                  <a:pt x="6460" y="3337"/>
                </a:lnTo>
                <a:lnTo>
                  <a:pt x="6445" y="3326"/>
                </a:lnTo>
                <a:lnTo>
                  <a:pt x="6428" y="3316"/>
                </a:lnTo>
                <a:lnTo>
                  <a:pt x="6409" y="3307"/>
                </a:lnTo>
                <a:lnTo>
                  <a:pt x="6391" y="3299"/>
                </a:lnTo>
                <a:lnTo>
                  <a:pt x="6372" y="3292"/>
                </a:lnTo>
                <a:lnTo>
                  <a:pt x="6331" y="3276"/>
                </a:lnTo>
                <a:lnTo>
                  <a:pt x="6291" y="3262"/>
                </a:lnTo>
                <a:lnTo>
                  <a:pt x="6270" y="3255"/>
                </a:lnTo>
                <a:lnTo>
                  <a:pt x="6251" y="3247"/>
                </a:lnTo>
                <a:lnTo>
                  <a:pt x="6073" y="3171"/>
                </a:lnTo>
                <a:lnTo>
                  <a:pt x="5982" y="3132"/>
                </a:lnTo>
                <a:lnTo>
                  <a:pt x="5894" y="3096"/>
                </a:lnTo>
                <a:lnTo>
                  <a:pt x="5796" y="3068"/>
                </a:lnTo>
                <a:lnTo>
                  <a:pt x="5788" y="3063"/>
                </a:lnTo>
                <a:lnTo>
                  <a:pt x="5781" y="3056"/>
                </a:lnTo>
                <a:lnTo>
                  <a:pt x="5774" y="3048"/>
                </a:lnTo>
                <a:lnTo>
                  <a:pt x="5767" y="3039"/>
                </a:lnTo>
                <a:lnTo>
                  <a:pt x="5753" y="3018"/>
                </a:lnTo>
                <a:lnTo>
                  <a:pt x="5740" y="2995"/>
                </a:lnTo>
                <a:lnTo>
                  <a:pt x="5728" y="2971"/>
                </a:lnTo>
                <a:lnTo>
                  <a:pt x="5716" y="2948"/>
                </a:lnTo>
                <a:lnTo>
                  <a:pt x="5697" y="2908"/>
                </a:lnTo>
                <a:lnTo>
                  <a:pt x="5635" y="2899"/>
                </a:lnTo>
                <a:lnTo>
                  <a:pt x="5636" y="2887"/>
                </a:lnTo>
                <a:lnTo>
                  <a:pt x="5638" y="2877"/>
                </a:lnTo>
                <a:lnTo>
                  <a:pt x="5640" y="2867"/>
                </a:lnTo>
                <a:lnTo>
                  <a:pt x="5643" y="2858"/>
                </a:lnTo>
                <a:lnTo>
                  <a:pt x="5647" y="2850"/>
                </a:lnTo>
                <a:lnTo>
                  <a:pt x="5652" y="2843"/>
                </a:lnTo>
                <a:lnTo>
                  <a:pt x="5662" y="2831"/>
                </a:lnTo>
                <a:lnTo>
                  <a:pt x="5671" y="2819"/>
                </a:lnTo>
                <a:lnTo>
                  <a:pt x="5681" y="2807"/>
                </a:lnTo>
                <a:lnTo>
                  <a:pt x="5686" y="2800"/>
                </a:lnTo>
                <a:lnTo>
                  <a:pt x="5690" y="2792"/>
                </a:lnTo>
                <a:lnTo>
                  <a:pt x="5694" y="2783"/>
                </a:lnTo>
                <a:lnTo>
                  <a:pt x="5697" y="2774"/>
                </a:lnTo>
                <a:lnTo>
                  <a:pt x="5700" y="2765"/>
                </a:lnTo>
                <a:lnTo>
                  <a:pt x="5702" y="2756"/>
                </a:lnTo>
                <a:lnTo>
                  <a:pt x="5704" y="2738"/>
                </a:lnTo>
                <a:lnTo>
                  <a:pt x="5706" y="2698"/>
                </a:lnTo>
                <a:lnTo>
                  <a:pt x="5708" y="2679"/>
                </a:lnTo>
                <a:lnTo>
                  <a:pt x="5710" y="2660"/>
                </a:lnTo>
                <a:lnTo>
                  <a:pt x="5712" y="2650"/>
                </a:lnTo>
                <a:lnTo>
                  <a:pt x="5715" y="2642"/>
                </a:lnTo>
                <a:lnTo>
                  <a:pt x="5718" y="2633"/>
                </a:lnTo>
                <a:lnTo>
                  <a:pt x="5723" y="2625"/>
                </a:lnTo>
                <a:lnTo>
                  <a:pt x="5726" y="2620"/>
                </a:lnTo>
                <a:lnTo>
                  <a:pt x="5730" y="2615"/>
                </a:lnTo>
                <a:lnTo>
                  <a:pt x="5738" y="2608"/>
                </a:lnTo>
                <a:lnTo>
                  <a:pt x="5747" y="2601"/>
                </a:lnTo>
                <a:lnTo>
                  <a:pt x="5757" y="2596"/>
                </a:lnTo>
                <a:lnTo>
                  <a:pt x="5767" y="2591"/>
                </a:lnTo>
                <a:lnTo>
                  <a:pt x="5777" y="2585"/>
                </a:lnTo>
                <a:lnTo>
                  <a:pt x="5785" y="2578"/>
                </a:lnTo>
                <a:lnTo>
                  <a:pt x="5789" y="2574"/>
                </a:lnTo>
                <a:lnTo>
                  <a:pt x="5794" y="2569"/>
                </a:lnTo>
                <a:lnTo>
                  <a:pt x="5800" y="2560"/>
                </a:lnTo>
                <a:lnTo>
                  <a:pt x="5805" y="2549"/>
                </a:lnTo>
                <a:lnTo>
                  <a:pt x="5810" y="2538"/>
                </a:lnTo>
                <a:lnTo>
                  <a:pt x="5814" y="2526"/>
                </a:lnTo>
                <a:lnTo>
                  <a:pt x="5821" y="2500"/>
                </a:lnTo>
                <a:lnTo>
                  <a:pt x="5826" y="2478"/>
                </a:lnTo>
                <a:lnTo>
                  <a:pt x="5830" y="2458"/>
                </a:lnTo>
                <a:lnTo>
                  <a:pt x="5832" y="2435"/>
                </a:lnTo>
                <a:lnTo>
                  <a:pt x="5835" y="2413"/>
                </a:lnTo>
                <a:lnTo>
                  <a:pt x="5835" y="2391"/>
                </a:lnTo>
                <a:lnTo>
                  <a:pt x="5835" y="2367"/>
                </a:lnTo>
                <a:lnTo>
                  <a:pt x="5832" y="2345"/>
                </a:lnTo>
                <a:lnTo>
                  <a:pt x="5830" y="2334"/>
                </a:lnTo>
                <a:lnTo>
                  <a:pt x="5827" y="2324"/>
                </a:lnTo>
                <a:lnTo>
                  <a:pt x="5823" y="2314"/>
                </a:lnTo>
                <a:lnTo>
                  <a:pt x="5819" y="2304"/>
                </a:lnTo>
                <a:lnTo>
                  <a:pt x="5810" y="2285"/>
                </a:lnTo>
                <a:lnTo>
                  <a:pt x="5802" y="2272"/>
                </a:lnTo>
                <a:lnTo>
                  <a:pt x="5799" y="2265"/>
                </a:lnTo>
                <a:lnTo>
                  <a:pt x="5797" y="2257"/>
                </a:lnTo>
                <a:lnTo>
                  <a:pt x="5794" y="2248"/>
                </a:lnTo>
                <a:lnTo>
                  <a:pt x="5793" y="2236"/>
                </a:lnTo>
                <a:lnTo>
                  <a:pt x="5792" y="2215"/>
                </a:lnTo>
                <a:lnTo>
                  <a:pt x="5793" y="2188"/>
                </a:lnTo>
                <a:lnTo>
                  <a:pt x="5795" y="2156"/>
                </a:lnTo>
                <a:lnTo>
                  <a:pt x="5797" y="2123"/>
                </a:lnTo>
                <a:lnTo>
                  <a:pt x="5803" y="2060"/>
                </a:lnTo>
                <a:lnTo>
                  <a:pt x="5806" y="2020"/>
                </a:lnTo>
                <a:lnTo>
                  <a:pt x="5807" y="1961"/>
                </a:lnTo>
                <a:lnTo>
                  <a:pt x="5806" y="1932"/>
                </a:lnTo>
                <a:lnTo>
                  <a:pt x="5804" y="1904"/>
                </a:lnTo>
                <a:lnTo>
                  <a:pt x="5802" y="1876"/>
                </a:lnTo>
                <a:lnTo>
                  <a:pt x="5798" y="1848"/>
                </a:lnTo>
                <a:lnTo>
                  <a:pt x="5793" y="1820"/>
                </a:lnTo>
                <a:lnTo>
                  <a:pt x="5786" y="1790"/>
                </a:lnTo>
                <a:lnTo>
                  <a:pt x="5782" y="1779"/>
                </a:lnTo>
                <a:lnTo>
                  <a:pt x="5777" y="1767"/>
                </a:lnTo>
                <a:lnTo>
                  <a:pt x="5770" y="1753"/>
                </a:lnTo>
                <a:lnTo>
                  <a:pt x="5761" y="1738"/>
                </a:lnTo>
                <a:lnTo>
                  <a:pt x="5751" y="1722"/>
                </a:lnTo>
                <a:lnTo>
                  <a:pt x="5746" y="1716"/>
                </a:lnTo>
                <a:lnTo>
                  <a:pt x="5740" y="1709"/>
                </a:lnTo>
                <a:lnTo>
                  <a:pt x="5733" y="1704"/>
                </a:lnTo>
                <a:lnTo>
                  <a:pt x="5727" y="1700"/>
                </a:lnTo>
                <a:lnTo>
                  <a:pt x="5654" y="1687"/>
                </a:lnTo>
                <a:lnTo>
                  <a:pt x="5609" y="1645"/>
                </a:lnTo>
                <a:lnTo>
                  <a:pt x="5592" y="1635"/>
                </a:lnTo>
                <a:lnTo>
                  <a:pt x="5574" y="1626"/>
                </a:lnTo>
                <a:lnTo>
                  <a:pt x="5557" y="1619"/>
                </a:lnTo>
                <a:lnTo>
                  <a:pt x="5540" y="1612"/>
                </a:lnTo>
                <a:lnTo>
                  <a:pt x="5523" y="1606"/>
                </a:lnTo>
                <a:lnTo>
                  <a:pt x="5505" y="1601"/>
                </a:lnTo>
                <a:lnTo>
                  <a:pt x="5488" y="1597"/>
                </a:lnTo>
                <a:lnTo>
                  <a:pt x="5471" y="1593"/>
                </a:lnTo>
                <a:lnTo>
                  <a:pt x="5454" y="1590"/>
                </a:lnTo>
                <a:lnTo>
                  <a:pt x="5437" y="1589"/>
                </a:lnTo>
                <a:lnTo>
                  <a:pt x="5420" y="1588"/>
                </a:lnTo>
                <a:lnTo>
                  <a:pt x="5404" y="1587"/>
                </a:lnTo>
                <a:lnTo>
                  <a:pt x="5371" y="1588"/>
                </a:lnTo>
                <a:lnTo>
                  <a:pt x="5339" y="1591"/>
                </a:lnTo>
                <a:lnTo>
                  <a:pt x="5308" y="1597"/>
                </a:lnTo>
                <a:lnTo>
                  <a:pt x="5277" y="1603"/>
                </a:lnTo>
                <a:lnTo>
                  <a:pt x="5249" y="1611"/>
                </a:lnTo>
                <a:lnTo>
                  <a:pt x="5221" y="1619"/>
                </a:lnTo>
                <a:lnTo>
                  <a:pt x="5195" y="1628"/>
                </a:lnTo>
                <a:lnTo>
                  <a:pt x="5171" y="1637"/>
                </a:lnTo>
                <a:lnTo>
                  <a:pt x="5127" y="1654"/>
                </a:lnTo>
                <a:lnTo>
                  <a:pt x="5114" y="1659"/>
                </a:lnTo>
                <a:lnTo>
                  <a:pt x="5100" y="1665"/>
                </a:lnTo>
                <a:lnTo>
                  <a:pt x="5086" y="1672"/>
                </a:lnTo>
                <a:lnTo>
                  <a:pt x="5073" y="1680"/>
                </a:lnTo>
                <a:lnTo>
                  <a:pt x="5061" y="1689"/>
                </a:lnTo>
                <a:lnTo>
                  <a:pt x="5049" y="1698"/>
                </a:lnTo>
                <a:lnTo>
                  <a:pt x="5038" y="1709"/>
                </a:lnTo>
                <a:lnTo>
                  <a:pt x="5027" y="1720"/>
                </a:lnTo>
                <a:lnTo>
                  <a:pt x="5015" y="1732"/>
                </a:lnTo>
                <a:lnTo>
                  <a:pt x="5005" y="1746"/>
                </a:lnTo>
                <a:lnTo>
                  <a:pt x="4996" y="1760"/>
                </a:lnTo>
                <a:lnTo>
                  <a:pt x="4987" y="1775"/>
                </a:lnTo>
                <a:lnTo>
                  <a:pt x="4979" y="1790"/>
                </a:lnTo>
                <a:lnTo>
                  <a:pt x="4971" y="1806"/>
                </a:lnTo>
                <a:lnTo>
                  <a:pt x="4963" y="1825"/>
                </a:lnTo>
                <a:lnTo>
                  <a:pt x="4957" y="1842"/>
                </a:lnTo>
                <a:lnTo>
                  <a:pt x="4951" y="1861"/>
                </a:lnTo>
                <a:lnTo>
                  <a:pt x="4944" y="1881"/>
                </a:lnTo>
                <a:lnTo>
                  <a:pt x="4940" y="1901"/>
                </a:lnTo>
                <a:lnTo>
                  <a:pt x="4936" y="1922"/>
                </a:lnTo>
                <a:lnTo>
                  <a:pt x="4932" y="1944"/>
                </a:lnTo>
                <a:lnTo>
                  <a:pt x="4930" y="1967"/>
                </a:lnTo>
                <a:lnTo>
                  <a:pt x="4928" y="1990"/>
                </a:lnTo>
                <a:lnTo>
                  <a:pt x="4927" y="2014"/>
                </a:lnTo>
                <a:lnTo>
                  <a:pt x="4927" y="2039"/>
                </a:lnTo>
                <a:lnTo>
                  <a:pt x="4927" y="2064"/>
                </a:lnTo>
                <a:lnTo>
                  <a:pt x="4928" y="2091"/>
                </a:lnTo>
                <a:lnTo>
                  <a:pt x="4930" y="2117"/>
                </a:lnTo>
                <a:lnTo>
                  <a:pt x="4933" y="2144"/>
                </a:lnTo>
                <a:lnTo>
                  <a:pt x="4937" y="2173"/>
                </a:lnTo>
                <a:lnTo>
                  <a:pt x="4942" y="2201"/>
                </a:lnTo>
                <a:lnTo>
                  <a:pt x="4948" y="2231"/>
                </a:lnTo>
                <a:lnTo>
                  <a:pt x="4949" y="2240"/>
                </a:lnTo>
                <a:lnTo>
                  <a:pt x="4951" y="2249"/>
                </a:lnTo>
                <a:lnTo>
                  <a:pt x="4949" y="2258"/>
                </a:lnTo>
                <a:lnTo>
                  <a:pt x="4948" y="2265"/>
                </a:lnTo>
                <a:lnTo>
                  <a:pt x="4946" y="2273"/>
                </a:lnTo>
                <a:lnTo>
                  <a:pt x="4944" y="2280"/>
                </a:lnTo>
                <a:lnTo>
                  <a:pt x="4938" y="2292"/>
                </a:lnTo>
                <a:lnTo>
                  <a:pt x="4931" y="2305"/>
                </a:lnTo>
                <a:lnTo>
                  <a:pt x="4926" y="2316"/>
                </a:lnTo>
                <a:lnTo>
                  <a:pt x="4922" y="2327"/>
                </a:lnTo>
                <a:lnTo>
                  <a:pt x="4921" y="2332"/>
                </a:lnTo>
                <a:lnTo>
                  <a:pt x="4921" y="2337"/>
                </a:lnTo>
                <a:lnTo>
                  <a:pt x="4926" y="2399"/>
                </a:lnTo>
                <a:lnTo>
                  <a:pt x="4929" y="2436"/>
                </a:lnTo>
                <a:lnTo>
                  <a:pt x="4934" y="2475"/>
                </a:lnTo>
                <a:lnTo>
                  <a:pt x="4938" y="2494"/>
                </a:lnTo>
                <a:lnTo>
                  <a:pt x="4942" y="2513"/>
                </a:lnTo>
                <a:lnTo>
                  <a:pt x="4947" y="2530"/>
                </a:lnTo>
                <a:lnTo>
                  <a:pt x="4954" y="2546"/>
                </a:lnTo>
                <a:lnTo>
                  <a:pt x="4961" y="2561"/>
                </a:lnTo>
                <a:lnTo>
                  <a:pt x="4969" y="2574"/>
                </a:lnTo>
                <a:lnTo>
                  <a:pt x="4974" y="2579"/>
                </a:lnTo>
                <a:lnTo>
                  <a:pt x="4978" y="2585"/>
                </a:lnTo>
                <a:lnTo>
                  <a:pt x="4984" y="2590"/>
                </a:lnTo>
                <a:lnTo>
                  <a:pt x="4989" y="2594"/>
                </a:lnTo>
                <a:lnTo>
                  <a:pt x="4999" y="2597"/>
                </a:lnTo>
                <a:lnTo>
                  <a:pt x="5015" y="2602"/>
                </a:lnTo>
                <a:lnTo>
                  <a:pt x="5031" y="2605"/>
                </a:lnTo>
                <a:lnTo>
                  <a:pt x="5036" y="2606"/>
                </a:lnTo>
                <a:lnTo>
                  <a:pt x="5038" y="2605"/>
                </a:lnTo>
                <a:lnTo>
                  <a:pt x="5055" y="2792"/>
                </a:lnTo>
                <a:lnTo>
                  <a:pt x="5058" y="2800"/>
                </a:lnTo>
                <a:lnTo>
                  <a:pt x="5062" y="2806"/>
                </a:lnTo>
                <a:lnTo>
                  <a:pt x="5070" y="2818"/>
                </a:lnTo>
                <a:lnTo>
                  <a:pt x="5078" y="2828"/>
                </a:lnTo>
                <a:lnTo>
                  <a:pt x="5087" y="2838"/>
                </a:lnTo>
                <a:lnTo>
                  <a:pt x="5097" y="2849"/>
                </a:lnTo>
                <a:lnTo>
                  <a:pt x="5105" y="2861"/>
                </a:lnTo>
                <a:lnTo>
                  <a:pt x="5109" y="2869"/>
                </a:lnTo>
                <a:lnTo>
                  <a:pt x="5112" y="2877"/>
                </a:lnTo>
                <a:lnTo>
                  <a:pt x="5115" y="2887"/>
                </a:lnTo>
                <a:lnTo>
                  <a:pt x="5117" y="2897"/>
                </a:lnTo>
                <a:lnTo>
                  <a:pt x="5071" y="2908"/>
                </a:lnTo>
                <a:lnTo>
                  <a:pt x="5055" y="2942"/>
                </a:lnTo>
                <a:lnTo>
                  <a:pt x="5036" y="2980"/>
                </a:lnTo>
                <a:lnTo>
                  <a:pt x="5026" y="3000"/>
                </a:lnTo>
                <a:lnTo>
                  <a:pt x="5014" y="3020"/>
                </a:lnTo>
                <a:lnTo>
                  <a:pt x="5002" y="3037"/>
                </a:lnTo>
                <a:lnTo>
                  <a:pt x="4990" y="3052"/>
                </a:lnTo>
                <a:lnTo>
                  <a:pt x="5169" y="3128"/>
                </a:lnTo>
                <a:lnTo>
                  <a:pt x="5371" y="3214"/>
                </a:lnTo>
                <a:lnTo>
                  <a:pt x="5394" y="3224"/>
                </a:lnTo>
                <a:lnTo>
                  <a:pt x="5417" y="3233"/>
                </a:lnTo>
                <a:lnTo>
                  <a:pt x="5467" y="3250"/>
                </a:lnTo>
                <a:lnTo>
                  <a:pt x="5517" y="3267"/>
                </a:lnTo>
                <a:lnTo>
                  <a:pt x="5542" y="3277"/>
                </a:lnTo>
                <a:lnTo>
                  <a:pt x="5567" y="3287"/>
                </a:lnTo>
                <a:lnTo>
                  <a:pt x="5593" y="3299"/>
                </a:lnTo>
                <a:lnTo>
                  <a:pt x="5618" y="3311"/>
                </a:lnTo>
                <a:lnTo>
                  <a:pt x="5642" y="3324"/>
                </a:lnTo>
                <a:lnTo>
                  <a:pt x="5667" y="3338"/>
                </a:lnTo>
                <a:lnTo>
                  <a:pt x="5690" y="3354"/>
                </a:lnTo>
                <a:lnTo>
                  <a:pt x="5712" y="3373"/>
                </a:lnTo>
                <a:lnTo>
                  <a:pt x="5734" y="3392"/>
                </a:lnTo>
                <a:lnTo>
                  <a:pt x="5744" y="3402"/>
                </a:lnTo>
                <a:lnTo>
                  <a:pt x="5754" y="3413"/>
                </a:lnTo>
                <a:lnTo>
                  <a:pt x="5763" y="3425"/>
                </a:lnTo>
                <a:lnTo>
                  <a:pt x="5772" y="3438"/>
                </a:lnTo>
                <a:lnTo>
                  <a:pt x="5780" y="3450"/>
                </a:lnTo>
                <a:lnTo>
                  <a:pt x="5788" y="3463"/>
                </a:lnTo>
                <a:lnTo>
                  <a:pt x="5796" y="3477"/>
                </a:lnTo>
                <a:lnTo>
                  <a:pt x="5803" y="3491"/>
                </a:lnTo>
                <a:lnTo>
                  <a:pt x="5810" y="3507"/>
                </a:lnTo>
                <a:lnTo>
                  <a:pt x="5815" y="3523"/>
                </a:lnTo>
                <a:lnTo>
                  <a:pt x="5821" y="3540"/>
                </a:lnTo>
                <a:lnTo>
                  <a:pt x="5821" y="3558"/>
                </a:lnTo>
                <a:lnTo>
                  <a:pt x="5822" y="3635"/>
                </a:lnTo>
                <a:lnTo>
                  <a:pt x="5824" y="3733"/>
                </a:lnTo>
                <a:lnTo>
                  <a:pt x="5825" y="3764"/>
                </a:lnTo>
                <a:lnTo>
                  <a:pt x="6523" y="3764"/>
                </a:lnTo>
                <a:lnTo>
                  <a:pt x="6524" y="3725"/>
                </a:lnTo>
                <a:lnTo>
                  <a:pt x="6524" y="3679"/>
                </a:lnTo>
                <a:lnTo>
                  <a:pt x="6522" y="3582"/>
                </a:lnTo>
                <a:lnTo>
                  <a:pt x="6519" y="3488"/>
                </a:lnTo>
                <a:lnTo>
                  <a:pt x="6518" y="341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4" name="KSO_Shape">
            <a:extLst>
              <a:ext uri="{FF2B5EF4-FFF2-40B4-BE49-F238E27FC236}">
                <a16:creationId xmlns:a16="http://schemas.microsoft.com/office/drawing/2014/main" id="{9292DD86-92B4-442A-9B49-16AA70DB1CFA}"/>
              </a:ext>
            </a:extLst>
          </p:cNvPr>
          <p:cNvSpPr>
            <a:spLocks/>
          </p:cNvSpPr>
          <p:nvPr/>
        </p:nvSpPr>
        <p:spPr bwMode="auto">
          <a:xfrm>
            <a:off x="10833913" y="4371924"/>
            <a:ext cx="958253" cy="774588"/>
          </a:xfrm>
          <a:custGeom>
            <a:avLst/>
            <a:gdLst/>
            <a:ahLst/>
            <a:cxnLst/>
            <a:rect l="0" t="0" r="r" b="b"/>
            <a:pathLst>
              <a:path w="4741862" h="3833813">
                <a:moveTo>
                  <a:pt x="247650" y="2000250"/>
                </a:moveTo>
                <a:lnTo>
                  <a:pt x="1016000" y="2000250"/>
                </a:lnTo>
                <a:lnTo>
                  <a:pt x="1030288" y="2003425"/>
                </a:lnTo>
                <a:lnTo>
                  <a:pt x="1041400" y="2012950"/>
                </a:lnTo>
                <a:lnTo>
                  <a:pt x="1050925" y="2020888"/>
                </a:lnTo>
                <a:lnTo>
                  <a:pt x="1054100" y="2036763"/>
                </a:lnTo>
                <a:lnTo>
                  <a:pt x="1050925" y="2051051"/>
                </a:lnTo>
                <a:lnTo>
                  <a:pt x="1041400" y="2063751"/>
                </a:lnTo>
                <a:lnTo>
                  <a:pt x="1030288" y="2071688"/>
                </a:lnTo>
                <a:lnTo>
                  <a:pt x="1016000" y="2074863"/>
                </a:lnTo>
                <a:lnTo>
                  <a:pt x="247650" y="2074863"/>
                </a:lnTo>
                <a:lnTo>
                  <a:pt x="233362" y="2071688"/>
                </a:lnTo>
                <a:lnTo>
                  <a:pt x="220662" y="2063751"/>
                </a:lnTo>
                <a:lnTo>
                  <a:pt x="212725" y="2051051"/>
                </a:lnTo>
                <a:lnTo>
                  <a:pt x="209550" y="2036763"/>
                </a:lnTo>
                <a:lnTo>
                  <a:pt x="212725" y="2020888"/>
                </a:lnTo>
                <a:lnTo>
                  <a:pt x="220662" y="2012950"/>
                </a:lnTo>
                <a:lnTo>
                  <a:pt x="233362" y="2003425"/>
                </a:lnTo>
                <a:lnTo>
                  <a:pt x="247650" y="2000250"/>
                </a:lnTo>
                <a:close/>
                <a:moveTo>
                  <a:pt x="244475" y="1901825"/>
                </a:moveTo>
                <a:lnTo>
                  <a:pt x="1012825" y="1901825"/>
                </a:lnTo>
                <a:lnTo>
                  <a:pt x="1027112" y="1905000"/>
                </a:lnTo>
                <a:lnTo>
                  <a:pt x="1039812" y="1914525"/>
                </a:lnTo>
                <a:lnTo>
                  <a:pt x="1044575" y="1925638"/>
                </a:lnTo>
                <a:lnTo>
                  <a:pt x="1047750" y="1941513"/>
                </a:lnTo>
                <a:lnTo>
                  <a:pt x="1044575" y="1952626"/>
                </a:lnTo>
                <a:lnTo>
                  <a:pt x="1039812" y="1965326"/>
                </a:lnTo>
                <a:lnTo>
                  <a:pt x="1027112" y="1973263"/>
                </a:lnTo>
                <a:lnTo>
                  <a:pt x="1012825" y="1976438"/>
                </a:lnTo>
                <a:lnTo>
                  <a:pt x="244475" y="1976438"/>
                </a:lnTo>
                <a:lnTo>
                  <a:pt x="230188" y="1973263"/>
                </a:lnTo>
                <a:lnTo>
                  <a:pt x="217488" y="1965326"/>
                </a:lnTo>
                <a:lnTo>
                  <a:pt x="209550" y="1952626"/>
                </a:lnTo>
                <a:lnTo>
                  <a:pt x="206375" y="1941513"/>
                </a:lnTo>
                <a:lnTo>
                  <a:pt x="209550" y="1925638"/>
                </a:lnTo>
                <a:lnTo>
                  <a:pt x="217488" y="1914525"/>
                </a:lnTo>
                <a:lnTo>
                  <a:pt x="230188" y="1905000"/>
                </a:lnTo>
                <a:lnTo>
                  <a:pt x="244475" y="1901825"/>
                </a:lnTo>
                <a:close/>
                <a:moveTo>
                  <a:pt x="277813" y="1803400"/>
                </a:moveTo>
                <a:lnTo>
                  <a:pt x="1047750" y="1803400"/>
                </a:lnTo>
                <a:lnTo>
                  <a:pt x="1060450" y="1806575"/>
                </a:lnTo>
                <a:lnTo>
                  <a:pt x="1071563" y="1816100"/>
                </a:lnTo>
                <a:lnTo>
                  <a:pt x="1081088" y="1827213"/>
                </a:lnTo>
                <a:lnTo>
                  <a:pt x="1084263" y="1843088"/>
                </a:lnTo>
                <a:lnTo>
                  <a:pt x="1081088" y="1857376"/>
                </a:lnTo>
                <a:lnTo>
                  <a:pt x="1071563" y="1868488"/>
                </a:lnTo>
                <a:lnTo>
                  <a:pt x="1060450" y="1874838"/>
                </a:lnTo>
                <a:lnTo>
                  <a:pt x="1047750" y="1878013"/>
                </a:lnTo>
                <a:lnTo>
                  <a:pt x="277813" y="1878013"/>
                </a:lnTo>
                <a:lnTo>
                  <a:pt x="263525" y="1874838"/>
                </a:lnTo>
                <a:lnTo>
                  <a:pt x="250825" y="1868488"/>
                </a:lnTo>
                <a:lnTo>
                  <a:pt x="244475" y="1857376"/>
                </a:lnTo>
                <a:lnTo>
                  <a:pt x="241300" y="1843088"/>
                </a:lnTo>
                <a:lnTo>
                  <a:pt x="244475" y="1827213"/>
                </a:lnTo>
                <a:lnTo>
                  <a:pt x="250825" y="1816100"/>
                </a:lnTo>
                <a:lnTo>
                  <a:pt x="263525" y="1806575"/>
                </a:lnTo>
                <a:lnTo>
                  <a:pt x="277813" y="1803400"/>
                </a:lnTo>
                <a:close/>
                <a:moveTo>
                  <a:pt x="238125" y="1708150"/>
                </a:moveTo>
                <a:lnTo>
                  <a:pt x="1009650" y="1708150"/>
                </a:lnTo>
                <a:lnTo>
                  <a:pt x="1020762" y="1711325"/>
                </a:lnTo>
                <a:lnTo>
                  <a:pt x="1033462" y="1717675"/>
                </a:lnTo>
                <a:lnTo>
                  <a:pt x="1041400" y="1728788"/>
                </a:lnTo>
                <a:lnTo>
                  <a:pt x="1044575" y="1744663"/>
                </a:lnTo>
                <a:lnTo>
                  <a:pt x="1041400" y="1758951"/>
                </a:lnTo>
                <a:lnTo>
                  <a:pt x="1033462" y="1770063"/>
                </a:lnTo>
                <a:lnTo>
                  <a:pt x="1020762" y="1779588"/>
                </a:lnTo>
                <a:lnTo>
                  <a:pt x="1009650" y="1782763"/>
                </a:lnTo>
                <a:lnTo>
                  <a:pt x="238125" y="1782763"/>
                </a:lnTo>
                <a:lnTo>
                  <a:pt x="223838" y="1779588"/>
                </a:lnTo>
                <a:lnTo>
                  <a:pt x="212725" y="1770063"/>
                </a:lnTo>
                <a:lnTo>
                  <a:pt x="206375" y="1758951"/>
                </a:lnTo>
                <a:lnTo>
                  <a:pt x="203200" y="1744663"/>
                </a:lnTo>
                <a:lnTo>
                  <a:pt x="206375" y="1728788"/>
                </a:lnTo>
                <a:lnTo>
                  <a:pt x="212725" y="1717675"/>
                </a:lnTo>
                <a:lnTo>
                  <a:pt x="223838" y="1711325"/>
                </a:lnTo>
                <a:lnTo>
                  <a:pt x="238125" y="1708150"/>
                </a:lnTo>
                <a:close/>
                <a:moveTo>
                  <a:pt x="301626" y="1609725"/>
                </a:moveTo>
                <a:lnTo>
                  <a:pt x="1068388" y="1609725"/>
                </a:lnTo>
                <a:lnTo>
                  <a:pt x="1084264" y="1612900"/>
                </a:lnTo>
                <a:lnTo>
                  <a:pt x="1095376" y="1620838"/>
                </a:lnTo>
                <a:lnTo>
                  <a:pt x="1104901" y="1633538"/>
                </a:lnTo>
                <a:lnTo>
                  <a:pt x="1108076" y="1644650"/>
                </a:lnTo>
                <a:lnTo>
                  <a:pt x="1104901" y="1660526"/>
                </a:lnTo>
                <a:lnTo>
                  <a:pt x="1095376" y="1671638"/>
                </a:lnTo>
                <a:lnTo>
                  <a:pt x="1084264" y="1681163"/>
                </a:lnTo>
                <a:lnTo>
                  <a:pt x="1068388" y="1684338"/>
                </a:lnTo>
                <a:lnTo>
                  <a:pt x="301626" y="1684338"/>
                </a:lnTo>
                <a:lnTo>
                  <a:pt x="287338" y="1681163"/>
                </a:lnTo>
                <a:lnTo>
                  <a:pt x="274638" y="1671638"/>
                </a:lnTo>
                <a:lnTo>
                  <a:pt x="268288" y="1660526"/>
                </a:lnTo>
                <a:lnTo>
                  <a:pt x="265113" y="1644650"/>
                </a:lnTo>
                <a:lnTo>
                  <a:pt x="268288" y="1633538"/>
                </a:lnTo>
                <a:lnTo>
                  <a:pt x="274638" y="1620838"/>
                </a:lnTo>
                <a:lnTo>
                  <a:pt x="287338" y="1612900"/>
                </a:lnTo>
                <a:lnTo>
                  <a:pt x="301626" y="1609725"/>
                </a:lnTo>
                <a:close/>
                <a:moveTo>
                  <a:pt x="254001" y="1511300"/>
                </a:moveTo>
                <a:lnTo>
                  <a:pt x="1020764" y="1511300"/>
                </a:lnTo>
                <a:lnTo>
                  <a:pt x="1036638" y="1514475"/>
                </a:lnTo>
                <a:lnTo>
                  <a:pt x="1047751" y="1522413"/>
                </a:lnTo>
                <a:lnTo>
                  <a:pt x="1057276" y="1535113"/>
                </a:lnTo>
                <a:lnTo>
                  <a:pt x="1060451" y="1549401"/>
                </a:lnTo>
                <a:lnTo>
                  <a:pt x="1057276" y="1562101"/>
                </a:lnTo>
                <a:lnTo>
                  <a:pt x="1047751" y="1573213"/>
                </a:lnTo>
                <a:lnTo>
                  <a:pt x="1036638" y="1582738"/>
                </a:lnTo>
                <a:lnTo>
                  <a:pt x="1020764" y="1585913"/>
                </a:lnTo>
                <a:lnTo>
                  <a:pt x="254001" y="1585913"/>
                </a:lnTo>
                <a:lnTo>
                  <a:pt x="238126" y="1582738"/>
                </a:lnTo>
                <a:lnTo>
                  <a:pt x="227013" y="1573213"/>
                </a:lnTo>
                <a:lnTo>
                  <a:pt x="220663" y="1562101"/>
                </a:lnTo>
                <a:lnTo>
                  <a:pt x="217488" y="1549401"/>
                </a:lnTo>
                <a:lnTo>
                  <a:pt x="220663" y="1535113"/>
                </a:lnTo>
                <a:lnTo>
                  <a:pt x="227013" y="1522413"/>
                </a:lnTo>
                <a:lnTo>
                  <a:pt x="238126" y="1514475"/>
                </a:lnTo>
                <a:lnTo>
                  <a:pt x="254001" y="1511300"/>
                </a:lnTo>
                <a:close/>
                <a:moveTo>
                  <a:pt x="274638" y="1412875"/>
                </a:moveTo>
                <a:lnTo>
                  <a:pt x="1041400" y="1412875"/>
                </a:lnTo>
                <a:lnTo>
                  <a:pt x="1057276" y="1416050"/>
                </a:lnTo>
                <a:lnTo>
                  <a:pt x="1068388" y="1423988"/>
                </a:lnTo>
                <a:lnTo>
                  <a:pt x="1077913" y="1436688"/>
                </a:lnTo>
                <a:lnTo>
                  <a:pt x="1081088" y="1450976"/>
                </a:lnTo>
                <a:lnTo>
                  <a:pt x="1077913" y="1466851"/>
                </a:lnTo>
                <a:lnTo>
                  <a:pt x="1068388" y="1477963"/>
                </a:lnTo>
                <a:lnTo>
                  <a:pt x="1057276" y="1484313"/>
                </a:lnTo>
                <a:lnTo>
                  <a:pt x="1041400" y="1487488"/>
                </a:lnTo>
                <a:lnTo>
                  <a:pt x="274638" y="1487488"/>
                </a:lnTo>
                <a:lnTo>
                  <a:pt x="260350" y="1484313"/>
                </a:lnTo>
                <a:lnTo>
                  <a:pt x="247650" y="1477963"/>
                </a:lnTo>
                <a:lnTo>
                  <a:pt x="238126" y="1466851"/>
                </a:lnTo>
                <a:lnTo>
                  <a:pt x="236538" y="1450976"/>
                </a:lnTo>
                <a:lnTo>
                  <a:pt x="238126" y="1436688"/>
                </a:lnTo>
                <a:lnTo>
                  <a:pt x="247650" y="1423988"/>
                </a:lnTo>
                <a:lnTo>
                  <a:pt x="260350" y="1416050"/>
                </a:lnTo>
                <a:lnTo>
                  <a:pt x="274638" y="1412875"/>
                </a:lnTo>
                <a:close/>
                <a:moveTo>
                  <a:pt x="3359150" y="0"/>
                </a:moveTo>
                <a:lnTo>
                  <a:pt x="3403600" y="3175"/>
                </a:lnTo>
                <a:lnTo>
                  <a:pt x="3449638" y="6350"/>
                </a:lnTo>
                <a:lnTo>
                  <a:pt x="3494088" y="17462"/>
                </a:lnTo>
                <a:lnTo>
                  <a:pt x="3535362" y="30162"/>
                </a:lnTo>
                <a:lnTo>
                  <a:pt x="3579814" y="50800"/>
                </a:lnTo>
                <a:lnTo>
                  <a:pt x="3619500" y="71437"/>
                </a:lnTo>
                <a:lnTo>
                  <a:pt x="3654426" y="98425"/>
                </a:lnTo>
                <a:lnTo>
                  <a:pt x="3687762" y="128587"/>
                </a:lnTo>
                <a:lnTo>
                  <a:pt x="3717926" y="158750"/>
                </a:lnTo>
                <a:lnTo>
                  <a:pt x="3744914" y="193675"/>
                </a:lnTo>
                <a:lnTo>
                  <a:pt x="3768726" y="230187"/>
                </a:lnTo>
                <a:lnTo>
                  <a:pt x="3789362" y="268287"/>
                </a:lnTo>
                <a:lnTo>
                  <a:pt x="3803650" y="311150"/>
                </a:lnTo>
                <a:lnTo>
                  <a:pt x="3816350" y="352425"/>
                </a:lnTo>
                <a:lnTo>
                  <a:pt x="3822700" y="393700"/>
                </a:lnTo>
                <a:lnTo>
                  <a:pt x="3827462" y="439737"/>
                </a:lnTo>
                <a:lnTo>
                  <a:pt x="3825876" y="484187"/>
                </a:lnTo>
                <a:lnTo>
                  <a:pt x="3822700" y="528637"/>
                </a:lnTo>
                <a:lnTo>
                  <a:pt x="3813176" y="573087"/>
                </a:lnTo>
                <a:lnTo>
                  <a:pt x="3798888" y="615950"/>
                </a:lnTo>
                <a:lnTo>
                  <a:pt x="3776662" y="660400"/>
                </a:lnTo>
                <a:lnTo>
                  <a:pt x="3756026" y="698500"/>
                </a:lnTo>
                <a:lnTo>
                  <a:pt x="3729038" y="735012"/>
                </a:lnTo>
                <a:lnTo>
                  <a:pt x="3702050" y="768350"/>
                </a:lnTo>
                <a:lnTo>
                  <a:pt x="3670300" y="796925"/>
                </a:lnTo>
                <a:lnTo>
                  <a:pt x="3633788" y="823912"/>
                </a:lnTo>
                <a:lnTo>
                  <a:pt x="3598862" y="847724"/>
                </a:lnTo>
                <a:lnTo>
                  <a:pt x="3606800" y="844549"/>
                </a:lnTo>
                <a:lnTo>
                  <a:pt x="3633788" y="842962"/>
                </a:lnTo>
                <a:lnTo>
                  <a:pt x="3675062" y="839787"/>
                </a:lnTo>
                <a:lnTo>
                  <a:pt x="3721100" y="839787"/>
                </a:lnTo>
                <a:lnTo>
                  <a:pt x="3765550" y="842962"/>
                </a:lnTo>
                <a:lnTo>
                  <a:pt x="3810000" y="850899"/>
                </a:lnTo>
                <a:lnTo>
                  <a:pt x="3857626" y="863599"/>
                </a:lnTo>
                <a:lnTo>
                  <a:pt x="3902076" y="881062"/>
                </a:lnTo>
                <a:lnTo>
                  <a:pt x="3948112" y="904874"/>
                </a:lnTo>
                <a:lnTo>
                  <a:pt x="3989388" y="935037"/>
                </a:lnTo>
                <a:lnTo>
                  <a:pt x="4019550" y="958849"/>
                </a:lnTo>
                <a:lnTo>
                  <a:pt x="4046538" y="982662"/>
                </a:lnTo>
                <a:lnTo>
                  <a:pt x="4070350" y="1009649"/>
                </a:lnTo>
                <a:lnTo>
                  <a:pt x="4094162" y="1039812"/>
                </a:lnTo>
                <a:lnTo>
                  <a:pt x="4117976" y="1068387"/>
                </a:lnTo>
                <a:lnTo>
                  <a:pt x="4138612" y="1101724"/>
                </a:lnTo>
                <a:lnTo>
                  <a:pt x="4179888" y="1169987"/>
                </a:lnTo>
                <a:lnTo>
                  <a:pt x="4216400" y="1243012"/>
                </a:lnTo>
                <a:lnTo>
                  <a:pt x="4249738" y="1319212"/>
                </a:lnTo>
                <a:lnTo>
                  <a:pt x="4278312" y="1400174"/>
                </a:lnTo>
                <a:lnTo>
                  <a:pt x="4305300" y="1484312"/>
                </a:lnTo>
                <a:lnTo>
                  <a:pt x="4329112" y="1568450"/>
                </a:lnTo>
                <a:lnTo>
                  <a:pt x="4352926" y="1654175"/>
                </a:lnTo>
                <a:lnTo>
                  <a:pt x="4395788" y="1824038"/>
                </a:lnTo>
                <a:lnTo>
                  <a:pt x="4433888" y="1989138"/>
                </a:lnTo>
                <a:lnTo>
                  <a:pt x="4451910" y="2059780"/>
                </a:lnTo>
                <a:lnTo>
                  <a:pt x="4606926" y="935037"/>
                </a:lnTo>
                <a:lnTo>
                  <a:pt x="4610100" y="919162"/>
                </a:lnTo>
                <a:lnTo>
                  <a:pt x="4616450" y="908049"/>
                </a:lnTo>
                <a:lnTo>
                  <a:pt x="4625976" y="898524"/>
                </a:lnTo>
                <a:lnTo>
                  <a:pt x="4633914" y="890587"/>
                </a:lnTo>
                <a:lnTo>
                  <a:pt x="4646614" y="881062"/>
                </a:lnTo>
                <a:lnTo>
                  <a:pt x="4657726" y="877887"/>
                </a:lnTo>
                <a:lnTo>
                  <a:pt x="4670426" y="874712"/>
                </a:lnTo>
                <a:lnTo>
                  <a:pt x="4684714" y="874712"/>
                </a:lnTo>
                <a:lnTo>
                  <a:pt x="4697414" y="877887"/>
                </a:lnTo>
                <a:lnTo>
                  <a:pt x="4708526" y="884237"/>
                </a:lnTo>
                <a:lnTo>
                  <a:pt x="4721226" y="892174"/>
                </a:lnTo>
                <a:lnTo>
                  <a:pt x="4729162" y="901699"/>
                </a:lnTo>
                <a:lnTo>
                  <a:pt x="4735514" y="914399"/>
                </a:lnTo>
                <a:lnTo>
                  <a:pt x="4738688" y="925512"/>
                </a:lnTo>
                <a:lnTo>
                  <a:pt x="4741862" y="938212"/>
                </a:lnTo>
                <a:lnTo>
                  <a:pt x="4741862" y="952499"/>
                </a:lnTo>
                <a:lnTo>
                  <a:pt x="4538662" y="2415850"/>
                </a:lnTo>
                <a:lnTo>
                  <a:pt x="4538662" y="3765551"/>
                </a:lnTo>
                <a:lnTo>
                  <a:pt x="4535488" y="3779838"/>
                </a:lnTo>
                <a:lnTo>
                  <a:pt x="4532314" y="3792538"/>
                </a:lnTo>
                <a:lnTo>
                  <a:pt x="4527550" y="3803651"/>
                </a:lnTo>
                <a:lnTo>
                  <a:pt x="4518026" y="3813176"/>
                </a:lnTo>
                <a:lnTo>
                  <a:pt x="4508500" y="3821113"/>
                </a:lnTo>
                <a:lnTo>
                  <a:pt x="4497388" y="3827463"/>
                </a:lnTo>
                <a:lnTo>
                  <a:pt x="4484688" y="3833813"/>
                </a:lnTo>
                <a:lnTo>
                  <a:pt x="4470400" y="3833813"/>
                </a:lnTo>
                <a:lnTo>
                  <a:pt x="4454526" y="3833813"/>
                </a:lnTo>
                <a:lnTo>
                  <a:pt x="4443414" y="3827463"/>
                </a:lnTo>
                <a:lnTo>
                  <a:pt x="4430714" y="3821113"/>
                </a:lnTo>
                <a:lnTo>
                  <a:pt x="4422776" y="3813176"/>
                </a:lnTo>
                <a:lnTo>
                  <a:pt x="4413250" y="3803651"/>
                </a:lnTo>
                <a:lnTo>
                  <a:pt x="4406900" y="3792538"/>
                </a:lnTo>
                <a:lnTo>
                  <a:pt x="4403726" y="3779838"/>
                </a:lnTo>
                <a:lnTo>
                  <a:pt x="4402138" y="3765551"/>
                </a:lnTo>
                <a:lnTo>
                  <a:pt x="4402138" y="2505075"/>
                </a:lnTo>
                <a:lnTo>
                  <a:pt x="4398962" y="2493962"/>
                </a:lnTo>
                <a:lnTo>
                  <a:pt x="4395788" y="2478087"/>
                </a:lnTo>
                <a:lnTo>
                  <a:pt x="4395788" y="2474913"/>
                </a:lnTo>
                <a:lnTo>
                  <a:pt x="4386264" y="2493963"/>
                </a:lnTo>
                <a:lnTo>
                  <a:pt x="4378326" y="2511425"/>
                </a:lnTo>
                <a:lnTo>
                  <a:pt x="4365626" y="2528888"/>
                </a:lnTo>
                <a:lnTo>
                  <a:pt x="4351338" y="2544763"/>
                </a:lnTo>
                <a:lnTo>
                  <a:pt x="4335464" y="2559050"/>
                </a:lnTo>
                <a:lnTo>
                  <a:pt x="4321176" y="2570163"/>
                </a:lnTo>
                <a:lnTo>
                  <a:pt x="4302126" y="2579688"/>
                </a:lnTo>
                <a:lnTo>
                  <a:pt x="4284664" y="2589213"/>
                </a:lnTo>
                <a:lnTo>
                  <a:pt x="4264026" y="2597150"/>
                </a:lnTo>
                <a:lnTo>
                  <a:pt x="4243388" y="2603500"/>
                </a:lnTo>
                <a:lnTo>
                  <a:pt x="4222750" y="2606675"/>
                </a:lnTo>
                <a:lnTo>
                  <a:pt x="3565526" y="2677005"/>
                </a:lnTo>
                <a:lnTo>
                  <a:pt x="3565526" y="3765551"/>
                </a:lnTo>
                <a:lnTo>
                  <a:pt x="3565526" y="3779838"/>
                </a:lnTo>
                <a:lnTo>
                  <a:pt x="3559176" y="3792538"/>
                </a:lnTo>
                <a:lnTo>
                  <a:pt x="3552826" y="3803651"/>
                </a:lnTo>
                <a:lnTo>
                  <a:pt x="3548064" y="3813176"/>
                </a:lnTo>
                <a:lnTo>
                  <a:pt x="3535364" y="3821113"/>
                </a:lnTo>
                <a:lnTo>
                  <a:pt x="3524250" y="3827463"/>
                </a:lnTo>
                <a:lnTo>
                  <a:pt x="3511550" y="3833813"/>
                </a:lnTo>
                <a:lnTo>
                  <a:pt x="3500438" y="3833813"/>
                </a:lnTo>
                <a:lnTo>
                  <a:pt x="3484564" y="3833813"/>
                </a:lnTo>
                <a:lnTo>
                  <a:pt x="3473450" y="3827463"/>
                </a:lnTo>
                <a:lnTo>
                  <a:pt x="3460750" y="3821113"/>
                </a:lnTo>
                <a:lnTo>
                  <a:pt x="3451226" y="3813176"/>
                </a:lnTo>
                <a:lnTo>
                  <a:pt x="3443288" y="3803651"/>
                </a:lnTo>
                <a:lnTo>
                  <a:pt x="3436938" y="3792538"/>
                </a:lnTo>
                <a:lnTo>
                  <a:pt x="3430588" y="3779838"/>
                </a:lnTo>
                <a:lnTo>
                  <a:pt x="3430588" y="3765551"/>
                </a:lnTo>
                <a:lnTo>
                  <a:pt x="3430588" y="2920423"/>
                </a:lnTo>
                <a:lnTo>
                  <a:pt x="3355976" y="3582988"/>
                </a:lnTo>
                <a:lnTo>
                  <a:pt x="3349626" y="3603625"/>
                </a:lnTo>
                <a:lnTo>
                  <a:pt x="3348038" y="3624263"/>
                </a:lnTo>
                <a:lnTo>
                  <a:pt x="3338514" y="3643313"/>
                </a:lnTo>
                <a:lnTo>
                  <a:pt x="3328988" y="3663950"/>
                </a:lnTo>
                <a:lnTo>
                  <a:pt x="3317876" y="3678238"/>
                </a:lnTo>
                <a:lnTo>
                  <a:pt x="3305176" y="3695700"/>
                </a:lnTo>
                <a:lnTo>
                  <a:pt x="3290888" y="3711575"/>
                </a:lnTo>
                <a:lnTo>
                  <a:pt x="3275014" y="3722688"/>
                </a:lnTo>
                <a:lnTo>
                  <a:pt x="3260726" y="3735388"/>
                </a:lnTo>
                <a:lnTo>
                  <a:pt x="3243262" y="3746500"/>
                </a:lnTo>
                <a:lnTo>
                  <a:pt x="3222626" y="3756025"/>
                </a:lnTo>
                <a:lnTo>
                  <a:pt x="3203576" y="3762375"/>
                </a:lnTo>
                <a:lnTo>
                  <a:pt x="3182938" y="3768725"/>
                </a:lnTo>
                <a:lnTo>
                  <a:pt x="3162300" y="3771900"/>
                </a:lnTo>
                <a:lnTo>
                  <a:pt x="3141662" y="3771900"/>
                </a:lnTo>
                <a:lnTo>
                  <a:pt x="3121026" y="3771900"/>
                </a:lnTo>
                <a:lnTo>
                  <a:pt x="3097214" y="3765550"/>
                </a:lnTo>
                <a:lnTo>
                  <a:pt x="3078162" y="3759200"/>
                </a:lnTo>
                <a:lnTo>
                  <a:pt x="3057526" y="3752850"/>
                </a:lnTo>
                <a:lnTo>
                  <a:pt x="3040062" y="3744913"/>
                </a:lnTo>
                <a:lnTo>
                  <a:pt x="3022600" y="3732213"/>
                </a:lnTo>
                <a:lnTo>
                  <a:pt x="3003550" y="3721100"/>
                </a:lnTo>
                <a:lnTo>
                  <a:pt x="2989263" y="3705225"/>
                </a:lnTo>
                <a:lnTo>
                  <a:pt x="2976563" y="3690938"/>
                </a:lnTo>
                <a:lnTo>
                  <a:pt x="2965450" y="3671888"/>
                </a:lnTo>
                <a:lnTo>
                  <a:pt x="2952750" y="3657600"/>
                </a:lnTo>
                <a:lnTo>
                  <a:pt x="2947988" y="3636963"/>
                </a:lnTo>
                <a:lnTo>
                  <a:pt x="2938463" y="3619500"/>
                </a:lnTo>
                <a:lnTo>
                  <a:pt x="2935288" y="3597275"/>
                </a:lnTo>
                <a:lnTo>
                  <a:pt x="2932113" y="3576638"/>
                </a:lnTo>
                <a:lnTo>
                  <a:pt x="2928938" y="3556000"/>
                </a:lnTo>
                <a:lnTo>
                  <a:pt x="2932113" y="3532188"/>
                </a:lnTo>
                <a:lnTo>
                  <a:pt x="3051176" y="2478087"/>
                </a:lnTo>
                <a:lnTo>
                  <a:pt x="3054350" y="2457450"/>
                </a:lnTo>
                <a:lnTo>
                  <a:pt x="3060700" y="2436812"/>
                </a:lnTo>
                <a:lnTo>
                  <a:pt x="3070226" y="2416175"/>
                </a:lnTo>
                <a:lnTo>
                  <a:pt x="3078162" y="2397125"/>
                </a:lnTo>
                <a:lnTo>
                  <a:pt x="3087688" y="2379662"/>
                </a:lnTo>
                <a:lnTo>
                  <a:pt x="3101976" y="2365375"/>
                </a:lnTo>
                <a:lnTo>
                  <a:pt x="3114676" y="2349500"/>
                </a:lnTo>
                <a:lnTo>
                  <a:pt x="3128962" y="2335212"/>
                </a:lnTo>
                <a:lnTo>
                  <a:pt x="3148014" y="2322512"/>
                </a:lnTo>
                <a:lnTo>
                  <a:pt x="3165476" y="2314575"/>
                </a:lnTo>
                <a:lnTo>
                  <a:pt x="3182938" y="2305050"/>
                </a:lnTo>
                <a:lnTo>
                  <a:pt x="3203576" y="2298700"/>
                </a:lnTo>
                <a:lnTo>
                  <a:pt x="3222626" y="2293937"/>
                </a:lnTo>
                <a:lnTo>
                  <a:pt x="3243262" y="2290762"/>
                </a:lnTo>
                <a:lnTo>
                  <a:pt x="3260726" y="2290762"/>
                </a:lnTo>
                <a:lnTo>
                  <a:pt x="3273426" y="2284412"/>
                </a:lnTo>
                <a:lnTo>
                  <a:pt x="3294064" y="2281237"/>
                </a:lnTo>
                <a:lnTo>
                  <a:pt x="3314700" y="2274887"/>
                </a:lnTo>
                <a:lnTo>
                  <a:pt x="3690474" y="2234675"/>
                </a:lnTo>
                <a:lnTo>
                  <a:pt x="3667126" y="2144713"/>
                </a:lnTo>
                <a:lnTo>
                  <a:pt x="3609976" y="1931988"/>
                </a:lnTo>
                <a:lnTo>
                  <a:pt x="3582988" y="1827213"/>
                </a:lnTo>
                <a:lnTo>
                  <a:pt x="3549650" y="1722437"/>
                </a:lnTo>
                <a:lnTo>
                  <a:pt x="3514726" y="1620837"/>
                </a:lnTo>
                <a:lnTo>
                  <a:pt x="3475038" y="1525587"/>
                </a:lnTo>
                <a:lnTo>
                  <a:pt x="3459802" y="1481266"/>
                </a:lnTo>
                <a:lnTo>
                  <a:pt x="3457576" y="1484313"/>
                </a:lnTo>
                <a:lnTo>
                  <a:pt x="3406776" y="1570038"/>
                </a:lnTo>
                <a:lnTo>
                  <a:pt x="3359150" y="1660525"/>
                </a:lnTo>
                <a:lnTo>
                  <a:pt x="3341750" y="1690108"/>
                </a:lnTo>
                <a:lnTo>
                  <a:pt x="3341688" y="1690688"/>
                </a:lnTo>
                <a:lnTo>
                  <a:pt x="3328988" y="1717675"/>
                </a:lnTo>
                <a:lnTo>
                  <a:pt x="3317876" y="1744663"/>
                </a:lnTo>
                <a:lnTo>
                  <a:pt x="3297238" y="1765300"/>
                </a:lnTo>
                <a:lnTo>
                  <a:pt x="3275014" y="1782763"/>
                </a:lnTo>
                <a:lnTo>
                  <a:pt x="3249614" y="1797050"/>
                </a:lnTo>
                <a:lnTo>
                  <a:pt x="3219450" y="1806575"/>
                </a:lnTo>
                <a:lnTo>
                  <a:pt x="2603954" y="1993900"/>
                </a:lnTo>
                <a:lnTo>
                  <a:pt x="2606676" y="1993900"/>
                </a:lnTo>
                <a:lnTo>
                  <a:pt x="2619376" y="1993900"/>
                </a:lnTo>
                <a:lnTo>
                  <a:pt x="2633663" y="2000250"/>
                </a:lnTo>
                <a:lnTo>
                  <a:pt x="2646363" y="2006600"/>
                </a:lnTo>
                <a:lnTo>
                  <a:pt x="2654300" y="2016125"/>
                </a:lnTo>
                <a:lnTo>
                  <a:pt x="2663826" y="2024063"/>
                </a:lnTo>
                <a:lnTo>
                  <a:pt x="2670176" y="2036763"/>
                </a:lnTo>
                <a:lnTo>
                  <a:pt x="2671763" y="2047875"/>
                </a:lnTo>
                <a:lnTo>
                  <a:pt x="2674938" y="2063751"/>
                </a:lnTo>
                <a:lnTo>
                  <a:pt x="2671763" y="2074863"/>
                </a:lnTo>
                <a:lnTo>
                  <a:pt x="2670176" y="2087563"/>
                </a:lnTo>
                <a:lnTo>
                  <a:pt x="2663826" y="2098676"/>
                </a:lnTo>
                <a:lnTo>
                  <a:pt x="2654300" y="2111375"/>
                </a:lnTo>
                <a:lnTo>
                  <a:pt x="3027362" y="2111375"/>
                </a:lnTo>
                <a:lnTo>
                  <a:pt x="3040062" y="2111375"/>
                </a:lnTo>
                <a:lnTo>
                  <a:pt x="3054350" y="2114550"/>
                </a:lnTo>
                <a:lnTo>
                  <a:pt x="3063876" y="2119313"/>
                </a:lnTo>
                <a:lnTo>
                  <a:pt x="3074988" y="2128838"/>
                </a:lnTo>
                <a:lnTo>
                  <a:pt x="3084514" y="2141538"/>
                </a:lnTo>
                <a:lnTo>
                  <a:pt x="3090862" y="2149475"/>
                </a:lnTo>
                <a:lnTo>
                  <a:pt x="3094038" y="2165350"/>
                </a:lnTo>
                <a:lnTo>
                  <a:pt x="3094038" y="2176463"/>
                </a:lnTo>
                <a:lnTo>
                  <a:pt x="3094038" y="2192338"/>
                </a:lnTo>
                <a:lnTo>
                  <a:pt x="3090862" y="2203450"/>
                </a:lnTo>
                <a:lnTo>
                  <a:pt x="3084514" y="2216150"/>
                </a:lnTo>
                <a:lnTo>
                  <a:pt x="3074988" y="2224088"/>
                </a:lnTo>
                <a:lnTo>
                  <a:pt x="3063876" y="2233613"/>
                </a:lnTo>
                <a:lnTo>
                  <a:pt x="3054350" y="2239963"/>
                </a:lnTo>
                <a:lnTo>
                  <a:pt x="3040062" y="2243138"/>
                </a:lnTo>
                <a:lnTo>
                  <a:pt x="3027362" y="2244725"/>
                </a:lnTo>
                <a:lnTo>
                  <a:pt x="2857501" y="2244725"/>
                </a:lnTo>
                <a:lnTo>
                  <a:pt x="2857501" y="3765551"/>
                </a:lnTo>
                <a:lnTo>
                  <a:pt x="2857501" y="3779838"/>
                </a:lnTo>
                <a:lnTo>
                  <a:pt x="2851151" y="3792538"/>
                </a:lnTo>
                <a:lnTo>
                  <a:pt x="2846388" y="3803651"/>
                </a:lnTo>
                <a:lnTo>
                  <a:pt x="2836863" y="3813176"/>
                </a:lnTo>
                <a:lnTo>
                  <a:pt x="2827338" y="3821113"/>
                </a:lnTo>
                <a:lnTo>
                  <a:pt x="2816226" y="3827463"/>
                </a:lnTo>
                <a:lnTo>
                  <a:pt x="2803526" y="3833813"/>
                </a:lnTo>
                <a:lnTo>
                  <a:pt x="2789238" y="3833813"/>
                </a:lnTo>
                <a:lnTo>
                  <a:pt x="2776538" y="3833813"/>
                </a:lnTo>
                <a:lnTo>
                  <a:pt x="2765426" y="3827463"/>
                </a:lnTo>
                <a:lnTo>
                  <a:pt x="2752726" y="3821113"/>
                </a:lnTo>
                <a:lnTo>
                  <a:pt x="2741613" y="3813176"/>
                </a:lnTo>
                <a:lnTo>
                  <a:pt x="2735263" y="3803651"/>
                </a:lnTo>
                <a:lnTo>
                  <a:pt x="2728913" y="3792538"/>
                </a:lnTo>
                <a:lnTo>
                  <a:pt x="2722563" y="3779838"/>
                </a:lnTo>
                <a:lnTo>
                  <a:pt x="2722563" y="3765551"/>
                </a:lnTo>
                <a:lnTo>
                  <a:pt x="2722563" y="2244725"/>
                </a:lnTo>
                <a:lnTo>
                  <a:pt x="274638" y="2244725"/>
                </a:lnTo>
                <a:lnTo>
                  <a:pt x="274638" y="3765551"/>
                </a:lnTo>
                <a:lnTo>
                  <a:pt x="271463" y="3779838"/>
                </a:lnTo>
                <a:lnTo>
                  <a:pt x="268288" y="3792538"/>
                </a:lnTo>
                <a:lnTo>
                  <a:pt x="263526" y="3803651"/>
                </a:lnTo>
                <a:lnTo>
                  <a:pt x="254000" y="3813176"/>
                </a:lnTo>
                <a:lnTo>
                  <a:pt x="244476" y="3821113"/>
                </a:lnTo>
                <a:lnTo>
                  <a:pt x="233363" y="3827463"/>
                </a:lnTo>
                <a:lnTo>
                  <a:pt x="217488" y="3833813"/>
                </a:lnTo>
                <a:lnTo>
                  <a:pt x="206376" y="3833813"/>
                </a:lnTo>
                <a:lnTo>
                  <a:pt x="190500" y="3833813"/>
                </a:lnTo>
                <a:lnTo>
                  <a:pt x="179388" y="3827463"/>
                </a:lnTo>
                <a:lnTo>
                  <a:pt x="166688" y="3821113"/>
                </a:lnTo>
                <a:lnTo>
                  <a:pt x="158750" y="3813176"/>
                </a:lnTo>
                <a:lnTo>
                  <a:pt x="149226" y="3803651"/>
                </a:lnTo>
                <a:lnTo>
                  <a:pt x="142876" y="3792538"/>
                </a:lnTo>
                <a:lnTo>
                  <a:pt x="139700" y="3779838"/>
                </a:lnTo>
                <a:lnTo>
                  <a:pt x="138113" y="3765551"/>
                </a:lnTo>
                <a:lnTo>
                  <a:pt x="138113" y="2244725"/>
                </a:lnTo>
                <a:lnTo>
                  <a:pt x="68263" y="2244725"/>
                </a:lnTo>
                <a:lnTo>
                  <a:pt x="53975" y="2243138"/>
                </a:lnTo>
                <a:lnTo>
                  <a:pt x="41275" y="2239963"/>
                </a:lnTo>
                <a:lnTo>
                  <a:pt x="30163" y="2233613"/>
                </a:lnTo>
                <a:lnTo>
                  <a:pt x="20638" y="2224088"/>
                </a:lnTo>
                <a:lnTo>
                  <a:pt x="12700" y="2216150"/>
                </a:lnTo>
                <a:lnTo>
                  <a:pt x="6350" y="2203450"/>
                </a:lnTo>
                <a:lnTo>
                  <a:pt x="0" y="2192338"/>
                </a:lnTo>
                <a:lnTo>
                  <a:pt x="0" y="2176463"/>
                </a:lnTo>
                <a:lnTo>
                  <a:pt x="0" y="2165350"/>
                </a:lnTo>
                <a:lnTo>
                  <a:pt x="6350" y="2149475"/>
                </a:lnTo>
                <a:lnTo>
                  <a:pt x="12700" y="2141538"/>
                </a:lnTo>
                <a:lnTo>
                  <a:pt x="20638" y="2128838"/>
                </a:lnTo>
                <a:lnTo>
                  <a:pt x="30163" y="2119313"/>
                </a:lnTo>
                <a:lnTo>
                  <a:pt x="41275" y="2114550"/>
                </a:lnTo>
                <a:lnTo>
                  <a:pt x="53975" y="2111375"/>
                </a:lnTo>
                <a:lnTo>
                  <a:pt x="68263" y="2111375"/>
                </a:lnTo>
                <a:lnTo>
                  <a:pt x="1738313" y="2111375"/>
                </a:lnTo>
                <a:lnTo>
                  <a:pt x="1731963" y="2098676"/>
                </a:lnTo>
                <a:lnTo>
                  <a:pt x="1722438" y="2087563"/>
                </a:lnTo>
                <a:lnTo>
                  <a:pt x="1719263" y="2074863"/>
                </a:lnTo>
                <a:lnTo>
                  <a:pt x="1719263" y="2063751"/>
                </a:lnTo>
                <a:lnTo>
                  <a:pt x="1719263" y="2062529"/>
                </a:lnTo>
                <a:lnTo>
                  <a:pt x="1690688" y="2057400"/>
                </a:lnTo>
                <a:lnTo>
                  <a:pt x="1677988" y="2051050"/>
                </a:lnTo>
                <a:lnTo>
                  <a:pt x="1666875" y="2039937"/>
                </a:lnTo>
                <a:lnTo>
                  <a:pt x="1639888" y="2009775"/>
                </a:lnTo>
                <a:lnTo>
                  <a:pt x="1617662" y="1970087"/>
                </a:lnTo>
                <a:lnTo>
                  <a:pt x="1597025" y="1928812"/>
                </a:lnTo>
                <a:lnTo>
                  <a:pt x="1565275" y="1854200"/>
                </a:lnTo>
                <a:lnTo>
                  <a:pt x="1552575" y="1820862"/>
                </a:lnTo>
                <a:lnTo>
                  <a:pt x="1484312" y="1576387"/>
                </a:lnTo>
                <a:lnTo>
                  <a:pt x="1444625" y="1443037"/>
                </a:lnTo>
                <a:lnTo>
                  <a:pt x="1412875" y="1311274"/>
                </a:lnTo>
                <a:lnTo>
                  <a:pt x="1385888" y="1192212"/>
                </a:lnTo>
                <a:lnTo>
                  <a:pt x="1373188" y="1138237"/>
                </a:lnTo>
                <a:lnTo>
                  <a:pt x="1366838" y="1090612"/>
                </a:lnTo>
                <a:lnTo>
                  <a:pt x="1365250" y="1047749"/>
                </a:lnTo>
                <a:lnTo>
                  <a:pt x="1365250" y="1015999"/>
                </a:lnTo>
                <a:lnTo>
                  <a:pt x="1370012" y="989012"/>
                </a:lnTo>
                <a:lnTo>
                  <a:pt x="1376362" y="979487"/>
                </a:lnTo>
                <a:lnTo>
                  <a:pt x="1379538" y="973137"/>
                </a:lnTo>
                <a:lnTo>
                  <a:pt x="1460500" y="935037"/>
                </a:lnTo>
                <a:lnTo>
                  <a:pt x="1738957" y="2015573"/>
                </a:lnTo>
                <a:lnTo>
                  <a:pt x="1749426" y="2006600"/>
                </a:lnTo>
                <a:lnTo>
                  <a:pt x="1758950" y="2000250"/>
                </a:lnTo>
                <a:lnTo>
                  <a:pt x="1773238" y="1993900"/>
                </a:lnTo>
                <a:lnTo>
                  <a:pt x="1785938" y="1993900"/>
                </a:lnTo>
                <a:lnTo>
                  <a:pt x="2264305" y="1993900"/>
                </a:lnTo>
                <a:lnTo>
                  <a:pt x="2257426" y="1985963"/>
                </a:lnTo>
                <a:lnTo>
                  <a:pt x="2244726" y="1958975"/>
                </a:lnTo>
                <a:lnTo>
                  <a:pt x="2236788" y="1928813"/>
                </a:lnTo>
                <a:lnTo>
                  <a:pt x="2233613" y="1898650"/>
                </a:lnTo>
                <a:lnTo>
                  <a:pt x="2236788" y="1868488"/>
                </a:lnTo>
                <a:lnTo>
                  <a:pt x="2244726" y="1839913"/>
                </a:lnTo>
                <a:lnTo>
                  <a:pt x="2260600" y="1812925"/>
                </a:lnTo>
                <a:lnTo>
                  <a:pt x="2278063" y="1792288"/>
                </a:lnTo>
                <a:lnTo>
                  <a:pt x="2301876" y="1773238"/>
                </a:lnTo>
                <a:lnTo>
                  <a:pt x="2328863" y="1758950"/>
                </a:lnTo>
                <a:lnTo>
                  <a:pt x="2359026" y="1749425"/>
                </a:lnTo>
                <a:lnTo>
                  <a:pt x="3084708" y="1528565"/>
                </a:lnTo>
                <a:lnTo>
                  <a:pt x="3311526" y="1152524"/>
                </a:lnTo>
                <a:lnTo>
                  <a:pt x="3349626" y="1084262"/>
                </a:lnTo>
                <a:lnTo>
                  <a:pt x="3368676" y="1050924"/>
                </a:lnTo>
                <a:lnTo>
                  <a:pt x="3389314" y="1017587"/>
                </a:lnTo>
                <a:lnTo>
                  <a:pt x="3413126" y="989012"/>
                </a:lnTo>
                <a:lnTo>
                  <a:pt x="3436938" y="958849"/>
                </a:lnTo>
                <a:lnTo>
                  <a:pt x="3467100" y="935037"/>
                </a:lnTo>
                <a:lnTo>
                  <a:pt x="3467392" y="934856"/>
                </a:lnTo>
                <a:lnTo>
                  <a:pt x="3475038" y="925512"/>
                </a:lnTo>
                <a:lnTo>
                  <a:pt x="3490912" y="911224"/>
                </a:lnTo>
                <a:lnTo>
                  <a:pt x="3505200" y="895349"/>
                </a:lnTo>
                <a:lnTo>
                  <a:pt x="3522244" y="882567"/>
                </a:lnTo>
                <a:lnTo>
                  <a:pt x="3517900" y="884237"/>
                </a:lnTo>
                <a:lnTo>
                  <a:pt x="3475038" y="895350"/>
                </a:lnTo>
                <a:lnTo>
                  <a:pt x="3433762" y="901700"/>
                </a:lnTo>
                <a:lnTo>
                  <a:pt x="3389314" y="908050"/>
                </a:lnTo>
                <a:lnTo>
                  <a:pt x="3344862" y="904875"/>
                </a:lnTo>
                <a:lnTo>
                  <a:pt x="3302000" y="901700"/>
                </a:lnTo>
                <a:lnTo>
                  <a:pt x="3257550" y="890587"/>
                </a:lnTo>
                <a:lnTo>
                  <a:pt x="3213100" y="877887"/>
                </a:lnTo>
                <a:lnTo>
                  <a:pt x="3171826" y="857250"/>
                </a:lnTo>
                <a:lnTo>
                  <a:pt x="3128962" y="836612"/>
                </a:lnTo>
                <a:lnTo>
                  <a:pt x="3094038" y="809625"/>
                </a:lnTo>
                <a:lnTo>
                  <a:pt x="3060700" y="779462"/>
                </a:lnTo>
                <a:lnTo>
                  <a:pt x="3030538" y="749300"/>
                </a:lnTo>
                <a:lnTo>
                  <a:pt x="3003550" y="714375"/>
                </a:lnTo>
                <a:lnTo>
                  <a:pt x="2979738" y="677862"/>
                </a:lnTo>
                <a:lnTo>
                  <a:pt x="2962276" y="639762"/>
                </a:lnTo>
                <a:lnTo>
                  <a:pt x="2944813" y="596900"/>
                </a:lnTo>
                <a:lnTo>
                  <a:pt x="2932113" y="555625"/>
                </a:lnTo>
                <a:lnTo>
                  <a:pt x="2925763" y="514350"/>
                </a:lnTo>
                <a:lnTo>
                  <a:pt x="2922588" y="468312"/>
                </a:lnTo>
                <a:lnTo>
                  <a:pt x="2922588" y="427037"/>
                </a:lnTo>
                <a:lnTo>
                  <a:pt x="2925763" y="382587"/>
                </a:lnTo>
                <a:lnTo>
                  <a:pt x="2938463" y="338137"/>
                </a:lnTo>
                <a:lnTo>
                  <a:pt x="2952750" y="292100"/>
                </a:lnTo>
                <a:lnTo>
                  <a:pt x="2971800" y="250825"/>
                </a:lnTo>
                <a:lnTo>
                  <a:pt x="2992438" y="212725"/>
                </a:lnTo>
                <a:lnTo>
                  <a:pt x="3019426" y="173037"/>
                </a:lnTo>
                <a:lnTo>
                  <a:pt x="3048000" y="141287"/>
                </a:lnTo>
                <a:lnTo>
                  <a:pt x="3078162" y="111125"/>
                </a:lnTo>
                <a:lnTo>
                  <a:pt x="3114676" y="84137"/>
                </a:lnTo>
                <a:lnTo>
                  <a:pt x="3149600" y="60325"/>
                </a:lnTo>
                <a:lnTo>
                  <a:pt x="3189288" y="41275"/>
                </a:lnTo>
                <a:lnTo>
                  <a:pt x="3230562" y="23812"/>
                </a:lnTo>
                <a:lnTo>
                  <a:pt x="3273426" y="12700"/>
                </a:lnTo>
                <a:lnTo>
                  <a:pt x="3314700" y="6350"/>
                </a:lnTo>
                <a:lnTo>
                  <a:pt x="33591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5" name="KSO_Shape">
            <a:extLst>
              <a:ext uri="{FF2B5EF4-FFF2-40B4-BE49-F238E27FC236}">
                <a16:creationId xmlns:a16="http://schemas.microsoft.com/office/drawing/2014/main" id="{B6F33647-17AA-4329-B709-5A18B00E4DFD}"/>
              </a:ext>
            </a:extLst>
          </p:cNvPr>
          <p:cNvSpPr>
            <a:spLocks/>
          </p:cNvSpPr>
          <p:nvPr/>
        </p:nvSpPr>
        <p:spPr bwMode="auto">
          <a:xfrm>
            <a:off x="8310645" y="4499460"/>
            <a:ext cx="958253" cy="670777"/>
          </a:xfrm>
          <a:custGeom>
            <a:avLst/>
            <a:gdLst/>
            <a:ahLst/>
            <a:cxnLst/>
            <a:rect l="0" t="0" r="r" b="b"/>
            <a:pathLst>
              <a:path w="5226050" h="3657600">
                <a:moveTo>
                  <a:pt x="3327400" y="1387475"/>
                </a:moveTo>
                <a:lnTo>
                  <a:pt x="3327400" y="1631950"/>
                </a:lnTo>
                <a:lnTo>
                  <a:pt x="3092450" y="1631950"/>
                </a:lnTo>
                <a:lnTo>
                  <a:pt x="3092450" y="1622425"/>
                </a:lnTo>
                <a:lnTo>
                  <a:pt x="3327400" y="1387475"/>
                </a:lnTo>
                <a:close/>
                <a:moveTo>
                  <a:pt x="3648075" y="1212850"/>
                </a:moveTo>
                <a:lnTo>
                  <a:pt x="3886200" y="1212850"/>
                </a:lnTo>
                <a:lnTo>
                  <a:pt x="3886200" y="1631950"/>
                </a:lnTo>
                <a:lnTo>
                  <a:pt x="3648075" y="1631950"/>
                </a:lnTo>
                <a:lnTo>
                  <a:pt x="3648075" y="1212850"/>
                </a:lnTo>
                <a:close/>
                <a:moveTo>
                  <a:pt x="3498850" y="1212850"/>
                </a:moveTo>
                <a:lnTo>
                  <a:pt x="3606800" y="1212850"/>
                </a:lnTo>
                <a:lnTo>
                  <a:pt x="3606800" y="1631950"/>
                </a:lnTo>
                <a:lnTo>
                  <a:pt x="3368675" y="1631950"/>
                </a:lnTo>
                <a:lnTo>
                  <a:pt x="3368675" y="1343025"/>
                </a:lnTo>
                <a:lnTo>
                  <a:pt x="3498850" y="1212850"/>
                </a:lnTo>
                <a:close/>
                <a:moveTo>
                  <a:pt x="2470150" y="1060450"/>
                </a:moveTo>
                <a:lnTo>
                  <a:pt x="2489200" y="1060450"/>
                </a:lnTo>
                <a:lnTo>
                  <a:pt x="2511425" y="1060450"/>
                </a:lnTo>
                <a:lnTo>
                  <a:pt x="2530475" y="1066800"/>
                </a:lnTo>
                <a:lnTo>
                  <a:pt x="2549525" y="1076325"/>
                </a:lnTo>
                <a:lnTo>
                  <a:pt x="2565400" y="1089025"/>
                </a:lnTo>
                <a:lnTo>
                  <a:pt x="2578100" y="1104900"/>
                </a:lnTo>
                <a:lnTo>
                  <a:pt x="2590800" y="1123950"/>
                </a:lnTo>
                <a:lnTo>
                  <a:pt x="2597150" y="1143000"/>
                </a:lnTo>
                <a:lnTo>
                  <a:pt x="2600325" y="1165225"/>
                </a:lnTo>
                <a:lnTo>
                  <a:pt x="2597150" y="1187450"/>
                </a:lnTo>
                <a:lnTo>
                  <a:pt x="2590800" y="1206500"/>
                </a:lnTo>
                <a:lnTo>
                  <a:pt x="2581275" y="1225550"/>
                </a:lnTo>
                <a:lnTo>
                  <a:pt x="2568575" y="1241425"/>
                </a:lnTo>
                <a:lnTo>
                  <a:pt x="2552700" y="1254125"/>
                </a:lnTo>
                <a:lnTo>
                  <a:pt x="2533650" y="1266825"/>
                </a:lnTo>
                <a:lnTo>
                  <a:pt x="2514600" y="1273175"/>
                </a:lnTo>
                <a:lnTo>
                  <a:pt x="1568371" y="1588585"/>
                </a:lnTo>
                <a:lnTo>
                  <a:pt x="1470025" y="2333625"/>
                </a:lnTo>
                <a:lnTo>
                  <a:pt x="1463675" y="2362200"/>
                </a:lnTo>
                <a:lnTo>
                  <a:pt x="1457325" y="2387600"/>
                </a:lnTo>
                <a:lnTo>
                  <a:pt x="1444625" y="2409825"/>
                </a:lnTo>
                <a:lnTo>
                  <a:pt x="1441450" y="2414588"/>
                </a:lnTo>
                <a:lnTo>
                  <a:pt x="1441450" y="3508375"/>
                </a:lnTo>
                <a:lnTo>
                  <a:pt x="1438275" y="3536950"/>
                </a:lnTo>
                <a:lnTo>
                  <a:pt x="1431925" y="3565525"/>
                </a:lnTo>
                <a:lnTo>
                  <a:pt x="1416050" y="3590925"/>
                </a:lnTo>
                <a:lnTo>
                  <a:pt x="1400175" y="3613150"/>
                </a:lnTo>
                <a:lnTo>
                  <a:pt x="1377950" y="3632200"/>
                </a:lnTo>
                <a:lnTo>
                  <a:pt x="1352550" y="3644900"/>
                </a:lnTo>
                <a:lnTo>
                  <a:pt x="1323975" y="3654425"/>
                </a:lnTo>
                <a:lnTo>
                  <a:pt x="1292225" y="3657600"/>
                </a:lnTo>
                <a:lnTo>
                  <a:pt x="1263650" y="3654425"/>
                </a:lnTo>
                <a:lnTo>
                  <a:pt x="1235075" y="3644900"/>
                </a:lnTo>
                <a:lnTo>
                  <a:pt x="1209675" y="3632200"/>
                </a:lnTo>
                <a:lnTo>
                  <a:pt x="1187450" y="3613150"/>
                </a:lnTo>
                <a:lnTo>
                  <a:pt x="1168400" y="3590925"/>
                </a:lnTo>
                <a:lnTo>
                  <a:pt x="1155700" y="3565525"/>
                </a:lnTo>
                <a:lnTo>
                  <a:pt x="1146175" y="3536950"/>
                </a:lnTo>
                <a:lnTo>
                  <a:pt x="1143000" y="3508375"/>
                </a:lnTo>
                <a:lnTo>
                  <a:pt x="1143000" y="2473801"/>
                </a:lnTo>
                <a:lnTo>
                  <a:pt x="1139825" y="2473325"/>
                </a:lnTo>
                <a:lnTo>
                  <a:pt x="1031875" y="2459831"/>
                </a:lnTo>
                <a:lnTo>
                  <a:pt x="1031875" y="3508375"/>
                </a:lnTo>
                <a:lnTo>
                  <a:pt x="1028700" y="3536950"/>
                </a:lnTo>
                <a:lnTo>
                  <a:pt x="1019175" y="3565525"/>
                </a:lnTo>
                <a:lnTo>
                  <a:pt x="1006475" y="3590925"/>
                </a:lnTo>
                <a:lnTo>
                  <a:pt x="987425" y="3613150"/>
                </a:lnTo>
                <a:lnTo>
                  <a:pt x="965200" y="3632200"/>
                </a:lnTo>
                <a:lnTo>
                  <a:pt x="939800" y="3644900"/>
                </a:lnTo>
                <a:lnTo>
                  <a:pt x="911225" y="3654425"/>
                </a:lnTo>
                <a:lnTo>
                  <a:pt x="882650" y="3657600"/>
                </a:lnTo>
                <a:lnTo>
                  <a:pt x="850900" y="3654425"/>
                </a:lnTo>
                <a:lnTo>
                  <a:pt x="822325" y="3644900"/>
                </a:lnTo>
                <a:lnTo>
                  <a:pt x="796925" y="3632200"/>
                </a:lnTo>
                <a:lnTo>
                  <a:pt x="774700" y="3613150"/>
                </a:lnTo>
                <a:lnTo>
                  <a:pt x="755650" y="3590925"/>
                </a:lnTo>
                <a:lnTo>
                  <a:pt x="742950" y="3565525"/>
                </a:lnTo>
                <a:lnTo>
                  <a:pt x="733425" y="3536950"/>
                </a:lnTo>
                <a:lnTo>
                  <a:pt x="730250" y="3508375"/>
                </a:lnTo>
                <a:lnTo>
                  <a:pt x="730250" y="2397125"/>
                </a:lnTo>
                <a:lnTo>
                  <a:pt x="733425" y="2368550"/>
                </a:lnTo>
                <a:lnTo>
                  <a:pt x="742950" y="2339975"/>
                </a:lnTo>
                <a:lnTo>
                  <a:pt x="743744" y="2338388"/>
                </a:lnTo>
                <a:lnTo>
                  <a:pt x="742950" y="2336800"/>
                </a:lnTo>
                <a:lnTo>
                  <a:pt x="736600" y="2314575"/>
                </a:lnTo>
                <a:lnTo>
                  <a:pt x="730250" y="2292350"/>
                </a:lnTo>
                <a:lnTo>
                  <a:pt x="730250" y="2263775"/>
                </a:lnTo>
                <a:lnTo>
                  <a:pt x="733425" y="2235200"/>
                </a:lnTo>
                <a:lnTo>
                  <a:pt x="825831" y="1545236"/>
                </a:lnTo>
                <a:lnTo>
                  <a:pt x="679450" y="1892300"/>
                </a:lnTo>
                <a:lnTo>
                  <a:pt x="669925" y="1911350"/>
                </a:lnTo>
                <a:lnTo>
                  <a:pt x="669217" y="1912766"/>
                </a:lnTo>
                <a:lnTo>
                  <a:pt x="666750" y="1917700"/>
                </a:lnTo>
                <a:lnTo>
                  <a:pt x="657225" y="1936750"/>
                </a:lnTo>
                <a:lnTo>
                  <a:pt x="641350" y="1952625"/>
                </a:lnTo>
                <a:lnTo>
                  <a:pt x="625475" y="1962150"/>
                </a:lnTo>
                <a:lnTo>
                  <a:pt x="606425" y="1971675"/>
                </a:lnTo>
                <a:lnTo>
                  <a:pt x="584200" y="1974850"/>
                </a:lnTo>
                <a:lnTo>
                  <a:pt x="561975" y="1974850"/>
                </a:lnTo>
                <a:lnTo>
                  <a:pt x="542925" y="1971675"/>
                </a:lnTo>
                <a:lnTo>
                  <a:pt x="76200" y="1774825"/>
                </a:lnTo>
                <a:lnTo>
                  <a:pt x="57150" y="1765300"/>
                </a:lnTo>
                <a:lnTo>
                  <a:pt x="38100" y="1752600"/>
                </a:lnTo>
                <a:lnTo>
                  <a:pt x="25400" y="1739900"/>
                </a:lnTo>
                <a:lnTo>
                  <a:pt x="12700" y="1720850"/>
                </a:lnTo>
                <a:lnTo>
                  <a:pt x="3175" y="1704975"/>
                </a:lnTo>
                <a:lnTo>
                  <a:pt x="0" y="1682750"/>
                </a:lnTo>
                <a:lnTo>
                  <a:pt x="0" y="1660525"/>
                </a:lnTo>
                <a:lnTo>
                  <a:pt x="3175" y="1641475"/>
                </a:lnTo>
                <a:lnTo>
                  <a:pt x="12700" y="1619250"/>
                </a:lnTo>
                <a:lnTo>
                  <a:pt x="22225" y="1603375"/>
                </a:lnTo>
                <a:lnTo>
                  <a:pt x="38100" y="1587500"/>
                </a:lnTo>
                <a:lnTo>
                  <a:pt x="53975" y="1574800"/>
                </a:lnTo>
                <a:lnTo>
                  <a:pt x="73025" y="1568450"/>
                </a:lnTo>
                <a:lnTo>
                  <a:pt x="95250" y="1562100"/>
                </a:lnTo>
                <a:lnTo>
                  <a:pt x="114300" y="1562100"/>
                </a:lnTo>
                <a:lnTo>
                  <a:pt x="136525" y="1568450"/>
                </a:lnTo>
                <a:lnTo>
                  <a:pt x="516862" y="1728864"/>
                </a:lnTo>
                <a:lnTo>
                  <a:pt x="669925" y="1368425"/>
                </a:lnTo>
                <a:lnTo>
                  <a:pt x="679450" y="1346200"/>
                </a:lnTo>
                <a:lnTo>
                  <a:pt x="688975" y="1330325"/>
                </a:lnTo>
                <a:lnTo>
                  <a:pt x="704850" y="1314450"/>
                </a:lnTo>
                <a:lnTo>
                  <a:pt x="714375" y="1304925"/>
                </a:lnTo>
                <a:lnTo>
                  <a:pt x="730250" y="1295400"/>
                </a:lnTo>
                <a:lnTo>
                  <a:pt x="746125" y="1285875"/>
                </a:lnTo>
                <a:lnTo>
                  <a:pt x="787400" y="1273175"/>
                </a:lnTo>
                <a:lnTo>
                  <a:pt x="831850" y="1260475"/>
                </a:lnTo>
                <a:lnTo>
                  <a:pt x="882650" y="1254125"/>
                </a:lnTo>
                <a:lnTo>
                  <a:pt x="936625" y="1250950"/>
                </a:lnTo>
                <a:lnTo>
                  <a:pt x="990600" y="1250950"/>
                </a:lnTo>
                <a:lnTo>
                  <a:pt x="1092200" y="1250950"/>
                </a:lnTo>
                <a:lnTo>
                  <a:pt x="1171575" y="1260475"/>
                </a:lnTo>
                <a:lnTo>
                  <a:pt x="1301750" y="1276350"/>
                </a:lnTo>
                <a:lnTo>
                  <a:pt x="1377950" y="1289050"/>
                </a:lnTo>
                <a:lnTo>
                  <a:pt x="1473200" y="1311275"/>
                </a:lnTo>
                <a:lnTo>
                  <a:pt x="1524000" y="1323975"/>
                </a:lnTo>
                <a:lnTo>
                  <a:pt x="1571625" y="1339850"/>
                </a:lnTo>
                <a:lnTo>
                  <a:pt x="1604727" y="1351672"/>
                </a:lnTo>
                <a:lnTo>
                  <a:pt x="2470150" y="1060450"/>
                </a:lnTo>
                <a:close/>
                <a:moveTo>
                  <a:pt x="4162425" y="914400"/>
                </a:moveTo>
                <a:lnTo>
                  <a:pt x="4162425" y="1631950"/>
                </a:lnTo>
                <a:lnTo>
                  <a:pt x="3924300" y="1631950"/>
                </a:lnTo>
                <a:lnTo>
                  <a:pt x="3924300" y="1168400"/>
                </a:lnTo>
                <a:lnTo>
                  <a:pt x="4162425" y="914400"/>
                </a:lnTo>
                <a:close/>
                <a:moveTo>
                  <a:pt x="1193800" y="593725"/>
                </a:moveTo>
                <a:lnTo>
                  <a:pt x="1228725" y="596900"/>
                </a:lnTo>
                <a:lnTo>
                  <a:pt x="1260475" y="603250"/>
                </a:lnTo>
                <a:lnTo>
                  <a:pt x="1289050" y="612775"/>
                </a:lnTo>
                <a:lnTo>
                  <a:pt x="1317625" y="625475"/>
                </a:lnTo>
                <a:lnTo>
                  <a:pt x="1346200" y="638175"/>
                </a:lnTo>
                <a:lnTo>
                  <a:pt x="1371600" y="657225"/>
                </a:lnTo>
                <a:lnTo>
                  <a:pt x="1397000" y="676275"/>
                </a:lnTo>
                <a:lnTo>
                  <a:pt x="1419225" y="698500"/>
                </a:lnTo>
                <a:lnTo>
                  <a:pt x="1438275" y="720725"/>
                </a:lnTo>
                <a:lnTo>
                  <a:pt x="1454150" y="746125"/>
                </a:lnTo>
                <a:lnTo>
                  <a:pt x="1470025" y="771525"/>
                </a:lnTo>
                <a:lnTo>
                  <a:pt x="1482725" y="800100"/>
                </a:lnTo>
                <a:lnTo>
                  <a:pt x="1492250" y="828675"/>
                </a:lnTo>
                <a:lnTo>
                  <a:pt x="1498600" y="860425"/>
                </a:lnTo>
                <a:lnTo>
                  <a:pt x="1501775" y="892175"/>
                </a:lnTo>
                <a:lnTo>
                  <a:pt x="1501775" y="923925"/>
                </a:lnTo>
                <a:lnTo>
                  <a:pt x="1498600" y="955675"/>
                </a:lnTo>
                <a:lnTo>
                  <a:pt x="1495425" y="987425"/>
                </a:lnTo>
                <a:lnTo>
                  <a:pt x="1485900" y="1019175"/>
                </a:lnTo>
                <a:lnTo>
                  <a:pt x="1473200" y="1047750"/>
                </a:lnTo>
                <a:lnTo>
                  <a:pt x="1457325" y="1073150"/>
                </a:lnTo>
                <a:lnTo>
                  <a:pt x="1441450" y="1101725"/>
                </a:lnTo>
                <a:lnTo>
                  <a:pt x="1422400" y="1123950"/>
                </a:lnTo>
                <a:lnTo>
                  <a:pt x="1400175" y="1146175"/>
                </a:lnTo>
                <a:lnTo>
                  <a:pt x="1377950" y="1165225"/>
                </a:lnTo>
                <a:lnTo>
                  <a:pt x="1352550" y="1184275"/>
                </a:lnTo>
                <a:lnTo>
                  <a:pt x="1327150" y="1196975"/>
                </a:lnTo>
                <a:lnTo>
                  <a:pt x="1298575" y="1209675"/>
                </a:lnTo>
                <a:lnTo>
                  <a:pt x="1270000" y="1219200"/>
                </a:lnTo>
                <a:lnTo>
                  <a:pt x="1238250" y="1225550"/>
                </a:lnTo>
                <a:lnTo>
                  <a:pt x="1206500" y="1228725"/>
                </a:lnTo>
                <a:lnTo>
                  <a:pt x="1174750" y="1231900"/>
                </a:lnTo>
                <a:lnTo>
                  <a:pt x="1143000" y="1228725"/>
                </a:lnTo>
                <a:lnTo>
                  <a:pt x="1111250" y="1222375"/>
                </a:lnTo>
                <a:lnTo>
                  <a:pt x="1079500" y="1212850"/>
                </a:lnTo>
                <a:lnTo>
                  <a:pt x="1050925" y="1200150"/>
                </a:lnTo>
                <a:lnTo>
                  <a:pt x="1022350" y="1187450"/>
                </a:lnTo>
                <a:lnTo>
                  <a:pt x="996950" y="1168400"/>
                </a:lnTo>
                <a:lnTo>
                  <a:pt x="974725" y="1149350"/>
                </a:lnTo>
                <a:lnTo>
                  <a:pt x="952500" y="1130300"/>
                </a:lnTo>
                <a:lnTo>
                  <a:pt x="933450" y="1104900"/>
                </a:lnTo>
                <a:lnTo>
                  <a:pt x="914400" y="1079500"/>
                </a:lnTo>
                <a:lnTo>
                  <a:pt x="901700" y="1054100"/>
                </a:lnTo>
                <a:lnTo>
                  <a:pt x="889000" y="1025525"/>
                </a:lnTo>
                <a:lnTo>
                  <a:pt x="879475" y="996950"/>
                </a:lnTo>
                <a:lnTo>
                  <a:pt x="873125" y="965200"/>
                </a:lnTo>
                <a:lnTo>
                  <a:pt x="866775" y="936625"/>
                </a:lnTo>
                <a:lnTo>
                  <a:pt x="866775" y="904875"/>
                </a:lnTo>
                <a:lnTo>
                  <a:pt x="869950" y="869950"/>
                </a:lnTo>
                <a:lnTo>
                  <a:pt x="876300" y="838200"/>
                </a:lnTo>
                <a:lnTo>
                  <a:pt x="885825" y="809625"/>
                </a:lnTo>
                <a:lnTo>
                  <a:pt x="895350" y="777875"/>
                </a:lnTo>
                <a:lnTo>
                  <a:pt x="911225" y="752475"/>
                </a:lnTo>
                <a:lnTo>
                  <a:pt x="927100" y="727075"/>
                </a:lnTo>
                <a:lnTo>
                  <a:pt x="946150" y="701675"/>
                </a:lnTo>
                <a:lnTo>
                  <a:pt x="968375" y="679450"/>
                </a:lnTo>
                <a:lnTo>
                  <a:pt x="990600" y="660400"/>
                </a:lnTo>
                <a:lnTo>
                  <a:pt x="1016000" y="644525"/>
                </a:lnTo>
                <a:lnTo>
                  <a:pt x="1044575" y="628650"/>
                </a:lnTo>
                <a:lnTo>
                  <a:pt x="1073150" y="615950"/>
                </a:lnTo>
                <a:lnTo>
                  <a:pt x="1101725" y="606425"/>
                </a:lnTo>
                <a:lnTo>
                  <a:pt x="1130300" y="600075"/>
                </a:lnTo>
                <a:lnTo>
                  <a:pt x="1162050" y="596900"/>
                </a:lnTo>
                <a:lnTo>
                  <a:pt x="1193800" y="593725"/>
                </a:lnTo>
                <a:close/>
                <a:moveTo>
                  <a:pt x="3930650" y="523875"/>
                </a:moveTo>
                <a:lnTo>
                  <a:pt x="4273550" y="523875"/>
                </a:lnTo>
                <a:lnTo>
                  <a:pt x="4289425" y="527050"/>
                </a:lnTo>
                <a:lnTo>
                  <a:pt x="4295775" y="527050"/>
                </a:lnTo>
                <a:lnTo>
                  <a:pt x="4302125" y="530225"/>
                </a:lnTo>
                <a:lnTo>
                  <a:pt x="4311650" y="533400"/>
                </a:lnTo>
                <a:lnTo>
                  <a:pt x="4318000" y="536575"/>
                </a:lnTo>
                <a:lnTo>
                  <a:pt x="4327525" y="546100"/>
                </a:lnTo>
                <a:lnTo>
                  <a:pt x="4337050" y="558800"/>
                </a:lnTo>
                <a:lnTo>
                  <a:pt x="4340225" y="565150"/>
                </a:lnTo>
                <a:lnTo>
                  <a:pt x="4343400" y="571500"/>
                </a:lnTo>
                <a:lnTo>
                  <a:pt x="4346575" y="581025"/>
                </a:lnTo>
                <a:lnTo>
                  <a:pt x="4349750" y="587375"/>
                </a:lnTo>
                <a:lnTo>
                  <a:pt x="4349750" y="603250"/>
                </a:lnTo>
                <a:lnTo>
                  <a:pt x="4349750" y="908050"/>
                </a:lnTo>
                <a:lnTo>
                  <a:pt x="4349750" y="920750"/>
                </a:lnTo>
                <a:lnTo>
                  <a:pt x="4343400" y="936625"/>
                </a:lnTo>
                <a:lnTo>
                  <a:pt x="4337050" y="949325"/>
                </a:lnTo>
                <a:lnTo>
                  <a:pt x="4327525" y="962025"/>
                </a:lnTo>
                <a:lnTo>
                  <a:pt x="4318000" y="971550"/>
                </a:lnTo>
                <a:lnTo>
                  <a:pt x="4305300" y="977900"/>
                </a:lnTo>
                <a:lnTo>
                  <a:pt x="4289425" y="981075"/>
                </a:lnTo>
                <a:lnTo>
                  <a:pt x="4273550" y="984250"/>
                </a:lnTo>
                <a:lnTo>
                  <a:pt x="4257675" y="981075"/>
                </a:lnTo>
                <a:lnTo>
                  <a:pt x="4244975" y="977900"/>
                </a:lnTo>
                <a:lnTo>
                  <a:pt x="4229100" y="971550"/>
                </a:lnTo>
                <a:lnTo>
                  <a:pt x="4219575" y="962025"/>
                </a:lnTo>
                <a:lnTo>
                  <a:pt x="4210050" y="949325"/>
                </a:lnTo>
                <a:lnTo>
                  <a:pt x="4203700" y="936625"/>
                </a:lnTo>
                <a:lnTo>
                  <a:pt x="4197350" y="920750"/>
                </a:lnTo>
                <a:lnTo>
                  <a:pt x="4197350" y="908050"/>
                </a:lnTo>
                <a:lnTo>
                  <a:pt x="4197350" y="787400"/>
                </a:lnTo>
                <a:lnTo>
                  <a:pt x="3873500" y="1127125"/>
                </a:lnTo>
                <a:lnTo>
                  <a:pt x="3863975" y="1136650"/>
                </a:lnTo>
                <a:lnTo>
                  <a:pt x="3851275" y="1146175"/>
                </a:lnTo>
                <a:lnTo>
                  <a:pt x="3838575" y="1152525"/>
                </a:lnTo>
                <a:lnTo>
                  <a:pt x="3825875" y="1158875"/>
                </a:lnTo>
                <a:lnTo>
                  <a:pt x="3813175" y="1158875"/>
                </a:lnTo>
                <a:lnTo>
                  <a:pt x="3810000" y="1158875"/>
                </a:lnTo>
                <a:lnTo>
                  <a:pt x="3806825" y="1158875"/>
                </a:lnTo>
                <a:lnTo>
                  <a:pt x="3473450" y="1162050"/>
                </a:lnTo>
                <a:lnTo>
                  <a:pt x="3022600" y="1612900"/>
                </a:lnTo>
                <a:lnTo>
                  <a:pt x="3009900" y="1622425"/>
                </a:lnTo>
                <a:lnTo>
                  <a:pt x="2997200" y="1628775"/>
                </a:lnTo>
                <a:lnTo>
                  <a:pt x="2981325" y="1631950"/>
                </a:lnTo>
                <a:lnTo>
                  <a:pt x="2968625" y="1635125"/>
                </a:lnTo>
                <a:lnTo>
                  <a:pt x="2952750" y="1631950"/>
                </a:lnTo>
                <a:lnTo>
                  <a:pt x="2940050" y="1628775"/>
                </a:lnTo>
                <a:lnTo>
                  <a:pt x="2924175" y="1622425"/>
                </a:lnTo>
                <a:lnTo>
                  <a:pt x="2914650" y="1612900"/>
                </a:lnTo>
                <a:lnTo>
                  <a:pt x="2901950" y="1600200"/>
                </a:lnTo>
                <a:lnTo>
                  <a:pt x="2895600" y="1587500"/>
                </a:lnTo>
                <a:lnTo>
                  <a:pt x="2892425" y="1571625"/>
                </a:lnTo>
                <a:lnTo>
                  <a:pt x="2889250" y="1555750"/>
                </a:lnTo>
                <a:lnTo>
                  <a:pt x="2892425" y="1543050"/>
                </a:lnTo>
                <a:lnTo>
                  <a:pt x="2895600" y="1527175"/>
                </a:lnTo>
                <a:lnTo>
                  <a:pt x="2901950" y="1514475"/>
                </a:lnTo>
                <a:lnTo>
                  <a:pt x="2914650" y="1501775"/>
                </a:lnTo>
                <a:lnTo>
                  <a:pt x="3371850" y="1044575"/>
                </a:lnTo>
                <a:lnTo>
                  <a:pt x="3381375" y="1031875"/>
                </a:lnTo>
                <a:lnTo>
                  <a:pt x="3394075" y="1019175"/>
                </a:lnTo>
                <a:lnTo>
                  <a:pt x="3409950" y="1012825"/>
                </a:lnTo>
                <a:lnTo>
                  <a:pt x="3425825" y="1009650"/>
                </a:lnTo>
                <a:lnTo>
                  <a:pt x="3435350" y="1006475"/>
                </a:lnTo>
                <a:lnTo>
                  <a:pt x="3438525" y="1006475"/>
                </a:lnTo>
                <a:lnTo>
                  <a:pt x="3441700" y="1006475"/>
                </a:lnTo>
                <a:lnTo>
                  <a:pt x="3775075" y="1006475"/>
                </a:lnTo>
                <a:lnTo>
                  <a:pt x="4086225" y="679450"/>
                </a:lnTo>
                <a:lnTo>
                  <a:pt x="3930650" y="679450"/>
                </a:lnTo>
                <a:lnTo>
                  <a:pt x="3914775" y="676275"/>
                </a:lnTo>
                <a:lnTo>
                  <a:pt x="3902075" y="673100"/>
                </a:lnTo>
                <a:lnTo>
                  <a:pt x="3886200" y="666750"/>
                </a:lnTo>
                <a:lnTo>
                  <a:pt x="3876675" y="657225"/>
                </a:lnTo>
                <a:lnTo>
                  <a:pt x="3867150" y="644525"/>
                </a:lnTo>
                <a:lnTo>
                  <a:pt x="3860800" y="631825"/>
                </a:lnTo>
                <a:lnTo>
                  <a:pt x="3854450" y="615950"/>
                </a:lnTo>
                <a:lnTo>
                  <a:pt x="3854450" y="603250"/>
                </a:lnTo>
                <a:lnTo>
                  <a:pt x="3854450" y="587375"/>
                </a:lnTo>
                <a:lnTo>
                  <a:pt x="3860800" y="571500"/>
                </a:lnTo>
                <a:lnTo>
                  <a:pt x="3867150" y="558800"/>
                </a:lnTo>
                <a:lnTo>
                  <a:pt x="3876675" y="546100"/>
                </a:lnTo>
                <a:lnTo>
                  <a:pt x="3886200" y="536575"/>
                </a:lnTo>
                <a:lnTo>
                  <a:pt x="3902075" y="530225"/>
                </a:lnTo>
                <a:lnTo>
                  <a:pt x="3914775" y="527050"/>
                </a:lnTo>
                <a:lnTo>
                  <a:pt x="3930650" y="523875"/>
                </a:lnTo>
                <a:close/>
                <a:moveTo>
                  <a:pt x="3302000" y="285750"/>
                </a:moveTo>
                <a:lnTo>
                  <a:pt x="3333750" y="317500"/>
                </a:lnTo>
                <a:lnTo>
                  <a:pt x="2622550" y="1104900"/>
                </a:lnTo>
                <a:lnTo>
                  <a:pt x="2543175" y="1028700"/>
                </a:lnTo>
                <a:lnTo>
                  <a:pt x="3302000" y="285750"/>
                </a:lnTo>
                <a:close/>
                <a:moveTo>
                  <a:pt x="2543175" y="0"/>
                </a:moveTo>
                <a:lnTo>
                  <a:pt x="4841875" y="0"/>
                </a:lnTo>
                <a:lnTo>
                  <a:pt x="4879975" y="3175"/>
                </a:lnTo>
                <a:lnTo>
                  <a:pt x="4918075" y="6350"/>
                </a:lnTo>
                <a:lnTo>
                  <a:pt x="4956175" y="15875"/>
                </a:lnTo>
                <a:lnTo>
                  <a:pt x="4991100" y="28575"/>
                </a:lnTo>
                <a:lnTo>
                  <a:pt x="5026025" y="47625"/>
                </a:lnTo>
                <a:lnTo>
                  <a:pt x="5057775" y="66675"/>
                </a:lnTo>
                <a:lnTo>
                  <a:pt x="5086350" y="88900"/>
                </a:lnTo>
                <a:lnTo>
                  <a:pt x="5111750" y="111125"/>
                </a:lnTo>
                <a:lnTo>
                  <a:pt x="5137150" y="139700"/>
                </a:lnTo>
                <a:lnTo>
                  <a:pt x="5159375" y="168275"/>
                </a:lnTo>
                <a:lnTo>
                  <a:pt x="5178425" y="200025"/>
                </a:lnTo>
                <a:lnTo>
                  <a:pt x="5194300" y="234950"/>
                </a:lnTo>
                <a:lnTo>
                  <a:pt x="5207000" y="269875"/>
                </a:lnTo>
                <a:lnTo>
                  <a:pt x="5216525" y="304800"/>
                </a:lnTo>
                <a:lnTo>
                  <a:pt x="5222875" y="342900"/>
                </a:lnTo>
                <a:lnTo>
                  <a:pt x="5226050" y="384175"/>
                </a:lnTo>
                <a:lnTo>
                  <a:pt x="5226050" y="1739900"/>
                </a:lnTo>
                <a:lnTo>
                  <a:pt x="5222875" y="1778000"/>
                </a:lnTo>
                <a:lnTo>
                  <a:pt x="5216525" y="1816100"/>
                </a:lnTo>
                <a:lnTo>
                  <a:pt x="5207000" y="1854200"/>
                </a:lnTo>
                <a:lnTo>
                  <a:pt x="5194300" y="1889125"/>
                </a:lnTo>
                <a:lnTo>
                  <a:pt x="5178425" y="1920875"/>
                </a:lnTo>
                <a:lnTo>
                  <a:pt x="5159375" y="1952625"/>
                </a:lnTo>
                <a:lnTo>
                  <a:pt x="5137150" y="1984375"/>
                </a:lnTo>
                <a:lnTo>
                  <a:pt x="5111750" y="2009775"/>
                </a:lnTo>
                <a:lnTo>
                  <a:pt x="5086350" y="2035175"/>
                </a:lnTo>
                <a:lnTo>
                  <a:pt x="5057775" y="2057400"/>
                </a:lnTo>
                <a:lnTo>
                  <a:pt x="5026025" y="2076450"/>
                </a:lnTo>
                <a:lnTo>
                  <a:pt x="4991100" y="2092325"/>
                </a:lnTo>
                <a:lnTo>
                  <a:pt x="4956175" y="2105025"/>
                </a:lnTo>
                <a:lnTo>
                  <a:pt x="4918075" y="2114550"/>
                </a:lnTo>
                <a:lnTo>
                  <a:pt x="4879975" y="2120900"/>
                </a:lnTo>
                <a:lnTo>
                  <a:pt x="4841875" y="2120900"/>
                </a:lnTo>
                <a:lnTo>
                  <a:pt x="2543175" y="2120900"/>
                </a:lnTo>
                <a:lnTo>
                  <a:pt x="2505075" y="2120900"/>
                </a:lnTo>
                <a:lnTo>
                  <a:pt x="2466975" y="2114550"/>
                </a:lnTo>
                <a:lnTo>
                  <a:pt x="2428875" y="2105025"/>
                </a:lnTo>
                <a:lnTo>
                  <a:pt x="2393950" y="2092325"/>
                </a:lnTo>
                <a:lnTo>
                  <a:pt x="2362200" y="2076450"/>
                </a:lnTo>
                <a:lnTo>
                  <a:pt x="2330450" y="2057400"/>
                </a:lnTo>
                <a:lnTo>
                  <a:pt x="2298700" y="2035175"/>
                </a:lnTo>
                <a:lnTo>
                  <a:pt x="2273300" y="2009775"/>
                </a:lnTo>
                <a:lnTo>
                  <a:pt x="2247900" y="1984375"/>
                </a:lnTo>
                <a:lnTo>
                  <a:pt x="2225675" y="1952625"/>
                </a:lnTo>
                <a:lnTo>
                  <a:pt x="2206625" y="1920875"/>
                </a:lnTo>
                <a:lnTo>
                  <a:pt x="2190750" y="1889125"/>
                </a:lnTo>
                <a:lnTo>
                  <a:pt x="2178050" y="1854200"/>
                </a:lnTo>
                <a:lnTo>
                  <a:pt x="2168525" y="1816100"/>
                </a:lnTo>
                <a:lnTo>
                  <a:pt x="2162175" y="1778000"/>
                </a:lnTo>
                <a:lnTo>
                  <a:pt x="2159000" y="1739900"/>
                </a:lnTo>
                <a:lnTo>
                  <a:pt x="2159000" y="1435100"/>
                </a:lnTo>
                <a:lnTo>
                  <a:pt x="2241550" y="1406525"/>
                </a:lnTo>
                <a:lnTo>
                  <a:pt x="2324100" y="1374775"/>
                </a:lnTo>
                <a:lnTo>
                  <a:pt x="2324100" y="1739900"/>
                </a:lnTo>
                <a:lnTo>
                  <a:pt x="2324100" y="1762125"/>
                </a:lnTo>
                <a:lnTo>
                  <a:pt x="2327275" y="1784350"/>
                </a:lnTo>
                <a:lnTo>
                  <a:pt x="2333625" y="1803400"/>
                </a:lnTo>
                <a:lnTo>
                  <a:pt x="2339975" y="1825625"/>
                </a:lnTo>
                <a:lnTo>
                  <a:pt x="2349500" y="1844675"/>
                </a:lnTo>
                <a:lnTo>
                  <a:pt x="2362200" y="1863725"/>
                </a:lnTo>
                <a:lnTo>
                  <a:pt x="2374900" y="1879600"/>
                </a:lnTo>
                <a:lnTo>
                  <a:pt x="2387600" y="1895475"/>
                </a:lnTo>
                <a:lnTo>
                  <a:pt x="2403475" y="1908175"/>
                </a:lnTo>
                <a:lnTo>
                  <a:pt x="2419350" y="1920875"/>
                </a:lnTo>
                <a:lnTo>
                  <a:pt x="2438400" y="1933575"/>
                </a:lnTo>
                <a:lnTo>
                  <a:pt x="2457450" y="1943100"/>
                </a:lnTo>
                <a:lnTo>
                  <a:pt x="2476500" y="1949450"/>
                </a:lnTo>
                <a:lnTo>
                  <a:pt x="2498725" y="1955800"/>
                </a:lnTo>
                <a:lnTo>
                  <a:pt x="2520950" y="1958975"/>
                </a:lnTo>
                <a:lnTo>
                  <a:pt x="2543175" y="1958975"/>
                </a:lnTo>
                <a:lnTo>
                  <a:pt x="4841875" y="1958975"/>
                </a:lnTo>
                <a:lnTo>
                  <a:pt x="4864100" y="1958975"/>
                </a:lnTo>
                <a:lnTo>
                  <a:pt x="4886325" y="1955800"/>
                </a:lnTo>
                <a:lnTo>
                  <a:pt x="4908550" y="1949450"/>
                </a:lnTo>
                <a:lnTo>
                  <a:pt x="4927600" y="1943100"/>
                </a:lnTo>
                <a:lnTo>
                  <a:pt x="4946650" y="1933575"/>
                </a:lnTo>
                <a:lnTo>
                  <a:pt x="4965700" y="1920875"/>
                </a:lnTo>
                <a:lnTo>
                  <a:pt x="4981575" y="1908175"/>
                </a:lnTo>
                <a:lnTo>
                  <a:pt x="4997450" y="1895475"/>
                </a:lnTo>
                <a:lnTo>
                  <a:pt x="5013325" y="1879600"/>
                </a:lnTo>
                <a:lnTo>
                  <a:pt x="5026025" y="1863725"/>
                </a:lnTo>
                <a:lnTo>
                  <a:pt x="5035550" y="1844675"/>
                </a:lnTo>
                <a:lnTo>
                  <a:pt x="5045075" y="1825625"/>
                </a:lnTo>
                <a:lnTo>
                  <a:pt x="5051425" y="1803400"/>
                </a:lnTo>
                <a:lnTo>
                  <a:pt x="5057775" y="1784350"/>
                </a:lnTo>
                <a:lnTo>
                  <a:pt x="5060950" y="1762125"/>
                </a:lnTo>
                <a:lnTo>
                  <a:pt x="5060950" y="1739900"/>
                </a:lnTo>
                <a:lnTo>
                  <a:pt x="5060950" y="384175"/>
                </a:lnTo>
                <a:lnTo>
                  <a:pt x="5060950" y="361950"/>
                </a:lnTo>
                <a:lnTo>
                  <a:pt x="5057775" y="339725"/>
                </a:lnTo>
                <a:lnTo>
                  <a:pt x="5051425" y="317500"/>
                </a:lnTo>
                <a:lnTo>
                  <a:pt x="5045075" y="298450"/>
                </a:lnTo>
                <a:lnTo>
                  <a:pt x="5035550" y="279400"/>
                </a:lnTo>
                <a:lnTo>
                  <a:pt x="5026025" y="260350"/>
                </a:lnTo>
                <a:lnTo>
                  <a:pt x="5013325" y="244475"/>
                </a:lnTo>
                <a:lnTo>
                  <a:pt x="4997450" y="228600"/>
                </a:lnTo>
                <a:lnTo>
                  <a:pt x="4981575" y="212725"/>
                </a:lnTo>
                <a:lnTo>
                  <a:pt x="4965700" y="200025"/>
                </a:lnTo>
                <a:lnTo>
                  <a:pt x="4946650" y="190500"/>
                </a:lnTo>
                <a:lnTo>
                  <a:pt x="4927600" y="180975"/>
                </a:lnTo>
                <a:lnTo>
                  <a:pt x="4908550" y="171450"/>
                </a:lnTo>
                <a:lnTo>
                  <a:pt x="4886325" y="168275"/>
                </a:lnTo>
                <a:lnTo>
                  <a:pt x="4864100" y="165100"/>
                </a:lnTo>
                <a:lnTo>
                  <a:pt x="4841875" y="161925"/>
                </a:lnTo>
                <a:lnTo>
                  <a:pt x="2543175" y="161925"/>
                </a:lnTo>
                <a:lnTo>
                  <a:pt x="2520950" y="165100"/>
                </a:lnTo>
                <a:lnTo>
                  <a:pt x="2498725" y="168275"/>
                </a:lnTo>
                <a:lnTo>
                  <a:pt x="2476500" y="171450"/>
                </a:lnTo>
                <a:lnTo>
                  <a:pt x="2457450" y="180975"/>
                </a:lnTo>
                <a:lnTo>
                  <a:pt x="2438400" y="190500"/>
                </a:lnTo>
                <a:lnTo>
                  <a:pt x="2419350" y="200025"/>
                </a:lnTo>
                <a:lnTo>
                  <a:pt x="2403475" y="212725"/>
                </a:lnTo>
                <a:lnTo>
                  <a:pt x="2387600" y="228600"/>
                </a:lnTo>
                <a:lnTo>
                  <a:pt x="2374900" y="244475"/>
                </a:lnTo>
                <a:lnTo>
                  <a:pt x="2362200" y="260350"/>
                </a:lnTo>
                <a:lnTo>
                  <a:pt x="2349500" y="279400"/>
                </a:lnTo>
                <a:lnTo>
                  <a:pt x="2339975" y="298450"/>
                </a:lnTo>
                <a:lnTo>
                  <a:pt x="2333625" y="317500"/>
                </a:lnTo>
                <a:lnTo>
                  <a:pt x="2327275" y="339725"/>
                </a:lnTo>
                <a:lnTo>
                  <a:pt x="2324100" y="361950"/>
                </a:lnTo>
                <a:lnTo>
                  <a:pt x="2324100" y="384175"/>
                </a:lnTo>
                <a:lnTo>
                  <a:pt x="2324100" y="1066800"/>
                </a:lnTo>
                <a:lnTo>
                  <a:pt x="2241550" y="1089025"/>
                </a:lnTo>
                <a:lnTo>
                  <a:pt x="2159000" y="1117600"/>
                </a:lnTo>
                <a:lnTo>
                  <a:pt x="2159000" y="384175"/>
                </a:lnTo>
                <a:lnTo>
                  <a:pt x="2162175" y="342900"/>
                </a:lnTo>
                <a:lnTo>
                  <a:pt x="2168525" y="304800"/>
                </a:lnTo>
                <a:lnTo>
                  <a:pt x="2178050" y="269875"/>
                </a:lnTo>
                <a:lnTo>
                  <a:pt x="2190750" y="234950"/>
                </a:lnTo>
                <a:lnTo>
                  <a:pt x="2206625" y="200025"/>
                </a:lnTo>
                <a:lnTo>
                  <a:pt x="2225675" y="168275"/>
                </a:lnTo>
                <a:lnTo>
                  <a:pt x="2247900" y="139700"/>
                </a:lnTo>
                <a:lnTo>
                  <a:pt x="2273300" y="111125"/>
                </a:lnTo>
                <a:lnTo>
                  <a:pt x="2298700" y="88900"/>
                </a:lnTo>
                <a:lnTo>
                  <a:pt x="2330450" y="66675"/>
                </a:lnTo>
                <a:lnTo>
                  <a:pt x="2362200" y="47625"/>
                </a:lnTo>
                <a:lnTo>
                  <a:pt x="2393950" y="28575"/>
                </a:lnTo>
                <a:lnTo>
                  <a:pt x="2428875" y="15875"/>
                </a:lnTo>
                <a:lnTo>
                  <a:pt x="2466975" y="6350"/>
                </a:lnTo>
                <a:lnTo>
                  <a:pt x="2505075" y="3175"/>
                </a:lnTo>
                <a:lnTo>
                  <a:pt x="254317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6" name="KSO_Shape">
            <a:extLst>
              <a:ext uri="{FF2B5EF4-FFF2-40B4-BE49-F238E27FC236}">
                <a16:creationId xmlns:a16="http://schemas.microsoft.com/office/drawing/2014/main" id="{4376D507-942D-4BE5-8020-FA9E38B59499}"/>
              </a:ext>
            </a:extLst>
          </p:cNvPr>
          <p:cNvSpPr>
            <a:spLocks/>
          </p:cNvSpPr>
          <p:nvPr/>
        </p:nvSpPr>
        <p:spPr bwMode="auto">
          <a:xfrm>
            <a:off x="606303" y="4454686"/>
            <a:ext cx="958252" cy="658000"/>
          </a:xfrm>
          <a:custGeom>
            <a:avLst/>
            <a:gdLst>
              <a:gd name="T0" fmla="*/ 2147483646 w 112"/>
              <a:gd name="T1" fmla="*/ 2147483646 h 77"/>
              <a:gd name="T2" fmla="*/ 2147483646 w 112"/>
              <a:gd name="T3" fmla="*/ 2147483646 h 77"/>
              <a:gd name="T4" fmla="*/ 2147483646 w 112"/>
              <a:gd name="T5" fmla="*/ 2147483646 h 77"/>
              <a:gd name="T6" fmla="*/ 2147483646 w 112"/>
              <a:gd name="T7" fmla="*/ 2147483646 h 77"/>
              <a:gd name="T8" fmla="*/ 2147483646 w 112"/>
              <a:gd name="T9" fmla="*/ 2147483646 h 77"/>
              <a:gd name="T10" fmla="*/ 0 w 112"/>
              <a:gd name="T11" fmla="*/ 2147483646 h 77"/>
              <a:gd name="T12" fmla="*/ 2147483646 w 112"/>
              <a:gd name="T13" fmla="*/ 2147483646 h 77"/>
              <a:gd name="T14" fmla="*/ 2147483646 w 112"/>
              <a:gd name="T15" fmla="*/ 2147483646 h 77"/>
              <a:gd name="T16" fmla="*/ 2147483646 w 112"/>
              <a:gd name="T17" fmla="*/ 2147483646 h 77"/>
              <a:gd name="T18" fmla="*/ 2147483646 w 112"/>
              <a:gd name="T19" fmla="*/ 2147483646 h 77"/>
              <a:gd name="T20" fmla="*/ 2147483646 w 112"/>
              <a:gd name="T21" fmla="*/ 2147483646 h 77"/>
              <a:gd name="T22" fmla="*/ 2147483646 w 112"/>
              <a:gd name="T23" fmla="*/ 2147483646 h 77"/>
              <a:gd name="T24" fmla="*/ 2147483646 w 112"/>
              <a:gd name="T25" fmla="*/ 2147483646 h 77"/>
              <a:gd name="T26" fmla="*/ 2147483646 w 112"/>
              <a:gd name="T27" fmla="*/ 2147483646 h 77"/>
              <a:gd name="T28" fmla="*/ 2147483646 w 112"/>
              <a:gd name="T29" fmla="*/ 2147483646 h 77"/>
              <a:gd name="T30" fmla="*/ 2147483646 w 112"/>
              <a:gd name="T31" fmla="*/ 2147483646 h 77"/>
              <a:gd name="T32" fmla="*/ 2147483646 w 112"/>
              <a:gd name="T33" fmla="*/ 2147483646 h 77"/>
              <a:gd name="T34" fmla="*/ 2147483646 w 112"/>
              <a:gd name="T35" fmla="*/ 2147483646 h 77"/>
              <a:gd name="T36" fmla="*/ 2147483646 w 112"/>
              <a:gd name="T37" fmla="*/ 2147483646 h 77"/>
              <a:gd name="T38" fmla="*/ 2147483646 w 112"/>
              <a:gd name="T39" fmla="*/ 2147483646 h 77"/>
              <a:gd name="T40" fmla="*/ 2147483646 w 112"/>
              <a:gd name="T41" fmla="*/ 2147483646 h 77"/>
              <a:gd name="T42" fmla="*/ 2147483646 w 112"/>
              <a:gd name="T43" fmla="*/ 2147483646 h 77"/>
              <a:gd name="T44" fmla="*/ 2147483646 w 112"/>
              <a:gd name="T45" fmla="*/ 2147483646 h 77"/>
              <a:gd name="T46" fmla="*/ 2147483646 w 112"/>
              <a:gd name="T47" fmla="*/ 2147483646 h 77"/>
              <a:gd name="T48" fmla="*/ 2147483646 w 112"/>
              <a:gd name="T49" fmla="*/ 2147483646 h 77"/>
              <a:gd name="T50" fmla="*/ 2147483646 w 112"/>
              <a:gd name="T51" fmla="*/ 2147483646 h 77"/>
              <a:gd name="T52" fmla="*/ 2147483646 w 112"/>
              <a:gd name="T53" fmla="*/ 2147483646 h 77"/>
              <a:gd name="T54" fmla="*/ 2147483646 w 112"/>
              <a:gd name="T55" fmla="*/ 2147483646 h 77"/>
              <a:gd name="T56" fmla="*/ 2147483646 w 112"/>
              <a:gd name="T57" fmla="*/ 2147483646 h 77"/>
              <a:gd name="T58" fmla="*/ 2147483646 w 112"/>
              <a:gd name="T59" fmla="*/ 2147483646 h 77"/>
              <a:gd name="T60" fmla="*/ 2147483646 w 112"/>
              <a:gd name="T61" fmla="*/ 2147483646 h 77"/>
              <a:gd name="T62" fmla="*/ 2147483646 w 112"/>
              <a:gd name="T63" fmla="*/ 2147483646 h 77"/>
              <a:gd name="T64" fmla="*/ 2147483646 w 112"/>
              <a:gd name="T65" fmla="*/ 2147483646 h 77"/>
              <a:gd name="T66" fmla="*/ 2147483646 w 112"/>
              <a:gd name="T67" fmla="*/ 2147483646 h 77"/>
              <a:gd name="T68" fmla="*/ 2147483646 w 112"/>
              <a:gd name="T69" fmla="*/ 2147483646 h 77"/>
              <a:gd name="T70" fmla="*/ 2147483646 w 112"/>
              <a:gd name="T71" fmla="*/ 2147483646 h 77"/>
              <a:gd name="T72" fmla="*/ 2147483646 w 112"/>
              <a:gd name="T73" fmla="*/ 2147483646 h 77"/>
              <a:gd name="T74" fmla="*/ 2147483646 w 112"/>
              <a:gd name="T75" fmla="*/ 2147483646 h 77"/>
              <a:gd name="T76" fmla="*/ 2147483646 w 112"/>
              <a:gd name="T77" fmla="*/ 2147483646 h 77"/>
              <a:gd name="T78" fmla="*/ 2147483646 w 112"/>
              <a:gd name="T79" fmla="*/ 2147483646 h 77"/>
              <a:gd name="T80" fmla="*/ 2147483646 w 112"/>
              <a:gd name="T81" fmla="*/ 2147483646 h 77"/>
              <a:gd name="T82" fmla="*/ 2147483646 w 112"/>
              <a:gd name="T83" fmla="*/ 2147483646 h 77"/>
              <a:gd name="T84" fmla="*/ 2147483646 w 112"/>
              <a:gd name="T85" fmla="*/ 2147483646 h 77"/>
              <a:gd name="T86" fmla="*/ 2147483646 w 112"/>
              <a:gd name="T87" fmla="*/ 2147483646 h 7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12" h="77">
                <a:moveTo>
                  <a:pt x="56" y="0"/>
                </a:moveTo>
                <a:cubicBezTo>
                  <a:pt x="62" y="0"/>
                  <a:pt x="66" y="4"/>
                  <a:pt x="66" y="10"/>
                </a:cubicBezTo>
                <a:cubicBezTo>
                  <a:pt x="66" y="15"/>
                  <a:pt x="62" y="20"/>
                  <a:pt x="56" y="20"/>
                </a:cubicBezTo>
                <a:cubicBezTo>
                  <a:pt x="51" y="20"/>
                  <a:pt x="46" y="15"/>
                  <a:pt x="46" y="10"/>
                </a:cubicBezTo>
                <a:cubicBezTo>
                  <a:pt x="46" y="4"/>
                  <a:pt x="51" y="0"/>
                  <a:pt x="56" y="0"/>
                </a:cubicBezTo>
                <a:close/>
                <a:moveTo>
                  <a:pt x="15" y="49"/>
                </a:moveTo>
                <a:cubicBezTo>
                  <a:pt x="15" y="66"/>
                  <a:pt x="15" y="66"/>
                  <a:pt x="15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0" y="52"/>
                  <a:pt x="10" y="52"/>
                  <a:pt x="10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66"/>
                  <a:pt x="9" y="66"/>
                  <a:pt x="9" y="66"/>
                </a:cubicBezTo>
                <a:cubicBezTo>
                  <a:pt x="4" y="66"/>
                  <a:pt x="4" y="66"/>
                  <a:pt x="4" y="66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46"/>
                  <a:pt x="4" y="46"/>
                  <a:pt x="4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1"/>
                  <a:pt x="1" y="29"/>
                  <a:pt x="4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30"/>
                  <a:pt x="13" y="30"/>
                  <a:pt x="13" y="31"/>
                </a:cubicBezTo>
                <a:cubicBezTo>
                  <a:pt x="13" y="49"/>
                  <a:pt x="13" y="49"/>
                  <a:pt x="13" y="49"/>
                </a:cubicBezTo>
                <a:cubicBezTo>
                  <a:pt x="15" y="49"/>
                  <a:pt x="15" y="49"/>
                  <a:pt x="15" y="49"/>
                </a:cubicBezTo>
                <a:close/>
                <a:moveTo>
                  <a:pt x="10" y="15"/>
                </a:moveTo>
                <a:cubicBezTo>
                  <a:pt x="13" y="15"/>
                  <a:pt x="16" y="18"/>
                  <a:pt x="16" y="22"/>
                </a:cubicBezTo>
                <a:cubicBezTo>
                  <a:pt x="16" y="23"/>
                  <a:pt x="16" y="24"/>
                  <a:pt x="15" y="25"/>
                </a:cubicBezTo>
                <a:cubicBezTo>
                  <a:pt x="15" y="26"/>
                  <a:pt x="15" y="26"/>
                  <a:pt x="14" y="26"/>
                </a:cubicBezTo>
                <a:cubicBezTo>
                  <a:pt x="13" y="27"/>
                  <a:pt x="12" y="28"/>
                  <a:pt x="10" y="28"/>
                </a:cubicBezTo>
                <a:cubicBezTo>
                  <a:pt x="6" y="28"/>
                  <a:pt x="3" y="25"/>
                  <a:pt x="3" y="22"/>
                </a:cubicBezTo>
                <a:cubicBezTo>
                  <a:pt x="3" y="18"/>
                  <a:pt x="6" y="15"/>
                  <a:pt x="10" y="15"/>
                </a:cubicBezTo>
                <a:close/>
                <a:moveTo>
                  <a:pt x="96" y="49"/>
                </a:moveTo>
                <a:cubicBezTo>
                  <a:pt x="96" y="66"/>
                  <a:pt x="96" y="66"/>
                  <a:pt x="96" y="66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2" y="31"/>
                  <a:pt x="110" y="29"/>
                  <a:pt x="107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98" y="30"/>
                  <a:pt x="98" y="30"/>
                  <a:pt x="98" y="31"/>
                </a:cubicBezTo>
                <a:cubicBezTo>
                  <a:pt x="98" y="49"/>
                  <a:pt x="98" y="49"/>
                  <a:pt x="98" y="49"/>
                </a:cubicBezTo>
                <a:cubicBezTo>
                  <a:pt x="96" y="49"/>
                  <a:pt x="96" y="49"/>
                  <a:pt x="96" y="49"/>
                </a:cubicBezTo>
                <a:close/>
                <a:moveTo>
                  <a:pt x="101" y="15"/>
                </a:moveTo>
                <a:cubicBezTo>
                  <a:pt x="98" y="15"/>
                  <a:pt x="95" y="18"/>
                  <a:pt x="95" y="22"/>
                </a:cubicBezTo>
                <a:cubicBezTo>
                  <a:pt x="95" y="23"/>
                  <a:pt x="95" y="24"/>
                  <a:pt x="96" y="25"/>
                </a:cubicBezTo>
                <a:cubicBezTo>
                  <a:pt x="96" y="26"/>
                  <a:pt x="97" y="26"/>
                  <a:pt x="97" y="26"/>
                </a:cubicBezTo>
                <a:cubicBezTo>
                  <a:pt x="98" y="27"/>
                  <a:pt x="100" y="28"/>
                  <a:pt x="101" y="28"/>
                </a:cubicBezTo>
                <a:cubicBezTo>
                  <a:pt x="105" y="28"/>
                  <a:pt x="108" y="25"/>
                  <a:pt x="108" y="22"/>
                </a:cubicBezTo>
                <a:cubicBezTo>
                  <a:pt x="108" y="18"/>
                  <a:pt x="105" y="15"/>
                  <a:pt x="101" y="15"/>
                </a:cubicBezTo>
                <a:close/>
                <a:moveTo>
                  <a:pt x="75" y="51"/>
                </a:moveTo>
                <a:cubicBezTo>
                  <a:pt x="75" y="72"/>
                  <a:pt x="75" y="72"/>
                  <a:pt x="75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0" y="54"/>
                  <a:pt x="80" y="54"/>
                  <a:pt x="80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72"/>
                  <a:pt x="82" y="72"/>
                  <a:pt x="82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7" y="51"/>
                  <a:pt x="87" y="51"/>
                  <a:pt x="87" y="51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36"/>
                  <a:pt x="87" y="36"/>
                  <a:pt x="87" y="36"/>
                </a:cubicBezTo>
                <a:cubicBezTo>
                  <a:pt x="88" y="36"/>
                  <a:pt x="88" y="36"/>
                  <a:pt x="88" y="36"/>
                </a:cubicBezTo>
                <a:cubicBezTo>
                  <a:pt x="88" y="47"/>
                  <a:pt x="88" y="47"/>
                  <a:pt x="88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1"/>
                  <a:pt x="94" y="31"/>
                  <a:pt x="94" y="31"/>
                </a:cubicBezTo>
                <a:cubicBezTo>
                  <a:pt x="94" y="28"/>
                  <a:pt x="91" y="26"/>
                  <a:pt x="88" y="26"/>
                </a:cubicBezTo>
                <a:cubicBezTo>
                  <a:pt x="77" y="26"/>
                  <a:pt x="77" y="26"/>
                  <a:pt x="77" y="26"/>
                </a:cubicBezTo>
                <a:cubicBezTo>
                  <a:pt x="77" y="27"/>
                  <a:pt x="77" y="28"/>
                  <a:pt x="77" y="28"/>
                </a:cubicBezTo>
                <a:cubicBezTo>
                  <a:pt x="77" y="51"/>
                  <a:pt x="77" y="51"/>
                  <a:pt x="77" y="51"/>
                </a:cubicBezTo>
                <a:cubicBezTo>
                  <a:pt x="75" y="51"/>
                  <a:pt x="75" y="51"/>
                  <a:pt x="75" y="51"/>
                </a:cubicBezTo>
                <a:close/>
                <a:moveTo>
                  <a:pt x="65" y="47"/>
                </a:moveTo>
                <a:cubicBezTo>
                  <a:pt x="65" y="32"/>
                  <a:pt x="65" y="32"/>
                  <a:pt x="65" y="32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7"/>
                  <a:pt x="64" y="47"/>
                  <a:pt x="64" y="47"/>
                </a:cubicBezTo>
                <a:cubicBezTo>
                  <a:pt x="64" y="50"/>
                  <a:pt x="64" y="50"/>
                  <a:pt x="64" y="50"/>
                </a:cubicBezTo>
                <a:cubicBezTo>
                  <a:pt x="64" y="77"/>
                  <a:pt x="64" y="77"/>
                  <a:pt x="64" y="77"/>
                </a:cubicBezTo>
                <a:cubicBezTo>
                  <a:pt x="57" y="77"/>
                  <a:pt x="57" y="77"/>
                  <a:pt x="57" y="77"/>
                </a:cubicBezTo>
                <a:cubicBezTo>
                  <a:pt x="57" y="55"/>
                  <a:pt x="57" y="55"/>
                  <a:pt x="57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77"/>
                  <a:pt x="55" y="77"/>
                  <a:pt x="55" y="77"/>
                </a:cubicBezTo>
                <a:cubicBezTo>
                  <a:pt x="48" y="77"/>
                  <a:pt x="48" y="77"/>
                  <a:pt x="48" y="77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32"/>
                  <a:pt x="48" y="32"/>
                  <a:pt x="48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47"/>
                  <a:pt x="47" y="47"/>
                  <a:pt x="47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4"/>
                  <a:pt x="44" y="21"/>
                  <a:pt x="47" y="21"/>
                </a:cubicBezTo>
                <a:cubicBezTo>
                  <a:pt x="66" y="21"/>
                  <a:pt x="46" y="21"/>
                  <a:pt x="65" y="21"/>
                </a:cubicBezTo>
                <a:cubicBezTo>
                  <a:pt x="69" y="21"/>
                  <a:pt x="71" y="24"/>
                  <a:pt x="71" y="27"/>
                </a:cubicBezTo>
                <a:cubicBezTo>
                  <a:pt x="71" y="47"/>
                  <a:pt x="71" y="47"/>
                  <a:pt x="71" y="47"/>
                </a:cubicBezTo>
                <a:cubicBezTo>
                  <a:pt x="70" y="47"/>
                  <a:pt x="68" y="47"/>
                  <a:pt x="65" y="47"/>
                </a:cubicBezTo>
                <a:close/>
                <a:moveTo>
                  <a:pt x="37" y="51"/>
                </a:moveTo>
                <a:cubicBezTo>
                  <a:pt x="37" y="72"/>
                  <a:pt x="37" y="72"/>
                  <a:pt x="37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4"/>
                </a:cubicBezTo>
                <a:cubicBezTo>
                  <a:pt x="30" y="72"/>
                  <a:pt x="30" y="72"/>
                  <a:pt x="30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51"/>
                  <a:pt x="24" y="51"/>
                  <a:pt x="24" y="51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36"/>
                  <a:pt x="24" y="36"/>
                  <a:pt x="24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47"/>
                  <a:pt x="23" y="47"/>
                  <a:pt x="23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28"/>
                  <a:pt x="20" y="26"/>
                  <a:pt x="23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7"/>
                  <a:pt x="35" y="28"/>
                  <a:pt x="35" y="28"/>
                </a:cubicBezTo>
                <a:cubicBezTo>
                  <a:pt x="35" y="51"/>
                  <a:pt x="35" y="51"/>
                  <a:pt x="35" y="51"/>
                </a:cubicBezTo>
                <a:cubicBezTo>
                  <a:pt x="37" y="51"/>
                  <a:pt x="37" y="51"/>
                  <a:pt x="37" y="51"/>
                </a:cubicBezTo>
                <a:close/>
                <a:moveTo>
                  <a:pt x="31" y="9"/>
                </a:moveTo>
                <a:cubicBezTo>
                  <a:pt x="35" y="9"/>
                  <a:pt x="39" y="12"/>
                  <a:pt x="39" y="17"/>
                </a:cubicBezTo>
                <a:cubicBezTo>
                  <a:pt x="39" y="19"/>
                  <a:pt x="38" y="20"/>
                  <a:pt x="37" y="22"/>
                </a:cubicBezTo>
                <a:cubicBezTo>
                  <a:pt x="37" y="22"/>
                  <a:pt x="37" y="22"/>
                  <a:pt x="37" y="23"/>
                </a:cubicBezTo>
                <a:cubicBezTo>
                  <a:pt x="35" y="24"/>
                  <a:pt x="33" y="25"/>
                  <a:pt x="31" y="25"/>
                </a:cubicBezTo>
                <a:cubicBezTo>
                  <a:pt x="26" y="25"/>
                  <a:pt x="22" y="21"/>
                  <a:pt x="22" y="17"/>
                </a:cubicBezTo>
                <a:cubicBezTo>
                  <a:pt x="22" y="12"/>
                  <a:pt x="26" y="9"/>
                  <a:pt x="31" y="9"/>
                </a:cubicBezTo>
                <a:close/>
                <a:moveTo>
                  <a:pt x="81" y="9"/>
                </a:moveTo>
                <a:cubicBezTo>
                  <a:pt x="76" y="9"/>
                  <a:pt x="73" y="12"/>
                  <a:pt x="73" y="17"/>
                </a:cubicBezTo>
                <a:cubicBezTo>
                  <a:pt x="73" y="19"/>
                  <a:pt x="73" y="20"/>
                  <a:pt x="74" y="22"/>
                </a:cubicBezTo>
                <a:cubicBezTo>
                  <a:pt x="75" y="22"/>
                  <a:pt x="75" y="22"/>
                  <a:pt x="75" y="23"/>
                </a:cubicBezTo>
                <a:cubicBezTo>
                  <a:pt x="77" y="24"/>
                  <a:pt x="79" y="25"/>
                  <a:pt x="81" y="25"/>
                </a:cubicBezTo>
                <a:cubicBezTo>
                  <a:pt x="85" y="25"/>
                  <a:pt x="89" y="21"/>
                  <a:pt x="89" y="17"/>
                </a:cubicBezTo>
                <a:cubicBezTo>
                  <a:pt x="89" y="12"/>
                  <a:pt x="85" y="9"/>
                  <a:pt x="81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KSO_Shape">
            <a:extLst>
              <a:ext uri="{FF2B5EF4-FFF2-40B4-BE49-F238E27FC236}">
                <a16:creationId xmlns:a16="http://schemas.microsoft.com/office/drawing/2014/main" id="{C3AA7B72-2651-4D2B-AC1E-D8140922B2DC}"/>
              </a:ext>
            </a:extLst>
          </p:cNvPr>
          <p:cNvSpPr>
            <a:spLocks/>
          </p:cNvSpPr>
          <p:nvPr/>
        </p:nvSpPr>
        <p:spPr bwMode="auto">
          <a:xfrm>
            <a:off x="5451590" y="4340494"/>
            <a:ext cx="905549" cy="886384"/>
          </a:xfrm>
          <a:custGeom>
            <a:avLst/>
            <a:gdLst>
              <a:gd name="T0" fmla="*/ 1762414 w 2607"/>
              <a:gd name="T1" fmla="*/ 1437196 h 2549"/>
              <a:gd name="T2" fmla="*/ 1721668 w 2607"/>
              <a:gd name="T3" fmla="*/ 1352167 h 2549"/>
              <a:gd name="T4" fmla="*/ 1721668 w 2607"/>
              <a:gd name="T5" fmla="*/ 587598 h 2549"/>
              <a:gd name="T6" fmla="*/ 1726503 w 2607"/>
              <a:gd name="T7" fmla="*/ 586216 h 2549"/>
              <a:gd name="T8" fmla="*/ 1781751 w 2607"/>
              <a:gd name="T9" fmla="*/ 462474 h 2549"/>
              <a:gd name="T10" fmla="*/ 1658133 w 2607"/>
              <a:gd name="T11" fmla="*/ 406480 h 2549"/>
              <a:gd name="T12" fmla="*/ 1371534 w 2607"/>
              <a:gd name="T13" fmla="*/ 516395 h 2549"/>
              <a:gd name="T14" fmla="*/ 1316286 w 2607"/>
              <a:gd name="T15" fmla="*/ 640136 h 2549"/>
              <a:gd name="T16" fmla="*/ 1439903 w 2607"/>
              <a:gd name="T17" fmla="*/ 695440 h 2549"/>
              <a:gd name="T18" fmla="*/ 1568355 w 2607"/>
              <a:gd name="T19" fmla="*/ 646358 h 2549"/>
              <a:gd name="T20" fmla="*/ 1568355 w 2607"/>
              <a:gd name="T21" fmla="*/ 1318294 h 2549"/>
              <a:gd name="T22" fmla="*/ 199584 w 2607"/>
              <a:gd name="T23" fmla="*/ 1430974 h 2549"/>
              <a:gd name="T24" fmla="*/ 76657 w 2607"/>
              <a:gd name="T25" fmla="*/ 1575454 h 2549"/>
              <a:gd name="T26" fmla="*/ 120855 w 2607"/>
              <a:gd name="T27" fmla="*/ 1664631 h 2549"/>
              <a:gd name="T28" fmla="*/ 232733 w 2607"/>
              <a:gd name="T29" fmla="*/ 1762103 h 2549"/>
              <a:gd name="T30" fmla="*/ 339085 w 2607"/>
              <a:gd name="T31" fmla="*/ 1688826 h 2549"/>
              <a:gd name="T32" fmla="*/ 1513798 w 2607"/>
              <a:gd name="T33" fmla="*/ 1592045 h 2549"/>
              <a:gd name="T34" fmla="*/ 1498604 w 2607"/>
              <a:gd name="T35" fmla="*/ 1648040 h 2549"/>
              <a:gd name="T36" fmla="*/ 1612554 w 2607"/>
              <a:gd name="T37" fmla="*/ 1762103 h 2549"/>
              <a:gd name="T38" fmla="*/ 1726503 w 2607"/>
              <a:gd name="T39" fmla="*/ 1648040 h 2549"/>
              <a:gd name="T40" fmla="*/ 1691973 w 2607"/>
              <a:gd name="T41" fmla="*/ 1566467 h 2549"/>
              <a:gd name="T42" fmla="*/ 1762414 w 2607"/>
              <a:gd name="T43" fmla="*/ 1437196 h 2549"/>
              <a:gd name="T44" fmla="*/ 893638 w 2607"/>
              <a:gd name="T45" fmla="*/ 239187 h 2549"/>
              <a:gd name="T46" fmla="*/ 974438 w 2607"/>
              <a:gd name="T47" fmla="*/ 97472 h 2549"/>
              <a:gd name="T48" fmla="*/ 833555 w 2607"/>
              <a:gd name="T49" fmla="*/ 15900 h 2549"/>
              <a:gd name="T50" fmla="*/ 752065 w 2607"/>
              <a:gd name="T51" fmla="*/ 157615 h 2549"/>
              <a:gd name="T52" fmla="*/ 893638 w 2607"/>
              <a:gd name="T53" fmla="*/ 239187 h 2549"/>
              <a:gd name="T54" fmla="*/ 104971 w 2607"/>
              <a:gd name="T55" fmla="*/ 1110906 h 2549"/>
              <a:gd name="T56" fmla="*/ 404002 w 2607"/>
              <a:gd name="T57" fmla="*/ 1030716 h 2549"/>
              <a:gd name="T58" fmla="*/ 483421 w 2607"/>
              <a:gd name="T59" fmla="*/ 979561 h 2549"/>
              <a:gd name="T60" fmla="*/ 587011 w 2607"/>
              <a:gd name="T61" fmla="*/ 775629 h 2549"/>
              <a:gd name="T62" fmla="*/ 803169 w 2607"/>
              <a:gd name="T63" fmla="*/ 896606 h 2549"/>
              <a:gd name="T64" fmla="*/ 816290 w 2607"/>
              <a:gd name="T65" fmla="*/ 1224969 h 2549"/>
              <a:gd name="T66" fmla="*/ 819053 w 2607"/>
              <a:gd name="T67" fmla="*/ 1243634 h 2549"/>
              <a:gd name="T68" fmla="*/ 909522 w 2607"/>
              <a:gd name="T69" fmla="*/ 1296172 h 2549"/>
              <a:gd name="T70" fmla="*/ 964770 w 2607"/>
              <a:gd name="T71" fmla="*/ 1219439 h 2549"/>
              <a:gd name="T72" fmla="*/ 948195 w 2607"/>
              <a:gd name="T73" fmla="*/ 819872 h 2549"/>
              <a:gd name="T74" fmla="*/ 910903 w 2607"/>
              <a:gd name="T75" fmla="*/ 735535 h 2549"/>
              <a:gd name="T76" fmla="*/ 746540 w 2607"/>
              <a:gd name="T77" fmla="*/ 640136 h 2549"/>
              <a:gd name="T78" fmla="*/ 846677 w 2607"/>
              <a:gd name="T79" fmla="*/ 438279 h 2549"/>
              <a:gd name="T80" fmla="*/ 871539 w 2607"/>
              <a:gd name="T81" fmla="*/ 535751 h 2549"/>
              <a:gd name="T82" fmla="*/ 959935 w 2607"/>
              <a:gd name="T83" fmla="*/ 577920 h 2549"/>
              <a:gd name="T84" fmla="*/ 1203718 w 2607"/>
              <a:gd name="T85" fmla="*/ 512939 h 2549"/>
              <a:gd name="T86" fmla="*/ 1234104 w 2607"/>
              <a:gd name="T87" fmla="*/ 486669 h 2549"/>
              <a:gd name="T88" fmla="*/ 1212695 w 2607"/>
              <a:gd name="T89" fmla="*/ 405097 h 2549"/>
              <a:gd name="T90" fmla="*/ 1171950 w 2607"/>
              <a:gd name="T91" fmla="*/ 396802 h 2549"/>
              <a:gd name="T92" fmla="*/ 970985 w 2607"/>
              <a:gd name="T93" fmla="*/ 450722 h 2549"/>
              <a:gd name="T94" fmla="*/ 928858 w 2607"/>
              <a:gd name="T95" fmla="*/ 291725 h 2549"/>
              <a:gd name="T96" fmla="*/ 703032 w 2607"/>
              <a:gd name="T97" fmla="*/ 203931 h 2549"/>
              <a:gd name="T98" fmla="*/ 433007 w 2607"/>
              <a:gd name="T99" fmla="*/ 276517 h 2549"/>
              <a:gd name="T100" fmla="*/ 395714 w 2607"/>
              <a:gd name="T101" fmla="*/ 308316 h 2549"/>
              <a:gd name="T102" fmla="*/ 267263 w 2607"/>
              <a:gd name="T103" fmla="*/ 573081 h 2549"/>
              <a:gd name="T104" fmla="*/ 259666 w 2607"/>
              <a:gd name="T105" fmla="*/ 619398 h 2549"/>
              <a:gd name="T106" fmla="*/ 330107 w 2607"/>
              <a:gd name="T107" fmla="*/ 660875 h 2549"/>
              <a:gd name="T108" fmla="*/ 368090 w 2607"/>
              <a:gd name="T109" fmla="*/ 628384 h 2549"/>
              <a:gd name="T110" fmla="*/ 486874 w 2607"/>
              <a:gd name="T111" fmla="*/ 382976 h 2549"/>
              <a:gd name="T112" fmla="*/ 586320 w 2607"/>
              <a:gd name="T113" fmla="*/ 356707 h 2549"/>
              <a:gd name="T114" fmla="*/ 324583 w 2607"/>
              <a:gd name="T115" fmla="*/ 900062 h 2549"/>
              <a:gd name="T116" fmla="*/ 66988 w 2607"/>
              <a:gd name="T117" fmla="*/ 967809 h 2549"/>
              <a:gd name="T118" fmla="*/ 49723 w 2607"/>
              <a:gd name="T119" fmla="*/ 974722 h 2549"/>
              <a:gd name="T120" fmla="*/ 18646 w 2607"/>
              <a:gd name="T121" fmla="*/ 1074268 h 2549"/>
              <a:gd name="T122" fmla="*/ 104971 w 2607"/>
              <a:gd name="T123" fmla="*/ 1110906 h 25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607" h="2549">
                <a:moveTo>
                  <a:pt x="2552" y="2079"/>
                </a:moveTo>
                <a:cubicBezTo>
                  <a:pt x="2548" y="2030"/>
                  <a:pt x="2525" y="1988"/>
                  <a:pt x="2493" y="1956"/>
                </a:cubicBezTo>
                <a:cubicBezTo>
                  <a:pt x="2493" y="850"/>
                  <a:pt x="2493" y="850"/>
                  <a:pt x="2493" y="850"/>
                </a:cubicBezTo>
                <a:cubicBezTo>
                  <a:pt x="2500" y="848"/>
                  <a:pt x="2500" y="848"/>
                  <a:pt x="2500" y="848"/>
                </a:cubicBezTo>
                <a:cubicBezTo>
                  <a:pt x="2572" y="820"/>
                  <a:pt x="2607" y="740"/>
                  <a:pt x="2580" y="669"/>
                </a:cubicBezTo>
                <a:cubicBezTo>
                  <a:pt x="2553" y="597"/>
                  <a:pt x="2473" y="561"/>
                  <a:pt x="2401" y="588"/>
                </a:cubicBezTo>
                <a:cubicBezTo>
                  <a:pt x="1986" y="747"/>
                  <a:pt x="1986" y="747"/>
                  <a:pt x="1986" y="747"/>
                </a:cubicBezTo>
                <a:cubicBezTo>
                  <a:pt x="1915" y="774"/>
                  <a:pt x="1879" y="854"/>
                  <a:pt x="1906" y="926"/>
                </a:cubicBezTo>
                <a:cubicBezTo>
                  <a:pt x="1934" y="997"/>
                  <a:pt x="2014" y="1033"/>
                  <a:pt x="2085" y="1006"/>
                </a:cubicBezTo>
                <a:cubicBezTo>
                  <a:pt x="2271" y="935"/>
                  <a:pt x="2271" y="935"/>
                  <a:pt x="2271" y="935"/>
                </a:cubicBezTo>
                <a:cubicBezTo>
                  <a:pt x="2271" y="1907"/>
                  <a:pt x="2271" y="1907"/>
                  <a:pt x="2271" y="1907"/>
                </a:cubicBezTo>
                <a:cubicBezTo>
                  <a:pt x="289" y="2070"/>
                  <a:pt x="289" y="2070"/>
                  <a:pt x="289" y="2070"/>
                </a:cubicBezTo>
                <a:cubicBezTo>
                  <a:pt x="182" y="2079"/>
                  <a:pt x="102" y="2172"/>
                  <a:pt x="111" y="2279"/>
                </a:cubicBezTo>
                <a:cubicBezTo>
                  <a:pt x="115" y="2331"/>
                  <a:pt x="139" y="2376"/>
                  <a:pt x="175" y="2408"/>
                </a:cubicBezTo>
                <a:cubicBezTo>
                  <a:pt x="187" y="2488"/>
                  <a:pt x="255" y="2549"/>
                  <a:pt x="337" y="2549"/>
                </a:cubicBezTo>
                <a:cubicBezTo>
                  <a:pt x="407" y="2549"/>
                  <a:pt x="467" y="2505"/>
                  <a:pt x="491" y="2443"/>
                </a:cubicBezTo>
                <a:cubicBezTo>
                  <a:pt x="2192" y="2303"/>
                  <a:pt x="2192" y="2303"/>
                  <a:pt x="2192" y="2303"/>
                </a:cubicBezTo>
                <a:cubicBezTo>
                  <a:pt x="2179" y="2327"/>
                  <a:pt x="2170" y="2354"/>
                  <a:pt x="2170" y="2384"/>
                </a:cubicBezTo>
                <a:cubicBezTo>
                  <a:pt x="2170" y="2475"/>
                  <a:pt x="2244" y="2549"/>
                  <a:pt x="2335" y="2549"/>
                </a:cubicBezTo>
                <a:cubicBezTo>
                  <a:pt x="2426" y="2549"/>
                  <a:pt x="2500" y="2475"/>
                  <a:pt x="2500" y="2384"/>
                </a:cubicBezTo>
                <a:cubicBezTo>
                  <a:pt x="2500" y="2337"/>
                  <a:pt x="2480" y="2296"/>
                  <a:pt x="2450" y="2266"/>
                </a:cubicBezTo>
                <a:cubicBezTo>
                  <a:pt x="2515" y="2230"/>
                  <a:pt x="2558" y="2159"/>
                  <a:pt x="2552" y="2079"/>
                </a:cubicBezTo>
                <a:close/>
                <a:moveTo>
                  <a:pt x="1294" y="346"/>
                </a:moveTo>
                <a:cubicBezTo>
                  <a:pt x="1382" y="322"/>
                  <a:pt x="1435" y="230"/>
                  <a:pt x="1411" y="141"/>
                </a:cubicBezTo>
                <a:cubicBezTo>
                  <a:pt x="1388" y="52"/>
                  <a:pt x="1296" y="0"/>
                  <a:pt x="1207" y="23"/>
                </a:cubicBezTo>
                <a:cubicBezTo>
                  <a:pt x="1118" y="47"/>
                  <a:pt x="1065" y="139"/>
                  <a:pt x="1089" y="228"/>
                </a:cubicBezTo>
                <a:cubicBezTo>
                  <a:pt x="1113" y="316"/>
                  <a:pt x="1204" y="369"/>
                  <a:pt x="1294" y="346"/>
                </a:cubicBezTo>
                <a:close/>
                <a:moveTo>
                  <a:pt x="152" y="1607"/>
                </a:moveTo>
                <a:cubicBezTo>
                  <a:pt x="585" y="1491"/>
                  <a:pt x="585" y="1491"/>
                  <a:pt x="585" y="1491"/>
                </a:cubicBezTo>
                <a:cubicBezTo>
                  <a:pt x="677" y="1469"/>
                  <a:pt x="700" y="1417"/>
                  <a:pt x="700" y="1417"/>
                </a:cubicBezTo>
                <a:cubicBezTo>
                  <a:pt x="850" y="1122"/>
                  <a:pt x="850" y="1122"/>
                  <a:pt x="850" y="1122"/>
                </a:cubicBezTo>
                <a:cubicBezTo>
                  <a:pt x="1163" y="1297"/>
                  <a:pt x="1163" y="1297"/>
                  <a:pt x="1163" y="1297"/>
                </a:cubicBezTo>
                <a:cubicBezTo>
                  <a:pt x="1182" y="1772"/>
                  <a:pt x="1182" y="1772"/>
                  <a:pt x="1182" y="1772"/>
                </a:cubicBezTo>
                <a:cubicBezTo>
                  <a:pt x="1182" y="1780"/>
                  <a:pt x="1183" y="1789"/>
                  <a:pt x="1186" y="1799"/>
                </a:cubicBezTo>
                <a:cubicBezTo>
                  <a:pt x="1201" y="1856"/>
                  <a:pt x="1260" y="1890"/>
                  <a:pt x="1317" y="1875"/>
                </a:cubicBezTo>
                <a:cubicBezTo>
                  <a:pt x="1367" y="1861"/>
                  <a:pt x="1400" y="1814"/>
                  <a:pt x="1397" y="1764"/>
                </a:cubicBezTo>
                <a:cubicBezTo>
                  <a:pt x="1373" y="1186"/>
                  <a:pt x="1373" y="1186"/>
                  <a:pt x="1373" y="1186"/>
                </a:cubicBezTo>
                <a:cubicBezTo>
                  <a:pt x="1377" y="1094"/>
                  <a:pt x="1319" y="1064"/>
                  <a:pt x="1319" y="1064"/>
                </a:cubicBezTo>
                <a:cubicBezTo>
                  <a:pt x="1081" y="926"/>
                  <a:pt x="1081" y="926"/>
                  <a:pt x="1081" y="926"/>
                </a:cubicBezTo>
                <a:cubicBezTo>
                  <a:pt x="1226" y="634"/>
                  <a:pt x="1226" y="634"/>
                  <a:pt x="1226" y="634"/>
                </a:cubicBezTo>
                <a:cubicBezTo>
                  <a:pt x="1262" y="775"/>
                  <a:pt x="1262" y="775"/>
                  <a:pt x="1262" y="775"/>
                </a:cubicBezTo>
                <a:cubicBezTo>
                  <a:pt x="1262" y="775"/>
                  <a:pt x="1283" y="864"/>
                  <a:pt x="1390" y="836"/>
                </a:cubicBezTo>
                <a:cubicBezTo>
                  <a:pt x="1743" y="742"/>
                  <a:pt x="1743" y="742"/>
                  <a:pt x="1743" y="742"/>
                </a:cubicBezTo>
                <a:cubicBezTo>
                  <a:pt x="1761" y="735"/>
                  <a:pt x="1777" y="722"/>
                  <a:pt x="1787" y="704"/>
                </a:cubicBezTo>
                <a:cubicBezTo>
                  <a:pt x="1811" y="663"/>
                  <a:pt x="1797" y="610"/>
                  <a:pt x="1756" y="586"/>
                </a:cubicBezTo>
                <a:cubicBezTo>
                  <a:pt x="1738" y="575"/>
                  <a:pt x="1717" y="570"/>
                  <a:pt x="1697" y="574"/>
                </a:cubicBezTo>
                <a:cubicBezTo>
                  <a:pt x="1406" y="652"/>
                  <a:pt x="1406" y="652"/>
                  <a:pt x="1406" y="652"/>
                </a:cubicBezTo>
                <a:cubicBezTo>
                  <a:pt x="1345" y="422"/>
                  <a:pt x="1345" y="422"/>
                  <a:pt x="1345" y="422"/>
                </a:cubicBezTo>
                <a:cubicBezTo>
                  <a:pt x="1321" y="409"/>
                  <a:pt x="1018" y="295"/>
                  <a:pt x="1018" y="295"/>
                </a:cubicBezTo>
                <a:cubicBezTo>
                  <a:pt x="627" y="400"/>
                  <a:pt x="627" y="400"/>
                  <a:pt x="627" y="400"/>
                </a:cubicBezTo>
                <a:cubicBezTo>
                  <a:pt x="602" y="407"/>
                  <a:pt x="583" y="424"/>
                  <a:pt x="573" y="446"/>
                </a:cubicBezTo>
                <a:cubicBezTo>
                  <a:pt x="387" y="829"/>
                  <a:pt x="387" y="829"/>
                  <a:pt x="387" y="829"/>
                </a:cubicBezTo>
                <a:cubicBezTo>
                  <a:pt x="374" y="848"/>
                  <a:pt x="369" y="872"/>
                  <a:pt x="376" y="896"/>
                </a:cubicBezTo>
                <a:cubicBezTo>
                  <a:pt x="388" y="941"/>
                  <a:pt x="433" y="968"/>
                  <a:pt x="478" y="956"/>
                </a:cubicBezTo>
                <a:cubicBezTo>
                  <a:pt x="503" y="949"/>
                  <a:pt x="523" y="932"/>
                  <a:pt x="533" y="909"/>
                </a:cubicBezTo>
                <a:cubicBezTo>
                  <a:pt x="705" y="554"/>
                  <a:pt x="705" y="554"/>
                  <a:pt x="705" y="554"/>
                </a:cubicBezTo>
                <a:cubicBezTo>
                  <a:pt x="849" y="516"/>
                  <a:pt x="849" y="516"/>
                  <a:pt x="849" y="516"/>
                </a:cubicBezTo>
                <a:cubicBezTo>
                  <a:pt x="470" y="1302"/>
                  <a:pt x="470" y="1302"/>
                  <a:pt x="470" y="1302"/>
                </a:cubicBezTo>
                <a:cubicBezTo>
                  <a:pt x="97" y="1400"/>
                  <a:pt x="97" y="1400"/>
                  <a:pt x="97" y="1400"/>
                </a:cubicBezTo>
                <a:cubicBezTo>
                  <a:pt x="89" y="1402"/>
                  <a:pt x="80" y="1405"/>
                  <a:pt x="72" y="1410"/>
                </a:cubicBezTo>
                <a:cubicBezTo>
                  <a:pt x="19" y="1437"/>
                  <a:pt x="0" y="1501"/>
                  <a:pt x="27" y="1554"/>
                </a:cubicBezTo>
                <a:cubicBezTo>
                  <a:pt x="51" y="1600"/>
                  <a:pt x="104" y="1621"/>
                  <a:pt x="152" y="16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KSO_Shape">
            <a:extLst>
              <a:ext uri="{FF2B5EF4-FFF2-40B4-BE49-F238E27FC236}">
                <a16:creationId xmlns:a16="http://schemas.microsoft.com/office/drawing/2014/main" id="{3E67B8D9-D70D-48A3-8166-78C07BD0D099}"/>
              </a:ext>
            </a:extLst>
          </p:cNvPr>
          <p:cNvSpPr>
            <a:spLocks/>
          </p:cNvSpPr>
          <p:nvPr/>
        </p:nvSpPr>
        <p:spPr bwMode="auto">
          <a:xfrm>
            <a:off x="5410261" y="3183403"/>
            <a:ext cx="616476" cy="905549"/>
          </a:xfrm>
          <a:custGeom>
            <a:avLst/>
            <a:gdLst>
              <a:gd name="T0" fmla="*/ 1054227 w 2494"/>
              <a:gd name="T1" fmla="*/ 37805 h 3667"/>
              <a:gd name="T2" fmla="*/ 1023770 w 2494"/>
              <a:gd name="T3" fmla="*/ 759535 h 3667"/>
              <a:gd name="T4" fmla="*/ 1172619 w 2494"/>
              <a:gd name="T5" fmla="*/ 837599 h 3667"/>
              <a:gd name="T6" fmla="*/ 1069456 w 2494"/>
              <a:gd name="T7" fmla="*/ 1579459 h 3667"/>
              <a:gd name="T8" fmla="*/ 173412 w 2494"/>
              <a:gd name="T9" fmla="*/ 1647214 h 3667"/>
              <a:gd name="T10" fmla="*/ 163587 w 2494"/>
              <a:gd name="T11" fmla="*/ 1043808 h 3667"/>
              <a:gd name="T12" fmla="*/ 178816 w 2494"/>
              <a:gd name="T13" fmla="*/ 835145 h 3667"/>
              <a:gd name="T14" fmla="*/ 407739 w 2494"/>
              <a:gd name="T15" fmla="*/ 772300 h 3667"/>
              <a:gd name="T16" fmla="*/ 374825 w 2494"/>
              <a:gd name="T17" fmla="*/ 0 h 3667"/>
              <a:gd name="T18" fmla="*/ 626347 w 2494"/>
              <a:gd name="T19" fmla="*/ 412417 h 3667"/>
              <a:gd name="T20" fmla="*/ 820391 w 2494"/>
              <a:gd name="T21" fmla="*/ 364793 h 3667"/>
              <a:gd name="T22" fmla="*/ 996259 w 2494"/>
              <a:gd name="T23" fmla="*/ 1043808 h 3667"/>
              <a:gd name="T24" fmla="*/ 802706 w 2494"/>
              <a:gd name="T25" fmla="*/ 1154277 h 3667"/>
              <a:gd name="T26" fmla="*/ 676946 w 2494"/>
              <a:gd name="T27" fmla="*/ 1589279 h 3667"/>
              <a:gd name="T28" fmla="*/ 548729 w 2494"/>
              <a:gd name="T29" fmla="*/ 1385525 h 3667"/>
              <a:gd name="T30" fmla="*/ 482901 w 2494"/>
              <a:gd name="T31" fmla="*/ 1478810 h 3667"/>
              <a:gd name="T32" fmla="*/ 213695 w 2494"/>
              <a:gd name="T33" fmla="*/ 1466045 h 3667"/>
              <a:gd name="T34" fmla="*/ 123304 w 2494"/>
              <a:gd name="T35" fmla="*/ 1275056 h 3667"/>
              <a:gd name="T36" fmla="*/ 336999 w 2494"/>
              <a:gd name="T37" fmla="*/ 1443460 h 3667"/>
              <a:gd name="T38" fmla="*/ 266750 w 2494"/>
              <a:gd name="T39" fmla="*/ 1174407 h 3667"/>
              <a:gd name="T40" fmla="*/ 75653 w 2494"/>
              <a:gd name="T41" fmla="*/ 1224977 h 3667"/>
              <a:gd name="T42" fmla="*/ 276575 w 2494"/>
              <a:gd name="T43" fmla="*/ 1624629 h 3667"/>
              <a:gd name="T44" fmla="*/ 1001172 w 2494"/>
              <a:gd name="T45" fmla="*/ 1511705 h 3667"/>
              <a:gd name="T46" fmla="*/ 1034086 w 2494"/>
              <a:gd name="T47" fmla="*/ 857729 h 3667"/>
              <a:gd name="T48" fmla="*/ 545781 w 2494"/>
              <a:gd name="T49" fmla="*/ 782120 h 3667"/>
              <a:gd name="T50" fmla="*/ 621434 w 2494"/>
              <a:gd name="T51" fmla="*/ 970653 h 3667"/>
              <a:gd name="T52" fmla="*/ 976118 w 2494"/>
              <a:gd name="T53" fmla="*/ 1003548 h 3667"/>
              <a:gd name="T54" fmla="*/ 347315 w 2494"/>
              <a:gd name="T55" fmla="*/ 1154277 h 3667"/>
              <a:gd name="T56" fmla="*/ 576239 w 2494"/>
              <a:gd name="T57" fmla="*/ 1242652 h 3667"/>
              <a:gd name="T58" fmla="*/ 299173 w 2494"/>
              <a:gd name="T59" fmla="*/ 837599 h 3667"/>
              <a:gd name="T60" fmla="*/ 473076 w 2494"/>
              <a:gd name="T61" fmla="*/ 239104 h 3667"/>
              <a:gd name="T62" fmla="*/ 309489 w 2494"/>
              <a:gd name="T63" fmla="*/ 158584 h 3667"/>
              <a:gd name="T64" fmla="*/ 455391 w 2494"/>
              <a:gd name="T65" fmla="*/ 653976 h 3667"/>
              <a:gd name="T66" fmla="*/ 513359 w 2494"/>
              <a:gd name="T67" fmla="*/ 694235 h 3667"/>
              <a:gd name="T68" fmla="*/ 473076 w 2494"/>
              <a:gd name="T69" fmla="*/ 239104 h 3667"/>
              <a:gd name="T70" fmla="*/ 646488 w 2494"/>
              <a:gd name="T71" fmla="*/ 1187172 h 3667"/>
              <a:gd name="T72" fmla="*/ 588520 w 2494"/>
              <a:gd name="T73" fmla="*/ 1048718 h 3667"/>
              <a:gd name="T74" fmla="*/ 1101879 w 2494"/>
              <a:gd name="T75" fmla="*/ 198844 h 3667"/>
              <a:gd name="T76" fmla="*/ 900957 w 2494"/>
              <a:gd name="T77" fmla="*/ 389832 h 3667"/>
              <a:gd name="T78" fmla="*/ 933379 w 2494"/>
              <a:gd name="T79" fmla="*/ 739405 h 366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494" h="3667">
                <a:moveTo>
                  <a:pt x="1670" y="743"/>
                </a:moveTo>
                <a:cubicBezTo>
                  <a:pt x="1736" y="553"/>
                  <a:pt x="1895" y="77"/>
                  <a:pt x="2146" y="77"/>
                </a:cubicBezTo>
                <a:cubicBezTo>
                  <a:pt x="2325" y="77"/>
                  <a:pt x="2412" y="231"/>
                  <a:pt x="2412" y="395"/>
                </a:cubicBezTo>
                <a:cubicBezTo>
                  <a:pt x="2412" y="681"/>
                  <a:pt x="2177" y="1255"/>
                  <a:pt x="2084" y="1547"/>
                </a:cubicBezTo>
                <a:cubicBezTo>
                  <a:pt x="2202" y="1583"/>
                  <a:pt x="2202" y="1583"/>
                  <a:pt x="2202" y="1583"/>
                </a:cubicBezTo>
                <a:cubicBezTo>
                  <a:pt x="2295" y="1603"/>
                  <a:pt x="2346" y="1619"/>
                  <a:pt x="2387" y="1706"/>
                </a:cubicBezTo>
                <a:cubicBezTo>
                  <a:pt x="2464" y="1860"/>
                  <a:pt x="2494" y="2100"/>
                  <a:pt x="2494" y="2274"/>
                </a:cubicBezTo>
                <a:cubicBezTo>
                  <a:pt x="2494" y="2576"/>
                  <a:pt x="2382" y="2986"/>
                  <a:pt x="2177" y="3217"/>
                </a:cubicBezTo>
                <a:cubicBezTo>
                  <a:pt x="1931" y="3488"/>
                  <a:pt x="1567" y="3667"/>
                  <a:pt x="1204" y="3667"/>
                </a:cubicBezTo>
                <a:cubicBezTo>
                  <a:pt x="907" y="3667"/>
                  <a:pt x="558" y="3580"/>
                  <a:pt x="353" y="3355"/>
                </a:cubicBezTo>
                <a:cubicBezTo>
                  <a:pt x="174" y="3155"/>
                  <a:pt x="0" y="2756"/>
                  <a:pt x="0" y="2490"/>
                </a:cubicBezTo>
                <a:cubicBezTo>
                  <a:pt x="0" y="2295"/>
                  <a:pt x="138" y="2121"/>
                  <a:pt x="333" y="2126"/>
                </a:cubicBezTo>
                <a:cubicBezTo>
                  <a:pt x="312" y="2044"/>
                  <a:pt x="292" y="1962"/>
                  <a:pt x="292" y="1880"/>
                </a:cubicBezTo>
                <a:cubicBezTo>
                  <a:pt x="292" y="1803"/>
                  <a:pt x="317" y="1762"/>
                  <a:pt x="364" y="1701"/>
                </a:cubicBezTo>
                <a:cubicBezTo>
                  <a:pt x="405" y="1644"/>
                  <a:pt x="533" y="1527"/>
                  <a:pt x="615" y="1527"/>
                </a:cubicBezTo>
                <a:cubicBezTo>
                  <a:pt x="681" y="1527"/>
                  <a:pt x="768" y="1557"/>
                  <a:pt x="830" y="1573"/>
                </a:cubicBezTo>
                <a:cubicBezTo>
                  <a:pt x="748" y="1240"/>
                  <a:pt x="456" y="640"/>
                  <a:pt x="456" y="313"/>
                </a:cubicBezTo>
                <a:cubicBezTo>
                  <a:pt x="456" y="154"/>
                  <a:pt x="594" y="0"/>
                  <a:pt x="763" y="0"/>
                </a:cubicBezTo>
                <a:cubicBezTo>
                  <a:pt x="876" y="0"/>
                  <a:pt x="968" y="113"/>
                  <a:pt x="1019" y="200"/>
                </a:cubicBezTo>
                <a:cubicBezTo>
                  <a:pt x="1106" y="354"/>
                  <a:pt x="1219" y="666"/>
                  <a:pt x="1275" y="840"/>
                </a:cubicBezTo>
                <a:cubicBezTo>
                  <a:pt x="1449" y="1317"/>
                  <a:pt x="1449" y="1317"/>
                  <a:pt x="1449" y="1317"/>
                </a:cubicBezTo>
                <a:cubicBezTo>
                  <a:pt x="1670" y="743"/>
                  <a:pt x="1670" y="743"/>
                  <a:pt x="1670" y="743"/>
                </a:cubicBezTo>
                <a:close/>
                <a:moveTo>
                  <a:pt x="1987" y="2044"/>
                </a:moveTo>
                <a:cubicBezTo>
                  <a:pt x="2028" y="2126"/>
                  <a:pt x="2028" y="2126"/>
                  <a:pt x="2028" y="2126"/>
                </a:cubicBezTo>
                <a:cubicBezTo>
                  <a:pt x="2008" y="2172"/>
                  <a:pt x="2008" y="2172"/>
                  <a:pt x="2008" y="2172"/>
                </a:cubicBezTo>
                <a:cubicBezTo>
                  <a:pt x="1844" y="2203"/>
                  <a:pt x="1762" y="2233"/>
                  <a:pt x="1634" y="2351"/>
                </a:cubicBezTo>
                <a:cubicBezTo>
                  <a:pt x="1501" y="2474"/>
                  <a:pt x="1296" y="2705"/>
                  <a:pt x="1296" y="2899"/>
                </a:cubicBezTo>
                <a:cubicBezTo>
                  <a:pt x="1296" y="2997"/>
                  <a:pt x="1357" y="3135"/>
                  <a:pt x="1378" y="3237"/>
                </a:cubicBezTo>
                <a:cubicBezTo>
                  <a:pt x="1332" y="3283"/>
                  <a:pt x="1332" y="3283"/>
                  <a:pt x="1332" y="3283"/>
                </a:cubicBezTo>
                <a:cubicBezTo>
                  <a:pt x="1168" y="3140"/>
                  <a:pt x="1127" y="3032"/>
                  <a:pt x="1117" y="2822"/>
                </a:cubicBezTo>
                <a:cubicBezTo>
                  <a:pt x="999" y="2822"/>
                  <a:pt x="999" y="2822"/>
                  <a:pt x="999" y="2822"/>
                </a:cubicBezTo>
                <a:cubicBezTo>
                  <a:pt x="1004" y="2868"/>
                  <a:pt x="1014" y="2966"/>
                  <a:pt x="983" y="3012"/>
                </a:cubicBezTo>
                <a:cubicBezTo>
                  <a:pt x="942" y="3084"/>
                  <a:pt x="835" y="3140"/>
                  <a:pt x="758" y="3140"/>
                </a:cubicBezTo>
                <a:cubicBezTo>
                  <a:pt x="656" y="3140"/>
                  <a:pt x="512" y="3053"/>
                  <a:pt x="435" y="2986"/>
                </a:cubicBezTo>
                <a:cubicBezTo>
                  <a:pt x="359" y="2915"/>
                  <a:pt x="297" y="2802"/>
                  <a:pt x="251" y="2710"/>
                </a:cubicBezTo>
                <a:cubicBezTo>
                  <a:pt x="251" y="2597"/>
                  <a:pt x="251" y="2597"/>
                  <a:pt x="251" y="2597"/>
                </a:cubicBezTo>
                <a:cubicBezTo>
                  <a:pt x="292" y="2602"/>
                  <a:pt x="292" y="2602"/>
                  <a:pt x="292" y="2602"/>
                </a:cubicBezTo>
                <a:cubicBezTo>
                  <a:pt x="343" y="2725"/>
                  <a:pt x="558" y="2940"/>
                  <a:pt x="686" y="2940"/>
                </a:cubicBezTo>
                <a:cubicBezTo>
                  <a:pt x="737" y="2940"/>
                  <a:pt x="840" y="2899"/>
                  <a:pt x="840" y="2838"/>
                </a:cubicBezTo>
                <a:cubicBezTo>
                  <a:pt x="840" y="2787"/>
                  <a:pt x="589" y="2454"/>
                  <a:pt x="543" y="2392"/>
                </a:cubicBezTo>
                <a:cubicBezTo>
                  <a:pt x="497" y="2331"/>
                  <a:pt x="451" y="2280"/>
                  <a:pt x="369" y="2280"/>
                </a:cubicBezTo>
                <a:cubicBezTo>
                  <a:pt x="282" y="2280"/>
                  <a:pt x="154" y="2413"/>
                  <a:pt x="154" y="2495"/>
                </a:cubicBezTo>
                <a:cubicBezTo>
                  <a:pt x="154" y="2556"/>
                  <a:pt x="251" y="2848"/>
                  <a:pt x="287" y="2915"/>
                </a:cubicBezTo>
                <a:cubicBezTo>
                  <a:pt x="333" y="3022"/>
                  <a:pt x="471" y="3242"/>
                  <a:pt x="563" y="3309"/>
                </a:cubicBezTo>
                <a:cubicBezTo>
                  <a:pt x="702" y="3417"/>
                  <a:pt x="968" y="3463"/>
                  <a:pt x="1142" y="3463"/>
                </a:cubicBezTo>
                <a:cubicBezTo>
                  <a:pt x="1480" y="3463"/>
                  <a:pt x="1818" y="3340"/>
                  <a:pt x="2038" y="3079"/>
                </a:cubicBezTo>
                <a:cubicBezTo>
                  <a:pt x="2228" y="2853"/>
                  <a:pt x="2336" y="2500"/>
                  <a:pt x="2336" y="2208"/>
                </a:cubicBezTo>
                <a:cubicBezTo>
                  <a:pt x="2336" y="2013"/>
                  <a:pt x="2305" y="1818"/>
                  <a:pt x="2105" y="1747"/>
                </a:cubicBezTo>
                <a:cubicBezTo>
                  <a:pt x="1910" y="1675"/>
                  <a:pt x="1506" y="1629"/>
                  <a:pt x="1291" y="1609"/>
                </a:cubicBezTo>
                <a:cubicBezTo>
                  <a:pt x="1111" y="1593"/>
                  <a:pt x="1111" y="1593"/>
                  <a:pt x="1111" y="1593"/>
                </a:cubicBezTo>
                <a:cubicBezTo>
                  <a:pt x="1086" y="1639"/>
                  <a:pt x="1070" y="1675"/>
                  <a:pt x="1070" y="1726"/>
                </a:cubicBezTo>
                <a:cubicBezTo>
                  <a:pt x="1070" y="1834"/>
                  <a:pt x="1173" y="1931"/>
                  <a:pt x="1265" y="1977"/>
                </a:cubicBezTo>
                <a:cubicBezTo>
                  <a:pt x="1408" y="2044"/>
                  <a:pt x="1572" y="2044"/>
                  <a:pt x="1726" y="2044"/>
                </a:cubicBezTo>
                <a:cubicBezTo>
                  <a:pt x="1987" y="2044"/>
                  <a:pt x="1987" y="2044"/>
                  <a:pt x="1987" y="2044"/>
                </a:cubicBezTo>
                <a:close/>
                <a:moveTo>
                  <a:pt x="456" y="1890"/>
                </a:moveTo>
                <a:cubicBezTo>
                  <a:pt x="456" y="2003"/>
                  <a:pt x="640" y="2259"/>
                  <a:pt x="707" y="2351"/>
                </a:cubicBezTo>
                <a:cubicBezTo>
                  <a:pt x="784" y="2449"/>
                  <a:pt x="917" y="2638"/>
                  <a:pt x="1055" y="2638"/>
                </a:cubicBezTo>
                <a:cubicBezTo>
                  <a:pt x="1117" y="2638"/>
                  <a:pt x="1173" y="2592"/>
                  <a:pt x="1173" y="2531"/>
                </a:cubicBezTo>
                <a:cubicBezTo>
                  <a:pt x="1173" y="2433"/>
                  <a:pt x="937" y="2044"/>
                  <a:pt x="881" y="1947"/>
                </a:cubicBezTo>
                <a:cubicBezTo>
                  <a:pt x="804" y="1818"/>
                  <a:pt x="768" y="1731"/>
                  <a:pt x="609" y="1706"/>
                </a:cubicBezTo>
                <a:cubicBezTo>
                  <a:pt x="553" y="1747"/>
                  <a:pt x="456" y="1813"/>
                  <a:pt x="456" y="1890"/>
                </a:cubicBezTo>
                <a:close/>
                <a:moveTo>
                  <a:pt x="963" y="487"/>
                </a:moveTo>
                <a:cubicBezTo>
                  <a:pt x="927" y="389"/>
                  <a:pt x="871" y="185"/>
                  <a:pt x="737" y="185"/>
                </a:cubicBezTo>
                <a:cubicBezTo>
                  <a:pt x="666" y="185"/>
                  <a:pt x="630" y="267"/>
                  <a:pt x="630" y="323"/>
                </a:cubicBezTo>
                <a:cubicBezTo>
                  <a:pt x="630" y="513"/>
                  <a:pt x="727" y="784"/>
                  <a:pt x="794" y="968"/>
                </a:cubicBezTo>
                <a:cubicBezTo>
                  <a:pt x="927" y="1332"/>
                  <a:pt x="927" y="1332"/>
                  <a:pt x="927" y="1332"/>
                </a:cubicBezTo>
                <a:cubicBezTo>
                  <a:pt x="973" y="1450"/>
                  <a:pt x="973" y="1450"/>
                  <a:pt x="973" y="1450"/>
                </a:cubicBezTo>
                <a:cubicBezTo>
                  <a:pt x="999" y="1424"/>
                  <a:pt x="1009" y="1414"/>
                  <a:pt x="1045" y="1414"/>
                </a:cubicBezTo>
                <a:cubicBezTo>
                  <a:pt x="1296" y="1440"/>
                  <a:pt x="1296" y="1440"/>
                  <a:pt x="1296" y="1440"/>
                </a:cubicBezTo>
                <a:cubicBezTo>
                  <a:pt x="963" y="487"/>
                  <a:pt x="963" y="487"/>
                  <a:pt x="963" y="487"/>
                </a:cubicBezTo>
                <a:close/>
                <a:moveTo>
                  <a:pt x="1198" y="2136"/>
                </a:moveTo>
                <a:cubicBezTo>
                  <a:pt x="1316" y="2418"/>
                  <a:pt x="1316" y="2418"/>
                  <a:pt x="1316" y="2418"/>
                </a:cubicBezTo>
                <a:cubicBezTo>
                  <a:pt x="1547" y="2203"/>
                  <a:pt x="1547" y="2203"/>
                  <a:pt x="1547" y="2203"/>
                </a:cubicBezTo>
                <a:cubicBezTo>
                  <a:pt x="1198" y="2136"/>
                  <a:pt x="1198" y="2136"/>
                  <a:pt x="1198" y="2136"/>
                </a:cubicBezTo>
                <a:close/>
                <a:moveTo>
                  <a:pt x="2069" y="1035"/>
                </a:moveTo>
                <a:cubicBezTo>
                  <a:pt x="2105" y="917"/>
                  <a:pt x="2243" y="507"/>
                  <a:pt x="2243" y="405"/>
                </a:cubicBezTo>
                <a:cubicBezTo>
                  <a:pt x="2243" y="338"/>
                  <a:pt x="2202" y="277"/>
                  <a:pt x="2131" y="277"/>
                </a:cubicBezTo>
                <a:cubicBezTo>
                  <a:pt x="1977" y="277"/>
                  <a:pt x="1864" y="697"/>
                  <a:pt x="1834" y="794"/>
                </a:cubicBezTo>
                <a:cubicBezTo>
                  <a:pt x="1593" y="1460"/>
                  <a:pt x="1593" y="1460"/>
                  <a:pt x="1593" y="1460"/>
                </a:cubicBezTo>
                <a:cubicBezTo>
                  <a:pt x="1900" y="1506"/>
                  <a:pt x="1900" y="1506"/>
                  <a:pt x="1900" y="1506"/>
                </a:cubicBezTo>
                <a:cubicBezTo>
                  <a:pt x="2069" y="1035"/>
                  <a:pt x="2069" y="1035"/>
                  <a:pt x="2069" y="10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 anchorCtr="1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KSO_Shape">
            <a:extLst>
              <a:ext uri="{FF2B5EF4-FFF2-40B4-BE49-F238E27FC236}">
                <a16:creationId xmlns:a16="http://schemas.microsoft.com/office/drawing/2014/main" id="{E3DDA521-CFA3-4AFD-8D2A-290AABAED74B}"/>
              </a:ext>
            </a:extLst>
          </p:cNvPr>
          <p:cNvSpPr>
            <a:spLocks/>
          </p:cNvSpPr>
          <p:nvPr/>
        </p:nvSpPr>
        <p:spPr bwMode="auto">
          <a:xfrm>
            <a:off x="1911532" y="5648821"/>
            <a:ext cx="952501" cy="665163"/>
          </a:xfrm>
          <a:custGeom>
            <a:avLst/>
            <a:gdLst>
              <a:gd name="T0" fmla="*/ 1733867 w 2074863"/>
              <a:gd name="T1" fmla="*/ 579834 h 1449388"/>
              <a:gd name="T2" fmla="*/ 1791884 w 2074863"/>
              <a:gd name="T3" fmla="*/ 600246 h 1449388"/>
              <a:gd name="T4" fmla="*/ 1794804 w 2074863"/>
              <a:gd name="T5" fmla="*/ 538648 h 1449388"/>
              <a:gd name="T6" fmla="*/ 510830 w 2074863"/>
              <a:gd name="T7" fmla="*/ 162256 h 1449388"/>
              <a:gd name="T8" fmla="*/ 492893 w 2074863"/>
              <a:gd name="T9" fmla="*/ 222976 h 1449388"/>
              <a:gd name="T10" fmla="*/ 438718 w 2074863"/>
              <a:gd name="T11" fmla="*/ 188484 h 1449388"/>
              <a:gd name="T12" fmla="*/ 1598128 w 2074863"/>
              <a:gd name="T13" fmla="*/ 142089 h 1449388"/>
              <a:gd name="T14" fmla="*/ 1885296 w 2074863"/>
              <a:gd name="T15" fmla="*/ 549583 h 1449388"/>
              <a:gd name="T16" fmla="*/ 1586087 w 2074863"/>
              <a:gd name="T17" fmla="*/ 450078 h 1449388"/>
              <a:gd name="T18" fmla="*/ 486453 w 2074863"/>
              <a:gd name="T19" fmla="*/ 72185 h 1449388"/>
              <a:gd name="T20" fmla="*/ 151219 w 2074863"/>
              <a:gd name="T21" fmla="*/ 357281 h 1449388"/>
              <a:gd name="T22" fmla="*/ 295879 w 2074863"/>
              <a:gd name="T23" fmla="*/ 407592 h 1449388"/>
              <a:gd name="T24" fmla="*/ 486453 w 2074863"/>
              <a:gd name="T25" fmla="*/ 72185 h 1449388"/>
              <a:gd name="T26" fmla="*/ 681762 w 2074863"/>
              <a:gd name="T27" fmla="*/ 209994 h 1449388"/>
              <a:gd name="T28" fmla="*/ 910960 w 2074863"/>
              <a:gd name="T29" fmla="*/ 275617 h 1449388"/>
              <a:gd name="T30" fmla="*/ 1184248 w 2074863"/>
              <a:gd name="T31" fmla="*/ 351448 h 1449388"/>
              <a:gd name="T32" fmla="*/ 1396319 w 2074863"/>
              <a:gd name="T33" fmla="*/ 332855 h 1449388"/>
              <a:gd name="T34" fmla="*/ 1606205 w 2074863"/>
              <a:gd name="T35" fmla="*/ 562536 h 1449388"/>
              <a:gd name="T36" fmla="*/ 1640821 w 2074863"/>
              <a:gd name="T37" fmla="*/ 739718 h 1449388"/>
              <a:gd name="T38" fmla="*/ 1379558 w 2074863"/>
              <a:gd name="T39" fmla="*/ 843985 h 1449388"/>
              <a:gd name="T40" fmla="*/ 1124853 w 2074863"/>
              <a:gd name="T41" fmla="*/ 641283 h 1449388"/>
              <a:gd name="T42" fmla="*/ 720387 w 2074863"/>
              <a:gd name="T43" fmla="*/ 519516 h 1449388"/>
              <a:gd name="T44" fmla="*/ 653705 w 2074863"/>
              <a:gd name="T45" fmla="*/ 311345 h 1449388"/>
              <a:gd name="T46" fmla="*/ 325395 w 2074863"/>
              <a:gd name="T47" fmla="*/ 480871 h 1449388"/>
              <a:gd name="T48" fmla="*/ 435438 w 2074863"/>
              <a:gd name="T49" fmla="*/ 683574 h 1449388"/>
              <a:gd name="T50" fmla="*/ 530543 w 2074863"/>
              <a:gd name="T51" fmla="*/ 794768 h 1449388"/>
              <a:gd name="T52" fmla="*/ 611436 w 2074863"/>
              <a:gd name="T53" fmla="*/ 890286 h 1449388"/>
              <a:gd name="T54" fmla="*/ 688686 w 2074863"/>
              <a:gd name="T55" fmla="*/ 1001480 h 1449388"/>
              <a:gd name="T56" fmla="*/ 800188 w 2074863"/>
              <a:gd name="T57" fmla="*/ 1230068 h 1449388"/>
              <a:gd name="T58" fmla="*/ 913511 w 2074863"/>
              <a:gd name="T59" fmla="*/ 1255588 h 1449388"/>
              <a:gd name="T60" fmla="*/ 768486 w 2074863"/>
              <a:gd name="T61" fmla="*/ 1063458 h 1449388"/>
              <a:gd name="T62" fmla="*/ 798730 w 2074863"/>
              <a:gd name="T63" fmla="*/ 1022261 h 1449388"/>
              <a:gd name="T64" fmla="*/ 1047604 w 2074863"/>
              <a:gd name="T65" fmla="*/ 1245015 h 1449388"/>
              <a:gd name="T66" fmla="*/ 1112465 w 2074863"/>
              <a:gd name="T67" fmla="*/ 1184496 h 1449388"/>
              <a:gd name="T68" fmla="*/ 841727 w 2074863"/>
              <a:gd name="T69" fmla="*/ 896119 h 1449388"/>
              <a:gd name="T70" fmla="*/ 886182 w 2074863"/>
              <a:gd name="T71" fmla="*/ 868047 h 1449388"/>
              <a:gd name="T72" fmla="*/ 1205383 w 2074863"/>
              <a:gd name="T73" fmla="*/ 1138195 h 1449388"/>
              <a:gd name="T74" fmla="*/ 1202468 w 2074863"/>
              <a:gd name="T75" fmla="*/ 1026636 h 1449388"/>
              <a:gd name="T76" fmla="*/ 955779 w 2074863"/>
              <a:gd name="T77" fmla="*/ 749197 h 1449388"/>
              <a:gd name="T78" fmla="*/ 1006793 w 2074863"/>
              <a:gd name="T79" fmla="*/ 736437 h 1449388"/>
              <a:gd name="T80" fmla="*/ 1311053 w 2074863"/>
              <a:gd name="T81" fmla="*/ 1001480 h 1449388"/>
              <a:gd name="T82" fmla="*/ 1303037 w 2074863"/>
              <a:gd name="T83" fmla="*/ 890286 h 1449388"/>
              <a:gd name="T84" fmla="*/ 1310325 w 2074863"/>
              <a:gd name="T85" fmla="*/ 838516 h 1449388"/>
              <a:gd name="T86" fmla="*/ 1409802 w 2074863"/>
              <a:gd name="T87" fmla="*/ 919087 h 1449388"/>
              <a:gd name="T88" fmla="*/ 1378829 w 2074863"/>
              <a:gd name="T89" fmla="*/ 1028094 h 1449388"/>
              <a:gd name="T90" fmla="*/ 1306317 w 2074863"/>
              <a:gd name="T91" fmla="*/ 1123248 h 1449388"/>
              <a:gd name="T92" fmla="*/ 1210119 w 2074863"/>
              <a:gd name="T93" fmla="*/ 1205641 h 1449388"/>
              <a:gd name="T94" fmla="*/ 1113922 w 2074863"/>
              <a:gd name="T95" fmla="*/ 1290222 h 1449388"/>
              <a:gd name="T96" fmla="*/ 1016631 w 2074863"/>
              <a:gd name="T97" fmla="*/ 1300795 h 1449388"/>
              <a:gd name="T98" fmla="*/ 897478 w 2074863"/>
              <a:gd name="T99" fmla="*/ 1327044 h 1449388"/>
              <a:gd name="T100" fmla="*/ 625648 w 2074863"/>
              <a:gd name="T101" fmla="*/ 1160798 h 1449388"/>
              <a:gd name="T102" fmla="*/ 491918 w 2074863"/>
              <a:gd name="T103" fmla="*/ 1202360 h 1449388"/>
              <a:gd name="T104" fmla="*/ 458760 w 2074863"/>
              <a:gd name="T105" fmla="*/ 1134550 h 1449388"/>
              <a:gd name="T106" fmla="*/ 365477 w 2074863"/>
              <a:gd name="T107" fmla="*/ 1057260 h 1449388"/>
              <a:gd name="T108" fmla="*/ 317378 w 2074863"/>
              <a:gd name="T109" fmla="*/ 969763 h 1449388"/>
              <a:gd name="T110" fmla="*/ 233206 w 2074863"/>
              <a:gd name="T111" fmla="*/ 865131 h 1449388"/>
              <a:gd name="T112" fmla="*/ 268916 w 2074863"/>
              <a:gd name="T113" fmla="*/ 733520 h 1449388"/>
              <a:gd name="T114" fmla="*/ 186565 w 2074863"/>
              <a:gd name="T115" fmla="*/ 647845 h 1449388"/>
              <a:gd name="T116" fmla="*/ 1822 w 2074863"/>
              <a:gd name="T117" fmla="*/ 438580 h 1449388"/>
              <a:gd name="T118" fmla="*/ 272923 w 2074863"/>
              <a:gd name="T119" fmla="*/ 139996 h 144938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074863" h="1449388">
                <a:moveTo>
                  <a:pt x="1923841" y="577723"/>
                </a:moveTo>
                <a:lnTo>
                  <a:pt x="1919867" y="578517"/>
                </a:lnTo>
                <a:lnTo>
                  <a:pt x="1915893" y="579312"/>
                </a:lnTo>
                <a:lnTo>
                  <a:pt x="1911919" y="580503"/>
                </a:lnTo>
                <a:lnTo>
                  <a:pt x="1907944" y="582488"/>
                </a:lnTo>
                <a:lnTo>
                  <a:pt x="1904765" y="584871"/>
                </a:lnTo>
                <a:lnTo>
                  <a:pt x="1901983" y="586857"/>
                </a:lnTo>
                <a:lnTo>
                  <a:pt x="1898804" y="589636"/>
                </a:lnTo>
                <a:lnTo>
                  <a:pt x="1896022" y="592813"/>
                </a:lnTo>
                <a:lnTo>
                  <a:pt x="1893240" y="595593"/>
                </a:lnTo>
                <a:lnTo>
                  <a:pt x="1891253" y="599167"/>
                </a:lnTo>
                <a:lnTo>
                  <a:pt x="1889663" y="602741"/>
                </a:lnTo>
                <a:lnTo>
                  <a:pt x="1888471" y="606712"/>
                </a:lnTo>
                <a:lnTo>
                  <a:pt x="1887278" y="610683"/>
                </a:lnTo>
                <a:lnTo>
                  <a:pt x="1886483" y="615051"/>
                </a:lnTo>
                <a:lnTo>
                  <a:pt x="1886483" y="619419"/>
                </a:lnTo>
                <a:lnTo>
                  <a:pt x="1886483" y="623390"/>
                </a:lnTo>
                <a:lnTo>
                  <a:pt x="1887278" y="627758"/>
                </a:lnTo>
                <a:lnTo>
                  <a:pt x="1888471" y="631729"/>
                </a:lnTo>
                <a:lnTo>
                  <a:pt x="1889663" y="635303"/>
                </a:lnTo>
                <a:lnTo>
                  <a:pt x="1891253" y="639274"/>
                </a:lnTo>
                <a:lnTo>
                  <a:pt x="1893240" y="642451"/>
                </a:lnTo>
                <a:lnTo>
                  <a:pt x="1896022" y="646025"/>
                </a:lnTo>
                <a:lnTo>
                  <a:pt x="1898804" y="648805"/>
                </a:lnTo>
                <a:lnTo>
                  <a:pt x="1901983" y="651188"/>
                </a:lnTo>
                <a:lnTo>
                  <a:pt x="1904765" y="653967"/>
                </a:lnTo>
                <a:lnTo>
                  <a:pt x="1907944" y="655953"/>
                </a:lnTo>
                <a:lnTo>
                  <a:pt x="1911919" y="657541"/>
                </a:lnTo>
                <a:lnTo>
                  <a:pt x="1915893" y="659130"/>
                </a:lnTo>
                <a:lnTo>
                  <a:pt x="1919867" y="660321"/>
                </a:lnTo>
                <a:lnTo>
                  <a:pt x="1923841" y="660718"/>
                </a:lnTo>
                <a:lnTo>
                  <a:pt x="1928213" y="661115"/>
                </a:lnTo>
                <a:lnTo>
                  <a:pt x="1932585" y="660718"/>
                </a:lnTo>
                <a:lnTo>
                  <a:pt x="1936956" y="660321"/>
                </a:lnTo>
                <a:lnTo>
                  <a:pt x="1940533" y="659130"/>
                </a:lnTo>
                <a:lnTo>
                  <a:pt x="1944508" y="657541"/>
                </a:lnTo>
                <a:lnTo>
                  <a:pt x="1948084" y="655953"/>
                </a:lnTo>
                <a:lnTo>
                  <a:pt x="1951661" y="653967"/>
                </a:lnTo>
                <a:lnTo>
                  <a:pt x="1954841" y="651188"/>
                </a:lnTo>
                <a:lnTo>
                  <a:pt x="1958020" y="648805"/>
                </a:lnTo>
                <a:lnTo>
                  <a:pt x="1960405" y="646025"/>
                </a:lnTo>
                <a:lnTo>
                  <a:pt x="1963187" y="642451"/>
                </a:lnTo>
                <a:lnTo>
                  <a:pt x="1965174" y="639274"/>
                </a:lnTo>
                <a:lnTo>
                  <a:pt x="1966763" y="635303"/>
                </a:lnTo>
                <a:lnTo>
                  <a:pt x="1967956" y="631729"/>
                </a:lnTo>
                <a:lnTo>
                  <a:pt x="1969148" y="627758"/>
                </a:lnTo>
                <a:lnTo>
                  <a:pt x="1969943" y="623390"/>
                </a:lnTo>
                <a:lnTo>
                  <a:pt x="1970340" y="619419"/>
                </a:lnTo>
                <a:lnTo>
                  <a:pt x="1969943" y="615051"/>
                </a:lnTo>
                <a:lnTo>
                  <a:pt x="1969148" y="610683"/>
                </a:lnTo>
                <a:lnTo>
                  <a:pt x="1967956" y="606712"/>
                </a:lnTo>
                <a:lnTo>
                  <a:pt x="1966763" y="602741"/>
                </a:lnTo>
                <a:lnTo>
                  <a:pt x="1965174" y="599167"/>
                </a:lnTo>
                <a:lnTo>
                  <a:pt x="1963187" y="595593"/>
                </a:lnTo>
                <a:lnTo>
                  <a:pt x="1960405" y="592813"/>
                </a:lnTo>
                <a:lnTo>
                  <a:pt x="1958020" y="589636"/>
                </a:lnTo>
                <a:lnTo>
                  <a:pt x="1954841" y="586857"/>
                </a:lnTo>
                <a:lnTo>
                  <a:pt x="1951661" y="584871"/>
                </a:lnTo>
                <a:lnTo>
                  <a:pt x="1948084" y="582488"/>
                </a:lnTo>
                <a:lnTo>
                  <a:pt x="1944508" y="580503"/>
                </a:lnTo>
                <a:lnTo>
                  <a:pt x="1940533" y="579312"/>
                </a:lnTo>
                <a:lnTo>
                  <a:pt x="1936956" y="578517"/>
                </a:lnTo>
                <a:lnTo>
                  <a:pt x="1932585" y="577723"/>
                </a:lnTo>
                <a:lnTo>
                  <a:pt x="1928213" y="577723"/>
                </a:lnTo>
                <a:lnTo>
                  <a:pt x="1923841" y="577723"/>
                </a:lnTo>
                <a:close/>
                <a:moveTo>
                  <a:pt x="519301" y="160338"/>
                </a:moveTo>
                <a:lnTo>
                  <a:pt x="523687" y="160338"/>
                </a:lnTo>
                <a:lnTo>
                  <a:pt x="528072" y="160729"/>
                </a:lnTo>
                <a:lnTo>
                  <a:pt x="532059" y="161512"/>
                </a:lnTo>
                <a:lnTo>
                  <a:pt x="536445" y="162687"/>
                </a:lnTo>
                <a:lnTo>
                  <a:pt x="540033" y="163861"/>
                </a:lnTo>
                <a:lnTo>
                  <a:pt x="544020" y="166210"/>
                </a:lnTo>
                <a:lnTo>
                  <a:pt x="547209" y="168558"/>
                </a:lnTo>
                <a:lnTo>
                  <a:pt x="550399" y="170907"/>
                </a:lnTo>
                <a:lnTo>
                  <a:pt x="553588" y="174038"/>
                </a:lnTo>
                <a:lnTo>
                  <a:pt x="556379" y="176778"/>
                </a:lnTo>
                <a:lnTo>
                  <a:pt x="558771" y="180693"/>
                </a:lnTo>
                <a:lnTo>
                  <a:pt x="560366" y="183824"/>
                </a:lnTo>
                <a:lnTo>
                  <a:pt x="562359" y="188130"/>
                </a:lnTo>
                <a:lnTo>
                  <a:pt x="563954" y="192436"/>
                </a:lnTo>
                <a:lnTo>
                  <a:pt x="564752" y="196350"/>
                </a:lnTo>
                <a:lnTo>
                  <a:pt x="565150" y="201048"/>
                </a:lnTo>
                <a:lnTo>
                  <a:pt x="565150" y="205353"/>
                </a:lnTo>
                <a:lnTo>
                  <a:pt x="564752" y="209268"/>
                </a:lnTo>
                <a:lnTo>
                  <a:pt x="563954" y="213574"/>
                </a:lnTo>
                <a:lnTo>
                  <a:pt x="562758" y="217488"/>
                </a:lnTo>
                <a:lnTo>
                  <a:pt x="560765" y="221402"/>
                </a:lnTo>
                <a:lnTo>
                  <a:pt x="558771" y="224925"/>
                </a:lnTo>
                <a:lnTo>
                  <a:pt x="556778" y="228448"/>
                </a:lnTo>
                <a:lnTo>
                  <a:pt x="553987" y="231188"/>
                </a:lnTo>
                <a:lnTo>
                  <a:pt x="551196" y="234711"/>
                </a:lnTo>
                <a:lnTo>
                  <a:pt x="547608" y="237060"/>
                </a:lnTo>
                <a:lnTo>
                  <a:pt x="544418" y="239800"/>
                </a:lnTo>
                <a:lnTo>
                  <a:pt x="540431" y="241366"/>
                </a:lnTo>
                <a:lnTo>
                  <a:pt x="536843" y="242932"/>
                </a:lnTo>
                <a:lnTo>
                  <a:pt x="532458" y="244497"/>
                </a:lnTo>
                <a:lnTo>
                  <a:pt x="528072" y="245672"/>
                </a:lnTo>
                <a:lnTo>
                  <a:pt x="523687" y="246063"/>
                </a:lnTo>
                <a:lnTo>
                  <a:pt x="518902" y="246063"/>
                </a:lnTo>
                <a:lnTo>
                  <a:pt x="514915" y="245672"/>
                </a:lnTo>
                <a:lnTo>
                  <a:pt x="510530" y="244497"/>
                </a:lnTo>
                <a:lnTo>
                  <a:pt x="506543" y="243323"/>
                </a:lnTo>
                <a:lnTo>
                  <a:pt x="502955" y="241757"/>
                </a:lnTo>
                <a:lnTo>
                  <a:pt x="498968" y="239800"/>
                </a:lnTo>
                <a:lnTo>
                  <a:pt x="495778" y="237451"/>
                </a:lnTo>
                <a:lnTo>
                  <a:pt x="492190" y="235103"/>
                </a:lnTo>
                <a:lnTo>
                  <a:pt x="489399" y="232363"/>
                </a:lnTo>
                <a:lnTo>
                  <a:pt x="486210" y="228840"/>
                </a:lnTo>
                <a:lnTo>
                  <a:pt x="484216" y="225708"/>
                </a:lnTo>
                <a:lnTo>
                  <a:pt x="482223" y="221794"/>
                </a:lnTo>
                <a:lnTo>
                  <a:pt x="480628" y="217879"/>
                </a:lnTo>
                <a:lnTo>
                  <a:pt x="479033" y="213965"/>
                </a:lnTo>
                <a:lnTo>
                  <a:pt x="478236" y="209268"/>
                </a:lnTo>
                <a:lnTo>
                  <a:pt x="477837" y="205353"/>
                </a:lnTo>
                <a:lnTo>
                  <a:pt x="477837" y="200656"/>
                </a:lnTo>
                <a:lnTo>
                  <a:pt x="478236" y="196350"/>
                </a:lnTo>
                <a:lnTo>
                  <a:pt x="479033" y="192436"/>
                </a:lnTo>
                <a:lnTo>
                  <a:pt x="480628" y="188522"/>
                </a:lnTo>
                <a:lnTo>
                  <a:pt x="481824" y="184607"/>
                </a:lnTo>
                <a:lnTo>
                  <a:pt x="483818" y="181084"/>
                </a:lnTo>
                <a:lnTo>
                  <a:pt x="486210" y="177561"/>
                </a:lnTo>
                <a:lnTo>
                  <a:pt x="489001" y="174430"/>
                </a:lnTo>
                <a:lnTo>
                  <a:pt x="491791" y="171298"/>
                </a:lnTo>
                <a:lnTo>
                  <a:pt x="494981" y="168558"/>
                </a:lnTo>
                <a:lnTo>
                  <a:pt x="498569" y="166601"/>
                </a:lnTo>
                <a:lnTo>
                  <a:pt x="502157" y="164252"/>
                </a:lnTo>
                <a:lnTo>
                  <a:pt x="506144" y="162687"/>
                </a:lnTo>
                <a:lnTo>
                  <a:pt x="510530" y="161512"/>
                </a:lnTo>
                <a:lnTo>
                  <a:pt x="514915" y="160729"/>
                </a:lnTo>
                <a:lnTo>
                  <a:pt x="519301" y="160338"/>
                </a:lnTo>
                <a:close/>
                <a:moveTo>
                  <a:pt x="1699693" y="111125"/>
                </a:moveTo>
                <a:lnTo>
                  <a:pt x="1718770" y="131377"/>
                </a:lnTo>
                <a:lnTo>
                  <a:pt x="1740628" y="154806"/>
                </a:lnTo>
                <a:lnTo>
                  <a:pt x="1768448" y="186178"/>
                </a:lnTo>
                <a:lnTo>
                  <a:pt x="1784345" y="204842"/>
                </a:lnTo>
                <a:lnTo>
                  <a:pt x="1801832" y="224697"/>
                </a:lnTo>
                <a:lnTo>
                  <a:pt x="1819318" y="246538"/>
                </a:lnTo>
                <a:lnTo>
                  <a:pt x="1838395" y="269173"/>
                </a:lnTo>
                <a:lnTo>
                  <a:pt x="1857471" y="293793"/>
                </a:lnTo>
                <a:lnTo>
                  <a:pt x="1877343" y="318811"/>
                </a:lnTo>
                <a:lnTo>
                  <a:pt x="1897611" y="345417"/>
                </a:lnTo>
                <a:lnTo>
                  <a:pt x="1917483" y="372420"/>
                </a:lnTo>
                <a:lnTo>
                  <a:pt x="1936956" y="400217"/>
                </a:lnTo>
                <a:lnTo>
                  <a:pt x="1954841" y="426823"/>
                </a:lnTo>
                <a:lnTo>
                  <a:pt x="1971930" y="453032"/>
                </a:lnTo>
                <a:lnTo>
                  <a:pt x="1987032" y="478050"/>
                </a:lnTo>
                <a:lnTo>
                  <a:pt x="2001339" y="501479"/>
                </a:lnTo>
                <a:lnTo>
                  <a:pt x="2014057" y="524511"/>
                </a:lnTo>
                <a:lnTo>
                  <a:pt x="2025980" y="545558"/>
                </a:lnTo>
                <a:lnTo>
                  <a:pt x="2036313" y="565016"/>
                </a:lnTo>
                <a:lnTo>
                  <a:pt x="2045454" y="582488"/>
                </a:lnTo>
                <a:lnTo>
                  <a:pt x="2053402" y="598770"/>
                </a:lnTo>
                <a:lnTo>
                  <a:pt x="2065325" y="623787"/>
                </a:lnTo>
                <a:lnTo>
                  <a:pt x="2072479" y="640069"/>
                </a:lnTo>
                <a:lnTo>
                  <a:pt x="2074863" y="646025"/>
                </a:lnTo>
                <a:lnTo>
                  <a:pt x="1870189" y="796925"/>
                </a:lnTo>
                <a:lnTo>
                  <a:pt x="1867407" y="789380"/>
                </a:lnTo>
                <a:lnTo>
                  <a:pt x="1859856" y="767142"/>
                </a:lnTo>
                <a:lnTo>
                  <a:pt x="1854689" y="751258"/>
                </a:lnTo>
                <a:lnTo>
                  <a:pt x="1847933" y="733388"/>
                </a:lnTo>
                <a:lnTo>
                  <a:pt x="1839985" y="712342"/>
                </a:lnTo>
                <a:lnTo>
                  <a:pt x="1830844" y="690104"/>
                </a:lnTo>
                <a:lnTo>
                  <a:pt x="1820908" y="666278"/>
                </a:lnTo>
                <a:lnTo>
                  <a:pt x="1809383" y="640466"/>
                </a:lnTo>
                <a:lnTo>
                  <a:pt x="1797063" y="614257"/>
                </a:lnTo>
                <a:lnTo>
                  <a:pt x="1783550" y="586857"/>
                </a:lnTo>
                <a:lnTo>
                  <a:pt x="1768845" y="559059"/>
                </a:lnTo>
                <a:lnTo>
                  <a:pt x="1753346" y="531262"/>
                </a:lnTo>
                <a:lnTo>
                  <a:pt x="1744602" y="517363"/>
                </a:lnTo>
                <a:lnTo>
                  <a:pt x="1736256" y="503862"/>
                </a:lnTo>
                <a:lnTo>
                  <a:pt x="1727513" y="490360"/>
                </a:lnTo>
                <a:lnTo>
                  <a:pt x="1718770" y="476859"/>
                </a:lnTo>
                <a:lnTo>
                  <a:pt x="1709232" y="463357"/>
                </a:lnTo>
                <a:lnTo>
                  <a:pt x="1700091" y="450650"/>
                </a:lnTo>
                <a:lnTo>
                  <a:pt x="1690552" y="438339"/>
                </a:lnTo>
                <a:lnTo>
                  <a:pt x="1681014" y="426029"/>
                </a:lnTo>
                <a:lnTo>
                  <a:pt x="1661938" y="403394"/>
                </a:lnTo>
                <a:lnTo>
                  <a:pt x="1643259" y="381951"/>
                </a:lnTo>
                <a:lnTo>
                  <a:pt x="1624977" y="362095"/>
                </a:lnTo>
                <a:lnTo>
                  <a:pt x="1606696" y="343431"/>
                </a:lnTo>
                <a:lnTo>
                  <a:pt x="1590004" y="327150"/>
                </a:lnTo>
                <a:lnTo>
                  <a:pt x="1573312" y="311663"/>
                </a:lnTo>
                <a:lnTo>
                  <a:pt x="1558210" y="298559"/>
                </a:lnTo>
                <a:lnTo>
                  <a:pt x="1544697" y="287042"/>
                </a:lnTo>
                <a:lnTo>
                  <a:pt x="1532377" y="276718"/>
                </a:lnTo>
                <a:lnTo>
                  <a:pt x="1522044" y="268776"/>
                </a:lnTo>
                <a:lnTo>
                  <a:pt x="1506942" y="257657"/>
                </a:lnTo>
                <a:lnTo>
                  <a:pt x="1501775" y="254083"/>
                </a:lnTo>
                <a:lnTo>
                  <a:pt x="1699693" y="111125"/>
                </a:lnTo>
                <a:close/>
                <a:moveTo>
                  <a:pt x="529828" y="78646"/>
                </a:moveTo>
                <a:lnTo>
                  <a:pt x="511572" y="88179"/>
                </a:lnTo>
                <a:lnTo>
                  <a:pt x="489347" y="100889"/>
                </a:lnTo>
                <a:lnTo>
                  <a:pt x="476647" y="108436"/>
                </a:lnTo>
                <a:lnTo>
                  <a:pt x="463153" y="116777"/>
                </a:lnTo>
                <a:lnTo>
                  <a:pt x="448865" y="126310"/>
                </a:lnTo>
                <a:lnTo>
                  <a:pt x="433784" y="136240"/>
                </a:lnTo>
                <a:lnTo>
                  <a:pt x="417512" y="147759"/>
                </a:lnTo>
                <a:lnTo>
                  <a:pt x="401637" y="159675"/>
                </a:lnTo>
                <a:lnTo>
                  <a:pt x="384175" y="172783"/>
                </a:lnTo>
                <a:lnTo>
                  <a:pt x="367109" y="186288"/>
                </a:lnTo>
                <a:lnTo>
                  <a:pt x="349250" y="200984"/>
                </a:lnTo>
                <a:lnTo>
                  <a:pt x="331787" y="216475"/>
                </a:lnTo>
                <a:lnTo>
                  <a:pt x="313531" y="233157"/>
                </a:lnTo>
                <a:lnTo>
                  <a:pt x="294878" y="250634"/>
                </a:lnTo>
                <a:lnTo>
                  <a:pt x="277019" y="268905"/>
                </a:lnTo>
                <a:lnTo>
                  <a:pt x="259159" y="287177"/>
                </a:lnTo>
                <a:lnTo>
                  <a:pt x="225028" y="322528"/>
                </a:lnTo>
                <a:lnTo>
                  <a:pt x="193278" y="356687"/>
                </a:lnTo>
                <a:lnTo>
                  <a:pt x="164703" y="389257"/>
                </a:lnTo>
                <a:lnTo>
                  <a:pt x="138906" y="419445"/>
                </a:lnTo>
                <a:lnTo>
                  <a:pt x="116284" y="446057"/>
                </a:lnTo>
                <a:lnTo>
                  <a:pt x="97234" y="469095"/>
                </a:lnTo>
                <a:lnTo>
                  <a:pt x="82550" y="488161"/>
                </a:lnTo>
                <a:lnTo>
                  <a:pt x="205184" y="612882"/>
                </a:lnTo>
                <a:lnTo>
                  <a:pt x="213915" y="597391"/>
                </a:lnTo>
                <a:lnTo>
                  <a:pt x="224631" y="581106"/>
                </a:lnTo>
                <a:lnTo>
                  <a:pt x="236934" y="562437"/>
                </a:lnTo>
                <a:lnTo>
                  <a:pt x="250428" y="542974"/>
                </a:lnTo>
                <a:lnTo>
                  <a:pt x="256381" y="531456"/>
                </a:lnTo>
                <a:lnTo>
                  <a:pt x="260350" y="524306"/>
                </a:lnTo>
                <a:lnTo>
                  <a:pt x="265112" y="515965"/>
                </a:lnTo>
                <a:lnTo>
                  <a:pt x="270669" y="507623"/>
                </a:lnTo>
                <a:lnTo>
                  <a:pt x="277019" y="498885"/>
                </a:lnTo>
                <a:lnTo>
                  <a:pt x="284162" y="488558"/>
                </a:lnTo>
                <a:lnTo>
                  <a:pt x="292100" y="478628"/>
                </a:lnTo>
                <a:lnTo>
                  <a:pt x="301228" y="467506"/>
                </a:lnTo>
                <a:lnTo>
                  <a:pt x="311547" y="456385"/>
                </a:lnTo>
                <a:lnTo>
                  <a:pt x="322262" y="444071"/>
                </a:lnTo>
                <a:lnTo>
                  <a:pt x="334565" y="431758"/>
                </a:lnTo>
                <a:lnTo>
                  <a:pt x="348059" y="418650"/>
                </a:lnTo>
                <a:lnTo>
                  <a:pt x="362347" y="405543"/>
                </a:lnTo>
                <a:lnTo>
                  <a:pt x="378619" y="391641"/>
                </a:lnTo>
                <a:lnTo>
                  <a:pt x="395684" y="377739"/>
                </a:lnTo>
                <a:lnTo>
                  <a:pt x="413147" y="362248"/>
                </a:lnTo>
                <a:lnTo>
                  <a:pt x="430609" y="347154"/>
                </a:lnTo>
                <a:lnTo>
                  <a:pt x="448469" y="332855"/>
                </a:lnTo>
                <a:lnTo>
                  <a:pt x="466328" y="318953"/>
                </a:lnTo>
                <a:lnTo>
                  <a:pt x="484188" y="305448"/>
                </a:lnTo>
                <a:lnTo>
                  <a:pt x="502047" y="292737"/>
                </a:lnTo>
                <a:lnTo>
                  <a:pt x="519510" y="280821"/>
                </a:lnTo>
                <a:lnTo>
                  <a:pt x="536972" y="268905"/>
                </a:lnTo>
                <a:lnTo>
                  <a:pt x="553641" y="257784"/>
                </a:lnTo>
                <a:lnTo>
                  <a:pt x="570310" y="247457"/>
                </a:lnTo>
                <a:lnTo>
                  <a:pt x="601663" y="228391"/>
                </a:lnTo>
                <a:lnTo>
                  <a:pt x="629841" y="212106"/>
                </a:lnTo>
                <a:lnTo>
                  <a:pt x="654050" y="198601"/>
                </a:lnTo>
                <a:lnTo>
                  <a:pt x="529828" y="78646"/>
                </a:lnTo>
                <a:close/>
                <a:moveTo>
                  <a:pt x="537766" y="0"/>
                </a:moveTo>
                <a:lnTo>
                  <a:pt x="542925" y="794"/>
                </a:lnTo>
                <a:lnTo>
                  <a:pt x="548085" y="2383"/>
                </a:lnTo>
                <a:lnTo>
                  <a:pt x="552450" y="4369"/>
                </a:lnTo>
                <a:lnTo>
                  <a:pt x="557213" y="6752"/>
                </a:lnTo>
                <a:lnTo>
                  <a:pt x="561181" y="10327"/>
                </a:lnTo>
                <a:lnTo>
                  <a:pt x="738981" y="181521"/>
                </a:lnTo>
                <a:lnTo>
                  <a:pt x="741760" y="185096"/>
                </a:lnTo>
                <a:lnTo>
                  <a:pt x="744538" y="188274"/>
                </a:lnTo>
                <a:lnTo>
                  <a:pt x="746522" y="192246"/>
                </a:lnTo>
                <a:lnTo>
                  <a:pt x="748110" y="195820"/>
                </a:lnTo>
                <a:lnTo>
                  <a:pt x="748903" y="200190"/>
                </a:lnTo>
                <a:lnTo>
                  <a:pt x="749697" y="204162"/>
                </a:lnTo>
                <a:lnTo>
                  <a:pt x="749697" y="208531"/>
                </a:lnTo>
                <a:lnTo>
                  <a:pt x="749300" y="213297"/>
                </a:lnTo>
                <a:lnTo>
                  <a:pt x="748506" y="217269"/>
                </a:lnTo>
                <a:lnTo>
                  <a:pt x="746919" y="221241"/>
                </a:lnTo>
                <a:lnTo>
                  <a:pt x="745331" y="224816"/>
                </a:lnTo>
                <a:lnTo>
                  <a:pt x="742553" y="228788"/>
                </a:lnTo>
                <a:lnTo>
                  <a:pt x="740172" y="231568"/>
                </a:lnTo>
                <a:lnTo>
                  <a:pt x="736600" y="234746"/>
                </a:lnTo>
                <a:lnTo>
                  <a:pt x="733425" y="237129"/>
                </a:lnTo>
                <a:lnTo>
                  <a:pt x="729456" y="239512"/>
                </a:lnTo>
                <a:lnTo>
                  <a:pt x="722710" y="242690"/>
                </a:lnTo>
                <a:lnTo>
                  <a:pt x="705247" y="251429"/>
                </a:lnTo>
                <a:lnTo>
                  <a:pt x="776685" y="295915"/>
                </a:lnTo>
                <a:lnTo>
                  <a:pt x="813594" y="318953"/>
                </a:lnTo>
                <a:lnTo>
                  <a:pt x="843756" y="338416"/>
                </a:lnTo>
                <a:lnTo>
                  <a:pt x="855266" y="332458"/>
                </a:lnTo>
                <a:lnTo>
                  <a:pt x="867569" y="326500"/>
                </a:lnTo>
                <a:lnTo>
                  <a:pt x="879872" y="321733"/>
                </a:lnTo>
                <a:lnTo>
                  <a:pt x="892175" y="317364"/>
                </a:lnTo>
                <a:lnTo>
                  <a:pt x="905669" y="312995"/>
                </a:lnTo>
                <a:lnTo>
                  <a:pt x="919163" y="309817"/>
                </a:lnTo>
                <a:lnTo>
                  <a:pt x="933847" y="307037"/>
                </a:lnTo>
                <a:lnTo>
                  <a:pt x="948135" y="304256"/>
                </a:lnTo>
                <a:lnTo>
                  <a:pt x="970756" y="301873"/>
                </a:lnTo>
                <a:lnTo>
                  <a:pt x="992188" y="300284"/>
                </a:lnTo>
                <a:lnTo>
                  <a:pt x="1013222" y="299093"/>
                </a:lnTo>
                <a:lnTo>
                  <a:pt x="1033066" y="298696"/>
                </a:lnTo>
                <a:lnTo>
                  <a:pt x="1052513" y="299490"/>
                </a:lnTo>
                <a:lnTo>
                  <a:pt x="1070769" y="301079"/>
                </a:lnTo>
                <a:lnTo>
                  <a:pt x="1088231" y="302668"/>
                </a:lnTo>
                <a:lnTo>
                  <a:pt x="1105297" y="305051"/>
                </a:lnTo>
                <a:lnTo>
                  <a:pt x="1121172" y="308228"/>
                </a:lnTo>
                <a:lnTo>
                  <a:pt x="1137047" y="311803"/>
                </a:lnTo>
                <a:lnTo>
                  <a:pt x="1151731" y="315775"/>
                </a:lnTo>
                <a:lnTo>
                  <a:pt x="1165622" y="320542"/>
                </a:lnTo>
                <a:lnTo>
                  <a:pt x="1179116" y="324911"/>
                </a:lnTo>
                <a:lnTo>
                  <a:pt x="1191816" y="329677"/>
                </a:lnTo>
                <a:lnTo>
                  <a:pt x="1203722" y="335238"/>
                </a:lnTo>
                <a:lnTo>
                  <a:pt x="1215231" y="340004"/>
                </a:lnTo>
                <a:lnTo>
                  <a:pt x="1226741" y="345565"/>
                </a:lnTo>
                <a:lnTo>
                  <a:pt x="1237060" y="351126"/>
                </a:lnTo>
                <a:lnTo>
                  <a:pt x="1256506" y="362645"/>
                </a:lnTo>
                <a:lnTo>
                  <a:pt x="1274366" y="372972"/>
                </a:lnTo>
                <a:lnTo>
                  <a:pt x="1289844" y="382902"/>
                </a:lnTo>
                <a:lnTo>
                  <a:pt x="1304131" y="391641"/>
                </a:lnTo>
                <a:lnTo>
                  <a:pt x="1310878" y="395613"/>
                </a:lnTo>
                <a:lnTo>
                  <a:pt x="1317228" y="398790"/>
                </a:lnTo>
                <a:lnTo>
                  <a:pt x="1323578" y="401968"/>
                </a:lnTo>
                <a:lnTo>
                  <a:pt x="1329135" y="403954"/>
                </a:lnTo>
                <a:lnTo>
                  <a:pt x="1334691" y="405543"/>
                </a:lnTo>
                <a:lnTo>
                  <a:pt x="1340247" y="406337"/>
                </a:lnTo>
                <a:lnTo>
                  <a:pt x="1345406" y="407132"/>
                </a:lnTo>
                <a:lnTo>
                  <a:pt x="1351360" y="407132"/>
                </a:lnTo>
                <a:lnTo>
                  <a:pt x="1358106" y="406734"/>
                </a:lnTo>
                <a:lnTo>
                  <a:pt x="1364853" y="406337"/>
                </a:lnTo>
                <a:lnTo>
                  <a:pt x="1379538" y="404351"/>
                </a:lnTo>
                <a:lnTo>
                  <a:pt x="1395810" y="401173"/>
                </a:lnTo>
                <a:lnTo>
                  <a:pt x="1412081" y="397201"/>
                </a:lnTo>
                <a:lnTo>
                  <a:pt x="1429544" y="392832"/>
                </a:lnTo>
                <a:lnTo>
                  <a:pt x="1446610" y="387669"/>
                </a:lnTo>
                <a:lnTo>
                  <a:pt x="1463675" y="382505"/>
                </a:lnTo>
                <a:lnTo>
                  <a:pt x="1494631" y="371781"/>
                </a:lnTo>
                <a:lnTo>
                  <a:pt x="1520825" y="362645"/>
                </a:lnTo>
                <a:lnTo>
                  <a:pt x="1545035" y="353112"/>
                </a:lnTo>
                <a:lnTo>
                  <a:pt x="1550988" y="357481"/>
                </a:lnTo>
                <a:lnTo>
                  <a:pt x="1557338" y="363439"/>
                </a:lnTo>
                <a:lnTo>
                  <a:pt x="1566069" y="371383"/>
                </a:lnTo>
                <a:lnTo>
                  <a:pt x="1577578" y="382108"/>
                </a:lnTo>
                <a:lnTo>
                  <a:pt x="1589881" y="395215"/>
                </a:lnTo>
                <a:lnTo>
                  <a:pt x="1604963" y="410309"/>
                </a:lnTo>
                <a:lnTo>
                  <a:pt x="1620838" y="428183"/>
                </a:lnTo>
                <a:lnTo>
                  <a:pt x="1638697" y="449235"/>
                </a:lnTo>
                <a:lnTo>
                  <a:pt x="1656953" y="472670"/>
                </a:lnTo>
                <a:lnTo>
                  <a:pt x="1666875" y="485380"/>
                </a:lnTo>
                <a:lnTo>
                  <a:pt x="1676400" y="498885"/>
                </a:lnTo>
                <a:lnTo>
                  <a:pt x="1686719" y="512787"/>
                </a:lnTo>
                <a:lnTo>
                  <a:pt x="1696641" y="527881"/>
                </a:lnTo>
                <a:lnTo>
                  <a:pt x="1707356" y="542974"/>
                </a:lnTo>
                <a:lnTo>
                  <a:pt x="1717675" y="559657"/>
                </a:lnTo>
                <a:lnTo>
                  <a:pt x="1727994" y="576339"/>
                </a:lnTo>
                <a:lnTo>
                  <a:pt x="1738710" y="594213"/>
                </a:lnTo>
                <a:lnTo>
                  <a:pt x="1749425" y="612882"/>
                </a:lnTo>
                <a:lnTo>
                  <a:pt x="1760141" y="632345"/>
                </a:lnTo>
                <a:lnTo>
                  <a:pt x="1770460" y="651808"/>
                </a:lnTo>
                <a:lnTo>
                  <a:pt x="1781175" y="672859"/>
                </a:lnTo>
                <a:lnTo>
                  <a:pt x="1802606" y="715360"/>
                </a:lnTo>
                <a:lnTo>
                  <a:pt x="1810544" y="731645"/>
                </a:lnTo>
                <a:lnTo>
                  <a:pt x="1813322" y="739192"/>
                </a:lnTo>
                <a:lnTo>
                  <a:pt x="1816100" y="745944"/>
                </a:lnTo>
                <a:lnTo>
                  <a:pt x="1817688" y="752300"/>
                </a:lnTo>
                <a:lnTo>
                  <a:pt x="1818878" y="758258"/>
                </a:lnTo>
                <a:lnTo>
                  <a:pt x="1819275" y="764216"/>
                </a:lnTo>
                <a:lnTo>
                  <a:pt x="1819275" y="769379"/>
                </a:lnTo>
                <a:lnTo>
                  <a:pt x="1818481" y="774543"/>
                </a:lnTo>
                <a:lnTo>
                  <a:pt x="1816497" y="778912"/>
                </a:lnTo>
                <a:lnTo>
                  <a:pt x="1814116" y="783679"/>
                </a:lnTo>
                <a:lnTo>
                  <a:pt x="1810544" y="788445"/>
                </a:lnTo>
                <a:lnTo>
                  <a:pt x="1805781" y="792417"/>
                </a:lnTo>
                <a:lnTo>
                  <a:pt x="1801019" y="796786"/>
                </a:lnTo>
                <a:lnTo>
                  <a:pt x="1794272" y="801155"/>
                </a:lnTo>
                <a:lnTo>
                  <a:pt x="1787128" y="805922"/>
                </a:lnTo>
                <a:lnTo>
                  <a:pt x="1778397" y="810688"/>
                </a:lnTo>
                <a:lnTo>
                  <a:pt x="1769269" y="815852"/>
                </a:lnTo>
                <a:lnTo>
                  <a:pt x="1747044" y="826179"/>
                </a:lnTo>
                <a:lnTo>
                  <a:pt x="1720056" y="838492"/>
                </a:lnTo>
                <a:lnTo>
                  <a:pt x="1687910" y="852394"/>
                </a:lnTo>
                <a:lnTo>
                  <a:pt x="1650206" y="868680"/>
                </a:lnTo>
                <a:lnTo>
                  <a:pt x="1607741" y="888142"/>
                </a:lnTo>
                <a:lnTo>
                  <a:pt x="1568450" y="905619"/>
                </a:lnTo>
                <a:lnTo>
                  <a:pt x="1553766" y="911975"/>
                </a:lnTo>
                <a:lnTo>
                  <a:pt x="1541463" y="916344"/>
                </a:lnTo>
                <a:lnTo>
                  <a:pt x="1531144" y="919521"/>
                </a:lnTo>
                <a:lnTo>
                  <a:pt x="1526778" y="920713"/>
                </a:lnTo>
                <a:lnTo>
                  <a:pt x="1522810" y="921507"/>
                </a:lnTo>
                <a:lnTo>
                  <a:pt x="1518841" y="921905"/>
                </a:lnTo>
                <a:lnTo>
                  <a:pt x="1514872" y="921905"/>
                </a:lnTo>
                <a:lnTo>
                  <a:pt x="1511697" y="921507"/>
                </a:lnTo>
                <a:lnTo>
                  <a:pt x="1508522" y="921110"/>
                </a:lnTo>
                <a:lnTo>
                  <a:pt x="1505347" y="920316"/>
                </a:lnTo>
                <a:lnTo>
                  <a:pt x="1502569" y="919521"/>
                </a:lnTo>
                <a:lnTo>
                  <a:pt x="1496219" y="916344"/>
                </a:lnTo>
                <a:lnTo>
                  <a:pt x="1489869" y="912769"/>
                </a:lnTo>
                <a:lnTo>
                  <a:pt x="1482328" y="907605"/>
                </a:lnTo>
                <a:lnTo>
                  <a:pt x="1472803" y="902045"/>
                </a:lnTo>
                <a:lnTo>
                  <a:pt x="1462485" y="895689"/>
                </a:lnTo>
                <a:lnTo>
                  <a:pt x="1449785" y="888540"/>
                </a:lnTo>
                <a:lnTo>
                  <a:pt x="1433910" y="880993"/>
                </a:lnTo>
                <a:lnTo>
                  <a:pt x="1425178" y="876624"/>
                </a:lnTo>
                <a:lnTo>
                  <a:pt x="1415653" y="870666"/>
                </a:lnTo>
                <a:lnTo>
                  <a:pt x="1404541" y="863516"/>
                </a:lnTo>
                <a:lnTo>
                  <a:pt x="1393428" y="854778"/>
                </a:lnTo>
                <a:lnTo>
                  <a:pt x="1381522" y="845642"/>
                </a:lnTo>
                <a:lnTo>
                  <a:pt x="1368822" y="834917"/>
                </a:lnTo>
                <a:lnTo>
                  <a:pt x="1355725" y="823796"/>
                </a:lnTo>
                <a:lnTo>
                  <a:pt x="1342231" y="811483"/>
                </a:lnTo>
                <a:lnTo>
                  <a:pt x="1314053" y="785267"/>
                </a:lnTo>
                <a:lnTo>
                  <a:pt x="1284288" y="757463"/>
                </a:lnTo>
                <a:lnTo>
                  <a:pt x="1254522" y="728468"/>
                </a:lnTo>
                <a:lnTo>
                  <a:pt x="1225153" y="698677"/>
                </a:lnTo>
                <a:lnTo>
                  <a:pt x="1167606" y="642275"/>
                </a:lnTo>
                <a:lnTo>
                  <a:pt x="1141016" y="616457"/>
                </a:lnTo>
                <a:lnTo>
                  <a:pt x="1116806" y="593816"/>
                </a:lnTo>
                <a:lnTo>
                  <a:pt x="1105694" y="583886"/>
                </a:lnTo>
                <a:lnTo>
                  <a:pt x="1094978" y="574751"/>
                </a:lnTo>
                <a:lnTo>
                  <a:pt x="1085453" y="567204"/>
                </a:lnTo>
                <a:lnTo>
                  <a:pt x="1077119" y="560451"/>
                </a:lnTo>
                <a:lnTo>
                  <a:pt x="1069181" y="554890"/>
                </a:lnTo>
                <a:lnTo>
                  <a:pt x="1062435" y="551316"/>
                </a:lnTo>
                <a:lnTo>
                  <a:pt x="1056878" y="548535"/>
                </a:lnTo>
                <a:lnTo>
                  <a:pt x="1054100" y="547741"/>
                </a:lnTo>
                <a:lnTo>
                  <a:pt x="1052116" y="547741"/>
                </a:lnTo>
                <a:lnTo>
                  <a:pt x="1042591" y="547741"/>
                </a:lnTo>
                <a:lnTo>
                  <a:pt x="1028700" y="548535"/>
                </a:lnTo>
                <a:lnTo>
                  <a:pt x="992585" y="550918"/>
                </a:lnTo>
                <a:lnTo>
                  <a:pt x="949325" y="553302"/>
                </a:lnTo>
                <a:lnTo>
                  <a:pt x="902494" y="556479"/>
                </a:lnTo>
                <a:lnTo>
                  <a:pt x="820341" y="562835"/>
                </a:lnTo>
                <a:lnTo>
                  <a:pt x="784622" y="566012"/>
                </a:lnTo>
                <a:lnTo>
                  <a:pt x="760810" y="542180"/>
                </a:lnTo>
                <a:lnTo>
                  <a:pt x="755650" y="532250"/>
                </a:lnTo>
                <a:lnTo>
                  <a:pt x="752078" y="521526"/>
                </a:lnTo>
                <a:lnTo>
                  <a:pt x="748506" y="511596"/>
                </a:lnTo>
                <a:lnTo>
                  <a:pt x="746522" y="500871"/>
                </a:lnTo>
                <a:lnTo>
                  <a:pt x="745331" y="490544"/>
                </a:lnTo>
                <a:lnTo>
                  <a:pt x="744935" y="480217"/>
                </a:lnTo>
                <a:lnTo>
                  <a:pt x="745728" y="470287"/>
                </a:lnTo>
                <a:lnTo>
                  <a:pt x="746919" y="459959"/>
                </a:lnTo>
                <a:lnTo>
                  <a:pt x="748903" y="450029"/>
                </a:lnTo>
                <a:lnTo>
                  <a:pt x="752078" y="440099"/>
                </a:lnTo>
                <a:lnTo>
                  <a:pt x="755650" y="430566"/>
                </a:lnTo>
                <a:lnTo>
                  <a:pt x="760016" y="420636"/>
                </a:lnTo>
                <a:lnTo>
                  <a:pt x="765175" y="411501"/>
                </a:lnTo>
                <a:lnTo>
                  <a:pt x="771128" y="402365"/>
                </a:lnTo>
                <a:lnTo>
                  <a:pt x="777875" y="393229"/>
                </a:lnTo>
                <a:lnTo>
                  <a:pt x="785019" y="384888"/>
                </a:lnTo>
                <a:lnTo>
                  <a:pt x="749697" y="362645"/>
                </a:lnTo>
                <a:lnTo>
                  <a:pt x="711994" y="339210"/>
                </a:lnTo>
                <a:lnTo>
                  <a:pt x="648494" y="300682"/>
                </a:lnTo>
                <a:lnTo>
                  <a:pt x="635000" y="307037"/>
                </a:lnTo>
                <a:lnTo>
                  <a:pt x="617538" y="316172"/>
                </a:lnTo>
                <a:lnTo>
                  <a:pt x="596503" y="327691"/>
                </a:lnTo>
                <a:lnTo>
                  <a:pt x="572294" y="341593"/>
                </a:lnTo>
                <a:lnTo>
                  <a:pt x="545306" y="357879"/>
                </a:lnTo>
                <a:lnTo>
                  <a:pt x="531019" y="367014"/>
                </a:lnTo>
                <a:lnTo>
                  <a:pt x="516335" y="377341"/>
                </a:lnTo>
                <a:lnTo>
                  <a:pt x="500856" y="387669"/>
                </a:lnTo>
                <a:lnTo>
                  <a:pt x="484585" y="399187"/>
                </a:lnTo>
                <a:lnTo>
                  <a:pt x="467915" y="411501"/>
                </a:lnTo>
                <a:lnTo>
                  <a:pt x="450850" y="424211"/>
                </a:lnTo>
                <a:lnTo>
                  <a:pt x="438150" y="434141"/>
                </a:lnTo>
                <a:lnTo>
                  <a:pt x="432990" y="439702"/>
                </a:lnTo>
                <a:lnTo>
                  <a:pt x="415131" y="456782"/>
                </a:lnTo>
                <a:lnTo>
                  <a:pt x="398859" y="473464"/>
                </a:lnTo>
                <a:lnTo>
                  <a:pt x="382984" y="490544"/>
                </a:lnTo>
                <a:lnTo>
                  <a:pt x="368300" y="506829"/>
                </a:lnTo>
                <a:lnTo>
                  <a:pt x="354409" y="523909"/>
                </a:lnTo>
                <a:lnTo>
                  <a:pt x="341312" y="539797"/>
                </a:lnTo>
                <a:lnTo>
                  <a:pt x="329009" y="555685"/>
                </a:lnTo>
                <a:lnTo>
                  <a:pt x="317500" y="570779"/>
                </a:lnTo>
                <a:lnTo>
                  <a:pt x="387350" y="732042"/>
                </a:lnTo>
                <a:lnTo>
                  <a:pt x="401240" y="724098"/>
                </a:lnTo>
                <a:lnTo>
                  <a:pt x="406400" y="721318"/>
                </a:lnTo>
                <a:lnTo>
                  <a:pt x="413147" y="720523"/>
                </a:lnTo>
                <a:lnTo>
                  <a:pt x="419497" y="719729"/>
                </a:lnTo>
                <a:lnTo>
                  <a:pt x="425053" y="719729"/>
                </a:lnTo>
                <a:lnTo>
                  <a:pt x="430609" y="720523"/>
                </a:lnTo>
                <a:lnTo>
                  <a:pt x="436165" y="721715"/>
                </a:lnTo>
                <a:lnTo>
                  <a:pt x="441325" y="722907"/>
                </a:lnTo>
                <a:lnTo>
                  <a:pt x="446484" y="724495"/>
                </a:lnTo>
                <a:lnTo>
                  <a:pt x="450850" y="726482"/>
                </a:lnTo>
                <a:lnTo>
                  <a:pt x="455215" y="729262"/>
                </a:lnTo>
                <a:lnTo>
                  <a:pt x="459581" y="731645"/>
                </a:lnTo>
                <a:lnTo>
                  <a:pt x="463550" y="734823"/>
                </a:lnTo>
                <a:lnTo>
                  <a:pt x="467519" y="738000"/>
                </a:lnTo>
                <a:lnTo>
                  <a:pt x="474265" y="744753"/>
                </a:lnTo>
                <a:lnTo>
                  <a:pt x="481013" y="752300"/>
                </a:lnTo>
                <a:lnTo>
                  <a:pt x="486966" y="759846"/>
                </a:lnTo>
                <a:lnTo>
                  <a:pt x="492125" y="768188"/>
                </a:lnTo>
                <a:lnTo>
                  <a:pt x="502047" y="783281"/>
                </a:lnTo>
                <a:lnTo>
                  <a:pt x="506413" y="790034"/>
                </a:lnTo>
                <a:lnTo>
                  <a:pt x="510778" y="795992"/>
                </a:lnTo>
                <a:lnTo>
                  <a:pt x="515541" y="800361"/>
                </a:lnTo>
                <a:lnTo>
                  <a:pt x="517525" y="802744"/>
                </a:lnTo>
                <a:lnTo>
                  <a:pt x="519510" y="803936"/>
                </a:lnTo>
                <a:lnTo>
                  <a:pt x="525860" y="807511"/>
                </a:lnTo>
                <a:lnTo>
                  <a:pt x="531416" y="811483"/>
                </a:lnTo>
                <a:lnTo>
                  <a:pt x="536972" y="815852"/>
                </a:lnTo>
                <a:lnTo>
                  <a:pt x="541735" y="819427"/>
                </a:lnTo>
                <a:lnTo>
                  <a:pt x="550466" y="827371"/>
                </a:lnTo>
                <a:lnTo>
                  <a:pt x="558006" y="834917"/>
                </a:lnTo>
                <a:lnTo>
                  <a:pt x="564356" y="843259"/>
                </a:lnTo>
                <a:lnTo>
                  <a:pt x="569516" y="850806"/>
                </a:lnTo>
                <a:lnTo>
                  <a:pt x="573881" y="858352"/>
                </a:lnTo>
                <a:lnTo>
                  <a:pt x="577850" y="865899"/>
                </a:lnTo>
                <a:lnTo>
                  <a:pt x="584597" y="879404"/>
                </a:lnTo>
                <a:lnTo>
                  <a:pt x="587375" y="885759"/>
                </a:lnTo>
                <a:lnTo>
                  <a:pt x="590550" y="891717"/>
                </a:lnTo>
                <a:lnTo>
                  <a:pt x="594122" y="896881"/>
                </a:lnTo>
                <a:lnTo>
                  <a:pt x="598091" y="901250"/>
                </a:lnTo>
                <a:lnTo>
                  <a:pt x="602456" y="905619"/>
                </a:lnTo>
                <a:lnTo>
                  <a:pt x="604838" y="907208"/>
                </a:lnTo>
                <a:lnTo>
                  <a:pt x="607616" y="908797"/>
                </a:lnTo>
                <a:lnTo>
                  <a:pt x="613569" y="912372"/>
                </a:lnTo>
                <a:lnTo>
                  <a:pt x="618728" y="915549"/>
                </a:lnTo>
                <a:lnTo>
                  <a:pt x="624285" y="919124"/>
                </a:lnTo>
                <a:lnTo>
                  <a:pt x="629047" y="922699"/>
                </a:lnTo>
                <a:lnTo>
                  <a:pt x="633413" y="926274"/>
                </a:lnTo>
                <a:lnTo>
                  <a:pt x="637778" y="929849"/>
                </a:lnTo>
                <a:lnTo>
                  <a:pt x="645319" y="938190"/>
                </a:lnTo>
                <a:lnTo>
                  <a:pt x="651669" y="946134"/>
                </a:lnTo>
                <a:lnTo>
                  <a:pt x="657622" y="954078"/>
                </a:lnTo>
                <a:lnTo>
                  <a:pt x="661988" y="962022"/>
                </a:lnTo>
                <a:lnTo>
                  <a:pt x="665956" y="969966"/>
                </a:lnTo>
                <a:lnTo>
                  <a:pt x="669528" y="977116"/>
                </a:lnTo>
                <a:lnTo>
                  <a:pt x="671910" y="983868"/>
                </a:lnTo>
                <a:lnTo>
                  <a:pt x="673894" y="990223"/>
                </a:lnTo>
                <a:lnTo>
                  <a:pt x="675085" y="995784"/>
                </a:lnTo>
                <a:lnTo>
                  <a:pt x="677069" y="1003331"/>
                </a:lnTo>
                <a:lnTo>
                  <a:pt x="677466" y="1006509"/>
                </a:lnTo>
                <a:lnTo>
                  <a:pt x="681038" y="1008892"/>
                </a:lnTo>
                <a:lnTo>
                  <a:pt x="691356" y="1016439"/>
                </a:lnTo>
                <a:lnTo>
                  <a:pt x="698103" y="1021999"/>
                </a:lnTo>
                <a:lnTo>
                  <a:pt x="705644" y="1028752"/>
                </a:lnTo>
                <a:lnTo>
                  <a:pt x="713185" y="1036299"/>
                </a:lnTo>
                <a:lnTo>
                  <a:pt x="721519" y="1045037"/>
                </a:lnTo>
                <a:lnTo>
                  <a:pt x="729456" y="1055364"/>
                </a:lnTo>
                <a:lnTo>
                  <a:pt x="733425" y="1060925"/>
                </a:lnTo>
                <a:lnTo>
                  <a:pt x="737394" y="1066486"/>
                </a:lnTo>
                <a:lnTo>
                  <a:pt x="740966" y="1072047"/>
                </a:lnTo>
                <a:lnTo>
                  <a:pt x="744538" y="1078005"/>
                </a:lnTo>
                <a:lnTo>
                  <a:pt x="747316" y="1084757"/>
                </a:lnTo>
                <a:lnTo>
                  <a:pt x="750094" y="1091112"/>
                </a:lnTo>
                <a:lnTo>
                  <a:pt x="753269" y="1097865"/>
                </a:lnTo>
                <a:lnTo>
                  <a:pt x="755253" y="1105014"/>
                </a:lnTo>
                <a:lnTo>
                  <a:pt x="757635" y="1112164"/>
                </a:lnTo>
                <a:lnTo>
                  <a:pt x="759222" y="1120108"/>
                </a:lnTo>
                <a:lnTo>
                  <a:pt x="760016" y="1128052"/>
                </a:lnTo>
                <a:lnTo>
                  <a:pt x="760810" y="1135599"/>
                </a:lnTo>
                <a:lnTo>
                  <a:pt x="760810" y="1143940"/>
                </a:lnTo>
                <a:lnTo>
                  <a:pt x="760413" y="1152281"/>
                </a:lnTo>
                <a:lnTo>
                  <a:pt x="760016" y="1157048"/>
                </a:lnTo>
                <a:lnTo>
                  <a:pt x="759222" y="1162211"/>
                </a:lnTo>
                <a:lnTo>
                  <a:pt x="756841" y="1171347"/>
                </a:lnTo>
                <a:lnTo>
                  <a:pt x="753666" y="1181277"/>
                </a:lnTo>
                <a:lnTo>
                  <a:pt x="749697" y="1190016"/>
                </a:lnTo>
                <a:lnTo>
                  <a:pt x="744935" y="1199151"/>
                </a:lnTo>
                <a:lnTo>
                  <a:pt x="739378" y="1207492"/>
                </a:lnTo>
                <a:lnTo>
                  <a:pt x="733028" y="1216628"/>
                </a:lnTo>
                <a:lnTo>
                  <a:pt x="726281" y="1224572"/>
                </a:lnTo>
                <a:lnTo>
                  <a:pt x="864394" y="1334200"/>
                </a:lnTo>
                <a:lnTo>
                  <a:pt x="871538" y="1340158"/>
                </a:lnTo>
                <a:lnTo>
                  <a:pt x="871935" y="1340555"/>
                </a:lnTo>
                <a:lnTo>
                  <a:pt x="872728" y="1340555"/>
                </a:lnTo>
                <a:lnTo>
                  <a:pt x="891381" y="1356046"/>
                </a:lnTo>
                <a:lnTo>
                  <a:pt x="908050" y="1369153"/>
                </a:lnTo>
                <a:lnTo>
                  <a:pt x="915194" y="1374317"/>
                </a:lnTo>
                <a:lnTo>
                  <a:pt x="921941" y="1379083"/>
                </a:lnTo>
                <a:lnTo>
                  <a:pt x="927894" y="1382658"/>
                </a:lnTo>
                <a:lnTo>
                  <a:pt x="933847" y="1386233"/>
                </a:lnTo>
                <a:lnTo>
                  <a:pt x="939006" y="1388219"/>
                </a:lnTo>
                <a:lnTo>
                  <a:pt x="944563" y="1389808"/>
                </a:lnTo>
                <a:lnTo>
                  <a:pt x="949722" y="1390205"/>
                </a:lnTo>
                <a:lnTo>
                  <a:pt x="954881" y="1390205"/>
                </a:lnTo>
                <a:lnTo>
                  <a:pt x="960041" y="1389411"/>
                </a:lnTo>
                <a:lnTo>
                  <a:pt x="965200" y="1387822"/>
                </a:lnTo>
                <a:lnTo>
                  <a:pt x="971153" y="1385041"/>
                </a:lnTo>
                <a:lnTo>
                  <a:pt x="977106" y="1381467"/>
                </a:lnTo>
                <a:lnTo>
                  <a:pt x="983456" y="1376700"/>
                </a:lnTo>
                <a:lnTo>
                  <a:pt x="990203" y="1371934"/>
                </a:lnTo>
                <a:lnTo>
                  <a:pt x="994966" y="1367962"/>
                </a:lnTo>
                <a:lnTo>
                  <a:pt x="998538" y="1364387"/>
                </a:lnTo>
                <a:lnTo>
                  <a:pt x="1002506" y="1360415"/>
                </a:lnTo>
                <a:lnTo>
                  <a:pt x="1005285" y="1356443"/>
                </a:lnTo>
                <a:lnTo>
                  <a:pt x="1008063" y="1353265"/>
                </a:lnTo>
                <a:lnTo>
                  <a:pt x="1009650" y="1349691"/>
                </a:lnTo>
                <a:lnTo>
                  <a:pt x="1010841" y="1346513"/>
                </a:lnTo>
                <a:lnTo>
                  <a:pt x="1011238" y="1343732"/>
                </a:lnTo>
                <a:lnTo>
                  <a:pt x="1011238" y="1341746"/>
                </a:lnTo>
                <a:lnTo>
                  <a:pt x="1010841" y="1339760"/>
                </a:lnTo>
                <a:lnTo>
                  <a:pt x="1009650" y="1336980"/>
                </a:lnTo>
                <a:lnTo>
                  <a:pt x="1008460" y="1334994"/>
                </a:lnTo>
                <a:lnTo>
                  <a:pt x="1007269" y="1334200"/>
                </a:lnTo>
                <a:lnTo>
                  <a:pt x="972344" y="1296466"/>
                </a:lnTo>
                <a:lnTo>
                  <a:pt x="846138" y="1173333"/>
                </a:lnTo>
                <a:lnTo>
                  <a:pt x="843756" y="1170950"/>
                </a:lnTo>
                <a:lnTo>
                  <a:pt x="841772" y="1168169"/>
                </a:lnTo>
                <a:lnTo>
                  <a:pt x="839788" y="1164992"/>
                </a:lnTo>
                <a:lnTo>
                  <a:pt x="838200" y="1162211"/>
                </a:lnTo>
                <a:lnTo>
                  <a:pt x="837010" y="1158637"/>
                </a:lnTo>
                <a:lnTo>
                  <a:pt x="836216" y="1155856"/>
                </a:lnTo>
                <a:lnTo>
                  <a:pt x="835819" y="1152281"/>
                </a:lnTo>
                <a:lnTo>
                  <a:pt x="835422" y="1149104"/>
                </a:lnTo>
                <a:lnTo>
                  <a:pt x="835819" y="1145529"/>
                </a:lnTo>
                <a:lnTo>
                  <a:pt x="836216" y="1142351"/>
                </a:lnTo>
                <a:lnTo>
                  <a:pt x="836613" y="1138777"/>
                </a:lnTo>
                <a:lnTo>
                  <a:pt x="837803" y="1135996"/>
                </a:lnTo>
                <a:lnTo>
                  <a:pt x="839391" y="1132421"/>
                </a:lnTo>
                <a:lnTo>
                  <a:pt x="840978" y="1129641"/>
                </a:lnTo>
                <a:lnTo>
                  <a:pt x="842963" y="1126861"/>
                </a:lnTo>
                <a:lnTo>
                  <a:pt x="845741" y="1124080"/>
                </a:lnTo>
                <a:lnTo>
                  <a:pt x="848122" y="1121697"/>
                </a:lnTo>
                <a:lnTo>
                  <a:pt x="850900" y="1119314"/>
                </a:lnTo>
                <a:lnTo>
                  <a:pt x="854075" y="1117725"/>
                </a:lnTo>
                <a:lnTo>
                  <a:pt x="856853" y="1116136"/>
                </a:lnTo>
                <a:lnTo>
                  <a:pt x="860028" y="1115342"/>
                </a:lnTo>
                <a:lnTo>
                  <a:pt x="863203" y="1114547"/>
                </a:lnTo>
                <a:lnTo>
                  <a:pt x="866775" y="1113753"/>
                </a:lnTo>
                <a:lnTo>
                  <a:pt x="869950" y="1113753"/>
                </a:lnTo>
                <a:lnTo>
                  <a:pt x="873522" y="1113753"/>
                </a:lnTo>
                <a:lnTo>
                  <a:pt x="876697" y="1114150"/>
                </a:lnTo>
                <a:lnTo>
                  <a:pt x="879872" y="1114944"/>
                </a:lnTo>
                <a:lnTo>
                  <a:pt x="883047" y="1116136"/>
                </a:lnTo>
                <a:lnTo>
                  <a:pt x="886222" y="1117328"/>
                </a:lnTo>
                <a:lnTo>
                  <a:pt x="889000" y="1118916"/>
                </a:lnTo>
                <a:lnTo>
                  <a:pt x="891778" y="1121300"/>
                </a:lnTo>
                <a:lnTo>
                  <a:pt x="894953" y="1123286"/>
                </a:lnTo>
                <a:lnTo>
                  <a:pt x="1063625" y="1287330"/>
                </a:lnTo>
                <a:lnTo>
                  <a:pt x="1063625" y="1286933"/>
                </a:lnTo>
                <a:lnTo>
                  <a:pt x="1071563" y="1294877"/>
                </a:lnTo>
                <a:lnTo>
                  <a:pt x="1073944" y="1298054"/>
                </a:lnTo>
                <a:lnTo>
                  <a:pt x="1092200" y="1315531"/>
                </a:lnTo>
                <a:lnTo>
                  <a:pt x="1110060" y="1332611"/>
                </a:lnTo>
                <a:lnTo>
                  <a:pt x="1117203" y="1339760"/>
                </a:lnTo>
                <a:lnTo>
                  <a:pt x="1123950" y="1345718"/>
                </a:lnTo>
                <a:lnTo>
                  <a:pt x="1130300" y="1350485"/>
                </a:lnTo>
                <a:lnTo>
                  <a:pt x="1135460" y="1354060"/>
                </a:lnTo>
                <a:lnTo>
                  <a:pt x="1141016" y="1356443"/>
                </a:lnTo>
                <a:lnTo>
                  <a:pt x="1145778" y="1358429"/>
                </a:lnTo>
                <a:lnTo>
                  <a:pt x="1150938" y="1359223"/>
                </a:lnTo>
                <a:lnTo>
                  <a:pt x="1155303" y="1358826"/>
                </a:lnTo>
                <a:lnTo>
                  <a:pt x="1160066" y="1357635"/>
                </a:lnTo>
                <a:lnTo>
                  <a:pt x="1164828" y="1354854"/>
                </a:lnTo>
                <a:lnTo>
                  <a:pt x="1169591" y="1351677"/>
                </a:lnTo>
                <a:lnTo>
                  <a:pt x="1175147" y="1347307"/>
                </a:lnTo>
                <a:lnTo>
                  <a:pt x="1181100" y="1341746"/>
                </a:lnTo>
                <a:lnTo>
                  <a:pt x="1187847" y="1335788"/>
                </a:lnTo>
                <a:lnTo>
                  <a:pt x="1193403" y="1330228"/>
                </a:lnTo>
                <a:lnTo>
                  <a:pt x="1198166" y="1324667"/>
                </a:lnTo>
                <a:lnTo>
                  <a:pt x="1201738" y="1319106"/>
                </a:lnTo>
                <a:lnTo>
                  <a:pt x="1205310" y="1313942"/>
                </a:lnTo>
                <a:lnTo>
                  <a:pt x="1207294" y="1309176"/>
                </a:lnTo>
                <a:lnTo>
                  <a:pt x="1209278" y="1304807"/>
                </a:lnTo>
                <a:lnTo>
                  <a:pt x="1210469" y="1300835"/>
                </a:lnTo>
                <a:lnTo>
                  <a:pt x="1211263" y="1297260"/>
                </a:lnTo>
                <a:lnTo>
                  <a:pt x="1211660" y="1293288"/>
                </a:lnTo>
                <a:lnTo>
                  <a:pt x="1211660" y="1290507"/>
                </a:lnTo>
                <a:lnTo>
                  <a:pt x="1211263" y="1287330"/>
                </a:lnTo>
                <a:lnTo>
                  <a:pt x="1210072" y="1284947"/>
                </a:lnTo>
                <a:lnTo>
                  <a:pt x="1208485" y="1280180"/>
                </a:lnTo>
                <a:lnTo>
                  <a:pt x="1206897" y="1277400"/>
                </a:lnTo>
                <a:lnTo>
                  <a:pt x="1161653" y="1233310"/>
                </a:lnTo>
                <a:lnTo>
                  <a:pt x="1159272" y="1230530"/>
                </a:lnTo>
                <a:lnTo>
                  <a:pt x="1156494" y="1227352"/>
                </a:lnTo>
                <a:lnTo>
                  <a:pt x="1154906" y="1224175"/>
                </a:lnTo>
                <a:lnTo>
                  <a:pt x="1153319" y="1220600"/>
                </a:lnTo>
                <a:lnTo>
                  <a:pt x="927894" y="1004920"/>
                </a:lnTo>
                <a:lnTo>
                  <a:pt x="925116" y="1002139"/>
                </a:lnTo>
                <a:lnTo>
                  <a:pt x="923131" y="999359"/>
                </a:lnTo>
                <a:lnTo>
                  <a:pt x="921544" y="996181"/>
                </a:lnTo>
                <a:lnTo>
                  <a:pt x="919560" y="993401"/>
                </a:lnTo>
                <a:lnTo>
                  <a:pt x="918369" y="989826"/>
                </a:lnTo>
                <a:lnTo>
                  <a:pt x="917575" y="986648"/>
                </a:lnTo>
                <a:lnTo>
                  <a:pt x="917178" y="983074"/>
                </a:lnTo>
                <a:lnTo>
                  <a:pt x="916781" y="979896"/>
                </a:lnTo>
                <a:lnTo>
                  <a:pt x="916781" y="976321"/>
                </a:lnTo>
                <a:lnTo>
                  <a:pt x="917178" y="973144"/>
                </a:lnTo>
                <a:lnTo>
                  <a:pt x="917972" y="969569"/>
                </a:lnTo>
                <a:lnTo>
                  <a:pt x="919163" y="966391"/>
                </a:lnTo>
                <a:lnTo>
                  <a:pt x="920750" y="962816"/>
                </a:lnTo>
                <a:lnTo>
                  <a:pt x="922338" y="960036"/>
                </a:lnTo>
                <a:lnTo>
                  <a:pt x="924322" y="956858"/>
                </a:lnTo>
                <a:lnTo>
                  <a:pt x="927100" y="954078"/>
                </a:lnTo>
                <a:lnTo>
                  <a:pt x="929481" y="952092"/>
                </a:lnTo>
                <a:lnTo>
                  <a:pt x="932260" y="949311"/>
                </a:lnTo>
                <a:lnTo>
                  <a:pt x="935435" y="947723"/>
                </a:lnTo>
                <a:lnTo>
                  <a:pt x="938213" y="946134"/>
                </a:lnTo>
                <a:lnTo>
                  <a:pt x="941785" y="944942"/>
                </a:lnTo>
                <a:lnTo>
                  <a:pt x="944960" y="944148"/>
                </a:lnTo>
                <a:lnTo>
                  <a:pt x="948531" y="943353"/>
                </a:lnTo>
                <a:lnTo>
                  <a:pt x="951706" y="942956"/>
                </a:lnTo>
                <a:lnTo>
                  <a:pt x="955278" y="942956"/>
                </a:lnTo>
                <a:lnTo>
                  <a:pt x="958453" y="943353"/>
                </a:lnTo>
                <a:lnTo>
                  <a:pt x="962025" y="944545"/>
                </a:lnTo>
                <a:lnTo>
                  <a:pt x="965200" y="945737"/>
                </a:lnTo>
                <a:lnTo>
                  <a:pt x="968772" y="946928"/>
                </a:lnTo>
                <a:lnTo>
                  <a:pt x="971550" y="948517"/>
                </a:lnTo>
                <a:lnTo>
                  <a:pt x="974725" y="950900"/>
                </a:lnTo>
                <a:lnTo>
                  <a:pt x="977503" y="953284"/>
                </a:lnTo>
                <a:lnTo>
                  <a:pt x="1214041" y="1179291"/>
                </a:lnTo>
                <a:lnTo>
                  <a:pt x="1216819" y="1182469"/>
                </a:lnTo>
                <a:lnTo>
                  <a:pt x="1235472" y="1199946"/>
                </a:lnTo>
                <a:lnTo>
                  <a:pt x="1254125" y="1217422"/>
                </a:lnTo>
                <a:lnTo>
                  <a:pt x="1262063" y="1224572"/>
                </a:lnTo>
                <a:lnTo>
                  <a:pt x="1268810" y="1230530"/>
                </a:lnTo>
                <a:lnTo>
                  <a:pt x="1275556" y="1235694"/>
                </a:lnTo>
                <a:lnTo>
                  <a:pt x="1281510" y="1239269"/>
                </a:lnTo>
                <a:lnTo>
                  <a:pt x="1287066" y="1242049"/>
                </a:lnTo>
                <a:lnTo>
                  <a:pt x="1292622" y="1244035"/>
                </a:lnTo>
                <a:lnTo>
                  <a:pt x="1297385" y="1244432"/>
                </a:lnTo>
                <a:lnTo>
                  <a:pt x="1299766" y="1244432"/>
                </a:lnTo>
                <a:lnTo>
                  <a:pt x="1302147" y="1244035"/>
                </a:lnTo>
                <a:lnTo>
                  <a:pt x="1307306" y="1242843"/>
                </a:lnTo>
                <a:lnTo>
                  <a:pt x="1312863" y="1240063"/>
                </a:lnTo>
                <a:lnTo>
                  <a:pt x="1317625" y="1236885"/>
                </a:lnTo>
                <a:lnTo>
                  <a:pt x="1323578" y="1232516"/>
                </a:lnTo>
                <a:lnTo>
                  <a:pt x="1329928" y="1226955"/>
                </a:lnTo>
                <a:lnTo>
                  <a:pt x="1336675" y="1220600"/>
                </a:lnTo>
                <a:lnTo>
                  <a:pt x="1343422" y="1213848"/>
                </a:lnTo>
                <a:lnTo>
                  <a:pt x="1348978" y="1207492"/>
                </a:lnTo>
                <a:lnTo>
                  <a:pt x="1352947" y="1201932"/>
                </a:lnTo>
                <a:lnTo>
                  <a:pt x="1356122" y="1196371"/>
                </a:lnTo>
                <a:lnTo>
                  <a:pt x="1358503" y="1191207"/>
                </a:lnTo>
                <a:lnTo>
                  <a:pt x="1360488" y="1186044"/>
                </a:lnTo>
                <a:lnTo>
                  <a:pt x="1361281" y="1182072"/>
                </a:lnTo>
                <a:lnTo>
                  <a:pt x="1361678" y="1178099"/>
                </a:lnTo>
                <a:lnTo>
                  <a:pt x="1361281" y="1174922"/>
                </a:lnTo>
                <a:lnTo>
                  <a:pt x="1360885" y="1171744"/>
                </a:lnTo>
                <a:lnTo>
                  <a:pt x="1359694" y="1168964"/>
                </a:lnTo>
                <a:lnTo>
                  <a:pt x="1359297" y="1166581"/>
                </a:lnTo>
                <a:lnTo>
                  <a:pt x="1357710" y="1164197"/>
                </a:lnTo>
                <a:lnTo>
                  <a:pt x="1356916" y="1163006"/>
                </a:lnTo>
                <a:lnTo>
                  <a:pt x="1309688" y="1118519"/>
                </a:lnTo>
                <a:lnTo>
                  <a:pt x="1307703" y="1116533"/>
                </a:lnTo>
                <a:lnTo>
                  <a:pt x="1306116" y="1114150"/>
                </a:lnTo>
                <a:lnTo>
                  <a:pt x="1302544" y="1108986"/>
                </a:lnTo>
                <a:lnTo>
                  <a:pt x="1299369" y="1105412"/>
                </a:lnTo>
                <a:lnTo>
                  <a:pt x="1279128" y="1084757"/>
                </a:lnTo>
                <a:lnTo>
                  <a:pt x="1278335" y="1084360"/>
                </a:lnTo>
                <a:lnTo>
                  <a:pt x="1048941" y="854778"/>
                </a:lnTo>
                <a:lnTo>
                  <a:pt x="1046163" y="851997"/>
                </a:lnTo>
                <a:lnTo>
                  <a:pt x="1044178" y="849217"/>
                </a:lnTo>
                <a:lnTo>
                  <a:pt x="1042591" y="846039"/>
                </a:lnTo>
                <a:lnTo>
                  <a:pt x="1041003" y="843259"/>
                </a:lnTo>
                <a:lnTo>
                  <a:pt x="1039813" y="839684"/>
                </a:lnTo>
                <a:lnTo>
                  <a:pt x="1039019" y="836506"/>
                </a:lnTo>
                <a:lnTo>
                  <a:pt x="1038622" y="832931"/>
                </a:lnTo>
                <a:lnTo>
                  <a:pt x="1038622" y="829754"/>
                </a:lnTo>
                <a:lnTo>
                  <a:pt x="1038622" y="826179"/>
                </a:lnTo>
                <a:lnTo>
                  <a:pt x="1039019" y="823001"/>
                </a:lnTo>
                <a:lnTo>
                  <a:pt x="1039813" y="819427"/>
                </a:lnTo>
                <a:lnTo>
                  <a:pt x="1041003" y="816249"/>
                </a:lnTo>
                <a:lnTo>
                  <a:pt x="1042591" y="813071"/>
                </a:lnTo>
                <a:lnTo>
                  <a:pt x="1044178" y="810291"/>
                </a:lnTo>
                <a:lnTo>
                  <a:pt x="1046163" y="807113"/>
                </a:lnTo>
                <a:lnTo>
                  <a:pt x="1048941" y="804730"/>
                </a:lnTo>
                <a:lnTo>
                  <a:pt x="1051719" y="802347"/>
                </a:lnTo>
                <a:lnTo>
                  <a:pt x="1054100" y="799964"/>
                </a:lnTo>
                <a:lnTo>
                  <a:pt x="1057672" y="798375"/>
                </a:lnTo>
                <a:lnTo>
                  <a:pt x="1060450" y="796786"/>
                </a:lnTo>
                <a:lnTo>
                  <a:pt x="1064022" y="795595"/>
                </a:lnTo>
                <a:lnTo>
                  <a:pt x="1067197" y="794800"/>
                </a:lnTo>
                <a:lnTo>
                  <a:pt x="1070769" y="794006"/>
                </a:lnTo>
                <a:lnTo>
                  <a:pt x="1073944" y="794006"/>
                </a:lnTo>
                <a:lnTo>
                  <a:pt x="1077516" y="794006"/>
                </a:lnTo>
                <a:lnTo>
                  <a:pt x="1080691" y="794800"/>
                </a:lnTo>
                <a:lnTo>
                  <a:pt x="1084263" y="795595"/>
                </a:lnTo>
                <a:lnTo>
                  <a:pt x="1087041" y="796786"/>
                </a:lnTo>
                <a:lnTo>
                  <a:pt x="1090613" y="798375"/>
                </a:lnTo>
                <a:lnTo>
                  <a:pt x="1093391" y="799964"/>
                </a:lnTo>
                <a:lnTo>
                  <a:pt x="1096566" y="802347"/>
                </a:lnTo>
                <a:lnTo>
                  <a:pt x="1098947" y="804730"/>
                </a:lnTo>
                <a:lnTo>
                  <a:pt x="1328738" y="1034313"/>
                </a:lnTo>
                <a:lnTo>
                  <a:pt x="1331119" y="1037093"/>
                </a:lnTo>
                <a:lnTo>
                  <a:pt x="1349375" y="1055364"/>
                </a:lnTo>
                <a:lnTo>
                  <a:pt x="1364456" y="1070061"/>
                </a:lnTo>
                <a:lnTo>
                  <a:pt x="1371600" y="1076813"/>
                </a:lnTo>
                <a:lnTo>
                  <a:pt x="1378347" y="1083168"/>
                </a:lnTo>
                <a:lnTo>
                  <a:pt x="1385094" y="1088729"/>
                </a:lnTo>
                <a:lnTo>
                  <a:pt x="1391444" y="1093496"/>
                </a:lnTo>
                <a:lnTo>
                  <a:pt x="1397397" y="1096673"/>
                </a:lnTo>
                <a:lnTo>
                  <a:pt x="1400175" y="1097865"/>
                </a:lnTo>
                <a:lnTo>
                  <a:pt x="1402953" y="1098659"/>
                </a:lnTo>
                <a:lnTo>
                  <a:pt x="1404541" y="1099056"/>
                </a:lnTo>
                <a:lnTo>
                  <a:pt x="1407716" y="1099851"/>
                </a:lnTo>
                <a:lnTo>
                  <a:pt x="1410891" y="1099056"/>
                </a:lnTo>
                <a:lnTo>
                  <a:pt x="1415653" y="1098262"/>
                </a:lnTo>
                <a:lnTo>
                  <a:pt x="1421210" y="1095879"/>
                </a:lnTo>
                <a:lnTo>
                  <a:pt x="1424385" y="1093893"/>
                </a:lnTo>
                <a:lnTo>
                  <a:pt x="1427956" y="1091112"/>
                </a:lnTo>
                <a:lnTo>
                  <a:pt x="1431528" y="1088729"/>
                </a:lnTo>
                <a:lnTo>
                  <a:pt x="1435894" y="1084757"/>
                </a:lnTo>
                <a:lnTo>
                  <a:pt x="1440260" y="1081182"/>
                </a:lnTo>
                <a:lnTo>
                  <a:pt x="1445419" y="1076019"/>
                </a:lnTo>
                <a:lnTo>
                  <a:pt x="1452166" y="1068869"/>
                </a:lnTo>
                <a:lnTo>
                  <a:pt x="1457325" y="1062514"/>
                </a:lnTo>
                <a:lnTo>
                  <a:pt x="1461294" y="1056159"/>
                </a:lnTo>
                <a:lnTo>
                  <a:pt x="1464866" y="1050201"/>
                </a:lnTo>
                <a:lnTo>
                  <a:pt x="1466850" y="1044640"/>
                </a:lnTo>
                <a:lnTo>
                  <a:pt x="1468835" y="1039873"/>
                </a:lnTo>
                <a:lnTo>
                  <a:pt x="1469628" y="1035504"/>
                </a:lnTo>
                <a:lnTo>
                  <a:pt x="1470025" y="1031135"/>
                </a:lnTo>
                <a:lnTo>
                  <a:pt x="1469628" y="1027560"/>
                </a:lnTo>
                <a:lnTo>
                  <a:pt x="1469231" y="1024383"/>
                </a:lnTo>
                <a:lnTo>
                  <a:pt x="1468041" y="1021602"/>
                </a:lnTo>
                <a:lnTo>
                  <a:pt x="1467247" y="1019616"/>
                </a:lnTo>
                <a:lnTo>
                  <a:pt x="1465660" y="1016041"/>
                </a:lnTo>
                <a:lnTo>
                  <a:pt x="1464866" y="1015247"/>
                </a:lnTo>
                <a:lnTo>
                  <a:pt x="1419225" y="969966"/>
                </a:lnTo>
                <a:lnTo>
                  <a:pt x="1416844" y="967583"/>
                </a:lnTo>
                <a:lnTo>
                  <a:pt x="1414860" y="964802"/>
                </a:lnTo>
                <a:lnTo>
                  <a:pt x="1412478" y="961625"/>
                </a:lnTo>
                <a:lnTo>
                  <a:pt x="1411288" y="958447"/>
                </a:lnTo>
                <a:lnTo>
                  <a:pt x="1410097" y="955270"/>
                </a:lnTo>
                <a:lnTo>
                  <a:pt x="1409303" y="952092"/>
                </a:lnTo>
                <a:lnTo>
                  <a:pt x="1408906" y="948517"/>
                </a:lnTo>
                <a:lnTo>
                  <a:pt x="1408510" y="945339"/>
                </a:lnTo>
                <a:lnTo>
                  <a:pt x="1408906" y="941765"/>
                </a:lnTo>
                <a:lnTo>
                  <a:pt x="1409303" y="938587"/>
                </a:lnTo>
                <a:lnTo>
                  <a:pt x="1410097" y="935012"/>
                </a:lnTo>
                <a:lnTo>
                  <a:pt x="1410891" y="931835"/>
                </a:lnTo>
                <a:lnTo>
                  <a:pt x="1412478" y="928657"/>
                </a:lnTo>
                <a:lnTo>
                  <a:pt x="1414463" y="925479"/>
                </a:lnTo>
                <a:lnTo>
                  <a:pt x="1416447" y="922302"/>
                </a:lnTo>
                <a:lnTo>
                  <a:pt x="1418828" y="919919"/>
                </a:lnTo>
                <a:lnTo>
                  <a:pt x="1421606" y="917535"/>
                </a:lnTo>
                <a:lnTo>
                  <a:pt x="1424385" y="915152"/>
                </a:lnTo>
                <a:lnTo>
                  <a:pt x="1427163" y="913563"/>
                </a:lnTo>
                <a:lnTo>
                  <a:pt x="1430338" y="911975"/>
                </a:lnTo>
                <a:lnTo>
                  <a:pt x="1433513" y="910783"/>
                </a:lnTo>
                <a:lnTo>
                  <a:pt x="1437085" y="909989"/>
                </a:lnTo>
                <a:lnTo>
                  <a:pt x="1440260" y="909194"/>
                </a:lnTo>
                <a:lnTo>
                  <a:pt x="1443831" y="909194"/>
                </a:lnTo>
                <a:lnTo>
                  <a:pt x="1447006" y="909194"/>
                </a:lnTo>
                <a:lnTo>
                  <a:pt x="1450578" y="909989"/>
                </a:lnTo>
                <a:lnTo>
                  <a:pt x="1453753" y="910783"/>
                </a:lnTo>
                <a:lnTo>
                  <a:pt x="1457325" y="911975"/>
                </a:lnTo>
                <a:lnTo>
                  <a:pt x="1460103" y="913166"/>
                </a:lnTo>
                <a:lnTo>
                  <a:pt x="1463278" y="914755"/>
                </a:lnTo>
                <a:lnTo>
                  <a:pt x="1466056" y="917138"/>
                </a:lnTo>
                <a:lnTo>
                  <a:pt x="1469231" y="919521"/>
                </a:lnTo>
                <a:lnTo>
                  <a:pt x="1516460" y="966391"/>
                </a:lnTo>
                <a:lnTo>
                  <a:pt x="1520825" y="971952"/>
                </a:lnTo>
                <a:lnTo>
                  <a:pt x="1525191" y="978307"/>
                </a:lnTo>
                <a:lnTo>
                  <a:pt x="1528763" y="985060"/>
                </a:lnTo>
                <a:lnTo>
                  <a:pt x="1532731" y="993004"/>
                </a:lnTo>
                <a:lnTo>
                  <a:pt x="1535510" y="1001345"/>
                </a:lnTo>
                <a:lnTo>
                  <a:pt x="1538288" y="1010481"/>
                </a:lnTo>
                <a:lnTo>
                  <a:pt x="1539875" y="1020411"/>
                </a:lnTo>
                <a:lnTo>
                  <a:pt x="1540272" y="1025574"/>
                </a:lnTo>
                <a:lnTo>
                  <a:pt x="1540272" y="1030738"/>
                </a:lnTo>
                <a:lnTo>
                  <a:pt x="1540272" y="1035901"/>
                </a:lnTo>
                <a:lnTo>
                  <a:pt x="1539875" y="1041462"/>
                </a:lnTo>
                <a:lnTo>
                  <a:pt x="1539478" y="1047023"/>
                </a:lnTo>
                <a:lnTo>
                  <a:pt x="1538685" y="1052981"/>
                </a:lnTo>
                <a:lnTo>
                  <a:pt x="1537494" y="1058145"/>
                </a:lnTo>
                <a:lnTo>
                  <a:pt x="1535510" y="1064103"/>
                </a:lnTo>
                <a:lnTo>
                  <a:pt x="1533525" y="1070061"/>
                </a:lnTo>
                <a:lnTo>
                  <a:pt x="1531144" y="1076416"/>
                </a:lnTo>
                <a:lnTo>
                  <a:pt x="1527969" y="1082374"/>
                </a:lnTo>
                <a:lnTo>
                  <a:pt x="1525191" y="1088729"/>
                </a:lnTo>
                <a:lnTo>
                  <a:pt x="1521222" y="1094687"/>
                </a:lnTo>
                <a:lnTo>
                  <a:pt x="1517253" y="1101042"/>
                </a:lnTo>
                <a:lnTo>
                  <a:pt x="1512491" y="1107398"/>
                </a:lnTo>
                <a:lnTo>
                  <a:pt x="1507331" y="1113753"/>
                </a:lnTo>
                <a:lnTo>
                  <a:pt x="1501775" y="1120108"/>
                </a:lnTo>
                <a:lnTo>
                  <a:pt x="1495822" y="1126066"/>
                </a:lnTo>
                <a:lnTo>
                  <a:pt x="1485900" y="1135599"/>
                </a:lnTo>
                <a:lnTo>
                  <a:pt x="1479550" y="1141160"/>
                </a:lnTo>
                <a:lnTo>
                  <a:pt x="1472010" y="1147118"/>
                </a:lnTo>
                <a:lnTo>
                  <a:pt x="1463675" y="1152679"/>
                </a:lnTo>
                <a:lnTo>
                  <a:pt x="1453753" y="1158239"/>
                </a:lnTo>
                <a:lnTo>
                  <a:pt x="1448991" y="1161020"/>
                </a:lnTo>
                <a:lnTo>
                  <a:pt x="1443435" y="1163403"/>
                </a:lnTo>
                <a:lnTo>
                  <a:pt x="1437878" y="1165389"/>
                </a:lnTo>
                <a:lnTo>
                  <a:pt x="1432322" y="1166978"/>
                </a:lnTo>
                <a:lnTo>
                  <a:pt x="1432719" y="1172539"/>
                </a:lnTo>
                <a:lnTo>
                  <a:pt x="1432719" y="1178497"/>
                </a:lnTo>
                <a:lnTo>
                  <a:pt x="1432719" y="1184852"/>
                </a:lnTo>
                <a:lnTo>
                  <a:pt x="1432322" y="1190810"/>
                </a:lnTo>
                <a:lnTo>
                  <a:pt x="1431131" y="1197165"/>
                </a:lnTo>
                <a:lnTo>
                  <a:pt x="1429941" y="1203520"/>
                </a:lnTo>
                <a:lnTo>
                  <a:pt x="1427956" y="1210273"/>
                </a:lnTo>
                <a:lnTo>
                  <a:pt x="1425575" y="1217025"/>
                </a:lnTo>
                <a:lnTo>
                  <a:pt x="1422797" y="1223778"/>
                </a:lnTo>
                <a:lnTo>
                  <a:pt x="1419225" y="1230530"/>
                </a:lnTo>
                <a:lnTo>
                  <a:pt x="1415653" y="1237283"/>
                </a:lnTo>
                <a:lnTo>
                  <a:pt x="1410891" y="1244432"/>
                </a:lnTo>
                <a:lnTo>
                  <a:pt x="1405731" y="1251185"/>
                </a:lnTo>
                <a:lnTo>
                  <a:pt x="1399778" y="1258334"/>
                </a:lnTo>
                <a:lnTo>
                  <a:pt x="1393428" y="1265484"/>
                </a:lnTo>
                <a:lnTo>
                  <a:pt x="1386285" y="1272633"/>
                </a:lnTo>
                <a:lnTo>
                  <a:pt x="1379935" y="1278194"/>
                </a:lnTo>
                <a:lnTo>
                  <a:pt x="1374378" y="1283755"/>
                </a:lnTo>
                <a:lnTo>
                  <a:pt x="1368028" y="1288124"/>
                </a:lnTo>
                <a:lnTo>
                  <a:pt x="1362075" y="1292891"/>
                </a:lnTo>
                <a:lnTo>
                  <a:pt x="1356519" y="1296863"/>
                </a:lnTo>
                <a:lnTo>
                  <a:pt x="1350566" y="1300040"/>
                </a:lnTo>
                <a:lnTo>
                  <a:pt x="1345010" y="1303615"/>
                </a:lnTo>
                <a:lnTo>
                  <a:pt x="1339453" y="1305998"/>
                </a:lnTo>
                <a:lnTo>
                  <a:pt x="1334294" y="1308382"/>
                </a:lnTo>
                <a:lnTo>
                  <a:pt x="1328738" y="1310765"/>
                </a:lnTo>
                <a:lnTo>
                  <a:pt x="1323181" y="1312354"/>
                </a:lnTo>
                <a:lnTo>
                  <a:pt x="1318022" y="1313545"/>
                </a:lnTo>
                <a:lnTo>
                  <a:pt x="1312863" y="1314737"/>
                </a:lnTo>
                <a:lnTo>
                  <a:pt x="1307703" y="1315134"/>
                </a:lnTo>
                <a:lnTo>
                  <a:pt x="1302544" y="1315531"/>
                </a:lnTo>
                <a:lnTo>
                  <a:pt x="1297781" y="1315928"/>
                </a:lnTo>
                <a:lnTo>
                  <a:pt x="1293019" y="1315531"/>
                </a:lnTo>
                <a:lnTo>
                  <a:pt x="1288256" y="1315134"/>
                </a:lnTo>
                <a:lnTo>
                  <a:pt x="1279128" y="1313545"/>
                </a:lnTo>
                <a:lnTo>
                  <a:pt x="1276747" y="1322284"/>
                </a:lnTo>
                <a:lnTo>
                  <a:pt x="1273969" y="1331022"/>
                </a:lnTo>
                <a:lnTo>
                  <a:pt x="1270000" y="1339760"/>
                </a:lnTo>
                <a:lnTo>
                  <a:pt x="1265635" y="1348499"/>
                </a:lnTo>
                <a:lnTo>
                  <a:pt x="1260078" y="1358032"/>
                </a:lnTo>
                <a:lnTo>
                  <a:pt x="1253331" y="1366770"/>
                </a:lnTo>
                <a:lnTo>
                  <a:pt x="1245394" y="1375906"/>
                </a:lnTo>
                <a:lnTo>
                  <a:pt x="1236266" y="1385439"/>
                </a:lnTo>
                <a:lnTo>
                  <a:pt x="1230313" y="1391397"/>
                </a:lnTo>
                <a:lnTo>
                  <a:pt x="1224756" y="1396163"/>
                </a:lnTo>
                <a:lnTo>
                  <a:pt x="1219200" y="1401327"/>
                </a:lnTo>
                <a:lnTo>
                  <a:pt x="1213247" y="1405696"/>
                </a:lnTo>
                <a:lnTo>
                  <a:pt x="1207691" y="1409271"/>
                </a:lnTo>
                <a:lnTo>
                  <a:pt x="1202135" y="1413243"/>
                </a:lnTo>
                <a:lnTo>
                  <a:pt x="1196578" y="1416023"/>
                </a:lnTo>
                <a:lnTo>
                  <a:pt x="1191419" y="1419201"/>
                </a:lnTo>
                <a:lnTo>
                  <a:pt x="1185863" y="1421584"/>
                </a:lnTo>
                <a:lnTo>
                  <a:pt x="1180703" y="1423173"/>
                </a:lnTo>
                <a:lnTo>
                  <a:pt x="1175544" y="1425159"/>
                </a:lnTo>
                <a:lnTo>
                  <a:pt x="1170781" y="1426748"/>
                </a:lnTo>
                <a:lnTo>
                  <a:pt x="1165622" y="1427542"/>
                </a:lnTo>
                <a:lnTo>
                  <a:pt x="1160463" y="1428336"/>
                </a:lnTo>
                <a:lnTo>
                  <a:pt x="1155700" y="1428734"/>
                </a:lnTo>
                <a:lnTo>
                  <a:pt x="1150938" y="1428734"/>
                </a:lnTo>
                <a:lnTo>
                  <a:pt x="1144588" y="1428734"/>
                </a:lnTo>
                <a:lnTo>
                  <a:pt x="1137841" y="1427939"/>
                </a:lnTo>
                <a:lnTo>
                  <a:pt x="1131491" y="1426748"/>
                </a:lnTo>
                <a:lnTo>
                  <a:pt x="1125538" y="1425159"/>
                </a:lnTo>
                <a:lnTo>
                  <a:pt x="1119188" y="1422776"/>
                </a:lnTo>
                <a:lnTo>
                  <a:pt x="1113235" y="1420392"/>
                </a:lnTo>
                <a:lnTo>
                  <a:pt x="1107281" y="1417215"/>
                </a:lnTo>
                <a:lnTo>
                  <a:pt x="1101725" y="1414037"/>
                </a:lnTo>
                <a:lnTo>
                  <a:pt x="1096566" y="1410462"/>
                </a:lnTo>
                <a:lnTo>
                  <a:pt x="1090613" y="1406888"/>
                </a:lnTo>
                <a:lnTo>
                  <a:pt x="1079897" y="1398943"/>
                </a:lnTo>
                <a:lnTo>
                  <a:pt x="1069975" y="1390205"/>
                </a:lnTo>
                <a:lnTo>
                  <a:pt x="1059656" y="1381069"/>
                </a:lnTo>
                <a:lnTo>
                  <a:pt x="1056878" y="1385836"/>
                </a:lnTo>
                <a:lnTo>
                  <a:pt x="1053703" y="1390205"/>
                </a:lnTo>
                <a:lnTo>
                  <a:pt x="1050131" y="1394971"/>
                </a:lnTo>
                <a:lnTo>
                  <a:pt x="1046163" y="1399738"/>
                </a:lnTo>
                <a:lnTo>
                  <a:pt x="1042194" y="1404107"/>
                </a:lnTo>
                <a:lnTo>
                  <a:pt x="1037431" y="1408874"/>
                </a:lnTo>
                <a:lnTo>
                  <a:pt x="1032669" y="1413640"/>
                </a:lnTo>
                <a:lnTo>
                  <a:pt x="1027113" y="1417612"/>
                </a:lnTo>
                <a:lnTo>
                  <a:pt x="1016794" y="1425953"/>
                </a:lnTo>
                <a:lnTo>
                  <a:pt x="1006475" y="1432706"/>
                </a:lnTo>
                <a:lnTo>
                  <a:pt x="996553" y="1437869"/>
                </a:lnTo>
                <a:lnTo>
                  <a:pt x="986631" y="1442238"/>
                </a:lnTo>
                <a:lnTo>
                  <a:pt x="977503" y="1445813"/>
                </a:lnTo>
                <a:lnTo>
                  <a:pt x="968772" y="1447799"/>
                </a:lnTo>
                <a:lnTo>
                  <a:pt x="959644" y="1448991"/>
                </a:lnTo>
                <a:lnTo>
                  <a:pt x="950913" y="1449388"/>
                </a:lnTo>
                <a:lnTo>
                  <a:pt x="944166" y="1449388"/>
                </a:lnTo>
                <a:lnTo>
                  <a:pt x="937419" y="1448594"/>
                </a:lnTo>
                <a:lnTo>
                  <a:pt x="930672" y="1447402"/>
                </a:lnTo>
                <a:lnTo>
                  <a:pt x="923925" y="1445416"/>
                </a:lnTo>
                <a:lnTo>
                  <a:pt x="917575" y="1443033"/>
                </a:lnTo>
                <a:lnTo>
                  <a:pt x="911225" y="1440650"/>
                </a:lnTo>
                <a:lnTo>
                  <a:pt x="905272" y="1437472"/>
                </a:lnTo>
                <a:lnTo>
                  <a:pt x="898922" y="1434294"/>
                </a:lnTo>
                <a:lnTo>
                  <a:pt x="893366" y="1430720"/>
                </a:lnTo>
                <a:lnTo>
                  <a:pt x="887810" y="1427145"/>
                </a:lnTo>
                <a:lnTo>
                  <a:pt x="876300" y="1419201"/>
                </a:lnTo>
                <a:lnTo>
                  <a:pt x="865188" y="1410462"/>
                </a:lnTo>
                <a:lnTo>
                  <a:pt x="854472" y="1402121"/>
                </a:lnTo>
                <a:lnTo>
                  <a:pt x="837803" y="1388616"/>
                </a:lnTo>
                <a:lnTo>
                  <a:pt x="835422" y="1386630"/>
                </a:lnTo>
                <a:lnTo>
                  <a:pt x="681435" y="1264689"/>
                </a:lnTo>
                <a:lnTo>
                  <a:pt x="673497" y="1270647"/>
                </a:lnTo>
                <a:lnTo>
                  <a:pt x="665560" y="1275414"/>
                </a:lnTo>
                <a:lnTo>
                  <a:pt x="649685" y="1285741"/>
                </a:lnTo>
                <a:lnTo>
                  <a:pt x="633016" y="1294480"/>
                </a:lnTo>
                <a:lnTo>
                  <a:pt x="617538" y="1302026"/>
                </a:lnTo>
                <a:lnTo>
                  <a:pt x="602456" y="1308382"/>
                </a:lnTo>
                <a:lnTo>
                  <a:pt x="588963" y="1313148"/>
                </a:lnTo>
                <a:lnTo>
                  <a:pt x="576660" y="1317120"/>
                </a:lnTo>
                <a:lnTo>
                  <a:pt x="571103" y="1318312"/>
                </a:lnTo>
                <a:lnTo>
                  <a:pt x="565944" y="1319106"/>
                </a:lnTo>
                <a:lnTo>
                  <a:pt x="561975" y="1319503"/>
                </a:lnTo>
                <a:lnTo>
                  <a:pt x="557610" y="1319503"/>
                </a:lnTo>
                <a:lnTo>
                  <a:pt x="553641" y="1319106"/>
                </a:lnTo>
                <a:lnTo>
                  <a:pt x="550069" y="1318312"/>
                </a:lnTo>
                <a:lnTo>
                  <a:pt x="546497" y="1317517"/>
                </a:lnTo>
                <a:lnTo>
                  <a:pt x="543719" y="1315531"/>
                </a:lnTo>
                <a:lnTo>
                  <a:pt x="540941" y="1313942"/>
                </a:lnTo>
                <a:lnTo>
                  <a:pt x="538163" y="1312354"/>
                </a:lnTo>
                <a:lnTo>
                  <a:pt x="535781" y="1309970"/>
                </a:lnTo>
                <a:lnTo>
                  <a:pt x="533003" y="1307587"/>
                </a:lnTo>
                <a:lnTo>
                  <a:pt x="529431" y="1302026"/>
                </a:lnTo>
                <a:lnTo>
                  <a:pt x="525860" y="1296466"/>
                </a:lnTo>
                <a:lnTo>
                  <a:pt x="523478" y="1290507"/>
                </a:lnTo>
                <a:lnTo>
                  <a:pt x="521891" y="1284152"/>
                </a:lnTo>
                <a:lnTo>
                  <a:pt x="519906" y="1278194"/>
                </a:lnTo>
                <a:lnTo>
                  <a:pt x="518716" y="1272236"/>
                </a:lnTo>
                <a:lnTo>
                  <a:pt x="518319" y="1267073"/>
                </a:lnTo>
                <a:lnTo>
                  <a:pt x="517525" y="1259526"/>
                </a:lnTo>
                <a:lnTo>
                  <a:pt x="517525" y="1256745"/>
                </a:lnTo>
                <a:lnTo>
                  <a:pt x="517525" y="1255554"/>
                </a:lnTo>
                <a:lnTo>
                  <a:pt x="516731" y="1252376"/>
                </a:lnTo>
                <a:lnTo>
                  <a:pt x="515541" y="1248007"/>
                </a:lnTo>
                <a:lnTo>
                  <a:pt x="514350" y="1245624"/>
                </a:lnTo>
                <a:lnTo>
                  <a:pt x="512366" y="1243638"/>
                </a:lnTo>
                <a:lnTo>
                  <a:pt x="509985" y="1240857"/>
                </a:lnTo>
                <a:lnTo>
                  <a:pt x="507603" y="1239269"/>
                </a:lnTo>
                <a:lnTo>
                  <a:pt x="504031" y="1237283"/>
                </a:lnTo>
                <a:lnTo>
                  <a:pt x="499666" y="1236091"/>
                </a:lnTo>
                <a:lnTo>
                  <a:pt x="495300" y="1235296"/>
                </a:lnTo>
                <a:lnTo>
                  <a:pt x="489744" y="1234502"/>
                </a:lnTo>
                <a:lnTo>
                  <a:pt x="483394" y="1234502"/>
                </a:lnTo>
                <a:lnTo>
                  <a:pt x="475853" y="1235694"/>
                </a:lnTo>
                <a:lnTo>
                  <a:pt x="471884" y="1236091"/>
                </a:lnTo>
                <a:lnTo>
                  <a:pt x="467915" y="1235694"/>
                </a:lnTo>
                <a:lnTo>
                  <a:pt x="463947" y="1234105"/>
                </a:lnTo>
                <a:lnTo>
                  <a:pt x="459978" y="1232119"/>
                </a:lnTo>
                <a:lnTo>
                  <a:pt x="455612" y="1229736"/>
                </a:lnTo>
                <a:lnTo>
                  <a:pt x="451247" y="1226558"/>
                </a:lnTo>
                <a:lnTo>
                  <a:pt x="447278" y="1222983"/>
                </a:lnTo>
                <a:lnTo>
                  <a:pt x="442912" y="1219011"/>
                </a:lnTo>
                <a:lnTo>
                  <a:pt x="439340" y="1214245"/>
                </a:lnTo>
                <a:lnTo>
                  <a:pt x="434975" y="1209876"/>
                </a:lnTo>
                <a:lnTo>
                  <a:pt x="427037" y="1199151"/>
                </a:lnTo>
                <a:lnTo>
                  <a:pt x="419100" y="1187235"/>
                </a:lnTo>
                <a:lnTo>
                  <a:pt x="411559" y="1175716"/>
                </a:lnTo>
                <a:lnTo>
                  <a:pt x="404415" y="1163800"/>
                </a:lnTo>
                <a:lnTo>
                  <a:pt x="398065" y="1151884"/>
                </a:lnTo>
                <a:lnTo>
                  <a:pt x="388144" y="1130833"/>
                </a:lnTo>
                <a:lnTo>
                  <a:pt x="381000" y="1116136"/>
                </a:lnTo>
                <a:lnTo>
                  <a:pt x="379015" y="1110575"/>
                </a:lnTo>
                <a:lnTo>
                  <a:pt x="379015" y="1108589"/>
                </a:lnTo>
                <a:lnTo>
                  <a:pt x="379015" y="1102631"/>
                </a:lnTo>
                <a:lnTo>
                  <a:pt x="379015" y="1099056"/>
                </a:lnTo>
                <a:lnTo>
                  <a:pt x="378619" y="1094687"/>
                </a:lnTo>
                <a:lnTo>
                  <a:pt x="377428" y="1089921"/>
                </a:lnTo>
                <a:lnTo>
                  <a:pt x="375840" y="1085154"/>
                </a:lnTo>
                <a:lnTo>
                  <a:pt x="374253" y="1080388"/>
                </a:lnTo>
                <a:lnTo>
                  <a:pt x="371872" y="1075622"/>
                </a:lnTo>
                <a:lnTo>
                  <a:pt x="368300" y="1070855"/>
                </a:lnTo>
                <a:lnTo>
                  <a:pt x="363934" y="1066883"/>
                </a:lnTo>
                <a:lnTo>
                  <a:pt x="361553" y="1064500"/>
                </a:lnTo>
                <a:lnTo>
                  <a:pt x="359172" y="1062514"/>
                </a:lnTo>
                <a:lnTo>
                  <a:pt x="355997" y="1060925"/>
                </a:lnTo>
                <a:lnTo>
                  <a:pt x="352822" y="1059336"/>
                </a:lnTo>
                <a:lnTo>
                  <a:pt x="349250" y="1057747"/>
                </a:lnTo>
                <a:lnTo>
                  <a:pt x="345678" y="1056556"/>
                </a:lnTo>
                <a:lnTo>
                  <a:pt x="341312" y="1055761"/>
                </a:lnTo>
                <a:lnTo>
                  <a:pt x="336947" y="1054967"/>
                </a:lnTo>
                <a:lnTo>
                  <a:pt x="332581" y="1054173"/>
                </a:lnTo>
                <a:lnTo>
                  <a:pt x="328215" y="1052981"/>
                </a:lnTo>
                <a:lnTo>
                  <a:pt x="323453" y="1050598"/>
                </a:lnTo>
                <a:lnTo>
                  <a:pt x="319484" y="1048612"/>
                </a:lnTo>
                <a:lnTo>
                  <a:pt x="315119" y="1046229"/>
                </a:lnTo>
                <a:lnTo>
                  <a:pt x="311150" y="1043051"/>
                </a:lnTo>
                <a:lnTo>
                  <a:pt x="307181" y="1039476"/>
                </a:lnTo>
                <a:lnTo>
                  <a:pt x="303212" y="1035504"/>
                </a:lnTo>
                <a:lnTo>
                  <a:pt x="299640" y="1031532"/>
                </a:lnTo>
                <a:lnTo>
                  <a:pt x="295672" y="1027163"/>
                </a:lnTo>
                <a:lnTo>
                  <a:pt x="288528" y="1017233"/>
                </a:lnTo>
                <a:lnTo>
                  <a:pt x="281781" y="1006906"/>
                </a:lnTo>
                <a:lnTo>
                  <a:pt x="275431" y="994990"/>
                </a:lnTo>
                <a:lnTo>
                  <a:pt x="269081" y="982676"/>
                </a:lnTo>
                <a:lnTo>
                  <a:pt x="263922" y="969569"/>
                </a:lnTo>
                <a:lnTo>
                  <a:pt x="258762" y="956064"/>
                </a:lnTo>
                <a:lnTo>
                  <a:pt x="254000" y="942559"/>
                </a:lnTo>
                <a:lnTo>
                  <a:pt x="250031" y="928657"/>
                </a:lnTo>
                <a:lnTo>
                  <a:pt x="246062" y="914755"/>
                </a:lnTo>
                <a:lnTo>
                  <a:pt x="242887" y="901250"/>
                </a:lnTo>
                <a:lnTo>
                  <a:pt x="239712" y="888142"/>
                </a:lnTo>
                <a:lnTo>
                  <a:pt x="239315" y="884568"/>
                </a:lnTo>
                <a:lnTo>
                  <a:pt x="238919" y="880993"/>
                </a:lnTo>
                <a:lnTo>
                  <a:pt x="239315" y="877418"/>
                </a:lnTo>
                <a:lnTo>
                  <a:pt x="239712" y="873843"/>
                </a:lnTo>
                <a:lnTo>
                  <a:pt x="240109" y="870268"/>
                </a:lnTo>
                <a:lnTo>
                  <a:pt x="240903" y="866296"/>
                </a:lnTo>
                <a:lnTo>
                  <a:pt x="244078" y="859147"/>
                </a:lnTo>
                <a:lnTo>
                  <a:pt x="247253" y="851600"/>
                </a:lnTo>
                <a:lnTo>
                  <a:pt x="252015" y="844053"/>
                </a:lnTo>
                <a:lnTo>
                  <a:pt x="257572" y="836506"/>
                </a:lnTo>
                <a:lnTo>
                  <a:pt x="263525" y="828959"/>
                </a:lnTo>
                <a:lnTo>
                  <a:pt x="270272" y="821015"/>
                </a:lnTo>
                <a:lnTo>
                  <a:pt x="277415" y="813469"/>
                </a:lnTo>
                <a:lnTo>
                  <a:pt x="284956" y="806319"/>
                </a:lnTo>
                <a:lnTo>
                  <a:pt x="292894" y="799169"/>
                </a:lnTo>
                <a:lnTo>
                  <a:pt x="301228" y="792020"/>
                </a:lnTo>
                <a:lnTo>
                  <a:pt x="309562" y="784870"/>
                </a:lnTo>
                <a:lnTo>
                  <a:pt x="327422" y="771762"/>
                </a:lnTo>
                <a:lnTo>
                  <a:pt x="271065" y="641480"/>
                </a:lnTo>
                <a:lnTo>
                  <a:pt x="259953" y="660546"/>
                </a:lnTo>
                <a:lnTo>
                  <a:pt x="252015" y="674448"/>
                </a:lnTo>
                <a:lnTo>
                  <a:pt x="245665" y="687159"/>
                </a:lnTo>
                <a:lnTo>
                  <a:pt x="243681" y="690733"/>
                </a:lnTo>
                <a:lnTo>
                  <a:pt x="240903" y="694308"/>
                </a:lnTo>
                <a:lnTo>
                  <a:pt x="238125" y="697486"/>
                </a:lnTo>
                <a:lnTo>
                  <a:pt x="234950" y="700266"/>
                </a:lnTo>
                <a:lnTo>
                  <a:pt x="231378" y="702649"/>
                </a:lnTo>
                <a:lnTo>
                  <a:pt x="227409" y="704635"/>
                </a:lnTo>
                <a:lnTo>
                  <a:pt x="223837" y="705827"/>
                </a:lnTo>
                <a:lnTo>
                  <a:pt x="219472" y="707019"/>
                </a:lnTo>
                <a:lnTo>
                  <a:pt x="213519" y="707416"/>
                </a:lnTo>
                <a:lnTo>
                  <a:pt x="209947" y="707416"/>
                </a:lnTo>
                <a:lnTo>
                  <a:pt x="206375" y="707019"/>
                </a:lnTo>
                <a:lnTo>
                  <a:pt x="203200" y="705827"/>
                </a:lnTo>
                <a:lnTo>
                  <a:pt x="199628" y="704635"/>
                </a:lnTo>
                <a:lnTo>
                  <a:pt x="196850" y="703047"/>
                </a:lnTo>
                <a:lnTo>
                  <a:pt x="193675" y="701458"/>
                </a:lnTo>
                <a:lnTo>
                  <a:pt x="190897" y="699075"/>
                </a:lnTo>
                <a:lnTo>
                  <a:pt x="188119" y="696691"/>
                </a:lnTo>
                <a:lnTo>
                  <a:pt x="9922" y="515568"/>
                </a:lnTo>
                <a:lnTo>
                  <a:pt x="7937" y="513184"/>
                </a:lnTo>
                <a:lnTo>
                  <a:pt x="5953" y="510801"/>
                </a:lnTo>
                <a:lnTo>
                  <a:pt x="3969" y="508021"/>
                </a:lnTo>
                <a:lnTo>
                  <a:pt x="2778" y="505240"/>
                </a:lnTo>
                <a:lnTo>
                  <a:pt x="1587" y="502063"/>
                </a:lnTo>
                <a:lnTo>
                  <a:pt x="794" y="499282"/>
                </a:lnTo>
                <a:lnTo>
                  <a:pt x="397" y="496105"/>
                </a:lnTo>
                <a:lnTo>
                  <a:pt x="0" y="493324"/>
                </a:lnTo>
                <a:lnTo>
                  <a:pt x="0" y="490147"/>
                </a:lnTo>
                <a:lnTo>
                  <a:pt x="0" y="486969"/>
                </a:lnTo>
                <a:lnTo>
                  <a:pt x="397" y="484189"/>
                </a:lnTo>
                <a:lnTo>
                  <a:pt x="1190" y="481011"/>
                </a:lnTo>
                <a:lnTo>
                  <a:pt x="1984" y="477833"/>
                </a:lnTo>
                <a:lnTo>
                  <a:pt x="3175" y="475053"/>
                </a:lnTo>
                <a:lnTo>
                  <a:pt x="4762" y="472273"/>
                </a:lnTo>
                <a:lnTo>
                  <a:pt x="7144" y="469889"/>
                </a:lnTo>
                <a:lnTo>
                  <a:pt x="12700" y="461548"/>
                </a:lnTo>
                <a:lnTo>
                  <a:pt x="26987" y="444071"/>
                </a:lnTo>
                <a:lnTo>
                  <a:pt x="48419" y="417062"/>
                </a:lnTo>
                <a:lnTo>
                  <a:pt x="76597" y="382902"/>
                </a:lnTo>
                <a:lnTo>
                  <a:pt x="92869" y="363439"/>
                </a:lnTo>
                <a:lnTo>
                  <a:pt x="111125" y="342785"/>
                </a:lnTo>
                <a:lnTo>
                  <a:pt x="130572" y="320939"/>
                </a:lnTo>
                <a:lnTo>
                  <a:pt x="151209" y="297901"/>
                </a:lnTo>
                <a:lnTo>
                  <a:pt x="173037" y="274069"/>
                </a:lnTo>
                <a:lnTo>
                  <a:pt x="196453" y="249840"/>
                </a:lnTo>
                <a:lnTo>
                  <a:pt x="220265" y="224816"/>
                </a:lnTo>
                <a:lnTo>
                  <a:pt x="245269" y="200190"/>
                </a:lnTo>
                <a:lnTo>
                  <a:pt x="258365" y="187479"/>
                </a:lnTo>
                <a:lnTo>
                  <a:pt x="271462" y="175166"/>
                </a:lnTo>
                <a:lnTo>
                  <a:pt x="284162" y="163647"/>
                </a:lnTo>
                <a:lnTo>
                  <a:pt x="297259" y="152525"/>
                </a:lnTo>
                <a:lnTo>
                  <a:pt x="321865" y="131474"/>
                </a:lnTo>
                <a:lnTo>
                  <a:pt x="346472" y="112011"/>
                </a:lnTo>
                <a:lnTo>
                  <a:pt x="369887" y="94137"/>
                </a:lnTo>
                <a:lnTo>
                  <a:pt x="392906" y="78646"/>
                </a:lnTo>
                <a:lnTo>
                  <a:pt x="413940" y="64347"/>
                </a:lnTo>
                <a:lnTo>
                  <a:pt x="434181" y="51239"/>
                </a:lnTo>
                <a:lnTo>
                  <a:pt x="452040" y="40117"/>
                </a:lnTo>
                <a:lnTo>
                  <a:pt x="469106" y="30584"/>
                </a:lnTo>
                <a:lnTo>
                  <a:pt x="483791" y="22640"/>
                </a:lnTo>
                <a:lnTo>
                  <a:pt x="496491" y="15888"/>
                </a:lnTo>
                <a:lnTo>
                  <a:pt x="514747" y="6752"/>
                </a:lnTo>
                <a:lnTo>
                  <a:pt x="522685" y="3178"/>
                </a:lnTo>
                <a:lnTo>
                  <a:pt x="527447" y="1192"/>
                </a:lnTo>
                <a:lnTo>
                  <a:pt x="532606" y="397"/>
                </a:lnTo>
                <a:lnTo>
                  <a:pt x="53776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0" name="KSO_Shape">
            <a:extLst>
              <a:ext uri="{FF2B5EF4-FFF2-40B4-BE49-F238E27FC236}">
                <a16:creationId xmlns:a16="http://schemas.microsoft.com/office/drawing/2014/main" id="{273D69A2-FBCD-4A8D-98DA-5809C748CC23}"/>
              </a:ext>
            </a:extLst>
          </p:cNvPr>
          <p:cNvSpPr>
            <a:spLocks/>
          </p:cNvSpPr>
          <p:nvPr/>
        </p:nvSpPr>
        <p:spPr bwMode="auto">
          <a:xfrm>
            <a:off x="3360473" y="5717877"/>
            <a:ext cx="952500" cy="527050"/>
          </a:xfrm>
          <a:custGeom>
            <a:avLst/>
            <a:gdLst>
              <a:gd name="T0" fmla="*/ 1660776 w 2546350"/>
              <a:gd name="T1" fmla="*/ 783048 h 1409701"/>
              <a:gd name="T2" fmla="*/ 1769836 w 2546350"/>
              <a:gd name="T3" fmla="*/ 861918 h 1409701"/>
              <a:gd name="T4" fmla="*/ 921682 w 2546350"/>
              <a:gd name="T5" fmla="*/ 1409701 h 1409701"/>
              <a:gd name="T6" fmla="*/ 729797 w 2546350"/>
              <a:gd name="T7" fmla="*/ 859878 h 1409701"/>
              <a:gd name="T8" fmla="*/ 850647 w 2546350"/>
              <a:gd name="T9" fmla="*/ 778742 h 1409701"/>
              <a:gd name="T10" fmla="*/ 591880 w 2546350"/>
              <a:gd name="T11" fmla="*/ 727368 h 1409701"/>
              <a:gd name="T12" fmla="*/ 778102 w 2546350"/>
              <a:gd name="T13" fmla="*/ 739045 h 1409701"/>
              <a:gd name="T14" fmla="*/ 684667 w 2546350"/>
              <a:gd name="T15" fmla="*/ 817014 h 1409701"/>
              <a:gd name="T16" fmla="*/ 0 w 2546350"/>
              <a:gd name="T17" fmla="*/ 1339155 h 1409701"/>
              <a:gd name="T18" fmla="*/ 77074 w 2546350"/>
              <a:gd name="T19" fmla="*/ 740308 h 1409701"/>
              <a:gd name="T20" fmla="*/ 449520 w 2546350"/>
              <a:gd name="T21" fmla="*/ 727368 h 1409701"/>
              <a:gd name="T22" fmla="*/ 2425273 w 2546350"/>
              <a:gd name="T23" fmla="*/ 707077 h 1409701"/>
              <a:gd name="T24" fmla="*/ 2545217 w 2546350"/>
              <a:gd name="T25" fmla="*/ 788440 h 1409701"/>
              <a:gd name="T26" fmla="*/ 2353389 w 2546350"/>
              <a:gd name="T27" fmla="*/ 1338263 h 1409701"/>
              <a:gd name="T28" fmla="*/ 1748292 w 2546350"/>
              <a:gd name="T29" fmla="*/ 761030 h 1409701"/>
              <a:gd name="T30" fmla="*/ 1751639 w 2546350"/>
              <a:gd name="T31" fmla="*/ 672628 h 1409701"/>
              <a:gd name="T32" fmla="*/ 1318533 w 2546350"/>
              <a:gd name="T33" fmla="*/ 82101 h 1409701"/>
              <a:gd name="T34" fmla="*/ 1428751 w 2546350"/>
              <a:gd name="T35" fmla="*/ 162185 h 1409701"/>
              <a:gd name="T36" fmla="*/ 1493838 w 2546350"/>
              <a:gd name="T37" fmla="*/ 298986 h 1409701"/>
              <a:gd name="T38" fmla="*/ 1524257 w 2546350"/>
              <a:gd name="T39" fmla="*/ 372145 h 1409701"/>
              <a:gd name="T40" fmla="*/ 1505392 w 2546350"/>
              <a:gd name="T41" fmla="*/ 463325 h 1409701"/>
              <a:gd name="T42" fmla="*/ 1460047 w 2546350"/>
              <a:gd name="T43" fmla="*/ 561245 h 1409701"/>
              <a:gd name="T44" fmla="*/ 1364570 w 2546350"/>
              <a:gd name="T45" fmla="*/ 665831 h 1409701"/>
              <a:gd name="T46" fmla="*/ 1235529 w 2546350"/>
              <a:gd name="T47" fmla="*/ 699861 h 1409701"/>
              <a:gd name="T48" fmla="*/ 1111250 w 2546350"/>
              <a:gd name="T49" fmla="*/ 650631 h 1409701"/>
              <a:gd name="T50" fmla="*/ 1024391 w 2546350"/>
              <a:gd name="T51" fmla="*/ 535155 h 1409701"/>
              <a:gd name="T52" fmla="*/ 983737 w 2546350"/>
              <a:gd name="T53" fmla="*/ 456120 h 1409701"/>
              <a:gd name="T54" fmla="*/ 981706 w 2546350"/>
              <a:gd name="T55" fmla="*/ 350306 h 1409701"/>
              <a:gd name="T56" fmla="*/ 1016227 w 2546350"/>
              <a:gd name="T57" fmla="*/ 255428 h 1409701"/>
              <a:gd name="T58" fmla="*/ 1096056 w 2546350"/>
              <a:gd name="T59" fmla="*/ 132465 h 1409701"/>
              <a:gd name="T60" fmla="*/ 1216252 w 2546350"/>
              <a:gd name="T61" fmla="*/ 72346 h 1409701"/>
              <a:gd name="T62" fmla="*/ 607408 w 2546350"/>
              <a:gd name="T63" fmla="*/ 33571 h 1409701"/>
              <a:gd name="T64" fmla="*/ 712589 w 2546350"/>
              <a:gd name="T65" fmla="*/ 123183 h 1409701"/>
              <a:gd name="T66" fmla="*/ 769261 w 2546350"/>
              <a:gd name="T67" fmla="*/ 265656 h 1409701"/>
              <a:gd name="T68" fmla="*/ 798064 w 2546350"/>
              <a:gd name="T69" fmla="*/ 332602 h 1409701"/>
              <a:gd name="T70" fmla="*/ 773361 w 2546350"/>
              <a:gd name="T71" fmla="*/ 407758 h 1409701"/>
              <a:gd name="T72" fmla="*/ 720523 w 2546350"/>
              <a:gd name="T73" fmla="*/ 523831 h 1409701"/>
              <a:gd name="T74" fmla="*/ 618969 w 2546350"/>
              <a:gd name="T75" fmla="*/ 619796 h 1409701"/>
              <a:gd name="T76" fmla="*/ 487264 w 2546350"/>
              <a:gd name="T77" fmla="*/ 642029 h 1409701"/>
              <a:gd name="T78" fmla="*/ 367575 w 2546350"/>
              <a:gd name="T79" fmla="*/ 581909 h 1409701"/>
              <a:gd name="T80" fmla="*/ 287555 w 2546350"/>
              <a:gd name="T81" fmla="*/ 458947 h 1409701"/>
              <a:gd name="T82" fmla="*/ 251422 w 2546350"/>
              <a:gd name="T83" fmla="*/ 393595 h 1409701"/>
              <a:gd name="T84" fmla="*/ 256812 w 2546350"/>
              <a:gd name="T85" fmla="*/ 287371 h 1409701"/>
              <a:gd name="T86" fmla="*/ 290275 w 2546350"/>
              <a:gd name="T87" fmla="*/ 192832 h 1409701"/>
              <a:gd name="T88" fmla="*/ 372335 w 2546350"/>
              <a:gd name="T89" fmla="*/ 72365 h 1409701"/>
              <a:gd name="T90" fmla="*/ 493838 w 2546350"/>
              <a:gd name="T91" fmla="*/ 15875 h 1409701"/>
              <a:gd name="T92" fmla="*/ 2131399 w 2546350"/>
              <a:gd name="T93" fmla="*/ 28121 h 1409701"/>
              <a:gd name="T94" fmla="*/ 2230687 w 2546350"/>
              <a:gd name="T95" fmla="*/ 126773 h 1409701"/>
              <a:gd name="T96" fmla="*/ 2278638 w 2546350"/>
              <a:gd name="T97" fmla="*/ 268548 h 1409701"/>
              <a:gd name="T98" fmla="*/ 2303010 w 2546350"/>
              <a:gd name="T99" fmla="*/ 342808 h 1409701"/>
              <a:gd name="T100" fmla="*/ 2271717 w 2546350"/>
              <a:gd name="T101" fmla="*/ 401411 h 1409701"/>
              <a:gd name="T102" fmla="*/ 2206659 w 2546350"/>
              <a:gd name="T103" fmla="*/ 537936 h 1409701"/>
              <a:gd name="T104" fmla="*/ 2096263 w 2546350"/>
              <a:gd name="T105" fmla="*/ 618218 h 1409701"/>
              <a:gd name="T106" fmla="*/ 1962972 w 2546350"/>
              <a:gd name="T107" fmla="*/ 620259 h 1409701"/>
              <a:gd name="T108" fmla="*/ 1850763 w 2546350"/>
              <a:gd name="T109" fmla="*/ 543152 h 1409701"/>
              <a:gd name="T110" fmla="*/ 1783438 w 2546350"/>
              <a:gd name="T111" fmla="*/ 408895 h 1409701"/>
              <a:gd name="T112" fmla="*/ 1749644 w 2546350"/>
              <a:gd name="T113" fmla="*/ 354290 h 1409701"/>
              <a:gd name="T114" fmla="*/ 1770632 w 2546350"/>
              <a:gd name="T115" fmla="*/ 268288 h 1409701"/>
              <a:gd name="T116" fmla="*/ 1811774 w 2546350"/>
              <a:gd name="T117" fmla="*/ 145370 h 1409701"/>
              <a:gd name="T118" fmla="*/ 1905168 w 2546350"/>
              <a:gd name="T119" fmla="*/ 38100 h 1409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46350" h="1409701">
                <a:moveTo>
                  <a:pt x="1205490" y="715963"/>
                </a:moveTo>
                <a:lnTo>
                  <a:pt x="1293463" y="715963"/>
                </a:lnTo>
                <a:lnTo>
                  <a:pt x="1320445" y="783954"/>
                </a:lnTo>
                <a:lnTo>
                  <a:pt x="1271470" y="813191"/>
                </a:lnTo>
                <a:lnTo>
                  <a:pt x="1310469" y="955292"/>
                </a:lnTo>
                <a:lnTo>
                  <a:pt x="1402297" y="721402"/>
                </a:lnTo>
                <a:lnTo>
                  <a:pt x="1433360" y="726162"/>
                </a:lnTo>
                <a:lnTo>
                  <a:pt x="1463969" y="731601"/>
                </a:lnTo>
                <a:lnTo>
                  <a:pt x="1494805" y="737494"/>
                </a:lnTo>
                <a:lnTo>
                  <a:pt x="1509997" y="740667"/>
                </a:lnTo>
                <a:lnTo>
                  <a:pt x="1525188" y="743840"/>
                </a:lnTo>
                <a:lnTo>
                  <a:pt x="1539699" y="747239"/>
                </a:lnTo>
                <a:lnTo>
                  <a:pt x="1554664" y="750639"/>
                </a:lnTo>
                <a:lnTo>
                  <a:pt x="1568948" y="754491"/>
                </a:lnTo>
                <a:lnTo>
                  <a:pt x="1583006" y="757891"/>
                </a:lnTo>
                <a:lnTo>
                  <a:pt x="1597063" y="761971"/>
                </a:lnTo>
                <a:lnTo>
                  <a:pt x="1610441" y="765823"/>
                </a:lnTo>
                <a:lnTo>
                  <a:pt x="1623818" y="770129"/>
                </a:lnTo>
                <a:lnTo>
                  <a:pt x="1636289" y="774209"/>
                </a:lnTo>
                <a:lnTo>
                  <a:pt x="1648759" y="778515"/>
                </a:lnTo>
                <a:lnTo>
                  <a:pt x="1660776" y="783048"/>
                </a:lnTo>
                <a:lnTo>
                  <a:pt x="1672113" y="787581"/>
                </a:lnTo>
                <a:lnTo>
                  <a:pt x="1683223" y="792113"/>
                </a:lnTo>
                <a:lnTo>
                  <a:pt x="1693653" y="796873"/>
                </a:lnTo>
                <a:lnTo>
                  <a:pt x="1703629" y="801632"/>
                </a:lnTo>
                <a:lnTo>
                  <a:pt x="1712699" y="806618"/>
                </a:lnTo>
                <a:lnTo>
                  <a:pt x="1721542" y="811604"/>
                </a:lnTo>
                <a:lnTo>
                  <a:pt x="1729704" y="817043"/>
                </a:lnTo>
                <a:lnTo>
                  <a:pt x="1736960" y="822256"/>
                </a:lnTo>
                <a:lnTo>
                  <a:pt x="1743762" y="827695"/>
                </a:lnTo>
                <a:lnTo>
                  <a:pt x="1749657" y="833135"/>
                </a:lnTo>
                <a:lnTo>
                  <a:pt x="1752378" y="835854"/>
                </a:lnTo>
                <a:lnTo>
                  <a:pt x="1754872" y="838801"/>
                </a:lnTo>
                <a:lnTo>
                  <a:pt x="1757139" y="841520"/>
                </a:lnTo>
                <a:lnTo>
                  <a:pt x="1759180" y="844240"/>
                </a:lnTo>
                <a:lnTo>
                  <a:pt x="1761221" y="847186"/>
                </a:lnTo>
                <a:lnTo>
                  <a:pt x="1762808" y="850133"/>
                </a:lnTo>
                <a:lnTo>
                  <a:pt x="1764168" y="853079"/>
                </a:lnTo>
                <a:lnTo>
                  <a:pt x="1765528" y="855799"/>
                </a:lnTo>
                <a:lnTo>
                  <a:pt x="1767569" y="857838"/>
                </a:lnTo>
                <a:lnTo>
                  <a:pt x="1768703" y="859878"/>
                </a:lnTo>
                <a:lnTo>
                  <a:pt x="1769836" y="861918"/>
                </a:lnTo>
                <a:lnTo>
                  <a:pt x="1770063" y="863278"/>
                </a:lnTo>
                <a:lnTo>
                  <a:pt x="1770063" y="864184"/>
                </a:lnTo>
                <a:lnTo>
                  <a:pt x="1770063" y="1395196"/>
                </a:lnTo>
                <a:lnTo>
                  <a:pt x="1770063" y="1396556"/>
                </a:lnTo>
                <a:lnTo>
                  <a:pt x="1769610" y="1398143"/>
                </a:lnTo>
                <a:lnTo>
                  <a:pt x="1768930" y="1399502"/>
                </a:lnTo>
                <a:lnTo>
                  <a:pt x="1768023" y="1400862"/>
                </a:lnTo>
                <a:lnTo>
                  <a:pt x="1767116" y="1402222"/>
                </a:lnTo>
                <a:lnTo>
                  <a:pt x="1765755" y="1403355"/>
                </a:lnTo>
                <a:lnTo>
                  <a:pt x="1764168" y="1404488"/>
                </a:lnTo>
                <a:lnTo>
                  <a:pt x="1762581" y="1405395"/>
                </a:lnTo>
                <a:lnTo>
                  <a:pt x="1760767" y="1406528"/>
                </a:lnTo>
                <a:lnTo>
                  <a:pt x="1758726" y="1407208"/>
                </a:lnTo>
                <a:lnTo>
                  <a:pt x="1754192" y="1408795"/>
                </a:lnTo>
                <a:lnTo>
                  <a:pt x="1749430" y="1409475"/>
                </a:lnTo>
                <a:lnTo>
                  <a:pt x="1746936" y="1409701"/>
                </a:lnTo>
                <a:lnTo>
                  <a:pt x="1743989" y="1409701"/>
                </a:lnTo>
                <a:lnTo>
                  <a:pt x="1604307" y="1409701"/>
                </a:lnTo>
                <a:lnTo>
                  <a:pt x="1590791" y="1027113"/>
                </a:lnTo>
                <a:lnTo>
                  <a:pt x="1577077" y="1409701"/>
                </a:lnTo>
                <a:lnTo>
                  <a:pt x="921682" y="1409701"/>
                </a:lnTo>
                <a:lnTo>
                  <a:pt x="908166" y="1027113"/>
                </a:lnTo>
                <a:lnTo>
                  <a:pt x="894451" y="1409701"/>
                </a:lnTo>
                <a:lnTo>
                  <a:pt x="754511" y="1409701"/>
                </a:lnTo>
                <a:lnTo>
                  <a:pt x="752017" y="1409701"/>
                </a:lnTo>
                <a:lnTo>
                  <a:pt x="749523" y="1409475"/>
                </a:lnTo>
                <a:lnTo>
                  <a:pt x="744535" y="1408795"/>
                </a:lnTo>
                <a:lnTo>
                  <a:pt x="740227" y="1407208"/>
                </a:lnTo>
                <a:lnTo>
                  <a:pt x="738186" y="1406528"/>
                </a:lnTo>
                <a:lnTo>
                  <a:pt x="736145" y="1405395"/>
                </a:lnTo>
                <a:lnTo>
                  <a:pt x="734785" y="1404488"/>
                </a:lnTo>
                <a:lnTo>
                  <a:pt x="733198" y="1403355"/>
                </a:lnTo>
                <a:lnTo>
                  <a:pt x="731837" y="1402222"/>
                </a:lnTo>
                <a:lnTo>
                  <a:pt x="730704" y="1400862"/>
                </a:lnTo>
                <a:lnTo>
                  <a:pt x="729797" y="1399502"/>
                </a:lnTo>
                <a:lnTo>
                  <a:pt x="729117" y="1398143"/>
                </a:lnTo>
                <a:lnTo>
                  <a:pt x="728890" y="1396556"/>
                </a:lnTo>
                <a:lnTo>
                  <a:pt x="728663" y="1395196"/>
                </a:lnTo>
                <a:lnTo>
                  <a:pt x="728663" y="864184"/>
                </a:lnTo>
                <a:lnTo>
                  <a:pt x="728663" y="863278"/>
                </a:lnTo>
                <a:lnTo>
                  <a:pt x="728890" y="861918"/>
                </a:lnTo>
                <a:lnTo>
                  <a:pt x="729797" y="859878"/>
                </a:lnTo>
                <a:lnTo>
                  <a:pt x="731384" y="857838"/>
                </a:lnTo>
                <a:lnTo>
                  <a:pt x="733198" y="855799"/>
                </a:lnTo>
                <a:lnTo>
                  <a:pt x="734332" y="853079"/>
                </a:lnTo>
                <a:lnTo>
                  <a:pt x="735919" y="850133"/>
                </a:lnTo>
                <a:lnTo>
                  <a:pt x="737733" y="847186"/>
                </a:lnTo>
                <a:lnTo>
                  <a:pt x="739546" y="844240"/>
                </a:lnTo>
                <a:lnTo>
                  <a:pt x="741814" y="841520"/>
                </a:lnTo>
                <a:lnTo>
                  <a:pt x="744081" y="838801"/>
                </a:lnTo>
                <a:lnTo>
                  <a:pt x="746575" y="835854"/>
                </a:lnTo>
                <a:lnTo>
                  <a:pt x="749296" y="833135"/>
                </a:lnTo>
                <a:lnTo>
                  <a:pt x="755191" y="827695"/>
                </a:lnTo>
                <a:lnTo>
                  <a:pt x="761993" y="822256"/>
                </a:lnTo>
                <a:lnTo>
                  <a:pt x="769249" y="817043"/>
                </a:lnTo>
                <a:lnTo>
                  <a:pt x="777638" y="811604"/>
                </a:lnTo>
                <a:lnTo>
                  <a:pt x="786254" y="806618"/>
                </a:lnTo>
                <a:lnTo>
                  <a:pt x="795777" y="801632"/>
                </a:lnTo>
                <a:lnTo>
                  <a:pt x="805527" y="796873"/>
                </a:lnTo>
                <a:lnTo>
                  <a:pt x="816183" y="792113"/>
                </a:lnTo>
                <a:lnTo>
                  <a:pt x="827293" y="787581"/>
                </a:lnTo>
                <a:lnTo>
                  <a:pt x="838630" y="783048"/>
                </a:lnTo>
                <a:lnTo>
                  <a:pt x="850647" y="778742"/>
                </a:lnTo>
                <a:lnTo>
                  <a:pt x="863345" y="774209"/>
                </a:lnTo>
                <a:lnTo>
                  <a:pt x="876268" y="770129"/>
                </a:lnTo>
                <a:lnTo>
                  <a:pt x="889419" y="766050"/>
                </a:lnTo>
                <a:lnTo>
                  <a:pt x="903023" y="761971"/>
                </a:lnTo>
                <a:lnTo>
                  <a:pt x="917081" y="758344"/>
                </a:lnTo>
                <a:lnTo>
                  <a:pt x="931139" y="754491"/>
                </a:lnTo>
                <a:lnTo>
                  <a:pt x="945650" y="750865"/>
                </a:lnTo>
                <a:lnTo>
                  <a:pt x="960388" y="747466"/>
                </a:lnTo>
                <a:lnTo>
                  <a:pt x="975352" y="743840"/>
                </a:lnTo>
                <a:lnTo>
                  <a:pt x="990544" y="740893"/>
                </a:lnTo>
                <a:lnTo>
                  <a:pt x="1005735" y="737494"/>
                </a:lnTo>
                <a:lnTo>
                  <a:pt x="1036344" y="731828"/>
                </a:lnTo>
                <a:lnTo>
                  <a:pt x="1067407" y="726388"/>
                </a:lnTo>
                <a:lnTo>
                  <a:pt x="1098470" y="721629"/>
                </a:lnTo>
                <a:lnTo>
                  <a:pt x="1188484" y="955292"/>
                </a:lnTo>
                <a:lnTo>
                  <a:pt x="1227483" y="813191"/>
                </a:lnTo>
                <a:lnTo>
                  <a:pt x="1178281" y="783954"/>
                </a:lnTo>
                <a:lnTo>
                  <a:pt x="1205490" y="715963"/>
                </a:lnTo>
                <a:close/>
                <a:moveTo>
                  <a:pt x="476723" y="658812"/>
                </a:moveTo>
                <a:lnTo>
                  <a:pt x="564677" y="658812"/>
                </a:lnTo>
                <a:lnTo>
                  <a:pt x="591880" y="727368"/>
                </a:lnTo>
                <a:lnTo>
                  <a:pt x="542915" y="756425"/>
                </a:lnTo>
                <a:lnTo>
                  <a:pt x="581452" y="898986"/>
                </a:lnTo>
                <a:lnTo>
                  <a:pt x="673487" y="664487"/>
                </a:lnTo>
                <a:lnTo>
                  <a:pt x="704317" y="669481"/>
                </a:lnTo>
                <a:lnTo>
                  <a:pt x="735373" y="674703"/>
                </a:lnTo>
                <a:lnTo>
                  <a:pt x="766202" y="680605"/>
                </a:lnTo>
                <a:lnTo>
                  <a:pt x="781163" y="683783"/>
                </a:lnTo>
                <a:lnTo>
                  <a:pt x="796125" y="686961"/>
                </a:lnTo>
                <a:lnTo>
                  <a:pt x="811086" y="690366"/>
                </a:lnTo>
                <a:lnTo>
                  <a:pt x="825594" y="693998"/>
                </a:lnTo>
                <a:lnTo>
                  <a:pt x="840329" y="697630"/>
                </a:lnTo>
                <a:lnTo>
                  <a:pt x="854383" y="701263"/>
                </a:lnTo>
                <a:lnTo>
                  <a:pt x="868211" y="705122"/>
                </a:lnTo>
                <a:lnTo>
                  <a:pt x="870360" y="705778"/>
                </a:lnTo>
                <a:lnTo>
                  <a:pt x="856570" y="709807"/>
                </a:lnTo>
                <a:lnTo>
                  <a:pt x="842283" y="714340"/>
                </a:lnTo>
                <a:lnTo>
                  <a:pt x="828449" y="719099"/>
                </a:lnTo>
                <a:lnTo>
                  <a:pt x="815069" y="723859"/>
                </a:lnTo>
                <a:lnTo>
                  <a:pt x="802369" y="728846"/>
                </a:lnTo>
                <a:lnTo>
                  <a:pt x="789895" y="734059"/>
                </a:lnTo>
                <a:lnTo>
                  <a:pt x="778102" y="739045"/>
                </a:lnTo>
                <a:lnTo>
                  <a:pt x="766763" y="744258"/>
                </a:lnTo>
                <a:lnTo>
                  <a:pt x="755877" y="749924"/>
                </a:lnTo>
                <a:lnTo>
                  <a:pt x="746126" y="755364"/>
                </a:lnTo>
                <a:lnTo>
                  <a:pt x="736374" y="761030"/>
                </a:lnTo>
                <a:lnTo>
                  <a:pt x="727983" y="766697"/>
                </a:lnTo>
                <a:lnTo>
                  <a:pt x="719819" y="772590"/>
                </a:lnTo>
                <a:lnTo>
                  <a:pt x="712788" y="778709"/>
                </a:lnTo>
                <a:lnTo>
                  <a:pt x="709386" y="781656"/>
                </a:lnTo>
                <a:lnTo>
                  <a:pt x="706211" y="784602"/>
                </a:lnTo>
                <a:lnTo>
                  <a:pt x="703490" y="788002"/>
                </a:lnTo>
                <a:lnTo>
                  <a:pt x="700542" y="790948"/>
                </a:lnTo>
                <a:lnTo>
                  <a:pt x="698047" y="794122"/>
                </a:lnTo>
                <a:lnTo>
                  <a:pt x="696006" y="797295"/>
                </a:lnTo>
                <a:lnTo>
                  <a:pt x="693738" y="800695"/>
                </a:lnTo>
                <a:lnTo>
                  <a:pt x="692151" y="803868"/>
                </a:lnTo>
                <a:lnTo>
                  <a:pt x="690563" y="807041"/>
                </a:lnTo>
                <a:lnTo>
                  <a:pt x="689202" y="810441"/>
                </a:lnTo>
                <a:lnTo>
                  <a:pt x="686935" y="812481"/>
                </a:lnTo>
                <a:lnTo>
                  <a:pt x="685574" y="814747"/>
                </a:lnTo>
                <a:lnTo>
                  <a:pt x="684893" y="815654"/>
                </a:lnTo>
                <a:lnTo>
                  <a:pt x="684667" y="817014"/>
                </a:lnTo>
                <a:lnTo>
                  <a:pt x="684440" y="818147"/>
                </a:lnTo>
                <a:lnTo>
                  <a:pt x="684213" y="819507"/>
                </a:lnTo>
                <a:lnTo>
                  <a:pt x="684213" y="1354137"/>
                </a:lnTo>
                <a:lnTo>
                  <a:pt x="193036" y="1354137"/>
                </a:lnTo>
                <a:lnTo>
                  <a:pt x="179272" y="971549"/>
                </a:lnTo>
                <a:lnTo>
                  <a:pt x="165708" y="1354137"/>
                </a:lnTo>
                <a:lnTo>
                  <a:pt x="26069" y="1354137"/>
                </a:lnTo>
                <a:lnTo>
                  <a:pt x="23576" y="1353910"/>
                </a:lnTo>
                <a:lnTo>
                  <a:pt x="20855" y="1353683"/>
                </a:lnTo>
                <a:lnTo>
                  <a:pt x="16095" y="1352775"/>
                </a:lnTo>
                <a:lnTo>
                  <a:pt x="11561" y="1351640"/>
                </a:lnTo>
                <a:lnTo>
                  <a:pt x="9748" y="1350505"/>
                </a:lnTo>
                <a:lnTo>
                  <a:pt x="7707" y="1349824"/>
                </a:lnTo>
                <a:lnTo>
                  <a:pt x="6121" y="1348689"/>
                </a:lnTo>
                <a:lnTo>
                  <a:pt x="4761" y="1347554"/>
                </a:lnTo>
                <a:lnTo>
                  <a:pt x="3174" y="1346419"/>
                </a:lnTo>
                <a:lnTo>
                  <a:pt x="2040" y="1345057"/>
                </a:lnTo>
                <a:lnTo>
                  <a:pt x="1360" y="1343695"/>
                </a:lnTo>
                <a:lnTo>
                  <a:pt x="680" y="1342333"/>
                </a:lnTo>
                <a:lnTo>
                  <a:pt x="453" y="1340744"/>
                </a:lnTo>
                <a:lnTo>
                  <a:pt x="0" y="1339155"/>
                </a:lnTo>
                <a:lnTo>
                  <a:pt x="0" y="807729"/>
                </a:lnTo>
                <a:lnTo>
                  <a:pt x="0" y="806367"/>
                </a:lnTo>
                <a:lnTo>
                  <a:pt x="453" y="805459"/>
                </a:lnTo>
                <a:lnTo>
                  <a:pt x="1360" y="803189"/>
                </a:lnTo>
                <a:lnTo>
                  <a:pt x="2720" y="801146"/>
                </a:lnTo>
                <a:lnTo>
                  <a:pt x="4761" y="799330"/>
                </a:lnTo>
                <a:lnTo>
                  <a:pt x="5894" y="796379"/>
                </a:lnTo>
                <a:lnTo>
                  <a:pt x="7481" y="793201"/>
                </a:lnTo>
                <a:lnTo>
                  <a:pt x="9294" y="790477"/>
                </a:lnTo>
                <a:lnTo>
                  <a:pt x="10881" y="787753"/>
                </a:lnTo>
                <a:lnTo>
                  <a:pt x="13148" y="784801"/>
                </a:lnTo>
                <a:lnTo>
                  <a:pt x="15415" y="781850"/>
                </a:lnTo>
                <a:lnTo>
                  <a:pt x="17908" y="779126"/>
                </a:lnTo>
                <a:lnTo>
                  <a:pt x="20629" y="776402"/>
                </a:lnTo>
                <a:lnTo>
                  <a:pt x="26523" y="770727"/>
                </a:lnTo>
                <a:lnTo>
                  <a:pt x="33323" y="765506"/>
                </a:lnTo>
                <a:lnTo>
                  <a:pt x="40804" y="760285"/>
                </a:lnTo>
                <a:lnTo>
                  <a:pt x="48738" y="755063"/>
                </a:lnTo>
                <a:lnTo>
                  <a:pt x="57579" y="750069"/>
                </a:lnTo>
                <a:lnTo>
                  <a:pt x="66873" y="745075"/>
                </a:lnTo>
                <a:lnTo>
                  <a:pt x="77074" y="740308"/>
                </a:lnTo>
                <a:lnTo>
                  <a:pt x="87728" y="735541"/>
                </a:lnTo>
                <a:lnTo>
                  <a:pt x="98382" y="730547"/>
                </a:lnTo>
                <a:lnTo>
                  <a:pt x="110170" y="726006"/>
                </a:lnTo>
                <a:lnTo>
                  <a:pt x="122184" y="721693"/>
                </a:lnTo>
                <a:lnTo>
                  <a:pt x="134652" y="717380"/>
                </a:lnTo>
                <a:lnTo>
                  <a:pt x="147573" y="713294"/>
                </a:lnTo>
                <a:lnTo>
                  <a:pt x="160721" y="709208"/>
                </a:lnTo>
                <a:lnTo>
                  <a:pt x="174322" y="705122"/>
                </a:lnTo>
                <a:lnTo>
                  <a:pt x="188377" y="701263"/>
                </a:lnTo>
                <a:lnTo>
                  <a:pt x="202658" y="697630"/>
                </a:lnTo>
                <a:lnTo>
                  <a:pt x="216940" y="693998"/>
                </a:lnTo>
                <a:lnTo>
                  <a:pt x="231901" y="690366"/>
                </a:lnTo>
                <a:lnTo>
                  <a:pt x="246862" y="687188"/>
                </a:lnTo>
                <a:lnTo>
                  <a:pt x="261824" y="683783"/>
                </a:lnTo>
                <a:lnTo>
                  <a:pt x="277012" y="680832"/>
                </a:lnTo>
                <a:lnTo>
                  <a:pt x="307841" y="674703"/>
                </a:lnTo>
                <a:lnTo>
                  <a:pt x="338897" y="669481"/>
                </a:lnTo>
                <a:lnTo>
                  <a:pt x="369953" y="664714"/>
                </a:lnTo>
                <a:lnTo>
                  <a:pt x="459948" y="898986"/>
                </a:lnTo>
                <a:lnTo>
                  <a:pt x="498485" y="756425"/>
                </a:lnTo>
                <a:lnTo>
                  <a:pt x="449520" y="727368"/>
                </a:lnTo>
                <a:lnTo>
                  <a:pt x="476723" y="658812"/>
                </a:lnTo>
                <a:close/>
                <a:moveTo>
                  <a:pt x="1981777" y="644525"/>
                </a:moveTo>
                <a:lnTo>
                  <a:pt x="2069750" y="644525"/>
                </a:lnTo>
                <a:lnTo>
                  <a:pt x="2096959" y="712516"/>
                </a:lnTo>
                <a:lnTo>
                  <a:pt x="2047757" y="741753"/>
                </a:lnTo>
                <a:lnTo>
                  <a:pt x="2086529" y="883854"/>
                </a:lnTo>
                <a:lnTo>
                  <a:pt x="2178357" y="649964"/>
                </a:lnTo>
                <a:lnTo>
                  <a:pt x="2209420" y="654724"/>
                </a:lnTo>
                <a:lnTo>
                  <a:pt x="2240256" y="660390"/>
                </a:lnTo>
                <a:lnTo>
                  <a:pt x="2271092" y="666056"/>
                </a:lnTo>
                <a:lnTo>
                  <a:pt x="2286284" y="669229"/>
                </a:lnTo>
                <a:lnTo>
                  <a:pt x="2301248" y="672402"/>
                </a:lnTo>
                <a:lnTo>
                  <a:pt x="2316213" y="675801"/>
                </a:lnTo>
                <a:lnTo>
                  <a:pt x="2330724" y="679201"/>
                </a:lnTo>
                <a:lnTo>
                  <a:pt x="2345235" y="683053"/>
                </a:lnTo>
                <a:lnTo>
                  <a:pt x="2359293" y="686680"/>
                </a:lnTo>
                <a:lnTo>
                  <a:pt x="2373124" y="690533"/>
                </a:lnTo>
                <a:lnTo>
                  <a:pt x="2386501" y="694385"/>
                </a:lnTo>
                <a:lnTo>
                  <a:pt x="2399879" y="698691"/>
                </a:lnTo>
                <a:lnTo>
                  <a:pt x="2412576" y="702771"/>
                </a:lnTo>
                <a:lnTo>
                  <a:pt x="2425273" y="707077"/>
                </a:lnTo>
                <a:lnTo>
                  <a:pt x="2437063" y="711610"/>
                </a:lnTo>
                <a:lnTo>
                  <a:pt x="2448400" y="716143"/>
                </a:lnTo>
                <a:lnTo>
                  <a:pt x="2459510" y="720675"/>
                </a:lnTo>
                <a:lnTo>
                  <a:pt x="2469940" y="725435"/>
                </a:lnTo>
                <a:lnTo>
                  <a:pt x="2479916" y="730194"/>
                </a:lnTo>
                <a:lnTo>
                  <a:pt x="2489213" y="735180"/>
                </a:lnTo>
                <a:lnTo>
                  <a:pt x="2497829" y="740393"/>
                </a:lnTo>
                <a:lnTo>
                  <a:pt x="2505991" y="745605"/>
                </a:lnTo>
                <a:lnTo>
                  <a:pt x="2513247" y="750818"/>
                </a:lnTo>
                <a:lnTo>
                  <a:pt x="2520049" y="756257"/>
                </a:lnTo>
                <a:lnTo>
                  <a:pt x="2525944" y="761697"/>
                </a:lnTo>
                <a:lnTo>
                  <a:pt x="2528665" y="764416"/>
                </a:lnTo>
                <a:lnTo>
                  <a:pt x="2531159" y="767363"/>
                </a:lnTo>
                <a:lnTo>
                  <a:pt x="2533426" y="770082"/>
                </a:lnTo>
                <a:lnTo>
                  <a:pt x="2535467" y="772802"/>
                </a:lnTo>
                <a:lnTo>
                  <a:pt x="2537508" y="775975"/>
                </a:lnTo>
                <a:lnTo>
                  <a:pt x="2538868" y="778695"/>
                </a:lnTo>
                <a:lnTo>
                  <a:pt x="2540455" y="781641"/>
                </a:lnTo>
                <a:lnTo>
                  <a:pt x="2541815" y="784361"/>
                </a:lnTo>
                <a:lnTo>
                  <a:pt x="2543856" y="786400"/>
                </a:lnTo>
                <a:lnTo>
                  <a:pt x="2545217" y="788440"/>
                </a:lnTo>
                <a:lnTo>
                  <a:pt x="2546123" y="790480"/>
                </a:lnTo>
                <a:lnTo>
                  <a:pt x="2546350" y="791840"/>
                </a:lnTo>
                <a:lnTo>
                  <a:pt x="2546350" y="792746"/>
                </a:lnTo>
                <a:lnTo>
                  <a:pt x="2546350" y="1323758"/>
                </a:lnTo>
                <a:lnTo>
                  <a:pt x="2546350" y="1325118"/>
                </a:lnTo>
                <a:lnTo>
                  <a:pt x="2545670" y="1326705"/>
                </a:lnTo>
                <a:lnTo>
                  <a:pt x="2545217" y="1328064"/>
                </a:lnTo>
                <a:lnTo>
                  <a:pt x="2544310" y="1329424"/>
                </a:lnTo>
                <a:lnTo>
                  <a:pt x="2543176" y="1330784"/>
                </a:lnTo>
                <a:lnTo>
                  <a:pt x="2542042" y="1332144"/>
                </a:lnTo>
                <a:lnTo>
                  <a:pt x="2540455" y="1333050"/>
                </a:lnTo>
                <a:lnTo>
                  <a:pt x="2538641" y="1333957"/>
                </a:lnTo>
                <a:lnTo>
                  <a:pt x="2537054" y="1335090"/>
                </a:lnTo>
                <a:lnTo>
                  <a:pt x="2535013" y="1335770"/>
                </a:lnTo>
                <a:lnTo>
                  <a:pt x="2530479" y="1337357"/>
                </a:lnTo>
                <a:lnTo>
                  <a:pt x="2525490" y="1338037"/>
                </a:lnTo>
                <a:lnTo>
                  <a:pt x="2522996" y="1338263"/>
                </a:lnTo>
                <a:lnTo>
                  <a:pt x="2520276" y="1338263"/>
                </a:lnTo>
                <a:lnTo>
                  <a:pt x="2380604" y="1338263"/>
                </a:lnTo>
                <a:lnTo>
                  <a:pt x="2367197" y="957263"/>
                </a:lnTo>
                <a:lnTo>
                  <a:pt x="2353389" y="1338263"/>
                </a:lnTo>
                <a:lnTo>
                  <a:pt x="1800226" y="1338263"/>
                </a:lnTo>
                <a:lnTo>
                  <a:pt x="1800226" y="819507"/>
                </a:lnTo>
                <a:lnTo>
                  <a:pt x="1799999" y="818147"/>
                </a:lnTo>
                <a:lnTo>
                  <a:pt x="1799773" y="817014"/>
                </a:lnTo>
                <a:lnTo>
                  <a:pt x="1799546" y="815654"/>
                </a:lnTo>
                <a:lnTo>
                  <a:pt x="1798865" y="814747"/>
                </a:lnTo>
                <a:lnTo>
                  <a:pt x="1797278" y="812481"/>
                </a:lnTo>
                <a:lnTo>
                  <a:pt x="1795237" y="810441"/>
                </a:lnTo>
                <a:lnTo>
                  <a:pt x="1794103" y="807041"/>
                </a:lnTo>
                <a:lnTo>
                  <a:pt x="1792515" y="803868"/>
                </a:lnTo>
                <a:lnTo>
                  <a:pt x="1790474" y="800695"/>
                </a:lnTo>
                <a:lnTo>
                  <a:pt x="1788433" y="797295"/>
                </a:lnTo>
                <a:lnTo>
                  <a:pt x="1786165" y="794122"/>
                </a:lnTo>
                <a:lnTo>
                  <a:pt x="1783898" y="790948"/>
                </a:lnTo>
                <a:lnTo>
                  <a:pt x="1781176" y="788002"/>
                </a:lnTo>
                <a:lnTo>
                  <a:pt x="1778455" y="784602"/>
                </a:lnTo>
                <a:lnTo>
                  <a:pt x="1775053" y="781656"/>
                </a:lnTo>
                <a:lnTo>
                  <a:pt x="1771878" y="778709"/>
                </a:lnTo>
                <a:lnTo>
                  <a:pt x="1764621" y="772590"/>
                </a:lnTo>
                <a:lnTo>
                  <a:pt x="1756910" y="766697"/>
                </a:lnTo>
                <a:lnTo>
                  <a:pt x="1748292" y="761030"/>
                </a:lnTo>
                <a:lnTo>
                  <a:pt x="1738994" y="755364"/>
                </a:lnTo>
                <a:lnTo>
                  <a:pt x="1728789" y="749924"/>
                </a:lnTo>
                <a:lnTo>
                  <a:pt x="1718357" y="744258"/>
                </a:lnTo>
                <a:lnTo>
                  <a:pt x="1707244" y="739045"/>
                </a:lnTo>
                <a:lnTo>
                  <a:pt x="1695224" y="733832"/>
                </a:lnTo>
                <a:lnTo>
                  <a:pt x="1682978" y="728619"/>
                </a:lnTo>
                <a:lnTo>
                  <a:pt x="1670278" y="723859"/>
                </a:lnTo>
                <a:lnTo>
                  <a:pt x="1656898" y="719099"/>
                </a:lnTo>
                <a:lnTo>
                  <a:pt x="1643290" y="714340"/>
                </a:lnTo>
                <a:lnTo>
                  <a:pt x="1629230" y="709807"/>
                </a:lnTo>
                <a:lnTo>
                  <a:pt x="1624147" y="708322"/>
                </a:lnTo>
                <a:lnTo>
                  <a:pt x="1626934" y="707304"/>
                </a:lnTo>
                <a:lnTo>
                  <a:pt x="1639632" y="702998"/>
                </a:lnTo>
                <a:lnTo>
                  <a:pt x="1652556" y="698691"/>
                </a:lnTo>
                <a:lnTo>
                  <a:pt x="1665480" y="694612"/>
                </a:lnTo>
                <a:lnTo>
                  <a:pt x="1679084" y="690533"/>
                </a:lnTo>
                <a:lnTo>
                  <a:pt x="1693368" y="686906"/>
                </a:lnTo>
                <a:lnTo>
                  <a:pt x="1707426" y="683053"/>
                </a:lnTo>
                <a:lnTo>
                  <a:pt x="1722164" y="679427"/>
                </a:lnTo>
                <a:lnTo>
                  <a:pt x="1736675" y="676028"/>
                </a:lnTo>
                <a:lnTo>
                  <a:pt x="1751639" y="672628"/>
                </a:lnTo>
                <a:lnTo>
                  <a:pt x="1766831" y="669455"/>
                </a:lnTo>
                <a:lnTo>
                  <a:pt x="1781795" y="666056"/>
                </a:lnTo>
                <a:lnTo>
                  <a:pt x="1812631" y="660390"/>
                </a:lnTo>
                <a:lnTo>
                  <a:pt x="1843694" y="654950"/>
                </a:lnTo>
                <a:lnTo>
                  <a:pt x="1874757" y="650191"/>
                </a:lnTo>
                <a:lnTo>
                  <a:pt x="1964772" y="883854"/>
                </a:lnTo>
                <a:lnTo>
                  <a:pt x="2003543" y="741753"/>
                </a:lnTo>
                <a:lnTo>
                  <a:pt x="1954342" y="712516"/>
                </a:lnTo>
                <a:lnTo>
                  <a:pt x="1981777" y="644525"/>
                </a:lnTo>
                <a:close/>
                <a:moveTo>
                  <a:pt x="1248456" y="69850"/>
                </a:moveTo>
                <a:lnTo>
                  <a:pt x="1255033" y="70077"/>
                </a:lnTo>
                <a:lnTo>
                  <a:pt x="1261609" y="70304"/>
                </a:lnTo>
                <a:lnTo>
                  <a:pt x="1268186" y="70984"/>
                </a:lnTo>
                <a:lnTo>
                  <a:pt x="1274536" y="71665"/>
                </a:lnTo>
                <a:lnTo>
                  <a:pt x="1281113" y="72346"/>
                </a:lnTo>
                <a:lnTo>
                  <a:pt x="1287463" y="73707"/>
                </a:lnTo>
                <a:lnTo>
                  <a:pt x="1293813" y="74841"/>
                </a:lnTo>
                <a:lnTo>
                  <a:pt x="1299936" y="76429"/>
                </a:lnTo>
                <a:lnTo>
                  <a:pt x="1306059" y="78017"/>
                </a:lnTo>
                <a:lnTo>
                  <a:pt x="1312409" y="80059"/>
                </a:lnTo>
                <a:lnTo>
                  <a:pt x="1318533" y="82101"/>
                </a:lnTo>
                <a:lnTo>
                  <a:pt x="1324429" y="84369"/>
                </a:lnTo>
                <a:lnTo>
                  <a:pt x="1330325" y="86638"/>
                </a:lnTo>
                <a:lnTo>
                  <a:pt x="1335995" y="89134"/>
                </a:lnTo>
                <a:lnTo>
                  <a:pt x="1342118" y="91856"/>
                </a:lnTo>
                <a:lnTo>
                  <a:pt x="1347788" y="94579"/>
                </a:lnTo>
                <a:lnTo>
                  <a:pt x="1353458" y="97982"/>
                </a:lnTo>
                <a:lnTo>
                  <a:pt x="1359127" y="100931"/>
                </a:lnTo>
                <a:lnTo>
                  <a:pt x="1364570" y="104561"/>
                </a:lnTo>
                <a:lnTo>
                  <a:pt x="1370240" y="107964"/>
                </a:lnTo>
                <a:lnTo>
                  <a:pt x="1375456" y="111820"/>
                </a:lnTo>
                <a:lnTo>
                  <a:pt x="1380672" y="115677"/>
                </a:lnTo>
                <a:lnTo>
                  <a:pt x="1386115" y="119534"/>
                </a:lnTo>
                <a:lnTo>
                  <a:pt x="1391104" y="123844"/>
                </a:lnTo>
                <a:lnTo>
                  <a:pt x="1396093" y="128155"/>
                </a:lnTo>
                <a:lnTo>
                  <a:pt x="1400856" y="132465"/>
                </a:lnTo>
                <a:lnTo>
                  <a:pt x="1406072" y="137230"/>
                </a:lnTo>
                <a:lnTo>
                  <a:pt x="1410834" y="141767"/>
                </a:lnTo>
                <a:lnTo>
                  <a:pt x="1415370" y="146985"/>
                </a:lnTo>
                <a:lnTo>
                  <a:pt x="1419906" y="151976"/>
                </a:lnTo>
                <a:lnTo>
                  <a:pt x="1424442" y="156967"/>
                </a:lnTo>
                <a:lnTo>
                  <a:pt x="1428751" y="162185"/>
                </a:lnTo>
                <a:lnTo>
                  <a:pt x="1433060" y="167630"/>
                </a:lnTo>
                <a:lnTo>
                  <a:pt x="1437369" y="173075"/>
                </a:lnTo>
                <a:lnTo>
                  <a:pt x="1441224" y="178973"/>
                </a:lnTo>
                <a:lnTo>
                  <a:pt x="1445079" y="184645"/>
                </a:lnTo>
                <a:lnTo>
                  <a:pt x="1449161" y="190543"/>
                </a:lnTo>
                <a:lnTo>
                  <a:pt x="1452790" y="196669"/>
                </a:lnTo>
                <a:lnTo>
                  <a:pt x="1456419" y="202567"/>
                </a:lnTo>
                <a:lnTo>
                  <a:pt x="1460047" y="208920"/>
                </a:lnTo>
                <a:lnTo>
                  <a:pt x="1463222" y="215272"/>
                </a:lnTo>
                <a:lnTo>
                  <a:pt x="1466624" y="221624"/>
                </a:lnTo>
                <a:lnTo>
                  <a:pt x="1469572" y="228203"/>
                </a:lnTo>
                <a:lnTo>
                  <a:pt x="1472520" y="235010"/>
                </a:lnTo>
                <a:lnTo>
                  <a:pt x="1475695" y="241589"/>
                </a:lnTo>
                <a:lnTo>
                  <a:pt x="1478417" y="248395"/>
                </a:lnTo>
                <a:lnTo>
                  <a:pt x="1480911" y="255428"/>
                </a:lnTo>
                <a:lnTo>
                  <a:pt x="1483406" y="262460"/>
                </a:lnTo>
                <a:lnTo>
                  <a:pt x="1485674" y="269493"/>
                </a:lnTo>
                <a:lnTo>
                  <a:pt x="1487942" y="276753"/>
                </a:lnTo>
                <a:lnTo>
                  <a:pt x="1489983" y="284013"/>
                </a:lnTo>
                <a:lnTo>
                  <a:pt x="1492024" y="291273"/>
                </a:lnTo>
                <a:lnTo>
                  <a:pt x="1493838" y="298986"/>
                </a:lnTo>
                <a:lnTo>
                  <a:pt x="1495426" y="306473"/>
                </a:lnTo>
                <a:lnTo>
                  <a:pt x="1496786" y="313959"/>
                </a:lnTo>
                <a:lnTo>
                  <a:pt x="1498374" y="321673"/>
                </a:lnTo>
                <a:lnTo>
                  <a:pt x="1499281" y="329386"/>
                </a:lnTo>
                <a:lnTo>
                  <a:pt x="1500415" y="337100"/>
                </a:lnTo>
                <a:lnTo>
                  <a:pt x="1500809" y="340447"/>
                </a:lnTo>
                <a:lnTo>
                  <a:pt x="1501799" y="339950"/>
                </a:lnTo>
                <a:lnTo>
                  <a:pt x="1502922" y="339725"/>
                </a:lnTo>
                <a:lnTo>
                  <a:pt x="1504045" y="339725"/>
                </a:lnTo>
                <a:lnTo>
                  <a:pt x="1505392" y="339725"/>
                </a:lnTo>
                <a:lnTo>
                  <a:pt x="1506291" y="339950"/>
                </a:lnTo>
                <a:lnTo>
                  <a:pt x="1508761" y="341076"/>
                </a:lnTo>
                <a:lnTo>
                  <a:pt x="1510782" y="342427"/>
                </a:lnTo>
                <a:lnTo>
                  <a:pt x="1513028" y="344678"/>
                </a:lnTo>
                <a:lnTo>
                  <a:pt x="1515049" y="347380"/>
                </a:lnTo>
                <a:lnTo>
                  <a:pt x="1516846" y="350306"/>
                </a:lnTo>
                <a:lnTo>
                  <a:pt x="1518642" y="353909"/>
                </a:lnTo>
                <a:lnTo>
                  <a:pt x="1520214" y="357736"/>
                </a:lnTo>
                <a:lnTo>
                  <a:pt x="1521786" y="362239"/>
                </a:lnTo>
                <a:lnTo>
                  <a:pt x="1523134" y="367192"/>
                </a:lnTo>
                <a:lnTo>
                  <a:pt x="1524257" y="372145"/>
                </a:lnTo>
                <a:lnTo>
                  <a:pt x="1525380" y="377548"/>
                </a:lnTo>
                <a:lnTo>
                  <a:pt x="1526053" y="383176"/>
                </a:lnTo>
                <a:lnTo>
                  <a:pt x="1526503" y="389030"/>
                </a:lnTo>
                <a:lnTo>
                  <a:pt x="1526727" y="395334"/>
                </a:lnTo>
                <a:lnTo>
                  <a:pt x="1527176" y="401637"/>
                </a:lnTo>
                <a:lnTo>
                  <a:pt x="1526727" y="407941"/>
                </a:lnTo>
                <a:lnTo>
                  <a:pt x="1526503" y="414245"/>
                </a:lnTo>
                <a:lnTo>
                  <a:pt x="1526053" y="419873"/>
                </a:lnTo>
                <a:lnTo>
                  <a:pt x="1525380" y="425727"/>
                </a:lnTo>
                <a:lnTo>
                  <a:pt x="1524257" y="430905"/>
                </a:lnTo>
                <a:lnTo>
                  <a:pt x="1523134" y="436308"/>
                </a:lnTo>
                <a:lnTo>
                  <a:pt x="1521786" y="441036"/>
                </a:lnTo>
                <a:lnTo>
                  <a:pt x="1520214" y="445314"/>
                </a:lnTo>
                <a:lnTo>
                  <a:pt x="1518642" y="449366"/>
                </a:lnTo>
                <a:lnTo>
                  <a:pt x="1516846" y="452743"/>
                </a:lnTo>
                <a:lnTo>
                  <a:pt x="1515049" y="456120"/>
                </a:lnTo>
                <a:lnTo>
                  <a:pt x="1513028" y="458597"/>
                </a:lnTo>
                <a:lnTo>
                  <a:pt x="1510782" y="460623"/>
                </a:lnTo>
                <a:lnTo>
                  <a:pt x="1508761" y="462199"/>
                </a:lnTo>
                <a:lnTo>
                  <a:pt x="1506291" y="463100"/>
                </a:lnTo>
                <a:lnTo>
                  <a:pt x="1505392" y="463325"/>
                </a:lnTo>
                <a:lnTo>
                  <a:pt x="1504045" y="463550"/>
                </a:lnTo>
                <a:lnTo>
                  <a:pt x="1502922" y="463325"/>
                </a:lnTo>
                <a:lnTo>
                  <a:pt x="1501799" y="463100"/>
                </a:lnTo>
                <a:lnTo>
                  <a:pt x="1499553" y="462199"/>
                </a:lnTo>
                <a:lnTo>
                  <a:pt x="1497308" y="460623"/>
                </a:lnTo>
                <a:lnTo>
                  <a:pt x="1496170" y="459597"/>
                </a:lnTo>
                <a:lnTo>
                  <a:pt x="1495426" y="463692"/>
                </a:lnTo>
                <a:lnTo>
                  <a:pt x="1493838" y="471405"/>
                </a:lnTo>
                <a:lnTo>
                  <a:pt x="1492024" y="478892"/>
                </a:lnTo>
                <a:lnTo>
                  <a:pt x="1489983" y="486152"/>
                </a:lnTo>
                <a:lnTo>
                  <a:pt x="1487942" y="493638"/>
                </a:lnTo>
                <a:lnTo>
                  <a:pt x="1485674" y="500671"/>
                </a:lnTo>
                <a:lnTo>
                  <a:pt x="1483406" y="507704"/>
                </a:lnTo>
                <a:lnTo>
                  <a:pt x="1480911" y="514737"/>
                </a:lnTo>
                <a:lnTo>
                  <a:pt x="1478417" y="521770"/>
                </a:lnTo>
                <a:lnTo>
                  <a:pt x="1475695" y="528576"/>
                </a:lnTo>
                <a:lnTo>
                  <a:pt x="1472520" y="535155"/>
                </a:lnTo>
                <a:lnTo>
                  <a:pt x="1469572" y="541961"/>
                </a:lnTo>
                <a:lnTo>
                  <a:pt x="1466624" y="548540"/>
                </a:lnTo>
                <a:lnTo>
                  <a:pt x="1463222" y="554893"/>
                </a:lnTo>
                <a:lnTo>
                  <a:pt x="1460047" y="561245"/>
                </a:lnTo>
                <a:lnTo>
                  <a:pt x="1456419" y="567597"/>
                </a:lnTo>
                <a:lnTo>
                  <a:pt x="1452790" y="573496"/>
                </a:lnTo>
                <a:lnTo>
                  <a:pt x="1449161" y="579621"/>
                </a:lnTo>
                <a:lnTo>
                  <a:pt x="1445079" y="585520"/>
                </a:lnTo>
                <a:lnTo>
                  <a:pt x="1441224" y="591192"/>
                </a:lnTo>
                <a:lnTo>
                  <a:pt x="1437369" y="597090"/>
                </a:lnTo>
                <a:lnTo>
                  <a:pt x="1433060" y="602535"/>
                </a:lnTo>
                <a:lnTo>
                  <a:pt x="1428751" y="607980"/>
                </a:lnTo>
                <a:lnTo>
                  <a:pt x="1424442" y="613198"/>
                </a:lnTo>
                <a:lnTo>
                  <a:pt x="1419906" y="618189"/>
                </a:lnTo>
                <a:lnTo>
                  <a:pt x="1415370" y="623407"/>
                </a:lnTo>
                <a:lnTo>
                  <a:pt x="1410834" y="628171"/>
                </a:lnTo>
                <a:lnTo>
                  <a:pt x="1406072" y="632935"/>
                </a:lnTo>
                <a:lnTo>
                  <a:pt x="1400856" y="637699"/>
                </a:lnTo>
                <a:lnTo>
                  <a:pt x="1396093" y="642010"/>
                </a:lnTo>
                <a:lnTo>
                  <a:pt x="1391104" y="646320"/>
                </a:lnTo>
                <a:lnTo>
                  <a:pt x="1386115" y="650631"/>
                </a:lnTo>
                <a:lnTo>
                  <a:pt x="1380672" y="654714"/>
                </a:lnTo>
                <a:lnTo>
                  <a:pt x="1375456" y="658344"/>
                </a:lnTo>
                <a:lnTo>
                  <a:pt x="1370240" y="662201"/>
                </a:lnTo>
                <a:lnTo>
                  <a:pt x="1364570" y="665831"/>
                </a:lnTo>
                <a:lnTo>
                  <a:pt x="1359127" y="669007"/>
                </a:lnTo>
                <a:lnTo>
                  <a:pt x="1353458" y="672410"/>
                </a:lnTo>
                <a:lnTo>
                  <a:pt x="1347788" y="675359"/>
                </a:lnTo>
                <a:lnTo>
                  <a:pt x="1342118" y="678309"/>
                </a:lnTo>
                <a:lnTo>
                  <a:pt x="1335995" y="681031"/>
                </a:lnTo>
                <a:lnTo>
                  <a:pt x="1330325" y="683753"/>
                </a:lnTo>
                <a:lnTo>
                  <a:pt x="1324429" y="686022"/>
                </a:lnTo>
                <a:lnTo>
                  <a:pt x="1318533" y="688291"/>
                </a:lnTo>
                <a:lnTo>
                  <a:pt x="1312409" y="690333"/>
                </a:lnTo>
                <a:lnTo>
                  <a:pt x="1306059" y="692148"/>
                </a:lnTo>
                <a:lnTo>
                  <a:pt x="1299936" y="693736"/>
                </a:lnTo>
                <a:lnTo>
                  <a:pt x="1293813" y="695324"/>
                </a:lnTo>
                <a:lnTo>
                  <a:pt x="1287463" y="696458"/>
                </a:lnTo>
                <a:lnTo>
                  <a:pt x="1281113" y="697592"/>
                </a:lnTo>
                <a:lnTo>
                  <a:pt x="1274536" y="698500"/>
                </a:lnTo>
                <a:lnTo>
                  <a:pt x="1268186" y="699407"/>
                </a:lnTo>
                <a:lnTo>
                  <a:pt x="1261609" y="699861"/>
                </a:lnTo>
                <a:lnTo>
                  <a:pt x="1255033" y="700088"/>
                </a:lnTo>
                <a:lnTo>
                  <a:pt x="1248456" y="700088"/>
                </a:lnTo>
                <a:lnTo>
                  <a:pt x="1241879" y="700088"/>
                </a:lnTo>
                <a:lnTo>
                  <a:pt x="1235529" y="699861"/>
                </a:lnTo>
                <a:lnTo>
                  <a:pt x="1228952" y="699407"/>
                </a:lnTo>
                <a:lnTo>
                  <a:pt x="1222602" y="698500"/>
                </a:lnTo>
                <a:lnTo>
                  <a:pt x="1216252" y="697592"/>
                </a:lnTo>
                <a:lnTo>
                  <a:pt x="1209675" y="696458"/>
                </a:lnTo>
                <a:lnTo>
                  <a:pt x="1203325" y="695324"/>
                </a:lnTo>
                <a:lnTo>
                  <a:pt x="1197429" y="693736"/>
                </a:lnTo>
                <a:lnTo>
                  <a:pt x="1191079" y="692148"/>
                </a:lnTo>
                <a:lnTo>
                  <a:pt x="1184956" y="690333"/>
                </a:lnTo>
                <a:lnTo>
                  <a:pt x="1178832" y="688291"/>
                </a:lnTo>
                <a:lnTo>
                  <a:pt x="1172936" y="686022"/>
                </a:lnTo>
                <a:lnTo>
                  <a:pt x="1166813" y="683753"/>
                </a:lnTo>
                <a:lnTo>
                  <a:pt x="1160916" y="681031"/>
                </a:lnTo>
                <a:lnTo>
                  <a:pt x="1155247" y="678309"/>
                </a:lnTo>
                <a:lnTo>
                  <a:pt x="1149350" y="675359"/>
                </a:lnTo>
                <a:lnTo>
                  <a:pt x="1143907" y="672410"/>
                </a:lnTo>
                <a:lnTo>
                  <a:pt x="1138011" y="669007"/>
                </a:lnTo>
                <a:lnTo>
                  <a:pt x="1132568" y="665831"/>
                </a:lnTo>
                <a:lnTo>
                  <a:pt x="1127125" y="662201"/>
                </a:lnTo>
                <a:lnTo>
                  <a:pt x="1121682" y="658344"/>
                </a:lnTo>
                <a:lnTo>
                  <a:pt x="1116240" y="654714"/>
                </a:lnTo>
                <a:lnTo>
                  <a:pt x="1111250" y="650631"/>
                </a:lnTo>
                <a:lnTo>
                  <a:pt x="1106034" y="646320"/>
                </a:lnTo>
                <a:lnTo>
                  <a:pt x="1101272" y="642010"/>
                </a:lnTo>
                <a:lnTo>
                  <a:pt x="1096056" y="637699"/>
                </a:lnTo>
                <a:lnTo>
                  <a:pt x="1091293" y="632935"/>
                </a:lnTo>
                <a:lnTo>
                  <a:pt x="1086531" y="628171"/>
                </a:lnTo>
                <a:lnTo>
                  <a:pt x="1081768" y="623407"/>
                </a:lnTo>
                <a:lnTo>
                  <a:pt x="1077232" y="618189"/>
                </a:lnTo>
                <a:lnTo>
                  <a:pt x="1072697" y="613198"/>
                </a:lnTo>
                <a:lnTo>
                  <a:pt x="1068388" y="607980"/>
                </a:lnTo>
                <a:lnTo>
                  <a:pt x="1064079" y="602535"/>
                </a:lnTo>
                <a:lnTo>
                  <a:pt x="1059997" y="597090"/>
                </a:lnTo>
                <a:lnTo>
                  <a:pt x="1055688" y="591192"/>
                </a:lnTo>
                <a:lnTo>
                  <a:pt x="1052059" y="585520"/>
                </a:lnTo>
                <a:lnTo>
                  <a:pt x="1048204" y="579621"/>
                </a:lnTo>
                <a:lnTo>
                  <a:pt x="1044348" y="573496"/>
                </a:lnTo>
                <a:lnTo>
                  <a:pt x="1040947" y="567597"/>
                </a:lnTo>
                <a:lnTo>
                  <a:pt x="1037318" y="561245"/>
                </a:lnTo>
                <a:lnTo>
                  <a:pt x="1033916" y="554893"/>
                </a:lnTo>
                <a:lnTo>
                  <a:pt x="1030514" y="548540"/>
                </a:lnTo>
                <a:lnTo>
                  <a:pt x="1027566" y="541961"/>
                </a:lnTo>
                <a:lnTo>
                  <a:pt x="1024391" y="535155"/>
                </a:lnTo>
                <a:lnTo>
                  <a:pt x="1021670" y="528576"/>
                </a:lnTo>
                <a:lnTo>
                  <a:pt x="1018948" y="521770"/>
                </a:lnTo>
                <a:lnTo>
                  <a:pt x="1016227" y="514737"/>
                </a:lnTo>
                <a:lnTo>
                  <a:pt x="1013959" y="507704"/>
                </a:lnTo>
                <a:lnTo>
                  <a:pt x="1011238" y="500671"/>
                </a:lnTo>
                <a:lnTo>
                  <a:pt x="1008970" y="493638"/>
                </a:lnTo>
                <a:lnTo>
                  <a:pt x="1007155" y="486152"/>
                </a:lnTo>
                <a:lnTo>
                  <a:pt x="1005341" y="478892"/>
                </a:lnTo>
                <a:lnTo>
                  <a:pt x="1003527" y="471405"/>
                </a:lnTo>
                <a:lnTo>
                  <a:pt x="1001713" y="463692"/>
                </a:lnTo>
                <a:lnTo>
                  <a:pt x="1001178" y="460749"/>
                </a:lnTo>
                <a:lnTo>
                  <a:pt x="999308" y="462199"/>
                </a:lnTo>
                <a:lnTo>
                  <a:pt x="997052" y="463100"/>
                </a:lnTo>
                <a:lnTo>
                  <a:pt x="995698" y="463325"/>
                </a:lnTo>
                <a:lnTo>
                  <a:pt x="994569" y="463550"/>
                </a:lnTo>
                <a:lnTo>
                  <a:pt x="993215" y="463325"/>
                </a:lnTo>
                <a:lnTo>
                  <a:pt x="992312" y="463100"/>
                </a:lnTo>
                <a:lnTo>
                  <a:pt x="990056" y="462199"/>
                </a:lnTo>
                <a:lnTo>
                  <a:pt x="987799" y="460623"/>
                </a:lnTo>
                <a:lnTo>
                  <a:pt x="985768" y="458597"/>
                </a:lnTo>
                <a:lnTo>
                  <a:pt x="983737" y="456120"/>
                </a:lnTo>
                <a:lnTo>
                  <a:pt x="981706" y="452743"/>
                </a:lnTo>
                <a:lnTo>
                  <a:pt x="979900" y="449366"/>
                </a:lnTo>
                <a:lnTo>
                  <a:pt x="978095" y="445314"/>
                </a:lnTo>
                <a:lnTo>
                  <a:pt x="976741" y="441036"/>
                </a:lnTo>
                <a:lnTo>
                  <a:pt x="975387" y="436308"/>
                </a:lnTo>
                <a:lnTo>
                  <a:pt x="974484" y="430905"/>
                </a:lnTo>
                <a:lnTo>
                  <a:pt x="973356" y="425727"/>
                </a:lnTo>
                <a:lnTo>
                  <a:pt x="972679" y="419873"/>
                </a:lnTo>
                <a:lnTo>
                  <a:pt x="971776" y="414245"/>
                </a:lnTo>
                <a:lnTo>
                  <a:pt x="971550" y="407941"/>
                </a:lnTo>
                <a:lnTo>
                  <a:pt x="971550" y="401637"/>
                </a:lnTo>
                <a:lnTo>
                  <a:pt x="971550" y="395334"/>
                </a:lnTo>
                <a:lnTo>
                  <a:pt x="971776" y="389030"/>
                </a:lnTo>
                <a:lnTo>
                  <a:pt x="972679" y="383176"/>
                </a:lnTo>
                <a:lnTo>
                  <a:pt x="973356" y="377548"/>
                </a:lnTo>
                <a:lnTo>
                  <a:pt x="974484" y="372145"/>
                </a:lnTo>
                <a:lnTo>
                  <a:pt x="975387" y="367192"/>
                </a:lnTo>
                <a:lnTo>
                  <a:pt x="976741" y="362239"/>
                </a:lnTo>
                <a:lnTo>
                  <a:pt x="978095" y="357736"/>
                </a:lnTo>
                <a:lnTo>
                  <a:pt x="979900" y="353909"/>
                </a:lnTo>
                <a:lnTo>
                  <a:pt x="981706" y="350306"/>
                </a:lnTo>
                <a:lnTo>
                  <a:pt x="983737" y="347380"/>
                </a:lnTo>
                <a:lnTo>
                  <a:pt x="985768" y="344678"/>
                </a:lnTo>
                <a:lnTo>
                  <a:pt x="987799" y="342427"/>
                </a:lnTo>
                <a:lnTo>
                  <a:pt x="990056" y="341076"/>
                </a:lnTo>
                <a:lnTo>
                  <a:pt x="992312" y="339950"/>
                </a:lnTo>
                <a:lnTo>
                  <a:pt x="993215" y="339725"/>
                </a:lnTo>
                <a:lnTo>
                  <a:pt x="994569" y="339725"/>
                </a:lnTo>
                <a:lnTo>
                  <a:pt x="995698" y="339725"/>
                </a:lnTo>
                <a:lnTo>
                  <a:pt x="996322" y="339829"/>
                </a:lnTo>
                <a:lnTo>
                  <a:pt x="996723" y="337100"/>
                </a:lnTo>
                <a:lnTo>
                  <a:pt x="997630" y="329386"/>
                </a:lnTo>
                <a:lnTo>
                  <a:pt x="998991" y="321673"/>
                </a:lnTo>
                <a:lnTo>
                  <a:pt x="1000352" y="313959"/>
                </a:lnTo>
                <a:lnTo>
                  <a:pt x="1001713" y="306473"/>
                </a:lnTo>
                <a:lnTo>
                  <a:pt x="1003527" y="298986"/>
                </a:lnTo>
                <a:lnTo>
                  <a:pt x="1005341" y="291273"/>
                </a:lnTo>
                <a:lnTo>
                  <a:pt x="1007155" y="284013"/>
                </a:lnTo>
                <a:lnTo>
                  <a:pt x="1008970" y="276753"/>
                </a:lnTo>
                <a:lnTo>
                  <a:pt x="1011238" y="269493"/>
                </a:lnTo>
                <a:lnTo>
                  <a:pt x="1013959" y="262460"/>
                </a:lnTo>
                <a:lnTo>
                  <a:pt x="1016227" y="255428"/>
                </a:lnTo>
                <a:lnTo>
                  <a:pt x="1018948" y="248395"/>
                </a:lnTo>
                <a:lnTo>
                  <a:pt x="1021670" y="241589"/>
                </a:lnTo>
                <a:lnTo>
                  <a:pt x="1024391" y="235010"/>
                </a:lnTo>
                <a:lnTo>
                  <a:pt x="1027566" y="228203"/>
                </a:lnTo>
                <a:lnTo>
                  <a:pt x="1030514" y="221624"/>
                </a:lnTo>
                <a:lnTo>
                  <a:pt x="1033916" y="215272"/>
                </a:lnTo>
                <a:lnTo>
                  <a:pt x="1037318" y="208920"/>
                </a:lnTo>
                <a:lnTo>
                  <a:pt x="1040947" y="202567"/>
                </a:lnTo>
                <a:lnTo>
                  <a:pt x="1044348" y="196669"/>
                </a:lnTo>
                <a:lnTo>
                  <a:pt x="1048204" y="190543"/>
                </a:lnTo>
                <a:lnTo>
                  <a:pt x="1052059" y="184645"/>
                </a:lnTo>
                <a:lnTo>
                  <a:pt x="1055688" y="178973"/>
                </a:lnTo>
                <a:lnTo>
                  <a:pt x="1059997" y="173075"/>
                </a:lnTo>
                <a:lnTo>
                  <a:pt x="1064079" y="167630"/>
                </a:lnTo>
                <a:lnTo>
                  <a:pt x="1068388" y="162185"/>
                </a:lnTo>
                <a:lnTo>
                  <a:pt x="1072697" y="156967"/>
                </a:lnTo>
                <a:lnTo>
                  <a:pt x="1077232" y="151976"/>
                </a:lnTo>
                <a:lnTo>
                  <a:pt x="1081768" y="146985"/>
                </a:lnTo>
                <a:lnTo>
                  <a:pt x="1086531" y="141767"/>
                </a:lnTo>
                <a:lnTo>
                  <a:pt x="1091293" y="137230"/>
                </a:lnTo>
                <a:lnTo>
                  <a:pt x="1096056" y="132465"/>
                </a:lnTo>
                <a:lnTo>
                  <a:pt x="1101272" y="128155"/>
                </a:lnTo>
                <a:lnTo>
                  <a:pt x="1106034" y="123844"/>
                </a:lnTo>
                <a:lnTo>
                  <a:pt x="1111250" y="119534"/>
                </a:lnTo>
                <a:lnTo>
                  <a:pt x="1116240" y="115677"/>
                </a:lnTo>
                <a:lnTo>
                  <a:pt x="1121682" y="111820"/>
                </a:lnTo>
                <a:lnTo>
                  <a:pt x="1127125" y="107964"/>
                </a:lnTo>
                <a:lnTo>
                  <a:pt x="1132568" y="104561"/>
                </a:lnTo>
                <a:lnTo>
                  <a:pt x="1138011" y="100931"/>
                </a:lnTo>
                <a:lnTo>
                  <a:pt x="1143907" y="97982"/>
                </a:lnTo>
                <a:lnTo>
                  <a:pt x="1149350" y="94579"/>
                </a:lnTo>
                <a:lnTo>
                  <a:pt x="1155247" y="91856"/>
                </a:lnTo>
                <a:lnTo>
                  <a:pt x="1160916" y="89134"/>
                </a:lnTo>
                <a:lnTo>
                  <a:pt x="1166813" y="86638"/>
                </a:lnTo>
                <a:lnTo>
                  <a:pt x="1172936" y="84369"/>
                </a:lnTo>
                <a:lnTo>
                  <a:pt x="1178832" y="82101"/>
                </a:lnTo>
                <a:lnTo>
                  <a:pt x="1184956" y="80059"/>
                </a:lnTo>
                <a:lnTo>
                  <a:pt x="1191079" y="78017"/>
                </a:lnTo>
                <a:lnTo>
                  <a:pt x="1197429" y="76429"/>
                </a:lnTo>
                <a:lnTo>
                  <a:pt x="1203325" y="74841"/>
                </a:lnTo>
                <a:lnTo>
                  <a:pt x="1209675" y="73707"/>
                </a:lnTo>
                <a:lnTo>
                  <a:pt x="1216252" y="72346"/>
                </a:lnTo>
                <a:lnTo>
                  <a:pt x="1222602" y="71665"/>
                </a:lnTo>
                <a:lnTo>
                  <a:pt x="1228952" y="70984"/>
                </a:lnTo>
                <a:lnTo>
                  <a:pt x="1235529" y="70304"/>
                </a:lnTo>
                <a:lnTo>
                  <a:pt x="1241879" y="70077"/>
                </a:lnTo>
                <a:lnTo>
                  <a:pt x="1248456" y="69850"/>
                </a:lnTo>
                <a:close/>
                <a:moveTo>
                  <a:pt x="513333" y="14287"/>
                </a:moveTo>
                <a:lnTo>
                  <a:pt x="519907" y="14287"/>
                </a:lnTo>
                <a:lnTo>
                  <a:pt x="526481" y="14287"/>
                </a:lnTo>
                <a:lnTo>
                  <a:pt x="533055" y="14514"/>
                </a:lnTo>
                <a:lnTo>
                  <a:pt x="539629" y="14968"/>
                </a:lnTo>
                <a:lnTo>
                  <a:pt x="545976" y="15875"/>
                </a:lnTo>
                <a:lnTo>
                  <a:pt x="552550" y="16783"/>
                </a:lnTo>
                <a:lnTo>
                  <a:pt x="558670" y="17917"/>
                </a:lnTo>
                <a:lnTo>
                  <a:pt x="565017" y="19051"/>
                </a:lnTo>
                <a:lnTo>
                  <a:pt x="571365" y="20639"/>
                </a:lnTo>
                <a:lnTo>
                  <a:pt x="577485" y="22454"/>
                </a:lnTo>
                <a:lnTo>
                  <a:pt x="583379" y="24042"/>
                </a:lnTo>
                <a:lnTo>
                  <a:pt x="589499" y="26084"/>
                </a:lnTo>
                <a:lnTo>
                  <a:pt x="595620" y="28353"/>
                </a:lnTo>
                <a:lnTo>
                  <a:pt x="601740" y="30621"/>
                </a:lnTo>
                <a:lnTo>
                  <a:pt x="607408" y="33571"/>
                </a:lnTo>
                <a:lnTo>
                  <a:pt x="613301" y="36066"/>
                </a:lnTo>
                <a:lnTo>
                  <a:pt x="618969" y="39016"/>
                </a:lnTo>
                <a:lnTo>
                  <a:pt x="624862" y="41965"/>
                </a:lnTo>
                <a:lnTo>
                  <a:pt x="630303" y="45368"/>
                </a:lnTo>
                <a:lnTo>
                  <a:pt x="635970" y="48544"/>
                </a:lnTo>
                <a:lnTo>
                  <a:pt x="641184" y="52174"/>
                </a:lnTo>
                <a:lnTo>
                  <a:pt x="646851" y="56031"/>
                </a:lnTo>
                <a:lnTo>
                  <a:pt x="652065" y="59887"/>
                </a:lnTo>
                <a:lnTo>
                  <a:pt x="657052" y="63744"/>
                </a:lnTo>
                <a:lnTo>
                  <a:pt x="662492" y="68055"/>
                </a:lnTo>
                <a:lnTo>
                  <a:pt x="667479" y="72365"/>
                </a:lnTo>
                <a:lnTo>
                  <a:pt x="672239" y="76902"/>
                </a:lnTo>
                <a:lnTo>
                  <a:pt x="677227" y="81440"/>
                </a:lnTo>
                <a:lnTo>
                  <a:pt x="681760" y="86204"/>
                </a:lnTo>
                <a:lnTo>
                  <a:pt x="686521" y="90968"/>
                </a:lnTo>
                <a:lnTo>
                  <a:pt x="691281" y="96186"/>
                </a:lnTo>
                <a:lnTo>
                  <a:pt x="695815" y="101177"/>
                </a:lnTo>
                <a:lnTo>
                  <a:pt x="699895" y="106395"/>
                </a:lnTo>
                <a:lnTo>
                  <a:pt x="704202" y="112067"/>
                </a:lnTo>
                <a:lnTo>
                  <a:pt x="708509" y="117512"/>
                </a:lnTo>
                <a:lnTo>
                  <a:pt x="712589" y="123183"/>
                </a:lnTo>
                <a:lnTo>
                  <a:pt x="716443" y="128855"/>
                </a:lnTo>
                <a:lnTo>
                  <a:pt x="720523" y="134754"/>
                </a:lnTo>
                <a:lnTo>
                  <a:pt x="723924" y="140652"/>
                </a:lnTo>
                <a:lnTo>
                  <a:pt x="727777" y="146778"/>
                </a:lnTo>
                <a:lnTo>
                  <a:pt x="730951" y="153130"/>
                </a:lnTo>
                <a:lnTo>
                  <a:pt x="734578" y="159482"/>
                </a:lnTo>
                <a:lnTo>
                  <a:pt x="737751" y="166061"/>
                </a:lnTo>
                <a:lnTo>
                  <a:pt x="740925" y="172640"/>
                </a:lnTo>
                <a:lnTo>
                  <a:pt x="743872" y="179220"/>
                </a:lnTo>
                <a:lnTo>
                  <a:pt x="746592" y="186026"/>
                </a:lnTo>
                <a:lnTo>
                  <a:pt x="749539" y="192832"/>
                </a:lnTo>
                <a:lnTo>
                  <a:pt x="752259" y="199638"/>
                </a:lnTo>
                <a:lnTo>
                  <a:pt x="754753" y="206671"/>
                </a:lnTo>
                <a:lnTo>
                  <a:pt x="757020" y="213704"/>
                </a:lnTo>
                <a:lnTo>
                  <a:pt x="759287" y="220963"/>
                </a:lnTo>
                <a:lnTo>
                  <a:pt x="761327" y="228450"/>
                </a:lnTo>
                <a:lnTo>
                  <a:pt x="763367" y="235710"/>
                </a:lnTo>
                <a:lnTo>
                  <a:pt x="765180" y="242969"/>
                </a:lnTo>
                <a:lnTo>
                  <a:pt x="766540" y="250683"/>
                </a:lnTo>
                <a:lnTo>
                  <a:pt x="768127" y="258170"/>
                </a:lnTo>
                <a:lnTo>
                  <a:pt x="769261" y="265656"/>
                </a:lnTo>
                <a:lnTo>
                  <a:pt x="770621" y="273597"/>
                </a:lnTo>
                <a:lnTo>
                  <a:pt x="771528" y="281310"/>
                </a:lnTo>
                <a:lnTo>
                  <a:pt x="771841" y="283505"/>
                </a:lnTo>
                <a:lnTo>
                  <a:pt x="773361" y="282802"/>
                </a:lnTo>
                <a:lnTo>
                  <a:pt x="774259" y="282574"/>
                </a:lnTo>
                <a:lnTo>
                  <a:pt x="775606" y="282574"/>
                </a:lnTo>
                <a:lnTo>
                  <a:pt x="776729" y="282574"/>
                </a:lnTo>
                <a:lnTo>
                  <a:pt x="777852" y="282802"/>
                </a:lnTo>
                <a:lnTo>
                  <a:pt x="780098" y="283945"/>
                </a:lnTo>
                <a:lnTo>
                  <a:pt x="782344" y="285315"/>
                </a:lnTo>
                <a:lnTo>
                  <a:pt x="784589" y="287371"/>
                </a:lnTo>
                <a:lnTo>
                  <a:pt x="786611" y="289884"/>
                </a:lnTo>
                <a:lnTo>
                  <a:pt x="788407" y="293311"/>
                </a:lnTo>
                <a:lnTo>
                  <a:pt x="789979" y="296737"/>
                </a:lnTo>
                <a:lnTo>
                  <a:pt x="791776" y="300849"/>
                </a:lnTo>
                <a:lnTo>
                  <a:pt x="793348" y="305189"/>
                </a:lnTo>
                <a:lnTo>
                  <a:pt x="794471" y="309987"/>
                </a:lnTo>
                <a:lnTo>
                  <a:pt x="795818" y="315469"/>
                </a:lnTo>
                <a:lnTo>
                  <a:pt x="796492" y="320723"/>
                </a:lnTo>
                <a:lnTo>
                  <a:pt x="797390" y="326663"/>
                </a:lnTo>
                <a:lnTo>
                  <a:pt x="798064" y="332602"/>
                </a:lnTo>
                <a:lnTo>
                  <a:pt x="798289" y="338770"/>
                </a:lnTo>
                <a:lnTo>
                  <a:pt x="798513" y="345166"/>
                </a:lnTo>
                <a:lnTo>
                  <a:pt x="798289" y="351563"/>
                </a:lnTo>
                <a:lnTo>
                  <a:pt x="798064" y="357730"/>
                </a:lnTo>
                <a:lnTo>
                  <a:pt x="797390" y="363898"/>
                </a:lnTo>
                <a:lnTo>
                  <a:pt x="796492" y="369609"/>
                </a:lnTo>
                <a:lnTo>
                  <a:pt x="795818" y="375092"/>
                </a:lnTo>
                <a:lnTo>
                  <a:pt x="794471" y="380117"/>
                </a:lnTo>
                <a:lnTo>
                  <a:pt x="793348" y="385143"/>
                </a:lnTo>
                <a:lnTo>
                  <a:pt x="791776" y="389712"/>
                </a:lnTo>
                <a:lnTo>
                  <a:pt x="789979" y="393595"/>
                </a:lnTo>
                <a:lnTo>
                  <a:pt x="788407" y="397250"/>
                </a:lnTo>
                <a:lnTo>
                  <a:pt x="786611" y="400220"/>
                </a:lnTo>
                <a:lnTo>
                  <a:pt x="784589" y="403190"/>
                </a:lnTo>
                <a:lnTo>
                  <a:pt x="782344" y="405017"/>
                </a:lnTo>
                <a:lnTo>
                  <a:pt x="780098" y="406616"/>
                </a:lnTo>
                <a:lnTo>
                  <a:pt x="777852" y="407758"/>
                </a:lnTo>
                <a:lnTo>
                  <a:pt x="776729" y="407987"/>
                </a:lnTo>
                <a:lnTo>
                  <a:pt x="775606" y="407987"/>
                </a:lnTo>
                <a:lnTo>
                  <a:pt x="774259" y="407987"/>
                </a:lnTo>
                <a:lnTo>
                  <a:pt x="773361" y="407758"/>
                </a:lnTo>
                <a:lnTo>
                  <a:pt x="770890" y="406616"/>
                </a:lnTo>
                <a:lnTo>
                  <a:pt x="768869" y="405017"/>
                </a:lnTo>
                <a:lnTo>
                  <a:pt x="767445" y="403859"/>
                </a:lnTo>
                <a:lnTo>
                  <a:pt x="766540" y="408129"/>
                </a:lnTo>
                <a:lnTo>
                  <a:pt x="765180" y="415616"/>
                </a:lnTo>
                <a:lnTo>
                  <a:pt x="763367" y="423102"/>
                </a:lnTo>
                <a:lnTo>
                  <a:pt x="761327" y="430362"/>
                </a:lnTo>
                <a:lnTo>
                  <a:pt x="759287" y="437622"/>
                </a:lnTo>
                <a:lnTo>
                  <a:pt x="757020" y="444655"/>
                </a:lnTo>
                <a:lnTo>
                  <a:pt x="754753" y="452141"/>
                </a:lnTo>
                <a:lnTo>
                  <a:pt x="752259" y="458947"/>
                </a:lnTo>
                <a:lnTo>
                  <a:pt x="749539" y="465980"/>
                </a:lnTo>
                <a:lnTo>
                  <a:pt x="746592" y="472786"/>
                </a:lnTo>
                <a:lnTo>
                  <a:pt x="743872" y="479592"/>
                </a:lnTo>
                <a:lnTo>
                  <a:pt x="740925" y="486171"/>
                </a:lnTo>
                <a:lnTo>
                  <a:pt x="737751" y="492751"/>
                </a:lnTo>
                <a:lnTo>
                  <a:pt x="734578" y="499330"/>
                </a:lnTo>
                <a:lnTo>
                  <a:pt x="730951" y="505682"/>
                </a:lnTo>
                <a:lnTo>
                  <a:pt x="727777" y="511581"/>
                </a:lnTo>
                <a:lnTo>
                  <a:pt x="723924" y="517933"/>
                </a:lnTo>
                <a:lnTo>
                  <a:pt x="720523" y="523831"/>
                </a:lnTo>
                <a:lnTo>
                  <a:pt x="716443" y="529730"/>
                </a:lnTo>
                <a:lnTo>
                  <a:pt x="712589" y="535629"/>
                </a:lnTo>
                <a:lnTo>
                  <a:pt x="708509" y="541300"/>
                </a:lnTo>
                <a:lnTo>
                  <a:pt x="704202" y="546745"/>
                </a:lnTo>
                <a:lnTo>
                  <a:pt x="699895" y="551963"/>
                </a:lnTo>
                <a:lnTo>
                  <a:pt x="695815" y="557408"/>
                </a:lnTo>
                <a:lnTo>
                  <a:pt x="691281" y="562626"/>
                </a:lnTo>
                <a:lnTo>
                  <a:pt x="686521" y="567617"/>
                </a:lnTo>
                <a:lnTo>
                  <a:pt x="681760" y="572608"/>
                </a:lnTo>
                <a:lnTo>
                  <a:pt x="677227" y="577372"/>
                </a:lnTo>
                <a:lnTo>
                  <a:pt x="672239" y="581909"/>
                </a:lnTo>
                <a:lnTo>
                  <a:pt x="667479" y="586447"/>
                </a:lnTo>
                <a:lnTo>
                  <a:pt x="662492" y="590757"/>
                </a:lnTo>
                <a:lnTo>
                  <a:pt x="657052" y="594841"/>
                </a:lnTo>
                <a:lnTo>
                  <a:pt x="652065" y="598698"/>
                </a:lnTo>
                <a:lnTo>
                  <a:pt x="646851" y="602781"/>
                </a:lnTo>
                <a:lnTo>
                  <a:pt x="641184" y="606411"/>
                </a:lnTo>
                <a:lnTo>
                  <a:pt x="635970" y="609814"/>
                </a:lnTo>
                <a:lnTo>
                  <a:pt x="630303" y="613444"/>
                </a:lnTo>
                <a:lnTo>
                  <a:pt x="624862" y="616620"/>
                </a:lnTo>
                <a:lnTo>
                  <a:pt x="618969" y="619796"/>
                </a:lnTo>
                <a:lnTo>
                  <a:pt x="613301" y="622519"/>
                </a:lnTo>
                <a:lnTo>
                  <a:pt x="607408" y="625241"/>
                </a:lnTo>
                <a:lnTo>
                  <a:pt x="601740" y="627737"/>
                </a:lnTo>
                <a:lnTo>
                  <a:pt x="595620" y="630232"/>
                </a:lnTo>
                <a:lnTo>
                  <a:pt x="589499" y="632501"/>
                </a:lnTo>
                <a:lnTo>
                  <a:pt x="583379" y="634543"/>
                </a:lnTo>
                <a:lnTo>
                  <a:pt x="577485" y="636358"/>
                </a:lnTo>
                <a:lnTo>
                  <a:pt x="571365" y="638173"/>
                </a:lnTo>
                <a:lnTo>
                  <a:pt x="565017" y="639307"/>
                </a:lnTo>
                <a:lnTo>
                  <a:pt x="558670" y="640895"/>
                </a:lnTo>
                <a:lnTo>
                  <a:pt x="552550" y="642029"/>
                </a:lnTo>
                <a:lnTo>
                  <a:pt x="545976" y="642710"/>
                </a:lnTo>
                <a:lnTo>
                  <a:pt x="539629" y="643391"/>
                </a:lnTo>
                <a:lnTo>
                  <a:pt x="533055" y="644071"/>
                </a:lnTo>
                <a:lnTo>
                  <a:pt x="526481" y="644525"/>
                </a:lnTo>
                <a:lnTo>
                  <a:pt x="519907" y="644525"/>
                </a:lnTo>
                <a:lnTo>
                  <a:pt x="513333" y="644525"/>
                </a:lnTo>
                <a:lnTo>
                  <a:pt x="506759" y="644071"/>
                </a:lnTo>
                <a:lnTo>
                  <a:pt x="500186" y="643391"/>
                </a:lnTo>
                <a:lnTo>
                  <a:pt x="493838" y="642710"/>
                </a:lnTo>
                <a:lnTo>
                  <a:pt x="487264" y="642029"/>
                </a:lnTo>
                <a:lnTo>
                  <a:pt x="481144" y="640895"/>
                </a:lnTo>
                <a:lnTo>
                  <a:pt x="474797" y="639307"/>
                </a:lnTo>
                <a:lnTo>
                  <a:pt x="468450" y="638173"/>
                </a:lnTo>
                <a:lnTo>
                  <a:pt x="462329" y="636358"/>
                </a:lnTo>
                <a:lnTo>
                  <a:pt x="456435" y="634543"/>
                </a:lnTo>
                <a:lnTo>
                  <a:pt x="450315" y="632501"/>
                </a:lnTo>
                <a:lnTo>
                  <a:pt x="444194" y="630232"/>
                </a:lnTo>
                <a:lnTo>
                  <a:pt x="438301" y="627737"/>
                </a:lnTo>
                <a:lnTo>
                  <a:pt x="432407" y="625241"/>
                </a:lnTo>
                <a:lnTo>
                  <a:pt x="426513" y="622519"/>
                </a:lnTo>
                <a:lnTo>
                  <a:pt x="420846" y="619796"/>
                </a:lnTo>
                <a:lnTo>
                  <a:pt x="414952" y="616620"/>
                </a:lnTo>
                <a:lnTo>
                  <a:pt x="409512" y="613444"/>
                </a:lnTo>
                <a:lnTo>
                  <a:pt x="403844" y="609814"/>
                </a:lnTo>
                <a:lnTo>
                  <a:pt x="398631" y="606411"/>
                </a:lnTo>
                <a:lnTo>
                  <a:pt x="392963" y="602781"/>
                </a:lnTo>
                <a:lnTo>
                  <a:pt x="387750" y="598698"/>
                </a:lnTo>
                <a:lnTo>
                  <a:pt x="382763" y="594841"/>
                </a:lnTo>
                <a:lnTo>
                  <a:pt x="377322" y="590757"/>
                </a:lnTo>
                <a:lnTo>
                  <a:pt x="372335" y="586447"/>
                </a:lnTo>
                <a:lnTo>
                  <a:pt x="367575" y="581909"/>
                </a:lnTo>
                <a:lnTo>
                  <a:pt x="362588" y="577372"/>
                </a:lnTo>
                <a:lnTo>
                  <a:pt x="358054" y="572608"/>
                </a:lnTo>
                <a:lnTo>
                  <a:pt x="353294" y="567617"/>
                </a:lnTo>
                <a:lnTo>
                  <a:pt x="348760" y="562626"/>
                </a:lnTo>
                <a:lnTo>
                  <a:pt x="344000" y="557408"/>
                </a:lnTo>
                <a:lnTo>
                  <a:pt x="339919" y="551963"/>
                </a:lnTo>
                <a:lnTo>
                  <a:pt x="335612" y="546745"/>
                </a:lnTo>
                <a:lnTo>
                  <a:pt x="331305" y="541300"/>
                </a:lnTo>
                <a:lnTo>
                  <a:pt x="327225" y="535629"/>
                </a:lnTo>
                <a:lnTo>
                  <a:pt x="323371" y="529730"/>
                </a:lnTo>
                <a:lnTo>
                  <a:pt x="319291" y="523831"/>
                </a:lnTo>
                <a:lnTo>
                  <a:pt x="315891" y="517933"/>
                </a:lnTo>
                <a:lnTo>
                  <a:pt x="312037" y="511581"/>
                </a:lnTo>
                <a:lnTo>
                  <a:pt x="308863" y="505682"/>
                </a:lnTo>
                <a:lnTo>
                  <a:pt x="305236" y="499330"/>
                </a:lnTo>
                <a:lnTo>
                  <a:pt x="302063" y="492751"/>
                </a:lnTo>
                <a:lnTo>
                  <a:pt x="298889" y="486171"/>
                </a:lnTo>
                <a:lnTo>
                  <a:pt x="295942" y="479592"/>
                </a:lnTo>
                <a:lnTo>
                  <a:pt x="293222" y="472786"/>
                </a:lnTo>
                <a:lnTo>
                  <a:pt x="290275" y="465980"/>
                </a:lnTo>
                <a:lnTo>
                  <a:pt x="287555" y="458947"/>
                </a:lnTo>
                <a:lnTo>
                  <a:pt x="285061" y="452141"/>
                </a:lnTo>
                <a:lnTo>
                  <a:pt x="282795" y="444655"/>
                </a:lnTo>
                <a:lnTo>
                  <a:pt x="280528" y="437622"/>
                </a:lnTo>
                <a:lnTo>
                  <a:pt x="278488" y="430362"/>
                </a:lnTo>
                <a:lnTo>
                  <a:pt x="276447" y="423102"/>
                </a:lnTo>
                <a:lnTo>
                  <a:pt x="274861" y="415616"/>
                </a:lnTo>
                <a:lnTo>
                  <a:pt x="273274" y="408129"/>
                </a:lnTo>
                <a:lnTo>
                  <a:pt x="272602" y="404960"/>
                </a:lnTo>
                <a:lnTo>
                  <a:pt x="272532" y="405017"/>
                </a:lnTo>
                <a:lnTo>
                  <a:pt x="270286" y="406616"/>
                </a:lnTo>
                <a:lnTo>
                  <a:pt x="268041" y="407758"/>
                </a:lnTo>
                <a:lnTo>
                  <a:pt x="267142" y="407987"/>
                </a:lnTo>
                <a:lnTo>
                  <a:pt x="265795" y="407987"/>
                </a:lnTo>
                <a:lnTo>
                  <a:pt x="264672" y="407987"/>
                </a:lnTo>
                <a:lnTo>
                  <a:pt x="263549" y="407758"/>
                </a:lnTo>
                <a:lnTo>
                  <a:pt x="261303" y="406616"/>
                </a:lnTo>
                <a:lnTo>
                  <a:pt x="259058" y="405017"/>
                </a:lnTo>
                <a:lnTo>
                  <a:pt x="256812" y="403190"/>
                </a:lnTo>
                <a:lnTo>
                  <a:pt x="254791" y="400220"/>
                </a:lnTo>
                <a:lnTo>
                  <a:pt x="252994" y="397250"/>
                </a:lnTo>
                <a:lnTo>
                  <a:pt x="251422" y="393595"/>
                </a:lnTo>
                <a:lnTo>
                  <a:pt x="249625" y="389712"/>
                </a:lnTo>
                <a:lnTo>
                  <a:pt x="248053" y="385143"/>
                </a:lnTo>
                <a:lnTo>
                  <a:pt x="246930" y="380117"/>
                </a:lnTo>
                <a:lnTo>
                  <a:pt x="245583" y="375092"/>
                </a:lnTo>
                <a:lnTo>
                  <a:pt x="244909" y="369609"/>
                </a:lnTo>
                <a:lnTo>
                  <a:pt x="243786" y="363898"/>
                </a:lnTo>
                <a:lnTo>
                  <a:pt x="243337" y="357730"/>
                </a:lnTo>
                <a:lnTo>
                  <a:pt x="243113" y="351563"/>
                </a:lnTo>
                <a:lnTo>
                  <a:pt x="242888" y="345166"/>
                </a:lnTo>
                <a:lnTo>
                  <a:pt x="243113" y="338770"/>
                </a:lnTo>
                <a:lnTo>
                  <a:pt x="243337" y="332602"/>
                </a:lnTo>
                <a:lnTo>
                  <a:pt x="243786" y="326663"/>
                </a:lnTo>
                <a:lnTo>
                  <a:pt x="244909" y="320723"/>
                </a:lnTo>
                <a:lnTo>
                  <a:pt x="245583" y="315469"/>
                </a:lnTo>
                <a:lnTo>
                  <a:pt x="246930" y="309987"/>
                </a:lnTo>
                <a:lnTo>
                  <a:pt x="248053" y="305189"/>
                </a:lnTo>
                <a:lnTo>
                  <a:pt x="249625" y="300849"/>
                </a:lnTo>
                <a:lnTo>
                  <a:pt x="251422" y="296737"/>
                </a:lnTo>
                <a:lnTo>
                  <a:pt x="252994" y="293311"/>
                </a:lnTo>
                <a:lnTo>
                  <a:pt x="254791" y="289884"/>
                </a:lnTo>
                <a:lnTo>
                  <a:pt x="256812" y="287371"/>
                </a:lnTo>
                <a:lnTo>
                  <a:pt x="259058" y="285315"/>
                </a:lnTo>
                <a:lnTo>
                  <a:pt x="261303" y="283945"/>
                </a:lnTo>
                <a:lnTo>
                  <a:pt x="263549" y="282802"/>
                </a:lnTo>
                <a:lnTo>
                  <a:pt x="264672" y="282574"/>
                </a:lnTo>
                <a:lnTo>
                  <a:pt x="265795" y="282574"/>
                </a:lnTo>
                <a:lnTo>
                  <a:pt x="267142" y="282574"/>
                </a:lnTo>
                <a:lnTo>
                  <a:pt x="268041" y="282802"/>
                </a:lnTo>
                <a:lnTo>
                  <a:pt x="268071" y="282818"/>
                </a:lnTo>
                <a:lnTo>
                  <a:pt x="268287" y="281310"/>
                </a:lnTo>
                <a:lnTo>
                  <a:pt x="269193" y="273597"/>
                </a:lnTo>
                <a:lnTo>
                  <a:pt x="270554" y="265656"/>
                </a:lnTo>
                <a:lnTo>
                  <a:pt x="271687" y="258170"/>
                </a:lnTo>
                <a:lnTo>
                  <a:pt x="273274" y="250683"/>
                </a:lnTo>
                <a:lnTo>
                  <a:pt x="274861" y="242969"/>
                </a:lnTo>
                <a:lnTo>
                  <a:pt x="276447" y="235710"/>
                </a:lnTo>
                <a:lnTo>
                  <a:pt x="278488" y="228450"/>
                </a:lnTo>
                <a:lnTo>
                  <a:pt x="280528" y="220963"/>
                </a:lnTo>
                <a:lnTo>
                  <a:pt x="282795" y="213704"/>
                </a:lnTo>
                <a:lnTo>
                  <a:pt x="285061" y="206671"/>
                </a:lnTo>
                <a:lnTo>
                  <a:pt x="287555" y="199638"/>
                </a:lnTo>
                <a:lnTo>
                  <a:pt x="290275" y="192832"/>
                </a:lnTo>
                <a:lnTo>
                  <a:pt x="293222" y="186026"/>
                </a:lnTo>
                <a:lnTo>
                  <a:pt x="295942" y="179220"/>
                </a:lnTo>
                <a:lnTo>
                  <a:pt x="298889" y="172640"/>
                </a:lnTo>
                <a:lnTo>
                  <a:pt x="302063" y="166061"/>
                </a:lnTo>
                <a:lnTo>
                  <a:pt x="305236" y="159482"/>
                </a:lnTo>
                <a:lnTo>
                  <a:pt x="308863" y="153130"/>
                </a:lnTo>
                <a:lnTo>
                  <a:pt x="312037" y="146778"/>
                </a:lnTo>
                <a:lnTo>
                  <a:pt x="315891" y="140652"/>
                </a:lnTo>
                <a:lnTo>
                  <a:pt x="319291" y="134754"/>
                </a:lnTo>
                <a:lnTo>
                  <a:pt x="323371" y="128855"/>
                </a:lnTo>
                <a:lnTo>
                  <a:pt x="327225" y="123183"/>
                </a:lnTo>
                <a:lnTo>
                  <a:pt x="331305" y="117512"/>
                </a:lnTo>
                <a:lnTo>
                  <a:pt x="335612" y="112067"/>
                </a:lnTo>
                <a:lnTo>
                  <a:pt x="339919" y="106395"/>
                </a:lnTo>
                <a:lnTo>
                  <a:pt x="344000" y="101177"/>
                </a:lnTo>
                <a:lnTo>
                  <a:pt x="348760" y="96186"/>
                </a:lnTo>
                <a:lnTo>
                  <a:pt x="353294" y="90968"/>
                </a:lnTo>
                <a:lnTo>
                  <a:pt x="358054" y="86204"/>
                </a:lnTo>
                <a:lnTo>
                  <a:pt x="362588" y="81440"/>
                </a:lnTo>
                <a:lnTo>
                  <a:pt x="367575" y="76902"/>
                </a:lnTo>
                <a:lnTo>
                  <a:pt x="372335" y="72365"/>
                </a:lnTo>
                <a:lnTo>
                  <a:pt x="377322" y="68055"/>
                </a:lnTo>
                <a:lnTo>
                  <a:pt x="382763" y="63744"/>
                </a:lnTo>
                <a:lnTo>
                  <a:pt x="387750" y="59887"/>
                </a:lnTo>
                <a:lnTo>
                  <a:pt x="392963" y="56031"/>
                </a:lnTo>
                <a:lnTo>
                  <a:pt x="398631" y="52174"/>
                </a:lnTo>
                <a:lnTo>
                  <a:pt x="403844" y="48544"/>
                </a:lnTo>
                <a:lnTo>
                  <a:pt x="409512" y="45368"/>
                </a:lnTo>
                <a:lnTo>
                  <a:pt x="414952" y="41965"/>
                </a:lnTo>
                <a:lnTo>
                  <a:pt x="420846" y="39016"/>
                </a:lnTo>
                <a:lnTo>
                  <a:pt x="426513" y="36066"/>
                </a:lnTo>
                <a:lnTo>
                  <a:pt x="432407" y="33571"/>
                </a:lnTo>
                <a:lnTo>
                  <a:pt x="438301" y="30621"/>
                </a:lnTo>
                <a:lnTo>
                  <a:pt x="444194" y="28353"/>
                </a:lnTo>
                <a:lnTo>
                  <a:pt x="450315" y="26084"/>
                </a:lnTo>
                <a:lnTo>
                  <a:pt x="456435" y="24042"/>
                </a:lnTo>
                <a:lnTo>
                  <a:pt x="462329" y="22454"/>
                </a:lnTo>
                <a:lnTo>
                  <a:pt x="468450" y="20639"/>
                </a:lnTo>
                <a:lnTo>
                  <a:pt x="474797" y="19051"/>
                </a:lnTo>
                <a:lnTo>
                  <a:pt x="481144" y="17917"/>
                </a:lnTo>
                <a:lnTo>
                  <a:pt x="487264" y="16783"/>
                </a:lnTo>
                <a:lnTo>
                  <a:pt x="493838" y="15875"/>
                </a:lnTo>
                <a:lnTo>
                  <a:pt x="500186" y="14968"/>
                </a:lnTo>
                <a:lnTo>
                  <a:pt x="506759" y="14514"/>
                </a:lnTo>
                <a:lnTo>
                  <a:pt x="513333" y="14287"/>
                </a:lnTo>
                <a:close/>
                <a:moveTo>
                  <a:pt x="2026444" y="0"/>
                </a:moveTo>
                <a:lnTo>
                  <a:pt x="2033018" y="227"/>
                </a:lnTo>
                <a:lnTo>
                  <a:pt x="2039592" y="454"/>
                </a:lnTo>
                <a:lnTo>
                  <a:pt x="2046166" y="1134"/>
                </a:lnTo>
                <a:lnTo>
                  <a:pt x="2052740" y="1814"/>
                </a:lnTo>
                <a:lnTo>
                  <a:pt x="2059087" y="2948"/>
                </a:lnTo>
                <a:lnTo>
                  <a:pt x="2065434" y="3855"/>
                </a:lnTo>
                <a:lnTo>
                  <a:pt x="2071555" y="5216"/>
                </a:lnTo>
                <a:lnTo>
                  <a:pt x="2077902" y="6577"/>
                </a:lnTo>
                <a:lnTo>
                  <a:pt x="2084022" y="8164"/>
                </a:lnTo>
                <a:lnTo>
                  <a:pt x="2090369" y="10205"/>
                </a:lnTo>
                <a:lnTo>
                  <a:pt x="2096263" y="12246"/>
                </a:lnTo>
                <a:lnTo>
                  <a:pt x="2102384" y="14514"/>
                </a:lnTo>
                <a:lnTo>
                  <a:pt x="2108278" y="16782"/>
                </a:lnTo>
                <a:lnTo>
                  <a:pt x="2114171" y="19277"/>
                </a:lnTo>
                <a:lnTo>
                  <a:pt x="2120065" y="21998"/>
                </a:lnTo>
                <a:lnTo>
                  <a:pt x="2125506" y="24946"/>
                </a:lnTo>
                <a:lnTo>
                  <a:pt x="2131399" y="28121"/>
                </a:lnTo>
                <a:lnTo>
                  <a:pt x="2137067" y="31296"/>
                </a:lnTo>
                <a:lnTo>
                  <a:pt x="2142507" y="34698"/>
                </a:lnTo>
                <a:lnTo>
                  <a:pt x="2147947" y="38100"/>
                </a:lnTo>
                <a:lnTo>
                  <a:pt x="2153388" y="41955"/>
                </a:lnTo>
                <a:lnTo>
                  <a:pt x="2158602" y="45811"/>
                </a:lnTo>
                <a:lnTo>
                  <a:pt x="2164042" y="49893"/>
                </a:lnTo>
                <a:lnTo>
                  <a:pt x="2169029" y="53975"/>
                </a:lnTo>
                <a:lnTo>
                  <a:pt x="2174016" y="58284"/>
                </a:lnTo>
                <a:lnTo>
                  <a:pt x="2179003" y="62593"/>
                </a:lnTo>
                <a:lnTo>
                  <a:pt x="2183764" y="67355"/>
                </a:lnTo>
                <a:lnTo>
                  <a:pt x="2188751" y="71891"/>
                </a:lnTo>
                <a:lnTo>
                  <a:pt x="2193284" y="77107"/>
                </a:lnTo>
                <a:lnTo>
                  <a:pt x="2197818" y="82096"/>
                </a:lnTo>
                <a:lnTo>
                  <a:pt x="2202352" y="87086"/>
                </a:lnTo>
                <a:lnTo>
                  <a:pt x="2206659" y="92529"/>
                </a:lnTo>
                <a:lnTo>
                  <a:pt x="2210966" y="97745"/>
                </a:lnTo>
                <a:lnTo>
                  <a:pt x="2215046" y="103188"/>
                </a:lnTo>
                <a:lnTo>
                  <a:pt x="2219127" y="109084"/>
                </a:lnTo>
                <a:lnTo>
                  <a:pt x="2223207" y="114980"/>
                </a:lnTo>
                <a:lnTo>
                  <a:pt x="2227061" y="120650"/>
                </a:lnTo>
                <a:lnTo>
                  <a:pt x="2230687" y="126773"/>
                </a:lnTo>
                <a:lnTo>
                  <a:pt x="2234314" y="132896"/>
                </a:lnTo>
                <a:lnTo>
                  <a:pt x="2237941" y="139020"/>
                </a:lnTo>
                <a:lnTo>
                  <a:pt x="2241115" y="145370"/>
                </a:lnTo>
                <a:lnTo>
                  <a:pt x="2244515" y="151720"/>
                </a:lnTo>
                <a:lnTo>
                  <a:pt x="2247462" y="158297"/>
                </a:lnTo>
                <a:lnTo>
                  <a:pt x="2250409" y="165100"/>
                </a:lnTo>
                <a:lnTo>
                  <a:pt x="2253583" y="171677"/>
                </a:lnTo>
                <a:lnTo>
                  <a:pt x="2256303" y="178480"/>
                </a:lnTo>
                <a:lnTo>
                  <a:pt x="2258796" y="185511"/>
                </a:lnTo>
                <a:lnTo>
                  <a:pt x="2261290" y="192541"/>
                </a:lnTo>
                <a:lnTo>
                  <a:pt x="2263557" y="199798"/>
                </a:lnTo>
                <a:lnTo>
                  <a:pt x="2265824" y="206829"/>
                </a:lnTo>
                <a:lnTo>
                  <a:pt x="2267864" y="214086"/>
                </a:lnTo>
                <a:lnTo>
                  <a:pt x="2269904" y="221343"/>
                </a:lnTo>
                <a:lnTo>
                  <a:pt x="2271717" y="229054"/>
                </a:lnTo>
                <a:lnTo>
                  <a:pt x="2273078" y="236538"/>
                </a:lnTo>
                <a:lnTo>
                  <a:pt x="2274664" y="244022"/>
                </a:lnTo>
                <a:lnTo>
                  <a:pt x="2276251" y="251732"/>
                </a:lnTo>
                <a:lnTo>
                  <a:pt x="2277158" y="259443"/>
                </a:lnTo>
                <a:lnTo>
                  <a:pt x="2278518" y="267154"/>
                </a:lnTo>
                <a:lnTo>
                  <a:pt x="2278638" y="268548"/>
                </a:lnTo>
                <a:lnTo>
                  <a:pt x="2279424" y="268288"/>
                </a:lnTo>
                <a:lnTo>
                  <a:pt x="2280331" y="268288"/>
                </a:lnTo>
                <a:lnTo>
                  <a:pt x="2281692" y="268288"/>
                </a:lnTo>
                <a:lnTo>
                  <a:pt x="2282826" y="268738"/>
                </a:lnTo>
                <a:lnTo>
                  <a:pt x="2285093" y="269639"/>
                </a:lnTo>
                <a:lnTo>
                  <a:pt x="2287361" y="271215"/>
                </a:lnTo>
                <a:lnTo>
                  <a:pt x="2289402" y="273466"/>
                </a:lnTo>
                <a:lnTo>
                  <a:pt x="2291443" y="275943"/>
                </a:lnTo>
                <a:lnTo>
                  <a:pt x="2293485" y="278869"/>
                </a:lnTo>
                <a:lnTo>
                  <a:pt x="2295299" y="282472"/>
                </a:lnTo>
                <a:lnTo>
                  <a:pt x="2296660" y="286524"/>
                </a:lnTo>
                <a:lnTo>
                  <a:pt x="2298247" y="291027"/>
                </a:lnTo>
                <a:lnTo>
                  <a:pt x="2299608" y="295755"/>
                </a:lnTo>
                <a:lnTo>
                  <a:pt x="2300742" y="300708"/>
                </a:lnTo>
                <a:lnTo>
                  <a:pt x="2301876" y="306111"/>
                </a:lnTo>
                <a:lnTo>
                  <a:pt x="2302556" y="311964"/>
                </a:lnTo>
                <a:lnTo>
                  <a:pt x="2303010" y="317818"/>
                </a:lnTo>
                <a:lnTo>
                  <a:pt x="2303236" y="323897"/>
                </a:lnTo>
                <a:lnTo>
                  <a:pt x="2303463" y="330200"/>
                </a:lnTo>
                <a:lnTo>
                  <a:pt x="2303236" y="336504"/>
                </a:lnTo>
                <a:lnTo>
                  <a:pt x="2303010" y="342808"/>
                </a:lnTo>
                <a:lnTo>
                  <a:pt x="2302556" y="348662"/>
                </a:lnTo>
                <a:lnTo>
                  <a:pt x="2301876" y="354290"/>
                </a:lnTo>
                <a:lnTo>
                  <a:pt x="2300742" y="359918"/>
                </a:lnTo>
                <a:lnTo>
                  <a:pt x="2299608" y="364871"/>
                </a:lnTo>
                <a:lnTo>
                  <a:pt x="2298247" y="369599"/>
                </a:lnTo>
                <a:lnTo>
                  <a:pt x="2296660" y="373877"/>
                </a:lnTo>
                <a:lnTo>
                  <a:pt x="2295299" y="377929"/>
                </a:lnTo>
                <a:lnTo>
                  <a:pt x="2293485" y="381306"/>
                </a:lnTo>
                <a:lnTo>
                  <a:pt x="2291443" y="384683"/>
                </a:lnTo>
                <a:lnTo>
                  <a:pt x="2289402" y="387160"/>
                </a:lnTo>
                <a:lnTo>
                  <a:pt x="2287361" y="389411"/>
                </a:lnTo>
                <a:lnTo>
                  <a:pt x="2285093" y="390987"/>
                </a:lnTo>
                <a:lnTo>
                  <a:pt x="2282826" y="391663"/>
                </a:lnTo>
                <a:lnTo>
                  <a:pt x="2281692" y="391888"/>
                </a:lnTo>
                <a:lnTo>
                  <a:pt x="2280331" y="392113"/>
                </a:lnTo>
                <a:lnTo>
                  <a:pt x="2279424" y="391888"/>
                </a:lnTo>
                <a:lnTo>
                  <a:pt x="2278063" y="391663"/>
                </a:lnTo>
                <a:lnTo>
                  <a:pt x="2275795" y="390987"/>
                </a:lnTo>
                <a:lnTo>
                  <a:pt x="2273928" y="389690"/>
                </a:lnTo>
                <a:lnTo>
                  <a:pt x="2273078" y="393700"/>
                </a:lnTo>
                <a:lnTo>
                  <a:pt x="2271717" y="401411"/>
                </a:lnTo>
                <a:lnTo>
                  <a:pt x="2269904" y="408895"/>
                </a:lnTo>
                <a:lnTo>
                  <a:pt x="2267864" y="416152"/>
                </a:lnTo>
                <a:lnTo>
                  <a:pt x="2265824" y="423636"/>
                </a:lnTo>
                <a:lnTo>
                  <a:pt x="2263557" y="430666"/>
                </a:lnTo>
                <a:lnTo>
                  <a:pt x="2261290" y="437697"/>
                </a:lnTo>
                <a:lnTo>
                  <a:pt x="2258796" y="444727"/>
                </a:lnTo>
                <a:lnTo>
                  <a:pt x="2256303" y="451757"/>
                </a:lnTo>
                <a:lnTo>
                  <a:pt x="2253583" y="458561"/>
                </a:lnTo>
                <a:lnTo>
                  <a:pt x="2250409" y="465138"/>
                </a:lnTo>
                <a:lnTo>
                  <a:pt x="2247462" y="471941"/>
                </a:lnTo>
                <a:lnTo>
                  <a:pt x="2244515" y="478518"/>
                </a:lnTo>
                <a:lnTo>
                  <a:pt x="2241115" y="484868"/>
                </a:lnTo>
                <a:lnTo>
                  <a:pt x="2237941" y="491218"/>
                </a:lnTo>
                <a:lnTo>
                  <a:pt x="2234314" y="497568"/>
                </a:lnTo>
                <a:lnTo>
                  <a:pt x="2230687" y="503691"/>
                </a:lnTo>
                <a:lnTo>
                  <a:pt x="2227061" y="509588"/>
                </a:lnTo>
                <a:lnTo>
                  <a:pt x="2223207" y="515484"/>
                </a:lnTo>
                <a:lnTo>
                  <a:pt x="2219127" y="521154"/>
                </a:lnTo>
                <a:lnTo>
                  <a:pt x="2215046" y="527050"/>
                </a:lnTo>
                <a:lnTo>
                  <a:pt x="2210966" y="532720"/>
                </a:lnTo>
                <a:lnTo>
                  <a:pt x="2206659" y="537936"/>
                </a:lnTo>
                <a:lnTo>
                  <a:pt x="2202352" y="543152"/>
                </a:lnTo>
                <a:lnTo>
                  <a:pt x="2197818" y="548368"/>
                </a:lnTo>
                <a:lnTo>
                  <a:pt x="2193284" y="553357"/>
                </a:lnTo>
                <a:lnTo>
                  <a:pt x="2188751" y="558347"/>
                </a:lnTo>
                <a:lnTo>
                  <a:pt x="2183764" y="562882"/>
                </a:lnTo>
                <a:lnTo>
                  <a:pt x="2179003" y="567645"/>
                </a:lnTo>
                <a:lnTo>
                  <a:pt x="2174016" y="571954"/>
                </a:lnTo>
                <a:lnTo>
                  <a:pt x="2169029" y="576263"/>
                </a:lnTo>
                <a:lnTo>
                  <a:pt x="2164042" y="580572"/>
                </a:lnTo>
                <a:lnTo>
                  <a:pt x="2158602" y="584654"/>
                </a:lnTo>
                <a:lnTo>
                  <a:pt x="2153388" y="588283"/>
                </a:lnTo>
                <a:lnTo>
                  <a:pt x="2147947" y="592138"/>
                </a:lnTo>
                <a:lnTo>
                  <a:pt x="2142507" y="595766"/>
                </a:lnTo>
                <a:lnTo>
                  <a:pt x="2137067" y="598941"/>
                </a:lnTo>
                <a:lnTo>
                  <a:pt x="2131399" y="602343"/>
                </a:lnTo>
                <a:lnTo>
                  <a:pt x="2125506" y="605291"/>
                </a:lnTo>
                <a:lnTo>
                  <a:pt x="2120065" y="608240"/>
                </a:lnTo>
                <a:lnTo>
                  <a:pt x="2114171" y="611188"/>
                </a:lnTo>
                <a:lnTo>
                  <a:pt x="2108278" y="613683"/>
                </a:lnTo>
                <a:lnTo>
                  <a:pt x="2102384" y="615950"/>
                </a:lnTo>
                <a:lnTo>
                  <a:pt x="2096263" y="618218"/>
                </a:lnTo>
                <a:lnTo>
                  <a:pt x="2090369" y="620259"/>
                </a:lnTo>
                <a:lnTo>
                  <a:pt x="2084022" y="622300"/>
                </a:lnTo>
                <a:lnTo>
                  <a:pt x="2077902" y="623661"/>
                </a:lnTo>
                <a:lnTo>
                  <a:pt x="2071555" y="625249"/>
                </a:lnTo>
                <a:lnTo>
                  <a:pt x="2065434" y="626609"/>
                </a:lnTo>
                <a:lnTo>
                  <a:pt x="2059087" y="627743"/>
                </a:lnTo>
                <a:lnTo>
                  <a:pt x="2052740" y="628424"/>
                </a:lnTo>
                <a:lnTo>
                  <a:pt x="2046166" y="629331"/>
                </a:lnTo>
                <a:lnTo>
                  <a:pt x="2039592" y="629784"/>
                </a:lnTo>
                <a:lnTo>
                  <a:pt x="2033018" y="630011"/>
                </a:lnTo>
                <a:lnTo>
                  <a:pt x="2026444" y="630238"/>
                </a:lnTo>
                <a:lnTo>
                  <a:pt x="2019870" y="630011"/>
                </a:lnTo>
                <a:lnTo>
                  <a:pt x="2013297" y="629784"/>
                </a:lnTo>
                <a:lnTo>
                  <a:pt x="2006949" y="629331"/>
                </a:lnTo>
                <a:lnTo>
                  <a:pt x="2000602" y="628424"/>
                </a:lnTo>
                <a:lnTo>
                  <a:pt x="1994255" y="627743"/>
                </a:lnTo>
                <a:lnTo>
                  <a:pt x="1987681" y="626609"/>
                </a:lnTo>
                <a:lnTo>
                  <a:pt x="1981334" y="625249"/>
                </a:lnTo>
                <a:lnTo>
                  <a:pt x="1975213" y="623661"/>
                </a:lnTo>
                <a:lnTo>
                  <a:pt x="1968866" y="622300"/>
                </a:lnTo>
                <a:lnTo>
                  <a:pt x="1962972" y="620259"/>
                </a:lnTo>
                <a:lnTo>
                  <a:pt x="1956852" y="618218"/>
                </a:lnTo>
                <a:lnTo>
                  <a:pt x="1950731" y="615950"/>
                </a:lnTo>
                <a:lnTo>
                  <a:pt x="1944838" y="613683"/>
                </a:lnTo>
                <a:lnTo>
                  <a:pt x="1938944" y="611188"/>
                </a:lnTo>
                <a:lnTo>
                  <a:pt x="1933050" y="608240"/>
                </a:lnTo>
                <a:lnTo>
                  <a:pt x="1927383" y="605291"/>
                </a:lnTo>
                <a:lnTo>
                  <a:pt x="1921716" y="602343"/>
                </a:lnTo>
                <a:lnTo>
                  <a:pt x="1916049" y="598941"/>
                </a:lnTo>
                <a:lnTo>
                  <a:pt x="1910381" y="595766"/>
                </a:lnTo>
                <a:lnTo>
                  <a:pt x="1905168" y="592138"/>
                </a:lnTo>
                <a:lnTo>
                  <a:pt x="1899954" y="588283"/>
                </a:lnTo>
                <a:lnTo>
                  <a:pt x="1894514" y="584654"/>
                </a:lnTo>
                <a:lnTo>
                  <a:pt x="1889300" y="580572"/>
                </a:lnTo>
                <a:lnTo>
                  <a:pt x="1884313" y="576263"/>
                </a:lnTo>
                <a:lnTo>
                  <a:pt x="1879099" y="571954"/>
                </a:lnTo>
                <a:lnTo>
                  <a:pt x="1874112" y="567645"/>
                </a:lnTo>
                <a:lnTo>
                  <a:pt x="1869352" y="562882"/>
                </a:lnTo>
                <a:lnTo>
                  <a:pt x="1864591" y="558347"/>
                </a:lnTo>
                <a:lnTo>
                  <a:pt x="1859831" y="553357"/>
                </a:lnTo>
                <a:lnTo>
                  <a:pt x="1855297" y="548368"/>
                </a:lnTo>
                <a:lnTo>
                  <a:pt x="1850763" y="543152"/>
                </a:lnTo>
                <a:lnTo>
                  <a:pt x="1846456" y="537936"/>
                </a:lnTo>
                <a:lnTo>
                  <a:pt x="1842149" y="532720"/>
                </a:lnTo>
                <a:lnTo>
                  <a:pt x="1838069" y="527050"/>
                </a:lnTo>
                <a:lnTo>
                  <a:pt x="1833989" y="521154"/>
                </a:lnTo>
                <a:lnTo>
                  <a:pt x="1829908" y="515484"/>
                </a:lnTo>
                <a:lnTo>
                  <a:pt x="1826281" y="509588"/>
                </a:lnTo>
                <a:lnTo>
                  <a:pt x="1822428" y="503691"/>
                </a:lnTo>
                <a:lnTo>
                  <a:pt x="1818801" y="497568"/>
                </a:lnTo>
                <a:lnTo>
                  <a:pt x="1815400" y="491218"/>
                </a:lnTo>
                <a:lnTo>
                  <a:pt x="1811774" y="484868"/>
                </a:lnTo>
                <a:lnTo>
                  <a:pt x="1808827" y="478518"/>
                </a:lnTo>
                <a:lnTo>
                  <a:pt x="1805426" y="471941"/>
                </a:lnTo>
                <a:lnTo>
                  <a:pt x="1802479" y="465138"/>
                </a:lnTo>
                <a:lnTo>
                  <a:pt x="1799759" y="458561"/>
                </a:lnTo>
                <a:lnTo>
                  <a:pt x="1797039" y="451757"/>
                </a:lnTo>
                <a:lnTo>
                  <a:pt x="1794545" y="444727"/>
                </a:lnTo>
                <a:lnTo>
                  <a:pt x="1791825" y="437697"/>
                </a:lnTo>
                <a:lnTo>
                  <a:pt x="1789332" y="430666"/>
                </a:lnTo>
                <a:lnTo>
                  <a:pt x="1787292" y="423636"/>
                </a:lnTo>
                <a:lnTo>
                  <a:pt x="1785025" y="416152"/>
                </a:lnTo>
                <a:lnTo>
                  <a:pt x="1783438" y="408895"/>
                </a:lnTo>
                <a:lnTo>
                  <a:pt x="1781624" y="401411"/>
                </a:lnTo>
                <a:lnTo>
                  <a:pt x="1779811" y="393700"/>
                </a:lnTo>
                <a:lnTo>
                  <a:pt x="1778682" y="388377"/>
                </a:lnTo>
                <a:lnTo>
                  <a:pt x="1777853" y="389411"/>
                </a:lnTo>
                <a:lnTo>
                  <a:pt x="1775596" y="390987"/>
                </a:lnTo>
                <a:lnTo>
                  <a:pt x="1773114" y="391663"/>
                </a:lnTo>
                <a:lnTo>
                  <a:pt x="1771986" y="391888"/>
                </a:lnTo>
                <a:lnTo>
                  <a:pt x="1770632" y="392113"/>
                </a:lnTo>
                <a:lnTo>
                  <a:pt x="1769729" y="391888"/>
                </a:lnTo>
                <a:lnTo>
                  <a:pt x="1768375" y="391663"/>
                </a:lnTo>
                <a:lnTo>
                  <a:pt x="1766118" y="390987"/>
                </a:lnTo>
                <a:lnTo>
                  <a:pt x="1763861" y="389411"/>
                </a:lnTo>
                <a:lnTo>
                  <a:pt x="1761830" y="387160"/>
                </a:lnTo>
                <a:lnTo>
                  <a:pt x="1760025" y="384683"/>
                </a:lnTo>
                <a:lnTo>
                  <a:pt x="1757994" y="381306"/>
                </a:lnTo>
                <a:lnTo>
                  <a:pt x="1756188" y="377929"/>
                </a:lnTo>
                <a:lnTo>
                  <a:pt x="1754609" y="373877"/>
                </a:lnTo>
                <a:lnTo>
                  <a:pt x="1753029" y="369599"/>
                </a:lnTo>
                <a:lnTo>
                  <a:pt x="1751675" y="364871"/>
                </a:lnTo>
                <a:lnTo>
                  <a:pt x="1750546" y="359918"/>
                </a:lnTo>
                <a:lnTo>
                  <a:pt x="1749644" y="354290"/>
                </a:lnTo>
                <a:lnTo>
                  <a:pt x="1748967" y="348662"/>
                </a:lnTo>
                <a:lnTo>
                  <a:pt x="1748290" y="342808"/>
                </a:lnTo>
                <a:lnTo>
                  <a:pt x="1747838" y="336504"/>
                </a:lnTo>
                <a:lnTo>
                  <a:pt x="1747838" y="330200"/>
                </a:lnTo>
                <a:lnTo>
                  <a:pt x="1747838" y="323897"/>
                </a:lnTo>
                <a:lnTo>
                  <a:pt x="1748290" y="317818"/>
                </a:lnTo>
                <a:lnTo>
                  <a:pt x="1748967" y="311964"/>
                </a:lnTo>
                <a:lnTo>
                  <a:pt x="1749644" y="306111"/>
                </a:lnTo>
                <a:lnTo>
                  <a:pt x="1750546" y="300708"/>
                </a:lnTo>
                <a:lnTo>
                  <a:pt x="1751675" y="295755"/>
                </a:lnTo>
                <a:lnTo>
                  <a:pt x="1753029" y="291027"/>
                </a:lnTo>
                <a:lnTo>
                  <a:pt x="1754609" y="286524"/>
                </a:lnTo>
                <a:lnTo>
                  <a:pt x="1756188" y="282472"/>
                </a:lnTo>
                <a:lnTo>
                  <a:pt x="1757994" y="278869"/>
                </a:lnTo>
                <a:lnTo>
                  <a:pt x="1760025" y="275943"/>
                </a:lnTo>
                <a:lnTo>
                  <a:pt x="1761830" y="273466"/>
                </a:lnTo>
                <a:lnTo>
                  <a:pt x="1763861" y="271215"/>
                </a:lnTo>
                <a:lnTo>
                  <a:pt x="1766118" y="269639"/>
                </a:lnTo>
                <a:lnTo>
                  <a:pt x="1768375" y="268738"/>
                </a:lnTo>
                <a:lnTo>
                  <a:pt x="1769729" y="268288"/>
                </a:lnTo>
                <a:lnTo>
                  <a:pt x="1770632" y="268288"/>
                </a:lnTo>
                <a:lnTo>
                  <a:pt x="1771986" y="268288"/>
                </a:lnTo>
                <a:lnTo>
                  <a:pt x="1773114" y="268738"/>
                </a:lnTo>
                <a:lnTo>
                  <a:pt x="1774524" y="269250"/>
                </a:lnTo>
                <a:lnTo>
                  <a:pt x="1774824" y="267154"/>
                </a:lnTo>
                <a:lnTo>
                  <a:pt x="1775731" y="259443"/>
                </a:lnTo>
                <a:lnTo>
                  <a:pt x="1777091" y="251732"/>
                </a:lnTo>
                <a:lnTo>
                  <a:pt x="1778224" y="244022"/>
                </a:lnTo>
                <a:lnTo>
                  <a:pt x="1779811" y="236538"/>
                </a:lnTo>
                <a:lnTo>
                  <a:pt x="1781624" y="229054"/>
                </a:lnTo>
                <a:lnTo>
                  <a:pt x="1783438" y="221343"/>
                </a:lnTo>
                <a:lnTo>
                  <a:pt x="1785025" y="214086"/>
                </a:lnTo>
                <a:lnTo>
                  <a:pt x="1787292" y="206829"/>
                </a:lnTo>
                <a:lnTo>
                  <a:pt x="1789332" y="199798"/>
                </a:lnTo>
                <a:lnTo>
                  <a:pt x="1791825" y="192541"/>
                </a:lnTo>
                <a:lnTo>
                  <a:pt x="1794545" y="185511"/>
                </a:lnTo>
                <a:lnTo>
                  <a:pt x="1797039" y="178480"/>
                </a:lnTo>
                <a:lnTo>
                  <a:pt x="1799759" y="171677"/>
                </a:lnTo>
                <a:lnTo>
                  <a:pt x="1802479" y="165100"/>
                </a:lnTo>
                <a:lnTo>
                  <a:pt x="1805426" y="158297"/>
                </a:lnTo>
                <a:lnTo>
                  <a:pt x="1808827" y="151720"/>
                </a:lnTo>
                <a:lnTo>
                  <a:pt x="1811774" y="145370"/>
                </a:lnTo>
                <a:lnTo>
                  <a:pt x="1815400" y="139020"/>
                </a:lnTo>
                <a:lnTo>
                  <a:pt x="1818801" y="132896"/>
                </a:lnTo>
                <a:lnTo>
                  <a:pt x="1822428" y="126773"/>
                </a:lnTo>
                <a:lnTo>
                  <a:pt x="1826281" y="120650"/>
                </a:lnTo>
                <a:lnTo>
                  <a:pt x="1829908" y="114980"/>
                </a:lnTo>
                <a:lnTo>
                  <a:pt x="1833989" y="109084"/>
                </a:lnTo>
                <a:lnTo>
                  <a:pt x="1838069" y="103188"/>
                </a:lnTo>
                <a:lnTo>
                  <a:pt x="1842149" y="97745"/>
                </a:lnTo>
                <a:lnTo>
                  <a:pt x="1846456" y="92529"/>
                </a:lnTo>
                <a:lnTo>
                  <a:pt x="1850763" y="87086"/>
                </a:lnTo>
                <a:lnTo>
                  <a:pt x="1855297" y="82096"/>
                </a:lnTo>
                <a:lnTo>
                  <a:pt x="1859831" y="77107"/>
                </a:lnTo>
                <a:lnTo>
                  <a:pt x="1864591" y="71891"/>
                </a:lnTo>
                <a:lnTo>
                  <a:pt x="1869352" y="67355"/>
                </a:lnTo>
                <a:lnTo>
                  <a:pt x="1874112" y="62593"/>
                </a:lnTo>
                <a:lnTo>
                  <a:pt x="1879099" y="58284"/>
                </a:lnTo>
                <a:lnTo>
                  <a:pt x="1884313" y="53975"/>
                </a:lnTo>
                <a:lnTo>
                  <a:pt x="1889300" y="49893"/>
                </a:lnTo>
                <a:lnTo>
                  <a:pt x="1894514" y="45811"/>
                </a:lnTo>
                <a:lnTo>
                  <a:pt x="1899954" y="41955"/>
                </a:lnTo>
                <a:lnTo>
                  <a:pt x="1905168" y="38100"/>
                </a:lnTo>
                <a:lnTo>
                  <a:pt x="1910381" y="34698"/>
                </a:lnTo>
                <a:lnTo>
                  <a:pt x="1916049" y="31296"/>
                </a:lnTo>
                <a:lnTo>
                  <a:pt x="1921716" y="28121"/>
                </a:lnTo>
                <a:lnTo>
                  <a:pt x="1927383" y="24946"/>
                </a:lnTo>
                <a:lnTo>
                  <a:pt x="1933050" y="21998"/>
                </a:lnTo>
                <a:lnTo>
                  <a:pt x="1938944" y="19277"/>
                </a:lnTo>
                <a:lnTo>
                  <a:pt x="1944838" y="16782"/>
                </a:lnTo>
                <a:lnTo>
                  <a:pt x="1950731" y="14514"/>
                </a:lnTo>
                <a:lnTo>
                  <a:pt x="1956852" y="12246"/>
                </a:lnTo>
                <a:lnTo>
                  <a:pt x="1962972" y="10205"/>
                </a:lnTo>
                <a:lnTo>
                  <a:pt x="1968866" y="8164"/>
                </a:lnTo>
                <a:lnTo>
                  <a:pt x="1975213" y="6577"/>
                </a:lnTo>
                <a:lnTo>
                  <a:pt x="1981334" y="5216"/>
                </a:lnTo>
                <a:lnTo>
                  <a:pt x="1987681" y="3855"/>
                </a:lnTo>
                <a:lnTo>
                  <a:pt x="1994255" y="2948"/>
                </a:lnTo>
                <a:lnTo>
                  <a:pt x="2000602" y="1814"/>
                </a:lnTo>
                <a:lnTo>
                  <a:pt x="2006949" y="1134"/>
                </a:lnTo>
                <a:lnTo>
                  <a:pt x="2013297" y="454"/>
                </a:lnTo>
                <a:lnTo>
                  <a:pt x="2019870" y="227"/>
                </a:lnTo>
                <a:lnTo>
                  <a:pt x="202644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1" name="KSO_Shape">
            <a:extLst>
              <a:ext uri="{FF2B5EF4-FFF2-40B4-BE49-F238E27FC236}">
                <a16:creationId xmlns:a16="http://schemas.microsoft.com/office/drawing/2014/main" id="{3EE5678F-E73A-40C3-9578-6F0F134A1F0D}"/>
              </a:ext>
            </a:extLst>
          </p:cNvPr>
          <p:cNvSpPr>
            <a:spLocks/>
          </p:cNvSpPr>
          <p:nvPr/>
        </p:nvSpPr>
        <p:spPr bwMode="auto">
          <a:xfrm>
            <a:off x="2955226" y="4420620"/>
            <a:ext cx="831850" cy="952500"/>
          </a:xfrm>
          <a:custGeom>
            <a:avLst/>
            <a:gdLst>
              <a:gd name="T0" fmla="*/ 999865 w 1909763"/>
              <a:gd name="T1" fmla="*/ 1903618 h 2187575"/>
              <a:gd name="T2" fmla="*/ 897202 w 1909763"/>
              <a:gd name="T3" fmla="*/ 1854541 h 2187575"/>
              <a:gd name="T4" fmla="*/ 716440 w 1909763"/>
              <a:gd name="T5" fmla="*/ 1869057 h 2187575"/>
              <a:gd name="T6" fmla="*/ 589485 w 1909763"/>
              <a:gd name="T7" fmla="*/ 1888411 h 2187575"/>
              <a:gd name="T8" fmla="*/ 1505697 w 1909763"/>
              <a:gd name="T9" fmla="*/ 1655471 h 2187575"/>
              <a:gd name="T10" fmla="*/ 1402952 w 1909763"/>
              <a:gd name="T11" fmla="*/ 1639573 h 2187575"/>
              <a:gd name="T12" fmla="*/ 1242644 w 1909763"/>
              <a:gd name="T13" fmla="*/ 1639918 h 2187575"/>
              <a:gd name="T14" fmla="*/ 1139210 w 1909763"/>
              <a:gd name="T15" fmla="*/ 1657199 h 2187575"/>
              <a:gd name="T16" fmla="*/ 515499 w 1909763"/>
              <a:gd name="T17" fmla="*/ 1651324 h 2187575"/>
              <a:gd name="T18" fmla="*/ 413726 w 1909763"/>
              <a:gd name="T19" fmla="*/ 1637845 h 2187575"/>
              <a:gd name="T20" fmla="*/ 266853 w 1909763"/>
              <a:gd name="T21" fmla="*/ 1638881 h 2187575"/>
              <a:gd name="T22" fmla="*/ 152508 w 1909763"/>
              <a:gd name="T23" fmla="*/ 1660655 h 2187575"/>
              <a:gd name="T24" fmla="*/ 1601723 w 1909763"/>
              <a:gd name="T25" fmla="*/ 1180293 h 2187575"/>
              <a:gd name="T26" fmla="*/ 1561097 w 1909763"/>
              <a:gd name="T27" fmla="*/ 1156565 h 2187575"/>
              <a:gd name="T28" fmla="*/ 1556930 w 1909763"/>
              <a:gd name="T29" fmla="*/ 1130430 h 2187575"/>
              <a:gd name="T30" fmla="*/ 100471 w 1909763"/>
              <a:gd name="T31" fmla="*/ 1163993 h 2187575"/>
              <a:gd name="T32" fmla="*/ 65322 w 1909763"/>
              <a:gd name="T33" fmla="*/ 1187495 h 2187575"/>
              <a:gd name="T34" fmla="*/ 828565 w 1909763"/>
              <a:gd name="T35" fmla="*/ 832666 h 2187575"/>
              <a:gd name="T36" fmla="*/ 1118067 w 1909763"/>
              <a:gd name="T37" fmla="*/ 718585 h 2187575"/>
              <a:gd name="T38" fmla="*/ 353456 w 1909763"/>
              <a:gd name="T39" fmla="*/ 650399 h 2187575"/>
              <a:gd name="T40" fmla="*/ 486477 w 1909763"/>
              <a:gd name="T41" fmla="*/ 1070518 h 2187575"/>
              <a:gd name="T42" fmla="*/ 276062 w 1909763"/>
              <a:gd name="T43" fmla="*/ 1558701 h 2187575"/>
              <a:gd name="T44" fmla="*/ 98470 w 1909763"/>
              <a:gd name="T45" fmla="*/ 718807 h 2187575"/>
              <a:gd name="T46" fmla="*/ 2764 w 1909763"/>
              <a:gd name="T47" fmla="*/ 772703 h 2187575"/>
              <a:gd name="T48" fmla="*/ 132330 w 1909763"/>
              <a:gd name="T49" fmla="*/ 556079 h 2187575"/>
              <a:gd name="T50" fmla="*/ 1655748 w 1909763"/>
              <a:gd name="T51" fmla="*/ 621781 h 2187575"/>
              <a:gd name="T52" fmla="*/ 1559979 w 1909763"/>
              <a:gd name="T53" fmla="*/ 858258 h 2187575"/>
              <a:gd name="T54" fmla="*/ 1490485 w 1909763"/>
              <a:gd name="T55" fmla="*/ 1169066 h 2187575"/>
              <a:gd name="T56" fmla="*/ 1148548 w 1909763"/>
              <a:gd name="T57" fmla="*/ 1134839 h 2187575"/>
              <a:gd name="T58" fmla="*/ 1191420 w 1909763"/>
              <a:gd name="T59" fmla="*/ 1036999 h 2187575"/>
              <a:gd name="T60" fmla="*/ 1418917 w 1909763"/>
              <a:gd name="T61" fmla="*/ 554711 h 2187575"/>
              <a:gd name="T62" fmla="*/ 1218026 w 1909763"/>
              <a:gd name="T63" fmla="*/ 566823 h 2187575"/>
              <a:gd name="T64" fmla="*/ 1169257 w 1909763"/>
              <a:gd name="T65" fmla="*/ 950549 h 2187575"/>
              <a:gd name="T66" fmla="*/ 597517 w 1909763"/>
              <a:gd name="T67" fmla="*/ 1259949 h 2187575"/>
              <a:gd name="T68" fmla="*/ 420081 w 1909763"/>
              <a:gd name="T69" fmla="*/ 800862 h 2187575"/>
              <a:gd name="T70" fmla="*/ 491332 w 1909763"/>
              <a:gd name="T71" fmla="*/ 531563 h 2187575"/>
              <a:gd name="T72" fmla="*/ 961037 w 1909763"/>
              <a:gd name="T73" fmla="*/ 481436 h 2187575"/>
              <a:gd name="T74" fmla="*/ 1469371 w 1909763"/>
              <a:gd name="T75" fmla="*/ 222977 h 2187575"/>
              <a:gd name="T76" fmla="*/ 1423281 w 1909763"/>
              <a:gd name="T77" fmla="*/ 272444 h 2187575"/>
              <a:gd name="T78" fmla="*/ 1479766 w 1909763"/>
              <a:gd name="T79" fmla="*/ 356849 h 2187575"/>
              <a:gd name="T80" fmla="*/ 1434717 w 1909763"/>
              <a:gd name="T81" fmla="*/ 465469 h 2187575"/>
              <a:gd name="T82" fmla="*/ 1309964 w 1909763"/>
              <a:gd name="T83" fmla="*/ 535000 h 2187575"/>
              <a:gd name="T84" fmla="*/ 1191103 w 1909763"/>
              <a:gd name="T85" fmla="*/ 407700 h 2187575"/>
              <a:gd name="T86" fmla="*/ 1193529 w 1909763"/>
              <a:gd name="T87" fmla="*/ 286973 h 2187575"/>
              <a:gd name="T88" fmla="*/ 1244470 w 1909763"/>
              <a:gd name="T89" fmla="*/ 179737 h 2187575"/>
              <a:gd name="T90" fmla="*/ 482666 w 1909763"/>
              <a:gd name="T91" fmla="*/ 214675 h 2187575"/>
              <a:gd name="T92" fmla="*/ 418161 w 1909763"/>
              <a:gd name="T93" fmla="*/ 267255 h 2187575"/>
              <a:gd name="T94" fmla="*/ 487495 w 1909763"/>
              <a:gd name="T95" fmla="*/ 337824 h 2187575"/>
              <a:gd name="T96" fmla="*/ 450241 w 1909763"/>
              <a:gd name="T97" fmla="*/ 452324 h 2187575"/>
              <a:gd name="T98" fmla="*/ 327785 w 1909763"/>
              <a:gd name="T99" fmla="*/ 537767 h 2187575"/>
              <a:gd name="T100" fmla="*/ 203260 w 1909763"/>
              <a:gd name="T101" fmla="*/ 405970 h 2187575"/>
              <a:gd name="T102" fmla="*/ 202570 w 1909763"/>
              <a:gd name="T103" fmla="*/ 292162 h 2187575"/>
              <a:gd name="T104" fmla="*/ 240514 w 1909763"/>
              <a:gd name="T105" fmla="*/ 186656 h 2187575"/>
              <a:gd name="T106" fmla="*/ 1009915 w 1909763"/>
              <a:gd name="T107" fmla="*/ 63292 h 2187575"/>
              <a:gd name="T108" fmla="*/ 870018 w 1909763"/>
              <a:gd name="T109" fmla="*/ 109983 h 2187575"/>
              <a:gd name="T110" fmla="*/ 1004044 w 1909763"/>
              <a:gd name="T111" fmla="*/ 190567 h 2187575"/>
              <a:gd name="T112" fmla="*/ 999207 w 1909763"/>
              <a:gd name="T113" fmla="*/ 308159 h 2187575"/>
              <a:gd name="T114" fmla="*/ 882453 w 1909763"/>
              <a:gd name="T115" fmla="*/ 468983 h 2187575"/>
              <a:gd name="T116" fmla="*/ 722521 w 1909763"/>
              <a:gd name="T117" fmla="*/ 411225 h 2187575"/>
              <a:gd name="T118" fmla="*/ 644800 w 1909763"/>
              <a:gd name="T119" fmla="*/ 298129 h 2187575"/>
              <a:gd name="T120" fmla="*/ 661381 w 1909763"/>
              <a:gd name="T121" fmla="*/ 118629 h 2187575"/>
              <a:gd name="T122" fmla="*/ 758100 w 1909763"/>
              <a:gd name="T123" fmla="*/ 14526 h 218757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1909763" h="2187575">
                <a:moveTo>
                  <a:pt x="1028700" y="2105025"/>
                </a:moveTo>
                <a:lnTo>
                  <a:pt x="1141354" y="2105025"/>
                </a:lnTo>
                <a:lnTo>
                  <a:pt x="1146547" y="2108200"/>
                </a:lnTo>
                <a:lnTo>
                  <a:pt x="1159730" y="2117328"/>
                </a:lnTo>
                <a:lnTo>
                  <a:pt x="1167720" y="2122488"/>
                </a:lnTo>
                <a:lnTo>
                  <a:pt x="1176508" y="2129235"/>
                </a:lnTo>
                <a:lnTo>
                  <a:pt x="1185297" y="2136378"/>
                </a:lnTo>
                <a:lnTo>
                  <a:pt x="1193287" y="2143522"/>
                </a:lnTo>
                <a:lnTo>
                  <a:pt x="1200477" y="2151063"/>
                </a:lnTo>
                <a:lnTo>
                  <a:pt x="1203673" y="2154635"/>
                </a:lnTo>
                <a:lnTo>
                  <a:pt x="1206070" y="2158603"/>
                </a:lnTo>
                <a:lnTo>
                  <a:pt x="1208067" y="2161778"/>
                </a:lnTo>
                <a:lnTo>
                  <a:pt x="1209665" y="2165350"/>
                </a:lnTo>
                <a:lnTo>
                  <a:pt x="1210864" y="2168525"/>
                </a:lnTo>
                <a:lnTo>
                  <a:pt x="1211263" y="2171700"/>
                </a:lnTo>
                <a:lnTo>
                  <a:pt x="1210864" y="2174478"/>
                </a:lnTo>
                <a:lnTo>
                  <a:pt x="1209266" y="2176860"/>
                </a:lnTo>
                <a:lnTo>
                  <a:pt x="1207268" y="2179638"/>
                </a:lnTo>
                <a:lnTo>
                  <a:pt x="1204472" y="2181622"/>
                </a:lnTo>
                <a:lnTo>
                  <a:pt x="1200078" y="2183210"/>
                </a:lnTo>
                <a:lnTo>
                  <a:pt x="1195284" y="2185194"/>
                </a:lnTo>
                <a:lnTo>
                  <a:pt x="1188892" y="2186385"/>
                </a:lnTo>
                <a:lnTo>
                  <a:pt x="1181702" y="2187178"/>
                </a:lnTo>
                <a:lnTo>
                  <a:pt x="1172913" y="2187575"/>
                </a:lnTo>
                <a:lnTo>
                  <a:pt x="1164124" y="2187575"/>
                </a:lnTo>
                <a:lnTo>
                  <a:pt x="1156135" y="2186781"/>
                </a:lnTo>
                <a:lnTo>
                  <a:pt x="1147746" y="2185988"/>
                </a:lnTo>
                <a:lnTo>
                  <a:pt x="1140555" y="2184797"/>
                </a:lnTo>
                <a:lnTo>
                  <a:pt x="1133364" y="2182813"/>
                </a:lnTo>
                <a:lnTo>
                  <a:pt x="1126174" y="2180828"/>
                </a:lnTo>
                <a:lnTo>
                  <a:pt x="1119782" y="2178447"/>
                </a:lnTo>
                <a:lnTo>
                  <a:pt x="1113390" y="2175272"/>
                </a:lnTo>
                <a:lnTo>
                  <a:pt x="1106999" y="2172494"/>
                </a:lnTo>
                <a:lnTo>
                  <a:pt x="1101006" y="2169319"/>
                </a:lnTo>
                <a:lnTo>
                  <a:pt x="1095414" y="2166144"/>
                </a:lnTo>
                <a:lnTo>
                  <a:pt x="1084228" y="2159000"/>
                </a:lnTo>
                <a:lnTo>
                  <a:pt x="1073043" y="2151063"/>
                </a:lnTo>
                <a:lnTo>
                  <a:pt x="1068648" y="2147888"/>
                </a:lnTo>
                <a:lnTo>
                  <a:pt x="1065053" y="2146697"/>
                </a:lnTo>
                <a:lnTo>
                  <a:pt x="1064254" y="2146300"/>
                </a:lnTo>
                <a:lnTo>
                  <a:pt x="1063056" y="2146300"/>
                </a:lnTo>
                <a:lnTo>
                  <a:pt x="1062656" y="2146697"/>
                </a:lnTo>
                <a:lnTo>
                  <a:pt x="1061857" y="2147491"/>
                </a:lnTo>
                <a:lnTo>
                  <a:pt x="1061458" y="2148681"/>
                </a:lnTo>
                <a:lnTo>
                  <a:pt x="1060659" y="2149872"/>
                </a:lnTo>
                <a:lnTo>
                  <a:pt x="1059460" y="2151460"/>
                </a:lnTo>
                <a:lnTo>
                  <a:pt x="1059061" y="2151856"/>
                </a:lnTo>
                <a:lnTo>
                  <a:pt x="1058262" y="2151856"/>
                </a:lnTo>
                <a:lnTo>
                  <a:pt x="1045079" y="2151460"/>
                </a:lnTo>
                <a:lnTo>
                  <a:pt x="1038288" y="2150269"/>
                </a:lnTo>
                <a:lnTo>
                  <a:pt x="1035491" y="2149872"/>
                </a:lnTo>
                <a:lnTo>
                  <a:pt x="1033894" y="2149078"/>
                </a:lnTo>
                <a:lnTo>
                  <a:pt x="1031097" y="2138760"/>
                </a:lnTo>
                <a:lnTo>
                  <a:pt x="1029899" y="2129631"/>
                </a:lnTo>
                <a:lnTo>
                  <a:pt x="1029100" y="2122488"/>
                </a:lnTo>
                <a:lnTo>
                  <a:pt x="1029100" y="2117328"/>
                </a:lnTo>
                <a:lnTo>
                  <a:pt x="1029499" y="2112963"/>
                </a:lnTo>
                <a:lnTo>
                  <a:pt x="1029499" y="2110581"/>
                </a:lnTo>
                <a:lnTo>
                  <a:pt x="1030298" y="2108200"/>
                </a:lnTo>
                <a:lnTo>
                  <a:pt x="1028700" y="2105025"/>
                </a:lnTo>
                <a:close/>
                <a:moveTo>
                  <a:pt x="744784" y="2105025"/>
                </a:moveTo>
                <a:lnTo>
                  <a:pt x="857250" y="2105025"/>
                </a:lnTo>
                <a:lnTo>
                  <a:pt x="855270" y="2108200"/>
                </a:lnTo>
                <a:lnTo>
                  <a:pt x="855666" y="2110581"/>
                </a:lnTo>
                <a:lnTo>
                  <a:pt x="856062" y="2112963"/>
                </a:lnTo>
                <a:lnTo>
                  <a:pt x="856062" y="2117328"/>
                </a:lnTo>
                <a:lnTo>
                  <a:pt x="856062" y="2122488"/>
                </a:lnTo>
                <a:lnTo>
                  <a:pt x="855270" y="2129631"/>
                </a:lnTo>
                <a:lnTo>
                  <a:pt x="854082" y="2138760"/>
                </a:lnTo>
                <a:lnTo>
                  <a:pt x="852102" y="2149078"/>
                </a:lnTo>
                <a:lnTo>
                  <a:pt x="849726" y="2149872"/>
                </a:lnTo>
                <a:lnTo>
                  <a:pt x="847350" y="2150269"/>
                </a:lnTo>
                <a:lnTo>
                  <a:pt x="840222" y="2151460"/>
                </a:lnTo>
                <a:lnTo>
                  <a:pt x="827550" y="2151856"/>
                </a:lnTo>
                <a:lnTo>
                  <a:pt x="826758" y="2151856"/>
                </a:lnTo>
                <a:lnTo>
                  <a:pt x="826362" y="2151460"/>
                </a:lnTo>
                <a:lnTo>
                  <a:pt x="825174" y="2149872"/>
                </a:lnTo>
                <a:lnTo>
                  <a:pt x="824778" y="2148681"/>
                </a:lnTo>
                <a:lnTo>
                  <a:pt x="823986" y="2147491"/>
                </a:lnTo>
                <a:lnTo>
                  <a:pt x="823590" y="2146697"/>
                </a:lnTo>
                <a:lnTo>
                  <a:pt x="822402" y="2146300"/>
                </a:lnTo>
                <a:lnTo>
                  <a:pt x="821610" y="2146300"/>
                </a:lnTo>
                <a:lnTo>
                  <a:pt x="820422" y="2146697"/>
                </a:lnTo>
                <a:lnTo>
                  <a:pt x="817254" y="2147888"/>
                </a:lnTo>
                <a:lnTo>
                  <a:pt x="812502" y="2151063"/>
                </a:lnTo>
                <a:lnTo>
                  <a:pt x="801809" y="2159000"/>
                </a:lnTo>
                <a:lnTo>
                  <a:pt x="790721" y="2166144"/>
                </a:lnTo>
                <a:lnTo>
                  <a:pt x="784781" y="2169319"/>
                </a:lnTo>
                <a:lnTo>
                  <a:pt x="778841" y="2172494"/>
                </a:lnTo>
                <a:lnTo>
                  <a:pt x="772901" y="2175272"/>
                </a:lnTo>
                <a:lnTo>
                  <a:pt x="766565" y="2178447"/>
                </a:lnTo>
                <a:lnTo>
                  <a:pt x="759833" y="2180828"/>
                </a:lnTo>
                <a:lnTo>
                  <a:pt x="753100" y="2182813"/>
                </a:lnTo>
                <a:lnTo>
                  <a:pt x="745972" y="2184797"/>
                </a:lnTo>
                <a:lnTo>
                  <a:pt x="738448" y="2185988"/>
                </a:lnTo>
                <a:lnTo>
                  <a:pt x="730924" y="2186781"/>
                </a:lnTo>
                <a:lnTo>
                  <a:pt x="722608" y="2187575"/>
                </a:lnTo>
                <a:lnTo>
                  <a:pt x="713896" y="2187575"/>
                </a:lnTo>
                <a:lnTo>
                  <a:pt x="704788" y="2187178"/>
                </a:lnTo>
                <a:lnTo>
                  <a:pt x="697659" y="2186385"/>
                </a:lnTo>
                <a:lnTo>
                  <a:pt x="691719" y="2185194"/>
                </a:lnTo>
                <a:lnTo>
                  <a:pt x="686571" y="2183210"/>
                </a:lnTo>
                <a:lnTo>
                  <a:pt x="683007" y="2181622"/>
                </a:lnTo>
                <a:lnTo>
                  <a:pt x="679839" y="2179638"/>
                </a:lnTo>
                <a:lnTo>
                  <a:pt x="677859" y="2176860"/>
                </a:lnTo>
                <a:lnTo>
                  <a:pt x="676671" y="2174478"/>
                </a:lnTo>
                <a:lnTo>
                  <a:pt x="676275" y="2171700"/>
                </a:lnTo>
                <a:lnTo>
                  <a:pt x="676671" y="2168525"/>
                </a:lnTo>
                <a:lnTo>
                  <a:pt x="677463" y="2165350"/>
                </a:lnTo>
                <a:lnTo>
                  <a:pt x="679047" y="2161778"/>
                </a:lnTo>
                <a:lnTo>
                  <a:pt x="681423" y="2158603"/>
                </a:lnTo>
                <a:lnTo>
                  <a:pt x="683799" y="2154635"/>
                </a:lnTo>
                <a:lnTo>
                  <a:pt x="686571" y="2151063"/>
                </a:lnTo>
                <a:lnTo>
                  <a:pt x="693699" y="2143522"/>
                </a:lnTo>
                <a:lnTo>
                  <a:pt x="702016" y="2136378"/>
                </a:lnTo>
                <a:lnTo>
                  <a:pt x="710332" y="2129235"/>
                </a:lnTo>
                <a:lnTo>
                  <a:pt x="718648" y="2122488"/>
                </a:lnTo>
                <a:lnTo>
                  <a:pt x="726964" y="2117328"/>
                </a:lnTo>
                <a:lnTo>
                  <a:pt x="739636" y="2108200"/>
                </a:lnTo>
                <a:lnTo>
                  <a:pt x="744784" y="2105025"/>
                </a:lnTo>
                <a:close/>
                <a:moveTo>
                  <a:pt x="1585912" y="1846263"/>
                </a:moveTo>
                <a:lnTo>
                  <a:pt x="1674566" y="1846263"/>
                </a:lnTo>
                <a:lnTo>
                  <a:pt x="1678524" y="1848644"/>
                </a:lnTo>
                <a:lnTo>
                  <a:pt x="1688418" y="1855391"/>
                </a:lnTo>
                <a:lnTo>
                  <a:pt x="1695146" y="1860154"/>
                </a:lnTo>
                <a:lnTo>
                  <a:pt x="1701875" y="1864916"/>
                </a:lnTo>
                <a:lnTo>
                  <a:pt x="1708603" y="1870870"/>
                </a:lnTo>
                <a:lnTo>
                  <a:pt x="1714935" y="1876426"/>
                </a:lnTo>
                <a:lnTo>
                  <a:pt x="1720476" y="1882379"/>
                </a:lnTo>
                <a:lnTo>
                  <a:pt x="1725225" y="1888332"/>
                </a:lnTo>
                <a:lnTo>
                  <a:pt x="1726808" y="1890713"/>
                </a:lnTo>
                <a:lnTo>
                  <a:pt x="1727996" y="1893888"/>
                </a:lnTo>
                <a:lnTo>
                  <a:pt x="1728391" y="1896270"/>
                </a:lnTo>
                <a:lnTo>
                  <a:pt x="1728787" y="1898651"/>
                </a:lnTo>
                <a:lnTo>
                  <a:pt x="1728391" y="1901032"/>
                </a:lnTo>
                <a:lnTo>
                  <a:pt x="1727600" y="1903017"/>
                </a:lnTo>
                <a:lnTo>
                  <a:pt x="1726017" y="1905001"/>
                </a:lnTo>
                <a:lnTo>
                  <a:pt x="1723246" y="1906985"/>
                </a:lnTo>
                <a:lnTo>
                  <a:pt x="1720476" y="1908176"/>
                </a:lnTo>
                <a:lnTo>
                  <a:pt x="1716518" y="1909367"/>
                </a:lnTo>
                <a:lnTo>
                  <a:pt x="1711769" y="1910160"/>
                </a:lnTo>
                <a:lnTo>
                  <a:pt x="1706228" y="1910954"/>
                </a:lnTo>
                <a:lnTo>
                  <a:pt x="1699104" y="1911351"/>
                </a:lnTo>
                <a:lnTo>
                  <a:pt x="1692376" y="1910954"/>
                </a:lnTo>
                <a:lnTo>
                  <a:pt x="1685648" y="1910557"/>
                </a:lnTo>
                <a:lnTo>
                  <a:pt x="1679711" y="1910160"/>
                </a:lnTo>
                <a:lnTo>
                  <a:pt x="1673774" y="1908970"/>
                </a:lnTo>
                <a:lnTo>
                  <a:pt x="1667838" y="1907779"/>
                </a:lnTo>
                <a:lnTo>
                  <a:pt x="1662297" y="1905795"/>
                </a:lnTo>
                <a:lnTo>
                  <a:pt x="1657548" y="1903810"/>
                </a:lnTo>
                <a:lnTo>
                  <a:pt x="1652403" y="1901826"/>
                </a:lnTo>
                <a:lnTo>
                  <a:pt x="1647653" y="1899445"/>
                </a:lnTo>
                <a:lnTo>
                  <a:pt x="1638550" y="1894285"/>
                </a:lnTo>
                <a:lnTo>
                  <a:pt x="1629448" y="1888729"/>
                </a:lnTo>
                <a:lnTo>
                  <a:pt x="1620741" y="1882379"/>
                </a:lnTo>
                <a:lnTo>
                  <a:pt x="1617179" y="1879998"/>
                </a:lnTo>
                <a:lnTo>
                  <a:pt x="1614408" y="1878807"/>
                </a:lnTo>
                <a:lnTo>
                  <a:pt x="1612825" y="1878807"/>
                </a:lnTo>
                <a:lnTo>
                  <a:pt x="1612033" y="1879204"/>
                </a:lnTo>
                <a:lnTo>
                  <a:pt x="1611638" y="1880792"/>
                </a:lnTo>
                <a:lnTo>
                  <a:pt x="1610846" y="1881982"/>
                </a:lnTo>
                <a:lnTo>
                  <a:pt x="1610450" y="1882776"/>
                </a:lnTo>
                <a:lnTo>
                  <a:pt x="1608867" y="1883173"/>
                </a:lnTo>
                <a:lnTo>
                  <a:pt x="1598973" y="1882776"/>
                </a:lnTo>
                <a:lnTo>
                  <a:pt x="1593432" y="1881982"/>
                </a:lnTo>
                <a:lnTo>
                  <a:pt x="1591453" y="1881585"/>
                </a:lnTo>
                <a:lnTo>
                  <a:pt x="1589870" y="1881188"/>
                </a:lnTo>
                <a:lnTo>
                  <a:pt x="1587891" y="1872457"/>
                </a:lnTo>
                <a:lnTo>
                  <a:pt x="1587100" y="1865313"/>
                </a:lnTo>
                <a:lnTo>
                  <a:pt x="1586308" y="1860154"/>
                </a:lnTo>
                <a:lnTo>
                  <a:pt x="1586308" y="1855391"/>
                </a:lnTo>
                <a:lnTo>
                  <a:pt x="1586308" y="1852216"/>
                </a:lnTo>
                <a:lnTo>
                  <a:pt x="1586704" y="1850232"/>
                </a:lnTo>
                <a:lnTo>
                  <a:pt x="1587100" y="1848644"/>
                </a:lnTo>
                <a:lnTo>
                  <a:pt x="1585912" y="1846263"/>
                </a:lnTo>
                <a:close/>
                <a:moveTo>
                  <a:pt x="1360734" y="1846263"/>
                </a:moveTo>
                <a:lnTo>
                  <a:pt x="1449387" y="1846263"/>
                </a:lnTo>
                <a:lnTo>
                  <a:pt x="1448200" y="1848644"/>
                </a:lnTo>
                <a:lnTo>
                  <a:pt x="1448596" y="1850232"/>
                </a:lnTo>
                <a:lnTo>
                  <a:pt x="1448991" y="1852216"/>
                </a:lnTo>
                <a:lnTo>
                  <a:pt x="1448991" y="1855391"/>
                </a:lnTo>
                <a:lnTo>
                  <a:pt x="1448991" y="1860154"/>
                </a:lnTo>
                <a:lnTo>
                  <a:pt x="1448200" y="1865313"/>
                </a:lnTo>
                <a:lnTo>
                  <a:pt x="1447408" y="1872457"/>
                </a:lnTo>
                <a:lnTo>
                  <a:pt x="1445034" y="1881188"/>
                </a:lnTo>
                <a:lnTo>
                  <a:pt x="1443846" y="1881585"/>
                </a:lnTo>
                <a:lnTo>
                  <a:pt x="1441868" y="1881982"/>
                </a:lnTo>
                <a:lnTo>
                  <a:pt x="1436327" y="1882776"/>
                </a:lnTo>
                <a:lnTo>
                  <a:pt x="1426432" y="1883173"/>
                </a:lnTo>
                <a:lnTo>
                  <a:pt x="1424849" y="1882776"/>
                </a:lnTo>
                <a:lnTo>
                  <a:pt x="1424058" y="1881982"/>
                </a:lnTo>
                <a:lnTo>
                  <a:pt x="1423662" y="1880792"/>
                </a:lnTo>
                <a:lnTo>
                  <a:pt x="1423266" y="1879204"/>
                </a:lnTo>
                <a:lnTo>
                  <a:pt x="1422079" y="1878807"/>
                </a:lnTo>
                <a:lnTo>
                  <a:pt x="1420891" y="1878807"/>
                </a:lnTo>
                <a:lnTo>
                  <a:pt x="1417725" y="1879998"/>
                </a:lnTo>
                <a:lnTo>
                  <a:pt x="1414163" y="1882379"/>
                </a:lnTo>
                <a:lnTo>
                  <a:pt x="1405852" y="1888729"/>
                </a:lnTo>
                <a:lnTo>
                  <a:pt x="1396749" y="1894285"/>
                </a:lnTo>
                <a:lnTo>
                  <a:pt x="1387646" y="1899445"/>
                </a:lnTo>
                <a:lnTo>
                  <a:pt x="1382897" y="1901826"/>
                </a:lnTo>
                <a:lnTo>
                  <a:pt x="1377752" y="1903810"/>
                </a:lnTo>
                <a:lnTo>
                  <a:pt x="1373003" y="1905795"/>
                </a:lnTo>
                <a:lnTo>
                  <a:pt x="1367462" y="1907779"/>
                </a:lnTo>
                <a:lnTo>
                  <a:pt x="1361525" y="1908970"/>
                </a:lnTo>
                <a:lnTo>
                  <a:pt x="1355588" y="1910160"/>
                </a:lnTo>
                <a:lnTo>
                  <a:pt x="1349652" y="1910557"/>
                </a:lnTo>
                <a:lnTo>
                  <a:pt x="1342924" y="1910954"/>
                </a:lnTo>
                <a:lnTo>
                  <a:pt x="1336195" y="1911351"/>
                </a:lnTo>
                <a:lnTo>
                  <a:pt x="1329071" y="1910954"/>
                </a:lnTo>
                <a:lnTo>
                  <a:pt x="1323531" y="1910160"/>
                </a:lnTo>
                <a:lnTo>
                  <a:pt x="1318781" y="1909367"/>
                </a:lnTo>
                <a:lnTo>
                  <a:pt x="1314824" y="1908176"/>
                </a:lnTo>
                <a:lnTo>
                  <a:pt x="1312053" y="1906985"/>
                </a:lnTo>
                <a:lnTo>
                  <a:pt x="1309283" y="1905001"/>
                </a:lnTo>
                <a:lnTo>
                  <a:pt x="1307700" y="1903017"/>
                </a:lnTo>
                <a:lnTo>
                  <a:pt x="1306908" y="1901032"/>
                </a:lnTo>
                <a:lnTo>
                  <a:pt x="1306512" y="1898651"/>
                </a:lnTo>
                <a:lnTo>
                  <a:pt x="1306512" y="1896270"/>
                </a:lnTo>
                <a:lnTo>
                  <a:pt x="1307304" y="1893888"/>
                </a:lnTo>
                <a:lnTo>
                  <a:pt x="1308491" y="1890713"/>
                </a:lnTo>
                <a:lnTo>
                  <a:pt x="1310074" y="1888332"/>
                </a:lnTo>
                <a:lnTo>
                  <a:pt x="1314824" y="1882379"/>
                </a:lnTo>
                <a:lnTo>
                  <a:pt x="1320364" y="1876426"/>
                </a:lnTo>
                <a:lnTo>
                  <a:pt x="1326697" y="1870870"/>
                </a:lnTo>
                <a:lnTo>
                  <a:pt x="1333425" y="1864916"/>
                </a:lnTo>
                <a:lnTo>
                  <a:pt x="1340153" y="1860154"/>
                </a:lnTo>
                <a:lnTo>
                  <a:pt x="1346881" y="1855391"/>
                </a:lnTo>
                <a:lnTo>
                  <a:pt x="1356776" y="1848644"/>
                </a:lnTo>
                <a:lnTo>
                  <a:pt x="1360734" y="1846263"/>
                </a:lnTo>
                <a:close/>
                <a:moveTo>
                  <a:pt x="449262" y="1846263"/>
                </a:moveTo>
                <a:lnTo>
                  <a:pt x="537671" y="1846263"/>
                </a:lnTo>
                <a:lnTo>
                  <a:pt x="542012" y="1848644"/>
                </a:lnTo>
                <a:lnTo>
                  <a:pt x="551880" y="1855391"/>
                </a:lnTo>
                <a:lnTo>
                  <a:pt x="558194" y="1860154"/>
                </a:lnTo>
                <a:lnTo>
                  <a:pt x="564904" y="1864916"/>
                </a:lnTo>
                <a:lnTo>
                  <a:pt x="571614" y="1870870"/>
                </a:lnTo>
                <a:lnTo>
                  <a:pt x="577929" y="1876426"/>
                </a:lnTo>
                <a:lnTo>
                  <a:pt x="583849" y="1882379"/>
                </a:lnTo>
                <a:lnTo>
                  <a:pt x="588190" y="1888332"/>
                </a:lnTo>
                <a:lnTo>
                  <a:pt x="589769" y="1890713"/>
                </a:lnTo>
                <a:lnTo>
                  <a:pt x="590953" y="1893888"/>
                </a:lnTo>
                <a:lnTo>
                  <a:pt x="591742" y="1896270"/>
                </a:lnTo>
                <a:lnTo>
                  <a:pt x="592137" y="1898651"/>
                </a:lnTo>
                <a:lnTo>
                  <a:pt x="591742" y="1901032"/>
                </a:lnTo>
                <a:lnTo>
                  <a:pt x="590558" y="1903017"/>
                </a:lnTo>
                <a:lnTo>
                  <a:pt x="589374" y="1905001"/>
                </a:lnTo>
                <a:lnTo>
                  <a:pt x="587006" y="1906985"/>
                </a:lnTo>
                <a:lnTo>
                  <a:pt x="583849" y="1908176"/>
                </a:lnTo>
                <a:lnTo>
                  <a:pt x="579902" y="1909367"/>
                </a:lnTo>
                <a:lnTo>
                  <a:pt x="575166" y="1910160"/>
                </a:lnTo>
                <a:lnTo>
                  <a:pt x="569246" y="1910954"/>
                </a:lnTo>
                <a:lnTo>
                  <a:pt x="562141" y="1911351"/>
                </a:lnTo>
                <a:lnTo>
                  <a:pt x="555432" y="1910954"/>
                </a:lnTo>
                <a:lnTo>
                  <a:pt x="549117" y="1910557"/>
                </a:lnTo>
                <a:lnTo>
                  <a:pt x="542802" y="1910160"/>
                </a:lnTo>
                <a:lnTo>
                  <a:pt x="536882" y="1908970"/>
                </a:lnTo>
                <a:lnTo>
                  <a:pt x="531356" y="1907779"/>
                </a:lnTo>
                <a:lnTo>
                  <a:pt x="526225" y="1905795"/>
                </a:lnTo>
                <a:lnTo>
                  <a:pt x="521094" y="1903810"/>
                </a:lnTo>
                <a:lnTo>
                  <a:pt x="515963" y="1901826"/>
                </a:lnTo>
                <a:lnTo>
                  <a:pt x="510833" y="1899445"/>
                </a:lnTo>
                <a:lnTo>
                  <a:pt x="501755" y="1894285"/>
                </a:lnTo>
                <a:lnTo>
                  <a:pt x="493072" y="1888729"/>
                </a:lnTo>
                <a:lnTo>
                  <a:pt x="484389" y="1882379"/>
                </a:lnTo>
                <a:lnTo>
                  <a:pt x="480837" y="1879998"/>
                </a:lnTo>
                <a:lnTo>
                  <a:pt x="478074" y="1878807"/>
                </a:lnTo>
                <a:lnTo>
                  <a:pt x="476495" y="1878807"/>
                </a:lnTo>
                <a:lnTo>
                  <a:pt x="475706" y="1879204"/>
                </a:lnTo>
                <a:lnTo>
                  <a:pt x="474916" y="1880792"/>
                </a:lnTo>
                <a:lnTo>
                  <a:pt x="474522" y="1881982"/>
                </a:lnTo>
                <a:lnTo>
                  <a:pt x="473732" y="1882776"/>
                </a:lnTo>
                <a:lnTo>
                  <a:pt x="472943" y="1883173"/>
                </a:lnTo>
                <a:lnTo>
                  <a:pt x="462681" y="1882776"/>
                </a:lnTo>
                <a:lnTo>
                  <a:pt x="457156" y="1881982"/>
                </a:lnTo>
                <a:lnTo>
                  <a:pt x="455182" y="1881585"/>
                </a:lnTo>
                <a:lnTo>
                  <a:pt x="453603" y="1881188"/>
                </a:lnTo>
                <a:lnTo>
                  <a:pt x="452025" y="1872457"/>
                </a:lnTo>
                <a:lnTo>
                  <a:pt x="450446" y="1865313"/>
                </a:lnTo>
                <a:lnTo>
                  <a:pt x="450051" y="1860154"/>
                </a:lnTo>
                <a:lnTo>
                  <a:pt x="450051" y="1855391"/>
                </a:lnTo>
                <a:lnTo>
                  <a:pt x="450051" y="1852216"/>
                </a:lnTo>
                <a:lnTo>
                  <a:pt x="450446" y="1850232"/>
                </a:lnTo>
                <a:lnTo>
                  <a:pt x="450841" y="1848644"/>
                </a:lnTo>
                <a:lnTo>
                  <a:pt x="449262" y="1846263"/>
                </a:lnTo>
                <a:close/>
                <a:moveTo>
                  <a:pt x="224686" y="1846263"/>
                </a:moveTo>
                <a:lnTo>
                  <a:pt x="314325" y="1846263"/>
                </a:lnTo>
                <a:lnTo>
                  <a:pt x="313124" y="1848644"/>
                </a:lnTo>
                <a:lnTo>
                  <a:pt x="313124" y="1850232"/>
                </a:lnTo>
                <a:lnTo>
                  <a:pt x="313525" y="1852216"/>
                </a:lnTo>
                <a:lnTo>
                  <a:pt x="313925" y="1855391"/>
                </a:lnTo>
                <a:lnTo>
                  <a:pt x="313525" y="1860154"/>
                </a:lnTo>
                <a:lnTo>
                  <a:pt x="313124" y="1865313"/>
                </a:lnTo>
                <a:lnTo>
                  <a:pt x="311924" y="1872457"/>
                </a:lnTo>
                <a:lnTo>
                  <a:pt x="310323" y="1881188"/>
                </a:lnTo>
                <a:lnTo>
                  <a:pt x="308722" y="1881585"/>
                </a:lnTo>
                <a:lnTo>
                  <a:pt x="306321" y="1881982"/>
                </a:lnTo>
                <a:lnTo>
                  <a:pt x="300719" y="1882776"/>
                </a:lnTo>
                <a:lnTo>
                  <a:pt x="290715" y="1883173"/>
                </a:lnTo>
                <a:lnTo>
                  <a:pt x="289914" y="1882776"/>
                </a:lnTo>
                <a:lnTo>
                  <a:pt x="288714" y="1881982"/>
                </a:lnTo>
                <a:lnTo>
                  <a:pt x="288314" y="1880792"/>
                </a:lnTo>
                <a:lnTo>
                  <a:pt x="287513" y="1879204"/>
                </a:lnTo>
                <a:lnTo>
                  <a:pt x="286713" y="1878807"/>
                </a:lnTo>
                <a:lnTo>
                  <a:pt x="285112" y="1878807"/>
                </a:lnTo>
                <a:lnTo>
                  <a:pt x="282311" y="1879998"/>
                </a:lnTo>
                <a:lnTo>
                  <a:pt x="278709" y="1882379"/>
                </a:lnTo>
                <a:lnTo>
                  <a:pt x="270306" y="1888729"/>
                </a:lnTo>
                <a:lnTo>
                  <a:pt x="261102" y="1894285"/>
                </a:lnTo>
                <a:lnTo>
                  <a:pt x="251898" y="1899445"/>
                </a:lnTo>
                <a:lnTo>
                  <a:pt x="246695" y="1901826"/>
                </a:lnTo>
                <a:lnTo>
                  <a:pt x="242293" y="1903810"/>
                </a:lnTo>
                <a:lnTo>
                  <a:pt x="236691" y="1905795"/>
                </a:lnTo>
                <a:lnTo>
                  <a:pt x="231089" y="1907779"/>
                </a:lnTo>
                <a:lnTo>
                  <a:pt x="225486" y="1908970"/>
                </a:lnTo>
                <a:lnTo>
                  <a:pt x="219484" y="1910160"/>
                </a:lnTo>
                <a:lnTo>
                  <a:pt x="213081" y="1910557"/>
                </a:lnTo>
                <a:lnTo>
                  <a:pt x="206678" y="1910954"/>
                </a:lnTo>
                <a:lnTo>
                  <a:pt x="199875" y="1911351"/>
                </a:lnTo>
                <a:lnTo>
                  <a:pt x="192672" y="1910954"/>
                </a:lnTo>
                <a:lnTo>
                  <a:pt x="186669" y="1910160"/>
                </a:lnTo>
                <a:lnTo>
                  <a:pt x="182267" y="1909367"/>
                </a:lnTo>
                <a:lnTo>
                  <a:pt x="178266" y="1908176"/>
                </a:lnTo>
                <a:lnTo>
                  <a:pt x="175064" y="1906985"/>
                </a:lnTo>
                <a:lnTo>
                  <a:pt x="172663" y="1905001"/>
                </a:lnTo>
                <a:lnTo>
                  <a:pt x="171062" y="1903017"/>
                </a:lnTo>
                <a:lnTo>
                  <a:pt x="169862" y="1901032"/>
                </a:lnTo>
                <a:lnTo>
                  <a:pt x="169862" y="1898651"/>
                </a:lnTo>
                <a:lnTo>
                  <a:pt x="169862" y="1896270"/>
                </a:lnTo>
                <a:lnTo>
                  <a:pt x="170662" y="1893888"/>
                </a:lnTo>
                <a:lnTo>
                  <a:pt x="171863" y="1890713"/>
                </a:lnTo>
                <a:lnTo>
                  <a:pt x="173864" y="1888332"/>
                </a:lnTo>
                <a:lnTo>
                  <a:pt x="177865" y="1882379"/>
                </a:lnTo>
                <a:lnTo>
                  <a:pt x="183868" y="1876426"/>
                </a:lnTo>
                <a:lnTo>
                  <a:pt x="190271" y="1870870"/>
                </a:lnTo>
                <a:lnTo>
                  <a:pt x="197074" y="1864916"/>
                </a:lnTo>
                <a:lnTo>
                  <a:pt x="203877" y="1860154"/>
                </a:lnTo>
                <a:lnTo>
                  <a:pt x="210279" y="1855391"/>
                </a:lnTo>
                <a:lnTo>
                  <a:pt x="220284" y="1848644"/>
                </a:lnTo>
                <a:lnTo>
                  <a:pt x="224686" y="1846263"/>
                </a:lnTo>
                <a:close/>
                <a:moveTo>
                  <a:pt x="1862137" y="1284288"/>
                </a:moveTo>
                <a:lnTo>
                  <a:pt x="1861739" y="1287447"/>
                </a:lnTo>
                <a:lnTo>
                  <a:pt x="1860144" y="1296135"/>
                </a:lnTo>
                <a:lnTo>
                  <a:pt x="1858151" y="1308772"/>
                </a:lnTo>
                <a:lnTo>
                  <a:pt x="1856557" y="1315880"/>
                </a:lnTo>
                <a:lnTo>
                  <a:pt x="1854564" y="1322988"/>
                </a:lnTo>
                <a:lnTo>
                  <a:pt x="1852172" y="1330097"/>
                </a:lnTo>
                <a:lnTo>
                  <a:pt x="1849781" y="1337205"/>
                </a:lnTo>
                <a:lnTo>
                  <a:pt x="1846194" y="1343918"/>
                </a:lnTo>
                <a:lnTo>
                  <a:pt x="1843005" y="1350237"/>
                </a:lnTo>
                <a:lnTo>
                  <a:pt x="1838620" y="1355370"/>
                </a:lnTo>
                <a:lnTo>
                  <a:pt x="1836627" y="1357345"/>
                </a:lnTo>
                <a:lnTo>
                  <a:pt x="1834634" y="1359714"/>
                </a:lnTo>
                <a:lnTo>
                  <a:pt x="1831844" y="1361294"/>
                </a:lnTo>
                <a:lnTo>
                  <a:pt x="1829453" y="1362478"/>
                </a:lnTo>
                <a:lnTo>
                  <a:pt x="1826264" y="1363268"/>
                </a:lnTo>
                <a:lnTo>
                  <a:pt x="1823474" y="1363663"/>
                </a:lnTo>
                <a:lnTo>
                  <a:pt x="1820285" y="1363663"/>
                </a:lnTo>
                <a:lnTo>
                  <a:pt x="1816698" y="1363663"/>
                </a:lnTo>
                <a:lnTo>
                  <a:pt x="1814306" y="1363268"/>
                </a:lnTo>
                <a:lnTo>
                  <a:pt x="1811117" y="1362873"/>
                </a:lnTo>
                <a:lnTo>
                  <a:pt x="1809124" y="1362084"/>
                </a:lnTo>
                <a:lnTo>
                  <a:pt x="1807131" y="1361294"/>
                </a:lnTo>
                <a:lnTo>
                  <a:pt x="1805138" y="1360109"/>
                </a:lnTo>
                <a:lnTo>
                  <a:pt x="1803544" y="1358135"/>
                </a:lnTo>
                <a:lnTo>
                  <a:pt x="1802348" y="1356555"/>
                </a:lnTo>
                <a:lnTo>
                  <a:pt x="1801153" y="1354975"/>
                </a:lnTo>
                <a:lnTo>
                  <a:pt x="1800355" y="1353001"/>
                </a:lnTo>
                <a:lnTo>
                  <a:pt x="1799558" y="1350237"/>
                </a:lnTo>
                <a:lnTo>
                  <a:pt x="1798362" y="1345498"/>
                </a:lnTo>
                <a:lnTo>
                  <a:pt x="1797964" y="1339969"/>
                </a:lnTo>
                <a:lnTo>
                  <a:pt x="1797565" y="1334835"/>
                </a:lnTo>
                <a:lnTo>
                  <a:pt x="1796369" y="1330886"/>
                </a:lnTo>
                <a:lnTo>
                  <a:pt x="1795971" y="1329702"/>
                </a:lnTo>
                <a:lnTo>
                  <a:pt x="1795174" y="1328912"/>
                </a:lnTo>
                <a:lnTo>
                  <a:pt x="1794376" y="1328122"/>
                </a:lnTo>
                <a:lnTo>
                  <a:pt x="1793579" y="1328122"/>
                </a:lnTo>
                <a:lnTo>
                  <a:pt x="1791985" y="1328122"/>
                </a:lnTo>
                <a:lnTo>
                  <a:pt x="1791188" y="1328517"/>
                </a:lnTo>
                <a:lnTo>
                  <a:pt x="1790390" y="1328912"/>
                </a:lnTo>
                <a:lnTo>
                  <a:pt x="1789992" y="1329702"/>
                </a:lnTo>
                <a:lnTo>
                  <a:pt x="1788796" y="1332071"/>
                </a:lnTo>
                <a:lnTo>
                  <a:pt x="1788398" y="1336020"/>
                </a:lnTo>
                <a:lnTo>
                  <a:pt x="1787999" y="1337995"/>
                </a:lnTo>
                <a:lnTo>
                  <a:pt x="1787600" y="1340759"/>
                </a:lnTo>
                <a:lnTo>
                  <a:pt x="1785209" y="1346288"/>
                </a:lnTo>
                <a:lnTo>
                  <a:pt x="1782020" y="1351816"/>
                </a:lnTo>
                <a:lnTo>
                  <a:pt x="1778034" y="1356950"/>
                </a:lnTo>
                <a:lnTo>
                  <a:pt x="1776440" y="1358529"/>
                </a:lnTo>
                <a:lnTo>
                  <a:pt x="1774845" y="1360504"/>
                </a:lnTo>
                <a:lnTo>
                  <a:pt x="1773251" y="1361294"/>
                </a:lnTo>
                <a:lnTo>
                  <a:pt x="1771657" y="1361294"/>
                </a:lnTo>
                <a:lnTo>
                  <a:pt x="1770859" y="1360899"/>
                </a:lnTo>
                <a:lnTo>
                  <a:pt x="1770062" y="1358924"/>
                </a:lnTo>
                <a:lnTo>
                  <a:pt x="1770062" y="1356555"/>
                </a:lnTo>
                <a:lnTo>
                  <a:pt x="1770062" y="1353396"/>
                </a:lnTo>
                <a:lnTo>
                  <a:pt x="1772454" y="1335230"/>
                </a:lnTo>
                <a:lnTo>
                  <a:pt x="1774048" y="1326148"/>
                </a:lnTo>
                <a:lnTo>
                  <a:pt x="1775643" y="1317460"/>
                </a:lnTo>
                <a:lnTo>
                  <a:pt x="1778034" y="1309957"/>
                </a:lnTo>
                <a:lnTo>
                  <a:pt x="1779628" y="1306797"/>
                </a:lnTo>
                <a:lnTo>
                  <a:pt x="1781223" y="1303638"/>
                </a:lnTo>
                <a:lnTo>
                  <a:pt x="1782817" y="1301269"/>
                </a:lnTo>
                <a:lnTo>
                  <a:pt x="1784810" y="1299689"/>
                </a:lnTo>
                <a:lnTo>
                  <a:pt x="1787202" y="1298110"/>
                </a:lnTo>
                <a:lnTo>
                  <a:pt x="1789593" y="1297715"/>
                </a:lnTo>
                <a:lnTo>
                  <a:pt x="1862137" y="1284288"/>
                </a:lnTo>
                <a:close/>
                <a:moveTo>
                  <a:pt x="42862" y="1284288"/>
                </a:moveTo>
                <a:lnTo>
                  <a:pt x="114155" y="1297983"/>
                </a:lnTo>
                <a:lnTo>
                  <a:pt x="116114" y="1298386"/>
                </a:lnTo>
                <a:lnTo>
                  <a:pt x="118073" y="1299595"/>
                </a:lnTo>
                <a:lnTo>
                  <a:pt x="120423" y="1301609"/>
                </a:lnTo>
                <a:lnTo>
                  <a:pt x="121990" y="1303623"/>
                </a:lnTo>
                <a:lnTo>
                  <a:pt x="123557" y="1306845"/>
                </a:lnTo>
                <a:lnTo>
                  <a:pt x="125124" y="1310067"/>
                </a:lnTo>
                <a:lnTo>
                  <a:pt x="127474" y="1318123"/>
                </a:lnTo>
                <a:lnTo>
                  <a:pt x="129433" y="1326985"/>
                </a:lnTo>
                <a:lnTo>
                  <a:pt x="130608" y="1335847"/>
                </a:lnTo>
                <a:lnTo>
                  <a:pt x="133350" y="1354376"/>
                </a:lnTo>
                <a:lnTo>
                  <a:pt x="133350" y="1358001"/>
                </a:lnTo>
                <a:lnTo>
                  <a:pt x="132958" y="1360820"/>
                </a:lnTo>
                <a:lnTo>
                  <a:pt x="132566" y="1362029"/>
                </a:lnTo>
                <a:lnTo>
                  <a:pt x="131000" y="1362834"/>
                </a:lnTo>
                <a:lnTo>
                  <a:pt x="129824" y="1362432"/>
                </a:lnTo>
                <a:lnTo>
                  <a:pt x="128257" y="1361626"/>
                </a:lnTo>
                <a:lnTo>
                  <a:pt x="126691" y="1360418"/>
                </a:lnTo>
                <a:lnTo>
                  <a:pt x="124732" y="1358001"/>
                </a:lnTo>
                <a:lnTo>
                  <a:pt x="121598" y="1353167"/>
                </a:lnTo>
                <a:lnTo>
                  <a:pt x="118073" y="1347528"/>
                </a:lnTo>
                <a:lnTo>
                  <a:pt x="116114" y="1341486"/>
                </a:lnTo>
                <a:lnTo>
                  <a:pt x="115331" y="1339069"/>
                </a:lnTo>
                <a:lnTo>
                  <a:pt x="115331" y="1336652"/>
                </a:lnTo>
                <a:lnTo>
                  <a:pt x="114939" y="1333430"/>
                </a:lnTo>
                <a:lnTo>
                  <a:pt x="113764" y="1330610"/>
                </a:lnTo>
                <a:lnTo>
                  <a:pt x="112980" y="1329805"/>
                </a:lnTo>
                <a:lnTo>
                  <a:pt x="111805" y="1328999"/>
                </a:lnTo>
                <a:lnTo>
                  <a:pt x="111022" y="1328596"/>
                </a:lnTo>
                <a:lnTo>
                  <a:pt x="110238" y="1328596"/>
                </a:lnTo>
                <a:lnTo>
                  <a:pt x="109455" y="1328999"/>
                </a:lnTo>
                <a:lnTo>
                  <a:pt x="108671" y="1329402"/>
                </a:lnTo>
                <a:lnTo>
                  <a:pt x="107888" y="1330610"/>
                </a:lnTo>
                <a:lnTo>
                  <a:pt x="107104" y="1332221"/>
                </a:lnTo>
                <a:lnTo>
                  <a:pt x="106321" y="1335444"/>
                </a:lnTo>
                <a:lnTo>
                  <a:pt x="105929" y="1341083"/>
                </a:lnTo>
                <a:lnTo>
                  <a:pt x="105146" y="1346722"/>
                </a:lnTo>
                <a:lnTo>
                  <a:pt x="104362" y="1351556"/>
                </a:lnTo>
                <a:lnTo>
                  <a:pt x="103579" y="1353973"/>
                </a:lnTo>
                <a:lnTo>
                  <a:pt x="102795" y="1355987"/>
                </a:lnTo>
                <a:lnTo>
                  <a:pt x="101620" y="1358001"/>
                </a:lnTo>
                <a:lnTo>
                  <a:pt x="100445" y="1360015"/>
                </a:lnTo>
                <a:lnTo>
                  <a:pt x="98487" y="1361223"/>
                </a:lnTo>
                <a:lnTo>
                  <a:pt x="96920" y="1362432"/>
                </a:lnTo>
                <a:lnTo>
                  <a:pt x="94961" y="1363237"/>
                </a:lnTo>
                <a:lnTo>
                  <a:pt x="92611" y="1364043"/>
                </a:lnTo>
                <a:lnTo>
                  <a:pt x="89869" y="1364848"/>
                </a:lnTo>
                <a:lnTo>
                  <a:pt x="87127" y="1365251"/>
                </a:lnTo>
                <a:lnTo>
                  <a:pt x="80467" y="1364848"/>
                </a:lnTo>
                <a:lnTo>
                  <a:pt x="77725" y="1364446"/>
                </a:lnTo>
                <a:lnTo>
                  <a:pt x="74983" y="1363640"/>
                </a:lnTo>
                <a:lnTo>
                  <a:pt x="72633" y="1362432"/>
                </a:lnTo>
                <a:lnTo>
                  <a:pt x="69891" y="1360820"/>
                </a:lnTo>
                <a:lnTo>
                  <a:pt x="67932" y="1358806"/>
                </a:lnTo>
                <a:lnTo>
                  <a:pt x="65190" y="1356792"/>
                </a:lnTo>
                <a:lnTo>
                  <a:pt x="61665" y="1351153"/>
                </a:lnTo>
                <a:lnTo>
                  <a:pt x="57747" y="1345111"/>
                </a:lnTo>
                <a:lnTo>
                  <a:pt x="55005" y="1338263"/>
                </a:lnTo>
                <a:lnTo>
                  <a:pt x="52655" y="1331013"/>
                </a:lnTo>
                <a:lnTo>
                  <a:pt x="49913" y="1323360"/>
                </a:lnTo>
                <a:lnTo>
                  <a:pt x="48346" y="1316109"/>
                </a:lnTo>
                <a:lnTo>
                  <a:pt x="46779" y="1308859"/>
                </a:lnTo>
                <a:lnTo>
                  <a:pt x="44037" y="1296372"/>
                </a:lnTo>
                <a:lnTo>
                  <a:pt x="43254" y="1287511"/>
                </a:lnTo>
                <a:lnTo>
                  <a:pt x="42862" y="1284288"/>
                </a:lnTo>
                <a:close/>
                <a:moveTo>
                  <a:pt x="1298517" y="998258"/>
                </a:moveTo>
                <a:lnTo>
                  <a:pt x="1247697" y="1005006"/>
                </a:lnTo>
                <a:lnTo>
                  <a:pt x="970168" y="1039940"/>
                </a:lnTo>
                <a:lnTo>
                  <a:pt x="956272" y="1045895"/>
                </a:lnTo>
                <a:lnTo>
                  <a:pt x="928877" y="1057010"/>
                </a:lnTo>
                <a:lnTo>
                  <a:pt x="879644" y="1076859"/>
                </a:lnTo>
                <a:lnTo>
                  <a:pt x="925700" y="1070905"/>
                </a:lnTo>
                <a:lnTo>
                  <a:pt x="946743" y="1068523"/>
                </a:lnTo>
                <a:lnTo>
                  <a:pt x="1317972" y="1020885"/>
                </a:lnTo>
                <a:lnTo>
                  <a:pt x="1314399" y="1016122"/>
                </a:lnTo>
                <a:lnTo>
                  <a:pt x="1298517" y="998258"/>
                </a:lnTo>
                <a:close/>
                <a:moveTo>
                  <a:pt x="1085309" y="949429"/>
                </a:moveTo>
                <a:lnTo>
                  <a:pt x="951111" y="956178"/>
                </a:lnTo>
                <a:lnTo>
                  <a:pt x="912995" y="958163"/>
                </a:lnTo>
                <a:lnTo>
                  <a:pt x="891952" y="958957"/>
                </a:lnTo>
                <a:lnTo>
                  <a:pt x="653731" y="981585"/>
                </a:lnTo>
                <a:lnTo>
                  <a:pt x="641819" y="988730"/>
                </a:lnTo>
                <a:lnTo>
                  <a:pt x="569956" y="1031207"/>
                </a:lnTo>
                <a:lnTo>
                  <a:pt x="947934" y="971263"/>
                </a:lnTo>
                <a:lnTo>
                  <a:pt x="990814" y="964515"/>
                </a:lnTo>
                <a:lnTo>
                  <a:pt x="999549" y="962927"/>
                </a:lnTo>
                <a:lnTo>
                  <a:pt x="1085309" y="949429"/>
                </a:lnTo>
                <a:close/>
                <a:moveTo>
                  <a:pt x="606483" y="818030"/>
                </a:moveTo>
                <a:lnTo>
                  <a:pt x="609660" y="823191"/>
                </a:lnTo>
                <a:lnTo>
                  <a:pt x="612836" y="831527"/>
                </a:lnTo>
                <a:lnTo>
                  <a:pt x="621174" y="852964"/>
                </a:lnTo>
                <a:lnTo>
                  <a:pt x="619188" y="828351"/>
                </a:lnTo>
                <a:lnTo>
                  <a:pt x="606483" y="818030"/>
                </a:lnTo>
                <a:close/>
                <a:moveTo>
                  <a:pt x="1283033" y="812472"/>
                </a:moveTo>
                <a:lnTo>
                  <a:pt x="1282239" y="812869"/>
                </a:lnTo>
                <a:lnTo>
                  <a:pt x="1281445" y="814060"/>
                </a:lnTo>
                <a:lnTo>
                  <a:pt x="1273504" y="824381"/>
                </a:lnTo>
                <a:lnTo>
                  <a:pt x="1265960" y="835100"/>
                </a:lnTo>
                <a:lnTo>
                  <a:pt x="1263578" y="838276"/>
                </a:lnTo>
                <a:lnTo>
                  <a:pt x="1256034" y="951811"/>
                </a:lnTo>
                <a:lnTo>
                  <a:pt x="1261990" y="924023"/>
                </a:lnTo>
                <a:lnTo>
                  <a:pt x="1268342" y="897425"/>
                </a:lnTo>
                <a:lnTo>
                  <a:pt x="1279062" y="850185"/>
                </a:lnTo>
                <a:lnTo>
                  <a:pt x="1282239" y="832321"/>
                </a:lnTo>
                <a:lnTo>
                  <a:pt x="1283430" y="825175"/>
                </a:lnTo>
                <a:lnTo>
                  <a:pt x="1284621" y="819618"/>
                </a:lnTo>
                <a:lnTo>
                  <a:pt x="1284621" y="815251"/>
                </a:lnTo>
                <a:lnTo>
                  <a:pt x="1283827" y="812869"/>
                </a:lnTo>
                <a:lnTo>
                  <a:pt x="1283430" y="812472"/>
                </a:lnTo>
                <a:lnTo>
                  <a:pt x="1283033" y="812472"/>
                </a:lnTo>
                <a:close/>
                <a:moveTo>
                  <a:pt x="266522" y="615950"/>
                </a:moveTo>
                <a:lnTo>
                  <a:pt x="270489" y="616347"/>
                </a:lnTo>
                <a:lnTo>
                  <a:pt x="273661" y="619521"/>
                </a:lnTo>
                <a:lnTo>
                  <a:pt x="344258" y="879386"/>
                </a:lnTo>
                <a:lnTo>
                  <a:pt x="345448" y="868674"/>
                </a:lnTo>
                <a:lnTo>
                  <a:pt x="370434" y="687760"/>
                </a:lnTo>
                <a:lnTo>
                  <a:pt x="364485" y="673081"/>
                </a:lnTo>
                <a:lnTo>
                  <a:pt x="370831" y="674271"/>
                </a:lnTo>
                <a:lnTo>
                  <a:pt x="377573" y="675858"/>
                </a:lnTo>
                <a:lnTo>
                  <a:pt x="383919" y="676255"/>
                </a:lnTo>
                <a:lnTo>
                  <a:pt x="390265" y="676652"/>
                </a:lnTo>
                <a:lnTo>
                  <a:pt x="396214" y="676255"/>
                </a:lnTo>
                <a:lnTo>
                  <a:pt x="402957" y="675858"/>
                </a:lnTo>
                <a:lnTo>
                  <a:pt x="409699" y="674668"/>
                </a:lnTo>
                <a:lnTo>
                  <a:pt x="416045" y="673478"/>
                </a:lnTo>
                <a:lnTo>
                  <a:pt x="412872" y="683793"/>
                </a:lnTo>
                <a:lnTo>
                  <a:pt x="409699" y="694108"/>
                </a:lnTo>
                <a:lnTo>
                  <a:pt x="407716" y="704820"/>
                </a:lnTo>
                <a:lnTo>
                  <a:pt x="406526" y="716326"/>
                </a:lnTo>
                <a:lnTo>
                  <a:pt x="406129" y="724657"/>
                </a:lnTo>
                <a:lnTo>
                  <a:pt x="405733" y="734973"/>
                </a:lnTo>
                <a:lnTo>
                  <a:pt x="405733" y="746875"/>
                </a:lnTo>
                <a:lnTo>
                  <a:pt x="406526" y="759967"/>
                </a:lnTo>
                <a:lnTo>
                  <a:pt x="407319" y="774250"/>
                </a:lnTo>
                <a:lnTo>
                  <a:pt x="408509" y="789326"/>
                </a:lnTo>
                <a:lnTo>
                  <a:pt x="412079" y="823049"/>
                </a:lnTo>
                <a:lnTo>
                  <a:pt x="416045" y="859549"/>
                </a:lnTo>
                <a:lnTo>
                  <a:pt x="421597" y="897636"/>
                </a:lnTo>
                <a:lnTo>
                  <a:pt x="427546" y="936914"/>
                </a:lnTo>
                <a:lnTo>
                  <a:pt x="433496" y="976191"/>
                </a:lnTo>
                <a:lnTo>
                  <a:pt x="445791" y="1051175"/>
                </a:lnTo>
                <a:lnTo>
                  <a:pt x="456896" y="1114257"/>
                </a:lnTo>
                <a:lnTo>
                  <a:pt x="468398" y="1176546"/>
                </a:lnTo>
                <a:lnTo>
                  <a:pt x="469587" y="1181703"/>
                </a:lnTo>
                <a:lnTo>
                  <a:pt x="471967" y="1187258"/>
                </a:lnTo>
                <a:lnTo>
                  <a:pt x="474347" y="1192415"/>
                </a:lnTo>
                <a:lnTo>
                  <a:pt x="477123" y="1197573"/>
                </a:lnTo>
                <a:lnTo>
                  <a:pt x="481089" y="1201937"/>
                </a:lnTo>
                <a:lnTo>
                  <a:pt x="485055" y="1206301"/>
                </a:lnTo>
                <a:lnTo>
                  <a:pt x="489418" y="1210269"/>
                </a:lnTo>
                <a:lnTo>
                  <a:pt x="494177" y="1213046"/>
                </a:lnTo>
                <a:lnTo>
                  <a:pt x="500920" y="1217410"/>
                </a:lnTo>
                <a:lnTo>
                  <a:pt x="508059" y="1220187"/>
                </a:lnTo>
                <a:lnTo>
                  <a:pt x="515594" y="1222964"/>
                </a:lnTo>
                <a:lnTo>
                  <a:pt x="523527" y="1225345"/>
                </a:lnTo>
                <a:lnTo>
                  <a:pt x="531459" y="1227329"/>
                </a:lnTo>
                <a:lnTo>
                  <a:pt x="540581" y="1228519"/>
                </a:lnTo>
                <a:lnTo>
                  <a:pt x="549306" y="1228915"/>
                </a:lnTo>
                <a:lnTo>
                  <a:pt x="558428" y="1229312"/>
                </a:lnTo>
                <a:lnTo>
                  <a:pt x="566757" y="1229312"/>
                </a:lnTo>
                <a:lnTo>
                  <a:pt x="574689" y="1228519"/>
                </a:lnTo>
                <a:lnTo>
                  <a:pt x="583018" y="1228122"/>
                </a:lnTo>
                <a:lnTo>
                  <a:pt x="590950" y="1226932"/>
                </a:lnTo>
                <a:lnTo>
                  <a:pt x="595313" y="1274937"/>
                </a:lnTo>
                <a:lnTo>
                  <a:pt x="591347" y="1282476"/>
                </a:lnTo>
                <a:lnTo>
                  <a:pt x="588174" y="1290410"/>
                </a:lnTo>
                <a:lnTo>
                  <a:pt x="585398" y="1298742"/>
                </a:lnTo>
                <a:lnTo>
                  <a:pt x="583018" y="1306677"/>
                </a:lnTo>
                <a:lnTo>
                  <a:pt x="581432" y="1314612"/>
                </a:lnTo>
                <a:lnTo>
                  <a:pt x="579845" y="1322150"/>
                </a:lnTo>
                <a:lnTo>
                  <a:pt x="577466" y="1336829"/>
                </a:lnTo>
                <a:lnTo>
                  <a:pt x="573896" y="1342780"/>
                </a:lnTo>
                <a:lnTo>
                  <a:pt x="540581" y="1790304"/>
                </a:lnTo>
                <a:lnTo>
                  <a:pt x="537011" y="1789908"/>
                </a:lnTo>
                <a:lnTo>
                  <a:pt x="448170" y="1789908"/>
                </a:lnTo>
                <a:lnTo>
                  <a:pt x="444997" y="1789908"/>
                </a:lnTo>
                <a:lnTo>
                  <a:pt x="441428" y="1790304"/>
                </a:lnTo>
                <a:lnTo>
                  <a:pt x="434685" y="1792288"/>
                </a:lnTo>
                <a:lnTo>
                  <a:pt x="390265" y="1442759"/>
                </a:lnTo>
                <a:lnTo>
                  <a:pt x="383919" y="1443156"/>
                </a:lnTo>
                <a:lnTo>
                  <a:pt x="377970" y="1443553"/>
                </a:lnTo>
                <a:lnTo>
                  <a:pt x="373607" y="1443156"/>
                </a:lnTo>
                <a:lnTo>
                  <a:pt x="369641" y="1442759"/>
                </a:lnTo>
                <a:lnTo>
                  <a:pt x="327600" y="1792288"/>
                </a:lnTo>
                <a:lnTo>
                  <a:pt x="320461" y="1790304"/>
                </a:lnTo>
                <a:lnTo>
                  <a:pt x="316892" y="1789908"/>
                </a:lnTo>
                <a:lnTo>
                  <a:pt x="312926" y="1789908"/>
                </a:lnTo>
                <a:lnTo>
                  <a:pt x="224085" y="1789908"/>
                </a:lnTo>
                <a:lnTo>
                  <a:pt x="221309" y="1790304"/>
                </a:lnTo>
                <a:lnTo>
                  <a:pt x="218532" y="1790701"/>
                </a:lnTo>
                <a:lnTo>
                  <a:pt x="187597" y="1376503"/>
                </a:lnTo>
                <a:lnTo>
                  <a:pt x="188787" y="1369759"/>
                </a:lnTo>
                <a:lnTo>
                  <a:pt x="189580" y="1363014"/>
                </a:lnTo>
                <a:lnTo>
                  <a:pt x="189977" y="1355873"/>
                </a:lnTo>
                <a:lnTo>
                  <a:pt x="189580" y="1348335"/>
                </a:lnTo>
                <a:lnTo>
                  <a:pt x="188390" y="1338416"/>
                </a:lnTo>
                <a:lnTo>
                  <a:pt x="187200" y="1327704"/>
                </a:lnTo>
                <a:lnTo>
                  <a:pt x="184821" y="1315802"/>
                </a:lnTo>
                <a:lnTo>
                  <a:pt x="182044" y="1303503"/>
                </a:lnTo>
                <a:lnTo>
                  <a:pt x="179665" y="1297552"/>
                </a:lnTo>
                <a:lnTo>
                  <a:pt x="177682" y="1291601"/>
                </a:lnTo>
                <a:lnTo>
                  <a:pt x="175302" y="1285649"/>
                </a:lnTo>
                <a:lnTo>
                  <a:pt x="172526" y="1279698"/>
                </a:lnTo>
                <a:lnTo>
                  <a:pt x="169353" y="1274144"/>
                </a:lnTo>
                <a:lnTo>
                  <a:pt x="165783" y="1268590"/>
                </a:lnTo>
                <a:lnTo>
                  <a:pt x="161817" y="1263829"/>
                </a:lnTo>
                <a:lnTo>
                  <a:pt x="157058" y="1259465"/>
                </a:lnTo>
                <a:lnTo>
                  <a:pt x="149919" y="1178133"/>
                </a:lnTo>
                <a:lnTo>
                  <a:pt x="144763" y="1121795"/>
                </a:lnTo>
                <a:lnTo>
                  <a:pt x="140004" y="1058317"/>
                </a:lnTo>
                <a:lnTo>
                  <a:pt x="124536" y="836538"/>
                </a:lnTo>
                <a:lnTo>
                  <a:pt x="118587" y="831381"/>
                </a:lnTo>
                <a:lnTo>
                  <a:pt x="113034" y="825430"/>
                </a:lnTo>
                <a:lnTo>
                  <a:pt x="112637" y="825033"/>
                </a:lnTo>
                <a:lnTo>
                  <a:pt x="111844" y="825430"/>
                </a:lnTo>
                <a:lnTo>
                  <a:pt x="111051" y="827413"/>
                </a:lnTo>
                <a:lnTo>
                  <a:pt x="110654" y="831381"/>
                </a:lnTo>
                <a:lnTo>
                  <a:pt x="110258" y="836142"/>
                </a:lnTo>
                <a:lnTo>
                  <a:pt x="110258" y="851614"/>
                </a:lnTo>
                <a:lnTo>
                  <a:pt x="110258" y="871452"/>
                </a:lnTo>
                <a:lnTo>
                  <a:pt x="111051" y="925012"/>
                </a:lnTo>
                <a:lnTo>
                  <a:pt x="113827" y="990474"/>
                </a:lnTo>
                <a:lnTo>
                  <a:pt x="116603" y="1061491"/>
                </a:lnTo>
                <a:lnTo>
                  <a:pt x="119776" y="1131317"/>
                </a:lnTo>
                <a:lnTo>
                  <a:pt x="122949" y="1194002"/>
                </a:lnTo>
                <a:lnTo>
                  <a:pt x="126519" y="1243595"/>
                </a:lnTo>
                <a:lnTo>
                  <a:pt x="124536" y="1243198"/>
                </a:lnTo>
                <a:lnTo>
                  <a:pt x="122553" y="1242801"/>
                </a:lnTo>
                <a:lnTo>
                  <a:pt x="52353" y="1229312"/>
                </a:lnTo>
                <a:lnTo>
                  <a:pt x="47197" y="1228915"/>
                </a:lnTo>
                <a:lnTo>
                  <a:pt x="42041" y="1228519"/>
                </a:lnTo>
                <a:lnTo>
                  <a:pt x="36091" y="1228915"/>
                </a:lnTo>
                <a:lnTo>
                  <a:pt x="30539" y="1229709"/>
                </a:lnTo>
                <a:lnTo>
                  <a:pt x="27763" y="1205508"/>
                </a:lnTo>
                <a:lnTo>
                  <a:pt x="24590" y="1176942"/>
                </a:lnTo>
                <a:lnTo>
                  <a:pt x="21417" y="1145203"/>
                </a:lnTo>
                <a:lnTo>
                  <a:pt x="18244" y="1110290"/>
                </a:lnTo>
                <a:lnTo>
                  <a:pt x="12295" y="1036099"/>
                </a:lnTo>
                <a:lnTo>
                  <a:pt x="7139" y="959925"/>
                </a:lnTo>
                <a:lnTo>
                  <a:pt x="3173" y="887321"/>
                </a:lnTo>
                <a:lnTo>
                  <a:pt x="1586" y="853995"/>
                </a:lnTo>
                <a:lnTo>
                  <a:pt x="793" y="824636"/>
                </a:lnTo>
                <a:lnTo>
                  <a:pt x="0" y="798848"/>
                </a:lnTo>
                <a:lnTo>
                  <a:pt x="0" y="777424"/>
                </a:lnTo>
                <a:lnTo>
                  <a:pt x="396" y="761554"/>
                </a:lnTo>
                <a:lnTo>
                  <a:pt x="793" y="755603"/>
                </a:lnTo>
                <a:lnTo>
                  <a:pt x="1190" y="752032"/>
                </a:lnTo>
                <a:lnTo>
                  <a:pt x="1983" y="744494"/>
                </a:lnTo>
                <a:lnTo>
                  <a:pt x="3569" y="737353"/>
                </a:lnTo>
                <a:lnTo>
                  <a:pt x="5949" y="730608"/>
                </a:lnTo>
                <a:lnTo>
                  <a:pt x="8725" y="723864"/>
                </a:lnTo>
                <a:lnTo>
                  <a:pt x="12691" y="717516"/>
                </a:lnTo>
                <a:lnTo>
                  <a:pt x="16658" y="711168"/>
                </a:lnTo>
                <a:lnTo>
                  <a:pt x="21813" y="705217"/>
                </a:lnTo>
                <a:lnTo>
                  <a:pt x="27763" y="699266"/>
                </a:lnTo>
                <a:lnTo>
                  <a:pt x="33712" y="693711"/>
                </a:lnTo>
                <a:lnTo>
                  <a:pt x="40454" y="688157"/>
                </a:lnTo>
                <a:lnTo>
                  <a:pt x="47593" y="683396"/>
                </a:lnTo>
                <a:lnTo>
                  <a:pt x="55525" y="678239"/>
                </a:lnTo>
                <a:lnTo>
                  <a:pt x="63458" y="673478"/>
                </a:lnTo>
                <a:lnTo>
                  <a:pt x="72183" y="669113"/>
                </a:lnTo>
                <a:lnTo>
                  <a:pt x="81305" y="664353"/>
                </a:lnTo>
                <a:lnTo>
                  <a:pt x="90427" y="659988"/>
                </a:lnTo>
                <a:lnTo>
                  <a:pt x="99946" y="656418"/>
                </a:lnTo>
                <a:lnTo>
                  <a:pt x="109861" y="652450"/>
                </a:lnTo>
                <a:lnTo>
                  <a:pt x="130485" y="645309"/>
                </a:lnTo>
                <a:lnTo>
                  <a:pt x="151902" y="638564"/>
                </a:lnTo>
                <a:lnTo>
                  <a:pt x="174112" y="633010"/>
                </a:lnTo>
                <a:lnTo>
                  <a:pt x="196322" y="627456"/>
                </a:lnTo>
                <a:lnTo>
                  <a:pt x="218532" y="623488"/>
                </a:lnTo>
                <a:lnTo>
                  <a:pt x="241139" y="619521"/>
                </a:lnTo>
                <a:lnTo>
                  <a:pt x="262953" y="616347"/>
                </a:lnTo>
                <a:lnTo>
                  <a:pt x="266522" y="615950"/>
                </a:lnTo>
                <a:close/>
                <a:moveTo>
                  <a:pt x="1664891" y="614363"/>
                </a:moveTo>
                <a:lnTo>
                  <a:pt x="1675210" y="614363"/>
                </a:lnTo>
                <a:lnTo>
                  <a:pt x="1686322" y="614760"/>
                </a:lnTo>
                <a:lnTo>
                  <a:pt x="1697038" y="615554"/>
                </a:lnTo>
                <a:lnTo>
                  <a:pt x="1707754" y="617142"/>
                </a:lnTo>
                <a:lnTo>
                  <a:pt x="1718866" y="619127"/>
                </a:lnTo>
                <a:lnTo>
                  <a:pt x="1729582" y="621906"/>
                </a:lnTo>
                <a:lnTo>
                  <a:pt x="1740297" y="624288"/>
                </a:lnTo>
                <a:lnTo>
                  <a:pt x="1750616" y="627861"/>
                </a:lnTo>
                <a:lnTo>
                  <a:pt x="1761729" y="631435"/>
                </a:lnTo>
                <a:lnTo>
                  <a:pt x="1772047" y="635405"/>
                </a:lnTo>
                <a:lnTo>
                  <a:pt x="1782366" y="638978"/>
                </a:lnTo>
                <a:lnTo>
                  <a:pt x="1792288" y="643742"/>
                </a:lnTo>
                <a:lnTo>
                  <a:pt x="1802210" y="648506"/>
                </a:lnTo>
                <a:lnTo>
                  <a:pt x="1821260" y="657637"/>
                </a:lnTo>
                <a:lnTo>
                  <a:pt x="1838326" y="667562"/>
                </a:lnTo>
                <a:lnTo>
                  <a:pt x="1854994" y="677885"/>
                </a:lnTo>
                <a:lnTo>
                  <a:pt x="1869282" y="687810"/>
                </a:lnTo>
                <a:lnTo>
                  <a:pt x="1881982" y="697338"/>
                </a:lnTo>
                <a:lnTo>
                  <a:pt x="1892301" y="706072"/>
                </a:lnTo>
                <a:lnTo>
                  <a:pt x="1900635" y="714012"/>
                </a:lnTo>
                <a:lnTo>
                  <a:pt x="1903810" y="717585"/>
                </a:lnTo>
                <a:lnTo>
                  <a:pt x="1905794" y="720761"/>
                </a:lnTo>
                <a:lnTo>
                  <a:pt x="1907779" y="723541"/>
                </a:lnTo>
                <a:lnTo>
                  <a:pt x="1908969" y="725923"/>
                </a:lnTo>
                <a:lnTo>
                  <a:pt x="1909366" y="730290"/>
                </a:lnTo>
                <a:lnTo>
                  <a:pt x="1909763" y="735848"/>
                </a:lnTo>
                <a:lnTo>
                  <a:pt x="1909763" y="752125"/>
                </a:lnTo>
                <a:lnTo>
                  <a:pt x="1908969" y="773961"/>
                </a:lnTo>
                <a:lnTo>
                  <a:pt x="1907779" y="800957"/>
                </a:lnTo>
                <a:lnTo>
                  <a:pt x="1905794" y="832321"/>
                </a:lnTo>
                <a:lnTo>
                  <a:pt x="1903413" y="866861"/>
                </a:lnTo>
                <a:lnTo>
                  <a:pt x="1897460" y="942689"/>
                </a:lnTo>
                <a:lnTo>
                  <a:pt x="1890316" y="1022885"/>
                </a:lnTo>
                <a:lnTo>
                  <a:pt x="1882379" y="1101096"/>
                </a:lnTo>
                <a:lnTo>
                  <a:pt x="1878410" y="1137621"/>
                </a:lnTo>
                <a:lnTo>
                  <a:pt x="1874838" y="1171366"/>
                </a:lnTo>
                <a:lnTo>
                  <a:pt x="1870869" y="1201539"/>
                </a:lnTo>
                <a:lnTo>
                  <a:pt x="1867298" y="1227345"/>
                </a:lnTo>
                <a:lnTo>
                  <a:pt x="1863726" y="1226948"/>
                </a:lnTo>
                <a:lnTo>
                  <a:pt x="1860948" y="1226948"/>
                </a:lnTo>
                <a:lnTo>
                  <a:pt x="1855391" y="1226948"/>
                </a:lnTo>
                <a:lnTo>
                  <a:pt x="1850232" y="1227742"/>
                </a:lnTo>
                <a:lnTo>
                  <a:pt x="1784351" y="1240049"/>
                </a:lnTo>
                <a:lnTo>
                  <a:pt x="1786732" y="1190026"/>
                </a:lnTo>
                <a:lnTo>
                  <a:pt x="1788716" y="1126504"/>
                </a:lnTo>
                <a:lnTo>
                  <a:pt x="1789907" y="1056631"/>
                </a:lnTo>
                <a:lnTo>
                  <a:pt x="1790701" y="985566"/>
                </a:lnTo>
                <a:lnTo>
                  <a:pt x="1790701" y="920854"/>
                </a:lnTo>
                <a:lnTo>
                  <a:pt x="1790304" y="892666"/>
                </a:lnTo>
                <a:lnTo>
                  <a:pt x="1789907" y="868052"/>
                </a:lnTo>
                <a:lnTo>
                  <a:pt x="1789113" y="848201"/>
                </a:lnTo>
                <a:lnTo>
                  <a:pt x="1787923" y="833909"/>
                </a:lnTo>
                <a:lnTo>
                  <a:pt x="1787129" y="828748"/>
                </a:lnTo>
                <a:lnTo>
                  <a:pt x="1786335" y="825969"/>
                </a:lnTo>
                <a:lnTo>
                  <a:pt x="1785541" y="824381"/>
                </a:lnTo>
                <a:lnTo>
                  <a:pt x="1785144" y="824381"/>
                </a:lnTo>
                <a:lnTo>
                  <a:pt x="1784351" y="824778"/>
                </a:lnTo>
                <a:lnTo>
                  <a:pt x="1778398" y="832718"/>
                </a:lnTo>
                <a:lnTo>
                  <a:pt x="1772444" y="841452"/>
                </a:lnTo>
                <a:lnTo>
                  <a:pt x="1770460" y="843437"/>
                </a:lnTo>
                <a:lnTo>
                  <a:pt x="1750616" y="1136033"/>
                </a:lnTo>
                <a:lnTo>
                  <a:pt x="1743869" y="1212258"/>
                </a:lnTo>
                <a:lnTo>
                  <a:pt x="1739107" y="1264664"/>
                </a:lnTo>
                <a:lnTo>
                  <a:pt x="1735932" y="1268634"/>
                </a:lnTo>
                <a:lnTo>
                  <a:pt x="1733551" y="1272604"/>
                </a:lnTo>
                <a:lnTo>
                  <a:pt x="1731169" y="1276971"/>
                </a:lnTo>
                <a:lnTo>
                  <a:pt x="1728391" y="1281338"/>
                </a:lnTo>
                <a:lnTo>
                  <a:pt x="1724819" y="1290469"/>
                </a:lnTo>
                <a:lnTo>
                  <a:pt x="1721644" y="1300394"/>
                </a:lnTo>
                <a:lnTo>
                  <a:pt x="1718866" y="1309526"/>
                </a:lnTo>
                <a:lnTo>
                  <a:pt x="1717279" y="1319054"/>
                </a:lnTo>
                <a:lnTo>
                  <a:pt x="1715294" y="1328185"/>
                </a:lnTo>
                <a:lnTo>
                  <a:pt x="1714501" y="1336522"/>
                </a:lnTo>
                <a:lnTo>
                  <a:pt x="1710929" y="1342477"/>
                </a:lnTo>
                <a:lnTo>
                  <a:pt x="1677194" y="1790303"/>
                </a:lnTo>
                <a:lnTo>
                  <a:pt x="1674019" y="1789906"/>
                </a:lnTo>
                <a:lnTo>
                  <a:pt x="1585119" y="1789906"/>
                </a:lnTo>
                <a:lnTo>
                  <a:pt x="1581150" y="1789906"/>
                </a:lnTo>
                <a:lnTo>
                  <a:pt x="1577975" y="1790303"/>
                </a:lnTo>
                <a:lnTo>
                  <a:pt x="1571229" y="1792288"/>
                </a:lnTo>
                <a:lnTo>
                  <a:pt x="1526382" y="1442523"/>
                </a:lnTo>
                <a:lnTo>
                  <a:pt x="1520429" y="1442920"/>
                </a:lnTo>
                <a:lnTo>
                  <a:pt x="1514475" y="1443317"/>
                </a:lnTo>
                <a:lnTo>
                  <a:pt x="1510110" y="1442920"/>
                </a:lnTo>
                <a:lnTo>
                  <a:pt x="1505744" y="1442523"/>
                </a:lnTo>
                <a:lnTo>
                  <a:pt x="1464072" y="1792288"/>
                </a:lnTo>
                <a:lnTo>
                  <a:pt x="1456929" y="1790303"/>
                </a:lnTo>
                <a:lnTo>
                  <a:pt x="1453357" y="1789906"/>
                </a:lnTo>
                <a:lnTo>
                  <a:pt x="1449388" y="1789906"/>
                </a:lnTo>
                <a:lnTo>
                  <a:pt x="1360488" y="1789906"/>
                </a:lnTo>
                <a:lnTo>
                  <a:pt x="1357710" y="1790303"/>
                </a:lnTo>
                <a:lnTo>
                  <a:pt x="1354932" y="1790700"/>
                </a:lnTo>
                <a:lnTo>
                  <a:pt x="1323578" y="1376223"/>
                </a:lnTo>
                <a:lnTo>
                  <a:pt x="1325563" y="1369871"/>
                </a:lnTo>
                <a:lnTo>
                  <a:pt x="1326357" y="1362725"/>
                </a:lnTo>
                <a:lnTo>
                  <a:pt x="1326357" y="1355579"/>
                </a:lnTo>
                <a:lnTo>
                  <a:pt x="1325960" y="1348035"/>
                </a:lnTo>
                <a:lnTo>
                  <a:pt x="1324769" y="1338110"/>
                </a:lnTo>
                <a:lnTo>
                  <a:pt x="1323182" y="1327391"/>
                </a:lnTo>
                <a:lnTo>
                  <a:pt x="1321197" y="1315481"/>
                </a:lnTo>
                <a:lnTo>
                  <a:pt x="1318419" y="1303173"/>
                </a:lnTo>
                <a:lnTo>
                  <a:pt x="1316435" y="1297218"/>
                </a:lnTo>
                <a:lnTo>
                  <a:pt x="1314053" y="1291263"/>
                </a:lnTo>
                <a:lnTo>
                  <a:pt x="1312069" y="1285308"/>
                </a:lnTo>
                <a:lnTo>
                  <a:pt x="1308894" y="1279353"/>
                </a:lnTo>
                <a:lnTo>
                  <a:pt x="1305719" y="1273795"/>
                </a:lnTo>
                <a:lnTo>
                  <a:pt x="1302147" y="1268237"/>
                </a:lnTo>
                <a:lnTo>
                  <a:pt x="1298178" y="1263472"/>
                </a:lnTo>
                <a:lnTo>
                  <a:pt x="1293813" y="1259105"/>
                </a:lnTo>
                <a:lnTo>
                  <a:pt x="1292225" y="1240049"/>
                </a:lnTo>
                <a:lnTo>
                  <a:pt x="1293813" y="1217419"/>
                </a:lnTo>
                <a:lnTo>
                  <a:pt x="1305322" y="1219802"/>
                </a:lnTo>
                <a:lnTo>
                  <a:pt x="1311672" y="1220993"/>
                </a:lnTo>
                <a:lnTo>
                  <a:pt x="1317228" y="1220993"/>
                </a:lnTo>
                <a:lnTo>
                  <a:pt x="1321991" y="1220993"/>
                </a:lnTo>
                <a:lnTo>
                  <a:pt x="1326357" y="1220596"/>
                </a:lnTo>
                <a:lnTo>
                  <a:pt x="1330325" y="1219802"/>
                </a:lnTo>
                <a:lnTo>
                  <a:pt x="1334691" y="1218610"/>
                </a:lnTo>
                <a:lnTo>
                  <a:pt x="1339057" y="1217022"/>
                </a:lnTo>
                <a:lnTo>
                  <a:pt x="1342628" y="1215037"/>
                </a:lnTo>
                <a:lnTo>
                  <a:pt x="1346597" y="1213052"/>
                </a:lnTo>
                <a:lnTo>
                  <a:pt x="1350169" y="1210670"/>
                </a:lnTo>
                <a:lnTo>
                  <a:pt x="1353741" y="1207891"/>
                </a:lnTo>
                <a:lnTo>
                  <a:pt x="1356916" y="1205112"/>
                </a:lnTo>
                <a:lnTo>
                  <a:pt x="1360091" y="1201539"/>
                </a:lnTo>
                <a:lnTo>
                  <a:pt x="1362869" y="1198363"/>
                </a:lnTo>
                <a:lnTo>
                  <a:pt x="1365647" y="1194393"/>
                </a:lnTo>
                <a:lnTo>
                  <a:pt x="1367632" y="1190820"/>
                </a:lnTo>
                <a:lnTo>
                  <a:pt x="1369219" y="1186453"/>
                </a:lnTo>
                <a:lnTo>
                  <a:pt x="1370807" y="1182086"/>
                </a:lnTo>
                <a:lnTo>
                  <a:pt x="1394619" y="1110624"/>
                </a:lnTo>
                <a:lnTo>
                  <a:pt x="1417638" y="1047897"/>
                </a:lnTo>
                <a:lnTo>
                  <a:pt x="1429544" y="1016533"/>
                </a:lnTo>
                <a:lnTo>
                  <a:pt x="1440657" y="985169"/>
                </a:lnTo>
                <a:lnTo>
                  <a:pt x="1450578" y="954997"/>
                </a:lnTo>
                <a:lnTo>
                  <a:pt x="1460500" y="924427"/>
                </a:lnTo>
                <a:lnTo>
                  <a:pt x="1469629" y="895048"/>
                </a:lnTo>
                <a:lnTo>
                  <a:pt x="1477169" y="866067"/>
                </a:lnTo>
                <a:lnTo>
                  <a:pt x="1480741" y="878771"/>
                </a:lnTo>
                <a:lnTo>
                  <a:pt x="1482329" y="868052"/>
                </a:lnTo>
                <a:lnTo>
                  <a:pt x="1491854" y="796193"/>
                </a:lnTo>
                <a:lnTo>
                  <a:pt x="1493838" y="783886"/>
                </a:lnTo>
                <a:lnTo>
                  <a:pt x="1506538" y="687016"/>
                </a:lnTo>
                <a:lnTo>
                  <a:pt x="1500982" y="672326"/>
                </a:lnTo>
                <a:lnTo>
                  <a:pt x="1507729" y="673517"/>
                </a:lnTo>
                <a:lnTo>
                  <a:pt x="1514079" y="675105"/>
                </a:lnTo>
                <a:lnTo>
                  <a:pt x="1520032" y="675502"/>
                </a:lnTo>
                <a:lnTo>
                  <a:pt x="1526382" y="675899"/>
                </a:lnTo>
                <a:lnTo>
                  <a:pt x="1533922" y="675502"/>
                </a:lnTo>
                <a:lnTo>
                  <a:pt x="1541860" y="674311"/>
                </a:lnTo>
                <a:lnTo>
                  <a:pt x="1549400" y="673517"/>
                </a:lnTo>
                <a:lnTo>
                  <a:pt x="1556941" y="671929"/>
                </a:lnTo>
                <a:lnTo>
                  <a:pt x="1551385" y="690589"/>
                </a:lnTo>
                <a:lnTo>
                  <a:pt x="1573213" y="881153"/>
                </a:lnTo>
                <a:lnTo>
                  <a:pt x="1628776" y="636993"/>
                </a:lnTo>
                <a:lnTo>
                  <a:pt x="1635126" y="631832"/>
                </a:lnTo>
                <a:lnTo>
                  <a:pt x="1641476" y="626273"/>
                </a:lnTo>
                <a:lnTo>
                  <a:pt x="1647826" y="621112"/>
                </a:lnTo>
                <a:lnTo>
                  <a:pt x="1654176" y="615157"/>
                </a:lnTo>
                <a:lnTo>
                  <a:pt x="1664891" y="614363"/>
                </a:lnTo>
                <a:close/>
                <a:moveTo>
                  <a:pt x="1134938" y="547688"/>
                </a:moveTo>
                <a:lnTo>
                  <a:pt x="1149232" y="547688"/>
                </a:lnTo>
                <a:lnTo>
                  <a:pt x="1163128" y="548482"/>
                </a:lnTo>
                <a:lnTo>
                  <a:pt x="1177421" y="550070"/>
                </a:lnTo>
                <a:lnTo>
                  <a:pt x="1191317" y="552055"/>
                </a:lnTo>
                <a:lnTo>
                  <a:pt x="1205611" y="554834"/>
                </a:lnTo>
                <a:lnTo>
                  <a:pt x="1219507" y="558010"/>
                </a:lnTo>
                <a:lnTo>
                  <a:pt x="1233403" y="561979"/>
                </a:lnTo>
                <a:lnTo>
                  <a:pt x="1247300" y="566346"/>
                </a:lnTo>
                <a:lnTo>
                  <a:pt x="1261196" y="571110"/>
                </a:lnTo>
                <a:lnTo>
                  <a:pt x="1274695" y="576667"/>
                </a:lnTo>
                <a:lnTo>
                  <a:pt x="1288194" y="582225"/>
                </a:lnTo>
                <a:lnTo>
                  <a:pt x="1300899" y="588180"/>
                </a:lnTo>
                <a:lnTo>
                  <a:pt x="1313605" y="594531"/>
                </a:lnTo>
                <a:lnTo>
                  <a:pt x="1325913" y="600883"/>
                </a:lnTo>
                <a:lnTo>
                  <a:pt x="1337824" y="607632"/>
                </a:lnTo>
                <a:lnTo>
                  <a:pt x="1349338" y="614777"/>
                </a:lnTo>
                <a:lnTo>
                  <a:pt x="1360455" y="621923"/>
                </a:lnTo>
                <a:lnTo>
                  <a:pt x="1370381" y="629069"/>
                </a:lnTo>
                <a:lnTo>
                  <a:pt x="1380704" y="636214"/>
                </a:lnTo>
                <a:lnTo>
                  <a:pt x="1389836" y="643757"/>
                </a:lnTo>
                <a:lnTo>
                  <a:pt x="1398173" y="650902"/>
                </a:lnTo>
                <a:lnTo>
                  <a:pt x="1405717" y="658048"/>
                </a:lnTo>
                <a:lnTo>
                  <a:pt x="1412864" y="665590"/>
                </a:lnTo>
                <a:lnTo>
                  <a:pt x="1419216" y="672339"/>
                </a:lnTo>
                <a:lnTo>
                  <a:pt x="1425172" y="679485"/>
                </a:lnTo>
                <a:lnTo>
                  <a:pt x="1429936" y="686233"/>
                </a:lnTo>
                <a:lnTo>
                  <a:pt x="1433907" y="692982"/>
                </a:lnTo>
                <a:lnTo>
                  <a:pt x="1436289" y="699334"/>
                </a:lnTo>
                <a:lnTo>
                  <a:pt x="1438274" y="705288"/>
                </a:lnTo>
                <a:lnTo>
                  <a:pt x="1439068" y="711243"/>
                </a:lnTo>
                <a:lnTo>
                  <a:pt x="1439862" y="719182"/>
                </a:lnTo>
                <a:lnTo>
                  <a:pt x="1441053" y="727916"/>
                </a:lnTo>
                <a:lnTo>
                  <a:pt x="1441450" y="737443"/>
                </a:lnTo>
                <a:lnTo>
                  <a:pt x="1441053" y="746971"/>
                </a:lnTo>
                <a:lnTo>
                  <a:pt x="1440656" y="756895"/>
                </a:lnTo>
                <a:lnTo>
                  <a:pt x="1439465" y="766820"/>
                </a:lnTo>
                <a:lnTo>
                  <a:pt x="1438671" y="777538"/>
                </a:lnTo>
                <a:lnTo>
                  <a:pt x="1437083" y="787860"/>
                </a:lnTo>
                <a:lnTo>
                  <a:pt x="1433112" y="810090"/>
                </a:lnTo>
                <a:lnTo>
                  <a:pt x="1428348" y="833512"/>
                </a:lnTo>
                <a:lnTo>
                  <a:pt x="1422392" y="857331"/>
                </a:lnTo>
                <a:lnTo>
                  <a:pt x="1415643" y="882340"/>
                </a:lnTo>
                <a:lnTo>
                  <a:pt x="1407702" y="908144"/>
                </a:lnTo>
                <a:lnTo>
                  <a:pt x="1399761" y="933947"/>
                </a:lnTo>
                <a:lnTo>
                  <a:pt x="1390630" y="960148"/>
                </a:lnTo>
                <a:lnTo>
                  <a:pt x="1381101" y="986348"/>
                </a:lnTo>
                <a:lnTo>
                  <a:pt x="1361646" y="1039146"/>
                </a:lnTo>
                <a:lnTo>
                  <a:pt x="1342191" y="1091547"/>
                </a:lnTo>
                <a:lnTo>
                  <a:pt x="1317972" y="1165385"/>
                </a:lnTo>
                <a:lnTo>
                  <a:pt x="1242535" y="1148315"/>
                </a:lnTo>
                <a:lnTo>
                  <a:pt x="1238962" y="1207465"/>
                </a:lnTo>
                <a:lnTo>
                  <a:pt x="1232212" y="1284875"/>
                </a:lnTo>
                <a:lnTo>
                  <a:pt x="1226654" y="1344422"/>
                </a:lnTo>
                <a:lnTo>
                  <a:pt x="1221095" y="1398411"/>
                </a:lnTo>
                <a:lnTo>
                  <a:pt x="1220698" y="1403572"/>
                </a:lnTo>
                <a:lnTo>
                  <a:pt x="1218316" y="1411908"/>
                </a:lnTo>
                <a:lnTo>
                  <a:pt x="1214743" y="1420245"/>
                </a:lnTo>
                <a:lnTo>
                  <a:pt x="1211169" y="1428581"/>
                </a:lnTo>
                <a:lnTo>
                  <a:pt x="1207199" y="1436918"/>
                </a:lnTo>
                <a:lnTo>
                  <a:pt x="1203229" y="1444857"/>
                </a:lnTo>
                <a:lnTo>
                  <a:pt x="1198464" y="1452797"/>
                </a:lnTo>
                <a:lnTo>
                  <a:pt x="1193303" y="1461133"/>
                </a:lnTo>
                <a:lnTo>
                  <a:pt x="1187744" y="1469073"/>
                </a:lnTo>
                <a:lnTo>
                  <a:pt x="1141688" y="2084388"/>
                </a:lnTo>
                <a:lnTo>
                  <a:pt x="1017416" y="2084388"/>
                </a:lnTo>
                <a:lnTo>
                  <a:pt x="955478" y="1594915"/>
                </a:lnTo>
                <a:lnTo>
                  <a:pt x="947537" y="1595709"/>
                </a:lnTo>
                <a:lnTo>
                  <a:pt x="943567" y="1596503"/>
                </a:lnTo>
                <a:lnTo>
                  <a:pt x="939597" y="1596503"/>
                </a:lnTo>
                <a:lnTo>
                  <a:pt x="934435" y="1595709"/>
                </a:lnTo>
                <a:lnTo>
                  <a:pt x="928877" y="1595312"/>
                </a:lnTo>
                <a:lnTo>
                  <a:pt x="871306" y="2082006"/>
                </a:lnTo>
                <a:lnTo>
                  <a:pt x="741476" y="2084388"/>
                </a:lnTo>
                <a:lnTo>
                  <a:pt x="694625" y="1461133"/>
                </a:lnTo>
                <a:lnTo>
                  <a:pt x="685890" y="1446842"/>
                </a:lnTo>
                <a:lnTo>
                  <a:pt x="681920" y="1439697"/>
                </a:lnTo>
                <a:lnTo>
                  <a:pt x="677553" y="1432948"/>
                </a:lnTo>
                <a:lnTo>
                  <a:pt x="673582" y="1425802"/>
                </a:lnTo>
                <a:lnTo>
                  <a:pt x="670406" y="1418657"/>
                </a:lnTo>
                <a:lnTo>
                  <a:pt x="667230" y="1411511"/>
                </a:lnTo>
                <a:lnTo>
                  <a:pt x="664848" y="1403969"/>
                </a:lnTo>
                <a:lnTo>
                  <a:pt x="664053" y="1398411"/>
                </a:lnTo>
                <a:lnTo>
                  <a:pt x="657701" y="1329337"/>
                </a:lnTo>
                <a:lnTo>
                  <a:pt x="650554" y="1253514"/>
                </a:lnTo>
                <a:lnTo>
                  <a:pt x="642217" y="1157446"/>
                </a:lnTo>
                <a:lnTo>
                  <a:pt x="626335" y="1161415"/>
                </a:lnTo>
                <a:lnTo>
                  <a:pt x="610057" y="1165782"/>
                </a:lnTo>
                <a:lnTo>
                  <a:pt x="594175" y="1168958"/>
                </a:lnTo>
                <a:lnTo>
                  <a:pt x="585440" y="1170943"/>
                </a:lnTo>
                <a:lnTo>
                  <a:pt x="577500" y="1171737"/>
                </a:lnTo>
                <a:lnTo>
                  <a:pt x="569956" y="1172531"/>
                </a:lnTo>
                <a:lnTo>
                  <a:pt x="562412" y="1172928"/>
                </a:lnTo>
                <a:lnTo>
                  <a:pt x="554869" y="1172928"/>
                </a:lnTo>
                <a:lnTo>
                  <a:pt x="548119" y="1172531"/>
                </a:lnTo>
                <a:lnTo>
                  <a:pt x="541369" y="1171737"/>
                </a:lnTo>
                <a:lnTo>
                  <a:pt x="535017" y="1170149"/>
                </a:lnTo>
                <a:lnTo>
                  <a:pt x="529458" y="1167767"/>
                </a:lnTo>
                <a:lnTo>
                  <a:pt x="523900" y="1165385"/>
                </a:lnTo>
                <a:lnTo>
                  <a:pt x="514768" y="1116557"/>
                </a:lnTo>
                <a:lnTo>
                  <a:pt x="504048" y="1055819"/>
                </a:lnTo>
                <a:lnTo>
                  <a:pt x="492931" y="988730"/>
                </a:lnTo>
                <a:lnTo>
                  <a:pt x="482211" y="919656"/>
                </a:lnTo>
                <a:lnTo>
                  <a:pt x="477049" y="885913"/>
                </a:lnTo>
                <a:lnTo>
                  <a:pt x="472682" y="853361"/>
                </a:lnTo>
                <a:lnTo>
                  <a:pt x="468712" y="822397"/>
                </a:lnTo>
                <a:lnTo>
                  <a:pt x="465932" y="794608"/>
                </a:lnTo>
                <a:lnTo>
                  <a:pt x="463550" y="770393"/>
                </a:lnTo>
                <a:lnTo>
                  <a:pt x="462359" y="748956"/>
                </a:lnTo>
                <a:lnTo>
                  <a:pt x="461962" y="740222"/>
                </a:lnTo>
                <a:lnTo>
                  <a:pt x="461962" y="732680"/>
                </a:lnTo>
                <a:lnTo>
                  <a:pt x="462359" y="726328"/>
                </a:lnTo>
                <a:lnTo>
                  <a:pt x="463153" y="720770"/>
                </a:lnTo>
                <a:lnTo>
                  <a:pt x="463550" y="716404"/>
                </a:lnTo>
                <a:lnTo>
                  <a:pt x="463947" y="711640"/>
                </a:lnTo>
                <a:lnTo>
                  <a:pt x="465138" y="707273"/>
                </a:lnTo>
                <a:lnTo>
                  <a:pt x="466330" y="702906"/>
                </a:lnTo>
                <a:lnTo>
                  <a:pt x="469109" y="694173"/>
                </a:lnTo>
                <a:lnTo>
                  <a:pt x="473079" y="685836"/>
                </a:lnTo>
                <a:lnTo>
                  <a:pt x="477447" y="677500"/>
                </a:lnTo>
                <a:lnTo>
                  <a:pt x="483005" y="669957"/>
                </a:lnTo>
                <a:lnTo>
                  <a:pt x="489358" y="662415"/>
                </a:lnTo>
                <a:lnTo>
                  <a:pt x="496504" y="654475"/>
                </a:lnTo>
                <a:lnTo>
                  <a:pt x="504048" y="647329"/>
                </a:lnTo>
                <a:lnTo>
                  <a:pt x="512783" y="640581"/>
                </a:lnTo>
                <a:lnTo>
                  <a:pt x="521915" y="634229"/>
                </a:lnTo>
                <a:lnTo>
                  <a:pt x="531443" y="628275"/>
                </a:lnTo>
                <a:lnTo>
                  <a:pt x="542163" y="621923"/>
                </a:lnTo>
                <a:lnTo>
                  <a:pt x="552883" y="616365"/>
                </a:lnTo>
                <a:lnTo>
                  <a:pt x="564000" y="610411"/>
                </a:lnTo>
                <a:lnTo>
                  <a:pt x="575911" y="605250"/>
                </a:lnTo>
                <a:lnTo>
                  <a:pt x="588220" y="600089"/>
                </a:lnTo>
                <a:lnTo>
                  <a:pt x="600925" y="595325"/>
                </a:lnTo>
                <a:lnTo>
                  <a:pt x="613233" y="590562"/>
                </a:lnTo>
                <a:lnTo>
                  <a:pt x="626732" y="586195"/>
                </a:lnTo>
                <a:lnTo>
                  <a:pt x="640231" y="582225"/>
                </a:lnTo>
                <a:lnTo>
                  <a:pt x="653731" y="577858"/>
                </a:lnTo>
                <a:lnTo>
                  <a:pt x="681920" y="570713"/>
                </a:lnTo>
                <a:lnTo>
                  <a:pt x="710110" y="564361"/>
                </a:lnTo>
                <a:lnTo>
                  <a:pt x="738299" y="558407"/>
                </a:lnTo>
                <a:lnTo>
                  <a:pt x="766489" y="554040"/>
                </a:lnTo>
                <a:lnTo>
                  <a:pt x="793884" y="549673"/>
                </a:lnTo>
                <a:lnTo>
                  <a:pt x="797458" y="549276"/>
                </a:lnTo>
                <a:lnTo>
                  <a:pt x="800634" y="549276"/>
                </a:lnTo>
                <a:lnTo>
                  <a:pt x="806987" y="549276"/>
                </a:lnTo>
                <a:lnTo>
                  <a:pt x="897114" y="881943"/>
                </a:lnTo>
                <a:lnTo>
                  <a:pt x="899099" y="868843"/>
                </a:lnTo>
                <a:lnTo>
                  <a:pt x="930068" y="640581"/>
                </a:lnTo>
                <a:lnTo>
                  <a:pt x="921333" y="617953"/>
                </a:lnTo>
                <a:lnTo>
                  <a:pt x="938406" y="588577"/>
                </a:lnTo>
                <a:lnTo>
                  <a:pt x="977712" y="588180"/>
                </a:lnTo>
                <a:lnTo>
                  <a:pt x="994388" y="617953"/>
                </a:lnTo>
                <a:lnTo>
                  <a:pt x="986844" y="644551"/>
                </a:lnTo>
                <a:lnTo>
                  <a:pt x="1014636" y="885913"/>
                </a:lnTo>
                <a:lnTo>
                  <a:pt x="1088485" y="559597"/>
                </a:lnTo>
                <a:lnTo>
                  <a:pt x="1096823" y="556025"/>
                </a:lnTo>
                <a:lnTo>
                  <a:pt x="1103175" y="552849"/>
                </a:lnTo>
                <a:lnTo>
                  <a:pt x="1106749" y="550467"/>
                </a:lnTo>
                <a:lnTo>
                  <a:pt x="1107543" y="550070"/>
                </a:lnTo>
                <a:lnTo>
                  <a:pt x="1107543" y="549673"/>
                </a:lnTo>
                <a:lnTo>
                  <a:pt x="1121042" y="548085"/>
                </a:lnTo>
                <a:lnTo>
                  <a:pt x="1134938" y="547688"/>
                </a:lnTo>
                <a:close/>
                <a:moveTo>
                  <a:pt x="1529566" y="180975"/>
                </a:moveTo>
                <a:lnTo>
                  <a:pt x="1542295" y="180975"/>
                </a:lnTo>
                <a:lnTo>
                  <a:pt x="1554228" y="181372"/>
                </a:lnTo>
                <a:lnTo>
                  <a:pt x="1566162" y="182564"/>
                </a:lnTo>
                <a:lnTo>
                  <a:pt x="1577698" y="184153"/>
                </a:lnTo>
                <a:lnTo>
                  <a:pt x="1588040" y="186139"/>
                </a:lnTo>
                <a:lnTo>
                  <a:pt x="1598781" y="188920"/>
                </a:lnTo>
                <a:lnTo>
                  <a:pt x="1608328" y="191700"/>
                </a:lnTo>
                <a:lnTo>
                  <a:pt x="1617874" y="195275"/>
                </a:lnTo>
                <a:lnTo>
                  <a:pt x="1626626" y="198453"/>
                </a:lnTo>
                <a:lnTo>
                  <a:pt x="1634979" y="202426"/>
                </a:lnTo>
                <a:lnTo>
                  <a:pt x="1642935" y="206398"/>
                </a:lnTo>
                <a:lnTo>
                  <a:pt x="1650095" y="210370"/>
                </a:lnTo>
                <a:lnTo>
                  <a:pt x="1656858" y="214740"/>
                </a:lnTo>
                <a:lnTo>
                  <a:pt x="1663222" y="218315"/>
                </a:lnTo>
                <a:lnTo>
                  <a:pt x="1673962" y="225862"/>
                </a:lnTo>
                <a:lnTo>
                  <a:pt x="1682316" y="232615"/>
                </a:lnTo>
                <a:lnTo>
                  <a:pt x="1688681" y="238177"/>
                </a:lnTo>
                <a:lnTo>
                  <a:pt x="1693454" y="243341"/>
                </a:lnTo>
                <a:lnTo>
                  <a:pt x="1691863" y="246519"/>
                </a:lnTo>
                <a:lnTo>
                  <a:pt x="1689476" y="250888"/>
                </a:lnTo>
                <a:lnTo>
                  <a:pt x="1686692" y="256052"/>
                </a:lnTo>
                <a:lnTo>
                  <a:pt x="1682714" y="262011"/>
                </a:lnTo>
                <a:lnTo>
                  <a:pt x="1677940" y="268367"/>
                </a:lnTo>
                <a:lnTo>
                  <a:pt x="1671973" y="275120"/>
                </a:lnTo>
                <a:lnTo>
                  <a:pt x="1665211" y="281078"/>
                </a:lnTo>
                <a:lnTo>
                  <a:pt x="1661233" y="284256"/>
                </a:lnTo>
                <a:lnTo>
                  <a:pt x="1656858" y="286639"/>
                </a:lnTo>
                <a:lnTo>
                  <a:pt x="1652880" y="289420"/>
                </a:lnTo>
                <a:lnTo>
                  <a:pt x="1648106" y="291803"/>
                </a:lnTo>
                <a:lnTo>
                  <a:pt x="1643333" y="293790"/>
                </a:lnTo>
                <a:lnTo>
                  <a:pt x="1638162" y="295776"/>
                </a:lnTo>
                <a:lnTo>
                  <a:pt x="1632593" y="296967"/>
                </a:lnTo>
                <a:lnTo>
                  <a:pt x="1627024" y="297762"/>
                </a:lnTo>
                <a:lnTo>
                  <a:pt x="1621057" y="298159"/>
                </a:lnTo>
                <a:lnTo>
                  <a:pt x="1614692" y="298159"/>
                </a:lnTo>
                <a:lnTo>
                  <a:pt x="1607930" y="297762"/>
                </a:lnTo>
                <a:lnTo>
                  <a:pt x="1601167" y="296570"/>
                </a:lnTo>
                <a:lnTo>
                  <a:pt x="1594007" y="294584"/>
                </a:lnTo>
                <a:lnTo>
                  <a:pt x="1586449" y="292201"/>
                </a:lnTo>
                <a:lnTo>
                  <a:pt x="1578891" y="289420"/>
                </a:lnTo>
                <a:lnTo>
                  <a:pt x="1570936" y="285448"/>
                </a:lnTo>
                <a:lnTo>
                  <a:pt x="1561389" y="280681"/>
                </a:lnTo>
                <a:lnTo>
                  <a:pt x="1551842" y="276708"/>
                </a:lnTo>
                <a:lnTo>
                  <a:pt x="1590825" y="295776"/>
                </a:lnTo>
                <a:lnTo>
                  <a:pt x="1608328" y="303720"/>
                </a:lnTo>
                <a:lnTo>
                  <a:pt x="1617477" y="306898"/>
                </a:lnTo>
                <a:lnTo>
                  <a:pt x="1625830" y="310473"/>
                </a:lnTo>
                <a:lnTo>
                  <a:pt x="1633786" y="312857"/>
                </a:lnTo>
                <a:lnTo>
                  <a:pt x="1641344" y="314446"/>
                </a:lnTo>
                <a:lnTo>
                  <a:pt x="1648902" y="316035"/>
                </a:lnTo>
                <a:lnTo>
                  <a:pt x="1655664" y="316432"/>
                </a:lnTo>
                <a:lnTo>
                  <a:pt x="1662427" y="316035"/>
                </a:lnTo>
                <a:lnTo>
                  <a:pt x="1665609" y="315240"/>
                </a:lnTo>
                <a:lnTo>
                  <a:pt x="1668393" y="314446"/>
                </a:lnTo>
                <a:lnTo>
                  <a:pt x="1671576" y="313651"/>
                </a:lnTo>
                <a:lnTo>
                  <a:pt x="1674360" y="312460"/>
                </a:lnTo>
                <a:lnTo>
                  <a:pt x="1676747" y="310871"/>
                </a:lnTo>
                <a:lnTo>
                  <a:pt x="1679531" y="309282"/>
                </a:lnTo>
                <a:lnTo>
                  <a:pt x="1680725" y="321993"/>
                </a:lnTo>
                <a:lnTo>
                  <a:pt x="1681123" y="333910"/>
                </a:lnTo>
                <a:lnTo>
                  <a:pt x="1681123" y="345430"/>
                </a:lnTo>
                <a:lnTo>
                  <a:pt x="1680327" y="356950"/>
                </a:lnTo>
                <a:lnTo>
                  <a:pt x="1682316" y="354566"/>
                </a:lnTo>
                <a:lnTo>
                  <a:pt x="1683509" y="353772"/>
                </a:lnTo>
                <a:lnTo>
                  <a:pt x="1684703" y="353772"/>
                </a:lnTo>
                <a:lnTo>
                  <a:pt x="1685896" y="354169"/>
                </a:lnTo>
                <a:lnTo>
                  <a:pt x="1687487" y="354964"/>
                </a:lnTo>
                <a:lnTo>
                  <a:pt x="1688681" y="356553"/>
                </a:lnTo>
                <a:lnTo>
                  <a:pt x="1689874" y="358142"/>
                </a:lnTo>
                <a:lnTo>
                  <a:pt x="1692261" y="363703"/>
                </a:lnTo>
                <a:lnTo>
                  <a:pt x="1694250" y="370456"/>
                </a:lnTo>
                <a:lnTo>
                  <a:pt x="1695841" y="378401"/>
                </a:lnTo>
                <a:lnTo>
                  <a:pt x="1697034" y="387934"/>
                </a:lnTo>
                <a:lnTo>
                  <a:pt x="1698227" y="398660"/>
                </a:lnTo>
                <a:lnTo>
                  <a:pt x="1698625" y="409782"/>
                </a:lnTo>
                <a:lnTo>
                  <a:pt x="1698227" y="420905"/>
                </a:lnTo>
                <a:lnTo>
                  <a:pt x="1697034" y="431630"/>
                </a:lnTo>
                <a:lnTo>
                  <a:pt x="1695841" y="441164"/>
                </a:lnTo>
                <a:lnTo>
                  <a:pt x="1694250" y="449108"/>
                </a:lnTo>
                <a:lnTo>
                  <a:pt x="1692261" y="456259"/>
                </a:lnTo>
                <a:lnTo>
                  <a:pt x="1689874" y="461423"/>
                </a:lnTo>
                <a:lnTo>
                  <a:pt x="1688681" y="463012"/>
                </a:lnTo>
                <a:lnTo>
                  <a:pt x="1687487" y="464998"/>
                </a:lnTo>
                <a:lnTo>
                  <a:pt x="1685896" y="465792"/>
                </a:lnTo>
                <a:lnTo>
                  <a:pt x="1684703" y="465792"/>
                </a:lnTo>
                <a:lnTo>
                  <a:pt x="1683112" y="465792"/>
                </a:lnTo>
                <a:lnTo>
                  <a:pt x="1681520" y="464203"/>
                </a:lnTo>
                <a:lnTo>
                  <a:pt x="1680327" y="463012"/>
                </a:lnTo>
                <a:lnTo>
                  <a:pt x="1679134" y="461025"/>
                </a:lnTo>
                <a:lnTo>
                  <a:pt x="1677940" y="458642"/>
                </a:lnTo>
                <a:lnTo>
                  <a:pt x="1676349" y="455464"/>
                </a:lnTo>
                <a:lnTo>
                  <a:pt x="1674758" y="447917"/>
                </a:lnTo>
                <a:lnTo>
                  <a:pt x="1673565" y="457450"/>
                </a:lnTo>
                <a:lnTo>
                  <a:pt x="1671973" y="467381"/>
                </a:lnTo>
                <a:lnTo>
                  <a:pt x="1669587" y="476518"/>
                </a:lnTo>
                <a:lnTo>
                  <a:pt x="1667200" y="485654"/>
                </a:lnTo>
                <a:lnTo>
                  <a:pt x="1664813" y="494393"/>
                </a:lnTo>
                <a:lnTo>
                  <a:pt x="1661631" y="502735"/>
                </a:lnTo>
                <a:lnTo>
                  <a:pt x="1658449" y="511077"/>
                </a:lnTo>
                <a:lnTo>
                  <a:pt x="1654869" y="519419"/>
                </a:lnTo>
                <a:lnTo>
                  <a:pt x="1651289" y="526966"/>
                </a:lnTo>
                <a:lnTo>
                  <a:pt x="1646913" y="534514"/>
                </a:lnTo>
                <a:lnTo>
                  <a:pt x="1642537" y="541664"/>
                </a:lnTo>
                <a:lnTo>
                  <a:pt x="1638162" y="548417"/>
                </a:lnTo>
                <a:lnTo>
                  <a:pt x="1633388" y="555170"/>
                </a:lnTo>
                <a:lnTo>
                  <a:pt x="1628217" y="561526"/>
                </a:lnTo>
                <a:lnTo>
                  <a:pt x="1623046" y="567485"/>
                </a:lnTo>
                <a:lnTo>
                  <a:pt x="1618272" y="573443"/>
                </a:lnTo>
                <a:lnTo>
                  <a:pt x="1612703" y="578607"/>
                </a:lnTo>
                <a:lnTo>
                  <a:pt x="1607134" y="583771"/>
                </a:lnTo>
                <a:lnTo>
                  <a:pt x="1601565" y="588538"/>
                </a:lnTo>
                <a:lnTo>
                  <a:pt x="1596394" y="592510"/>
                </a:lnTo>
                <a:lnTo>
                  <a:pt x="1590427" y="596880"/>
                </a:lnTo>
                <a:lnTo>
                  <a:pt x="1584460" y="600852"/>
                </a:lnTo>
                <a:lnTo>
                  <a:pt x="1578891" y="604030"/>
                </a:lnTo>
                <a:lnTo>
                  <a:pt x="1572924" y="607605"/>
                </a:lnTo>
                <a:lnTo>
                  <a:pt x="1566958" y="609989"/>
                </a:lnTo>
                <a:lnTo>
                  <a:pt x="1560991" y="612372"/>
                </a:lnTo>
                <a:lnTo>
                  <a:pt x="1555024" y="614756"/>
                </a:lnTo>
                <a:lnTo>
                  <a:pt x="1549853" y="616344"/>
                </a:lnTo>
                <a:lnTo>
                  <a:pt x="1543886" y="617536"/>
                </a:lnTo>
                <a:lnTo>
                  <a:pt x="1538317" y="618331"/>
                </a:lnTo>
                <a:lnTo>
                  <a:pt x="1532748" y="618728"/>
                </a:lnTo>
                <a:lnTo>
                  <a:pt x="1527179" y="619125"/>
                </a:lnTo>
                <a:lnTo>
                  <a:pt x="1523201" y="618728"/>
                </a:lnTo>
                <a:lnTo>
                  <a:pt x="1518428" y="618331"/>
                </a:lnTo>
                <a:lnTo>
                  <a:pt x="1513654" y="617536"/>
                </a:lnTo>
                <a:lnTo>
                  <a:pt x="1508881" y="615947"/>
                </a:lnTo>
                <a:lnTo>
                  <a:pt x="1503709" y="614358"/>
                </a:lnTo>
                <a:lnTo>
                  <a:pt x="1498538" y="611975"/>
                </a:lnTo>
                <a:lnTo>
                  <a:pt x="1492969" y="609592"/>
                </a:lnTo>
                <a:lnTo>
                  <a:pt x="1487798" y="606414"/>
                </a:lnTo>
                <a:lnTo>
                  <a:pt x="1482229" y="603633"/>
                </a:lnTo>
                <a:lnTo>
                  <a:pt x="1476660" y="599661"/>
                </a:lnTo>
                <a:lnTo>
                  <a:pt x="1465522" y="591716"/>
                </a:lnTo>
                <a:lnTo>
                  <a:pt x="1454384" y="582580"/>
                </a:lnTo>
                <a:lnTo>
                  <a:pt x="1443246" y="572251"/>
                </a:lnTo>
                <a:lnTo>
                  <a:pt x="1432108" y="560732"/>
                </a:lnTo>
                <a:lnTo>
                  <a:pt x="1421765" y="548020"/>
                </a:lnTo>
                <a:lnTo>
                  <a:pt x="1416992" y="541664"/>
                </a:lnTo>
                <a:lnTo>
                  <a:pt x="1411821" y="534514"/>
                </a:lnTo>
                <a:lnTo>
                  <a:pt x="1407445" y="527364"/>
                </a:lnTo>
                <a:lnTo>
                  <a:pt x="1402671" y="520213"/>
                </a:lnTo>
                <a:lnTo>
                  <a:pt x="1398296" y="512666"/>
                </a:lnTo>
                <a:lnTo>
                  <a:pt x="1394318" y="504721"/>
                </a:lnTo>
                <a:lnTo>
                  <a:pt x="1390340" y="496777"/>
                </a:lnTo>
                <a:lnTo>
                  <a:pt x="1386760" y="488435"/>
                </a:lnTo>
                <a:lnTo>
                  <a:pt x="1383180" y="480490"/>
                </a:lnTo>
                <a:lnTo>
                  <a:pt x="1380395" y="472148"/>
                </a:lnTo>
                <a:lnTo>
                  <a:pt x="1377213" y="463012"/>
                </a:lnTo>
                <a:lnTo>
                  <a:pt x="1374826" y="454272"/>
                </a:lnTo>
                <a:lnTo>
                  <a:pt x="1373235" y="460231"/>
                </a:lnTo>
                <a:lnTo>
                  <a:pt x="1370848" y="464998"/>
                </a:lnTo>
                <a:lnTo>
                  <a:pt x="1369655" y="466189"/>
                </a:lnTo>
                <a:lnTo>
                  <a:pt x="1368462" y="467381"/>
                </a:lnTo>
                <a:lnTo>
                  <a:pt x="1367268" y="468176"/>
                </a:lnTo>
                <a:lnTo>
                  <a:pt x="1366075" y="468573"/>
                </a:lnTo>
                <a:lnTo>
                  <a:pt x="1364484" y="468176"/>
                </a:lnTo>
                <a:lnTo>
                  <a:pt x="1363291" y="467381"/>
                </a:lnTo>
                <a:lnTo>
                  <a:pt x="1361699" y="466189"/>
                </a:lnTo>
                <a:lnTo>
                  <a:pt x="1360506" y="463806"/>
                </a:lnTo>
                <a:lnTo>
                  <a:pt x="1358119" y="459039"/>
                </a:lnTo>
                <a:lnTo>
                  <a:pt x="1356130" y="452286"/>
                </a:lnTo>
                <a:lnTo>
                  <a:pt x="1354539" y="443547"/>
                </a:lnTo>
                <a:lnTo>
                  <a:pt x="1353346" y="434411"/>
                </a:lnTo>
                <a:lnTo>
                  <a:pt x="1352550" y="423685"/>
                </a:lnTo>
                <a:lnTo>
                  <a:pt x="1352550" y="412563"/>
                </a:lnTo>
                <a:lnTo>
                  <a:pt x="1352550" y="401043"/>
                </a:lnTo>
                <a:lnTo>
                  <a:pt x="1353346" y="390715"/>
                </a:lnTo>
                <a:lnTo>
                  <a:pt x="1354539" y="381181"/>
                </a:lnTo>
                <a:lnTo>
                  <a:pt x="1356130" y="372839"/>
                </a:lnTo>
                <a:lnTo>
                  <a:pt x="1358119" y="366086"/>
                </a:lnTo>
                <a:lnTo>
                  <a:pt x="1360506" y="360922"/>
                </a:lnTo>
                <a:lnTo>
                  <a:pt x="1361699" y="358936"/>
                </a:lnTo>
                <a:lnTo>
                  <a:pt x="1363291" y="357744"/>
                </a:lnTo>
                <a:lnTo>
                  <a:pt x="1364484" y="356950"/>
                </a:lnTo>
                <a:lnTo>
                  <a:pt x="1366075" y="356553"/>
                </a:lnTo>
                <a:lnTo>
                  <a:pt x="1366871" y="356950"/>
                </a:lnTo>
                <a:lnTo>
                  <a:pt x="1367666" y="357347"/>
                </a:lnTo>
                <a:lnTo>
                  <a:pt x="1368064" y="349800"/>
                </a:lnTo>
                <a:lnTo>
                  <a:pt x="1368462" y="342252"/>
                </a:lnTo>
                <a:lnTo>
                  <a:pt x="1369257" y="335499"/>
                </a:lnTo>
                <a:lnTo>
                  <a:pt x="1370053" y="329541"/>
                </a:lnTo>
                <a:lnTo>
                  <a:pt x="1369655" y="321596"/>
                </a:lnTo>
                <a:lnTo>
                  <a:pt x="1369257" y="314049"/>
                </a:lnTo>
                <a:lnTo>
                  <a:pt x="1369257" y="307296"/>
                </a:lnTo>
                <a:lnTo>
                  <a:pt x="1369655" y="300543"/>
                </a:lnTo>
                <a:lnTo>
                  <a:pt x="1370053" y="294584"/>
                </a:lnTo>
                <a:lnTo>
                  <a:pt x="1370848" y="289023"/>
                </a:lnTo>
                <a:lnTo>
                  <a:pt x="1372440" y="283461"/>
                </a:lnTo>
                <a:lnTo>
                  <a:pt x="1374031" y="278297"/>
                </a:lnTo>
                <a:lnTo>
                  <a:pt x="1375622" y="273531"/>
                </a:lnTo>
                <a:lnTo>
                  <a:pt x="1377213" y="269558"/>
                </a:lnTo>
                <a:lnTo>
                  <a:pt x="1379998" y="265189"/>
                </a:lnTo>
                <a:lnTo>
                  <a:pt x="1382384" y="262011"/>
                </a:lnTo>
                <a:lnTo>
                  <a:pt x="1384771" y="258436"/>
                </a:lnTo>
                <a:lnTo>
                  <a:pt x="1387953" y="255655"/>
                </a:lnTo>
                <a:lnTo>
                  <a:pt x="1391136" y="252477"/>
                </a:lnTo>
                <a:lnTo>
                  <a:pt x="1394716" y="250491"/>
                </a:lnTo>
                <a:lnTo>
                  <a:pt x="1379600" y="250491"/>
                </a:lnTo>
                <a:lnTo>
                  <a:pt x="1367666" y="250888"/>
                </a:lnTo>
                <a:lnTo>
                  <a:pt x="1357324" y="251683"/>
                </a:lnTo>
                <a:lnTo>
                  <a:pt x="1364484" y="248108"/>
                </a:lnTo>
                <a:lnTo>
                  <a:pt x="1371644" y="243341"/>
                </a:lnTo>
                <a:lnTo>
                  <a:pt x="1379202" y="238177"/>
                </a:lnTo>
                <a:lnTo>
                  <a:pt x="1386362" y="232615"/>
                </a:lnTo>
                <a:lnTo>
                  <a:pt x="1400285" y="222287"/>
                </a:lnTo>
                <a:lnTo>
                  <a:pt x="1406649" y="217520"/>
                </a:lnTo>
                <a:lnTo>
                  <a:pt x="1412218" y="214343"/>
                </a:lnTo>
                <a:lnTo>
                  <a:pt x="1428528" y="206398"/>
                </a:lnTo>
                <a:lnTo>
                  <a:pt x="1444041" y="199645"/>
                </a:lnTo>
                <a:lnTo>
                  <a:pt x="1459157" y="194481"/>
                </a:lnTo>
                <a:lnTo>
                  <a:pt x="1474273" y="189714"/>
                </a:lnTo>
                <a:lnTo>
                  <a:pt x="1488594" y="186139"/>
                </a:lnTo>
                <a:lnTo>
                  <a:pt x="1502914" y="183756"/>
                </a:lnTo>
                <a:lnTo>
                  <a:pt x="1516439" y="182167"/>
                </a:lnTo>
                <a:lnTo>
                  <a:pt x="1529566" y="180975"/>
                </a:lnTo>
                <a:close/>
                <a:moveTo>
                  <a:pt x="392103" y="180975"/>
                </a:moveTo>
                <a:lnTo>
                  <a:pt x="405170" y="180975"/>
                </a:lnTo>
                <a:lnTo>
                  <a:pt x="417445" y="181372"/>
                </a:lnTo>
                <a:lnTo>
                  <a:pt x="428532" y="182564"/>
                </a:lnTo>
                <a:lnTo>
                  <a:pt x="440015" y="184153"/>
                </a:lnTo>
                <a:lnTo>
                  <a:pt x="451102" y="186139"/>
                </a:lnTo>
                <a:lnTo>
                  <a:pt x="461001" y="188920"/>
                </a:lnTo>
                <a:lnTo>
                  <a:pt x="471296" y="191700"/>
                </a:lnTo>
                <a:lnTo>
                  <a:pt x="480404" y="195275"/>
                </a:lnTo>
                <a:lnTo>
                  <a:pt x="489115" y="198453"/>
                </a:lnTo>
                <a:lnTo>
                  <a:pt x="497430" y="202426"/>
                </a:lnTo>
                <a:lnTo>
                  <a:pt x="505349" y="206398"/>
                </a:lnTo>
                <a:lnTo>
                  <a:pt x="512873" y="210370"/>
                </a:lnTo>
                <a:lnTo>
                  <a:pt x="519604" y="214740"/>
                </a:lnTo>
                <a:lnTo>
                  <a:pt x="525543" y="218315"/>
                </a:lnTo>
                <a:lnTo>
                  <a:pt x="536234" y="225862"/>
                </a:lnTo>
                <a:lnTo>
                  <a:pt x="544550" y="232615"/>
                </a:lnTo>
                <a:lnTo>
                  <a:pt x="550489" y="238177"/>
                </a:lnTo>
                <a:lnTo>
                  <a:pt x="555637" y="243341"/>
                </a:lnTo>
                <a:lnTo>
                  <a:pt x="554053" y="246519"/>
                </a:lnTo>
                <a:lnTo>
                  <a:pt x="551677" y="250888"/>
                </a:lnTo>
                <a:lnTo>
                  <a:pt x="548905" y="256052"/>
                </a:lnTo>
                <a:lnTo>
                  <a:pt x="544946" y="262011"/>
                </a:lnTo>
                <a:lnTo>
                  <a:pt x="540194" y="268367"/>
                </a:lnTo>
                <a:lnTo>
                  <a:pt x="534255" y="275120"/>
                </a:lnTo>
                <a:lnTo>
                  <a:pt x="527523" y="281078"/>
                </a:lnTo>
                <a:lnTo>
                  <a:pt x="523564" y="284256"/>
                </a:lnTo>
                <a:lnTo>
                  <a:pt x="519604" y="286639"/>
                </a:lnTo>
                <a:lnTo>
                  <a:pt x="515248" y="289420"/>
                </a:lnTo>
                <a:lnTo>
                  <a:pt x="510497" y="291803"/>
                </a:lnTo>
                <a:lnTo>
                  <a:pt x="505745" y="293790"/>
                </a:lnTo>
                <a:lnTo>
                  <a:pt x="500598" y="295776"/>
                </a:lnTo>
                <a:lnTo>
                  <a:pt x="495054" y="296967"/>
                </a:lnTo>
                <a:lnTo>
                  <a:pt x="489511" y="297762"/>
                </a:lnTo>
                <a:lnTo>
                  <a:pt x="483175" y="298159"/>
                </a:lnTo>
                <a:lnTo>
                  <a:pt x="477236" y="298159"/>
                </a:lnTo>
                <a:lnTo>
                  <a:pt x="470504" y="297762"/>
                </a:lnTo>
                <a:lnTo>
                  <a:pt x="463773" y="296570"/>
                </a:lnTo>
                <a:lnTo>
                  <a:pt x="456646" y="294584"/>
                </a:lnTo>
                <a:lnTo>
                  <a:pt x="449122" y="292201"/>
                </a:lnTo>
                <a:lnTo>
                  <a:pt x="441599" y="289420"/>
                </a:lnTo>
                <a:lnTo>
                  <a:pt x="433680" y="285448"/>
                </a:lnTo>
                <a:lnTo>
                  <a:pt x="424572" y="280681"/>
                </a:lnTo>
                <a:lnTo>
                  <a:pt x="414673" y="276708"/>
                </a:lnTo>
                <a:lnTo>
                  <a:pt x="453082" y="295776"/>
                </a:lnTo>
                <a:lnTo>
                  <a:pt x="471296" y="303720"/>
                </a:lnTo>
                <a:lnTo>
                  <a:pt x="480008" y="306898"/>
                </a:lnTo>
                <a:lnTo>
                  <a:pt x="488323" y="310473"/>
                </a:lnTo>
                <a:lnTo>
                  <a:pt x="496242" y="312857"/>
                </a:lnTo>
                <a:lnTo>
                  <a:pt x="503765" y="314446"/>
                </a:lnTo>
                <a:lnTo>
                  <a:pt x="511289" y="316035"/>
                </a:lnTo>
                <a:lnTo>
                  <a:pt x="518020" y="316432"/>
                </a:lnTo>
                <a:lnTo>
                  <a:pt x="524751" y="316035"/>
                </a:lnTo>
                <a:lnTo>
                  <a:pt x="527919" y="315240"/>
                </a:lnTo>
                <a:lnTo>
                  <a:pt x="530691" y="314446"/>
                </a:lnTo>
                <a:lnTo>
                  <a:pt x="533859" y="313651"/>
                </a:lnTo>
                <a:lnTo>
                  <a:pt x="536234" y="312460"/>
                </a:lnTo>
                <a:lnTo>
                  <a:pt x="539402" y="310871"/>
                </a:lnTo>
                <a:lnTo>
                  <a:pt x="541382" y="309282"/>
                </a:lnTo>
                <a:lnTo>
                  <a:pt x="542966" y="321993"/>
                </a:lnTo>
                <a:lnTo>
                  <a:pt x="543362" y="333910"/>
                </a:lnTo>
                <a:lnTo>
                  <a:pt x="542966" y="345430"/>
                </a:lnTo>
                <a:lnTo>
                  <a:pt x="542570" y="356950"/>
                </a:lnTo>
                <a:lnTo>
                  <a:pt x="544550" y="354566"/>
                </a:lnTo>
                <a:lnTo>
                  <a:pt x="545738" y="353772"/>
                </a:lnTo>
                <a:lnTo>
                  <a:pt x="546925" y="353772"/>
                </a:lnTo>
                <a:lnTo>
                  <a:pt x="548113" y="354169"/>
                </a:lnTo>
                <a:lnTo>
                  <a:pt x="549301" y="354964"/>
                </a:lnTo>
                <a:lnTo>
                  <a:pt x="550489" y="356553"/>
                </a:lnTo>
                <a:lnTo>
                  <a:pt x="551677" y="358142"/>
                </a:lnTo>
                <a:lnTo>
                  <a:pt x="554449" y="363703"/>
                </a:lnTo>
                <a:lnTo>
                  <a:pt x="556429" y="370456"/>
                </a:lnTo>
                <a:lnTo>
                  <a:pt x="558012" y="378401"/>
                </a:lnTo>
                <a:lnTo>
                  <a:pt x="559596" y="387934"/>
                </a:lnTo>
                <a:lnTo>
                  <a:pt x="560388" y="398660"/>
                </a:lnTo>
                <a:lnTo>
                  <a:pt x="560388" y="409782"/>
                </a:lnTo>
                <a:lnTo>
                  <a:pt x="560388" y="420905"/>
                </a:lnTo>
                <a:lnTo>
                  <a:pt x="559596" y="431630"/>
                </a:lnTo>
                <a:lnTo>
                  <a:pt x="558012" y="441164"/>
                </a:lnTo>
                <a:lnTo>
                  <a:pt x="556429" y="449108"/>
                </a:lnTo>
                <a:lnTo>
                  <a:pt x="554449" y="456259"/>
                </a:lnTo>
                <a:lnTo>
                  <a:pt x="551677" y="461423"/>
                </a:lnTo>
                <a:lnTo>
                  <a:pt x="550489" y="463012"/>
                </a:lnTo>
                <a:lnTo>
                  <a:pt x="549301" y="464998"/>
                </a:lnTo>
                <a:lnTo>
                  <a:pt x="548113" y="465792"/>
                </a:lnTo>
                <a:lnTo>
                  <a:pt x="546925" y="465792"/>
                </a:lnTo>
                <a:lnTo>
                  <a:pt x="544946" y="465792"/>
                </a:lnTo>
                <a:lnTo>
                  <a:pt x="543758" y="464203"/>
                </a:lnTo>
                <a:lnTo>
                  <a:pt x="542570" y="463012"/>
                </a:lnTo>
                <a:lnTo>
                  <a:pt x="541382" y="461025"/>
                </a:lnTo>
                <a:lnTo>
                  <a:pt x="540194" y="458642"/>
                </a:lnTo>
                <a:lnTo>
                  <a:pt x="539006" y="455464"/>
                </a:lnTo>
                <a:lnTo>
                  <a:pt x="536630" y="447917"/>
                </a:lnTo>
                <a:lnTo>
                  <a:pt x="535442" y="457450"/>
                </a:lnTo>
                <a:lnTo>
                  <a:pt x="533859" y="467381"/>
                </a:lnTo>
                <a:lnTo>
                  <a:pt x="531483" y="476518"/>
                </a:lnTo>
                <a:lnTo>
                  <a:pt x="529503" y="485654"/>
                </a:lnTo>
                <a:lnTo>
                  <a:pt x="527127" y="494393"/>
                </a:lnTo>
                <a:lnTo>
                  <a:pt x="523564" y="502735"/>
                </a:lnTo>
                <a:lnTo>
                  <a:pt x="520792" y="511077"/>
                </a:lnTo>
                <a:lnTo>
                  <a:pt x="516832" y="519419"/>
                </a:lnTo>
                <a:lnTo>
                  <a:pt x="513269" y="526966"/>
                </a:lnTo>
                <a:lnTo>
                  <a:pt x="508913" y="534514"/>
                </a:lnTo>
                <a:lnTo>
                  <a:pt x="504557" y="541664"/>
                </a:lnTo>
                <a:lnTo>
                  <a:pt x="500598" y="548417"/>
                </a:lnTo>
                <a:lnTo>
                  <a:pt x="495450" y="555170"/>
                </a:lnTo>
                <a:lnTo>
                  <a:pt x="490699" y="561526"/>
                </a:lnTo>
                <a:lnTo>
                  <a:pt x="485947" y="567485"/>
                </a:lnTo>
                <a:lnTo>
                  <a:pt x="480404" y="573443"/>
                </a:lnTo>
                <a:lnTo>
                  <a:pt x="475256" y="578607"/>
                </a:lnTo>
                <a:lnTo>
                  <a:pt x="469713" y="583771"/>
                </a:lnTo>
                <a:lnTo>
                  <a:pt x="464565" y="588538"/>
                </a:lnTo>
                <a:lnTo>
                  <a:pt x="458625" y="592510"/>
                </a:lnTo>
                <a:lnTo>
                  <a:pt x="453082" y="596880"/>
                </a:lnTo>
                <a:lnTo>
                  <a:pt x="447142" y="600852"/>
                </a:lnTo>
                <a:lnTo>
                  <a:pt x="441203" y="604030"/>
                </a:lnTo>
                <a:lnTo>
                  <a:pt x="435263" y="607605"/>
                </a:lnTo>
                <a:lnTo>
                  <a:pt x="429720" y="609989"/>
                </a:lnTo>
                <a:lnTo>
                  <a:pt x="424177" y="612372"/>
                </a:lnTo>
                <a:lnTo>
                  <a:pt x="418237" y="614756"/>
                </a:lnTo>
                <a:lnTo>
                  <a:pt x="412298" y="616344"/>
                </a:lnTo>
                <a:lnTo>
                  <a:pt x="406754" y="617536"/>
                </a:lnTo>
                <a:lnTo>
                  <a:pt x="401211" y="618331"/>
                </a:lnTo>
                <a:lnTo>
                  <a:pt x="395667" y="618728"/>
                </a:lnTo>
                <a:lnTo>
                  <a:pt x="390520" y="619125"/>
                </a:lnTo>
                <a:lnTo>
                  <a:pt x="385768" y="618728"/>
                </a:lnTo>
                <a:lnTo>
                  <a:pt x="381017" y="618331"/>
                </a:lnTo>
                <a:lnTo>
                  <a:pt x="376265" y="617536"/>
                </a:lnTo>
                <a:lnTo>
                  <a:pt x="371909" y="615947"/>
                </a:lnTo>
                <a:lnTo>
                  <a:pt x="366762" y="614358"/>
                </a:lnTo>
                <a:lnTo>
                  <a:pt x="361218" y="611975"/>
                </a:lnTo>
                <a:lnTo>
                  <a:pt x="356467" y="609592"/>
                </a:lnTo>
                <a:lnTo>
                  <a:pt x="350923" y="606414"/>
                </a:lnTo>
                <a:lnTo>
                  <a:pt x="345380" y="603633"/>
                </a:lnTo>
                <a:lnTo>
                  <a:pt x="339836" y="599661"/>
                </a:lnTo>
                <a:lnTo>
                  <a:pt x="328353" y="591716"/>
                </a:lnTo>
                <a:lnTo>
                  <a:pt x="317662" y="582580"/>
                </a:lnTo>
                <a:lnTo>
                  <a:pt x="306575" y="572251"/>
                </a:lnTo>
                <a:lnTo>
                  <a:pt x="295884" y="560732"/>
                </a:lnTo>
                <a:lnTo>
                  <a:pt x="285193" y="548020"/>
                </a:lnTo>
                <a:lnTo>
                  <a:pt x="280046" y="541664"/>
                </a:lnTo>
                <a:lnTo>
                  <a:pt x="275690" y="534514"/>
                </a:lnTo>
                <a:lnTo>
                  <a:pt x="270543" y="527364"/>
                </a:lnTo>
                <a:lnTo>
                  <a:pt x="266187" y="520213"/>
                </a:lnTo>
                <a:lnTo>
                  <a:pt x="261832" y="512666"/>
                </a:lnTo>
                <a:lnTo>
                  <a:pt x="257872" y="504721"/>
                </a:lnTo>
                <a:lnTo>
                  <a:pt x="253516" y="496777"/>
                </a:lnTo>
                <a:lnTo>
                  <a:pt x="250349" y="488435"/>
                </a:lnTo>
                <a:lnTo>
                  <a:pt x="246785" y="480490"/>
                </a:lnTo>
                <a:lnTo>
                  <a:pt x="244013" y="472148"/>
                </a:lnTo>
                <a:lnTo>
                  <a:pt x="240846" y="463012"/>
                </a:lnTo>
                <a:lnTo>
                  <a:pt x="238470" y="454272"/>
                </a:lnTo>
                <a:lnTo>
                  <a:pt x="236490" y="460231"/>
                </a:lnTo>
                <a:lnTo>
                  <a:pt x="234114" y="464998"/>
                </a:lnTo>
                <a:lnTo>
                  <a:pt x="233322" y="466189"/>
                </a:lnTo>
                <a:lnTo>
                  <a:pt x="232134" y="467381"/>
                </a:lnTo>
                <a:lnTo>
                  <a:pt x="230946" y="468176"/>
                </a:lnTo>
                <a:lnTo>
                  <a:pt x="229759" y="468573"/>
                </a:lnTo>
                <a:lnTo>
                  <a:pt x="228175" y="468176"/>
                </a:lnTo>
                <a:lnTo>
                  <a:pt x="226591" y="467381"/>
                </a:lnTo>
                <a:lnTo>
                  <a:pt x="225403" y="466189"/>
                </a:lnTo>
                <a:lnTo>
                  <a:pt x="224215" y="463806"/>
                </a:lnTo>
                <a:lnTo>
                  <a:pt x="222235" y="459039"/>
                </a:lnTo>
                <a:lnTo>
                  <a:pt x="219860" y="452286"/>
                </a:lnTo>
                <a:lnTo>
                  <a:pt x="218276" y="443547"/>
                </a:lnTo>
                <a:lnTo>
                  <a:pt x="217088" y="434411"/>
                </a:lnTo>
                <a:lnTo>
                  <a:pt x="216296" y="423685"/>
                </a:lnTo>
                <a:lnTo>
                  <a:pt x="215900" y="412563"/>
                </a:lnTo>
                <a:lnTo>
                  <a:pt x="216296" y="401043"/>
                </a:lnTo>
                <a:lnTo>
                  <a:pt x="217088" y="390715"/>
                </a:lnTo>
                <a:lnTo>
                  <a:pt x="218276" y="381181"/>
                </a:lnTo>
                <a:lnTo>
                  <a:pt x="219860" y="372839"/>
                </a:lnTo>
                <a:lnTo>
                  <a:pt x="222235" y="366086"/>
                </a:lnTo>
                <a:lnTo>
                  <a:pt x="224215" y="360922"/>
                </a:lnTo>
                <a:lnTo>
                  <a:pt x="225403" y="358936"/>
                </a:lnTo>
                <a:lnTo>
                  <a:pt x="226591" y="357744"/>
                </a:lnTo>
                <a:lnTo>
                  <a:pt x="228175" y="356950"/>
                </a:lnTo>
                <a:lnTo>
                  <a:pt x="229759" y="356553"/>
                </a:lnTo>
                <a:lnTo>
                  <a:pt x="230551" y="356950"/>
                </a:lnTo>
                <a:lnTo>
                  <a:pt x="231342" y="357347"/>
                </a:lnTo>
                <a:lnTo>
                  <a:pt x="232134" y="342252"/>
                </a:lnTo>
                <a:lnTo>
                  <a:pt x="232530" y="335499"/>
                </a:lnTo>
                <a:lnTo>
                  <a:pt x="233718" y="329541"/>
                </a:lnTo>
                <a:lnTo>
                  <a:pt x="232926" y="321596"/>
                </a:lnTo>
                <a:lnTo>
                  <a:pt x="232926" y="314049"/>
                </a:lnTo>
                <a:lnTo>
                  <a:pt x="232926" y="307296"/>
                </a:lnTo>
                <a:lnTo>
                  <a:pt x="232926" y="300543"/>
                </a:lnTo>
                <a:lnTo>
                  <a:pt x="233718" y="294584"/>
                </a:lnTo>
                <a:lnTo>
                  <a:pt x="234906" y="289023"/>
                </a:lnTo>
                <a:lnTo>
                  <a:pt x="236094" y="283461"/>
                </a:lnTo>
                <a:lnTo>
                  <a:pt x="237282" y="278297"/>
                </a:lnTo>
                <a:lnTo>
                  <a:pt x="238866" y="273531"/>
                </a:lnTo>
                <a:lnTo>
                  <a:pt x="240846" y="269558"/>
                </a:lnTo>
                <a:lnTo>
                  <a:pt x="243617" y="265189"/>
                </a:lnTo>
                <a:lnTo>
                  <a:pt x="245597" y="262011"/>
                </a:lnTo>
                <a:lnTo>
                  <a:pt x="248765" y="258436"/>
                </a:lnTo>
                <a:lnTo>
                  <a:pt x="251537" y="255655"/>
                </a:lnTo>
                <a:lnTo>
                  <a:pt x="255100" y="252477"/>
                </a:lnTo>
                <a:lnTo>
                  <a:pt x="258268" y="250491"/>
                </a:lnTo>
                <a:lnTo>
                  <a:pt x="243221" y="250491"/>
                </a:lnTo>
                <a:lnTo>
                  <a:pt x="231342" y="250888"/>
                </a:lnTo>
                <a:lnTo>
                  <a:pt x="221443" y="251683"/>
                </a:lnTo>
                <a:lnTo>
                  <a:pt x="228175" y="248108"/>
                </a:lnTo>
                <a:lnTo>
                  <a:pt x="235302" y="243341"/>
                </a:lnTo>
                <a:lnTo>
                  <a:pt x="242825" y="238177"/>
                </a:lnTo>
                <a:lnTo>
                  <a:pt x="249953" y="232615"/>
                </a:lnTo>
                <a:lnTo>
                  <a:pt x="263811" y="222287"/>
                </a:lnTo>
                <a:lnTo>
                  <a:pt x="270147" y="217520"/>
                </a:lnTo>
                <a:lnTo>
                  <a:pt x="276086" y="214343"/>
                </a:lnTo>
                <a:lnTo>
                  <a:pt x="291925" y="206398"/>
                </a:lnTo>
                <a:lnTo>
                  <a:pt x="307367" y="199645"/>
                </a:lnTo>
                <a:lnTo>
                  <a:pt x="322810" y="194481"/>
                </a:lnTo>
                <a:lnTo>
                  <a:pt x="337461" y="189714"/>
                </a:lnTo>
                <a:lnTo>
                  <a:pt x="351715" y="186139"/>
                </a:lnTo>
                <a:lnTo>
                  <a:pt x="365574" y="183756"/>
                </a:lnTo>
                <a:lnTo>
                  <a:pt x="379037" y="182167"/>
                </a:lnTo>
                <a:lnTo>
                  <a:pt x="392103" y="180975"/>
                </a:lnTo>
                <a:close/>
                <a:moveTo>
                  <a:pt x="958250" y="0"/>
                </a:moveTo>
                <a:lnTo>
                  <a:pt x="974507" y="0"/>
                </a:lnTo>
                <a:lnTo>
                  <a:pt x="989971" y="397"/>
                </a:lnTo>
                <a:lnTo>
                  <a:pt x="1004642" y="1986"/>
                </a:lnTo>
                <a:lnTo>
                  <a:pt x="1018917" y="4369"/>
                </a:lnTo>
                <a:lnTo>
                  <a:pt x="1032795" y="6752"/>
                </a:lnTo>
                <a:lnTo>
                  <a:pt x="1045880" y="9929"/>
                </a:lnTo>
                <a:lnTo>
                  <a:pt x="1058172" y="13900"/>
                </a:lnTo>
                <a:lnTo>
                  <a:pt x="1070067" y="18269"/>
                </a:lnTo>
                <a:lnTo>
                  <a:pt x="1081170" y="22241"/>
                </a:lnTo>
                <a:lnTo>
                  <a:pt x="1091876" y="27404"/>
                </a:lnTo>
                <a:lnTo>
                  <a:pt x="1101392" y="32170"/>
                </a:lnTo>
                <a:lnTo>
                  <a:pt x="1110908" y="36936"/>
                </a:lnTo>
                <a:lnTo>
                  <a:pt x="1119235" y="42099"/>
                </a:lnTo>
                <a:lnTo>
                  <a:pt x="1127166" y="47262"/>
                </a:lnTo>
                <a:lnTo>
                  <a:pt x="1134303" y="52425"/>
                </a:lnTo>
                <a:lnTo>
                  <a:pt x="1140647" y="56794"/>
                </a:lnTo>
                <a:lnTo>
                  <a:pt x="1151353" y="65531"/>
                </a:lnTo>
                <a:lnTo>
                  <a:pt x="1159283" y="72680"/>
                </a:lnTo>
                <a:lnTo>
                  <a:pt x="1165628" y="78240"/>
                </a:lnTo>
                <a:lnTo>
                  <a:pt x="1163645" y="83006"/>
                </a:lnTo>
                <a:lnTo>
                  <a:pt x="1160473" y="88567"/>
                </a:lnTo>
                <a:lnTo>
                  <a:pt x="1156904" y="94921"/>
                </a:lnTo>
                <a:lnTo>
                  <a:pt x="1151749" y="102467"/>
                </a:lnTo>
                <a:lnTo>
                  <a:pt x="1145802" y="110410"/>
                </a:lnTo>
                <a:lnTo>
                  <a:pt x="1141837" y="114779"/>
                </a:lnTo>
                <a:lnTo>
                  <a:pt x="1138268" y="118354"/>
                </a:lnTo>
                <a:lnTo>
                  <a:pt x="1133906" y="122722"/>
                </a:lnTo>
                <a:lnTo>
                  <a:pt x="1129545" y="126694"/>
                </a:lnTo>
                <a:lnTo>
                  <a:pt x="1124786" y="130268"/>
                </a:lnTo>
                <a:lnTo>
                  <a:pt x="1119632" y="134240"/>
                </a:lnTo>
                <a:lnTo>
                  <a:pt x="1114081" y="137020"/>
                </a:lnTo>
                <a:lnTo>
                  <a:pt x="1108133" y="140197"/>
                </a:lnTo>
                <a:lnTo>
                  <a:pt x="1101789" y="142580"/>
                </a:lnTo>
                <a:lnTo>
                  <a:pt x="1095841" y="144566"/>
                </a:lnTo>
                <a:lnTo>
                  <a:pt x="1089100" y="146552"/>
                </a:lnTo>
                <a:lnTo>
                  <a:pt x="1081170" y="147743"/>
                </a:lnTo>
                <a:lnTo>
                  <a:pt x="1073636" y="148140"/>
                </a:lnTo>
                <a:lnTo>
                  <a:pt x="1066102" y="148140"/>
                </a:lnTo>
                <a:lnTo>
                  <a:pt x="1057775" y="147743"/>
                </a:lnTo>
                <a:lnTo>
                  <a:pt x="1049052" y="145758"/>
                </a:lnTo>
                <a:lnTo>
                  <a:pt x="1039932" y="143772"/>
                </a:lnTo>
                <a:lnTo>
                  <a:pt x="1030812" y="140992"/>
                </a:lnTo>
                <a:lnTo>
                  <a:pt x="1021296" y="136623"/>
                </a:lnTo>
                <a:lnTo>
                  <a:pt x="1010590" y="131857"/>
                </a:lnTo>
                <a:lnTo>
                  <a:pt x="998695" y="126297"/>
                </a:lnTo>
                <a:lnTo>
                  <a:pt x="987196" y="121134"/>
                </a:lnTo>
                <a:lnTo>
                  <a:pt x="1011383" y="133446"/>
                </a:lnTo>
                <a:lnTo>
                  <a:pt x="1035571" y="144566"/>
                </a:lnTo>
                <a:lnTo>
                  <a:pt x="1047070" y="150126"/>
                </a:lnTo>
                <a:lnTo>
                  <a:pt x="1058172" y="155289"/>
                </a:lnTo>
                <a:lnTo>
                  <a:pt x="1069274" y="159261"/>
                </a:lnTo>
                <a:lnTo>
                  <a:pt x="1079980" y="163233"/>
                </a:lnTo>
                <a:lnTo>
                  <a:pt x="1090290" y="166807"/>
                </a:lnTo>
                <a:lnTo>
                  <a:pt x="1099806" y="169190"/>
                </a:lnTo>
                <a:lnTo>
                  <a:pt x="1109322" y="170381"/>
                </a:lnTo>
                <a:lnTo>
                  <a:pt x="1118046" y="171176"/>
                </a:lnTo>
                <a:lnTo>
                  <a:pt x="1122011" y="171176"/>
                </a:lnTo>
                <a:lnTo>
                  <a:pt x="1126373" y="170779"/>
                </a:lnTo>
                <a:lnTo>
                  <a:pt x="1130338" y="169984"/>
                </a:lnTo>
                <a:lnTo>
                  <a:pt x="1133906" y="169190"/>
                </a:lnTo>
                <a:lnTo>
                  <a:pt x="1137475" y="167998"/>
                </a:lnTo>
                <a:lnTo>
                  <a:pt x="1141044" y="166013"/>
                </a:lnTo>
                <a:lnTo>
                  <a:pt x="1144612" y="164027"/>
                </a:lnTo>
                <a:lnTo>
                  <a:pt x="1147388" y="162041"/>
                </a:lnTo>
                <a:lnTo>
                  <a:pt x="1148181" y="170381"/>
                </a:lnTo>
                <a:lnTo>
                  <a:pt x="1148974" y="178325"/>
                </a:lnTo>
                <a:lnTo>
                  <a:pt x="1150163" y="193417"/>
                </a:lnTo>
                <a:lnTo>
                  <a:pt x="1149767" y="208112"/>
                </a:lnTo>
                <a:lnTo>
                  <a:pt x="1148577" y="222012"/>
                </a:lnTo>
                <a:lnTo>
                  <a:pt x="1150163" y="220424"/>
                </a:lnTo>
                <a:lnTo>
                  <a:pt x="1151353" y="219232"/>
                </a:lnTo>
                <a:lnTo>
                  <a:pt x="1152543" y="218835"/>
                </a:lnTo>
                <a:lnTo>
                  <a:pt x="1154129" y="218438"/>
                </a:lnTo>
                <a:lnTo>
                  <a:pt x="1155715" y="218835"/>
                </a:lnTo>
                <a:lnTo>
                  <a:pt x="1157697" y="219629"/>
                </a:lnTo>
                <a:lnTo>
                  <a:pt x="1159283" y="222012"/>
                </a:lnTo>
                <a:lnTo>
                  <a:pt x="1160869" y="223998"/>
                </a:lnTo>
                <a:lnTo>
                  <a:pt x="1162059" y="226778"/>
                </a:lnTo>
                <a:lnTo>
                  <a:pt x="1164041" y="230750"/>
                </a:lnTo>
                <a:lnTo>
                  <a:pt x="1166421" y="239090"/>
                </a:lnTo>
                <a:lnTo>
                  <a:pt x="1168403" y="249813"/>
                </a:lnTo>
                <a:lnTo>
                  <a:pt x="1169989" y="261728"/>
                </a:lnTo>
                <a:lnTo>
                  <a:pt x="1171179" y="275232"/>
                </a:lnTo>
                <a:lnTo>
                  <a:pt x="1171575" y="289529"/>
                </a:lnTo>
                <a:lnTo>
                  <a:pt x="1171179" y="303827"/>
                </a:lnTo>
                <a:lnTo>
                  <a:pt x="1169989" y="316933"/>
                </a:lnTo>
                <a:lnTo>
                  <a:pt x="1168403" y="328848"/>
                </a:lnTo>
                <a:lnTo>
                  <a:pt x="1166421" y="339174"/>
                </a:lnTo>
                <a:lnTo>
                  <a:pt x="1164041" y="347912"/>
                </a:lnTo>
                <a:lnTo>
                  <a:pt x="1162059" y="351486"/>
                </a:lnTo>
                <a:lnTo>
                  <a:pt x="1160869" y="354266"/>
                </a:lnTo>
                <a:lnTo>
                  <a:pt x="1159283" y="357047"/>
                </a:lnTo>
                <a:lnTo>
                  <a:pt x="1157697" y="358635"/>
                </a:lnTo>
                <a:lnTo>
                  <a:pt x="1155715" y="359827"/>
                </a:lnTo>
                <a:lnTo>
                  <a:pt x="1154129" y="360224"/>
                </a:lnTo>
                <a:lnTo>
                  <a:pt x="1152146" y="359827"/>
                </a:lnTo>
                <a:lnTo>
                  <a:pt x="1150560" y="358635"/>
                </a:lnTo>
                <a:lnTo>
                  <a:pt x="1148577" y="356649"/>
                </a:lnTo>
                <a:lnTo>
                  <a:pt x="1146991" y="353869"/>
                </a:lnTo>
                <a:lnTo>
                  <a:pt x="1145405" y="351089"/>
                </a:lnTo>
                <a:lnTo>
                  <a:pt x="1144216" y="346720"/>
                </a:lnTo>
                <a:lnTo>
                  <a:pt x="1141440" y="337586"/>
                </a:lnTo>
                <a:lnTo>
                  <a:pt x="1139854" y="350295"/>
                </a:lnTo>
                <a:lnTo>
                  <a:pt x="1137871" y="361812"/>
                </a:lnTo>
                <a:lnTo>
                  <a:pt x="1135096" y="373727"/>
                </a:lnTo>
                <a:lnTo>
                  <a:pt x="1132320" y="385245"/>
                </a:lnTo>
                <a:lnTo>
                  <a:pt x="1128752" y="395968"/>
                </a:lnTo>
                <a:lnTo>
                  <a:pt x="1125183" y="407089"/>
                </a:lnTo>
                <a:lnTo>
                  <a:pt x="1120821" y="417812"/>
                </a:lnTo>
                <a:lnTo>
                  <a:pt x="1116460" y="427741"/>
                </a:lnTo>
                <a:lnTo>
                  <a:pt x="1111701" y="437273"/>
                </a:lnTo>
                <a:lnTo>
                  <a:pt x="1106547" y="446805"/>
                </a:lnTo>
                <a:lnTo>
                  <a:pt x="1100996" y="455939"/>
                </a:lnTo>
                <a:lnTo>
                  <a:pt x="1095444" y="464280"/>
                </a:lnTo>
                <a:lnTo>
                  <a:pt x="1089497" y="473017"/>
                </a:lnTo>
                <a:lnTo>
                  <a:pt x="1083152" y="480960"/>
                </a:lnTo>
                <a:lnTo>
                  <a:pt x="1076808" y="488506"/>
                </a:lnTo>
                <a:lnTo>
                  <a:pt x="1070464" y="495655"/>
                </a:lnTo>
                <a:lnTo>
                  <a:pt x="1063723" y="502407"/>
                </a:lnTo>
                <a:lnTo>
                  <a:pt x="1056586" y="509159"/>
                </a:lnTo>
                <a:lnTo>
                  <a:pt x="1049845" y="515116"/>
                </a:lnTo>
                <a:lnTo>
                  <a:pt x="1042708" y="520676"/>
                </a:lnTo>
                <a:lnTo>
                  <a:pt x="1035174" y="525442"/>
                </a:lnTo>
                <a:lnTo>
                  <a:pt x="1028037" y="530605"/>
                </a:lnTo>
                <a:lnTo>
                  <a:pt x="1020503" y="534974"/>
                </a:lnTo>
                <a:lnTo>
                  <a:pt x="1012969" y="538549"/>
                </a:lnTo>
                <a:lnTo>
                  <a:pt x="1005832" y="542520"/>
                </a:lnTo>
                <a:lnTo>
                  <a:pt x="998298" y="545300"/>
                </a:lnTo>
                <a:lnTo>
                  <a:pt x="991161" y="548081"/>
                </a:lnTo>
                <a:lnTo>
                  <a:pt x="984024" y="550067"/>
                </a:lnTo>
                <a:lnTo>
                  <a:pt x="976886" y="551655"/>
                </a:lnTo>
                <a:lnTo>
                  <a:pt x="969749" y="553244"/>
                </a:lnTo>
                <a:lnTo>
                  <a:pt x="962612" y="554038"/>
                </a:lnTo>
                <a:lnTo>
                  <a:pt x="955871" y="554038"/>
                </a:lnTo>
                <a:lnTo>
                  <a:pt x="950320" y="553641"/>
                </a:lnTo>
                <a:lnTo>
                  <a:pt x="944372" y="553244"/>
                </a:lnTo>
                <a:lnTo>
                  <a:pt x="938424" y="551655"/>
                </a:lnTo>
                <a:lnTo>
                  <a:pt x="932080" y="549669"/>
                </a:lnTo>
                <a:lnTo>
                  <a:pt x="925736" y="547683"/>
                </a:lnTo>
                <a:lnTo>
                  <a:pt x="919788" y="544903"/>
                </a:lnTo>
                <a:lnTo>
                  <a:pt x="913047" y="541726"/>
                </a:lnTo>
                <a:lnTo>
                  <a:pt x="906307" y="538151"/>
                </a:lnTo>
                <a:lnTo>
                  <a:pt x="898773" y="534180"/>
                </a:lnTo>
                <a:lnTo>
                  <a:pt x="892429" y="529811"/>
                </a:lnTo>
                <a:lnTo>
                  <a:pt x="884895" y="524648"/>
                </a:lnTo>
                <a:lnTo>
                  <a:pt x="877758" y="519882"/>
                </a:lnTo>
                <a:lnTo>
                  <a:pt x="870620" y="513925"/>
                </a:lnTo>
                <a:lnTo>
                  <a:pt x="863880" y="507967"/>
                </a:lnTo>
                <a:lnTo>
                  <a:pt x="856742" y="501613"/>
                </a:lnTo>
                <a:lnTo>
                  <a:pt x="849605" y="494861"/>
                </a:lnTo>
                <a:lnTo>
                  <a:pt x="842864" y="487712"/>
                </a:lnTo>
                <a:lnTo>
                  <a:pt x="836124" y="480166"/>
                </a:lnTo>
                <a:lnTo>
                  <a:pt x="829383" y="472223"/>
                </a:lnTo>
                <a:lnTo>
                  <a:pt x="823039" y="463883"/>
                </a:lnTo>
                <a:lnTo>
                  <a:pt x="816694" y="455542"/>
                </a:lnTo>
                <a:lnTo>
                  <a:pt x="810350" y="446805"/>
                </a:lnTo>
                <a:lnTo>
                  <a:pt x="804799" y="438067"/>
                </a:lnTo>
                <a:lnTo>
                  <a:pt x="798851" y="428535"/>
                </a:lnTo>
                <a:lnTo>
                  <a:pt x="793300" y="419004"/>
                </a:lnTo>
                <a:lnTo>
                  <a:pt x="788145" y="409075"/>
                </a:lnTo>
                <a:lnTo>
                  <a:pt x="782991" y="399146"/>
                </a:lnTo>
                <a:lnTo>
                  <a:pt x="778629" y="388819"/>
                </a:lnTo>
                <a:lnTo>
                  <a:pt x="774267" y="378493"/>
                </a:lnTo>
                <a:lnTo>
                  <a:pt x="770699" y="367770"/>
                </a:lnTo>
                <a:lnTo>
                  <a:pt x="767130" y="357047"/>
                </a:lnTo>
                <a:lnTo>
                  <a:pt x="763958" y="345529"/>
                </a:lnTo>
                <a:lnTo>
                  <a:pt x="761579" y="353075"/>
                </a:lnTo>
                <a:lnTo>
                  <a:pt x="759993" y="355855"/>
                </a:lnTo>
                <a:lnTo>
                  <a:pt x="758803" y="358635"/>
                </a:lnTo>
                <a:lnTo>
                  <a:pt x="757614" y="360621"/>
                </a:lnTo>
                <a:lnTo>
                  <a:pt x="755631" y="362210"/>
                </a:lnTo>
                <a:lnTo>
                  <a:pt x="754045" y="363401"/>
                </a:lnTo>
                <a:lnTo>
                  <a:pt x="752459" y="363798"/>
                </a:lnTo>
                <a:lnTo>
                  <a:pt x="750873" y="363401"/>
                </a:lnTo>
                <a:lnTo>
                  <a:pt x="748890" y="361812"/>
                </a:lnTo>
                <a:lnTo>
                  <a:pt x="747304" y="360224"/>
                </a:lnTo>
                <a:lnTo>
                  <a:pt x="745718" y="357841"/>
                </a:lnTo>
                <a:lnTo>
                  <a:pt x="744528" y="354664"/>
                </a:lnTo>
                <a:lnTo>
                  <a:pt x="742546" y="351486"/>
                </a:lnTo>
                <a:lnTo>
                  <a:pt x="740167" y="342352"/>
                </a:lnTo>
                <a:lnTo>
                  <a:pt x="738184" y="332423"/>
                </a:lnTo>
                <a:lnTo>
                  <a:pt x="736202" y="320111"/>
                </a:lnTo>
                <a:lnTo>
                  <a:pt x="735409" y="307004"/>
                </a:lnTo>
                <a:lnTo>
                  <a:pt x="735012" y="292707"/>
                </a:lnTo>
                <a:lnTo>
                  <a:pt x="735409" y="278409"/>
                </a:lnTo>
                <a:lnTo>
                  <a:pt x="736202" y="264905"/>
                </a:lnTo>
                <a:lnTo>
                  <a:pt x="738184" y="252991"/>
                </a:lnTo>
                <a:lnTo>
                  <a:pt x="740167" y="242665"/>
                </a:lnTo>
                <a:lnTo>
                  <a:pt x="742546" y="233927"/>
                </a:lnTo>
                <a:lnTo>
                  <a:pt x="744528" y="230353"/>
                </a:lnTo>
                <a:lnTo>
                  <a:pt x="745718" y="227175"/>
                </a:lnTo>
                <a:lnTo>
                  <a:pt x="747304" y="224792"/>
                </a:lnTo>
                <a:lnTo>
                  <a:pt x="748890" y="223204"/>
                </a:lnTo>
                <a:lnTo>
                  <a:pt x="750873" y="222409"/>
                </a:lnTo>
                <a:lnTo>
                  <a:pt x="752459" y="222012"/>
                </a:lnTo>
                <a:lnTo>
                  <a:pt x="753648" y="222409"/>
                </a:lnTo>
                <a:lnTo>
                  <a:pt x="754441" y="222807"/>
                </a:lnTo>
                <a:lnTo>
                  <a:pt x="754838" y="213275"/>
                </a:lnTo>
                <a:lnTo>
                  <a:pt x="755631" y="204140"/>
                </a:lnTo>
                <a:lnTo>
                  <a:pt x="756424" y="195800"/>
                </a:lnTo>
                <a:lnTo>
                  <a:pt x="758010" y="187856"/>
                </a:lnTo>
                <a:lnTo>
                  <a:pt x="757217" y="177927"/>
                </a:lnTo>
                <a:lnTo>
                  <a:pt x="756424" y="168793"/>
                </a:lnTo>
                <a:lnTo>
                  <a:pt x="756424" y="160055"/>
                </a:lnTo>
                <a:lnTo>
                  <a:pt x="757217" y="151318"/>
                </a:lnTo>
                <a:lnTo>
                  <a:pt x="758010" y="143772"/>
                </a:lnTo>
                <a:lnTo>
                  <a:pt x="759200" y="136226"/>
                </a:lnTo>
                <a:lnTo>
                  <a:pt x="760389" y="129474"/>
                </a:lnTo>
                <a:lnTo>
                  <a:pt x="762372" y="123119"/>
                </a:lnTo>
                <a:lnTo>
                  <a:pt x="764751" y="117162"/>
                </a:lnTo>
                <a:lnTo>
                  <a:pt x="767130" y="111602"/>
                </a:lnTo>
                <a:lnTo>
                  <a:pt x="769906" y="106836"/>
                </a:lnTo>
                <a:lnTo>
                  <a:pt x="773078" y="102070"/>
                </a:lnTo>
                <a:lnTo>
                  <a:pt x="776646" y="97701"/>
                </a:lnTo>
                <a:lnTo>
                  <a:pt x="780215" y="94127"/>
                </a:lnTo>
                <a:lnTo>
                  <a:pt x="784577" y="90552"/>
                </a:lnTo>
                <a:lnTo>
                  <a:pt x="788542" y="87772"/>
                </a:lnTo>
                <a:lnTo>
                  <a:pt x="769113" y="88169"/>
                </a:lnTo>
                <a:lnTo>
                  <a:pt x="754441" y="88567"/>
                </a:lnTo>
                <a:lnTo>
                  <a:pt x="741753" y="89361"/>
                </a:lnTo>
                <a:lnTo>
                  <a:pt x="746115" y="86978"/>
                </a:lnTo>
                <a:lnTo>
                  <a:pt x="750873" y="84198"/>
                </a:lnTo>
                <a:lnTo>
                  <a:pt x="759993" y="79035"/>
                </a:lnTo>
                <a:lnTo>
                  <a:pt x="768716" y="72283"/>
                </a:lnTo>
                <a:lnTo>
                  <a:pt x="778232" y="65531"/>
                </a:lnTo>
                <a:lnTo>
                  <a:pt x="795283" y="52425"/>
                </a:lnTo>
                <a:lnTo>
                  <a:pt x="803609" y="46468"/>
                </a:lnTo>
                <a:lnTo>
                  <a:pt x="810747" y="42099"/>
                </a:lnTo>
                <a:lnTo>
                  <a:pt x="821453" y="36936"/>
                </a:lnTo>
                <a:lnTo>
                  <a:pt x="830969" y="32567"/>
                </a:lnTo>
                <a:lnTo>
                  <a:pt x="841278" y="27801"/>
                </a:lnTo>
                <a:lnTo>
                  <a:pt x="850795" y="23829"/>
                </a:lnTo>
                <a:lnTo>
                  <a:pt x="860707" y="20255"/>
                </a:lnTo>
                <a:lnTo>
                  <a:pt x="870224" y="16681"/>
                </a:lnTo>
                <a:lnTo>
                  <a:pt x="879740" y="13900"/>
                </a:lnTo>
                <a:lnTo>
                  <a:pt x="888860" y="11518"/>
                </a:lnTo>
                <a:lnTo>
                  <a:pt x="897980" y="8737"/>
                </a:lnTo>
                <a:lnTo>
                  <a:pt x="907100" y="6752"/>
                </a:lnTo>
                <a:lnTo>
                  <a:pt x="915823" y="5163"/>
                </a:lnTo>
                <a:lnTo>
                  <a:pt x="924546" y="3177"/>
                </a:lnTo>
                <a:lnTo>
                  <a:pt x="941993" y="1191"/>
                </a:lnTo>
                <a:lnTo>
                  <a:pt x="9582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2" name="KSO_Shape">
            <a:extLst>
              <a:ext uri="{FF2B5EF4-FFF2-40B4-BE49-F238E27FC236}">
                <a16:creationId xmlns:a16="http://schemas.microsoft.com/office/drawing/2014/main" id="{54AB2CF5-205E-4DF0-A3AF-3A0CC31A8BC4}"/>
              </a:ext>
            </a:extLst>
          </p:cNvPr>
          <p:cNvSpPr>
            <a:spLocks/>
          </p:cNvSpPr>
          <p:nvPr/>
        </p:nvSpPr>
        <p:spPr bwMode="auto">
          <a:xfrm>
            <a:off x="1911532" y="4336488"/>
            <a:ext cx="673100" cy="952500"/>
          </a:xfrm>
          <a:custGeom>
            <a:avLst/>
            <a:gdLst>
              <a:gd name="T0" fmla="*/ 421448 w 1895475"/>
              <a:gd name="T1" fmla="*/ 941065 h 2679701"/>
              <a:gd name="T2" fmla="*/ 442645 w 1895475"/>
              <a:gd name="T3" fmla="*/ 1051600 h 2679701"/>
              <a:gd name="T4" fmla="*/ 1207999 w 1895475"/>
              <a:gd name="T5" fmla="*/ 795180 h 2679701"/>
              <a:gd name="T6" fmla="*/ 1258950 w 1895475"/>
              <a:gd name="T7" fmla="*/ 846907 h 2679701"/>
              <a:gd name="T8" fmla="*/ 1346200 w 1895475"/>
              <a:gd name="T9" fmla="*/ 1122934 h 2679701"/>
              <a:gd name="T10" fmla="*/ 1248129 w 1895475"/>
              <a:gd name="T11" fmla="*/ 959395 h 2679701"/>
              <a:gd name="T12" fmla="*/ 1150734 w 1895475"/>
              <a:gd name="T13" fmla="*/ 861137 h 2679701"/>
              <a:gd name="T14" fmla="*/ 1166290 w 1895475"/>
              <a:gd name="T15" fmla="*/ 810314 h 2679701"/>
              <a:gd name="T16" fmla="*/ 915055 w 1895475"/>
              <a:gd name="T17" fmla="*/ 680744 h 2679701"/>
              <a:gd name="T18" fmla="*/ 1041557 w 1895475"/>
              <a:gd name="T19" fmla="*/ 724958 h 2679701"/>
              <a:gd name="T20" fmla="*/ 1127471 w 1895475"/>
              <a:gd name="T21" fmla="*/ 796467 h 2679701"/>
              <a:gd name="T22" fmla="*/ 1133785 w 1895475"/>
              <a:gd name="T23" fmla="*/ 1027011 h 2679701"/>
              <a:gd name="T24" fmla="*/ 1018106 w 1895475"/>
              <a:gd name="T25" fmla="*/ 917153 h 2679701"/>
              <a:gd name="T26" fmla="*/ 911447 w 1895475"/>
              <a:gd name="T27" fmla="*/ 1060849 h 2679701"/>
              <a:gd name="T28" fmla="*/ 697228 w 1895475"/>
              <a:gd name="T29" fmla="*/ 1038967 h 2679701"/>
              <a:gd name="T30" fmla="*/ 542990 w 1895475"/>
              <a:gd name="T31" fmla="*/ 974676 h 2679701"/>
              <a:gd name="T32" fmla="*/ 210837 w 1895475"/>
              <a:gd name="T33" fmla="*/ 1030395 h 2679701"/>
              <a:gd name="T34" fmla="*/ 224817 w 1895475"/>
              <a:gd name="T35" fmla="*/ 976030 h 2679701"/>
              <a:gd name="T36" fmla="*/ 326290 w 1895475"/>
              <a:gd name="T37" fmla="*/ 841132 h 2679701"/>
              <a:gd name="T38" fmla="*/ 419644 w 1895475"/>
              <a:gd name="T39" fmla="*/ 736011 h 2679701"/>
              <a:gd name="T40" fmla="*/ 533293 w 1895475"/>
              <a:gd name="T41" fmla="*/ 694505 h 2679701"/>
              <a:gd name="T42" fmla="*/ 786073 w 1895475"/>
              <a:gd name="T43" fmla="*/ 739621 h 2679701"/>
              <a:gd name="T44" fmla="*/ 92762 w 1895475"/>
              <a:gd name="T45" fmla="*/ 254507 h 2679701"/>
              <a:gd name="T46" fmla="*/ 91182 w 1895475"/>
              <a:gd name="T47" fmla="*/ 271895 h 2679701"/>
              <a:gd name="T48" fmla="*/ 301983 w 1895475"/>
              <a:gd name="T49" fmla="*/ 259926 h 2679701"/>
              <a:gd name="T50" fmla="*/ 794555 w 1895475"/>
              <a:gd name="T51" fmla="*/ 223228 h 2679701"/>
              <a:gd name="T52" fmla="*/ 908952 w 1895475"/>
              <a:gd name="T53" fmla="*/ 269047 h 2679701"/>
              <a:gd name="T54" fmla="*/ 906921 w 1895475"/>
              <a:gd name="T55" fmla="*/ 320961 h 2679701"/>
              <a:gd name="T56" fmla="*/ 839231 w 1895475"/>
              <a:gd name="T57" fmla="*/ 345112 h 2679701"/>
              <a:gd name="T58" fmla="*/ 857733 w 1895475"/>
              <a:gd name="T59" fmla="*/ 358429 h 2679701"/>
              <a:gd name="T60" fmla="*/ 911885 w 1895475"/>
              <a:gd name="T61" fmla="*/ 359106 h 2679701"/>
              <a:gd name="T62" fmla="*/ 922941 w 1895475"/>
              <a:gd name="T63" fmla="*/ 406054 h 2679701"/>
              <a:gd name="T64" fmla="*/ 933546 w 1895475"/>
              <a:gd name="T65" fmla="*/ 487310 h 2679701"/>
              <a:gd name="T66" fmla="*/ 918654 w 1895475"/>
              <a:gd name="T67" fmla="*/ 522972 h 2679701"/>
              <a:gd name="T68" fmla="*/ 895639 w 1895475"/>
              <a:gd name="T69" fmla="*/ 562923 h 2679701"/>
              <a:gd name="T70" fmla="*/ 832236 w 1895475"/>
              <a:gd name="T71" fmla="*/ 653433 h 2679701"/>
              <a:gd name="T72" fmla="*/ 753716 w 1895475"/>
              <a:gd name="T73" fmla="*/ 686161 h 2679701"/>
              <a:gd name="T74" fmla="*/ 682190 w 1895475"/>
              <a:gd name="T75" fmla="*/ 652530 h 2679701"/>
              <a:gd name="T76" fmla="*/ 612695 w 1895475"/>
              <a:gd name="T77" fmla="*/ 564728 h 2679701"/>
              <a:gd name="T78" fmla="*/ 584266 w 1895475"/>
              <a:gd name="T79" fmla="*/ 525906 h 2679701"/>
              <a:gd name="T80" fmla="*/ 568471 w 1895475"/>
              <a:gd name="T81" fmla="*/ 478958 h 2679701"/>
              <a:gd name="T82" fmla="*/ 581332 w 1895475"/>
              <a:gd name="T83" fmla="*/ 407860 h 2679701"/>
              <a:gd name="T84" fmla="*/ 588327 w 1895475"/>
              <a:gd name="T85" fmla="*/ 335858 h 2679701"/>
              <a:gd name="T86" fmla="*/ 573886 w 1895475"/>
              <a:gd name="T87" fmla="*/ 296359 h 2679701"/>
              <a:gd name="T88" fmla="*/ 657145 w 1895475"/>
              <a:gd name="T89" fmla="*/ 244897 h 2679701"/>
              <a:gd name="T90" fmla="*/ 755746 w 1895475"/>
              <a:gd name="T91" fmla="*/ 221648 h 2679701"/>
              <a:gd name="T92" fmla="*/ 87120 w 1895475"/>
              <a:gd name="T93" fmla="*/ 198727 h 2679701"/>
              <a:gd name="T94" fmla="*/ 423859 w 1895475"/>
              <a:gd name="T95" fmla="*/ 195566 h 2679701"/>
              <a:gd name="T96" fmla="*/ 91182 w 1895475"/>
              <a:gd name="T97" fmla="*/ 119914 h 2679701"/>
              <a:gd name="T98" fmla="*/ 92762 w 1895475"/>
              <a:gd name="T99" fmla="*/ 137303 h 2679701"/>
              <a:gd name="T100" fmla="*/ 422505 w 1895475"/>
              <a:gd name="T101" fmla="*/ 123075 h 2679701"/>
              <a:gd name="T102" fmla="*/ 406706 w 1895475"/>
              <a:gd name="T103" fmla="*/ 4065 h 2679701"/>
              <a:gd name="T104" fmla="*/ 472836 w 1895475"/>
              <a:gd name="T105" fmla="*/ 46068 h 2679701"/>
              <a:gd name="T106" fmla="*/ 501499 w 1895475"/>
              <a:gd name="T107" fmla="*/ 120140 h 2679701"/>
              <a:gd name="T108" fmla="*/ 483218 w 1895475"/>
              <a:gd name="T109" fmla="*/ 314577 h 2679701"/>
              <a:gd name="T110" fmla="*/ 424536 w 1895475"/>
              <a:gd name="T111" fmla="*/ 365388 h 2679701"/>
              <a:gd name="T112" fmla="*/ 120071 w 1895475"/>
              <a:gd name="T113" fmla="*/ 375324 h 2679701"/>
              <a:gd name="T114" fmla="*/ 46268 w 1895475"/>
              <a:gd name="T115" fmla="*/ 346418 h 2679701"/>
              <a:gd name="T116" fmla="*/ 4062 w 1895475"/>
              <a:gd name="T117" fmla="*/ 280476 h 2679701"/>
              <a:gd name="T118" fmla="*/ 7674 w 1895475"/>
              <a:gd name="T119" fmla="*/ 82878 h 2679701"/>
              <a:gd name="T120" fmla="*/ 55747 w 1895475"/>
              <a:gd name="T121" fmla="*/ 21680 h 267970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895475" h="2679701">
                <a:moveTo>
                  <a:pt x="742950" y="1773238"/>
                </a:moveTo>
                <a:lnTo>
                  <a:pt x="1381125" y="1773238"/>
                </a:lnTo>
                <a:lnTo>
                  <a:pt x="1381125" y="2679701"/>
                </a:lnTo>
                <a:lnTo>
                  <a:pt x="742950" y="2679701"/>
                </a:lnTo>
                <a:lnTo>
                  <a:pt x="742950" y="1773238"/>
                </a:lnTo>
                <a:close/>
                <a:moveTo>
                  <a:pt x="643572" y="1271090"/>
                </a:moveTo>
                <a:lnTo>
                  <a:pt x="641985" y="1271725"/>
                </a:lnTo>
                <a:lnTo>
                  <a:pt x="638492" y="1274263"/>
                </a:lnTo>
                <a:lnTo>
                  <a:pt x="634365" y="1278071"/>
                </a:lnTo>
                <a:lnTo>
                  <a:pt x="629602" y="1283148"/>
                </a:lnTo>
                <a:lnTo>
                  <a:pt x="623570" y="1289177"/>
                </a:lnTo>
                <a:lnTo>
                  <a:pt x="609917" y="1304409"/>
                </a:lnTo>
                <a:lnTo>
                  <a:pt x="593407" y="1323765"/>
                </a:lnTo>
                <a:lnTo>
                  <a:pt x="574675" y="1346294"/>
                </a:lnTo>
                <a:lnTo>
                  <a:pt x="553720" y="1371363"/>
                </a:lnTo>
                <a:lnTo>
                  <a:pt x="530225" y="1398335"/>
                </a:lnTo>
                <a:lnTo>
                  <a:pt x="548957" y="1421816"/>
                </a:lnTo>
                <a:lnTo>
                  <a:pt x="556895" y="1430701"/>
                </a:lnTo>
                <a:lnTo>
                  <a:pt x="564197" y="1438634"/>
                </a:lnTo>
                <a:lnTo>
                  <a:pt x="570865" y="1445298"/>
                </a:lnTo>
                <a:lnTo>
                  <a:pt x="577215" y="1451009"/>
                </a:lnTo>
                <a:lnTo>
                  <a:pt x="583565" y="1456404"/>
                </a:lnTo>
                <a:lnTo>
                  <a:pt x="589915" y="1460846"/>
                </a:lnTo>
                <a:lnTo>
                  <a:pt x="597217" y="1465289"/>
                </a:lnTo>
                <a:lnTo>
                  <a:pt x="604837" y="1469731"/>
                </a:lnTo>
                <a:lnTo>
                  <a:pt x="623252" y="1479251"/>
                </a:lnTo>
                <a:lnTo>
                  <a:pt x="647065" y="1491309"/>
                </a:lnTo>
                <a:lnTo>
                  <a:pt x="678815" y="1507492"/>
                </a:lnTo>
                <a:lnTo>
                  <a:pt x="664210" y="1288225"/>
                </a:lnTo>
                <a:lnTo>
                  <a:pt x="659765" y="1284418"/>
                </a:lnTo>
                <a:lnTo>
                  <a:pt x="655320" y="1280292"/>
                </a:lnTo>
                <a:lnTo>
                  <a:pt x="646112" y="1271408"/>
                </a:lnTo>
                <a:lnTo>
                  <a:pt x="645477" y="1271090"/>
                </a:lnTo>
                <a:lnTo>
                  <a:pt x="644525" y="1271090"/>
                </a:lnTo>
                <a:lnTo>
                  <a:pt x="643572" y="1271090"/>
                </a:lnTo>
                <a:close/>
                <a:moveTo>
                  <a:pt x="1691044" y="1117600"/>
                </a:moveTo>
                <a:lnTo>
                  <a:pt x="1693901" y="1117600"/>
                </a:lnTo>
                <a:lnTo>
                  <a:pt x="1697393" y="1117918"/>
                </a:lnTo>
                <a:lnTo>
                  <a:pt x="1700885" y="1118553"/>
                </a:lnTo>
                <a:lnTo>
                  <a:pt x="1704059" y="1119507"/>
                </a:lnTo>
                <a:lnTo>
                  <a:pt x="1707868" y="1120777"/>
                </a:lnTo>
                <a:lnTo>
                  <a:pt x="1711360" y="1122684"/>
                </a:lnTo>
                <a:lnTo>
                  <a:pt x="1714535" y="1124590"/>
                </a:lnTo>
                <a:lnTo>
                  <a:pt x="1718344" y="1126815"/>
                </a:lnTo>
                <a:lnTo>
                  <a:pt x="1721836" y="1129674"/>
                </a:lnTo>
                <a:lnTo>
                  <a:pt x="1728819" y="1136029"/>
                </a:lnTo>
                <a:lnTo>
                  <a:pt x="1736438" y="1143019"/>
                </a:lnTo>
                <a:lnTo>
                  <a:pt x="1743739" y="1151280"/>
                </a:lnTo>
                <a:lnTo>
                  <a:pt x="1750723" y="1160177"/>
                </a:lnTo>
                <a:lnTo>
                  <a:pt x="1758341" y="1169709"/>
                </a:lnTo>
                <a:lnTo>
                  <a:pt x="1765325" y="1180513"/>
                </a:lnTo>
                <a:lnTo>
                  <a:pt x="1772626" y="1191316"/>
                </a:lnTo>
                <a:lnTo>
                  <a:pt x="1779292" y="1202437"/>
                </a:lnTo>
                <a:lnTo>
                  <a:pt x="1786593" y="1214193"/>
                </a:lnTo>
                <a:lnTo>
                  <a:pt x="1793260" y="1226267"/>
                </a:lnTo>
                <a:lnTo>
                  <a:pt x="1799608" y="1238341"/>
                </a:lnTo>
                <a:lnTo>
                  <a:pt x="1812306" y="1262807"/>
                </a:lnTo>
                <a:lnTo>
                  <a:pt x="1823734" y="1286638"/>
                </a:lnTo>
                <a:lnTo>
                  <a:pt x="1833892" y="1308562"/>
                </a:lnTo>
                <a:lnTo>
                  <a:pt x="1842780" y="1328579"/>
                </a:lnTo>
                <a:lnTo>
                  <a:pt x="1855478" y="1358447"/>
                </a:lnTo>
                <a:lnTo>
                  <a:pt x="1860239" y="1369885"/>
                </a:lnTo>
                <a:lnTo>
                  <a:pt x="1824051" y="1509691"/>
                </a:lnTo>
                <a:lnTo>
                  <a:pt x="1805640" y="1579594"/>
                </a:lnTo>
                <a:lnTo>
                  <a:pt x="1895475" y="1579594"/>
                </a:lnTo>
                <a:lnTo>
                  <a:pt x="1688187" y="1958975"/>
                </a:lnTo>
                <a:lnTo>
                  <a:pt x="1452330" y="1958975"/>
                </a:lnTo>
                <a:lnTo>
                  <a:pt x="1452330" y="1701924"/>
                </a:lnTo>
                <a:lnTo>
                  <a:pt x="671428" y="1701924"/>
                </a:lnTo>
                <a:lnTo>
                  <a:pt x="671428" y="1958975"/>
                </a:lnTo>
                <a:lnTo>
                  <a:pt x="435571" y="1958975"/>
                </a:lnTo>
                <a:lnTo>
                  <a:pt x="228600" y="1579594"/>
                </a:lnTo>
                <a:lnTo>
                  <a:pt x="1763420" y="1579594"/>
                </a:lnTo>
                <a:lnTo>
                  <a:pt x="1787546" y="1509691"/>
                </a:lnTo>
                <a:lnTo>
                  <a:pt x="1825638" y="1399435"/>
                </a:lnTo>
                <a:lnTo>
                  <a:pt x="1820242" y="1395940"/>
                </a:lnTo>
                <a:lnTo>
                  <a:pt x="1799608" y="1381006"/>
                </a:lnTo>
                <a:lnTo>
                  <a:pt x="1757389" y="1349550"/>
                </a:lnTo>
                <a:lnTo>
                  <a:pt x="1726597" y="1326037"/>
                </a:lnTo>
                <a:lnTo>
                  <a:pt x="1687552" y="1295852"/>
                </a:lnTo>
                <a:lnTo>
                  <a:pt x="1677077" y="1287591"/>
                </a:lnTo>
                <a:lnTo>
                  <a:pt x="1667554" y="1279330"/>
                </a:lnTo>
                <a:lnTo>
                  <a:pt x="1659300" y="1271386"/>
                </a:lnTo>
                <a:lnTo>
                  <a:pt x="1651364" y="1263443"/>
                </a:lnTo>
                <a:lnTo>
                  <a:pt x="1644698" y="1255499"/>
                </a:lnTo>
                <a:lnTo>
                  <a:pt x="1638667" y="1247873"/>
                </a:lnTo>
                <a:lnTo>
                  <a:pt x="1633905" y="1240248"/>
                </a:lnTo>
                <a:lnTo>
                  <a:pt x="1629461" y="1232622"/>
                </a:lnTo>
                <a:lnTo>
                  <a:pt x="1625652" y="1225632"/>
                </a:lnTo>
                <a:lnTo>
                  <a:pt x="1622477" y="1218324"/>
                </a:lnTo>
                <a:lnTo>
                  <a:pt x="1620255" y="1211333"/>
                </a:lnTo>
                <a:lnTo>
                  <a:pt x="1618668" y="1204343"/>
                </a:lnTo>
                <a:lnTo>
                  <a:pt x="1617716" y="1197988"/>
                </a:lnTo>
                <a:lnTo>
                  <a:pt x="1617398" y="1191316"/>
                </a:lnTo>
                <a:lnTo>
                  <a:pt x="1617716" y="1185279"/>
                </a:lnTo>
                <a:lnTo>
                  <a:pt x="1618350" y="1179242"/>
                </a:lnTo>
                <a:lnTo>
                  <a:pt x="1619938" y="1173522"/>
                </a:lnTo>
                <a:lnTo>
                  <a:pt x="1621842" y="1168121"/>
                </a:lnTo>
                <a:lnTo>
                  <a:pt x="1624064" y="1162719"/>
                </a:lnTo>
                <a:lnTo>
                  <a:pt x="1626604" y="1157318"/>
                </a:lnTo>
                <a:lnTo>
                  <a:pt x="1630096" y="1152551"/>
                </a:lnTo>
                <a:lnTo>
                  <a:pt x="1633905" y="1148103"/>
                </a:lnTo>
                <a:lnTo>
                  <a:pt x="1638032" y="1143972"/>
                </a:lnTo>
                <a:lnTo>
                  <a:pt x="1642158" y="1139842"/>
                </a:lnTo>
                <a:lnTo>
                  <a:pt x="1646920" y="1136029"/>
                </a:lnTo>
                <a:lnTo>
                  <a:pt x="1651999" y="1132534"/>
                </a:lnTo>
                <a:lnTo>
                  <a:pt x="1657396" y="1129356"/>
                </a:lnTo>
                <a:lnTo>
                  <a:pt x="1663109" y="1126497"/>
                </a:lnTo>
                <a:lnTo>
                  <a:pt x="1668823" y="1123955"/>
                </a:lnTo>
                <a:lnTo>
                  <a:pt x="1674855" y="1121731"/>
                </a:lnTo>
                <a:lnTo>
                  <a:pt x="1681204" y="1119824"/>
                </a:lnTo>
                <a:lnTo>
                  <a:pt x="1687552" y="1118236"/>
                </a:lnTo>
                <a:lnTo>
                  <a:pt x="1691044" y="1117600"/>
                </a:lnTo>
                <a:close/>
                <a:moveTo>
                  <a:pt x="1264285" y="957263"/>
                </a:moveTo>
                <a:lnTo>
                  <a:pt x="1272222" y="957263"/>
                </a:lnTo>
                <a:lnTo>
                  <a:pt x="1280160" y="957263"/>
                </a:lnTo>
                <a:lnTo>
                  <a:pt x="1288415" y="957580"/>
                </a:lnTo>
                <a:lnTo>
                  <a:pt x="1296035" y="958215"/>
                </a:lnTo>
                <a:lnTo>
                  <a:pt x="1303972" y="959167"/>
                </a:lnTo>
                <a:lnTo>
                  <a:pt x="1319847" y="961388"/>
                </a:lnTo>
                <a:lnTo>
                  <a:pt x="1335722" y="964244"/>
                </a:lnTo>
                <a:lnTo>
                  <a:pt x="1350962" y="968052"/>
                </a:lnTo>
                <a:lnTo>
                  <a:pt x="1366520" y="972494"/>
                </a:lnTo>
                <a:lnTo>
                  <a:pt x="1381442" y="977889"/>
                </a:lnTo>
                <a:lnTo>
                  <a:pt x="1396682" y="983918"/>
                </a:lnTo>
                <a:lnTo>
                  <a:pt x="1411287" y="989947"/>
                </a:lnTo>
                <a:lnTo>
                  <a:pt x="1425575" y="996928"/>
                </a:lnTo>
                <a:lnTo>
                  <a:pt x="1439862" y="1004226"/>
                </a:lnTo>
                <a:lnTo>
                  <a:pt x="1453515" y="1011842"/>
                </a:lnTo>
                <a:lnTo>
                  <a:pt x="1466532" y="1019775"/>
                </a:lnTo>
                <a:lnTo>
                  <a:pt x="1479232" y="1027390"/>
                </a:lnTo>
                <a:lnTo>
                  <a:pt x="1491615" y="1035641"/>
                </a:lnTo>
                <a:lnTo>
                  <a:pt x="1503680" y="1044208"/>
                </a:lnTo>
                <a:lnTo>
                  <a:pt x="1515110" y="1052458"/>
                </a:lnTo>
                <a:lnTo>
                  <a:pt x="1525905" y="1061026"/>
                </a:lnTo>
                <a:lnTo>
                  <a:pt x="1536065" y="1069276"/>
                </a:lnTo>
                <a:lnTo>
                  <a:pt x="1545590" y="1077526"/>
                </a:lnTo>
                <a:lnTo>
                  <a:pt x="1554480" y="1085459"/>
                </a:lnTo>
                <a:lnTo>
                  <a:pt x="1562417" y="1093392"/>
                </a:lnTo>
                <a:lnTo>
                  <a:pt x="1570037" y="1100373"/>
                </a:lnTo>
                <a:lnTo>
                  <a:pt x="1576705" y="1107672"/>
                </a:lnTo>
                <a:lnTo>
                  <a:pt x="1582737" y="1114335"/>
                </a:lnTo>
                <a:lnTo>
                  <a:pt x="1587500" y="1120364"/>
                </a:lnTo>
                <a:lnTo>
                  <a:pt x="1591627" y="1126076"/>
                </a:lnTo>
                <a:lnTo>
                  <a:pt x="1595120" y="1131153"/>
                </a:lnTo>
                <a:lnTo>
                  <a:pt x="1597342" y="1135278"/>
                </a:lnTo>
                <a:lnTo>
                  <a:pt x="1598930" y="1139086"/>
                </a:lnTo>
                <a:lnTo>
                  <a:pt x="1599882" y="1146384"/>
                </a:lnTo>
                <a:lnTo>
                  <a:pt x="1600835" y="1155904"/>
                </a:lnTo>
                <a:lnTo>
                  <a:pt x="1601152" y="1168914"/>
                </a:lnTo>
                <a:lnTo>
                  <a:pt x="1601470" y="1184462"/>
                </a:lnTo>
                <a:lnTo>
                  <a:pt x="1601787" y="1222858"/>
                </a:lnTo>
                <a:lnTo>
                  <a:pt x="1601152" y="1269504"/>
                </a:lnTo>
                <a:lnTo>
                  <a:pt x="1599882" y="1323130"/>
                </a:lnTo>
                <a:lnTo>
                  <a:pt x="1598612" y="1381834"/>
                </a:lnTo>
                <a:lnTo>
                  <a:pt x="1596390" y="1444663"/>
                </a:lnTo>
                <a:lnTo>
                  <a:pt x="1593532" y="1509713"/>
                </a:lnTo>
                <a:lnTo>
                  <a:pt x="1435417" y="1509713"/>
                </a:lnTo>
                <a:lnTo>
                  <a:pt x="1436370" y="1463385"/>
                </a:lnTo>
                <a:lnTo>
                  <a:pt x="1437640" y="1420547"/>
                </a:lnTo>
                <a:lnTo>
                  <a:pt x="1437957" y="1381834"/>
                </a:lnTo>
                <a:lnTo>
                  <a:pt x="1437957" y="1348833"/>
                </a:lnTo>
                <a:lnTo>
                  <a:pt x="1437640" y="1322178"/>
                </a:lnTo>
                <a:lnTo>
                  <a:pt x="1437322" y="1311707"/>
                </a:lnTo>
                <a:lnTo>
                  <a:pt x="1436370" y="1302822"/>
                </a:lnTo>
                <a:lnTo>
                  <a:pt x="1435735" y="1296476"/>
                </a:lnTo>
                <a:lnTo>
                  <a:pt x="1434465" y="1292033"/>
                </a:lnTo>
                <a:lnTo>
                  <a:pt x="1433830" y="1291081"/>
                </a:lnTo>
                <a:lnTo>
                  <a:pt x="1433512" y="1290129"/>
                </a:lnTo>
                <a:lnTo>
                  <a:pt x="1432560" y="1290129"/>
                </a:lnTo>
                <a:lnTo>
                  <a:pt x="1431925" y="1290447"/>
                </a:lnTo>
                <a:lnTo>
                  <a:pt x="1429385" y="1293620"/>
                </a:lnTo>
                <a:lnTo>
                  <a:pt x="1429385" y="1292668"/>
                </a:lnTo>
                <a:lnTo>
                  <a:pt x="1427162" y="1296158"/>
                </a:lnTo>
                <a:lnTo>
                  <a:pt x="1424622" y="1299966"/>
                </a:lnTo>
                <a:lnTo>
                  <a:pt x="1410335" y="1509713"/>
                </a:lnTo>
                <a:lnTo>
                  <a:pt x="1332230" y="1509713"/>
                </a:lnTo>
                <a:lnTo>
                  <a:pt x="1332230" y="1489722"/>
                </a:lnTo>
                <a:lnTo>
                  <a:pt x="1326197" y="1490357"/>
                </a:lnTo>
                <a:lnTo>
                  <a:pt x="1309687" y="1491626"/>
                </a:lnTo>
                <a:lnTo>
                  <a:pt x="1297622" y="1491943"/>
                </a:lnTo>
                <a:lnTo>
                  <a:pt x="1283335" y="1492261"/>
                </a:lnTo>
                <a:lnTo>
                  <a:pt x="1266507" y="1492895"/>
                </a:lnTo>
                <a:lnTo>
                  <a:pt x="1247775" y="1492895"/>
                </a:lnTo>
                <a:lnTo>
                  <a:pt x="1226502" y="1492261"/>
                </a:lnTo>
                <a:lnTo>
                  <a:pt x="1203642" y="1491626"/>
                </a:lnTo>
                <a:lnTo>
                  <a:pt x="1178877" y="1490039"/>
                </a:lnTo>
                <a:lnTo>
                  <a:pt x="1152207" y="1488135"/>
                </a:lnTo>
                <a:lnTo>
                  <a:pt x="1123950" y="1485280"/>
                </a:lnTo>
                <a:lnTo>
                  <a:pt x="1093787" y="1481789"/>
                </a:lnTo>
                <a:lnTo>
                  <a:pt x="1062672" y="1477347"/>
                </a:lnTo>
                <a:lnTo>
                  <a:pt x="1029970" y="1471635"/>
                </a:lnTo>
                <a:lnTo>
                  <a:pt x="1013777" y="1468779"/>
                </a:lnTo>
                <a:lnTo>
                  <a:pt x="997585" y="1465289"/>
                </a:lnTo>
                <a:lnTo>
                  <a:pt x="981710" y="1461481"/>
                </a:lnTo>
                <a:lnTo>
                  <a:pt x="966470" y="1457356"/>
                </a:lnTo>
                <a:lnTo>
                  <a:pt x="951547" y="1453231"/>
                </a:lnTo>
                <a:lnTo>
                  <a:pt x="936625" y="1448788"/>
                </a:lnTo>
                <a:lnTo>
                  <a:pt x="922337" y="1444028"/>
                </a:lnTo>
                <a:lnTo>
                  <a:pt x="908367" y="1439269"/>
                </a:lnTo>
                <a:lnTo>
                  <a:pt x="895032" y="1434191"/>
                </a:lnTo>
                <a:lnTo>
                  <a:pt x="882332" y="1429114"/>
                </a:lnTo>
                <a:lnTo>
                  <a:pt x="857250" y="1418960"/>
                </a:lnTo>
                <a:lnTo>
                  <a:pt x="834707" y="1408489"/>
                </a:lnTo>
                <a:lnTo>
                  <a:pt x="813752" y="1398335"/>
                </a:lnTo>
                <a:lnTo>
                  <a:pt x="795020" y="1388498"/>
                </a:lnTo>
                <a:lnTo>
                  <a:pt x="778510" y="1379296"/>
                </a:lnTo>
                <a:lnTo>
                  <a:pt x="764540" y="1371045"/>
                </a:lnTo>
                <a:lnTo>
                  <a:pt x="752475" y="1363430"/>
                </a:lnTo>
                <a:lnTo>
                  <a:pt x="742950" y="1357401"/>
                </a:lnTo>
                <a:lnTo>
                  <a:pt x="736282" y="1352958"/>
                </a:lnTo>
                <a:lnTo>
                  <a:pt x="730567" y="1348833"/>
                </a:lnTo>
                <a:lnTo>
                  <a:pt x="752157" y="1509713"/>
                </a:lnTo>
                <a:lnTo>
                  <a:pt x="679132" y="1509713"/>
                </a:lnTo>
                <a:lnTo>
                  <a:pt x="679132" y="1508444"/>
                </a:lnTo>
                <a:lnTo>
                  <a:pt x="671195" y="1509713"/>
                </a:lnTo>
                <a:lnTo>
                  <a:pt x="307340" y="1509713"/>
                </a:lnTo>
                <a:lnTo>
                  <a:pt x="301942" y="1483376"/>
                </a:lnTo>
                <a:lnTo>
                  <a:pt x="299720" y="1471318"/>
                </a:lnTo>
                <a:lnTo>
                  <a:pt x="297815" y="1460529"/>
                </a:lnTo>
                <a:lnTo>
                  <a:pt x="296862" y="1449423"/>
                </a:lnTo>
                <a:lnTo>
                  <a:pt x="296862" y="1438951"/>
                </a:lnTo>
                <a:lnTo>
                  <a:pt x="296862" y="1433874"/>
                </a:lnTo>
                <a:lnTo>
                  <a:pt x="297180" y="1428797"/>
                </a:lnTo>
                <a:lnTo>
                  <a:pt x="297815" y="1423720"/>
                </a:lnTo>
                <a:lnTo>
                  <a:pt x="298767" y="1418326"/>
                </a:lnTo>
                <a:lnTo>
                  <a:pt x="299720" y="1412931"/>
                </a:lnTo>
                <a:lnTo>
                  <a:pt x="301307" y="1407854"/>
                </a:lnTo>
                <a:lnTo>
                  <a:pt x="302895" y="1402460"/>
                </a:lnTo>
                <a:lnTo>
                  <a:pt x="305117" y="1397065"/>
                </a:lnTo>
                <a:lnTo>
                  <a:pt x="307340" y="1391354"/>
                </a:lnTo>
                <a:lnTo>
                  <a:pt x="309880" y="1385325"/>
                </a:lnTo>
                <a:lnTo>
                  <a:pt x="313372" y="1379296"/>
                </a:lnTo>
                <a:lnTo>
                  <a:pt x="316547" y="1372949"/>
                </a:lnTo>
                <a:lnTo>
                  <a:pt x="324485" y="1359622"/>
                </a:lnTo>
                <a:lnTo>
                  <a:pt x="334645" y="1345660"/>
                </a:lnTo>
                <a:lnTo>
                  <a:pt x="346075" y="1330429"/>
                </a:lnTo>
                <a:lnTo>
                  <a:pt x="359410" y="1313611"/>
                </a:lnTo>
                <a:lnTo>
                  <a:pt x="368300" y="1302822"/>
                </a:lnTo>
                <a:lnTo>
                  <a:pt x="376237" y="1292668"/>
                </a:lnTo>
                <a:lnTo>
                  <a:pt x="390525" y="1273629"/>
                </a:lnTo>
                <a:lnTo>
                  <a:pt x="415607" y="1238407"/>
                </a:lnTo>
                <a:lnTo>
                  <a:pt x="428307" y="1220637"/>
                </a:lnTo>
                <a:lnTo>
                  <a:pt x="435610" y="1211752"/>
                </a:lnTo>
                <a:lnTo>
                  <a:pt x="442912" y="1202550"/>
                </a:lnTo>
                <a:lnTo>
                  <a:pt x="450850" y="1192713"/>
                </a:lnTo>
                <a:lnTo>
                  <a:pt x="459422" y="1183193"/>
                </a:lnTo>
                <a:lnTo>
                  <a:pt x="469265" y="1172722"/>
                </a:lnTo>
                <a:lnTo>
                  <a:pt x="479742" y="1161616"/>
                </a:lnTo>
                <a:lnTo>
                  <a:pt x="489267" y="1145750"/>
                </a:lnTo>
                <a:lnTo>
                  <a:pt x="498792" y="1131153"/>
                </a:lnTo>
                <a:lnTo>
                  <a:pt x="508000" y="1117826"/>
                </a:lnTo>
                <a:lnTo>
                  <a:pt x="517842" y="1104498"/>
                </a:lnTo>
                <a:lnTo>
                  <a:pt x="528002" y="1092440"/>
                </a:lnTo>
                <a:lnTo>
                  <a:pt x="537845" y="1081334"/>
                </a:lnTo>
                <a:lnTo>
                  <a:pt x="548322" y="1070863"/>
                </a:lnTo>
                <a:lnTo>
                  <a:pt x="558482" y="1061026"/>
                </a:lnTo>
                <a:lnTo>
                  <a:pt x="568960" y="1051824"/>
                </a:lnTo>
                <a:lnTo>
                  <a:pt x="579755" y="1043256"/>
                </a:lnTo>
                <a:lnTo>
                  <a:pt x="590867" y="1035323"/>
                </a:lnTo>
                <a:lnTo>
                  <a:pt x="601662" y="1028342"/>
                </a:lnTo>
                <a:lnTo>
                  <a:pt x="613092" y="1021996"/>
                </a:lnTo>
                <a:lnTo>
                  <a:pt x="624205" y="1015650"/>
                </a:lnTo>
                <a:lnTo>
                  <a:pt x="635952" y="1010255"/>
                </a:lnTo>
                <a:lnTo>
                  <a:pt x="648017" y="1004861"/>
                </a:lnTo>
                <a:lnTo>
                  <a:pt x="660082" y="1000418"/>
                </a:lnTo>
                <a:lnTo>
                  <a:pt x="672465" y="995976"/>
                </a:lnTo>
                <a:lnTo>
                  <a:pt x="684847" y="992168"/>
                </a:lnTo>
                <a:lnTo>
                  <a:pt x="697547" y="988360"/>
                </a:lnTo>
                <a:lnTo>
                  <a:pt x="710247" y="985187"/>
                </a:lnTo>
                <a:lnTo>
                  <a:pt x="723582" y="982014"/>
                </a:lnTo>
                <a:lnTo>
                  <a:pt x="736917" y="979475"/>
                </a:lnTo>
                <a:lnTo>
                  <a:pt x="750887" y="976937"/>
                </a:lnTo>
                <a:lnTo>
                  <a:pt x="779145" y="972177"/>
                </a:lnTo>
                <a:lnTo>
                  <a:pt x="808037" y="967735"/>
                </a:lnTo>
                <a:lnTo>
                  <a:pt x="870267" y="959484"/>
                </a:lnTo>
                <a:lnTo>
                  <a:pt x="874077" y="958850"/>
                </a:lnTo>
                <a:lnTo>
                  <a:pt x="878205" y="958850"/>
                </a:lnTo>
                <a:lnTo>
                  <a:pt x="885507" y="959167"/>
                </a:lnTo>
                <a:lnTo>
                  <a:pt x="991870" y="1351372"/>
                </a:lnTo>
                <a:lnTo>
                  <a:pt x="993775" y="1336140"/>
                </a:lnTo>
                <a:lnTo>
                  <a:pt x="1030605" y="1066738"/>
                </a:lnTo>
                <a:lnTo>
                  <a:pt x="1020127" y="1040400"/>
                </a:lnTo>
                <a:lnTo>
                  <a:pt x="1040765" y="1005495"/>
                </a:lnTo>
                <a:lnTo>
                  <a:pt x="1087120" y="1004861"/>
                </a:lnTo>
                <a:lnTo>
                  <a:pt x="1106805" y="1040400"/>
                </a:lnTo>
                <a:lnTo>
                  <a:pt x="1097597" y="1071497"/>
                </a:lnTo>
                <a:lnTo>
                  <a:pt x="1130300" y="1355814"/>
                </a:lnTo>
                <a:lnTo>
                  <a:pt x="1217612" y="971542"/>
                </a:lnTo>
                <a:lnTo>
                  <a:pt x="1227455" y="967100"/>
                </a:lnTo>
                <a:lnTo>
                  <a:pt x="1234757" y="963292"/>
                </a:lnTo>
                <a:lnTo>
                  <a:pt x="1239520" y="960754"/>
                </a:lnTo>
                <a:lnTo>
                  <a:pt x="1240155" y="959802"/>
                </a:lnTo>
                <a:lnTo>
                  <a:pt x="1240472" y="959484"/>
                </a:lnTo>
                <a:lnTo>
                  <a:pt x="1248410" y="958215"/>
                </a:lnTo>
                <a:lnTo>
                  <a:pt x="1256347" y="957580"/>
                </a:lnTo>
                <a:lnTo>
                  <a:pt x="1264285" y="957263"/>
                </a:lnTo>
                <a:close/>
                <a:moveTo>
                  <a:pt x="132835" y="357689"/>
                </a:moveTo>
                <a:lnTo>
                  <a:pt x="130610" y="358006"/>
                </a:lnTo>
                <a:lnTo>
                  <a:pt x="128386" y="358959"/>
                </a:lnTo>
                <a:lnTo>
                  <a:pt x="126161" y="359912"/>
                </a:lnTo>
                <a:lnTo>
                  <a:pt x="124255" y="361501"/>
                </a:lnTo>
                <a:lnTo>
                  <a:pt x="122666" y="363406"/>
                </a:lnTo>
                <a:lnTo>
                  <a:pt x="121394" y="365630"/>
                </a:lnTo>
                <a:lnTo>
                  <a:pt x="120759" y="368171"/>
                </a:lnTo>
                <a:lnTo>
                  <a:pt x="120441" y="370395"/>
                </a:lnTo>
                <a:lnTo>
                  <a:pt x="120759" y="373254"/>
                </a:lnTo>
                <a:lnTo>
                  <a:pt x="121394" y="375795"/>
                </a:lnTo>
                <a:lnTo>
                  <a:pt x="122666" y="378019"/>
                </a:lnTo>
                <a:lnTo>
                  <a:pt x="124255" y="379925"/>
                </a:lnTo>
                <a:lnTo>
                  <a:pt x="126161" y="381513"/>
                </a:lnTo>
                <a:lnTo>
                  <a:pt x="128386" y="382466"/>
                </a:lnTo>
                <a:lnTo>
                  <a:pt x="130610" y="383419"/>
                </a:lnTo>
                <a:lnTo>
                  <a:pt x="132835" y="383737"/>
                </a:lnTo>
                <a:lnTo>
                  <a:pt x="414075" y="383737"/>
                </a:lnTo>
                <a:lnTo>
                  <a:pt x="416300" y="383419"/>
                </a:lnTo>
                <a:lnTo>
                  <a:pt x="418842" y="382466"/>
                </a:lnTo>
                <a:lnTo>
                  <a:pt x="420749" y="381513"/>
                </a:lnTo>
                <a:lnTo>
                  <a:pt x="422655" y="379925"/>
                </a:lnTo>
                <a:lnTo>
                  <a:pt x="424244" y="378019"/>
                </a:lnTo>
                <a:lnTo>
                  <a:pt x="425198" y="375795"/>
                </a:lnTo>
                <a:lnTo>
                  <a:pt x="426151" y="373254"/>
                </a:lnTo>
                <a:lnTo>
                  <a:pt x="426469" y="370395"/>
                </a:lnTo>
                <a:lnTo>
                  <a:pt x="426151" y="368171"/>
                </a:lnTo>
                <a:lnTo>
                  <a:pt x="425198" y="365630"/>
                </a:lnTo>
                <a:lnTo>
                  <a:pt x="424244" y="363406"/>
                </a:lnTo>
                <a:lnTo>
                  <a:pt x="422655" y="361501"/>
                </a:lnTo>
                <a:lnTo>
                  <a:pt x="420749" y="359912"/>
                </a:lnTo>
                <a:lnTo>
                  <a:pt x="418842" y="358959"/>
                </a:lnTo>
                <a:lnTo>
                  <a:pt x="416300" y="358006"/>
                </a:lnTo>
                <a:lnTo>
                  <a:pt x="414075" y="357689"/>
                </a:lnTo>
                <a:lnTo>
                  <a:pt x="132835" y="357689"/>
                </a:lnTo>
                <a:close/>
                <a:moveTo>
                  <a:pt x="1073636" y="311150"/>
                </a:moveTo>
                <a:lnTo>
                  <a:pt x="1083167" y="311150"/>
                </a:lnTo>
                <a:lnTo>
                  <a:pt x="1092063" y="311785"/>
                </a:lnTo>
                <a:lnTo>
                  <a:pt x="1101594" y="312103"/>
                </a:lnTo>
                <a:lnTo>
                  <a:pt x="1110171" y="312738"/>
                </a:lnTo>
                <a:lnTo>
                  <a:pt x="1118749" y="314008"/>
                </a:lnTo>
                <a:lnTo>
                  <a:pt x="1135587" y="316230"/>
                </a:lnTo>
                <a:lnTo>
                  <a:pt x="1151789" y="319405"/>
                </a:lnTo>
                <a:lnTo>
                  <a:pt x="1167357" y="323215"/>
                </a:lnTo>
                <a:lnTo>
                  <a:pt x="1181971" y="327660"/>
                </a:lnTo>
                <a:lnTo>
                  <a:pt x="1195949" y="332740"/>
                </a:lnTo>
                <a:lnTo>
                  <a:pt x="1208975" y="337820"/>
                </a:lnTo>
                <a:lnTo>
                  <a:pt x="1222000" y="343535"/>
                </a:lnTo>
                <a:lnTo>
                  <a:pt x="1233437" y="349568"/>
                </a:lnTo>
                <a:lnTo>
                  <a:pt x="1244557" y="355283"/>
                </a:lnTo>
                <a:lnTo>
                  <a:pt x="1254088" y="361315"/>
                </a:lnTo>
                <a:lnTo>
                  <a:pt x="1263618" y="367348"/>
                </a:lnTo>
                <a:lnTo>
                  <a:pt x="1271879" y="373380"/>
                </a:lnTo>
                <a:lnTo>
                  <a:pt x="1279821" y="378460"/>
                </a:lnTo>
                <a:lnTo>
                  <a:pt x="1286175" y="383858"/>
                </a:lnTo>
                <a:lnTo>
                  <a:pt x="1292211" y="388620"/>
                </a:lnTo>
                <a:lnTo>
                  <a:pt x="1301424" y="396875"/>
                </a:lnTo>
                <a:lnTo>
                  <a:pt x="1306825" y="402273"/>
                </a:lnTo>
                <a:lnTo>
                  <a:pt x="1308731" y="404178"/>
                </a:lnTo>
                <a:lnTo>
                  <a:pt x="1306507" y="409893"/>
                </a:lnTo>
                <a:lnTo>
                  <a:pt x="1303013" y="415925"/>
                </a:lnTo>
                <a:lnTo>
                  <a:pt x="1298565" y="423545"/>
                </a:lnTo>
                <a:lnTo>
                  <a:pt x="1292529" y="432435"/>
                </a:lnTo>
                <a:lnTo>
                  <a:pt x="1289352" y="437198"/>
                </a:lnTo>
                <a:lnTo>
                  <a:pt x="1285539" y="441643"/>
                </a:lnTo>
                <a:lnTo>
                  <a:pt x="1281409" y="446723"/>
                </a:lnTo>
                <a:lnTo>
                  <a:pt x="1276962" y="451485"/>
                </a:lnTo>
                <a:lnTo>
                  <a:pt x="1271561" y="456565"/>
                </a:lnTo>
                <a:lnTo>
                  <a:pt x="1266160" y="461010"/>
                </a:lnTo>
                <a:lnTo>
                  <a:pt x="1260759" y="465455"/>
                </a:lnTo>
                <a:lnTo>
                  <a:pt x="1254723" y="469583"/>
                </a:lnTo>
                <a:lnTo>
                  <a:pt x="1248369" y="473393"/>
                </a:lnTo>
                <a:lnTo>
                  <a:pt x="1241062" y="476568"/>
                </a:lnTo>
                <a:lnTo>
                  <a:pt x="1234073" y="479743"/>
                </a:lnTo>
                <a:lnTo>
                  <a:pt x="1226448" y="482283"/>
                </a:lnTo>
                <a:lnTo>
                  <a:pt x="1218188" y="484188"/>
                </a:lnTo>
                <a:lnTo>
                  <a:pt x="1209610" y="485775"/>
                </a:lnTo>
                <a:lnTo>
                  <a:pt x="1200715" y="486410"/>
                </a:lnTo>
                <a:lnTo>
                  <a:pt x="1191501" y="486410"/>
                </a:lnTo>
                <a:lnTo>
                  <a:pt x="1181653" y="485458"/>
                </a:lnTo>
                <a:lnTo>
                  <a:pt x="1171487" y="483870"/>
                </a:lnTo>
                <a:lnTo>
                  <a:pt x="1160685" y="481330"/>
                </a:lnTo>
                <a:lnTo>
                  <a:pt x="1149566" y="477520"/>
                </a:lnTo>
                <a:lnTo>
                  <a:pt x="1138129" y="473075"/>
                </a:lnTo>
                <a:lnTo>
                  <a:pt x="1126056" y="467360"/>
                </a:lnTo>
                <a:lnTo>
                  <a:pt x="1112078" y="460693"/>
                </a:lnTo>
                <a:lnTo>
                  <a:pt x="1097781" y="454660"/>
                </a:lnTo>
                <a:lnTo>
                  <a:pt x="1127009" y="468313"/>
                </a:lnTo>
                <a:lnTo>
                  <a:pt x="1155284" y="482283"/>
                </a:lnTo>
                <a:lnTo>
                  <a:pt x="1168945" y="488633"/>
                </a:lnTo>
                <a:lnTo>
                  <a:pt x="1182288" y="494348"/>
                </a:lnTo>
                <a:lnTo>
                  <a:pt x="1195314" y="499745"/>
                </a:lnTo>
                <a:lnTo>
                  <a:pt x="1207704" y="504190"/>
                </a:lnTo>
                <a:lnTo>
                  <a:pt x="1219776" y="508318"/>
                </a:lnTo>
                <a:lnTo>
                  <a:pt x="1231213" y="510858"/>
                </a:lnTo>
                <a:lnTo>
                  <a:pt x="1236932" y="512128"/>
                </a:lnTo>
                <a:lnTo>
                  <a:pt x="1242333" y="512763"/>
                </a:lnTo>
                <a:lnTo>
                  <a:pt x="1247416" y="513080"/>
                </a:lnTo>
                <a:lnTo>
                  <a:pt x="1252817" y="513715"/>
                </a:lnTo>
                <a:lnTo>
                  <a:pt x="1257582" y="513080"/>
                </a:lnTo>
                <a:lnTo>
                  <a:pt x="1262665" y="512763"/>
                </a:lnTo>
                <a:lnTo>
                  <a:pt x="1267113" y="512128"/>
                </a:lnTo>
                <a:lnTo>
                  <a:pt x="1271561" y="510858"/>
                </a:lnTo>
                <a:lnTo>
                  <a:pt x="1276009" y="509270"/>
                </a:lnTo>
                <a:lnTo>
                  <a:pt x="1279821" y="507683"/>
                </a:lnTo>
                <a:lnTo>
                  <a:pt x="1283951" y="505143"/>
                </a:lnTo>
                <a:lnTo>
                  <a:pt x="1287763" y="502285"/>
                </a:lnTo>
                <a:lnTo>
                  <a:pt x="1288716" y="512445"/>
                </a:lnTo>
                <a:lnTo>
                  <a:pt x="1289669" y="521970"/>
                </a:lnTo>
                <a:lnTo>
                  <a:pt x="1289987" y="531178"/>
                </a:lnTo>
                <a:lnTo>
                  <a:pt x="1290305" y="539750"/>
                </a:lnTo>
                <a:lnTo>
                  <a:pt x="1289987" y="557213"/>
                </a:lnTo>
                <a:lnTo>
                  <a:pt x="1289352" y="573405"/>
                </a:lnTo>
                <a:lnTo>
                  <a:pt x="1290623" y="571818"/>
                </a:lnTo>
                <a:lnTo>
                  <a:pt x="1292211" y="570230"/>
                </a:lnTo>
                <a:lnTo>
                  <a:pt x="1293800" y="569595"/>
                </a:lnTo>
                <a:lnTo>
                  <a:pt x="1295388" y="569278"/>
                </a:lnTo>
                <a:lnTo>
                  <a:pt x="1297612" y="569595"/>
                </a:lnTo>
                <a:lnTo>
                  <a:pt x="1299518" y="571183"/>
                </a:lnTo>
                <a:lnTo>
                  <a:pt x="1301742" y="573088"/>
                </a:lnTo>
                <a:lnTo>
                  <a:pt x="1303648" y="575945"/>
                </a:lnTo>
                <a:lnTo>
                  <a:pt x="1304919" y="579438"/>
                </a:lnTo>
                <a:lnTo>
                  <a:pt x="1306825" y="583565"/>
                </a:lnTo>
                <a:lnTo>
                  <a:pt x="1308414" y="588328"/>
                </a:lnTo>
                <a:lnTo>
                  <a:pt x="1310002" y="593725"/>
                </a:lnTo>
                <a:lnTo>
                  <a:pt x="1310955" y="599758"/>
                </a:lnTo>
                <a:lnTo>
                  <a:pt x="1312226" y="606108"/>
                </a:lnTo>
                <a:lnTo>
                  <a:pt x="1314450" y="620395"/>
                </a:lnTo>
                <a:lnTo>
                  <a:pt x="1315721" y="636270"/>
                </a:lnTo>
                <a:lnTo>
                  <a:pt x="1316038" y="652780"/>
                </a:lnTo>
                <a:lnTo>
                  <a:pt x="1315721" y="669608"/>
                </a:lnTo>
                <a:lnTo>
                  <a:pt x="1314450" y="685483"/>
                </a:lnTo>
                <a:lnTo>
                  <a:pt x="1312226" y="699770"/>
                </a:lnTo>
                <a:lnTo>
                  <a:pt x="1310955" y="706120"/>
                </a:lnTo>
                <a:lnTo>
                  <a:pt x="1310002" y="711835"/>
                </a:lnTo>
                <a:lnTo>
                  <a:pt x="1308414" y="717233"/>
                </a:lnTo>
                <a:lnTo>
                  <a:pt x="1306825" y="722313"/>
                </a:lnTo>
                <a:lnTo>
                  <a:pt x="1304919" y="726440"/>
                </a:lnTo>
                <a:lnTo>
                  <a:pt x="1303648" y="729615"/>
                </a:lnTo>
                <a:lnTo>
                  <a:pt x="1301742" y="732790"/>
                </a:lnTo>
                <a:lnTo>
                  <a:pt x="1299518" y="734695"/>
                </a:lnTo>
                <a:lnTo>
                  <a:pt x="1297612" y="735648"/>
                </a:lnTo>
                <a:lnTo>
                  <a:pt x="1295388" y="736283"/>
                </a:lnTo>
                <a:lnTo>
                  <a:pt x="1294117" y="736283"/>
                </a:lnTo>
                <a:lnTo>
                  <a:pt x="1293482" y="735648"/>
                </a:lnTo>
                <a:lnTo>
                  <a:pt x="1291258" y="734695"/>
                </a:lnTo>
                <a:lnTo>
                  <a:pt x="1289352" y="732473"/>
                </a:lnTo>
                <a:lnTo>
                  <a:pt x="1287446" y="728980"/>
                </a:lnTo>
                <a:lnTo>
                  <a:pt x="1285539" y="725170"/>
                </a:lnTo>
                <a:lnTo>
                  <a:pt x="1283633" y="720725"/>
                </a:lnTo>
                <a:lnTo>
                  <a:pt x="1282045" y="715328"/>
                </a:lnTo>
                <a:lnTo>
                  <a:pt x="1280456" y="709930"/>
                </a:lnTo>
                <a:lnTo>
                  <a:pt x="1278550" y="724535"/>
                </a:lnTo>
                <a:lnTo>
                  <a:pt x="1276009" y="738823"/>
                </a:lnTo>
                <a:lnTo>
                  <a:pt x="1273149" y="752475"/>
                </a:lnTo>
                <a:lnTo>
                  <a:pt x="1269655" y="765810"/>
                </a:lnTo>
                <a:lnTo>
                  <a:pt x="1265525" y="779145"/>
                </a:lnTo>
                <a:lnTo>
                  <a:pt x="1261077" y="791845"/>
                </a:lnTo>
                <a:lnTo>
                  <a:pt x="1255994" y="804228"/>
                </a:lnTo>
                <a:lnTo>
                  <a:pt x="1250911" y="815975"/>
                </a:lnTo>
                <a:lnTo>
                  <a:pt x="1245192" y="827405"/>
                </a:lnTo>
                <a:lnTo>
                  <a:pt x="1239156" y="838835"/>
                </a:lnTo>
                <a:lnTo>
                  <a:pt x="1232802" y="849313"/>
                </a:lnTo>
                <a:lnTo>
                  <a:pt x="1226130" y="859790"/>
                </a:lnTo>
                <a:lnTo>
                  <a:pt x="1218823" y="869633"/>
                </a:lnTo>
                <a:lnTo>
                  <a:pt x="1211834" y="879158"/>
                </a:lnTo>
                <a:lnTo>
                  <a:pt x="1204209" y="888048"/>
                </a:lnTo>
                <a:lnTo>
                  <a:pt x="1196267" y="896303"/>
                </a:lnTo>
                <a:lnTo>
                  <a:pt x="1188325" y="904558"/>
                </a:lnTo>
                <a:lnTo>
                  <a:pt x="1180064" y="912178"/>
                </a:lnTo>
                <a:lnTo>
                  <a:pt x="1171804" y="919163"/>
                </a:lnTo>
                <a:lnTo>
                  <a:pt x="1163544" y="925513"/>
                </a:lnTo>
                <a:lnTo>
                  <a:pt x="1154966" y="932180"/>
                </a:lnTo>
                <a:lnTo>
                  <a:pt x="1146389" y="937578"/>
                </a:lnTo>
                <a:lnTo>
                  <a:pt x="1137493" y="942658"/>
                </a:lnTo>
                <a:lnTo>
                  <a:pt x="1128915" y="947420"/>
                </a:lnTo>
                <a:lnTo>
                  <a:pt x="1120338" y="951230"/>
                </a:lnTo>
                <a:lnTo>
                  <a:pt x="1111760" y="955040"/>
                </a:lnTo>
                <a:lnTo>
                  <a:pt x="1102864" y="957898"/>
                </a:lnTo>
                <a:lnTo>
                  <a:pt x="1094287" y="960755"/>
                </a:lnTo>
                <a:lnTo>
                  <a:pt x="1085709" y="962660"/>
                </a:lnTo>
                <a:lnTo>
                  <a:pt x="1077449" y="963930"/>
                </a:lnTo>
                <a:lnTo>
                  <a:pt x="1069189" y="964883"/>
                </a:lnTo>
                <a:lnTo>
                  <a:pt x="1061246" y="965200"/>
                </a:lnTo>
                <a:lnTo>
                  <a:pt x="1054575" y="964883"/>
                </a:lnTo>
                <a:lnTo>
                  <a:pt x="1047585" y="963930"/>
                </a:lnTo>
                <a:lnTo>
                  <a:pt x="1040596" y="962660"/>
                </a:lnTo>
                <a:lnTo>
                  <a:pt x="1033289" y="960120"/>
                </a:lnTo>
                <a:lnTo>
                  <a:pt x="1025982" y="957580"/>
                </a:lnTo>
                <a:lnTo>
                  <a:pt x="1018040" y="954723"/>
                </a:lnTo>
                <a:lnTo>
                  <a:pt x="1010097" y="950913"/>
                </a:lnTo>
                <a:lnTo>
                  <a:pt x="1002155" y="946468"/>
                </a:lnTo>
                <a:lnTo>
                  <a:pt x="993895" y="941705"/>
                </a:lnTo>
                <a:lnTo>
                  <a:pt x="985635" y="936625"/>
                </a:lnTo>
                <a:lnTo>
                  <a:pt x="977375" y="930593"/>
                </a:lnTo>
                <a:lnTo>
                  <a:pt x="969114" y="924560"/>
                </a:lnTo>
                <a:lnTo>
                  <a:pt x="960537" y="917893"/>
                </a:lnTo>
                <a:lnTo>
                  <a:pt x="952277" y="910590"/>
                </a:lnTo>
                <a:lnTo>
                  <a:pt x="943699" y="902970"/>
                </a:lnTo>
                <a:lnTo>
                  <a:pt x="935439" y="895350"/>
                </a:lnTo>
                <a:lnTo>
                  <a:pt x="927814" y="886460"/>
                </a:lnTo>
                <a:lnTo>
                  <a:pt x="919236" y="877888"/>
                </a:lnTo>
                <a:lnTo>
                  <a:pt x="911611" y="868363"/>
                </a:lnTo>
                <a:lnTo>
                  <a:pt x="903987" y="859155"/>
                </a:lnTo>
                <a:lnTo>
                  <a:pt x="896362" y="848995"/>
                </a:lnTo>
                <a:lnTo>
                  <a:pt x="889373" y="838835"/>
                </a:lnTo>
                <a:lnTo>
                  <a:pt x="882066" y="828358"/>
                </a:lnTo>
                <a:lnTo>
                  <a:pt x="875394" y="817245"/>
                </a:lnTo>
                <a:lnTo>
                  <a:pt x="869040" y="806133"/>
                </a:lnTo>
                <a:lnTo>
                  <a:pt x="862686" y="794385"/>
                </a:lnTo>
                <a:lnTo>
                  <a:pt x="856968" y="782320"/>
                </a:lnTo>
                <a:lnTo>
                  <a:pt x="851567" y="770255"/>
                </a:lnTo>
                <a:lnTo>
                  <a:pt x="846484" y="757873"/>
                </a:lnTo>
                <a:lnTo>
                  <a:pt x="842036" y="745173"/>
                </a:lnTo>
                <a:lnTo>
                  <a:pt x="837588" y="732473"/>
                </a:lnTo>
                <a:lnTo>
                  <a:pt x="834094" y="719138"/>
                </a:lnTo>
                <a:lnTo>
                  <a:pt x="832823" y="724218"/>
                </a:lnTo>
                <a:lnTo>
                  <a:pt x="831234" y="728028"/>
                </a:lnTo>
                <a:lnTo>
                  <a:pt x="829328" y="731520"/>
                </a:lnTo>
                <a:lnTo>
                  <a:pt x="828057" y="734695"/>
                </a:lnTo>
                <a:lnTo>
                  <a:pt x="826151" y="736918"/>
                </a:lnTo>
                <a:lnTo>
                  <a:pt x="824563" y="738823"/>
                </a:lnTo>
                <a:lnTo>
                  <a:pt x="822657" y="739775"/>
                </a:lnTo>
                <a:lnTo>
                  <a:pt x="820750" y="740410"/>
                </a:lnTo>
                <a:lnTo>
                  <a:pt x="818527" y="739775"/>
                </a:lnTo>
                <a:lnTo>
                  <a:pt x="816620" y="738823"/>
                </a:lnTo>
                <a:lnTo>
                  <a:pt x="814397" y="736600"/>
                </a:lnTo>
                <a:lnTo>
                  <a:pt x="812490" y="733743"/>
                </a:lnTo>
                <a:lnTo>
                  <a:pt x="810902" y="730250"/>
                </a:lnTo>
                <a:lnTo>
                  <a:pt x="808996" y="726123"/>
                </a:lnTo>
                <a:lnTo>
                  <a:pt x="807725" y="721043"/>
                </a:lnTo>
                <a:lnTo>
                  <a:pt x="806136" y="715963"/>
                </a:lnTo>
                <a:lnTo>
                  <a:pt x="804866" y="709930"/>
                </a:lnTo>
                <a:lnTo>
                  <a:pt x="803595" y="703580"/>
                </a:lnTo>
                <a:lnTo>
                  <a:pt x="801689" y="689293"/>
                </a:lnTo>
                <a:lnTo>
                  <a:pt x="800418" y="673735"/>
                </a:lnTo>
                <a:lnTo>
                  <a:pt x="800100" y="656908"/>
                </a:lnTo>
                <a:lnTo>
                  <a:pt x="800418" y="639763"/>
                </a:lnTo>
                <a:lnTo>
                  <a:pt x="801689" y="624205"/>
                </a:lnTo>
                <a:lnTo>
                  <a:pt x="803595" y="610235"/>
                </a:lnTo>
                <a:lnTo>
                  <a:pt x="804866" y="603885"/>
                </a:lnTo>
                <a:lnTo>
                  <a:pt x="806136" y="597853"/>
                </a:lnTo>
                <a:lnTo>
                  <a:pt x="807725" y="592138"/>
                </a:lnTo>
                <a:lnTo>
                  <a:pt x="808996" y="587693"/>
                </a:lnTo>
                <a:lnTo>
                  <a:pt x="810902" y="583565"/>
                </a:lnTo>
                <a:lnTo>
                  <a:pt x="812490" y="579755"/>
                </a:lnTo>
                <a:lnTo>
                  <a:pt x="814397" y="577215"/>
                </a:lnTo>
                <a:lnTo>
                  <a:pt x="816620" y="574993"/>
                </a:lnTo>
                <a:lnTo>
                  <a:pt x="818527" y="573723"/>
                </a:lnTo>
                <a:lnTo>
                  <a:pt x="820750" y="573405"/>
                </a:lnTo>
                <a:lnTo>
                  <a:pt x="822021" y="573723"/>
                </a:lnTo>
                <a:lnTo>
                  <a:pt x="822974" y="574040"/>
                </a:lnTo>
                <a:lnTo>
                  <a:pt x="823292" y="563245"/>
                </a:lnTo>
                <a:lnTo>
                  <a:pt x="824245" y="552133"/>
                </a:lnTo>
                <a:lnTo>
                  <a:pt x="825198" y="542290"/>
                </a:lnTo>
                <a:lnTo>
                  <a:pt x="827104" y="533083"/>
                </a:lnTo>
                <a:lnTo>
                  <a:pt x="826151" y="521335"/>
                </a:lnTo>
                <a:lnTo>
                  <a:pt x="825834" y="510540"/>
                </a:lnTo>
                <a:lnTo>
                  <a:pt x="825834" y="500063"/>
                </a:lnTo>
                <a:lnTo>
                  <a:pt x="826151" y="490220"/>
                </a:lnTo>
                <a:lnTo>
                  <a:pt x="826787" y="481330"/>
                </a:lnTo>
                <a:lnTo>
                  <a:pt x="828375" y="472440"/>
                </a:lnTo>
                <a:lnTo>
                  <a:pt x="830281" y="464185"/>
                </a:lnTo>
                <a:lnTo>
                  <a:pt x="832188" y="456883"/>
                </a:lnTo>
                <a:lnTo>
                  <a:pt x="834729" y="449898"/>
                </a:lnTo>
                <a:lnTo>
                  <a:pt x="837588" y="443230"/>
                </a:lnTo>
                <a:lnTo>
                  <a:pt x="841083" y="437515"/>
                </a:lnTo>
                <a:lnTo>
                  <a:pt x="844895" y="432118"/>
                </a:lnTo>
                <a:lnTo>
                  <a:pt x="849025" y="427038"/>
                </a:lnTo>
                <a:lnTo>
                  <a:pt x="853473" y="422593"/>
                </a:lnTo>
                <a:lnTo>
                  <a:pt x="858556" y="418465"/>
                </a:lnTo>
                <a:lnTo>
                  <a:pt x="863322" y="414973"/>
                </a:lnTo>
                <a:lnTo>
                  <a:pt x="840765" y="415290"/>
                </a:lnTo>
                <a:lnTo>
                  <a:pt x="822974" y="415925"/>
                </a:lnTo>
                <a:lnTo>
                  <a:pt x="808043" y="416878"/>
                </a:lnTo>
                <a:lnTo>
                  <a:pt x="813443" y="414338"/>
                </a:lnTo>
                <a:lnTo>
                  <a:pt x="818527" y="411163"/>
                </a:lnTo>
                <a:lnTo>
                  <a:pt x="829011" y="404495"/>
                </a:lnTo>
                <a:lnTo>
                  <a:pt x="840130" y="396558"/>
                </a:lnTo>
                <a:lnTo>
                  <a:pt x="850932" y="388620"/>
                </a:lnTo>
                <a:lnTo>
                  <a:pt x="861416" y="380365"/>
                </a:lnTo>
                <a:lnTo>
                  <a:pt x="871582" y="373063"/>
                </a:lnTo>
                <a:lnTo>
                  <a:pt x="881113" y="366395"/>
                </a:lnTo>
                <a:lnTo>
                  <a:pt x="885560" y="363538"/>
                </a:lnTo>
                <a:lnTo>
                  <a:pt x="890008" y="361315"/>
                </a:lnTo>
                <a:lnTo>
                  <a:pt x="902081" y="355283"/>
                </a:lnTo>
                <a:lnTo>
                  <a:pt x="913835" y="349568"/>
                </a:lnTo>
                <a:lnTo>
                  <a:pt x="925272" y="344488"/>
                </a:lnTo>
                <a:lnTo>
                  <a:pt x="937027" y="339725"/>
                </a:lnTo>
                <a:lnTo>
                  <a:pt x="948464" y="335280"/>
                </a:lnTo>
                <a:lnTo>
                  <a:pt x="959584" y="331470"/>
                </a:lnTo>
                <a:lnTo>
                  <a:pt x="971021" y="327660"/>
                </a:lnTo>
                <a:lnTo>
                  <a:pt x="981822" y="324803"/>
                </a:lnTo>
                <a:lnTo>
                  <a:pt x="992624" y="322263"/>
                </a:lnTo>
                <a:lnTo>
                  <a:pt x="1003426" y="319405"/>
                </a:lnTo>
                <a:lnTo>
                  <a:pt x="1013910" y="317183"/>
                </a:lnTo>
                <a:lnTo>
                  <a:pt x="1024393" y="315913"/>
                </a:lnTo>
                <a:lnTo>
                  <a:pt x="1034560" y="314325"/>
                </a:lnTo>
                <a:lnTo>
                  <a:pt x="1044726" y="313055"/>
                </a:lnTo>
                <a:lnTo>
                  <a:pt x="1054575" y="312420"/>
                </a:lnTo>
                <a:lnTo>
                  <a:pt x="1064105" y="311785"/>
                </a:lnTo>
                <a:lnTo>
                  <a:pt x="1073636" y="311150"/>
                </a:lnTo>
                <a:close/>
                <a:moveTo>
                  <a:pt x="132835" y="259531"/>
                </a:moveTo>
                <a:lnTo>
                  <a:pt x="130610" y="259848"/>
                </a:lnTo>
                <a:lnTo>
                  <a:pt x="128386" y="260484"/>
                </a:lnTo>
                <a:lnTo>
                  <a:pt x="126161" y="261754"/>
                </a:lnTo>
                <a:lnTo>
                  <a:pt x="124255" y="263343"/>
                </a:lnTo>
                <a:lnTo>
                  <a:pt x="122666" y="265249"/>
                </a:lnTo>
                <a:lnTo>
                  <a:pt x="121394" y="267472"/>
                </a:lnTo>
                <a:lnTo>
                  <a:pt x="120759" y="269696"/>
                </a:lnTo>
                <a:lnTo>
                  <a:pt x="120441" y="272237"/>
                </a:lnTo>
                <a:lnTo>
                  <a:pt x="120759" y="275096"/>
                </a:lnTo>
                <a:lnTo>
                  <a:pt x="121394" y="277320"/>
                </a:lnTo>
                <a:lnTo>
                  <a:pt x="122666" y="279543"/>
                </a:lnTo>
                <a:lnTo>
                  <a:pt x="124255" y="281449"/>
                </a:lnTo>
                <a:lnTo>
                  <a:pt x="126161" y="283038"/>
                </a:lnTo>
                <a:lnTo>
                  <a:pt x="128386" y="283991"/>
                </a:lnTo>
                <a:lnTo>
                  <a:pt x="130610" y="284626"/>
                </a:lnTo>
                <a:lnTo>
                  <a:pt x="132835" y="285261"/>
                </a:lnTo>
                <a:lnTo>
                  <a:pt x="584408" y="285261"/>
                </a:lnTo>
                <a:lnTo>
                  <a:pt x="586951" y="284626"/>
                </a:lnTo>
                <a:lnTo>
                  <a:pt x="589175" y="283991"/>
                </a:lnTo>
                <a:lnTo>
                  <a:pt x="591718" y="283038"/>
                </a:lnTo>
                <a:lnTo>
                  <a:pt x="593624" y="281449"/>
                </a:lnTo>
                <a:lnTo>
                  <a:pt x="594895" y="279543"/>
                </a:lnTo>
                <a:lnTo>
                  <a:pt x="596167" y="277320"/>
                </a:lnTo>
                <a:lnTo>
                  <a:pt x="596802" y="275096"/>
                </a:lnTo>
                <a:lnTo>
                  <a:pt x="596802" y="272237"/>
                </a:lnTo>
                <a:lnTo>
                  <a:pt x="596802" y="269696"/>
                </a:lnTo>
                <a:lnTo>
                  <a:pt x="596167" y="267472"/>
                </a:lnTo>
                <a:lnTo>
                  <a:pt x="594895" y="265249"/>
                </a:lnTo>
                <a:lnTo>
                  <a:pt x="593624" y="263343"/>
                </a:lnTo>
                <a:lnTo>
                  <a:pt x="591718" y="261754"/>
                </a:lnTo>
                <a:lnTo>
                  <a:pt x="589175" y="260484"/>
                </a:lnTo>
                <a:lnTo>
                  <a:pt x="586951" y="259848"/>
                </a:lnTo>
                <a:lnTo>
                  <a:pt x="584408" y="259531"/>
                </a:lnTo>
                <a:lnTo>
                  <a:pt x="132835" y="259531"/>
                </a:lnTo>
                <a:close/>
                <a:moveTo>
                  <a:pt x="132835" y="167408"/>
                </a:moveTo>
                <a:lnTo>
                  <a:pt x="130610" y="167726"/>
                </a:lnTo>
                <a:lnTo>
                  <a:pt x="128386" y="168679"/>
                </a:lnTo>
                <a:lnTo>
                  <a:pt x="126161" y="169632"/>
                </a:lnTo>
                <a:lnTo>
                  <a:pt x="124255" y="171220"/>
                </a:lnTo>
                <a:lnTo>
                  <a:pt x="122666" y="173126"/>
                </a:lnTo>
                <a:lnTo>
                  <a:pt x="121394" y="175350"/>
                </a:lnTo>
                <a:lnTo>
                  <a:pt x="120759" y="177891"/>
                </a:lnTo>
                <a:lnTo>
                  <a:pt x="120441" y="180115"/>
                </a:lnTo>
                <a:lnTo>
                  <a:pt x="120759" y="182974"/>
                </a:lnTo>
                <a:lnTo>
                  <a:pt x="121394" y="185515"/>
                </a:lnTo>
                <a:lnTo>
                  <a:pt x="122666" y="187739"/>
                </a:lnTo>
                <a:lnTo>
                  <a:pt x="124255" y="189645"/>
                </a:lnTo>
                <a:lnTo>
                  <a:pt x="126161" y="191233"/>
                </a:lnTo>
                <a:lnTo>
                  <a:pt x="128386" y="192186"/>
                </a:lnTo>
                <a:lnTo>
                  <a:pt x="130610" y="193139"/>
                </a:lnTo>
                <a:lnTo>
                  <a:pt x="132835" y="193457"/>
                </a:lnTo>
                <a:lnTo>
                  <a:pt x="584408" y="193457"/>
                </a:lnTo>
                <a:lnTo>
                  <a:pt x="586951" y="193139"/>
                </a:lnTo>
                <a:lnTo>
                  <a:pt x="589175" y="192186"/>
                </a:lnTo>
                <a:lnTo>
                  <a:pt x="591718" y="191233"/>
                </a:lnTo>
                <a:lnTo>
                  <a:pt x="593624" y="189645"/>
                </a:lnTo>
                <a:lnTo>
                  <a:pt x="594895" y="187739"/>
                </a:lnTo>
                <a:lnTo>
                  <a:pt x="596167" y="185515"/>
                </a:lnTo>
                <a:lnTo>
                  <a:pt x="596802" y="182974"/>
                </a:lnTo>
                <a:lnTo>
                  <a:pt x="596802" y="180115"/>
                </a:lnTo>
                <a:lnTo>
                  <a:pt x="596802" y="177891"/>
                </a:lnTo>
                <a:lnTo>
                  <a:pt x="596167" y="175350"/>
                </a:lnTo>
                <a:lnTo>
                  <a:pt x="594895" y="173126"/>
                </a:lnTo>
                <a:lnTo>
                  <a:pt x="593624" y="171220"/>
                </a:lnTo>
                <a:lnTo>
                  <a:pt x="591718" y="169632"/>
                </a:lnTo>
                <a:lnTo>
                  <a:pt x="589175" y="168679"/>
                </a:lnTo>
                <a:lnTo>
                  <a:pt x="586951" y="167726"/>
                </a:lnTo>
                <a:lnTo>
                  <a:pt x="584408" y="167408"/>
                </a:lnTo>
                <a:lnTo>
                  <a:pt x="132835" y="167408"/>
                </a:lnTo>
                <a:close/>
                <a:moveTo>
                  <a:pt x="177960" y="0"/>
                </a:moveTo>
                <a:lnTo>
                  <a:pt x="528478" y="0"/>
                </a:lnTo>
                <a:lnTo>
                  <a:pt x="537376" y="318"/>
                </a:lnTo>
                <a:lnTo>
                  <a:pt x="546274" y="635"/>
                </a:lnTo>
                <a:lnTo>
                  <a:pt x="555490" y="2224"/>
                </a:lnTo>
                <a:lnTo>
                  <a:pt x="564070" y="3812"/>
                </a:lnTo>
                <a:lnTo>
                  <a:pt x="572650" y="5718"/>
                </a:lnTo>
                <a:lnTo>
                  <a:pt x="580913" y="7942"/>
                </a:lnTo>
                <a:lnTo>
                  <a:pt x="589175" y="10801"/>
                </a:lnTo>
                <a:lnTo>
                  <a:pt x="597755" y="13977"/>
                </a:lnTo>
                <a:lnTo>
                  <a:pt x="605382" y="17789"/>
                </a:lnTo>
                <a:lnTo>
                  <a:pt x="613009" y="21601"/>
                </a:lnTo>
                <a:lnTo>
                  <a:pt x="620636" y="26048"/>
                </a:lnTo>
                <a:lnTo>
                  <a:pt x="627627" y="30496"/>
                </a:lnTo>
                <a:lnTo>
                  <a:pt x="634936" y="35261"/>
                </a:lnTo>
                <a:lnTo>
                  <a:pt x="641610" y="40661"/>
                </a:lnTo>
                <a:lnTo>
                  <a:pt x="647966" y="46379"/>
                </a:lnTo>
                <a:lnTo>
                  <a:pt x="654004" y="52414"/>
                </a:lnTo>
                <a:lnTo>
                  <a:pt x="660041" y="58450"/>
                </a:lnTo>
                <a:lnTo>
                  <a:pt x="665762" y="64803"/>
                </a:lnTo>
                <a:lnTo>
                  <a:pt x="670846" y="71474"/>
                </a:lnTo>
                <a:lnTo>
                  <a:pt x="675931" y="78781"/>
                </a:lnTo>
                <a:lnTo>
                  <a:pt x="680380" y="85769"/>
                </a:lnTo>
                <a:lnTo>
                  <a:pt x="684829" y="93393"/>
                </a:lnTo>
                <a:lnTo>
                  <a:pt x="688642" y="100699"/>
                </a:lnTo>
                <a:lnTo>
                  <a:pt x="692456" y="108641"/>
                </a:lnTo>
                <a:lnTo>
                  <a:pt x="695316" y="116582"/>
                </a:lnTo>
                <a:lnTo>
                  <a:pt x="698494" y="124842"/>
                </a:lnTo>
                <a:lnTo>
                  <a:pt x="700718" y="133419"/>
                </a:lnTo>
                <a:lnTo>
                  <a:pt x="702625" y="142313"/>
                </a:lnTo>
                <a:lnTo>
                  <a:pt x="704214" y="150890"/>
                </a:lnTo>
                <a:lnTo>
                  <a:pt x="705167" y="159785"/>
                </a:lnTo>
                <a:lnTo>
                  <a:pt x="706120" y="168997"/>
                </a:lnTo>
                <a:lnTo>
                  <a:pt x="706438" y="177891"/>
                </a:lnTo>
                <a:lnTo>
                  <a:pt x="706438" y="349747"/>
                </a:lnTo>
                <a:lnTo>
                  <a:pt x="706120" y="359277"/>
                </a:lnTo>
                <a:lnTo>
                  <a:pt x="705167" y="368171"/>
                </a:lnTo>
                <a:lnTo>
                  <a:pt x="704214" y="377066"/>
                </a:lnTo>
                <a:lnTo>
                  <a:pt x="702625" y="385961"/>
                </a:lnTo>
                <a:lnTo>
                  <a:pt x="700718" y="394537"/>
                </a:lnTo>
                <a:lnTo>
                  <a:pt x="698494" y="402797"/>
                </a:lnTo>
                <a:lnTo>
                  <a:pt x="695316" y="411056"/>
                </a:lnTo>
                <a:lnTo>
                  <a:pt x="692456" y="419315"/>
                </a:lnTo>
                <a:lnTo>
                  <a:pt x="688642" y="426939"/>
                </a:lnTo>
                <a:lnTo>
                  <a:pt x="684829" y="434881"/>
                </a:lnTo>
                <a:lnTo>
                  <a:pt x="680380" y="442505"/>
                </a:lnTo>
                <a:lnTo>
                  <a:pt x="675931" y="449493"/>
                </a:lnTo>
                <a:lnTo>
                  <a:pt x="670846" y="456482"/>
                </a:lnTo>
                <a:lnTo>
                  <a:pt x="665762" y="463153"/>
                </a:lnTo>
                <a:lnTo>
                  <a:pt x="660041" y="469506"/>
                </a:lnTo>
                <a:lnTo>
                  <a:pt x="654004" y="475859"/>
                </a:lnTo>
                <a:lnTo>
                  <a:pt x="647966" y="481895"/>
                </a:lnTo>
                <a:lnTo>
                  <a:pt x="641610" y="487295"/>
                </a:lnTo>
                <a:lnTo>
                  <a:pt x="634936" y="492378"/>
                </a:lnTo>
                <a:lnTo>
                  <a:pt x="627627" y="497778"/>
                </a:lnTo>
                <a:lnTo>
                  <a:pt x="620636" y="502225"/>
                </a:lnTo>
                <a:lnTo>
                  <a:pt x="613009" y="506355"/>
                </a:lnTo>
                <a:lnTo>
                  <a:pt x="605382" y="510484"/>
                </a:lnTo>
                <a:lnTo>
                  <a:pt x="597755" y="513979"/>
                </a:lnTo>
                <a:lnTo>
                  <a:pt x="589175" y="517155"/>
                </a:lnTo>
                <a:lnTo>
                  <a:pt x="580913" y="520014"/>
                </a:lnTo>
                <a:lnTo>
                  <a:pt x="572650" y="522556"/>
                </a:lnTo>
                <a:lnTo>
                  <a:pt x="564070" y="524462"/>
                </a:lnTo>
                <a:lnTo>
                  <a:pt x="555490" y="526050"/>
                </a:lnTo>
                <a:lnTo>
                  <a:pt x="546274" y="527003"/>
                </a:lnTo>
                <a:lnTo>
                  <a:pt x="537376" y="527956"/>
                </a:lnTo>
                <a:lnTo>
                  <a:pt x="528478" y="527956"/>
                </a:lnTo>
                <a:lnTo>
                  <a:pt x="498606" y="527956"/>
                </a:lnTo>
                <a:lnTo>
                  <a:pt x="526571" y="619125"/>
                </a:lnTo>
                <a:lnTo>
                  <a:pt x="363229" y="527956"/>
                </a:lnTo>
                <a:lnTo>
                  <a:pt x="177960" y="527956"/>
                </a:lnTo>
                <a:lnTo>
                  <a:pt x="169062" y="527956"/>
                </a:lnTo>
                <a:lnTo>
                  <a:pt x="159847" y="527003"/>
                </a:lnTo>
                <a:lnTo>
                  <a:pt x="150949" y="526050"/>
                </a:lnTo>
                <a:lnTo>
                  <a:pt x="142368" y="524462"/>
                </a:lnTo>
                <a:lnTo>
                  <a:pt x="133470" y="522556"/>
                </a:lnTo>
                <a:lnTo>
                  <a:pt x="125208" y="520014"/>
                </a:lnTo>
                <a:lnTo>
                  <a:pt x="116945" y="517155"/>
                </a:lnTo>
                <a:lnTo>
                  <a:pt x="108683" y="513979"/>
                </a:lnTo>
                <a:lnTo>
                  <a:pt x="100738" y="510484"/>
                </a:lnTo>
                <a:lnTo>
                  <a:pt x="93429" y="506355"/>
                </a:lnTo>
                <a:lnTo>
                  <a:pt x="85802" y="502225"/>
                </a:lnTo>
                <a:lnTo>
                  <a:pt x="78493" y="497778"/>
                </a:lnTo>
                <a:lnTo>
                  <a:pt x="71502" y="492378"/>
                </a:lnTo>
                <a:lnTo>
                  <a:pt x="65146" y="487295"/>
                </a:lnTo>
                <a:lnTo>
                  <a:pt x="58155" y="481895"/>
                </a:lnTo>
                <a:lnTo>
                  <a:pt x="52435" y="475859"/>
                </a:lnTo>
                <a:lnTo>
                  <a:pt x="46397" y="469506"/>
                </a:lnTo>
                <a:lnTo>
                  <a:pt x="40677" y="463153"/>
                </a:lnTo>
                <a:lnTo>
                  <a:pt x="35274" y="456482"/>
                </a:lnTo>
                <a:lnTo>
                  <a:pt x="30508" y="449493"/>
                </a:lnTo>
                <a:lnTo>
                  <a:pt x="26059" y="442505"/>
                </a:lnTo>
                <a:lnTo>
                  <a:pt x="21292" y="434881"/>
                </a:lnTo>
                <a:lnTo>
                  <a:pt x="17796" y="426939"/>
                </a:lnTo>
                <a:lnTo>
                  <a:pt x="14301" y="419315"/>
                </a:lnTo>
                <a:lnTo>
                  <a:pt x="10805" y="411056"/>
                </a:lnTo>
                <a:lnTo>
                  <a:pt x="8263" y="402797"/>
                </a:lnTo>
                <a:lnTo>
                  <a:pt x="5720" y="394537"/>
                </a:lnTo>
                <a:lnTo>
                  <a:pt x="3814" y="385961"/>
                </a:lnTo>
                <a:lnTo>
                  <a:pt x="2225" y="377066"/>
                </a:lnTo>
                <a:lnTo>
                  <a:pt x="954" y="368171"/>
                </a:lnTo>
                <a:lnTo>
                  <a:pt x="318" y="359277"/>
                </a:lnTo>
                <a:lnTo>
                  <a:pt x="0" y="349747"/>
                </a:lnTo>
                <a:lnTo>
                  <a:pt x="0" y="177891"/>
                </a:lnTo>
                <a:lnTo>
                  <a:pt x="318" y="168997"/>
                </a:lnTo>
                <a:lnTo>
                  <a:pt x="954" y="159785"/>
                </a:lnTo>
                <a:lnTo>
                  <a:pt x="2225" y="150890"/>
                </a:lnTo>
                <a:lnTo>
                  <a:pt x="3814" y="142313"/>
                </a:lnTo>
                <a:lnTo>
                  <a:pt x="5720" y="133419"/>
                </a:lnTo>
                <a:lnTo>
                  <a:pt x="8263" y="124842"/>
                </a:lnTo>
                <a:lnTo>
                  <a:pt x="10805" y="116582"/>
                </a:lnTo>
                <a:lnTo>
                  <a:pt x="14301" y="108641"/>
                </a:lnTo>
                <a:lnTo>
                  <a:pt x="17796" y="100699"/>
                </a:lnTo>
                <a:lnTo>
                  <a:pt x="21292" y="93393"/>
                </a:lnTo>
                <a:lnTo>
                  <a:pt x="26059" y="85769"/>
                </a:lnTo>
                <a:lnTo>
                  <a:pt x="30508" y="78781"/>
                </a:lnTo>
                <a:lnTo>
                  <a:pt x="35274" y="71474"/>
                </a:lnTo>
                <a:lnTo>
                  <a:pt x="40677" y="64803"/>
                </a:lnTo>
                <a:lnTo>
                  <a:pt x="46397" y="58450"/>
                </a:lnTo>
                <a:lnTo>
                  <a:pt x="52435" y="52414"/>
                </a:lnTo>
                <a:lnTo>
                  <a:pt x="58155" y="46379"/>
                </a:lnTo>
                <a:lnTo>
                  <a:pt x="65146" y="40661"/>
                </a:lnTo>
                <a:lnTo>
                  <a:pt x="71502" y="35261"/>
                </a:lnTo>
                <a:lnTo>
                  <a:pt x="78493" y="30496"/>
                </a:lnTo>
                <a:lnTo>
                  <a:pt x="85802" y="26048"/>
                </a:lnTo>
                <a:lnTo>
                  <a:pt x="93429" y="21601"/>
                </a:lnTo>
                <a:lnTo>
                  <a:pt x="100738" y="17789"/>
                </a:lnTo>
                <a:lnTo>
                  <a:pt x="108683" y="13977"/>
                </a:lnTo>
                <a:lnTo>
                  <a:pt x="116945" y="10801"/>
                </a:lnTo>
                <a:lnTo>
                  <a:pt x="125208" y="7942"/>
                </a:lnTo>
                <a:lnTo>
                  <a:pt x="133470" y="5718"/>
                </a:lnTo>
                <a:lnTo>
                  <a:pt x="142368" y="3812"/>
                </a:lnTo>
                <a:lnTo>
                  <a:pt x="150949" y="2224"/>
                </a:lnTo>
                <a:lnTo>
                  <a:pt x="159847" y="635"/>
                </a:lnTo>
                <a:lnTo>
                  <a:pt x="169062" y="318"/>
                </a:lnTo>
                <a:lnTo>
                  <a:pt x="17796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3" name="KSO_Shape">
            <a:extLst>
              <a:ext uri="{FF2B5EF4-FFF2-40B4-BE49-F238E27FC236}">
                <a16:creationId xmlns:a16="http://schemas.microsoft.com/office/drawing/2014/main" id="{525A8A57-66E2-4A5C-A338-07204A949C1C}"/>
              </a:ext>
            </a:extLst>
          </p:cNvPr>
          <p:cNvSpPr>
            <a:spLocks/>
          </p:cNvSpPr>
          <p:nvPr/>
        </p:nvSpPr>
        <p:spPr bwMode="auto">
          <a:xfrm>
            <a:off x="663435" y="5573454"/>
            <a:ext cx="689433" cy="815897"/>
          </a:xfrm>
          <a:custGeom>
            <a:avLst/>
            <a:gdLst>
              <a:gd name="T0" fmla="*/ 863428 w 1966913"/>
              <a:gd name="T1" fmla="*/ 1097231 h 2327275"/>
              <a:gd name="T2" fmla="*/ 770330 w 1966913"/>
              <a:gd name="T3" fmla="*/ 995043 h 2327275"/>
              <a:gd name="T4" fmla="*/ 745648 w 1966913"/>
              <a:gd name="T5" fmla="*/ 1036395 h 2327275"/>
              <a:gd name="T6" fmla="*/ 941803 w 1966913"/>
              <a:gd name="T7" fmla="*/ 1041158 h 2327275"/>
              <a:gd name="T8" fmla="*/ 925565 w 1966913"/>
              <a:gd name="T9" fmla="*/ 995692 h 2327275"/>
              <a:gd name="T10" fmla="*/ 742401 w 1966913"/>
              <a:gd name="T11" fmla="*/ 955423 h 2327275"/>
              <a:gd name="T12" fmla="*/ 933359 w 1966913"/>
              <a:gd name="T13" fmla="*/ 977073 h 2327275"/>
              <a:gd name="T14" fmla="*/ 935741 w 1966913"/>
              <a:gd name="T15" fmla="*/ 929226 h 2327275"/>
              <a:gd name="T16" fmla="*/ 1130380 w 1966913"/>
              <a:gd name="T17" fmla="*/ 825521 h 2327275"/>
              <a:gd name="T18" fmla="*/ 1164155 w 1966913"/>
              <a:gd name="T19" fmla="*/ 788284 h 2327275"/>
              <a:gd name="T20" fmla="*/ 528276 w 1966913"/>
              <a:gd name="T21" fmla="*/ 810367 h 2327275"/>
              <a:gd name="T22" fmla="*/ 619858 w 1966913"/>
              <a:gd name="T23" fmla="*/ 753210 h 2327275"/>
              <a:gd name="T24" fmla="*/ 1277172 w 1966913"/>
              <a:gd name="T25" fmla="*/ 526532 h 2327275"/>
              <a:gd name="T26" fmla="*/ 1265264 w 1966913"/>
              <a:gd name="T27" fmla="*/ 477819 h 2327275"/>
              <a:gd name="T28" fmla="*/ 404434 w 1966913"/>
              <a:gd name="T29" fmla="*/ 505748 h 2327275"/>
              <a:gd name="T30" fmla="*/ 536286 w 1966913"/>
              <a:gd name="T31" fmla="*/ 497088 h 2327275"/>
              <a:gd name="T32" fmla="*/ 858564 w 1966913"/>
              <a:gd name="T33" fmla="*/ 336617 h 2327275"/>
              <a:gd name="T34" fmla="*/ 795736 w 1966913"/>
              <a:gd name="T35" fmla="*/ 369597 h 2327275"/>
              <a:gd name="T36" fmla="*/ 713261 w 1966913"/>
              <a:gd name="T37" fmla="*/ 442280 h 2327275"/>
              <a:gd name="T38" fmla="*/ 683897 w 1966913"/>
              <a:gd name="T39" fmla="*/ 539265 h 2327275"/>
              <a:gd name="T40" fmla="*/ 636830 w 1966913"/>
              <a:gd name="T41" fmla="*/ 517134 h 2327275"/>
              <a:gd name="T42" fmla="*/ 684113 w 1966913"/>
              <a:gd name="T43" fmla="*/ 373285 h 2327275"/>
              <a:gd name="T44" fmla="*/ 827258 w 1966913"/>
              <a:gd name="T45" fmla="*/ 304072 h 2327275"/>
              <a:gd name="T46" fmla="*/ 691089 w 1966913"/>
              <a:gd name="T47" fmla="*/ 297690 h 2327275"/>
              <a:gd name="T48" fmla="*/ 580021 w 1966913"/>
              <a:gd name="T49" fmla="*/ 473490 h 2327275"/>
              <a:gd name="T50" fmla="*/ 598856 w 1966913"/>
              <a:gd name="T51" fmla="*/ 635866 h 2327275"/>
              <a:gd name="T52" fmla="*/ 697151 w 1966913"/>
              <a:gd name="T53" fmla="*/ 768365 h 2327275"/>
              <a:gd name="T54" fmla="*/ 708409 w 1966913"/>
              <a:gd name="T55" fmla="*/ 863626 h 2327275"/>
              <a:gd name="T56" fmla="*/ 756473 w 1966913"/>
              <a:gd name="T57" fmla="*/ 905195 h 2327275"/>
              <a:gd name="T58" fmla="*/ 966701 w 1966913"/>
              <a:gd name="T59" fmla="*/ 887225 h 2327275"/>
              <a:gd name="T60" fmla="*/ 985970 w 1966913"/>
              <a:gd name="T61" fmla="*/ 829202 h 2327275"/>
              <a:gd name="T62" fmla="*/ 1060665 w 1966913"/>
              <a:gd name="T63" fmla="*/ 688043 h 2327275"/>
              <a:gd name="T64" fmla="*/ 1113926 w 1966913"/>
              <a:gd name="T65" fmla="*/ 528914 h 2327275"/>
              <a:gd name="T66" fmla="*/ 1035334 w 1966913"/>
              <a:gd name="T67" fmla="*/ 327784 h 2327275"/>
              <a:gd name="T68" fmla="*/ 879666 w 1966913"/>
              <a:gd name="T69" fmla="*/ 250926 h 2327275"/>
              <a:gd name="T70" fmla="*/ 1047675 w 1966913"/>
              <a:gd name="T71" fmla="*/ 272143 h 2327275"/>
              <a:gd name="T72" fmla="*/ 1162207 w 1966913"/>
              <a:gd name="T73" fmla="*/ 201347 h 2327275"/>
              <a:gd name="T74" fmla="*/ 531523 w 1966913"/>
              <a:gd name="T75" fmla="*/ 196584 h 2327275"/>
              <a:gd name="T76" fmla="*/ 632199 w 1966913"/>
              <a:gd name="T77" fmla="*/ 282318 h 2327275"/>
              <a:gd name="T78" fmla="*/ 824240 w 1966913"/>
              <a:gd name="T79" fmla="*/ 73827 h 2327275"/>
              <a:gd name="T80" fmla="*/ 874470 w 1966913"/>
              <a:gd name="T81" fmla="*/ 91581 h 2327275"/>
              <a:gd name="T82" fmla="*/ 916689 w 1966913"/>
              <a:gd name="T83" fmla="*/ 5412 h 2327275"/>
              <a:gd name="T84" fmla="*/ 1319823 w 1966913"/>
              <a:gd name="T85" fmla="*/ 138129 h 2327275"/>
              <a:gd name="T86" fmla="*/ 1480255 w 1966913"/>
              <a:gd name="T87" fmla="*/ 287732 h 2327275"/>
              <a:gd name="T88" fmla="*/ 1575085 w 1966913"/>
              <a:gd name="T89" fmla="*/ 471758 h 2327275"/>
              <a:gd name="T90" fmla="*/ 1609725 w 1966913"/>
              <a:gd name="T91" fmla="*/ 701466 h 2327275"/>
              <a:gd name="T92" fmla="*/ 1577249 w 1966913"/>
              <a:gd name="T93" fmla="*/ 943082 h 2327275"/>
              <a:gd name="T94" fmla="*/ 1389538 w 1966913"/>
              <a:gd name="T95" fmla="*/ 1273897 h 2327275"/>
              <a:gd name="T96" fmla="*/ 574392 w 1966913"/>
              <a:gd name="T97" fmla="*/ 1716860 h 2327275"/>
              <a:gd name="T98" fmla="*/ 319997 w 1966913"/>
              <a:gd name="T99" fmla="*/ 1770336 h 2327275"/>
              <a:gd name="T100" fmla="*/ 227115 w 1966913"/>
              <a:gd name="T101" fmla="*/ 1688498 h 2327275"/>
              <a:gd name="T102" fmla="*/ 235343 w 1966913"/>
              <a:gd name="T103" fmla="*/ 1565308 h 2327275"/>
              <a:gd name="T104" fmla="*/ 148956 w 1966913"/>
              <a:gd name="T105" fmla="*/ 1440603 h 2327275"/>
              <a:gd name="T106" fmla="*/ 177535 w 1966913"/>
              <a:gd name="T107" fmla="*/ 1387994 h 2327275"/>
              <a:gd name="T108" fmla="*/ 89417 w 1966913"/>
              <a:gd name="T109" fmla="*/ 1305723 h 2327275"/>
              <a:gd name="T110" fmla="*/ 115398 w 1966913"/>
              <a:gd name="T111" fmla="*/ 1257876 h 2327275"/>
              <a:gd name="T112" fmla="*/ 45033 w 1966913"/>
              <a:gd name="T113" fmla="*/ 1226483 h 2327275"/>
              <a:gd name="T114" fmla="*/ 0 w 1966913"/>
              <a:gd name="T115" fmla="*/ 1162615 h 2327275"/>
              <a:gd name="T116" fmla="*/ 121460 w 1966913"/>
              <a:gd name="T117" fmla="*/ 855183 h 2327275"/>
              <a:gd name="T118" fmla="*/ 120811 w 1966913"/>
              <a:gd name="T119" fmla="*/ 727879 h 2327275"/>
              <a:gd name="T120" fmla="*/ 196371 w 1966913"/>
              <a:gd name="T121" fmla="*/ 372816 h 2327275"/>
              <a:gd name="T122" fmla="*/ 421754 w 1966913"/>
              <a:gd name="T123" fmla="*/ 110849 h 2327275"/>
              <a:gd name="T124" fmla="*/ 768598 w 1966913"/>
              <a:gd name="T125" fmla="*/ 866 h 232727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1966913" h="2327275">
                <a:moveTo>
                  <a:pt x="954753" y="1302893"/>
                </a:moveTo>
                <a:lnTo>
                  <a:pt x="954489" y="1306067"/>
                </a:lnTo>
                <a:lnTo>
                  <a:pt x="954753" y="1309506"/>
                </a:lnTo>
                <a:lnTo>
                  <a:pt x="955547" y="1313209"/>
                </a:lnTo>
                <a:lnTo>
                  <a:pt x="957134" y="1316118"/>
                </a:lnTo>
                <a:lnTo>
                  <a:pt x="959251" y="1319292"/>
                </a:lnTo>
                <a:lnTo>
                  <a:pt x="961896" y="1322466"/>
                </a:lnTo>
                <a:lnTo>
                  <a:pt x="965071" y="1325111"/>
                </a:lnTo>
                <a:lnTo>
                  <a:pt x="968510" y="1328020"/>
                </a:lnTo>
                <a:lnTo>
                  <a:pt x="972478" y="1330136"/>
                </a:lnTo>
                <a:lnTo>
                  <a:pt x="976182" y="1332517"/>
                </a:lnTo>
                <a:lnTo>
                  <a:pt x="980679" y="1334368"/>
                </a:lnTo>
                <a:lnTo>
                  <a:pt x="985176" y="1336219"/>
                </a:lnTo>
                <a:lnTo>
                  <a:pt x="990467" y="1337542"/>
                </a:lnTo>
                <a:lnTo>
                  <a:pt x="995229" y="1338864"/>
                </a:lnTo>
                <a:lnTo>
                  <a:pt x="1000255" y="1339658"/>
                </a:lnTo>
                <a:lnTo>
                  <a:pt x="1005282" y="1339922"/>
                </a:lnTo>
                <a:lnTo>
                  <a:pt x="1010308" y="1340451"/>
                </a:lnTo>
                <a:lnTo>
                  <a:pt x="1015335" y="1340451"/>
                </a:lnTo>
                <a:lnTo>
                  <a:pt x="1050255" y="1340451"/>
                </a:lnTo>
                <a:lnTo>
                  <a:pt x="1055017" y="1340451"/>
                </a:lnTo>
                <a:lnTo>
                  <a:pt x="1060043" y="1339922"/>
                </a:lnTo>
                <a:lnTo>
                  <a:pt x="1065070" y="1339658"/>
                </a:lnTo>
                <a:lnTo>
                  <a:pt x="1070096" y="1338864"/>
                </a:lnTo>
                <a:lnTo>
                  <a:pt x="1075123" y="1337542"/>
                </a:lnTo>
                <a:lnTo>
                  <a:pt x="1079884" y="1336219"/>
                </a:lnTo>
                <a:lnTo>
                  <a:pt x="1084646" y="1334368"/>
                </a:lnTo>
                <a:lnTo>
                  <a:pt x="1088879" y="1332517"/>
                </a:lnTo>
                <a:lnTo>
                  <a:pt x="1093112" y="1330136"/>
                </a:lnTo>
                <a:lnTo>
                  <a:pt x="1097080" y="1328020"/>
                </a:lnTo>
                <a:lnTo>
                  <a:pt x="1100519" y="1325111"/>
                </a:lnTo>
                <a:lnTo>
                  <a:pt x="1103429" y="1322466"/>
                </a:lnTo>
                <a:lnTo>
                  <a:pt x="1106075" y="1319292"/>
                </a:lnTo>
                <a:lnTo>
                  <a:pt x="1108191" y="1316118"/>
                </a:lnTo>
                <a:lnTo>
                  <a:pt x="1109778" y="1313209"/>
                </a:lnTo>
                <a:lnTo>
                  <a:pt x="1110836" y="1309506"/>
                </a:lnTo>
                <a:lnTo>
                  <a:pt x="1111101" y="1306067"/>
                </a:lnTo>
                <a:lnTo>
                  <a:pt x="1110836" y="1302893"/>
                </a:lnTo>
                <a:lnTo>
                  <a:pt x="1048668" y="1302893"/>
                </a:lnTo>
                <a:lnTo>
                  <a:pt x="1016657" y="1302893"/>
                </a:lnTo>
                <a:lnTo>
                  <a:pt x="954753" y="1302893"/>
                </a:lnTo>
                <a:close/>
                <a:moveTo>
                  <a:pt x="941261" y="1215611"/>
                </a:moveTo>
                <a:lnTo>
                  <a:pt x="937822" y="1215875"/>
                </a:lnTo>
                <a:lnTo>
                  <a:pt x="934383" y="1216404"/>
                </a:lnTo>
                <a:lnTo>
                  <a:pt x="931208" y="1217462"/>
                </a:lnTo>
                <a:lnTo>
                  <a:pt x="928034" y="1218520"/>
                </a:lnTo>
                <a:lnTo>
                  <a:pt x="924859" y="1219842"/>
                </a:lnTo>
                <a:lnTo>
                  <a:pt x="922214" y="1221694"/>
                </a:lnTo>
                <a:lnTo>
                  <a:pt x="919568" y="1223545"/>
                </a:lnTo>
                <a:lnTo>
                  <a:pt x="916923" y="1225661"/>
                </a:lnTo>
                <a:lnTo>
                  <a:pt x="914806" y="1228306"/>
                </a:lnTo>
                <a:lnTo>
                  <a:pt x="912955" y="1230951"/>
                </a:lnTo>
                <a:lnTo>
                  <a:pt x="911103" y="1233596"/>
                </a:lnTo>
                <a:lnTo>
                  <a:pt x="909780" y="1236770"/>
                </a:lnTo>
                <a:lnTo>
                  <a:pt x="908722" y="1239944"/>
                </a:lnTo>
                <a:lnTo>
                  <a:pt x="907664" y="1243118"/>
                </a:lnTo>
                <a:lnTo>
                  <a:pt x="907135" y="1246556"/>
                </a:lnTo>
                <a:lnTo>
                  <a:pt x="906870" y="1249995"/>
                </a:lnTo>
                <a:lnTo>
                  <a:pt x="907135" y="1253698"/>
                </a:lnTo>
                <a:lnTo>
                  <a:pt x="907664" y="1256872"/>
                </a:lnTo>
                <a:lnTo>
                  <a:pt x="908722" y="1260310"/>
                </a:lnTo>
                <a:lnTo>
                  <a:pt x="909780" y="1263484"/>
                </a:lnTo>
                <a:lnTo>
                  <a:pt x="911103" y="1266129"/>
                </a:lnTo>
                <a:lnTo>
                  <a:pt x="912955" y="1269303"/>
                </a:lnTo>
                <a:lnTo>
                  <a:pt x="914806" y="1271948"/>
                </a:lnTo>
                <a:lnTo>
                  <a:pt x="916923" y="1274328"/>
                </a:lnTo>
                <a:lnTo>
                  <a:pt x="919568" y="1276444"/>
                </a:lnTo>
                <a:lnTo>
                  <a:pt x="922214" y="1278560"/>
                </a:lnTo>
                <a:lnTo>
                  <a:pt x="924859" y="1280147"/>
                </a:lnTo>
                <a:lnTo>
                  <a:pt x="928034" y="1281734"/>
                </a:lnTo>
                <a:lnTo>
                  <a:pt x="931208" y="1282792"/>
                </a:lnTo>
                <a:lnTo>
                  <a:pt x="934383" y="1283585"/>
                </a:lnTo>
                <a:lnTo>
                  <a:pt x="937822" y="1284114"/>
                </a:lnTo>
                <a:lnTo>
                  <a:pt x="941261" y="1284114"/>
                </a:lnTo>
                <a:lnTo>
                  <a:pt x="1124064" y="1284114"/>
                </a:lnTo>
                <a:lnTo>
                  <a:pt x="1127768" y="1284114"/>
                </a:lnTo>
                <a:lnTo>
                  <a:pt x="1130942" y="1283585"/>
                </a:lnTo>
                <a:lnTo>
                  <a:pt x="1134381" y="1282792"/>
                </a:lnTo>
                <a:lnTo>
                  <a:pt x="1137556" y="1281734"/>
                </a:lnTo>
                <a:lnTo>
                  <a:pt x="1140466" y="1280147"/>
                </a:lnTo>
                <a:lnTo>
                  <a:pt x="1143376" y="1278560"/>
                </a:lnTo>
                <a:lnTo>
                  <a:pt x="1146021" y="1276444"/>
                </a:lnTo>
                <a:lnTo>
                  <a:pt x="1148402" y="1274328"/>
                </a:lnTo>
                <a:lnTo>
                  <a:pt x="1150783" y="1271948"/>
                </a:lnTo>
                <a:lnTo>
                  <a:pt x="1152635" y="1269303"/>
                </a:lnTo>
                <a:lnTo>
                  <a:pt x="1154222" y="1266129"/>
                </a:lnTo>
                <a:lnTo>
                  <a:pt x="1155810" y="1263484"/>
                </a:lnTo>
                <a:lnTo>
                  <a:pt x="1156868" y="1260310"/>
                </a:lnTo>
                <a:lnTo>
                  <a:pt x="1157661" y="1256872"/>
                </a:lnTo>
                <a:lnTo>
                  <a:pt x="1158191" y="1253698"/>
                </a:lnTo>
                <a:lnTo>
                  <a:pt x="1158191" y="1249995"/>
                </a:lnTo>
                <a:lnTo>
                  <a:pt x="1158191" y="1246556"/>
                </a:lnTo>
                <a:lnTo>
                  <a:pt x="1157661" y="1243118"/>
                </a:lnTo>
                <a:lnTo>
                  <a:pt x="1156868" y="1239944"/>
                </a:lnTo>
                <a:lnTo>
                  <a:pt x="1155810" y="1236770"/>
                </a:lnTo>
                <a:lnTo>
                  <a:pt x="1154222" y="1233596"/>
                </a:lnTo>
                <a:lnTo>
                  <a:pt x="1152635" y="1230951"/>
                </a:lnTo>
                <a:lnTo>
                  <a:pt x="1150783" y="1228306"/>
                </a:lnTo>
                <a:lnTo>
                  <a:pt x="1148402" y="1225661"/>
                </a:lnTo>
                <a:lnTo>
                  <a:pt x="1146021" y="1223545"/>
                </a:lnTo>
                <a:lnTo>
                  <a:pt x="1143376" y="1221694"/>
                </a:lnTo>
                <a:lnTo>
                  <a:pt x="1140466" y="1219842"/>
                </a:lnTo>
                <a:lnTo>
                  <a:pt x="1137556" y="1218520"/>
                </a:lnTo>
                <a:lnTo>
                  <a:pt x="1134381" y="1217462"/>
                </a:lnTo>
                <a:lnTo>
                  <a:pt x="1130942" y="1216404"/>
                </a:lnTo>
                <a:lnTo>
                  <a:pt x="1127768" y="1215875"/>
                </a:lnTo>
                <a:lnTo>
                  <a:pt x="1124064" y="1215611"/>
                </a:lnTo>
                <a:lnTo>
                  <a:pt x="941261" y="1215611"/>
                </a:lnTo>
                <a:close/>
                <a:moveTo>
                  <a:pt x="941261" y="1129121"/>
                </a:moveTo>
                <a:lnTo>
                  <a:pt x="937822" y="1129386"/>
                </a:lnTo>
                <a:lnTo>
                  <a:pt x="934383" y="1130179"/>
                </a:lnTo>
                <a:lnTo>
                  <a:pt x="931208" y="1130973"/>
                </a:lnTo>
                <a:lnTo>
                  <a:pt x="928034" y="1132031"/>
                </a:lnTo>
                <a:lnTo>
                  <a:pt x="924859" y="1133353"/>
                </a:lnTo>
                <a:lnTo>
                  <a:pt x="922214" y="1135205"/>
                </a:lnTo>
                <a:lnTo>
                  <a:pt x="919568" y="1137056"/>
                </a:lnTo>
                <a:lnTo>
                  <a:pt x="916923" y="1139437"/>
                </a:lnTo>
                <a:lnTo>
                  <a:pt x="914806" y="1141817"/>
                </a:lnTo>
                <a:lnTo>
                  <a:pt x="912955" y="1144462"/>
                </a:lnTo>
                <a:lnTo>
                  <a:pt x="911103" y="1147107"/>
                </a:lnTo>
                <a:lnTo>
                  <a:pt x="909780" y="1150281"/>
                </a:lnTo>
                <a:lnTo>
                  <a:pt x="908722" y="1153455"/>
                </a:lnTo>
                <a:lnTo>
                  <a:pt x="907664" y="1156629"/>
                </a:lnTo>
                <a:lnTo>
                  <a:pt x="907135" y="1160067"/>
                </a:lnTo>
                <a:lnTo>
                  <a:pt x="906870" y="1163505"/>
                </a:lnTo>
                <a:lnTo>
                  <a:pt x="907135" y="1167208"/>
                </a:lnTo>
                <a:lnTo>
                  <a:pt x="907664" y="1170382"/>
                </a:lnTo>
                <a:lnTo>
                  <a:pt x="908722" y="1173821"/>
                </a:lnTo>
                <a:lnTo>
                  <a:pt x="909780" y="1176995"/>
                </a:lnTo>
                <a:lnTo>
                  <a:pt x="911103" y="1179640"/>
                </a:lnTo>
                <a:lnTo>
                  <a:pt x="912955" y="1182813"/>
                </a:lnTo>
                <a:lnTo>
                  <a:pt x="914806" y="1185458"/>
                </a:lnTo>
                <a:lnTo>
                  <a:pt x="916923" y="1187839"/>
                </a:lnTo>
                <a:lnTo>
                  <a:pt x="919568" y="1189955"/>
                </a:lnTo>
                <a:lnTo>
                  <a:pt x="922214" y="1191806"/>
                </a:lnTo>
                <a:lnTo>
                  <a:pt x="924859" y="1193658"/>
                </a:lnTo>
                <a:lnTo>
                  <a:pt x="928034" y="1195245"/>
                </a:lnTo>
                <a:lnTo>
                  <a:pt x="931208" y="1196303"/>
                </a:lnTo>
                <a:lnTo>
                  <a:pt x="934383" y="1197096"/>
                </a:lnTo>
                <a:lnTo>
                  <a:pt x="937822" y="1197625"/>
                </a:lnTo>
                <a:lnTo>
                  <a:pt x="941261" y="1197625"/>
                </a:lnTo>
                <a:lnTo>
                  <a:pt x="1124064" y="1197625"/>
                </a:lnTo>
                <a:lnTo>
                  <a:pt x="1127768" y="1197625"/>
                </a:lnTo>
                <a:lnTo>
                  <a:pt x="1130942" y="1197096"/>
                </a:lnTo>
                <a:lnTo>
                  <a:pt x="1134381" y="1196303"/>
                </a:lnTo>
                <a:lnTo>
                  <a:pt x="1137556" y="1195245"/>
                </a:lnTo>
                <a:lnTo>
                  <a:pt x="1140466" y="1193658"/>
                </a:lnTo>
                <a:lnTo>
                  <a:pt x="1143376" y="1191806"/>
                </a:lnTo>
                <a:lnTo>
                  <a:pt x="1146021" y="1189955"/>
                </a:lnTo>
                <a:lnTo>
                  <a:pt x="1148402" y="1187839"/>
                </a:lnTo>
                <a:lnTo>
                  <a:pt x="1150783" y="1185458"/>
                </a:lnTo>
                <a:lnTo>
                  <a:pt x="1152635" y="1182813"/>
                </a:lnTo>
                <a:lnTo>
                  <a:pt x="1154222" y="1179640"/>
                </a:lnTo>
                <a:lnTo>
                  <a:pt x="1155810" y="1176995"/>
                </a:lnTo>
                <a:lnTo>
                  <a:pt x="1156868" y="1173821"/>
                </a:lnTo>
                <a:lnTo>
                  <a:pt x="1157661" y="1170382"/>
                </a:lnTo>
                <a:lnTo>
                  <a:pt x="1158191" y="1167208"/>
                </a:lnTo>
                <a:lnTo>
                  <a:pt x="1158191" y="1163505"/>
                </a:lnTo>
                <a:lnTo>
                  <a:pt x="1158191" y="1160067"/>
                </a:lnTo>
                <a:lnTo>
                  <a:pt x="1157661" y="1156629"/>
                </a:lnTo>
                <a:lnTo>
                  <a:pt x="1156868" y="1153455"/>
                </a:lnTo>
                <a:lnTo>
                  <a:pt x="1155810" y="1150281"/>
                </a:lnTo>
                <a:lnTo>
                  <a:pt x="1154222" y="1147107"/>
                </a:lnTo>
                <a:lnTo>
                  <a:pt x="1152635" y="1144462"/>
                </a:lnTo>
                <a:lnTo>
                  <a:pt x="1150783" y="1141817"/>
                </a:lnTo>
                <a:lnTo>
                  <a:pt x="1148402" y="1139437"/>
                </a:lnTo>
                <a:lnTo>
                  <a:pt x="1146021" y="1137056"/>
                </a:lnTo>
                <a:lnTo>
                  <a:pt x="1143376" y="1135205"/>
                </a:lnTo>
                <a:lnTo>
                  <a:pt x="1140466" y="1133353"/>
                </a:lnTo>
                <a:lnTo>
                  <a:pt x="1137556" y="1132031"/>
                </a:lnTo>
                <a:lnTo>
                  <a:pt x="1134381" y="1130973"/>
                </a:lnTo>
                <a:lnTo>
                  <a:pt x="1130942" y="1130179"/>
                </a:lnTo>
                <a:lnTo>
                  <a:pt x="1127768" y="1129386"/>
                </a:lnTo>
                <a:lnTo>
                  <a:pt x="1124064" y="1129121"/>
                </a:lnTo>
                <a:lnTo>
                  <a:pt x="941261" y="1129121"/>
                </a:lnTo>
                <a:close/>
                <a:moveTo>
                  <a:pt x="1341787" y="876266"/>
                </a:moveTo>
                <a:lnTo>
                  <a:pt x="1336231" y="884201"/>
                </a:lnTo>
                <a:lnTo>
                  <a:pt x="1330676" y="891871"/>
                </a:lnTo>
                <a:lnTo>
                  <a:pt x="1325120" y="899277"/>
                </a:lnTo>
                <a:lnTo>
                  <a:pt x="1319565" y="906418"/>
                </a:lnTo>
                <a:lnTo>
                  <a:pt x="1308189" y="920172"/>
                </a:lnTo>
                <a:lnTo>
                  <a:pt x="1297078" y="932867"/>
                </a:lnTo>
                <a:lnTo>
                  <a:pt x="1362686" y="998726"/>
                </a:lnTo>
                <a:lnTo>
                  <a:pt x="1365596" y="1001107"/>
                </a:lnTo>
                <a:lnTo>
                  <a:pt x="1368241" y="1003223"/>
                </a:lnTo>
                <a:lnTo>
                  <a:pt x="1371416" y="1005074"/>
                </a:lnTo>
                <a:lnTo>
                  <a:pt x="1374591" y="1006396"/>
                </a:lnTo>
                <a:lnTo>
                  <a:pt x="1377765" y="1007719"/>
                </a:lnTo>
                <a:lnTo>
                  <a:pt x="1381204" y="1008512"/>
                </a:lnTo>
                <a:lnTo>
                  <a:pt x="1384643" y="1009041"/>
                </a:lnTo>
                <a:lnTo>
                  <a:pt x="1388083" y="1009041"/>
                </a:lnTo>
                <a:lnTo>
                  <a:pt x="1391522" y="1009041"/>
                </a:lnTo>
                <a:lnTo>
                  <a:pt x="1394961" y="1008512"/>
                </a:lnTo>
                <a:lnTo>
                  <a:pt x="1398400" y="1007719"/>
                </a:lnTo>
                <a:lnTo>
                  <a:pt x="1401839" y="1006396"/>
                </a:lnTo>
                <a:lnTo>
                  <a:pt x="1404749" y="1005074"/>
                </a:lnTo>
                <a:lnTo>
                  <a:pt x="1407924" y="1003223"/>
                </a:lnTo>
                <a:lnTo>
                  <a:pt x="1410834" y="1001107"/>
                </a:lnTo>
                <a:lnTo>
                  <a:pt x="1413479" y="998726"/>
                </a:lnTo>
                <a:lnTo>
                  <a:pt x="1416125" y="995817"/>
                </a:lnTo>
                <a:lnTo>
                  <a:pt x="1417976" y="993172"/>
                </a:lnTo>
                <a:lnTo>
                  <a:pt x="1420093" y="989998"/>
                </a:lnTo>
                <a:lnTo>
                  <a:pt x="1421416" y="986824"/>
                </a:lnTo>
                <a:lnTo>
                  <a:pt x="1422474" y="983386"/>
                </a:lnTo>
                <a:lnTo>
                  <a:pt x="1423267" y="980212"/>
                </a:lnTo>
                <a:lnTo>
                  <a:pt x="1423797" y="976773"/>
                </a:lnTo>
                <a:lnTo>
                  <a:pt x="1423797" y="973335"/>
                </a:lnTo>
                <a:lnTo>
                  <a:pt x="1423797" y="969632"/>
                </a:lnTo>
                <a:lnTo>
                  <a:pt x="1423267" y="966458"/>
                </a:lnTo>
                <a:lnTo>
                  <a:pt x="1422474" y="963020"/>
                </a:lnTo>
                <a:lnTo>
                  <a:pt x="1421416" y="959581"/>
                </a:lnTo>
                <a:lnTo>
                  <a:pt x="1420093" y="956672"/>
                </a:lnTo>
                <a:lnTo>
                  <a:pt x="1417976" y="953498"/>
                </a:lnTo>
                <a:lnTo>
                  <a:pt x="1416125" y="950588"/>
                </a:lnTo>
                <a:lnTo>
                  <a:pt x="1413479" y="947944"/>
                </a:lnTo>
                <a:lnTo>
                  <a:pt x="1341787" y="876266"/>
                </a:lnTo>
                <a:close/>
                <a:moveTo>
                  <a:pt x="723538" y="876266"/>
                </a:moveTo>
                <a:lnTo>
                  <a:pt x="651846" y="947944"/>
                </a:lnTo>
                <a:lnTo>
                  <a:pt x="649465" y="950588"/>
                </a:lnTo>
                <a:lnTo>
                  <a:pt x="647084" y="953498"/>
                </a:lnTo>
                <a:lnTo>
                  <a:pt x="645497" y="956672"/>
                </a:lnTo>
                <a:lnTo>
                  <a:pt x="644174" y="959581"/>
                </a:lnTo>
                <a:lnTo>
                  <a:pt x="642587" y="963020"/>
                </a:lnTo>
                <a:lnTo>
                  <a:pt x="642058" y="966458"/>
                </a:lnTo>
                <a:lnTo>
                  <a:pt x="641529" y="969632"/>
                </a:lnTo>
                <a:lnTo>
                  <a:pt x="641264" y="973335"/>
                </a:lnTo>
                <a:lnTo>
                  <a:pt x="641529" y="976773"/>
                </a:lnTo>
                <a:lnTo>
                  <a:pt x="642058" y="980212"/>
                </a:lnTo>
                <a:lnTo>
                  <a:pt x="642587" y="983386"/>
                </a:lnTo>
                <a:lnTo>
                  <a:pt x="644174" y="986824"/>
                </a:lnTo>
                <a:lnTo>
                  <a:pt x="645497" y="989998"/>
                </a:lnTo>
                <a:lnTo>
                  <a:pt x="647084" y="993172"/>
                </a:lnTo>
                <a:lnTo>
                  <a:pt x="649465" y="995817"/>
                </a:lnTo>
                <a:lnTo>
                  <a:pt x="651846" y="998726"/>
                </a:lnTo>
                <a:lnTo>
                  <a:pt x="654491" y="1001107"/>
                </a:lnTo>
                <a:lnTo>
                  <a:pt x="657666" y="1003223"/>
                </a:lnTo>
                <a:lnTo>
                  <a:pt x="660576" y="1005074"/>
                </a:lnTo>
                <a:lnTo>
                  <a:pt x="663751" y="1006396"/>
                </a:lnTo>
                <a:lnTo>
                  <a:pt x="667190" y="1007719"/>
                </a:lnTo>
                <a:lnTo>
                  <a:pt x="670629" y="1008512"/>
                </a:lnTo>
                <a:lnTo>
                  <a:pt x="673803" y="1009041"/>
                </a:lnTo>
                <a:lnTo>
                  <a:pt x="677243" y="1009041"/>
                </a:lnTo>
                <a:lnTo>
                  <a:pt x="680682" y="1009041"/>
                </a:lnTo>
                <a:lnTo>
                  <a:pt x="683856" y="1008512"/>
                </a:lnTo>
                <a:lnTo>
                  <a:pt x="687295" y="1007719"/>
                </a:lnTo>
                <a:lnTo>
                  <a:pt x="690734" y="1006396"/>
                </a:lnTo>
                <a:lnTo>
                  <a:pt x="694174" y="1005074"/>
                </a:lnTo>
                <a:lnTo>
                  <a:pt x="696819" y="1003223"/>
                </a:lnTo>
                <a:lnTo>
                  <a:pt x="699994" y="1001107"/>
                </a:lnTo>
                <a:lnTo>
                  <a:pt x="702639" y="998726"/>
                </a:lnTo>
                <a:lnTo>
                  <a:pt x="768512" y="932867"/>
                </a:lnTo>
                <a:lnTo>
                  <a:pt x="757401" y="920172"/>
                </a:lnTo>
                <a:lnTo>
                  <a:pt x="745760" y="906418"/>
                </a:lnTo>
                <a:lnTo>
                  <a:pt x="740205" y="899277"/>
                </a:lnTo>
                <a:lnTo>
                  <a:pt x="734649" y="891606"/>
                </a:lnTo>
                <a:lnTo>
                  <a:pt x="728829" y="884201"/>
                </a:lnTo>
                <a:lnTo>
                  <a:pt x="723538" y="876266"/>
                </a:lnTo>
                <a:close/>
                <a:moveTo>
                  <a:pt x="1407659" y="582150"/>
                </a:moveTo>
                <a:lnTo>
                  <a:pt x="1408982" y="594581"/>
                </a:lnTo>
                <a:lnTo>
                  <a:pt x="1410040" y="607276"/>
                </a:lnTo>
                <a:lnTo>
                  <a:pt x="1411098" y="620237"/>
                </a:lnTo>
                <a:lnTo>
                  <a:pt x="1411098" y="633197"/>
                </a:lnTo>
                <a:lnTo>
                  <a:pt x="1411098" y="643512"/>
                </a:lnTo>
                <a:lnTo>
                  <a:pt x="1410834" y="653827"/>
                </a:lnTo>
                <a:lnTo>
                  <a:pt x="1535436" y="653827"/>
                </a:lnTo>
                <a:lnTo>
                  <a:pt x="1539139" y="653563"/>
                </a:lnTo>
                <a:lnTo>
                  <a:pt x="1542314" y="653034"/>
                </a:lnTo>
                <a:lnTo>
                  <a:pt x="1546018" y="652240"/>
                </a:lnTo>
                <a:lnTo>
                  <a:pt x="1549192" y="651182"/>
                </a:lnTo>
                <a:lnTo>
                  <a:pt x="1552631" y="649331"/>
                </a:lnTo>
                <a:lnTo>
                  <a:pt x="1555277" y="647744"/>
                </a:lnTo>
                <a:lnTo>
                  <a:pt x="1558187" y="645628"/>
                </a:lnTo>
                <a:lnTo>
                  <a:pt x="1560568" y="643247"/>
                </a:lnTo>
                <a:lnTo>
                  <a:pt x="1562949" y="640603"/>
                </a:lnTo>
                <a:lnTo>
                  <a:pt x="1565065" y="637958"/>
                </a:lnTo>
                <a:lnTo>
                  <a:pt x="1566917" y="635048"/>
                </a:lnTo>
                <a:lnTo>
                  <a:pt x="1568504" y="631874"/>
                </a:lnTo>
                <a:lnTo>
                  <a:pt x="1569562" y="628700"/>
                </a:lnTo>
                <a:lnTo>
                  <a:pt x="1570356" y="625262"/>
                </a:lnTo>
                <a:lnTo>
                  <a:pt x="1571150" y="621559"/>
                </a:lnTo>
                <a:lnTo>
                  <a:pt x="1571414" y="617856"/>
                </a:lnTo>
                <a:lnTo>
                  <a:pt x="1571150" y="614418"/>
                </a:lnTo>
                <a:lnTo>
                  <a:pt x="1570356" y="610715"/>
                </a:lnTo>
                <a:lnTo>
                  <a:pt x="1569562" y="607276"/>
                </a:lnTo>
                <a:lnTo>
                  <a:pt x="1568504" y="603838"/>
                </a:lnTo>
                <a:lnTo>
                  <a:pt x="1566917" y="600929"/>
                </a:lnTo>
                <a:lnTo>
                  <a:pt x="1565065" y="598019"/>
                </a:lnTo>
                <a:lnTo>
                  <a:pt x="1562949" y="595110"/>
                </a:lnTo>
                <a:lnTo>
                  <a:pt x="1560568" y="592729"/>
                </a:lnTo>
                <a:lnTo>
                  <a:pt x="1558187" y="590084"/>
                </a:lnTo>
                <a:lnTo>
                  <a:pt x="1555277" y="588233"/>
                </a:lnTo>
                <a:lnTo>
                  <a:pt x="1552631" y="586646"/>
                </a:lnTo>
                <a:lnTo>
                  <a:pt x="1549192" y="584794"/>
                </a:lnTo>
                <a:lnTo>
                  <a:pt x="1546018" y="583736"/>
                </a:lnTo>
                <a:lnTo>
                  <a:pt x="1542314" y="582943"/>
                </a:lnTo>
                <a:lnTo>
                  <a:pt x="1539139" y="582414"/>
                </a:lnTo>
                <a:lnTo>
                  <a:pt x="1535436" y="582150"/>
                </a:lnTo>
                <a:lnTo>
                  <a:pt x="1407659" y="582150"/>
                </a:lnTo>
                <a:close/>
                <a:moveTo>
                  <a:pt x="530154" y="582150"/>
                </a:moveTo>
                <a:lnTo>
                  <a:pt x="526450" y="582414"/>
                </a:lnTo>
                <a:lnTo>
                  <a:pt x="522747" y="582943"/>
                </a:lnTo>
                <a:lnTo>
                  <a:pt x="519308" y="583736"/>
                </a:lnTo>
                <a:lnTo>
                  <a:pt x="516133" y="584794"/>
                </a:lnTo>
                <a:lnTo>
                  <a:pt x="512958" y="586646"/>
                </a:lnTo>
                <a:lnTo>
                  <a:pt x="509784" y="588233"/>
                </a:lnTo>
                <a:lnTo>
                  <a:pt x="507403" y="590084"/>
                </a:lnTo>
                <a:lnTo>
                  <a:pt x="504493" y="592729"/>
                </a:lnTo>
                <a:lnTo>
                  <a:pt x="502376" y="595110"/>
                </a:lnTo>
                <a:lnTo>
                  <a:pt x="500260" y="598019"/>
                </a:lnTo>
                <a:lnTo>
                  <a:pt x="498408" y="600929"/>
                </a:lnTo>
                <a:lnTo>
                  <a:pt x="497085" y="603838"/>
                </a:lnTo>
                <a:lnTo>
                  <a:pt x="495763" y="607276"/>
                </a:lnTo>
                <a:lnTo>
                  <a:pt x="494969" y="610715"/>
                </a:lnTo>
                <a:lnTo>
                  <a:pt x="494440" y="614418"/>
                </a:lnTo>
                <a:lnTo>
                  <a:pt x="494175" y="617856"/>
                </a:lnTo>
                <a:lnTo>
                  <a:pt x="494440" y="621559"/>
                </a:lnTo>
                <a:lnTo>
                  <a:pt x="494969" y="625262"/>
                </a:lnTo>
                <a:lnTo>
                  <a:pt x="495763" y="628700"/>
                </a:lnTo>
                <a:lnTo>
                  <a:pt x="497085" y="631874"/>
                </a:lnTo>
                <a:lnTo>
                  <a:pt x="498408" y="635048"/>
                </a:lnTo>
                <a:lnTo>
                  <a:pt x="500260" y="637958"/>
                </a:lnTo>
                <a:lnTo>
                  <a:pt x="502376" y="640603"/>
                </a:lnTo>
                <a:lnTo>
                  <a:pt x="504493" y="643247"/>
                </a:lnTo>
                <a:lnTo>
                  <a:pt x="507403" y="645628"/>
                </a:lnTo>
                <a:lnTo>
                  <a:pt x="509784" y="647744"/>
                </a:lnTo>
                <a:lnTo>
                  <a:pt x="512958" y="649331"/>
                </a:lnTo>
                <a:lnTo>
                  <a:pt x="516133" y="651182"/>
                </a:lnTo>
                <a:lnTo>
                  <a:pt x="519308" y="652240"/>
                </a:lnTo>
                <a:lnTo>
                  <a:pt x="522747" y="653034"/>
                </a:lnTo>
                <a:lnTo>
                  <a:pt x="526450" y="653563"/>
                </a:lnTo>
                <a:lnTo>
                  <a:pt x="530154" y="653827"/>
                </a:lnTo>
                <a:lnTo>
                  <a:pt x="654756" y="653827"/>
                </a:lnTo>
                <a:lnTo>
                  <a:pt x="654491" y="643512"/>
                </a:lnTo>
                <a:lnTo>
                  <a:pt x="654227" y="633197"/>
                </a:lnTo>
                <a:lnTo>
                  <a:pt x="654491" y="620237"/>
                </a:lnTo>
                <a:lnTo>
                  <a:pt x="655285" y="607276"/>
                </a:lnTo>
                <a:lnTo>
                  <a:pt x="656079" y="594581"/>
                </a:lnTo>
                <a:lnTo>
                  <a:pt x="657666" y="582150"/>
                </a:lnTo>
                <a:lnTo>
                  <a:pt x="530154" y="582150"/>
                </a:lnTo>
                <a:close/>
                <a:moveTo>
                  <a:pt x="1010822" y="371475"/>
                </a:moveTo>
                <a:lnTo>
                  <a:pt x="1014779" y="372005"/>
                </a:lnTo>
                <a:lnTo>
                  <a:pt x="1018472" y="372270"/>
                </a:lnTo>
                <a:lnTo>
                  <a:pt x="1021902" y="373065"/>
                </a:lnTo>
                <a:lnTo>
                  <a:pt x="1025331" y="374126"/>
                </a:lnTo>
                <a:lnTo>
                  <a:pt x="1028497" y="375451"/>
                </a:lnTo>
                <a:lnTo>
                  <a:pt x="1031927" y="377306"/>
                </a:lnTo>
                <a:lnTo>
                  <a:pt x="1034565" y="379427"/>
                </a:lnTo>
                <a:lnTo>
                  <a:pt x="1037467" y="381813"/>
                </a:lnTo>
                <a:lnTo>
                  <a:pt x="1039841" y="384198"/>
                </a:lnTo>
                <a:lnTo>
                  <a:pt x="1041951" y="387114"/>
                </a:lnTo>
                <a:lnTo>
                  <a:pt x="1043798" y="389764"/>
                </a:lnTo>
                <a:lnTo>
                  <a:pt x="1045645" y="393210"/>
                </a:lnTo>
                <a:lnTo>
                  <a:pt x="1046964" y="396656"/>
                </a:lnTo>
                <a:lnTo>
                  <a:pt x="1048019" y="400102"/>
                </a:lnTo>
                <a:lnTo>
                  <a:pt x="1048547" y="403548"/>
                </a:lnTo>
                <a:lnTo>
                  <a:pt x="1049338" y="407523"/>
                </a:lnTo>
                <a:lnTo>
                  <a:pt x="1049074" y="411234"/>
                </a:lnTo>
                <a:lnTo>
                  <a:pt x="1048547" y="414945"/>
                </a:lnTo>
                <a:lnTo>
                  <a:pt x="1047755" y="418656"/>
                </a:lnTo>
                <a:lnTo>
                  <a:pt x="1046700" y="421837"/>
                </a:lnTo>
                <a:lnTo>
                  <a:pt x="1045381" y="425283"/>
                </a:lnTo>
                <a:lnTo>
                  <a:pt x="1043534" y="428463"/>
                </a:lnTo>
                <a:lnTo>
                  <a:pt x="1041424" y="431644"/>
                </a:lnTo>
                <a:lnTo>
                  <a:pt x="1039049" y="434030"/>
                </a:lnTo>
                <a:lnTo>
                  <a:pt x="1036675" y="436680"/>
                </a:lnTo>
                <a:lnTo>
                  <a:pt x="1033773" y="438801"/>
                </a:lnTo>
                <a:lnTo>
                  <a:pt x="1031135" y="440921"/>
                </a:lnTo>
                <a:lnTo>
                  <a:pt x="1027706" y="442512"/>
                </a:lnTo>
                <a:lnTo>
                  <a:pt x="1024276" y="443837"/>
                </a:lnTo>
                <a:lnTo>
                  <a:pt x="1020846" y="445162"/>
                </a:lnTo>
                <a:lnTo>
                  <a:pt x="1017417" y="445692"/>
                </a:lnTo>
                <a:lnTo>
                  <a:pt x="1013460" y="445957"/>
                </a:lnTo>
                <a:lnTo>
                  <a:pt x="1005809" y="446487"/>
                </a:lnTo>
                <a:lnTo>
                  <a:pt x="998422" y="447018"/>
                </a:lnTo>
                <a:lnTo>
                  <a:pt x="991563" y="447813"/>
                </a:lnTo>
                <a:lnTo>
                  <a:pt x="984704" y="448873"/>
                </a:lnTo>
                <a:lnTo>
                  <a:pt x="978373" y="450198"/>
                </a:lnTo>
                <a:lnTo>
                  <a:pt x="972305" y="451524"/>
                </a:lnTo>
                <a:lnTo>
                  <a:pt x="965973" y="453114"/>
                </a:lnTo>
                <a:lnTo>
                  <a:pt x="960433" y="454969"/>
                </a:lnTo>
                <a:lnTo>
                  <a:pt x="954893" y="456825"/>
                </a:lnTo>
                <a:lnTo>
                  <a:pt x="949881" y="458945"/>
                </a:lnTo>
                <a:lnTo>
                  <a:pt x="944868" y="461066"/>
                </a:lnTo>
                <a:lnTo>
                  <a:pt x="939856" y="463716"/>
                </a:lnTo>
                <a:lnTo>
                  <a:pt x="935371" y="466102"/>
                </a:lnTo>
                <a:lnTo>
                  <a:pt x="930886" y="468753"/>
                </a:lnTo>
                <a:lnTo>
                  <a:pt x="926665" y="471403"/>
                </a:lnTo>
                <a:lnTo>
                  <a:pt x="922444" y="474319"/>
                </a:lnTo>
                <a:lnTo>
                  <a:pt x="918487" y="477235"/>
                </a:lnTo>
                <a:lnTo>
                  <a:pt x="914530" y="480150"/>
                </a:lnTo>
                <a:lnTo>
                  <a:pt x="910837" y="483331"/>
                </a:lnTo>
                <a:lnTo>
                  <a:pt x="907671" y="486777"/>
                </a:lnTo>
                <a:lnTo>
                  <a:pt x="900812" y="493403"/>
                </a:lnTo>
                <a:lnTo>
                  <a:pt x="894744" y="500825"/>
                </a:lnTo>
                <a:lnTo>
                  <a:pt x="888940" y="508247"/>
                </a:lnTo>
                <a:lnTo>
                  <a:pt x="883928" y="516199"/>
                </a:lnTo>
                <a:lnTo>
                  <a:pt x="879443" y="524150"/>
                </a:lnTo>
                <a:lnTo>
                  <a:pt x="874958" y="532367"/>
                </a:lnTo>
                <a:lnTo>
                  <a:pt x="871529" y="540319"/>
                </a:lnTo>
                <a:lnTo>
                  <a:pt x="868099" y="548801"/>
                </a:lnTo>
                <a:lnTo>
                  <a:pt x="864933" y="557018"/>
                </a:lnTo>
                <a:lnTo>
                  <a:pt x="862559" y="565235"/>
                </a:lnTo>
                <a:lnTo>
                  <a:pt x="860185" y="573452"/>
                </a:lnTo>
                <a:lnTo>
                  <a:pt x="858338" y="580874"/>
                </a:lnTo>
                <a:lnTo>
                  <a:pt x="856491" y="588295"/>
                </a:lnTo>
                <a:lnTo>
                  <a:pt x="855436" y="595187"/>
                </a:lnTo>
                <a:lnTo>
                  <a:pt x="853589" y="607645"/>
                </a:lnTo>
                <a:lnTo>
                  <a:pt x="852270" y="617717"/>
                </a:lnTo>
                <a:lnTo>
                  <a:pt x="852006" y="624874"/>
                </a:lnTo>
                <a:lnTo>
                  <a:pt x="851743" y="627789"/>
                </a:lnTo>
                <a:lnTo>
                  <a:pt x="851743" y="631765"/>
                </a:lnTo>
                <a:lnTo>
                  <a:pt x="851215" y="635476"/>
                </a:lnTo>
                <a:lnTo>
                  <a:pt x="850160" y="638922"/>
                </a:lnTo>
                <a:lnTo>
                  <a:pt x="849104" y="642633"/>
                </a:lnTo>
                <a:lnTo>
                  <a:pt x="847258" y="645549"/>
                </a:lnTo>
                <a:lnTo>
                  <a:pt x="845675" y="648729"/>
                </a:lnTo>
                <a:lnTo>
                  <a:pt x="843301" y="651645"/>
                </a:lnTo>
                <a:lnTo>
                  <a:pt x="841190" y="654296"/>
                </a:lnTo>
                <a:lnTo>
                  <a:pt x="838288" y="656681"/>
                </a:lnTo>
                <a:lnTo>
                  <a:pt x="835650" y="658802"/>
                </a:lnTo>
                <a:lnTo>
                  <a:pt x="832484" y="660657"/>
                </a:lnTo>
                <a:lnTo>
                  <a:pt x="829319" y="662247"/>
                </a:lnTo>
                <a:lnTo>
                  <a:pt x="826153" y="663308"/>
                </a:lnTo>
                <a:lnTo>
                  <a:pt x="822459" y="664103"/>
                </a:lnTo>
                <a:lnTo>
                  <a:pt x="818766" y="664898"/>
                </a:lnTo>
                <a:lnTo>
                  <a:pt x="814809" y="665163"/>
                </a:lnTo>
                <a:lnTo>
                  <a:pt x="811115" y="664898"/>
                </a:lnTo>
                <a:lnTo>
                  <a:pt x="807686" y="664103"/>
                </a:lnTo>
                <a:lnTo>
                  <a:pt x="803993" y="663308"/>
                </a:lnTo>
                <a:lnTo>
                  <a:pt x="800563" y="662247"/>
                </a:lnTo>
                <a:lnTo>
                  <a:pt x="797133" y="660657"/>
                </a:lnTo>
                <a:lnTo>
                  <a:pt x="794495" y="658802"/>
                </a:lnTo>
                <a:lnTo>
                  <a:pt x="791330" y="656681"/>
                </a:lnTo>
                <a:lnTo>
                  <a:pt x="788691" y="654296"/>
                </a:lnTo>
                <a:lnTo>
                  <a:pt x="786317" y="651645"/>
                </a:lnTo>
                <a:lnTo>
                  <a:pt x="784207" y="648729"/>
                </a:lnTo>
                <a:lnTo>
                  <a:pt x="782360" y="645549"/>
                </a:lnTo>
                <a:lnTo>
                  <a:pt x="781041" y="642633"/>
                </a:lnTo>
                <a:lnTo>
                  <a:pt x="779458" y="638922"/>
                </a:lnTo>
                <a:lnTo>
                  <a:pt x="778667" y="635476"/>
                </a:lnTo>
                <a:lnTo>
                  <a:pt x="778139" y="631765"/>
                </a:lnTo>
                <a:lnTo>
                  <a:pt x="777875" y="627789"/>
                </a:lnTo>
                <a:lnTo>
                  <a:pt x="778139" y="623814"/>
                </a:lnTo>
                <a:lnTo>
                  <a:pt x="778667" y="613741"/>
                </a:lnTo>
                <a:lnTo>
                  <a:pt x="779194" y="606850"/>
                </a:lnTo>
                <a:lnTo>
                  <a:pt x="780249" y="598898"/>
                </a:lnTo>
                <a:lnTo>
                  <a:pt x="781305" y="590151"/>
                </a:lnTo>
                <a:lnTo>
                  <a:pt x="782888" y="580343"/>
                </a:lnTo>
                <a:lnTo>
                  <a:pt x="785262" y="569741"/>
                </a:lnTo>
                <a:lnTo>
                  <a:pt x="787636" y="558343"/>
                </a:lnTo>
                <a:lnTo>
                  <a:pt x="790802" y="546681"/>
                </a:lnTo>
                <a:lnTo>
                  <a:pt x="794759" y="534223"/>
                </a:lnTo>
                <a:lnTo>
                  <a:pt x="799508" y="521500"/>
                </a:lnTo>
                <a:lnTo>
                  <a:pt x="801882" y="515138"/>
                </a:lnTo>
                <a:lnTo>
                  <a:pt x="804784" y="508247"/>
                </a:lnTo>
                <a:lnTo>
                  <a:pt x="807950" y="501885"/>
                </a:lnTo>
                <a:lnTo>
                  <a:pt x="810852" y="495524"/>
                </a:lnTo>
                <a:lnTo>
                  <a:pt x="814545" y="488632"/>
                </a:lnTo>
                <a:lnTo>
                  <a:pt x="818238" y="482271"/>
                </a:lnTo>
                <a:lnTo>
                  <a:pt x="823515" y="473259"/>
                </a:lnTo>
                <a:lnTo>
                  <a:pt x="829319" y="464512"/>
                </a:lnTo>
                <a:lnTo>
                  <a:pt x="835914" y="456030"/>
                </a:lnTo>
                <a:lnTo>
                  <a:pt x="842773" y="447548"/>
                </a:lnTo>
                <a:lnTo>
                  <a:pt x="850160" y="439331"/>
                </a:lnTo>
                <a:lnTo>
                  <a:pt x="858338" y="431379"/>
                </a:lnTo>
                <a:lnTo>
                  <a:pt x="867044" y="423692"/>
                </a:lnTo>
                <a:lnTo>
                  <a:pt x="876013" y="416270"/>
                </a:lnTo>
                <a:lnTo>
                  <a:pt x="882345" y="411499"/>
                </a:lnTo>
                <a:lnTo>
                  <a:pt x="888940" y="406993"/>
                </a:lnTo>
                <a:lnTo>
                  <a:pt x="896063" y="402752"/>
                </a:lnTo>
                <a:lnTo>
                  <a:pt x="903450" y="398776"/>
                </a:lnTo>
                <a:lnTo>
                  <a:pt x="910837" y="395066"/>
                </a:lnTo>
                <a:lnTo>
                  <a:pt x="918751" y="391620"/>
                </a:lnTo>
                <a:lnTo>
                  <a:pt x="926929" y="388174"/>
                </a:lnTo>
                <a:lnTo>
                  <a:pt x="935371" y="384993"/>
                </a:lnTo>
                <a:lnTo>
                  <a:pt x="943549" y="382343"/>
                </a:lnTo>
                <a:lnTo>
                  <a:pt x="952519" y="379957"/>
                </a:lnTo>
                <a:lnTo>
                  <a:pt x="961489" y="377837"/>
                </a:lnTo>
                <a:lnTo>
                  <a:pt x="970986" y="375716"/>
                </a:lnTo>
                <a:lnTo>
                  <a:pt x="980747" y="374391"/>
                </a:lnTo>
                <a:lnTo>
                  <a:pt x="990508" y="373065"/>
                </a:lnTo>
                <a:lnTo>
                  <a:pt x="1000533" y="372270"/>
                </a:lnTo>
                <a:lnTo>
                  <a:pt x="1010822" y="371475"/>
                </a:lnTo>
                <a:close/>
                <a:moveTo>
                  <a:pt x="1024065" y="303903"/>
                </a:moveTo>
                <a:lnTo>
                  <a:pt x="1016128" y="304432"/>
                </a:lnTo>
                <a:lnTo>
                  <a:pt x="1001049" y="305490"/>
                </a:lnTo>
                <a:lnTo>
                  <a:pt x="997875" y="305754"/>
                </a:lnTo>
                <a:lnTo>
                  <a:pt x="990467" y="306548"/>
                </a:lnTo>
                <a:lnTo>
                  <a:pt x="983060" y="307606"/>
                </a:lnTo>
                <a:lnTo>
                  <a:pt x="975388" y="308928"/>
                </a:lnTo>
                <a:lnTo>
                  <a:pt x="968245" y="310251"/>
                </a:lnTo>
                <a:lnTo>
                  <a:pt x="960838" y="311573"/>
                </a:lnTo>
                <a:lnTo>
                  <a:pt x="953430" y="313424"/>
                </a:lnTo>
                <a:lnTo>
                  <a:pt x="946288" y="315276"/>
                </a:lnTo>
                <a:lnTo>
                  <a:pt x="938880" y="317392"/>
                </a:lnTo>
                <a:lnTo>
                  <a:pt x="915071" y="324269"/>
                </a:lnTo>
                <a:lnTo>
                  <a:pt x="915336" y="325591"/>
                </a:lnTo>
                <a:lnTo>
                  <a:pt x="904754" y="330088"/>
                </a:lnTo>
                <a:lnTo>
                  <a:pt x="893907" y="334584"/>
                </a:lnTo>
                <a:lnTo>
                  <a:pt x="883590" y="340138"/>
                </a:lnTo>
                <a:lnTo>
                  <a:pt x="873537" y="345428"/>
                </a:lnTo>
                <a:lnTo>
                  <a:pt x="863749" y="350983"/>
                </a:lnTo>
                <a:lnTo>
                  <a:pt x="853961" y="357066"/>
                </a:lnTo>
                <a:lnTo>
                  <a:pt x="844437" y="363678"/>
                </a:lnTo>
                <a:lnTo>
                  <a:pt x="835178" y="370291"/>
                </a:lnTo>
                <a:lnTo>
                  <a:pt x="826183" y="377432"/>
                </a:lnTo>
                <a:lnTo>
                  <a:pt x="817453" y="384573"/>
                </a:lnTo>
                <a:lnTo>
                  <a:pt x="808987" y="392508"/>
                </a:lnTo>
                <a:lnTo>
                  <a:pt x="800522" y="400443"/>
                </a:lnTo>
                <a:lnTo>
                  <a:pt x="792585" y="408642"/>
                </a:lnTo>
                <a:lnTo>
                  <a:pt x="785178" y="416841"/>
                </a:lnTo>
                <a:lnTo>
                  <a:pt x="777771" y="425570"/>
                </a:lnTo>
                <a:lnTo>
                  <a:pt x="770363" y="434562"/>
                </a:lnTo>
                <a:lnTo>
                  <a:pt x="762956" y="445407"/>
                </a:lnTo>
                <a:lnTo>
                  <a:pt x="755813" y="455986"/>
                </a:lnTo>
                <a:lnTo>
                  <a:pt x="748935" y="467095"/>
                </a:lnTo>
                <a:lnTo>
                  <a:pt x="742586" y="478468"/>
                </a:lnTo>
                <a:lnTo>
                  <a:pt x="736766" y="490106"/>
                </a:lnTo>
                <a:lnTo>
                  <a:pt x="731210" y="502008"/>
                </a:lnTo>
                <a:lnTo>
                  <a:pt x="726184" y="514439"/>
                </a:lnTo>
                <a:lnTo>
                  <a:pt x="721687" y="526606"/>
                </a:lnTo>
                <a:lnTo>
                  <a:pt x="717718" y="539302"/>
                </a:lnTo>
                <a:lnTo>
                  <a:pt x="714015" y="552262"/>
                </a:lnTo>
                <a:lnTo>
                  <a:pt x="710840" y="565222"/>
                </a:lnTo>
                <a:lnTo>
                  <a:pt x="708724" y="578447"/>
                </a:lnTo>
                <a:lnTo>
                  <a:pt x="706607" y="591936"/>
                </a:lnTo>
                <a:lnTo>
                  <a:pt x="705285" y="605689"/>
                </a:lnTo>
                <a:lnTo>
                  <a:pt x="704491" y="619443"/>
                </a:lnTo>
                <a:lnTo>
                  <a:pt x="704226" y="633197"/>
                </a:lnTo>
                <a:lnTo>
                  <a:pt x="704226" y="642983"/>
                </a:lnTo>
                <a:lnTo>
                  <a:pt x="704491" y="652769"/>
                </a:lnTo>
                <a:lnTo>
                  <a:pt x="705020" y="662026"/>
                </a:lnTo>
                <a:lnTo>
                  <a:pt x="705549" y="671284"/>
                </a:lnTo>
                <a:lnTo>
                  <a:pt x="706607" y="680541"/>
                </a:lnTo>
                <a:lnTo>
                  <a:pt x="707930" y="689269"/>
                </a:lnTo>
                <a:lnTo>
                  <a:pt x="708988" y="697998"/>
                </a:lnTo>
                <a:lnTo>
                  <a:pt x="710311" y="706461"/>
                </a:lnTo>
                <a:lnTo>
                  <a:pt x="712163" y="714661"/>
                </a:lnTo>
                <a:lnTo>
                  <a:pt x="713750" y="722595"/>
                </a:lnTo>
                <a:lnTo>
                  <a:pt x="715602" y="730266"/>
                </a:lnTo>
                <a:lnTo>
                  <a:pt x="717983" y="738200"/>
                </a:lnTo>
                <a:lnTo>
                  <a:pt x="720099" y="745342"/>
                </a:lnTo>
                <a:lnTo>
                  <a:pt x="722480" y="752748"/>
                </a:lnTo>
                <a:lnTo>
                  <a:pt x="724861" y="759624"/>
                </a:lnTo>
                <a:lnTo>
                  <a:pt x="727507" y="766766"/>
                </a:lnTo>
                <a:lnTo>
                  <a:pt x="731739" y="776816"/>
                </a:lnTo>
                <a:lnTo>
                  <a:pt x="736237" y="786338"/>
                </a:lnTo>
                <a:lnTo>
                  <a:pt x="740734" y="795595"/>
                </a:lnTo>
                <a:lnTo>
                  <a:pt x="745760" y="804324"/>
                </a:lnTo>
                <a:lnTo>
                  <a:pt x="750522" y="812788"/>
                </a:lnTo>
                <a:lnTo>
                  <a:pt x="755549" y="820987"/>
                </a:lnTo>
                <a:lnTo>
                  <a:pt x="760840" y="828922"/>
                </a:lnTo>
                <a:lnTo>
                  <a:pt x="766131" y="836327"/>
                </a:lnTo>
                <a:lnTo>
                  <a:pt x="771686" y="843469"/>
                </a:lnTo>
                <a:lnTo>
                  <a:pt x="776977" y="850346"/>
                </a:lnTo>
                <a:lnTo>
                  <a:pt x="782268" y="856958"/>
                </a:lnTo>
                <a:lnTo>
                  <a:pt x="787824" y="863041"/>
                </a:lnTo>
                <a:lnTo>
                  <a:pt x="798141" y="875208"/>
                </a:lnTo>
                <a:lnTo>
                  <a:pt x="808458" y="885788"/>
                </a:lnTo>
                <a:lnTo>
                  <a:pt x="826977" y="905096"/>
                </a:lnTo>
                <a:lnTo>
                  <a:pt x="834649" y="913824"/>
                </a:lnTo>
                <a:lnTo>
                  <a:pt x="841262" y="921759"/>
                </a:lnTo>
                <a:lnTo>
                  <a:pt x="844172" y="925726"/>
                </a:lnTo>
                <a:lnTo>
                  <a:pt x="846553" y="929165"/>
                </a:lnTo>
                <a:lnTo>
                  <a:pt x="848934" y="932338"/>
                </a:lnTo>
                <a:lnTo>
                  <a:pt x="850521" y="935512"/>
                </a:lnTo>
                <a:lnTo>
                  <a:pt x="851844" y="938686"/>
                </a:lnTo>
                <a:lnTo>
                  <a:pt x="852902" y="941067"/>
                </a:lnTo>
                <a:lnTo>
                  <a:pt x="853961" y="943976"/>
                </a:lnTo>
                <a:lnTo>
                  <a:pt x="854490" y="946092"/>
                </a:lnTo>
                <a:lnTo>
                  <a:pt x="856341" y="957994"/>
                </a:lnTo>
                <a:lnTo>
                  <a:pt x="857929" y="969896"/>
                </a:lnTo>
                <a:lnTo>
                  <a:pt x="858987" y="981799"/>
                </a:lnTo>
                <a:lnTo>
                  <a:pt x="859781" y="993436"/>
                </a:lnTo>
                <a:lnTo>
                  <a:pt x="860310" y="1003752"/>
                </a:lnTo>
                <a:lnTo>
                  <a:pt x="860574" y="1012744"/>
                </a:lnTo>
                <a:lnTo>
                  <a:pt x="860574" y="1025176"/>
                </a:lnTo>
                <a:lnTo>
                  <a:pt x="860574" y="1026762"/>
                </a:lnTo>
                <a:lnTo>
                  <a:pt x="860574" y="1027291"/>
                </a:lnTo>
                <a:lnTo>
                  <a:pt x="860574" y="1027556"/>
                </a:lnTo>
                <a:lnTo>
                  <a:pt x="860574" y="1027820"/>
                </a:lnTo>
                <a:lnTo>
                  <a:pt x="860839" y="1031788"/>
                </a:lnTo>
                <a:lnTo>
                  <a:pt x="861103" y="1036020"/>
                </a:lnTo>
                <a:lnTo>
                  <a:pt x="861632" y="1039987"/>
                </a:lnTo>
                <a:lnTo>
                  <a:pt x="862161" y="1043955"/>
                </a:lnTo>
                <a:lnTo>
                  <a:pt x="863220" y="1047922"/>
                </a:lnTo>
                <a:lnTo>
                  <a:pt x="864278" y="1051360"/>
                </a:lnTo>
                <a:lnTo>
                  <a:pt x="865601" y="1055063"/>
                </a:lnTo>
                <a:lnTo>
                  <a:pt x="867188" y="1058766"/>
                </a:lnTo>
                <a:lnTo>
                  <a:pt x="868511" y="1062469"/>
                </a:lnTo>
                <a:lnTo>
                  <a:pt x="870362" y="1065643"/>
                </a:lnTo>
                <a:lnTo>
                  <a:pt x="872479" y="1069081"/>
                </a:lnTo>
                <a:lnTo>
                  <a:pt x="874331" y="1072255"/>
                </a:lnTo>
                <a:lnTo>
                  <a:pt x="876712" y="1075694"/>
                </a:lnTo>
                <a:lnTo>
                  <a:pt x="878828" y="1078339"/>
                </a:lnTo>
                <a:lnTo>
                  <a:pt x="881473" y="1081513"/>
                </a:lnTo>
                <a:lnTo>
                  <a:pt x="884119" y="1083893"/>
                </a:lnTo>
                <a:lnTo>
                  <a:pt x="887029" y="1086802"/>
                </a:lnTo>
                <a:lnTo>
                  <a:pt x="889939" y="1089447"/>
                </a:lnTo>
                <a:lnTo>
                  <a:pt x="892849" y="1091563"/>
                </a:lnTo>
                <a:lnTo>
                  <a:pt x="896024" y="1093944"/>
                </a:lnTo>
                <a:lnTo>
                  <a:pt x="899198" y="1095795"/>
                </a:lnTo>
                <a:lnTo>
                  <a:pt x="902373" y="1097647"/>
                </a:lnTo>
                <a:lnTo>
                  <a:pt x="905812" y="1099763"/>
                </a:lnTo>
                <a:lnTo>
                  <a:pt x="909516" y="1101085"/>
                </a:lnTo>
                <a:lnTo>
                  <a:pt x="913219" y="1102408"/>
                </a:lnTo>
                <a:lnTo>
                  <a:pt x="916658" y="1103994"/>
                </a:lnTo>
                <a:lnTo>
                  <a:pt x="920627" y="1105052"/>
                </a:lnTo>
                <a:lnTo>
                  <a:pt x="924330" y="1105846"/>
                </a:lnTo>
                <a:lnTo>
                  <a:pt x="928298" y="1106375"/>
                </a:lnTo>
                <a:lnTo>
                  <a:pt x="932267" y="1106904"/>
                </a:lnTo>
                <a:lnTo>
                  <a:pt x="936499" y="1107433"/>
                </a:lnTo>
                <a:lnTo>
                  <a:pt x="940468" y="1107697"/>
                </a:lnTo>
                <a:lnTo>
                  <a:pt x="1124857" y="1107697"/>
                </a:lnTo>
                <a:lnTo>
                  <a:pt x="1129090" y="1107433"/>
                </a:lnTo>
                <a:lnTo>
                  <a:pt x="1133058" y="1106904"/>
                </a:lnTo>
                <a:lnTo>
                  <a:pt x="1137027" y="1106375"/>
                </a:lnTo>
                <a:lnTo>
                  <a:pt x="1140730" y="1105846"/>
                </a:lnTo>
                <a:lnTo>
                  <a:pt x="1144699" y="1105052"/>
                </a:lnTo>
                <a:lnTo>
                  <a:pt x="1148667" y="1103994"/>
                </a:lnTo>
                <a:lnTo>
                  <a:pt x="1152370" y="1102408"/>
                </a:lnTo>
                <a:lnTo>
                  <a:pt x="1156074" y="1101085"/>
                </a:lnTo>
                <a:lnTo>
                  <a:pt x="1159513" y="1099763"/>
                </a:lnTo>
                <a:lnTo>
                  <a:pt x="1162688" y="1097647"/>
                </a:lnTo>
                <a:lnTo>
                  <a:pt x="1166127" y="1095795"/>
                </a:lnTo>
                <a:lnTo>
                  <a:pt x="1169566" y="1093944"/>
                </a:lnTo>
                <a:lnTo>
                  <a:pt x="1172476" y="1091563"/>
                </a:lnTo>
                <a:lnTo>
                  <a:pt x="1175651" y="1089447"/>
                </a:lnTo>
                <a:lnTo>
                  <a:pt x="1178561" y="1086802"/>
                </a:lnTo>
                <a:lnTo>
                  <a:pt x="1181206" y="1083893"/>
                </a:lnTo>
                <a:lnTo>
                  <a:pt x="1183852" y="1081248"/>
                </a:lnTo>
                <a:lnTo>
                  <a:pt x="1186233" y="1078339"/>
                </a:lnTo>
                <a:lnTo>
                  <a:pt x="1188878" y="1075429"/>
                </a:lnTo>
                <a:lnTo>
                  <a:pt x="1190994" y="1072255"/>
                </a:lnTo>
                <a:lnTo>
                  <a:pt x="1193111" y="1069081"/>
                </a:lnTo>
                <a:lnTo>
                  <a:pt x="1194963" y="1065643"/>
                </a:lnTo>
                <a:lnTo>
                  <a:pt x="1196814" y="1062469"/>
                </a:lnTo>
                <a:lnTo>
                  <a:pt x="1198402" y="1058766"/>
                </a:lnTo>
                <a:lnTo>
                  <a:pt x="1199725" y="1055063"/>
                </a:lnTo>
                <a:lnTo>
                  <a:pt x="1201047" y="1051360"/>
                </a:lnTo>
                <a:lnTo>
                  <a:pt x="1202105" y="1047922"/>
                </a:lnTo>
                <a:lnTo>
                  <a:pt x="1202899" y="1043955"/>
                </a:lnTo>
                <a:lnTo>
                  <a:pt x="1203693" y="1039987"/>
                </a:lnTo>
                <a:lnTo>
                  <a:pt x="1204222" y="1036020"/>
                </a:lnTo>
                <a:lnTo>
                  <a:pt x="1204486" y="1031788"/>
                </a:lnTo>
                <a:lnTo>
                  <a:pt x="1204486" y="1027820"/>
                </a:lnTo>
                <a:lnTo>
                  <a:pt x="1204486" y="1027556"/>
                </a:lnTo>
                <a:lnTo>
                  <a:pt x="1204486" y="1027291"/>
                </a:lnTo>
                <a:lnTo>
                  <a:pt x="1204486" y="1026762"/>
                </a:lnTo>
                <a:lnTo>
                  <a:pt x="1204486" y="1025176"/>
                </a:lnTo>
                <a:lnTo>
                  <a:pt x="1204751" y="1013009"/>
                </a:lnTo>
                <a:lnTo>
                  <a:pt x="1205280" y="1004016"/>
                </a:lnTo>
                <a:lnTo>
                  <a:pt x="1205809" y="993701"/>
                </a:lnTo>
                <a:lnTo>
                  <a:pt x="1206338" y="982063"/>
                </a:lnTo>
                <a:lnTo>
                  <a:pt x="1207661" y="969896"/>
                </a:lnTo>
                <a:lnTo>
                  <a:pt x="1208984" y="957994"/>
                </a:lnTo>
                <a:lnTo>
                  <a:pt x="1211100" y="946092"/>
                </a:lnTo>
                <a:lnTo>
                  <a:pt x="1211894" y="943183"/>
                </a:lnTo>
                <a:lnTo>
                  <a:pt x="1212952" y="939480"/>
                </a:lnTo>
                <a:lnTo>
                  <a:pt x="1215068" y="935512"/>
                </a:lnTo>
                <a:lnTo>
                  <a:pt x="1217185" y="931280"/>
                </a:lnTo>
                <a:lnTo>
                  <a:pt x="1220095" y="927313"/>
                </a:lnTo>
                <a:lnTo>
                  <a:pt x="1223005" y="923081"/>
                </a:lnTo>
                <a:lnTo>
                  <a:pt x="1226708" y="918585"/>
                </a:lnTo>
                <a:lnTo>
                  <a:pt x="1230677" y="913824"/>
                </a:lnTo>
                <a:lnTo>
                  <a:pt x="1239936" y="903773"/>
                </a:lnTo>
                <a:lnTo>
                  <a:pt x="1250253" y="892929"/>
                </a:lnTo>
                <a:lnTo>
                  <a:pt x="1258719" y="883936"/>
                </a:lnTo>
                <a:lnTo>
                  <a:pt x="1267713" y="873885"/>
                </a:lnTo>
                <a:lnTo>
                  <a:pt x="1276972" y="863570"/>
                </a:lnTo>
                <a:lnTo>
                  <a:pt x="1286496" y="852461"/>
                </a:lnTo>
                <a:lnTo>
                  <a:pt x="1296020" y="840559"/>
                </a:lnTo>
                <a:lnTo>
                  <a:pt x="1300517" y="834211"/>
                </a:lnTo>
                <a:lnTo>
                  <a:pt x="1305279" y="827335"/>
                </a:lnTo>
                <a:lnTo>
                  <a:pt x="1309776" y="820722"/>
                </a:lnTo>
                <a:lnTo>
                  <a:pt x="1314274" y="813581"/>
                </a:lnTo>
                <a:lnTo>
                  <a:pt x="1318506" y="806175"/>
                </a:lnTo>
                <a:lnTo>
                  <a:pt x="1322739" y="798505"/>
                </a:lnTo>
                <a:lnTo>
                  <a:pt x="1326972" y="790570"/>
                </a:lnTo>
                <a:lnTo>
                  <a:pt x="1330940" y="782371"/>
                </a:lnTo>
                <a:lnTo>
                  <a:pt x="1334908" y="773907"/>
                </a:lnTo>
                <a:lnTo>
                  <a:pt x="1338612" y="765179"/>
                </a:lnTo>
                <a:lnTo>
                  <a:pt x="1341787" y="755922"/>
                </a:lnTo>
                <a:lnTo>
                  <a:pt x="1344961" y="746135"/>
                </a:lnTo>
                <a:lnTo>
                  <a:pt x="1347871" y="736614"/>
                </a:lnTo>
                <a:lnTo>
                  <a:pt x="1350517" y="726563"/>
                </a:lnTo>
                <a:lnTo>
                  <a:pt x="1352898" y="715983"/>
                </a:lnTo>
                <a:lnTo>
                  <a:pt x="1355014" y="705403"/>
                </a:lnTo>
                <a:lnTo>
                  <a:pt x="1357130" y="694030"/>
                </a:lnTo>
                <a:lnTo>
                  <a:pt x="1358453" y="682657"/>
                </a:lnTo>
                <a:lnTo>
                  <a:pt x="1359511" y="670755"/>
                </a:lnTo>
                <a:lnTo>
                  <a:pt x="1360834" y="658588"/>
                </a:lnTo>
                <a:lnTo>
                  <a:pt x="1361099" y="646157"/>
                </a:lnTo>
                <a:lnTo>
                  <a:pt x="1361363" y="633197"/>
                </a:lnTo>
                <a:lnTo>
                  <a:pt x="1361099" y="619443"/>
                </a:lnTo>
                <a:lnTo>
                  <a:pt x="1360041" y="605689"/>
                </a:lnTo>
                <a:lnTo>
                  <a:pt x="1358718" y="591936"/>
                </a:lnTo>
                <a:lnTo>
                  <a:pt x="1356866" y="578447"/>
                </a:lnTo>
                <a:lnTo>
                  <a:pt x="1354220" y="565222"/>
                </a:lnTo>
                <a:lnTo>
                  <a:pt x="1351046" y="552262"/>
                </a:lnTo>
                <a:lnTo>
                  <a:pt x="1347871" y="539302"/>
                </a:lnTo>
                <a:lnTo>
                  <a:pt x="1343639" y="526606"/>
                </a:lnTo>
                <a:lnTo>
                  <a:pt x="1339141" y="514439"/>
                </a:lnTo>
                <a:lnTo>
                  <a:pt x="1334115" y="502008"/>
                </a:lnTo>
                <a:lnTo>
                  <a:pt x="1328824" y="490106"/>
                </a:lnTo>
                <a:lnTo>
                  <a:pt x="1322739" y="478468"/>
                </a:lnTo>
                <a:lnTo>
                  <a:pt x="1316390" y="467095"/>
                </a:lnTo>
                <a:lnTo>
                  <a:pt x="1309512" y="455986"/>
                </a:lnTo>
                <a:lnTo>
                  <a:pt x="1302369" y="445407"/>
                </a:lnTo>
                <a:lnTo>
                  <a:pt x="1294697" y="434562"/>
                </a:lnTo>
                <a:lnTo>
                  <a:pt x="1287819" y="425570"/>
                </a:lnTo>
                <a:lnTo>
                  <a:pt x="1280412" y="416841"/>
                </a:lnTo>
                <a:lnTo>
                  <a:pt x="1272740" y="408642"/>
                </a:lnTo>
                <a:lnTo>
                  <a:pt x="1265068" y="400443"/>
                </a:lnTo>
                <a:lnTo>
                  <a:pt x="1256867" y="392508"/>
                </a:lnTo>
                <a:lnTo>
                  <a:pt x="1248401" y="384838"/>
                </a:lnTo>
                <a:lnTo>
                  <a:pt x="1239671" y="377696"/>
                </a:lnTo>
                <a:lnTo>
                  <a:pt x="1230677" y="370555"/>
                </a:lnTo>
                <a:lnTo>
                  <a:pt x="1221417" y="363943"/>
                </a:lnTo>
                <a:lnTo>
                  <a:pt x="1211894" y="357330"/>
                </a:lnTo>
                <a:lnTo>
                  <a:pt x="1202370" y="351247"/>
                </a:lnTo>
                <a:lnTo>
                  <a:pt x="1192317" y="345693"/>
                </a:lnTo>
                <a:lnTo>
                  <a:pt x="1182000" y="340403"/>
                </a:lnTo>
                <a:lnTo>
                  <a:pt x="1171947" y="334848"/>
                </a:lnTo>
                <a:lnTo>
                  <a:pt x="1161365" y="330352"/>
                </a:lnTo>
                <a:lnTo>
                  <a:pt x="1150783" y="325856"/>
                </a:lnTo>
                <a:lnTo>
                  <a:pt x="1151048" y="324269"/>
                </a:lnTo>
                <a:lnTo>
                  <a:pt x="1126180" y="317392"/>
                </a:lnTo>
                <a:lnTo>
                  <a:pt x="1119302" y="315276"/>
                </a:lnTo>
                <a:lnTo>
                  <a:pt x="1111895" y="313424"/>
                </a:lnTo>
                <a:lnTo>
                  <a:pt x="1104752" y="311573"/>
                </a:lnTo>
                <a:lnTo>
                  <a:pt x="1097345" y="310251"/>
                </a:lnTo>
                <a:lnTo>
                  <a:pt x="1089673" y="308928"/>
                </a:lnTo>
                <a:lnTo>
                  <a:pt x="1082530" y="307606"/>
                </a:lnTo>
                <a:lnTo>
                  <a:pt x="1074858" y="306548"/>
                </a:lnTo>
                <a:lnTo>
                  <a:pt x="1067186" y="305754"/>
                </a:lnTo>
                <a:lnTo>
                  <a:pt x="1064541" y="305490"/>
                </a:lnTo>
                <a:lnTo>
                  <a:pt x="1064276" y="305490"/>
                </a:lnTo>
                <a:lnTo>
                  <a:pt x="1049197" y="304432"/>
                </a:lnTo>
                <a:lnTo>
                  <a:pt x="1041525" y="303903"/>
                </a:lnTo>
                <a:lnTo>
                  <a:pt x="1033588" y="303903"/>
                </a:lnTo>
                <a:lnTo>
                  <a:pt x="1032795" y="303903"/>
                </a:lnTo>
                <a:lnTo>
                  <a:pt x="1032530" y="303903"/>
                </a:lnTo>
                <a:lnTo>
                  <a:pt x="1032001" y="303903"/>
                </a:lnTo>
                <a:lnTo>
                  <a:pt x="1024065" y="303903"/>
                </a:lnTo>
                <a:close/>
                <a:moveTo>
                  <a:pt x="1388083" y="226671"/>
                </a:moveTo>
                <a:lnTo>
                  <a:pt x="1384643" y="226935"/>
                </a:lnTo>
                <a:lnTo>
                  <a:pt x="1381204" y="227464"/>
                </a:lnTo>
                <a:lnTo>
                  <a:pt x="1377765" y="228258"/>
                </a:lnTo>
                <a:lnTo>
                  <a:pt x="1374591" y="229316"/>
                </a:lnTo>
                <a:lnTo>
                  <a:pt x="1371416" y="230903"/>
                </a:lnTo>
                <a:lnTo>
                  <a:pt x="1368241" y="232490"/>
                </a:lnTo>
                <a:lnTo>
                  <a:pt x="1365596" y="234606"/>
                </a:lnTo>
                <a:lnTo>
                  <a:pt x="1362686" y="237250"/>
                </a:lnTo>
                <a:lnTo>
                  <a:pt x="1273269" y="326649"/>
                </a:lnTo>
                <a:lnTo>
                  <a:pt x="1280147" y="332468"/>
                </a:lnTo>
                <a:lnTo>
                  <a:pt x="1286496" y="338551"/>
                </a:lnTo>
                <a:lnTo>
                  <a:pt x="1293110" y="344899"/>
                </a:lnTo>
                <a:lnTo>
                  <a:pt x="1299195" y="351247"/>
                </a:lnTo>
                <a:lnTo>
                  <a:pt x="1305279" y="357859"/>
                </a:lnTo>
                <a:lnTo>
                  <a:pt x="1311364" y="364736"/>
                </a:lnTo>
                <a:lnTo>
                  <a:pt x="1317184" y="371348"/>
                </a:lnTo>
                <a:lnTo>
                  <a:pt x="1322739" y="378490"/>
                </a:lnTo>
                <a:lnTo>
                  <a:pt x="1413479" y="288033"/>
                </a:lnTo>
                <a:lnTo>
                  <a:pt x="1416125" y="285388"/>
                </a:lnTo>
                <a:lnTo>
                  <a:pt x="1417976" y="282479"/>
                </a:lnTo>
                <a:lnTo>
                  <a:pt x="1420093" y="279305"/>
                </a:lnTo>
                <a:lnTo>
                  <a:pt x="1421416" y="276131"/>
                </a:lnTo>
                <a:lnTo>
                  <a:pt x="1422474" y="272957"/>
                </a:lnTo>
                <a:lnTo>
                  <a:pt x="1423267" y="269519"/>
                </a:lnTo>
                <a:lnTo>
                  <a:pt x="1423797" y="266080"/>
                </a:lnTo>
                <a:lnTo>
                  <a:pt x="1423797" y="262642"/>
                </a:lnTo>
                <a:lnTo>
                  <a:pt x="1423797" y="259203"/>
                </a:lnTo>
                <a:lnTo>
                  <a:pt x="1423267" y="255765"/>
                </a:lnTo>
                <a:lnTo>
                  <a:pt x="1422474" y="252327"/>
                </a:lnTo>
                <a:lnTo>
                  <a:pt x="1421416" y="249153"/>
                </a:lnTo>
                <a:lnTo>
                  <a:pt x="1420093" y="245979"/>
                </a:lnTo>
                <a:lnTo>
                  <a:pt x="1417976" y="242805"/>
                </a:lnTo>
                <a:lnTo>
                  <a:pt x="1416125" y="240160"/>
                </a:lnTo>
                <a:lnTo>
                  <a:pt x="1413479" y="237250"/>
                </a:lnTo>
                <a:lnTo>
                  <a:pt x="1410834" y="234606"/>
                </a:lnTo>
                <a:lnTo>
                  <a:pt x="1407924" y="232490"/>
                </a:lnTo>
                <a:lnTo>
                  <a:pt x="1404749" y="230903"/>
                </a:lnTo>
                <a:lnTo>
                  <a:pt x="1401839" y="229316"/>
                </a:lnTo>
                <a:lnTo>
                  <a:pt x="1398400" y="228258"/>
                </a:lnTo>
                <a:lnTo>
                  <a:pt x="1394961" y="227464"/>
                </a:lnTo>
                <a:lnTo>
                  <a:pt x="1391522" y="226935"/>
                </a:lnTo>
                <a:lnTo>
                  <a:pt x="1388083" y="226671"/>
                </a:lnTo>
                <a:close/>
                <a:moveTo>
                  <a:pt x="677243" y="226671"/>
                </a:moveTo>
                <a:lnTo>
                  <a:pt x="673803" y="226935"/>
                </a:lnTo>
                <a:lnTo>
                  <a:pt x="670629" y="227464"/>
                </a:lnTo>
                <a:lnTo>
                  <a:pt x="667190" y="228258"/>
                </a:lnTo>
                <a:lnTo>
                  <a:pt x="663751" y="229316"/>
                </a:lnTo>
                <a:lnTo>
                  <a:pt x="660576" y="230903"/>
                </a:lnTo>
                <a:lnTo>
                  <a:pt x="657666" y="232490"/>
                </a:lnTo>
                <a:lnTo>
                  <a:pt x="654491" y="234606"/>
                </a:lnTo>
                <a:lnTo>
                  <a:pt x="651846" y="237250"/>
                </a:lnTo>
                <a:lnTo>
                  <a:pt x="649465" y="240160"/>
                </a:lnTo>
                <a:lnTo>
                  <a:pt x="647084" y="242805"/>
                </a:lnTo>
                <a:lnTo>
                  <a:pt x="645497" y="245979"/>
                </a:lnTo>
                <a:lnTo>
                  <a:pt x="644174" y="249153"/>
                </a:lnTo>
                <a:lnTo>
                  <a:pt x="642587" y="252327"/>
                </a:lnTo>
                <a:lnTo>
                  <a:pt x="642058" y="255765"/>
                </a:lnTo>
                <a:lnTo>
                  <a:pt x="641529" y="259203"/>
                </a:lnTo>
                <a:lnTo>
                  <a:pt x="641264" y="262642"/>
                </a:lnTo>
                <a:lnTo>
                  <a:pt x="641529" y="266080"/>
                </a:lnTo>
                <a:lnTo>
                  <a:pt x="642058" y="269519"/>
                </a:lnTo>
                <a:lnTo>
                  <a:pt x="642587" y="272957"/>
                </a:lnTo>
                <a:lnTo>
                  <a:pt x="644174" y="276131"/>
                </a:lnTo>
                <a:lnTo>
                  <a:pt x="645497" y="279305"/>
                </a:lnTo>
                <a:lnTo>
                  <a:pt x="647084" y="282479"/>
                </a:lnTo>
                <a:lnTo>
                  <a:pt x="649465" y="285388"/>
                </a:lnTo>
                <a:lnTo>
                  <a:pt x="651846" y="288033"/>
                </a:lnTo>
                <a:lnTo>
                  <a:pt x="742321" y="378490"/>
                </a:lnTo>
                <a:lnTo>
                  <a:pt x="748406" y="371348"/>
                </a:lnTo>
                <a:lnTo>
                  <a:pt x="753961" y="364736"/>
                </a:lnTo>
                <a:lnTo>
                  <a:pt x="760046" y="357859"/>
                </a:lnTo>
                <a:lnTo>
                  <a:pt x="765866" y="351247"/>
                </a:lnTo>
                <a:lnTo>
                  <a:pt x="772480" y="344899"/>
                </a:lnTo>
                <a:lnTo>
                  <a:pt x="778564" y="338551"/>
                </a:lnTo>
                <a:lnTo>
                  <a:pt x="785443" y="332468"/>
                </a:lnTo>
                <a:lnTo>
                  <a:pt x="791792" y="326649"/>
                </a:lnTo>
                <a:lnTo>
                  <a:pt x="702639" y="237250"/>
                </a:lnTo>
                <a:lnTo>
                  <a:pt x="699994" y="234606"/>
                </a:lnTo>
                <a:lnTo>
                  <a:pt x="696819" y="232490"/>
                </a:lnTo>
                <a:lnTo>
                  <a:pt x="694174" y="230903"/>
                </a:lnTo>
                <a:lnTo>
                  <a:pt x="690734" y="229316"/>
                </a:lnTo>
                <a:lnTo>
                  <a:pt x="687295" y="228258"/>
                </a:lnTo>
                <a:lnTo>
                  <a:pt x="683856" y="227464"/>
                </a:lnTo>
                <a:lnTo>
                  <a:pt x="680682" y="226935"/>
                </a:lnTo>
                <a:lnTo>
                  <a:pt x="677243" y="226671"/>
                </a:lnTo>
                <a:close/>
                <a:moveTo>
                  <a:pt x="1032795" y="79348"/>
                </a:moveTo>
                <a:lnTo>
                  <a:pt x="1029091" y="79877"/>
                </a:lnTo>
                <a:lnTo>
                  <a:pt x="1025387" y="80406"/>
                </a:lnTo>
                <a:lnTo>
                  <a:pt x="1021948" y="81200"/>
                </a:lnTo>
                <a:lnTo>
                  <a:pt x="1018774" y="82257"/>
                </a:lnTo>
                <a:lnTo>
                  <a:pt x="1015599" y="83844"/>
                </a:lnTo>
                <a:lnTo>
                  <a:pt x="1012425" y="85696"/>
                </a:lnTo>
                <a:lnTo>
                  <a:pt x="1010044" y="87547"/>
                </a:lnTo>
                <a:lnTo>
                  <a:pt x="1007134" y="90192"/>
                </a:lnTo>
                <a:lnTo>
                  <a:pt x="1005017" y="92573"/>
                </a:lnTo>
                <a:lnTo>
                  <a:pt x="1002901" y="95482"/>
                </a:lnTo>
                <a:lnTo>
                  <a:pt x="1001049" y="98392"/>
                </a:lnTo>
                <a:lnTo>
                  <a:pt x="999726" y="101301"/>
                </a:lnTo>
                <a:lnTo>
                  <a:pt x="998404" y="104739"/>
                </a:lnTo>
                <a:lnTo>
                  <a:pt x="997610" y="108178"/>
                </a:lnTo>
                <a:lnTo>
                  <a:pt x="997081" y="111881"/>
                </a:lnTo>
                <a:lnTo>
                  <a:pt x="996816" y="115319"/>
                </a:lnTo>
                <a:lnTo>
                  <a:pt x="996816" y="236986"/>
                </a:lnTo>
                <a:lnTo>
                  <a:pt x="1005546" y="236192"/>
                </a:lnTo>
                <a:lnTo>
                  <a:pt x="1014276" y="235664"/>
                </a:lnTo>
                <a:lnTo>
                  <a:pt x="1023007" y="235399"/>
                </a:lnTo>
                <a:lnTo>
                  <a:pt x="1031737" y="235135"/>
                </a:lnTo>
                <a:lnTo>
                  <a:pt x="1032795" y="235135"/>
                </a:lnTo>
                <a:lnTo>
                  <a:pt x="1033588" y="235135"/>
                </a:lnTo>
                <a:lnTo>
                  <a:pt x="1042583" y="235399"/>
                </a:lnTo>
                <a:lnTo>
                  <a:pt x="1051313" y="235664"/>
                </a:lnTo>
                <a:lnTo>
                  <a:pt x="1060043" y="236192"/>
                </a:lnTo>
                <a:lnTo>
                  <a:pt x="1068773" y="236986"/>
                </a:lnTo>
                <a:lnTo>
                  <a:pt x="1068773" y="115319"/>
                </a:lnTo>
                <a:lnTo>
                  <a:pt x="1068509" y="111881"/>
                </a:lnTo>
                <a:lnTo>
                  <a:pt x="1067715" y="108178"/>
                </a:lnTo>
                <a:lnTo>
                  <a:pt x="1066922" y="104739"/>
                </a:lnTo>
                <a:lnTo>
                  <a:pt x="1065863" y="101301"/>
                </a:lnTo>
                <a:lnTo>
                  <a:pt x="1064276" y="98392"/>
                </a:lnTo>
                <a:lnTo>
                  <a:pt x="1062424" y="95482"/>
                </a:lnTo>
                <a:lnTo>
                  <a:pt x="1060308" y="92573"/>
                </a:lnTo>
                <a:lnTo>
                  <a:pt x="1057927" y="90192"/>
                </a:lnTo>
                <a:lnTo>
                  <a:pt x="1055546" y="87547"/>
                </a:lnTo>
                <a:lnTo>
                  <a:pt x="1052636" y="85696"/>
                </a:lnTo>
                <a:lnTo>
                  <a:pt x="1049990" y="83844"/>
                </a:lnTo>
                <a:lnTo>
                  <a:pt x="1046816" y="82257"/>
                </a:lnTo>
                <a:lnTo>
                  <a:pt x="1043377" y="81200"/>
                </a:lnTo>
                <a:lnTo>
                  <a:pt x="1039938" y="80406"/>
                </a:lnTo>
                <a:lnTo>
                  <a:pt x="1036498" y="79877"/>
                </a:lnTo>
                <a:lnTo>
                  <a:pt x="1032795" y="79348"/>
                </a:lnTo>
                <a:close/>
                <a:moveTo>
                  <a:pt x="986234" y="0"/>
                </a:moveTo>
                <a:lnTo>
                  <a:pt x="1012954" y="265"/>
                </a:lnTo>
                <a:lnTo>
                  <a:pt x="1039938" y="1058"/>
                </a:lnTo>
                <a:lnTo>
                  <a:pt x="1066922" y="2381"/>
                </a:lnTo>
                <a:lnTo>
                  <a:pt x="1093641" y="4232"/>
                </a:lnTo>
                <a:lnTo>
                  <a:pt x="1120096" y="6612"/>
                </a:lnTo>
                <a:lnTo>
                  <a:pt x="1146286" y="8993"/>
                </a:lnTo>
                <a:lnTo>
                  <a:pt x="1172212" y="12431"/>
                </a:lnTo>
                <a:lnTo>
                  <a:pt x="1198137" y="16134"/>
                </a:lnTo>
                <a:lnTo>
                  <a:pt x="1223798" y="20366"/>
                </a:lnTo>
                <a:lnTo>
                  <a:pt x="1248930" y="25127"/>
                </a:lnTo>
                <a:lnTo>
                  <a:pt x="1274327" y="30417"/>
                </a:lnTo>
                <a:lnTo>
                  <a:pt x="1298930" y="35971"/>
                </a:lnTo>
                <a:lnTo>
                  <a:pt x="1323268" y="42055"/>
                </a:lnTo>
                <a:lnTo>
                  <a:pt x="1347871" y="48931"/>
                </a:lnTo>
                <a:lnTo>
                  <a:pt x="1371681" y="56073"/>
                </a:lnTo>
                <a:lnTo>
                  <a:pt x="1395225" y="64007"/>
                </a:lnTo>
                <a:lnTo>
                  <a:pt x="1418506" y="72207"/>
                </a:lnTo>
                <a:lnTo>
                  <a:pt x="1441521" y="80935"/>
                </a:lnTo>
                <a:lnTo>
                  <a:pt x="1464272" y="90192"/>
                </a:lnTo>
                <a:lnTo>
                  <a:pt x="1486494" y="99979"/>
                </a:lnTo>
                <a:lnTo>
                  <a:pt x="1508716" y="110029"/>
                </a:lnTo>
                <a:lnTo>
                  <a:pt x="1530145" y="120873"/>
                </a:lnTo>
                <a:lnTo>
                  <a:pt x="1551309" y="131982"/>
                </a:lnTo>
                <a:lnTo>
                  <a:pt x="1572208" y="143884"/>
                </a:lnTo>
                <a:lnTo>
                  <a:pt x="1592313" y="156051"/>
                </a:lnTo>
                <a:lnTo>
                  <a:pt x="1612684" y="168747"/>
                </a:lnTo>
                <a:lnTo>
                  <a:pt x="1631996" y="181971"/>
                </a:lnTo>
                <a:lnTo>
                  <a:pt x="1651043" y="195725"/>
                </a:lnTo>
                <a:lnTo>
                  <a:pt x="1660567" y="202602"/>
                </a:lnTo>
                <a:lnTo>
                  <a:pt x="1669826" y="210008"/>
                </a:lnTo>
                <a:lnTo>
                  <a:pt x="1678821" y="217413"/>
                </a:lnTo>
                <a:lnTo>
                  <a:pt x="1687815" y="224819"/>
                </a:lnTo>
                <a:lnTo>
                  <a:pt x="1696810" y="232225"/>
                </a:lnTo>
                <a:lnTo>
                  <a:pt x="1705804" y="240160"/>
                </a:lnTo>
                <a:lnTo>
                  <a:pt x="1714535" y="247830"/>
                </a:lnTo>
                <a:lnTo>
                  <a:pt x="1723000" y="255765"/>
                </a:lnTo>
                <a:lnTo>
                  <a:pt x="1731466" y="263964"/>
                </a:lnTo>
                <a:lnTo>
                  <a:pt x="1739931" y="272164"/>
                </a:lnTo>
                <a:lnTo>
                  <a:pt x="1747868" y="280098"/>
                </a:lnTo>
                <a:lnTo>
                  <a:pt x="1756069" y="288827"/>
                </a:lnTo>
                <a:lnTo>
                  <a:pt x="1764005" y="297290"/>
                </a:lnTo>
                <a:lnTo>
                  <a:pt x="1771941" y="306019"/>
                </a:lnTo>
                <a:lnTo>
                  <a:pt x="1779349" y="314747"/>
                </a:lnTo>
                <a:lnTo>
                  <a:pt x="1787021" y="323740"/>
                </a:lnTo>
                <a:lnTo>
                  <a:pt x="1794163" y="332997"/>
                </a:lnTo>
                <a:lnTo>
                  <a:pt x="1801571" y="341990"/>
                </a:lnTo>
                <a:lnTo>
                  <a:pt x="1808714" y="351512"/>
                </a:lnTo>
                <a:lnTo>
                  <a:pt x="1815592" y="360769"/>
                </a:lnTo>
                <a:lnTo>
                  <a:pt x="1822735" y="370291"/>
                </a:lnTo>
                <a:lnTo>
                  <a:pt x="1829348" y="380077"/>
                </a:lnTo>
                <a:lnTo>
                  <a:pt x="1835962" y="389863"/>
                </a:lnTo>
                <a:lnTo>
                  <a:pt x="1842311" y="399914"/>
                </a:lnTo>
                <a:lnTo>
                  <a:pt x="1848396" y="409964"/>
                </a:lnTo>
                <a:lnTo>
                  <a:pt x="1854745" y="420280"/>
                </a:lnTo>
                <a:lnTo>
                  <a:pt x="1860830" y="430330"/>
                </a:lnTo>
                <a:lnTo>
                  <a:pt x="1866385" y="441175"/>
                </a:lnTo>
                <a:lnTo>
                  <a:pt x="1872470" y="451490"/>
                </a:lnTo>
                <a:lnTo>
                  <a:pt x="1877761" y="462070"/>
                </a:lnTo>
                <a:lnTo>
                  <a:pt x="1883316" y="473178"/>
                </a:lnTo>
                <a:lnTo>
                  <a:pt x="1888342" y="484023"/>
                </a:lnTo>
                <a:lnTo>
                  <a:pt x="1893369" y="495396"/>
                </a:lnTo>
                <a:lnTo>
                  <a:pt x="1898395" y="506240"/>
                </a:lnTo>
                <a:lnTo>
                  <a:pt x="1903157" y="517613"/>
                </a:lnTo>
                <a:lnTo>
                  <a:pt x="1907654" y="529251"/>
                </a:lnTo>
                <a:lnTo>
                  <a:pt x="1912152" y="540624"/>
                </a:lnTo>
                <a:lnTo>
                  <a:pt x="1916385" y="552526"/>
                </a:lnTo>
                <a:lnTo>
                  <a:pt x="1920617" y="564428"/>
                </a:lnTo>
                <a:lnTo>
                  <a:pt x="1924586" y="576331"/>
                </a:lnTo>
                <a:lnTo>
                  <a:pt x="1928289" y="588497"/>
                </a:lnTo>
                <a:lnTo>
                  <a:pt x="1931993" y="600664"/>
                </a:lnTo>
                <a:lnTo>
                  <a:pt x="1935432" y="612831"/>
                </a:lnTo>
                <a:lnTo>
                  <a:pt x="1938607" y="625526"/>
                </a:lnTo>
                <a:lnTo>
                  <a:pt x="1941781" y="637958"/>
                </a:lnTo>
                <a:lnTo>
                  <a:pt x="1944691" y="650918"/>
                </a:lnTo>
                <a:lnTo>
                  <a:pt x="1947337" y="663613"/>
                </a:lnTo>
                <a:lnTo>
                  <a:pt x="1950247" y="676574"/>
                </a:lnTo>
                <a:lnTo>
                  <a:pt x="1952363" y="689798"/>
                </a:lnTo>
                <a:lnTo>
                  <a:pt x="1954744" y="703023"/>
                </a:lnTo>
                <a:lnTo>
                  <a:pt x="1956596" y="716248"/>
                </a:lnTo>
                <a:lnTo>
                  <a:pt x="1958448" y="729737"/>
                </a:lnTo>
                <a:lnTo>
                  <a:pt x="1960299" y="743490"/>
                </a:lnTo>
                <a:lnTo>
                  <a:pt x="1961622" y="757244"/>
                </a:lnTo>
                <a:lnTo>
                  <a:pt x="1962945" y="770998"/>
                </a:lnTo>
                <a:lnTo>
                  <a:pt x="1964268" y="785016"/>
                </a:lnTo>
                <a:lnTo>
                  <a:pt x="1965061" y="799034"/>
                </a:lnTo>
                <a:lnTo>
                  <a:pt x="1965855" y="813317"/>
                </a:lnTo>
                <a:lnTo>
                  <a:pt x="1966384" y="827599"/>
                </a:lnTo>
                <a:lnTo>
                  <a:pt x="1966649" y="842411"/>
                </a:lnTo>
                <a:lnTo>
                  <a:pt x="1966913" y="856958"/>
                </a:lnTo>
                <a:lnTo>
                  <a:pt x="1966913" y="871769"/>
                </a:lnTo>
                <a:lnTo>
                  <a:pt x="1966649" y="886581"/>
                </a:lnTo>
                <a:lnTo>
                  <a:pt x="1966120" y="901393"/>
                </a:lnTo>
                <a:lnTo>
                  <a:pt x="1965590" y="916733"/>
                </a:lnTo>
                <a:lnTo>
                  <a:pt x="1964797" y="931809"/>
                </a:lnTo>
                <a:lnTo>
                  <a:pt x="1964003" y="947150"/>
                </a:lnTo>
                <a:lnTo>
                  <a:pt x="1962416" y="962755"/>
                </a:lnTo>
                <a:lnTo>
                  <a:pt x="1961093" y="978360"/>
                </a:lnTo>
                <a:lnTo>
                  <a:pt x="1959506" y="994230"/>
                </a:lnTo>
                <a:lnTo>
                  <a:pt x="1957654" y="1010099"/>
                </a:lnTo>
                <a:lnTo>
                  <a:pt x="1955802" y="1026233"/>
                </a:lnTo>
                <a:lnTo>
                  <a:pt x="1953950" y="1038929"/>
                </a:lnTo>
                <a:lnTo>
                  <a:pt x="1952363" y="1051360"/>
                </a:lnTo>
                <a:lnTo>
                  <a:pt x="1950247" y="1064056"/>
                </a:lnTo>
                <a:lnTo>
                  <a:pt x="1947866" y="1076752"/>
                </a:lnTo>
                <a:lnTo>
                  <a:pt x="1944956" y="1089447"/>
                </a:lnTo>
                <a:lnTo>
                  <a:pt x="1942046" y="1101879"/>
                </a:lnTo>
                <a:lnTo>
                  <a:pt x="1938607" y="1114574"/>
                </a:lnTo>
                <a:lnTo>
                  <a:pt x="1935167" y="1127005"/>
                </a:lnTo>
                <a:lnTo>
                  <a:pt x="1931199" y="1139701"/>
                </a:lnTo>
                <a:lnTo>
                  <a:pt x="1927231" y="1152132"/>
                </a:lnTo>
                <a:lnTo>
                  <a:pt x="1922998" y="1164828"/>
                </a:lnTo>
                <a:lnTo>
                  <a:pt x="1918501" y="1177524"/>
                </a:lnTo>
                <a:lnTo>
                  <a:pt x="1913210" y="1189955"/>
                </a:lnTo>
                <a:lnTo>
                  <a:pt x="1908448" y="1202386"/>
                </a:lnTo>
                <a:lnTo>
                  <a:pt x="1903157" y="1214817"/>
                </a:lnTo>
                <a:lnTo>
                  <a:pt x="1897866" y="1227513"/>
                </a:lnTo>
                <a:lnTo>
                  <a:pt x="1892311" y="1239944"/>
                </a:lnTo>
                <a:lnTo>
                  <a:pt x="1886491" y="1252111"/>
                </a:lnTo>
                <a:lnTo>
                  <a:pt x="1880142" y="1264806"/>
                </a:lnTo>
                <a:lnTo>
                  <a:pt x="1874321" y="1276973"/>
                </a:lnTo>
                <a:lnTo>
                  <a:pt x="1861359" y="1301571"/>
                </a:lnTo>
                <a:lnTo>
                  <a:pt x="1847867" y="1325904"/>
                </a:lnTo>
                <a:lnTo>
                  <a:pt x="1834110" y="1350238"/>
                </a:lnTo>
                <a:lnTo>
                  <a:pt x="1819825" y="1374306"/>
                </a:lnTo>
                <a:lnTo>
                  <a:pt x="1805274" y="1397846"/>
                </a:lnTo>
                <a:lnTo>
                  <a:pt x="1790195" y="1421386"/>
                </a:lnTo>
                <a:lnTo>
                  <a:pt x="1774851" y="1444662"/>
                </a:lnTo>
                <a:lnTo>
                  <a:pt x="1759772" y="1467673"/>
                </a:lnTo>
                <a:lnTo>
                  <a:pt x="1744164" y="1490154"/>
                </a:lnTo>
                <a:lnTo>
                  <a:pt x="1728820" y="1512636"/>
                </a:lnTo>
                <a:lnTo>
                  <a:pt x="1697868" y="1556278"/>
                </a:lnTo>
                <a:lnTo>
                  <a:pt x="1667974" y="1598332"/>
                </a:lnTo>
                <a:lnTo>
                  <a:pt x="1639403" y="1638535"/>
                </a:lnTo>
                <a:lnTo>
                  <a:pt x="1625647" y="1658108"/>
                </a:lnTo>
                <a:lnTo>
                  <a:pt x="1612419" y="1676887"/>
                </a:lnTo>
                <a:lnTo>
                  <a:pt x="1599985" y="1695401"/>
                </a:lnTo>
                <a:lnTo>
                  <a:pt x="1587816" y="1713387"/>
                </a:lnTo>
                <a:lnTo>
                  <a:pt x="1576705" y="1730843"/>
                </a:lnTo>
                <a:lnTo>
                  <a:pt x="1566388" y="1748035"/>
                </a:lnTo>
                <a:lnTo>
                  <a:pt x="1607393" y="2062253"/>
                </a:lnTo>
                <a:lnTo>
                  <a:pt x="1556070" y="2077329"/>
                </a:lnTo>
                <a:lnTo>
                  <a:pt x="1479087" y="2100605"/>
                </a:lnTo>
                <a:lnTo>
                  <a:pt x="1371681" y="2133931"/>
                </a:lnTo>
                <a:lnTo>
                  <a:pt x="1245491" y="2173076"/>
                </a:lnTo>
                <a:lnTo>
                  <a:pt x="1113217" y="2214601"/>
                </a:lnTo>
                <a:lnTo>
                  <a:pt x="986499" y="2254804"/>
                </a:lnTo>
                <a:lnTo>
                  <a:pt x="877241" y="2289188"/>
                </a:lnTo>
                <a:lnTo>
                  <a:pt x="797347" y="2314844"/>
                </a:lnTo>
                <a:lnTo>
                  <a:pt x="772480" y="2323043"/>
                </a:lnTo>
                <a:lnTo>
                  <a:pt x="759252" y="2327275"/>
                </a:lnTo>
                <a:lnTo>
                  <a:pt x="710046" y="2094521"/>
                </a:lnTo>
                <a:lnTo>
                  <a:pt x="701846" y="2097431"/>
                </a:lnTo>
                <a:lnTo>
                  <a:pt x="680153" y="2105630"/>
                </a:lnTo>
                <a:lnTo>
                  <a:pt x="664544" y="2110920"/>
                </a:lnTo>
                <a:lnTo>
                  <a:pt x="646820" y="2117003"/>
                </a:lnTo>
                <a:lnTo>
                  <a:pt x="626978" y="2123351"/>
                </a:lnTo>
                <a:lnTo>
                  <a:pt x="605550" y="2129699"/>
                </a:lnTo>
                <a:lnTo>
                  <a:pt x="582799" y="2136576"/>
                </a:lnTo>
                <a:lnTo>
                  <a:pt x="559254" y="2142923"/>
                </a:lnTo>
                <a:lnTo>
                  <a:pt x="535180" y="2149007"/>
                </a:lnTo>
                <a:lnTo>
                  <a:pt x="523011" y="2151652"/>
                </a:lnTo>
                <a:lnTo>
                  <a:pt x="511107" y="2154297"/>
                </a:lnTo>
                <a:lnTo>
                  <a:pt x="498937" y="2156413"/>
                </a:lnTo>
                <a:lnTo>
                  <a:pt x="486768" y="2158793"/>
                </a:lnTo>
                <a:lnTo>
                  <a:pt x="475128" y="2160644"/>
                </a:lnTo>
                <a:lnTo>
                  <a:pt x="463488" y="2162496"/>
                </a:lnTo>
                <a:lnTo>
                  <a:pt x="452112" y="2163554"/>
                </a:lnTo>
                <a:lnTo>
                  <a:pt x="441001" y="2164612"/>
                </a:lnTo>
                <a:lnTo>
                  <a:pt x="430419" y="2165141"/>
                </a:lnTo>
                <a:lnTo>
                  <a:pt x="420102" y="2165141"/>
                </a:lnTo>
                <a:lnTo>
                  <a:pt x="410049" y="2164876"/>
                </a:lnTo>
                <a:lnTo>
                  <a:pt x="400261" y="2164083"/>
                </a:lnTo>
                <a:lnTo>
                  <a:pt x="391002" y="2162760"/>
                </a:lnTo>
                <a:lnTo>
                  <a:pt x="382272" y="2160644"/>
                </a:lnTo>
                <a:lnTo>
                  <a:pt x="373806" y="2158264"/>
                </a:lnTo>
                <a:lnTo>
                  <a:pt x="365870" y="2155355"/>
                </a:lnTo>
                <a:lnTo>
                  <a:pt x="357933" y="2151916"/>
                </a:lnTo>
                <a:lnTo>
                  <a:pt x="350790" y="2148213"/>
                </a:lnTo>
                <a:lnTo>
                  <a:pt x="343648" y="2144246"/>
                </a:lnTo>
                <a:lnTo>
                  <a:pt x="337034" y="2139749"/>
                </a:lnTo>
                <a:lnTo>
                  <a:pt x="330685" y="2135253"/>
                </a:lnTo>
                <a:lnTo>
                  <a:pt x="324600" y="2129963"/>
                </a:lnTo>
                <a:lnTo>
                  <a:pt x="319045" y="2124938"/>
                </a:lnTo>
                <a:lnTo>
                  <a:pt x="313489" y="2119384"/>
                </a:lnTo>
                <a:lnTo>
                  <a:pt x="308463" y="2114094"/>
                </a:lnTo>
                <a:lnTo>
                  <a:pt x="303966" y="2108539"/>
                </a:lnTo>
                <a:lnTo>
                  <a:pt x="299468" y="2102456"/>
                </a:lnTo>
                <a:lnTo>
                  <a:pt x="295500" y="2096902"/>
                </a:lnTo>
                <a:lnTo>
                  <a:pt x="291796" y="2091083"/>
                </a:lnTo>
                <a:lnTo>
                  <a:pt x="288357" y="2085264"/>
                </a:lnTo>
                <a:lnTo>
                  <a:pt x="285183" y="2079445"/>
                </a:lnTo>
                <a:lnTo>
                  <a:pt x="282537" y="2073891"/>
                </a:lnTo>
                <a:lnTo>
                  <a:pt x="279892" y="2068336"/>
                </a:lnTo>
                <a:lnTo>
                  <a:pt x="277511" y="2062782"/>
                </a:lnTo>
                <a:lnTo>
                  <a:pt x="275394" y="2057757"/>
                </a:lnTo>
                <a:lnTo>
                  <a:pt x="273807" y="2052467"/>
                </a:lnTo>
                <a:lnTo>
                  <a:pt x="272220" y="2047706"/>
                </a:lnTo>
                <a:lnTo>
                  <a:pt x="271162" y="2042945"/>
                </a:lnTo>
                <a:lnTo>
                  <a:pt x="270103" y="2038713"/>
                </a:lnTo>
                <a:lnTo>
                  <a:pt x="269574" y="2035275"/>
                </a:lnTo>
                <a:lnTo>
                  <a:pt x="269310" y="2031572"/>
                </a:lnTo>
                <a:lnTo>
                  <a:pt x="269045" y="2028398"/>
                </a:lnTo>
                <a:lnTo>
                  <a:pt x="269045" y="2025489"/>
                </a:lnTo>
                <a:lnTo>
                  <a:pt x="269310" y="2022050"/>
                </a:lnTo>
                <a:lnTo>
                  <a:pt x="270632" y="2013851"/>
                </a:lnTo>
                <a:lnTo>
                  <a:pt x="272484" y="2004329"/>
                </a:lnTo>
                <a:lnTo>
                  <a:pt x="274865" y="1993749"/>
                </a:lnTo>
                <a:lnTo>
                  <a:pt x="280156" y="1969680"/>
                </a:lnTo>
                <a:lnTo>
                  <a:pt x="282802" y="1957249"/>
                </a:lnTo>
                <a:lnTo>
                  <a:pt x="284918" y="1944289"/>
                </a:lnTo>
                <a:lnTo>
                  <a:pt x="285712" y="1937677"/>
                </a:lnTo>
                <a:lnTo>
                  <a:pt x="286770" y="1931329"/>
                </a:lnTo>
                <a:lnTo>
                  <a:pt x="287034" y="1924981"/>
                </a:lnTo>
                <a:lnTo>
                  <a:pt x="287299" y="1918633"/>
                </a:lnTo>
                <a:lnTo>
                  <a:pt x="287564" y="1912285"/>
                </a:lnTo>
                <a:lnTo>
                  <a:pt x="287299" y="1906202"/>
                </a:lnTo>
                <a:lnTo>
                  <a:pt x="286770" y="1900383"/>
                </a:lnTo>
                <a:lnTo>
                  <a:pt x="285712" y="1894564"/>
                </a:lnTo>
                <a:lnTo>
                  <a:pt x="284654" y="1889010"/>
                </a:lnTo>
                <a:lnTo>
                  <a:pt x="283066" y="1883985"/>
                </a:lnTo>
                <a:lnTo>
                  <a:pt x="280950" y="1878695"/>
                </a:lnTo>
                <a:lnTo>
                  <a:pt x="278569" y="1873934"/>
                </a:lnTo>
                <a:lnTo>
                  <a:pt x="275659" y="1869438"/>
                </a:lnTo>
                <a:lnTo>
                  <a:pt x="272220" y="1865735"/>
                </a:lnTo>
                <a:lnTo>
                  <a:pt x="268781" y="1862032"/>
                </a:lnTo>
                <a:lnTo>
                  <a:pt x="264283" y="1858593"/>
                </a:lnTo>
                <a:lnTo>
                  <a:pt x="235712" y="1840343"/>
                </a:lnTo>
                <a:lnTo>
                  <a:pt x="215077" y="1826854"/>
                </a:lnTo>
                <a:lnTo>
                  <a:pt x="198146" y="1816274"/>
                </a:lnTo>
                <a:lnTo>
                  <a:pt x="194443" y="1807017"/>
                </a:lnTo>
                <a:lnTo>
                  <a:pt x="191004" y="1797231"/>
                </a:lnTo>
                <a:lnTo>
                  <a:pt x="187300" y="1785064"/>
                </a:lnTo>
                <a:lnTo>
                  <a:pt x="185448" y="1778981"/>
                </a:lnTo>
                <a:lnTo>
                  <a:pt x="184125" y="1772369"/>
                </a:lnTo>
                <a:lnTo>
                  <a:pt x="182803" y="1766285"/>
                </a:lnTo>
                <a:lnTo>
                  <a:pt x="182009" y="1759937"/>
                </a:lnTo>
                <a:lnTo>
                  <a:pt x="181744" y="1754383"/>
                </a:lnTo>
                <a:lnTo>
                  <a:pt x="181744" y="1749093"/>
                </a:lnTo>
                <a:lnTo>
                  <a:pt x="182009" y="1746977"/>
                </a:lnTo>
                <a:lnTo>
                  <a:pt x="182538" y="1744597"/>
                </a:lnTo>
                <a:lnTo>
                  <a:pt x="183067" y="1742745"/>
                </a:lnTo>
                <a:lnTo>
                  <a:pt x="183861" y="1740629"/>
                </a:lnTo>
                <a:lnTo>
                  <a:pt x="186242" y="1737191"/>
                </a:lnTo>
                <a:lnTo>
                  <a:pt x="188623" y="1734017"/>
                </a:lnTo>
                <a:lnTo>
                  <a:pt x="191797" y="1730579"/>
                </a:lnTo>
                <a:lnTo>
                  <a:pt x="194707" y="1727140"/>
                </a:lnTo>
                <a:lnTo>
                  <a:pt x="201586" y="1720792"/>
                </a:lnTo>
                <a:lnTo>
                  <a:pt x="208199" y="1714445"/>
                </a:lnTo>
                <a:lnTo>
                  <a:pt x="214548" y="1709155"/>
                </a:lnTo>
                <a:lnTo>
                  <a:pt x="219310" y="1704394"/>
                </a:lnTo>
                <a:lnTo>
                  <a:pt x="220897" y="1702542"/>
                </a:lnTo>
                <a:lnTo>
                  <a:pt x="221691" y="1700691"/>
                </a:lnTo>
                <a:lnTo>
                  <a:pt x="222220" y="1699369"/>
                </a:lnTo>
                <a:lnTo>
                  <a:pt x="221956" y="1698840"/>
                </a:lnTo>
                <a:lnTo>
                  <a:pt x="221691" y="1698311"/>
                </a:lnTo>
                <a:lnTo>
                  <a:pt x="220104" y="1697253"/>
                </a:lnTo>
                <a:lnTo>
                  <a:pt x="216929" y="1695666"/>
                </a:lnTo>
                <a:lnTo>
                  <a:pt x="207141" y="1691169"/>
                </a:lnTo>
                <a:lnTo>
                  <a:pt x="193914" y="1686144"/>
                </a:lnTo>
                <a:lnTo>
                  <a:pt x="178834" y="1680061"/>
                </a:lnTo>
                <a:lnTo>
                  <a:pt x="163491" y="1674242"/>
                </a:lnTo>
                <a:lnTo>
                  <a:pt x="148940" y="1668158"/>
                </a:lnTo>
                <a:lnTo>
                  <a:pt x="137300" y="1663133"/>
                </a:lnTo>
                <a:lnTo>
                  <a:pt x="132803" y="1661282"/>
                </a:lnTo>
                <a:lnTo>
                  <a:pt x="129628" y="1659166"/>
                </a:lnTo>
                <a:lnTo>
                  <a:pt x="128570" y="1658372"/>
                </a:lnTo>
                <a:lnTo>
                  <a:pt x="127248" y="1657314"/>
                </a:lnTo>
                <a:lnTo>
                  <a:pt x="124602" y="1654140"/>
                </a:lnTo>
                <a:lnTo>
                  <a:pt x="122221" y="1649908"/>
                </a:lnTo>
                <a:lnTo>
                  <a:pt x="119576" y="1645147"/>
                </a:lnTo>
                <a:lnTo>
                  <a:pt x="116930" y="1639593"/>
                </a:lnTo>
                <a:lnTo>
                  <a:pt x="115078" y="1633774"/>
                </a:lnTo>
                <a:lnTo>
                  <a:pt x="112697" y="1627162"/>
                </a:lnTo>
                <a:lnTo>
                  <a:pt x="111375" y="1620814"/>
                </a:lnTo>
                <a:lnTo>
                  <a:pt x="110052" y="1613937"/>
                </a:lnTo>
                <a:lnTo>
                  <a:pt x="109258" y="1607589"/>
                </a:lnTo>
                <a:lnTo>
                  <a:pt x="108994" y="1601506"/>
                </a:lnTo>
                <a:lnTo>
                  <a:pt x="109258" y="1595158"/>
                </a:lnTo>
                <a:lnTo>
                  <a:pt x="109523" y="1592513"/>
                </a:lnTo>
                <a:lnTo>
                  <a:pt x="110052" y="1589868"/>
                </a:lnTo>
                <a:lnTo>
                  <a:pt x="110846" y="1587488"/>
                </a:lnTo>
                <a:lnTo>
                  <a:pt x="111639" y="1585107"/>
                </a:lnTo>
                <a:lnTo>
                  <a:pt x="112697" y="1582992"/>
                </a:lnTo>
                <a:lnTo>
                  <a:pt x="114285" y="1581140"/>
                </a:lnTo>
                <a:lnTo>
                  <a:pt x="115607" y="1579553"/>
                </a:lnTo>
                <a:lnTo>
                  <a:pt x="117195" y="1578231"/>
                </a:lnTo>
                <a:lnTo>
                  <a:pt x="120898" y="1575321"/>
                </a:lnTo>
                <a:lnTo>
                  <a:pt x="124338" y="1572412"/>
                </a:lnTo>
                <a:lnTo>
                  <a:pt x="127512" y="1569502"/>
                </a:lnTo>
                <a:lnTo>
                  <a:pt x="130158" y="1566328"/>
                </a:lnTo>
                <a:lnTo>
                  <a:pt x="132803" y="1563155"/>
                </a:lnTo>
                <a:lnTo>
                  <a:pt x="134655" y="1560245"/>
                </a:lnTo>
                <a:lnTo>
                  <a:pt x="136771" y="1556807"/>
                </a:lnTo>
                <a:lnTo>
                  <a:pt x="138094" y="1553368"/>
                </a:lnTo>
                <a:lnTo>
                  <a:pt x="139417" y="1549930"/>
                </a:lnTo>
                <a:lnTo>
                  <a:pt x="140475" y="1546756"/>
                </a:lnTo>
                <a:lnTo>
                  <a:pt x="141004" y="1543318"/>
                </a:lnTo>
                <a:lnTo>
                  <a:pt x="141004" y="1539879"/>
                </a:lnTo>
                <a:lnTo>
                  <a:pt x="141004" y="1536705"/>
                </a:lnTo>
                <a:lnTo>
                  <a:pt x="140475" y="1533531"/>
                </a:lnTo>
                <a:lnTo>
                  <a:pt x="139417" y="1530093"/>
                </a:lnTo>
                <a:lnTo>
                  <a:pt x="138359" y="1526919"/>
                </a:lnTo>
                <a:lnTo>
                  <a:pt x="136771" y="1524010"/>
                </a:lnTo>
                <a:lnTo>
                  <a:pt x="134655" y="1521100"/>
                </a:lnTo>
                <a:lnTo>
                  <a:pt x="132539" y="1518455"/>
                </a:lnTo>
                <a:lnTo>
                  <a:pt x="129628" y="1515546"/>
                </a:lnTo>
                <a:lnTo>
                  <a:pt x="126718" y="1512901"/>
                </a:lnTo>
                <a:lnTo>
                  <a:pt x="123279" y="1510520"/>
                </a:lnTo>
                <a:lnTo>
                  <a:pt x="119576" y="1508404"/>
                </a:lnTo>
                <a:lnTo>
                  <a:pt x="115343" y="1506289"/>
                </a:lnTo>
                <a:lnTo>
                  <a:pt x="110581" y="1504702"/>
                </a:lnTo>
                <a:lnTo>
                  <a:pt x="105555" y="1502850"/>
                </a:lnTo>
                <a:lnTo>
                  <a:pt x="100264" y="1501792"/>
                </a:lnTo>
                <a:lnTo>
                  <a:pt x="94179" y="1500734"/>
                </a:lnTo>
                <a:lnTo>
                  <a:pt x="88094" y="1499676"/>
                </a:lnTo>
                <a:lnTo>
                  <a:pt x="81481" y="1499147"/>
                </a:lnTo>
                <a:lnTo>
                  <a:pt x="74338" y="1498883"/>
                </a:lnTo>
                <a:lnTo>
                  <a:pt x="66666" y="1498883"/>
                </a:lnTo>
                <a:lnTo>
                  <a:pt x="60846" y="1498883"/>
                </a:lnTo>
                <a:lnTo>
                  <a:pt x="55026" y="1498354"/>
                </a:lnTo>
                <a:lnTo>
                  <a:pt x="49735" y="1497560"/>
                </a:lnTo>
                <a:lnTo>
                  <a:pt x="44709" y="1496238"/>
                </a:lnTo>
                <a:lnTo>
                  <a:pt x="39947" y="1494386"/>
                </a:lnTo>
                <a:lnTo>
                  <a:pt x="35449" y="1492270"/>
                </a:lnTo>
                <a:lnTo>
                  <a:pt x="31217" y="1489625"/>
                </a:lnTo>
                <a:lnTo>
                  <a:pt x="27248" y="1486981"/>
                </a:lnTo>
                <a:lnTo>
                  <a:pt x="23545" y="1483807"/>
                </a:lnTo>
                <a:lnTo>
                  <a:pt x="20106" y="1480368"/>
                </a:lnTo>
                <a:lnTo>
                  <a:pt x="17196" y="1476665"/>
                </a:lnTo>
                <a:lnTo>
                  <a:pt x="14286" y="1472962"/>
                </a:lnTo>
                <a:lnTo>
                  <a:pt x="11640" y="1468995"/>
                </a:lnTo>
                <a:lnTo>
                  <a:pt x="9524" y="1464499"/>
                </a:lnTo>
                <a:lnTo>
                  <a:pt x="7407" y="1460002"/>
                </a:lnTo>
                <a:lnTo>
                  <a:pt x="5820" y="1455506"/>
                </a:lnTo>
                <a:lnTo>
                  <a:pt x="4233" y="1450745"/>
                </a:lnTo>
                <a:lnTo>
                  <a:pt x="2910" y="1445720"/>
                </a:lnTo>
                <a:lnTo>
                  <a:pt x="1852" y="1440959"/>
                </a:lnTo>
                <a:lnTo>
                  <a:pt x="1058" y="1435669"/>
                </a:lnTo>
                <a:lnTo>
                  <a:pt x="529" y="1430643"/>
                </a:lnTo>
                <a:lnTo>
                  <a:pt x="265" y="1425354"/>
                </a:lnTo>
                <a:lnTo>
                  <a:pt x="0" y="1420328"/>
                </a:lnTo>
                <a:lnTo>
                  <a:pt x="0" y="1415303"/>
                </a:lnTo>
                <a:lnTo>
                  <a:pt x="265" y="1410278"/>
                </a:lnTo>
                <a:lnTo>
                  <a:pt x="794" y="1405252"/>
                </a:lnTo>
                <a:lnTo>
                  <a:pt x="1323" y="1400227"/>
                </a:lnTo>
                <a:lnTo>
                  <a:pt x="2116" y="1395466"/>
                </a:lnTo>
                <a:lnTo>
                  <a:pt x="2910" y="1390705"/>
                </a:lnTo>
                <a:lnTo>
                  <a:pt x="4233" y="1386209"/>
                </a:lnTo>
                <a:lnTo>
                  <a:pt x="5556" y="1381977"/>
                </a:lnTo>
                <a:lnTo>
                  <a:pt x="6878" y="1377745"/>
                </a:lnTo>
                <a:lnTo>
                  <a:pt x="11640" y="1365843"/>
                </a:lnTo>
                <a:lnTo>
                  <a:pt x="19048" y="1349444"/>
                </a:lnTo>
                <a:lnTo>
                  <a:pt x="39947" y="1303687"/>
                </a:lnTo>
                <a:lnTo>
                  <a:pt x="65608" y="1245763"/>
                </a:lnTo>
                <a:lnTo>
                  <a:pt x="79629" y="1214288"/>
                </a:lnTo>
                <a:lnTo>
                  <a:pt x="93650" y="1182020"/>
                </a:lnTo>
                <a:lnTo>
                  <a:pt x="107406" y="1149487"/>
                </a:lnTo>
                <a:lnTo>
                  <a:pt x="120634" y="1117484"/>
                </a:lnTo>
                <a:lnTo>
                  <a:pt x="133068" y="1086802"/>
                </a:lnTo>
                <a:lnTo>
                  <a:pt x="138623" y="1072255"/>
                </a:lnTo>
                <a:lnTo>
                  <a:pt x="143914" y="1057973"/>
                </a:lnTo>
                <a:lnTo>
                  <a:pt x="148411" y="1044748"/>
                </a:lnTo>
                <a:lnTo>
                  <a:pt x="152909" y="1031788"/>
                </a:lnTo>
                <a:lnTo>
                  <a:pt x="156612" y="1019886"/>
                </a:lnTo>
                <a:lnTo>
                  <a:pt x="159787" y="1009041"/>
                </a:lnTo>
                <a:lnTo>
                  <a:pt x="162168" y="999255"/>
                </a:lnTo>
                <a:lnTo>
                  <a:pt x="164020" y="990527"/>
                </a:lnTo>
                <a:lnTo>
                  <a:pt x="164813" y="982857"/>
                </a:lnTo>
                <a:lnTo>
                  <a:pt x="165078" y="979683"/>
                </a:lnTo>
                <a:lnTo>
                  <a:pt x="165078" y="976509"/>
                </a:lnTo>
                <a:lnTo>
                  <a:pt x="164549" y="965929"/>
                </a:lnTo>
                <a:lnTo>
                  <a:pt x="163755" y="956143"/>
                </a:lnTo>
                <a:lnTo>
                  <a:pt x="162697" y="947944"/>
                </a:lnTo>
                <a:lnTo>
                  <a:pt x="161374" y="940273"/>
                </a:lnTo>
                <a:lnTo>
                  <a:pt x="160051" y="933396"/>
                </a:lnTo>
                <a:lnTo>
                  <a:pt x="158729" y="927578"/>
                </a:lnTo>
                <a:lnTo>
                  <a:pt x="157141" y="922288"/>
                </a:lnTo>
                <a:lnTo>
                  <a:pt x="155554" y="917527"/>
                </a:lnTo>
                <a:lnTo>
                  <a:pt x="152380" y="908799"/>
                </a:lnTo>
                <a:lnTo>
                  <a:pt x="149999" y="900864"/>
                </a:lnTo>
                <a:lnTo>
                  <a:pt x="148940" y="897425"/>
                </a:lnTo>
                <a:lnTo>
                  <a:pt x="148147" y="893458"/>
                </a:lnTo>
                <a:lnTo>
                  <a:pt x="147618" y="889226"/>
                </a:lnTo>
                <a:lnTo>
                  <a:pt x="147353" y="884730"/>
                </a:lnTo>
                <a:lnTo>
                  <a:pt x="147618" y="861190"/>
                </a:lnTo>
                <a:lnTo>
                  <a:pt x="148411" y="837385"/>
                </a:lnTo>
                <a:lnTo>
                  <a:pt x="149734" y="814374"/>
                </a:lnTo>
                <a:lnTo>
                  <a:pt x="151321" y="791364"/>
                </a:lnTo>
                <a:lnTo>
                  <a:pt x="153438" y="768617"/>
                </a:lnTo>
                <a:lnTo>
                  <a:pt x="156083" y="745871"/>
                </a:lnTo>
                <a:lnTo>
                  <a:pt x="159258" y="723653"/>
                </a:lnTo>
                <a:lnTo>
                  <a:pt x="162697" y="701700"/>
                </a:lnTo>
                <a:lnTo>
                  <a:pt x="166665" y="679747"/>
                </a:lnTo>
                <a:lnTo>
                  <a:pt x="171163" y="657795"/>
                </a:lnTo>
                <a:lnTo>
                  <a:pt x="176189" y="636371"/>
                </a:lnTo>
                <a:lnTo>
                  <a:pt x="181744" y="615476"/>
                </a:lnTo>
                <a:lnTo>
                  <a:pt x="187300" y="594316"/>
                </a:lnTo>
                <a:lnTo>
                  <a:pt x="193649" y="573686"/>
                </a:lnTo>
                <a:lnTo>
                  <a:pt x="200263" y="553320"/>
                </a:lnTo>
                <a:lnTo>
                  <a:pt x="207406" y="533218"/>
                </a:lnTo>
                <a:lnTo>
                  <a:pt x="215077" y="513117"/>
                </a:lnTo>
                <a:lnTo>
                  <a:pt x="223014" y="493809"/>
                </a:lnTo>
                <a:lnTo>
                  <a:pt x="231215" y="474501"/>
                </a:lnTo>
                <a:lnTo>
                  <a:pt x="239945" y="455457"/>
                </a:lnTo>
                <a:lnTo>
                  <a:pt x="249204" y="436943"/>
                </a:lnTo>
                <a:lnTo>
                  <a:pt x="259257" y="418428"/>
                </a:lnTo>
                <a:lnTo>
                  <a:pt x="269045" y="400443"/>
                </a:lnTo>
                <a:lnTo>
                  <a:pt x="279627" y="382722"/>
                </a:lnTo>
                <a:lnTo>
                  <a:pt x="290209" y="365265"/>
                </a:lnTo>
                <a:lnTo>
                  <a:pt x="301585" y="348073"/>
                </a:lnTo>
                <a:lnTo>
                  <a:pt x="313225" y="331410"/>
                </a:lnTo>
                <a:lnTo>
                  <a:pt x="325394" y="315011"/>
                </a:lnTo>
                <a:lnTo>
                  <a:pt x="337828" y="299142"/>
                </a:lnTo>
                <a:lnTo>
                  <a:pt x="350261" y="283272"/>
                </a:lnTo>
                <a:lnTo>
                  <a:pt x="363489" y="267932"/>
                </a:lnTo>
                <a:lnTo>
                  <a:pt x="376981" y="252856"/>
                </a:lnTo>
                <a:lnTo>
                  <a:pt x="391002" y="238044"/>
                </a:lnTo>
                <a:lnTo>
                  <a:pt x="405552" y="224026"/>
                </a:lnTo>
                <a:lnTo>
                  <a:pt x="420102" y="210008"/>
                </a:lnTo>
                <a:lnTo>
                  <a:pt x="434917" y="196519"/>
                </a:lnTo>
                <a:lnTo>
                  <a:pt x="450261" y="183558"/>
                </a:lnTo>
                <a:lnTo>
                  <a:pt x="466133" y="171127"/>
                </a:lnTo>
                <a:lnTo>
                  <a:pt x="482006" y="158696"/>
                </a:lnTo>
                <a:lnTo>
                  <a:pt x="498673" y="146794"/>
                </a:lnTo>
                <a:lnTo>
                  <a:pt x="515339" y="135421"/>
                </a:lnTo>
                <a:lnTo>
                  <a:pt x="532270" y="124312"/>
                </a:lnTo>
                <a:lnTo>
                  <a:pt x="549731" y="113732"/>
                </a:lnTo>
                <a:lnTo>
                  <a:pt x="567455" y="103681"/>
                </a:lnTo>
                <a:lnTo>
                  <a:pt x="585709" y="93895"/>
                </a:lnTo>
                <a:lnTo>
                  <a:pt x="603963" y="84638"/>
                </a:lnTo>
                <a:lnTo>
                  <a:pt x="622746" y="75645"/>
                </a:lnTo>
                <a:lnTo>
                  <a:pt x="641793" y="67446"/>
                </a:lnTo>
                <a:lnTo>
                  <a:pt x="661105" y="59247"/>
                </a:lnTo>
                <a:lnTo>
                  <a:pt x="680946" y="51841"/>
                </a:lnTo>
                <a:lnTo>
                  <a:pt x="700787" y="44964"/>
                </a:lnTo>
                <a:lnTo>
                  <a:pt x="721157" y="38616"/>
                </a:lnTo>
                <a:lnTo>
                  <a:pt x="741528" y="32533"/>
                </a:lnTo>
                <a:lnTo>
                  <a:pt x="762427" y="26978"/>
                </a:lnTo>
                <a:lnTo>
                  <a:pt x="783326" y="21953"/>
                </a:lnTo>
                <a:lnTo>
                  <a:pt x="805019" y="17457"/>
                </a:lnTo>
                <a:lnTo>
                  <a:pt x="826712" y="13489"/>
                </a:lnTo>
                <a:lnTo>
                  <a:pt x="848405" y="9786"/>
                </a:lnTo>
                <a:lnTo>
                  <a:pt x="870627" y="7141"/>
                </a:lnTo>
                <a:lnTo>
                  <a:pt x="893378" y="4497"/>
                </a:lnTo>
                <a:lnTo>
                  <a:pt x="916129" y="2645"/>
                </a:lnTo>
                <a:lnTo>
                  <a:pt x="939145" y="1058"/>
                </a:lnTo>
                <a:lnTo>
                  <a:pt x="962425" y="265"/>
                </a:lnTo>
                <a:lnTo>
                  <a:pt x="98623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4" name="KSO_Shape">
            <a:extLst>
              <a:ext uri="{FF2B5EF4-FFF2-40B4-BE49-F238E27FC236}">
                <a16:creationId xmlns:a16="http://schemas.microsoft.com/office/drawing/2014/main" id="{2AB679BC-096B-4A48-84CE-0DEAFCED2462}"/>
              </a:ext>
            </a:extLst>
          </p:cNvPr>
          <p:cNvSpPr>
            <a:spLocks/>
          </p:cNvSpPr>
          <p:nvPr/>
        </p:nvSpPr>
        <p:spPr bwMode="auto">
          <a:xfrm>
            <a:off x="8145624" y="5656128"/>
            <a:ext cx="589831" cy="650549"/>
          </a:xfrm>
          <a:custGeom>
            <a:avLst/>
            <a:gdLst>
              <a:gd name="T0" fmla="*/ 1087103 w 2087563"/>
              <a:gd name="T1" fmla="*/ 1121484 h 2301875"/>
              <a:gd name="T2" fmla="*/ 1274364 w 2087563"/>
              <a:gd name="T3" fmla="*/ 983302 h 2301875"/>
              <a:gd name="T4" fmla="*/ 987564 w 2087563"/>
              <a:gd name="T5" fmla="*/ 1138298 h 2301875"/>
              <a:gd name="T6" fmla="*/ 625386 w 2087563"/>
              <a:gd name="T7" fmla="*/ 988031 h 2301875"/>
              <a:gd name="T8" fmla="*/ 753028 w 2087563"/>
              <a:gd name="T9" fmla="*/ 1156424 h 2301875"/>
              <a:gd name="T10" fmla="*/ 488289 w 2087563"/>
              <a:gd name="T11" fmla="*/ 1030589 h 2301875"/>
              <a:gd name="T12" fmla="*/ 606476 w 2087563"/>
              <a:gd name="T13" fmla="*/ 1085757 h 2301875"/>
              <a:gd name="T14" fmla="*/ 1663953 w 2087563"/>
              <a:gd name="T15" fmla="*/ 838990 h 2301875"/>
              <a:gd name="T16" fmla="*/ 1726412 w 2087563"/>
              <a:gd name="T17" fmla="*/ 901587 h 2301875"/>
              <a:gd name="T18" fmla="*/ 958788 w 2087563"/>
              <a:gd name="T19" fmla="*/ 1531252 h 2301875"/>
              <a:gd name="T20" fmla="*/ 1298905 w 2087563"/>
              <a:gd name="T21" fmla="*/ 1204321 h 2301875"/>
              <a:gd name="T22" fmla="*/ 1396005 w 2087563"/>
              <a:gd name="T23" fmla="*/ 1204321 h 2301875"/>
              <a:gd name="T24" fmla="*/ 1416213 w 2087563"/>
              <a:gd name="T25" fmla="*/ 1291116 h 2301875"/>
              <a:gd name="T26" fmla="*/ 1201541 w 2087563"/>
              <a:gd name="T27" fmla="*/ 1560710 h 2301875"/>
              <a:gd name="T28" fmla="*/ 1578661 w 2087563"/>
              <a:gd name="T29" fmla="*/ 905269 h 2301875"/>
              <a:gd name="T30" fmla="*/ 1637709 w 2087563"/>
              <a:gd name="T31" fmla="*/ 839515 h 2301875"/>
              <a:gd name="T32" fmla="*/ 127282 w 2087563"/>
              <a:gd name="T33" fmla="*/ 860031 h 2301875"/>
              <a:gd name="T34" fmla="*/ 510700 w 2087563"/>
              <a:gd name="T35" fmla="*/ 1603056 h 2301875"/>
              <a:gd name="T36" fmla="*/ 518574 w 2087563"/>
              <a:gd name="T37" fmla="*/ 1539142 h 2301875"/>
              <a:gd name="T38" fmla="*/ 307838 w 2087563"/>
              <a:gd name="T39" fmla="*/ 1241407 h 2301875"/>
              <a:gd name="T40" fmla="*/ 373446 w 2087563"/>
              <a:gd name="T41" fmla="*/ 1186699 h 2301875"/>
              <a:gd name="T42" fmla="*/ 725899 w 2087563"/>
              <a:gd name="T43" fmla="*/ 1463657 h 2301875"/>
              <a:gd name="T44" fmla="*/ 804367 w 2087563"/>
              <a:gd name="T45" fmla="*/ 1859235 h 2301875"/>
              <a:gd name="T46" fmla="*/ 17058 w 2087563"/>
              <a:gd name="T47" fmla="*/ 865291 h 2301875"/>
              <a:gd name="T48" fmla="*/ 1221311 w 2087563"/>
              <a:gd name="T49" fmla="*/ 720072 h 2301875"/>
              <a:gd name="T50" fmla="*/ 1341073 w 2087563"/>
              <a:gd name="T51" fmla="*/ 882686 h 2301875"/>
              <a:gd name="T52" fmla="*/ 889337 w 2087563"/>
              <a:gd name="T53" fmla="*/ 672785 h 2301875"/>
              <a:gd name="T54" fmla="*/ 1161167 w 2087563"/>
              <a:gd name="T55" fmla="*/ 704573 h 2301875"/>
              <a:gd name="T56" fmla="*/ 579950 w 2087563"/>
              <a:gd name="T57" fmla="*/ 854314 h 2301875"/>
              <a:gd name="T58" fmla="*/ 341475 w 2087563"/>
              <a:gd name="T59" fmla="*/ 796782 h 2301875"/>
              <a:gd name="T60" fmla="*/ 507987 w 2087563"/>
              <a:gd name="T61" fmla="*/ 810967 h 2301875"/>
              <a:gd name="T62" fmla="*/ 1206603 w 2087563"/>
              <a:gd name="T63" fmla="*/ 438979 h 2301875"/>
              <a:gd name="T64" fmla="*/ 1393863 w 2087563"/>
              <a:gd name="T65" fmla="*/ 546162 h 2301875"/>
              <a:gd name="T66" fmla="*/ 1163268 w 2087563"/>
              <a:gd name="T67" fmla="*/ 611575 h 2301875"/>
              <a:gd name="T68" fmla="*/ 1125185 w 2087563"/>
              <a:gd name="T69" fmla="*/ 367260 h 2301875"/>
              <a:gd name="T70" fmla="*/ 556050 w 2087563"/>
              <a:gd name="T71" fmla="*/ 579000 h 2301875"/>
              <a:gd name="T72" fmla="*/ 330182 w 2087563"/>
              <a:gd name="T73" fmla="*/ 514375 h 2301875"/>
              <a:gd name="T74" fmla="*/ 506149 w 2087563"/>
              <a:gd name="T75" fmla="*/ 468927 h 2301875"/>
              <a:gd name="T76" fmla="*/ 1124660 w 2087563"/>
              <a:gd name="T77" fmla="*/ 205172 h 2301875"/>
              <a:gd name="T78" fmla="*/ 1221836 w 2087563"/>
              <a:gd name="T79" fmla="*/ 231967 h 2301875"/>
              <a:gd name="T80" fmla="*/ 562878 w 2087563"/>
              <a:gd name="T81" fmla="*/ 180215 h 2301875"/>
              <a:gd name="T82" fmla="*/ 566555 w 2087563"/>
              <a:gd name="T83" fmla="*/ 259026 h 2301875"/>
              <a:gd name="T84" fmla="*/ 1095770 w 2087563"/>
              <a:gd name="T85" fmla="*/ 287924 h 2301875"/>
              <a:gd name="T86" fmla="*/ 971542 w 2087563"/>
              <a:gd name="T87" fmla="*/ 117691 h 2301875"/>
              <a:gd name="T88" fmla="*/ 764321 w 2087563"/>
              <a:gd name="T89" fmla="*/ 105607 h 2301875"/>
              <a:gd name="T90" fmla="*/ 647711 w 2087563"/>
              <a:gd name="T91" fmla="*/ 236959 h 2301875"/>
              <a:gd name="T92" fmla="*/ 986775 w 2087563"/>
              <a:gd name="T93" fmla="*/ 12872 h 2301875"/>
              <a:gd name="T94" fmla="*/ 1213432 w 2087563"/>
              <a:gd name="T95" fmla="*/ 108497 h 2301875"/>
              <a:gd name="T96" fmla="*/ 1385197 w 2087563"/>
              <a:gd name="T97" fmla="*/ 280043 h 2301875"/>
              <a:gd name="T98" fmla="*/ 1480534 w 2087563"/>
              <a:gd name="T99" fmla="*/ 506757 h 2301875"/>
              <a:gd name="T100" fmla="*/ 1480534 w 2087563"/>
              <a:gd name="T101" fmla="*/ 762367 h 2301875"/>
              <a:gd name="T102" fmla="*/ 1385197 w 2087563"/>
              <a:gd name="T103" fmla="*/ 989081 h 2301875"/>
              <a:gd name="T104" fmla="*/ 1213432 w 2087563"/>
              <a:gd name="T105" fmla="*/ 1160628 h 2301875"/>
              <a:gd name="T106" fmla="*/ 986775 w 2087563"/>
              <a:gd name="T107" fmla="*/ 1256514 h 2301875"/>
              <a:gd name="T108" fmla="*/ 731492 w 2087563"/>
              <a:gd name="T109" fmla="*/ 1256514 h 2301875"/>
              <a:gd name="T110" fmla="*/ 504573 w 2087563"/>
              <a:gd name="T111" fmla="*/ 1160628 h 2301875"/>
              <a:gd name="T112" fmla="*/ 333070 w 2087563"/>
              <a:gd name="T113" fmla="*/ 989081 h 2301875"/>
              <a:gd name="T114" fmla="*/ 237470 w 2087563"/>
              <a:gd name="T115" fmla="*/ 762367 h 2301875"/>
              <a:gd name="T116" fmla="*/ 237470 w 2087563"/>
              <a:gd name="T117" fmla="*/ 506757 h 2301875"/>
              <a:gd name="T118" fmla="*/ 333070 w 2087563"/>
              <a:gd name="T119" fmla="*/ 280043 h 2301875"/>
              <a:gd name="T120" fmla="*/ 504573 w 2087563"/>
              <a:gd name="T121" fmla="*/ 108497 h 2301875"/>
              <a:gd name="T122" fmla="*/ 731492 w 2087563"/>
              <a:gd name="T123" fmla="*/ 12872 h 230187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087563" h="2301875">
                <a:moveTo>
                  <a:pt x="1411686" y="1172602"/>
                </a:moveTo>
                <a:lnTo>
                  <a:pt x="1405972" y="1186570"/>
                </a:lnTo>
                <a:lnTo>
                  <a:pt x="1400576" y="1200219"/>
                </a:lnTo>
                <a:lnTo>
                  <a:pt x="1394862" y="1213551"/>
                </a:lnTo>
                <a:lnTo>
                  <a:pt x="1389148" y="1226884"/>
                </a:lnTo>
                <a:lnTo>
                  <a:pt x="1383117" y="1239898"/>
                </a:lnTo>
                <a:lnTo>
                  <a:pt x="1377086" y="1252278"/>
                </a:lnTo>
                <a:lnTo>
                  <a:pt x="1370737" y="1264976"/>
                </a:lnTo>
                <a:lnTo>
                  <a:pt x="1364071" y="1277038"/>
                </a:lnTo>
                <a:lnTo>
                  <a:pt x="1357405" y="1288783"/>
                </a:lnTo>
                <a:lnTo>
                  <a:pt x="1350421" y="1300528"/>
                </a:lnTo>
                <a:lnTo>
                  <a:pt x="1343438" y="1311956"/>
                </a:lnTo>
                <a:lnTo>
                  <a:pt x="1336454" y="1323066"/>
                </a:lnTo>
                <a:lnTo>
                  <a:pt x="1329153" y="1334176"/>
                </a:lnTo>
                <a:lnTo>
                  <a:pt x="1321535" y="1344969"/>
                </a:lnTo>
                <a:lnTo>
                  <a:pt x="1313916" y="1355127"/>
                </a:lnTo>
                <a:lnTo>
                  <a:pt x="1306615" y="1365285"/>
                </a:lnTo>
                <a:lnTo>
                  <a:pt x="1324392" y="1356714"/>
                </a:lnTo>
                <a:lnTo>
                  <a:pt x="1341850" y="1347826"/>
                </a:lnTo>
                <a:lnTo>
                  <a:pt x="1359627" y="1338303"/>
                </a:lnTo>
                <a:lnTo>
                  <a:pt x="1376451" y="1328145"/>
                </a:lnTo>
                <a:lnTo>
                  <a:pt x="1393275" y="1317987"/>
                </a:lnTo>
                <a:lnTo>
                  <a:pt x="1409781" y="1306877"/>
                </a:lnTo>
                <a:lnTo>
                  <a:pt x="1425653" y="1295449"/>
                </a:lnTo>
                <a:lnTo>
                  <a:pt x="1441525" y="1283704"/>
                </a:lnTo>
                <a:lnTo>
                  <a:pt x="1456444" y="1271007"/>
                </a:lnTo>
                <a:lnTo>
                  <a:pt x="1471681" y="1258310"/>
                </a:lnTo>
                <a:lnTo>
                  <a:pt x="1485966" y="1245295"/>
                </a:lnTo>
                <a:lnTo>
                  <a:pt x="1500568" y="1231328"/>
                </a:lnTo>
                <a:lnTo>
                  <a:pt x="1514217" y="1217361"/>
                </a:lnTo>
                <a:lnTo>
                  <a:pt x="1527232" y="1203076"/>
                </a:lnTo>
                <a:lnTo>
                  <a:pt x="1540247" y="1188157"/>
                </a:lnTo>
                <a:lnTo>
                  <a:pt x="1552944" y="1172602"/>
                </a:lnTo>
                <a:lnTo>
                  <a:pt x="1411686" y="1172602"/>
                </a:lnTo>
                <a:close/>
                <a:moveTo>
                  <a:pt x="1074888" y="1172602"/>
                </a:moveTo>
                <a:lnTo>
                  <a:pt x="1074888" y="1421153"/>
                </a:lnTo>
                <a:lnTo>
                  <a:pt x="1090760" y="1420201"/>
                </a:lnTo>
                <a:lnTo>
                  <a:pt x="1106632" y="1418614"/>
                </a:lnTo>
                <a:lnTo>
                  <a:pt x="1122503" y="1416709"/>
                </a:lnTo>
                <a:lnTo>
                  <a:pt x="1138058" y="1414487"/>
                </a:lnTo>
                <a:lnTo>
                  <a:pt x="1145041" y="1410361"/>
                </a:lnTo>
                <a:lnTo>
                  <a:pt x="1152342" y="1406551"/>
                </a:lnTo>
                <a:lnTo>
                  <a:pt x="1159326" y="1402107"/>
                </a:lnTo>
                <a:lnTo>
                  <a:pt x="1166309" y="1397346"/>
                </a:lnTo>
                <a:lnTo>
                  <a:pt x="1172975" y="1391949"/>
                </a:lnTo>
                <a:lnTo>
                  <a:pt x="1179959" y="1386871"/>
                </a:lnTo>
                <a:lnTo>
                  <a:pt x="1186625" y="1381474"/>
                </a:lnTo>
                <a:lnTo>
                  <a:pt x="1193609" y="1375443"/>
                </a:lnTo>
                <a:lnTo>
                  <a:pt x="1200275" y="1369729"/>
                </a:lnTo>
                <a:lnTo>
                  <a:pt x="1206623" y="1363380"/>
                </a:lnTo>
                <a:lnTo>
                  <a:pt x="1219956" y="1350048"/>
                </a:lnTo>
                <a:lnTo>
                  <a:pt x="1232336" y="1336081"/>
                </a:lnTo>
                <a:lnTo>
                  <a:pt x="1244716" y="1321162"/>
                </a:lnTo>
                <a:lnTo>
                  <a:pt x="1256778" y="1305290"/>
                </a:lnTo>
                <a:lnTo>
                  <a:pt x="1268206" y="1288783"/>
                </a:lnTo>
                <a:lnTo>
                  <a:pt x="1279633" y="1271007"/>
                </a:lnTo>
                <a:lnTo>
                  <a:pt x="1290426" y="1252913"/>
                </a:lnTo>
                <a:lnTo>
                  <a:pt x="1300901" y="1233867"/>
                </a:lnTo>
                <a:lnTo>
                  <a:pt x="1311059" y="1214504"/>
                </a:lnTo>
                <a:lnTo>
                  <a:pt x="1320582" y="1193871"/>
                </a:lnTo>
                <a:lnTo>
                  <a:pt x="1329788" y="1172602"/>
                </a:lnTo>
                <a:lnTo>
                  <a:pt x="1074888" y="1172602"/>
                </a:lnTo>
                <a:close/>
                <a:moveTo>
                  <a:pt x="746661" y="1172602"/>
                </a:moveTo>
                <a:lnTo>
                  <a:pt x="755867" y="1193871"/>
                </a:lnTo>
                <a:lnTo>
                  <a:pt x="765390" y="1214504"/>
                </a:lnTo>
                <a:lnTo>
                  <a:pt x="775865" y="1233867"/>
                </a:lnTo>
                <a:lnTo>
                  <a:pt x="786023" y="1252913"/>
                </a:lnTo>
                <a:lnTo>
                  <a:pt x="797133" y="1271007"/>
                </a:lnTo>
                <a:lnTo>
                  <a:pt x="808243" y="1288783"/>
                </a:lnTo>
                <a:lnTo>
                  <a:pt x="819988" y="1305290"/>
                </a:lnTo>
                <a:lnTo>
                  <a:pt x="831734" y="1321162"/>
                </a:lnTo>
                <a:lnTo>
                  <a:pt x="843796" y="1336081"/>
                </a:lnTo>
                <a:lnTo>
                  <a:pt x="856811" y="1350048"/>
                </a:lnTo>
                <a:lnTo>
                  <a:pt x="869826" y="1363380"/>
                </a:lnTo>
                <a:lnTo>
                  <a:pt x="876492" y="1369729"/>
                </a:lnTo>
                <a:lnTo>
                  <a:pt x="882840" y="1375443"/>
                </a:lnTo>
                <a:lnTo>
                  <a:pt x="889507" y="1381474"/>
                </a:lnTo>
                <a:lnTo>
                  <a:pt x="896173" y="1386871"/>
                </a:lnTo>
                <a:lnTo>
                  <a:pt x="903156" y="1391949"/>
                </a:lnTo>
                <a:lnTo>
                  <a:pt x="910140" y="1397346"/>
                </a:lnTo>
                <a:lnTo>
                  <a:pt x="916806" y="1402107"/>
                </a:lnTo>
                <a:lnTo>
                  <a:pt x="924424" y="1406551"/>
                </a:lnTo>
                <a:lnTo>
                  <a:pt x="931408" y="1410361"/>
                </a:lnTo>
                <a:lnTo>
                  <a:pt x="938391" y="1414487"/>
                </a:lnTo>
                <a:lnTo>
                  <a:pt x="953628" y="1416709"/>
                </a:lnTo>
                <a:lnTo>
                  <a:pt x="969500" y="1418614"/>
                </a:lnTo>
                <a:lnTo>
                  <a:pt x="985372" y="1420201"/>
                </a:lnTo>
                <a:lnTo>
                  <a:pt x="1001243" y="1421153"/>
                </a:lnTo>
                <a:lnTo>
                  <a:pt x="1001243" y="1172602"/>
                </a:lnTo>
                <a:lnTo>
                  <a:pt x="746661" y="1172602"/>
                </a:lnTo>
                <a:close/>
                <a:moveTo>
                  <a:pt x="523822" y="1172602"/>
                </a:moveTo>
                <a:lnTo>
                  <a:pt x="536202" y="1188157"/>
                </a:lnTo>
                <a:lnTo>
                  <a:pt x="548900" y="1203076"/>
                </a:lnTo>
                <a:lnTo>
                  <a:pt x="562232" y="1217361"/>
                </a:lnTo>
                <a:lnTo>
                  <a:pt x="576199" y="1231328"/>
                </a:lnTo>
                <a:lnTo>
                  <a:pt x="590166" y="1245295"/>
                </a:lnTo>
                <a:lnTo>
                  <a:pt x="604768" y="1258310"/>
                </a:lnTo>
                <a:lnTo>
                  <a:pt x="619687" y="1271007"/>
                </a:lnTo>
                <a:lnTo>
                  <a:pt x="634924" y="1283704"/>
                </a:lnTo>
                <a:lnTo>
                  <a:pt x="650796" y="1295449"/>
                </a:lnTo>
                <a:lnTo>
                  <a:pt x="666668" y="1306877"/>
                </a:lnTo>
                <a:lnTo>
                  <a:pt x="683174" y="1317987"/>
                </a:lnTo>
                <a:lnTo>
                  <a:pt x="699681" y="1328145"/>
                </a:lnTo>
                <a:lnTo>
                  <a:pt x="717140" y="1338303"/>
                </a:lnTo>
                <a:lnTo>
                  <a:pt x="734281" y="1347826"/>
                </a:lnTo>
                <a:lnTo>
                  <a:pt x="752058" y="1356714"/>
                </a:lnTo>
                <a:lnTo>
                  <a:pt x="770151" y="1365285"/>
                </a:lnTo>
                <a:lnTo>
                  <a:pt x="762533" y="1355127"/>
                </a:lnTo>
                <a:lnTo>
                  <a:pt x="754597" y="1344969"/>
                </a:lnTo>
                <a:lnTo>
                  <a:pt x="747296" y="1334176"/>
                </a:lnTo>
                <a:lnTo>
                  <a:pt x="739995" y="1323066"/>
                </a:lnTo>
                <a:lnTo>
                  <a:pt x="733011" y="1311956"/>
                </a:lnTo>
                <a:lnTo>
                  <a:pt x="726028" y="1300528"/>
                </a:lnTo>
                <a:lnTo>
                  <a:pt x="719362" y="1288783"/>
                </a:lnTo>
                <a:lnTo>
                  <a:pt x="712378" y="1277038"/>
                </a:lnTo>
                <a:lnTo>
                  <a:pt x="706030" y="1264976"/>
                </a:lnTo>
                <a:lnTo>
                  <a:pt x="699681" y="1252278"/>
                </a:lnTo>
                <a:lnTo>
                  <a:pt x="693650" y="1239898"/>
                </a:lnTo>
                <a:lnTo>
                  <a:pt x="687301" y="1226884"/>
                </a:lnTo>
                <a:lnTo>
                  <a:pt x="681587" y="1213551"/>
                </a:lnTo>
                <a:lnTo>
                  <a:pt x="675873" y="1200219"/>
                </a:lnTo>
                <a:lnTo>
                  <a:pt x="670159" y="1186570"/>
                </a:lnTo>
                <a:lnTo>
                  <a:pt x="665080" y="1172602"/>
                </a:lnTo>
                <a:lnTo>
                  <a:pt x="523822" y="1172602"/>
                </a:lnTo>
                <a:close/>
                <a:moveTo>
                  <a:pt x="1997481" y="1012825"/>
                </a:moveTo>
                <a:lnTo>
                  <a:pt x="2002239" y="1013143"/>
                </a:lnTo>
                <a:lnTo>
                  <a:pt x="2006679" y="1013461"/>
                </a:lnTo>
                <a:lnTo>
                  <a:pt x="2011120" y="1013779"/>
                </a:lnTo>
                <a:lnTo>
                  <a:pt x="2015561" y="1014414"/>
                </a:lnTo>
                <a:lnTo>
                  <a:pt x="2020001" y="1015685"/>
                </a:lnTo>
                <a:lnTo>
                  <a:pt x="2024442" y="1016639"/>
                </a:lnTo>
                <a:lnTo>
                  <a:pt x="2032372" y="1020135"/>
                </a:lnTo>
                <a:lnTo>
                  <a:pt x="2040619" y="1023631"/>
                </a:lnTo>
                <a:lnTo>
                  <a:pt x="2047914" y="1028080"/>
                </a:lnTo>
                <a:lnTo>
                  <a:pt x="2054892" y="1033483"/>
                </a:lnTo>
                <a:lnTo>
                  <a:pt x="2061236" y="1039204"/>
                </a:lnTo>
                <a:lnTo>
                  <a:pt x="2066946" y="1045560"/>
                </a:lnTo>
                <a:lnTo>
                  <a:pt x="2072338" y="1052552"/>
                </a:lnTo>
                <a:lnTo>
                  <a:pt x="2076778" y="1059861"/>
                </a:lnTo>
                <a:lnTo>
                  <a:pt x="2080268" y="1068125"/>
                </a:lnTo>
                <a:lnTo>
                  <a:pt x="2083757" y="1076070"/>
                </a:lnTo>
                <a:lnTo>
                  <a:pt x="2084708" y="1080519"/>
                </a:lnTo>
                <a:lnTo>
                  <a:pt x="2085977" y="1084969"/>
                </a:lnTo>
                <a:lnTo>
                  <a:pt x="2086611" y="1089418"/>
                </a:lnTo>
                <a:lnTo>
                  <a:pt x="2086929" y="1093867"/>
                </a:lnTo>
                <a:lnTo>
                  <a:pt x="2087246" y="1098635"/>
                </a:lnTo>
                <a:lnTo>
                  <a:pt x="2087563" y="1103084"/>
                </a:lnTo>
                <a:lnTo>
                  <a:pt x="2087563" y="1647816"/>
                </a:lnTo>
                <a:lnTo>
                  <a:pt x="2087563" y="1676419"/>
                </a:lnTo>
                <a:lnTo>
                  <a:pt x="2062505" y="1710425"/>
                </a:lnTo>
                <a:lnTo>
                  <a:pt x="1627954" y="2301875"/>
                </a:lnTo>
                <a:lnTo>
                  <a:pt x="1111250" y="2301875"/>
                </a:lnTo>
                <a:lnTo>
                  <a:pt x="1115373" y="2246576"/>
                </a:lnTo>
                <a:lnTo>
                  <a:pt x="1140432" y="1924313"/>
                </a:lnTo>
                <a:lnTo>
                  <a:pt x="1141383" y="1909376"/>
                </a:lnTo>
                <a:lnTo>
                  <a:pt x="1143286" y="1898252"/>
                </a:lnTo>
                <a:lnTo>
                  <a:pt x="1145824" y="1887129"/>
                </a:lnTo>
                <a:lnTo>
                  <a:pt x="1150582" y="1871874"/>
                </a:lnTo>
                <a:lnTo>
                  <a:pt x="1155657" y="1857572"/>
                </a:lnTo>
                <a:lnTo>
                  <a:pt x="1158829" y="1850263"/>
                </a:lnTo>
                <a:lnTo>
                  <a:pt x="1161683" y="1843271"/>
                </a:lnTo>
                <a:lnTo>
                  <a:pt x="1168662" y="1829923"/>
                </a:lnTo>
                <a:lnTo>
                  <a:pt x="1175640" y="1816892"/>
                </a:lnTo>
                <a:lnTo>
                  <a:pt x="1179446" y="1810218"/>
                </a:lnTo>
                <a:lnTo>
                  <a:pt x="1182935" y="1804180"/>
                </a:lnTo>
                <a:lnTo>
                  <a:pt x="1187059" y="1797824"/>
                </a:lnTo>
                <a:lnTo>
                  <a:pt x="1191499" y="1791785"/>
                </a:lnTo>
                <a:lnTo>
                  <a:pt x="1200698" y="1780026"/>
                </a:lnTo>
                <a:lnTo>
                  <a:pt x="1210531" y="1768585"/>
                </a:lnTo>
                <a:lnTo>
                  <a:pt x="1220364" y="1757461"/>
                </a:lnTo>
                <a:lnTo>
                  <a:pt x="1230514" y="1746973"/>
                </a:lnTo>
                <a:lnTo>
                  <a:pt x="1237492" y="1740299"/>
                </a:lnTo>
                <a:lnTo>
                  <a:pt x="1244153" y="1734261"/>
                </a:lnTo>
                <a:lnTo>
                  <a:pt x="1257158" y="1723137"/>
                </a:lnTo>
                <a:lnTo>
                  <a:pt x="1361196" y="1633832"/>
                </a:lnTo>
                <a:lnTo>
                  <a:pt x="1569908" y="1455221"/>
                </a:lnTo>
                <a:lnTo>
                  <a:pt x="1575934" y="1450454"/>
                </a:lnTo>
                <a:lnTo>
                  <a:pt x="1582913" y="1446004"/>
                </a:lnTo>
                <a:lnTo>
                  <a:pt x="1589891" y="1442191"/>
                </a:lnTo>
                <a:lnTo>
                  <a:pt x="1597503" y="1439013"/>
                </a:lnTo>
                <a:lnTo>
                  <a:pt x="1604799" y="1436788"/>
                </a:lnTo>
                <a:lnTo>
                  <a:pt x="1612411" y="1434881"/>
                </a:lnTo>
                <a:lnTo>
                  <a:pt x="1620341" y="1433928"/>
                </a:lnTo>
                <a:lnTo>
                  <a:pt x="1627954" y="1433610"/>
                </a:lnTo>
                <a:lnTo>
                  <a:pt x="1636201" y="1433928"/>
                </a:lnTo>
                <a:lnTo>
                  <a:pt x="1643813" y="1434881"/>
                </a:lnTo>
                <a:lnTo>
                  <a:pt x="1651426" y="1436470"/>
                </a:lnTo>
                <a:lnTo>
                  <a:pt x="1659038" y="1439013"/>
                </a:lnTo>
                <a:lnTo>
                  <a:pt x="1666651" y="1441873"/>
                </a:lnTo>
                <a:lnTo>
                  <a:pt x="1673629" y="1445687"/>
                </a:lnTo>
                <a:lnTo>
                  <a:pt x="1680607" y="1450136"/>
                </a:lnTo>
                <a:lnTo>
                  <a:pt x="1687268" y="1455221"/>
                </a:lnTo>
                <a:lnTo>
                  <a:pt x="1690757" y="1458717"/>
                </a:lnTo>
                <a:lnTo>
                  <a:pt x="1693929" y="1461895"/>
                </a:lnTo>
                <a:lnTo>
                  <a:pt x="1696784" y="1465073"/>
                </a:lnTo>
                <a:lnTo>
                  <a:pt x="1699956" y="1468569"/>
                </a:lnTo>
                <a:lnTo>
                  <a:pt x="1702494" y="1472383"/>
                </a:lnTo>
                <a:lnTo>
                  <a:pt x="1705031" y="1475879"/>
                </a:lnTo>
                <a:lnTo>
                  <a:pt x="1709472" y="1483824"/>
                </a:lnTo>
                <a:lnTo>
                  <a:pt x="1712961" y="1491770"/>
                </a:lnTo>
                <a:lnTo>
                  <a:pt x="1715498" y="1500033"/>
                </a:lnTo>
                <a:lnTo>
                  <a:pt x="1717401" y="1508296"/>
                </a:lnTo>
                <a:lnTo>
                  <a:pt x="1718670" y="1517195"/>
                </a:lnTo>
                <a:lnTo>
                  <a:pt x="1718987" y="1525776"/>
                </a:lnTo>
                <a:lnTo>
                  <a:pt x="1718353" y="1534674"/>
                </a:lnTo>
                <a:lnTo>
                  <a:pt x="1717084" y="1543255"/>
                </a:lnTo>
                <a:lnTo>
                  <a:pt x="1714547" y="1551518"/>
                </a:lnTo>
                <a:lnTo>
                  <a:pt x="1711692" y="1560099"/>
                </a:lnTo>
                <a:lnTo>
                  <a:pt x="1709789" y="1564231"/>
                </a:lnTo>
                <a:lnTo>
                  <a:pt x="1707569" y="1568362"/>
                </a:lnTo>
                <a:lnTo>
                  <a:pt x="1705348" y="1571858"/>
                </a:lnTo>
                <a:lnTo>
                  <a:pt x="1702811" y="1575990"/>
                </a:lnTo>
                <a:lnTo>
                  <a:pt x="1700273" y="1579804"/>
                </a:lnTo>
                <a:lnTo>
                  <a:pt x="1697101" y="1582982"/>
                </a:lnTo>
                <a:lnTo>
                  <a:pt x="1552779" y="1752376"/>
                </a:lnTo>
                <a:lnTo>
                  <a:pt x="1463649" y="1856937"/>
                </a:lnTo>
                <a:lnTo>
                  <a:pt x="1460794" y="1859797"/>
                </a:lnTo>
                <a:lnTo>
                  <a:pt x="1458257" y="1863611"/>
                </a:lnTo>
                <a:lnTo>
                  <a:pt x="1456354" y="1866789"/>
                </a:lnTo>
                <a:lnTo>
                  <a:pt x="1454768" y="1870603"/>
                </a:lnTo>
                <a:lnTo>
                  <a:pt x="1453499" y="1874099"/>
                </a:lnTo>
                <a:lnTo>
                  <a:pt x="1452547" y="1878230"/>
                </a:lnTo>
                <a:lnTo>
                  <a:pt x="1452230" y="1882044"/>
                </a:lnTo>
                <a:lnTo>
                  <a:pt x="1452230" y="1885858"/>
                </a:lnTo>
                <a:lnTo>
                  <a:pt x="1452230" y="1889989"/>
                </a:lnTo>
                <a:lnTo>
                  <a:pt x="1452547" y="1893803"/>
                </a:lnTo>
                <a:lnTo>
                  <a:pt x="1453499" y="1897935"/>
                </a:lnTo>
                <a:lnTo>
                  <a:pt x="1454450" y="1901748"/>
                </a:lnTo>
                <a:lnTo>
                  <a:pt x="1456671" y="1909694"/>
                </a:lnTo>
                <a:lnTo>
                  <a:pt x="1459525" y="1917003"/>
                </a:lnTo>
                <a:lnTo>
                  <a:pt x="1463014" y="1924313"/>
                </a:lnTo>
                <a:lnTo>
                  <a:pt x="1466504" y="1930987"/>
                </a:lnTo>
                <a:lnTo>
                  <a:pt x="1470310" y="1937026"/>
                </a:lnTo>
                <a:lnTo>
                  <a:pt x="1473799" y="1942111"/>
                </a:lnTo>
                <a:lnTo>
                  <a:pt x="1479191" y="1949420"/>
                </a:lnTo>
                <a:lnTo>
                  <a:pt x="1481094" y="1951963"/>
                </a:lnTo>
                <a:lnTo>
                  <a:pt x="1907399" y="1605864"/>
                </a:lnTo>
                <a:lnTo>
                  <a:pt x="1907399" y="1103084"/>
                </a:lnTo>
                <a:lnTo>
                  <a:pt x="1907399" y="1098635"/>
                </a:lnTo>
                <a:lnTo>
                  <a:pt x="1908033" y="1093867"/>
                </a:lnTo>
                <a:lnTo>
                  <a:pt x="1908350" y="1089418"/>
                </a:lnTo>
                <a:lnTo>
                  <a:pt x="1909302" y="1084969"/>
                </a:lnTo>
                <a:lnTo>
                  <a:pt x="1910253" y="1080519"/>
                </a:lnTo>
                <a:lnTo>
                  <a:pt x="1911522" y="1076070"/>
                </a:lnTo>
                <a:lnTo>
                  <a:pt x="1914694" y="1068125"/>
                </a:lnTo>
                <a:lnTo>
                  <a:pt x="1918183" y="1059861"/>
                </a:lnTo>
                <a:lnTo>
                  <a:pt x="1922624" y="1052552"/>
                </a:lnTo>
                <a:lnTo>
                  <a:pt x="1927699" y="1045560"/>
                </a:lnTo>
                <a:lnTo>
                  <a:pt x="1933726" y="1039204"/>
                </a:lnTo>
                <a:lnTo>
                  <a:pt x="1940069" y="1033483"/>
                </a:lnTo>
                <a:lnTo>
                  <a:pt x="1947048" y="1028080"/>
                </a:lnTo>
                <a:lnTo>
                  <a:pt x="1954343" y="1023631"/>
                </a:lnTo>
                <a:lnTo>
                  <a:pt x="1962590" y="1020135"/>
                </a:lnTo>
                <a:lnTo>
                  <a:pt x="1970520" y="1016639"/>
                </a:lnTo>
                <a:lnTo>
                  <a:pt x="1974960" y="1015685"/>
                </a:lnTo>
                <a:lnTo>
                  <a:pt x="1979401" y="1014414"/>
                </a:lnTo>
                <a:lnTo>
                  <a:pt x="1983842" y="1013779"/>
                </a:lnTo>
                <a:lnTo>
                  <a:pt x="1988282" y="1013461"/>
                </a:lnTo>
                <a:lnTo>
                  <a:pt x="1992723" y="1013143"/>
                </a:lnTo>
                <a:lnTo>
                  <a:pt x="1997481" y="1012825"/>
                </a:lnTo>
                <a:close/>
                <a:moveTo>
                  <a:pt x="90082" y="1012825"/>
                </a:moveTo>
                <a:lnTo>
                  <a:pt x="94523" y="1013143"/>
                </a:lnTo>
                <a:lnTo>
                  <a:pt x="99281" y="1013461"/>
                </a:lnTo>
                <a:lnTo>
                  <a:pt x="103721" y="1013779"/>
                </a:lnTo>
                <a:lnTo>
                  <a:pt x="108162" y="1014414"/>
                </a:lnTo>
                <a:lnTo>
                  <a:pt x="112603" y="1015685"/>
                </a:lnTo>
                <a:lnTo>
                  <a:pt x="117043" y="1016639"/>
                </a:lnTo>
                <a:lnTo>
                  <a:pt x="125290" y="1020135"/>
                </a:lnTo>
                <a:lnTo>
                  <a:pt x="133220" y="1023631"/>
                </a:lnTo>
                <a:lnTo>
                  <a:pt x="140515" y="1028080"/>
                </a:lnTo>
                <a:lnTo>
                  <a:pt x="147494" y="1033483"/>
                </a:lnTo>
                <a:lnTo>
                  <a:pt x="153838" y="1039204"/>
                </a:lnTo>
                <a:lnTo>
                  <a:pt x="159864" y="1045560"/>
                </a:lnTo>
                <a:lnTo>
                  <a:pt x="164939" y="1052552"/>
                </a:lnTo>
                <a:lnTo>
                  <a:pt x="169380" y="1059861"/>
                </a:lnTo>
                <a:lnTo>
                  <a:pt x="173186" y="1068125"/>
                </a:lnTo>
                <a:lnTo>
                  <a:pt x="176358" y="1076070"/>
                </a:lnTo>
                <a:lnTo>
                  <a:pt x="177310" y="1080519"/>
                </a:lnTo>
                <a:lnTo>
                  <a:pt x="178578" y="1084969"/>
                </a:lnTo>
                <a:lnTo>
                  <a:pt x="179213" y="1089418"/>
                </a:lnTo>
                <a:lnTo>
                  <a:pt x="179530" y="1093867"/>
                </a:lnTo>
                <a:lnTo>
                  <a:pt x="180164" y="1098635"/>
                </a:lnTo>
                <a:lnTo>
                  <a:pt x="180482" y="1103084"/>
                </a:lnTo>
                <a:lnTo>
                  <a:pt x="180482" y="1605864"/>
                </a:lnTo>
                <a:lnTo>
                  <a:pt x="606151" y="1951963"/>
                </a:lnTo>
                <a:lnTo>
                  <a:pt x="608372" y="1949420"/>
                </a:lnTo>
                <a:lnTo>
                  <a:pt x="614081" y="1942111"/>
                </a:lnTo>
                <a:lnTo>
                  <a:pt x="617253" y="1937026"/>
                </a:lnTo>
                <a:lnTo>
                  <a:pt x="621059" y="1930987"/>
                </a:lnTo>
                <a:lnTo>
                  <a:pt x="624548" y="1924313"/>
                </a:lnTo>
                <a:lnTo>
                  <a:pt x="628038" y="1917003"/>
                </a:lnTo>
                <a:lnTo>
                  <a:pt x="630892" y="1909694"/>
                </a:lnTo>
                <a:lnTo>
                  <a:pt x="633113" y="1901748"/>
                </a:lnTo>
                <a:lnTo>
                  <a:pt x="634064" y="1897935"/>
                </a:lnTo>
                <a:lnTo>
                  <a:pt x="635016" y="1893803"/>
                </a:lnTo>
                <a:lnTo>
                  <a:pt x="635333" y="1889989"/>
                </a:lnTo>
                <a:lnTo>
                  <a:pt x="635333" y="1885858"/>
                </a:lnTo>
                <a:lnTo>
                  <a:pt x="635333" y="1882044"/>
                </a:lnTo>
                <a:lnTo>
                  <a:pt x="635016" y="1878230"/>
                </a:lnTo>
                <a:lnTo>
                  <a:pt x="634064" y="1874099"/>
                </a:lnTo>
                <a:lnTo>
                  <a:pt x="632795" y="1870603"/>
                </a:lnTo>
                <a:lnTo>
                  <a:pt x="631210" y="1866789"/>
                </a:lnTo>
                <a:lnTo>
                  <a:pt x="629306" y="1863611"/>
                </a:lnTo>
                <a:lnTo>
                  <a:pt x="626769" y="1859797"/>
                </a:lnTo>
                <a:lnTo>
                  <a:pt x="623914" y="1856937"/>
                </a:lnTo>
                <a:lnTo>
                  <a:pt x="534784" y="1752376"/>
                </a:lnTo>
                <a:lnTo>
                  <a:pt x="390462" y="1582982"/>
                </a:lnTo>
                <a:lnTo>
                  <a:pt x="387290" y="1579804"/>
                </a:lnTo>
                <a:lnTo>
                  <a:pt x="384752" y="1575990"/>
                </a:lnTo>
                <a:lnTo>
                  <a:pt x="382215" y="1571858"/>
                </a:lnTo>
                <a:lnTo>
                  <a:pt x="379994" y="1568362"/>
                </a:lnTo>
                <a:lnTo>
                  <a:pt x="377774" y="1564231"/>
                </a:lnTo>
                <a:lnTo>
                  <a:pt x="375871" y="1560099"/>
                </a:lnTo>
                <a:lnTo>
                  <a:pt x="373016" y="1551518"/>
                </a:lnTo>
                <a:lnTo>
                  <a:pt x="370479" y="1543255"/>
                </a:lnTo>
                <a:lnTo>
                  <a:pt x="369210" y="1534674"/>
                </a:lnTo>
                <a:lnTo>
                  <a:pt x="368576" y="1525776"/>
                </a:lnTo>
                <a:lnTo>
                  <a:pt x="368893" y="1517195"/>
                </a:lnTo>
                <a:lnTo>
                  <a:pt x="370162" y="1508296"/>
                </a:lnTo>
                <a:lnTo>
                  <a:pt x="372065" y="1500033"/>
                </a:lnTo>
                <a:lnTo>
                  <a:pt x="374602" y="1491770"/>
                </a:lnTo>
                <a:lnTo>
                  <a:pt x="378091" y="1483824"/>
                </a:lnTo>
                <a:lnTo>
                  <a:pt x="382532" y="1475879"/>
                </a:lnTo>
                <a:lnTo>
                  <a:pt x="384752" y="1472383"/>
                </a:lnTo>
                <a:lnTo>
                  <a:pt x="387924" y="1468569"/>
                </a:lnTo>
                <a:lnTo>
                  <a:pt x="390462" y="1465073"/>
                </a:lnTo>
                <a:lnTo>
                  <a:pt x="393634" y="1461895"/>
                </a:lnTo>
                <a:lnTo>
                  <a:pt x="397123" y="1458717"/>
                </a:lnTo>
                <a:lnTo>
                  <a:pt x="400295" y="1455221"/>
                </a:lnTo>
                <a:lnTo>
                  <a:pt x="406956" y="1450136"/>
                </a:lnTo>
                <a:lnTo>
                  <a:pt x="413934" y="1445687"/>
                </a:lnTo>
                <a:lnTo>
                  <a:pt x="420912" y="1441873"/>
                </a:lnTo>
                <a:lnTo>
                  <a:pt x="428207" y="1439013"/>
                </a:lnTo>
                <a:lnTo>
                  <a:pt x="436137" y="1436470"/>
                </a:lnTo>
                <a:lnTo>
                  <a:pt x="443750" y="1434881"/>
                </a:lnTo>
                <a:lnTo>
                  <a:pt x="451362" y="1433928"/>
                </a:lnTo>
                <a:lnTo>
                  <a:pt x="459609" y="1433610"/>
                </a:lnTo>
                <a:lnTo>
                  <a:pt x="467222" y="1433928"/>
                </a:lnTo>
                <a:lnTo>
                  <a:pt x="475152" y="1434881"/>
                </a:lnTo>
                <a:lnTo>
                  <a:pt x="482764" y="1436788"/>
                </a:lnTo>
                <a:lnTo>
                  <a:pt x="490060" y="1439013"/>
                </a:lnTo>
                <a:lnTo>
                  <a:pt x="497672" y="1442191"/>
                </a:lnTo>
                <a:lnTo>
                  <a:pt x="504650" y="1446004"/>
                </a:lnTo>
                <a:lnTo>
                  <a:pt x="511629" y="1450454"/>
                </a:lnTo>
                <a:lnTo>
                  <a:pt x="517655" y="1455221"/>
                </a:lnTo>
                <a:lnTo>
                  <a:pt x="726367" y="1633832"/>
                </a:lnTo>
                <a:lnTo>
                  <a:pt x="830405" y="1723137"/>
                </a:lnTo>
                <a:lnTo>
                  <a:pt x="843410" y="1734261"/>
                </a:lnTo>
                <a:lnTo>
                  <a:pt x="850071" y="1740299"/>
                </a:lnTo>
                <a:lnTo>
                  <a:pt x="857366" y="1746973"/>
                </a:lnTo>
                <a:lnTo>
                  <a:pt x="867517" y="1757461"/>
                </a:lnTo>
                <a:lnTo>
                  <a:pt x="877350" y="1768585"/>
                </a:lnTo>
                <a:lnTo>
                  <a:pt x="886865" y="1780026"/>
                </a:lnTo>
                <a:lnTo>
                  <a:pt x="896064" y="1791785"/>
                </a:lnTo>
                <a:lnTo>
                  <a:pt x="900504" y="1797824"/>
                </a:lnTo>
                <a:lnTo>
                  <a:pt x="904628" y="1804180"/>
                </a:lnTo>
                <a:lnTo>
                  <a:pt x="908117" y="1810218"/>
                </a:lnTo>
                <a:lnTo>
                  <a:pt x="911923" y="1816892"/>
                </a:lnTo>
                <a:lnTo>
                  <a:pt x="918902" y="1829923"/>
                </a:lnTo>
                <a:lnTo>
                  <a:pt x="925880" y="1843271"/>
                </a:lnTo>
                <a:lnTo>
                  <a:pt x="929369" y="1850263"/>
                </a:lnTo>
                <a:lnTo>
                  <a:pt x="931906" y="1857572"/>
                </a:lnTo>
                <a:lnTo>
                  <a:pt x="936981" y="1871874"/>
                </a:lnTo>
                <a:lnTo>
                  <a:pt x="941739" y="1887129"/>
                </a:lnTo>
                <a:lnTo>
                  <a:pt x="944277" y="1898252"/>
                </a:lnTo>
                <a:lnTo>
                  <a:pt x="946180" y="1909376"/>
                </a:lnTo>
                <a:lnTo>
                  <a:pt x="946814" y="1924313"/>
                </a:lnTo>
                <a:lnTo>
                  <a:pt x="972190" y="2246576"/>
                </a:lnTo>
                <a:lnTo>
                  <a:pt x="976313" y="2301875"/>
                </a:lnTo>
                <a:lnTo>
                  <a:pt x="459609" y="2301875"/>
                </a:lnTo>
                <a:lnTo>
                  <a:pt x="25058" y="1710425"/>
                </a:lnTo>
                <a:lnTo>
                  <a:pt x="0" y="1676419"/>
                </a:lnTo>
                <a:lnTo>
                  <a:pt x="0" y="1647816"/>
                </a:lnTo>
                <a:lnTo>
                  <a:pt x="0" y="1103084"/>
                </a:lnTo>
                <a:lnTo>
                  <a:pt x="317" y="1098635"/>
                </a:lnTo>
                <a:lnTo>
                  <a:pt x="634" y="1093867"/>
                </a:lnTo>
                <a:lnTo>
                  <a:pt x="952" y="1089418"/>
                </a:lnTo>
                <a:lnTo>
                  <a:pt x="1903" y="1084969"/>
                </a:lnTo>
                <a:lnTo>
                  <a:pt x="2855" y="1080519"/>
                </a:lnTo>
                <a:lnTo>
                  <a:pt x="3806" y="1076070"/>
                </a:lnTo>
                <a:lnTo>
                  <a:pt x="7295" y="1068125"/>
                </a:lnTo>
                <a:lnTo>
                  <a:pt x="11102" y="1059861"/>
                </a:lnTo>
                <a:lnTo>
                  <a:pt x="15225" y="1052552"/>
                </a:lnTo>
                <a:lnTo>
                  <a:pt x="20617" y="1045560"/>
                </a:lnTo>
                <a:lnTo>
                  <a:pt x="26327" y="1039204"/>
                </a:lnTo>
                <a:lnTo>
                  <a:pt x="32671" y="1033483"/>
                </a:lnTo>
                <a:lnTo>
                  <a:pt x="39649" y="1028080"/>
                </a:lnTo>
                <a:lnTo>
                  <a:pt x="46944" y="1023631"/>
                </a:lnTo>
                <a:lnTo>
                  <a:pt x="55191" y="1020135"/>
                </a:lnTo>
                <a:lnTo>
                  <a:pt x="63121" y="1016639"/>
                </a:lnTo>
                <a:lnTo>
                  <a:pt x="67562" y="1015685"/>
                </a:lnTo>
                <a:lnTo>
                  <a:pt x="72002" y="1014414"/>
                </a:lnTo>
                <a:lnTo>
                  <a:pt x="76443" y="1013779"/>
                </a:lnTo>
                <a:lnTo>
                  <a:pt x="80884" y="1013461"/>
                </a:lnTo>
                <a:lnTo>
                  <a:pt x="85324" y="1013143"/>
                </a:lnTo>
                <a:lnTo>
                  <a:pt x="90082" y="1012825"/>
                </a:lnTo>
                <a:close/>
                <a:moveTo>
                  <a:pt x="1479299" y="812949"/>
                </a:moveTo>
                <a:lnTo>
                  <a:pt x="1478664" y="831995"/>
                </a:lnTo>
                <a:lnTo>
                  <a:pt x="1477712" y="850724"/>
                </a:lnTo>
                <a:lnTo>
                  <a:pt x="1476125" y="870087"/>
                </a:lnTo>
                <a:lnTo>
                  <a:pt x="1474538" y="888816"/>
                </a:lnTo>
                <a:lnTo>
                  <a:pt x="1472951" y="907227"/>
                </a:lnTo>
                <a:lnTo>
                  <a:pt x="1470729" y="925638"/>
                </a:lnTo>
                <a:lnTo>
                  <a:pt x="1467872" y="943732"/>
                </a:lnTo>
                <a:lnTo>
                  <a:pt x="1465332" y="961826"/>
                </a:lnTo>
                <a:lnTo>
                  <a:pt x="1462475" y="979919"/>
                </a:lnTo>
                <a:lnTo>
                  <a:pt x="1459618" y="997696"/>
                </a:lnTo>
                <a:lnTo>
                  <a:pt x="1456127" y="1014838"/>
                </a:lnTo>
                <a:lnTo>
                  <a:pt x="1452635" y="1032296"/>
                </a:lnTo>
                <a:lnTo>
                  <a:pt x="1448508" y="1049120"/>
                </a:lnTo>
                <a:lnTo>
                  <a:pt x="1444382" y="1065627"/>
                </a:lnTo>
                <a:lnTo>
                  <a:pt x="1440255" y="1082769"/>
                </a:lnTo>
                <a:lnTo>
                  <a:pt x="1435494" y="1098958"/>
                </a:lnTo>
                <a:lnTo>
                  <a:pt x="1602781" y="1098958"/>
                </a:lnTo>
                <a:lnTo>
                  <a:pt x="1611987" y="1082769"/>
                </a:lnTo>
                <a:lnTo>
                  <a:pt x="1620875" y="1066579"/>
                </a:lnTo>
                <a:lnTo>
                  <a:pt x="1629446" y="1050073"/>
                </a:lnTo>
                <a:lnTo>
                  <a:pt x="1637064" y="1032931"/>
                </a:lnTo>
                <a:lnTo>
                  <a:pt x="1644683" y="1016107"/>
                </a:lnTo>
                <a:lnTo>
                  <a:pt x="1651349" y="998331"/>
                </a:lnTo>
                <a:lnTo>
                  <a:pt x="1657698" y="980872"/>
                </a:lnTo>
                <a:lnTo>
                  <a:pt x="1663729" y="962778"/>
                </a:lnTo>
                <a:lnTo>
                  <a:pt x="1668808" y="945002"/>
                </a:lnTo>
                <a:lnTo>
                  <a:pt x="1674204" y="926273"/>
                </a:lnTo>
                <a:lnTo>
                  <a:pt x="1678013" y="907862"/>
                </a:lnTo>
                <a:lnTo>
                  <a:pt x="1682140" y="889133"/>
                </a:lnTo>
                <a:lnTo>
                  <a:pt x="1685632" y="870405"/>
                </a:lnTo>
                <a:lnTo>
                  <a:pt x="1688171" y="851359"/>
                </a:lnTo>
                <a:lnTo>
                  <a:pt x="1690393" y="831995"/>
                </a:lnTo>
                <a:lnTo>
                  <a:pt x="1691980" y="812949"/>
                </a:lnTo>
                <a:lnTo>
                  <a:pt x="1479299" y="812949"/>
                </a:lnTo>
                <a:close/>
                <a:moveTo>
                  <a:pt x="1074888" y="812949"/>
                </a:moveTo>
                <a:lnTo>
                  <a:pt x="1074888" y="1098958"/>
                </a:lnTo>
                <a:lnTo>
                  <a:pt x="1357087" y="1098958"/>
                </a:lnTo>
                <a:lnTo>
                  <a:pt x="1362166" y="1082769"/>
                </a:lnTo>
                <a:lnTo>
                  <a:pt x="1366928" y="1066262"/>
                </a:lnTo>
                <a:lnTo>
                  <a:pt x="1371372" y="1049438"/>
                </a:lnTo>
                <a:lnTo>
                  <a:pt x="1375498" y="1032296"/>
                </a:lnTo>
                <a:lnTo>
                  <a:pt x="1379625" y="1015155"/>
                </a:lnTo>
                <a:lnTo>
                  <a:pt x="1383117" y="997696"/>
                </a:lnTo>
                <a:lnTo>
                  <a:pt x="1386926" y="980237"/>
                </a:lnTo>
                <a:lnTo>
                  <a:pt x="1390100" y="962143"/>
                </a:lnTo>
                <a:lnTo>
                  <a:pt x="1393275" y="944049"/>
                </a:lnTo>
                <a:lnTo>
                  <a:pt x="1395814" y="925638"/>
                </a:lnTo>
                <a:lnTo>
                  <a:pt x="1398036" y="907227"/>
                </a:lnTo>
                <a:lnTo>
                  <a:pt x="1400258" y="888816"/>
                </a:lnTo>
                <a:lnTo>
                  <a:pt x="1402163" y="870087"/>
                </a:lnTo>
                <a:lnTo>
                  <a:pt x="1403433" y="851359"/>
                </a:lnTo>
                <a:lnTo>
                  <a:pt x="1404702" y="831995"/>
                </a:lnTo>
                <a:lnTo>
                  <a:pt x="1405655" y="812949"/>
                </a:lnTo>
                <a:lnTo>
                  <a:pt x="1074888" y="812949"/>
                </a:lnTo>
                <a:close/>
                <a:moveTo>
                  <a:pt x="671112" y="812949"/>
                </a:moveTo>
                <a:lnTo>
                  <a:pt x="671747" y="831995"/>
                </a:lnTo>
                <a:lnTo>
                  <a:pt x="673016" y="851359"/>
                </a:lnTo>
                <a:lnTo>
                  <a:pt x="674604" y="870087"/>
                </a:lnTo>
                <a:lnTo>
                  <a:pt x="676191" y="888816"/>
                </a:lnTo>
                <a:lnTo>
                  <a:pt x="678413" y="907227"/>
                </a:lnTo>
                <a:lnTo>
                  <a:pt x="680952" y="925638"/>
                </a:lnTo>
                <a:lnTo>
                  <a:pt x="683492" y="944049"/>
                </a:lnTo>
                <a:lnTo>
                  <a:pt x="686666" y="962143"/>
                </a:lnTo>
                <a:lnTo>
                  <a:pt x="689523" y="980237"/>
                </a:lnTo>
                <a:lnTo>
                  <a:pt x="693015" y="997696"/>
                </a:lnTo>
                <a:lnTo>
                  <a:pt x="696824" y="1015155"/>
                </a:lnTo>
                <a:lnTo>
                  <a:pt x="700951" y="1032296"/>
                </a:lnTo>
                <a:lnTo>
                  <a:pt x="705395" y="1049438"/>
                </a:lnTo>
                <a:lnTo>
                  <a:pt x="709839" y="1066262"/>
                </a:lnTo>
                <a:lnTo>
                  <a:pt x="714600" y="1082769"/>
                </a:lnTo>
                <a:lnTo>
                  <a:pt x="719362" y="1098958"/>
                </a:lnTo>
                <a:lnTo>
                  <a:pt x="1001243" y="1098958"/>
                </a:lnTo>
                <a:lnTo>
                  <a:pt x="1001243" y="812949"/>
                </a:lnTo>
                <a:lnTo>
                  <a:pt x="671112" y="812949"/>
                </a:lnTo>
                <a:close/>
                <a:moveTo>
                  <a:pt x="384469" y="812949"/>
                </a:moveTo>
                <a:lnTo>
                  <a:pt x="386056" y="831995"/>
                </a:lnTo>
                <a:lnTo>
                  <a:pt x="388278" y="851359"/>
                </a:lnTo>
                <a:lnTo>
                  <a:pt x="390817" y="870405"/>
                </a:lnTo>
                <a:lnTo>
                  <a:pt x="394309" y="889133"/>
                </a:lnTo>
                <a:lnTo>
                  <a:pt x="398118" y="907862"/>
                </a:lnTo>
                <a:lnTo>
                  <a:pt x="402562" y="926273"/>
                </a:lnTo>
                <a:lnTo>
                  <a:pt x="407324" y="945002"/>
                </a:lnTo>
                <a:lnTo>
                  <a:pt x="412720" y="962778"/>
                </a:lnTo>
                <a:lnTo>
                  <a:pt x="418434" y="980872"/>
                </a:lnTo>
                <a:lnTo>
                  <a:pt x="425100" y="998331"/>
                </a:lnTo>
                <a:lnTo>
                  <a:pt x="431766" y="1016107"/>
                </a:lnTo>
                <a:lnTo>
                  <a:pt x="439067" y="1032931"/>
                </a:lnTo>
                <a:lnTo>
                  <a:pt x="447321" y="1050073"/>
                </a:lnTo>
                <a:lnTo>
                  <a:pt x="455256" y="1066579"/>
                </a:lnTo>
                <a:lnTo>
                  <a:pt x="464145" y="1082769"/>
                </a:lnTo>
                <a:lnTo>
                  <a:pt x="473350" y="1098958"/>
                </a:lnTo>
                <a:lnTo>
                  <a:pt x="640956" y="1098958"/>
                </a:lnTo>
                <a:lnTo>
                  <a:pt x="635877" y="1082769"/>
                </a:lnTo>
                <a:lnTo>
                  <a:pt x="632067" y="1065627"/>
                </a:lnTo>
                <a:lnTo>
                  <a:pt x="627941" y="1049120"/>
                </a:lnTo>
                <a:lnTo>
                  <a:pt x="623814" y="1032296"/>
                </a:lnTo>
                <a:lnTo>
                  <a:pt x="620005" y="1014838"/>
                </a:lnTo>
                <a:lnTo>
                  <a:pt x="616830" y="997696"/>
                </a:lnTo>
                <a:lnTo>
                  <a:pt x="613974" y="979919"/>
                </a:lnTo>
                <a:lnTo>
                  <a:pt x="610799" y="961826"/>
                </a:lnTo>
                <a:lnTo>
                  <a:pt x="608260" y="943732"/>
                </a:lnTo>
                <a:lnTo>
                  <a:pt x="605720" y="925638"/>
                </a:lnTo>
                <a:lnTo>
                  <a:pt x="603816" y="907227"/>
                </a:lnTo>
                <a:lnTo>
                  <a:pt x="602229" y="888816"/>
                </a:lnTo>
                <a:lnTo>
                  <a:pt x="600324" y="870087"/>
                </a:lnTo>
                <a:lnTo>
                  <a:pt x="599054" y="850724"/>
                </a:lnTo>
                <a:lnTo>
                  <a:pt x="598102" y="831995"/>
                </a:lnTo>
                <a:lnTo>
                  <a:pt x="596832" y="812949"/>
                </a:lnTo>
                <a:lnTo>
                  <a:pt x="384469" y="812949"/>
                </a:lnTo>
                <a:close/>
                <a:moveTo>
                  <a:pt x="1438033" y="443773"/>
                </a:moveTo>
                <a:lnTo>
                  <a:pt x="1442477" y="460280"/>
                </a:lnTo>
                <a:lnTo>
                  <a:pt x="1446921" y="477738"/>
                </a:lnTo>
                <a:lnTo>
                  <a:pt x="1451048" y="495197"/>
                </a:lnTo>
                <a:lnTo>
                  <a:pt x="1454857" y="512656"/>
                </a:lnTo>
                <a:lnTo>
                  <a:pt x="1458349" y="530433"/>
                </a:lnTo>
                <a:lnTo>
                  <a:pt x="1461840" y="548526"/>
                </a:lnTo>
                <a:lnTo>
                  <a:pt x="1464698" y="566620"/>
                </a:lnTo>
                <a:lnTo>
                  <a:pt x="1467554" y="585031"/>
                </a:lnTo>
                <a:lnTo>
                  <a:pt x="1469776" y="603760"/>
                </a:lnTo>
                <a:lnTo>
                  <a:pt x="1471998" y="622488"/>
                </a:lnTo>
                <a:lnTo>
                  <a:pt x="1474220" y="641535"/>
                </a:lnTo>
                <a:lnTo>
                  <a:pt x="1475808" y="660581"/>
                </a:lnTo>
                <a:lnTo>
                  <a:pt x="1477077" y="680262"/>
                </a:lnTo>
                <a:lnTo>
                  <a:pt x="1478347" y="699308"/>
                </a:lnTo>
                <a:lnTo>
                  <a:pt x="1479299" y="719306"/>
                </a:lnTo>
                <a:lnTo>
                  <a:pt x="1479934" y="738987"/>
                </a:lnTo>
                <a:lnTo>
                  <a:pt x="1692933" y="738987"/>
                </a:lnTo>
                <a:lnTo>
                  <a:pt x="1691663" y="718988"/>
                </a:lnTo>
                <a:lnTo>
                  <a:pt x="1690076" y="699308"/>
                </a:lnTo>
                <a:lnTo>
                  <a:pt x="1687854" y="679309"/>
                </a:lnTo>
                <a:lnTo>
                  <a:pt x="1684679" y="659946"/>
                </a:lnTo>
                <a:lnTo>
                  <a:pt x="1681505" y="640582"/>
                </a:lnTo>
                <a:lnTo>
                  <a:pt x="1677378" y="621536"/>
                </a:lnTo>
                <a:lnTo>
                  <a:pt x="1672934" y="602808"/>
                </a:lnTo>
                <a:lnTo>
                  <a:pt x="1667855" y="584396"/>
                </a:lnTo>
                <a:lnTo>
                  <a:pt x="1662142" y="565350"/>
                </a:lnTo>
                <a:lnTo>
                  <a:pt x="1656110" y="547574"/>
                </a:lnTo>
                <a:lnTo>
                  <a:pt x="1649444" y="529480"/>
                </a:lnTo>
                <a:lnTo>
                  <a:pt x="1642461" y="511704"/>
                </a:lnTo>
                <a:lnTo>
                  <a:pt x="1634525" y="494245"/>
                </a:lnTo>
                <a:lnTo>
                  <a:pt x="1626589" y="477104"/>
                </a:lnTo>
                <a:lnTo>
                  <a:pt x="1617701" y="460280"/>
                </a:lnTo>
                <a:lnTo>
                  <a:pt x="1608495" y="443773"/>
                </a:lnTo>
                <a:lnTo>
                  <a:pt x="1438033" y="443773"/>
                </a:lnTo>
                <a:close/>
                <a:moveTo>
                  <a:pt x="1074888" y="443773"/>
                </a:moveTo>
                <a:lnTo>
                  <a:pt x="1074888" y="738987"/>
                </a:lnTo>
                <a:lnTo>
                  <a:pt x="1405972" y="738987"/>
                </a:lnTo>
                <a:lnTo>
                  <a:pt x="1405337" y="719306"/>
                </a:lnTo>
                <a:lnTo>
                  <a:pt x="1404702" y="699625"/>
                </a:lnTo>
                <a:lnTo>
                  <a:pt x="1403115" y="680262"/>
                </a:lnTo>
                <a:lnTo>
                  <a:pt x="1401528" y="660581"/>
                </a:lnTo>
                <a:lnTo>
                  <a:pt x="1399941" y="641535"/>
                </a:lnTo>
                <a:lnTo>
                  <a:pt x="1397719" y="622171"/>
                </a:lnTo>
                <a:lnTo>
                  <a:pt x="1394862" y="603442"/>
                </a:lnTo>
                <a:lnTo>
                  <a:pt x="1392322" y="585031"/>
                </a:lnTo>
                <a:lnTo>
                  <a:pt x="1389466" y="566620"/>
                </a:lnTo>
                <a:lnTo>
                  <a:pt x="1385656" y="548209"/>
                </a:lnTo>
                <a:lnTo>
                  <a:pt x="1382482" y="530115"/>
                </a:lnTo>
                <a:lnTo>
                  <a:pt x="1378355" y="512339"/>
                </a:lnTo>
                <a:lnTo>
                  <a:pt x="1374229" y="494562"/>
                </a:lnTo>
                <a:lnTo>
                  <a:pt x="1369467" y="477421"/>
                </a:lnTo>
                <a:lnTo>
                  <a:pt x="1365023" y="460280"/>
                </a:lnTo>
                <a:lnTo>
                  <a:pt x="1359944" y="443773"/>
                </a:lnTo>
                <a:lnTo>
                  <a:pt x="1074888" y="443773"/>
                </a:lnTo>
                <a:close/>
                <a:moveTo>
                  <a:pt x="716505" y="443773"/>
                </a:moveTo>
                <a:lnTo>
                  <a:pt x="711426" y="460280"/>
                </a:lnTo>
                <a:lnTo>
                  <a:pt x="706664" y="477421"/>
                </a:lnTo>
                <a:lnTo>
                  <a:pt x="702220" y="494562"/>
                </a:lnTo>
                <a:lnTo>
                  <a:pt x="698094" y="512339"/>
                </a:lnTo>
                <a:lnTo>
                  <a:pt x="694284" y="530115"/>
                </a:lnTo>
                <a:lnTo>
                  <a:pt x="690475" y="548209"/>
                </a:lnTo>
                <a:lnTo>
                  <a:pt x="687301" y="566620"/>
                </a:lnTo>
                <a:lnTo>
                  <a:pt x="683809" y="585031"/>
                </a:lnTo>
                <a:lnTo>
                  <a:pt x="681270" y="603442"/>
                </a:lnTo>
                <a:lnTo>
                  <a:pt x="678730" y="622171"/>
                </a:lnTo>
                <a:lnTo>
                  <a:pt x="676508" y="641535"/>
                </a:lnTo>
                <a:lnTo>
                  <a:pt x="674604" y="660581"/>
                </a:lnTo>
                <a:lnTo>
                  <a:pt x="673334" y="680262"/>
                </a:lnTo>
                <a:lnTo>
                  <a:pt x="672064" y="699625"/>
                </a:lnTo>
                <a:lnTo>
                  <a:pt x="671112" y="719306"/>
                </a:lnTo>
                <a:lnTo>
                  <a:pt x="670159" y="738987"/>
                </a:lnTo>
                <a:lnTo>
                  <a:pt x="1001243" y="738987"/>
                </a:lnTo>
                <a:lnTo>
                  <a:pt x="1001243" y="443773"/>
                </a:lnTo>
                <a:lnTo>
                  <a:pt x="716505" y="443773"/>
                </a:lnTo>
                <a:close/>
                <a:moveTo>
                  <a:pt x="467954" y="443773"/>
                </a:moveTo>
                <a:lnTo>
                  <a:pt x="458748" y="460280"/>
                </a:lnTo>
                <a:lnTo>
                  <a:pt x="450178" y="477104"/>
                </a:lnTo>
                <a:lnTo>
                  <a:pt x="442242" y="494245"/>
                </a:lnTo>
                <a:lnTo>
                  <a:pt x="434306" y="511704"/>
                </a:lnTo>
                <a:lnTo>
                  <a:pt x="427005" y="529480"/>
                </a:lnTo>
                <a:lnTo>
                  <a:pt x="420339" y="547574"/>
                </a:lnTo>
                <a:lnTo>
                  <a:pt x="413990" y="565350"/>
                </a:lnTo>
                <a:lnTo>
                  <a:pt x="408594" y="584396"/>
                </a:lnTo>
                <a:lnTo>
                  <a:pt x="403515" y="602808"/>
                </a:lnTo>
                <a:lnTo>
                  <a:pt x="399071" y="621536"/>
                </a:lnTo>
                <a:lnTo>
                  <a:pt x="394944" y="640582"/>
                </a:lnTo>
                <a:lnTo>
                  <a:pt x="391452" y="659946"/>
                </a:lnTo>
                <a:lnTo>
                  <a:pt x="388595" y="679309"/>
                </a:lnTo>
                <a:lnTo>
                  <a:pt x="386373" y="699308"/>
                </a:lnTo>
                <a:lnTo>
                  <a:pt x="384469" y="718988"/>
                </a:lnTo>
                <a:lnTo>
                  <a:pt x="383516" y="738987"/>
                </a:lnTo>
                <a:lnTo>
                  <a:pt x="596515" y="738987"/>
                </a:lnTo>
                <a:lnTo>
                  <a:pt x="597150" y="719306"/>
                </a:lnTo>
                <a:lnTo>
                  <a:pt x="598102" y="699308"/>
                </a:lnTo>
                <a:lnTo>
                  <a:pt x="599054" y="680262"/>
                </a:lnTo>
                <a:lnTo>
                  <a:pt x="600641" y="660581"/>
                </a:lnTo>
                <a:lnTo>
                  <a:pt x="602229" y="641535"/>
                </a:lnTo>
                <a:lnTo>
                  <a:pt x="604451" y="622488"/>
                </a:lnTo>
                <a:lnTo>
                  <a:pt x="606673" y="603760"/>
                </a:lnTo>
                <a:lnTo>
                  <a:pt x="608577" y="585031"/>
                </a:lnTo>
                <a:lnTo>
                  <a:pt x="611752" y="566620"/>
                </a:lnTo>
                <a:lnTo>
                  <a:pt x="614608" y="548526"/>
                </a:lnTo>
                <a:lnTo>
                  <a:pt x="618100" y="530433"/>
                </a:lnTo>
                <a:lnTo>
                  <a:pt x="621592" y="512656"/>
                </a:lnTo>
                <a:lnTo>
                  <a:pt x="625401" y="495197"/>
                </a:lnTo>
                <a:lnTo>
                  <a:pt x="629528" y="477738"/>
                </a:lnTo>
                <a:lnTo>
                  <a:pt x="633654" y="460280"/>
                </a:lnTo>
                <a:lnTo>
                  <a:pt x="638099" y="443773"/>
                </a:lnTo>
                <a:lnTo>
                  <a:pt x="467954" y="443773"/>
                </a:lnTo>
                <a:close/>
                <a:moveTo>
                  <a:pt x="1306615" y="168557"/>
                </a:moveTo>
                <a:lnTo>
                  <a:pt x="1314234" y="178715"/>
                </a:lnTo>
                <a:lnTo>
                  <a:pt x="1322487" y="189826"/>
                </a:lnTo>
                <a:lnTo>
                  <a:pt x="1329788" y="200936"/>
                </a:lnTo>
                <a:lnTo>
                  <a:pt x="1337406" y="212046"/>
                </a:lnTo>
                <a:lnTo>
                  <a:pt x="1345025" y="223791"/>
                </a:lnTo>
                <a:lnTo>
                  <a:pt x="1352326" y="235536"/>
                </a:lnTo>
                <a:lnTo>
                  <a:pt x="1359309" y="247916"/>
                </a:lnTo>
                <a:lnTo>
                  <a:pt x="1365975" y="260613"/>
                </a:lnTo>
                <a:lnTo>
                  <a:pt x="1372959" y="272993"/>
                </a:lnTo>
                <a:lnTo>
                  <a:pt x="1379308" y="286326"/>
                </a:lnTo>
                <a:lnTo>
                  <a:pt x="1385656" y="299658"/>
                </a:lnTo>
                <a:lnTo>
                  <a:pt x="1391688" y="312990"/>
                </a:lnTo>
                <a:lnTo>
                  <a:pt x="1398036" y="326957"/>
                </a:lnTo>
                <a:lnTo>
                  <a:pt x="1403433" y="340924"/>
                </a:lnTo>
                <a:lnTo>
                  <a:pt x="1409464" y="355209"/>
                </a:lnTo>
                <a:lnTo>
                  <a:pt x="1414543" y="369811"/>
                </a:lnTo>
                <a:lnTo>
                  <a:pt x="1559293" y="369811"/>
                </a:lnTo>
                <a:lnTo>
                  <a:pt x="1546913" y="353939"/>
                </a:lnTo>
                <a:lnTo>
                  <a:pt x="1533581" y="338067"/>
                </a:lnTo>
                <a:lnTo>
                  <a:pt x="1520248" y="322831"/>
                </a:lnTo>
                <a:lnTo>
                  <a:pt x="1505964" y="308229"/>
                </a:lnTo>
                <a:lnTo>
                  <a:pt x="1491679" y="293627"/>
                </a:lnTo>
                <a:lnTo>
                  <a:pt x="1476760" y="280294"/>
                </a:lnTo>
                <a:lnTo>
                  <a:pt x="1461523" y="266645"/>
                </a:lnTo>
                <a:lnTo>
                  <a:pt x="1445969" y="253630"/>
                </a:lnTo>
                <a:lnTo>
                  <a:pt x="1429780" y="240932"/>
                </a:lnTo>
                <a:lnTo>
                  <a:pt x="1412956" y="229187"/>
                </a:lnTo>
                <a:lnTo>
                  <a:pt x="1396132" y="217760"/>
                </a:lnTo>
                <a:lnTo>
                  <a:pt x="1378673" y="206650"/>
                </a:lnTo>
                <a:lnTo>
                  <a:pt x="1361531" y="196492"/>
                </a:lnTo>
                <a:lnTo>
                  <a:pt x="1343438" y="186651"/>
                </a:lnTo>
                <a:lnTo>
                  <a:pt x="1325026" y="177128"/>
                </a:lnTo>
                <a:lnTo>
                  <a:pt x="1306615" y="168557"/>
                </a:lnTo>
                <a:close/>
                <a:moveTo>
                  <a:pt x="770151" y="168557"/>
                </a:moveTo>
                <a:lnTo>
                  <a:pt x="751423" y="177128"/>
                </a:lnTo>
                <a:lnTo>
                  <a:pt x="733329" y="186651"/>
                </a:lnTo>
                <a:lnTo>
                  <a:pt x="715235" y="196492"/>
                </a:lnTo>
                <a:lnTo>
                  <a:pt x="697459" y="206650"/>
                </a:lnTo>
                <a:lnTo>
                  <a:pt x="680317" y="217760"/>
                </a:lnTo>
                <a:lnTo>
                  <a:pt x="663176" y="229187"/>
                </a:lnTo>
                <a:lnTo>
                  <a:pt x="646669" y="240932"/>
                </a:lnTo>
                <a:lnTo>
                  <a:pt x="630798" y="253630"/>
                </a:lnTo>
                <a:lnTo>
                  <a:pt x="614926" y="266645"/>
                </a:lnTo>
                <a:lnTo>
                  <a:pt x="599372" y="280294"/>
                </a:lnTo>
                <a:lnTo>
                  <a:pt x="584770" y="293627"/>
                </a:lnTo>
                <a:lnTo>
                  <a:pt x="570485" y="308229"/>
                </a:lnTo>
                <a:lnTo>
                  <a:pt x="556518" y="322831"/>
                </a:lnTo>
                <a:lnTo>
                  <a:pt x="542868" y="338067"/>
                </a:lnTo>
                <a:lnTo>
                  <a:pt x="529536" y="353939"/>
                </a:lnTo>
                <a:lnTo>
                  <a:pt x="516839" y="369811"/>
                </a:lnTo>
                <a:lnTo>
                  <a:pt x="661906" y="369811"/>
                </a:lnTo>
                <a:lnTo>
                  <a:pt x="667303" y="355209"/>
                </a:lnTo>
                <a:lnTo>
                  <a:pt x="673016" y="340924"/>
                </a:lnTo>
                <a:lnTo>
                  <a:pt x="678730" y="326957"/>
                </a:lnTo>
                <a:lnTo>
                  <a:pt x="684761" y="312990"/>
                </a:lnTo>
                <a:lnTo>
                  <a:pt x="690793" y="299658"/>
                </a:lnTo>
                <a:lnTo>
                  <a:pt x="697141" y="286326"/>
                </a:lnTo>
                <a:lnTo>
                  <a:pt x="703808" y="272993"/>
                </a:lnTo>
                <a:lnTo>
                  <a:pt x="710474" y="260613"/>
                </a:lnTo>
                <a:lnTo>
                  <a:pt x="717457" y="247916"/>
                </a:lnTo>
                <a:lnTo>
                  <a:pt x="724441" y="235536"/>
                </a:lnTo>
                <a:lnTo>
                  <a:pt x="731424" y="223791"/>
                </a:lnTo>
                <a:lnTo>
                  <a:pt x="738725" y="212046"/>
                </a:lnTo>
                <a:lnTo>
                  <a:pt x="746661" y="200936"/>
                </a:lnTo>
                <a:lnTo>
                  <a:pt x="754280" y="189826"/>
                </a:lnTo>
                <a:lnTo>
                  <a:pt x="762215" y="178715"/>
                </a:lnTo>
                <a:lnTo>
                  <a:pt x="770151" y="168557"/>
                </a:lnTo>
                <a:close/>
                <a:moveTo>
                  <a:pt x="1074888" y="112372"/>
                </a:moveTo>
                <a:lnTo>
                  <a:pt x="1074888" y="369811"/>
                </a:lnTo>
                <a:lnTo>
                  <a:pt x="1333597" y="369811"/>
                </a:lnTo>
                <a:lnTo>
                  <a:pt x="1324392" y="347908"/>
                </a:lnTo>
                <a:lnTo>
                  <a:pt x="1314551" y="326640"/>
                </a:lnTo>
                <a:lnTo>
                  <a:pt x="1304393" y="306324"/>
                </a:lnTo>
                <a:lnTo>
                  <a:pt x="1293600" y="286326"/>
                </a:lnTo>
                <a:lnTo>
                  <a:pt x="1282490" y="267597"/>
                </a:lnTo>
                <a:lnTo>
                  <a:pt x="1271063" y="249503"/>
                </a:lnTo>
                <a:lnTo>
                  <a:pt x="1259318" y="232362"/>
                </a:lnTo>
                <a:lnTo>
                  <a:pt x="1247255" y="215538"/>
                </a:lnTo>
                <a:lnTo>
                  <a:pt x="1234558" y="199983"/>
                </a:lnTo>
                <a:lnTo>
                  <a:pt x="1221860" y="185699"/>
                </a:lnTo>
                <a:lnTo>
                  <a:pt x="1215194" y="178715"/>
                </a:lnTo>
                <a:lnTo>
                  <a:pt x="1208528" y="172049"/>
                </a:lnTo>
                <a:lnTo>
                  <a:pt x="1201862" y="165383"/>
                </a:lnTo>
                <a:lnTo>
                  <a:pt x="1194878" y="159352"/>
                </a:lnTo>
                <a:lnTo>
                  <a:pt x="1188212" y="153321"/>
                </a:lnTo>
                <a:lnTo>
                  <a:pt x="1181229" y="147924"/>
                </a:lnTo>
                <a:lnTo>
                  <a:pt x="1174245" y="142210"/>
                </a:lnTo>
                <a:lnTo>
                  <a:pt x="1167262" y="137131"/>
                </a:lnTo>
                <a:lnTo>
                  <a:pt x="1159961" y="132370"/>
                </a:lnTo>
                <a:lnTo>
                  <a:pt x="1152977" y="127608"/>
                </a:lnTo>
                <a:lnTo>
                  <a:pt x="1145359" y="123164"/>
                </a:lnTo>
                <a:lnTo>
                  <a:pt x="1138058" y="119038"/>
                </a:lnTo>
                <a:lnTo>
                  <a:pt x="1122503" y="116816"/>
                </a:lnTo>
                <a:lnTo>
                  <a:pt x="1106632" y="114911"/>
                </a:lnTo>
                <a:lnTo>
                  <a:pt x="1090760" y="113641"/>
                </a:lnTo>
                <a:lnTo>
                  <a:pt x="1074888" y="112372"/>
                </a:lnTo>
                <a:close/>
                <a:moveTo>
                  <a:pt x="1001243" y="112372"/>
                </a:moveTo>
                <a:lnTo>
                  <a:pt x="985372" y="113641"/>
                </a:lnTo>
                <a:lnTo>
                  <a:pt x="969500" y="114911"/>
                </a:lnTo>
                <a:lnTo>
                  <a:pt x="953628" y="116816"/>
                </a:lnTo>
                <a:lnTo>
                  <a:pt x="938391" y="119038"/>
                </a:lnTo>
                <a:lnTo>
                  <a:pt x="930773" y="123164"/>
                </a:lnTo>
                <a:lnTo>
                  <a:pt x="923789" y="127608"/>
                </a:lnTo>
                <a:lnTo>
                  <a:pt x="916488" y="132370"/>
                </a:lnTo>
                <a:lnTo>
                  <a:pt x="909505" y="137131"/>
                </a:lnTo>
                <a:lnTo>
                  <a:pt x="902204" y="142210"/>
                </a:lnTo>
                <a:lnTo>
                  <a:pt x="895220" y="147924"/>
                </a:lnTo>
                <a:lnTo>
                  <a:pt x="888554" y="153321"/>
                </a:lnTo>
                <a:lnTo>
                  <a:pt x="881571" y="159352"/>
                </a:lnTo>
                <a:lnTo>
                  <a:pt x="874587" y="165383"/>
                </a:lnTo>
                <a:lnTo>
                  <a:pt x="867921" y="172049"/>
                </a:lnTo>
                <a:lnTo>
                  <a:pt x="861255" y="178715"/>
                </a:lnTo>
                <a:lnTo>
                  <a:pt x="854589" y="185699"/>
                </a:lnTo>
                <a:lnTo>
                  <a:pt x="841574" y="199983"/>
                </a:lnTo>
                <a:lnTo>
                  <a:pt x="829194" y="215538"/>
                </a:lnTo>
                <a:lnTo>
                  <a:pt x="817132" y="232362"/>
                </a:lnTo>
                <a:lnTo>
                  <a:pt x="805069" y="249503"/>
                </a:lnTo>
                <a:lnTo>
                  <a:pt x="793641" y="267597"/>
                </a:lnTo>
                <a:lnTo>
                  <a:pt x="782849" y="286326"/>
                </a:lnTo>
                <a:lnTo>
                  <a:pt x="772056" y="306324"/>
                </a:lnTo>
                <a:lnTo>
                  <a:pt x="762215" y="326640"/>
                </a:lnTo>
                <a:lnTo>
                  <a:pt x="752058" y="347908"/>
                </a:lnTo>
                <a:lnTo>
                  <a:pt x="742852" y="369811"/>
                </a:lnTo>
                <a:lnTo>
                  <a:pt x="1001243" y="369811"/>
                </a:lnTo>
                <a:lnTo>
                  <a:pt x="1001243" y="112372"/>
                </a:lnTo>
                <a:close/>
                <a:moveTo>
                  <a:pt x="1018702" y="0"/>
                </a:moveTo>
                <a:lnTo>
                  <a:pt x="1038066" y="0"/>
                </a:lnTo>
                <a:lnTo>
                  <a:pt x="1058064" y="0"/>
                </a:lnTo>
                <a:lnTo>
                  <a:pt x="1077745" y="635"/>
                </a:lnTo>
                <a:lnTo>
                  <a:pt x="1097109" y="2222"/>
                </a:lnTo>
                <a:lnTo>
                  <a:pt x="1116790" y="4127"/>
                </a:lnTo>
                <a:lnTo>
                  <a:pt x="1135836" y="6349"/>
                </a:lnTo>
                <a:lnTo>
                  <a:pt x="1154882" y="8888"/>
                </a:lnTo>
                <a:lnTo>
                  <a:pt x="1173928" y="11745"/>
                </a:lnTo>
                <a:lnTo>
                  <a:pt x="1192656" y="15554"/>
                </a:lnTo>
                <a:lnTo>
                  <a:pt x="1211067" y="19363"/>
                </a:lnTo>
                <a:lnTo>
                  <a:pt x="1229479" y="23807"/>
                </a:lnTo>
                <a:lnTo>
                  <a:pt x="1247890" y="29204"/>
                </a:lnTo>
                <a:lnTo>
                  <a:pt x="1265984" y="34283"/>
                </a:lnTo>
                <a:lnTo>
                  <a:pt x="1284077" y="39997"/>
                </a:lnTo>
                <a:lnTo>
                  <a:pt x="1301854" y="46345"/>
                </a:lnTo>
                <a:lnTo>
                  <a:pt x="1318995" y="53011"/>
                </a:lnTo>
                <a:lnTo>
                  <a:pt x="1336454" y="59995"/>
                </a:lnTo>
                <a:lnTo>
                  <a:pt x="1353278" y="67931"/>
                </a:lnTo>
                <a:lnTo>
                  <a:pt x="1370420" y="75549"/>
                </a:lnTo>
                <a:lnTo>
                  <a:pt x="1386926" y="84120"/>
                </a:lnTo>
                <a:lnTo>
                  <a:pt x="1403433" y="92373"/>
                </a:lnTo>
                <a:lnTo>
                  <a:pt x="1419622" y="101579"/>
                </a:lnTo>
                <a:lnTo>
                  <a:pt x="1435494" y="110784"/>
                </a:lnTo>
                <a:lnTo>
                  <a:pt x="1451365" y="120942"/>
                </a:lnTo>
                <a:lnTo>
                  <a:pt x="1466602" y="131100"/>
                </a:lnTo>
                <a:lnTo>
                  <a:pt x="1482156" y="141576"/>
                </a:lnTo>
                <a:lnTo>
                  <a:pt x="1496758" y="152686"/>
                </a:lnTo>
                <a:lnTo>
                  <a:pt x="1511360" y="163796"/>
                </a:lnTo>
                <a:lnTo>
                  <a:pt x="1525962" y="175224"/>
                </a:lnTo>
                <a:lnTo>
                  <a:pt x="1539929" y="187286"/>
                </a:lnTo>
                <a:lnTo>
                  <a:pt x="1553579" y="199349"/>
                </a:lnTo>
                <a:lnTo>
                  <a:pt x="1567229" y="212046"/>
                </a:lnTo>
                <a:lnTo>
                  <a:pt x="1579926" y="224743"/>
                </a:lnTo>
                <a:lnTo>
                  <a:pt x="1592941" y="237758"/>
                </a:lnTo>
                <a:lnTo>
                  <a:pt x="1605638" y="251408"/>
                </a:lnTo>
                <a:lnTo>
                  <a:pt x="1617701" y="265057"/>
                </a:lnTo>
                <a:lnTo>
                  <a:pt x="1629763" y="279025"/>
                </a:lnTo>
                <a:lnTo>
                  <a:pt x="1641191" y="293309"/>
                </a:lnTo>
                <a:lnTo>
                  <a:pt x="1652618" y="308229"/>
                </a:lnTo>
                <a:lnTo>
                  <a:pt x="1663411" y="323148"/>
                </a:lnTo>
                <a:lnTo>
                  <a:pt x="1674204" y="338385"/>
                </a:lnTo>
                <a:lnTo>
                  <a:pt x="1684044" y="353939"/>
                </a:lnTo>
                <a:lnTo>
                  <a:pt x="1693885" y="369493"/>
                </a:lnTo>
                <a:lnTo>
                  <a:pt x="1703091" y="385365"/>
                </a:lnTo>
                <a:lnTo>
                  <a:pt x="1712296" y="401554"/>
                </a:lnTo>
                <a:lnTo>
                  <a:pt x="1720867" y="418061"/>
                </a:lnTo>
                <a:lnTo>
                  <a:pt x="1729438" y="434567"/>
                </a:lnTo>
                <a:lnTo>
                  <a:pt x="1737056" y="451709"/>
                </a:lnTo>
                <a:lnTo>
                  <a:pt x="1744992" y="468533"/>
                </a:lnTo>
                <a:lnTo>
                  <a:pt x="1751976" y="485992"/>
                </a:lnTo>
                <a:lnTo>
                  <a:pt x="1758324" y="503133"/>
                </a:lnTo>
                <a:lnTo>
                  <a:pt x="1764673" y="520910"/>
                </a:lnTo>
                <a:lnTo>
                  <a:pt x="1770704" y="539003"/>
                </a:lnTo>
                <a:lnTo>
                  <a:pt x="1775783" y="557097"/>
                </a:lnTo>
                <a:lnTo>
                  <a:pt x="1780862" y="575508"/>
                </a:lnTo>
                <a:lnTo>
                  <a:pt x="1785306" y="593919"/>
                </a:lnTo>
                <a:lnTo>
                  <a:pt x="1789433" y="612331"/>
                </a:lnTo>
                <a:lnTo>
                  <a:pt x="1793242" y="631059"/>
                </a:lnTo>
                <a:lnTo>
                  <a:pt x="1796099" y="650423"/>
                </a:lnTo>
                <a:lnTo>
                  <a:pt x="1798956" y="669151"/>
                </a:lnTo>
                <a:lnTo>
                  <a:pt x="1801178" y="688515"/>
                </a:lnTo>
                <a:lnTo>
                  <a:pt x="1802765" y="707878"/>
                </a:lnTo>
                <a:lnTo>
                  <a:pt x="1804035" y="727242"/>
                </a:lnTo>
                <a:lnTo>
                  <a:pt x="1804987" y="746923"/>
                </a:lnTo>
                <a:lnTo>
                  <a:pt x="1804987" y="766921"/>
                </a:lnTo>
                <a:lnTo>
                  <a:pt x="1804987" y="786285"/>
                </a:lnTo>
                <a:lnTo>
                  <a:pt x="1804035" y="806283"/>
                </a:lnTo>
                <a:lnTo>
                  <a:pt x="1802765" y="825646"/>
                </a:lnTo>
                <a:lnTo>
                  <a:pt x="1801178" y="845010"/>
                </a:lnTo>
                <a:lnTo>
                  <a:pt x="1798956" y="864056"/>
                </a:lnTo>
                <a:lnTo>
                  <a:pt x="1796099" y="883419"/>
                </a:lnTo>
                <a:lnTo>
                  <a:pt x="1793242" y="902465"/>
                </a:lnTo>
                <a:lnTo>
                  <a:pt x="1789433" y="921194"/>
                </a:lnTo>
                <a:lnTo>
                  <a:pt x="1785306" y="939605"/>
                </a:lnTo>
                <a:lnTo>
                  <a:pt x="1780862" y="958016"/>
                </a:lnTo>
                <a:lnTo>
                  <a:pt x="1775783" y="976428"/>
                </a:lnTo>
                <a:lnTo>
                  <a:pt x="1770704" y="994521"/>
                </a:lnTo>
                <a:lnTo>
                  <a:pt x="1764673" y="1012298"/>
                </a:lnTo>
                <a:lnTo>
                  <a:pt x="1758324" y="1030074"/>
                </a:lnTo>
                <a:lnTo>
                  <a:pt x="1751976" y="1047851"/>
                </a:lnTo>
                <a:lnTo>
                  <a:pt x="1744992" y="1064992"/>
                </a:lnTo>
                <a:lnTo>
                  <a:pt x="1737056" y="1082134"/>
                </a:lnTo>
                <a:lnTo>
                  <a:pt x="1729438" y="1098958"/>
                </a:lnTo>
                <a:lnTo>
                  <a:pt x="1720867" y="1115464"/>
                </a:lnTo>
                <a:lnTo>
                  <a:pt x="1712296" y="1132288"/>
                </a:lnTo>
                <a:lnTo>
                  <a:pt x="1703091" y="1147843"/>
                </a:lnTo>
                <a:lnTo>
                  <a:pt x="1693885" y="1164349"/>
                </a:lnTo>
                <a:lnTo>
                  <a:pt x="1684044" y="1179586"/>
                </a:lnTo>
                <a:lnTo>
                  <a:pt x="1674204" y="1195140"/>
                </a:lnTo>
                <a:lnTo>
                  <a:pt x="1663411" y="1210377"/>
                </a:lnTo>
                <a:lnTo>
                  <a:pt x="1652618" y="1225297"/>
                </a:lnTo>
                <a:lnTo>
                  <a:pt x="1641191" y="1239898"/>
                </a:lnTo>
                <a:lnTo>
                  <a:pt x="1629763" y="1254183"/>
                </a:lnTo>
                <a:lnTo>
                  <a:pt x="1617701" y="1268150"/>
                </a:lnTo>
                <a:lnTo>
                  <a:pt x="1605638" y="1282117"/>
                </a:lnTo>
                <a:lnTo>
                  <a:pt x="1592941" y="1295449"/>
                </a:lnTo>
                <a:lnTo>
                  <a:pt x="1579926" y="1308782"/>
                </a:lnTo>
                <a:lnTo>
                  <a:pt x="1567229" y="1321797"/>
                </a:lnTo>
                <a:lnTo>
                  <a:pt x="1553579" y="1334176"/>
                </a:lnTo>
                <a:lnTo>
                  <a:pt x="1539929" y="1346239"/>
                </a:lnTo>
                <a:lnTo>
                  <a:pt x="1525962" y="1357984"/>
                </a:lnTo>
                <a:lnTo>
                  <a:pt x="1511360" y="1370047"/>
                </a:lnTo>
                <a:lnTo>
                  <a:pt x="1496758" y="1381157"/>
                </a:lnTo>
                <a:lnTo>
                  <a:pt x="1482156" y="1391949"/>
                </a:lnTo>
                <a:lnTo>
                  <a:pt x="1466602" y="1402425"/>
                </a:lnTo>
                <a:lnTo>
                  <a:pt x="1451365" y="1412583"/>
                </a:lnTo>
                <a:lnTo>
                  <a:pt x="1435494" y="1422423"/>
                </a:lnTo>
                <a:lnTo>
                  <a:pt x="1419622" y="1431946"/>
                </a:lnTo>
                <a:lnTo>
                  <a:pt x="1403433" y="1441152"/>
                </a:lnTo>
                <a:lnTo>
                  <a:pt x="1386926" y="1449723"/>
                </a:lnTo>
                <a:lnTo>
                  <a:pt x="1370420" y="1457976"/>
                </a:lnTo>
                <a:lnTo>
                  <a:pt x="1353278" y="1465912"/>
                </a:lnTo>
                <a:lnTo>
                  <a:pt x="1336454" y="1473213"/>
                </a:lnTo>
                <a:lnTo>
                  <a:pt x="1318995" y="1480196"/>
                </a:lnTo>
                <a:lnTo>
                  <a:pt x="1301854" y="1487180"/>
                </a:lnTo>
                <a:lnTo>
                  <a:pt x="1284077" y="1493528"/>
                </a:lnTo>
                <a:lnTo>
                  <a:pt x="1265984" y="1498925"/>
                </a:lnTo>
                <a:lnTo>
                  <a:pt x="1247890" y="1504639"/>
                </a:lnTo>
                <a:lnTo>
                  <a:pt x="1229479" y="1509400"/>
                </a:lnTo>
                <a:lnTo>
                  <a:pt x="1211067" y="1514162"/>
                </a:lnTo>
                <a:lnTo>
                  <a:pt x="1192656" y="1518288"/>
                </a:lnTo>
                <a:lnTo>
                  <a:pt x="1173928" y="1521463"/>
                </a:lnTo>
                <a:lnTo>
                  <a:pt x="1154882" y="1524637"/>
                </a:lnTo>
                <a:lnTo>
                  <a:pt x="1135836" y="1527494"/>
                </a:lnTo>
                <a:lnTo>
                  <a:pt x="1116790" y="1529716"/>
                </a:lnTo>
                <a:lnTo>
                  <a:pt x="1097109" y="1531303"/>
                </a:lnTo>
                <a:lnTo>
                  <a:pt x="1077745" y="1532573"/>
                </a:lnTo>
                <a:lnTo>
                  <a:pt x="1058064" y="1533208"/>
                </a:lnTo>
                <a:lnTo>
                  <a:pt x="1038066" y="1533525"/>
                </a:lnTo>
                <a:lnTo>
                  <a:pt x="1018702" y="1533208"/>
                </a:lnTo>
                <a:lnTo>
                  <a:pt x="998704" y="1532573"/>
                </a:lnTo>
                <a:lnTo>
                  <a:pt x="979340" y="1531303"/>
                </a:lnTo>
                <a:lnTo>
                  <a:pt x="959977" y="1529716"/>
                </a:lnTo>
                <a:lnTo>
                  <a:pt x="940931" y="1527494"/>
                </a:lnTo>
                <a:lnTo>
                  <a:pt x="921567" y="1524637"/>
                </a:lnTo>
                <a:lnTo>
                  <a:pt x="902839" y="1521463"/>
                </a:lnTo>
                <a:lnTo>
                  <a:pt x="884110" y="1518288"/>
                </a:lnTo>
                <a:lnTo>
                  <a:pt x="865382" y="1514162"/>
                </a:lnTo>
                <a:lnTo>
                  <a:pt x="846970" y="1509400"/>
                </a:lnTo>
                <a:lnTo>
                  <a:pt x="828559" y="1504639"/>
                </a:lnTo>
                <a:lnTo>
                  <a:pt x="810465" y="1498925"/>
                </a:lnTo>
                <a:lnTo>
                  <a:pt x="792689" y="1493528"/>
                </a:lnTo>
                <a:lnTo>
                  <a:pt x="774913" y="1487180"/>
                </a:lnTo>
                <a:lnTo>
                  <a:pt x="757136" y="1480196"/>
                </a:lnTo>
                <a:lnTo>
                  <a:pt x="739995" y="1473213"/>
                </a:lnTo>
                <a:lnTo>
                  <a:pt x="722854" y="1465912"/>
                </a:lnTo>
                <a:lnTo>
                  <a:pt x="706030" y="1457976"/>
                </a:lnTo>
                <a:lnTo>
                  <a:pt x="689523" y="1449723"/>
                </a:lnTo>
                <a:lnTo>
                  <a:pt x="673334" y="1441152"/>
                </a:lnTo>
                <a:lnTo>
                  <a:pt x="657145" y="1431946"/>
                </a:lnTo>
                <a:lnTo>
                  <a:pt x="640956" y="1422423"/>
                </a:lnTo>
                <a:lnTo>
                  <a:pt x="625401" y="1412583"/>
                </a:lnTo>
                <a:lnTo>
                  <a:pt x="609847" y="1402425"/>
                </a:lnTo>
                <a:lnTo>
                  <a:pt x="594610" y="1391949"/>
                </a:lnTo>
                <a:lnTo>
                  <a:pt x="579691" y="1381157"/>
                </a:lnTo>
                <a:lnTo>
                  <a:pt x="565089" y="1370047"/>
                </a:lnTo>
                <a:lnTo>
                  <a:pt x="550804" y="1357984"/>
                </a:lnTo>
                <a:lnTo>
                  <a:pt x="536837" y="1346239"/>
                </a:lnTo>
                <a:lnTo>
                  <a:pt x="522870" y="1334176"/>
                </a:lnTo>
                <a:lnTo>
                  <a:pt x="509538" y="1321797"/>
                </a:lnTo>
                <a:lnTo>
                  <a:pt x="496205" y="1308782"/>
                </a:lnTo>
                <a:lnTo>
                  <a:pt x="483508" y="1295449"/>
                </a:lnTo>
                <a:lnTo>
                  <a:pt x="470811" y="1282117"/>
                </a:lnTo>
                <a:lnTo>
                  <a:pt x="458748" y="1268150"/>
                </a:lnTo>
                <a:lnTo>
                  <a:pt x="447003" y="1254183"/>
                </a:lnTo>
                <a:lnTo>
                  <a:pt x="435258" y="1239898"/>
                </a:lnTo>
                <a:lnTo>
                  <a:pt x="424148" y="1225297"/>
                </a:lnTo>
                <a:lnTo>
                  <a:pt x="413038" y="1210377"/>
                </a:lnTo>
                <a:lnTo>
                  <a:pt x="402562" y="1195140"/>
                </a:lnTo>
                <a:lnTo>
                  <a:pt x="392404" y="1179586"/>
                </a:lnTo>
                <a:lnTo>
                  <a:pt x="382881" y="1164349"/>
                </a:lnTo>
                <a:lnTo>
                  <a:pt x="373041" y="1147843"/>
                </a:lnTo>
                <a:lnTo>
                  <a:pt x="364470" y="1132288"/>
                </a:lnTo>
                <a:lnTo>
                  <a:pt x="355582" y="1115464"/>
                </a:lnTo>
                <a:lnTo>
                  <a:pt x="347329" y="1098958"/>
                </a:lnTo>
                <a:lnTo>
                  <a:pt x="339393" y="1082134"/>
                </a:lnTo>
                <a:lnTo>
                  <a:pt x="331775" y="1064992"/>
                </a:lnTo>
                <a:lnTo>
                  <a:pt x="324791" y="1047851"/>
                </a:lnTo>
                <a:lnTo>
                  <a:pt x="318125" y="1030074"/>
                </a:lnTo>
                <a:lnTo>
                  <a:pt x="312094" y="1012298"/>
                </a:lnTo>
                <a:lnTo>
                  <a:pt x="306062" y="994521"/>
                </a:lnTo>
                <a:lnTo>
                  <a:pt x="300666" y="976428"/>
                </a:lnTo>
                <a:lnTo>
                  <a:pt x="295904" y="958016"/>
                </a:lnTo>
                <a:lnTo>
                  <a:pt x="290825" y="939605"/>
                </a:lnTo>
                <a:lnTo>
                  <a:pt x="287016" y="921194"/>
                </a:lnTo>
                <a:lnTo>
                  <a:pt x="283525" y="902465"/>
                </a:lnTo>
                <a:lnTo>
                  <a:pt x="280350" y="883419"/>
                </a:lnTo>
                <a:lnTo>
                  <a:pt x="277811" y="864056"/>
                </a:lnTo>
                <a:lnTo>
                  <a:pt x="275589" y="845010"/>
                </a:lnTo>
                <a:lnTo>
                  <a:pt x="273684" y="825646"/>
                </a:lnTo>
                <a:lnTo>
                  <a:pt x="272414" y="806283"/>
                </a:lnTo>
                <a:lnTo>
                  <a:pt x="271779" y="786285"/>
                </a:lnTo>
                <a:lnTo>
                  <a:pt x="271462" y="766921"/>
                </a:lnTo>
                <a:lnTo>
                  <a:pt x="271779" y="746923"/>
                </a:lnTo>
                <a:lnTo>
                  <a:pt x="272414" y="727242"/>
                </a:lnTo>
                <a:lnTo>
                  <a:pt x="273684" y="707878"/>
                </a:lnTo>
                <a:lnTo>
                  <a:pt x="275589" y="688515"/>
                </a:lnTo>
                <a:lnTo>
                  <a:pt x="277811" y="669151"/>
                </a:lnTo>
                <a:lnTo>
                  <a:pt x="280350" y="650423"/>
                </a:lnTo>
                <a:lnTo>
                  <a:pt x="283525" y="631059"/>
                </a:lnTo>
                <a:lnTo>
                  <a:pt x="287016" y="612331"/>
                </a:lnTo>
                <a:lnTo>
                  <a:pt x="290825" y="593919"/>
                </a:lnTo>
                <a:lnTo>
                  <a:pt x="295904" y="575508"/>
                </a:lnTo>
                <a:lnTo>
                  <a:pt x="300666" y="557097"/>
                </a:lnTo>
                <a:lnTo>
                  <a:pt x="306062" y="539003"/>
                </a:lnTo>
                <a:lnTo>
                  <a:pt x="312094" y="520910"/>
                </a:lnTo>
                <a:lnTo>
                  <a:pt x="318125" y="503133"/>
                </a:lnTo>
                <a:lnTo>
                  <a:pt x="324791" y="485992"/>
                </a:lnTo>
                <a:lnTo>
                  <a:pt x="331775" y="468533"/>
                </a:lnTo>
                <a:lnTo>
                  <a:pt x="339393" y="451709"/>
                </a:lnTo>
                <a:lnTo>
                  <a:pt x="347329" y="434567"/>
                </a:lnTo>
                <a:lnTo>
                  <a:pt x="355582" y="418061"/>
                </a:lnTo>
                <a:lnTo>
                  <a:pt x="364470" y="401554"/>
                </a:lnTo>
                <a:lnTo>
                  <a:pt x="373041" y="385365"/>
                </a:lnTo>
                <a:lnTo>
                  <a:pt x="382881" y="369493"/>
                </a:lnTo>
                <a:lnTo>
                  <a:pt x="392404" y="353939"/>
                </a:lnTo>
                <a:lnTo>
                  <a:pt x="402562" y="338385"/>
                </a:lnTo>
                <a:lnTo>
                  <a:pt x="413038" y="323148"/>
                </a:lnTo>
                <a:lnTo>
                  <a:pt x="424148" y="308229"/>
                </a:lnTo>
                <a:lnTo>
                  <a:pt x="435258" y="293309"/>
                </a:lnTo>
                <a:lnTo>
                  <a:pt x="447003" y="279025"/>
                </a:lnTo>
                <a:lnTo>
                  <a:pt x="458748" y="265057"/>
                </a:lnTo>
                <a:lnTo>
                  <a:pt x="470811" y="251408"/>
                </a:lnTo>
                <a:lnTo>
                  <a:pt x="483508" y="237758"/>
                </a:lnTo>
                <a:lnTo>
                  <a:pt x="496205" y="224743"/>
                </a:lnTo>
                <a:lnTo>
                  <a:pt x="509538" y="212046"/>
                </a:lnTo>
                <a:lnTo>
                  <a:pt x="522870" y="199349"/>
                </a:lnTo>
                <a:lnTo>
                  <a:pt x="536837" y="187286"/>
                </a:lnTo>
                <a:lnTo>
                  <a:pt x="550804" y="175224"/>
                </a:lnTo>
                <a:lnTo>
                  <a:pt x="565089" y="163796"/>
                </a:lnTo>
                <a:lnTo>
                  <a:pt x="579691" y="152686"/>
                </a:lnTo>
                <a:lnTo>
                  <a:pt x="594610" y="141576"/>
                </a:lnTo>
                <a:lnTo>
                  <a:pt x="609847" y="131100"/>
                </a:lnTo>
                <a:lnTo>
                  <a:pt x="625401" y="120942"/>
                </a:lnTo>
                <a:lnTo>
                  <a:pt x="640956" y="110784"/>
                </a:lnTo>
                <a:lnTo>
                  <a:pt x="657145" y="101579"/>
                </a:lnTo>
                <a:lnTo>
                  <a:pt x="673334" y="92373"/>
                </a:lnTo>
                <a:lnTo>
                  <a:pt x="689523" y="84120"/>
                </a:lnTo>
                <a:lnTo>
                  <a:pt x="706030" y="75549"/>
                </a:lnTo>
                <a:lnTo>
                  <a:pt x="722854" y="67931"/>
                </a:lnTo>
                <a:lnTo>
                  <a:pt x="739995" y="59995"/>
                </a:lnTo>
                <a:lnTo>
                  <a:pt x="757136" y="53011"/>
                </a:lnTo>
                <a:lnTo>
                  <a:pt x="774913" y="46345"/>
                </a:lnTo>
                <a:lnTo>
                  <a:pt x="792689" y="39997"/>
                </a:lnTo>
                <a:lnTo>
                  <a:pt x="810465" y="34283"/>
                </a:lnTo>
                <a:lnTo>
                  <a:pt x="828559" y="29204"/>
                </a:lnTo>
                <a:lnTo>
                  <a:pt x="846970" y="23807"/>
                </a:lnTo>
                <a:lnTo>
                  <a:pt x="865382" y="19363"/>
                </a:lnTo>
                <a:lnTo>
                  <a:pt x="884110" y="15554"/>
                </a:lnTo>
                <a:lnTo>
                  <a:pt x="902839" y="11745"/>
                </a:lnTo>
                <a:lnTo>
                  <a:pt x="921567" y="8888"/>
                </a:lnTo>
                <a:lnTo>
                  <a:pt x="940931" y="6349"/>
                </a:lnTo>
                <a:lnTo>
                  <a:pt x="959977" y="4127"/>
                </a:lnTo>
                <a:lnTo>
                  <a:pt x="979340" y="2222"/>
                </a:lnTo>
                <a:lnTo>
                  <a:pt x="998704" y="635"/>
                </a:lnTo>
                <a:lnTo>
                  <a:pt x="101870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5" name="KSO_Shape">
            <a:extLst>
              <a:ext uri="{FF2B5EF4-FFF2-40B4-BE49-F238E27FC236}">
                <a16:creationId xmlns:a16="http://schemas.microsoft.com/office/drawing/2014/main" id="{C9598E20-CFAE-4756-8F33-EC81693FCE7E}"/>
              </a:ext>
            </a:extLst>
          </p:cNvPr>
          <p:cNvSpPr>
            <a:spLocks/>
          </p:cNvSpPr>
          <p:nvPr/>
        </p:nvSpPr>
        <p:spPr bwMode="auto">
          <a:xfrm>
            <a:off x="4861029" y="5656128"/>
            <a:ext cx="528029" cy="650549"/>
          </a:xfrm>
          <a:custGeom>
            <a:avLst/>
            <a:gdLst>
              <a:gd name="T0" fmla="*/ 1194846 w 2597150"/>
              <a:gd name="T1" fmla="*/ 60501 h 3198813"/>
              <a:gd name="T2" fmla="*/ 1196737 w 2597150"/>
              <a:gd name="T3" fmla="*/ 227195 h 3198813"/>
              <a:gd name="T4" fmla="*/ 1263231 w 2597150"/>
              <a:gd name="T5" fmla="*/ 312274 h 3198813"/>
              <a:gd name="T6" fmla="*/ 1370693 w 2597150"/>
              <a:gd name="T7" fmla="*/ 342052 h 3198813"/>
              <a:gd name="T8" fmla="*/ 1385662 w 2597150"/>
              <a:gd name="T9" fmla="*/ 841502 h 3198813"/>
              <a:gd name="T10" fmla="*/ 1345797 w 2597150"/>
              <a:gd name="T11" fmla="*/ 1018752 h 3198813"/>
              <a:gd name="T12" fmla="*/ 1521487 w 2597150"/>
              <a:gd name="T13" fmla="*/ 1114703 h 3198813"/>
              <a:gd name="T14" fmla="*/ 1536614 w 2597150"/>
              <a:gd name="T15" fmla="*/ 1268949 h 3198813"/>
              <a:gd name="T16" fmla="*/ 1286551 w 2597150"/>
              <a:gd name="T17" fmla="*/ 1715619 h 3198813"/>
              <a:gd name="T18" fmla="*/ 1250626 w 2597150"/>
              <a:gd name="T19" fmla="*/ 1869865 h 3198813"/>
              <a:gd name="T20" fmla="*/ 1140327 w 2597150"/>
              <a:gd name="T21" fmla="*/ 1905000 h 3198813"/>
              <a:gd name="T22" fmla="*/ 1010805 w 2597150"/>
              <a:gd name="T23" fmla="*/ 1859782 h 3198813"/>
              <a:gd name="T24" fmla="*/ 1075409 w 2597150"/>
              <a:gd name="T25" fmla="*/ 1822126 h 3198813"/>
              <a:gd name="T26" fmla="*/ 969050 w 2597150"/>
              <a:gd name="T27" fmla="*/ 1796917 h 3198813"/>
              <a:gd name="T28" fmla="*/ 826922 w 2597150"/>
              <a:gd name="T29" fmla="*/ 1756583 h 3198813"/>
              <a:gd name="T30" fmla="*/ 924458 w 2597150"/>
              <a:gd name="T31" fmla="*/ 1724599 h 3198813"/>
              <a:gd name="T32" fmla="*/ 991582 w 2597150"/>
              <a:gd name="T33" fmla="*/ 1669612 h 3198813"/>
              <a:gd name="T34" fmla="*/ 1005763 w 2597150"/>
              <a:gd name="T35" fmla="*/ 1505598 h 3198813"/>
              <a:gd name="T36" fmla="*/ 950929 w 2597150"/>
              <a:gd name="T37" fmla="*/ 1052784 h 3198813"/>
              <a:gd name="T38" fmla="*/ 960699 w 2597150"/>
              <a:gd name="T39" fmla="*/ 705690 h 3198813"/>
              <a:gd name="T40" fmla="*/ 862848 w 2597150"/>
              <a:gd name="T41" fmla="*/ 720815 h 3198813"/>
              <a:gd name="T42" fmla="*/ 673923 w 2597150"/>
              <a:gd name="T43" fmla="*/ 695921 h 3198813"/>
              <a:gd name="T44" fmla="*/ 579854 w 2597150"/>
              <a:gd name="T45" fmla="*/ 663307 h 3198813"/>
              <a:gd name="T46" fmla="*/ 571503 w 2597150"/>
              <a:gd name="T47" fmla="*/ 567514 h 3198813"/>
              <a:gd name="T48" fmla="*/ 713157 w 2597150"/>
              <a:gd name="T49" fmla="*/ 614150 h 3198813"/>
              <a:gd name="T50" fmla="*/ 923670 w 2597150"/>
              <a:gd name="T51" fmla="*/ 536633 h 3198813"/>
              <a:gd name="T52" fmla="*/ 962117 w 2597150"/>
              <a:gd name="T53" fmla="*/ 426029 h 3198813"/>
              <a:gd name="T54" fmla="*/ 1060597 w 2597150"/>
              <a:gd name="T55" fmla="*/ 333545 h 3198813"/>
              <a:gd name="T56" fmla="*/ 1035544 w 2597150"/>
              <a:gd name="T57" fmla="*/ 263117 h 3198813"/>
              <a:gd name="T58" fmla="*/ 1003242 w 2597150"/>
              <a:gd name="T59" fmla="*/ 219474 h 3198813"/>
              <a:gd name="T60" fmla="*/ 984964 w 2597150"/>
              <a:gd name="T61" fmla="*/ 178038 h 3198813"/>
              <a:gd name="T62" fmla="*/ 1006394 w 2597150"/>
              <a:gd name="T63" fmla="*/ 80669 h 3198813"/>
              <a:gd name="T64" fmla="*/ 232099 w 2597150"/>
              <a:gd name="T65" fmla="*/ 0 h 3198813"/>
              <a:gd name="T66" fmla="*/ 343658 w 2597150"/>
              <a:gd name="T67" fmla="*/ 63022 h 3198813"/>
              <a:gd name="T68" fmla="*/ 332628 w 2597150"/>
              <a:gd name="T69" fmla="*/ 115330 h 3198813"/>
              <a:gd name="T70" fmla="*/ 327428 w 2597150"/>
              <a:gd name="T71" fmla="*/ 182607 h 3198813"/>
              <a:gd name="T72" fmla="*/ 298121 w 2597150"/>
              <a:gd name="T73" fmla="*/ 245944 h 3198813"/>
              <a:gd name="T74" fmla="*/ 281418 w 2597150"/>
              <a:gd name="T75" fmla="*/ 309281 h 3198813"/>
              <a:gd name="T76" fmla="*/ 324277 w 2597150"/>
              <a:gd name="T77" fmla="*/ 462110 h 3198813"/>
              <a:gd name="T78" fmla="*/ 447654 w 2597150"/>
              <a:gd name="T79" fmla="*/ 530016 h 3198813"/>
              <a:gd name="T80" fmla="*/ 562994 w 2597150"/>
              <a:gd name="T81" fmla="*/ 562630 h 3198813"/>
              <a:gd name="T82" fmla="*/ 384784 w 2597150"/>
              <a:gd name="T83" fmla="*/ 630851 h 3198813"/>
              <a:gd name="T84" fmla="*/ 308678 w 2597150"/>
              <a:gd name="T85" fmla="*/ 928788 h 3198813"/>
              <a:gd name="T86" fmla="*/ 251953 w 2597150"/>
              <a:gd name="T87" fmla="*/ 1123369 h 3198813"/>
              <a:gd name="T88" fmla="*/ 186247 w 2597150"/>
              <a:gd name="T89" fmla="*/ 1526237 h 3198813"/>
              <a:gd name="T90" fmla="*/ 249274 w 2597150"/>
              <a:gd name="T91" fmla="*/ 1592095 h 3198813"/>
              <a:gd name="T92" fmla="*/ 259201 w 2597150"/>
              <a:gd name="T93" fmla="*/ 1634005 h 3198813"/>
              <a:gd name="T94" fmla="*/ 185617 w 2597150"/>
              <a:gd name="T95" fmla="*/ 1657323 h 3198813"/>
              <a:gd name="T96" fmla="*/ 309781 w 2597150"/>
              <a:gd name="T97" fmla="*/ 1720975 h 3198813"/>
              <a:gd name="T98" fmla="*/ 272910 w 2597150"/>
              <a:gd name="T99" fmla="*/ 1768872 h 3198813"/>
              <a:gd name="T100" fmla="*/ 95172 w 2597150"/>
              <a:gd name="T101" fmla="*/ 1728223 h 3198813"/>
              <a:gd name="T102" fmla="*/ 36556 w 2597150"/>
              <a:gd name="T103" fmla="*/ 1720503 h 3198813"/>
              <a:gd name="T104" fmla="*/ 8824 w 2597150"/>
              <a:gd name="T105" fmla="*/ 1646137 h 3198813"/>
              <a:gd name="T106" fmla="*/ 3151 w 2597150"/>
              <a:gd name="T107" fmla="*/ 1597295 h 3198813"/>
              <a:gd name="T108" fmla="*/ 31672 w 2597150"/>
              <a:gd name="T109" fmla="*/ 1310229 h 3198813"/>
              <a:gd name="T110" fmla="*/ 24108 w 2597150"/>
              <a:gd name="T111" fmla="*/ 934303 h 3198813"/>
              <a:gd name="T112" fmla="*/ 20642 w 2597150"/>
              <a:gd name="T113" fmla="*/ 717664 h 3198813"/>
              <a:gd name="T114" fmla="*/ 47901 w 2597150"/>
              <a:gd name="T115" fmla="*/ 337483 h 3198813"/>
              <a:gd name="T116" fmla="*/ 143230 w 2597150"/>
              <a:gd name="T117" fmla="*/ 209864 h 3198813"/>
              <a:gd name="T118" fmla="*/ 127316 w 2597150"/>
              <a:gd name="T119" fmla="*/ 135340 h 3198813"/>
              <a:gd name="T120" fmla="*/ 166708 w 2597150"/>
              <a:gd name="T121" fmla="*/ 19852 h 319881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597150" h="3198813">
                <a:moveTo>
                  <a:pt x="223838" y="1304925"/>
                </a:moveTo>
                <a:lnTo>
                  <a:pt x="243449" y="1314450"/>
                </a:lnTo>
                <a:lnTo>
                  <a:pt x="377548" y="1314450"/>
                </a:lnTo>
                <a:lnTo>
                  <a:pt x="385763" y="1306046"/>
                </a:lnTo>
                <a:lnTo>
                  <a:pt x="223838" y="1304925"/>
                </a:lnTo>
                <a:close/>
                <a:moveTo>
                  <a:pt x="1866412" y="30160"/>
                </a:moveTo>
                <a:lnTo>
                  <a:pt x="1871441" y="30425"/>
                </a:lnTo>
                <a:lnTo>
                  <a:pt x="1875940" y="30689"/>
                </a:lnTo>
                <a:lnTo>
                  <a:pt x="1880704" y="31747"/>
                </a:lnTo>
                <a:lnTo>
                  <a:pt x="1885997" y="32541"/>
                </a:lnTo>
                <a:lnTo>
                  <a:pt x="1899760" y="35716"/>
                </a:lnTo>
                <a:lnTo>
                  <a:pt x="1905318" y="36774"/>
                </a:lnTo>
                <a:lnTo>
                  <a:pt x="1911141" y="38626"/>
                </a:lnTo>
                <a:lnTo>
                  <a:pt x="1916963" y="40743"/>
                </a:lnTo>
                <a:lnTo>
                  <a:pt x="1923315" y="43124"/>
                </a:lnTo>
                <a:lnTo>
                  <a:pt x="1929138" y="45769"/>
                </a:lnTo>
                <a:lnTo>
                  <a:pt x="1935490" y="48679"/>
                </a:lnTo>
                <a:lnTo>
                  <a:pt x="1947929" y="55029"/>
                </a:lnTo>
                <a:lnTo>
                  <a:pt x="1959574" y="61643"/>
                </a:lnTo>
                <a:lnTo>
                  <a:pt x="1970425" y="67992"/>
                </a:lnTo>
                <a:lnTo>
                  <a:pt x="1980218" y="74077"/>
                </a:lnTo>
                <a:lnTo>
                  <a:pt x="1987628" y="79633"/>
                </a:lnTo>
                <a:lnTo>
                  <a:pt x="1991334" y="82543"/>
                </a:lnTo>
                <a:lnTo>
                  <a:pt x="1995039" y="86247"/>
                </a:lnTo>
                <a:lnTo>
                  <a:pt x="1998744" y="90745"/>
                </a:lnTo>
                <a:lnTo>
                  <a:pt x="2002714" y="96036"/>
                </a:lnTo>
                <a:lnTo>
                  <a:pt x="2006949" y="101592"/>
                </a:lnTo>
                <a:lnTo>
                  <a:pt x="2011184" y="107941"/>
                </a:lnTo>
                <a:lnTo>
                  <a:pt x="2015154" y="114555"/>
                </a:lnTo>
                <a:lnTo>
                  <a:pt x="2019124" y="121698"/>
                </a:lnTo>
                <a:lnTo>
                  <a:pt x="2023093" y="129371"/>
                </a:lnTo>
                <a:lnTo>
                  <a:pt x="2026534" y="137572"/>
                </a:lnTo>
                <a:lnTo>
                  <a:pt x="2029975" y="145509"/>
                </a:lnTo>
                <a:lnTo>
                  <a:pt x="2032886" y="153710"/>
                </a:lnTo>
                <a:lnTo>
                  <a:pt x="2035533" y="162176"/>
                </a:lnTo>
                <a:lnTo>
                  <a:pt x="2037650" y="170642"/>
                </a:lnTo>
                <a:lnTo>
                  <a:pt x="2039503" y="179108"/>
                </a:lnTo>
                <a:lnTo>
                  <a:pt x="2040826" y="187310"/>
                </a:lnTo>
                <a:lnTo>
                  <a:pt x="2041355" y="196305"/>
                </a:lnTo>
                <a:lnTo>
                  <a:pt x="2041620" y="206093"/>
                </a:lnTo>
                <a:lnTo>
                  <a:pt x="2041620" y="216676"/>
                </a:lnTo>
                <a:lnTo>
                  <a:pt x="2041355" y="228317"/>
                </a:lnTo>
                <a:lnTo>
                  <a:pt x="2040826" y="239957"/>
                </a:lnTo>
                <a:lnTo>
                  <a:pt x="2040032" y="252127"/>
                </a:lnTo>
                <a:lnTo>
                  <a:pt x="2038179" y="276202"/>
                </a:lnTo>
                <a:lnTo>
                  <a:pt x="2035533" y="298955"/>
                </a:lnTo>
                <a:lnTo>
                  <a:pt x="2032886" y="318797"/>
                </a:lnTo>
                <a:lnTo>
                  <a:pt x="2031298" y="327263"/>
                </a:lnTo>
                <a:lnTo>
                  <a:pt x="2029975" y="334406"/>
                </a:lnTo>
                <a:lnTo>
                  <a:pt x="2028651" y="339697"/>
                </a:lnTo>
                <a:lnTo>
                  <a:pt x="2027593" y="343665"/>
                </a:lnTo>
                <a:lnTo>
                  <a:pt x="2021241" y="357158"/>
                </a:lnTo>
                <a:lnTo>
                  <a:pt x="2013566" y="373032"/>
                </a:lnTo>
                <a:lnTo>
                  <a:pt x="2010125" y="381498"/>
                </a:lnTo>
                <a:lnTo>
                  <a:pt x="2006949" y="389435"/>
                </a:lnTo>
                <a:lnTo>
                  <a:pt x="2004567" y="396578"/>
                </a:lnTo>
                <a:lnTo>
                  <a:pt x="2003773" y="400017"/>
                </a:lnTo>
                <a:lnTo>
                  <a:pt x="2002979" y="402927"/>
                </a:lnTo>
                <a:lnTo>
                  <a:pt x="2002979" y="404515"/>
                </a:lnTo>
                <a:lnTo>
                  <a:pt x="2002979" y="406102"/>
                </a:lnTo>
                <a:lnTo>
                  <a:pt x="2003773" y="409277"/>
                </a:lnTo>
                <a:lnTo>
                  <a:pt x="2004832" y="413245"/>
                </a:lnTo>
                <a:lnTo>
                  <a:pt x="2006684" y="417214"/>
                </a:lnTo>
                <a:lnTo>
                  <a:pt x="2008802" y="421182"/>
                </a:lnTo>
                <a:lnTo>
                  <a:pt x="2011184" y="424886"/>
                </a:lnTo>
                <a:lnTo>
                  <a:pt x="2016742" y="432823"/>
                </a:lnTo>
                <a:lnTo>
                  <a:pt x="2022035" y="439966"/>
                </a:lnTo>
                <a:lnTo>
                  <a:pt x="2026799" y="446051"/>
                </a:lnTo>
                <a:lnTo>
                  <a:pt x="2031827" y="451078"/>
                </a:lnTo>
                <a:lnTo>
                  <a:pt x="2037385" y="457956"/>
                </a:lnTo>
                <a:lnTo>
                  <a:pt x="2042943" y="464041"/>
                </a:lnTo>
                <a:lnTo>
                  <a:pt x="2047972" y="469861"/>
                </a:lnTo>
                <a:lnTo>
                  <a:pt x="2053530" y="475417"/>
                </a:lnTo>
                <a:lnTo>
                  <a:pt x="2063322" y="485206"/>
                </a:lnTo>
                <a:lnTo>
                  <a:pt x="2073380" y="493936"/>
                </a:lnTo>
                <a:lnTo>
                  <a:pt x="2082643" y="501344"/>
                </a:lnTo>
                <a:lnTo>
                  <a:pt x="2091377" y="507694"/>
                </a:lnTo>
                <a:lnTo>
                  <a:pt x="2099846" y="512985"/>
                </a:lnTo>
                <a:lnTo>
                  <a:pt x="2107786" y="517482"/>
                </a:lnTo>
                <a:lnTo>
                  <a:pt x="2115197" y="521186"/>
                </a:lnTo>
                <a:lnTo>
                  <a:pt x="2121813" y="524361"/>
                </a:lnTo>
                <a:lnTo>
                  <a:pt x="2133988" y="529388"/>
                </a:lnTo>
                <a:lnTo>
                  <a:pt x="2143516" y="533092"/>
                </a:lnTo>
                <a:lnTo>
                  <a:pt x="2147486" y="535208"/>
                </a:lnTo>
                <a:lnTo>
                  <a:pt x="2150662" y="537060"/>
                </a:lnTo>
                <a:lnTo>
                  <a:pt x="2152250" y="538118"/>
                </a:lnTo>
                <a:lnTo>
                  <a:pt x="2154102" y="538912"/>
                </a:lnTo>
                <a:lnTo>
                  <a:pt x="2158866" y="540499"/>
                </a:lnTo>
                <a:lnTo>
                  <a:pt x="2164953" y="541558"/>
                </a:lnTo>
                <a:lnTo>
                  <a:pt x="2171570" y="542087"/>
                </a:lnTo>
                <a:lnTo>
                  <a:pt x="2179245" y="542880"/>
                </a:lnTo>
                <a:lnTo>
                  <a:pt x="2186921" y="543145"/>
                </a:lnTo>
                <a:lnTo>
                  <a:pt x="2203594" y="543145"/>
                </a:lnTo>
                <a:lnTo>
                  <a:pt x="2235883" y="542616"/>
                </a:lnTo>
                <a:lnTo>
                  <a:pt x="2242500" y="542616"/>
                </a:lnTo>
                <a:lnTo>
                  <a:pt x="2248058" y="542880"/>
                </a:lnTo>
                <a:lnTo>
                  <a:pt x="2252557" y="543145"/>
                </a:lnTo>
                <a:lnTo>
                  <a:pt x="2256263" y="543674"/>
                </a:lnTo>
                <a:lnTo>
                  <a:pt x="2260497" y="545261"/>
                </a:lnTo>
                <a:lnTo>
                  <a:pt x="2264732" y="546320"/>
                </a:lnTo>
                <a:lnTo>
                  <a:pt x="2268437" y="547907"/>
                </a:lnTo>
                <a:lnTo>
                  <a:pt x="2271878" y="549494"/>
                </a:lnTo>
                <a:lnTo>
                  <a:pt x="2275054" y="551346"/>
                </a:lnTo>
                <a:lnTo>
                  <a:pt x="2277965" y="553198"/>
                </a:lnTo>
                <a:lnTo>
                  <a:pt x="2283523" y="556637"/>
                </a:lnTo>
                <a:lnTo>
                  <a:pt x="2288552" y="560870"/>
                </a:lnTo>
                <a:lnTo>
                  <a:pt x="2293051" y="565104"/>
                </a:lnTo>
                <a:lnTo>
                  <a:pt x="2302314" y="574363"/>
                </a:lnTo>
                <a:lnTo>
                  <a:pt x="2304696" y="577538"/>
                </a:lnTo>
                <a:lnTo>
                  <a:pt x="2307343" y="581506"/>
                </a:lnTo>
                <a:lnTo>
                  <a:pt x="2309725" y="586004"/>
                </a:lnTo>
                <a:lnTo>
                  <a:pt x="2311842" y="591295"/>
                </a:lnTo>
                <a:lnTo>
                  <a:pt x="2314224" y="597115"/>
                </a:lnTo>
                <a:lnTo>
                  <a:pt x="2316077" y="603465"/>
                </a:lnTo>
                <a:lnTo>
                  <a:pt x="2318194" y="610079"/>
                </a:lnTo>
                <a:lnTo>
                  <a:pt x="2319782" y="617222"/>
                </a:lnTo>
                <a:lnTo>
                  <a:pt x="2323223" y="631773"/>
                </a:lnTo>
                <a:lnTo>
                  <a:pt x="2325605" y="645795"/>
                </a:lnTo>
                <a:lnTo>
                  <a:pt x="2327722" y="659552"/>
                </a:lnTo>
                <a:lnTo>
                  <a:pt x="2329045" y="671193"/>
                </a:lnTo>
                <a:lnTo>
                  <a:pt x="2329575" y="681510"/>
                </a:lnTo>
                <a:lnTo>
                  <a:pt x="2330104" y="700559"/>
                </a:lnTo>
                <a:lnTo>
                  <a:pt x="2331957" y="760350"/>
                </a:lnTo>
                <a:lnTo>
                  <a:pt x="2336456" y="932580"/>
                </a:lnTo>
                <a:lnTo>
                  <a:pt x="2341220" y="1110629"/>
                </a:lnTo>
                <a:lnTo>
                  <a:pt x="2343072" y="1177828"/>
                </a:lnTo>
                <a:lnTo>
                  <a:pt x="2344396" y="1216983"/>
                </a:lnTo>
                <a:lnTo>
                  <a:pt x="2344396" y="1223332"/>
                </a:lnTo>
                <a:lnTo>
                  <a:pt x="2344396" y="1230476"/>
                </a:lnTo>
                <a:lnTo>
                  <a:pt x="2343337" y="1248730"/>
                </a:lnTo>
                <a:lnTo>
                  <a:pt x="2342014" y="1270689"/>
                </a:lnTo>
                <a:lnTo>
                  <a:pt x="2339897" y="1295558"/>
                </a:lnTo>
                <a:lnTo>
                  <a:pt x="2336985" y="1323337"/>
                </a:lnTo>
                <a:lnTo>
                  <a:pt x="2334074" y="1352703"/>
                </a:lnTo>
                <a:lnTo>
                  <a:pt x="2327457" y="1413023"/>
                </a:lnTo>
                <a:lnTo>
                  <a:pt x="2314753" y="1524933"/>
                </a:lnTo>
                <a:lnTo>
                  <a:pt x="2310519" y="1564617"/>
                </a:lnTo>
                <a:lnTo>
                  <a:pt x="2309725" y="1578374"/>
                </a:lnTo>
                <a:lnTo>
                  <a:pt x="2308931" y="1586311"/>
                </a:lnTo>
                <a:lnTo>
                  <a:pt x="2308931" y="1592131"/>
                </a:lnTo>
                <a:lnTo>
                  <a:pt x="2308401" y="1598745"/>
                </a:lnTo>
                <a:lnTo>
                  <a:pt x="2307607" y="1605624"/>
                </a:lnTo>
                <a:lnTo>
                  <a:pt x="2306284" y="1613296"/>
                </a:lnTo>
                <a:lnTo>
                  <a:pt x="2304696" y="1620968"/>
                </a:lnTo>
                <a:lnTo>
                  <a:pt x="2303373" y="1628905"/>
                </a:lnTo>
                <a:lnTo>
                  <a:pt x="2301256" y="1637107"/>
                </a:lnTo>
                <a:lnTo>
                  <a:pt x="2299138" y="1645308"/>
                </a:lnTo>
                <a:lnTo>
                  <a:pt x="2296756" y="1652980"/>
                </a:lnTo>
                <a:lnTo>
                  <a:pt x="2294374" y="1660653"/>
                </a:lnTo>
                <a:lnTo>
                  <a:pt x="2291463" y="1667531"/>
                </a:lnTo>
                <a:lnTo>
                  <a:pt x="2288552" y="1674145"/>
                </a:lnTo>
                <a:lnTo>
                  <a:pt x="2285640" y="1679966"/>
                </a:lnTo>
                <a:lnTo>
                  <a:pt x="2282464" y="1684992"/>
                </a:lnTo>
                <a:lnTo>
                  <a:pt x="2279288" y="1689225"/>
                </a:lnTo>
                <a:lnTo>
                  <a:pt x="2277700" y="1690813"/>
                </a:lnTo>
                <a:lnTo>
                  <a:pt x="2276112" y="1692135"/>
                </a:lnTo>
                <a:lnTo>
                  <a:pt x="2270554" y="1696633"/>
                </a:lnTo>
                <a:lnTo>
                  <a:pt x="2266320" y="1700601"/>
                </a:lnTo>
                <a:lnTo>
                  <a:pt x="2263409" y="1704305"/>
                </a:lnTo>
                <a:lnTo>
                  <a:pt x="2261821" y="1706951"/>
                </a:lnTo>
                <a:lnTo>
                  <a:pt x="2260762" y="1709067"/>
                </a:lnTo>
                <a:lnTo>
                  <a:pt x="2260497" y="1710655"/>
                </a:lnTo>
                <a:lnTo>
                  <a:pt x="2260762" y="1711713"/>
                </a:lnTo>
                <a:lnTo>
                  <a:pt x="2256263" y="1786849"/>
                </a:lnTo>
                <a:lnTo>
                  <a:pt x="2266585" y="1792933"/>
                </a:lnTo>
                <a:lnTo>
                  <a:pt x="2276112" y="1799283"/>
                </a:lnTo>
                <a:lnTo>
                  <a:pt x="2294374" y="1811188"/>
                </a:lnTo>
                <a:lnTo>
                  <a:pt x="2310254" y="1822564"/>
                </a:lnTo>
                <a:lnTo>
                  <a:pt x="2324017" y="1833147"/>
                </a:lnTo>
                <a:lnTo>
                  <a:pt x="2335662" y="1841877"/>
                </a:lnTo>
                <a:lnTo>
                  <a:pt x="2344131" y="1849020"/>
                </a:lnTo>
                <a:lnTo>
                  <a:pt x="2351012" y="1854841"/>
                </a:lnTo>
                <a:lnTo>
                  <a:pt x="2357629" y="1856957"/>
                </a:lnTo>
                <a:lnTo>
                  <a:pt x="2360540" y="1857222"/>
                </a:lnTo>
                <a:lnTo>
                  <a:pt x="2367157" y="1857751"/>
                </a:lnTo>
                <a:lnTo>
                  <a:pt x="2389124" y="1858280"/>
                </a:lnTo>
                <a:lnTo>
                  <a:pt x="2419296" y="1858545"/>
                </a:lnTo>
                <a:lnTo>
                  <a:pt x="2453702" y="1859074"/>
                </a:lnTo>
                <a:lnTo>
                  <a:pt x="2488373" y="1860397"/>
                </a:lnTo>
                <a:lnTo>
                  <a:pt x="2504253" y="1860926"/>
                </a:lnTo>
                <a:lnTo>
                  <a:pt x="2519074" y="1862249"/>
                </a:lnTo>
                <a:lnTo>
                  <a:pt x="2531778" y="1863042"/>
                </a:lnTo>
                <a:lnTo>
                  <a:pt x="2542100" y="1864630"/>
                </a:lnTo>
                <a:lnTo>
                  <a:pt x="2546335" y="1865159"/>
                </a:lnTo>
                <a:lnTo>
                  <a:pt x="2549246" y="1866217"/>
                </a:lnTo>
                <a:lnTo>
                  <a:pt x="2551893" y="1867011"/>
                </a:lnTo>
                <a:lnTo>
                  <a:pt x="2553481" y="1868069"/>
                </a:lnTo>
                <a:lnTo>
                  <a:pt x="2554539" y="1869392"/>
                </a:lnTo>
                <a:lnTo>
                  <a:pt x="2555598" y="1871773"/>
                </a:lnTo>
                <a:lnTo>
                  <a:pt x="2556921" y="1874947"/>
                </a:lnTo>
                <a:lnTo>
                  <a:pt x="2557980" y="1878387"/>
                </a:lnTo>
                <a:lnTo>
                  <a:pt x="2561156" y="1887911"/>
                </a:lnTo>
                <a:lnTo>
                  <a:pt x="2563802" y="1899287"/>
                </a:lnTo>
                <a:lnTo>
                  <a:pt x="2566978" y="1912515"/>
                </a:lnTo>
                <a:lnTo>
                  <a:pt x="2570419" y="1927331"/>
                </a:lnTo>
                <a:lnTo>
                  <a:pt x="2576771" y="1958813"/>
                </a:lnTo>
                <a:lnTo>
                  <a:pt x="2582858" y="1991090"/>
                </a:lnTo>
                <a:lnTo>
                  <a:pt x="2588152" y="2020985"/>
                </a:lnTo>
                <a:lnTo>
                  <a:pt x="2595033" y="2059611"/>
                </a:lnTo>
                <a:lnTo>
                  <a:pt x="2596091" y="2064109"/>
                </a:lnTo>
                <a:lnTo>
                  <a:pt x="2596356" y="2069136"/>
                </a:lnTo>
                <a:lnTo>
                  <a:pt x="2596621" y="2074427"/>
                </a:lnTo>
                <a:lnTo>
                  <a:pt x="2596885" y="2079454"/>
                </a:lnTo>
                <a:lnTo>
                  <a:pt x="2596621" y="2090036"/>
                </a:lnTo>
                <a:lnTo>
                  <a:pt x="2596091" y="2100354"/>
                </a:lnTo>
                <a:lnTo>
                  <a:pt x="2594768" y="2109613"/>
                </a:lnTo>
                <a:lnTo>
                  <a:pt x="2593974" y="2113846"/>
                </a:lnTo>
                <a:lnTo>
                  <a:pt x="2592915" y="2117815"/>
                </a:lnTo>
                <a:lnTo>
                  <a:pt x="2592122" y="2120990"/>
                </a:lnTo>
                <a:lnTo>
                  <a:pt x="2590798" y="2123635"/>
                </a:lnTo>
                <a:lnTo>
                  <a:pt x="2589740" y="2126281"/>
                </a:lnTo>
                <a:lnTo>
                  <a:pt x="2588416" y="2127604"/>
                </a:lnTo>
                <a:lnTo>
                  <a:pt x="2587093" y="2128926"/>
                </a:lnTo>
                <a:lnTo>
                  <a:pt x="2585240" y="2129720"/>
                </a:lnTo>
                <a:lnTo>
                  <a:pt x="2583388" y="2129985"/>
                </a:lnTo>
                <a:lnTo>
                  <a:pt x="2581006" y="2130778"/>
                </a:lnTo>
                <a:lnTo>
                  <a:pt x="2575712" y="2131043"/>
                </a:lnTo>
                <a:lnTo>
                  <a:pt x="2570154" y="2131308"/>
                </a:lnTo>
                <a:lnTo>
                  <a:pt x="2564596" y="2131572"/>
                </a:lnTo>
                <a:lnTo>
                  <a:pt x="2562214" y="2131837"/>
                </a:lnTo>
                <a:lnTo>
                  <a:pt x="2559832" y="2132366"/>
                </a:lnTo>
                <a:lnTo>
                  <a:pt x="2557715" y="2133159"/>
                </a:lnTo>
                <a:lnTo>
                  <a:pt x="2555863" y="2133953"/>
                </a:lnTo>
                <a:lnTo>
                  <a:pt x="2554539" y="2135011"/>
                </a:lnTo>
                <a:lnTo>
                  <a:pt x="2553481" y="2136334"/>
                </a:lnTo>
                <a:lnTo>
                  <a:pt x="2553216" y="2138186"/>
                </a:lnTo>
                <a:lnTo>
                  <a:pt x="2553216" y="2141361"/>
                </a:lnTo>
                <a:lnTo>
                  <a:pt x="2554010" y="2151150"/>
                </a:lnTo>
                <a:lnTo>
                  <a:pt x="2555863" y="2165965"/>
                </a:lnTo>
                <a:lnTo>
                  <a:pt x="2558244" y="2184749"/>
                </a:lnTo>
                <a:lnTo>
                  <a:pt x="2565390" y="2230254"/>
                </a:lnTo>
                <a:lnTo>
                  <a:pt x="2573595" y="2281578"/>
                </a:lnTo>
                <a:lnTo>
                  <a:pt x="2582064" y="2332903"/>
                </a:lnTo>
                <a:lnTo>
                  <a:pt x="2590004" y="2377085"/>
                </a:lnTo>
                <a:lnTo>
                  <a:pt x="2597150" y="2420209"/>
                </a:lnTo>
                <a:lnTo>
                  <a:pt x="2183745" y="2488466"/>
                </a:lnTo>
                <a:lnTo>
                  <a:pt x="2180833" y="2541642"/>
                </a:lnTo>
                <a:lnTo>
                  <a:pt x="2174217" y="2662547"/>
                </a:lnTo>
                <a:lnTo>
                  <a:pt x="2167071" y="2791918"/>
                </a:lnTo>
                <a:lnTo>
                  <a:pt x="2163630" y="2841655"/>
                </a:lnTo>
                <a:lnTo>
                  <a:pt x="2162571" y="2859381"/>
                </a:lnTo>
                <a:lnTo>
                  <a:pt x="2161513" y="2871551"/>
                </a:lnTo>
                <a:lnTo>
                  <a:pt x="2160983" y="2880810"/>
                </a:lnTo>
                <a:lnTo>
                  <a:pt x="2160983" y="2891657"/>
                </a:lnTo>
                <a:lnTo>
                  <a:pt x="2161513" y="2903562"/>
                </a:lnTo>
                <a:lnTo>
                  <a:pt x="2162571" y="2916261"/>
                </a:lnTo>
                <a:lnTo>
                  <a:pt x="2163630" y="2930019"/>
                </a:lnTo>
                <a:lnTo>
                  <a:pt x="2165218" y="2943776"/>
                </a:lnTo>
                <a:lnTo>
                  <a:pt x="2168923" y="2971819"/>
                </a:lnTo>
                <a:lnTo>
                  <a:pt x="2172364" y="2998011"/>
                </a:lnTo>
                <a:lnTo>
                  <a:pt x="2175805" y="3020499"/>
                </a:lnTo>
                <a:lnTo>
                  <a:pt x="2178187" y="3037695"/>
                </a:lnTo>
                <a:lnTo>
                  <a:pt x="2179245" y="3043780"/>
                </a:lnTo>
                <a:lnTo>
                  <a:pt x="2179245" y="3047484"/>
                </a:lnTo>
                <a:lnTo>
                  <a:pt x="2179245" y="3049600"/>
                </a:lnTo>
                <a:lnTo>
                  <a:pt x="2178716" y="3051981"/>
                </a:lnTo>
                <a:lnTo>
                  <a:pt x="2178187" y="3053833"/>
                </a:lnTo>
                <a:lnTo>
                  <a:pt x="2177657" y="3055685"/>
                </a:lnTo>
                <a:lnTo>
                  <a:pt x="2175805" y="3058596"/>
                </a:lnTo>
                <a:lnTo>
                  <a:pt x="2173687" y="3060977"/>
                </a:lnTo>
                <a:lnTo>
                  <a:pt x="2171835" y="3062829"/>
                </a:lnTo>
                <a:lnTo>
                  <a:pt x="2169982" y="3063887"/>
                </a:lnTo>
                <a:lnTo>
                  <a:pt x="2168394" y="3064945"/>
                </a:lnTo>
                <a:lnTo>
                  <a:pt x="2166277" y="3100132"/>
                </a:lnTo>
                <a:lnTo>
                  <a:pt x="2126312" y="3130821"/>
                </a:lnTo>
                <a:lnTo>
                  <a:pt x="2120225" y="3134260"/>
                </a:lnTo>
                <a:lnTo>
                  <a:pt x="2114932" y="3136641"/>
                </a:lnTo>
                <a:lnTo>
                  <a:pt x="2109903" y="3138493"/>
                </a:lnTo>
                <a:lnTo>
                  <a:pt x="2104875" y="3139287"/>
                </a:lnTo>
                <a:lnTo>
                  <a:pt x="2100640" y="3139816"/>
                </a:lnTo>
                <a:lnTo>
                  <a:pt x="2096405" y="3139816"/>
                </a:lnTo>
                <a:lnTo>
                  <a:pt x="2092700" y="3139816"/>
                </a:lnTo>
                <a:lnTo>
                  <a:pt x="2088995" y="3139287"/>
                </a:lnTo>
                <a:lnTo>
                  <a:pt x="2082378" y="3138229"/>
                </a:lnTo>
                <a:lnTo>
                  <a:pt x="2079467" y="3137699"/>
                </a:lnTo>
                <a:lnTo>
                  <a:pt x="2076291" y="3137170"/>
                </a:lnTo>
                <a:lnTo>
                  <a:pt x="2073380" y="3137170"/>
                </a:lnTo>
                <a:lnTo>
                  <a:pt x="2070733" y="3137435"/>
                </a:lnTo>
                <a:lnTo>
                  <a:pt x="2067557" y="3138493"/>
                </a:lnTo>
                <a:lnTo>
                  <a:pt x="2064910" y="3139551"/>
                </a:lnTo>
                <a:lnTo>
                  <a:pt x="2057765" y="3144049"/>
                </a:lnTo>
                <a:lnTo>
                  <a:pt x="2048501" y="3150663"/>
                </a:lnTo>
                <a:lnTo>
                  <a:pt x="2026005" y="3167066"/>
                </a:lnTo>
                <a:lnTo>
                  <a:pt x="2014624" y="3175532"/>
                </a:lnTo>
                <a:lnTo>
                  <a:pt x="2003508" y="3182939"/>
                </a:lnTo>
                <a:lnTo>
                  <a:pt x="1998215" y="3186114"/>
                </a:lnTo>
                <a:lnTo>
                  <a:pt x="1993451" y="3188760"/>
                </a:lnTo>
                <a:lnTo>
                  <a:pt x="1989216" y="3190876"/>
                </a:lnTo>
                <a:lnTo>
                  <a:pt x="1985511" y="3192464"/>
                </a:lnTo>
                <a:lnTo>
                  <a:pt x="1980747" y="3193786"/>
                </a:lnTo>
                <a:lnTo>
                  <a:pt x="1975719" y="3195109"/>
                </a:lnTo>
                <a:lnTo>
                  <a:pt x="1969631" y="3195903"/>
                </a:lnTo>
                <a:lnTo>
                  <a:pt x="1963279" y="3196961"/>
                </a:lnTo>
                <a:lnTo>
                  <a:pt x="1956398" y="3197490"/>
                </a:lnTo>
                <a:lnTo>
                  <a:pt x="1948723" y="3198019"/>
                </a:lnTo>
                <a:lnTo>
                  <a:pt x="1932843" y="3198813"/>
                </a:lnTo>
                <a:lnTo>
                  <a:pt x="1915375" y="3198813"/>
                </a:lnTo>
                <a:lnTo>
                  <a:pt x="1897378" y="3198284"/>
                </a:lnTo>
                <a:lnTo>
                  <a:pt x="1878587" y="3197755"/>
                </a:lnTo>
                <a:lnTo>
                  <a:pt x="1859796" y="3196961"/>
                </a:lnTo>
                <a:lnTo>
                  <a:pt x="1841534" y="3195638"/>
                </a:lnTo>
                <a:lnTo>
                  <a:pt x="1823801" y="3194580"/>
                </a:lnTo>
                <a:lnTo>
                  <a:pt x="1791512" y="3191670"/>
                </a:lnTo>
                <a:lnTo>
                  <a:pt x="1766634" y="3189553"/>
                </a:lnTo>
                <a:lnTo>
                  <a:pt x="1752342" y="3188231"/>
                </a:lnTo>
                <a:lnTo>
                  <a:pt x="1748372" y="3187437"/>
                </a:lnTo>
                <a:lnTo>
                  <a:pt x="1744402" y="3186643"/>
                </a:lnTo>
                <a:lnTo>
                  <a:pt x="1740961" y="3185320"/>
                </a:lnTo>
                <a:lnTo>
                  <a:pt x="1737521" y="3184262"/>
                </a:lnTo>
                <a:lnTo>
                  <a:pt x="1734080" y="3182675"/>
                </a:lnTo>
                <a:lnTo>
                  <a:pt x="1731434" y="3181352"/>
                </a:lnTo>
                <a:lnTo>
                  <a:pt x="1728522" y="3179500"/>
                </a:lnTo>
                <a:lnTo>
                  <a:pt x="1726140" y="3177384"/>
                </a:lnTo>
                <a:lnTo>
                  <a:pt x="1721641" y="3173415"/>
                </a:lnTo>
                <a:lnTo>
                  <a:pt x="1717671" y="3169182"/>
                </a:lnTo>
                <a:lnTo>
                  <a:pt x="1715024" y="3165214"/>
                </a:lnTo>
                <a:lnTo>
                  <a:pt x="1712907" y="3161510"/>
                </a:lnTo>
                <a:lnTo>
                  <a:pt x="1708672" y="3153573"/>
                </a:lnTo>
                <a:lnTo>
                  <a:pt x="1705761" y="3148282"/>
                </a:lnTo>
                <a:lnTo>
                  <a:pt x="1703379" y="3142726"/>
                </a:lnTo>
                <a:lnTo>
                  <a:pt x="1700997" y="3136377"/>
                </a:lnTo>
                <a:lnTo>
                  <a:pt x="1699144" y="3129763"/>
                </a:lnTo>
                <a:lnTo>
                  <a:pt x="1698350" y="3126323"/>
                </a:lnTo>
                <a:lnTo>
                  <a:pt x="1697821" y="3122884"/>
                </a:lnTo>
                <a:lnTo>
                  <a:pt x="1697557" y="3119180"/>
                </a:lnTo>
                <a:lnTo>
                  <a:pt x="1697557" y="3115476"/>
                </a:lnTo>
                <a:lnTo>
                  <a:pt x="1697821" y="3112037"/>
                </a:lnTo>
                <a:lnTo>
                  <a:pt x="1698350" y="3109127"/>
                </a:lnTo>
                <a:lnTo>
                  <a:pt x="1699409" y="3106481"/>
                </a:lnTo>
                <a:lnTo>
                  <a:pt x="1701262" y="3104629"/>
                </a:lnTo>
                <a:lnTo>
                  <a:pt x="1703379" y="3102777"/>
                </a:lnTo>
                <a:lnTo>
                  <a:pt x="1705496" y="3101454"/>
                </a:lnTo>
                <a:lnTo>
                  <a:pt x="1708408" y="3100132"/>
                </a:lnTo>
                <a:lnTo>
                  <a:pt x="1711054" y="3099073"/>
                </a:lnTo>
                <a:lnTo>
                  <a:pt x="1717142" y="3097222"/>
                </a:lnTo>
                <a:lnTo>
                  <a:pt x="1723229" y="3095105"/>
                </a:lnTo>
                <a:lnTo>
                  <a:pt x="1726405" y="3093782"/>
                </a:lnTo>
                <a:lnTo>
                  <a:pt x="1729316" y="3092724"/>
                </a:lnTo>
                <a:lnTo>
                  <a:pt x="1732228" y="3091137"/>
                </a:lnTo>
                <a:lnTo>
                  <a:pt x="1734874" y="3089020"/>
                </a:lnTo>
                <a:lnTo>
                  <a:pt x="1737256" y="3087168"/>
                </a:lnTo>
                <a:lnTo>
                  <a:pt x="1740167" y="3085316"/>
                </a:lnTo>
                <a:lnTo>
                  <a:pt x="1743343" y="3083464"/>
                </a:lnTo>
                <a:lnTo>
                  <a:pt x="1746519" y="3082142"/>
                </a:lnTo>
                <a:lnTo>
                  <a:pt x="1753930" y="3079231"/>
                </a:lnTo>
                <a:lnTo>
                  <a:pt x="1761870" y="3076586"/>
                </a:lnTo>
                <a:lnTo>
                  <a:pt x="1770604" y="3073940"/>
                </a:lnTo>
                <a:lnTo>
                  <a:pt x="1780396" y="3071030"/>
                </a:lnTo>
                <a:lnTo>
                  <a:pt x="1790189" y="3067062"/>
                </a:lnTo>
                <a:lnTo>
                  <a:pt x="1800776" y="3062564"/>
                </a:lnTo>
                <a:lnTo>
                  <a:pt x="1806333" y="3059654"/>
                </a:lnTo>
                <a:lnTo>
                  <a:pt x="1812156" y="3056479"/>
                </a:lnTo>
                <a:lnTo>
                  <a:pt x="1818508" y="3052511"/>
                </a:lnTo>
                <a:lnTo>
                  <a:pt x="1824860" y="3048013"/>
                </a:lnTo>
                <a:lnTo>
                  <a:pt x="1837564" y="3038753"/>
                </a:lnTo>
                <a:lnTo>
                  <a:pt x="1850003" y="3028965"/>
                </a:lnTo>
                <a:lnTo>
                  <a:pt x="1860854" y="3019970"/>
                </a:lnTo>
                <a:lnTo>
                  <a:pt x="1869853" y="3012562"/>
                </a:lnTo>
                <a:lnTo>
                  <a:pt x="1877793" y="3005419"/>
                </a:lnTo>
                <a:lnTo>
                  <a:pt x="1770074" y="3003038"/>
                </a:lnTo>
                <a:lnTo>
                  <a:pt x="1765575" y="2985577"/>
                </a:lnTo>
                <a:lnTo>
                  <a:pt x="1741491" y="2985577"/>
                </a:lnTo>
                <a:lnTo>
                  <a:pt x="1735933" y="2985841"/>
                </a:lnTo>
                <a:lnTo>
                  <a:pt x="1730375" y="2986899"/>
                </a:lnTo>
                <a:lnTo>
                  <a:pt x="1724288" y="2987958"/>
                </a:lnTo>
                <a:lnTo>
                  <a:pt x="1717671" y="2989545"/>
                </a:lnTo>
                <a:lnTo>
                  <a:pt x="1704438" y="2993249"/>
                </a:lnTo>
                <a:lnTo>
                  <a:pt x="1690675" y="2996688"/>
                </a:lnTo>
                <a:lnTo>
                  <a:pt x="1684059" y="2998540"/>
                </a:lnTo>
                <a:lnTo>
                  <a:pt x="1677442" y="3001186"/>
                </a:lnTo>
                <a:lnTo>
                  <a:pt x="1663944" y="3007271"/>
                </a:lnTo>
                <a:lnTo>
                  <a:pt x="1657328" y="3010445"/>
                </a:lnTo>
                <a:lnTo>
                  <a:pt x="1650182" y="3013091"/>
                </a:lnTo>
                <a:lnTo>
                  <a:pt x="1646741" y="3014149"/>
                </a:lnTo>
                <a:lnTo>
                  <a:pt x="1643300" y="3015207"/>
                </a:lnTo>
                <a:lnTo>
                  <a:pt x="1639595" y="3016001"/>
                </a:lnTo>
                <a:lnTo>
                  <a:pt x="1635625" y="3016266"/>
                </a:lnTo>
                <a:lnTo>
                  <a:pt x="1627685" y="3017324"/>
                </a:lnTo>
                <a:lnTo>
                  <a:pt x="1620275" y="3017853"/>
                </a:lnTo>
                <a:lnTo>
                  <a:pt x="1604924" y="3018118"/>
                </a:lnTo>
                <a:lnTo>
                  <a:pt x="1590103" y="3018118"/>
                </a:lnTo>
                <a:lnTo>
                  <a:pt x="1576076" y="3017589"/>
                </a:lnTo>
                <a:lnTo>
                  <a:pt x="1562578" y="3016795"/>
                </a:lnTo>
                <a:lnTo>
                  <a:pt x="1550139" y="3015207"/>
                </a:lnTo>
                <a:lnTo>
                  <a:pt x="1538493" y="3013620"/>
                </a:lnTo>
                <a:lnTo>
                  <a:pt x="1527907" y="3012033"/>
                </a:lnTo>
                <a:lnTo>
                  <a:pt x="1523407" y="3011239"/>
                </a:lnTo>
                <a:lnTo>
                  <a:pt x="1517585" y="3009652"/>
                </a:lnTo>
                <a:lnTo>
                  <a:pt x="1501705" y="3004890"/>
                </a:lnTo>
                <a:lnTo>
                  <a:pt x="1483178" y="2998805"/>
                </a:lnTo>
                <a:lnTo>
                  <a:pt x="1462799" y="2992191"/>
                </a:lnTo>
                <a:lnTo>
                  <a:pt x="1442685" y="2985047"/>
                </a:lnTo>
                <a:lnTo>
                  <a:pt x="1424952" y="2978169"/>
                </a:lnTo>
                <a:lnTo>
                  <a:pt x="1410660" y="2972348"/>
                </a:lnTo>
                <a:lnTo>
                  <a:pt x="1405897" y="2969967"/>
                </a:lnTo>
                <a:lnTo>
                  <a:pt x="1402721" y="2968116"/>
                </a:lnTo>
                <a:lnTo>
                  <a:pt x="1400339" y="2966264"/>
                </a:lnTo>
                <a:lnTo>
                  <a:pt x="1398221" y="2964676"/>
                </a:lnTo>
                <a:lnTo>
                  <a:pt x="1396369" y="2963089"/>
                </a:lnTo>
                <a:lnTo>
                  <a:pt x="1394516" y="2961237"/>
                </a:lnTo>
                <a:lnTo>
                  <a:pt x="1393193" y="2959120"/>
                </a:lnTo>
                <a:lnTo>
                  <a:pt x="1392134" y="2957268"/>
                </a:lnTo>
                <a:lnTo>
                  <a:pt x="1390811" y="2955417"/>
                </a:lnTo>
                <a:lnTo>
                  <a:pt x="1390017" y="2953300"/>
                </a:lnTo>
                <a:lnTo>
                  <a:pt x="1388958" y="2949596"/>
                </a:lnTo>
                <a:lnTo>
                  <a:pt x="1388429" y="2945628"/>
                </a:lnTo>
                <a:lnTo>
                  <a:pt x="1388693" y="2941395"/>
                </a:lnTo>
                <a:lnTo>
                  <a:pt x="1389487" y="2937426"/>
                </a:lnTo>
                <a:lnTo>
                  <a:pt x="1390281" y="2933193"/>
                </a:lnTo>
                <a:lnTo>
                  <a:pt x="1391075" y="2930812"/>
                </a:lnTo>
                <a:lnTo>
                  <a:pt x="1392134" y="2928696"/>
                </a:lnTo>
                <a:lnTo>
                  <a:pt x="1393193" y="2926315"/>
                </a:lnTo>
                <a:lnTo>
                  <a:pt x="1394781" y="2924198"/>
                </a:lnTo>
                <a:lnTo>
                  <a:pt x="1396898" y="2921817"/>
                </a:lnTo>
                <a:lnTo>
                  <a:pt x="1399280" y="2919436"/>
                </a:lnTo>
                <a:lnTo>
                  <a:pt x="1401927" y="2917055"/>
                </a:lnTo>
                <a:lnTo>
                  <a:pt x="1405632" y="2914410"/>
                </a:lnTo>
                <a:lnTo>
                  <a:pt x="1409866" y="2912028"/>
                </a:lnTo>
                <a:lnTo>
                  <a:pt x="1414630" y="2909647"/>
                </a:lnTo>
                <a:lnTo>
                  <a:pt x="1420188" y="2907266"/>
                </a:lnTo>
                <a:lnTo>
                  <a:pt x="1426805" y="2904885"/>
                </a:lnTo>
                <a:lnTo>
                  <a:pt x="1433951" y="2902504"/>
                </a:lnTo>
                <a:lnTo>
                  <a:pt x="1442156" y="2899859"/>
                </a:lnTo>
                <a:lnTo>
                  <a:pt x="1445067" y="2899065"/>
                </a:lnTo>
                <a:lnTo>
                  <a:pt x="1449037" y="2898800"/>
                </a:lnTo>
                <a:lnTo>
                  <a:pt x="1459623" y="2898007"/>
                </a:lnTo>
                <a:lnTo>
                  <a:pt x="1472327" y="2897742"/>
                </a:lnTo>
                <a:lnTo>
                  <a:pt x="1486090" y="2897213"/>
                </a:lnTo>
                <a:lnTo>
                  <a:pt x="1513615" y="2897742"/>
                </a:lnTo>
                <a:lnTo>
                  <a:pt x="1532671" y="2897742"/>
                </a:lnTo>
                <a:lnTo>
                  <a:pt x="1540611" y="2897213"/>
                </a:lnTo>
                <a:lnTo>
                  <a:pt x="1552785" y="2895890"/>
                </a:lnTo>
                <a:lnTo>
                  <a:pt x="1567077" y="2893774"/>
                </a:lnTo>
                <a:lnTo>
                  <a:pt x="1582957" y="2891393"/>
                </a:lnTo>
                <a:lnTo>
                  <a:pt x="1598307" y="2888482"/>
                </a:lnTo>
                <a:lnTo>
                  <a:pt x="1611541" y="2885572"/>
                </a:lnTo>
                <a:lnTo>
                  <a:pt x="1616834" y="2883985"/>
                </a:lnTo>
                <a:lnTo>
                  <a:pt x="1621598" y="2882927"/>
                </a:lnTo>
                <a:lnTo>
                  <a:pt x="1625039" y="2881339"/>
                </a:lnTo>
                <a:lnTo>
                  <a:pt x="1626097" y="2880810"/>
                </a:lnTo>
                <a:lnTo>
                  <a:pt x="1626891" y="2880281"/>
                </a:lnTo>
                <a:lnTo>
                  <a:pt x="1628214" y="2878694"/>
                </a:lnTo>
                <a:lnTo>
                  <a:pt x="1629008" y="2876577"/>
                </a:lnTo>
                <a:lnTo>
                  <a:pt x="1629802" y="2874196"/>
                </a:lnTo>
                <a:lnTo>
                  <a:pt x="1630596" y="2871551"/>
                </a:lnTo>
                <a:lnTo>
                  <a:pt x="1631655" y="2864672"/>
                </a:lnTo>
                <a:lnTo>
                  <a:pt x="1632449" y="2857529"/>
                </a:lnTo>
                <a:lnTo>
                  <a:pt x="1633243" y="2850121"/>
                </a:lnTo>
                <a:lnTo>
                  <a:pt x="1634302" y="2842978"/>
                </a:lnTo>
                <a:lnTo>
                  <a:pt x="1635096" y="2839803"/>
                </a:lnTo>
                <a:lnTo>
                  <a:pt x="1635890" y="2836893"/>
                </a:lnTo>
                <a:lnTo>
                  <a:pt x="1636948" y="2833983"/>
                </a:lnTo>
                <a:lnTo>
                  <a:pt x="1637742" y="2831602"/>
                </a:lnTo>
                <a:lnTo>
                  <a:pt x="1639330" y="2829485"/>
                </a:lnTo>
                <a:lnTo>
                  <a:pt x="1641448" y="2827104"/>
                </a:lnTo>
                <a:lnTo>
                  <a:pt x="1646212" y="2821813"/>
                </a:lnTo>
                <a:lnTo>
                  <a:pt x="1652299" y="2815728"/>
                </a:lnTo>
                <a:lnTo>
                  <a:pt x="1658916" y="2809643"/>
                </a:lnTo>
                <a:lnTo>
                  <a:pt x="1665532" y="2803558"/>
                </a:lnTo>
                <a:lnTo>
                  <a:pt x="1671090" y="2797473"/>
                </a:lnTo>
                <a:lnTo>
                  <a:pt x="1676383" y="2792182"/>
                </a:lnTo>
                <a:lnTo>
                  <a:pt x="1678236" y="2789801"/>
                </a:lnTo>
                <a:lnTo>
                  <a:pt x="1679559" y="2787685"/>
                </a:lnTo>
                <a:lnTo>
                  <a:pt x="1681677" y="2783981"/>
                </a:lnTo>
                <a:lnTo>
                  <a:pt x="1683000" y="2780806"/>
                </a:lnTo>
                <a:lnTo>
                  <a:pt x="1683265" y="2777896"/>
                </a:lnTo>
                <a:lnTo>
                  <a:pt x="1683000" y="2775515"/>
                </a:lnTo>
                <a:lnTo>
                  <a:pt x="1682471" y="2773134"/>
                </a:lnTo>
                <a:lnTo>
                  <a:pt x="1681412" y="2770488"/>
                </a:lnTo>
                <a:lnTo>
                  <a:pt x="1680618" y="2767049"/>
                </a:lnTo>
                <a:lnTo>
                  <a:pt x="1679559" y="2763609"/>
                </a:lnTo>
                <a:lnTo>
                  <a:pt x="1679559" y="2760170"/>
                </a:lnTo>
                <a:lnTo>
                  <a:pt x="1679559" y="2755144"/>
                </a:lnTo>
                <a:lnTo>
                  <a:pt x="1680883" y="2739534"/>
                </a:lnTo>
                <a:lnTo>
                  <a:pt x="1683000" y="2718899"/>
                </a:lnTo>
                <a:lnTo>
                  <a:pt x="1685647" y="2696146"/>
                </a:lnTo>
                <a:lnTo>
                  <a:pt x="1691469" y="2652229"/>
                </a:lnTo>
                <a:lnTo>
                  <a:pt x="1694910" y="2627096"/>
                </a:lnTo>
                <a:lnTo>
                  <a:pt x="1695704" y="2624186"/>
                </a:lnTo>
                <a:lnTo>
                  <a:pt x="1695704" y="2620482"/>
                </a:lnTo>
                <a:lnTo>
                  <a:pt x="1695969" y="2610428"/>
                </a:lnTo>
                <a:lnTo>
                  <a:pt x="1695704" y="2597465"/>
                </a:lnTo>
                <a:lnTo>
                  <a:pt x="1694910" y="2582385"/>
                </a:lnTo>
                <a:lnTo>
                  <a:pt x="1693587" y="2565453"/>
                </a:lnTo>
                <a:lnTo>
                  <a:pt x="1691734" y="2547198"/>
                </a:lnTo>
                <a:lnTo>
                  <a:pt x="1689352" y="2528150"/>
                </a:lnTo>
                <a:lnTo>
                  <a:pt x="1686176" y="2508308"/>
                </a:lnTo>
                <a:lnTo>
                  <a:pt x="1685382" y="2501694"/>
                </a:lnTo>
                <a:lnTo>
                  <a:pt x="1684059" y="2491111"/>
                </a:lnTo>
                <a:lnTo>
                  <a:pt x="1681412" y="2460951"/>
                </a:lnTo>
                <a:lnTo>
                  <a:pt x="1678236" y="2419680"/>
                </a:lnTo>
                <a:lnTo>
                  <a:pt x="1674266" y="2369148"/>
                </a:lnTo>
                <a:lnTo>
                  <a:pt x="1665267" y="2248244"/>
                </a:lnTo>
                <a:lnTo>
                  <a:pt x="1655210" y="2114111"/>
                </a:lnTo>
                <a:lnTo>
                  <a:pt x="1645153" y="1982095"/>
                </a:lnTo>
                <a:lnTo>
                  <a:pt x="1640389" y="1921775"/>
                </a:lnTo>
                <a:lnTo>
                  <a:pt x="1635890" y="1867804"/>
                </a:lnTo>
                <a:lnTo>
                  <a:pt x="1631655" y="1822300"/>
                </a:lnTo>
                <a:lnTo>
                  <a:pt x="1628214" y="1787378"/>
                </a:lnTo>
                <a:lnTo>
                  <a:pt x="1626626" y="1774150"/>
                </a:lnTo>
                <a:lnTo>
                  <a:pt x="1625039" y="1764625"/>
                </a:lnTo>
                <a:lnTo>
                  <a:pt x="1623451" y="1758276"/>
                </a:lnTo>
                <a:lnTo>
                  <a:pt x="1622921" y="1756688"/>
                </a:lnTo>
                <a:lnTo>
                  <a:pt x="1622657" y="1755895"/>
                </a:lnTo>
                <a:lnTo>
                  <a:pt x="1620539" y="1755101"/>
                </a:lnTo>
                <a:lnTo>
                  <a:pt x="1618422" y="1755101"/>
                </a:lnTo>
                <a:lnTo>
                  <a:pt x="1616569" y="1755101"/>
                </a:lnTo>
                <a:lnTo>
                  <a:pt x="1614452" y="1755895"/>
                </a:lnTo>
                <a:lnTo>
                  <a:pt x="1612599" y="1756688"/>
                </a:lnTo>
                <a:lnTo>
                  <a:pt x="1611011" y="1757482"/>
                </a:lnTo>
                <a:lnTo>
                  <a:pt x="1607306" y="1760128"/>
                </a:lnTo>
                <a:lnTo>
                  <a:pt x="1600689" y="1765419"/>
                </a:lnTo>
                <a:lnTo>
                  <a:pt x="1597249" y="1767800"/>
                </a:lnTo>
                <a:lnTo>
                  <a:pt x="1595661" y="1768329"/>
                </a:lnTo>
                <a:lnTo>
                  <a:pt x="1594073" y="1769123"/>
                </a:lnTo>
                <a:lnTo>
                  <a:pt x="1592220" y="1769387"/>
                </a:lnTo>
                <a:lnTo>
                  <a:pt x="1590367" y="1769387"/>
                </a:lnTo>
                <a:lnTo>
                  <a:pt x="1588515" y="1769387"/>
                </a:lnTo>
                <a:lnTo>
                  <a:pt x="1586927" y="1769123"/>
                </a:lnTo>
                <a:lnTo>
                  <a:pt x="1584810" y="1768329"/>
                </a:lnTo>
                <a:lnTo>
                  <a:pt x="1582957" y="1767536"/>
                </a:lnTo>
                <a:lnTo>
                  <a:pt x="1581104" y="1766742"/>
                </a:lnTo>
                <a:lnTo>
                  <a:pt x="1578987" y="1765154"/>
                </a:lnTo>
                <a:lnTo>
                  <a:pt x="1577134" y="1763567"/>
                </a:lnTo>
                <a:lnTo>
                  <a:pt x="1575546" y="1761715"/>
                </a:lnTo>
                <a:lnTo>
                  <a:pt x="1573958" y="1759599"/>
                </a:lnTo>
                <a:lnTo>
                  <a:pt x="1572370" y="1757218"/>
                </a:lnTo>
                <a:lnTo>
                  <a:pt x="1570782" y="1754572"/>
                </a:lnTo>
                <a:lnTo>
                  <a:pt x="1569724" y="1751926"/>
                </a:lnTo>
                <a:lnTo>
                  <a:pt x="1568400" y="1748487"/>
                </a:lnTo>
                <a:lnTo>
                  <a:pt x="1567606" y="1745048"/>
                </a:lnTo>
                <a:lnTo>
                  <a:pt x="1567077" y="1741608"/>
                </a:lnTo>
                <a:lnTo>
                  <a:pt x="1567077" y="1735259"/>
                </a:lnTo>
                <a:lnTo>
                  <a:pt x="1568400" y="1714623"/>
                </a:lnTo>
                <a:lnTo>
                  <a:pt x="1570253" y="1684463"/>
                </a:lnTo>
                <a:lnTo>
                  <a:pt x="1573164" y="1646366"/>
                </a:lnTo>
                <a:lnTo>
                  <a:pt x="1580840" y="1553241"/>
                </a:lnTo>
                <a:lnTo>
                  <a:pt x="1590103" y="1447681"/>
                </a:lnTo>
                <a:lnTo>
                  <a:pt x="1607835" y="1251376"/>
                </a:lnTo>
                <a:lnTo>
                  <a:pt x="1613658" y="1184971"/>
                </a:lnTo>
                <a:lnTo>
                  <a:pt x="1616040" y="1157721"/>
                </a:lnTo>
                <a:lnTo>
                  <a:pt x="1615775" y="1156663"/>
                </a:lnTo>
                <a:lnTo>
                  <a:pt x="1615775" y="1156134"/>
                </a:lnTo>
                <a:lnTo>
                  <a:pt x="1615246" y="1155605"/>
                </a:lnTo>
                <a:lnTo>
                  <a:pt x="1614717" y="1155076"/>
                </a:lnTo>
                <a:lnTo>
                  <a:pt x="1614187" y="1155076"/>
                </a:lnTo>
                <a:lnTo>
                  <a:pt x="1613393" y="1155605"/>
                </a:lnTo>
                <a:lnTo>
                  <a:pt x="1611805" y="1156134"/>
                </a:lnTo>
                <a:lnTo>
                  <a:pt x="1609423" y="1157721"/>
                </a:lnTo>
                <a:lnTo>
                  <a:pt x="1607041" y="1159309"/>
                </a:lnTo>
                <a:lnTo>
                  <a:pt x="1601483" y="1164335"/>
                </a:lnTo>
                <a:lnTo>
                  <a:pt x="1589838" y="1175447"/>
                </a:lnTo>
                <a:lnTo>
                  <a:pt x="1584810" y="1180473"/>
                </a:lnTo>
                <a:lnTo>
                  <a:pt x="1580840" y="1183913"/>
                </a:lnTo>
                <a:lnTo>
                  <a:pt x="1578722" y="1185236"/>
                </a:lnTo>
                <a:lnTo>
                  <a:pt x="1576076" y="1186823"/>
                </a:lnTo>
                <a:lnTo>
                  <a:pt x="1568930" y="1190262"/>
                </a:lnTo>
                <a:lnTo>
                  <a:pt x="1560460" y="1193702"/>
                </a:lnTo>
                <a:lnTo>
                  <a:pt x="1550933" y="1197670"/>
                </a:lnTo>
                <a:lnTo>
                  <a:pt x="1540611" y="1201374"/>
                </a:lnTo>
                <a:lnTo>
                  <a:pt x="1530553" y="1204284"/>
                </a:lnTo>
                <a:lnTo>
                  <a:pt x="1520761" y="1206665"/>
                </a:lnTo>
                <a:lnTo>
                  <a:pt x="1516526" y="1207723"/>
                </a:lnTo>
                <a:lnTo>
                  <a:pt x="1512556" y="1208252"/>
                </a:lnTo>
                <a:lnTo>
                  <a:pt x="1505410" y="1208517"/>
                </a:lnTo>
                <a:lnTo>
                  <a:pt x="1491912" y="1209046"/>
                </a:lnTo>
                <a:lnTo>
                  <a:pt x="1449301" y="1210369"/>
                </a:lnTo>
                <a:lnTo>
                  <a:pt x="1392399" y="1211427"/>
                </a:lnTo>
                <a:lnTo>
                  <a:pt x="1328879" y="1212750"/>
                </a:lnTo>
                <a:lnTo>
                  <a:pt x="1265360" y="1213544"/>
                </a:lnTo>
                <a:lnTo>
                  <a:pt x="1210045" y="1214073"/>
                </a:lnTo>
                <a:lnTo>
                  <a:pt x="1187284" y="1214073"/>
                </a:lnTo>
                <a:lnTo>
                  <a:pt x="1169551" y="1213544"/>
                </a:lnTo>
                <a:lnTo>
                  <a:pt x="1157377" y="1213279"/>
                </a:lnTo>
                <a:lnTo>
                  <a:pt x="1153672" y="1213015"/>
                </a:lnTo>
                <a:lnTo>
                  <a:pt x="1151554" y="1212486"/>
                </a:lnTo>
                <a:lnTo>
                  <a:pt x="1150496" y="1211956"/>
                </a:lnTo>
                <a:lnTo>
                  <a:pt x="1149702" y="1211163"/>
                </a:lnTo>
                <a:lnTo>
                  <a:pt x="1148114" y="1209046"/>
                </a:lnTo>
                <a:lnTo>
                  <a:pt x="1146790" y="1206136"/>
                </a:lnTo>
                <a:lnTo>
                  <a:pt x="1145732" y="1202697"/>
                </a:lnTo>
                <a:lnTo>
                  <a:pt x="1144938" y="1199257"/>
                </a:lnTo>
                <a:lnTo>
                  <a:pt x="1143879" y="1195024"/>
                </a:lnTo>
                <a:lnTo>
                  <a:pt x="1142556" y="1186558"/>
                </a:lnTo>
                <a:lnTo>
                  <a:pt x="1140968" y="1178357"/>
                </a:lnTo>
                <a:lnTo>
                  <a:pt x="1140174" y="1175182"/>
                </a:lnTo>
                <a:lnTo>
                  <a:pt x="1138850" y="1172007"/>
                </a:lnTo>
                <a:lnTo>
                  <a:pt x="1137792" y="1169626"/>
                </a:lnTo>
                <a:lnTo>
                  <a:pt x="1136733" y="1169097"/>
                </a:lnTo>
                <a:lnTo>
                  <a:pt x="1135939" y="1168568"/>
                </a:lnTo>
                <a:lnTo>
                  <a:pt x="1134880" y="1168039"/>
                </a:lnTo>
                <a:lnTo>
                  <a:pt x="1134086" y="1167774"/>
                </a:lnTo>
                <a:lnTo>
                  <a:pt x="1132763" y="1168039"/>
                </a:lnTo>
                <a:lnTo>
                  <a:pt x="1131969" y="1168568"/>
                </a:lnTo>
                <a:lnTo>
                  <a:pt x="1126411" y="1170949"/>
                </a:lnTo>
                <a:lnTo>
                  <a:pt x="1120588" y="1173066"/>
                </a:lnTo>
                <a:lnTo>
                  <a:pt x="1114237" y="1174653"/>
                </a:lnTo>
                <a:lnTo>
                  <a:pt x="1107620" y="1176505"/>
                </a:lnTo>
                <a:lnTo>
                  <a:pt x="1101268" y="1177828"/>
                </a:lnTo>
                <a:lnTo>
                  <a:pt x="1094651" y="1178622"/>
                </a:lnTo>
                <a:lnTo>
                  <a:pt x="1088829" y="1179415"/>
                </a:lnTo>
                <a:lnTo>
                  <a:pt x="1083271" y="1179680"/>
                </a:lnTo>
                <a:lnTo>
                  <a:pt x="1077978" y="1179680"/>
                </a:lnTo>
                <a:lnTo>
                  <a:pt x="1071361" y="1178886"/>
                </a:lnTo>
                <a:lnTo>
                  <a:pt x="1064480" y="1178357"/>
                </a:lnTo>
                <a:lnTo>
                  <a:pt x="1056804" y="1177828"/>
                </a:lnTo>
                <a:lnTo>
                  <a:pt x="1049658" y="1176505"/>
                </a:lnTo>
                <a:lnTo>
                  <a:pt x="1042513" y="1175182"/>
                </a:lnTo>
                <a:lnTo>
                  <a:pt x="1036161" y="1173066"/>
                </a:lnTo>
                <a:lnTo>
                  <a:pt x="1032985" y="1172007"/>
                </a:lnTo>
                <a:lnTo>
                  <a:pt x="1030603" y="1170949"/>
                </a:lnTo>
                <a:lnTo>
                  <a:pt x="1027956" y="1169097"/>
                </a:lnTo>
                <a:lnTo>
                  <a:pt x="1025045" y="1166981"/>
                </a:lnTo>
                <a:lnTo>
                  <a:pt x="1021339" y="1163806"/>
                </a:lnTo>
                <a:lnTo>
                  <a:pt x="1017634" y="1160631"/>
                </a:lnTo>
                <a:lnTo>
                  <a:pt x="1009959" y="1152694"/>
                </a:lnTo>
                <a:lnTo>
                  <a:pt x="1001490" y="1143964"/>
                </a:lnTo>
                <a:lnTo>
                  <a:pt x="986139" y="1127032"/>
                </a:lnTo>
                <a:lnTo>
                  <a:pt x="980052" y="1120418"/>
                </a:lnTo>
                <a:lnTo>
                  <a:pt x="975817" y="1115656"/>
                </a:lnTo>
                <a:lnTo>
                  <a:pt x="973964" y="1113804"/>
                </a:lnTo>
                <a:lnTo>
                  <a:pt x="972377" y="1111688"/>
                </a:lnTo>
                <a:lnTo>
                  <a:pt x="969201" y="1107190"/>
                </a:lnTo>
                <a:lnTo>
                  <a:pt x="966025" y="1102163"/>
                </a:lnTo>
                <a:lnTo>
                  <a:pt x="963378" y="1097137"/>
                </a:lnTo>
                <a:lnTo>
                  <a:pt x="959408" y="1088671"/>
                </a:lnTo>
                <a:lnTo>
                  <a:pt x="958085" y="1084967"/>
                </a:lnTo>
                <a:lnTo>
                  <a:pt x="952527" y="1085231"/>
                </a:lnTo>
                <a:lnTo>
                  <a:pt x="940617" y="1086554"/>
                </a:lnTo>
                <a:lnTo>
                  <a:pt x="933206" y="1087612"/>
                </a:lnTo>
                <a:lnTo>
                  <a:pt x="931171" y="1087925"/>
                </a:lnTo>
                <a:lnTo>
                  <a:pt x="942444" y="1084751"/>
                </a:lnTo>
                <a:lnTo>
                  <a:pt x="942968" y="1075972"/>
                </a:lnTo>
                <a:lnTo>
                  <a:pt x="944540" y="1054956"/>
                </a:lnTo>
                <a:lnTo>
                  <a:pt x="945587" y="1042719"/>
                </a:lnTo>
                <a:lnTo>
                  <a:pt x="947159" y="1031279"/>
                </a:lnTo>
                <a:lnTo>
                  <a:pt x="948993" y="1021436"/>
                </a:lnTo>
                <a:lnTo>
                  <a:pt x="949778" y="1017446"/>
                </a:lnTo>
                <a:lnTo>
                  <a:pt x="951088" y="1013987"/>
                </a:lnTo>
                <a:lnTo>
                  <a:pt x="956065" y="1000154"/>
                </a:lnTo>
                <a:lnTo>
                  <a:pt x="961828" y="983394"/>
                </a:lnTo>
                <a:lnTo>
                  <a:pt x="968376" y="963974"/>
                </a:lnTo>
                <a:lnTo>
                  <a:pt x="951197" y="946263"/>
                </a:lnTo>
                <a:lnTo>
                  <a:pt x="951468" y="946337"/>
                </a:lnTo>
                <a:lnTo>
                  <a:pt x="952527" y="946866"/>
                </a:lnTo>
                <a:lnTo>
                  <a:pt x="954115" y="947924"/>
                </a:lnTo>
                <a:lnTo>
                  <a:pt x="956761" y="950040"/>
                </a:lnTo>
                <a:lnTo>
                  <a:pt x="959937" y="952951"/>
                </a:lnTo>
                <a:lnTo>
                  <a:pt x="962584" y="955861"/>
                </a:lnTo>
                <a:lnTo>
                  <a:pt x="967083" y="961417"/>
                </a:lnTo>
                <a:lnTo>
                  <a:pt x="968936" y="964062"/>
                </a:lnTo>
                <a:lnTo>
                  <a:pt x="1002019" y="964062"/>
                </a:lnTo>
                <a:lnTo>
                  <a:pt x="1056804" y="964062"/>
                </a:lnTo>
                <a:lnTo>
                  <a:pt x="1062362" y="964062"/>
                </a:lnTo>
                <a:lnTo>
                  <a:pt x="1067656" y="964327"/>
                </a:lnTo>
                <a:lnTo>
                  <a:pt x="1079830" y="965650"/>
                </a:lnTo>
                <a:lnTo>
                  <a:pt x="1092269" y="967766"/>
                </a:lnTo>
                <a:lnTo>
                  <a:pt x="1104444" y="970147"/>
                </a:lnTo>
                <a:lnTo>
                  <a:pt x="1116354" y="972528"/>
                </a:lnTo>
                <a:lnTo>
                  <a:pt x="1126411" y="974909"/>
                </a:lnTo>
                <a:lnTo>
                  <a:pt x="1134880" y="977290"/>
                </a:lnTo>
                <a:lnTo>
                  <a:pt x="1140703" y="979142"/>
                </a:lnTo>
                <a:lnTo>
                  <a:pt x="1142820" y="980465"/>
                </a:lnTo>
                <a:lnTo>
                  <a:pt x="1145202" y="982317"/>
                </a:lnTo>
                <a:lnTo>
                  <a:pt x="1147849" y="984433"/>
                </a:lnTo>
                <a:lnTo>
                  <a:pt x="1151025" y="986815"/>
                </a:lnTo>
                <a:lnTo>
                  <a:pt x="1157377" y="993164"/>
                </a:lnTo>
                <a:lnTo>
                  <a:pt x="1163993" y="1000043"/>
                </a:lnTo>
                <a:lnTo>
                  <a:pt x="1177491" y="1014329"/>
                </a:lnTo>
                <a:lnTo>
                  <a:pt x="1183579" y="1020414"/>
                </a:lnTo>
                <a:lnTo>
                  <a:pt x="1188872" y="1025705"/>
                </a:lnTo>
                <a:lnTo>
                  <a:pt x="1191254" y="1027292"/>
                </a:lnTo>
                <a:lnTo>
                  <a:pt x="1193636" y="1028880"/>
                </a:lnTo>
                <a:lnTo>
                  <a:pt x="1195753" y="1030203"/>
                </a:lnTo>
                <a:lnTo>
                  <a:pt x="1197870" y="1031261"/>
                </a:lnTo>
                <a:lnTo>
                  <a:pt x="1201840" y="1032584"/>
                </a:lnTo>
                <a:lnTo>
                  <a:pt x="1204752" y="1033113"/>
                </a:lnTo>
                <a:lnTo>
                  <a:pt x="1207663" y="1032848"/>
                </a:lnTo>
                <a:lnTo>
                  <a:pt x="1209516" y="1032584"/>
                </a:lnTo>
                <a:lnTo>
                  <a:pt x="1210839" y="1032319"/>
                </a:lnTo>
                <a:lnTo>
                  <a:pt x="1321469" y="1030996"/>
                </a:lnTo>
                <a:lnTo>
                  <a:pt x="1442156" y="1029938"/>
                </a:lnTo>
                <a:lnTo>
                  <a:pt x="1444538" y="1029938"/>
                </a:lnTo>
                <a:lnTo>
                  <a:pt x="1447184" y="1029144"/>
                </a:lnTo>
                <a:lnTo>
                  <a:pt x="1450360" y="1028615"/>
                </a:lnTo>
                <a:lnTo>
                  <a:pt x="1453007" y="1027292"/>
                </a:lnTo>
                <a:lnTo>
                  <a:pt x="1455918" y="1026234"/>
                </a:lnTo>
                <a:lnTo>
                  <a:pt x="1459359" y="1024647"/>
                </a:lnTo>
                <a:lnTo>
                  <a:pt x="1462270" y="1022795"/>
                </a:lnTo>
                <a:lnTo>
                  <a:pt x="1465711" y="1020678"/>
                </a:lnTo>
                <a:lnTo>
                  <a:pt x="1472063" y="1015916"/>
                </a:lnTo>
                <a:lnTo>
                  <a:pt x="1478415" y="1010625"/>
                </a:lnTo>
                <a:lnTo>
                  <a:pt x="1484502" y="1004011"/>
                </a:lnTo>
                <a:lnTo>
                  <a:pt x="1490589" y="996868"/>
                </a:lnTo>
                <a:lnTo>
                  <a:pt x="1496676" y="988402"/>
                </a:lnTo>
                <a:lnTo>
                  <a:pt x="1503558" y="978348"/>
                </a:lnTo>
                <a:lnTo>
                  <a:pt x="1518908" y="955067"/>
                </a:lnTo>
                <a:lnTo>
                  <a:pt x="1533465" y="931786"/>
                </a:lnTo>
                <a:lnTo>
                  <a:pt x="1545375" y="913531"/>
                </a:lnTo>
                <a:lnTo>
                  <a:pt x="1548021" y="909563"/>
                </a:lnTo>
                <a:lnTo>
                  <a:pt x="1549609" y="905330"/>
                </a:lnTo>
                <a:lnTo>
                  <a:pt x="1551462" y="901097"/>
                </a:lnTo>
                <a:lnTo>
                  <a:pt x="1553315" y="896864"/>
                </a:lnTo>
                <a:lnTo>
                  <a:pt x="1554638" y="892366"/>
                </a:lnTo>
                <a:lnTo>
                  <a:pt x="1555696" y="887869"/>
                </a:lnTo>
                <a:lnTo>
                  <a:pt x="1557814" y="878873"/>
                </a:lnTo>
                <a:lnTo>
                  <a:pt x="1561254" y="861413"/>
                </a:lnTo>
                <a:lnTo>
                  <a:pt x="1563107" y="853740"/>
                </a:lnTo>
                <a:lnTo>
                  <a:pt x="1564166" y="850565"/>
                </a:lnTo>
                <a:lnTo>
                  <a:pt x="1565489" y="847391"/>
                </a:lnTo>
                <a:lnTo>
                  <a:pt x="1566548" y="844480"/>
                </a:lnTo>
                <a:lnTo>
                  <a:pt x="1568136" y="842099"/>
                </a:lnTo>
                <a:lnTo>
                  <a:pt x="1571312" y="837337"/>
                </a:lnTo>
                <a:lnTo>
                  <a:pt x="1574752" y="833104"/>
                </a:lnTo>
                <a:lnTo>
                  <a:pt x="1578722" y="829400"/>
                </a:lnTo>
                <a:lnTo>
                  <a:pt x="1585604" y="822786"/>
                </a:lnTo>
                <a:lnTo>
                  <a:pt x="1589044" y="819876"/>
                </a:lnTo>
                <a:lnTo>
                  <a:pt x="1591691" y="816437"/>
                </a:lnTo>
                <a:lnTo>
                  <a:pt x="1593014" y="814320"/>
                </a:lnTo>
                <a:lnTo>
                  <a:pt x="1594337" y="810617"/>
                </a:lnTo>
                <a:lnTo>
                  <a:pt x="1595661" y="806119"/>
                </a:lnTo>
                <a:lnTo>
                  <a:pt x="1596984" y="800828"/>
                </a:lnTo>
                <a:lnTo>
                  <a:pt x="1599895" y="788129"/>
                </a:lnTo>
                <a:lnTo>
                  <a:pt x="1602542" y="773843"/>
                </a:lnTo>
                <a:lnTo>
                  <a:pt x="1607571" y="745534"/>
                </a:lnTo>
                <a:lnTo>
                  <a:pt x="1609688" y="734158"/>
                </a:lnTo>
                <a:lnTo>
                  <a:pt x="1611541" y="726221"/>
                </a:lnTo>
                <a:lnTo>
                  <a:pt x="1613658" y="720930"/>
                </a:lnTo>
                <a:lnTo>
                  <a:pt x="1616040" y="715374"/>
                </a:lnTo>
                <a:lnTo>
                  <a:pt x="1619481" y="710612"/>
                </a:lnTo>
                <a:lnTo>
                  <a:pt x="1622921" y="705850"/>
                </a:lnTo>
                <a:lnTo>
                  <a:pt x="1627420" y="701088"/>
                </a:lnTo>
                <a:lnTo>
                  <a:pt x="1632714" y="696326"/>
                </a:lnTo>
                <a:lnTo>
                  <a:pt x="1638272" y="691564"/>
                </a:lnTo>
                <a:lnTo>
                  <a:pt x="1644624" y="686802"/>
                </a:lnTo>
                <a:lnTo>
                  <a:pt x="1652828" y="680717"/>
                </a:lnTo>
                <a:lnTo>
                  <a:pt x="1664209" y="673838"/>
                </a:lnTo>
                <a:lnTo>
                  <a:pt x="1677707" y="665901"/>
                </a:lnTo>
                <a:lnTo>
                  <a:pt x="1692263" y="656906"/>
                </a:lnTo>
                <a:lnTo>
                  <a:pt x="1721112" y="640504"/>
                </a:lnTo>
                <a:lnTo>
                  <a:pt x="1743608" y="627275"/>
                </a:lnTo>
                <a:lnTo>
                  <a:pt x="1747578" y="624365"/>
                </a:lnTo>
                <a:lnTo>
                  <a:pt x="1751019" y="621455"/>
                </a:lnTo>
                <a:lnTo>
                  <a:pt x="1754195" y="617751"/>
                </a:lnTo>
                <a:lnTo>
                  <a:pt x="1757106" y="613518"/>
                </a:lnTo>
                <a:lnTo>
                  <a:pt x="1759753" y="609550"/>
                </a:lnTo>
                <a:lnTo>
                  <a:pt x="1761870" y="604788"/>
                </a:lnTo>
                <a:lnTo>
                  <a:pt x="1763987" y="600290"/>
                </a:lnTo>
                <a:lnTo>
                  <a:pt x="1766105" y="595793"/>
                </a:lnTo>
                <a:lnTo>
                  <a:pt x="1769545" y="586533"/>
                </a:lnTo>
                <a:lnTo>
                  <a:pt x="1772456" y="578067"/>
                </a:lnTo>
                <a:lnTo>
                  <a:pt x="1775632" y="571188"/>
                </a:lnTo>
                <a:lnTo>
                  <a:pt x="1776956" y="568014"/>
                </a:lnTo>
                <a:lnTo>
                  <a:pt x="1778808" y="565633"/>
                </a:lnTo>
                <a:lnTo>
                  <a:pt x="1780396" y="563252"/>
                </a:lnTo>
                <a:lnTo>
                  <a:pt x="1781455" y="560077"/>
                </a:lnTo>
                <a:lnTo>
                  <a:pt x="1782514" y="555844"/>
                </a:lnTo>
                <a:lnTo>
                  <a:pt x="1783308" y="551346"/>
                </a:lnTo>
                <a:lnTo>
                  <a:pt x="1783572" y="546055"/>
                </a:lnTo>
                <a:lnTo>
                  <a:pt x="1784366" y="540764"/>
                </a:lnTo>
                <a:lnTo>
                  <a:pt x="1784631" y="528859"/>
                </a:lnTo>
                <a:lnTo>
                  <a:pt x="1784631" y="505842"/>
                </a:lnTo>
                <a:lnTo>
                  <a:pt x="1784896" y="496053"/>
                </a:lnTo>
                <a:lnTo>
                  <a:pt x="1785160" y="492084"/>
                </a:lnTo>
                <a:lnTo>
                  <a:pt x="1785425" y="488910"/>
                </a:lnTo>
                <a:lnTo>
                  <a:pt x="1785954" y="482825"/>
                </a:lnTo>
                <a:lnTo>
                  <a:pt x="1786748" y="476740"/>
                </a:lnTo>
                <a:lnTo>
                  <a:pt x="1787013" y="471184"/>
                </a:lnTo>
                <a:lnTo>
                  <a:pt x="1786748" y="465099"/>
                </a:lnTo>
                <a:lnTo>
                  <a:pt x="1786484" y="459279"/>
                </a:lnTo>
                <a:lnTo>
                  <a:pt x="1785690" y="454252"/>
                </a:lnTo>
                <a:lnTo>
                  <a:pt x="1784631" y="449226"/>
                </a:lnTo>
                <a:lnTo>
                  <a:pt x="1783043" y="444993"/>
                </a:lnTo>
                <a:lnTo>
                  <a:pt x="1782778" y="443934"/>
                </a:lnTo>
                <a:lnTo>
                  <a:pt x="1781720" y="443141"/>
                </a:lnTo>
                <a:lnTo>
                  <a:pt x="1780661" y="442082"/>
                </a:lnTo>
                <a:lnTo>
                  <a:pt x="1779338" y="441553"/>
                </a:lnTo>
                <a:lnTo>
                  <a:pt x="1776162" y="440760"/>
                </a:lnTo>
                <a:lnTo>
                  <a:pt x="1771927" y="439966"/>
                </a:lnTo>
                <a:lnTo>
                  <a:pt x="1767163" y="439966"/>
                </a:lnTo>
                <a:lnTo>
                  <a:pt x="1761870" y="439966"/>
                </a:lnTo>
                <a:lnTo>
                  <a:pt x="1750754" y="440760"/>
                </a:lnTo>
                <a:lnTo>
                  <a:pt x="1739373" y="441818"/>
                </a:lnTo>
                <a:lnTo>
                  <a:pt x="1728787" y="443405"/>
                </a:lnTo>
                <a:lnTo>
                  <a:pt x="1720318" y="444199"/>
                </a:lnTo>
                <a:lnTo>
                  <a:pt x="1715024" y="444993"/>
                </a:lnTo>
                <a:lnTo>
                  <a:pt x="1708408" y="444993"/>
                </a:lnTo>
                <a:lnTo>
                  <a:pt x="1704967" y="444993"/>
                </a:lnTo>
                <a:lnTo>
                  <a:pt x="1701262" y="444463"/>
                </a:lnTo>
                <a:lnTo>
                  <a:pt x="1698086" y="443670"/>
                </a:lnTo>
                <a:lnTo>
                  <a:pt x="1694116" y="441818"/>
                </a:lnTo>
                <a:lnTo>
                  <a:pt x="1692263" y="441024"/>
                </a:lnTo>
                <a:lnTo>
                  <a:pt x="1690411" y="439437"/>
                </a:lnTo>
                <a:lnTo>
                  <a:pt x="1688293" y="437849"/>
                </a:lnTo>
                <a:lnTo>
                  <a:pt x="1686176" y="436262"/>
                </a:lnTo>
                <a:lnTo>
                  <a:pt x="1684588" y="433616"/>
                </a:lnTo>
                <a:lnTo>
                  <a:pt x="1683000" y="431235"/>
                </a:lnTo>
                <a:lnTo>
                  <a:pt x="1681677" y="428325"/>
                </a:lnTo>
                <a:lnTo>
                  <a:pt x="1681147" y="425415"/>
                </a:lnTo>
                <a:lnTo>
                  <a:pt x="1680618" y="422240"/>
                </a:lnTo>
                <a:lnTo>
                  <a:pt x="1680353" y="419065"/>
                </a:lnTo>
                <a:lnTo>
                  <a:pt x="1679824" y="411922"/>
                </a:lnTo>
                <a:lnTo>
                  <a:pt x="1680618" y="405308"/>
                </a:lnTo>
                <a:lnTo>
                  <a:pt x="1681147" y="398959"/>
                </a:lnTo>
                <a:lnTo>
                  <a:pt x="1681677" y="393932"/>
                </a:lnTo>
                <a:lnTo>
                  <a:pt x="1681677" y="389699"/>
                </a:lnTo>
                <a:lnTo>
                  <a:pt x="1681941" y="386524"/>
                </a:lnTo>
                <a:lnTo>
                  <a:pt x="1682471" y="382821"/>
                </a:lnTo>
                <a:lnTo>
                  <a:pt x="1683529" y="375942"/>
                </a:lnTo>
                <a:lnTo>
                  <a:pt x="1685117" y="368534"/>
                </a:lnTo>
                <a:lnTo>
                  <a:pt x="1685117" y="356629"/>
                </a:lnTo>
                <a:lnTo>
                  <a:pt x="1685382" y="345517"/>
                </a:lnTo>
                <a:lnTo>
                  <a:pt x="1685647" y="339962"/>
                </a:lnTo>
                <a:lnTo>
                  <a:pt x="1686176" y="334935"/>
                </a:lnTo>
                <a:lnTo>
                  <a:pt x="1686970" y="330967"/>
                </a:lnTo>
                <a:lnTo>
                  <a:pt x="1686970" y="327527"/>
                </a:lnTo>
                <a:lnTo>
                  <a:pt x="1686970" y="324353"/>
                </a:lnTo>
                <a:lnTo>
                  <a:pt x="1686176" y="320913"/>
                </a:lnTo>
                <a:lnTo>
                  <a:pt x="1685647" y="318003"/>
                </a:lnTo>
                <a:lnTo>
                  <a:pt x="1684853" y="314564"/>
                </a:lnTo>
                <a:lnTo>
                  <a:pt x="1683529" y="311654"/>
                </a:lnTo>
                <a:lnTo>
                  <a:pt x="1681677" y="308479"/>
                </a:lnTo>
                <a:lnTo>
                  <a:pt x="1681147" y="306892"/>
                </a:lnTo>
                <a:lnTo>
                  <a:pt x="1679824" y="305569"/>
                </a:lnTo>
                <a:lnTo>
                  <a:pt x="1678765" y="305040"/>
                </a:lnTo>
                <a:lnTo>
                  <a:pt x="1677442" y="304246"/>
                </a:lnTo>
                <a:lnTo>
                  <a:pt x="1676119" y="303717"/>
                </a:lnTo>
                <a:lnTo>
                  <a:pt x="1674531" y="303452"/>
                </a:lnTo>
                <a:lnTo>
                  <a:pt x="1671619" y="303452"/>
                </a:lnTo>
                <a:lnTo>
                  <a:pt x="1668179" y="303452"/>
                </a:lnTo>
                <a:lnTo>
                  <a:pt x="1664473" y="303452"/>
                </a:lnTo>
                <a:lnTo>
                  <a:pt x="1661298" y="302923"/>
                </a:lnTo>
                <a:lnTo>
                  <a:pt x="1659445" y="302659"/>
                </a:lnTo>
                <a:lnTo>
                  <a:pt x="1657592" y="301865"/>
                </a:lnTo>
                <a:lnTo>
                  <a:pt x="1656004" y="300807"/>
                </a:lnTo>
                <a:lnTo>
                  <a:pt x="1655210" y="300013"/>
                </a:lnTo>
                <a:lnTo>
                  <a:pt x="1654416" y="298955"/>
                </a:lnTo>
                <a:lnTo>
                  <a:pt x="1653622" y="297896"/>
                </a:lnTo>
                <a:lnTo>
                  <a:pt x="1653358" y="296574"/>
                </a:lnTo>
                <a:lnTo>
                  <a:pt x="1653358" y="294986"/>
                </a:lnTo>
                <a:lnTo>
                  <a:pt x="1654152" y="292076"/>
                </a:lnTo>
                <a:lnTo>
                  <a:pt x="1654946" y="289166"/>
                </a:lnTo>
                <a:lnTo>
                  <a:pt x="1656534" y="285462"/>
                </a:lnTo>
                <a:lnTo>
                  <a:pt x="1659974" y="277525"/>
                </a:lnTo>
                <a:lnTo>
                  <a:pt x="1663415" y="269059"/>
                </a:lnTo>
                <a:lnTo>
                  <a:pt x="1666591" y="261122"/>
                </a:lnTo>
                <a:lnTo>
                  <a:pt x="1670561" y="252921"/>
                </a:lnTo>
                <a:lnTo>
                  <a:pt x="1675325" y="244455"/>
                </a:lnTo>
                <a:lnTo>
                  <a:pt x="1677442" y="240487"/>
                </a:lnTo>
                <a:lnTo>
                  <a:pt x="1679030" y="236518"/>
                </a:lnTo>
                <a:lnTo>
                  <a:pt x="1680618" y="232814"/>
                </a:lnTo>
                <a:lnTo>
                  <a:pt x="1681412" y="228846"/>
                </a:lnTo>
                <a:lnTo>
                  <a:pt x="1682735" y="220644"/>
                </a:lnTo>
                <a:lnTo>
                  <a:pt x="1684059" y="211649"/>
                </a:lnTo>
                <a:lnTo>
                  <a:pt x="1684853" y="206623"/>
                </a:lnTo>
                <a:lnTo>
                  <a:pt x="1685382" y="201596"/>
                </a:lnTo>
                <a:lnTo>
                  <a:pt x="1685911" y="192336"/>
                </a:lnTo>
                <a:lnTo>
                  <a:pt x="1686176" y="183077"/>
                </a:lnTo>
                <a:lnTo>
                  <a:pt x="1687499" y="168526"/>
                </a:lnTo>
                <a:lnTo>
                  <a:pt x="1688029" y="156091"/>
                </a:lnTo>
                <a:lnTo>
                  <a:pt x="1688558" y="145509"/>
                </a:lnTo>
                <a:lnTo>
                  <a:pt x="1688558" y="143128"/>
                </a:lnTo>
                <a:lnTo>
                  <a:pt x="1689087" y="140747"/>
                </a:lnTo>
                <a:lnTo>
                  <a:pt x="1690411" y="135456"/>
                </a:lnTo>
                <a:lnTo>
                  <a:pt x="1692528" y="129106"/>
                </a:lnTo>
                <a:lnTo>
                  <a:pt x="1694910" y="122757"/>
                </a:lnTo>
                <a:lnTo>
                  <a:pt x="1698350" y="116407"/>
                </a:lnTo>
                <a:lnTo>
                  <a:pt x="1701526" y="110587"/>
                </a:lnTo>
                <a:lnTo>
                  <a:pt x="1704967" y="105560"/>
                </a:lnTo>
                <a:lnTo>
                  <a:pt x="1706820" y="103444"/>
                </a:lnTo>
                <a:lnTo>
                  <a:pt x="1708408" y="101592"/>
                </a:lnTo>
                <a:lnTo>
                  <a:pt x="1712378" y="97623"/>
                </a:lnTo>
                <a:lnTo>
                  <a:pt x="1718465" y="92861"/>
                </a:lnTo>
                <a:lnTo>
                  <a:pt x="1732757" y="82014"/>
                </a:lnTo>
                <a:lnTo>
                  <a:pt x="1756841" y="64289"/>
                </a:lnTo>
                <a:lnTo>
                  <a:pt x="1758959" y="62701"/>
                </a:lnTo>
                <a:lnTo>
                  <a:pt x="1761341" y="61378"/>
                </a:lnTo>
                <a:lnTo>
                  <a:pt x="1768222" y="57939"/>
                </a:lnTo>
                <a:lnTo>
                  <a:pt x="1776426" y="53971"/>
                </a:lnTo>
                <a:lnTo>
                  <a:pt x="1785690" y="50002"/>
                </a:lnTo>
                <a:lnTo>
                  <a:pt x="1803422" y="42859"/>
                </a:lnTo>
                <a:lnTo>
                  <a:pt x="1816126" y="37832"/>
                </a:lnTo>
                <a:lnTo>
                  <a:pt x="1820890" y="36245"/>
                </a:lnTo>
                <a:lnTo>
                  <a:pt x="1826977" y="34922"/>
                </a:lnTo>
                <a:lnTo>
                  <a:pt x="1833329" y="33864"/>
                </a:lnTo>
                <a:lnTo>
                  <a:pt x="1839681" y="32806"/>
                </a:lnTo>
                <a:lnTo>
                  <a:pt x="1850532" y="31747"/>
                </a:lnTo>
                <a:lnTo>
                  <a:pt x="1855032" y="31218"/>
                </a:lnTo>
                <a:lnTo>
                  <a:pt x="1861119" y="30425"/>
                </a:lnTo>
                <a:lnTo>
                  <a:pt x="1866412" y="30160"/>
                </a:lnTo>
                <a:close/>
                <a:moveTo>
                  <a:pt x="389850" y="0"/>
                </a:moveTo>
                <a:lnTo>
                  <a:pt x="398849" y="0"/>
                </a:lnTo>
                <a:lnTo>
                  <a:pt x="405730" y="265"/>
                </a:lnTo>
                <a:lnTo>
                  <a:pt x="409700" y="1058"/>
                </a:lnTo>
                <a:lnTo>
                  <a:pt x="414200" y="1852"/>
                </a:lnTo>
                <a:lnTo>
                  <a:pt x="425580" y="4498"/>
                </a:lnTo>
                <a:lnTo>
                  <a:pt x="439343" y="8466"/>
                </a:lnTo>
                <a:lnTo>
                  <a:pt x="453370" y="13228"/>
                </a:lnTo>
                <a:lnTo>
                  <a:pt x="467926" y="18519"/>
                </a:lnTo>
                <a:lnTo>
                  <a:pt x="481424" y="23811"/>
                </a:lnTo>
                <a:lnTo>
                  <a:pt x="493599" y="29102"/>
                </a:lnTo>
                <a:lnTo>
                  <a:pt x="498363" y="31218"/>
                </a:lnTo>
                <a:lnTo>
                  <a:pt x="502597" y="33335"/>
                </a:lnTo>
                <a:lnTo>
                  <a:pt x="519536" y="42859"/>
                </a:lnTo>
                <a:lnTo>
                  <a:pt x="537798" y="53971"/>
                </a:lnTo>
                <a:lnTo>
                  <a:pt x="554472" y="64553"/>
                </a:lnTo>
                <a:lnTo>
                  <a:pt x="561353" y="69051"/>
                </a:lnTo>
                <a:lnTo>
                  <a:pt x="566117" y="73019"/>
                </a:lnTo>
                <a:lnTo>
                  <a:pt x="568234" y="74606"/>
                </a:lnTo>
                <a:lnTo>
                  <a:pt x="570087" y="76194"/>
                </a:lnTo>
                <a:lnTo>
                  <a:pt x="571145" y="78046"/>
                </a:lnTo>
                <a:lnTo>
                  <a:pt x="572733" y="79898"/>
                </a:lnTo>
                <a:lnTo>
                  <a:pt x="573792" y="81750"/>
                </a:lnTo>
                <a:lnTo>
                  <a:pt x="574586" y="83866"/>
                </a:lnTo>
                <a:lnTo>
                  <a:pt x="575909" y="87834"/>
                </a:lnTo>
                <a:lnTo>
                  <a:pt x="576703" y="92068"/>
                </a:lnTo>
                <a:lnTo>
                  <a:pt x="576968" y="96565"/>
                </a:lnTo>
                <a:lnTo>
                  <a:pt x="577233" y="105825"/>
                </a:lnTo>
                <a:lnTo>
                  <a:pt x="576968" y="108206"/>
                </a:lnTo>
                <a:lnTo>
                  <a:pt x="576439" y="110587"/>
                </a:lnTo>
                <a:lnTo>
                  <a:pt x="575380" y="112703"/>
                </a:lnTo>
                <a:lnTo>
                  <a:pt x="574586" y="114555"/>
                </a:lnTo>
                <a:lnTo>
                  <a:pt x="572998" y="116407"/>
                </a:lnTo>
                <a:lnTo>
                  <a:pt x="571145" y="118259"/>
                </a:lnTo>
                <a:lnTo>
                  <a:pt x="569557" y="119582"/>
                </a:lnTo>
                <a:lnTo>
                  <a:pt x="567705" y="121169"/>
                </a:lnTo>
                <a:lnTo>
                  <a:pt x="563735" y="123550"/>
                </a:lnTo>
                <a:lnTo>
                  <a:pt x="559765" y="125402"/>
                </a:lnTo>
                <a:lnTo>
                  <a:pt x="556060" y="126990"/>
                </a:lnTo>
                <a:lnTo>
                  <a:pt x="553148" y="127783"/>
                </a:lnTo>
                <a:lnTo>
                  <a:pt x="551031" y="129106"/>
                </a:lnTo>
                <a:lnTo>
                  <a:pt x="550237" y="129635"/>
                </a:lnTo>
                <a:lnTo>
                  <a:pt x="549443" y="130164"/>
                </a:lnTo>
                <a:lnTo>
                  <a:pt x="548914" y="132016"/>
                </a:lnTo>
                <a:lnTo>
                  <a:pt x="548384" y="134133"/>
                </a:lnTo>
                <a:lnTo>
                  <a:pt x="548384" y="136514"/>
                </a:lnTo>
                <a:lnTo>
                  <a:pt x="548384" y="139424"/>
                </a:lnTo>
                <a:lnTo>
                  <a:pt x="548649" y="145509"/>
                </a:lnTo>
                <a:lnTo>
                  <a:pt x="548914" y="149477"/>
                </a:lnTo>
                <a:lnTo>
                  <a:pt x="549443" y="155033"/>
                </a:lnTo>
                <a:lnTo>
                  <a:pt x="550766" y="161118"/>
                </a:lnTo>
                <a:lnTo>
                  <a:pt x="552090" y="167997"/>
                </a:lnTo>
                <a:lnTo>
                  <a:pt x="555266" y="181489"/>
                </a:lnTo>
                <a:lnTo>
                  <a:pt x="556854" y="187839"/>
                </a:lnTo>
                <a:lnTo>
                  <a:pt x="558706" y="193659"/>
                </a:lnTo>
                <a:lnTo>
                  <a:pt x="561882" y="204506"/>
                </a:lnTo>
                <a:lnTo>
                  <a:pt x="565323" y="217470"/>
                </a:lnTo>
                <a:lnTo>
                  <a:pt x="568764" y="231491"/>
                </a:lnTo>
                <a:lnTo>
                  <a:pt x="572733" y="246836"/>
                </a:lnTo>
                <a:lnTo>
                  <a:pt x="574321" y="252392"/>
                </a:lnTo>
                <a:lnTo>
                  <a:pt x="575115" y="258741"/>
                </a:lnTo>
                <a:lnTo>
                  <a:pt x="576703" y="271705"/>
                </a:lnTo>
                <a:lnTo>
                  <a:pt x="578291" y="283875"/>
                </a:lnTo>
                <a:lnTo>
                  <a:pt x="578821" y="289166"/>
                </a:lnTo>
                <a:lnTo>
                  <a:pt x="579350" y="292870"/>
                </a:lnTo>
                <a:lnTo>
                  <a:pt x="579615" y="294457"/>
                </a:lnTo>
                <a:lnTo>
                  <a:pt x="579615" y="296044"/>
                </a:lnTo>
                <a:lnTo>
                  <a:pt x="579615" y="297632"/>
                </a:lnTo>
                <a:lnTo>
                  <a:pt x="579085" y="298690"/>
                </a:lnTo>
                <a:lnTo>
                  <a:pt x="578556" y="300013"/>
                </a:lnTo>
                <a:lnTo>
                  <a:pt x="577762" y="300807"/>
                </a:lnTo>
                <a:lnTo>
                  <a:pt x="576703" y="301865"/>
                </a:lnTo>
                <a:lnTo>
                  <a:pt x="575909" y="302659"/>
                </a:lnTo>
                <a:lnTo>
                  <a:pt x="572733" y="303717"/>
                </a:lnTo>
                <a:lnTo>
                  <a:pt x="569822" y="304510"/>
                </a:lnTo>
                <a:lnTo>
                  <a:pt x="565852" y="304510"/>
                </a:lnTo>
                <a:lnTo>
                  <a:pt x="561882" y="303717"/>
                </a:lnTo>
                <a:lnTo>
                  <a:pt x="558177" y="303452"/>
                </a:lnTo>
                <a:lnTo>
                  <a:pt x="555266" y="303717"/>
                </a:lnTo>
                <a:lnTo>
                  <a:pt x="552884" y="304510"/>
                </a:lnTo>
                <a:lnTo>
                  <a:pt x="551031" y="305304"/>
                </a:lnTo>
                <a:lnTo>
                  <a:pt x="549972" y="306627"/>
                </a:lnTo>
                <a:lnTo>
                  <a:pt x="549178" y="307421"/>
                </a:lnTo>
                <a:lnTo>
                  <a:pt x="548649" y="308479"/>
                </a:lnTo>
                <a:lnTo>
                  <a:pt x="547326" y="310066"/>
                </a:lnTo>
                <a:lnTo>
                  <a:pt x="544150" y="315093"/>
                </a:lnTo>
                <a:lnTo>
                  <a:pt x="542297" y="318268"/>
                </a:lnTo>
                <a:lnTo>
                  <a:pt x="540444" y="322236"/>
                </a:lnTo>
                <a:lnTo>
                  <a:pt x="538592" y="326204"/>
                </a:lnTo>
                <a:lnTo>
                  <a:pt x="537798" y="330437"/>
                </a:lnTo>
                <a:lnTo>
                  <a:pt x="536210" y="337581"/>
                </a:lnTo>
                <a:lnTo>
                  <a:pt x="535416" y="343665"/>
                </a:lnTo>
                <a:lnTo>
                  <a:pt x="534357" y="349750"/>
                </a:lnTo>
                <a:lnTo>
                  <a:pt x="533298" y="356894"/>
                </a:lnTo>
                <a:lnTo>
                  <a:pt x="529858" y="373826"/>
                </a:lnTo>
                <a:lnTo>
                  <a:pt x="528535" y="383350"/>
                </a:lnTo>
                <a:lnTo>
                  <a:pt x="526682" y="394197"/>
                </a:lnTo>
                <a:lnTo>
                  <a:pt x="525623" y="399488"/>
                </a:lnTo>
                <a:lnTo>
                  <a:pt x="525094" y="401605"/>
                </a:lnTo>
                <a:lnTo>
                  <a:pt x="524300" y="402927"/>
                </a:lnTo>
                <a:lnTo>
                  <a:pt x="523241" y="404515"/>
                </a:lnTo>
                <a:lnTo>
                  <a:pt x="522447" y="406102"/>
                </a:lnTo>
                <a:lnTo>
                  <a:pt x="521653" y="406896"/>
                </a:lnTo>
                <a:lnTo>
                  <a:pt x="520330" y="407689"/>
                </a:lnTo>
                <a:lnTo>
                  <a:pt x="517948" y="409277"/>
                </a:lnTo>
                <a:lnTo>
                  <a:pt x="515301" y="410335"/>
                </a:lnTo>
                <a:lnTo>
                  <a:pt x="509214" y="411658"/>
                </a:lnTo>
                <a:lnTo>
                  <a:pt x="505244" y="412451"/>
                </a:lnTo>
                <a:lnTo>
                  <a:pt x="500745" y="412981"/>
                </a:lnTo>
                <a:lnTo>
                  <a:pt x="489364" y="413774"/>
                </a:lnTo>
                <a:lnTo>
                  <a:pt x="476396" y="414832"/>
                </a:lnTo>
                <a:lnTo>
                  <a:pt x="462633" y="416155"/>
                </a:lnTo>
                <a:lnTo>
                  <a:pt x="459722" y="416420"/>
                </a:lnTo>
                <a:lnTo>
                  <a:pt x="457075" y="417478"/>
                </a:lnTo>
                <a:lnTo>
                  <a:pt x="454693" y="418272"/>
                </a:lnTo>
                <a:lnTo>
                  <a:pt x="452576" y="419330"/>
                </a:lnTo>
                <a:lnTo>
                  <a:pt x="450988" y="420388"/>
                </a:lnTo>
                <a:lnTo>
                  <a:pt x="449135" y="421711"/>
                </a:lnTo>
                <a:lnTo>
                  <a:pt x="448077" y="423299"/>
                </a:lnTo>
                <a:lnTo>
                  <a:pt x="446753" y="424621"/>
                </a:lnTo>
                <a:lnTo>
                  <a:pt x="444901" y="428061"/>
                </a:lnTo>
                <a:lnTo>
                  <a:pt x="443842" y="431235"/>
                </a:lnTo>
                <a:lnTo>
                  <a:pt x="442254" y="434939"/>
                </a:lnTo>
                <a:lnTo>
                  <a:pt x="440666" y="438379"/>
                </a:lnTo>
                <a:lnTo>
                  <a:pt x="440137" y="439966"/>
                </a:lnTo>
                <a:lnTo>
                  <a:pt x="439607" y="441818"/>
                </a:lnTo>
                <a:lnTo>
                  <a:pt x="438549" y="445786"/>
                </a:lnTo>
                <a:lnTo>
                  <a:pt x="438284" y="450284"/>
                </a:lnTo>
                <a:lnTo>
                  <a:pt x="438549" y="454781"/>
                </a:lnTo>
                <a:lnTo>
                  <a:pt x="439343" y="459279"/>
                </a:lnTo>
                <a:lnTo>
                  <a:pt x="440137" y="463512"/>
                </a:lnTo>
                <a:lnTo>
                  <a:pt x="441725" y="467480"/>
                </a:lnTo>
                <a:lnTo>
                  <a:pt x="443048" y="471184"/>
                </a:lnTo>
                <a:lnTo>
                  <a:pt x="457075" y="494201"/>
                </a:lnTo>
                <a:lnTo>
                  <a:pt x="468191" y="512191"/>
                </a:lnTo>
                <a:lnTo>
                  <a:pt x="472690" y="519334"/>
                </a:lnTo>
                <a:lnTo>
                  <a:pt x="476131" y="524096"/>
                </a:lnTo>
                <a:lnTo>
                  <a:pt x="477190" y="525948"/>
                </a:lnTo>
                <a:lnTo>
                  <a:pt x="478248" y="528594"/>
                </a:lnTo>
                <a:lnTo>
                  <a:pt x="479042" y="531769"/>
                </a:lnTo>
                <a:lnTo>
                  <a:pt x="479572" y="535208"/>
                </a:lnTo>
                <a:lnTo>
                  <a:pt x="480630" y="543409"/>
                </a:lnTo>
                <a:lnTo>
                  <a:pt x="481424" y="552405"/>
                </a:lnTo>
                <a:lnTo>
                  <a:pt x="482748" y="571718"/>
                </a:lnTo>
                <a:lnTo>
                  <a:pt x="483542" y="580184"/>
                </a:lnTo>
                <a:lnTo>
                  <a:pt x="484071" y="584152"/>
                </a:lnTo>
                <a:lnTo>
                  <a:pt x="484865" y="587591"/>
                </a:lnTo>
                <a:lnTo>
                  <a:pt x="486982" y="594734"/>
                </a:lnTo>
                <a:lnTo>
                  <a:pt x="489894" y="602407"/>
                </a:lnTo>
                <a:lnTo>
                  <a:pt x="493599" y="610608"/>
                </a:lnTo>
                <a:lnTo>
                  <a:pt x="497304" y="619074"/>
                </a:lnTo>
                <a:lnTo>
                  <a:pt x="505773" y="636535"/>
                </a:lnTo>
                <a:lnTo>
                  <a:pt x="510008" y="645266"/>
                </a:lnTo>
                <a:lnTo>
                  <a:pt x="513449" y="653732"/>
                </a:lnTo>
                <a:lnTo>
                  <a:pt x="515301" y="658494"/>
                </a:lnTo>
                <a:lnTo>
                  <a:pt x="516889" y="664050"/>
                </a:lnTo>
                <a:lnTo>
                  <a:pt x="521124" y="677807"/>
                </a:lnTo>
                <a:lnTo>
                  <a:pt x="525094" y="693680"/>
                </a:lnTo>
                <a:lnTo>
                  <a:pt x="529329" y="710877"/>
                </a:lnTo>
                <a:lnTo>
                  <a:pt x="537004" y="744212"/>
                </a:lnTo>
                <a:lnTo>
                  <a:pt x="542032" y="768287"/>
                </a:lnTo>
                <a:lnTo>
                  <a:pt x="543356" y="772255"/>
                </a:lnTo>
                <a:lnTo>
                  <a:pt x="544679" y="775959"/>
                </a:lnTo>
                <a:lnTo>
                  <a:pt x="546532" y="779927"/>
                </a:lnTo>
                <a:lnTo>
                  <a:pt x="548649" y="783631"/>
                </a:lnTo>
                <a:lnTo>
                  <a:pt x="551031" y="787335"/>
                </a:lnTo>
                <a:lnTo>
                  <a:pt x="553413" y="790775"/>
                </a:lnTo>
                <a:lnTo>
                  <a:pt x="556060" y="793949"/>
                </a:lnTo>
                <a:lnTo>
                  <a:pt x="559236" y="797124"/>
                </a:lnTo>
                <a:lnTo>
                  <a:pt x="565058" y="802680"/>
                </a:lnTo>
                <a:lnTo>
                  <a:pt x="570616" y="807442"/>
                </a:lnTo>
                <a:lnTo>
                  <a:pt x="579350" y="814320"/>
                </a:lnTo>
                <a:lnTo>
                  <a:pt x="581467" y="815643"/>
                </a:lnTo>
                <a:lnTo>
                  <a:pt x="583585" y="816701"/>
                </a:lnTo>
                <a:lnTo>
                  <a:pt x="589672" y="819082"/>
                </a:lnTo>
                <a:lnTo>
                  <a:pt x="596289" y="821464"/>
                </a:lnTo>
                <a:lnTo>
                  <a:pt x="603699" y="823580"/>
                </a:lnTo>
                <a:lnTo>
                  <a:pt x="617991" y="827284"/>
                </a:lnTo>
                <a:lnTo>
                  <a:pt x="628048" y="829665"/>
                </a:lnTo>
                <a:lnTo>
                  <a:pt x="630430" y="830723"/>
                </a:lnTo>
                <a:lnTo>
                  <a:pt x="634136" y="832311"/>
                </a:lnTo>
                <a:lnTo>
                  <a:pt x="645516" y="838131"/>
                </a:lnTo>
                <a:lnTo>
                  <a:pt x="677541" y="855063"/>
                </a:lnTo>
                <a:lnTo>
                  <a:pt x="695802" y="864587"/>
                </a:lnTo>
                <a:lnTo>
                  <a:pt x="713535" y="873582"/>
                </a:lnTo>
                <a:lnTo>
                  <a:pt x="729415" y="881519"/>
                </a:lnTo>
                <a:lnTo>
                  <a:pt x="736561" y="884694"/>
                </a:lnTo>
                <a:lnTo>
                  <a:pt x="742383" y="887075"/>
                </a:lnTo>
                <a:lnTo>
                  <a:pt x="747412" y="888662"/>
                </a:lnTo>
                <a:lnTo>
                  <a:pt x="751911" y="889985"/>
                </a:lnTo>
                <a:lnTo>
                  <a:pt x="755352" y="891308"/>
                </a:lnTo>
                <a:lnTo>
                  <a:pt x="758792" y="891572"/>
                </a:lnTo>
                <a:lnTo>
                  <a:pt x="761439" y="891837"/>
                </a:lnTo>
                <a:lnTo>
                  <a:pt x="763821" y="891837"/>
                </a:lnTo>
                <a:lnTo>
                  <a:pt x="765938" y="891572"/>
                </a:lnTo>
                <a:lnTo>
                  <a:pt x="767791" y="891308"/>
                </a:lnTo>
                <a:lnTo>
                  <a:pt x="771232" y="889985"/>
                </a:lnTo>
                <a:lnTo>
                  <a:pt x="774143" y="888398"/>
                </a:lnTo>
                <a:lnTo>
                  <a:pt x="777848" y="887339"/>
                </a:lnTo>
                <a:lnTo>
                  <a:pt x="779436" y="887075"/>
                </a:lnTo>
                <a:lnTo>
                  <a:pt x="782083" y="887075"/>
                </a:lnTo>
                <a:lnTo>
                  <a:pt x="784730" y="887339"/>
                </a:lnTo>
                <a:lnTo>
                  <a:pt x="787641" y="888398"/>
                </a:lnTo>
                <a:lnTo>
                  <a:pt x="791082" y="889985"/>
                </a:lnTo>
                <a:lnTo>
                  <a:pt x="794522" y="892101"/>
                </a:lnTo>
                <a:lnTo>
                  <a:pt x="802727" y="897393"/>
                </a:lnTo>
                <a:lnTo>
                  <a:pt x="811461" y="904271"/>
                </a:lnTo>
                <a:lnTo>
                  <a:pt x="820195" y="910356"/>
                </a:lnTo>
                <a:lnTo>
                  <a:pt x="829193" y="916441"/>
                </a:lnTo>
                <a:lnTo>
                  <a:pt x="833692" y="919087"/>
                </a:lnTo>
                <a:lnTo>
                  <a:pt x="837927" y="921203"/>
                </a:lnTo>
                <a:lnTo>
                  <a:pt x="841897" y="923055"/>
                </a:lnTo>
                <a:lnTo>
                  <a:pt x="845867" y="924378"/>
                </a:lnTo>
                <a:lnTo>
                  <a:pt x="869687" y="929405"/>
                </a:lnTo>
                <a:lnTo>
                  <a:pt x="903564" y="936019"/>
                </a:lnTo>
                <a:lnTo>
                  <a:pt x="934794" y="942633"/>
                </a:lnTo>
                <a:lnTo>
                  <a:pt x="945645" y="944749"/>
                </a:lnTo>
                <a:lnTo>
                  <a:pt x="951069" y="946228"/>
                </a:lnTo>
                <a:lnTo>
                  <a:pt x="916150" y="1091526"/>
                </a:lnTo>
                <a:lnTo>
                  <a:pt x="916003" y="1091581"/>
                </a:lnTo>
                <a:lnTo>
                  <a:pt x="915474" y="1092110"/>
                </a:lnTo>
                <a:lnTo>
                  <a:pt x="914680" y="1092904"/>
                </a:lnTo>
                <a:lnTo>
                  <a:pt x="912827" y="1095020"/>
                </a:lnTo>
                <a:lnTo>
                  <a:pt x="911239" y="1097930"/>
                </a:lnTo>
                <a:lnTo>
                  <a:pt x="909386" y="1101634"/>
                </a:lnTo>
                <a:lnTo>
                  <a:pt x="906475" y="1110100"/>
                </a:lnTo>
                <a:lnTo>
                  <a:pt x="903034" y="1119360"/>
                </a:lnTo>
                <a:lnTo>
                  <a:pt x="900123" y="1128884"/>
                </a:lnTo>
                <a:lnTo>
                  <a:pt x="897477" y="1137614"/>
                </a:lnTo>
                <a:lnTo>
                  <a:pt x="895889" y="1141318"/>
                </a:lnTo>
                <a:lnTo>
                  <a:pt x="894301" y="1144758"/>
                </a:lnTo>
                <a:lnTo>
                  <a:pt x="893242" y="1147139"/>
                </a:lnTo>
                <a:lnTo>
                  <a:pt x="891919" y="1148726"/>
                </a:lnTo>
                <a:lnTo>
                  <a:pt x="891389" y="1148726"/>
                </a:lnTo>
                <a:lnTo>
                  <a:pt x="890595" y="1148726"/>
                </a:lnTo>
                <a:lnTo>
                  <a:pt x="886890" y="1148197"/>
                </a:lnTo>
                <a:lnTo>
                  <a:pt x="881861" y="1147139"/>
                </a:lnTo>
                <a:lnTo>
                  <a:pt x="874715" y="1145022"/>
                </a:lnTo>
                <a:lnTo>
                  <a:pt x="856983" y="1138937"/>
                </a:lnTo>
                <a:lnTo>
                  <a:pt x="833692" y="1130471"/>
                </a:lnTo>
                <a:lnTo>
                  <a:pt x="806961" y="1120418"/>
                </a:lnTo>
                <a:lnTo>
                  <a:pt x="776790" y="1109306"/>
                </a:lnTo>
                <a:lnTo>
                  <a:pt x="711682" y="1084438"/>
                </a:lnTo>
                <a:lnTo>
                  <a:pt x="646310" y="1059304"/>
                </a:lnTo>
                <a:lnTo>
                  <a:pt x="588349" y="1037346"/>
                </a:lnTo>
                <a:lnTo>
                  <a:pt x="564529" y="1028615"/>
                </a:lnTo>
                <a:lnTo>
                  <a:pt x="546002" y="1022001"/>
                </a:lnTo>
                <a:lnTo>
                  <a:pt x="533034" y="1018033"/>
                </a:lnTo>
                <a:lnTo>
                  <a:pt x="528799" y="1016974"/>
                </a:lnTo>
                <a:lnTo>
                  <a:pt x="526682" y="1016974"/>
                </a:lnTo>
                <a:lnTo>
                  <a:pt x="526153" y="1017239"/>
                </a:lnTo>
                <a:lnTo>
                  <a:pt x="525359" y="1018297"/>
                </a:lnTo>
                <a:lnTo>
                  <a:pt x="525094" y="1020149"/>
                </a:lnTo>
                <a:lnTo>
                  <a:pt x="524565" y="1022795"/>
                </a:lnTo>
                <a:lnTo>
                  <a:pt x="523506" y="1029938"/>
                </a:lnTo>
                <a:lnTo>
                  <a:pt x="522712" y="1039198"/>
                </a:lnTo>
                <a:lnTo>
                  <a:pt x="522183" y="1050574"/>
                </a:lnTo>
                <a:lnTo>
                  <a:pt x="521653" y="1064067"/>
                </a:lnTo>
                <a:lnTo>
                  <a:pt x="520330" y="1097137"/>
                </a:lnTo>
                <a:lnTo>
                  <a:pt x="519801" y="1135498"/>
                </a:lnTo>
                <a:lnTo>
                  <a:pt x="519536" y="1178622"/>
                </a:lnTo>
                <a:lnTo>
                  <a:pt x="519007" y="1225184"/>
                </a:lnTo>
                <a:lnTo>
                  <a:pt x="519536" y="1273335"/>
                </a:lnTo>
                <a:lnTo>
                  <a:pt x="519801" y="1369106"/>
                </a:lnTo>
                <a:lnTo>
                  <a:pt x="520330" y="1455088"/>
                </a:lnTo>
                <a:lnTo>
                  <a:pt x="520330" y="1519641"/>
                </a:lnTo>
                <a:lnTo>
                  <a:pt x="520330" y="1540277"/>
                </a:lnTo>
                <a:lnTo>
                  <a:pt x="520065" y="1551389"/>
                </a:lnTo>
                <a:lnTo>
                  <a:pt x="519801" y="1554299"/>
                </a:lnTo>
                <a:lnTo>
                  <a:pt x="519007" y="1556944"/>
                </a:lnTo>
                <a:lnTo>
                  <a:pt x="518477" y="1559590"/>
                </a:lnTo>
                <a:lnTo>
                  <a:pt x="517683" y="1562236"/>
                </a:lnTo>
                <a:lnTo>
                  <a:pt x="516360" y="1564617"/>
                </a:lnTo>
                <a:lnTo>
                  <a:pt x="515301" y="1567262"/>
                </a:lnTo>
                <a:lnTo>
                  <a:pt x="512125" y="1571760"/>
                </a:lnTo>
                <a:lnTo>
                  <a:pt x="508685" y="1575993"/>
                </a:lnTo>
                <a:lnTo>
                  <a:pt x="504715" y="1579697"/>
                </a:lnTo>
                <a:lnTo>
                  <a:pt x="500480" y="1583401"/>
                </a:lnTo>
                <a:lnTo>
                  <a:pt x="496245" y="1586840"/>
                </a:lnTo>
                <a:lnTo>
                  <a:pt x="491746" y="1589750"/>
                </a:lnTo>
                <a:lnTo>
                  <a:pt x="487247" y="1592660"/>
                </a:lnTo>
                <a:lnTo>
                  <a:pt x="479042" y="1597158"/>
                </a:lnTo>
                <a:lnTo>
                  <a:pt x="472161" y="1601126"/>
                </a:lnTo>
                <a:lnTo>
                  <a:pt x="469250" y="1602714"/>
                </a:lnTo>
                <a:lnTo>
                  <a:pt x="467132" y="1604301"/>
                </a:lnTo>
                <a:lnTo>
                  <a:pt x="467132" y="1614883"/>
                </a:lnTo>
                <a:lnTo>
                  <a:pt x="466603" y="1639752"/>
                </a:lnTo>
                <a:lnTo>
                  <a:pt x="466074" y="1654568"/>
                </a:lnTo>
                <a:lnTo>
                  <a:pt x="465544" y="1669119"/>
                </a:lnTo>
                <a:lnTo>
                  <a:pt x="464221" y="1682082"/>
                </a:lnTo>
                <a:lnTo>
                  <a:pt x="463692" y="1687373"/>
                </a:lnTo>
                <a:lnTo>
                  <a:pt x="462633" y="1692135"/>
                </a:lnTo>
                <a:lnTo>
                  <a:pt x="456017" y="1727851"/>
                </a:lnTo>
                <a:lnTo>
                  <a:pt x="444371" y="1787378"/>
                </a:lnTo>
                <a:lnTo>
                  <a:pt x="438019" y="1819919"/>
                </a:lnTo>
                <a:lnTo>
                  <a:pt x="431667" y="1850079"/>
                </a:lnTo>
                <a:lnTo>
                  <a:pt x="425845" y="1876006"/>
                </a:lnTo>
                <a:lnTo>
                  <a:pt x="423198" y="1886324"/>
                </a:lnTo>
                <a:lnTo>
                  <a:pt x="421081" y="1894525"/>
                </a:lnTo>
                <a:lnTo>
                  <a:pt x="415788" y="1913044"/>
                </a:lnTo>
                <a:lnTo>
                  <a:pt x="408377" y="1939236"/>
                </a:lnTo>
                <a:lnTo>
                  <a:pt x="391703" y="2001672"/>
                </a:lnTo>
                <a:lnTo>
                  <a:pt x="376882" y="2058289"/>
                </a:lnTo>
                <a:lnTo>
                  <a:pt x="372383" y="2077337"/>
                </a:lnTo>
                <a:lnTo>
                  <a:pt x="370795" y="2083157"/>
                </a:lnTo>
                <a:lnTo>
                  <a:pt x="370530" y="2085803"/>
                </a:lnTo>
                <a:lnTo>
                  <a:pt x="370530" y="2123371"/>
                </a:lnTo>
                <a:lnTo>
                  <a:pt x="368942" y="2146917"/>
                </a:lnTo>
                <a:lnTo>
                  <a:pt x="367883" y="2165965"/>
                </a:lnTo>
                <a:lnTo>
                  <a:pt x="366825" y="2174431"/>
                </a:lnTo>
                <a:lnTo>
                  <a:pt x="366031" y="2180516"/>
                </a:lnTo>
                <a:lnTo>
                  <a:pt x="362061" y="2210147"/>
                </a:lnTo>
                <a:lnTo>
                  <a:pt x="355444" y="2264382"/>
                </a:lnTo>
                <a:lnTo>
                  <a:pt x="351739" y="2294277"/>
                </a:lnTo>
                <a:lnTo>
                  <a:pt x="349092" y="2321527"/>
                </a:lnTo>
                <a:lnTo>
                  <a:pt x="346975" y="2344015"/>
                </a:lnTo>
                <a:lnTo>
                  <a:pt x="346446" y="2352481"/>
                </a:lnTo>
                <a:lnTo>
                  <a:pt x="346446" y="2358830"/>
                </a:lnTo>
                <a:lnTo>
                  <a:pt x="345916" y="2365709"/>
                </a:lnTo>
                <a:lnTo>
                  <a:pt x="344593" y="2376027"/>
                </a:lnTo>
                <a:lnTo>
                  <a:pt x="342740" y="2389784"/>
                </a:lnTo>
                <a:lnTo>
                  <a:pt x="340094" y="2405922"/>
                </a:lnTo>
                <a:lnTo>
                  <a:pt x="333742" y="2443490"/>
                </a:lnTo>
                <a:lnTo>
                  <a:pt x="326596" y="2485026"/>
                </a:lnTo>
                <a:lnTo>
                  <a:pt x="312833" y="2562807"/>
                </a:lnTo>
                <a:lnTo>
                  <a:pt x="308334" y="2590586"/>
                </a:lnTo>
                <a:lnTo>
                  <a:pt x="307275" y="2599581"/>
                </a:lnTo>
                <a:lnTo>
                  <a:pt x="306481" y="2605137"/>
                </a:lnTo>
                <a:lnTo>
                  <a:pt x="307011" y="2619423"/>
                </a:lnTo>
                <a:lnTo>
                  <a:pt x="307275" y="2634503"/>
                </a:lnTo>
                <a:lnTo>
                  <a:pt x="307805" y="2641382"/>
                </a:lnTo>
                <a:lnTo>
                  <a:pt x="308334" y="2647467"/>
                </a:lnTo>
                <a:lnTo>
                  <a:pt x="309657" y="2652229"/>
                </a:lnTo>
                <a:lnTo>
                  <a:pt x="310187" y="2654081"/>
                </a:lnTo>
                <a:lnTo>
                  <a:pt x="311245" y="2655668"/>
                </a:lnTo>
                <a:lnTo>
                  <a:pt x="312833" y="2658049"/>
                </a:lnTo>
                <a:lnTo>
                  <a:pt x="314686" y="2660166"/>
                </a:lnTo>
                <a:lnTo>
                  <a:pt x="316803" y="2662282"/>
                </a:lnTo>
                <a:lnTo>
                  <a:pt x="318920" y="2664134"/>
                </a:lnTo>
                <a:lnTo>
                  <a:pt x="321302" y="2665722"/>
                </a:lnTo>
                <a:lnTo>
                  <a:pt x="323684" y="2666780"/>
                </a:lnTo>
                <a:lnTo>
                  <a:pt x="326066" y="2668103"/>
                </a:lnTo>
                <a:lnTo>
                  <a:pt x="328713" y="2668896"/>
                </a:lnTo>
                <a:lnTo>
                  <a:pt x="332154" y="2669426"/>
                </a:lnTo>
                <a:lnTo>
                  <a:pt x="336918" y="2670219"/>
                </a:lnTo>
                <a:lnTo>
                  <a:pt x="349622" y="2670748"/>
                </a:lnTo>
                <a:lnTo>
                  <a:pt x="362061" y="2671013"/>
                </a:lnTo>
                <a:lnTo>
                  <a:pt x="370530" y="2671013"/>
                </a:lnTo>
                <a:lnTo>
                  <a:pt x="379264" y="2671278"/>
                </a:lnTo>
                <a:lnTo>
                  <a:pt x="393026" y="2672336"/>
                </a:lnTo>
                <a:lnTo>
                  <a:pt x="407583" y="2672865"/>
                </a:lnTo>
                <a:lnTo>
                  <a:pt x="418699" y="2673394"/>
                </a:lnTo>
                <a:lnTo>
                  <a:pt x="424257" y="2673659"/>
                </a:lnTo>
                <a:lnTo>
                  <a:pt x="431403" y="2674717"/>
                </a:lnTo>
                <a:lnTo>
                  <a:pt x="439872" y="2676040"/>
                </a:lnTo>
                <a:lnTo>
                  <a:pt x="448871" y="2677627"/>
                </a:lnTo>
                <a:lnTo>
                  <a:pt x="457605" y="2679743"/>
                </a:lnTo>
                <a:lnTo>
                  <a:pt x="465280" y="2681595"/>
                </a:lnTo>
                <a:lnTo>
                  <a:pt x="471102" y="2683447"/>
                </a:lnTo>
                <a:lnTo>
                  <a:pt x="473220" y="2684241"/>
                </a:lnTo>
                <a:lnTo>
                  <a:pt x="474808" y="2684770"/>
                </a:lnTo>
                <a:lnTo>
                  <a:pt x="476396" y="2686358"/>
                </a:lnTo>
                <a:lnTo>
                  <a:pt x="477719" y="2687680"/>
                </a:lnTo>
                <a:lnTo>
                  <a:pt x="479042" y="2688739"/>
                </a:lnTo>
                <a:lnTo>
                  <a:pt x="479836" y="2690326"/>
                </a:lnTo>
                <a:lnTo>
                  <a:pt x="481160" y="2692707"/>
                </a:lnTo>
                <a:lnTo>
                  <a:pt x="481689" y="2695617"/>
                </a:lnTo>
                <a:lnTo>
                  <a:pt x="481954" y="2698527"/>
                </a:lnTo>
                <a:lnTo>
                  <a:pt x="481689" y="2701173"/>
                </a:lnTo>
                <a:lnTo>
                  <a:pt x="480630" y="2706200"/>
                </a:lnTo>
                <a:lnTo>
                  <a:pt x="478513" y="2710168"/>
                </a:lnTo>
                <a:lnTo>
                  <a:pt x="476131" y="2713872"/>
                </a:lnTo>
                <a:lnTo>
                  <a:pt x="472955" y="2717311"/>
                </a:lnTo>
                <a:lnTo>
                  <a:pt x="468985" y="2720751"/>
                </a:lnTo>
                <a:lnTo>
                  <a:pt x="465280" y="2724190"/>
                </a:lnTo>
                <a:lnTo>
                  <a:pt x="460251" y="2727365"/>
                </a:lnTo>
                <a:lnTo>
                  <a:pt x="449665" y="2735037"/>
                </a:lnTo>
                <a:lnTo>
                  <a:pt x="443048" y="2739005"/>
                </a:lnTo>
                <a:lnTo>
                  <a:pt x="435373" y="2743767"/>
                </a:lnTo>
                <a:lnTo>
                  <a:pt x="426639" y="2748265"/>
                </a:lnTo>
                <a:lnTo>
                  <a:pt x="421346" y="2750381"/>
                </a:lnTo>
                <a:lnTo>
                  <a:pt x="416317" y="2751969"/>
                </a:lnTo>
                <a:lnTo>
                  <a:pt x="411024" y="2754085"/>
                </a:lnTo>
                <a:lnTo>
                  <a:pt x="405466" y="2755673"/>
                </a:lnTo>
                <a:lnTo>
                  <a:pt x="399643" y="2757260"/>
                </a:lnTo>
                <a:lnTo>
                  <a:pt x="393820" y="2758847"/>
                </a:lnTo>
                <a:lnTo>
                  <a:pt x="387733" y="2759641"/>
                </a:lnTo>
                <a:lnTo>
                  <a:pt x="381381" y="2760435"/>
                </a:lnTo>
                <a:lnTo>
                  <a:pt x="374765" y="2761228"/>
                </a:lnTo>
                <a:lnTo>
                  <a:pt x="368413" y="2761228"/>
                </a:lnTo>
                <a:lnTo>
                  <a:pt x="355709" y="2761493"/>
                </a:lnTo>
                <a:lnTo>
                  <a:pt x="344858" y="2761758"/>
                </a:lnTo>
                <a:lnTo>
                  <a:pt x="335594" y="2762022"/>
                </a:lnTo>
                <a:lnTo>
                  <a:pt x="327390" y="2762551"/>
                </a:lnTo>
                <a:lnTo>
                  <a:pt x="320773" y="2763345"/>
                </a:lnTo>
                <a:lnTo>
                  <a:pt x="314951" y="2764139"/>
                </a:lnTo>
                <a:lnTo>
                  <a:pt x="310451" y="2764668"/>
                </a:lnTo>
                <a:lnTo>
                  <a:pt x="306481" y="2765726"/>
                </a:lnTo>
                <a:lnTo>
                  <a:pt x="305423" y="2766255"/>
                </a:lnTo>
                <a:lnTo>
                  <a:pt x="304364" y="2767578"/>
                </a:lnTo>
                <a:lnTo>
                  <a:pt x="304364" y="2768636"/>
                </a:lnTo>
                <a:lnTo>
                  <a:pt x="304364" y="2770488"/>
                </a:lnTo>
                <a:lnTo>
                  <a:pt x="305423" y="2772340"/>
                </a:lnTo>
                <a:lnTo>
                  <a:pt x="306217" y="2774456"/>
                </a:lnTo>
                <a:lnTo>
                  <a:pt x="308599" y="2778689"/>
                </a:lnTo>
                <a:lnTo>
                  <a:pt x="311775" y="2782922"/>
                </a:lnTo>
                <a:lnTo>
                  <a:pt x="314686" y="2786362"/>
                </a:lnTo>
                <a:lnTo>
                  <a:pt x="317862" y="2789801"/>
                </a:lnTo>
                <a:lnTo>
                  <a:pt x="329772" y="2800913"/>
                </a:lnTo>
                <a:lnTo>
                  <a:pt x="340094" y="2810172"/>
                </a:lnTo>
                <a:lnTo>
                  <a:pt x="348563" y="2818374"/>
                </a:lnTo>
                <a:lnTo>
                  <a:pt x="352797" y="2822342"/>
                </a:lnTo>
                <a:lnTo>
                  <a:pt x="358620" y="2827369"/>
                </a:lnTo>
                <a:lnTo>
                  <a:pt x="366295" y="2833189"/>
                </a:lnTo>
                <a:lnTo>
                  <a:pt x="374500" y="2839009"/>
                </a:lnTo>
                <a:lnTo>
                  <a:pt x="383234" y="2844301"/>
                </a:lnTo>
                <a:lnTo>
                  <a:pt x="391174" y="2849327"/>
                </a:lnTo>
                <a:lnTo>
                  <a:pt x="399114" y="2853296"/>
                </a:lnTo>
                <a:lnTo>
                  <a:pt x="402554" y="2854883"/>
                </a:lnTo>
                <a:lnTo>
                  <a:pt x="405730" y="2855941"/>
                </a:lnTo>
                <a:lnTo>
                  <a:pt x="412876" y="2857793"/>
                </a:lnTo>
                <a:lnTo>
                  <a:pt x="423198" y="2859910"/>
                </a:lnTo>
                <a:lnTo>
                  <a:pt x="448341" y="2865201"/>
                </a:lnTo>
                <a:lnTo>
                  <a:pt x="474808" y="2870492"/>
                </a:lnTo>
                <a:lnTo>
                  <a:pt x="486188" y="2873138"/>
                </a:lnTo>
                <a:lnTo>
                  <a:pt x="495981" y="2875519"/>
                </a:lnTo>
                <a:lnTo>
                  <a:pt x="499951" y="2877106"/>
                </a:lnTo>
                <a:lnTo>
                  <a:pt x="503656" y="2878694"/>
                </a:lnTo>
                <a:lnTo>
                  <a:pt x="507626" y="2880810"/>
                </a:lnTo>
                <a:lnTo>
                  <a:pt x="511067" y="2882662"/>
                </a:lnTo>
                <a:lnTo>
                  <a:pt x="514243" y="2885043"/>
                </a:lnTo>
                <a:lnTo>
                  <a:pt x="517683" y="2887424"/>
                </a:lnTo>
                <a:lnTo>
                  <a:pt x="520330" y="2889805"/>
                </a:lnTo>
                <a:lnTo>
                  <a:pt x="522977" y="2892451"/>
                </a:lnTo>
                <a:lnTo>
                  <a:pt x="527741" y="2897742"/>
                </a:lnTo>
                <a:lnTo>
                  <a:pt x="531446" y="2902504"/>
                </a:lnTo>
                <a:lnTo>
                  <a:pt x="534092" y="2907002"/>
                </a:lnTo>
                <a:lnTo>
                  <a:pt x="534886" y="2909118"/>
                </a:lnTo>
                <a:lnTo>
                  <a:pt x="535416" y="2910970"/>
                </a:lnTo>
                <a:lnTo>
                  <a:pt x="536210" y="2914939"/>
                </a:lnTo>
                <a:lnTo>
                  <a:pt x="537004" y="2919436"/>
                </a:lnTo>
                <a:lnTo>
                  <a:pt x="537268" y="2924198"/>
                </a:lnTo>
                <a:lnTo>
                  <a:pt x="537004" y="2929225"/>
                </a:lnTo>
                <a:lnTo>
                  <a:pt x="536210" y="2934516"/>
                </a:lnTo>
                <a:lnTo>
                  <a:pt x="535416" y="2939278"/>
                </a:lnTo>
                <a:lnTo>
                  <a:pt x="534357" y="2941395"/>
                </a:lnTo>
                <a:lnTo>
                  <a:pt x="533563" y="2943247"/>
                </a:lnTo>
                <a:lnTo>
                  <a:pt x="532505" y="2944570"/>
                </a:lnTo>
                <a:lnTo>
                  <a:pt x="531181" y="2946157"/>
                </a:lnTo>
                <a:lnTo>
                  <a:pt x="528270" y="2948538"/>
                </a:lnTo>
                <a:lnTo>
                  <a:pt x="524829" y="2950654"/>
                </a:lnTo>
                <a:lnTo>
                  <a:pt x="517948" y="2954887"/>
                </a:lnTo>
                <a:lnTo>
                  <a:pt x="511067" y="2958591"/>
                </a:lnTo>
                <a:lnTo>
                  <a:pt x="503656" y="2961766"/>
                </a:lnTo>
                <a:lnTo>
                  <a:pt x="497039" y="2964147"/>
                </a:lnTo>
                <a:lnTo>
                  <a:pt x="490952" y="2965999"/>
                </a:lnTo>
                <a:lnTo>
                  <a:pt x="485924" y="2967586"/>
                </a:lnTo>
                <a:lnTo>
                  <a:pt x="482748" y="2968116"/>
                </a:lnTo>
                <a:lnTo>
                  <a:pt x="472955" y="2969174"/>
                </a:lnTo>
                <a:lnTo>
                  <a:pt x="458399" y="2970232"/>
                </a:lnTo>
                <a:lnTo>
                  <a:pt x="420552" y="2973407"/>
                </a:lnTo>
                <a:lnTo>
                  <a:pt x="381646" y="2975788"/>
                </a:lnTo>
                <a:lnTo>
                  <a:pt x="366031" y="2976581"/>
                </a:lnTo>
                <a:lnTo>
                  <a:pt x="355179" y="2976846"/>
                </a:lnTo>
                <a:lnTo>
                  <a:pt x="349886" y="2976581"/>
                </a:lnTo>
                <a:lnTo>
                  <a:pt x="343799" y="2976052"/>
                </a:lnTo>
                <a:lnTo>
                  <a:pt x="327390" y="2974200"/>
                </a:lnTo>
                <a:lnTo>
                  <a:pt x="307540" y="2970761"/>
                </a:lnTo>
                <a:lnTo>
                  <a:pt x="286367" y="2967322"/>
                </a:lnTo>
                <a:lnTo>
                  <a:pt x="265194" y="2963353"/>
                </a:lnTo>
                <a:lnTo>
                  <a:pt x="246138" y="2959120"/>
                </a:lnTo>
                <a:lnTo>
                  <a:pt x="230523" y="2955417"/>
                </a:lnTo>
                <a:lnTo>
                  <a:pt x="224965" y="2954094"/>
                </a:lnTo>
                <a:lnTo>
                  <a:pt x="220730" y="2952771"/>
                </a:lnTo>
                <a:lnTo>
                  <a:pt x="217289" y="2950919"/>
                </a:lnTo>
                <a:lnTo>
                  <a:pt x="213584" y="2948538"/>
                </a:lnTo>
                <a:lnTo>
                  <a:pt x="209614" y="2945892"/>
                </a:lnTo>
                <a:lnTo>
                  <a:pt x="205380" y="2942188"/>
                </a:lnTo>
                <a:lnTo>
                  <a:pt x="196646" y="2934516"/>
                </a:lnTo>
                <a:lnTo>
                  <a:pt x="187912" y="2925786"/>
                </a:lnTo>
                <a:lnTo>
                  <a:pt x="179442" y="2917320"/>
                </a:lnTo>
                <a:lnTo>
                  <a:pt x="171767" y="2909912"/>
                </a:lnTo>
                <a:lnTo>
                  <a:pt x="168591" y="2907002"/>
                </a:lnTo>
                <a:lnTo>
                  <a:pt x="165945" y="2904621"/>
                </a:lnTo>
                <a:lnTo>
                  <a:pt x="163298" y="2903033"/>
                </a:lnTo>
                <a:lnTo>
                  <a:pt x="161181" y="2902240"/>
                </a:lnTo>
                <a:lnTo>
                  <a:pt x="159857" y="2901975"/>
                </a:lnTo>
                <a:lnTo>
                  <a:pt x="158534" y="2901975"/>
                </a:lnTo>
                <a:lnTo>
                  <a:pt x="157740" y="2902240"/>
                </a:lnTo>
                <a:lnTo>
                  <a:pt x="157211" y="2902769"/>
                </a:lnTo>
                <a:lnTo>
                  <a:pt x="156417" y="2903562"/>
                </a:lnTo>
                <a:lnTo>
                  <a:pt x="156152" y="2904621"/>
                </a:lnTo>
                <a:lnTo>
                  <a:pt x="155887" y="2906737"/>
                </a:lnTo>
                <a:lnTo>
                  <a:pt x="156152" y="2909118"/>
                </a:lnTo>
                <a:lnTo>
                  <a:pt x="156417" y="2911235"/>
                </a:lnTo>
                <a:lnTo>
                  <a:pt x="157211" y="2913351"/>
                </a:lnTo>
                <a:lnTo>
                  <a:pt x="155623" y="2914410"/>
                </a:lnTo>
                <a:lnTo>
                  <a:pt x="151653" y="2917584"/>
                </a:lnTo>
                <a:lnTo>
                  <a:pt x="149271" y="2919172"/>
                </a:lnTo>
                <a:lnTo>
                  <a:pt x="146889" y="2920494"/>
                </a:lnTo>
                <a:lnTo>
                  <a:pt x="144242" y="2921553"/>
                </a:lnTo>
                <a:lnTo>
                  <a:pt x="141595" y="2921817"/>
                </a:lnTo>
                <a:lnTo>
                  <a:pt x="139478" y="2921817"/>
                </a:lnTo>
                <a:lnTo>
                  <a:pt x="136302" y="2920759"/>
                </a:lnTo>
                <a:lnTo>
                  <a:pt x="126245" y="2917849"/>
                </a:lnTo>
                <a:lnTo>
                  <a:pt x="113276" y="2913616"/>
                </a:lnTo>
                <a:lnTo>
                  <a:pt x="99249" y="2908589"/>
                </a:lnTo>
                <a:lnTo>
                  <a:pt x="84957" y="2902769"/>
                </a:lnTo>
                <a:lnTo>
                  <a:pt x="78605" y="2899859"/>
                </a:lnTo>
                <a:lnTo>
                  <a:pt x="73047" y="2896684"/>
                </a:lnTo>
                <a:lnTo>
                  <a:pt x="67754" y="2894038"/>
                </a:lnTo>
                <a:lnTo>
                  <a:pt x="64049" y="2891393"/>
                </a:lnTo>
                <a:lnTo>
                  <a:pt x="62461" y="2890070"/>
                </a:lnTo>
                <a:lnTo>
                  <a:pt x="61402" y="2889012"/>
                </a:lnTo>
                <a:lnTo>
                  <a:pt x="60608" y="2887689"/>
                </a:lnTo>
                <a:lnTo>
                  <a:pt x="60344" y="2886895"/>
                </a:lnTo>
                <a:lnTo>
                  <a:pt x="59550" y="2881868"/>
                </a:lnTo>
                <a:lnTo>
                  <a:pt x="59020" y="2876313"/>
                </a:lnTo>
                <a:lnTo>
                  <a:pt x="58491" y="2863085"/>
                </a:lnTo>
                <a:lnTo>
                  <a:pt x="58226" y="2855941"/>
                </a:lnTo>
                <a:lnTo>
                  <a:pt x="57962" y="2848798"/>
                </a:lnTo>
                <a:lnTo>
                  <a:pt x="56903" y="2842184"/>
                </a:lnTo>
                <a:lnTo>
                  <a:pt x="55844" y="2836099"/>
                </a:lnTo>
                <a:lnTo>
                  <a:pt x="53727" y="2827104"/>
                </a:lnTo>
                <a:lnTo>
                  <a:pt x="52668" y="2822607"/>
                </a:lnTo>
                <a:lnTo>
                  <a:pt x="52139" y="2816257"/>
                </a:lnTo>
                <a:lnTo>
                  <a:pt x="51610" y="2799590"/>
                </a:lnTo>
                <a:lnTo>
                  <a:pt x="51345" y="2783452"/>
                </a:lnTo>
                <a:lnTo>
                  <a:pt x="51345" y="2772340"/>
                </a:lnTo>
                <a:lnTo>
                  <a:pt x="51345" y="2771546"/>
                </a:lnTo>
                <a:lnTo>
                  <a:pt x="50551" y="2771017"/>
                </a:lnTo>
                <a:lnTo>
                  <a:pt x="49228" y="2770224"/>
                </a:lnTo>
                <a:lnTo>
                  <a:pt x="46846" y="2769165"/>
                </a:lnTo>
                <a:lnTo>
                  <a:pt x="43934" y="2768636"/>
                </a:lnTo>
                <a:lnTo>
                  <a:pt x="37318" y="2768107"/>
                </a:lnTo>
                <a:lnTo>
                  <a:pt x="31760" y="2767842"/>
                </a:lnTo>
                <a:lnTo>
                  <a:pt x="26466" y="2767842"/>
                </a:lnTo>
                <a:lnTo>
                  <a:pt x="23820" y="2767578"/>
                </a:lnTo>
                <a:lnTo>
                  <a:pt x="21173" y="2766784"/>
                </a:lnTo>
                <a:lnTo>
                  <a:pt x="17997" y="2765726"/>
                </a:lnTo>
                <a:lnTo>
                  <a:pt x="14821" y="2764139"/>
                </a:lnTo>
                <a:lnTo>
                  <a:pt x="11116" y="2762022"/>
                </a:lnTo>
                <a:lnTo>
                  <a:pt x="7146" y="2759112"/>
                </a:lnTo>
                <a:lnTo>
                  <a:pt x="5558" y="2757525"/>
                </a:lnTo>
                <a:lnTo>
                  <a:pt x="3970" y="2755408"/>
                </a:lnTo>
                <a:lnTo>
                  <a:pt x="2647" y="2753556"/>
                </a:lnTo>
                <a:lnTo>
                  <a:pt x="1588" y="2751440"/>
                </a:lnTo>
                <a:lnTo>
                  <a:pt x="1059" y="2749323"/>
                </a:lnTo>
                <a:lnTo>
                  <a:pt x="265" y="2747207"/>
                </a:lnTo>
                <a:lnTo>
                  <a:pt x="0" y="2742709"/>
                </a:lnTo>
                <a:lnTo>
                  <a:pt x="0" y="2738476"/>
                </a:lnTo>
                <a:lnTo>
                  <a:pt x="265" y="2734508"/>
                </a:lnTo>
                <a:lnTo>
                  <a:pt x="529" y="2731333"/>
                </a:lnTo>
                <a:lnTo>
                  <a:pt x="529" y="2728158"/>
                </a:lnTo>
                <a:lnTo>
                  <a:pt x="1059" y="2726835"/>
                </a:lnTo>
                <a:lnTo>
                  <a:pt x="1323" y="2725248"/>
                </a:lnTo>
                <a:lnTo>
                  <a:pt x="2382" y="2721015"/>
                </a:lnTo>
                <a:lnTo>
                  <a:pt x="4235" y="2716253"/>
                </a:lnTo>
                <a:lnTo>
                  <a:pt x="6352" y="2711491"/>
                </a:lnTo>
                <a:lnTo>
                  <a:pt x="10057" y="2703289"/>
                </a:lnTo>
                <a:lnTo>
                  <a:pt x="11910" y="2699586"/>
                </a:lnTo>
                <a:lnTo>
                  <a:pt x="11910" y="2697734"/>
                </a:lnTo>
                <a:lnTo>
                  <a:pt x="11381" y="2695617"/>
                </a:lnTo>
                <a:lnTo>
                  <a:pt x="10851" y="2693236"/>
                </a:lnTo>
                <a:lnTo>
                  <a:pt x="10322" y="2690590"/>
                </a:lnTo>
                <a:lnTo>
                  <a:pt x="8999" y="2687680"/>
                </a:lnTo>
                <a:lnTo>
                  <a:pt x="7146" y="2684770"/>
                </a:lnTo>
                <a:lnTo>
                  <a:pt x="5293" y="2682125"/>
                </a:lnTo>
                <a:lnTo>
                  <a:pt x="3970" y="2680537"/>
                </a:lnTo>
                <a:lnTo>
                  <a:pt x="3176" y="2678950"/>
                </a:lnTo>
                <a:lnTo>
                  <a:pt x="2117" y="2677098"/>
                </a:lnTo>
                <a:lnTo>
                  <a:pt x="1588" y="2674717"/>
                </a:lnTo>
                <a:lnTo>
                  <a:pt x="1059" y="2669426"/>
                </a:lnTo>
                <a:lnTo>
                  <a:pt x="265" y="2663870"/>
                </a:lnTo>
                <a:lnTo>
                  <a:pt x="265" y="2657520"/>
                </a:lnTo>
                <a:lnTo>
                  <a:pt x="529" y="2651435"/>
                </a:lnTo>
                <a:lnTo>
                  <a:pt x="529" y="2640324"/>
                </a:lnTo>
                <a:lnTo>
                  <a:pt x="1588" y="2626302"/>
                </a:lnTo>
                <a:lnTo>
                  <a:pt x="3705" y="2597994"/>
                </a:lnTo>
                <a:lnTo>
                  <a:pt x="6617" y="2559633"/>
                </a:lnTo>
                <a:lnTo>
                  <a:pt x="10322" y="2516244"/>
                </a:lnTo>
                <a:lnTo>
                  <a:pt x="14557" y="2472063"/>
                </a:lnTo>
                <a:lnTo>
                  <a:pt x="18527" y="2432378"/>
                </a:lnTo>
                <a:lnTo>
                  <a:pt x="20115" y="2415711"/>
                </a:lnTo>
                <a:lnTo>
                  <a:pt x="21967" y="2401954"/>
                </a:lnTo>
                <a:lnTo>
                  <a:pt x="23555" y="2391371"/>
                </a:lnTo>
                <a:lnTo>
                  <a:pt x="25143" y="2385022"/>
                </a:lnTo>
                <a:lnTo>
                  <a:pt x="26202" y="2379202"/>
                </a:lnTo>
                <a:lnTo>
                  <a:pt x="28054" y="2370471"/>
                </a:lnTo>
                <a:lnTo>
                  <a:pt x="32024" y="2345602"/>
                </a:lnTo>
                <a:lnTo>
                  <a:pt x="36524" y="2313855"/>
                </a:lnTo>
                <a:lnTo>
                  <a:pt x="41288" y="2278933"/>
                </a:lnTo>
                <a:lnTo>
                  <a:pt x="46581" y="2244275"/>
                </a:lnTo>
                <a:lnTo>
                  <a:pt x="51080" y="2213057"/>
                </a:lnTo>
                <a:lnTo>
                  <a:pt x="53198" y="2200093"/>
                </a:lnTo>
                <a:lnTo>
                  <a:pt x="54786" y="2189246"/>
                </a:lnTo>
                <a:lnTo>
                  <a:pt x="56638" y="2181045"/>
                </a:lnTo>
                <a:lnTo>
                  <a:pt x="57962" y="2176018"/>
                </a:lnTo>
                <a:lnTo>
                  <a:pt x="58491" y="2173902"/>
                </a:lnTo>
                <a:lnTo>
                  <a:pt x="59020" y="2170198"/>
                </a:lnTo>
                <a:lnTo>
                  <a:pt x="60344" y="2159880"/>
                </a:lnTo>
                <a:lnTo>
                  <a:pt x="61402" y="2145329"/>
                </a:lnTo>
                <a:lnTo>
                  <a:pt x="62725" y="2127868"/>
                </a:lnTo>
                <a:lnTo>
                  <a:pt x="65107" y="2085538"/>
                </a:lnTo>
                <a:lnTo>
                  <a:pt x="66960" y="2037653"/>
                </a:lnTo>
                <a:lnTo>
                  <a:pt x="68813" y="1988973"/>
                </a:lnTo>
                <a:lnTo>
                  <a:pt x="69871" y="1945321"/>
                </a:lnTo>
                <a:lnTo>
                  <a:pt x="70930" y="1911192"/>
                </a:lnTo>
                <a:lnTo>
                  <a:pt x="71195" y="1892409"/>
                </a:lnTo>
                <a:lnTo>
                  <a:pt x="70930" y="1884736"/>
                </a:lnTo>
                <a:lnTo>
                  <a:pt x="69871" y="1872302"/>
                </a:lnTo>
                <a:lnTo>
                  <a:pt x="66960" y="1836586"/>
                </a:lnTo>
                <a:lnTo>
                  <a:pt x="57962" y="1737640"/>
                </a:lnTo>
                <a:lnTo>
                  <a:pt x="48963" y="1639752"/>
                </a:lnTo>
                <a:lnTo>
                  <a:pt x="45787" y="1604830"/>
                </a:lnTo>
                <a:lnTo>
                  <a:pt x="44993" y="1593454"/>
                </a:lnTo>
                <a:lnTo>
                  <a:pt x="44728" y="1586311"/>
                </a:lnTo>
                <a:lnTo>
                  <a:pt x="44728" y="1582607"/>
                </a:lnTo>
                <a:lnTo>
                  <a:pt x="43934" y="1578903"/>
                </a:lnTo>
                <a:lnTo>
                  <a:pt x="43140" y="1575199"/>
                </a:lnTo>
                <a:lnTo>
                  <a:pt x="41817" y="1572024"/>
                </a:lnTo>
                <a:lnTo>
                  <a:pt x="40494" y="1568850"/>
                </a:lnTo>
                <a:lnTo>
                  <a:pt x="38641" y="1565940"/>
                </a:lnTo>
                <a:lnTo>
                  <a:pt x="36788" y="1563294"/>
                </a:lnTo>
                <a:lnTo>
                  <a:pt x="34671" y="1560913"/>
                </a:lnTo>
                <a:lnTo>
                  <a:pt x="30436" y="1555886"/>
                </a:lnTo>
                <a:lnTo>
                  <a:pt x="26202" y="1551653"/>
                </a:lnTo>
                <a:lnTo>
                  <a:pt x="21967" y="1548214"/>
                </a:lnTo>
                <a:lnTo>
                  <a:pt x="18527" y="1544775"/>
                </a:lnTo>
                <a:lnTo>
                  <a:pt x="17468" y="1543716"/>
                </a:lnTo>
                <a:lnTo>
                  <a:pt x="16939" y="1541600"/>
                </a:lnTo>
                <a:lnTo>
                  <a:pt x="16409" y="1539219"/>
                </a:lnTo>
                <a:lnTo>
                  <a:pt x="15615" y="1535780"/>
                </a:lnTo>
                <a:lnTo>
                  <a:pt x="14821" y="1527578"/>
                </a:lnTo>
                <a:lnTo>
                  <a:pt x="14292" y="1517525"/>
                </a:lnTo>
                <a:lnTo>
                  <a:pt x="14027" y="1505620"/>
                </a:lnTo>
                <a:lnTo>
                  <a:pt x="14027" y="1492656"/>
                </a:lnTo>
                <a:lnTo>
                  <a:pt x="14027" y="1463819"/>
                </a:lnTo>
                <a:lnTo>
                  <a:pt x="14557" y="1434188"/>
                </a:lnTo>
                <a:lnTo>
                  <a:pt x="15351" y="1406144"/>
                </a:lnTo>
                <a:lnTo>
                  <a:pt x="16145" y="1382599"/>
                </a:lnTo>
                <a:lnTo>
                  <a:pt x="16409" y="1366460"/>
                </a:lnTo>
                <a:lnTo>
                  <a:pt x="16409" y="1359582"/>
                </a:lnTo>
                <a:lnTo>
                  <a:pt x="16939" y="1349793"/>
                </a:lnTo>
                <a:lnTo>
                  <a:pt x="19321" y="1325453"/>
                </a:lnTo>
                <a:lnTo>
                  <a:pt x="22761" y="1295822"/>
                </a:lnTo>
                <a:lnTo>
                  <a:pt x="26466" y="1264075"/>
                </a:lnTo>
                <a:lnTo>
                  <a:pt x="30701" y="1232857"/>
                </a:lnTo>
                <a:lnTo>
                  <a:pt x="34671" y="1205078"/>
                </a:lnTo>
                <a:lnTo>
                  <a:pt x="38112" y="1184442"/>
                </a:lnTo>
                <a:lnTo>
                  <a:pt x="39435" y="1177299"/>
                </a:lnTo>
                <a:lnTo>
                  <a:pt x="40494" y="1173066"/>
                </a:lnTo>
                <a:lnTo>
                  <a:pt x="41288" y="1169362"/>
                </a:lnTo>
                <a:lnTo>
                  <a:pt x="42346" y="1164335"/>
                </a:lnTo>
                <a:lnTo>
                  <a:pt x="44464" y="1150049"/>
                </a:lnTo>
                <a:lnTo>
                  <a:pt x="46581" y="1131794"/>
                </a:lnTo>
                <a:lnTo>
                  <a:pt x="48963" y="1110894"/>
                </a:lnTo>
                <a:lnTo>
                  <a:pt x="51080" y="1088671"/>
                </a:lnTo>
                <a:lnTo>
                  <a:pt x="53198" y="1065918"/>
                </a:lnTo>
                <a:lnTo>
                  <a:pt x="54521" y="1044489"/>
                </a:lnTo>
                <a:lnTo>
                  <a:pt x="55844" y="1025705"/>
                </a:lnTo>
                <a:lnTo>
                  <a:pt x="60344" y="927553"/>
                </a:lnTo>
                <a:lnTo>
                  <a:pt x="62461" y="878873"/>
                </a:lnTo>
                <a:lnTo>
                  <a:pt x="63519" y="861148"/>
                </a:lnTo>
                <a:lnTo>
                  <a:pt x="64578" y="849507"/>
                </a:lnTo>
                <a:lnTo>
                  <a:pt x="64843" y="843951"/>
                </a:lnTo>
                <a:lnTo>
                  <a:pt x="65372" y="834427"/>
                </a:lnTo>
                <a:lnTo>
                  <a:pt x="66166" y="807177"/>
                </a:lnTo>
                <a:lnTo>
                  <a:pt x="67489" y="731777"/>
                </a:lnTo>
                <a:lnTo>
                  <a:pt x="68548" y="658229"/>
                </a:lnTo>
                <a:lnTo>
                  <a:pt x="69077" y="620926"/>
                </a:lnTo>
                <a:lnTo>
                  <a:pt x="69077" y="617751"/>
                </a:lnTo>
                <a:lnTo>
                  <a:pt x="69871" y="613518"/>
                </a:lnTo>
                <a:lnTo>
                  <a:pt x="72253" y="601084"/>
                </a:lnTo>
                <a:lnTo>
                  <a:pt x="75959" y="584681"/>
                </a:lnTo>
                <a:lnTo>
                  <a:pt x="80458" y="566691"/>
                </a:lnTo>
                <a:lnTo>
                  <a:pt x="85751" y="547907"/>
                </a:lnTo>
                <a:lnTo>
                  <a:pt x="88398" y="538647"/>
                </a:lnTo>
                <a:lnTo>
                  <a:pt x="91309" y="530181"/>
                </a:lnTo>
                <a:lnTo>
                  <a:pt x="93956" y="521980"/>
                </a:lnTo>
                <a:lnTo>
                  <a:pt x="96867" y="515101"/>
                </a:lnTo>
                <a:lnTo>
                  <a:pt x="99514" y="509016"/>
                </a:lnTo>
                <a:lnTo>
                  <a:pt x="101896" y="504254"/>
                </a:lnTo>
                <a:lnTo>
                  <a:pt x="107454" y="496053"/>
                </a:lnTo>
                <a:lnTo>
                  <a:pt x="113012" y="488645"/>
                </a:lnTo>
                <a:lnTo>
                  <a:pt x="118834" y="480973"/>
                </a:lnTo>
                <a:lnTo>
                  <a:pt x="125186" y="473830"/>
                </a:lnTo>
                <a:lnTo>
                  <a:pt x="137096" y="460337"/>
                </a:lnTo>
                <a:lnTo>
                  <a:pt x="142919" y="453723"/>
                </a:lnTo>
                <a:lnTo>
                  <a:pt x="148212" y="447109"/>
                </a:lnTo>
                <a:lnTo>
                  <a:pt x="158269" y="433616"/>
                </a:lnTo>
                <a:lnTo>
                  <a:pt x="168591" y="421447"/>
                </a:lnTo>
                <a:lnTo>
                  <a:pt x="185794" y="400811"/>
                </a:lnTo>
                <a:lnTo>
                  <a:pt x="187647" y="398430"/>
                </a:lnTo>
                <a:lnTo>
                  <a:pt x="190029" y="396049"/>
                </a:lnTo>
                <a:lnTo>
                  <a:pt x="196381" y="390228"/>
                </a:lnTo>
                <a:lnTo>
                  <a:pt x="204056" y="383879"/>
                </a:lnTo>
                <a:lnTo>
                  <a:pt x="212261" y="377265"/>
                </a:lnTo>
                <a:lnTo>
                  <a:pt x="220730" y="370386"/>
                </a:lnTo>
                <a:lnTo>
                  <a:pt x="228405" y="363772"/>
                </a:lnTo>
                <a:lnTo>
                  <a:pt x="235551" y="357687"/>
                </a:lnTo>
                <a:lnTo>
                  <a:pt x="238198" y="355042"/>
                </a:lnTo>
                <a:lnTo>
                  <a:pt x="240580" y="352396"/>
                </a:lnTo>
                <a:lnTo>
                  <a:pt x="242432" y="350015"/>
                </a:lnTo>
                <a:lnTo>
                  <a:pt x="244020" y="347898"/>
                </a:lnTo>
                <a:lnTo>
                  <a:pt x="244814" y="345782"/>
                </a:lnTo>
                <a:lnTo>
                  <a:pt x="245344" y="343930"/>
                </a:lnTo>
                <a:lnTo>
                  <a:pt x="245344" y="342078"/>
                </a:lnTo>
                <a:lnTo>
                  <a:pt x="245344" y="340226"/>
                </a:lnTo>
                <a:lnTo>
                  <a:pt x="245079" y="338903"/>
                </a:lnTo>
                <a:lnTo>
                  <a:pt x="244814" y="337316"/>
                </a:lnTo>
                <a:lnTo>
                  <a:pt x="243491" y="334406"/>
                </a:lnTo>
                <a:lnTo>
                  <a:pt x="242168" y="330967"/>
                </a:lnTo>
                <a:lnTo>
                  <a:pt x="241109" y="327527"/>
                </a:lnTo>
                <a:lnTo>
                  <a:pt x="240580" y="325940"/>
                </a:lnTo>
                <a:lnTo>
                  <a:pt x="240580" y="323823"/>
                </a:lnTo>
                <a:lnTo>
                  <a:pt x="240315" y="319590"/>
                </a:lnTo>
                <a:lnTo>
                  <a:pt x="239786" y="315622"/>
                </a:lnTo>
                <a:lnTo>
                  <a:pt x="238463" y="311389"/>
                </a:lnTo>
                <a:lnTo>
                  <a:pt x="236875" y="307156"/>
                </a:lnTo>
                <a:lnTo>
                  <a:pt x="234228" y="298161"/>
                </a:lnTo>
                <a:lnTo>
                  <a:pt x="232640" y="293663"/>
                </a:lnTo>
                <a:lnTo>
                  <a:pt x="231846" y="288901"/>
                </a:lnTo>
                <a:lnTo>
                  <a:pt x="230523" y="283081"/>
                </a:lnTo>
                <a:lnTo>
                  <a:pt x="228935" y="276731"/>
                </a:lnTo>
                <a:lnTo>
                  <a:pt x="223906" y="262445"/>
                </a:lnTo>
                <a:lnTo>
                  <a:pt x="218613" y="246836"/>
                </a:lnTo>
                <a:lnTo>
                  <a:pt x="216231" y="239164"/>
                </a:lnTo>
                <a:lnTo>
                  <a:pt x="214378" y="231491"/>
                </a:lnTo>
                <a:lnTo>
                  <a:pt x="213849" y="227258"/>
                </a:lnTo>
                <a:lnTo>
                  <a:pt x="213584" y="222232"/>
                </a:lnTo>
                <a:lnTo>
                  <a:pt x="213849" y="216147"/>
                </a:lnTo>
                <a:lnTo>
                  <a:pt x="214113" y="209533"/>
                </a:lnTo>
                <a:lnTo>
                  <a:pt x="214907" y="202654"/>
                </a:lnTo>
                <a:lnTo>
                  <a:pt x="215966" y="194982"/>
                </a:lnTo>
                <a:lnTo>
                  <a:pt x="218348" y="179373"/>
                </a:lnTo>
                <a:lnTo>
                  <a:pt x="223641" y="148684"/>
                </a:lnTo>
                <a:lnTo>
                  <a:pt x="226023" y="135720"/>
                </a:lnTo>
                <a:lnTo>
                  <a:pt x="227347" y="125667"/>
                </a:lnTo>
                <a:lnTo>
                  <a:pt x="227876" y="121434"/>
                </a:lnTo>
                <a:lnTo>
                  <a:pt x="228935" y="117201"/>
                </a:lnTo>
                <a:lnTo>
                  <a:pt x="229993" y="113497"/>
                </a:lnTo>
                <a:lnTo>
                  <a:pt x="231581" y="109264"/>
                </a:lnTo>
                <a:lnTo>
                  <a:pt x="234757" y="100798"/>
                </a:lnTo>
                <a:lnTo>
                  <a:pt x="238727" y="92861"/>
                </a:lnTo>
                <a:lnTo>
                  <a:pt x="246402" y="78046"/>
                </a:lnTo>
                <a:lnTo>
                  <a:pt x="249314" y="71696"/>
                </a:lnTo>
                <a:lnTo>
                  <a:pt x="251696" y="66405"/>
                </a:lnTo>
                <a:lnTo>
                  <a:pt x="252754" y="64024"/>
                </a:lnTo>
                <a:lnTo>
                  <a:pt x="253548" y="61643"/>
                </a:lnTo>
                <a:lnTo>
                  <a:pt x="256195" y="57410"/>
                </a:lnTo>
                <a:lnTo>
                  <a:pt x="259636" y="53177"/>
                </a:lnTo>
                <a:lnTo>
                  <a:pt x="263606" y="49209"/>
                </a:lnTo>
                <a:lnTo>
                  <a:pt x="267311" y="45240"/>
                </a:lnTo>
                <a:lnTo>
                  <a:pt x="271546" y="41272"/>
                </a:lnTo>
                <a:lnTo>
                  <a:pt x="275780" y="37568"/>
                </a:lnTo>
                <a:lnTo>
                  <a:pt x="280015" y="33335"/>
                </a:lnTo>
                <a:lnTo>
                  <a:pt x="282397" y="31483"/>
                </a:lnTo>
                <a:lnTo>
                  <a:pt x="284779" y="29366"/>
                </a:lnTo>
                <a:lnTo>
                  <a:pt x="290072" y="25927"/>
                </a:lnTo>
                <a:lnTo>
                  <a:pt x="295630" y="22752"/>
                </a:lnTo>
                <a:lnTo>
                  <a:pt x="301717" y="19842"/>
                </a:lnTo>
                <a:lnTo>
                  <a:pt x="312304" y="15080"/>
                </a:lnTo>
                <a:lnTo>
                  <a:pt x="316803" y="12964"/>
                </a:lnTo>
                <a:lnTo>
                  <a:pt x="319979" y="11112"/>
                </a:lnTo>
                <a:lnTo>
                  <a:pt x="321302" y="10583"/>
                </a:lnTo>
                <a:lnTo>
                  <a:pt x="323420" y="9789"/>
                </a:lnTo>
                <a:lnTo>
                  <a:pt x="328978" y="7937"/>
                </a:lnTo>
                <a:lnTo>
                  <a:pt x="335859" y="6085"/>
                </a:lnTo>
                <a:lnTo>
                  <a:pt x="343270" y="4233"/>
                </a:lnTo>
                <a:lnTo>
                  <a:pt x="351209" y="2910"/>
                </a:lnTo>
                <a:lnTo>
                  <a:pt x="358620" y="1587"/>
                </a:lnTo>
                <a:lnTo>
                  <a:pt x="365501" y="794"/>
                </a:lnTo>
                <a:lnTo>
                  <a:pt x="370530" y="265"/>
                </a:lnTo>
                <a:lnTo>
                  <a:pt x="3898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6" name="KSO_Shape">
            <a:extLst>
              <a:ext uri="{FF2B5EF4-FFF2-40B4-BE49-F238E27FC236}">
                <a16:creationId xmlns:a16="http://schemas.microsoft.com/office/drawing/2014/main" id="{807BF2F4-DF3A-4804-9A38-FC1998F74FCA}"/>
              </a:ext>
            </a:extLst>
          </p:cNvPr>
          <p:cNvSpPr>
            <a:spLocks/>
          </p:cNvSpPr>
          <p:nvPr/>
        </p:nvSpPr>
        <p:spPr bwMode="auto">
          <a:xfrm>
            <a:off x="9181702" y="5656128"/>
            <a:ext cx="415267" cy="650549"/>
          </a:xfrm>
          <a:custGeom>
            <a:avLst/>
            <a:gdLst>
              <a:gd name="T0" fmla="*/ 557764 w 1982787"/>
              <a:gd name="T1" fmla="*/ 1442523 h 3108325"/>
              <a:gd name="T2" fmla="*/ 554996 w 1982787"/>
              <a:gd name="T3" fmla="*/ 1724250 h 3108325"/>
              <a:gd name="T4" fmla="*/ 624527 w 1982787"/>
              <a:gd name="T5" fmla="*/ 1774148 h 3108325"/>
              <a:gd name="T6" fmla="*/ 680868 w 1982787"/>
              <a:gd name="T7" fmla="*/ 1696871 h 3108325"/>
              <a:gd name="T8" fmla="*/ 632669 w 1982787"/>
              <a:gd name="T9" fmla="*/ 1405909 h 3108325"/>
              <a:gd name="T10" fmla="*/ 313835 w 1982787"/>
              <a:gd name="T11" fmla="*/ 1061244 h 3108325"/>
              <a:gd name="T12" fmla="*/ 299819 w 1982787"/>
              <a:gd name="T13" fmla="*/ 1061125 h 3108325"/>
              <a:gd name="T14" fmla="*/ 284095 w 1982787"/>
              <a:gd name="T15" fmla="*/ 1042805 h 3108325"/>
              <a:gd name="T16" fmla="*/ 257674 w 1982787"/>
              <a:gd name="T17" fmla="*/ 1040211 h 3108325"/>
              <a:gd name="T18" fmla="*/ 869920 w 1982787"/>
              <a:gd name="T19" fmla="*/ 942935 h 3108325"/>
              <a:gd name="T20" fmla="*/ 849172 w 1982787"/>
              <a:gd name="T21" fmla="*/ 959634 h 3108325"/>
              <a:gd name="T22" fmla="*/ 651411 w 1982787"/>
              <a:gd name="T23" fmla="*/ 0 h 3108325"/>
              <a:gd name="T24" fmla="*/ 741700 w 1982787"/>
              <a:gd name="T25" fmla="*/ 50584 h 3108325"/>
              <a:gd name="T26" fmla="*/ 763097 w 1982787"/>
              <a:gd name="T27" fmla="*/ 130351 h 3108325"/>
              <a:gd name="T28" fmla="*/ 717710 w 1982787"/>
              <a:gd name="T29" fmla="*/ 213198 h 3108325"/>
              <a:gd name="T30" fmla="*/ 713495 w 1982787"/>
              <a:gd name="T31" fmla="*/ 255675 h 3108325"/>
              <a:gd name="T32" fmla="*/ 760828 w 1982787"/>
              <a:gd name="T33" fmla="*/ 313393 h 3108325"/>
              <a:gd name="T34" fmla="*/ 795841 w 1982787"/>
              <a:gd name="T35" fmla="*/ 454768 h 3108325"/>
              <a:gd name="T36" fmla="*/ 843012 w 1982787"/>
              <a:gd name="T37" fmla="*/ 650942 h 3108325"/>
              <a:gd name="T38" fmla="*/ 849820 w 1982787"/>
              <a:gd name="T39" fmla="*/ 710444 h 3108325"/>
              <a:gd name="T40" fmla="*/ 864409 w 1982787"/>
              <a:gd name="T41" fmla="*/ 844199 h 3108325"/>
              <a:gd name="T42" fmla="*/ 873972 w 1982787"/>
              <a:gd name="T43" fmla="*/ 913103 h 3108325"/>
              <a:gd name="T44" fmla="*/ 824371 w 1982787"/>
              <a:gd name="T45" fmla="*/ 964011 h 3108325"/>
              <a:gd name="T46" fmla="*/ 805243 w 1982787"/>
              <a:gd name="T47" fmla="*/ 902889 h 3108325"/>
              <a:gd name="T48" fmla="*/ 809295 w 1982787"/>
              <a:gd name="T49" fmla="*/ 841604 h 3108325"/>
              <a:gd name="T50" fmla="*/ 745104 w 1982787"/>
              <a:gd name="T51" fmla="*/ 626785 h 3108325"/>
              <a:gd name="T52" fmla="*/ 725652 w 1982787"/>
              <a:gd name="T53" fmla="*/ 719036 h 3108325"/>
              <a:gd name="T54" fmla="*/ 745266 w 1982787"/>
              <a:gd name="T55" fmla="*/ 833498 h 3108325"/>
              <a:gd name="T56" fmla="*/ 744942 w 1982787"/>
              <a:gd name="T57" fmla="*/ 1114790 h 3108325"/>
              <a:gd name="T58" fmla="*/ 696474 w 1982787"/>
              <a:gd name="T59" fmla="*/ 1176560 h 3108325"/>
              <a:gd name="T60" fmla="*/ 734081 w 1982787"/>
              <a:gd name="T61" fmla="*/ 1406295 h 3108325"/>
              <a:gd name="T62" fmla="*/ 762449 w 1982787"/>
              <a:gd name="T63" fmla="*/ 1700233 h 3108325"/>
              <a:gd name="T64" fmla="*/ 769257 w 1982787"/>
              <a:gd name="T65" fmla="*/ 1790051 h 3108325"/>
              <a:gd name="T66" fmla="*/ 676374 w 1982787"/>
              <a:gd name="T67" fmla="*/ 1812750 h 3108325"/>
              <a:gd name="T68" fmla="*/ 574252 w 1982787"/>
              <a:gd name="T69" fmla="*/ 1816316 h 3108325"/>
              <a:gd name="T70" fmla="*/ 502767 w 1982787"/>
              <a:gd name="T71" fmla="*/ 1857821 h 3108325"/>
              <a:gd name="T72" fmla="*/ 431767 w 1982787"/>
              <a:gd name="T73" fmla="*/ 1904514 h 3108325"/>
              <a:gd name="T74" fmla="*/ 349097 w 1982787"/>
              <a:gd name="T75" fmla="*/ 1859928 h 3108325"/>
              <a:gd name="T76" fmla="*/ 415072 w 1982787"/>
              <a:gd name="T77" fmla="*/ 1830583 h 3108325"/>
              <a:gd name="T78" fmla="*/ 475534 w 1982787"/>
              <a:gd name="T79" fmla="*/ 1733631 h 3108325"/>
              <a:gd name="T80" fmla="*/ 450571 w 1982787"/>
              <a:gd name="T81" fmla="*/ 1448448 h 3108325"/>
              <a:gd name="T82" fmla="*/ 435333 w 1982787"/>
              <a:gd name="T83" fmla="*/ 1259084 h 3108325"/>
              <a:gd name="T84" fmla="*/ 462404 w 1982787"/>
              <a:gd name="T85" fmla="*/ 1101819 h 3108325"/>
              <a:gd name="T86" fmla="*/ 506008 w 1982787"/>
              <a:gd name="T87" fmla="*/ 851657 h 3108325"/>
              <a:gd name="T88" fmla="*/ 393836 w 1982787"/>
              <a:gd name="T89" fmla="*/ 970658 h 3108325"/>
              <a:gd name="T90" fmla="*/ 349097 w 1982787"/>
              <a:gd name="T91" fmla="*/ 1017675 h 3108325"/>
              <a:gd name="T92" fmla="*/ 351470 w 1982787"/>
              <a:gd name="T93" fmla="*/ 1170379 h 3108325"/>
              <a:gd name="T94" fmla="*/ 262212 w 1982787"/>
              <a:gd name="T95" fmla="*/ 995302 h 3108325"/>
              <a:gd name="T96" fmla="*/ 326565 w 1982787"/>
              <a:gd name="T97" fmla="*/ 927046 h 3108325"/>
              <a:gd name="T98" fmla="*/ 404859 w 1982787"/>
              <a:gd name="T99" fmla="*/ 828473 h 3108325"/>
              <a:gd name="T100" fmla="*/ 525460 w 1982787"/>
              <a:gd name="T101" fmla="*/ 651916 h 3108325"/>
              <a:gd name="T102" fmla="*/ 529513 w 1982787"/>
              <a:gd name="T103" fmla="*/ 558205 h 3108325"/>
              <a:gd name="T104" fmla="*/ 523029 w 1982787"/>
              <a:gd name="T105" fmla="*/ 477790 h 3108325"/>
              <a:gd name="T106" fmla="*/ 589976 w 1982787"/>
              <a:gd name="T107" fmla="*/ 384404 h 3108325"/>
              <a:gd name="T108" fmla="*/ 614615 w 1982787"/>
              <a:gd name="T109" fmla="*/ 285344 h 3108325"/>
              <a:gd name="T110" fmla="*/ 559987 w 1982787"/>
              <a:gd name="T111" fmla="*/ 260863 h 3108325"/>
              <a:gd name="T112" fmla="*/ 549289 w 1982787"/>
              <a:gd name="T113" fmla="*/ 232167 h 3108325"/>
              <a:gd name="T114" fmla="*/ 542481 w 1982787"/>
              <a:gd name="T115" fmla="*/ 202011 h 3108325"/>
              <a:gd name="T116" fmla="*/ 543291 w 1982787"/>
              <a:gd name="T117" fmla="*/ 144942 h 3108325"/>
              <a:gd name="T118" fmla="*/ 540212 w 1982787"/>
              <a:gd name="T119" fmla="*/ 91602 h 3108325"/>
              <a:gd name="T120" fmla="*/ 559177 w 1982787"/>
              <a:gd name="T121" fmla="*/ 33074 h 310832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982787" h="3108325">
                <a:moveTo>
                  <a:pt x="947429" y="2047875"/>
                </a:moveTo>
                <a:lnTo>
                  <a:pt x="940791" y="2060035"/>
                </a:lnTo>
                <a:lnTo>
                  <a:pt x="933623" y="2073252"/>
                </a:lnTo>
                <a:lnTo>
                  <a:pt x="925392" y="2089376"/>
                </a:lnTo>
                <a:lnTo>
                  <a:pt x="916364" y="2107351"/>
                </a:lnTo>
                <a:lnTo>
                  <a:pt x="912647" y="2116868"/>
                </a:lnTo>
                <a:lnTo>
                  <a:pt x="908664" y="2126120"/>
                </a:lnTo>
                <a:lnTo>
                  <a:pt x="904947" y="2135107"/>
                </a:lnTo>
                <a:lnTo>
                  <a:pt x="901496" y="2144095"/>
                </a:lnTo>
                <a:lnTo>
                  <a:pt x="899106" y="2152289"/>
                </a:lnTo>
                <a:lnTo>
                  <a:pt x="896982" y="2159691"/>
                </a:lnTo>
                <a:lnTo>
                  <a:pt x="891406" y="2186653"/>
                </a:lnTo>
                <a:lnTo>
                  <a:pt x="887689" y="2208593"/>
                </a:lnTo>
                <a:lnTo>
                  <a:pt x="884237" y="2228683"/>
                </a:lnTo>
                <a:lnTo>
                  <a:pt x="887954" y="2242164"/>
                </a:lnTo>
                <a:lnTo>
                  <a:pt x="891406" y="2257760"/>
                </a:lnTo>
                <a:lnTo>
                  <a:pt x="896185" y="2277586"/>
                </a:lnTo>
                <a:lnTo>
                  <a:pt x="900965" y="2300848"/>
                </a:lnTo>
                <a:lnTo>
                  <a:pt x="903089" y="2313800"/>
                </a:lnTo>
                <a:lnTo>
                  <a:pt x="905478" y="2326753"/>
                </a:lnTo>
                <a:lnTo>
                  <a:pt x="907602" y="2340234"/>
                </a:lnTo>
                <a:lnTo>
                  <a:pt x="909461" y="2353716"/>
                </a:lnTo>
                <a:lnTo>
                  <a:pt x="911054" y="2367726"/>
                </a:lnTo>
                <a:lnTo>
                  <a:pt x="912116" y="2381207"/>
                </a:lnTo>
                <a:lnTo>
                  <a:pt x="913975" y="2407641"/>
                </a:lnTo>
                <a:lnTo>
                  <a:pt x="915302" y="2433017"/>
                </a:lnTo>
                <a:lnTo>
                  <a:pt x="915833" y="2458923"/>
                </a:lnTo>
                <a:lnTo>
                  <a:pt x="915568" y="2486150"/>
                </a:lnTo>
                <a:lnTo>
                  <a:pt x="914771" y="2515227"/>
                </a:lnTo>
                <a:lnTo>
                  <a:pt x="913178" y="2547741"/>
                </a:lnTo>
                <a:lnTo>
                  <a:pt x="910788" y="2584219"/>
                </a:lnTo>
                <a:lnTo>
                  <a:pt x="907602" y="2625721"/>
                </a:lnTo>
                <a:lnTo>
                  <a:pt x="904682" y="2666693"/>
                </a:lnTo>
                <a:lnTo>
                  <a:pt x="902292" y="2700264"/>
                </a:lnTo>
                <a:lnTo>
                  <a:pt x="900699" y="2728284"/>
                </a:lnTo>
                <a:lnTo>
                  <a:pt x="900433" y="2740708"/>
                </a:lnTo>
                <a:lnTo>
                  <a:pt x="900168" y="2751810"/>
                </a:lnTo>
                <a:lnTo>
                  <a:pt x="900168" y="2761855"/>
                </a:lnTo>
                <a:lnTo>
                  <a:pt x="900433" y="2771636"/>
                </a:lnTo>
                <a:lnTo>
                  <a:pt x="900699" y="2780623"/>
                </a:lnTo>
                <a:lnTo>
                  <a:pt x="901230" y="2789082"/>
                </a:lnTo>
                <a:lnTo>
                  <a:pt x="902292" y="2797277"/>
                </a:lnTo>
                <a:lnTo>
                  <a:pt x="903354" y="2805471"/>
                </a:lnTo>
                <a:lnTo>
                  <a:pt x="904947" y="2813401"/>
                </a:lnTo>
                <a:lnTo>
                  <a:pt x="906540" y="2821596"/>
                </a:lnTo>
                <a:lnTo>
                  <a:pt x="908133" y="2829526"/>
                </a:lnTo>
                <a:lnTo>
                  <a:pt x="909992" y="2836663"/>
                </a:lnTo>
                <a:lnTo>
                  <a:pt x="911851" y="2843272"/>
                </a:lnTo>
                <a:lnTo>
                  <a:pt x="913709" y="2849087"/>
                </a:lnTo>
                <a:lnTo>
                  <a:pt x="917426" y="2859396"/>
                </a:lnTo>
                <a:lnTo>
                  <a:pt x="920612" y="2867591"/>
                </a:lnTo>
                <a:lnTo>
                  <a:pt x="926454" y="2880015"/>
                </a:lnTo>
                <a:lnTo>
                  <a:pt x="928578" y="2884773"/>
                </a:lnTo>
                <a:lnTo>
                  <a:pt x="929374" y="2886888"/>
                </a:lnTo>
                <a:lnTo>
                  <a:pt x="929905" y="2889002"/>
                </a:lnTo>
                <a:lnTo>
                  <a:pt x="933623" y="2906713"/>
                </a:lnTo>
                <a:lnTo>
                  <a:pt x="942384" y="2906449"/>
                </a:lnTo>
                <a:lnTo>
                  <a:pt x="952208" y="2906184"/>
                </a:lnTo>
                <a:lnTo>
                  <a:pt x="963891" y="2905127"/>
                </a:lnTo>
                <a:lnTo>
                  <a:pt x="976636" y="2904334"/>
                </a:lnTo>
                <a:lnTo>
                  <a:pt x="989115" y="2902748"/>
                </a:lnTo>
                <a:lnTo>
                  <a:pt x="994956" y="2901691"/>
                </a:lnTo>
                <a:lnTo>
                  <a:pt x="1000532" y="2900898"/>
                </a:lnTo>
                <a:lnTo>
                  <a:pt x="1005311" y="2899576"/>
                </a:lnTo>
                <a:lnTo>
                  <a:pt x="1009294" y="2898519"/>
                </a:lnTo>
                <a:lnTo>
                  <a:pt x="1018321" y="2894818"/>
                </a:lnTo>
                <a:lnTo>
                  <a:pt x="1023897" y="2892439"/>
                </a:lnTo>
                <a:lnTo>
                  <a:pt x="1029738" y="2889795"/>
                </a:lnTo>
                <a:lnTo>
                  <a:pt x="1036110" y="2886095"/>
                </a:lnTo>
                <a:lnTo>
                  <a:pt x="1042748" y="2882394"/>
                </a:lnTo>
                <a:lnTo>
                  <a:pt x="1049386" y="2878165"/>
                </a:lnTo>
                <a:lnTo>
                  <a:pt x="1056555" y="2873406"/>
                </a:lnTo>
                <a:lnTo>
                  <a:pt x="1063193" y="2868120"/>
                </a:lnTo>
                <a:lnTo>
                  <a:pt x="1069830" y="2862304"/>
                </a:lnTo>
                <a:lnTo>
                  <a:pt x="1076203" y="2856489"/>
                </a:lnTo>
                <a:lnTo>
                  <a:pt x="1082309" y="2849616"/>
                </a:lnTo>
                <a:lnTo>
                  <a:pt x="1087885" y="2842743"/>
                </a:lnTo>
                <a:lnTo>
                  <a:pt x="1090540" y="2839042"/>
                </a:lnTo>
                <a:lnTo>
                  <a:pt x="1092930" y="2835342"/>
                </a:lnTo>
                <a:lnTo>
                  <a:pt x="1095054" y="2831641"/>
                </a:lnTo>
                <a:lnTo>
                  <a:pt x="1097178" y="2827676"/>
                </a:lnTo>
                <a:lnTo>
                  <a:pt x="1099037" y="2823446"/>
                </a:lnTo>
                <a:lnTo>
                  <a:pt x="1100630" y="2819481"/>
                </a:lnTo>
                <a:lnTo>
                  <a:pt x="1103550" y="2810229"/>
                </a:lnTo>
                <a:lnTo>
                  <a:pt x="1105674" y="2800977"/>
                </a:lnTo>
                <a:lnTo>
                  <a:pt x="1107799" y="2790668"/>
                </a:lnTo>
                <a:lnTo>
                  <a:pt x="1109126" y="2780095"/>
                </a:lnTo>
                <a:lnTo>
                  <a:pt x="1110188" y="2768728"/>
                </a:lnTo>
                <a:lnTo>
                  <a:pt x="1110985" y="2757097"/>
                </a:lnTo>
                <a:lnTo>
                  <a:pt x="1111250" y="2744673"/>
                </a:lnTo>
                <a:lnTo>
                  <a:pt x="1110985" y="2732249"/>
                </a:lnTo>
                <a:lnTo>
                  <a:pt x="1110188" y="2719032"/>
                </a:lnTo>
                <a:lnTo>
                  <a:pt x="1109657" y="2705815"/>
                </a:lnTo>
                <a:lnTo>
                  <a:pt x="1108595" y="2692070"/>
                </a:lnTo>
                <a:lnTo>
                  <a:pt x="1107002" y="2678324"/>
                </a:lnTo>
                <a:lnTo>
                  <a:pt x="1105143" y="2664314"/>
                </a:lnTo>
                <a:lnTo>
                  <a:pt x="1103285" y="2650040"/>
                </a:lnTo>
                <a:lnTo>
                  <a:pt x="1100895" y="2635501"/>
                </a:lnTo>
                <a:lnTo>
                  <a:pt x="1098506" y="2621227"/>
                </a:lnTo>
                <a:lnTo>
                  <a:pt x="1092133" y="2588449"/>
                </a:lnTo>
                <a:lnTo>
                  <a:pt x="1083902" y="2550120"/>
                </a:lnTo>
                <a:lnTo>
                  <a:pt x="1074610" y="2507825"/>
                </a:lnTo>
                <a:lnTo>
                  <a:pt x="1065317" y="2464474"/>
                </a:lnTo>
                <a:lnTo>
                  <a:pt x="1047527" y="2384643"/>
                </a:lnTo>
                <a:lnTo>
                  <a:pt x="1040889" y="2353187"/>
                </a:lnTo>
                <a:lnTo>
                  <a:pt x="1038234" y="2339970"/>
                </a:lnTo>
                <a:lnTo>
                  <a:pt x="1036376" y="2329661"/>
                </a:lnTo>
                <a:lnTo>
                  <a:pt x="1034783" y="2320938"/>
                </a:lnTo>
                <a:lnTo>
                  <a:pt x="1033721" y="2311950"/>
                </a:lnTo>
                <a:lnTo>
                  <a:pt x="1031597" y="2293975"/>
                </a:lnTo>
                <a:lnTo>
                  <a:pt x="1029738" y="2276529"/>
                </a:lnTo>
                <a:lnTo>
                  <a:pt x="1028145" y="2260139"/>
                </a:lnTo>
                <a:lnTo>
                  <a:pt x="1026021" y="2244808"/>
                </a:lnTo>
                <a:lnTo>
                  <a:pt x="1024693" y="2238199"/>
                </a:lnTo>
                <a:lnTo>
                  <a:pt x="1023366" y="2231591"/>
                </a:lnTo>
                <a:lnTo>
                  <a:pt x="1021773" y="2225775"/>
                </a:lnTo>
                <a:lnTo>
                  <a:pt x="1019914" y="2220753"/>
                </a:lnTo>
                <a:lnTo>
                  <a:pt x="1017790" y="2216259"/>
                </a:lnTo>
                <a:lnTo>
                  <a:pt x="1015400" y="2212294"/>
                </a:lnTo>
                <a:lnTo>
                  <a:pt x="1009825" y="2204628"/>
                </a:lnTo>
                <a:lnTo>
                  <a:pt x="1003718" y="2195905"/>
                </a:lnTo>
                <a:lnTo>
                  <a:pt x="998142" y="2186389"/>
                </a:lnTo>
                <a:lnTo>
                  <a:pt x="992301" y="2176344"/>
                </a:lnTo>
                <a:lnTo>
                  <a:pt x="986725" y="2166035"/>
                </a:lnTo>
                <a:lnTo>
                  <a:pt x="981680" y="2155726"/>
                </a:lnTo>
                <a:lnTo>
                  <a:pt x="977698" y="2145945"/>
                </a:lnTo>
                <a:lnTo>
                  <a:pt x="975839" y="2140923"/>
                </a:lnTo>
                <a:lnTo>
                  <a:pt x="974246" y="2136429"/>
                </a:lnTo>
                <a:lnTo>
                  <a:pt x="967343" y="2112110"/>
                </a:lnTo>
                <a:lnTo>
                  <a:pt x="958050" y="2083032"/>
                </a:lnTo>
                <a:lnTo>
                  <a:pt x="947429" y="2047875"/>
                </a:lnTo>
                <a:close/>
                <a:moveTo>
                  <a:pt x="511723" y="1731596"/>
                </a:moveTo>
                <a:lnTo>
                  <a:pt x="511620" y="1731712"/>
                </a:lnTo>
                <a:lnTo>
                  <a:pt x="507758" y="1746395"/>
                </a:lnTo>
                <a:lnTo>
                  <a:pt x="473340" y="1830407"/>
                </a:lnTo>
                <a:lnTo>
                  <a:pt x="483923" y="1837012"/>
                </a:lnTo>
                <a:lnTo>
                  <a:pt x="507758" y="1746395"/>
                </a:lnTo>
                <a:lnTo>
                  <a:pt x="513821" y="1731596"/>
                </a:lnTo>
                <a:lnTo>
                  <a:pt x="511723" y="1731596"/>
                </a:lnTo>
                <a:close/>
                <a:moveTo>
                  <a:pt x="416800" y="1692593"/>
                </a:moveTo>
                <a:lnTo>
                  <a:pt x="383117" y="1768055"/>
                </a:lnTo>
                <a:lnTo>
                  <a:pt x="468048" y="1828558"/>
                </a:lnTo>
                <a:lnTo>
                  <a:pt x="508522" y="1734681"/>
                </a:lnTo>
                <a:lnTo>
                  <a:pt x="507635" y="1735371"/>
                </a:lnTo>
                <a:lnTo>
                  <a:pt x="505257" y="1736959"/>
                </a:lnTo>
                <a:lnTo>
                  <a:pt x="502878" y="1738017"/>
                </a:lnTo>
                <a:lnTo>
                  <a:pt x="500499" y="1738810"/>
                </a:lnTo>
                <a:lnTo>
                  <a:pt x="498120" y="1738810"/>
                </a:lnTo>
                <a:lnTo>
                  <a:pt x="495477" y="1738281"/>
                </a:lnTo>
                <a:lnTo>
                  <a:pt x="493891" y="1737488"/>
                </a:lnTo>
                <a:lnTo>
                  <a:pt x="492041" y="1736165"/>
                </a:lnTo>
                <a:lnTo>
                  <a:pt x="490719" y="1734842"/>
                </a:lnTo>
                <a:lnTo>
                  <a:pt x="489398" y="1733255"/>
                </a:lnTo>
                <a:lnTo>
                  <a:pt x="488869" y="1731403"/>
                </a:lnTo>
                <a:lnTo>
                  <a:pt x="488341" y="1729287"/>
                </a:lnTo>
                <a:lnTo>
                  <a:pt x="488076" y="1727435"/>
                </a:lnTo>
                <a:lnTo>
                  <a:pt x="487812" y="1723467"/>
                </a:lnTo>
                <a:lnTo>
                  <a:pt x="487812" y="1720293"/>
                </a:lnTo>
                <a:lnTo>
                  <a:pt x="488076" y="1716854"/>
                </a:lnTo>
                <a:lnTo>
                  <a:pt x="486755" y="1717912"/>
                </a:lnTo>
                <a:lnTo>
                  <a:pt x="485169" y="1718441"/>
                </a:lnTo>
                <a:lnTo>
                  <a:pt x="483583" y="1718970"/>
                </a:lnTo>
                <a:lnTo>
                  <a:pt x="480940" y="1719499"/>
                </a:lnTo>
                <a:lnTo>
                  <a:pt x="478297" y="1719499"/>
                </a:lnTo>
                <a:lnTo>
                  <a:pt x="475390" y="1719234"/>
                </a:lnTo>
                <a:lnTo>
                  <a:pt x="471953" y="1718176"/>
                </a:lnTo>
                <a:lnTo>
                  <a:pt x="470368" y="1717118"/>
                </a:lnTo>
                <a:lnTo>
                  <a:pt x="469310" y="1716325"/>
                </a:lnTo>
                <a:lnTo>
                  <a:pt x="467989" y="1715002"/>
                </a:lnTo>
                <a:lnTo>
                  <a:pt x="467196" y="1713679"/>
                </a:lnTo>
                <a:lnTo>
                  <a:pt x="465874" y="1710769"/>
                </a:lnTo>
                <a:lnTo>
                  <a:pt x="465081" y="1707859"/>
                </a:lnTo>
                <a:lnTo>
                  <a:pt x="464817" y="1704949"/>
                </a:lnTo>
                <a:lnTo>
                  <a:pt x="464289" y="1702569"/>
                </a:lnTo>
                <a:lnTo>
                  <a:pt x="464289" y="1700452"/>
                </a:lnTo>
                <a:lnTo>
                  <a:pt x="463231" y="1701510"/>
                </a:lnTo>
                <a:lnTo>
                  <a:pt x="461910" y="1702039"/>
                </a:lnTo>
                <a:lnTo>
                  <a:pt x="460060" y="1702569"/>
                </a:lnTo>
                <a:lnTo>
                  <a:pt x="457945" y="1703362"/>
                </a:lnTo>
                <a:lnTo>
                  <a:pt x="455302" y="1703627"/>
                </a:lnTo>
                <a:lnTo>
                  <a:pt x="452395" y="1703362"/>
                </a:lnTo>
                <a:lnTo>
                  <a:pt x="449223" y="1702304"/>
                </a:lnTo>
                <a:lnTo>
                  <a:pt x="446315" y="1700717"/>
                </a:lnTo>
                <a:lnTo>
                  <a:pt x="444201" y="1699394"/>
                </a:lnTo>
                <a:lnTo>
                  <a:pt x="442615" y="1697807"/>
                </a:lnTo>
                <a:lnTo>
                  <a:pt x="441294" y="1696220"/>
                </a:lnTo>
                <a:lnTo>
                  <a:pt x="440765" y="1695161"/>
                </a:lnTo>
                <a:lnTo>
                  <a:pt x="440501" y="1693839"/>
                </a:lnTo>
                <a:lnTo>
                  <a:pt x="440501" y="1693045"/>
                </a:lnTo>
                <a:lnTo>
                  <a:pt x="437329" y="1695161"/>
                </a:lnTo>
                <a:lnTo>
                  <a:pt x="433364" y="1697542"/>
                </a:lnTo>
                <a:lnTo>
                  <a:pt x="428607" y="1699923"/>
                </a:lnTo>
                <a:lnTo>
                  <a:pt x="427021" y="1700188"/>
                </a:lnTo>
                <a:lnTo>
                  <a:pt x="425699" y="1700452"/>
                </a:lnTo>
                <a:lnTo>
                  <a:pt x="424378" y="1699923"/>
                </a:lnTo>
                <a:lnTo>
                  <a:pt x="422792" y="1699394"/>
                </a:lnTo>
                <a:lnTo>
                  <a:pt x="421470" y="1698336"/>
                </a:lnTo>
                <a:lnTo>
                  <a:pt x="420149" y="1697278"/>
                </a:lnTo>
                <a:lnTo>
                  <a:pt x="417770" y="1694103"/>
                </a:lnTo>
                <a:lnTo>
                  <a:pt x="416800" y="1692593"/>
                </a:lnTo>
                <a:close/>
                <a:moveTo>
                  <a:pt x="413342" y="1686483"/>
                </a:moveTo>
                <a:lnTo>
                  <a:pt x="402976" y="1710170"/>
                </a:lnTo>
                <a:lnTo>
                  <a:pt x="369888" y="1759865"/>
                </a:lnTo>
                <a:lnTo>
                  <a:pt x="379148" y="1764621"/>
                </a:lnTo>
                <a:lnTo>
                  <a:pt x="402976" y="1710170"/>
                </a:lnTo>
                <a:lnTo>
                  <a:pt x="415758" y="1690972"/>
                </a:lnTo>
                <a:lnTo>
                  <a:pt x="415391" y="1690400"/>
                </a:lnTo>
                <a:lnTo>
                  <a:pt x="413541" y="1686961"/>
                </a:lnTo>
                <a:lnTo>
                  <a:pt x="413342" y="1686483"/>
                </a:lnTo>
                <a:close/>
                <a:moveTo>
                  <a:pt x="1432942" y="1530080"/>
                </a:moveTo>
                <a:lnTo>
                  <a:pt x="1432719" y="1531412"/>
                </a:lnTo>
                <a:lnTo>
                  <a:pt x="1432191" y="1532735"/>
                </a:lnTo>
                <a:lnTo>
                  <a:pt x="1430605" y="1534851"/>
                </a:lnTo>
                <a:lnTo>
                  <a:pt x="1428755" y="1536703"/>
                </a:lnTo>
                <a:lnTo>
                  <a:pt x="1427169" y="1538290"/>
                </a:lnTo>
                <a:lnTo>
                  <a:pt x="1425319" y="1539084"/>
                </a:lnTo>
                <a:lnTo>
                  <a:pt x="1423468" y="1539877"/>
                </a:lnTo>
                <a:lnTo>
                  <a:pt x="1421618" y="1539877"/>
                </a:lnTo>
                <a:lnTo>
                  <a:pt x="1420032" y="1539084"/>
                </a:lnTo>
                <a:lnTo>
                  <a:pt x="1418447" y="1538555"/>
                </a:lnTo>
                <a:lnTo>
                  <a:pt x="1416332" y="1536968"/>
                </a:lnTo>
                <a:lnTo>
                  <a:pt x="1415803" y="1536174"/>
                </a:lnTo>
                <a:lnTo>
                  <a:pt x="1413953" y="1539084"/>
                </a:lnTo>
                <a:lnTo>
                  <a:pt x="1411839" y="1542258"/>
                </a:lnTo>
                <a:lnTo>
                  <a:pt x="1410782" y="1543846"/>
                </a:lnTo>
                <a:lnTo>
                  <a:pt x="1409196" y="1544904"/>
                </a:lnTo>
                <a:lnTo>
                  <a:pt x="1407610" y="1546226"/>
                </a:lnTo>
                <a:lnTo>
                  <a:pt x="1405495" y="1546755"/>
                </a:lnTo>
                <a:lnTo>
                  <a:pt x="1403645" y="1547020"/>
                </a:lnTo>
                <a:lnTo>
                  <a:pt x="1401795" y="1547285"/>
                </a:lnTo>
                <a:lnTo>
                  <a:pt x="1398888" y="1547020"/>
                </a:lnTo>
                <a:lnTo>
                  <a:pt x="1397302" y="1546755"/>
                </a:lnTo>
                <a:lnTo>
                  <a:pt x="1396509" y="1549136"/>
                </a:lnTo>
                <a:lnTo>
                  <a:pt x="1394923" y="1551517"/>
                </a:lnTo>
                <a:lnTo>
                  <a:pt x="1393337" y="1554427"/>
                </a:lnTo>
                <a:lnTo>
                  <a:pt x="1392280" y="1555485"/>
                </a:lnTo>
                <a:lnTo>
                  <a:pt x="1390958" y="1556808"/>
                </a:lnTo>
                <a:lnTo>
                  <a:pt x="1388315" y="1558395"/>
                </a:lnTo>
                <a:lnTo>
                  <a:pt x="1386201" y="1559453"/>
                </a:lnTo>
                <a:lnTo>
                  <a:pt x="1385144" y="1559718"/>
                </a:lnTo>
                <a:lnTo>
                  <a:pt x="1384879" y="1561570"/>
                </a:lnTo>
                <a:lnTo>
                  <a:pt x="1384615" y="1565802"/>
                </a:lnTo>
                <a:lnTo>
                  <a:pt x="1383822" y="1571622"/>
                </a:lnTo>
                <a:lnTo>
                  <a:pt x="1383029" y="1574797"/>
                </a:lnTo>
                <a:lnTo>
                  <a:pt x="1382236" y="1577442"/>
                </a:lnTo>
                <a:lnTo>
                  <a:pt x="1381708" y="1578500"/>
                </a:lnTo>
                <a:lnTo>
                  <a:pt x="1380650" y="1579558"/>
                </a:lnTo>
                <a:lnTo>
                  <a:pt x="1379857" y="1580352"/>
                </a:lnTo>
                <a:lnTo>
                  <a:pt x="1378536" y="1581145"/>
                </a:lnTo>
                <a:lnTo>
                  <a:pt x="1376157" y="1581939"/>
                </a:lnTo>
                <a:lnTo>
                  <a:pt x="1373514" y="1581939"/>
                </a:lnTo>
                <a:lnTo>
                  <a:pt x="1370342" y="1581675"/>
                </a:lnTo>
                <a:lnTo>
                  <a:pt x="1367963" y="1581145"/>
                </a:lnTo>
                <a:lnTo>
                  <a:pt x="1365585" y="1580087"/>
                </a:lnTo>
                <a:lnTo>
                  <a:pt x="1363999" y="1579294"/>
                </a:lnTo>
                <a:lnTo>
                  <a:pt x="1361091" y="1577177"/>
                </a:lnTo>
                <a:lnTo>
                  <a:pt x="1359505" y="1576384"/>
                </a:lnTo>
                <a:lnTo>
                  <a:pt x="1358979" y="1576234"/>
                </a:lnTo>
                <a:lnTo>
                  <a:pt x="1429430" y="1664811"/>
                </a:lnTo>
                <a:lnTo>
                  <a:pt x="1499379" y="1602237"/>
                </a:lnTo>
                <a:lnTo>
                  <a:pt x="1432942" y="1530080"/>
                </a:lnTo>
                <a:close/>
                <a:moveTo>
                  <a:pt x="1052642" y="0"/>
                </a:moveTo>
                <a:lnTo>
                  <a:pt x="1057399" y="0"/>
                </a:lnTo>
                <a:lnTo>
                  <a:pt x="1062157" y="0"/>
                </a:lnTo>
                <a:lnTo>
                  <a:pt x="1066915" y="529"/>
                </a:lnTo>
                <a:lnTo>
                  <a:pt x="1071672" y="1323"/>
                </a:lnTo>
                <a:lnTo>
                  <a:pt x="1076694" y="2116"/>
                </a:lnTo>
                <a:lnTo>
                  <a:pt x="1081187" y="3439"/>
                </a:lnTo>
                <a:lnTo>
                  <a:pt x="1085945" y="4762"/>
                </a:lnTo>
                <a:lnTo>
                  <a:pt x="1095460" y="7936"/>
                </a:lnTo>
                <a:lnTo>
                  <a:pt x="1104447" y="11904"/>
                </a:lnTo>
                <a:lnTo>
                  <a:pt x="1113169" y="16137"/>
                </a:lnTo>
                <a:lnTo>
                  <a:pt x="1121362" y="20370"/>
                </a:lnTo>
                <a:lnTo>
                  <a:pt x="1129292" y="25131"/>
                </a:lnTo>
                <a:lnTo>
                  <a:pt x="1136428" y="29628"/>
                </a:lnTo>
                <a:lnTo>
                  <a:pt x="1143036" y="33861"/>
                </a:lnTo>
                <a:lnTo>
                  <a:pt x="1148586" y="37829"/>
                </a:lnTo>
                <a:lnTo>
                  <a:pt x="1156780" y="44707"/>
                </a:lnTo>
                <a:lnTo>
                  <a:pt x="1161009" y="48146"/>
                </a:lnTo>
                <a:lnTo>
                  <a:pt x="1163123" y="49998"/>
                </a:lnTo>
                <a:lnTo>
                  <a:pt x="1166824" y="52379"/>
                </a:lnTo>
                <a:lnTo>
                  <a:pt x="1176339" y="58728"/>
                </a:lnTo>
                <a:lnTo>
                  <a:pt x="1195633" y="71690"/>
                </a:lnTo>
                <a:lnTo>
                  <a:pt x="1199334" y="74071"/>
                </a:lnTo>
                <a:lnTo>
                  <a:pt x="1202770" y="76716"/>
                </a:lnTo>
                <a:lnTo>
                  <a:pt x="1209378" y="82536"/>
                </a:lnTo>
                <a:lnTo>
                  <a:pt x="1215985" y="88885"/>
                </a:lnTo>
                <a:lnTo>
                  <a:pt x="1223386" y="96557"/>
                </a:lnTo>
                <a:lnTo>
                  <a:pt x="1226822" y="100260"/>
                </a:lnTo>
                <a:lnTo>
                  <a:pt x="1229729" y="104228"/>
                </a:lnTo>
                <a:lnTo>
                  <a:pt x="1231844" y="108196"/>
                </a:lnTo>
                <a:lnTo>
                  <a:pt x="1233694" y="112164"/>
                </a:lnTo>
                <a:lnTo>
                  <a:pt x="1235280" y="116397"/>
                </a:lnTo>
                <a:lnTo>
                  <a:pt x="1236601" y="120630"/>
                </a:lnTo>
                <a:lnTo>
                  <a:pt x="1239245" y="129888"/>
                </a:lnTo>
                <a:lnTo>
                  <a:pt x="1240830" y="134915"/>
                </a:lnTo>
                <a:lnTo>
                  <a:pt x="1241623" y="140734"/>
                </a:lnTo>
                <a:lnTo>
                  <a:pt x="1242681" y="146554"/>
                </a:lnTo>
                <a:lnTo>
                  <a:pt x="1243474" y="152110"/>
                </a:lnTo>
                <a:lnTo>
                  <a:pt x="1244266" y="163220"/>
                </a:lnTo>
                <a:lnTo>
                  <a:pt x="1245588" y="171685"/>
                </a:lnTo>
                <a:lnTo>
                  <a:pt x="1246117" y="175653"/>
                </a:lnTo>
                <a:lnTo>
                  <a:pt x="1246645" y="179622"/>
                </a:lnTo>
                <a:lnTo>
                  <a:pt x="1246645" y="188087"/>
                </a:lnTo>
                <a:lnTo>
                  <a:pt x="1246117" y="196817"/>
                </a:lnTo>
                <a:lnTo>
                  <a:pt x="1245588" y="204753"/>
                </a:lnTo>
                <a:lnTo>
                  <a:pt x="1245324" y="208721"/>
                </a:lnTo>
                <a:lnTo>
                  <a:pt x="1244266" y="212689"/>
                </a:lnTo>
                <a:lnTo>
                  <a:pt x="1243209" y="216921"/>
                </a:lnTo>
                <a:lnTo>
                  <a:pt x="1241888" y="221154"/>
                </a:lnTo>
                <a:lnTo>
                  <a:pt x="1238452" y="229619"/>
                </a:lnTo>
                <a:lnTo>
                  <a:pt x="1234487" y="237820"/>
                </a:lnTo>
                <a:lnTo>
                  <a:pt x="1229729" y="247872"/>
                </a:lnTo>
                <a:lnTo>
                  <a:pt x="1224443" y="260835"/>
                </a:lnTo>
                <a:lnTo>
                  <a:pt x="1218364" y="273533"/>
                </a:lnTo>
                <a:lnTo>
                  <a:pt x="1215721" y="279088"/>
                </a:lnTo>
                <a:lnTo>
                  <a:pt x="1212814" y="283585"/>
                </a:lnTo>
                <a:lnTo>
                  <a:pt x="1210171" y="288082"/>
                </a:lnTo>
                <a:lnTo>
                  <a:pt x="1207527" y="293638"/>
                </a:lnTo>
                <a:lnTo>
                  <a:pt x="1202241" y="306335"/>
                </a:lnTo>
                <a:lnTo>
                  <a:pt x="1195898" y="320885"/>
                </a:lnTo>
                <a:lnTo>
                  <a:pt x="1192197" y="328821"/>
                </a:lnTo>
                <a:lnTo>
                  <a:pt x="1187968" y="336493"/>
                </a:lnTo>
                <a:lnTo>
                  <a:pt x="1185590" y="340196"/>
                </a:lnTo>
                <a:lnTo>
                  <a:pt x="1183211" y="342842"/>
                </a:lnTo>
                <a:lnTo>
                  <a:pt x="1180832" y="345223"/>
                </a:lnTo>
                <a:lnTo>
                  <a:pt x="1177925" y="346545"/>
                </a:lnTo>
                <a:lnTo>
                  <a:pt x="1175282" y="347603"/>
                </a:lnTo>
                <a:lnTo>
                  <a:pt x="1172639" y="347868"/>
                </a:lnTo>
                <a:lnTo>
                  <a:pt x="1170260" y="347868"/>
                </a:lnTo>
                <a:lnTo>
                  <a:pt x="1167352" y="347868"/>
                </a:lnTo>
                <a:lnTo>
                  <a:pt x="1162859" y="346810"/>
                </a:lnTo>
                <a:lnTo>
                  <a:pt x="1158894" y="345752"/>
                </a:lnTo>
                <a:lnTo>
                  <a:pt x="1157044" y="345487"/>
                </a:lnTo>
                <a:lnTo>
                  <a:pt x="1155987" y="345487"/>
                </a:lnTo>
                <a:lnTo>
                  <a:pt x="1154930" y="345487"/>
                </a:lnTo>
                <a:lnTo>
                  <a:pt x="1154401" y="346016"/>
                </a:lnTo>
                <a:lnTo>
                  <a:pt x="1154137" y="347868"/>
                </a:lnTo>
                <a:lnTo>
                  <a:pt x="1153873" y="350249"/>
                </a:lnTo>
                <a:lnTo>
                  <a:pt x="1153608" y="356069"/>
                </a:lnTo>
                <a:lnTo>
                  <a:pt x="1153873" y="363476"/>
                </a:lnTo>
                <a:lnTo>
                  <a:pt x="1153873" y="372205"/>
                </a:lnTo>
                <a:lnTo>
                  <a:pt x="1154137" y="376438"/>
                </a:lnTo>
                <a:lnTo>
                  <a:pt x="1154401" y="380142"/>
                </a:lnTo>
                <a:lnTo>
                  <a:pt x="1155458" y="387813"/>
                </a:lnTo>
                <a:lnTo>
                  <a:pt x="1156516" y="395485"/>
                </a:lnTo>
                <a:lnTo>
                  <a:pt x="1157573" y="403950"/>
                </a:lnTo>
                <a:lnTo>
                  <a:pt x="1157837" y="406066"/>
                </a:lnTo>
                <a:lnTo>
                  <a:pt x="1158366" y="407918"/>
                </a:lnTo>
                <a:lnTo>
                  <a:pt x="1159687" y="411622"/>
                </a:lnTo>
                <a:lnTo>
                  <a:pt x="1161273" y="414532"/>
                </a:lnTo>
                <a:lnTo>
                  <a:pt x="1163388" y="417177"/>
                </a:lnTo>
                <a:lnTo>
                  <a:pt x="1167881" y="421939"/>
                </a:lnTo>
                <a:lnTo>
                  <a:pt x="1169995" y="424055"/>
                </a:lnTo>
                <a:lnTo>
                  <a:pt x="1171581" y="426171"/>
                </a:lnTo>
                <a:lnTo>
                  <a:pt x="1173431" y="428288"/>
                </a:lnTo>
                <a:lnTo>
                  <a:pt x="1175810" y="429875"/>
                </a:lnTo>
                <a:lnTo>
                  <a:pt x="1178718" y="431727"/>
                </a:lnTo>
                <a:lnTo>
                  <a:pt x="1181889" y="433314"/>
                </a:lnTo>
                <a:lnTo>
                  <a:pt x="1185325" y="435430"/>
                </a:lnTo>
                <a:lnTo>
                  <a:pt x="1188761" y="437546"/>
                </a:lnTo>
                <a:lnTo>
                  <a:pt x="1192197" y="440192"/>
                </a:lnTo>
                <a:lnTo>
                  <a:pt x="1195633" y="443895"/>
                </a:lnTo>
                <a:lnTo>
                  <a:pt x="1203827" y="452361"/>
                </a:lnTo>
                <a:lnTo>
                  <a:pt x="1213078" y="462413"/>
                </a:lnTo>
                <a:lnTo>
                  <a:pt x="1222064" y="472201"/>
                </a:lnTo>
                <a:lnTo>
                  <a:pt x="1225500" y="476434"/>
                </a:lnTo>
                <a:lnTo>
                  <a:pt x="1228672" y="480402"/>
                </a:lnTo>
                <a:lnTo>
                  <a:pt x="1229729" y="482253"/>
                </a:lnTo>
                <a:lnTo>
                  <a:pt x="1231051" y="484634"/>
                </a:lnTo>
                <a:lnTo>
                  <a:pt x="1233165" y="489660"/>
                </a:lnTo>
                <a:lnTo>
                  <a:pt x="1235544" y="496009"/>
                </a:lnTo>
                <a:lnTo>
                  <a:pt x="1237659" y="503416"/>
                </a:lnTo>
                <a:lnTo>
                  <a:pt x="1240566" y="511353"/>
                </a:lnTo>
                <a:lnTo>
                  <a:pt x="1243474" y="520082"/>
                </a:lnTo>
                <a:lnTo>
                  <a:pt x="1246910" y="528812"/>
                </a:lnTo>
                <a:lnTo>
                  <a:pt x="1251139" y="538071"/>
                </a:lnTo>
                <a:lnTo>
                  <a:pt x="1255103" y="546801"/>
                </a:lnTo>
                <a:lnTo>
                  <a:pt x="1258275" y="555001"/>
                </a:lnTo>
                <a:lnTo>
                  <a:pt x="1260654" y="562408"/>
                </a:lnTo>
                <a:lnTo>
                  <a:pt x="1262768" y="569816"/>
                </a:lnTo>
                <a:lnTo>
                  <a:pt x="1264354" y="577487"/>
                </a:lnTo>
                <a:lnTo>
                  <a:pt x="1265940" y="585423"/>
                </a:lnTo>
                <a:lnTo>
                  <a:pt x="1266997" y="594418"/>
                </a:lnTo>
                <a:lnTo>
                  <a:pt x="1268054" y="603941"/>
                </a:lnTo>
                <a:lnTo>
                  <a:pt x="1269640" y="613993"/>
                </a:lnTo>
                <a:lnTo>
                  <a:pt x="1270962" y="623517"/>
                </a:lnTo>
                <a:lnTo>
                  <a:pt x="1272812" y="632247"/>
                </a:lnTo>
                <a:lnTo>
                  <a:pt x="1274926" y="640447"/>
                </a:lnTo>
                <a:lnTo>
                  <a:pt x="1278627" y="654732"/>
                </a:lnTo>
                <a:lnTo>
                  <a:pt x="1280213" y="660817"/>
                </a:lnTo>
                <a:lnTo>
                  <a:pt x="1281006" y="666637"/>
                </a:lnTo>
                <a:lnTo>
                  <a:pt x="1282327" y="673515"/>
                </a:lnTo>
                <a:lnTo>
                  <a:pt x="1284442" y="683832"/>
                </a:lnTo>
                <a:lnTo>
                  <a:pt x="1290785" y="711079"/>
                </a:lnTo>
                <a:lnTo>
                  <a:pt x="1297657" y="742030"/>
                </a:lnTo>
                <a:lnTo>
                  <a:pt x="1300829" y="756844"/>
                </a:lnTo>
                <a:lnTo>
                  <a:pt x="1303472" y="770600"/>
                </a:lnTo>
                <a:lnTo>
                  <a:pt x="1306115" y="785943"/>
                </a:lnTo>
                <a:lnTo>
                  <a:pt x="1310344" y="805519"/>
                </a:lnTo>
                <a:lnTo>
                  <a:pt x="1315366" y="827211"/>
                </a:lnTo>
                <a:lnTo>
                  <a:pt x="1320652" y="849962"/>
                </a:lnTo>
                <a:lnTo>
                  <a:pt x="1330696" y="891494"/>
                </a:lnTo>
                <a:lnTo>
                  <a:pt x="1334660" y="907366"/>
                </a:lnTo>
                <a:lnTo>
                  <a:pt x="1337303" y="917154"/>
                </a:lnTo>
                <a:lnTo>
                  <a:pt x="1339947" y="926413"/>
                </a:lnTo>
                <a:lnTo>
                  <a:pt x="1343118" y="939376"/>
                </a:lnTo>
                <a:lnTo>
                  <a:pt x="1350519" y="970856"/>
                </a:lnTo>
                <a:lnTo>
                  <a:pt x="1356862" y="1001542"/>
                </a:lnTo>
                <a:lnTo>
                  <a:pt x="1359241" y="1013446"/>
                </a:lnTo>
                <a:lnTo>
                  <a:pt x="1360298" y="1020853"/>
                </a:lnTo>
                <a:lnTo>
                  <a:pt x="1361356" y="1025880"/>
                </a:lnTo>
                <a:lnTo>
                  <a:pt x="1362413" y="1030906"/>
                </a:lnTo>
                <a:lnTo>
                  <a:pt x="1363999" y="1035932"/>
                </a:lnTo>
                <a:lnTo>
                  <a:pt x="1365849" y="1040694"/>
                </a:lnTo>
                <a:lnTo>
                  <a:pt x="1369814" y="1050217"/>
                </a:lnTo>
                <a:lnTo>
                  <a:pt x="1374043" y="1059740"/>
                </a:lnTo>
                <a:lnTo>
                  <a:pt x="1374571" y="1062121"/>
                </a:lnTo>
                <a:lnTo>
                  <a:pt x="1375364" y="1064238"/>
                </a:lnTo>
                <a:lnTo>
                  <a:pt x="1375628" y="1066883"/>
                </a:lnTo>
                <a:lnTo>
                  <a:pt x="1375893" y="1068999"/>
                </a:lnTo>
                <a:lnTo>
                  <a:pt x="1375628" y="1073232"/>
                </a:lnTo>
                <a:lnTo>
                  <a:pt x="1374571" y="1077465"/>
                </a:lnTo>
                <a:lnTo>
                  <a:pt x="1374043" y="1081697"/>
                </a:lnTo>
                <a:lnTo>
                  <a:pt x="1373250" y="1086459"/>
                </a:lnTo>
                <a:lnTo>
                  <a:pt x="1372721" y="1091750"/>
                </a:lnTo>
                <a:lnTo>
                  <a:pt x="1373250" y="1094395"/>
                </a:lnTo>
                <a:lnTo>
                  <a:pt x="1373514" y="1097305"/>
                </a:lnTo>
                <a:lnTo>
                  <a:pt x="1374307" y="1102860"/>
                </a:lnTo>
                <a:lnTo>
                  <a:pt x="1375364" y="1106828"/>
                </a:lnTo>
                <a:lnTo>
                  <a:pt x="1376421" y="1109738"/>
                </a:lnTo>
                <a:lnTo>
                  <a:pt x="1377743" y="1112648"/>
                </a:lnTo>
                <a:lnTo>
                  <a:pt x="1380122" y="1117410"/>
                </a:lnTo>
                <a:lnTo>
                  <a:pt x="1381443" y="1120849"/>
                </a:lnTo>
                <a:lnTo>
                  <a:pt x="1382765" y="1125346"/>
                </a:lnTo>
                <a:lnTo>
                  <a:pt x="1383558" y="1127991"/>
                </a:lnTo>
                <a:lnTo>
                  <a:pt x="1384086" y="1131430"/>
                </a:lnTo>
                <a:lnTo>
                  <a:pt x="1384615" y="1139631"/>
                </a:lnTo>
                <a:lnTo>
                  <a:pt x="1385144" y="1148890"/>
                </a:lnTo>
                <a:lnTo>
                  <a:pt x="1385672" y="1159207"/>
                </a:lnTo>
                <a:lnTo>
                  <a:pt x="1386201" y="1180370"/>
                </a:lnTo>
                <a:lnTo>
                  <a:pt x="1386729" y="1190158"/>
                </a:lnTo>
                <a:lnTo>
                  <a:pt x="1387258" y="1198623"/>
                </a:lnTo>
                <a:lnTo>
                  <a:pt x="1389901" y="1223490"/>
                </a:lnTo>
                <a:lnTo>
                  <a:pt x="1392809" y="1259202"/>
                </a:lnTo>
                <a:lnTo>
                  <a:pt x="1394923" y="1294121"/>
                </a:lnTo>
                <a:lnTo>
                  <a:pt x="1395452" y="1307877"/>
                </a:lnTo>
                <a:lnTo>
                  <a:pt x="1395980" y="1316607"/>
                </a:lnTo>
                <a:lnTo>
                  <a:pt x="1395980" y="1322162"/>
                </a:lnTo>
                <a:lnTo>
                  <a:pt x="1396245" y="1327189"/>
                </a:lnTo>
                <a:lnTo>
                  <a:pt x="1396773" y="1331686"/>
                </a:lnTo>
                <a:lnTo>
                  <a:pt x="1398095" y="1336448"/>
                </a:lnTo>
                <a:lnTo>
                  <a:pt x="1400209" y="1345442"/>
                </a:lnTo>
                <a:lnTo>
                  <a:pt x="1401266" y="1350204"/>
                </a:lnTo>
                <a:lnTo>
                  <a:pt x="1402324" y="1356023"/>
                </a:lnTo>
                <a:lnTo>
                  <a:pt x="1403117" y="1361314"/>
                </a:lnTo>
                <a:lnTo>
                  <a:pt x="1404438" y="1365018"/>
                </a:lnTo>
                <a:lnTo>
                  <a:pt x="1405495" y="1368192"/>
                </a:lnTo>
                <a:lnTo>
                  <a:pt x="1406817" y="1370308"/>
                </a:lnTo>
                <a:lnTo>
                  <a:pt x="1407874" y="1372689"/>
                </a:lnTo>
                <a:lnTo>
                  <a:pt x="1408931" y="1374806"/>
                </a:lnTo>
                <a:lnTo>
                  <a:pt x="1409460" y="1377451"/>
                </a:lnTo>
                <a:lnTo>
                  <a:pt x="1409724" y="1381155"/>
                </a:lnTo>
                <a:lnTo>
                  <a:pt x="1409989" y="1385652"/>
                </a:lnTo>
                <a:lnTo>
                  <a:pt x="1411046" y="1390942"/>
                </a:lnTo>
                <a:lnTo>
                  <a:pt x="1413425" y="1401789"/>
                </a:lnTo>
                <a:lnTo>
                  <a:pt x="1415803" y="1412635"/>
                </a:lnTo>
                <a:lnTo>
                  <a:pt x="1416861" y="1417925"/>
                </a:lnTo>
                <a:lnTo>
                  <a:pt x="1417125" y="1422423"/>
                </a:lnTo>
                <a:lnTo>
                  <a:pt x="1417125" y="1429830"/>
                </a:lnTo>
                <a:lnTo>
                  <a:pt x="1417918" y="1434591"/>
                </a:lnTo>
                <a:lnTo>
                  <a:pt x="1419239" y="1439353"/>
                </a:lnTo>
                <a:lnTo>
                  <a:pt x="1421090" y="1446231"/>
                </a:lnTo>
                <a:lnTo>
                  <a:pt x="1421883" y="1450464"/>
                </a:lnTo>
                <a:lnTo>
                  <a:pt x="1422411" y="1454167"/>
                </a:lnTo>
                <a:lnTo>
                  <a:pt x="1422940" y="1458135"/>
                </a:lnTo>
                <a:lnTo>
                  <a:pt x="1422940" y="1462103"/>
                </a:lnTo>
                <a:lnTo>
                  <a:pt x="1422411" y="1470040"/>
                </a:lnTo>
                <a:lnTo>
                  <a:pt x="1422147" y="1478505"/>
                </a:lnTo>
                <a:lnTo>
                  <a:pt x="1422411" y="1484589"/>
                </a:lnTo>
                <a:lnTo>
                  <a:pt x="1422940" y="1486176"/>
                </a:lnTo>
                <a:lnTo>
                  <a:pt x="1423204" y="1486970"/>
                </a:lnTo>
                <a:lnTo>
                  <a:pt x="1424261" y="1488557"/>
                </a:lnTo>
                <a:lnTo>
                  <a:pt x="1425054" y="1489880"/>
                </a:lnTo>
                <a:lnTo>
                  <a:pt x="1425847" y="1491467"/>
                </a:lnTo>
                <a:lnTo>
                  <a:pt x="1426376" y="1493319"/>
                </a:lnTo>
                <a:lnTo>
                  <a:pt x="1426640" y="1495435"/>
                </a:lnTo>
                <a:lnTo>
                  <a:pt x="1427697" y="1499403"/>
                </a:lnTo>
                <a:lnTo>
                  <a:pt x="1428755" y="1505752"/>
                </a:lnTo>
                <a:lnTo>
                  <a:pt x="1429177" y="1507103"/>
                </a:lnTo>
                <a:lnTo>
                  <a:pt x="1429430" y="1506807"/>
                </a:lnTo>
                <a:lnTo>
                  <a:pt x="1518263" y="1587794"/>
                </a:lnTo>
                <a:lnTo>
                  <a:pt x="1522758" y="1583030"/>
                </a:lnTo>
                <a:lnTo>
                  <a:pt x="1642260" y="1489075"/>
                </a:lnTo>
                <a:lnTo>
                  <a:pt x="1982787" y="2074772"/>
                </a:lnTo>
                <a:lnTo>
                  <a:pt x="1617672" y="2381250"/>
                </a:lnTo>
                <a:lnTo>
                  <a:pt x="1277937" y="1802964"/>
                </a:lnTo>
                <a:lnTo>
                  <a:pt x="1419780" y="1672979"/>
                </a:lnTo>
                <a:lnTo>
                  <a:pt x="1352239" y="1575898"/>
                </a:lnTo>
                <a:lnTo>
                  <a:pt x="1351576" y="1576119"/>
                </a:lnTo>
                <a:lnTo>
                  <a:pt x="1350519" y="1577177"/>
                </a:lnTo>
                <a:lnTo>
                  <a:pt x="1349462" y="1577442"/>
                </a:lnTo>
                <a:lnTo>
                  <a:pt x="1348669" y="1577442"/>
                </a:lnTo>
                <a:lnTo>
                  <a:pt x="1347612" y="1576913"/>
                </a:lnTo>
                <a:lnTo>
                  <a:pt x="1346290" y="1575326"/>
                </a:lnTo>
                <a:lnTo>
                  <a:pt x="1344176" y="1572945"/>
                </a:lnTo>
                <a:lnTo>
                  <a:pt x="1342854" y="1571358"/>
                </a:lnTo>
                <a:lnTo>
                  <a:pt x="1342061" y="1569770"/>
                </a:lnTo>
                <a:lnTo>
                  <a:pt x="1341532" y="1567919"/>
                </a:lnTo>
                <a:lnTo>
                  <a:pt x="1341004" y="1566067"/>
                </a:lnTo>
                <a:lnTo>
                  <a:pt x="1340475" y="1561305"/>
                </a:lnTo>
                <a:lnTo>
                  <a:pt x="1339154" y="1554427"/>
                </a:lnTo>
                <a:lnTo>
                  <a:pt x="1338361" y="1550724"/>
                </a:lnTo>
                <a:lnTo>
                  <a:pt x="1337568" y="1548343"/>
                </a:lnTo>
                <a:lnTo>
                  <a:pt x="1336775" y="1546226"/>
                </a:lnTo>
                <a:lnTo>
                  <a:pt x="1335982" y="1544639"/>
                </a:lnTo>
                <a:lnTo>
                  <a:pt x="1334132" y="1541994"/>
                </a:lnTo>
                <a:lnTo>
                  <a:pt x="1332810" y="1540142"/>
                </a:lnTo>
                <a:lnTo>
                  <a:pt x="1331753" y="1538026"/>
                </a:lnTo>
                <a:lnTo>
                  <a:pt x="1330167" y="1534587"/>
                </a:lnTo>
                <a:lnTo>
                  <a:pt x="1328317" y="1529825"/>
                </a:lnTo>
                <a:lnTo>
                  <a:pt x="1323824" y="1517127"/>
                </a:lnTo>
                <a:lnTo>
                  <a:pt x="1314573" y="1489086"/>
                </a:lnTo>
                <a:lnTo>
                  <a:pt x="1313780" y="1485912"/>
                </a:lnTo>
                <a:lnTo>
                  <a:pt x="1313251" y="1482737"/>
                </a:lnTo>
                <a:lnTo>
                  <a:pt x="1312987" y="1479563"/>
                </a:lnTo>
                <a:lnTo>
                  <a:pt x="1312987" y="1476124"/>
                </a:lnTo>
                <a:lnTo>
                  <a:pt x="1312987" y="1473214"/>
                </a:lnTo>
                <a:lnTo>
                  <a:pt x="1313251" y="1469775"/>
                </a:lnTo>
                <a:lnTo>
                  <a:pt x="1314044" y="1463426"/>
                </a:lnTo>
                <a:lnTo>
                  <a:pt x="1315630" y="1457606"/>
                </a:lnTo>
                <a:lnTo>
                  <a:pt x="1317480" y="1452580"/>
                </a:lnTo>
                <a:lnTo>
                  <a:pt x="1318802" y="1448347"/>
                </a:lnTo>
                <a:lnTo>
                  <a:pt x="1320388" y="1444908"/>
                </a:lnTo>
                <a:lnTo>
                  <a:pt x="1321445" y="1442527"/>
                </a:lnTo>
                <a:lnTo>
                  <a:pt x="1321974" y="1439617"/>
                </a:lnTo>
                <a:lnTo>
                  <a:pt x="1321709" y="1437237"/>
                </a:lnTo>
                <a:lnTo>
                  <a:pt x="1321445" y="1434856"/>
                </a:lnTo>
                <a:lnTo>
                  <a:pt x="1320388" y="1430359"/>
                </a:lnTo>
                <a:lnTo>
                  <a:pt x="1320123" y="1427978"/>
                </a:lnTo>
                <a:lnTo>
                  <a:pt x="1319859" y="1425597"/>
                </a:lnTo>
                <a:lnTo>
                  <a:pt x="1320123" y="1418190"/>
                </a:lnTo>
                <a:lnTo>
                  <a:pt x="1320916" y="1408137"/>
                </a:lnTo>
                <a:lnTo>
                  <a:pt x="1321974" y="1397820"/>
                </a:lnTo>
                <a:lnTo>
                  <a:pt x="1322238" y="1389884"/>
                </a:lnTo>
                <a:lnTo>
                  <a:pt x="1322238" y="1384858"/>
                </a:lnTo>
                <a:lnTo>
                  <a:pt x="1321709" y="1380096"/>
                </a:lnTo>
                <a:lnTo>
                  <a:pt x="1320916" y="1377451"/>
                </a:lnTo>
                <a:lnTo>
                  <a:pt x="1320388" y="1375335"/>
                </a:lnTo>
                <a:lnTo>
                  <a:pt x="1319595" y="1373218"/>
                </a:lnTo>
                <a:lnTo>
                  <a:pt x="1318009" y="1371102"/>
                </a:lnTo>
                <a:lnTo>
                  <a:pt x="1315366" y="1363960"/>
                </a:lnTo>
                <a:lnTo>
                  <a:pt x="1312458" y="1355230"/>
                </a:lnTo>
                <a:lnTo>
                  <a:pt x="1309022" y="1344119"/>
                </a:lnTo>
                <a:lnTo>
                  <a:pt x="1305322" y="1331421"/>
                </a:lnTo>
                <a:lnTo>
                  <a:pt x="1301886" y="1317665"/>
                </a:lnTo>
                <a:lnTo>
                  <a:pt x="1300564" y="1310258"/>
                </a:lnTo>
                <a:lnTo>
                  <a:pt x="1298979" y="1302851"/>
                </a:lnTo>
                <a:lnTo>
                  <a:pt x="1297657" y="1295709"/>
                </a:lnTo>
                <a:lnTo>
                  <a:pt x="1296864" y="1288302"/>
                </a:lnTo>
                <a:lnTo>
                  <a:pt x="1294750" y="1272165"/>
                </a:lnTo>
                <a:lnTo>
                  <a:pt x="1291842" y="1252853"/>
                </a:lnTo>
                <a:lnTo>
                  <a:pt x="1288142" y="1231690"/>
                </a:lnTo>
                <a:lnTo>
                  <a:pt x="1283649" y="1209998"/>
                </a:lnTo>
                <a:lnTo>
                  <a:pt x="1279155" y="1188042"/>
                </a:lnTo>
                <a:lnTo>
                  <a:pt x="1274133" y="1167408"/>
                </a:lnTo>
                <a:lnTo>
                  <a:pt x="1269112" y="1148890"/>
                </a:lnTo>
                <a:lnTo>
                  <a:pt x="1266733" y="1140689"/>
                </a:lnTo>
                <a:lnTo>
                  <a:pt x="1264354" y="1133547"/>
                </a:lnTo>
                <a:lnTo>
                  <a:pt x="1221007" y="1003394"/>
                </a:lnTo>
                <a:lnTo>
                  <a:pt x="1218100" y="1013182"/>
                </a:lnTo>
                <a:lnTo>
                  <a:pt x="1214928" y="1022705"/>
                </a:lnTo>
                <a:lnTo>
                  <a:pt x="1212285" y="1033287"/>
                </a:lnTo>
                <a:lnTo>
                  <a:pt x="1210963" y="1038577"/>
                </a:lnTo>
                <a:lnTo>
                  <a:pt x="1210171" y="1043604"/>
                </a:lnTo>
                <a:lnTo>
                  <a:pt x="1209378" y="1049159"/>
                </a:lnTo>
                <a:lnTo>
                  <a:pt x="1208585" y="1054714"/>
                </a:lnTo>
                <a:lnTo>
                  <a:pt x="1208320" y="1064767"/>
                </a:lnTo>
                <a:lnTo>
                  <a:pt x="1208056" y="1073496"/>
                </a:lnTo>
                <a:lnTo>
                  <a:pt x="1208056" y="1075613"/>
                </a:lnTo>
                <a:lnTo>
                  <a:pt x="1207527" y="1078523"/>
                </a:lnTo>
                <a:lnTo>
                  <a:pt x="1205942" y="1085930"/>
                </a:lnTo>
                <a:lnTo>
                  <a:pt x="1203563" y="1094395"/>
                </a:lnTo>
                <a:lnTo>
                  <a:pt x="1201184" y="1103654"/>
                </a:lnTo>
                <a:lnTo>
                  <a:pt x="1196162" y="1120849"/>
                </a:lnTo>
                <a:lnTo>
                  <a:pt x="1194312" y="1126933"/>
                </a:lnTo>
                <a:lnTo>
                  <a:pt x="1193783" y="1130372"/>
                </a:lnTo>
                <a:lnTo>
                  <a:pt x="1193783" y="1132753"/>
                </a:lnTo>
                <a:lnTo>
                  <a:pt x="1193255" y="1136457"/>
                </a:lnTo>
                <a:lnTo>
                  <a:pt x="1191140" y="1145980"/>
                </a:lnTo>
                <a:lnTo>
                  <a:pt x="1187968" y="1156826"/>
                </a:lnTo>
                <a:lnTo>
                  <a:pt x="1184532" y="1167408"/>
                </a:lnTo>
                <a:lnTo>
                  <a:pt x="1183740" y="1170053"/>
                </a:lnTo>
                <a:lnTo>
                  <a:pt x="1183211" y="1173227"/>
                </a:lnTo>
                <a:lnTo>
                  <a:pt x="1182947" y="1176667"/>
                </a:lnTo>
                <a:lnTo>
                  <a:pt x="1182682" y="1180105"/>
                </a:lnTo>
                <a:lnTo>
                  <a:pt x="1182682" y="1188042"/>
                </a:lnTo>
                <a:lnTo>
                  <a:pt x="1182947" y="1196507"/>
                </a:lnTo>
                <a:lnTo>
                  <a:pt x="1183740" y="1214760"/>
                </a:lnTo>
                <a:lnTo>
                  <a:pt x="1184532" y="1223754"/>
                </a:lnTo>
                <a:lnTo>
                  <a:pt x="1184532" y="1233013"/>
                </a:lnTo>
                <a:lnTo>
                  <a:pt x="1184797" y="1237775"/>
                </a:lnTo>
                <a:lnTo>
                  <a:pt x="1185325" y="1243066"/>
                </a:lnTo>
                <a:lnTo>
                  <a:pt x="1185854" y="1248621"/>
                </a:lnTo>
                <a:lnTo>
                  <a:pt x="1186911" y="1254705"/>
                </a:lnTo>
                <a:lnTo>
                  <a:pt x="1189554" y="1268197"/>
                </a:lnTo>
                <a:lnTo>
                  <a:pt x="1193255" y="1281688"/>
                </a:lnTo>
                <a:lnTo>
                  <a:pt x="1197219" y="1295709"/>
                </a:lnTo>
                <a:lnTo>
                  <a:pt x="1201184" y="1308671"/>
                </a:lnTo>
                <a:lnTo>
                  <a:pt x="1205413" y="1320575"/>
                </a:lnTo>
                <a:lnTo>
                  <a:pt x="1209378" y="1330628"/>
                </a:lnTo>
                <a:lnTo>
                  <a:pt x="1212285" y="1338035"/>
                </a:lnTo>
                <a:lnTo>
                  <a:pt x="1213871" y="1343590"/>
                </a:lnTo>
                <a:lnTo>
                  <a:pt x="1214664" y="1348087"/>
                </a:lnTo>
                <a:lnTo>
                  <a:pt x="1214928" y="1353378"/>
                </a:lnTo>
                <a:lnTo>
                  <a:pt x="1215192" y="1359991"/>
                </a:lnTo>
                <a:lnTo>
                  <a:pt x="1216250" y="1369515"/>
                </a:lnTo>
                <a:lnTo>
                  <a:pt x="1218364" y="1382742"/>
                </a:lnTo>
                <a:lnTo>
                  <a:pt x="1221800" y="1401260"/>
                </a:lnTo>
                <a:lnTo>
                  <a:pt x="1223386" y="1412635"/>
                </a:lnTo>
                <a:lnTo>
                  <a:pt x="1225236" y="1425597"/>
                </a:lnTo>
                <a:lnTo>
                  <a:pt x="1226558" y="1439353"/>
                </a:lnTo>
                <a:lnTo>
                  <a:pt x="1227615" y="1454167"/>
                </a:lnTo>
                <a:lnTo>
                  <a:pt x="1228672" y="1469775"/>
                </a:lnTo>
                <a:lnTo>
                  <a:pt x="1229201" y="1485912"/>
                </a:lnTo>
                <a:lnTo>
                  <a:pt x="1229465" y="1502578"/>
                </a:lnTo>
                <a:lnTo>
                  <a:pt x="1229729" y="1519244"/>
                </a:lnTo>
                <a:lnTo>
                  <a:pt x="1229729" y="1536174"/>
                </a:lnTo>
                <a:lnTo>
                  <a:pt x="1229465" y="1552840"/>
                </a:lnTo>
                <a:lnTo>
                  <a:pt x="1228672" y="1584849"/>
                </a:lnTo>
                <a:lnTo>
                  <a:pt x="1227086" y="1615006"/>
                </a:lnTo>
                <a:lnTo>
                  <a:pt x="1226293" y="1628762"/>
                </a:lnTo>
                <a:lnTo>
                  <a:pt x="1224972" y="1641196"/>
                </a:lnTo>
                <a:lnTo>
                  <a:pt x="1222857" y="1667120"/>
                </a:lnTo>
                <a:lnTo>
                  <a:pt x="1221007" y="1697278"/>
                </a:lnTo>
                <a:lnTo>
                  <a:pt x="1219157" y="1729022"/>
                </a:lnTo>
                <a:lnTo>
                  <a:pt x="1217307" y="1761561"/>
                </a:lnTo>
                <a:lnTo>
                  <a:pt x="1214664" y="1818965"/>
                </a:lnTo>
                <a:lnTo>
                  <a:pt x="1213078" y="1856001"/>
                </a:lnTo>
                <a:lnTo>
                  <a:pt x="1212549" y="1865524"/>
                </a:lnTo>
                <a:lnTo>
                  <a:pt x="1211756" y="1872667"/>
                </a:lnTo>
                <a:lnTo>
                  <a:pt x="1210435" y="1878222"/>
                </a:lnTo>
                <a:lnTo>
                  <a:pt x="1208849" y="1882190"/>
                </a:lnTo>
                <a:lnTo>
                  <a:pt x="1207527" y="1884835"/>
                </a:lnTo>
                <a:lnTo>
                  <a:pt x="1206206" y="1886687"/>
                </a:lnTo>
                <a:lnTo>
                  <a:pt x="1205413" y="1888010"/>
                </a:lnTo>
                <a:lnTo>
                  <a:pt x="1204356" y="1888804"/>
                </a:lnTo>
                <a:lnTo>
                  <a:pt x="1204091" y="1889597"/>
                </a:lnTo>
                <a:lnTo>
                  <a:pt x="1202770" y="1890655"/>
                </a:lnTo>
                <a:lnTo>
                  <a:pt x="1199598" y="1893301"/>
                </a:lnTo>
                <a:lnTo>
                  <a:pt x="1195105" y="1896740"/>
                </a:lnTo>
                <a:lnTo>
                  <a:pt x="1189290" y="1900708"/>
                </a:lnTo>
                <a:lnTo>
                  <a:pt x="1183211" y="1904147"/>
                </a:lnTo>
                <a:lnTo>
                  <a:pt x="1176867" y="1907850"/>
                </a:lnTo>
                <a:lnTo>
                  <a:pt x="1170788" y="1911025"/>
                </a:lnTo>
                <a:lnTo>
                  <a:pt x="1165766" y="1913141"/>
                </a:lnTo>
                <a:lnTo>
                  <a:pt x="1160745" y="1914464"/>
                </a:lnTo>
                <a:lnTo>
                  <a:pt x="1155458" y="1915786"/>
                </a:lnTo>
                <a:lnTo>
                  <a:pt x="1144357" y="1918167"/>
                </a:lnTo>
                <a:lnTo>
                  <a:pt x="1135635" y="1919754"/>
                </a:lnTo>
                <a:lnTo>
                  <a:pt x="1132199" y="1920019"/>
                </a:lnTo>
                <a:lnTo>
                  <a:pt x="1131142" y="1958377"/>
                </a:lnTo>
                <a:lnTo>
                  <a:pt x="1130085" y="1991709"/>
                </a:lnTo>
                <a:lnTo>
                  <a:pt x="1129820" y="2021337"/>
                </a:lnTo>
                <a:lnTo>
                  <a:pt x="1129820" y="2028215"/>
                </a:lnTo>
                <a:lnTo>
                  <a:pt x="1130613" y="2035887"/>
                </a:lnTo>
                <a:lnTo>
                  <a:pt x="1131406" y="2044352"/>
                </a:lnTo>
                <a:lnTo>
                  <a:pt x="1132199" y="2053346"/>
                </a:lnTo>
                <a:lnTo>
                  <a:pt x="1135371" y="2072658"/>
                </a:lnTo>
                <a:lnTo>
                  <a:pt x="1138807" y="2092763"/>
                </a:lnTo>
                <a:lnTo>
                  <a:pt x="1143036" y="2112603"/>
                </a:lnTo>
                <a:lnTo>
                  <a:pt x="1147265" y="2131121"/>
                </a:lnTo>
                <a:lnTo>
                  <a:pt x="1149379" y="2139321"/>
                </a:lnTo>
                <a:lnTo>
                  <a:pt x="1151494" y="2146728"/>
                </a:lnTo>
                <a:lnTo>
                  <a:pt x="1153608" y="2153606"/>
                </a:lnTo>
                <a:lnTo>
                  <a:pt x="1155723" y="2159162"/>
                </a:lnTo>
                <a:lnTo>
                  <a:pt x="1160745" y="2173447"/>
                </a:lnTo>
                <a:lnTo>
                  <a:pt x="1167881" y="2194345"/>
                </a:lnTo>
                <a:lnTo>
                  <a:pt x="1175810" y="2220270"/>
                </a:lnTo>
                <a:lnTo>
                  <a:pt x="1184532" y="2249369"/>
                </a:lnTo>
                <a:lnTo>
                  <a:pt x="1192990" y="2279262"/>
                </a:lnTo>
                <a:lnTo>
                  <a:pt x="1196955" y="2294605"/>
                </a:lnTo>
                <a:lnTo>
                  <a:pt x="1200391" y="2309155"/>
                </a:lnTo>
                <a:lnTo>
                  <a:pt x="1203563" y="2323440"/>
                </a:lnTo>
                <a:lnTo>
                  <a:pt x="1206206" y="2336402"/>
                </a:lnTo>
                <a:lnTo>
                  <a:pt x="1208320" y="2348571"/>
                </a:lnTo>
                <a:lnTo>
                  <a:pt x="1209906" y="2359417"/>
                </a:lnTo>
                <a:lnTo>
                  <a:pt x="1210963" y="2372115"/>
                </a:lnTo>
                <a:lnTo>
                  <a:pt x="1212021" y="2389045"/>
                </a:lnTo>
                <a:lnTo>
                  <a:pt x="1214399" y="2434546"/>
                </a:lnTo>
                <a:lnTo>
                  <a:pt x="1219950" y="2550414"/>
                </a:lnTo>
                <a:lnTo>
                  <a:pt x="1222593" y="2610729"/>
                </a:lnTo>
                <a:lnTo>
                  <a:pt x="1224179" y="2639299"/>
                </a:lnTo>
                <a:lnTo>
                  <a:pt x="1226029" y="2665753"/>
                </a:lnTo>
                <a:lnTo>
                  <a:pt x="1227351" y="2689296"/>
                </a:lnTo>
                <a:lnTo>
                  <a:pt x="1229201" y="2709930"/>
                </a:lnTo>
                <a:lnTo>
                  <a:pt x="1231051" y="2726332"/>
                </a:lnTo>
                <a:lnTo>
                  <a:pt x="1231844" y="2732945"/>
                </a:lnTo>
                <a:lnTo>
                  <a:pt x="1232901" y="2738236"/>
                </a:lnTo>
                <a:lnTo>
                  <a:pt x="1234751" y="2746966"/>
                </a:lnTo>
                <a:lnTo>
                  <a:pt x="1236866" y="2754902"/>
                </a:lnTo>
                <a:lnTo>
                  <a:pt x="1238980" y="2761780"/>
                </a:lnTo>
                <a:lnTo>
                  <a:pt x="1241095" y="2768393"/>
                </a:lnTo>
                <a:lnTo>
                  <a:pt x="1243209" y="2774213"/>
                </a:lnTo>
                <a:lnTo>
                  <a:pt x="1245588" y="2779504"/>
                </a:lnTo>
                <a:lnTo>
                  <a:pt x="1250081" y="2789292"/>
                </a:lnTo>
                <a:lnTo>
                  <a:pt x="1255103" y="2798551"/>
                </a:lnTo>
                <a:lnTo>
                  <a:pt x="1259596" y="2807810"/>
                </a:lnTo>
                <a:lnTo>
                  <a:pt x="1261711" y="2813100"/>
                </a:lnTo>
                <a:lnTo>
                  <a:pt x="1263825" y="2818391"/>
                </a:lnTo>
                <a:lnTo>
                  <a:pt x="1265940" y="2824476"/>
                </a:lnTo>
                <a:lnTo>
                  <a:pt x="1268054" y="2831354"/>
                </a:lnTo>
                <a:lnTo>
                  <a:pt x="1269905" y="2837967"/>
                </a:lnTo>
                <a:lnTo>
                  <a:pt x="1270962" y="2844316"/>
                </a:lnTo>
                <a:lnTo>
                  <a:pt x="1271755" y="2850136"/>
                </a:lnTo>
                <a:lnTo>
                  <a:pt x="1272019" y="2855427"/>
                </a:lnTo>
                <a:lnTo>
                  <a:pt x="1272019" y="2860717"/>
                </a:lnTo>
                <a:lnTo>
                  <a:pt x="1271226" y="2865479"/>
                </a:lnTo>
                <a:lnTo>
                  <a:pt x="1270697" y="2869976"/>
                </a:lnTo>
                <a:lnTo>
                  <a:pt x="1269640" y="2874473"/>
                </a:lnTo>
                <a:lnTo>
                  <a:pt x="1268319" y="2878970"/>
                </a:lnTo>
                <a:lnTo>
                  <a:pt x="1266997" y="2883203"/>
                </a:lnTo>
                <a:lnTo>
                  <a:pt x="1263825" y="2891404"/>
                </a:lnTo>
                <a:lnTo>
                  <a:pt x="1260389" y="2899869"/>
                </a:lnTo>
                <a:lnTo>
                  <a:pt x="1257482" y="2908863"/>
                </a:lnTo>
                <a:lnTo>
                  <a:pt x="1254310" y="2920767"/>
                </a:lnTo>
                <a:lnTo>
                  <a:pt x="1250874" y="2936111"/>
                </a:lnTo>
                <a:lnTo>
                  <a:pt x="1246910" y="2953306"/>
                </a:lnTo>
                <a:lnTo>
                  <a:pt x="1243209" y="2971294"/>
                </a:lnTo>
                <a:lnTo>
                  <a:pt x="1237130" y="3001981"/>
                </a:lnTo>
                <a:lnTo>
                  <a:pt x="1234487" y="3014943"/>
                </a:lnTo>
                <a:lnTo>
                  <a:pt x="1201184" y="3010710"/>
                </a:lnTo>
                <a:lnTo>
                  <a:pt x="1208585" y="2910715"/>
                </a:lnTo>
                <a:lnTo>
                  <a:pt x="1206470" y="2910715"/>
                </a:lnTo>
                <a:lnTo>
                  <a:pt x="1199069" y="2911244"/>
                </a:lnTo>
                <a:lnTo>
                  <a:pt x="1192990" y="2912302"/>
                </a:lnTo>
                <a:lnTo>
                  <a:pt x="1184797" y="2913625"/>
                </a:lnTo>
                <a:lnTo>
                  <a:pt x="1174753" y="2915477"/>
                </a:lnTo>
                <a:lnTo>
                  <a:pt x="1162595" y="2918387"/>
                </a:lnTo>
                <a:lnTo>
                  <a:pt x="1159159" y="2919180"/>
                </a:lnTo>
                <a:lnTo>
                  <a:pt x="1155987" y="2920503"/>
                </a:lnTo>
                <a:lnTo>
                  <a:pt x="1152551" y="2921826"/>
                </a:lnTo>
                <a:lnTo>
                  <a:pt x="1148851" y="2923677"/>
                </a:lnTo>
                <a:lnTo>
                  <a:pt x="1141714" y="2927910"/>
                </a:lnTo>
                <a:lnTo>
                  <a:pt x="1134049" y="2933201"/>
                </a:lnTo>
                <a:lnTo>
                  <a:pt x="1126649" y="2938492"/>
                </a:lnTo>
                <a:lnTo>
                  <a:pt x="1118719" y="2944840"/>
                </a:lnTo>
                <a:lnTo>
                  <a:pt x="1102861" y="2957803"/>
                </a:lnTo>
                <a:lnTo>
                  <a:pt x="1087531" y="2970765"/>
                </a:lnTo>
                <a:lnTo>
                  <a:pt x="1079866" y="2976850"/>
                </a:lnTo>
                <a:lnTo>
                  <a:pt x="1072465" y="2982140"/>
                </a:lnTo>
                <a:lnTo>
                  <a:pt x="1065064" y="2986902"/>
                </a:lnTo>
                <a:lnTo>
                  <a:pt x="1058192" y="2990606"/>
                </a:lnTo>
                <a:lnTo>
                  <a:pt x="1054756" y="2992193"/>
                </a:lnTo>
                <a:lnTo>
                  <a:pt x="1051320" y="2993780"/>
                </a:lnTo>
                <a:lnTo>
                  <a:pt x="1048149" y="2994574"/>
                </a:lnTo>
                <a:lnTo>
                  <a:pt x="1044977" y="2995632"/>
                </a:lnTo>
                <a:lnTo>
                  <a:pt x="1041805" y="2995896"/>
                </a:lnTo>
                <a:lnTo>
                  <a:pt x="1038369" y="2996161"/>
                </a:lnTo>
                <a:lnTo>
                  <a:pt x="1034669" y="2996161"/>
                </a:lnTo>
                <a:lnTo>
                  <a:pt x="1030969" y="2995896"/>
                </a:lnTo>
                <a:lnTo>
                  <a:pt x="1023039" y="2994574"/>
                </a:lnTo>
                <a:lnTo>
                  <a:pt x="1014053" y="2992986"/>
                </a:lnTo>
                <a:lnTo>
                  <a:pt x="1005330" y="2990606"/>
                </a:lnTo>
                <a:lnTo>
                  <a:pt x="996344" y="2987960"/>
                </a:lnTo>
                <a:lnTo>
                  <a:pt x="987093" y="2985050"/>
                </a:lnTo>
                <a:lnTo>
                  <a:pt x="978371" y="2981611"/>
                </a:lnTo>
                <a:lnTo>
                  <a:pt x="961984" y="2975262"/>
                </a:lnTo>
                <a:lnTo>
                  <a:pt x="948768" y="2969443"/>
                </a:lnTo>
                <a:lnTo>
                  <a:pt x="936346" y="2963623"/>
                </a:lnTo>
                <a:lnTo>
                  <a:pt x="934760" y="2968120"/>
                </a:lnTo>
                <a:lnTo>
                  <a:pt x="931059" y="2979230"/>
                </a:lnTo>
                <a:lnTo>
                  <a:pt x="926302" y="2995367"/>
                </a:lnTo>
                <a:lnTo>
                  <a:pt x="923923" y="3004362"/>
                </a:lnTo>
                <a:lnTo>
                  <a:pt x="921544" y="3013885"/>
                </a:lnTo>
                <a:lnTo>
                  <a:pt x="919166" y="3024996"/>
                </a:lnTo>
                <a:lnTo>
                  <a:pt x="916522" y="3038222"/>
                </a:lnTo>
                <a:lnTo>
                  <a:pt x="911501" y="3068115"/>
                </a:lnTo>
                <a:lnTo>
                  <a:pt x="905686" y="3103299"/>
                </a:lnTo>
                <a:lnTo>
                  <a:pt x="870268" y="3101976"/>
                </a:lnTo>
                <a:lnTo>
                  <a:pt x="876347" y="3008859"/>
                </a:lnTo>
                <a:lnTo>
                  <a:pt x="871590" y="3009652"/>
                </a:lnTo>
                <a:lnTo>
                  <a:pt x="866832" y="3010181"/>
                </a:lnTo>
                <a:lnTo>
                  <a:pt x="862603" y="3010710"/>
                </a:lnTo>
                <a:lnTo>
                  <a:pt x="858110" y="3012033"/>
                </a:lnTo>
                <a:lnTo>
                  <a:pt x="853881" y="3013091"/>
                </a:lnTo>
                <a:lnTo>
                  <a:pt x="849652" y="3014679"/>
                </a:lnTo>
                <a:lnTo>
                  <a:pt x="845687" y="3016266"/>
                </a:lnTo>
                <a:lnTo>
                  <a:pt x="841723" y="3018118"/>
                </a:lnTo>
                <a:lnTo>
                  <a:pt x="834058" y="3022086"/>
                </a:lnTo>
                <a:lnTo>
                  <a:pt x="826657" y="3026583"/>
                </a:lnTo>
                <a:lnTo>
                  <a:pt x="819785" y="3031344"/>
                </a:lnTo>
                <a:lnTo>
                  <a:pt x="812913" y="3036900"/>
                </a:lnTo>
                <a:lnTo>
                  <a:pt x="807098" y="3042455"/>
                </a:lnTo>
                <a:lnTo>
                  <a:pt x="801283" y="3048275"/>
                </a:lnTo>
                <a:lnTo>
                  <a:pt x="795733" y="3054359"/>
                </a:lnTo>
                <a:lnTo>
                  <a:pt x="790711" y="3060444"/>
                </a:lnTo>
                <a:lnTo>
                  <a:pt x="785689" y="3066264"/>
                </a:lnTo>
                <a:lnTo>
                  <a:pt x="781460" y="3072348"/>
                </a:lnTo>
                <a:lnTo>
                  <a:pt x="774059" y="3083194"/>
                </a:lnTo>
                <a:lnTo>
                  <a:pt x="770359" y="3087956"/>
                </a:lnTo>
                <a:lnTo>
                  <a:pt x="766923" y="3092188"/>
                </a:lnTo>
                <a:lnTo>
                  <a:pt x="763487" y="3095892"/>
                </a:lnTo>
                <a:lnTo>
                  <a:pt x="759522" y="3099066"/>
                </a:lnTo>
                <a:lnTo>
                  <a:pt x="755822" y="3101712"/>
                </a:lnTo>
                <a:lnTo>
                  <a:pt x="751857" y="3103563"/>
                </a:lnTo>
                <a:lnTo>
                  <a:pt x="747629" y="3105415"/>
                </a:lnTo>
                <a:lnTo>
                  <a:pt x="743664" y="3106473"/>
                </a:lnTo>
                <a:lnTo>
                  <a:pt x="739171" y="3107532"/>
                </a:lnTo>
                <a:lnTo>
                  <a:pt x="734677" y="3108061"/>
                </a:lnTo>
                <a:lnTo>
                  <a:pt x="729920" y="3108325"/>
                </a:lnTo>
                <a:lnTo>
                  <a:pt x="725162" y="3108325"/>
                </a:lnTo>
                <a:lnTo>
                  <a:pt x="714854" y="3108061"/>
                </a:lnTo>
                <a:lnTo>
                  <a:pt x="704017" y="3107532"/>
                </a:lnTo>
                <a:lnTo>
                  <a:pt x="697674" y="3106473"/>
                </a:lnTo>
                <a:lnTo>
                  <a:pt x="690538" y="3105151"/>
                </a:lnTo>
                <a:lnTo>
                  <a:pt x="682873" y="3103034"/>
                </a:lnTo>
                <a:lnTo>
                  <a:pt x="674415" y="3100124"/>
                </a:lnTo>
                <a:lnTo>
                  <a:pt x="665428" y="3097215"/>
                </a:lnTo>
                <a:lnTo>
                  <a:pt x="656442" y="3093511"/>
                </a:lnTo>
                <a:lnTo>
                  <a:pt x="637676" y="3085839"/>
                </a:lnTo>
                <a:lnTo>
                  <a:pt x="619967" y="3077639"/>
                </a:lnTo>
                <a:lnTo>
                  <a:pt x="604108" y="3070232"/>
                </a:lnTo>
                <a:lnTo>
                  <a:pt x="591421" y="3063883"/>
                </a:lnTo>
                <a:lnTo>
                  <a:pt x="582699" y="3058856"/>
                </a:lnTo>
                <a:lnTo>
                  <a:pt x="579792" y="3057534"/>
                </a:lnTo>
                <a:lnTo>
                  <a:pt x="577413" y="3055682"/>
                </a:lnTo>
                <a:lnTo>
                  <a:pt x="575299" y="3053566"/>
                </a:lnTo>
                <a:lnTo>
                  <a:pt x="573448" y="3051714"/>
                </a:lnTo>
                <a:lnTo>
                  <a:pt x="571863" y="3049598"/>
                </a:lnTo>
                <a:lnTo>
                  <a:pt x="570805" y="3047481"/>
                </a:lnTo>
                <a:lnTo>
                  <a:pt x="569748" y="3045365"/>
                </a:lnTo>
                <a:lnTo>
                  <a:pt x="569219" y="3042984"/>
                </a:lnTo>
                <a:lnTo>
                  <a:pt x="568955" y="3040339"/>
                </a:lnTo>
                <a:lnTo>
                  <a:pt x="568955" y="3037429"/>
                </a:lnTo>
                <a:lnTo>
                  <a:pt x="569219" y="3034783"/>
                </a:lnTo>
                <a:lnTo>
                  <a:pt x="569748" y="3031344"/>
                </a:lnTo>
                <a:lnTo>
                  <a:pt x="570805" y="3027905"/>
                </a:lnTo>
                <a:lnTo>
                  <a:pt x="571863" y="3024466"/>
                </a:lnTo>
                <a:lnTo>
                  <a:pt x="575034" y="3016266"/>
                </a:lnTo>
                <a:lnTo>
                  <a:pt x="577149" y="3012033"/>
                </a:lnTo>
                <a:lnTo>
                  <a:pt x="579528" y="3008594"/>
                </a:lnTo>
                <a:lnTo>
                  <a:pt x="581906" y="3005684"/>
                </a:lnTo>
                <a:lnTo>
                  <a:pt x="584549" y="3003568"/>
                </a:lnTo>
                <a:lnTo>
                  <a:pt x="587985" y="3001452"/>
                </a:lnTo>
                <a:lnTo>
                  <a:pt x="591421" y="3000129"/>
                </a:lnTo>
                <a:lnTo>
                  <a:pt x="595122" y="2998806"/>
                </a:lnTo>
                <a:lnTo>
                  <a:pt x="599086" y="2998013"/>
                </a:lnTo>
                <a:lnTo>
                  <a:pt x="603844" y="2997484"/>
                </a:lnTo>
                <a:lnTo>
                  <a:pt x="608602" y="2997219"/>
                </a:lnTo>
                <a:lnTo>
                  <a:pt x="619438" y="2996425"/>
                </a:lnTo>
                <a:lnTo>
                  <a:pt x="631597" y="2996161"/>
                </a:lnTo>
                <a:lnTo>
                  <a:pt x="645605" y="2995632"/>
                </a:lnTo>
                <a:lnTo>
                  <a:pt x="652741" y="2994574"/>
                </a:lnTo>
                <a:lnTo>
                  <a:pt x="659349" y="2993516"/>
                </a:lnTo>
                <a:lnTo>
                  <a:pt x="665428" y="2991664"/>
                </a:lnTo>
                <a:lnTo>
                  <a:pt x="671243" y="2989547"/>
                </a:lnTo>
                <a:lnTo>
                  <a:pt x="676794" y="2986902"/>
                </a:lnTo>
                <a:lnTo>
                  <a:pt x="681815" y="2983463"/>
                </a:lnTo>
                <a:lnTo>
                  <a:pt x="686837" y="2980024"/>
                </a:lnTo>
                <a:lnTo>
                  <a:pt x="691595" y="2975791"/>
                </a:lnTo>
                <a:lnTo>
                  <a:pt x="696088" y="2971559"/>
                </a:lnTo>
                <a:lnTo>
                  <a:pt x="700581" y="2966797"/>
                </a:lnTo>
                <a:lnTo>
                  <a:pt x="705075" y="2961242"/>
                </a:lnTo>
                <a:lnTo>
                  <a:pt x="709832" y="2955951"/>
                </a:lnTo>
                <a:lnTo>
                  <a:pt x="719347" y="2943518"/>
                </a:lnTo>
                <a:lnTo>
                  <a:pt x="729655" y="2929497"/>
                </a:lnTo>
                <a:lnTo>
                  <a:pt x="735206" y="2922090"/>
                </a:lnTo>
                <a:lnTo>
                  <a:pt x="739964" y="2914683"/>
                </a:lnTo>
                <a:lnTo>
                  <a:pt x="744985" y="2906747"/>
                </a:lnTo>
                <a:lnTo>
                  <a:pt x="749479" y="2898811"/>
                </a:lnTo>
                <a:lnTo>
                  <a:pt x="753443" y="2890875"/>
                </a:lnTo>
                <a:lnTo>
                  <a:pt x="757408" y="2883203"/>
                </a:lnTo>
                <a:lnTo>
                  <a:pt x="760580" y="2875002"/>
                </a:lnTo>
                <a:lnTo>
                  <a:pt x="764016" y="2867066"/>
                </a:lnTo>
                <a:lnTo>
                  <a:pt x="766923" y="2859130"/>
                </a:lnTo>
                <a:lnTo>
                  <a:pt x="769302" y="2851194"/>
                </a:lnTo>
                <a:lnTo>
                  <a:pt x="771945" y="2843787"/>
                </a:lnTo>
                <a:lnTo>
                  <a:pt x="774059" y="2836115"/>
                </a:lnTo>
                <a:lnTo>
                  <a:pt x="775381" y="2828708"/>
                </a:lnTo>
                <a:lnTo>
                  <a:pt x="776967" y="2821830"/>
                </a:lnTo>
                <a:lnTo>
                  <a:pt x="778288" y="2815217"/>
                </a:lnTo>
                <a:lnTo>
                  <a:pt x="779081" y="2808868"/>
                </a:lnTo>
                <a:lnTo>
                  <a:pt x="779610" y="2801461"/>
                </a:lnTo>
                <a:lnTo>
                  <a:pt x="779610" y="2791937"/>
                </a:lnTo>
                <a:lnTo>
                  <a:pt x="779346" y="2780298"/>
                </a:lnTo>
                <a:lnTo>
                  <a:pt x="778553" y="2766542"/>
                </a:lnTo>
                <a:lnTo>
                  <a:pt x="777231" y="2751463"/>
                </a:lnTo>
                <a:lnTo>
                  <a:pt x="775910" y="2735062"/>
                </a:lnTo>
                <a:lnTo>
                  <a:pt x="771945" y="2698555"/>
                </a:lnTo>
                <a:lnTo>
                  <a:pt x="766923" y="2658345"/>
                </a:lnTo>
                <a:lnTo>
                  <a:pt x="761637" y="2616548"/>
                </a:lnTo>
                <a:lnTo>
                  <a:pt x="755558" y="2574487"/>
                </a:lnTo>
                <a:lnTo>
                  <a:pt x="749743" y="2533748"/>
                </a:lnTo>
                <a:lnTo>
                  <a:pt x="747100" y="2514701"/>
                </a:lnTo>
                <a:lnTo>
                  <a:pt x="744985" y="2496448"/>
                </a:lnTo>
                <a:lnTo>
                  <a:pt x="742871" y="2479518"/>
                </a:lnTo>
                <a:lnTo>
                  <a:pt x="741021" y="2463645"/>
                </a:lnTo>
                <a:lnTo>
                  <a:pt x="738113" y="2434546"/>
                </a:lnTo>
                <a:lnTo>
                  <a:pt x="736528" y="2408621"/>
                </a:lnTo>
                <a:lnTo>
                  <a:pt x="735206" y="2384813"/>
                </a:lnTo>
                <a:lnTo>
                  <a:pt x="734677" y="2363385"/>
                </a:lnTo>
                <a:lnTo>
                  <a:pt x="733356" y="2324234"/>
                </a:lnTo>
                <a:lnTo>
                  <a:pt x="732827" y="2314975"/>
                </a:lnTo>
                <a:lnTo>
                  <a:pt x="732034" y="2305716"/>
                </a:lnTo>
                <a:lnTo>
                  <a:pt x="731506" y="2296722"/>
                </a:lnTo>
                <a:lnTo>
                  <a:pt x="730448" y="2288256"/>
                </a:lnTo>
                <a:lnTo>
                  <a:pt x="727805" y="2270797"/>
                </a:lnTo>
                <a:lnTo>
                  <a:pt x="724898" y="2254131"/>
                </a:lnTo>
                <a:lnTo>
                  <a:pt x="721198" y="2237465"/>
                </a:lnTo>
                <a:lnTo>
                  <a:pt x="717233" y="2220270"/>
                </a:lnTo>
                <a:lnTo>
                  <a:pt x="708511" y="2184557"/>
                </a:lnTo>
                <a:lnTo>
                  <a:pt x="706396" y="2175299"/>
                </a:lnTo>
                <a:lnTo>
                  <a:pt x="704810" y="2166040"/>
                </a:lnTo>
                <a:lnTo>
                  <a:pt x="703753" y="2156516"/>
                </a:lnTo>
                <a:lnTo>
                  <a:pt x="702960" y="2147522"/>
                </a:lnTo>
                <a:lnTo>
                  <a:pt x="702696" y="2138792"/>
                </a:lnTo>
                <a:lnTo>
                  <a:pt x="702432" y="2129798"/>
                </a:lnTo>
                <a:lnTo>
                  <a:pt x="702696" y="2121068"/>
                </a:lnTo>
                <a:lnTo>
                  <a:pt x="702960" y="2112603"/>
                </a:lnTo>
                <a:lnTo>
                  <a:pt x="704546" y="2096466"/>
                </a:lnTo>
                <a:lnTo>
                  <a:pt x="706396" y="2081123"/>
                </a:lnTo>
                <a:lnTo>
                  <a:pt x="708246" y="2067102"/>
                </a:lnTo>
                <a:lnTo>
                  <a:pt x="709832" y="2054405"/>
                </a:lnTo>
                <a:lnTo>
                  <a:pt x="710625" y="2047791"/>
                </a:lnTo>
                <a:lnTo>
                  <a:pt x="711947" y="2039855"/>
                </a:lnTo>
                <a:lnTo>
                  <a:pt x="715911" y="2020808"/>
                </a:lnTo>
                <a:lnTo>
                  <a:pt x="720405" y="1999381"/>
                </a:lnTo>
                <a:lnTo>
                  <a:pt x="725162" y="1977953"/>
                </a:lnTo>
                <a:lnTo>
                  <a:pt x="733884" y="1941182"/>
                </a:lnTo>
                <a:lnTo>
                  <a:pt x="737849" y="1925574"/>
                </a:lnTo>
                <a:lnTo>
                  <a:pt x="728598" y="1923193"/>
                </a:lnTo>
                <a:lnTo>
                  <a:pt x="728598" y="1920284"/>
                </a:lnTo>
                <a:lnTo>
                  <a:pt x="729127" y="1913935"/>
                </a:lnTo>
                <a:lnTo>
                  <a:pt x="729655" y="1909702"/>
                </a:lnTo>
                <a:lnTo>
                  <a:pt x="730713" y="1905205"/>
                </a:lnTo>
                <a:lnTo>
                  <a:pt x="731770" y="1900972"/>
                </a:lnTo>
                <a:lnTo>
                  <a:pt x="733356" y="1896740"/>
                </a:lnTo>
                <a:lnTo>
                  <a:pt x="734413" y="1894094"/>
                </a:lnTo>
                <a:lnTo>
                  <a:pt x="735470" y="1890391"/>
                </a:lnTo>
                <a:lnTo>
                  <a:pt x="738113" y="1879280"/>
                </a:lnTo>
                <a:lnTo>
                  <a:pt x="741285" y="1865789"/>
                </a:lnTo>
                <a:lnTo>
                  <a:pt x="744985" y="1849387"/>
                </a:lnTo>
                <a:lnTo>
                  <a:pt x="748157" y="1832192"/>
                </a:lnTo>
                <a:lnTo>
                  <a:pt x="751329" y="1814468"/>
                </a:lnTo>
                <a:lnTo>
                  <a:pt x="753972" y="1797802"/>
                </a:lnTo>
                <a:lnTo>
                  <a:pt x="756351" y="1782988"/>
                </a:lnTo>
                <a:lnTo>
                  <a:pt x="758201" y="1768968"/>
                </a:lnTo>
                <a:lnTo>
                  <a:pt x="760580" y="1755212"/>
                </a:lnTo>
                <a:lnTo>
                  <a:pt x="763487" y="1741191"/>
                </a:lnTo>
                <a:lnTo>
                  <a:pt x="766130" y="1727700"/>
                </a:lnTo>
                <a:lnTo>
                  <a:pt x="769038" y="1715002"/>
                </a:lnTo>
                <a:lnTo>
                  <a:pt x="771945" y="1703627"/>
                </a:lnTo>
                <a:lnTo>
                  <a:pt x="776967" y="1684844"/>
                </a:lnTo>
                <a:lnTo>
                  <a:pt x="780403" y="1670824"/>
                </a:lnTo>
                <a:lnTo>
                  <a:pt x="785689" y="1646751"/>
                </a:lnTo>
                <a:lnTo>
                  <a:pt x="799962" y="1581410"/>
                </a:lnTo>
                <a:lnTo>
                  <a:pt x="825071" y="1464220"/>
                </a:lnTo>
                <a:lnTo>
                  <a:pt x="826393" y="1457077"/>
                </a:lnTo>
                <a:lnTo>
                  <a:pt x="827450" y="1449934"/>
                </a:lnTo>
                <a:lnTo>
                  <a:pt x="828243" y="1443057"/>
                </a:lnTo>
                <a:lnTo>
                  <a:pt x="828507" y="1436443"/>
                </a:lnTo>
                <a:lnTo>
                  <a:pt x="828772" y="1429830"/>
                </a:lnTo>
                <a:lnTo>
                  <a:pt x="828772" y="1423745"/>
                </a:lnTo>
                <a:lnTo>
                  <a:pt x="828243" y="1412370"/>
                </a:lnTo>
                <a:lnTo>
                  <a:pt x="827186" y="1403111"/>
                </a:lnTo>
                <a:lnTo>
                  <a:pt x="826393" y="1395704"/>
                </a:lnTo>
                <a:lnTo>
                  <a:pt x="825071" y="1389620"/>
                </a:lnTo>
                <a:lnTo>
                  <a:pt x="812649" y="1400730"/>
                </a:lnTo>
                <a:lnTo>
                  <a:pt x="802341" y="1409989"/>
                </a:lnTo>
                <a:lnTo>
                  <a:pt x="793883" y="1417396"/>
                </a:lnTo>
                <a:lnTo>
                  <a:pt x="790447" y="1420042"/>
                </a:lnTo>
                <a:lnTo>
                  <a:pt x="786746" y="1422423"/>
                </a:lnTo>
                <a:lnTo>
                  <a:pt x="778553" y="1427978"/>
                </a:lnTo>
                <a:lnTo>
                  <a:pt x="770359" y="1433798"/>
                </a:lnTo>
                <a:lnTo>
                  <a:pt x="766394" y="1436708"/>
                </a:lnTo>
                <a:lnTo>
                  <a:pt x="762694" y="1439617"/>
                </a:lnTo>
                <a:lnTo>
                  <a:pt x="758465" y="1443586"/>
                </a:lnTo>
                <a:lnTo>
                  <a:pt x="753708" y="1449141"/>
                </a:lnTo>
                <a:lnTo>
                  <a:pt x="748157" y="1455754"/>
                </a:lnTo>
                <a:lnTo>
                  <a:pt x="742342" y="1463161"/>
                </a:lnTo>
                <a:lnTo>
                  <a:pt x="731506" y="1477446"/>
                </a:lnTo>
                <a:lnTo>
                  <a:pt x="724105" y="1488028"/>
                </a:lnTo>
                <a:lnTo>
                  <a:pt x="715383" y="1498874"/>
                </a:lnTo>
                <a:lnTo>
                  <a:pt x="703489" y="1514217"/>
                </a:lnTo>
                <a:lnTo>
                  <a:pt x="689745" y="1530619"/>
                </a:lnTo>
                <a:lnTo>
                  <a:pt x="677851" y="1544375"/>
                </a:lnTo>
                <a:lnTo>
                  <a:pt x="666750" y="1557072"/>
                </a:lnTo>
                <a:lnTo>
                  <a:pt x="654327" y="1570828"/>
                </a:lnTo>
                <a:lnTo>
                  <a:pt x="642169" y="1583791"/>
                </a:lnTo>
                <a:lnTo>
                  <a:pt x="632125" y="1594901"/>
                </a:lnTo>
                <a:lnTo>
                  <a:pt x="630011" y="1597018"/>
                </a:lnTo>
                <a:lnTo>
                  <a:pt x="627896" y="1598605"/>
                </a:lnTo>
                <a:lnTo>
                  <a:pt x="625782" y="1599663"/>
                </a:lnTo>
                <a:lnTo>
                  <a:pt x="623932" y="1600192"/>
                </a:lnTo>
                <a:lnTo>
                  <a:pt x="621817" y="1600192"/>
                </a:lnTo>
                <a:lnTo>
                  <a:pt x="619967" y="1599663"/>
                </a:lnTo>
                <a:lnTo>
                  <a:pt x="618381" y="1598870"/>
                </a:lnTo>
                <a:lnTo>
                  <a:pt x="616795" y="1598340"/>
                </a:lnTo>
                <a:lnTo>
                  <a:pt x="614152" y="1596224"/>
                </a:lnTo>
                <a:lnTo>
                  <a:pt x="611509" y="1594108"/>
                </a:lnTo>
                <a:lnTo>
                  <a:pt x="609659" y="1591727"/>
                </a:lnTo>
                <a:lnTo>
                  <a:pt x="604901" y="1604689"/>
                </a:lnTo>
                <a:lnTo>
                  <a:pt x="600672" y="1615535"/>
                </a:lnTo>
                <a:lnTo>
                  <a:pt x="596708" y="1625059"/>
                </a:lnTo>
                <a:lnTo>
                  <a:pt x="594593" y="1629291"/>
                </a:lnTo>
                <a:lnTo>
                  <a:pt x="591686" y="1633524"/>
                </a:lnTo>
                <a:lnTo>
                  <a:pt x="587985" y="1638286"/>
                </a:lnTo>
                <a:lnTo>
                  <a:pt x="583756" y="1642783"/>
                </a:lnTo>
                <a:lnTo>
                  <a:pt x="575827" y="1652306"/>
                </a:lnTo>
                <a:lnTo>
                  <a:pt x="572127" y="1656539"/>
                </a:lnTo>
                <a:lnTo>
                  <a:pt x="569219" y="1660507"/>
                </a:lnTo>
                <a:lnTo>
                  <a:pt x="566576" y="1663946"/>
                </a:lnTo>
                <a:lnTo>
                  <a:pt x="563405" y="1667120"/>
                </a:lnTo>
                <a:lnTo>
                  <a:pt x="556797" y="1673469"/>
                </a:lnTo>
                <a:lnTo>
                  <a:pt x="553625" y="1676908"/>
                </a:lnTo>
                <a:lnTo>
                  <a:pt x="550453" y="1680083"/>
                </a:lnTo>
                <a:lnTo>
                  <a:pt x="547810" y="1683786"/>
                </a:lnTo>
                <a:lnTo>
                  <a:pt x="544903" y="1687490"/>
                </a:lnTo>
                <a:lnTo>
                  <a:pt x="542524" y="1691193"/>
                </a:lnTo>
                <a:lnTo>
                  <a:pt x="540410" y="1693574"/>
                </a:lnTo>
                <a:lnTo>
                  <a:pt x="538031" y="1695691"/>
                </a:lnTo>
                <a:lnTo>
                  <a:pt x="535916" y="1697542"/>
                </a:lnTo>
                <a:lnTo>
                  <a:pt x="533802" y="1698865"/>
                </a:lnTo>
                <a:lnTo>
                  <a:pt x="531687" y="1700717"/>
                </a:lnTo>
                <a:lnTo>
                  <a:pt x="529837" y="1702833"/>
                </a:lnTo>
                <a:lnTo>
                  <a:pt x="527987" y="1705743"/>
                </a:lnTo>
                <a:lnTo>
                  <a:pt x="523230" y="1714737"/>
                </a:lnTo>
                <a:lnTo>
                  <a:pt x="520058" y="1720557"/>
                </a:lnTo>
                <a:lnTo>
                  <a:pt x="516093" y="1725848"/>
                </a:lnTo>
                <a:lnTo>
                  <a:pt x="514834" y="1727828"/>
                </a:lnTo>
                <a:lnTo>
                  <a:pt x="515144" y="1727897"/>
                </a:lnTo>
                <a:lnTo>
                  <a:pt x="486834" y="1840975"/>
                </a:lnTo>
                <a:lnTo>
                  <a:pt x="573088" y="1909668"/>
                </a:lnTo>
                <a:lnTo>
                  <a:pt x="358510" y="2498047"/>
                </a:lnTo>
                <a:lnTo>
                  <a:pt x="271198" y="2578100"/>
                </a:lnTo>
                <a:lnTo>
                  <a:pt x="0" y="2372022"/>
                </a:lnTo>
                <a:lnTo>
                  <a:pt x="270669" y="1722084"/>
                </a:lnTo>
                <a:lnTo>
                  <a:pt x="284956" y="1731596"/>
                </a:lnTo>
                <a:lnTo>
                  <a:pt x="296069" y="1707289"/>
                </a:lnTo>
                <a:lnTo>
                  <a:pt x="363802" y="1756431"/>
                </a:lnTo>
                <a:lnTo>
                  <a:pt x="411541" y="1681521"/>
                </a:lnTo>
                <a:lnTo>
                  <a:pt x="411427" y="1681141"/>
                </a:lnTo>
                <a:lnTo>
                  <a:pt x="411162" y="1678496"/>
                </a:lnTo>
                <a:lnTo>
                  <a:pt x="411162" y="1674792"/>
                </a:lnTo>
                <a:lnTo>
                  <a:pt x="411427" y="1670295"/>
                </a:lnTo>
                <a:lnTo>
                  <a:pt x="411691" y="1665269"/>
                </a:lnTo>
                <a:lnTo>
                  <a:pt x="412484" y="1660242"/>
                </a:lnTo>
                <a:lnTo>
                  <a:pt x="413277" y="1654687"/>
                </a:lnTo>
                <a:lnTo>
                  <a:pt x="414334" y="1649396"/>
                </a:lnTo>
                <a:lnTo>
                  <a:pt x="415656" y="1644106"/>
                </a:lnTo>
                <a:lnTo>
                  <a:pt x="416448" y="1641460"/>
                </a:lnTo>
                <a:lnTo>
                  <a:pt x="417506" y="1639079"/>
                </a:lnTo>
                <a:lnTo>
                  <a:pt x="420149" y="1634053"/>
                </a:lnTo>
                <a:lnTo>
                  <a:pt x="423585" y="1629291"/>
                </a:lnTo>
                <a:lnTo>
                  <a:pt x="427549" y="1624001"/>
                </a:lnTo>
                <a:lnTo>
                  <a:pt x="431250" y="1618710"/>
                </a:lnTo>
                <a:lnTo>
                  <a:pt x="435214" y="1612626"/>
                </a:lnTo>
                <a:lnTo>
                  <a:pt x="437065" y="1609187"/>
                </a:lnTo>
                <a:lnTo>
                  <a:pt x="438915" y="1605483"/>
                </a:lnTo>
                <a:lnTo>
                  <a:pt x="440501" y="1602044"/>
                </a:lnTo>
                <a:lnTo>
                  <a:pt x="442086" y="1598076"/>
                </a:lnTo>
                <a:lnTo>
                  <a:pt x="443672" y="1593843"/>
                </a:lnTo>
                <a:lnTo>
                  <a:pt x="445258" y="1589875"/>
                </a:lnTo>
                <a:lnTo>
                  <a:pt x="449487" y="1581410"/>
                </a:lnTo>
                <a:lnTo>
                  <a:pt x="454509" y="1573209"/>
                </a:lnTo>
                <a:lnTo>
                  <a:pt x="459267" y="1565273"/>
                </a:lnTo>
                <a:lnTo>
                  <a:pt x="464817" y="1557866"/>
                </a:lnTo>
                <a:lnTo>
                  <a:pt x="469839" y="1550988"/>
                </a:lnTo>
                <a:lnTo>
                  <a:pt x="474861" y="1544904"/>
                </a:lnTo>
                <a:lnTo>
                  <a:pt x="479883" y="1539877"/>
                </a:lnTo>
                <a:lnTo>
                  <a:pt x="482262" y="1537497"/>
                </a:lnTo>
                <a:lnTo>
                  <a:pt x="485698" y="1534851"/>
                </a:lnTo>
                <a:lnTo>
                  <a:pt x="489398" y="1532470"/>
                </a:lnTo>
                <a:lnTo>
                  <a:pt x="494155" y="1530090"/>
                </a:lnTo>
                <a:lnTo>
                  <a:pt x="503671" y="1525063"/>
                </a:lnTo>
                <a:lnTo>
                  <a:pt x="513979" y="1520302"/>
                </a:lnTo>
                <a:lnTo>
                  <a:pt x="532480" y="1512630"/>
                </a:lnTo>
                <a:lnTo>
                  <a:pt x="538560" y="1509720"/>
                </a:lnTo>
                <a:lnTo>
                  <a:pt x="540674" y="1508662"/>
                </a:lnTo>
                <a:lnTo>
                  <a:pt x="541731" y="1507868"/>
                </a:lnTo>
                <a:lnTo>
                  <a:pt x="548868" y="1499139"/>
                </a:lnTo>
                <a:lnTo>
                  <a:pt x="553625" y="1492790"/>
                </a:lnTo>
                <a:lnTo>
                  <a:pt x="556268" y="1489351"/>
                </a:lnTo>
                <a:lnTo>
                  <a:pt x="557854" y="1486176"/>
                </a:lnTo>
                <a:lnTo>
                  <a:pt x="562876" y="1477976"/>
                </a:lnTo>
                <a:lnTo>
                  <a:pt x="569219" y="1467923"/>
                </a:lnTo>
                <a:lnTo>
                  <a:pt x="576092" y="1457606"/>
                </a:lnTo>
                <a:lnTo>
                  <a:pt x="582699" y="1448612"/>
                </a:lnTo>
                <a:lnTo>
                  <a:pt x="586135" y="1443850"/>
                </a:lnTo>
                <a:lnTo>
                  <a:pt x="590893" y="1438559"/>
                </a:lnTo>
                <a:lnTo>
                  <a:pt x="602258" y="1425861"/>
                </a:lnTo>
                <a:lnTo>
                  <a:pt x="608337" y="1419513"/>
                </a:lnTo>
                <a:lnTo>
                  <a:pt x="613359" y="1413164"/>
                </a:lnTo>
                <a:lnTo>
                  <a:pt x="618381" y="1407608"/>
                </a:lnTo>
                <a:lnTo>
                  <a:pt x="621553" y="1402318"/>
                </a:lnTo>
                <a:lnTo>
                  <a:pt x="625253" y="1397027"/>
                </a:lnTo>
                <a:lnTo>
                  <a:pt x="630804" y="1389355"/>
                </a:lnTo>
                <a:lnTo>
                  <a:pt x="645341" y="1370838"/>
                </a:lnTo>
                <a:lnTo>
                  <a:pt x="660142" y="1351791"/>
                </a:lnTo>
                <a:lnTo>
                  <a:pt x="666221" y="1343061"/>
                </a:lnTo>
                <a:lnTo>
                  <a:pt x="670979" y="1335918"/>
                </a:lnTo>
                <a:lnTo>
                  <a:pt x="677058" y="1326660"/>
                </a:lnTo>
                <a:lnTo>
                  <a:pt x="686309" y="1312375"/>
                </a:lnTo>
                <a:lnTo>
                  <a:pt x="711682" y="1275604"/>
                </a:lnTo>
                <a:lnTo>
                  <a:pt x="736528" y="1239097"/>
                </a:lnTo>
                <a:lnTo>
                  <a:pt x="745514" y="1225077"/>
                </a:lnTo>
                <a:lnTo>
                  <a:pt x="751065" y="1216612"/>
                </a:lnTo>
                <a:lnTo>
                  <a:pt x="755558" y="1209205"/>
                </a:lnTo>
                <a:lnTo>
                  <a:pt x="762166" y="1198888"/>
                </a:lnTo>
                <a:lnTo>
                  <a:pt x="779081" y="1174286"/>
                </a:lnTo>
                <a:lnTo>
                  <a:pt x="795733" y="1151271"/>
                </a:lnTo>
                <a:lnTo>
                  <a:pt x="802076" y="1142541"/>
                </a:lnTo>
                <a:lnTo>
                  <a:pt x="806305" y="1137515"/>
                </a:lnTo>
                <a:lnTo>
                  <a:pt x="810006" y="1132753"/>
                </a:lnTo>
                <a:lnTo>
                  <a:pt x="815292" y="1125611"/>
                </a:lnTo>
                <a:lnTo>
                  <a:pt x="827979" y="1107357"/>
                </a:lnTo>
                <a:lnTo>
                  <a:pt x="844630" y="1083549"/>
                </a:lnTo>
                <a:lnTo>
                  <a:pt x="849123" y="1076142"/>
                </a:lnTo>
                <a:lnTo>
                  <a:pt x="852824" y="1070057"/>
                </a:lnTo>
                <a:lnTo>
                  <a:pt x="855731" y="1065560"/>
                </a:lnTo>
                <a:lnTo>
                  <a:pt x="856788" y="1063709"/>
                </a:lnTo>
                <a:lnTo>
                  <a:pt x="857317" y="1061328"/>
                </a:lnTo>
                <a:lnTo>
                  <a:pt x="857581" y="1058153"/>
                </a:lnTo>
                <a:lnTo>
                  <a:pt x="857846" y="1054714"/>
                </a:lnTo>
                <a:lnTo>
                  <a:pt x="857846" y="1046514"/>
                </a:lnTo>
                <a:lnTo>
                  <a:pt x="858110" y="1037255"/>
                </a:lnTo>
                <a:lnTo>
                  <a:pt x="858903" y="1030377"/>
                </a:lnTo>
                <a:lnTo>
                  <a:pt x="861017" y="1019266"/>
                </a:lnTo>
                <a:lnTo>
                  <a:pt x="866568" y="990961"/>
                </a:lnTo>
                <a:lnTo>
                  <a:pt x="872118" y="963978"/>
                </a:lnTo>
                <a:lnTo>
                  <a:pt x="874233" y="954190"/>
                </a:lnTo>
                <a:lnTo>
                  <a:pt x="875026" y="949164"/>
                </a:lnTo>
                <a:lnTo>
                  <a:pt x="875819" y="942815"/>
                </a:lnTo>
                <a:lnTo>
                  <a:pt x="875819" y="938847"/>
                </a:lnTo>
                <a:lnTo>
                  <a:pt x="875554" y="934349"/>
                </a:lnTo>
                <a:lnTo>
                  <a:pt x="874761" y="931439"/>
                </a:lnTo>
                <a:lnTo>
                  <a:pt x="874233" y="929059"/>
                </a:lnTo>
                <a:lnTo>
                  <a:pt x="873440" y="926149"/>
                </a:lnTo>
                <a:lnTo>
                  <a:pt x="871854" y="923239"/>
                </a:lnTo>
                <a:lnTo>
                  <a:pt x="870268" y="920329"/>
                </a:lnTo>
                <a:lnTo>
                  <a:pt x="868418" y="917154"/>
                </a:lnTo>
                <a:lnTo>
                  <a:pt x="866039" y="913980"/>
                </a:lnTo>
                <a:lnTo>
                  <a:pt x="863396" y="910805"/>
                </a:lnTo>
                <a:lnTo>
                  <a:pt x="860224" y="907366"/>
                </a:lnTo>
                <a:lnTo>
                  <a:pt x="857317" y="903398"/>
                </a:lnTo>
                <a:lnTo>
                  <a:pt x="854410" y="899166"/>
                </a:lnTo>
                <a:lnTo>
                  <a:pt x="851502" y="894669"/>
                </a:lnTo>
                <a:lnTo>
                  <a:pt x="848859" y="889378"/>
                </a:lnTo>
                <a:lnTo>
                  <a:pt x="846480" y="883823"/>
                </a:lnTo>
                <a:lnTo>
                  <a:pt x="843837" y="878267"/>
                </a:lnTo>
                <a:lnTo>
                  <a:pt x="841723" y="872183"/>
                </a:lnTo>
                <a:lnTo>
                  <a:pt x="840401" y="865305"/>
                </a:lnTo>
                <a:lnTo>
                  <a:pt x="838815" y="858427"/>
                </a:lnTo>
                <a:lnTo>
                  <a:pt x="837758" y="851284"/>
                </a:lnTo>
                <a:lnTo>
                  <a:pt x="837230" y="843613"/>
                </a:lnTo>
                <a:lnTo>
                  <a:pt x="837230" y="835412"/>
                </a:lnTo>
                <a:lnTo>
                  <a:pt x="837494" y="826947"/>
                </a:lnTo>
                <a:lnTo>
                  <a:pt x="838815" y="818217"/>
                </a:lnTo>
                <a:lnTo>
                  <a:pt x="840401" y="808958"/>
                </a:lnTo>
                <a:lnTo>
                  <a:pt x="841458" y="804197"/>
                </a:lnTo>
                <a:lnTo>
                  <a:pt x="843044" y="799435"/>
                </a:lnTo>
                <a:lnTo>
                  <a:pt x="845159" y="794409"/>
                </a:lnTo>
                <a:lnTo>
                  <a:pt x="847273" y="789647"/>
                </a:lnTo>
                <a:lnTo>
                  <a:pt x="849652" y="784885"/>
                </a:lnTo>
                <a:lnTo>
                  <a:pt x="852824" y="779594"/>
                </a:lnTo>
                <a:lnTo>
                  <a:pt x="855731" y="774833"/>
                </a:lnTo>
                <a:lnTo>
                  <a:pt x="858903" y="769807"/>
                </a:lnTo>
                <a:lnTo>
                  <a:pt x="866039" y="760019"/>
                </a:lnTo>
                <a:lnTo>
                  <a:pt x="873704" y="750231"/>
                </a:lnTo>
                <a:lnTo>
                  <a:pt x="881369" y="740443"/>
                </a:lnTo>
                <a:lnTo>
                  <a:pt x="889563" y="731184"/>
                </a:lnTo>
                <a:lnTo>
                  <a:pt x="905421" y="713724"/>
                </a:lnTo>
                <a:lnTo>
                  <a:pt x="919166" y="698646"/>
                </a:lnTo>
                <a:lnTo>
                  <a:pt x="924452" y="692297"/>
                </a:lnTo>
                <a:lnTo>
                  <a:pt x="928945" y="686477"/>
                </a:lnTo>
                <a:lnTo>
                  <a:pt x="932381" y="681980"/>
                </a:lnTo>
                <a:lnTo>
                  <a:pt x="933174" y="679864"/>
                </a:lnTo>
                <a:lnTo>
                  <a:pt x="933967" y="678276"/>
                </a:lnTo>
                <a:lnTo>
                  <a:pt x="934760" y="675102"/>
                </a:lnTo>
                <a:lnTo>
                  <a:pt x="936081" y="671398"/>
                </a:lnTo>
                <a:lnTo>
                  <a:pt x="938989" y="664520"/>
                </a:lnTo>
                <a:lnTo>
                  <a:pt x="942425" y="657378"/>
                </a:lnTo>
                <a:lnTo>
                  <a:pt x="946389" y="650500"/>
                </a:lnTo>
                <a:lnTo>
                  <a:pt x="950354" y="644151"/>
                </a:lnTo>
                <a:lnTo>
                  <a:pt x="953790" y="638596"/>
                </a:lnTo>
                <a:lnTo>
                  <a:pt x="959341" y="630924"/>
                </a:lnTo>
                <a:lnTo>
                  <a:pt x="961984" y="627220"/>
                </a:lnTo>
                <a:lnTo>
                  <a:pt x="967006" y="619549"/>
                </a:lnTo>
                <a:lnTo>
                  <a:pt x="972556" y="609761"/>
                </a:lnTo>
                <a:lnTo>
                  <a:pt x="979428" y="598650"/>
                </a:lnTo>
                <a:lnTo>
                  <a:pt x="986300" y="586746"/>
                </a:lnTo>
                <a:lnTo>
                  <a:pt x="992379" y="575371"/>
                </a:lnTo>
                <a:lnTo>
                  <a:pt x="997401" y="564525"/>
                </a:lnTo>
                <a:lnTo>
                  <a:pt x="999516" y="560028"/>
                </a:lnTo>
                <a:lnTo>
                  <a:pt x="1000837" y="556324"/>
                </a:lnTo>
                <a:lnTo>
                  <a:pt x="1003216" y="548917"/>
                </a:lnTo>
                <a:lnTo>
                  <a:pt x="1005066" y="540452"/>
                </a:lnTo>
                <a:lnTo>
                  <a:pt x="1006388" y="531458"/>
                </a:lnTo>
                <a:lnTo>
                  <a:pt x="1007445" y="522463"/>
                </a:lnTo>
                <a:lnTo>
                  <a:pt x="1008238" y="513204"/>
                </a:lnTo>
                <a:lnTo>
                  <a:pt x="1008502" y="503946"/>
                </a:lnTo>
                <a:lnTo>
                  <a:pt x="1008502" y="495216"/>
                </a:lnTo>
                <a:lnTo>
                  <a:pt x="1008238" y="486751"/>
                </a:lnTo>
                <a:lnTo>
                  <a:pt x="1007445" y="482782"/>
                </a:lnTo>
                <a:lnTo>
                  <a:pt x="1006916" y="479079"/>
                </a:lnTo>
                <a:lnTo>
                  <a:pt x="1006123" y="475375"/>
                </a:lnTo>
                <a:lnTo>
                  <a:pt x="1004802" y="471936"/>
                </a:lnTo>
                <a:lnTo>
                  <a:pt x="1003480" y="468497"/>
                </a:lnTo>
                <a:lnTo>
                  <a:pt x="1002159" y="465587"/>
                </a:lnTo>
                <a:lnTo>
                  <a:pt x="1000309" y="462413"/>
                </a:lnTo>
                <a:lnTo>
                  <a:pt x="998458" y="459503"/>
                </a:lnTo>
                <a:lnTo>
                  <a:pt x="994758" y="454477"/>
                </a:lnTo>
                <a:lnTo>
                  <a:pt x="991058" y="450509"/>
                </a:lnTo>
                <a:lnTo>
                  <a:pt x="987886" y="447599"/>
                </a:lnTo>
                <a:lnTo>
                  <a:pt x="984979" y="445483"/>
                </a:lnTo>
                <a:lnTo>
                  <a:pt x="983921" y="444953"/>
                </a:lnTo>
                <a:lnTo>
                  <a:pt x="982071" y="444424"/>
                </a:lnTo>
                <a:lnTo>
                  <a:pt x="978107" y="443895"/>
                </a:lnTo>
                <a:lnTo>
                  <a:pt x="973349" y="443895"/>
                </a:lnTo>
                <a:lnTo>
                  <a:pt x="967534" y="443895"/>
                </a:lnTo>
                <a:lnTo>
                  <a:pt x="952733" y="443895"/>
                </a:lnTo>
                <a:lnTo>
                  <a:pt x="944011" y="443895"/>
                </a:lnTo>
                <a:lnTo>
                  <a:pt x="933967" y="443366"/>
                </a:lnTo>
                <a:lnTo>
                  <a:pt x="928945" y="442308"/>
                </a:lnTo>
                <a:lnTo>
                  <a:pt x="925245" y="441250"/>
                </a:lnTo>
                <a:lnTo>
                  <a:pt x="921809" y="439398"/>
                </a:lnTo>
                <a:lnTo>
                  <a:pt x="918637" y="437282"/>
                </a:lnTo>
                <a:lnTo>
                  <a:pt x="916522" y="434901"/>
                </a:lnTo>
                <a:lnTo>
                  <a:pt x="915201" y="431991"/>
                </a:lnTo>
                <a:lnTo>
                  <a:pt x="913615" y="429081"/>
                </a:lnTo>
                <a:lnTo>
                  <a:pt x="913086" y="425642"/>
                </a:lnTo>
                <a:lnTo>
                  <a:pt x="912293" y="422468"/>
                </a:lnTo>
                <a:lnTo>
                  <a:pt x="912029" y="419029"/>
                </a:lnTo>
                <a:lnTo>
                  <a:pt x="912029" y="416119"/>
                </a:lnTo>
                <a:lnTo>
                  <a:pt x="912293" y="412680"/>
                </a:lnTo>
                <a:lnTo>
                  <a:pt x="913086" y="407125"/>
                </a:lnTo>
                <a:lnTo>
                  <a:pt x="913879" y="402627"/>
                </a:lnTo>
                <a:lnTo>
                  <a:pt x="913879" y="400776"/>
                </a:lnTo>
                <a:lnTo>
                  <a:pt x="913879" y="399453"/>
                </a:lnTo>
                <a:lnTo>
                  <a:pt x="913351" y="397866"/>
                </a:lnTo>
                <a:lnTo>
                  <a:pt x="912822" y="396543"/>
                </a:lnTo>
                <a:lnTo>
                  <a:pt x="911765" y="395749"/>
                </a:lnTo>
                <a:lnTo>
                  <a:pt x="910708" y="394691"/>
                </a:lnTo>
                <a:lnTo>
                  <a:pt x="907800" y="393104"/>
                </a:lnTo>
                <a:lnTo>
                  <a:pt x="901721" y="389930"/>
                </a:lnTo>
                <a:lnTo>
                  <a:pt x="899078" y="388078"/>
                </a:lnTo>
                <a:lnTo>
                  <a:pt x="897756" y="387284"/>
                </a:lnTo>
                <a:lnTo>
                  <a:pt x="896964" y="385961"/>
                </a:lnTo>
                <a:lnTo>
                  <a:pt x="896171" y="384903"/>
                </a:lnTo>
                <a:lnTo>
                  <a:pt x="895642" y="383581"/>
                </a:lnTo>
                <a:lnTo>
                  <a:pt x="895378" y="382258"/>
                </a:lnTo>
                <a:lnTo>
                  <a:pt x="895378" y="381200"/>
                </a:lnTo>
                <a:lnTo>
                  <a:pt x="895642" y="378819"/>
                </a:lnTo>
                <a:lnTo>
                  <a:pt x="896171" y="376438"/>
                </a:lnTo>
                <a:lnTo>
                  <a:pt x="896699" y="373793"/>
                </a:lnTo>
                <a:lnTo>
                  <a:pt x="896699" y="371147"/>
                </a:lnTo>
                <a:lnTo>
                  <a:pt x="896699" y="369825"/>
                </a:lnTo>
                <a:lnTo>
                  <a:pt x="896171" y="368766"/>
                </a:lnTo>
                <a:lnTo>
                  <a:pt x="895378" y="367444"/>
                </a:lnTo>
                <a:lnTo>
                  <a:pt x="894585" y="366121"/>
                </a:lnTo>
                <a:lnTo>
                  <a:pt x="893527" y="364798"/>
                </a:lnTo>
                <a:lnTo>
                  <a:pt x="892735" y="363211"/>
                </a:lnTo>
                <a:lnTo>
                  <a:pt x="891413" y="359772"/>
                </a:lnTo>
                <a:lnTo>
                  <a:pt x="890620" y="356069"/>
                </a:lnTo>
                <a:lnTo>
                  <a:pt x="890356" y="352365"/>
                </a:lnTo>
                <a:lnTo>
                  <a:pt x="890356" y="348397"/>
                </a:lnTo>
                <a:lnTo>
                  <a:pt x="890620" y="344693"/>
                </a:lnTo>
                <a:lnTo>
                  <a:pt x="891413" y="338345"/>
                </a:lnTo>
                <a:lnTo>
                  <a:pt x="891677" y="335964"/>
                </a:lnTo>
                <a:lnTo>
                  <a:pt x="891413" y="335170"/>
                </a:lnTo>
                <a:lnTo>
                  <a:pt x="891149" y="334112"/>
                </a:lnTo>
                <a:lnTo>
                  <a:pt x="890620" y="333318"/>
                </a:lnTo>
                <a:lnTo>
                  <a:pt x="889563" y="332260"/>
                </a:lnTo>
                <a:lnTo>
                  <a:pt x="887448" y="330937"/>
                </a:lnTo>
                <a:lnTo>
                  <a:pt x="884541" y="329615"/>
                </a:lnTo>
                <a:lnTo>
                  <a:pt x="880841" y="328028"/>
                </a:lnTo>
                <a:lnTo>
                  <a:pt x="870268" y="324853"/>
                </a:lnTo>
                <a:lnTo>
                  <a:pt x="867625" y="323530"/>
                </a:lnTo>
                <a:lnTo>
                  <a:pt x="865511" y="322472"/>
                </a:lnTo>
                <a:lnTo>
                  <a:pt x="863660" y="320620"/>
                </a:lnTo>
                <a:lnTo>
                  <a:pt x="862339" y="318504"/>
                </a:lnTo>
                <a:lnTo>
                  <a:pt x="861546" y="316388"/>
                </a:lnTo>
                <a:lnTo>
                  <a:pt x="861017" y="313742"/>
                </a:lnTo>
                <a:lnTo>
                  <a:pt x="861017" y="311362"/>
                </a:lnTo>
                <a:lnTo>
                  <a:pt x="861017" y="308716"/>
                </a:lnTo>
                <a:lnTo>
                  <a:pt x="861546" y="306335"/>
                </a:lnTo>
                <a:lnTo>
                  <a:pt x="862075" y="303426"/>
                </a:lnTo>
                <a:lnTo>
                  <a:pt x="863925" y="298135"/>
                </a:lnTo>
                <a:lnTo>
                  <a:pt x="866039" y="292844"/>
                </a:lnTo>
                <a:lnTo>
                  <a:pt x="868154" y="288347"/>
                </a:lnTo>
                <a:lnTo>
                  <a:pt x="872911" y="277236"/>
                </a:lnTo>
                <a:lnTo>
                  <a:pt x="878462" y="262422"/>
                </a:lnTo>
                <a:lnTo>
                  <a:pt x="881105" y="255015"/>
                </a:lnTo>
                <a:lnTo>
                  <a:pt x="883219" y="247872"/>
                </a:lnTo>
                <a:lnTo>
                  <a:pt x="884805" y="241259"/>
                </a:lnTo>
                <a:lnTo>
                  <a:pt x="885334" y="238878"/>
                </a:lnTo>
                <a:lnTo>
                  <a:pt x="885862" y="236497"/>
                </a:lnTo>
                <a:lnTo>
                  <a:pt x="885862" y="232265"/>
                </a:lnTo>
                <a:lnTo>
                  <a:pt x="885070" y="228561"/>
                </a:lnTo>
                <a:lnTo>
                  <a:pt x="884541" y="225122"/>
                </a:lnTo>
                <a:lnTo>
                  <a:pt x="883219" y="221683"/>
                </a:lnTo>
                <a:lnTo>
                  <a:pt x="882162" y="218773"/>
                </a:lnTo>
                <a:lnTo>
                  <a:pt x="880841" y="215863"/>
                </a:lnTo>
                <a:lnTo>
                  <a:pt x="878198" y="211102"/>
                </a:lnTo>
                <a:lnTo>
                  <a:pt x="877669" y="210043"/>
                </a:lnTo>
                <a:lnTo>
                  <a:pt x="877140" y="209250"/>
                </a:lnTo>
                <a:lnTo>
                  <a:pt x="876876" y="206869"/>
                </a:lnTo>
                <a:lnTo>
                  <a:pt x="877140" y="204488"/>
                </a:lnTo>
                <a:lnTo>
                  <a:pt x="878198" y="201314"/>
                </a:lnTo>
                <a:lnTo>
                  <a:pt x="878726" y="198668"/>
                </a:lnTo>
                <a:lnTo>
                  <a:pt x="879255" y="195229"/>
                </a:lnTo>
                <a:lnTo>
                  <a:pt x="880048" y="192055"/>
                </a:lnTo>
                <a:lnTo>
                  <a:pt x="879783" y="188351"/>
                </a:lnTo>
                <a:lnTo>
                  <a:pt x="879255" y="183854"/>
                </a:lnTo>
                <a:lnTo>
                  <a:pt x="878990" y="178299"/>
                </a:lnTo>
                <a:lnTo>
                  <a:pt x="878990" y="171685"/>
                </a:lnTo>
                <a:lnTo>
                  <a:pt x="879255" y="164543"/>
                </a:lnTo>
                <a:lnTo>
                  <a:pt x="880048" y="157136"/>
                </a:lnTo>
                <a:lnTo>
                  <a:pt x="880841" y="149464"/>
                </a:lnTo>
                <a:lnTo>
                  <a:pt x="882426" y="142322"/>
                </a:lnTo>
                <a:lnTo>
                  <a:pt x="883219" y="138618"/>
                </a:lnTo>
                <a:lnTo>
                  <a:pt x="884541" y="135179"/>
                </a:lnTo>
                <a:lnTo>
                  <a:pt x="886655" y="129095"/>
                </a:lnTo>
                <a:lnTo>
                  <a:pt x="888241" y="124598"/>
                </a:lnTo>
                <a:lnTo>
                  <a:pt x="889034" y="120894"/>
                </a:lnTo>
                <a:lnTo>
                  <a:pt x="889563" y="117984"/>
                </a:lnTo>
                <a:lnTo>
                  <a:pt x="890356" y="112693"/>
                </a:lnTo>
                <a:lnTo>
                  <a:pt x="890884" y="107667"/>
                </a:lnTo>
                <a:lnTo>
                  <a:pt x="891149" y="104228"/>
                </a:lnTo>
                <a:lnTo>
                  <a:pt x="891149" y="101318"/>
                </a:lnTo>
                <a:lnTo>
                  <a:pt x="890884" y="94705"/>
                </a:lnTo>
                <a:lnTo>
                  <a:pt x="890356" y="87827"/>
                </a:lnTo>
                <a:lnTo>
                  <a:pt x="890356" y="84652"/>
                </a:lnTo>
                <a:lnTo>
                  <a:pt x="890356" y="80949"/>
                </a:lnTo>
                <a:lnTo>
                  <a:pt x="890884" y="79097"/>
                </a:lnTo>
                <a:lnTo>
                  <a:pt x="891413" y="76981"/>
                </a:lnTo>
                <a:lnTo>
                  <a:pt x="892999" y="74600"/>
                </a:lnTo>
                <a:lnTo>
                  <a:pt x="894849" y="71954"/>
                </a:lnTo>
                <a:lnTo>
                  <a:pt x="899342" y="66135"/>
                </a:lnTo>
                <a:lnTo>
                  <a:pt x="905157" y="60050"/>
                </a:lnTo>
                <a:lnTo>
                  <a:pt x="911765" y="53966"/>
                </a:lnTo>
                <a:lnTo>
                  <a:pt x="918637" y="47882"/>
                </a:lnTo>
                <a:lnTo>
                  <a:pt x="925773" y="42591"/>
                </a:lnTo>
                <a:lnTo>
                  <a:pt x="932645" y="37564"/>
                </a:lnTo>
                <a:lnTo>
                  <a:pt x="936346" y="35184"/>
                </a:lnTo>
                <a:lnTo>
                  <a:pt x="940839" y="32803"/>
                </a:lnTo>
                <a:lnTo>
                  <a:pt x="945596" y="30422"/>
                </a:lnTo>
                <a:lnTo>
                  <a:pt x="951147" y="27512"/>
                </a:lnTo>
                <a:lnTo>
                  <a:pt x="963834" y="22221"/>
                </a:lnTo>
                <a:lnTo>
                  <a:pt x="970970" y="19311"/>
                </a:lnTo>
                <a:lnTo>
                  <a:pt x="978371" y="16666"/>
                </a:lnTo>
                <a:lnTo>
                  <a:pt x="986300" y="14021"/>
                </a:lnTo>
                <a:lnTo>
                  <a:pt x="994494" y="11640"/>
                </a:lnTo>
                <a:lnTo>
                  <a:pt x="1002952" y="8994"/>
                </a:lnTo>
                <a:lnTo>
                  <a:pt x="1011674" y="6878"/>
                </a:lnTo>
                <a:lnTo>
                  <a:pt x="1020660" y="4762"/>
                </a:lnTo>
                <a:lnTo>
                  <a:pt x="1029647" y="3175"/>
                </a:lnTo>
                <a:lnTo>
                  <a:pt x="1038633" y="1587"/>
                </a:lnTo>
                <a:lnTo>
                  <a:pt x="1048149" y="265"/>
                </a:lnTo>
                <a:lnTo>
                  <a:pt x="105264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7" name="KSO_Shape">
            <a:extLst>
              <a:ext uri="{FF2B5EF4-FFF2-40B4-BE49-F238E27FC236}">
                <a16:creationId xmlns:a16="http://schemas.microsoft.com/office/drawing/2014/main" id="{343DCA2B-A25D-4CC6-8796-69C14B8756BE}"/>
              </a:ext>
            </a:extLst>
          </p:cNvPr>
          <p:cNvSpPr>
            <a:spLocks/>
          </p:cNvSpPr>
          <p:nvPr/>
        </p:nvSpPr>
        <p:spPr bwMode="auto">
          <a:xfrm>
            <a:off x="7322026" y="5656128"/>
            <a:ext cx="467311" cy="650549"/>
          </a:xfrm>
          <a:custGeom>
            <a:avLst/>
            <a:gdLst>
              <a:gd name="T0" fmla="*/ 2147483646 w 5538"/>
              <a:gd name="T1" fmla="*/ 2147483646 h 7702"/>
              <a:gd name="T2" fmla="*/ 2147483646 w 5538"/>
              <a:gd name="T3" fmla="*/ 2147483646 h 7702"/>
              <a:gd name="T4" fmla="*/ 2147483646 w 5538"/>
              <a:gd name="T5" fmla="*/ 2147483646 h 7702"/>
              <a:gd name="T6" fmla="*/ 2147483646 w 5538"/>
              <a:gd name="T7" fmla="*/ 2147483646 h 7702"/>
              <a:gd name="T8" fmla="*/ 2147483646 w 5538"/>
              <a:gd name="T9" fmla="*/ 2147483646 h 7702"/>
              <a:gd name="T10" fmla="*/ 2147483646 w 5538"/>
              <a:gd name="T11" fmla="*/ 2147483646 h 7702"/>
              <a:gd name="T12" fmla="*/ 2147483646 w 5538"/>
              <a:gd name="T13" fmla="*/ 2147483646 h 7702"/>
              <a:gd name="T14" fmla="*/ 2147483646 w 5538"/>
              <a:gd name="T15" fmla="*/ 2147483646 h 7702"/>
              <a:gd name="T16" fmla="*/ 2147483646 w 5538"/>
              <a:gd name="T17" fmla="*/ 2147483646 h 7702"/>
              <a:gd name="T18" fmla="*/ 2147483646 w 5538"/>
              <a:gd name="T19" fmla="*/ 2147483646 h 7702"/>
              <a:gd name="T20" fmla="*/ 2147483646 w 5538"/>
              <a:gd name="T21" fmla="*/ 2147483646 h 7702"/>
              <a:gd name="T22" fmla="*/ 2147483646 w 5538"/>
              <a:gd name="T23" fmla="*/ 2147483646 h 7702"/>
              <a:gd name="T24" fmla="*/ 2147483646 w 5538"/>
              <a:gd name="T25" fmla="*/ 2147483646 h 7702"/>
              <a:gd name="T26" fmla="*/ 2147483646 w 5538"/>
              <a:gd name="T27" fmla="*/ 2147483646 h 7702"/>
              <a:gd name="T28" fmla="*/ 2147483646 w 5538"/>
              <a:gd name="T29" fmla="*/ 2147483646 h 7702"/>
              <a:gd name="T30" fmla="*/ 2147483646 w 5538"/>
              <a:gd name="T31" fmla="*/ 2147483646 h 7702"/>
              <a:gd name="T32" fmla="*/ 2147483646 w 5538"/>
              <a:gd name="T33" fmla="*/ 2147483646 h 7702"/>
              <a:gd name="T34" fmla="*/ 2147483646 w 5538"/>
              <a:gd name="T35" fmla="*/ 2147483646 h 7702"/>
              <a:gd name="T36" fmla="*/ 2147483646 w 5538"/>
              <a:gd name="T37" fmla="*/ 272356628 h 7702"/>
              <a:gd name="T38" fmla="*/ 2147483646 w 5538"/>
              <a:gd name="T39" fmla="*/ 2147483646 h 7702"/>
              <a:gd name="T40" fmla="*/ 2147483646 w 5538"/>
              <a:gd name="T41" fmla="*/ 121067919 h 7702"/>
              <a:gd name="T42" fmla="*/ 2147483646 w 5538"/>
              <a:gd name="T43" fmla="*/ 2147483646 h 7702"/>
              <a:gd name="T44" fmla="*/ 2147483646 w 5538"/>
              <a:gd name="T45" fmla="*/ 2147483646 h 7702"/>
              <a:gd name="T46" fmla="*/ 2147483646 w 5538"/>
              <a:gd name="T47" fmla="*/ 2147483646 h 7702"/>
              <a:gd name="T48" fmla="*/ 2147483646 w 5538"/>
              <a:gd name="T49" fmla="*/ 2147483646 h 7702"/>
              <a:gd name="T50" fmla="*/ 2147483646 w 5538"/>
              <a:gd name="T51" fmla="*/ 2147483646 h 7702"/>
              <a:gd name="T52" fmla="*/ 2147483646 w 5538"/>
              <a:gd name="T53" fmla="*/ 2147483646 h 7702"/>
              <a:gd name="T54" fmla="*/ 2147483646 w 5538"/>
              <a:gd name="T55" fmla="*/ 2147483646 h 7702"/>
              <a:gd name="T56" fmla="*/ 2147483646 w 5538"/>
              <a:gd name="T57" fmla="*/ 2147483646 h 7702"/>
              <a:gd name="T58" fmla="*/ 2147483646 w 5538"/>
              <a:gd name="T59" fmla="*/ 2147483646 h 7702"/>
              <a:gd name="T60" fmla="*/ 2147483646 w 5538"/>
              <a:gd name="T61" fmla="*/ 2147483646 h 7702"/>
              <a:gd name="T62" fmla="*/ 2147483646 w 5538"/>
              <a:gd name="T63" fmla="*/ 2147483646 h 7702"/>
              <a:gd name="T64" fmla="*/ 2147483646 w 5538"/>
              <a:gd name="T65" fmla="*/ 2147483646 h 7702"/>
              <a:gd name="T66" fmla="*/ 2147483646 w 5538"/>
              <a:gd name="T67" fmla="*/ 2147483646 h 7702"/>
              <a:gd name="T68" fmla="*/ 2147483646 w 5538"/>
              <a:gd name="T69" fmla="*/ 2147483646 h 7702"/>
              <a:gd name="T70" fmla="*/ 2147483646 w 5538"/>
              <a:gd name="T71" fmla="*/ 2147483646 h 7702"/>
              <a:gd name="T72" fmla="*/ 2147483646 w 5538"/>
              <a:gd name="T73" fmla="*/ 2147483646 h 7702"/>
              <a:gd name="T74" fmla="*/ 2147483646 w 5538"/>
              <a:gd name="T75" fmla="*/ 2147483646 h 7702"/>
              <a:gd name="T76" fmla="*/ 2147483646 w 5538"/>
              <a:gd name="T77" fmla="*/ 2147483646 h 7702"/>
              <a:gd name="T78" fmla="*/ 2147483646 w 5538"/>
              <a:gd name="T79" fmla="*/ 2147483646 h 7702"/>
              <a:gd name="T80" fmla="*/ 2147483646 w 5538"/>
              <a:gd name="T81" fmla="*/ 2147483646 h 7702"/>
              <a:gd name="T82" fmla="*/ 2147483646 w 5538"/>
              <a:gd name="T83" fmla="*/ 2147483646 h 7702"/>
              <a:gd name="T84" fmla="*/ 2147483646 w 5538"/>
              <a:gd name="T85" fmla="*/ 2147483646 h 7702"/>
              <a:gd name="T86" fmla="*/ 2147483646 w 5538"/>
              <a:gd name="T87" fmla="*/ 2147483646 h 7702"/>
              <a:gd name="T88" fmla="*/ 2147483646 w 5538"/>
              <a:gd name="T89" fmla="*/ 2147483646 h 7702"/>
              <a:gd name="T90" fmla="*/ 2147483646 w 5538"/>
              <a:gd name="T91" fmla="*/ 2147483646 h 7702"/>
              <a:gd name="T92" fmla="*/ 2147483646 w 5538"/>
              <a:gd name="T93" fmla="*/ 2147483646 h 7702"/>
              <a:gd name="T94" fmla="*/ 2147483646 w 5538"/>
              <a:gd name="T95" fmla="*/ 2147483646 h 7702"/>
              <a:gd name="T96" fmla="*/ 2147483646 w 5538"/>
              <a:gd name="T97" fmla="*/ 2147483646 h 7702"/>
              <a:gd name="T98" fmla="*/ 2147483646 w 5538"/>
              <a:gd name="T99" fmla="*/ 2147483646 h 7702"/>
              <a:gd name="T100" fmla="*/ 2147483646 w 5538"/>
              <a:gd name="T101" fmla="*/ 2147483646 h 7702"/>
              <a:gd name="T102" fmla="*/ 2147483646 w 5538"/>
              <a:gd name="T103" fmla="*/ 2147483646 h 7702"/>
              <a:gd name="T104" fmla="*/ 2147483646 w 5538"/>
              <a:gd name="T105" fmla="*/ 2147483646 h 7702"/>
              <a:gd name="T106" fmla="*/ 2147483646 w 5538"/>
              <a:gd name="T107" fmla="*/ 2147483646 h 7702"/>
              <a:gd name="T108" fmla="*/ 2147483646 w 5538"/>
              <a:gd name="T109" fmla="*/ 2147483646 h 7702"/>
              <a:gd name="T110" fmla="*/ 2147483646 w 5538"/>
              <a:gd name="T111" fmla="*/ 2147483646 h 7702"/>
              <a:gd name="T112" fmla="*/ 2147483646 w 5538"/>
              <a:gd name="T113" fmla="*/ 2147483646 h 7702"/>
              <a:gd name="T114" fmla="*/ 2147483646 w 5538"/>
              <a:gd name="T115" fmla="*/ 2147483646 h 7702"/>
              <a:gd name="T116" fmla="*/ 2147483646 w 5538"/>
              <a:gd name="T117" fmla="*/ 2147483646 h 7702"/>
              <a:gd name="T118" fmla="*/ 2147483646 w 5538"/>
              <a:gd name="T119" fmla="*/ 2147483646 h 7702"/>
              <a:gd name="T120" fmla="*/ 2147483646 w 5538"/>
              <a:gd name="T121" fmla="*/ 2147483646 h 7702"/>
              <a:gd name="T122" fmla="*/ 2147483646 w 5538"/>
              <a:gd name="T123" fmla="*/ 2147483646 h 7702"/>
              <a:gd name="T124" fmla="*/ 2147483646 w 5538"/>
              <a:gd name="T125" fmla="*/ 2147483646 h 770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538" h="7702">
                <a:moveTo>
                  <a:pt x="0" y="1143"/>
                </a:moveTo>
                <a:lnTo>
                  <a:pt x="0" y="1143"/>
                </a:lnTo>
                <a:lnTo>
                  <a:pt x="10" y="1155"/>
                </a:lnTo>
                <a:lnTo>
                  <a:pt x="35" y="1189"/>
                </a:lnTo>
                <a:lnTo>
                  <a:pt x="79" y="1244"/>
                </a:lnTo>
                <a:lnTo>
                  <a:pt x="107" y="1277"/>
                </a:lnTo>
                <a:lnTo>
                  <a:pt x="141" y="1315"/>
                </a:lnTo>
                <a:lnTo>
                  <a:pt x="178" y="1355"/>
                </a:lnTo>
                <a:lnTo>
                  <a:pt x="218" y="1399"/>
                </a:lnTo>
                <a:lnTo>
                  <a:pt x="265" y="1445"/>
                </a:lnTo>
                <a:lnTo>
                  <a:pt x="314" y="1495"/>
                </a:lnTo>
                <a:lnTo>
                  <a:pt x="369" y="1546"/>
                </a:lnTo>
                <a:lnTo>
                  <a:pt x="428" y="1598"/>
                </a:lnTo>
                <a:lnTo>
                  <a:pt x="492" y="1653"/>
                </a:lnTo>
                <a:lnTo>
                  <a:pt x="559" y="1707"/>
                </a:lnTo>
                <a:lnTo>
                  <a:pt x="631" y="1763"/>
                </a:lnTo>
                <a:lnTo>
                  <a:pt x="707" y="1819"/>
                </a:lnTo>
                <a:lnTo>
                  <a:pt x="789" y="1875"/>
                </a:lnTo>
                <a:lnTo>
                  <a:pt x="830" y="1903"/>
                </a:lnTo>
                <a:lnTo>
                  <a:pt x="873" y="1930"/>
                </a:lnTo>
                <a:lnTo>
                  <a:pt x="917" y="1958"/>
                </a:lnTo>
                <a:lnTo>
                  <a:pt x="964" y="1984"/>
                </a:lnTo>
                <a:lnTo>
                  <a:pt x="1010" y="2012"/>
                </a:lnTo>
                <a:lnTo>
                  <a:pt x="1057" y="2038"/>
                </a:lnTo>
                <a:lnTo>
                  <a:pt x="1106" y="2064"/>
                </a:lnTo>
                <a:lnTo>
                  <a:pt x="1155" y="2090"/>
                </a:lnTo>
                <a:lnTo>
                  <a:pt x="1206" y="2115"/>
                </a:lnTo>
                <a:lnTo>
                  <a:pt x="1258" y="2140"/>
                </a:lnTo>
                <a:lnTo>
                  <a:pt x="1311" y="2164"/>
                </a:lnTo>
                <a:lnTo>
                  <a:pt x="1366" y="2187"/>
                </a:lnTo>
                <a:lnTo>
                  <a:pt x="1420" y="2210"/>
                </a:lnTo>
                <a:lnTo>
                  <a:pt x="1477" y="2232"/>
                </a:lnTo>
                <a:lnTo>
                  <a:pt x="1534" y="2255"/>
                </a:lnTo>
                <a:lnTo>
                  <a:pt x="1593" y="2275"/>
                </a:lnTo>
                <a:lnTo>
                  <a:pt x="1652" y="2295"/>
                </a:lnTo>
                <a:lnTo>
                  <a:pt x="1713" y="2314"/>
                </a:lnTo>
                <a:lnTo>
                  <a:pt x="1775" y="2332"/>
                </a:lnTo>
                <a:lnTo>
                  <a:pt x="1838" y="2348"/>
                </a:lnTo>
                <a:lnTo>
                  <a:pt x="1901" y="2365"/>
                </a:lnTo>
                <a:lnTo>
                  <a:pt x="1966" y="2380"/>
                </a:lnTo>
                <a:lnTo>
                  <a:pt x="2033" y="2394"/>
                </a:lnTo>
                <a:lnTo>
                  <a:pt x="2101" y="2406"/>
                </a:lnTo>
                <a:lnTo>
                  <a:pt x="2169" y="2418"/>
                </a:lnTo>
                <a:lnTo>
                  <a:pt x="2239" y="2428"/>
                </a:lnTo>
                <a:lnTo>
                  <a:pt x="2240" y="2559"/>
                </a:lnTo>
                <a:lnTo>
                  <a:pt x="2241" y="2691"/>
                </a:lnTo>
                <a:lnTo>
                  <a:pt x="2241" y="2819"/>
                </a:lnTo>
                <a:lnTo>
                  <a:pt x="2240" y="2938"/>
                </a:lnTo>
                <a:lnTo>
                  <a:pt x="2239" y="3040"/>
                </a:lnTo>
                <a:lnTo>
                  <a:pt x="2236" y="3121"/>
                </a:lnTo>
                <a:lnTo>
                  <a:pt x="2234" y="3176"/>
                </a:lnTo>
                <a:lnTo>
                  <a:pt x="2233" y="3191"/>
                </a:lnTo>
                <a:lnTo>
                  <a:pt x="2232" y="3197"/>
                </a:lnTo>
                <a:lnTo>
                  <a:pt x="773" y="4498"/>
                </a:lnTo>
                <a:lnTo>
                  <a:pt x="764" y="4504"/>
                </a:lnTo>
                <a:lnTo>
                  <a:pt x="755" y="4511"/>
                </a:lnTo>
                <a:lnTo>
                  <a:pt x="746" y="4519"/>
                </a:lnTo>
                <a:lnTo>
                  <a:pt x="738" y="4529"/>
                </a:lnTo>
                <a:lnTo>
                  <a:pt x="729" y="4538"/>
                </a:lnTo>
                <a:lnTo>
                  <a:pt x="721" y="4548"/>
                </a:lnTo>
                <a:lnTo>
                  <a:pt x="707" y="4570"/>
                </a:lnTo>
                <a:lnTo>
                  <a:pt x="695" y="4595"/>
                </a:lnTo>
                <a:lnTo>
                  <a:pt x="684" y="4619"/>
                </a:lnTo>
                <a:lnTo>
                  <a:pt x="676" y="4643"/>
                </a:lnTo>
                <a:lnTo>
                  <a:pt x="671" y="4667"/>
                </a:lnTo>
                <a:lnTo>
                  <a:pt x="724" y="6514"/>
                </a:lnTo>
                <a:lnTo>
                  <a:pt x="738" y="6582"/>
                </a:lnTo>
                <a:lnTo>
                  <a:pt x="753" y="6648"/>
                </a:lnTo>
                <a:lnTo>
                  <a:pt x="770" y="6713"/>
                </a:lnTo>
                <a:lnTo>
                  <a:pt x="789" y="6776"/>
                </a:lnTo>
                <a:lnTo>
                  <a:pt x="808" y="6836"/>
                </a:lnTo>
                <a:lnTo>
                  <a:pt x="830" y="6895"/>
                </a:lnTo>
                <a:lnTo>
                  <a:pt x="855" y="6953"/>
                </a:lnTo>
                <a:lnTo>
                  <a:pt x="880" y="7009"/>
                </a:lnTo>
                <a:lnTo>
                  <a:pt x="908" y="7062"/>
                </a:lnTo>
                <a:lnTo>
                  <a:pt x="937" y="7113"/>
                </a:lnTo>
                <a:lnTo>
                  <a:pt x="968" y="7163"/>
                </a:lnTo>
                <a:lnTo>
                  <a:pt x="1002" y="7211"/>
                </a:lnTo>
                <a:lnTo>
                  <a:pt x="1019" y="7234"/>
                </a:lnTo>
                <a:lnTo>
                  <a:pt x="1037" y="7257"/>
                </a:lnTo>
                <a:lnTo>
                  <a:pt x="1055" y="7279"/>
                </a:lnTo>
                <a:lnTo>
                  <a:pt x="1074" y="7300"/>
                </a:lnTo>
                <a:lnTo>
                  <a:pt x="1093" y="7321"/>
                </a:lnTo>
                <a:lnTo>
                  <a:pt x="1113" y="7342"/>
                </a:lnTo>
                <a:lnTo>
                  <a:pt x="1133" y="7361"/>
                </a:lnTo>
                <a:lnTo>
                  <a:pt x="1154" y="7381"/>
                </a:lnTo>
                <a:lnTo>
                  <a:pt x="1176" y="7400"/>
                </a:lnTo>
                <a:lnTo>
                  <a:pt x="1197" y="7418"/>
                </a:lnTo>
                <a:lnTo>
                  <a:pt x="1220" y="7435"/>
                </a:lnTo>
                <a:lnTo>
                  <a:pt x="1242" y="7453"/>
                </a:lnTo>
                <a:lnTo>
                  <a:pt x="1266" y="7470"/>
                </a:lnTo>
                <a:lnTo>
                  <a:pt x="1289" y="7486"/>
                </a:lnTo>
                <a:lnTo>
                  <a:pt x="1314" y="7502"/>
                </a:lnTo>
                <a:lnTo>
                  <a:pt x="1339" y="7517"/>
                </a:lnTo>
                <a:lnTo>
                  <a:pt x="1365" y="7532"/>
                </a:lnTo>
                <a:lnTo>
                  <a:pt x="1390" y="7546"/>
                </a:lnTo>
                <a:lnTo>
                  <a:pt x="1417" y="7558"/>
                </a:lnTo>
                <a:lnTo>
                  <a:pt x="1443" y="7571"/>
                </a:lnTo>
                <a:lnTo>
                  <a:pt x="1471" y="7584"/>
                </a:lnTo>
                <a:lnTo>
                  <a:pt x="1500" y="7595"/>
                </a:lnTo>
                <a:lnTo>
                  <a:pt x="1528" y="7606"/>
                </a:lnTo>
                <a:lnTo>
                  <a:pt x="1558" y="7616"/>
                </a:lnTo>
                <a:lnTo>
                  <a:pt x="1587" y="7627"/>
                </a:lnTo>
                <a:lnTo>
                  <a:pt x="1618" y="7636"/>
                </a:lnTo>
                <a:lnTo>
                  <a:pt x="1649" y="7645"/>
                </a:lnTo>
                <a:lnTo>
                  <a:pt x="1681" y="7653"/>
                </a:lnTo>
                <a:lnTo>
                  <a:pt x="1712" y="7660"/>
                </a:lnTo>
                <a:lnTo>
                  <a:pt x="1745" y="7667"/>
                </a:lnTo>
                <a:lnTo>
                  <a:pt x="1778" y="7673"/>
                </a:lnTo>
                <a:lnTo>
                  <a:pt x="1812" y="7679"/>
                </a:lnTo>
                <a:lnTo>
                  <a:pt x="1847" y="7685"/>
                </a:lnTo>
                <a:lnTo>
                  <a:pt x="1882" y="7688"/>
                </a:lnTo>
                <a:lnTo>
                  <a:pt x="1953" y="7695"/>
                </a:lnTo>
                <a:lnTo>
                  <a:pt x="2028" y="7700"/>
                </a:lnTo>
                <a:lnTo>
                  <a:pt x="2104" y="7702"/>
                </a:lnTo>
                <a:lnTo>
                  <a:pt x="2128" y="7702"/>
                </a:lnTo>
                <a:lnTo>
                  <a:pt x="2156" y="7702"/>
                </a:lnTo>
                <a:lnTo>
                  <a:pt x="2188" y="7701"/>
                </a:lnTo>
                <a:lnTo>
                  <a:pt x="2221" y="7699"/>
                </a:lnTo>
                <a:lnTo>
                  <a:pt x="2256" y="7695"/>
                </a:lnTo>
                <a:lnTo>
                  <a:pt x="2294" y="7690"/>
                </a:lnTo>
                <a:lnTo>
                  <a:pt x="2332" y="7685"/>
                </a:lnTo>
                <a:lnTo>
                  <a:pt x="2373" y="7678"/>
                </a:lnTo>
                <a:lnTo>
                  <a:pt x="2412" y="7670"/>
                </a:lnTo>
                <a:lnTo>
                  <a:pt x="2453" y="7660"/>
                </a:lnTo>
                <a:lnTo>
                  <a:pt x="2492" y="7650"/>
                </a:lnTo>
                <a:lnTo>
                  <a:pt x="2531" y="7638"/>
                </a:lnTo>
                <a:lnTo>
                  <a:pt x="2567" y="7627"/>
                </a:lnTo>
                <a:lnTo>
                  <a:pt x="2601" y="7613"/>
                </a:lnTo>
                <a:lnTo>
                  <a:pt x="2634" y="7598"/>
                </a:lnTo>
                <a:lnTo>
                  <a:pt x="2663" y="7582"/>
                </a:lnTo>
                <a:lnTo>
                  <a:pt x="2796" y="7481"/>
                </a:lnTo>
                <a:lnTo>
                  <a:pt x="2931" y="7380"/>
                </a:lnTo>
                <a:lnTo>
                  <a:pt x="3064" y="7278"/>
                </a:lnTo>
                <a:lnTo>
                  <a:pt x="3196" y="7176"/>
                </a:lnTo>
                <a:lnTo>
                  <a:pt x="3328" y="7073"/>
                </a:lnTo>
                <a:lnTo>
                  <a:pt x="3459" y="6968"/>
                </a:lnTo>
                <a:lnTo>
                  <a:pt x="3590" y="6864"/>
                </a:lnTo>
                <a:lnTo>
                  <a:pt x="3720" y="6757"/>
                </a:lnTo>
                <a:lnTo>
                  <a:pt x="3849" y="6651"/>
                </a:lnTo>
                <a:lnTo>
                  <a:pt x="3976" y="6543"/>
                </a:lnTo>
                <a:lnTo>
                  <a:pt x="4104" y="6433"/>
                </a:lnTo>
                <a:lnTo>
                  <a:pt x="4229" y="6323"/>
                </a:lnTo>
                <a:lnTo>
                  <a:pt x="4354" y="6212"/>
                </a:lnTo>
                <a:lnTo>
                  <a:pt x="4478" y="6098"/>
                </a:lnTo>
                <a:lnTo>
                  <a:pt x="4600" y="5983"/>
                </a:lnTo>
                <a:lnTo>
                  <a:pt x="4721" y="5867"/>
                </a:lnTo>
                <a:lnTo>
                  <a:pt x="4741" y="5844"/>
                </a:lnTo>
                <a:lnTo>
                  <a:pt x="4758" y="5820"/>
                </a:lnTo>
                <a:lnTo>
                  <a:pt x="4775" y="5794"/>
                </a:lnTo>
                <a:lnTo>
                  <a:pt x="4790" y="5768"/>
                </a:lnTo>
                <a:lnTo>
                  <a:pt x="4804" y="5740"/>
                </a:lnTo>
                <a:lnTo>
                  <a:pt x="4816" y="5710"/>
                </a:lnTo>
                <a:lnTo>
                  <a:pt x="4827" y="5680"/>
                </a:lnTo>
                <a:lnTo>
                  <a:pt x="4837" y="5647"/>
                </a:lnTo>
                <a:lnTo>
                  <a:pt x="4846" y="5613"/>
                </a:lnTo>
                <a:lnTo>
                  <a:pt x="4856" y="5580"/>
                </a:lnTo>
                <a:lnTo>
                  <a:pt x="4863" y="5544"/>
                </a:lnTo>
                <a:lnTo>
                  <a:pt x="4870" y="5508"/>
                </a:lnTo>
                <a:lnTo>
                  <a:pt x="4875" y="5471"/>
                </a:lnTo>
                <a:lnTo>
                  <a:pt x="4881" y="5433"/>
                </a:lnTo>
                <a:lnTo>
                  <a:pt x="4891" y="5354"/>
                </a:lnTo>
                <a:lnTo>
                  <a:pt x="4891" y="3023"/>
                </a:lnTo>
                <a:lnTo>
                  <a:pt x="4884" y="2982"/>
                </a:lnTo>
                <a:lnTo>
                  <a:pt x="4875" y="2944"/>
                </a:lnTo>
                <a:lnTo>
                  <a:pt x="4866" y="2907"/>
                </a:lnTo>
                <a:lnTo>
                  <a:pt x="4856" y="2871"/>
                </a:lnTo>
                <a:lnTo>
                  <a:pt x="4845" y="2838"/>
                </a:lnTo>
                <a:lnTo>
                  <a:pt x="4834" y="2804"/>
                </a:lnTo>
                <a:lnTo>
                  <a:pt x="4821" y="2773"/>
                </a:lnTo>
                <a:lnTo>
                  <a:pt x="4807" y="2742"/>
                </a:lnTo>
                <a:lnTo>
                  <a:pt x="4792" y="2713"/>
                </a:lnTo>
                <a:lnTo>
                  <a:pt x="4777" y="2686"/>
                </a:lnTo>
                <a:lnTo>
                  <a:pt x="4761" y="2660"/>
                </a:lnTo>
                <a:lnTo>
                  <a:pt x="4743" y="2635"/>
                </a:lnTo>
                <a:lnTo>
                  <a:pt x="4725" y="2612"/>
                </a:lnTo>
                <a:lnTo>
                  <a:pt x="4706" y="2588"/>
                </a:lnTo>
                <a:lnTo>
                  <a:pt x="4687" y="2567"/>
                </a:lnTo>
                <a:lnTo>
                  <a:pt x="4666" y="2548"/>
                </a:lnTo>
                <a:lnTo>
                  <a:pt x="4645" y="2529"/>
                </a:lnTo>
                <a:lnTo>
                  <a:pt x="4623" y="2511"/>
                </a:lnTo>
                <a:lnTo>
                  <a:pt x="4600" y="2494"/>
                </a:lnTo>
                <a:lnTo>
                  <a:pt x="4575" y="2479"/>
                </a:lnTo>
                <a:lnTo>
                  <a:pt x="4551" y="2465"/>
                </a:lnTo>
                <a:lnTo>
                  <a:pt x="4527" y="2453"/>
                </a:lnTo>
                <a:lnTo>
                  <a:pt x="4500" y="2441"/>
                </a:lnTo>
                <a:lnTo>
                  <a:pt x="4473" y="2431"/>
                </a:lnTo>
                <a:lnTo>
                  <a:pt x="4445" y="2420"/>
                </a:lnTo>
                <a:lnTo>
                  <a:pt x="4418" y="2412"/>
                </a:lnTo>
                <a:lnTo>
                  <a:pt x="4389" y="2405"/>
                </a:lnTo>
                <a:lnTo>
                  <a:pt x="4360" y="2398"/>
                </a:lnTo>
                <a:lnTo>
                  <a:pt x="4328" y="2394"/>
                </a:lnTo>
                <a:lnTo>
                  <a:pt x="4298" y="2389"/>
                </a:lnTo>
                <a:lnTo>
                  <a:pt x="4266" y="2385"/>
                </a:lnTo>
                <a:lnTo>
                  <a:pt x="4233" y="2383"/>
                </a:lnTo>
                <a:lnTo>
                  <a:pt x="4195" y="2388"/>
                </a:lnTo>
                <a:lnTo>
                  <a:pt x="4157" y="2394"/>
                </a:lnTo>
                <a:lnTo>
                  <a:pt x="4119" y="2401"/>
                </a:lnTo>
                <a:lnTo>
                  <a:pt x="4083" y="2408"/>
                </a:lnTo>
                <a:lnTo>
                  <a:pt x="4047" y="2417"/>
                </a:lnTo>
                <a:lnTo>
                  <a:pt x="4013" y="2427"/>
                </a:lnTo>
                <a:lnTo>
                  <a:pt x="3979" y="2439"/>
                </a:lnTo>
                <a:lnTo>
                  <a:pt x="3946" y="2450"/>
                </a:lnTo>
                <a:lnTo>
                  <a:pt x="3915" y="2464"/>
                </a:lnTo>
                <a:lnTo>
                  <a:pt x="3884" y="2481"/>
                </a:lnTo>
                <a:lnTo>
                  <a:pt x="3855" y="2497"/>
                </a:lnTo>
                <a:lnTo>
                  <a:pt x="3826" y="2515"/>
                </a:lnTo>
                <a:lnTo>
                  <a:pt x="3800" y="2535"/>
                </a:lnTo>
                <a:lnTo>
                  <a:pt x="3774" y="2556"/>
                </a:lnTo>
                <a:lnTo>
                  <a:pt x="3750" y="2578"/>
                </a:lnTo>
                <a:lnTo>
                  <a:pt x="3727" y="2602"/>
                </a:lnTo>
                <a:lnTo>
                  <a:pt x="3705" y="2628"/>
                </a:lnTo>
                <a:lnTo>
                  <a:pt x="3684" y="2656"/>
                </a:lnTo>
                <a:lnTo>
                  <a:pt x="3664" y="2685"/>
                </a:lnTo>
                <a:lnTo>
                  <a:pt x="3647" y="2716"/>
                </a:lnTo>
                <a:lnTo>
                  <a:pt x="3631" y="2748"/>
                </a:lnTo>
                <a:lnTo>
                  <a:pt x="3616" y="2783"/>
                </a:lnTo>
                <a:lnTo>
                  <a:pt x="3602" y="2819"/>
                </a:lnTo>
                <a:lnTo>
                  <a:pt x="3590" y="2857"/>
                </a:lnTo>
                <a:lnTo>
                  <a:pt x="3578" y="2898"/>
                </a:lnTo>
                <a:lnTo>
                  <a:pt x="3570" y="2940"/>
                </a:lnTo>
                <a:lnTo>
                  <a:pt x="3562" y="2984"/>
                </a:lnTo>
                <a:lnTo>
                  <a:pt x="3556" y="3030"/>
                </a:lnTo>
                <a:lnTo>
                  <a:pt x="3553" y="3079"/>
                </a:lnTo>
                <a:lnTo>
                  <a:pt x="3551" y="3128"/>
                </a:lnTo>
                <a:lnTo>
                  <a:pt x="3549" y="3182"/>
                </a:lnTo>
                <a:lnTo>
                  <a:pt x="3551" y="3236"/>
                </a:lnTo>
                <a:lnTo>
                  <a:pt x="3315" y="3239"/>
                </a:lnTo>
                <a:lnTo>
                  <a:pt x="3315" y="2439"/>
                </a:lnTo>
                <a:lnTo>
                  <a:pt x="3328" y="2439"/>
                </a:lnTo>
                <a:lnTo>
                  <a:pt x="3365" y="2436"/>
                </a:lnTo>
                <a:lnTo>
                  <a:pt x="3393" y="2434"/>
                </a:lnTo>
                <a:lnTo>
                  <a:pt x="3425" y="2432"/>
                </a:lnTo>
                <a:lnTo>
                  <a:pt x="3464" y="2427"/>
                </a:lnTo>
                <a:lnTo>
                  <a:pt x="3507" y="2420"/>
                </a:lnTo>
                <a:lnTo>
                  <a:pt x="3554" y="2413"/>
                </a:lnTo>
                <a:lnTo>
                  <a:pt x="3606" y="2403"/>
                </a:lnTo>
                <a:lnTo>
                  <a:pt x="3664" y="2390"/>
                </a:lnTo>
                <a:lnTo>
                  <a:pt x="3726" y="2375"/>
                </a:lnTo>
                <a:lnTo>
                  <a:pt x="3791" y="2358"/>
                </a:lnTo>
                <a:lnTo>
                  <a:pt x="3860" y="2337"/>
                </a:lnTo>
                <a:lnTo>
                  <a:pt x="3933" y="2312"/>
                </a:lnTo>
                <a:lnTo>
                  <a:pt x="4010" y="2285"/>
                </a:lnTo>
                <a:lnTo>
                  <a:pt x="4088" y="2253"/>
                </a:lnTo>
                <a:lnTo>
                  <a:pt x="4172" y="2217"/>
                </a:lnTo>
                <a:lnTo>
                  <a:pt x="4214" y="2198"/>
                </a:lnTo>
                <a:lnTo>
                  <a:pt x="4258" y="2178"/>
                </a:lnTo>
                <a:lnTo>
                  <a:pt x="4301" y="2156"/>
                </a:lnTo>
                <a:lnTo>
                  <a:pt x="4346" y="2133"/>
                </a:lnTo>
                <a:lnTo>
                  <a:pt x="4391" y="2110"/>
                </a:lnTo>
                <a:lnTo>
                  <a:pt x="4436" y="2084"/>
                </a:lnTo>
                <a:lnTo>
                  <a:pt x="4483" y="2057"/>
                </a:lnTo>
                <a:lnTo>
                  <a:pt x="4529" y="2030"/>
                </a:lnTo>
                <a:lnTo>
                  <a:pt x="4576" y="2001"/>
                </a:lnTo>
                <a:lnTo>
                  <a:pt x="4624" y="1971"/>
                </a:lnTo>
                <a:lnTo>
                  <a:pt x="4673" y="1939"/>
                </a:lnTo>
                <a:lnTo>
                  <a:pt x="4721" y="1906"/>
                </a:lnTo>
                <a:lnTo>
                  <a:pt x="4770" y="1871"/>
                </a:lnTo>
                <a:lnTo>
                  <a:pt x="4820" y="1835"/>
                </a:lnTo>
                <a:lnTo>
                  <a:pt x="4870" y="1798"/>
                </a:lnTo>
                <a:lnTo>
                  <a:pt x="4920" y="1758"/>
                </a:lnTo>
                <a:lnTo>
                  <a:pt x="4971" y="1718"/>
                </a:lnTo>
                <a:lnTo>
                  <a:pt x="5020" y="1676"/>
                </a:lnTo>
                <a:lnTo>
                  <a:pt x="5071" y="1632"/>
                </a:lnTo>
                <a:lnTo>
                  <a:pt x="5124" y="1587"/>
                </a:lnTo>
                <a:lnTo>
                  <a:pt x="5175" y="1539"/>
                </a:lnTo>
                <a:lnTo>
                  <a:pt x="5227" y="1491"/>
                </a:lnTo>
                <a:lnTo>
                  <a:pt x="5278" y="1440"/>
                </a:lnTo>
                <a:lnTo>
                  <a:pt x="5330" y="1388"/>
                </a:lnTo>
                <a:lnTo>
                  <a:pt x="5382" y="1333"/>
                </a:lnTo>
                <a:lnTo>
                  <a:pt x="5434" y="1277"/>
                </a:lnTo>
                <a:lnTo>
                  <a:pt x="5486" y="1219"/>
                </a:lnTo>
                <a:lnTo>
                  <a:pt x="5538" y="1159"/>
                </a:lnTo>
                <a:lnTo>
                  <a:pt x="3568" y="22"/>
                </a:lnTo>
                <a:lnTo>
                  <a:pt x="3558" y="18"/>
                </a:lnTo>
                <a:lnTo>
                  <a:pt x="3546" y="13"/>
                </a:lnTo>
                <a:lnTo>
                  <a:pt x="3534" y="9"/>
                </a:lnTo>
                <a:lnTo>
                  <a:pt x="3523" y="7"/>
                </a:lnTo>
                <a:lnTo>
                  <a:pt x="3510" y="6"/>
                </a:lnTo>
                <a:lnTo>
                  <a:pt x="3498" y="5"/>
                </a:lnTo>
                <a:lnTo>
                  <a:pt x="3473" y="5"/>
                </a:lnTo>
                <a:lnTo>
                  <a:pt x="3449" y="8"/>
                </a:lnTo>
                <a:lnTo>
                  <a:pt x="3424" y="13"/>
                </a:lnTo>
                <a:lnTo>
                  <a:pt x="3401" y="20"/>
                </a:lnTo>
                <a:lnTo>
                  <a:pt x="3379" y="28"/>
                </a:lnTo>
                <a:lnTo>
                  <a:pt x="2773" y="296"/>
                </a:lnTo>
                <a:lnTo>
                  <a:pt x="2760" y="300"/>
                </a:lnTo>
                <a:lnTo>
                  <a:pt x="2747" y="304"/>
                </a:lnTo>
                <a:lnTo>
                  <a:pt x="2735" y="306"/>
                </a:lnTo>
                <a:lnTo>
                  <a:pt x="2722" y="307"/>
                </a:lnTo>
                <a:lnTo>
                  <a:pt x="2710" y="307"/>
                </a:lnTo>
                <a:lnTo>
                  <a:pt x="2699" y="305"/>
                </a:lnTo>
                <a:lnTo>
                  <a:pt x="2687" y="300"/>
                </a:lnTo>
                <a:lnTo>
                  <a:pt x="2676" y="296"/>
                </a:lnTo>
                <a:lnTo>
                  <a:pt x="2037" y="18"/>
                </a:lnTo>
                <a:lnTo>
                  <a:pt x="2019" y="11"/>
                </a:lnTo>
                <a:lnTo>
                  <a:pt x="2002" y="5"/>
                </a:lnTo>
                <a:lnTo>
                  <a:pt x="1984" y="1"/>
                </a:lnTo>
                <a:lnTo>
                  <a:pt x="1966" y="0"/>
                </a:lnTo>
                <a:lnTo>
                  <a:pt x="1949" y="1"/>
                </a:lnTo>
                <a:lnTo>
                  <a:pt x="1940" y="2"/>
                </a:lnTo>
                <a:lnTo>
                  <a:pt x="1931" y="5"/>
                </a:lnTo>
                <a:lnTo>
                  <a:pt x="1922" y="8"/>
                </a:lnTo>
                <a:lnTo>
                  <a:pt x="1914" y="13"/>
                </a:lnTo>
                <a:lnTo>
                  <a:pt x="1905" y="18"/>
                </a:lnTo>
                <a:lnTo>
                  <a:pt x="1895" y="23"/>
                </a:lnTo>
                <a:lnTo>
                  <a:pt x="0" y="1143"/>
                </a:lnTo>
                <a:close/>
                <a:moveTo>
                  <a:pt x="4897" y="1353"/>
                </a:moveTo>
                <a:lnTo>
                  <a:pt x="4897" y="1353"/>
                </a:lnTo>
                <a:lnTo>
                  <a:pt x="4904" y="1360"/>
                </a:lnTo>
                <a:lnTo>
                  <a:pt x="4909" y="1366"/>
                </a:lnTo>
                <a:lnTo>
                  <a:pt x="4913" y="1374"/>
                </a:lnTo>
                <a:lnTo>
                  <a:pt x="4915" y="1381"/>
                </a:lnTo>
                <a:lnTo>
                  <a:pt x="4916" y="1389"/>
                </a:lnTo>
                <a:lnTo>
                  <a:pt x="4916" y="1397"/>
                </a:lnTo>
                <a:lnTo>
                  <a:pt x="4915" y="1406"/>
                </a:lnTo>
                <a:lnTo>
                  <a:pt x="4914" y="1415"/>
                </a:lnTo>
                <a:lnTo>
                  <a:pt x="4888" y="1440"/>
                </a:lnTo>
                <a:lnTo>
                  <a:pt x="4863" y="1463"/>
                </a:lnTo>
                <a:lnTo>
                  <a:pt x="4837" y="1487"/>
                </a:lnTo>
                <a:lnTo>
                  <a:pt x="4809" y="1510"/>
                </a:lnTo>
                <a:lnTo>
                  <a:pt x="4783" y="1532"/>
                </a:lnTo>
                <a:lnTo>
                  <a:pt x="4754" y="1554"/>
                </a:lnTo>
                <a:lnTo>
                  <a:pt x="4696" y="1598"/>
                </a:lnTo>
                <a:lnTo>
                  <a:pt x="4634" y="1640"/>
                </a:lnTo>
                <a:lnTo>
                  <a:pt x="4573" y="1680"/>
                </a:lnTo>
                <a:lnTo>
                  <a:pt x="4508" y="1718"/>
                </a:lnTo>
                <a:lnTo>
                  <a:pt x="4443" y="1755"/>
                </a:lnTo>
                <a:lnTo>
                  <a:pt x="4377" y="1790"/>
                </a:lnTo>
                <a:lnTo>
                  <a:pt x="4310" y="1823"/>
                </a:lnTo>
                <a:lnTo>
                  <a:pt x="4244" y="1855"/>
                </a:lnTo>
                <a:lnTo>
                  <a:pt x="4177" y="1886"/>
                </a:lnTo>
                <a:lnTo>
                  <a:pt x="4109" y="1914"/>
                </a:lnTo>
                <a:lnTo>
                  <a:pt x="4043" y="1942"/>
                </a:lnTo>
                <a:lnTo>
                  <a:pt x="3977" y="1967"/>
                </a:lnTo>
                <a:lnTo>
                  <a:pt x="3913" y="1991"/>
                </a:lnTo>
                <a:lnTo>
                  <a:pt x="3851" y="2013"/>
                </a:lnTo>
                <a:lnTo>
                  <a:pt x="3791" y="2034"/>
                </a:lnTo>
                <a:lnTo>
                  <a:pt x="3731" y="2054"/>
                </a:lnTo>
                <a:lnTo>
                  <a:pt x="3676" y="2071"/>
                </a:lnTo>
                <a:lnTo>
                  <a:pt x="3571" y="2103"/>
                </a:lnTo>
                <a:lnTo>
                  <a:pt x="3481" y="2129"/>
                </a:lnTo>
                <a:lnTo>
                  <a:pt x="3406" y="2149"/>
                </a:lnTo>
                <a:lnTo>
                  <a:pt x="3350" y="2163"/>
                </a:lnTo>
                <a:lnTo>
                  <a:pt x="3301" y="2173"/>
                </a:lnTo>
                <a:lnTo>
                  <a:pt x="3304" y="1348"/>
                </a:lnTo>
                <a:lnTo>
                  <a:pt x="4897" y="1353"/>
                </a:lnTo>
                <a:close/>
                <a:moveTo>
                  <a:pt x="2028" y="3823"/>
                </a:moveTo>
                <a:lnTo>
                  <a:pt x="2028" y="3823"/>
                </a:lnTo>
                <a:lnTo>
                  <a:pt x="2062" y="3787"/>
                </a:lnTo>
                <a:lnTo>
                  <a:pt x="2097" y="3751"/>
                </a:lnTo>
                <a:lnTo>
                  <a:pt x="2133" y="3717"/>
                </a:lnTo>
                <a:lnTo>
                  <a:pt x="2170" y="3684"/>
                </a:lnTo>
                <a:lnTo>
                  <a:pt x="2208" y="3651"/>
                </a:lnTo>
                <a:lnTo>
                  <a:pt x="2247" y="3619"/>
                </a:lnTo>
                <a:lnTo>
                  <a:pt x="2286" y="3587"/>
                </a:lnTo>
                <a:lnTo>
                  <a:pt x="2327" y="3556"/>
                </a:lnTo>
                <a:lnTo>
                  <a:pt x="3605" y="3556"/>
                </a:lnTo>
                <a:lnTo>
                  <a:pt x="3620" y="3558"/>
                </a:lnTo>
                <a:lnTo>
                  <a:pt x="3634" y="3562"/>
                </a:lnTo>
                <a:lnTo>
                  <a:pt x="3648" y="3565"/>
                </a:lnTo>
                <a:lnTo>
                  <a:pt x="3660" y="3569"/>
                </a:lnTo>
                <a:lnTo>
                  <a:pt x="3670" y="3574"/>
                </a:lnTo>
                <a:lnTo>
                  <a:pt x="3680" y="3579"/>
                </a:lnTo>
                <a:lnTo>
                  <a:pt x="3690" y="3585"/>
                </a:lnTo>
                <a:lnTo>
                  <a:pt x="3697" y="3591"/>
                </a:lnTo>
                <a:lnTo>
                  <a:pt x="3704" y="3599"/>
                </a:lnTo>
                <a:lnTo>
                  <a:pt x="3709" y="3606"/>
                </a:lnTo>
                <a:lnTo>
                  <a:pt x="3714" y="3615"/>
                </a:lnTo>
                <a:lnTo>
                  <a:pt x="3719" y="3623"/>
                </a:lnTo>
                <a:lnTo>
                  <a:pt x="3721" y="3634"/>
                </a:lnTo>
                <a:lnTo>
                  <a:pt x="3723" y="3644"/>
                </a:lnTo>
                <a:lnTo>
                  <a:pt x="3723" y="3655"/>
                </a:lnTo>
                <a:lnTo>
                  <a:pt x="3723" y="3666"/>
                </a:lnTo>
                <a:lnTo>
                  <a:pt x="3741" y="4928"/>
                </a:lnTo>
                <a:lnTo>
                  <a:pt x="3731" y="4955"/>
                </a:lnTo>
                <a:lnTo>
                  <a:pt x="3722" y="4979"/>
                </a:lnTo>
                <a:lnTo>
                  <a:pt x="3712" y="5001"/>
                </a:lnTo>
                <a:lnTo>
                  <a:pt x="3700" y="5021"/>
                </a:lnTo>
                <a:lnTo>
                  <a:pt x="3689" y="5040"/>
                </a:lnTo>
                <a:lnTo>
                  <a:pt x="3675" y="5056"/>
                </a:lnTo>
                <a:lnTo>
                  <a:pt x="3661" y="5070"/>
                </a:lnTo>
                <a:lnTo>
                  <a:pt x="3645" y="5083"/>
                </a:lnTo>
                <a:lnTo>
                  <a:pt x="3628" y="5094"/>
                </a:lnTo>
                <a:lnTo>
                  <a:pt x="3612" y="5103"/>
                </a:lnTo>
                <a:lnTo>
                  <a:pt x="3595" y="5112"/>
                </a:lnTo>
                <a:lnTo>
                  <a:pt x="3576" y="5117"/>
                </a:lnTo>
                <a:lnTo>
                  <a:pt x="3556" y="5122"/>
                </a:lnTo>
                <a:lnTo>
                  <a:pt x="3537" y="5127"/>
                </a:lnTo>
                <a:lnTo>
                  <a:pt x="3517" y="5129"/>
                </a:lnTo>
                <a:lnTo>
                  <a:pt x="3496" y="5130"/>
                </a:lnTo>
                <a:lnTo>
                  <a:pt x="3488" y="4095"/>
                </a:lnTo>
                <a:lnTo>
                  <a:pt x="3483" y="4065"/>
                </a:lnTo>
                <a:lnTo>
                  <a:pt x="3478" y="4037"/>
                </a:lnTo>
                <a:lnTo>
                  <a:pt x="3469" y="4012"/>
                </a:lnTo>
                <a:lnTo>
                  <a:pt x="3460" y="3987"/>
                </a:lnTo>
                <a:lnTo>
                  <a:pt x="3449" y="3964"/>
                </a:lnTo>
                <a:lnTo>
                  <a:pt x="3435" y="3943"/>
                </a:lnTo>
                <a:lnTo>
                  <a:pt x="3421" y="3924"/>
                </a:lnTo>
                <a:lnTo>
                  <a:pt x="3403" y="3905"/>
                </a:lnTo>
                <a:lnTo>
                  <a:pt x="3385" y="3889"/>
                </a:lnTo>
                <a:lnTo>
                  <a:pt x="3365" y="3874"/>
                </a:lnTo>
                <a:lnTo>
                  <a:pt x="3344" y="3860"/>
                </a:lnTo>
                <a:lnTo>
                  <a:pt x="3322" y="3847"/>
                </a:lnTo>
                <a:lnTo>
                  <a:pt x="3298" y="3835"/>
                </a:lnTo>
                <a:lnTo>
                  <a:pt x="3272" y="3826"/>
                </a:lnTo>
                <a:lnTo>
                  <a:pt x="3246" y="3817"/>
                </a:lnTo>
                <a:lnTo>
                  <a:pt x="3218" y="3809"/>
                </a:lnTo>
                <a:lnTo>
                  <a:pt x="2028" y="3823"/>
                </a:lnTo>
                <a:close/>
                <a:moveTo>
                  <a:pt x="1384" y="4381"/>
                </a:moveTo>
                <a:lnTo>
                  <a:pt x="1384" y="4381"/>
                </a:lnTo>
                <a:lnTo>
                  <a:pt x="1413" y="4350"/>
                </a:lnTo>
                <a:lnTo>
                  <a:pt x="1442" y="4319"/>
                </a:lnTo>
                <a:lnTo>
                  <a:pt x="1475" y="4289"/>
                </a:lnTo>
                <a:lnTo>
                  <a:pt x="1508" y="4260"/>
                </a:lnTo>
                <a:lnTo>
                  <a:pt x="1543" y="4232"/>
                </a:lnTo>
                <a:lnTo>
                  <a:pt x="1579" y="4205"/>
                </a:lnTo>
                <a:lnTo>
                  <a:pt x="1616" y="4180"/>
                </a:lnTo>
                <a:lnTo>
                  <a:pt x="1654" y="4155"/>
                </a:lnTo>
                <a:lnTo>
                  <a:pt x="3099" y="4155"/>
                </a:lnTo>
                <a:lnTo>
                  <a:pt x="3112" y="4162"/>
                </a:lnTo>
                <a:lnTo>
                  <a:pt x="3125" y="4169"/>
                </a:lnTo>
                <a:lnTo>
                  <a:pt x="3136" y="4177"/>
                </a:lnTo>
                <a:lnTo>
                  <a:pt x="3146" y="4187"/>
                </a:lnTo>
                <a:lnTo>
                  <a:pt x="3153" y="4198"/>
                </a:lnTo>
                <a:lnTo>
                  <a:pt x="3160" y="4210"/>
                </a:lnTo>
                <a:lnTo>
                  <a:pt x="3163" y="4223"/>
                </a:lnTo>
                <a:lnTo>
                  <a:pt x="3165" y="4238"/>
                </a:lnTo>
                <a:lnTo>
                  <a:pt x="3173" y="5281"/>
                </a:lnTo>
                <a:lnTo>
                  <a:pt x="3165" y="5305"/>
                </a:lnTo>
                <a:lnTo>
                  <a:pt x="3158" y="5328"/>
                </a:lnTo>
                <a:lnTo>
                  <a:pt x="3148" y="5350"/>
                </a:lnTo>
                <a:lnTo>
                  <a:pt x="3138" y="5370"/>
                </a:lnTo>
                <a:lnTo>
                  <a:pt x="3128" y="5390"/>
                </a:lnTo>
                <a:lnTo>
                  <a:pt x="3116" y="5406"/>
                </a:lnTo>
                <a:lnTo>
                  <a:pt x="3103" y="5422"/>
                </a:lnTo>
                <a:lnTo>
                  <a:pt x="3089" y="5435"/>
                </a:lnTo>
                <a:lnTo>
                  <a:pt x="3074" y="5448"/>
                </a:lnTo>
                <a:lnTo>
                  <a:pt x="3058" y="5458"/>
                </a:lnTo>
                <a:lnTo>
                  <a:pt x="3041" y="5466"/>
                </a:lnTo>
                <a:lnTo>
                  <a:pt x="3022" y="5473"/>
                </a:lnTo>
                <a:lnTo>
                  <a:pt x="3002" y="5478"/>
                </a:lnTo>
                <a:lnTo>
                  <a:pt x="2982" y="5481"/>
                </a:lnTo>
                <a:lnTo>
                  <a:pt x="2958" y="5482"/>
                </a:lnTo>
                <a:lnTo>
                  <a:pt x="2935" y="5481"/>
                </a:lnTo>
                <a:lnTo>
                  <a:pt x="2920" y="4607"/>
                </a:lnTo>
                <a:lnTo>
                  <a:pt x="2912" y="4584"/>
                </a:lnTo>
                <a:lnTo>
                  <a:pt x="2903" y="4563"/>
                </a:lnTo>
                <a:lnTo>
                  <a:pt x="2893" y="4542"/>
                </a:lnTo>
                <a:lnTo>
                  <a:pt x="2882" y="4523"/>
                </a:lnTo>
                <a:lnTo>
                  <a:pt x="2870" y="4504"/>
                </a:lnTo>
                <a:lnTo>
                  <a:pt x="2859" y="4487"/>
                </a:lnTo>
                <a:lnTo>
                  <a:pt x="2845" y="4471"/>
                </a:lnTo>
                <a:lnTo>
                  <a:pt x="2831" y="4456"/>
                </a:lnTo>
                <a:lnTo>
                  <a:pt x="2816" y="4440"/>
                </a:lnTo>
                <a:lnTo>
                  <a:pt x="2801" y="4428"/>
                </a:lnTo>
                <a:lnTo>
                  <a:pt x="2784" y="4415"/>
                </a:lnTo>
                <a:lnTo>
                  <a:pt x="2767" y="4405"/>
                </a:lnTo>
                <a:lnTo>
                  <a:pt x="2750" y="4394"/>
                </a:lnTo>
                <a:lnTo>
                  <a:pt x="2731" y="4385"/>
                </a:lnTo>
                <a:lnTo>
                  <a:pt x="2711" y="4377"/>
                </a:lnTo>
                <a:lnTo>
                  <a:pt x="2691" y="4371"/>
                </a:lnTo>
                <a:lnTo>
                  <a:pt x="1384" y="4381"/>
                </a:lnTo>
                <a:close/>
                <a:moveTo>
                  <a:pt x="2154" y="5422"/>
                </a:moveTo>
                <a:lnTo>
                  <a:pt x="1866" y="5423"/>
                </a:lnTo>
                <a:lnTo>
                  <a:pt x="1870" y="5845"/>
                </a:lnTo>
                <a:lnTo>
                  <a:pt x="1879" y="5881"/>
                </a:lnTo>
                <a:lnTo>
                  <a:pt x="1891" y="5915"/>
                </a:lnTo>
                <a:lnTo>
                  <a:pt x="1902" y="5947"/>
                </a:lnTo>
                <a:lnTo>
                  <a:pt x="1916" y="5979"/>
                </a:lnTo>
                <a:lnTo>
                  <a:pt x="1931" y="6008"/>
                </a:lnTo>
                <a:lnTo>
                  <a:pt x="1949" y="6035"/>
                </a:lnTo>
                <a:lnTo>
                  <a:pt x="1966" y="6062"/>
                </a:lnTo>
                <a:lnTo>
                  <a:pt x="1985" y="6086"/>
                </a:lnTo>
                <a:lnTo>
                  <a:pt x="2006" y="6110"/>
                </a:lnTo>
                <a:lnTo>
                  <a:pt x="2026" y="6130"/>
                </a:lnTo>
                <a:lnTo>
                  <a:pt x="2050" y="6150"/>
                </a:lnTo>
                <a:lnTo>
                  <a:pt x="2073" y="6169"/>
                </a:lnTo>
                <a:lnTo>
                  <a:pt x="2097" y="6185"/>
                </a:lnTo>
                <a:lnTo>
                  <a:pt x="2123" y="6200"/>
                </a:lnTo>
                <a:lnTo>
                  <a:pt x="2148" y="6213"/>
                </a:lnTo>
                <a:lnTo>
                  <a:pt x="2176" y="6224"/>
                </a:lnTo>
                <a:lnTo>
                  <a:pt x="2204" y="6235"/>
                </a:lnTo>
                <a:lnTo>
                  <a:pt x="2233" y="6243"/>
                </a:lnTo>
                <a:lnTo>
                  <a:pt x="2263" y="6249"/>
                </a:lnTo>
                <a:lnTo>
                  <a:pt x="2293" y="6253"/>
                </a:lnTo>
                <a:lnTo>
                  <a:pt x="2323" y="6257"/>
                </a:lnTo>
                <a:lnTo>
                  <a:pt x="2356" y="6258"/>
                </a:lnTo>
                <a:lnTo>
                  <a:pt x="2387" y="6258"/>
                </a:lnTo>
                <a:lnTo>
                  <a:pt x="2421" y="6256"/>
                </a:lnTo>
                <a:lnTo>
                  <a:pt x="2453" y="6252"/>
                </a:lnTo>
                <a:lnTo>
                  <a:pt x="2487" y="6246"/>
                </a:lnTo>
                <a:lnTo>
                  <a:pt x="2521" y="6239"/>
                </a:lnTo>
                <a:lnTo>
                  <a:pt x="2556" y="6230"/>
                </a:lnTo>
                <a:lnTo>
                  <a:pt x="2591" y="6220"/>
                </a:lnTo>
                <a:lnTo>
                  <a:pt x="2626" y="6208"/>
                </a:lnTo>
                <a:lnTo>
                  <a:pt x="2660" y="6193"/>
                </a:lnTo>
                <a:lnTo>
                  <a:pt x="2696" y="6178"/>
                </a:lnTo>
                <a:lnTo>
                  <a:pt x="2722" y="6154"/>
                </a:lnTo>
                <a:lnTo>
                  <a:pt x="2747" y="6130"/>
                </a:lnTo>
                <a:lnTo>
                  <a:pt x="2769" y="6106"/>
                </a:lnTo>
                <a:lnTo>
                  <a:pt x="2790" y="6082"/>
                </a:lnTo>
                <a:lnTo>
                  <a:pt x="2809" y="6057"/>
                </a:lnTo>
                <a:lnTo>
                  <a:pt x="2826" y="6033"/>
                </a:lnTo>
                <a:lnTo>
                  <a:pt x="2841" y="6009"/>
                </a:lnTo>
                <a:lnTo>
                  <a:pt x="2855" y="5984"/>
                </a:lnTo>
                <a:lnTo>
                  <a:pt x="2866" y="5960"/>
                </a:lnTo>
                <a:lnTo>
                  <a:pt x="2876" y="5936"/>
                </a:lnTo>
                <a:lnTo>
                  <a:pt x="2883" y="5911"/>
                </a:lnTo>
                <a:lnTo>
                  <a:pt x="2889" y="5887"/>
                </a:lnTo>
                <a:lnTo>
                  <a:pt x="2892" y="5864"/>
                </a:lnTo>
                <a:lnTo>
                  <a:pt x="2895" y="5839"/>
                </a:lnTo>
                <a:lnTo>
                  <a:pt x="2895" y="5815"/>
                </a:lnTo>
                <a:lnTo>
                  <a:pt x="2892" y="5792"/>
                </a:lnTo>
                <a:lnTo>
                  <a:pt x="2929" y="5790"/>
                </a:lnTo>
                <a:lnTo>
                  <a:pt x="2966" y="5786"/>
                </a:lnTo>
                <a:lnTo>
                  <a:pt x="3005" y="5782"/>
                </a:lnTo>
                <a:lnTo>
                  <a:pt x="3042" y="5775"/>
                </a:lnTo>
                <a:lnTo>
                  <a:pt x="3081" y="5766"/>
                </a:lnTo>
                <a:lnTo>
                  <a:pt x="3119" y="5757"/>
                </a:lnTo>
                <a:lnTo>
                  <a:pt x="3159" y="5744"/>
                </a:lnTo>
                <a:lnTo>
                  <a:pt x="3199" y="5731"/>
                </a:lnTo>
                <a:lnTo>
                  <a:pt x="3219" y="5720"/>
                </a:lnTo>
                <a:lnTo>
                  <a:pt x="3239" y="5709"/>
                </a:lnTo>
                <a:lnTo>
                  <a:pt x="3257" y="5696"/>
                </a:lnTo>
                <a:lnTo>
                  <a:pt x="3276" y="5683"/>
                </a:lnTo>
                <a:lnTo>
                  <a:pt x="3292" y="5668"/>
                </a:lnTo>
                <a:lnTo>
                  <a:pt x="3308" y="5653"/>
                </a:lnTo>
                <a:lnTo>
                  <a:pt x="3325" y="5638"/>
                </a:lnTo>
                <a:lnTo>
                  <a:pt x="3340" y="5620"/>
                </a:lnTo>
                <a:lnTo>
                  <a:pt x="3354" y="5603"/>
                </a:lnTo>
                <a:lnTo>
                  <a:pt x="3367" y="5584"/>
                </a:lnTo>
                <a:lnTo>
                  <a:pt x="3380" y="5566"/>
                </a:lnTo>
                <a:lnTo>
                  <a:pt x="3393" y="5545"/>
                </a:lnTo>
                <a:lnTo>
                  <a:pt x="3405" y="5525"/>
                </a:lnTo>
                <a:lnTo>
                  <a:pt x="3416" y="5503"/>
                </a:lnTo>
                <a:lnTo>
                  <a:pt x="3427" y="5481"/>
                </a:lnTo>
                <a:lnTo>
                  <a:pt x="3436" y="5459"/>
                </a:lnTo>
                <a:lnTo>
                  <a:pt x="3457" y="5460"/>
                </a:lnTo>
                <a:lnTo>
                  <a:pt x="3478" y="5462"/>
                </a:lnTo>
                <a:lnTo>
                  <a:pt x="3500" y="5462"/>
                </a:lnTo>
                <a:lnTo>
                  <a:pt x="3522" y="5462"/>
                </a:lnTo>
                <a:lnTo>
                  <a:pt x="3544" y="5460"/>
                </a:lnTo>
                <a:lnTo>
                  <a:pt x="3566" y="5458"/>
                </a:lnTo>
                <a:lnTo>
                  <a:pt x="3588" y="5456"/>
                </a:lnTo>
                <a:lnTo>
                  <a:pt x="3610" y="5452"/>
                </a:lnTo>
                <a:lnTo>
                  <a:pt x="3631" y="5448"/>
                </a:lnTo>
                <a:lnTo>
                  <a:pt x="3651" y="5443"/>
                </a:lnTo>
                <a:lnTo>
                  <a:pt x="3672" y="5437"/>
                </a:lnTo>
                <a:lnTo>
                  <a:pt x="3692" y="5431"/>
                </a:lnTo>
                <a:lnTo>
                  <a:pt x="3711" y="5423"/>
                </a:lnTo>
                <a:lnTo>
                  <a:pt x="3728" y="5416"/>
                </a:lnTo>
                <a:lnTo>
                  <a:pt x="3745" y="5407"/>
                </a:lnTo>
                <a:lnTo>
                  <a:pt x="3760" y="5398"/>
                </a:lnTo>
                <a:lnTo>
                  <a:pt x="3785" y="5380"/>
                </a:lnTo>
                <a:lnTo>
                  <a:pt x="3808" y="5363"/>
                </a:lnTo>
                <a:lnTo>
                  <a:pt x="3831" y="5346"/>
                </a:lnTo>
                <a:lnTo>
                  <a:pt x="3852" y="5327"/>
                </a:lnTo>
                <a:lnTo>
                  <a:pt x="3872" y="5309"/>
                </a:lnTo>
                <a:lnTo>
                  <a:pt x="3891" y="5289"/>
                </a:lnTo>
                <a:lnTo>
                  <a:pt x="3909" y="5268"/>
                </a:lnTo>
                <a:lnTo>
                  <a:pt x="3926" y="5247"/>
                </a:lnTo>
                <a:lnTo>
                  <a:pt x="3942" y="5225"/>
                </a:lnTo>
                <a:lnTo>
                  <a:pt x="3957" y="5203"/>
                </a:lnTo>
                <a:lnTo>
                  <a:pt x="3970" y="5180"/>
                </a:lnTo>
                <a:lnTo>
                  <a:pt x="3983" y="5157"/>
                </a:lnTo>
                <a:lnTo>
                  <a:pt x="3995" y="5132"/>
                </a:lnTo>
                <a:lnTo>
                  <a:pt x="4006" y="5107"/>
                </a:lnTo>
                <a:lnTo>
                  <a:pt x="4015" y="5081"/>
                </a:lnTo>
                <a:lnTo>
                  <a:pt x="4024" y="5056"/>
                </a:lnTo>
                <a:lnTo>
                  <a:pt x="3971" y="3354"/>
                </a:lnTo>
                <a:lnTo>
                  <a:pt x="3866" y="3268"/>
                </a:lnTo>
                <a:lnTo>
                  <a:pt x="3864" y="3234"/>
                </a:lnTo>
                <a:lnTo>
                  <a:pt x="3862" y="3201"/>
                </a:lnTo>
                <a:lnTo>
                  <a:pt x="3861" y="3170"/>
                </a:lnTo>
                <a:lnTo>
                  <a:pt x="3862" y="3140"/>
                </a:lnTo>
                <a:lnTo>
                  <a:pt x="3864" y="3111"/>
                </a:lnTo>
                <a:lnTo>
                  <a:pt x="3865" y="3083"/>
                </a:lnTo>
                <a:lnTo>
                  <a:pt x="3868" y="3057"/>
                </a:lnTo>
                <a:lnTo>
                  <a:pt x="3872" y="3030"/>
                </a:lnTo>
                <a:lnTo>
                  <a:pt x="3876" y="3006"/>
                </a:lnTo>
                <a:lnTo>
                  <a:pt x="3882" y="2981"/>
                </a:lnTo>
                <a:lnTo>
                  <a:pt x="3888" y="2958"/>
                </a:lnTo>
                <a:lnTo>
                  <a:pt x="3895" y="2936"/>
                </a:lnTo>
                <a:lnTo>
                  <a:pt x="3903" y="2915"/>
                </a:lnTo>
                <a:lnTo>
                  <a:pt x="3912" y="2895"/>
                </a:lnTo>
                <a:lnTo>
                  <a:pt x="3922" y="2877"/>
                </a:lnTo>
                <a:lnTo>
                  <a:pt x="3932" y="2860"/>
                </a:lnTo>
                <a:lnTo>
                  <a:pt x="3944" y="2842"/>
                </a:lnTo>
                <a:lnTo>
                  <a:pt x="3956" y="2827"/>
                </a:lnTo>
                <a:lnTo>
                  <a:pt x="3969" y="2812"/>
                </a:lnTo>
                <a:lnTo>
                  <a:pt x="3983" y="2798"/>
                </a:lnTo>
                <a:lnTo>
                  <a:pt x="3998" y="2785"/>
                </a:lnTo>
                <a:lnTo>
                  <a:pt x="4013" y="2774"/>
                </a:lnTo>
                <a:lnTo>
                  <a:pt x="4029" y="2763"/>
                </a:lnTo>
                <a:lnTo>
                  <a:pt x="4047" y="2754"/>
                </a:lnTo>
                <a:lnTo>
                  <a:pt x="4065" y="2746"/>
                </a:lnTo>
                <a:lnTo>
                  <a:pt x="4085" y="2738"/>
                </a:lnTo>
                <a:lnTo>
                  <a:pt x="4105" y="2732"/>
                </a:lnTo>
                <a:lnTo>
                  <a:pt x="4126" y="2726"/>
                </a:lnTo>
                <a:lnTo>
                  <a:pt x="4146" y="2722"/>
                </a:lnTo>
                <a:lnTo>
                  <a:pt x="4170" y="2718"/>
                </a:lnTo>
                <a:lnTo>
                  <a:pt x="4193" y="2716"/>
                </a:lnTo>
                <a:lnTo>
                  <a:pt x="4216" y="2715"/>
                </a:lnTo>
                <a:lnTo>
                  <a:pt x="4252" y="2715"/>
                </a:lnTo>
                <a:lnTo>
                  <a:pt x="4285" y="2717"/>
                </a:lnTo>
                <a:lnTo>
                  <a:pt x="4318" y="2720"/>
                </a:lnTo>
                <a:lnTo>
                  <a:pt x="4349" y="2727"/>
                </a:lnTo>
                <a:lnTo>
                  <a:pt x="4378" y="2736"/>
                </a:lnTo>
                <a:lnTo>
                  <a:pt x="4392" y="2740"/>
                </a:lnTo>
                <a:lnTo>
                  <a:pt x="4406" y="2747"/>
                </a:lnTo>
                <a:lnTo>
                  <a:pt x="4420" y="2753"/>
                </a:lnTo>
                <a:lnTo>
                  <a:pt x="4433" y="2760"/>
                </a:lnTo>
                <a:lnTo>
                  <a:pt x="4445" y="2768"/>
                </a:lnTo>
                <a:lnTo>
                  <a:pt x="4458" y="2776"/>
                </a:lnTo>
                <a:lnTo>
                  <a:pt x="4470" y="2785"/>
                </a:lnTo>
                <a:lnTo>
                  <a:pt x="4481" y="2796"/>
                </a:lnTo>
                <a:lnTo>
                  <a:pt x="4492" y="2806"/>
                </a:lnTo>
                <a:lnTo>
                  <a:pt x="4502" y="2818"/>
                </a:lnTo>
                <a:lnTo>
                  <a:pt x="4512" y="2831"/>
                </a:lnTo>
                <a:lnTo>
                  <a:pt x="4521" y="2843"/>
                </a:lnTo>
                <a:lnTo>
                  <a:pt x="4530" y="2857"/>
                </a:lnTo>
                <a:lnTo>
                  <a:pt x="4538" y="2872"/>
                </a:lnTo>
                <a:lnTo>
                  <a:pt x="4546" y="2887"/>
                </a:lnTo>
                <a:lnTo>
                  <a:pt x="4553" y="2904"/>
                </a:lnTo>
                <a:lnTo>
                  <a:pt x="4560" y="2921"/>
                </a:lnTo>
                <a:lnTo>
                  <a:pt x="4566" y="2940"/>
                </a:lnTo>
                <a:lnTo>
                  <a:pt x="4572" y="2958"/>
                </a:lnTo>
                <a:lnTo>
                  <a:pt x="4576" y="2979"/>
                </a:lnTo>
                <a:lnTo>
                  <a:pt x="4581" y="3000"/>
                </a:lnTo>
                <a:lnTo>
                  <a:pt x="4585" y="3022"/>
                </a:lnTo>
                <a:lnTo>
                  <a:pt x="4585" y="5467"/>
                </a:lnTo>
                <a:lnTo>
                  <a:pt x="4579" y="5506"/>
                </a:lnTo>
                <a:lnTo>
                  <a:pt x="4571" y="5540"/>
                </a:lnTo>
                <a:lnTo>
                  <a:pt x="4560" y="5574"/>
                </a:lnTo>
                <a:lnTo>
                  <a:pt x="4549" y="5607"/>
                </a:lnTo>
                <a:lnTo>
                  <a:pt x="4535" y="5637"/>
                </a:lnTo>
                <a:lnTo>
                  <a:pt x="4518" y="5663"/>
                </a:lnTo>
                <a:lnTo>
                  <a:pt x="4501" y="5690"/>
                </a:lnTo>
                <a:lnTo>
                  <a:pt x="4491" y="5702"/>
                </a:lnTo>
                <a:lnTo>
                  <a:pt x="4481" y="5713"/>
                </a:lnTo>
                <a:lnTo>
                  <a:pt x="2549" y="7294"/>
                </a:lnTo>
                <a:lnTo>
                  <a:pt x="2098" y="7393"/>
                </a:lnTo>
                <a:lnTo>
                  <a:pt x="1697" y="7310"/>
                </a:lnTo>
                <a:lnTo>
                  <a:pt x="1659" y="7293"/>
                </a:lnTo>
                <a:lnTo>
                  <a:pt x="1622" y="7274"/>
                </a:lnTo>
                <a:lnTo>
                  <a:pt x="1585" y="7255"/>
                </a:lnTo>
                <a:lnTo>
                  <a:pt x="1550" y="7235"/>
                </a:lnTo>
                <a:lnTo>
                  <a:pt x="1516" y="7215"/>
                </a:lnTo>
                <a:lnTo>
                  <a:pt x="1483" y="7194"/>
                </a:lnTo>
                <a:lnTo>
                  <a:pt x="1450" y="7172"/>
                </a:lnTo>
                <a:lnTo>
                  <a:pt x="1419" y="7150"/>
                </a:lnTo>
                <a:lnTo>
                  <a:pt x="1389" y="7127"/>
                </a:lnTo>
                <a:lnTo>
                  <a:pt x="1360" y="7103"/>
                </a:lnTo>
                <a:lnTo>
                  <a:pt x="1332" y="7079"/>
                </a:lnTo>
                <a:lnTo>
                  <a:pt x="1305" y="7054"/>
                </a:lnTo>
                <a:lnTo>
                  <a:pt x="1280" y="7028"/>
                </a:lnTo>
                <a:lnTo>
                  <a:pt x="1254" y="7002"/>
                </a:lnTo>
                <a:lnTo>
                  <a:pt x="1231" y="6974"/>
                </a:lnTo>
                <a:lnTo>
                  <a:pt x="1209" y="6946"/>
                </a:lnTo>
                <a:lnTo>
                  <a:pt x="1187" y="6917"/>
                </a:lnTo>
                <a:lnTo>
                  <a:pt x="1168" y="6888"/>
                </a:lnTo>
                <a:lnTo>
                  <a:pt x="1149" y="6858"/>
                </a:lnTo>
                <a:lnTo>
                  <a:pt x="1130" y="6827"/>
                </a:lnTo>
                <a:lnTo>
                  <a:pt x="1114" y="6796"/>
                </a:lnTo>
                <a:lnTo>
                  <a:pt x="1099" y="6762"/>
                </a:lnTo>
                <a:lnTo>
                  <a:pt x="1085" y="6730"/>
                </a:lnTo>
                <a:lnTo>
                  <a:pt x="1073" y="6695"/>
                </a:lnTo>
                <a:lnTo>
                  <a:pt x="1061" y="6660"/>
                </a:lnTo>
                <a:lnTo>
                  <a:pt x="1050" y="6624"/>
                </a:lnTo>
                <a:lnTo>
                  <a:pt x="1041" y="6588"/>
                </a:lnTo>
                <a:lnTo>
                  <a:pt x="1033" y="6550"/>
                </a:lnTo>
                <a:lnTo>
                  <a:pt x="1027" y="6512"/>
                </a:lnTo>
                <a:lnTo>
                  <a:pt x="1022" y="6473"/>
                </a:lnTo>
                <a:lnTo>
                  <a:pt x="1018" y="6433"/>
                </a:lnTo>
                <a:lnTo>
                  <a:pt x="1016" y="6392"/>
                </a:lnTo>
                <a:lnTo>
                  <a:pt x="988" y="4793"/>
                </a:lnTo>
                <a:lnTo>
                  <a:pt x="1115" y="4701"/>
                </a:lnTo>
                <a:lnTo>
                  <a:pt x="2532" y="4695"/>
                </a:lnTo>
                <a:lnTo>
                  <a:pt x="2618" y="4793"/>
                </a:lnTo>
                <a:lnTo>
                  <a:pt x="2629" y="5734"/>
                </a:lnTo>
                <a:lnTo>
                  <a:pt x="2625" y="5757"/>
                </a:lnTo>
                <a:lnTo>
                  <a:pt x="2619" y="5780"/>
                </a:lnTo>
                <a:lnTo>
                  <a:pt x="2612" y="5801"/>
                </a:lnTo>
                <a:lnTo>
                  <a:pt x="2604" y="5822"/>
                </a:lnTo>
                <a:lnTo>
                  <a:pt x="2596" y="5842"/>
                </a:lnTo>
                <a:lnTo>
                  <a:pt x="2585" y="5859"/>
                </a:lnTo>
                <a:lnTo>
                  <a:pt x="2575" y="5877"/>
                </a:lnTo>
                <a:lnTo>
                  <a:pt x="2562" y="5893"/>
                </a:lnTo>
                <a:lnTo>
                  <a:pt x="2548" y="5907"/>
                </a:lnTo>
                <a:lnTo>
                  <a:pt x="2534" y="5921"/>
                </a:lnTo>
                <a:lnTo>
                  <a:pt x="2518" y="5932"/>
                </a:lnTo>
                <a:lnTo>
                  <a:pt x="2499" y="5943"/>
                </a:lnTo>
                <a:lnTo>
                  <a:pt x="2481" y="5952"/>
                </a:lnTo>
                <a:lnTo>
                  <a:pt x="2460" y="5959"/>
                </a:lnTo>
                <a:lnTo>
                  <a:pt x="2437" y="5965"/>
                </a:lnTo>
                <a:lnTo>
                  <a:pt x="2414" y="5969"/>
                </a:lnTo>
                <a:lnTo>
                  <a:pt x="2393" y="5972"/>
                </a:lnTo>
                <a:lnTo>
                  <a:pt x="2372" y="5972"/>
                </a:lnTo>
                <a:lnTo>
                  <a:pt x="2352" y="5969"/>
                </a:lnTo>
                <a:lnTo>
                  <a:pt x="2331" y="5967"/>
                </a:lnTo>
                <a:lnTo>
                  <a:pt x="2312" y="5961"/>
                </a:lnTo>
                <a:lnTo>
                  <a:pt x="2292" y="5955"/>
                </a:lnTo>
                <a:lnTo>
                  <a:pt x="2273" y="5947"/>
                </a:lnTo>
                <a:lnTo>
                  <a:pt x="2256" y="5938"/>
                </a:lnTo>
                <a:lnTo>
                  <a:pt x="2239" y="5926"/>
                </a:lnTo>
                <a:lnTo>
                  <a:pt x="2222" y="5915"/>
                </a:lnTo>
                <a:lnTo>
                  <a:pt x="2208" y="5902"/>
                </a:lnTo>
                <a:lnTo>
                  <a:pt x="2196" y="5888"/>
                </a:lnTo>
                <a:lnTo>
                  <a:pt x="2184" y="5874"/>
                </a:lnTo>
                <a:lnTo>
                  <a:pt x="2175" y="5859"/>
                </a:lnTo>
                <a:lnTo>
                  <a:pt x="2168" y="5843"/>
                </a:lnTo>
                <a:lnTo>
                  <a:pt x="2162" y="5827"/>
                </a:lnTo>
                <a:lnTo>
                  <a:pt x="2154" y="5422"/>
                </a:lnTo>
                <a:close/>
                <a:moveTo>
                  <a:pt x="681" y="1146"/>
                </a:moveTo>
                <a:lnTo>
                  <a:pt x="681" y="1146"/>
                </a:lnTo>
                <a:lnTo>
                  <a:pt x="677" y="1146"/>
                </a:lnTo>
                <a:lnTo>
                  <a:pt x="675" y="1145"/>
                </a:lnTo>
                <a:lnTo>
                  <a:pt x="670" y="1142"/>
                </a:lnTo>
                <a:lnTo>
                  <a:pt x="666" y="1136"/>
                </a:lnTo>
                <a:lnTo>
                  <a:pt x="663" y="1128"/>
                </a:lnTo>
                <a:lnTo>
                  <a:pt x="662" y="1120"/>
                </a:lnTo>
                <a:lnTo>
                  <a:pt x="662" y="1111"/>
                </a:lnTo>
                <a:lnTo>
                  <a:pt x="663" y="1100"/>
                </a:lnTo>
                <a:lnTo>
                  <a:pt x="667" y="1091"/>
                </a:lnTo>
                <a:lnTo>
                  <a:pt x="1968" y="342"/>
                </a:lnTo>
                <a:lnTo>
                  <a:pt x="1980" y="336"/>
                </a:lnTo>
                <a:lnTo>
                  <a:pt x="1993" y="332"/>
                </a:lnTo>
                <a:lnTo>
                  <a:pt x="2006" y="330"/>
                </a:lnTo>
                <a:lnTo>
                  <a:pt x="2019" y="329"/>
                </a:lnTo>
                <a:lnTo>
                  <a:pt x="2033" y="329"/>
                </a:lnTo>
                <a:lnTo>
                  <a:pt x="2047" y="332"/>
                </a:lnTo>
                <a:lnTo>
                  <a:pt x="2060" y="335"/>
                </a:lnTo>
                <a:lnTo>
                  <a:pt x="2072" y="340"/>
                </a:lnTo>
                <a:lnTo>
                  <a:pt x="2677" y="596"/>
                </a:lnTo>
                <a:lnTo>
                  <a:pt x="2691" y="599"/>
                </a:lnTo>
                <a:lnTo>
                  <a:pt x="2706" y="603"/>
                </a:lnTo>
                <a:lnTo>
                  <a:pt x="2720" y="604"/>
                </a:lnTo>
                <a:lnTo>
                  <a:pt x="2735" y="604"/>
                </a:lnTo>
                <a:lnTo>
                  <a:pt x="2750" y="603"/>
                </a:lnTo>
                <a:lnTo>
                  <a:pt x="2765" y="601"/>
                </a:lnTo>
                <a:lnTo>
                  <a:pt x="2780" y="597"/>
                </a:lnTo>
                <a:lnTo>
                  <a:pt x="2794" y="592"/>
                </a:lnTo>
                <a:lnTo>
                  <a:pt x="3444" y="312"/>
                </a:lnTo>
                <a:lnTo>
                  <a:pt x="3453" y="308"/>
                </a:lnTo>
                <a:lnTo>
                  <a:pt x="3461" y="307"/>
                </a:lnTo>
                <a:lnTo>
                  <a:pt x="3471" y="306"/>
                </a:lnTo>
                <a:lnTo>
                  <a:pt x="3479" y="305"/>
                </a:lnTo>
                <a:lnTo>
                  <a:pt x="3487" y="306"/>
                </a:lnTo>
                <a:lnTo>
                  <a:pt x="3495" y="307"/>
                </a:lnTo>
                <a:lnTo>
                  <a:pt x="3503" y="308"/>
                </a:lnTo>
                <a:lnTo>
                  <a:pt x="3510" y="312"/>
                </a:lnTo>
                <a:lnTo>
                  <a:pt x="4897" y="1105"/>
                </a:lnTo>
                <a:lnTo>
                  <a:pt x="4900" y="1114"/>
                </a:lnTo>
                <a:lnTo>
                  <a:pt x="4900" y="1123"/>
                </a:lnTo>
                <a:lnTo>
                  <a:pt x="4899" y="1127"/>
                </a:lnTo>
                <a:lnTo>
                  <a:pt x="4896" y="1130"/>
                </a:lnTo>
                <a:lnTo>
                  <a:pt x="4894" y="1133"/>
                </a:lnTo>
                <a:lnTo>
                  <a:pt x="4889" y="1135"/>
                </a:lnTo>
                <a:lnTo>
                  <a:pt x="3286" y="1149"/>
                </a:lnTo>
                <a:lnTo>
                  <a:pt x="3279" y="1123"/>
                </a:lnTo>
                <a:lnTo>
                  <a:pt x="3272" y="1100"/>
                </a:lnTo>
                <a:lnTo>
                  <a:pt x="3264" y="1077"/>
                </a:lnTo>
                <a:lnTo>
                  <a:pt x="3255" y="1055"/>
                </a:lnTo>
                <a:lnTo>
                  <a:pt x="3246" y="1034"/>
                </a:lnTo>
                <a:lnTo>
                  <a:pt x="3235" y="1014"/>
                </a:lnTo>
                <a:lnTo>
                  <a:pt x="3225" y="995"/>
                </a:lnTo>
                <a:lnTo>
                  <a:pt x="3213" y="976"/>
                </a:lnTo>
                <a:lnTo>
                  <a:pt x="3202" y="959"/>
                </a:lnTo>
                <a:lnTo>
                  <a:pt x="3188" y="942"/>
                </a:lnTo>
                <a:lnTo>
                  <a:pt x="3175" y="926"/>
                </a:lnTo>
                <a:lnTo>
                  <a:pt x="3160" y="911"/>
                </a:lnTo>
                <a:lnTo>
                  <a:pt x="3145" y="897"/>
                </a:lnTo>
                <a:lnTo>
                  <a:pt x="3130" y="883"/>
                </a:lnTo>
                <a:lnTo>
                  <a:pt x="3114" y="871"/>
                </a:lnTo>
                <a:lnTo>
                  <a:pt x="3096" y="859"/>
                </a:lnTo>
                <a:lnTo>
                  <a:pt x="3079" y="847"/>
                </a:lnTo>
                <a:lnTo>
                  <a:pt x="3060" y="837"/>
                </a:lnTo>
                <a:lnTo>
                  <a:pt x="3042" y="828"/>
                </a:lnTo>
                <a:lnTo>
                  <a:pt x="3022" y="820"/>
                </a:lnTo>
                <a:lnTo>
                  <a:pt x="3001" y="811"/>
                </a:lnTo>
                <a:lnTo>
                  <a:pt x="2980" y="803"/>
                </a:lnTo>
                <a:lnTo>
                  <a:pt x="2959" y="796"/>
                </a:lnTo>
                <a:lnTo>
                  <a:pt x="2937" y="791"/>
                </a:lnTo>
                <a:lnTo>
                  <a:pt x="2914" y="786"/>
                </a:lnTo>
                <a:lnTo>
                  <a:pt x="2891" y="781"/>
                </a:lnTo>
                <a:lnTo>
                  <a:pt x="2867" y="777"/>
                </a:lnTo>
                <a:lnTo>
                  <a:pt x="2842" y="774"/>
                </a:lnTo>
                <a:lnTo>
                  <a:pt x="2818" y="771"/>
                </a:lnTo>
                <a:lnTo>
                  <a:pt x="2791" y="770"/>
                </a:lnTo>
                <a:lnTo>
                  <a:pt x="2739" y="767"/>
                </a:lnTo>
                <a:lnTo>
                  <a:pt x="2692" y="774"/>
                </a:lnTo>
                <a:lnTo>
                  <a:pt x="2645" y="783"/>
                </a:lnTo>
                <a:lnTo>
                  <a:pt x="2601" y="793"/>
                </a:lnTo>
                <a:lnTo>
                  <a:pt x="2558" y="805"/>
                </a:lnTo>
                <a:lnTo>
                  <a:pt x="2518" y="817"/>
                </a:lnTo>
                <a:lnTo>
                  <a:pt x="2498" y="825"/>
                </a:lnTo>
                <a:lnTo>
                  <a:pt x="2478" y="834"/>
                </a:lnTo>
                <a:lnTo>
                  <a:pt x="2460" y="842"/>
                </a:lnTo>
                <a:lnTo>
                  <a:pt x="2441" y="851"/>
                </a:lnTo>
                <a:lnTo>
                  <a:pt x="2424" y="861"/>
                </a:lnTo>
                <a:lnTo>
                  <a:pt x="2407" y="872"/>
                </a:lnTo>
                <a:lnTo>
                  <a:pt x="2390" y="883"/>
                </a:lnTo>
                <a:lnTo>
                  <a:pt x="2375" y="895"/>
                </a:lnTo>
                <a:lnTo>
                  <a:pt x="2360" y="908"/>
                </a:lnTo>
                <a:lnTo>
                  <a:pt x="2346" y="922"/>
                </a:lnTo>
                <a:lnTo>
                  <a:pt x="2332" y="936"/>
                </a:lnTo>
                <a:lnTo>
                  <a:pt x="2320" y="952"/>
                </a:lnTo>
                <a:lnTo>
                  <a:pt x="2308" y="968"/>
                </a:lnTo>
                <a:lnTo>
                  <a:pt x="2297" y="984"/>
                </a:lnTo>
                <a:lnTo>
                  <a:pt x="2286" y="1003"/>
                </a:lnTo>
                <a:lnTo>
                  <a:pt x="2277" y="1021"/>
                </a:lnTo>
                <a:lnTo>
                  <a:pt x="2269" y="1041"/>
                </a:lnTo>
                <a:lnTo>
                  <a:pt x="2261" y="1063"/>
                </a:lnTo>
                <a:lnTo>
                  <a:pt x="2254" y="1085"/>
                </a:lnTo>
                <a:lnTo>
                  <a:pt x="2249" y="1108"/>
                </a:lnTo>
                <a:lnTo>
                  <a:pt x="2243" y="1133"/>
                </a:lnTo>
                <a:lnTo>
                  <a:pt x="2240" y="1158"/>
                </a:lnTo>
                <a:lnTo>
                  <a:pt x="681" y="1146"/>
                </a:lnTo>
                <a:close/>
                <a:moveTo>
                  <a:pt x="2759" y="1033"/>
                </a:moveTo>
                <a:lnTo>
                  <a:pt x="2759" y="1033"/>
                </a:lnTo>
                <a:lnTo>
                  <a:pt x="2783" y="1034"/>
                </a:lnTo>
                <a:lnTo>
                  <a:pt x="2808" y="1038"/>
                </a:lnTo>
                <a:lnTo>
                  <a:pt x="2831" y="1044"/>
                </a:lnTo>
                <a:lnTo>
                  <a:pt x="2853" y="1053"/>
                </a:lnTo>
                <a:lnTo>
                  <a:pt x="2874" y="1064"/>
                </a:lnTo>
                <a:lnTo>
                  <a:pt x="2893" y="1077"/>
                </a:lnTo>
                <a:lnTo>
                  <a:pt x="2912" y="1091"/>
                </a:lnTo>
                <a:lnTo>
                  <a:pt x="2929" y="1108"/>
                </a:lnTo>
                <a:lnTo>
                  <a:pt x="2946" y="1127"/>
                </a:lnTo>
                <a:lnTo>
                  <a:pt x="2959" y="1146"/>
                </a:lnTo>
                <a:lnTo>
                  <a:pt x="2971" y="1167"/>
                </a:lnTo>
                <a:lnTo>
                  <a:pt x="2982" y="1189"/>
                </a:lnTo>
                <a:lnTo>
                  <a:pt x="2990" y="1214"/>
                </a:lnTo>
                <a:lnTo>
                  <a:pt x="2995" y="1238"/>
                </a:lnTo>
                <a:lnTo>
                  <a:pt x="3000" y="1264"/>
                </a:lnTo>
                <a:lnTo>
                  <a:pt x="3001" y="1289"/>
                </a:lnTo>
                <a:lnTo>
                  <a:pt x="3001" y="3246"/>
                </a:lnTo>
                <a:lnTo>
                  <a:pt x="2517" y="3246"/>
                </a:lnTo>
                <a:lnTo>
                  <a:pt x="2517" y="1289"/>
                </a:lnTo>
                <a:lnTo>
                  <a:pt x="2518" y="1264"/>
                </a:lnTo>
                <a:lnTo>
                  <a:pt x="2521" y="1238"/>
                </a:lnTo>
                <a:lnTo>
                  <a:pt x="2528" y="1214"/>
                </a:lnTo>
                <a:lnTo>
                  <a:pt x="2536" y="1189"/>
                </a:lnTo>
                <a:lnTo>
                  <a:pt x="2546" y="1167"/>
                </a:lnTo>
                <a:lnTo>
                  <a:pt x="2558" y="1146"/>
                </a:lnTo>
                <a:lnTo>
                  <a:pt x="2572" y="1127"/>
                </a:lnTo>
                <a:lnTo>
                  <a:pt x="2587" y="1108"/>
                </a:lnTo>
                <a:lnTo>
                  <a:pt x="2605" y="1091"/>
                </a:lnTo>
                <a:lnTo>
                  <a:pt x="2623" y="1077"/>
                </a:lnTo>
                <a:lnTo>
                  <a:pt x="2644" y="1064"/>
                </a:lnTo>
                <a:lnTo>
                  <a:pt x="2665" y="1053"/>
                </a:lnTo>
                <a:lnTo>
                  <a:pt x="2687" y="1044"/>
                </a:lnTo>
                <a:lnTo>
                  <a:pt x="2710" y="1038"/>
                </a:lnTo>
                <a:lnTo>
                  <a:pt x="2735" y="1034"/>
                </a:lnTo>
                <a:lnTo>
                  <a:pt x="2759" y="1033"/>
                </a:lnTo>
                <a:close/>
                <a:moveTo>
                  <a:pt x="620" y="1353"/>
                </a:moveTo>
                <a:lnTo>
                  <a:pt x="2213" y="1348"/>
                </a:lnTo>
                <a:lnTo>
                  <a:pt x="2215" y="2173"/>
                </a:lnTo>
                <a:lnTo>
                  <a:pt x="2168" y="2163"/>
                </a:lnTo>
                <a:lnTo>
                  <a:pt x="2111" y="2149"/>
                </a:lnTo>
                <a:lnTo>
                  <a:pt x="2037" y="2129"/>
                </a:lnTo>
                <a:lnTo>
                  <a:pt x="1946" y="2103"/>
                </a:lnTo>
                <a:lnTo>
                  <a:pt x="1842" y="2071"/>
                </a:lnTo>
                <a:lnTo>
                  <a:pt x="1787" y="2054"/>
                </a:lnTo>
                <a:lnTo>
                  <a:pt x="1727" y="2034"/>
                </a:lnTo>
                <a:lnTo>
                  <a:pt x="1667" y="2013"/>
                </a:lnTo>
                <a:lnTo>
                  <a:pt x="1605" y="1991"/>
                </a:lnTo>
                <a:lnTo>
                  <a:pt x="1540" y="1967"/>
                </a:lnTo>
                <a:lnTo>
                  <a:pt x="1475" y="1942"/>
                </a:lnTo>
                <a:lnTo>
                  <a:pt x="1409" y="1914"/>
                </a:lnTo>
                <a:lnTo>
                  <a:pt x="1341" y="1886"/>
                </a:lnTo>
                <a:lnTo>
                  <a:pt x="1274" y="1855"/>
                </a:lnTo>
                <a:lnTo>
                  <a:pt x="1207" y="1823"/>
                </a:lnTo>
                <a:lnTo>
                  <a:pt x="1141" y="1790"/>
                </a:lnTo>
                <a:lnTo>
                  <a:pt x="1075" y="1755"/>
                </a:lnTo>
                <a:lnTo>
                  <a:pt x="1009" y="1718"/>
                </a:lnTo>
                <a:lnTo>
                  <a:pt x="945" y="1680"/>
                </a:lnTo>
                <a:lnTo>
                  <a:pt x="882" y="1640"/>
                </a:lnTo>
                <a:lnTo>
                  <a:pt x="822" y="1598"/>
                </a:lnTo>
                <a:lnTo>
                  <a:pt x="764" y="1554"/>
                </a:lnTo>
                <a:lnTo>
                  <a:pt x="735" y="1532"/>
                </a:lnTo>
                <a:lnTo>
                  <a:pt x="707" y="1510"/>
                </a:lnTo>
                <a:lnTo>
                  <a:pt x="681" y="1487"/>
                </a:lnTo>
                <a:lnTo>
                  <a:pt x="654" y="1463"/>
                </a:lnTo>
                <a:lnTo>
                  <a:pt x="629" y="1440"/>
                </a:lnTo>
                <a:lnTo>
                  <a:pt x="604" y="1415"/>
                </a:lnTo>
                <a:lnTo>
                  <a:pt x="602" y="1406"/>
                </a:lnTo>
                <a:lnTo>
                  <a:pt x="602" y="1397"/>
                </a:lnTo>
                <a:lnTo>
                  <a:pt x="602" y="1389"/>
                </a:lnTo>
                <a:lnTo>
                  <a:pt x="603" y="1381"/>
                </a:lnTo>
                <a:lnTo>
                  <a:pt x="605" y="1374"/>
                </a:lnTo>
                <a:lnTo>
                  <a:pt x="609" y="1366"/>
                </a:lnTo>
                <a:lnTo>
                  <a:pt x="614" y="1360"/>
                </a:lnTo>
                <a:lnTo>
                  <a:pt x="620" y="13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8" name="KSO_Shape">
            <a:extLst>
              <a:ext uri="{FF2B5EF4-FFF2-40B4-BE49-F238E27FC236}">
                <a16:creationId xmlns:a16="http://schemas.microsoft.com/office/drawing/2014/main" id="{057D7134-A482-4C22-8EC1-2A97E1A37A1B}"/>
              </a:ext>
            </a:extLst>
          </p:cNvPr>
          <p:cNvSpPr>
            <a:spLocks/>
          </p:cNvSpPr>
          <p:nvPr/>
        </p:nvSpPr>
        <p:spPr bwMode="auto">
          <a:xfrm>
            <a:off x="6494011" y="5656128"/>
            <a:ext cx="436952" cy="650549"/>
          </a:xfrm>
          <a:custGeom>
            <a:avLst/>
            <a:gdLst>
              <a:gd name="T0" fmla="*/ 2147483646 w 4046"/>
              <a:gd name="T1" fmla="*/ 2147483646 h 6027"/>
              <a:gd name="T2" fmla="*/ 2147483646 w 4046"/>
              <a:gd name="T3" fmla="*/ 2147483646 h 6027"/>
              <a:gd name="T4" fmla="*/ 2147483646 w 4046"/>
              <a:gd name="T5" fmla="*/ 2147483646 h 6027"/>
              <a:gd name="T6" fmla="*/ 2147483646 w 4046"/>
              <a:gd name="T7" fmla="*/ 2147483646 h 6027"/>
              <a:gd name="T8" fmla="*/ 2147483646 w 4046"/>
              <a:gd name="T9" fmla="*/ 2147483646 h 6027"/>
              <a:gd name="T10" fmla="*/ 2147483646 w 4046"/>
              <a:gd name="T11" fmla="*/ 2147483646 h 6027"/>
              <a:gd name="T12" fmla="*/ 2147483646 w 4046"/>
              <a:gd name="T13" fmla="*/ 2147483646 h 6027"/>
              <a:gd name="T14" fmla="*/ 2147483646 w 4046"/>
              <a:gd name="T15" fmla="*/ 2147483646 h 6027"/>
              <a:gd name="T16" fmla="*/ 2147483646 w 4046"/>
              <a:gd name="T17" fmla="*/ 2147483646 h 6027"/>
              <a:gd name="T18" fmla="*/ 2147483646 w 4046"/>
              <a:gd name="T19" fmla="*/ 2147483646 h 6027"/>
              <a:gd name="T20" fmla="*/ 2147483646 w 4046"/>
              <a:gd name="T21" fmla="*/ 2147483646 h 6027"/>
              <a:gd name="T22" fmla="*/ 2147483646 w 4046"/>
              <a:gd name="T23" fmla="*/ 2147483646 h 6027"/>
              <a:gd name="T24" fmla="*/ 2147483646 w 4046"/>
              <a:gd name="T25" fmla="*/ 2147483646 h 6027"/>
              <a:gd name="T26" fmla="*/ 2147483646 w 4046"/>
              <a:gd name="T27" fmla="*/ 2147483646 h 6027"/>
              <a:gd name="T28" fmla="*/ 2147483646 w 4046"/>
              <a:gd name="T29" fmla="*/ 2147483646 h 6027"/>
              <a:gd name="T30" fmla="*/ 2147483646 w 4046"/>
              <a:gd name="T31" fmla="*/ 2147483646 h 6027"/>
              <a:gd name="T32" fmla="*/ 2147483646 w 4046"/>
              <a:gd name="T33" fmla="*/ 2147483646 h 6027"/>
              <a:gd name="T34" fmla="*/ 2147483646 w 4046"/>
              <a:gd name="T35" fmla="*/ 410509958 h 6027"/>
              <a:gd name="T36" fmla="*/ 2147483646 w 4046"/>
              <a:gd name="T37" fmla="*/ 410509958 h 6027"/>
              <a:gd name="T38" fmla="*/ 2147483646 w 4046"/>
              <a:gd name="T39" fmla="*/ 2147483646 h 6027"/>
              <a:gd name="T40" fmla="*/ 2147483646 w 4046"/>
              <a:gd name="T41" fmla="*/ 2147483646 h 6027"/>
              <a:gd name="T42" fmla="*/ 2147483646 w 4046"/>
              <a:gd name="T43" fmla="*/ 2147483646 h 6027"/>
              <a:gd name="T44" fmla="*/ 2147483646 w 4046"/>
              <a:gd name="T45" fmla="*/ 2147483646 h 6027"/>
              <a:gd name="T46" fmla="*/ 2147483646 w 4046"/>
              <a:gd name="T47" fmla="*/ 2147483646 h 6027"/>
              <a:gd name="T48" fmla="*/ 2147483646 w 4046"/>
              <a:gd name="T49" fmla="*/ 2147483646 h 6027"/>
              <a:gd name="T50" fmla="*/ 2147483646 w 4046"/>
              <a:gd name="T51" fmla="*/ 2147483646 h 6027"/>
              <a:gd name="T52" fmla="*/ 2147483646 w 4046"/>
              <a:gd name="T53" fmla="*/ 2147483646 h 6027"/>
              <a:gd name="T54" fmla="*/ 2147483646 w 4046"/>
              <a:gd name="T55" fmla="*/ 2147483646 h 6027"/>
              <a:gd name="T56" fmla="*/ 2147483646 w 4046"/>
              <a:gd name="T57" fmla="*/ 2147483646 h 6027"/>
              <a:gd name="T58" fmla="*/ 2147483646 w 4046"/>
              <a:gd name="T59" fmla="*/ 2147483646 h 6027"/>
              <a:gd name="T60" fmla="*/ 2147483646 w 4046"/>
              <a:gd name="T61" fmla="*/ 2147483646 h 6027"/>
              <a:gd name="T62" fmla="*/ 2147483646 w 4046"/>
              <a:gd name="T63" fmla="*/ 2147483646 h 6027"/>
              <a:gd name="T64" fmla="*/ 2147483646 w 4046"/>
              <a:gd name="T65" fmla="*/ 2147483646 h 6027"/>
              <a:gd name="T66" fmla="*/ 2147483646 w 4046"/>
              <a:gd name="T67" fmla="*/ 2147483646 h 6027"/>
              <a:gd name="T68" fmla="*/ 2147483646 w 4046"/>
              <a:gd name="T69" fmla="*/ 2147483646 h 6027"/>
              <a:gd name="T70" fmla="*/ 2147483646 w 4046"/>
              <a:gd name="T71" fmla="*/ 2147483646 h 6027"/>
              <a:gd name="T72" fmla="*/ 2147483646 w 4046"/>
              <a:gd name="T73" fmla="*/ 2147483646 h 6027"/>
              <a:gd name="T74" fmla="*/ 2147483646 w 4046"/>
              <a:gd name="T75" fmla="*/ 2147483646 h 6027"/>
              <a:gd name="T76" fmla="*/ 2147483646 w 4046"/>
              <a:gd name="T77" fmla="*/ 2147483646 h 6027"/>
              <a:gd name="T78" fmla="*/ 2147483646 w 4046"/>
              <a:gd name="T79" fmla="*/ 2147483646 h 6027"/>
              <a:gd name="T80" fmla="*/ 2147483646 w 4046"/>
              <a:gd name="T81" fmla="*/ 2147483646 h 6027"/>
              <a:gd name="T82" fmla="*/ 2147483646 w 4046"/>
              <a:gd name="T83" fmla="*/ 2147483646 h 6027"/>
              <a:gd name="T84" fmla="*/ 2147483646 w 4046"/>
              <a:gd name="T85" fmla="*/ 2147483646 h 6027"/>
              <a:gd name="T86" fmla="*/ 2147483646 w 4046"/>
              <a:gd name="T87" fmla="*/ 2147483646 h 6027"/>
              <a:gd name="T88" fmla="*/ 2147483646 w 4046"/>
              <a:gd name="T89" fmla="*/ 2147483646 h 6027"/>
              <a:gd name="T90" fmla="*/ 2147483646 w 4046"/>
              <a:gd name="T91" fmla="*/ 2147483646 h 6027"/>
              <a:gd name="T92" fmla="*/ 2147483646 w 4046"/>
              <a:gd name="T93" fmla="*/ 2147483646 h 6027"/>
              <a:gd name="T94" fmla="*/ 1707879990 w 4046"/>
              <a:gd name="T95" fmla="*/ 2147483646 h 6027"/>
              <a:gd name="T96" fmla="*/ 126513272 w 4046"/>
              <a:gd name="T97" fmla="*/ 2147483646 h 6027"/>
              <a:gd name="T98" fmla="*/ 2147483646 w 4046"/>
              <a:gd name="T99" fmla="*/ 2147483646 h 6027"/>
              <a:gd name="T100" fmla="*/ 2147483646 w 4046"/>
              <a:gd name="T101" fmla="*/ 2147483646 h 6027"/>
              <a:gd name="T102" fmla="*/ 2147483646 w 4046"/>
              <a:gd name="T103" fmla="*/ 2147483646 h 6027"/>
              <a:gd name="T104" fmla="*/ 2147483646 w 4046"/>
              <a:gd name="T105" fmla="*/ 2147483646 h 6027"/>
              <a:gd name="T106" fmla="*/ 2147483646 w 4046"/>
              <a:gd name="T107" fmla="*/ 2147483646 h 6027"/>
              <a:gd name="T108" fmla="*/ 2147483646 w 4046"/>
              <a:gd name="T109" fmla="*/ 2147483646 h 6027"/>
              <a:gd name="T110" fmla="*/ 2147483646 w 4046"/>
              <a:gd name="T111" fmla="*/ 2147483646 h 6027"/>
              <a:gd name="T112" fmla="*/ 2147483646 w 4046"/>
              <a:gd name="T113" fmla="*/ 2147483646 h 6027"/>
              <a:gd name="T114" fmla="*/ 2147483646 w 4046"/>
              <a:gd name="T115" fmla="*/ 2147483646 h 6027"/>
              <a:gd name="T116" fmla="*/ 2147483646 w 4046"/>
              <a:gd name="T117" fmla="*/ 2147483646 h 6027"/>
              <a:gd name="T118" fmla="*/ 2147483646 w 4046"/>
              <a:gd name="T119" fmla="*/ 2147483646 h 6027"/>
              <a:gd name="T120" fmla="*/ 2147483646 w 4046"/>
              <a:gd name="T121" fmla="*/ 2147483646 h 602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046" h="6027">
                <a:moveTo>
                  <a:pt x="1469" y="5395"/>
                </a:moveTo>
                <a:lnTo>
                  <a:pt x="1469" y="5395"/>
                </a:lnTo>
                <a:lnTo>
                  <a:pt x="1477" y="5417"/>
                </a:lnTo>
                <a:lnTo>
                  <a:pt x="1485" y="5440"/>
                </a:lnTo>
                <a:lnTo>
                  <a:pt x="1490" y="5462"/>
                </a:lnTo>
                <a:lnTo>
                  <a:pt x="1495" y="5484"/>
                </a:lnTo>
                <a:lnTo>
                  <a:pt x="1499" y="5508"/>
                </a:lnTo>
                <a:lnTo>
                  <a:pt x="1501" y="5530"/>
                </a:lnTo>
                <a:lnTo>
                  <a:pt x="1502" y="5553"/>
                </a:lnTo>
                <a:lnTo>
                  <a:pt x="1502" y="5575"/>
                </a:lnTo>
                <a:lnTo>
                  <a:pt x="1502" y="5598"/>
                </a:lnTo>
                <a:lnTo>
                  <a:pt x="1500" y="5620"/>
                </a:lnTo>
                <a:lnTo>
                  <a:pt x="1496" y="5641"/>
                </a:lnTo>
                <a:lnTo>
                  <a:pt x="1493" y="5664"/>
                </a:lnTo>
                <a:lnTo>
                  <a:pt x="1487" y="5685"/>
                </a:lnTo>
                <a:lnTo>
                  <a:pt x="1481" y="5706"/>
                </a:lnTo>
                <a:lnTo>
                  <a:pt x="1474" y="5727"/>
                </a:lnTo>
                <a:lnTo>
                  <a:pt x="1466" y="5748"/>
                </a:lnTo>
                <a:lnTo>
                  <a:pt x="1456" y="5768"/>
                </a:lnTo>
                <a:lnTo>
                  <a:pt x="1447" y="5788"/>
                </a:lnTo>
                <a:lnTo>
                  <a:pt x="1435" y="5807"/>
                </a:lnTo>
                <a:lnTo>
                  <a:pt x="1423" y="5825"/>
                </a:lnTo>
                <a:lnTo>
                  <a:pt x="1410" y="5843"/>
                </a:lnTo>
                <a:lnTo>
                  <a:pt x="1396" y="5861"/>
                </a:lnTo>
                <a:lnTo>
                  <a:pt x="1382" y="5877"/>
                </a:lnTo>
                <a:lnTo>
                  <a:pt x="1366" y="5894"/>
                </a:lnTo>
                <a:lnTo>
                  <a:pt x="1350" y="5909"/>
                </a:lnTo>
                <a:lnTo>
                  <a:pt x="1332" y="5923"/>
                </a:lnTo>
                <a:lnTo>
                  <a:pt x="1315" y="5938"/>
                </a:lnTo>
                <a:lnTo>
                  <a:pt x="1296" y="5950"/>
                </a:lnTo>
                <a:lnTo>
                  <a:pt x="1277" y="5962"/>
                </a:lnTo>
                <a:lnTo>
                  <a:pt x="1257" y="5974"/>
                </a:lnTo>
                <a:lnTo>
                  <a:pt x="1236" y="5985"/>
                </a:lnTo>
                <a:lnTo>
                  <a:pt x="1213" y="5994"/>
                </a:lnTo>
                <a:lnTo>
                  <a:pt x="1192" y="6001"/>
                </a:lnTo>
                <a:lnTo>
                  <a:pt x="1171" y="6008"/>
                </a:lnTo>
                <a:lnTo>
                  <a:pt x="1149" y="6014"/>
                </a:lnTo>
                <a:lnTo>
                  <a:pt x="1128" y="6019"/>
                </a:lnTo>
                <a:lnTo>
                  <a:pt x="1107" y="6022"/>
                </a:lnTo>
                <a:lnTo>
                  <a:pt x="1086" y="6025"/>
                </a:lnTo>
                <a:lnTo>
                  <a:pt x="1064" y="6026"/>
                </a:lnTo>
                <a:lnTo>
                  <a:pt x="1042" y="6027"/>
                </a:lnTo>
                <a:lnTo>
                  <a:pt x="1008" y="6026"/>
                </a:lnTo>
                <a:lnTo>
                  <a:pt x="975" y="6021"/>
                </a:lnTo>
                <a:lnTo>
                  <a:pt x="942" y="6015"/>
                </a:lnTo>
                <a:lnTo>
                  <a:pt x="909" y="6007"/>
                </a:lnTo>
                <a:lnTo>
                  <a:pt x="877" y="5997"/>
                </a:lnTo>
                <a:lnTo>
                  <a:pt x="846" y="5982"/>
                </a:lnTo>
                <a:lnTo>
                  <a:pt x="815" y="5967"/>
                </a:lnTo>
                <a:lnTo>
                  <a:pt x="787" y="5949"/>
                </a:lnTo>
                <a:lnTo>
                  <a:pt x="760" y="5930"/>
                </a:lnTo>
                <a:lnTo>
                  <a:pt x="734" y="5908"/>
                </a:lnTo>
                <a:lnTo>
                  <a:pt x="709" y="5884"/>
                </a:lnTo>
                <a:lnTo>
                  <a:pt x="687" y="5858"/>
                </a:lnTo>
                <a:lnTo>
                  <a:pt x="666" y="5831"/>
                </a:lnTo>
                <a:lnTo>
                  <a:pt x="647" y="5802"/>
                </a:lnTo>
                <a:lnTo>
                  <a:pt x="629" y="5770"/>
                </a:lnTo>
                <a:lnTo>
                  <a:pt x="615" y="5738"/>
                </a:lnTo>
                <a:lnTo>
                  <a:pt x="607" y="5714"/>
                </a:lnTo>
                <a:lnTo>
                  <a:pt x="591" y="5672"/>
                </a:lnTo>
                <a:lnTo>
                  <a:pt x="572" y="5609"/>
                </a:lnTo>
                <a:lnTo>
                  <a:pt x="562" y="5572"/>
                </a:lnTo>
                <a:lnTo>
                  <a:pt x="551" y="5529"/>
                </a:lnTo>
                <a:lnTo>
                  <a:pt x="540" y="5484"/>
                </a:lnTo>
                <a:lnTo>
                  <a:pt x="531" y="5436"/>
                </a:lnTo>
                <a:lnTo>
                  <a:pt x="522" y="5384"/>
                </a:lnTo>
                <a:lnTo>
                  <a:pt x="513" y="5329"/>
                </a:lnTo>
                <a:lnTo>
                  <a:pt x="506" y="5271"/>
                </a:lnTo>
                <a:lnTo>
                  <a:pt x="501" y="5211"/>
                </a:lnTo>
                <a:lnTo>
                  <a:pt x="498" y="5148"/>
                </a:lnTo>
                <a:lnTo>
                  <a:pt x="497" y="5084"/>
                </a:lnTo>
                <a:lnTo>
                  <a:pt x="497" y="5049"/>
                </a:lnTo>
                <a:lnTo>
                  <a:pt x="498" y="5012"/>
                </a:lnTo>
                <a:lnTo>
                  <a:pt x="500" y="4978"/>
                </a:lnTo>
                <a:lnTo>
                  <a:pt x="504" y="4943"/>
                </a:lnTo>
                <a:lnTo>
                  <a:pt x="507" y="4907"/>
                </a:lnTo>
                <a:lnTo>
                  <a:pt x="512" y="4873"/>
                </a:lnTo>
                <a:lnTo>
                  <a:pt x="518" y="4839"/>
                </a:lnTo>
                <a:lnTo>
                  <a:pt x="524" y="4805"/>
                </a:lnTo>
                <a:lnTo>
                  <a:pt x="531" y="4770"/>
                </a:lnTo>
                <a:lnTo>
                  <a:pt x="539" y="4737"/>
                </a:lnTo>
                <a:lnTo>
                  <a:pt x="548" y="4704"/>
                </a:lnTo>
                <a:lnTo>
                  <a:pt x="557" y="4670"/>
                </a:lnTo>
                <a:lnTo>
                  <a:pt x="568" y="4638"/>
                </a:lnTo>
                <a:lnTo>
                  <a:pt x="578" y="4605"/>
                </a:lnTo>
                <a:lnTo>
                  <a:pt x="590" y="4573"/>
                </a:lnTo>
                <a:lnTo>
                  <a:pt x="603" y="4542"/>
                </a:lnTo>
                <a:lnTo>
                  <a:pt x="616" y="4510"/>
                </a:lnTo>
                <a:lnTo>
                  <a:pt x="630" y="4479"/>
                </a:lnTo>
                <a:lnTo>
                  <a:pt x="645" y="4448"/>
                </a:lnTo>
                <a:lnTo>
                  <a:pt x="661" y="4418"/>
                </a:lnTo>
                <a:lnTo>
                  <a:pt x="676" y="4387"/>
                </a:lnTo>
                <a:lnTo>
                  <a:pt x="693" y="4357"/>
                </a:lnTo>
                <a:lnTo>
                  <a:pt x="710" y="4328"/>
                </a:lnTo>
                <a:lnTo>
                  <a:pt x="729" y="4298"/>
                </a:lnTo>
                <a:lnTo>
                  <a:pt x="748" y="4270"/>
                </a:lnTo>
                <a:lnTo>
                  <a:pt x="767" y="4242"/>
                </a:lnTo>
                <a:lnTo>
                  <a:pt x="787" y="4214"/>
                </a:lnTo>
                <a:lnTo>
                  <a:pt x="808" y="4186"/>
                </a:lnTo>
                <a:lnTo>
                  <a:pt x="830" y="4159"/>
                </a:lnTo>
                <a:lnTo>
                  <a:pt x="851" y="4133"/>
                </a:lnTo>
                <a:lnTo>
                  <a:pt x="873" y="4106"/>
                </a:lnTo>
                <a:lnTo>
                  <a:pt x="897" y="4081"/>
                </a:lnTo>
                <a:lnTo>
                  <a:pt x="902" y="4113"/>
                </a:lnTo>
                <a:lnTo>
                  <a:pt x="909" y="4146"/>
                </a:lnTo>
                <a:lnTo>
                  <a:pt x="916" y="4178"/>
                </a:lnTo>
                <a:lnTo>
                  <a:pt x="924" y="4210"/>
                </a:lnTo>
                <a:lnTo>
                  <a:pt x="932" y="4241"/>
                </a:lnTo>
                <a:lnTo>
                  <a:pt x="942" y="4273"/>
                </a:lnTo>
                <a:lnTo>
                  <a:pt x="952" y="4303"/>
                </a:lnTo>
                <a:lnTo>
                  <a:pt x="964" y="4333"/>
                </a:lnTo>
                <a:lnTo>
                  <a:pt x="976" y="4362"/>
                </a:lnTo>
                <a:lnTo>
                  <a:pt x="989" y="4392"/>
                </a:lnTo>
                <a:lnTo>
                  <a:pt x="1003" y="4421"/>
                </a:lnTo>
                <a:lnTo>
                  <a:pt x="1017" y="4450"/>
                </a:lnTo>
                <a:lnTo>
                  <a:pt x="1033" y="4478"/>
                </a:lnTo>
                <a:lnTo>
                  <a:pt x="1049" y="4505"/>
                </a:lnTo>
                <a:lnTo>
                  <a:pt x="1066" y="4532"/>
                </a:lnTo>
                <a:lnTo>
                  <a:pt x="1083" y="4559"/>
                </a:lnTo>
                <a:lnTo>
                  <a:pt x="1102" y="4585"/>
                </a:lnTo>
                <a:lnTo>
                  <a:pt x="1121" y="4610"/>
                </a:lnTo>
                <a:lnTo>
                  <a:pt x="1140" y="4636"/>
                </a:lnTo>
                <a:lnTo>
                  <a:pt x="1160" y="4660"/>
                </a:lnTo>
                <a:lnTo>
                  <a:pt x="1181" y="4684"/>
                </a:lnTo>
                <a:lnTo>
                  <a:pt x="1202" y="4707"/>
                </a:lnTo>
                <a:lnTo>
                  <a:pt x="1225" y="4730"/>
                </a:lnTo>
                <a:lnTo>
                  <a:pt x="1247" y="4752"/>
                </a:lnTo>
                <a:lnTo>
                  <a:pt x="1271" y="4773"/>
                </a:lnTo>
                <a:lnTo>
                  <a:pt x="1295" y="4794"/>
                </a:lnTo>
                <a:lnTo>
                  <a:pt x="1319" y="4814"/>
                </a:lnTo>
                <a:lnTo>
                  <a:pt x="1344" y="4834"/>
                </a:lnTo>
                <a:lnTo>
                  <a:pt x="1370" y="4853"/>
                </a:lnTo>
                <a:lnTo>
                  <a:pt x="1396" y="4871"/>
                </a:lnTo>
                <a:lnTo>
                  <a:pt x="1423" y="4888"/>
                </a:lnTo>
                <a:lnTo>
                  <a:pt x="1450" y="4905"/>
                </a:lnTo>
                <a:lnTo>
                  <a:pt x="1442" y="4926"/>
                </a:lnTo>
                <a:lnTo>
                  <a:pt x="1436" y="4949"/>
                </a:lnTo>
                <a:lnTo>
                  <a:pt x="1430" y="4971"/>
                </a:lnTo>
                <a:lnTo>
                  <a:pt x="1425" y="4994"/>
                </a:lnTo>
                <a:lnTo>
                  <a:pt x="1422" y="5016"/>
                </a:lnTo>
                <a:lnTo>
                  <a:pt x="1420" y="5038"/>
                </a:lnTo>
                <a:lnTo>
                  <a:pt x="1417" y="5061"/>
                </a:lnTo>
                <a:lnTo>
                  <a:pt x="1417" y="5084"/>
                </a:lnTo>
                <a:lnTo>
                  <a:pt x="1418" y="5115"/>
                </a:lnTo>
                <a:lnTo>
                  <a:pt x="1420" y="5146"/>
                </a:lnTo>
                <a:lnTo>
                  <a:pt x="1422" y="5174"/>
                </a:lnTo>
                <a:lnTo>
                  <a:pt x="1425" y="5202"/>
                </a:lnTo>
                <a:lnTo>
                  <a:pt x="1429" y="5230"/>
                </a:lnTo>
                <a:lnTo>
                  <a:pt x="1434" y="5255"/>
                </a:lnTo>
                <a:lnTo>
                  <a:pt x="1443" y="5301"/>
                </a:lnTo>
                <a:lnTo>
                  <a:pt x="1453" y="5340"/>
                </a:lnTo>
                <a:lnTo>
                  <a:pt x="1461" y="5370"/>
                </a:lnTo>
                <a:lnTo>
                  <a:pt x="1469" y="5395"/>
                </a:lnTo>
                <a:close/>
                <a:moveTo>
                  <a:pt x="2045" y="2223"/>
                </a:moveTo>
                <a:lnTo>
                  <a:pt x="2045" y="2223"/>
                </a:lnTo>
                <a:lnTo>
                  <a:pt x="2073" y="2223"/>
                </a:lnTo>
                <a:lnTo>
                  <a:pt x="2102" y="2222"/>
                </a:lnTo>
                <a:lnTo>
                  <a:pt x="2130" y="2219"/>
                </a:lnTo>
                <a:lnTo>
                  <a:pt x="2158" y="2217"/>
                </a:lnTo>
                <a:lnTo>
                  <a:pt x="2187" y="2215"/>
                </a:lnTo>
                <a:lnTo>
                  <a:pt x="2214" y="2210"/>
                </a:lnTo>
                <a:lnTo>
                  <a:pt x="2269" y="2200"/>
                </a:lnTo>
                <a:lnTo>
                  <a:pt x="2322" y="2189"/>
                </a:lnTo>
                <a:lnTo>
                  <a:pt x="2375" y="2173"/>
                </a:lnTo>
                <a:lnTo>
                  <a:pt x="2427" y="2156"/>
                </a:lnTo>
                <a:lnTo>
                  <a:pt x="2478" y="2136"/>
                </a:lnTo>
                <a:lnTo>
                  <a:pt x="2527" y="2113"/>
                </a:lnTo>
                <a:lnTo>
                  <a:pt x="2575" y="2088"/>
                </a:lnTo>
                <a:lnTo>
                  <a:pt x="2621" y="2062"/>
                </a:lnTo>
                <a:lnTo>
                  <a:pt x="2667" y="2033"/>
                </a:lnTo>
                <a:lnTo>
                  <a:pt x="2711" y="2002"/>
                </a:lnTo>
                <a:lnTo>
                  <a:pt x="2752" y="1969"/>
                </a:lnTo>
                <a:lnTo>
                  <a:pt x="2792" y="1934"/>
                </a:lnTo>
                <a:lnTo>
                  <a:pt x="2831" y="1897"/>
                </a:lnTo>
                <a:lnTo>
                  <a:pt x="2868" y="1859"/>
                </a:lnTo>
                <a:lnTo>
                  <a:pt x="2903" y="1818"/>
                </a:lnTo>
                <a:lnTo>
                  <a:pt x="2936" y="1777"/>
                </a:lnTo>
                <a:lnTo>
                  <a:pt x="2967" y="1733"/>
                </a:lnTo>
                <a:lnTo>
                  <a:pt x="2996" y="1688"/>
                </a:lnTo>
                <a:lnTo>
                  <a:pt x="3022" y="1641"/>
                </a:lnTo>
                <a:lnTo>
                  <a:pt x="3047" y="1593"/>
                </a:lnTo>
                <a:lnTo>
                  <a:pt x="3069" y="1544"/>
                </a:lnTo>
                <a:lnTo>
                  <a:pt x="3089" y="1494"/>
                </a:lnTo>
                <a:lnTo>
                  <a:pt x="3107" y="1442"/>
                </a:lnTo>
                <a:lnTo>
                  <a:pt x="3122" y="1389"/>
                </a:lnTo>
                <a:lnTo>
                  <a:pt x="3134" y="1335"/>
                </a:lnTo>
                <a:lnTo>
                  <a:pt x="3144" y="1280"/>
                </a:lnTo>
                <a:lnTo>
                  <a:pt x="3148" y="1253"/>
                </a:lnTo>
                <a:lnTo>
                  <a:pt x="3151" y="1225"/>
                </a:lnTo>
                <a:lnTo>
                  <a:pt x="3153" y="1196"/>
                </a:lnTo>
                <a:lnTo>
                  <a:pt x="3155" y="1168"/>
                </a:lnTo>
                <a:lnTo>
                  <a:pt x="3157" y="1140"/>
                </a:lnTo>
                <a:lnTo>
                  <a:pt x="3157" y="1111"/>
                </a:lnTo>
                <a:lnTo>
                  <a:pt x="3157" y="1083"/>
                </a:lnTo>
                <a:lnTo>
                  <a:pt x="3155" y="1053"/>
                </a:lnTo>
                <a:lnTo>
                  <a:pt x="3153" y="1025"/>
                </a:lnTo>
                <a:lnTo>
                  <a:pt x="3151" y="998"/>
                </a:lnTo>
                <a:lnTo>
                  <a:pt x="3148" y="970"/>
                </a:lnTo>
                <a:lnTo>
                  <a:pt x="3144" y="941"/>
                </a:lnTo>
                <a:lnTo>
                  <a:pt x="3134" y="887"/>
                </a:lnTo>
                <a:lnTo>
                  <a:pt x="3122" y="833"/>
                </a:lnTo>
                <a:lnTo>
                  <a:pt x="3107" y="781"/>
                </a:lnTo>
                <a:lnTo>
                  <a:pt x="3089" y="729"/>
                </a:lnTo>
                <a:lnTo>
                  <a:pt x="3069" y="678"/>
                </a:lnTo>
                <a:lnTo>
                  <a:pt x="3047" y="629"/>
                </a:lnTo>
                <a:lnTo>
                  <a:pt x="3022" y="581"/>
                </a:lnTo>
                <a:lnTo>
                  <a:pt x="2996" y="534"/>
                </a:lnTo>
                <a:lnTo>
                  <a:pt x="2967" y="489"/>
                </a:lnTo>
                <a:lnTo>
                  <a:pt x="2936" y="446"/>
                </a:lnTo>
                <a:lnTo>
                  <a:pt x="2903" y="404"/>
                </a:lnTo>
                <a:lnTo>
                  <a:pt x="2868" y="363"/>
                </a:lnTo>
                <a:lnTo>
                  <a:pt x="2831" y="325"/>
                </a:lnTo>
                <a:lnTo>
                  <a:pt x="2792" y="288"/>
                </a:lnTo>
                <a:lnTo>
                  <a:pt x="2752" y="253"/>
                </a:lnTo>
                <a:lnTo>
                  <a:pt x="2711" y="220"/>
                </a:lnTo>
                <a:lnTo>
                  <a:pt x="2667" y="190"/>
                </a:lnTo>
                <a:lnTo>
                  <a:pt x="2621" y="160"/>
                </a:lnTo>
                <a:lnTo>
                  <a:pt x="2575" y="133"/>
                </a:lnTo>
                <a:lnTo>
                  <a:pt x="2527" y="109"/>
                </a:lnTo>
                <a:lnTo>
                  <a:pt x="2478" y="87"/>
                </a:lnTo>
                <a:lnTo>
                  <a:pt x="2427" y="67"/>
                </a:lnTo>
                <a:lnTo>
                  <a:pt x="2375" y="49"/>
                </a:lnTo>
                <a:lnTo>
                  <a:pt x="2322" y="34"/>
                </a:lnTo>
                <a:lnTo>
                  <a:pt x="2269" y="22"/>
                </a:lnTo>
                <a:lnTo>
                  <a:pt x="2214" y="13"/>
                </a:lnTo>
                <a:lnTo>
                  <a:pt x="2187" y="8"/>
                </a:lnTo>
                <a:lnTo>
                  <a:pt x="2158" y="6"/>
                </a:lnTo>
                <a:lnTo>
                  <a:pt x="2130" y="2"/>
                </a:lnTo>
                <a:lnTo>
                  <a:pt x="2102" y="1"/>
                </a:lnTo>
                <a:lnTo>
                  <a:pt x="2073" y="0"/>
                </a:lnTo>
                <a:lnTo>
                  <a:pt x="2045" y="0"/>
                </a:lnTo>
                <a:lnTo>
                  <a:pt x="2016" y="0"/>
                </a:lnTo>
                <a:lnTo>
                  <a:pt x="1987" y="1"/>
                </a:lnTo>
                <a:lnTo>
                  <a:pt x="1959" y="2"/>
                </a:lnTo>
                <a:lnTo>
                  <a:pt x="1931" y="6"/>
                </a:lnTo>
                <a:lnTo>
                  <a:pt x="1903" y="8"/>
                </a:lnTo>
                <a:lnTo>
                  <a:pt x="1875" y="13"/>
                </a:lnTo>
                <a:lnTo>
                  <a:pt x="1821" y="22"/>
                </a:lnTo>
                <a:lnTo>
                  <a:pt x="1767" y="34"/>
                </a:lnTo>
                <a:lnTo>
                  <a:pt x="1715" y="49"/>
                </a:lnTo>
                <a:lnTo>
                  <a:pt x="1663" y="67"/>
                </a:lnTo>
                <a:lnTo>
                  <a:pt x="1612" y="87"/>
                </a:lnTo>
                <a:lnTo>
                  <a:pt x="1562" y="109"/>
                </a:lnTo>
                <a:lnTo>
                  <a:pt x="1515" y="133"/>
                </a:lnTo>
                <a:lnTo>
                  <a:pt x="1468" y="160"/>
                </a:lnTo>
                <a:lnTo>
                  <a:pt x="1423" y="190"/>
                </a:lnTo>
                <a:lnTo>
                  <a:pt x="1379" y="220"/>
                </a:lnTo>
                <a:lnTo>
                  <a:pt x="1337" y="253"/>
                </a:lnTo>
                <a:lnTo>
                  <a:pt x="1297" y="288"/>
                </a:lnTo>
                <a:lnTo>
                  <a:pt x="1259" y="325"/>
                </a:lnTo>
                <a:lnTo>
                  <a:pt x="1221" y="363"/>
                </a:lnTo>
                <a:lnTo>
                  <a:pt x="1187" y="404"/>
                </a:lnTo>
                <a:lnTo>
                  <a:pt x="1154" y="446"/>
                </a:lnTo>
                <a:lnTo>
                  <a:pt x="1122" y="489"/>
                </a:lnTo>
                <a:lnTo>
                  <a:pt x="1094" y="534"/>
                </a:lnTo>
                <a:lnTo>
                  <a:pt x="1067" y="581"/>
                </a:lnTo>
                <a:lnTo>
                  <a:pt x="1042" y="629"/>
                </a:lnTo>
                <a:lnTo>
                  <a:pt x="1021" y="678"/>
                </a:lnTo>
                <a:lnTo>
                  <a:pt x="1001" y="729"/>
                </a:lnTo>
                <a:lnTo>
                  <a:pt x="983" y="781"/>
                </a:lnTo>
                <a:lnTo>
                  <a:pt x="968" y="833"/>
                </a:lnTo>
                <a:lnTo>
                  <a:pt x="956" y="887"/>
                </a:lnTo>
                <a:lnTo>
                  <a:pt x="945" y="941"/>
                </a:lnTo>
                <a:lnTo>
                  <a:pt x="942" y="970"/>
                </a:lnTo>
                <a:lnTo>
                  <a:pt x="938" y="998"/>
                </a:lnTo>
                <a:lnTo>
                  <a:pt x="936" y="1025"/>
                </a:lnTo>
                <a:lnTo>
                  <a:pt x="935" y="1053"/>
                </a:lnTo>
                <a:lnTo>
                  <a:pt x="933" y="1083"/>
                </a:lnTo>
                <a:lnTo>
                  <a:pt x="933" y="1111"/>
                </a:lnTo>
                <a:lnTo>
                  <a:pt x="933" y="1140"/>
                </a:lnTo>
                <a:lnTo>
                  <a:pt x="935" y="1168"/>
                </a:lnTo>
                <a:lnTo>
                  <a:pt x="936" y="1196"/>
                </a:lnTo>
                <a:lnTo>
                  <a:pt x="938" y="1225"/>
                </a:lnTo>
                <a:lnTo>
                  <a:pt x="942" y="1253"/>
                </a:lnTo>
                <a:lnTo>
                  <a:pt x="945" y="1280"/>
                </a:lnTo>
                <a:lnTo>
                  <a:pt x="956" y="1335"/>
                </a:lnTo>
                <a:lnTo>
                  <a:pt x="968" y="1389"/>
                </a:lnTo>
                <a:lnTo>
                  <a:pt x="983" y="1442"/>
                </a:lnTo>
                <a:lnTo>
                  <a:pt x="1001" y="1494"/>
                </a:lnTo>
                <a:lnTo>
                  <a:pt x="1021" y="1544"/>
                </a:lnTo>
                <a:lnTo>
                  <a:pt x="1042" y="1593"/>
                </a:lnTo>
                <a:lnTo>
                  <a:pt x="1067" y="1641"/>
                </a:lnTo>
                <a:lnTo>
                  <a:pt x="1094" y="1688"/>
                </a:lnTo>
                <a:lnTo>
                  <a:pt x="1122" y="1733"/>
                </a:lnTo>
                <a:lnTo>
                  <a:pt x="1154" y="1777"/>
                </a:lnTo>
                <a:lnTo>
                  <a:pt x="1187" y="1818"/>
                </a:lnTo>
                <a:lnTo>
                  <a:pt x="1221" y="1859"/>
                </a:lnTo>
                <a:lnTo>
                  <a:pt x="1259" y="1897"/>
                </a:lnTo>
                <a:lnTo>
                  <a:pt x="1297" y="1934"/>
                </a:lnTo>
                <a:lnTo>
                  <a:pt x="1337" y="1969"/>
                </a:lnTo>
                <a:lnTo>
                  <a:pt x="1379" y="2002"/>
                </a:lnTo>
                <a:lnTo>
                  <a:pt x="1423" y="2033"/>
                </a:lnTo>
                <a:lnTo>
                  <a:pt x="1468" y="2062"/>
                </a:lnTo>
                <a:lnTo>
                  <a:pt x="1515" y="2088"/>
                </a:lnTo>
                <a:lnTo>
                  <a:pt x="1562" y="2113"/>
                </a:lnTo>
                <a:lnTo>
                  <a:pt x="1612" y="2136"/>
                </a:lnTo>
                <a:lnTo>
                  <a:pt x="1663" y="2156"/>
                </a:lnTo>
                <a:lnTo>
                  <a:pt x="1715" y="2173"/>
                </a:lnTo>
                <a:lnTo>
                  <a:pt x="1767" y="2189"/>
                </a:lnTo>
                <a:lnTo>
                  <a:pt x="1821" y="2200"/>
                </a:lnTo>
                <a:lnTo>
                  <a:pt x="1875" y="2210"/>
                </a:lnTo>
                <a:lnTo>
                  <a:pt x="1903" y="2215"/>
                </a:lnTo>
                <a:lnTo>
                  <a:pt x="1931" y="2217"/>
                </a:lnTo>
                <a:lnTo>
                  <a:pt x="1959" y="2219"/>
                </a:lnTo>
                <a:lnTo>
                  <a:pt x="1987" y="2222"/>
                </a:lnTo>
                <a:lnTo>
                  <a:pt x="2016" y="2223"/>
                </a:lnTo>
                <a:lnTo>
                  <a:pt x="2045" y="2223"/>
                </a:lnTo>
                <a:close/>
                <a:moveTo>
                  <a:pt x="2678" y="4881"/>
                </a:moveTo>
                <a:lnTo>
                  <a:pt x="2678" y="4881"/>
                </a:lnTo>
                <a:lnTo>
                  <a:pt x="2688" y="4906"/>
                </a:lnTo>
                <a:lnTo>
                  <a:pt x="2696" y="4931"/>
                </a:lnTo>
                <a:lnTo>
                  <a:pt x="2704" y="4956"/>
                </a:lnTo>
                <a:lnTo>
                  <a:pt x="2709" y="4981"/>
                </a:lnTo>
                <a:lnTo>
                  <a:pt x="2714" y="5006"/>
                </a:lnTo>
                <a:lnTo>
                  <a:pt x="2718" y="5031"/>
                </a:lnTo>
                <a:lnTo>
                  <a:pt x="2720" y="5057"/>
                </a:lnTo>
                <a:lnTo>
                  <a:pt x="2720" y="5084"/>
                </a:lnTo>
                <a:lnTo>
                  <a:pt x="2720" y="5115"/>
                </a:lnTo>
                <a:lnTo>
                  <a:pt x="2719" y="5145"/>
                </a:lnTo>
                <a:lnTo>
                  <a:pt x="2715" y="5174"/>
                </a:lnTo>
                <a:lnTo>
                  <a:pt x="2713" y="5202"/>
                </a:lnTo>
                <a:lnTo>
                  <a:pt x="2708" y="5230"/>
                </a:lnTo>
                <a:lnTo>
                  <a:pt x="2705" y="5254"/>
                </a:lnTo>
                <a:lnTo>
                  <a:pt x="2695" y="5300"/>
                </a:lnTo>
                <a:lnTo>
                  <a:pt x="2685" y="5339"/>
                </a:lnTo>
                <a:lnTo>
                  <a:pt x="2676" y="5369"/>
                </a:lnTo>
                <a:lnTo>
                  <a:pt x="2667" y="5398"/>
                </a:lnTo>
                <a:lnTo>
                  <a:pt x="2659" y="5421"/>
                </a:lnTo>
                <a:lnTo>
                  <a:pt x="2652" y="5443"/>
                </a:lnTo>
                <a:lnTo>
                  <a:pt x="2646" y="5466"/>
                </a:lnTo>
                <a:lnTo>
                  <a:pt x="2642" y="5488"/>
                </a:lnTo>
                <a:lnTo>
                  <a:pt x="2639" y="5510"/>
                </a:lnTo>
                <a:lnTo>
                  <a:pt x="2636" y="5533"/>
                </a:lnTo>
                <a:lnTo>
                  <a:pt x="2635" y="5555"/>
                </a:lnTo>
                <a:lnTo>
                  <a:pt x="2635" y="5578"/>
                </a:lnTo>
                <a:lnTo>
                  <a:pt x="2636" y="5600"/>
                </a:lnTo>
                <a:lnTo>
                  <a:pt x="2639" y="5621"/>
                </a:lnTo>
                <a:lnTo>
                  <a:pt x="2641" y="5644"/>
                </a:lnTo>
                <a:lnTo>
                  <a:pt x="2646" y="5665"/>
                </a:lnTo>
                <a:lnTo>
                  <a:pt x="2650" y="5687"/>
                </a:lnTo>
                <a:lnTo>
                  <a:pt x="2658" y="5707"/>
                </a:lnTo>
                <a:lnTo>
                  <a:pt x="2665" y="5729"/>
                </a:lnTo>
                <a:lnTo>
                  <a:pt x="2673" y="5749"/>
                </a:lnTo>
                <a:lnTo>
                  <a:pt x="2682" y="5769"/>
                </a:lnTo>
                <a:lnTo>
                  <a:pt x="2692" y="5789"/>
                </a:lnTo>
                <a:lnTo>
                  <a:pt x="2704" y="5808"/>
                </a:lnTo>
                <a:lnTo>
                  <a:pt x="2715" y="5827"/>
                </a:lnTo>
                <a:lnTo>
                  <a:pt x="2728" y="5844"/>
                </a:lnTo>
                <a:lnTo>
                  <a:pt x="2741" y="5861"/>
                </a:lnTo>
                <a:lnTo>
                  <a:pt x="2757" y="5879"/>
                </a:lnTo>
                <a:lnTo>
                  <a:pt x="2772" y="5894"/>
                </a:lnTo>
                <a:lnTo>
                  <a:pt x="2788" y="5909"/>
                </a:lnTo>
                <a:lnTo>
                  <a:pt x="2805" y="5925"/>
                </a:lnTo>
                <a:lnTo>
                  <a:pt x="2823" y="5938"/>
                </a:lnTo>
                <a:lnTo>
                  <a:pt x="2842" y="5950"/>
                </a:lnTo>
                <a:lnTo>
                  <a:pt x="2862" y="5963"/>
                </a:lnTo>
                <a:lnTo>
                  <a:pt x="2882" y="5974"/>
                </a:lnTo>
                <a:lnTo>
                  <a:pt x="2903" y="5985"/>
                </a:lnTo>
                <a:lnTo>
                  <a:pt x="2924" y="5994"/>
                </a:lnTo>
                <a:lnTo>
                  <a:pt x="2945" y="6001"/>
                </a:lnTo>
                <a:lnTo>
                  <a:pt x="2967" y="6008"/>
                </a:lnTo>
                <a:lnTo>
                  <a:pt x="2988" y="6014"/>
                </a:lnTo>
                <a:lnTo>
                  <a:pt x="3009" y="6019"/>
                </a:lnTo>
                <a:lnTo>
                  <a:pt x="3030" y="6022"/>
                </a:lnTo>
                <a:lnTo>
                  <a:pt x="3053" y="6025"/>
                </a:lnTo>
                <a:lnTo>
                  <a:pt x="3074" y="6026"/>
                </a:lnTo>
                <a:lnTo>
                  <a:pt x="3095" y="6027"/>
                </a:lnTo>
                <a:lnTo>
                  <a:pt x="3130" y="6026"/>
                </a:lnTo>
                <a:lnTo>
                  <a:pt x="3163" y="6021"/>
                </a:lnTo>
                <a:lnTo>
                  <a:pt x="3197" y="6015"/>
                </a:lnTo>
                <a:lnTo>
                  <a:pt x="3229" y="6007"/>
                </a:lnTo>
                <a:lnTo>
                  <a:pt x="3261" y="5997"/>
                </a:lnTo>
                <a:lnTo>
                  <a:pt x="3292" y="5982"/>
                </a:lnTo>
                <a:lnTo>
                  <a:pt x="3322" y="5967"/>
                </a:lnTo>
                <a:lnTo>
                  <a:pt x="3350" y="5949"/>
                </a:lnTo>
                <a:lnTo>
                  <a:pt x="3379" y="5930"/>
                </a:lnTo>
                <a:lnTo>
                  <a:pt x="3404" y="5908"/>
                </a:lnTo>
                <a:lnTo>
                  <a:pt x="3428" y="5884"/>
                </a:lnTo>
                <a:lnTo>
                  <a:pt x="3452" y="5858"/>
                </a:lnTo>
                <a:lnTo>
                  <a:pt x="3472" y="5831"/>
                </a:lnTo>
                <a:lnTo>
                  <a:pt x="3492" y="5802"/>
                </a:lnTo>
                <a:lnTo>
                  <a:pt x="3508" y="5770"/>
                </a:lnTo>
                <a:lnTo>
                  <a:pt x="3523" y="5738"/>
                </a:lnTo>
                <a:lnTo>
                  <a:pt x="3532" y="5716"/>
                </a:lnTo>
                <a:lnTo>
                  <a:pt x="3546" y="5672"/>
                </a:lnTo>
                <a:lnTo>
                  <a:pt x="3566" y="5609"/>
                </a:lnTo>
                <a:lnTo>
                  <a:pt x="3576" y="5572"/>
                </a:lnTo>
                <a:lnTo>
                  <a:pt x="3586" y="5530"/>
                </a:lnTo>
                <a:lnTo>
                  <a:pt x="3597" y="5484"/>
                </a:lnTo>
                <a:lnTo>
                  <a:pt x="3607" y="5436"/>
                </a:lnTo>
                <a:lnTo>
                  <a:pt x="3616" y="5384"/>
                </a:lnTo>
                <a:lnTo>
                  <a:pt x="3624" y="5329"/>
                </a:lnTo>
                <a:lnTo>
                  <a:pt x="3631" y="5271"/>
                </a:lnTo>
                <a:lnTo>
                  <a:pt x="3637" y="5211"/>
                </a:lnTo>
                <a:lnTo>
                  <a:pt x="3641" y="5148"/>
                </a:lnTo>
                <a:lnTo>
                  <a:pt x="3642" y="5084"/>
                </a:lnTo>
                <a:lnTo>
                  <a:pt x="3641" y="5047"/>
                </a:lnTo>
                <a:lnTo>
                  <a:pt x="3639" y="5009"/>
                </a:lnTo>
                <a:lnTo>
                  <a:pt x="3637" y="4972"/>
                </a:lnTo>
                <a:lnTo>
                  <a:pt x="3633" y="4936"/>
                </a:lnTo>
                <a:lnTo>
                  <a:pt x="3629" y="4899"/>
                </a:lnTo>
                <a:lnTo>
                  <a:pt x="3624" y="4863"/>
                </a:lnTo>
                <a:lnTo>
                  <a:pt x="3618" y="4826"/>
                </a:lnTo>
                <a:lnTo>
                  <a:pt x="3611" y="4791"/>
                </a:lnTo>
                <a:lnTo>
                  <a:pt x="3603" y="4755"/>
                </a:lnTo>
                <a:lnTo>
                  <a:pt x="3594" y="4720"/>
                </a:lnTo>
                <a:lnTo>
                  <a:pt x="3584" y="4684"/>
                </a:lnTo>
                <a:lnTo>
                  <a:pt x="3573" y="4650"/>
                </a:lnTo>
                <a:lnTo>
                  <a:pt x="3563" y="4616"/>
                </a:lnTo>
                <a:lnTo>
                  <a:pt x="3550" y="4582"/>
                </a:lnTo>
                <a:lnTo>
                  <a:pt x="3537" y="4547"/>
                </a:lnTo>
                <a:lnTo>
                  <a:pt x="3523" y="4514"/>
                </a:lnTo>
                <a:lnTo>
                  <a:pt x="3508" y="4481"/>
                </a:lnTo>
                <a:lnTo>
                  <a:pt x="3493" y="4450"/>
                </a:lnTo>
                <a:lnTo>
                  <a:pt x="3476" y="4418"/>
                </a:lnTo>
                <a:lnTo>
                  <a:pt x="3460" y="4386"/>
                </a:lnTo>
                <a:lnTo>
                  <a:pt x="3442" y="4354"/>
                </a:lnTo>
                <a:lnTo>
                  <a:pt x="3423" y="4323"/>
                </a:lnTo>
                <a:lnTo>
                  <a:pt x="3404" y="4293"/>
                </a:lnTo>
                <a:lnTo>
                  <a:pt x="3384" y="4263"/>
                </a:lnTo>
                <a:lnTo>
                  <a:pt x="3363" y="4232"/>
                </a:lnTo>
                <a:lnTo>
                  <a:pt x="3342" y="4204"/>
                </a:lnTo>
                <a:lnTo>
                  <a:pt x="3320" y="4175"/>
                </a:lnTo>
                <a:lnTo>
                  <a:pt x="3297" y="4146"/>
                </a:lnTo>
                <a:lnTo>
                  <a:pt x="3274" y="4119"/>
                </a:lnTo>
                <a:lnTo>
                  <a:pt x="3250" y="4092"/>
                </a:lnTo>
                <a:lnTo>
                  <a:pt x="3225" y="4065"/>
                </a:lnTo>
                <a:lnTo>
                  <a:pt x="3199" y="4039"/>
                </a:lnTo>
                <a:lnTo>
                  <a:pt x="3196" y="4072"/>
                </a:lnTo>
                <a:lnTo>
                  <a:pt x="3190" y="4104"/>
                </a:lnTo>
                <a:lnTo>
                  <a:pt x="3184" y="4137"/>
                </a:lnTo>
                <a:lnTo>
                  <a:pt x="3177" y="4169"/>
                </a:lnTo>
                <a:lnTo>
                  <a:pt x="3170" y="4201"/>
                </a:lnTo>
                <a:lnTo>
                  <a:pt x="3160" y="4231"/>
                </a:lnTo>
                <a:lnTo>
                  <a:pt x="3151" y="4262"/>
                </a:lnTo>
                <a:lnTo>
                  <a:pt x="3141" y="4293"/>
                </a:lnTo>
                <a:lnTo>
                  <a:pt x="3130" y="4323"/>
                </a:lnTo>
                <a:lnTo>
                  <a:pt x="3118" y="4353"/>
                </a:lnTo>
                <a:lnTo>
                  <a:pt x="3105" y="4382"/>
                </a:lnTo>
                <a:lnTo>
                  <a:pt x="3092" y="4412"/>
                </a:lnTo>
                <a:lnTo>
                  <a:pt x="3078" y="4440"/>
                </a:lnTo>
                <a:lnTo>
                  <a:pt x="3062" y="4468"/>
                </a:lnTo>
                <a:lnTo>
                  <a:pt x="3047" y="4496"/>
                </a:lnTo>
                <a:lnTo>
                  <a:pt x="3030" y="4523"/>
                </a:lnTo>
                <a:lnTo>
                  <a:pt x="3013" y="4550"/>
                </a:lnTo>
                <a:lnTo>
                  <a:pt x="2995" y="4576"/>
                </a:lnTo>
                <a:lnTo>
                  <a:pt x="2976" y="4602"/>
                </a:lnTo>
                <a:lnTo>
                  <a:pt x="2957" y="4627"/>
                </a:lnTo>
                <a:lnTo>
                  <a:pt x="2937" y="4651"/>
                </a:lnTo>
                <a:lnTo>
                  <a:pt x="2917" y="4675"/>
                </a:lnTo>
                <a:lnTo>
                  <a:pt x="2896" y="4699"/>
                </a:lnTo>
                <a:lnTo>
                  <a:pt x="2873" y="4721"/>
                </a:lnTo>
                <a:lnTo>
                  <a:pt x="2851" y="4743"/>
                </a:lnTo>
                <a:lnTo>
                  <a:pt x="2829" y="4766"/>
                </a:lnTo>
                <a:lnTo>
                  <a:pt x="2805" y="4786"/>
                </a:lnTo>
                <a:lnTo>
                  <a:pt x="2780" y="4807"/>
                </a:lnTo>
                <a:lnTo>
                  <a:pt x="2755" y="4826"/>
                </a:lnTo>
                <a:lnTo>
                  <a:pt x="2731" y="4846"/>
                </a:lnTo>
                <a:lnTo>
                  <a:pt x="2705" y="4864"/>
                </a:lnTo>
                <a:lnTo>
                  <a:pt x="2678" y="4881"/>
                </a:lnTo>
                <a:close/>
                <a:moveTo>
                  <a:pt x="3854" y="1882"/>
                </a:moveTo>
                <a:lnTo>
                  <a:pt x="3854" y="1882"/>
                </a:lnTo>
                <a:lnTo>
                  <a:pt x="3835" y="1869"/>
                </a:lnTo>
                <a:lnTo>
                  <a:pt x="3815" y="1856"/>
                </a:lnTo>
                <a:lnTo>
                  <a:pt x="3794" y="1845"/>
                </a:lnTo>
                <a:lnTo>
                  <a:pt x="3774" y="1835"/>
                </a:lnTo>
                <a:lnTo>
                  <a:pt x="3753" y="1826"/>
                </a:lnTo>
                <a:lnTo>
                  <a:pt x="3731" y="1819"/>
                </a:lnTo>
                <a:lnTo>
                  <a:pt x="3709" y="1812"/>
                </a:lnTo>
                <a:lnTo>
                  <a:pt x="3688" y="1806"/>
                </a:lnTo>
                <a:lnTo>
                  <a:pt x="3665" y="1803"/>
                </a:lnTo>
                <a:lnTo>
                  <a:pt x="3644" y="1799"/>
                </a:lnTo>
                <a:lnTo>
                  <a:pt x="3622" y="1797"/>
                </a:lnTo>
                <a:lnTo>
                  <a:pt x="3599" y="1796"/>
                </a:lnTo>
                <a:lnTo>
                  <a:pt x="3577" y="1796"/>
                </a:lnTo>
                <a:lnTo>
                  <a:pt x="3556" y="1797"/>
                </a:lnTo>
                <a:lnTo>
                  <a:pt x="3533" y="1798"/>
                </a:lnTo>
                <a:lnTo>
                  <a:pt x="3511" y="1802"/>
                </a:lnTo>
                <a:lnTo>
                  <a:pt x="3489" y="1806"/>
                </a:lnTo>
                <a:lnTo>
                  <a:pt x="3468" y="1811"/>
                </a:lnTo>
                <a:lnTo>
                  <a:pt x="3447" y="1817"/>
                </a:lnTo>
                <a:lnTo>
                  <a:pt x="3426" y="1824"/>
                </a:lnTo>
                <a:lnTo>
                  <a:pt x="3406" y="1832"/>
                </a:lnTo>
                <a:lnTo>
                  <a:pt x="3384" y="1842"/>
                </a:lnTo>
                <a:lnTo>
                  <a:pt x="3366" y="1852"/>
                </a:lnTo>
                <a:lnTo>
                  <a:pt x="3345" y="1863"/>
                </a:lnTo>
                <a:lnTo>
                  <a:pt x="3327" y="1875"/>
                </a:lnTo>
                <a:lnTo>
                  <a:pt x="3309" y="1889"/>
                </a:lnTo>
                <a:lnTo>
                  <a:pt x="3291" y="1903"/>
                </a:lnTo>
                <a:lnTo>
                  <a:pt x="3274" y="1917"/>
                </a:lnTo>
                <a:lnTo>
                  <a:pt x="3257" y="1934"/>
                </a:lnTo>
                <a:lnTo>
                  <a:pt x="3242" y="1950"/>
                </a:lnTo>
                <a:lnTo>
                  <a:pt x="3226" y="1969"/>
                </a:lnTo>
                <a:lnTo>
                  <a:pt x="3212" y="1988"/>
                </a:lnTo>
                <a:lnTo>
                  <a:pt x="3186" y="2022"/>
                </a:lnTo>
                <a:lnTo>
                  <a:pt x="3159" y="2056"/>
                </a:lnTo>
                <a:lnTo>
                  <a:pt x="3132" y="2090"/>
                </a:lnTo>
                <a:lnTo>
                  <a:pt x="3104" y="2121"/>
                </a:lnTo>
                <a:lnTo>
                  <a:pt x="3074" y="2152"/>
                </a:lnTo>
                <a:lnTo>
                  <a:pt x="3043" y="2183"/>
                </a:lnTo>
                <a:lnTo>
                  <a:pt x="3013" y="2212"/>
                </a:lnTo>
                <a:lnTo>
                  <a:pt x="2981" y="2239"/>
                </a:lnTo>
                <a:lnTo>
                  <a:pt x="2948" y="2268"/>
                </a:lnTo>
                <a:lnTo>
                  <a:pt x="2915" y="2294"/>
                </a:lnTo>
                <a:lnTo>
                  <a:pt x="2881" y="2318"/>
                </a:lnTo>
                <a:lnTo>
                  <a:pt x="2846" y="2343"/>
                </a:lnTo>
                <a:lnTo>
                  <a:pt x="2811" y="2366"/>
                </a:lnTo>
                <a:lnTo>
                  <a:pt x="2774" y="2388"/>
                </a:lnTo>
                <a:lnTo>
                  <a:pt x="2738" y="2409"/>
                </a:lnTo>
                <a:lnTo>
                  <a:pt x="2700" y="2428"/>
                </a:lnTo>
                <a:lnTo>
                  <a:pt x="2662" y="2447"/>
                </a:lnTo>
                <a:lnTo>
                  <a:pt x="2624" y="2465"/>
                </a:lnTo>
                <a:lnTo>
                  <a:pt x="2586" y="2481"/>
                </a:lnTo>
                <a:lnTo>
                  <a:pt x="2545" y="2497"/>
                </a:lnTo>
                <a:lnTo>
                  <a:pt x="2506" y="2511"/>
                </a:lnTo>
                <a:lnTo>
                  <a:pt x="2465" y="2524"/>
                </a:lnTo>
                <a:lnTo>
                  <a:pt x="2425" y="2536"/>
                </a:lnTo>
                <a:lnTo>
                  <a:pt x="2384" y="2547"/>
                </a:lnTo>
                <a:lnTo>
                  <a:pt x="2342" y="2557"/>
                </a:lnTo>
                <a:lnTo>
                  <a:pt x="2301" y="2565"/>
                </a:lnTo>
                <a:lnTo>
                  <a:pt x="2259" y="2572"/>
                </a:lnTo>
                <a:lnTo>
                  <a:pt x="2216" y="2577"/>
                </a:lnTo>
                <a:lnTo>
                  <a:pt x="2174" y="2582"/>
                </a:lnTo>
                <a:lnTo>
                  <a:pt x="2131" y="2585"/>
                </a:lnTo>
                <a:lnTo>
                  <a:pt x="2088" y="2587"/>
                </a:lnTo>
                <a:lnTo>
                  <a:pt x="2045" y="2587"/>
                </a:lnTo>
                <a:lnTo>
                  <a:pt x="1999" y="2587"/>
                </a:lnTo>
                <a:lnTo>
                  <a:pt x="1954" y="2585"/>
                </a:lnTo>
                <a:lnTo>
                  <a:pt x="1909" y="2582"/>
                </a:lnTo>
                <a:lnTo>
                  <a:pt x="1864" y="2577"/>
                </a:lnTo>
                <a:lnTo>
                  <a:pt x="1821" y="2570"/>
                </a:lnTo>
                <a:lnTo>
                  <a:pt x="1777" y="2563"/>
                </a:lnTo>
                <a:lnTo>
                  <a:pt x="1734" y="2553"/>
                </a:lnTo>
                <a:lnTo>
                  <a:pt x="1690" y="2544"/>
                </a:lnTo>
                <a:lnTo>
                  <a:pt x="1647" y="2532"/>
                </a:lnTo>
                <a:lnTo>
                  <a:pt x="1606" y="2519"/>
                </a:lnTo>
                <a:lnTo>
                  <a:pt x="1564" y="2505"/>
                </a:lnTo>
                <a:lnTo>
                  <a:pt x="1522" y="2490"/>
                </a:lnTo>
                <a:lnTo>
                  <a:pt x="1482" y="2473"/>
                </a:lnTo>
                <a:lnTo>
                  <a:pt x="1442" y="2455"/>
                </a:lnTo>
                <a:lnTo>
                  <a:pt x="1402" y="2436"/>
                </a:lnTo>
                <a:lnTo>
                  <a:pt x="1363" y="2416"/>
                </a:lnTo>
                <a:lnTo>
                  <a:pt x="1325" y="2394"/>
                </a:lnTo>
                <a:lnTo>
                  <a:pt x="1287" y="2372"/>
                </a:lnTo>
                <a:lnTo>
                  <a:pt x="1251" y="2348"/>
                </a:lnTo>
                <a:lnTo>
                  <a:pt x="1214" y="2323"/>
                </a:lnTo>
                <a:lnTo>
                  <a:pt x="1179" y="2297"/>
                </a:lnTo>
                <a:lnTo>
                  <a:pt x="1143" y="2270"/>
                </a:lnTo>
                <a:lnTo>
                  <a:pt x="1110" y="2242"/>
                </a:lnTo>
                <a:lnTo>
                  <a:pt x="1077" y="2212"/>
                </a:lnTo>
                <a:lnTo>
                  <a:pt x="1044" y="2182"/>
                </a:lnTo>
                <a:lnTo>
                  <a:pt x="1014" y="2150"/>
                </a:lnTo>
                <a:lnTo>
                  <a:pt x="983" y="2118"/>
                </a:lnTo>
                <a:lnTo>
                  <a:pt x="953" y="2084"/>
                </a:lnTo>
                <a:lnTo>
                  <a:pt x="925" y="2049"/>
                </a:lnTo>
                <a:lnTo>
                  <a:pt x="897" y="2014"/>
                </a:lnTo>
                <a:lnTo>
                  <a:pt x="871" y="1977"/>
                </a:lnTo>
                <a:lnTo>
                  <a:pt x="845" y="1940"/>
                </a:lnTo>
                <a:lnTo>
                  <a:pt x="832" y="1921"/>
                </a:lnTo>
                <a:lnTo>
                  <a:pt x="818" y="1902"/>
                </a:lnTo>
                <a:lnTo>
                  <a:pt x="802" y="1884"/>
                </a:lnTo>
                <a:lnTo>
                  <a:pt x="786" y="1868"/>
                </a:lnTo>
                <a:lnTo>
                  <a:pt x="769" y="1851"/>
                </a:lnTo>
                <a:lnTo>
                  <a:pt x="753" y="1837"/>
                </a:lnTo>
                <a:lnTo>
                  <a:pt x="735" y="1823"/>
                </a:lnTo>
                <a:lnTo>
                  <a:pt x="716" y="1810"/>
                </a:lnTo>
                <a:lnTo>
                  <a:pt x="697" y="1798"/>
                </a:lnTo>
                <a:lnTo>
                  <a:pt x="679" y="1787"/>
                </a:lnTo>
                <a:lnTo>
                  <a:pt x="658" y="1777"/>
                </a:lnTo>
                <a:lnTo>
                  <a:pt x="638" y="1767"/>
                </a:lnTo>
                <a:lnTo>
                  <a:pt x="617" y="1760"/>
                </a:lnTo>
                <a:lnTo>
                  <a:pt x="596" y="1753"/>
                </a:lnTo>
                <a:lnTo>
                  <a:pt x="575" y="1747"/>
                </a:lnTo>
                <a:lnTo>
                  <a:pt x="553" y="1741"/>
                </a:lnTo>
                <a:lnTo>
                  <a:pt x="532" y="1738"/>
                </a:lnTo>
                <a:lnTo>
                  <a:pt x="510" y="1736"/>
                </a:lnTo>
                <a:lnTo>
                  <a:pt x="487" y="1733"/>
                </a:lnTo>
                <a:lnTo>
                  <a:pt x="466" y="1732"/>
                </a:lnTo>
                <a:lnTo>
                  <a:pt x="444" y="1733"/>
                </a:lnTo>
                <a:lnTo>
                  <a:pt x="421" y="1734"/>
                </a:lnTo>
                <a:lnTo>
                  <a:pt x="399" y="1737"/>
                </a:lnTo>
                <a:lnTo>
                  <a:pt x="378" y="1740"/>
                </a:lnTo>
                <a:lnTo>
                  <a:pt x="355" y="1745"/>
                </a:lnTo>
                <a:lnTo>
                  <a:pt x="333" y="1750"/>
                </a:lnTo>
                <a:lnTo>
                  <a:pt x="312" y="1757"/>
                </a:lnTo>
                <a:lnTo>
                  <a:pt x="290" y="1765"/>
                </a:lnTo>
                <a:lnTo>
                  <a:pt x="269" y="1774"/>
                </a:lnTo>
                <a:lnTo>
                  <a:pt x="248" y="1784"/>
                </a:lnTo>
                <a:lnTo>
                  <a:pt x="228" y="1796"/>
                </a:lnTo>
                <a:lnTo>
                  <a:pt x="208" y="1807"/>
                </a:lnTo>
                <a:lnTo>
                  <a:pt x="188" y="1822"/>
                </a:lnTo>
                <a:lnTo>
                  <a:pt x="170" y="1836"/>
                </a:lnTo>
                <a:lnTo>
                  <a:pt x="152" y="1851"/>
                </a:lnTo>
                <a:lnTo>
                  <a:pt x="134" y="1866"/>
                </a:lnTo>
                <a:lnTo>
                  <a:pt x="119" y="1883"/>
                </a:lnTo>
                <a:lnTo>
                  <a:pt x="104" y="1901"/>
                </a:lnTo>
                <a:lnTo>
                  <a:pt x="91" y="1918"/>
                </a:lnTo>
                <a:lnTo>
                  <a:pt x="78" y="1937"/>
                </a:lnTo>
                <a:lnTo>
                  <a:pt x="66" y="1956"/>
                </a:lnTo>
                <a:lnTo>
                  <a:pt x="54" y="1975"/>
                </a:lnTo>
                <a:lnTo>
                  <a:pt x="45" y="1995"/>
                </a:lnTo>
                <a:lnTo>
                  <a:pt x="35" y="2015"/>
                </a:lnTo>
                <a:lnTo>
                  <a:pt x="27" y="2035"/>
                </a:lnTo>
                <a:lnTo>
                  <a:pt x="20" y="2056"/>
                </a:lnTo>
                <a:lnTo>
                  <a:pt x="14" y="2078"/>
                </a:lnTo>
                <a:lnTo>
                  <a:pt x="9" y="2099"/>
                </a:lnTo>
                <a:lnTo>
                  <a:pt x="6" y="2121"/>
                </a:lnTo>
                <a:lnTo>
                  <a:pt x="2" y="2143"/>
                </a:lnTo>
                <a:lnTo>
                  <a:pt x="1" y="2165"/>
                </a:lnTo>
                <a:lnTo>
                  <a:pt x="0" y="2187"/>
                </a:lnTo>
                <a:lnTo>
                  <a:pt x="0" y="2210"/>
                </a:lnTo>
                <a:lnTo>
                  <a:pt x="1" y="2232"/>
                </a:lnTo>
                <a:lnTo>
                  <a:pt x="4" y="2254"/>
                </a:lnTo>
                <a:lnTo>
                  <a:pt x="7" y="2276"/>
                </a:lnTo>
                <a:lnTo>
                  <a:pt x="12" y="2298"/>
                </a:lnTo>
                <a:lnTo>
                  <a:pt x="18" y="2320"/>
                </a:lnTo>
                <a:lnTo>
                  <a:pt x="25" y="2342"/>
                </a:lnTo>
                <a:lnTo>
                  <a:pt x="33" y="2363"/>
                </a:lnTo>
                <a:lnTo>
                  <a:pt x="41" y="2385"/>
                </a:lnTo>
                <a:lnTo>
                  <a:pt x="52" y="2405"/>
                </a:lnTo>
                <a:lnTo>
                  <a:pt x="64" y="2426"/>
                </a:lnTo>
                <a:lnTo>
                  <a:pt x="75" y="2446"/>
                </a:lnTo>
                <a:lnTo>
                  <a:pt x="99" y="2481"/>
                </a:lnTo>
                <a:lnTo>
                  <a:pt x="124" y="2517"/>
                </a:lnTo>
                <a:lnTo>
                  <a:pt x="149" y="2551"/>
                </a:lnTo>
                <a:lnTo>
                  <a:pt x="175" y="2585"/>
                </a:lnTo>
                <a:lnTo>
                  <a:pt x="201" y="2619"/>
                </a:lnTo>
                <a:lnTo>
                  <a:pt x="228" y="2652"/>
                </a:lnTo>
                <a:lnTo>
                  <a:pt x="255" y="2684"/>
                </a:lnTo>
                <a:lnTo>
                  <a:pt x="283" y="2716"/>
                </a:lnTo>
                <a:lnTo>
                  <a:pt x="312" y="2748"/>
                </a:lnTo>
                <a:lnTo>
                  <a:pt x="340" y="2779"/>
                </a:lnTo>
                <a:lnTo>
                  <a:pt x="369" y="2808"/>
                </a:lnTo>
                <a:lnTo>
                  <a:pt x="399" y="2838"/>
                </a:lnTo>
                <a:lnTo>
                  <a:pt x="430" y="2867"/>
                </a:lnTo>
                <a:lnTo>
                  <a:pt x="460" y="2895"/>
                </a:lnTo>
                <a:lnTo>
                  <a:pt x="491" y="2924"/>
                </a:lnTo>
                <a:lnTo>
                  <a:pt x="523" y="2951"/>
                </a:lnTo>
                <a:lnTo>
                  <a:pt x="555" y="2978"/>
                </a:lnTo>
                <a:lnTo>
                  <a:pt x="588" y="3004"/>
                </a:lnTo>
                <a:lnTo>
                  <a:pt x="621" y="3029"/>
                </a:lnTo>
                <a:lnTo>
                  <a:pt x="654" y="3054"/>
                </a:lnTo>
                <a:lnTo>
                  <a:pt x="688" y="3078"/>
                </a:lnTo>
                <a:lnTo>
                  <a:pt x="722" y="3102"/>
                </a:lnTo>
                <a:lnTo>
                  <a:pt x="756" y="3126"/>
                </a:lnTo>
                <a:lnTo>
                  <a:pt x="792" y="3148"/>
                </a:lnTo>
                <a:lnTo>
                  <a:pt x="827" y="3169"/>
                </a:lnTo>
                <a:lnTo>
                  <a:pt x="863" y="3190"/>
                </a:lnTo>
                <a:lnTo>
                  <a:pt x="899" y="3211"/>
                </a:lnTo>
                <a:lnTo>
                  <a:pt x="936" y="3231"/>
                </a:lnTo>
                <a:lnTo>
                  <a:pt x="972" y="3251"/>
                </a:lnTo>
                <a:lnTo>
                  <a:pt x="1009" y="3268"/>
                </a:lnTo>
                <a:lnTo>
                  <a:pt x="1047" y="3286"/>
                </a:lnTo>
                <a:lnTo>
                  <a:pt x="1084" y="3304"/>
                </a:lnTo>
                <a:lnTo>
                  <a:pt x="3003" y="3304"/>
                </a:lnTo>
                <a:lnTo>
                  <a:pt x="3073" y="3271"/>
                </a:lnTo>
                <a:lnTo>
                  <a:pt x="3143" y="3236"/>
                </a:lnTo>
                <a:lnTo>
                  <a:pt x="3210" y="3199"/>
                </a:lnTo>
                <a:lnTo>
                  <a:pt x="3277" y="3160"/>
                </a:lnTo>
                <a:lnTo>
                  <a:pt x="3343" y="3117"/>
                </a:lnTo>
                <a:lnTo>
                  <a:pt x="3407" y="3074"/>
                </a:lnTo>
                <a:lnTo>
                  <a:pt x="3469" y="3028"/>
                </a:lnTo>
                <a:lnTo>
                  <a:pt x="3531" y="2980"/>
                </a:lnTo>
                <a:lnTo>
                  <a:pt x="3590" y="2930"/>
                </a:lnTo>
                <a:lnTo>
                  <a:pt x="3649" y="2878"/>
                </a:lnTo>
                <a:lnTo>
                  <a:pt x="3705" y="2823"/>
                </a:lnTo>
                <a:lnTo>
                  <a:pt x="3760" y="2768"/>
                </a:lnTo>
                <a:lnTo>
                  <a:pt x="3813" y="2709"/>
                </a:lnTo>
                <a:lnTo>
                  <a:pt x="3864" y="2650"/>
                </a:lnTo>
                <a:lnTo>
                  <a:pt x="3913" y="2587"/>
                </a:lnTo>
                <a:lnTo>
                  <a:pt x="3960" y="2524"/>
                </a:lnTo>
                <a:lnTo>
                  <a:pt x="3973" y="2505"/>
                </a:lnTo>
                <a:lnTo>
                  <a:pt x="3986" y="2485"/>
                </a:lnTo>
                <a:lnTo>
                  <a:pt x="3997" y="2464"/>
                </a:lnTo>
                <a:lnTo>
                  <a:pt x="4006" y="2444"/>
                </a:lnTo>
                <a:lnTo>
                  <a:pt x="4016" y="2422"/>
                </a:lnTo>
                <a:lnTo>
                  <a:pt x="4023" y="2401"/>
                </a:lnTo>
                <a:lnTo>
                  <a:pt x="4030" y="2379"/>
                </a:lnTo>
                <a:lnTo>
                  <a:pt x="4036" y="2357"/>
                </a:lnTo>
                <a:lnTo>
                  <a:pt x="4039" y="2335"/>
                </a:lnTo>
                <a:lnTo>
                  <a:pt x="4043" y="2314"/>
                </a:lnTo>
                <a:lnTo>
                  <a:pt x="4045" y="2291"/>
                </a:lnTo>
                <a:lnTo>
                  <a:pt x="4046" y="2269"/>
                </a:lnTo>
                <a:lnTo>
                  <a:pt x="4046" y="2246"/>
                </a:lnTo>
                <a:lnTo>
                  <a:pt x="4045" y="2225"/>
                </a:lnTo>
                <a:lnTo>
                  <a:pt x="4044" y="2203"/>
                </a:lnTo>
                <a:lnTo>
                  <a:pt x="4041" y="2180"/>
                </a:lnTo>
                <a:lnTo>
                  <a:pt x="4036" y="2159"/>
                </a:lnTo>
                <a:lnTo>
                  <a:pt x="4031" y="2138"/>
                </a:lnTo>
                <a:lnTo>
                  <a:pt x="4025" y="2117"/>
                </a:lnTo>
                <a:lnTo>
                  <a:pt x="4018" y="2095"/>
                </a:lnTo>
                <a:lnTo>
                  <a:pt x="4010" y="2075"/>
                </a:lnTo>
                <a:lnTo>
                  <a:pt x="4000" y="2054"/>
                </a:lnTo>
                <a:lnTo>
                  <a:pt x="3990" y="2035"/>
                </a:lnTo>
                <a:lnTo>
                  <a:pt x="3979" y="2015"/>
                </a:lnTo>
                <a:lnTo>
                  <a:pt x="3966" y="1996"/>
                </a:lnTo>
                <a:lnTo>
                  <a:pt x="3953" y="1979"/>
                </a:lnTo>
                <a:lnTo>
                  <a:pt x="3939" y="1961"/>
                </a:lnTo>
                <a:lnTo>
                  <a:pt x="3925" y="1943"/>
                </a:lnTo>
                <a:lnTo>
                  <a:pt x="3908" y="1927"/>
                </a:lnTo>
                <a:lnTo>
                  <a:pt x="3891" y="1911"/>
                </a:lnTo>
                <a:lnTo>
                  <a:pt x="3873" y="1896"/>
                </a:lnTo>
                <a:lnTo>
                  <a:pt x="3854" y="1882"/>
                </a:lnTo>
                <a:close/>
                <a:moveTo>
                  <a:pt x="1125" y="3909"/>
                </a:moveTo>
                <a:lnTo>
                  <a:pt x="1125" y="3546"/>
                </a:lnTo>
                <a:lnTo>
                  <a:pt x="2966" y="3546"/>
                </a:lnTo>
                <a:lnTo>
                  <a:pt x="2966" y="3909"/>
                </a:lnTo>
                <a:lnTo>
                  <a:pt x="2964" y="3956"/>
                </a:lnTo>
                <a:lnTo>
                  <a:pt x="2961" y="4002"/>
                </a:lnTo>
                <a:lnTo>
                  <a:pt x="2955" y="4048"/>
                </a:lnTo>
                <a:lnTo>
                  <a:pt x="2947" y="4094"/>
                </a:lnTo>
                <a:lnTo>
                  <a:pt x="2936" y="4139"/>
                </a:lnTo>
                <a:lnTo>
                  <a:pt x="2924" y="4183"/>
                </a:lnTo>
                <a:lnTo>
                  <a:pt x="2910" y="4225"/>
                </a:lnTo>
                <a:lnTo>
                  <a:pt x="2894" y="4267"/>
                </a:lnTo>
                <a:lnTo>
                  <a:pt x="2875" y="4308"/>
                </a:lnTo>
                <a:lnTo>
                  <a:pt x="2855" y="4348"/>
                </a:lnTo>
                <a:lnTo>
                  <a:pt x="2832" y="4386"/>
                </a:lnTo>
                <a:lnTo>
                  <a:pt x="2809" y="4424"/>
                </a:lnTo>
                <a:lnTo>
                  <a:pt x="2783" y="4459"/>
                </a:lnTo>
                <a:lnTo>
                  <a:pt x="2755" y="4494"/>
                </a:lnTo>
                <a:lnTo>
                  <a:pt x="2726" y="4527"/>
                </a:lnTo>
                <a:lnTo>
                  <a:pt x="2695" y="4559"/>
                </a:lnTo>
                <a:lnTo>
                  <a:pt x="2663" y="4590"/>
                </a:lnTo>
                <a:lnTo>
                  <a:pt x="2630" y="4619"/>
                </a:lnTo>
                <a:lnTo>
                  <a:pt x="2595" y="4647"/>
                </a:lnTo>
                <a:lnTo>
                  <a:pt x="2560" y="4673"/>
                </a:lnTo>
                <a:lnTo>
                  <a:pt x="2522" y="4696"/>
                </a:lnTo>
                <a:lnTo>
                  <a:pt x="2484" y="4719"/>
                </a:lnTo>
                <a:lnTo>
                  <a:pt x="2444" y="4739"/>
                </a:lnTo>
                <a:lnTo>
                  <a:pt x="2403" y="4756"/>
                </a:lnTo>
                <a:lnTo>
                  <a:pt x="2361" y="4773"/>
                </a:lnTo>
                <a:lnTo>
                  <a:pt x="2319" y="4788"/>
                </a:lnTo>
                <a:lnTo>
                  <a:pt x="2275" y="4800"/>
                </a:lnTo>
                <a:lnTo>
                  <a:pt x="2230" y="4811"/>
                </a:lnTo>
                <a:lnTo>
                  <a:pt x="2184" y="4819"/>
                </a:lnTo>
                <a:lnTo>
                  <a:pt x="2138" y="4825"/>
                </a:lnTo>
                <a:lnTo>
                  <a:pt x="2092" y="4828"/>
                </a:lnTo>
                <a:lnTo>
                  <a:pt x="2045" y="4829"/>
                </a:lnTo>
                <a:lnTo>
                  <a:pt x="1997" y="4828"/>
                </a:lnTo>
                <a:lnTo>
                  <a:pt x="1951" y="4825"/>
                </a:lnTo>
                <a:lnTo>
                  <a:pt x="1905" y="4819"/>
                </a:lnTo>
                <a:lnTo>
                  <a:pt x="1859" y="4811"/>
                </a:lnTo>
                <a:lnTo>
                  <a:pt x="1815" y="4800"/>
                </a:lnTo>
                <a:lnTo>
                  <a:pt x="1771" y="4788"/>
                </a:lnTo>
                <a:lnTo>
                  <a:pt x="1728" y="4773"/>
                </a:lnTo>
                <a:lnTo>
                  <a:pt x="1686" y="4756"/>
                </a:lnTo>
                <a:lnTo>
                  <a:pt x="1645" y="4739"/>
                </a:lnTo>
                <a:lnTo>
                  <a:pt x="1606" y="4719"/>
                </a:lnTo>
                <a:lnTo>
                  <a:pt x="1567" y="4696"/>
                </a:lnTo>
                <a:lnTo>
                  <a:pt x="1529" y="4673"/>
                </a:lnTo>
                <a:lnTo>
                  <a:pt x="1494" y="4647"/>
                </a:lnTo>
                <a:lnTo>
                  <a:pt x="1459" y="4619"/>
                </a:lnTo>
                <a:lnTo>
                  <a:pt x="1425" y="4590"/>
                </a:lnTo>
                <a:lnTo>
                  <a:pt x="1394" y="4559"/>
                </a:lnTo>
                <a:lnTo>
                  <a:pt x="1363" y="4527"/>
                </a:lnTo>
                <a:lnTo>
                  <a:pt x="1335" y="4494"/>
                </a:lnTo>
                <a:lnTo>
                  <a:pt x="1307" y="4459"/>
                </a:lnTo>
                <a:lnTo>
                  <a:pt x="1282" y="4424"/>
                </a:lnTo>
                <a:lnTo>
                  <a:pt x="1257" y="4386"/>
                </a:lnTo>
                <a:lnTo>
                  <a:pt x="1236" y="4348"/>
                </a:lnTo>
                <a:lnTo>
                  <a:pt x="1214" y="4308"/>
                </a:lnTo>
                <a:lnTo>
                  <a:pt x="1197" y="4267"/>
                </a:lnTo>
                <a:lnTo>
                  <a:pt x="1180" y="4225"/>
                </a:lnTo>
                <a:lnTo>
                  <a:pt x="1166" y="4183"/>
                </a:lnTo>
                <a:lnTo>
                  <a:pt x="1153" y="4139"/>
                </a:lnTo>
                <a:lnTo>
                  <a:pt x="1142" y="4094"/>
                </a:lnTo>
                <a:lnTo>
                  <a:pt x="1135" y="4048"/>
                </a:lnTo>
                <a:lnTo>
                  <a:pt x="1129" y="4002"/>
                </a:lnTo>
                <a:lnTo>
                  <a:pt x="1126" y="3956"/>
                </a:lnTo>
                <a:lnTo>
                  <a:pt x="1125" y="39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9" name="KSO_Shape">
            <a:extLst>
              <a:ext uri="{FF2B5EF4-FFF2-40B4-BE49-F238E27FC236}">
                <a16:creationId xmlns:a16="http://schemas.microsoft.com/office/drawing/2014/main" id="{EF4CCFC2-5166-40D6-9491-0C0C1656BADC}"/>
              </a:ext>
            </a:extLst>
          </p:cNvPr>
          <p:cNvSpPr>
            <a:spLocks/>
          </p:cNvSpPr>
          <p:nvPr/>
        </p:nvSpPr>
        <p:spPr bwMode="auto">
          <a:xfrm>
            <a:off x="5714867" y="5656128"/>
            <a:ext cx="422857" cy="650549"/>
          </a:xfrm>
          <a:custGeom>
            <a:avLst/>
            <a:gdLst>
              <a:gd name="T0" fmla="*/ 910439 w 3481"/>
              <a:gd name="T1" fmla="*/ 237503 h 5358"/>
              <a:gd name="T2" fmla="*/ 865272 w 3481"/>
              <a:gd name="T3" fmla="*/ 131195 h 5358"/>
              <a:gd name="T4" fmla="*/ 785253 w 3481"/>
              <a:gd name="T5" fmla="*/ 50843 h 5358"/>
              <a:gd name="T6" fmla="*/ 678917 w 3481"/>
              <a:gd name="T7" fmla="*/ 6044 h 5358"/>
              <a:gd name="T8" fmla="*/ 573647 w 3481"/>
              <a:gd name="T9" fmla="*/ 3555 h 5358"/>
              <a:gd name="T10" fmla="*/ 464822 w 3481"/>
              <a:gd name="T11" fmla="*/ 43021 h 5358"/>
              <a:gd name="T12" fmla="*/ 381246 w 3481"/>
              <a:gd name="T13" fmla="*/ 119462 h 5358"/>
              <a:gd name="T14" fmla="*/ 331457 w 3481"/>
              <a:gd name="T15" fmla="*/ 222926 h 5358"/>
              <a:gd name="T16" fmla="*/ 61170 w 3481"/>
              <a:gd name="T17" fmla="*/ 687620 h 5358"/>
              <a:gd name="T18" fmla="*/ 17782 w 3481"/>
              <a:gd name="T19" fmla="*/ 705398 h 5358"/>
              <a:gd name="T20" fmla="*/ 0 w 3481"/>
              <a:gd name="T21" fmla="*/ 748774 h 5358"/>
              <a:gd name="T22" fmla="*/ 6046 w 3481"/>
              <a:gd name="T23" fmla="*/ 1015076 h 5358"/>
              <a:gd name="T24" fmla="*/ 33075 w 3481"/>
              <a:gd name="T25" fmla="*/ 1127072 h 5358"/>
              <a:gd name="T26" fmla="*/ 80019 w 3481"/>
              <a:gd name="T27" fmla="*/ 1230179 h 5358"/>
              <a:gd name="T28" fmla="*/ 143323 w 3481"/>
              <a:gd name="T29" fmla="*/ 1322265 h 5358"/>
              <a:gd name="T30" fmla="*/ 222275 w 3481"/>
              <a:gd name="T31" fmla="*/ 1401195 h 5358"/>
              <a:gd name="T32" fmla="*/ 314386 w 3481"/>
              <a:gd name="T33" fmla="*/ 1464838 h 5358"/>
              <a:gd name="T34" fmla="*/ 417166 w 3481"/>
              <a:gd name="T35" fmla="*/ 1511414 h 5358"/>
              <a:gd name="T36" fmla="*/ 529192 w 3481"/>
              <a:gd name="T37" fmla="*/ 1538791 h 5358"/>
              <a:gd name="T38" fmla="*/ 306562 w 3481"/>
              <a:gd name="T39" fmla="*/ 1785538 h 5358"/>
              <a:gd name="T40" fmla="*/ 270642 w 3481"/>
              <a:gd name="T41" fmla="*/ 1815048 h 5358"/>
              <a:gd name="T42" fmla="*/ 264596 w 3481"/>
              <a:gd name="T43" fmla="*/ 1855935 h 5358"/>
              <a:gd name="T44" fmla="*/ 290558 w 3481"/>
              <a:gd name="T45" fmla="*/ 1894334 h 5358"/>
              <a:gd name="T46" fmla="*/ 913639 w 3481"/>
              <a:gd name="T47" fmla="*/ 1905000 h 5358"/>
              <a:gd name="T48" fmla="*/ 957027 w 3481"/>
              <a:gd name="T49" fmla="*/ 1886867 h 5358"/>
              <a:gd name="T50" fmla="*/ 974809 w 3481"/>
              <a:gd name="T51" fmla="*/ 1843847 h 5358"/>
              <a:gd name="T52" fmla="*/ 960939 w 3481"/>
              <a:gd name="T53" fmla="*/ 1805092 h 5358"/>
              <a:gd name="T54" fmla="*/ 920041 w 3481"/>
              <a:gd name="T55" fmla="*/ 1783404 h 5358"/>
              <a:gd name="T56" fmla="*/ 737953 w 3481"/>
              <a:gd name="T57" fmla="*/ 1534169 h 5358"/>
              <a:gd name="T58" fmla="*/ 847846 w 3481"/>
              <a:gd name="T59" fmla="*/ 1501459 h 5358"/>
              <a:gd name="T60" fmla="*/ 948136 w 3481"/>
              <a:gd name="T61" fmla="*/ 1450260 h 5358"/>
              <a:gd name="T62" fmla="*/ 1037046 w 3481"/>
              <a:gd name="T63" fmla="*/ 1382707 h 5358"/>
              <a:gd name="T64" fmla="*/ 1112086 w 3481"/>
              <a:gd name="T65" fmla="*/ 1300577 h 5358"/>
              <a:gd name="T66" fmla="*/ 1171834 w 3481"/>
              <a:gd name="T67" fmla="*/ 1205291 h 5358"/>
              <a:gd name="T68" fmla="*/ 1213799 w 3481"/>
              <a:gd name="T69" fmla="*/ 1100050 h 5358"/>
              <a:gd name="T70" fmla="*/ 1235494 w 3481"/>
              <a:gd name="T71" fmla="*/ 986277 h 5358"/>
              <a:gd name="T72" fmla="*/ 1237272 w 3481"/>
              <a:gd name="T73" fmla="*/ 736330 h 5358"/>
              <a:gd name="T74" fmla="*/ 1211666 w 3481"/>
              <a:gd name="T75" fmla="*/ 697931 h 5358"/>
              <a:gd name="T76" fmla="*/ 121629 w 3481"/>
              <a:gd name="T77" fmla="*/ 926545 h 5358"/>
              <a:gd name="T78" fmla="*/ 324344 w 3481"/>
              <a:gd name="T79" fmla="*/ 968144 h 5358"/>
              <a:gd name="T80" fmla="*/ 355284 w 3481"/>
              <a:gd name="T81" fmla="*/ 1065563 h 5358"/>
              <a:gd name="T82" fmla="*/ 415388 w 3481"/>
              <a:gd name="T83" fmla="*/ 1144849 h 5358"/>
              <a:gd name="T84" fmla="*/ 498607 w 3481"/>
              <a:gd name="T85" fmla="*/ 1200314 h 5358"/>
              <a:gd name="T86" fmla="*/ 557999 w 3481"/>
              <a:gd name="T87" fmla="*/ 1225557 h 5358"/>
              <a:gd name="T88" fmla="*/ 469089 w 3481"/>
              <a:gd name="T89" fmla="*/ 1397996 h 5358"/>
              <a:gd name="T90" fmla="*/ 312608 w 3481"/>
              <a:gd name="T91" fmla="*/ 1315154 h 5358"/>
              <a:gd name="T92" fmla="*/ 195246 w 3481"/>
              <a:gd name="T93" fmla="*/ 1185025 h 5358"/>
              <a:gd name="T94" fmla="*/ 135143 w 3481"/>
              <a:gd name="T95" fmla="*/ 1041386 h 5358"/>
              <a:gd name="T96" fmla="*/ 122696 w 3481"/>
              <a:gd name="T97" fmla="*/ 950011 h 5358"/>
              <a:gd name="T98" fmla="*/ 1115287 w 3481"/>
              <a:gd name="T99" fmla="*/ 961744 h 5358"/>
              <a:gd name="T100" fmla="*/ 1099995 w 3481"/>
              <a:gd name="T101" fmla="*/ 1052408 h 5358"/>
              <a:gd name="T102" fmla="*/ 1031000 w 3481"/>
              <a:gd name="T103" fmla="*/ 1203513 h 5358"/>
              <a:gd name="T104" fmla="*/ 907949 w 3481"/>
              <a:gd name="T105" fmla="*/ 1328665 h 5358"/>
              <a:gd name="T106" fmla="*/ 747555 w 3481"/>
              <a:gd name="T107" fmla="*/ 1404040 h 5358"/>
              <a:gd name="T108" fmla="*/ 679628 w 3481"/>
              <a:gd name="T109" fmla="*/ 1224135 h 5358"/>
              <a:gd name="T110" fmla="*/ 739731 w 3481"/>
              <a:gd name="T111" fmla="*/ 1200314 h 5358"/>
              <a:gd name="T112" fmla="*/ 822595 w 3481"/>
              <a:gd name="T113" fmla="*/ 1144849 h 5358"/>
              <a:gd name="T114" fmla="*/ 882699 w 3481"/>
              <a:gd name="T115" fmla="*/ 1065563 h 5358"/>
              <a:gd name="T116" fmla="*/ 913639 w 3481"/>
              <a:gd name="T117" fmla="*/ 968144 h 5358"/>
              <a:gd name="T118" fmla="*/ 1115998 w 3481"/>
              <a:gd name="T119" fmla="*/ 926545 h 53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481" h="5358">
                <a:moveTo>
                  <a:pt x="3310" y="1934"/>
                </a:moveTo>
                <a:lnTo>
                  <a:pt x="2577" y="1934"/>
                </a:lnTo>
                <a:lnTo>
                  <a:pt x="2577" y="837"/>
                </a:lnTo>
                <a:lnTo>
                  <a:pt x="2576" y="793"/>
                </a:lnTo>
                <a:lnTo>
                  <a:pt x="2572" y="751"/>
                </a:lnTo>
                <a:lnTo>
                  <a:pt x="2567" y="709"/>
                </a:lnTo>
                <a:lnTo>
                  <a:pt x="2560" y="668"/>
                </a:lnTo>
                <a:lnTo>
                  <a:pt x="2551" y="627"/>
                </a:lnTo>
                <a:lnTo>
                  <a:pt x="2539" y="588"/>
                </a:lnTo>
                <a:lnTo>
                  <a:pt x="2527" y="549"/>
                </a:lnTo>
                <a:lnTo>
                  <a:pt x="2511" y="511"/>
                </a:lnTo>
                <a:lnTo>
                  <a:pt x="2495" y="474"/>
                </a:lnTo>
                <a:lnTo>
                  <a:pt x="2476" y="437"/>
                </a:lnTo>
                <a:lnTo>
                  <a:pt x="2455" y="403"/>
                </a:lnTo>
                <a:lnTo>
                  <a:pt x="2433" y="369"/>
                </a:lnTo>
                <a:lnTo>
                  <a:pt x="2410" y="336"/>
                </a:lnTo>
                <a:lnTo>
                  <a:pt x="2386" y="305"/>
                </a:lnTo>
                <a:lnTo>
                  <a:pt x="2360" y="274"/>
                </a:lnTo>
                <a:lnTo>
                  <a:pt x="2332" y="245"/>
                </a:lnTo>
                <a:lnTo>
                  <a:pt x="2302" y="218"/>
                </a:lnTo>
                <a:lnTo>
                  <a:pt x="2273" y="191"/>
                </a:lnTo>
                <a:lnTo>
                  <a:pt x="2241" y="166"/>
                </a:lnTo>
                <a:lnTo>
                  <a:pt x="2208" y="143"/>
                </a:lnTo>
                <a:lnTo>
                  <a:pt x="2175" y="121"/>
                </a:lnTo>
                <a:lnTo>
                  <a:pt x="2139" y="101"/>
                </a:lnTo>
                <a:lnTo>
                  <a:pt x="2104" y="83"/>
                </a:lnTo>
                <a:lnTo>
                  <a:pt x="2066" y="66"/>
                </a:lnTo>
                <a:lnTo>
                  <a:pt x="2028" y="51"/>
                </a:lnTo>
                <a:lnTo>
                  <a:pt x="1990" y="38"/>
                </a:lnTo>
                <a:lnTo>
                  <a:pt x="1949" y="27"/>
                </a:lnTo>
                <a:lnTo>
                  <a:pt x="1909" y="17"/>
                </a:lnTo>
                <a:lnTo>
                  <a:pt x="1868" y="10"/>
                </a:lnTo>
                <a:lnTo>
                  <a:pt x="1827" y="5"/>
                </a:lnTo>
                <a:lnTo>
                  <a:pt x="1784" y="1"/>
                </a:lnTo>
                <a:lnTo>
                  <a:pt x="1741" y="0"/>
                </a:lnTo>
                <a:lnTo>
                  <a:pt x="1698" y="1"/>
                </a:lnTo>
                <a:lnTo>
                  <a:pt x="1655" y="5"/>
                </a:lnTo>
                <a:lnTo>
                  <a:pt x="1613" y="10"/>
                </a:lnTo>
                <a:lnTo>
                  <a:pt x="1573" y="17"/>
                </a:lnTo>
                <a:lnTo>
                  <a:pt x="1532" y="27"/>
                </a:lnTo>
                <a:lnTo>
                  <a:pt x="1492" y="38"/>
                </a:lnTo>
                <a:lnTo>
                  <a:pt x="1454" y="51"/>
                </a:lnTo>
                <a:lnTo>
                  <a:pt x="1416" y="66"/>
                </a:lnTo>
                <a:lnTo>
                  <a:pt x="1378" y="83"/>
                </a:lnTo>
                <a:lnTo>
                  <a:pt x="1342" y="101"/>
                </a:lnTo>
                <a:lnTo>
                  <a:pt x="1307" y="121"/>
                </a:lnTo>
                <a:lnTo>
                  <a:pt x="1274" y="143"/>
                </a:lnTo>
                <a:lnTo>
                  <a:pt x="1241" y="166"/>
                </a:lnTo>
                <a:lnTo>
                  <a:pt x="1209" y="191"/>
                </a:lnTo>
                <a:lnTo>
                  <a:pt x="1178" y="218"/>
                </a:lnTo>
                <a:lnTo>
                  <a:pt x="1150" y="245"/>
                </a:lnTo>
                <a:lnTo>
                  <a:pt x="1122" y="274"/>
                </a:lnTo>
                <a:lnTo>
                  <a:pt x="1096" y="305"/>
                </a:lnTo>
                <a:lnTo>
                  <a:pt x="1072" y="336"/>
                </a:lnTo>
                <a:lnTo>
                  <a:pt x="1048" y="369"/>
                </a:lnTo>
                <a:lnTo>
                  <a:pt x="1026" y="403"/>
                </a:lnTo>
                <a:lnTo>
                  <a:pt x="1005" y="437"/>
                </a:lnTo>
                <a:lnTo>
                  <a:pt x="987" y="474"/>
                </a:lnTo>
                <a:lnTo>
                  <a:pt x="971" y="511"/>
                </a:lnTo>
                <a:lnTo>
                  <a:pt x="955" y="549"/>
                </a:lnTo>
                <a:lnTo>
                  <a:pt x="943" y="588"/>
                </a:lnTo>
                <a:lnTo>
                  <a:pt x="932" y="627"/>
                </a:lnTo>
                <a:lnTo>
                  <a:pt x="922" y="668"/>
                </a:lnTo>
                <a:lnTo>
                  <a:pt x="915" y="709"/>
                </a:lnTo>
                <a:lnTo>
                  <a:pt x="910" y="751"/>
                </a:lnTo>
                <a:lnTo>
                  <a:pt x="906" y="793"/>
                </a:lnTo>
                <a:lnTo>
                  <a:pt x="905" y="837"/>
                </a:lnTo>
                <a:lnTo>
                  <a:pt x="905" y="1934"/>
                </a:lnTo>
                <a:lnTo>
                  <a:pt x="172" y="1934"/>
                </a:lnTo>
                <a:lnTo>
                  <a:pt x="153" y="1935"/>
                </a:lnTo>
                <a:lnTo>
                  <a:pt x="137" y="1938"/>
                </a:lnTo>
                <a:lnTo>
                  <a:pt x="120" y="1941"/>
                </a:lnTo>
                <a:lnTo>
                  <a:pt x="104" y="1948"/>
                </a:lnTo>
                <a:lnTo>
                  <a:pt x="90" y="1955"/>
                </a:lnTo>
                <a:lnTo>
                  <a:pt x="76" y="1963"/>
                </a:lnTo>
                <a:lnTo>
                  <a:pt x="63" y="1973"/>
                </a:lnTo>
                <a:lnTo>
                  <a:pt x="50" y="1984"/>
                </a:lnTo>
                <a:lnTo>
                  <a:pt x="39" y="1997"/>
                </a:lnTo>
                <a:lnTo>
                  <a:pt x="30" y="2010"/>
                </a:lnTo>
                <a:lnTo>
                  <a:pt x="21" y="2024"/>
                </a:lnTo>
                <a:lnTo>
                  <a:pt x="14" y="2038"/>
                </a:lnTo>
                <a:lnTo>
                  <a:pt x="8" y="2054"/>
                </a:lnTo>
                <a:lnTo>
                  <a:pt x="4" y="2071"/>
                </a:lnTo>
                <a:lnTo>
                  <a:pt x="1" y="2087"/>
                </a:lnTo>
                <a:lnTo>
                  <a:pt x="0" y="2106"/>
                </a:lnTo>
                <a:lnTo>
                  <a:pt x="0" y="2606"/>
                </a:lnTo>
                <a:lnTo>
                  <a:pt x="0" y="2649"/>
                </a:lnTo>
                <a:lnTo>
                  <a:pt x="3" y="2690"/>
                </a:lnTo>
                <a:lnTo>
                  <a:pt x="5" y="2732"/>
                </a:lnTo>
                <a:lnTo>
                  <a:pt x="8" y="2774"/>
                </a:lnTo>
                <a:lnTo>
                  <a:pt x="12" y="2814"/>
                </a:lnTo>
                <a:lnTo>
                  <a:pt x="17" y="2855"/>
                </a:lnTo>
                <a:lnTo>
                  <a:pt x="25" y="2895"/>
                </a:lnTo>
                <a:lnTo>
                  <a:pt x="32" y="2936"/>
                </a:lnTo>
                <a:lnTo>
                  <a:pt x="39" y="2976"/>
                </a:lnTo>
                <a:lnTo>
                  <a:pt x="49" y="3015"/>
                </a:lnTo>
                <a:lnTo>
                  <a:pt x="59" y="3054"/>
                </a:lnTo>
                <a:lnTo>
                  <a:pt x="70" y="3094"/>
                </a:lnTo>
                <a:lnTo>
                  <a:pt x="81" y="3132"/>
                </a:lnTo>
                <a:lnTo>
                  <a:pt x="93" y="3170"/>
                </a:lnTo>
                <a:lnTo>
                  <a:pt x="107" y="3208"/>
                </a:lnTo>
                <a:lnTo>
                  <a:pt x="122" y="3244"/>
                </a:lnTo>
                <a:lnTo>
                  <a:pt x="136" y="3281"/>
                </a:lnTo>
                <a:lnTo>
                  <a:pt x="152" y="3318"/>
                </a:lnTo>
                <a:lnTo>
                  <a:pt x="169" y="3355"/>
                </a:lnTo>
                <a:lnTo>
                  <a:pt x="187" y="3390"/>
                </a:lnTo>
                <a:lnTo>
                  <a:pt x="205" y="3425"/>
                </a:lnTo>
                <a:lnTo>
                  <a:pt x="225" y="3460"/>
                </a:lnTo>
                <a:lnTo>
                  <a:pt x="244" y="3493"/>
                </a:lnTo>
                <a:lnTo>
                  <a:pt x="265" y="3528"/>
                </a:lnTo>
                <a:lnTo>
                  <a:pt x="286" y="3561"/>
                </a:lnTo>
                <a:lnTo>
                  <a:pt x="308" y="3594"/>
                </a:lnTo>
                <a:lnTo>
                  <a:pt x="331" y="3626"/>
                </a:lnTo>
                <a:lnTo>
                  <a:pt x="354" y="3658"/>
                </a:lnTo>
                <a:lnTo>
                  <a:pt x="379" y="3688"/>
                </a:lnTo>
                <a:lnTo>
                  <a:pt x="403" y="3719"/>
                </a:lnTo>
                <a:lnTo>
                  <a:pt x="429" y="3748"/>
                </a:lnTo>
                <a:lnTo>
                  <a:pt x="455" y="3778"/>
                </a:lnTo>
                <a:lnTo>
                  <a:pt x="482" y="3806"/>
                </a:lnTo>
                <a:lnTo>
                  <a:pt x="509" y="3834"/>
                </a:lnTo>
                <a:lnTo>
                  <a:pt x="537" y="3862"/>
                </a:lnTo>
                <a:lnTo>
                  <a:pt x="566" y="3889"/>
                </a:lnTo>
                <a:lnTo>
                  <a:pt x="595" y="3915"/>
                </a:lnTo>
                <a:lnTo>
                  <a:pt x="625" y="3941"/>
                </a:lnTo>
                <a:lnTo>
                  <a:pt x="656" y="3965"/>
                </a:lnTo>
                <a:lnTo>
                  <a:pt x="687" y="3990"/>
                </a:lnTo>
                <a:lnTo>
                  <a:pt x="718" y="4013"/>
                </a:lnTo>
                <a:lnTo>
                  <a:pt x="750" y="4036"/>
                </a:lnTo>
                <a:lnTo>
                  <a:pt x="782" y="4058"/>
                </a:lnTo>
                <a:lnTo>
                  <a:pt x="815" y="4079"/>
                </a:lnTo>
                <a:lnTo>
                  <a:pt x="850" y="4100"/>
                </a:lnTo>
                <a:lnTo>
                  <a:pt x="884" y="4120"/>
                </a:lnTo>
                <a:lnTo>
                  <a:pt x="918" y="4139"/>
                </a:lnTo>
                <a:lnTo>
                  <a:pt x="954" y="4158"/>
                </a:lnTo>
                <a:lnTo>
                  <a:pt x="989" y="4175"/>
                </a:lnTo>
                <a:lnTo>
                  <a:pt x="1025" y="4192"/>
                </a:lnTo>
                <a:lnTo>
                  <a:pt x="1062" y="4208"/>
                </a:lnTo>
                <a:lnTo>
                  <a:pt x="1098" y="4223"/>
                </a:lnTo>
                <a:lnTo>
                  <a:pt x="1135" y="4237"/>
                </a:lnTo>
                <a:lnTo>
                  <a:pt x="1173" y="4251"/>
                </a:lnTo>
                <a:lnTo>
                  <a:pt x="1211" y="4264"/>
                </a:lnTo>
                <a:lnTo>
                  <a:pt x="1249" y="4275"/>
                </a:lnTo>
                <a:lnTo>
                  <a:pt x="1288" y="4286"/>
                </a:lnTo>
                <a:lnTo>
                  <a:pt x="1328" y="4296"/>
                </a:lnTo>
                <a:lnTo>
                  <a:pt x="1367" y="4306"/>
                </a:lnTo>
                <a:lnTo>
                  <a:pt x="1407" y="4315"/>
                </a:lnTo>
                <a:lnTo>
                  <a:pt x="1447" y="4322"/>
                </a:lnTo>
                <a:lnTo>
                  <a:pt x="1488" y="4328"/>
                </a:lnTo>
                <a:lnTo>
                  <a:pt x="1529" y="4333"/>
                </a:lnTo>
                <a:lnTo>
                  <a:pt x="1569" y="4338"/>
                </a:lnTo>
                <a:lnTo>
                  <a:pt x="1569" y="5014"/>
                </a:lnTo>
                <a:lnTo>
                  <a:pt x="912" y="5014"/>
                </a:lnTo>
                <a:lnTo>
                  <a:pt x="895" y="5016"/>
                </a:lnTo>
                <a:lnTo>
                  <a:pt x="878" y="5018"/>
                </a:lnTo>
                <a:lnTo>
                  <a:pt x="862" y="5022"/>
                </a:lnTo>
                <a:lnTo>
                  <a:pt x="846" y="5028"/>
                </a:lnTo>
                <a:lnTo>
                  <a:pt x="831" y="5035"/>
                </a:lnTo>
                <a:lnTo>
                  <a:pt x="817" y="5044"/>
                </a:lnTo>
                <a:lnTo>
                  <a:pt x="803" y="5054"/>
                </a:lnTo>
                <a:lnTo>
                  <a:pt x="792" y="5065"/>
                </a:lnTo>
                <a:lnTo>
                  <a:pt x="780" y="5077"/>
                </a:lnTo>
                <a:lnTo>
                  <a:pt x="770" y="5090"/>
                </a:lnTo>
                <a:lnTo>
                  <a:pt x="761" y="5105"/>
                </a:lnTo>
                <a:lnTo>
                  <a:pt x="755" y="5120"/>
                </a:lnTo>
                <a:lnTo>
                  <a:pt x="749" y="5136"/>
                </a:lnTo>
                <a:lnTo>
                  <a:pt x="744" y="5152"/>
                </a:lnTo>
                <a:lnTo>
                  <a:pt x="742" y="5169"/>
                </a:lnTo>
                <a:lnTo>
                  <a:pt x="742" y="5186"/>
                </a:lnTo>
                <a:lnTo>
                  <a:pt x="742" y="5203"/>
                </a:lnTo>
                <a:lnTo>
                  <a:pt x="744" y="5220"/>
                </a:lnTo>
                <a:lnTo>
                  <a:pt x="749" y="5238"/>
                </a:lnTo>
                <a:lnTo>
                  <a:pt x="755" y="5253"/>
                </a:lnTo>
                <a:lnTo>
                  <a:pt x="761" y="5268"/>
                </a:lnTo>
                <a:lnTo>
                  <a:pt x="770" y="5282"/>
                </a:lnTo>
                <a:lnTo>
                  <a:pt x="780" y="5295"/>
                </a:lnTo>
                <a:lnTo>
                  <a:pt x="792" y="5307"/>
                </a:lnTo>
                <a:lnTo>
                  <a:pt x="803" y="5318"/>
                </a:lnTo>
                <a:lnTo>
                  <a:pt x="817" y="5328"/>
                </a:lnTo>
                <a:lnTo>
                  <a:pt x="831" y="5337"/>
                </a:lnTo>
                <a:lnTo>
                  <a:pt x="846" y="5344"/>
                </a:lnTo>
                <a:lnTo>
                  <a:pt x="862" y="5350"/>
                </a:lnTo>
                <a:lnTo>
                  <a:pt x="878" y="5354"/>
                </a:lnTo>
                <a:lnTo>
                  <a:pt x="895" y="5356"/>
                </a:lnTo>
                <a:lnTo>
                  <a:pt x="912" y="5358"/>
                </a:lnTo>
                <a:lnTo>
                  <a:pt x="2569" y="5358"/>
                </a:lnTo>
                <a:lnTo>
                  <a:pt x="2587" y="5356"/>
                </a:lnTo>
                <a:lnTo>
                  <a:pt x="2604" y="5354"/>
                </a:lnTo>
                <a:lnTo>
                  <a:pt x="2620" y="5350"/>
                </a:lnTo>
                <a:lnTo>
                  <a:pt x="2636" y="5344"/>
                </a:lnTo>
                <a:lnTo>
                  <a:pt x="2650" y="5337"/>
                </a:lnTo>
                <a:lnTo>
                  <a:pt x="2665" y="5328"/>
                </a:lnTo>
                <a:lnTo>
                  <a:pt x="2679" y="5318"/>
                </a:lnTo>
                <a:lnTo>
                  <a:pt x="2691" y="5307"/>
                </a:lnTo>
                <a:lnTo>
                  <a:pt x="2702" y="5295"/>
                </a:lnTo>
                <a:lnTo>
                  <a:pt x="2712" y="5282"/>
                </a:lnTo>
                <a:lnTo>
                  <a:pt x="2720" y="5268"/>
                </a:lnTo>
                <a:lnTo>
                  <a:pt x="2728" y="5253"/>
                </a:lnTo>
                <a:lnTo>
                  <a:pt x="2732" y="5238"/>
                </a:lnTo>
                <a:lnTo>
                  <a:pt x="2737" y="5220"/>
                </a:lnTo>
                <a:lnTo>
                  <a:pt x="2740" y="5203"/>
                </a:lnTo>
                <a:lnTo>
                  <a:pt x="2741" y="5186"/>
                </a:lnTo>
                <a:lnTo>
                  <a:pt x="2740" y="5169"/>
                </a:lnTo>
                <a:lnTo>
                  <a:pt x="2737" y="5152"/>
                </a:lnTo>
                <a:lnTo>
                  <a:pt x="2732" y="5136"/>
                </a:lnTo>
                <a:lnTo>
                  <a:pt x="2728" y="5120"/>
                </a:lnTo>
                <a:lnTo>
                  <a:pt x="2720" y="5105"/>
                </a:lnTo>
                <a:lnTo>
                  <a:pt x="2712" y="5090"/>
                </a:lnTo>
                <a:lnTo>
                  <a:pt x="2702" y="5077"/>
                </a:lnTo>
                <a:lnTo>
                  <a:pt x="2691" y="5065"/>
                </a:lnTo>
                <a:lnTo>
                  <a:pt x="2679" y="5054"/>
                </a:lnTo>
                <a:lnTo>
                  <a:pt x="2665" y="5044"/>
                </a:lnTo>
                <a:lnTo>
                  <a:pt x="2650" y="5035"/>
                </a:lnTo>
                <a:lnTo>
                  <a:pt x="2636" y="5028"/>
                </a:lnTo>
                <a:lnTo>
                  <a:pt x="2620" y="5022"/>
                </a:lnTo>
                <a:lnTo>
                  <a:pt x="2604" y="5018"/>
                </a:lnTo>
                <a:lnTo>
                  <a:pt x="2587" y="5016"/>
                </a:lnTo>
                <a:lnTo>
                  <a:pt x="2569" y="5014"/>
                </a:lnTo>
                <a:lnTo>
                  <a:pt x="1912" y="5014"/>
                </a:lnTo>
                <a:lnTo>
                  <a:pt x="1912" y="4338"/>
                </a:lnTo>
                <a:lnTo>
                  <a:pt x="1953" y="4333"/>
                </a:lnTo>
                <a:lnTo>
                  <a:pt x="1995" y="4328"/>
                </a:lnTo>
                <a:lnTo>
                  <a:pt x="2035" y="4322"/>
                </a:lnTo>
                <a:lnTo>
                  <a:pt x="2075" y="4315"/>
                </a:lnTo>
                <a:lnTo>
                  <a:pt x="2115" y="4306"/>
                </a:lnTo>
                <a:lnTo>
                  <a:pt x="2154" y="4296"/>
                </a:lnTo>
                <a:lnTo>
                  <a:pt x="2193" y="4286"/>
                </a:lnTo>
                <a:lnTo>
                  <a:pt x="2232" y="4275"/>
                </a:lnTo>
                <a:lnTo>
                  <a:pt x="2270" y="4264"/>
                </a:lnTo>
                <a:lnTo>
                  <a:pt x="2308" y="4251"/>
                </a:lnTo>
                <a:lnTo>
                  <a:pt x="2346" y="4237"/>
                </a:lnTo>
                <a:lnTo>
                  <a:pt x="2384" y="4223"/>
                </a:lnTo>
                <a:lnTo>
                  <a:pt x="2421" y="4208"/>
                </a:lnTo>
                <a:lnTo>
                  <a:pt x="2457" y="4192"/>
                </a:lnTo>
                <a:lnTo>
                  <a:pt x="2493" y="4175"/>
                </a:lnTo>
                <a:lnTo>
                  <a:pt x="2529" y="4158"/>
                </a:lnTo>
                <a:lnTo>
                  <a:pt x="2563" y="4139"/>
                </a:lnTo>
                <a:lnTo>
                  <a:pt x="2599" y="4120"/>
                </a:lnTo>
                <a:lnTo>
                  <a:pt x="2633" y="4100"/>
                </a:lnTo>
                <a:lnTo>
                  <a:pt x="2666" y="4079"/>
                </a:lnTo>
                <a:lnTo>
                  <a:pt x="2699" y="4058"/>
                </a:lnTo>
                <a:lnTo>
                  <a:pt x="2732" y="4036"/>
                </a:lnTo>
                <a:lnTo>
                  <a:pt x="2764" y="4013"/>
                </a:lnTo>
                <a:lnTo>
                  <a:pt x="2796" y="3990"/>
                </a:lnTo>
                <a:lnTo>
                  <a:pt x="2827" y="3965"/>
                </a:lnTo>
                <a:lnTo>
                  <a:pt x="2857" y="3941"/>
                </a:lnTo>
                <a:lnTo>
                  <a:pt x="2887" y="3915"/>
                </a:lnTo>
                <a:lnTo>
                  <a:pt x="2916" y="3889"/>
                </a:lnTo>
                <a:lnTo>
                  <a:pt x="2945" y="3862"/>
                </a:lnTo>
                <a:lnTo>
                  <a:pt x="2973" y="3834"/>
                </a:lnTo>
                <a:lnTo>
                  <a:pt x="3000" y="3806"/>
                </a:lnTo>
                <a:lnTo>
                  <a:pt x="3027" y="3778"/>
                </a:lnTo>
                <a:lnTo>
                  <a:pt x="3054" y="3748"/>
                </a:lnTo>
                <a:lnTo>
                  <a:pt x="3078" y="3719"/>
                </a:lnTo>
                <a:lnTo>
                  <a:pt x="3104" y="3688"/>
                </a:lnTo>
                <a:lnTo>
                  <a:pt x="3127" y="3658"/>
                </a:lnTo>
                <a:lnTo>
                  <a:pt x="3152" y="3626"/>
                </a:lnTo>
                <a:lnTo>
                  <a:pt x="3174" y="3594"/>
                </a:lnTo>
                <a:lnTo>
                  <a:pt x="3196" y="3561"/>
                </a:lnTo>
                <a:lnTo>
                  <a:pt x="3218" y="3528"/>
                </a:lnTo>
                <a:lnTo>
                  <a:pt x="3237" y="3493"/>
                </a:lnTo>
                <a:lnTo>
                  <a:pt x="3258" y="3460"/>
                </a:lnTo>
                <a:lnTo>
                  <a:pt x="3277" y="3425"/>
                </a:lnTo>
                <a:lnTo>
                  <a:pt x="3295" y="3390"/>
                </a:lnTo>
                <a:lnTo>
                  <a:pt x="3312" y="3355"/>
                </a:lnTo>
                <a:lnTo>
                  <a:pt x="3329" y="3318"/>
                </a:lnTo>
                <a:lnTo>
                  <a:pt x="3345" y="3281"/>
                </a:lnTo>
                <a:lnTo>
                  <a:pt x="3360" y="3244"/>
                </a:lnTo>
                <a:lnTo>
                  <a:pt x="3375" y="3208"/>
                </a:lnTo>
                <a:lnTo>
                  <a:pt x="3388" y="3170"/>
                </a:lnTo>
                <a:lnTo>
                  <a:pt x="3400" y="3132"/>
                </a:lnTo>
                <a:lnTo>
                  <a:pt x="3413" y="3094"/>
                </a:lnTo>
                <a:lnTo>
                  <a:pt x="3424" y="3054"/>
                </a:lnTo>
                <a:lnTo>
                  <a:pt x="3434" y="3015"/>
                </a:lnTo>
                <a:lnTo>
                  <a:pt x="3442" y="2976"/>
                </a:lnTo>
                <a:lnTo>
                  <a:pt x="3451" y="2936"/>
                </a:lnTo>
                <a:lnTo>
                  <a:pt x="3458" y="2895"/>
                </a:lnTo>
                <a:lnTo>
                  <a:pt x="3464" y="2855"/>
                </a:lnTo>
                <a:lnTo>
                  <a:pt x="3469" y="2814"/>
                </a:lnTo>
                <a:lnTo>
                  <a:pt x="3474" y="2774"/>
                </a:lnTo>
                <a:lnTo>
                  <a:pt x="3478" y="2732"/>
                </a:lnTo>
                <a:lnTo>
                  <a:pt x="3480" y="2690"/>
                </a:lnTo>
                <a:lnTo>
                  <a:pt x="3481" y="2649"/>
                </a:lnTo>
                <a:lnTo>
                  <a:pt x="3481" y="2606"/>
                </a:lnTo>
                <a:lnTo>
                  <a:pt x="3481" y="2106"/>
                </a:lnTo>
                <a:lnTo>
                  <a:pt x="3481" y="2087"/>
                </a:lnTo>
                <a:lnTo>
                  <a:pt x="3479" y="2071"/>
                </a:lnTo>
                <a:lnTo>
                  <a:pt x="3474" y="2054"/>
                </a:lnTo>
                <a:lnTo>
                  <a:pt x="3468" y="2038"/>
                </a:lnTo>
                <a:lnTo>
                  <a:pt x="3461" y="2024"/>
                </a:lnTo>
                <a:lnTo>
                  <a:pt x="3452" y="2010"/>
                </a:lnTo>
                <a:lnTo>
                  <a:pt x="3442" y="1997"/>
                </a:lnTo>
                <a:lnTo>
                  <a:pt x="3431" y="1984"/>
                </a:lnTo>
                <a:lnTo>
                  <a:pt x="3419" y="1973"/>
                </a:lnTo>
                <a:lnTo>
                  <a:pt x="3407" y="1963"/>
                </a:lnTo>
                <a:lnTo>
                  <a:pt x="3392" y="1955"/>
                </a:lnTo>
                <a:lnTo>
                  <a:pt x="3377" y="1948"/>
                </a:lnTo>
                <a:lnTo>
                  <a:pt x="3361" y="1941"/>
                </a:lnTo>
                <a:lnTo>
                  <a:pt x="3345" y="1938"/>
                </a:lnTo>
                <a:lnTo>
                  <a:pt x="3328" y="1935"/>
                </a:lnTo>
                <a:lnTo>
                  <a:pt x="3310" y="1934"/>
                </a:lnTo>
                <a:close/>
                <a:moveTo>
                  <a:pt x="342" y="2606"/>
                </a:moveTo>
                <a:lnTo>
                  <a:pt x="342" y="2606"/>
                </a:lnTo>
                <a:lnTo>
                  <a:pt x="342" y="2277"/>
                </a:lnTo>
                <a:lnTo>
                  <a:pt x="905" y="2277"/>
                </a:lnTo>
                <a:lnTo>
                  <a:pt x="905" y="2611"/>
                </a:lnTo>
                <a:lnTo>
                  <a:pt x="906" y="2649"/>
                </a:lnTo>
                <a:lnTo>
                  <a:pt x="908" y="2687"/>
                </a:lnTo>
                <a:lnTo>
                  <a:pt x="912" y="2723"/>
                </a:lnTo>
                <a:lnTo>
                  <a:pt x="918" y="2759"/>
                </a:lnTo>
                <a:lnTo>
                  <a:pt x="926" y="2795"/>
                </a:lnTo>
                <a:lnTo>
                  <a:pt x="934" y="2830"/>
                </a:lnTo>
                <a:lnTo>
                  <a:pt x="944" y="2864"/>
                </a:lnTo>
                <a:lnTo>
                  <a:pt x="956" y="2899"/>
                </a:lnTo>
                <a:lnTo>
                  <a:pt x="969" y="2932"/>
                </a:lnTo>
                <a:lnTo>
                  <a:pt x="983" y="2965"/>
                </a:lnTo>
                <a:lnTo>
                  <a:pt x="999" y="2997"/>
                </a:lnTo>
                <a:lnTo>
                  <a:pt x="1016" y="3027"/>
                </a:lnTo>
                <a:lnTo>
                  <a:pt x="1034" y="3058"/>
                </a:lnTo>
                <a:lnTo>
                  <a:pt x="1053" y="3088"/>
                </a:lnTo>
                <a:lnTo>
                  <a:pt x="1074" y="3116"/>
                </a:lnTo>
                <a:lnTo>
                  <a:pt x="1096" y="3143"/>
                </a:lnTo>
                <a:lnTo>
                  <a:pt x="1119" y="3170"/>
                </a:lnTo>
                <a:lnTo>
                  <a:pt x="1143" y="3195"/>
                </a:lnTo>
                <a:lnTo>
                  <a:pt x="1168" y="3220"/>
                </a:lnTo>
                <a:lnTo>
                  <a:pt x="1194" y="3243"/>
                </a:lnTo>
                <a:lnTo>
                  <a:pt x="1221" y="3266"/>
                </a:lnTo>
                <a:lnTo>
                  <a:pt x="1249" y="3287"/>
                </a:lnTo>
                <a:lnTo>
                  <a:pt x="1277" y="3307"/>
                </a:lnTo>
                <a:lnTo>
                  <a:pt x="1308" y="3327"/>
                </a:lnTo>
                <a:lnTo>
                  <a:pt x="1339" y="3344"/>
                </a:lnTo>
                <a:lnTo>
                  <a:pt x="1369" y="3361"/>
                </a:lnTo>
                <a:lnTo>
                  <a:pt x="1402" y="3376"/>
                </a:lnTo>
                <a:lnTo>
                  <a:pt x="1434" y="3389"/>
                </a:lnTo>
                <a:lnTo>
                  <a:pt x="1469" y="3401"/>
                </a:lnTo>
                <a:lnTo>
                  <a:pt x="1503" y="3412"/>
                </a:lnTo>
                <a:lnTo>
                  <a:pt x="1537" y="3422"/>
                </a:lnTo>
                <a:lnTo>
                  <a:pt x="1573" y="3431"/>
                </a:lnTo>
                <a:lnTo>
                  <a:pt x="1570" y="3439"/>
                </a:lnTo>
                <a:lnTo>
                  <a:pt x="1569" y="3447"/>
                </a:lnTo>
                <a:lnTo>
                  <a:pt x="1569" y="3986"/>
                </a:lnTo>
                <a:lnTo>
                  <a:pt x="1537" y="3982"/>
                </a:lnTo>
                <a:lnTo>
                  <a:pt x="1505" y="3976"/>
                </a:lnTo>
                <a:lnTo>
                  <a:pt x="1474" y="3971"/>
                </a:lnTo>
                <a:lnTo>
                  <a:pt x="1442" y="3964"/>
                </a:lnTo>
                <a:lnTo>
                  <a:pt x="1380" y="3949"/>
                </a:lnTo>
                <a:lnTo>
                  <a:pt x="1319" y="3932"/>
                </a:lnTo>
                <a:lnTo>
                  <a:pt x="1259" y="3911"/>
                </a:lnTo>
                <a:lnTo>
                  <a:pt x="1200" y="3888"/>
                </a:lnTo>
                <a:lnTo>
                  <a:pt x="1143" y="3862"/>
                </a:lnTo>
                <a:lnTo>
                  <a:pt x="1087" y="3835"/>
                </a:lnTo>
                <a:lnTo>
                  <a:pt x="1032" y="3805"/>
                </a:lnTo>
                <a:lnTo>
                  <a:pt x="980" y="3772"/>
                </a:lnTo>
                <a:lnTo>
                  <a:pt x="928" y="3737"/>
                </a:lnTo>
                <a:lnTo>
                  <a:pt x="879" y="3699"/>
                </a:lnTo>
                <a:lnTo>
                  <a:pt x="830" y="3661"/>
                </a:lnTo>
                <a:lnTo>
                  <a:pt x="785" y="3620"/>
                </a:lnTo>
                <a:lnTo>
                  <a:pt x="741" y="3577"/>
                </a:lnTo>
                <a:lnTo>
                  <a:pt x="698" y="3531"/>
                </a:lnTo>
                <a:lnTo>
                  <a:pt x="657" y="3485"/>
                </a:lnTo>
                <a:lnTo>
                  <a:pt x="619" y="3436"/>
                </a:lnTo>
                <a:lnTo>
                  <a:pt x="582" y="3385"/>
                </a:lnTo>
                <a:lnTo>
                  <a:pt x="549" y="3333"/>
                </a:lnTo>
                <a:lnTo>
                  <a:pt x="517" y="3280"/>
                </a:lnTo>
                <a:lnTo>
                  <a:pt x="488" y="3225"/>
                </a:lnTo>
                <a:lnTo>
                  <a:pt x="462" y="3168"/>
                </a:lnTo>
                <a:lnTo>
                  <a:pt x="438" y="3110"/>
                </a:lnTo>
                <a:lnTo>
                  <a:pt x="416" y="3051"/>
                </a:lnTo>
                <a:lnTo>
                  <a:pt x="397" y="2991"/>
                </a:lnTo>
                <a:lnTo>
                  <a:pt x="389" y="2960"/>
                </a:lnTo>
                <a:lnTo>
                  <a:pt x="380" y="2929"/>
                </a:lnTo>
                <a:lnTo>
                  <a:pt x="374" y="2898"/>
                </a:lnTo>
                <a:lnTo>
                  <a:pt x="367" y="2867"/>
                </a:lnTo>
                <a:lnTo>
                  <a:pt x="362" y="2835"/>
                </a:lnTo>
                <a:lnTo>
                  <a:pt x="357" y="2803"/>
                </a:lnTo>
                <a:lnTo>
                  <a:pt x="352" y="2770"/>
                </a:lnTo>
                <a:lnTo>
                  <a:pt x="350" y="2738"/>
                </a:lnTo>
                <a:lnTo>
                  <a:pt x="346" y="2705"/>
                </a:lnTo>
                <a:lnTo>
                  <a:pt x="345" y="2672"/>
                </a:lnTo>
                <a:lnTo>
                  <a:pt x="343" y="2639"/>
                </a:lnTo>
                <a:lnTo>
                  <a:pt x="342" y="2606"/>
                </a:lnTo>
                <a:close/>
                <a:moveTo>
                  <a:pt x="3138" y="2606"/>
                </a:moveTo>
                <a:lnTo>
                  <a:pt x="3138" y="2606"/>
                </a:lnTo>
                <a:lnTo>
                  <a:pt x="3138" y="2639"/>
                </a:lnTo>
                <a:lnTo>
                  <a:pt x="3137" y="2672"/>
                </a:lnTo>
                <a:lnTo>
                  <a:pt x="3136" y="2705"/>
                </a:lnTo>
                <a:lnTo>
                  <a:pt x="3132" y="2738"/>
                </a:lnTo>
                <a:lnTo>
                  <a:pt x="3130" y="2770"/>
                </a:lnTo>
                <a:lnTo>
                  <a:pt x="3125" y="2803"/>
                </a:lnTo>
                <a:lnTo>
                  <a:pt x="3120" y="2835"/>
                </a:lnTo>
                <a:lnTo>
                  <a:pt x="3115" y="2867"/>
                </a:lnTo>
                <a:lnTo>
                  <a:pt x="3108" y="2898"/>
                </a:lnTo>
                <a:lnTo>
                  <a:pt x="3101" y="2929"/>
                </a:lnTo>
                <a:lnTo>
                  <a:pt x="3093" y="2960"/>
                </a:lnTo>
                <a:lnTo>
                  <a:pt x="3084" y="2991"/>
                </a:lnTo>
                <a:lnTo>
                  <a:pt x="3066" y="3051"/>
                </a:lnTo>
                <a:lnTo>
                  <a:pt x="3044" y="3110"/>
                </a:lnTo>
                <a:lnTo>
                  <a:pt x="3019" y="3168"/>
                </a:lnTo>
                <a:lnTo>
                  <a:pt x="2994" y="3225"/>
                </a:lnTo>
                <a:lnTo>
                  <a:pt x="2964" y="3280"/>
                </a:lnTo>
                <a:lnTo>
                  <a:pt x="2932" y="3333"/>
                </a:lnTo>
                <a:lnTo>
                  <a:pt x="2899" y="3385"/>
                </a:lnTo>
                <a:lnTo>
                  <a:pt x="2862" y="3436"/>
                </a:lnTo>
                <a:lnTo>
                  <a:pt x="2824" y="3485"/>
                </a:lnTo>
                <a:lnTo>
                  <a:pt x="2784" y="3531"/>
                </a:lnTo>
                <a:lnTo>
                  <a:pt x="2742" y="3577"/>
                </a:lnTo>
                <a:lnTo>
                  <a:pt x="2697" y="3620"/>
                </a:lnTo>
                <a:lnTo>
                  <a:pt x="2652" y="3661"/>
                </a:lnTo>
                <a:lnTo>
                  <a:pt x="2604" y="3699"/>
                </a:lnTo>
                <a:lnTo>
                  <a:pt x="2553" y="3737"/>
                </a:lnTo>
                <a:lnTo>
                  <a:pt x="2502" y="3772"/>
                </a:lnTo>
                <a:lnTo>
                  <a:pt x="2449" y="3805"/>
                </a:lnTo>
                <a:lnTo>
                  <a:pt x="2395" y="3835"/>
                </a:lnTo>
                <a:lnTo>
                  <a:pt x="2339" y="3862"/>
                </a:lnTo>
                <a:lnTo>
                  <a:pt x="2281" y="3888"/>
                </a:lnTo>
                <a:lnTo>
                  <a:pt x="2223" y="3911"/>
                </a:lnTo>
                <a:lnTo>
                  <a:pt x="2162" y="3932"/>
                </a:lnTo>
                <a:lnTo>
                  <a:pt x="2102" y="3949"/>
                </a:lnTo>
                <a:lnTo>
                  <a:pt x="2040" y="3964"/>
                </a:lnTo>
                <a:lnTo>
                  <a:pt x="2008" y="3971"/>
                </a:lnTo>
                <a:lnTo>
                  <a:pt x="1976" y="3976"/>
                </a:lnTo>
                <a:lnTo>
                  <a:pt x="1944" y="3982"/>
                </a:lnTo>
                <a:lnTo>
                  <a:pt x="1912" y="3986"/>
                </a:lnTo>
                <a:lnTo>
                  <a:pt x="1912" y="3447"/>
                </a:lnTo>
                <a:lnTo>
                  <a:pt x="1911" y="3443"/>
                </a:lnTo>
                <a:lnTo>
                  <a:pt x="1911" y="3439"/>
                </a:lnTo>
                <a:lnTo>
                  <a:pt x="1909" y="3431"/>
                </a:lnTo>
                <a:lnTo>
                  <a:pt x="1944" y="3422"/>
                </a:lnTo>
                <a:lnTo>
                  <a:pt x="1979" y="3412"/>
                </a:lnTo>
                <a:lnTo>
                  <a:pt x="2013" y="3401"/>
                </a:lnTo>
                <a:lnTo>
                  <a:pt x="2047" y="3389"/>
                </a:lnTo>
                <a:lnTo>
                  <a:pt x="2080" y="3376"/>
                </a:lnTo>
                <a:lnTo>
                  <a:pt x="2112" y="3361"/>
                </a:lnTo>
                <a:lnTo>
                  <a:pt x="2143" y="3344"/>
                </a:lnTo>
                <a:lnTo>
                  <a:pt x="2173" y="3327"/>
                </a:lnTo>
                <a:lnTo>
                  <a:pt x="2204" y="3307"/>
                </a:lnTo>
                <a:lnTo>
                  <a:pt x="2232" y="3287"/>
                </a:lnTo>
                <a:lnTo>
                  <a:pt x="2261" y="3266"/>
                </a:lnTo>
                <a:lnTo>
                  <a:pt x="2287" y="3243"/>
                </a:lnTo>
                <a:lnTo>
                  <a:pt x="2313" y="3220"/>
                </a:lnTo>
                <a:lnTo>
                  <a:pt x="2339" y="3195"/>
                </a:lnTo>
                <a:lnTo>
                  <a:pt x="2362" y="3170"/>
                </a:lnTo>
                <a:lnTo>
                  <a:pt x="2386" y="3143"/>
                </a:lnTo>
                <a:lnTo>
                  <a:pt x="2408" y="3116"/>
                </a:lnTo>
                <a:lnTo>
                  <a:pt x="2428" y="3088"/>
                </a:lnTo>
                <a:lnTo>
                  <a:pt x="2448" y="3058"/>
                </a:lnTo>
                <a:lnTo>
                  <a:pt x="2466" y="3027"/>
                </a:lnTo>
                <a:lnTo>
                  <a:pt x="2482" y="2997"/>
                </a:lnTo>
                <a:lnTo>
                  <a:pt x="2498" y="2965"/>
                </a:lnTo>
                <a:lnTo>
                  <a:pt x="2513" y="2932"/>
                </a:lnTo>
                <a:lnTo>
                  <a:pt x="2527" y="2899"/>
                </a:lnTo>
                <a:lnTo>
                  <a:pt x="2538" y="2864"/>
                </a:lnTo>
                <a:lnTo>
                  <a:pt x="2547" y="2830"/>
                </a:lnTo>
                <a:lnTo>
                  <a:pt x="2556" y="2795"/>
                </a:lnTo>
                <a:lnTo>
                  <a:pt x="2563" y="2759"/>
                </a:lnTo>
                <a:lnTo>
                  <a:pt x="2569" y="2723"/>
                </a:lnTo>
                <a:lnTo>
                  <a:pt x="2573" y="2687"/>
                </a:lnTo>
                <a:lnTo>
                  <a:pt x="2576" y="2649"/>
                </a:lnTo>
                <a:lnTo>
                  <a:pt x="2577" y="2611"/>
                </a:lnTo>
                <a:lnTo>
                  <a:pt x="2577" y="2277"/>
                </a:lnTo>
                <a:lnTo>
                  <a:pt x="3138" y="2277"/>
                </a:lnTo>
                <a:lnTo>
                  <a:pt x="3138" y="26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50" name="KSO_Shape">
            <a:extLst>
              <a:ext uri="{FF2B5EF4-FFF2-40B4-BE49-F238E27FC236}">
                <a16:creationId xmlns:a16="http://schemas.microsoft.com/office/drawing/2014/main" id="{F785C878-86AB-46F5-8295-B9160A930BA2}"/>
              </a:ext>
            </a:extLst>
          </p:cNvPr>
          <p:cNvSpPr>
            <a:spLocks/>
          </p:cNvSpPr>
          <p:nvPr/>
        </p:nvSpPr>
        <p:spPr bwMode="auto">
          <a:xfrm>
            <a:off x="9870366" y="5674680"/>
            <a:ext cx="855969" cy="613444"/>
          </a:xfrm>
          <a:custGeom>
            <a:avLst/>
            <a:gdLst>
              <a:gd name="T0" fmla="*/ 134077 w 5868"/>
              <a:gd name="T1" fmla="*/ 590892 h 4208"/>
              <a:gd name="T2" fmla="*/ 192837 w 5868"/>
              <a:gd name="T3" fmla="*/ 596084 h 4208"/>
              <a:gd name="T4" fmla="*/ 512935 w 5868"/>
              <a:gd name="T5" fmla="*/ 497764 h 4208"/>
              <a:gd name="T6" fmla="*/ 530465 w 5868"/>
              <a:gd name="T7" fmla="*/ 456230 h 4208"/>
              <a:gd name="T8" fmla="*/ 704473 w 5868"/>
              <a:gd name="T9" fmla="*/ 239797 h 4208"/>
              <a:gd name="T10" fmla="*/ 980744 w 5868"/>
              <a:gd name="T11" fmla="*/ 212215 h 4208"/>
              <a:gd name="T12" fmla="*/ 1253119 w 5868"/>
              <a:gd name="T13" fmla="*/ 253750 h 4208"/>
              <a:gd name="T14" fmla="*/ 1374859 w 5868"/>
              <a:gd name="T15" fmla="*/ 461746 h 4208"/>
              <a:gd name="T16" fmla="*/ 1400831 w 5868"/>
              <a:gd name="T17" fmla="*/ 505228 h 4208"/>
              <a:gd name="T18" fmla="*/ 1725798 w 5868"/>
              <a:gd name="T19" fmla="*/ 598031 h 4208"/>
              <a:gd name="T20" fmla="*/ 1779363 w 5868"/>
              <a:gd name="T21" fmla="*/ 585052 h 4208"/>
              <a:gd name="T22" fmla="*/ 1901104 w 5868"/>
              <a:gd name="T23" fmla="*/ 336494 h 4208"/>
              <a:gd name="T24" fmla="*/ 1897533 w 5868"/>
              <a:gd name="T25" fmla="*/ 289443 h 4208"/>
              <a:gd name="T26" fmla="*/ 1777740 w 5868"/>
              <a:gd name="T27" fmla="*/ 214162 h 4208"/>
              <a:gd name="T28" fmla="*/ 1493029 w 5868"/>
              <a:gd name="T29" fmla="*/ 92155 h 4208"/>
              <a:gd name="T30" fmla="*/ 1208318 w 5868"/>
              <a:gd name="T31" fmla="*/ 20767 h 4208"/>
              <a:gd name="T32" fmla="*/ 924256 w 5868"/>
              <a:gd name="T33" fmla="*/ 649 h 4208"/>
              <a:gd name="T34" fmla="*/ 639545 w 5868"/>
              <a:gd name="T35" fmla="*/ 30826 h 4208"/>
              <a:gd name="T36" fmla="*/ 355158 w 5868"/>
              <a:gd name="T37" fmla="*/ 112273 h 4208"/>
              <a:gd name="T38" fmla="*/ 70123 w 5868"/>
              <a:gd name="T39" fmla="*/ 244664 h 4208"/>
              <a:gd name="T40" fmla="*/ 3246 w 5868"/>
              <a:gd name="T41" fmla="*/ 297880 h 4208"/>
              <a:gd name="T42" fmla="*/ 10713 w 5868"/>
              <a:gd name="T43" fmla="*/ 355314 h 4208"/>
              <a:gd name="T44" fmla="*/ 772973 w 5868"/>
              <a:gd name="T45" fmla="*/ 339414 h 4208"/>
              <a:gd name="T46" fmla="*/ 960941 w 5868"/>
              <a:gd name="T47" fmla="*/ 320919 h 4208"/>
              <a:gd name="T48" fmla="*/ 1130729 w 5868"/>
              <a:gd name="T49" fmla="*/ 336169 h 4208"/>
              <a:gd name="T50" fmla="*/ 1259936 w 5868"/>
              <a:gd name="T51" fmla="*/ 525021 h 4208"/>
              <a:gd name="T52" fmla="*/ 1298244 w 5868"/>
              <a:gd name="T53" fmla="*/ 601925 h 4208"/>
              <a:gd name="T54" fmla="*/ 1598862 w 5868"/>
              <a:gd name="T55" fmla="*/ 671041 h 4208"/>
              <a:gd name="T56" fmla="*/ 1662168 w 5868"/>
              <a:gd name="T57" fmla="*/ 717767 h 4208"/>
              <a:gd name="T58" fmla="*/ 253546 w 5868"/>
              <a:gd name="T59" fmla="*/ 1210015 h 4208"/>
              <a:gd name="T60" fmla="*/ 273024 w 5868"/>
              <a:gd name="T61" fmla="*/ 698947 h 4208"/>
              <a:gd name="T62" fmla="*/ 576240 w 5868"/>
              <a:gd name="T63" fmla="*/ 620745 h 4208"/>
              <a:gd name="T64" fmla="*/ 641493 w 5868"/>
              <a:gd name="T65" fmla="*/ 585376 h 4208"/>
              <a:gd name="T66" fmla="*/ 662595 w 5868"/>
              <a:gd name="T67" fmla="*/ 367969 h 4208"/>
              <a:gd name="T68" fmla="*/ 1077163 w 5868"/>
              <a:gd name="T69" fmla="*/ 564933 h 4208"/>
              <a:gd name="T70" fmla="*/ 1178776 w 5868"/>
              <a:gd name="T71" fmla="*/ 636970 h 4208"/>
              <a:gd name="T72" fmla="*/ 1245003 w 5868"/>
              <a:gd name="T73" fmla="*/ 759302 h 4208"/>
              <a:gd name="T74" fmla="*/ 1252145 w 5868"/>
              <a:gd name="T75" fmla="*/ 867032 h 4208"/>
              <a:gd name="T76" fmla="*/ 1229095 w 5868"/>
              <a:gd name="T77" fmla="*/ 949452 h 4208"/>
              <a:gd name="T78" fmla="*/ 1125210 w 5868"/>
              <a:gd name="T79" fmla="*/ 852430 h 4208"/>
              <a:gd name="T80" fmla="*/ 1117094 w 5868"/>
              <a:gd name="T81" fmla="*/ 775851 h 4208"/>
              <a:gd name="T82" fmla="*/ 1079435 w 5868"/>
              <a:gd name="T83" fmla="*/ 716794 h 4208"/>
              <a:gd name="T84" fmla="*/ 1012883 w 5868"/>
              <a:gd name="T85" fmla="*/ 676882 h 4208"/>
              <a:gd name="T86" fmla="*/ 940164 w 5868"/>
              <a:gd name="T87" fmla="*/ 671365 h 4208"/>
              <a:gd name="T88" fmla="*/ 867768 w 5868"/>
              <a:gd name="T89" fmla="*/ 701867 h 4208"/>
              <a:gd name="T90" fmla="*/ 821994 w 5868"/>
              <a:gd name="T91" fmla="*/ 754434 h 4208"/>
              <a:gd name="T92" fmla="*/ 802515 w 5868"/>
              <a:gd name="T93" fmla="*/ 831662 h 4208"/>
              <a:gd name="T94" fmla="*/ 818423 w 5868"/>
              <a:gd name="T95" fmla="*/ 901752 h 4208"/>
              <a:gd name="T96" fmla="*/ 861600 w 5868"/>
              <a:gd name="T97" fmla="*/ 956590 h 4208"/>
              <a:gd name="T98" fmla="*/ 932048 w 5868"/>
              <a:gd name="T99" fmla="*/ 990337 h 4208"/>
              <a:gd name="T100" fmla="*/ 999573 w 5868"/>
              <a:gd name="T101" fmla="*/ 990013 h 4208"/>
              <a:gd name="T102" fmla="*/ 1060606 w 5868"/>
              <a:gd name="T103" fmla="*/ 962107 h 4208"/>
              <a:gd name="T104" fmla="*/ 1081058 w 5868"/>
              <a:gd name="T105" fmla="*/ 1096445 h 4208"/>
              <a:gd name="T106" fmla="*/ 964512 w 5868"/>
              <a:gd name="T107" fmla="*/ 1120781 h 4208"/>
              <a:gd name="T108" fmla="*/ 826863 w 5868"/>
              <a:gd name="T109" fmla="*/ 1085736 h 4208"/>
              <a:gd name="T110" fmla="*/ 732717 w 5868"/>
              <a:gd name="T111" fmla="*/ 1004614 h 4208"/>
              <a:gd name="T112" fmla="*/ 678827 w 5868"/>
              <a:gd name="T113" fmla="*/ 875793 h 4208"/>
              <a:gd name="T114" fmla="*/ 688241 w 5868"/>
              <a:gd name="T115" fmla="*/ 745673 h 4208"/>
              <a:gd name="T116" fmla="*/ 760312 w 5868"/>
              <a:gd name="T117" fmla="*/ 627235 h 4208"/>
              <a:gd name="T118" fmla="*/ 865171 w 5868"/>
              <a:gd name="T119" fmla="*/ 560066 h 4208"/>
              <a:gd name="T120" fmla="*/ 1577111 w 5868"/>
              <a:gd name="T121" fmla="*/ 1240842 h 4208"/>
              <a:gd name="T122" fmla="*/ 345419 w 5868"/>
              <a:gd name="T123" fmla="*/ 1240842 h 420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868" h="4208">
                <a:moveTo>
                  <a:pt x="49" y="1128"/>
                </a:moveTo>
                <a:lnTo>
                  <a:pt x="49" y="1128"/>
                </a:lnTo>
                <a:lnTo>
                  <a:pt x="345" y="1748"/>
                </a:lnTo>
                <a:lnTo>
                  <a:pt x="354" y="1764"/>
                </a:lnTo>
                <a:lnTo>
                  <a:pt x="364" y="1778"/>
                </a:lnTo>
                <a:lnTo>
                  <a:pt x="375" y="1790"/>
                </a:lnTo>
                <a:lnTo>
                  <a:pt x="387" y="1803"/>
                </a:lnTo>
                <a:lnTo>
                  <a:pt x="400" y="1813"/>
                </a:lnTo>
                <a:lnTo>
                  <a:pt x="413" y="1821"/>
                </a:lnTo>
                <a:lnTo>
                  <a:pt x="428" y="1828"/>
                </a:lnTo>
                <a:lnTo>
                  <a:pt x="443" y="1834"/>
                </a:lnTo>
                <a:lnTo>
                  <a:pt x="460" y="1838"/>
                </a:lnTo>
                <a:lnTo>
                  <a:pt x="477" y="1842"/>
                </a:lnTo>
                <a:lnTo>
                  <a:pt x="495" y="1844"/>
                </a:lnTo>
                <a:lnTo>
                  <a:pt x="512" y="1845"/>
                </a:lnTo>
                <a:lnTo>
                  <a:pt x="531" y="1845"/>
                </a:lnTo>
                <a:lnTo>
                  <a:pt x="551" y="1843"/>
                </a:lnTo>
                <a:lnTo>
                  <a:pt x="573" y="1841"/>
                </a:lnTo>
                <a:lnTo>
                  <a:pt x="594" y="1837"/>
                </a:lnTo>
                <a:lnTo>
                  <a:pt x="1457" y="1607"/>
                </a:lnTo>
                <a:lnTo>
                  <a:pt x="1479" y="1599"/>
                </a:lnTo>
                <a:lnTo>
                  <a:pt x="1500" y="1589"/>
                </a:lnTo>
                <a:lnTo>
                  <a:pt x="1519" y="1579"/>
                </a:lnTo>
                <a:lnTo>
                  <a:pt x="1537" y="1569"/>
                </a:lnTo>
                <a:lnTo>
                  <a:pt x="1552" y="1557"/>
                </a:lnTo>
                <a:lnTo>
                  <a:pt x="1567" y="1546"/>
                </a:lnTo>
                <a:lnTo>
                  <a:pt x="1580" y="1534"/>
                </a:lnTo>
                <a:lnTo>
                  <a:pt x="1591" y="1522"/>
                </a:lnTo>
                <a:lnTo>
                  <a:pt x="1601" y="1510"/>
                </a:lnTo>
                <a:lnTo>
                  <a:pt x="1610" y="1496"/>
                </a:lnTo>
                <a:lnTo>
                  <a:pt x="1617" y="1482"/>
                </a:lnTo>
                <a:lnTo>
                  <a:pt x="1624" y="1467"/>
                </a:lnTo>
                <a:lnTo>
                  <a:pt x="1628" y="1453"/>
                </a:lnTo>
                <a:lnTo>
                  <a:pt x="1632" y="1438"/>
                </a:lnTo>
                <a:lnTo>
                  <a:pt x="1633" y="1423"/>
                </a:lnTo>
                <a:lnTo>
                  <a:pt x="1634" y="1406"/>
                </a:lnTo>
                <a:lnTo>
                  <a:pt x="1627" y="927"/>
                </a:lnTo>
                <a:lnTo>
                  <a:pt x="1664" y="910"/>
                </a:lnTo>
                <a:lnTo>
                  <a:pt x="1701" y="894"/>
                </a:lnTo>
                <a:lnTo>
                  <a:pt x="1775" y="863"/>
                </a:lnTo>
                <a:lnTo>
                  <a:pt x="1851" y="834"/>
                </a:lnTo>
                <a:lnTo>
                  <a:pt x="1929" y="807"/>
                </a:lnTo>
                <a:lnTo>
                  <a:pt x="2008" y="782"/>
                </a:lnTo>
                <a:lnTo>
                  <a:pt x="2089" y="759"/>
                </a:lnTo>
                <a:lnTo>
                  <a:pt x="2170" y="739"/>
                </a:lnTo>
                <a:lnTo>
                  <a:pt x="2252" y="720"/>
                </a:lnTo>
                <a:lnTo>
                  <a:pt x="2335" y="705"/>
                </a:lnTo>
                <a:lnTo>
                  <a:pt x="2420" y="690"/>
                </a:lnTo>
                <a:lnTo>
                  <a:pt x="2504" y="679"/>
                </a:lnTo>
                <a:lnTo>
                  <a:pt x="2589" y="669"/>
                </a:lnTo>
                <a:lnTo>
                  <a:pt x="2675" y="661"/>
                </a:lnTo>
                <a:lnTo>
                  <a:pt x="2761" y="657"/>
                </a:lnTo>
                <a:lnTo>
                  <a:pt x="2848" y="654"/>
                </a:lnTo>
                <a:lnTo>
                  <a:pt x="2934" y="652"/>
                </a:lnTo>
                <a:lnTo>
                  <a:pt x="3021" y="654"/>
                </a:lnTo>
                <a:lnTo>
                  <a:pt x="3106" y="657"/>
                </a:lnTo>
                <a:lnTo>
                  <a:pt x="3192" y="661"/>
                </a:lnTo>
                <a:lnTo>
                  <a:pt x="3278" y="669"/>
                </a:lnTo>
                <a:lnTo>
                  <a:pt x="3364" y="679"/>
                </a:lnTo>
                <a:lnTo>
                  <a:pt x="3449" y="690"/>
                </a:lnTo>
                <a:lnTo>
                  <a:pt x="3532" y="705"/>
                </a:lnTo>
                <a:lnTo>
                  <a:pt x="3616" y="720"/>
                </a:lnTo>
                <a:lnTo>
                  <a:pt x="3698" y="739"/>
                </a:lnTo>
                <a:lnTo>
                  <a:pt x="3780" y="759"/>
                </a:lnTo>
                <a:lnTo>
                  <a:pt x="3860" y="782"/>
                </a:lnTo>
                <a:lnTo>
                  <a:pt x="3939" y="807"/>
                </a:lnTo>
                <a:lnTo>
                  <a:pt x="4017" y="834"/>
                </a:lnTo>
                <a:lnTo>
                  <a:pt x="4093" y="863"/>
                </a:lnTo>
                <a:lnTo>
                  <a:pt x="4168" y="894"/>
                </a:lnTo>
                <a:lnTo>
                  <a:pt x="4204" y="910"/>
                </a:lnTo>
                <a:lnTo>
                  <a:pt x="4241" y="927"/>
                </a:lnTo>
                <a:lnTo>
                  <a:pt x="4235" y="1406"/>
                </a:lnTo>
                <a:lnTo>
                  <a:pt x="4235" y="1423"/>
                </a:lnTo>
                <a:lnTo>
                  <a:pt x="4237" y="1438"/>
                </a:lnTo>
                <a:lnTo>
                  <a:pt x="4240" y="1453"/>
                </a:lnTo>
                <a:lnTo>
                  <a:pt x="4245" y="1467"/>
                </a:lnTo>
                <a:lnTo>
                  <a:pt x="4250" y="1482"/>
                </a:lnTo>
                <a:lnTo>
                  <a:pt x="4258" y="1496"/>
                </a:lnTo>
                <a:lnTo>
                  <a:pt x="4266" y="1510"/>
                </a:lnTo>
                <a:lnTo>
                  <a:pt x="4276" y="1522"/>
                </a:lnTo>
                <a:lnTo>
                  <a:pt x="4288" y="1534"/>
                </a:lnTo>
                <a:lnTo>
                  <a:pt x="4300" y="1546"/>
                </a:lnTo>
                <a:lnTo>
                  <a:pt x="4315" y="1557"/>
                </a:lnTo>
                <a:lnTo>
                  <a:pt x="4331" y="1569"/>
                </a:lnTo>
                <a:lnTo>
                  <a:pt x="4349" y="1579"/>
                </a:lnTo>
                <a:lnTo>
                  <a:pt x="4368" y="1589"/>
                </a:lnTo>
                <a:lnTo>
                  <a:pt x="4389" y="1599"/>
                </a:lnTo>
                <a:lnTo>
                  <a:pt x="4412" y="1607"/>
                </a:lnTo>
                <a:lnTo>
                  <a:pt x="5275" y="1837"/>
                </a:lnTo>
                <a:lnTo>
                  <a:pt x="5296" y="1841"/>
                </a:lnTo>
                <a:lnTo>
                  <a:pt x="5316" y="1843"/>
                </a:lnTo>
                <a:lnTo>
                  <a:pt x="5336" y="1845"/>
                </a:lnTo>
                <a:lnTo>
                  <a:pt x="5355" y="1845"/>
                </a:lnTo>
                <a:lnTo>
                  <a:pt x="5374" y="1844"/>
                </a:lnTo>
                <a:lnTo>
                  <a:pt x="5392" y="1842"/>
                </a:lnTo>
                <a:lnTo>
                  <a:pt x="5408" y="1838"/>
                </a:lnTo>
                <a:lnTo>
                  <a:pt x="5425" y="1834"/>
                </a:lnTo>
                <a:lnTo>
                  <a:pt x="5440" y="1828"/>
                </a:lnTo>
                <a:lnTo>
                  <a:pt x="5454" y="1821"/>
                </a:lnTo>
                <a:lnTo>
                  <a:pt x="5469" y="1813"/>
                </a:lnTo>
                <a:lnTo>
                  <a:pt x="5481" y="1803"/>
                </a:lnTo>
                <a:lnTo>
                  <a:pt x="5493" y="1790"/>
                </a:lnTo>
                <a:lnTo>
                  <a:pt x="5504" y="1778"/>
                </a:lnTo>
                <a:lnTo>
                  <a:pt x="5514" y="1764"/>
                </a:lnTo>
                <a:lnTo>
                  <a:pt x="5523" y="1748"/>
                </a:lnTo>
                <a:lnTo>
                  <a:pt x="5820" y="1128"/>
                </a:lnTo>
                <a:lnTo>
                  <a:pt x="5835" y="1095"/>
                </a:lnTo>
                <a:lnTo>
                  <a:pt x="5848" y="1065"/>
                </a:lnTo>
                <a:lnTo>
                  <a:pt x="5856" y="1037"/>
                </a:lnTo>
                <a:lnTo>
                  <a:pt x="5863" y="1011"/>
                </a:lnTo>
                <a:lnTo>
                  <a:pt x="5867" y="988"/>
                </a:lnTo>
                <a:lnTo>
                  <a:pt x="5868" y="966"/>
                </a:lnTo>
                <a:lnTo>
                  <a:pt x="5868" y="956"/>
                </a:lnTo>
                <a:lnTo>
                  <a:pt x="5867" y="946"/>
                </a:lnTo>
                <a:lnTo>
                  <a:pt x="5864" y="936"/>
                </a:lnTo>
                <a:lnTo>
                  <a:pt x="5862" y="927"/>
                </a:lnTo>
                <a:lnTo>
                  <a:pt x="5859" y="918"/>
                </a:lnTo>
                <a:lnTo>
                  <a:pt x="5854" y="909"/>
                </a:lnTo>
                <a:lnTo>
                  <a:pt x="5845" y="892"/>
                </a:lnTo>
                <a:lnTo>
                  <a:pt x="5833" y="876"/>
                </a:lnTo>
                <a:lnTo>
                  <a:pt x="5820" y="861"/>
                </a:lnTo>
                <a:lnTo>
                  <a:pt x="5803" y="846"/>
                </a:lnTo>
                <a:lnTo>
                  <a:pt x="5784" y="832"/>
                </a:lnTo>
                <a:lnTo>
                  <a:pt x="5763" y="817"/>
                </a:lnTo>
                <a:lnTo>
                  <a:pt x="5741" y="803"/>
                </a:lnTo>
                <a:lnTo>
                  <a:pt x="5652" y="754"/>
                </a:lnTo>
                <a:lnTo>
                  <a:pt x="5564" y="706"/>
                </a:lnTo>
                <a:lnTo>
                  <a:pt x="5476" y="660"/>
                </a:lnTo>
                <a:lnTo>
                  <a:pt x="5389" y="616"/>
                </a:lnTo>
                <a:lnTo>
                  <a:pt x="5301" y="572"/>
                </a:lnTo>
                <a:lnTo>
                  <a:pt x="5213" y="531"/>
                </a:lnTo>
                <a:lnTo>
                  <a:pt x="5125" y="491"/>
                </a:lnTo>
                <a:lnTo>
                  <a:pt x="5037" y="452"/>
                </a:lnTo>
                <a:lnTo>
                  <a:pt x="4950" y="415"/>
                </a:lnTo>
                <a:lnTo>
                  <a:pt x="4862" y="381"/>
                </a:lnTo>
                <a:lnTo>
                  <a:pt x="4774" y="346"/>
                </a:lnTo>
                <a:lnTo>
                  <a:pt x="4686" y="315"/>
                </a:lnTo>
                <a:lnTo>
                  <a:pt x="4599" y="284"/>
                </a:lnTo>
                <a:lnTo>
                  <a:pt x="4511" y="255"/>
                </a:lnTo>
                <a:lnTo>
                  <a:pt x="4423" y="228"/>
                </a:lnTo>
                <a:lnTo>
                  <a:pt x="4336" y="201"/>
                </a:lnTo>
                <a:lnTo>
                  <a:pt x="4248" y="178"/>
                </a:lnTo>
                <a:lnTo>
                  <a:pt x="4161" y="154"/>
                </a:lnTo>
                <a:lnTo>
                  <a:pt x="4073" y="133"/>
                </a:lnTo>
                <a:lnTo>
                  <a:pt x="3985" y="114"/>
                </a:lnTo>
                <a:lnTo>
                  <a:pt x="3898" y="95"/>
                </a:lnTo>
                <a:lnTo>
                  <a:pt x="3810" y="80"/>
                </a:lnTo>
                <a:lnTo>
                  <a:pt x="3722" y="64"/>
                </a:lnTo>
                <a:lnTo>
                  <a:pt x="3635" y="51"/>
                </a:lnTo>
                <a:lnTo>
                  <a:pt x="3547" y="39"/>
                </a:lnTo>
                <a:lnTo>
                  <a:pt x="3460" y="29"/>
                </a:lnTo>
                <a:lnTo>
                  <a:pt x="3372" y="21"/>
                </a:lnTo>
                <a:lnTo>
                  <a:pt x="3285" y="14"/>
                </a:lnTo>
                <a:lnTo>
                  <a:pt x="3197" y="8"/>
                </a:lnTo>
                <a:lnTo>
                  <a:pt x="3109" y="4"/>
                </a:lnTo>
                <a:lnTo>
                  <a:pt x="3022" y="2"/>
                </a:lnTo>
                <a:lnTo>
                  <a:pt x="2934" y="0"/>
                </a:lnTo>
                <a:lnTo>
                  <a:pt x="2847" y="2"/>
                </a:lnTo>
                <a:lnTo>
                  <a:pt x="2759" y="4"/>
                </a:lnTo>
                <a:lnTo>
                  <a:pt x="2672" y="8"/>
                </a:lnTo>
                <a:lnTo>
                  <a:pt x="2584" y="14"/>
                </a:lnTo>
                <a:lnTo>
                  <a:pt x="2497" y="21"/>
                </a:lnTo>
                <a:lnTo>
                  <a:pt x="2409" y="29"/>
                </a:lnTo>
                <a:lnTo>
                  <a:pt x="2320" y="39"/>
                </a:lnTo>
                <a:lnTo>
                  <a:pt x="2234" y="51"/>
                </a:lnTo>
                <a:lnTo>
                  <a:pt x="2145" y="64"/>
                </a:lnTo>
                <a:lnTo>
                  <a:pt x="2059" y="80"/>
                </a:lnTo>
                <a:lnTo>
                  <a:pt x="1970" y="95"/>
                </a:lnTo>
                <a:lnTo>
                  <a:pt x="1882" y="114"/>
                </a:lnTo>
                <a:lnTo>
                  <a:pt x="1795" y="133"/>
                </a:lnTo>
                <a:lnTo>
                  <a:pt x="1707" y="154"/>
                </a:lnTo>
                <a:lnTo>
                  <a:pt x="1620" y="178"/>
                </a:lnTo>
                <a:lnTo>
                  <a:pt x="1532" y="201"/>
                </a:lnTo>
                <a:lnTo>
                  <a:pt x="1444" y="228"/>
                </a:lnTo>
                <a:lnTo>
                  <a:pt x="1357" y="255"/>
                </a:lnTo>
                <a:lnTo>
                  <a:pt x="1269" y="284"/>
                </a:lnTo>
                <a:lnTo>
                  <a:pt x="1181" y="315"/>
                </a:lnTo>
                <a:lnTo>
                  <a:pt x="1094" y="346"/>
                </a:lnTo>
                <a:lnTo>
                  <a:pt x="1006" y="381"/>
                </a:lnTo>
                <a:lnTo>
                  <a:pt x="918" y="415"/>
                </a:lnTo>
                <a:lnTo>
                  <a:pt x="830" y="452"/>
                </a:lnTo>
                <a:lnTo>
                  <a:pt x="743" y="491"/>
                </a:lnTo>
                <a:lnTo>
                  <a:pt x="655" y="531"/>
                </a:lnTo>
                <a:lnTo>
                  <a:pt x="567" y="572"/>
                </a:lnTo>
                <a:lnTo>
                  <a:pt x="479" y="616"/>
                </a:lnTo>
                <a:lnTo>
                  <a:pt x="391" y="660"/>
                </a:lnTo>
                <a:lnTo>
                  <a:pt x="303" y="706"/>
                </a:lnTo>
                <a:lnTo>
                  <a:pt x="216" y="754"/>
                </a:lnTo>
                <a:lnTo>
                  <a:pt x="128" y="803"/>
                </a:lnTo>
                <a:lnTo>
                  <a:pt x="104" y="817"/>
                </a:lnTo>
                <a:lnTo>
                  <a:pt x="84" y="832"/>
                </a:lnTo>
                <a:lnTo>
                  <a:pt x="65" y="846"/>
                </a:lnTo>
                <a:lnTo>
                  <a:pt x="49" y="861"/>
                </a:lnTo>
                <a:lnTo>
                  <a:pt x="34" y="876"/>
                </a:lnTo>
                <a:lnTo>
                  <a:pt x="23" y="892"/>
                </a:lnTo>
                <a:lnTo>
                  <a:pt x="13" y="909"/>
                </a:lnTo>
                <a:lnTo>
                  <a:pt x="10" y="918"/>
                </a:lnTo>
                <a:lnTo>
                  <a:pt x="6" y="927"/>
                </a:lnTo>
                <a:lnTo>
                  <a:pt x="4" y="936"/>
                </a:lnTo>
                <a:lnTo>
                  <a:pt x="2" y="946"/>
                </a:lnTo>
                <a:lnTo>
                  <a:pt x="1" y="956"/>
                </a:lnTo>
                <a:lnTo>
                  <a:pt x="0" y="966"/>
                </a:lnTo>
                <a:lnTo>
                  <a:pt x="1" y="988"/>
                </a:lnTo>
                <a:lnTo>
                  <a:pt x="4" y="1011"/>
                </a:lnTo>
                <a:lnTo>
                  <a:pt x="11" y="1037"/>
                </a:lnTo>
                <a:lnTo>
                  <a:pt x="21" y="1065"/>
                </a:lnTo>
                <a:lnTo>
                  <a:pt x="33" y="1095"/>
                </a:lnTo>
                <a:lnTo>
                  <a:pt x="49" y="1128"/>
                </a:lnTo>
                <a:close/>
                <a:moveTo>
                  <a:pt x="2041" y="1134"/>
                </a:moveTo>
                <a:lnTo>
                  <a:pt x="2041" y="1134"/>
                </a:lnTo>
                <a:lnTo>
                  <a:pt x="2096" y="1117"/>
                </a:lnTo>
                <a:lnTo>
                  <a:pt x="2153" y="1101"/>
                </a:lnTo>
                <a:lnTo>
                  <a:pt x="2210" y="1085"/>
                </a:lnTo>
                <a:lnTo>
                  <a:pt x="2267" y="1072"/>
                </a:lnTo>
                <a:lnTo>
                  <a:pt x="2324" y="1058"/>
                </a:lnTo>
                <a:lnTo>
                  <a:pt x="2381" y="1046"/>
                </a:lnTo>
                <a:lnTo>
                  <a:pt x="2438" y="1036"/>
                </a:lnTo>
                <a:lnTo>
                  <a:pt x="2495" y="1026"/>
                </a:lnTo>
                <a:lnTo>
                  <a:pt x="2553" y="1017"/>
                </a:lnTo>
                <a:lnTo>
                  <a:pt x="2610" y="1009"/>
                </a:lnTo>
                <a:lnTo>
                  <a:pt x="2668" y="1004"/>
                </a:lnTo>
                <a:lnTo>
                  <a:pt x="2726" y="998"/>
                </a:lnTo>
                <a:lnTo>
                  <a:pt x="2785" y="995"/>
                </a:lnTo>
                <a:lnTo>
                  <a:pt x="2843" y="991"/>
                </a:lnTo>
                <a:lnTo>
                  <a:pt x="2902" y="989"/>
                </a:lnTo>
                <a:lnTo>
                  <a:pt x="2960" y="989"/>
                </a:lnTo>
                <a:lnTo>
                  <a:pt x="3019" y="989"/>
                </a:lnTo>
                <a:lnTo>
                  <a:pt x="3079" y="991"/>
                </a:lnTo>
                <a:lnTo>
                  <a:pt x="3136" y="995"/>
                </a:lnTo>
                <a:lnTo>
                  <a:pt x="3194" y="998"/>
                </a:lnTo>
                <a:lnTo>
                  <a:pt x="3252" y="1004"/>
                </a:lnTo>
                <a:lnTo>
                  <a:pt x="3310" y="1009"/>
                </a:lnTo>
                <a:lnTo>
                  <a:pt x="3368" y="1017"/>
                </a:lnTo>
                <a:lnTo>
                  <a:pt x="3426" y="1026"/>
                </a:lnTo>
                <a:lnTo>
                  <a:pt x="3483" y="1036"/>
                </a:lnTo>
                <a:lnTo>
                  <a:pt x="3541" y="1046"/>
                </a:lnTo>
                <a:lnTo>
                  <a:pt x="3598" y="1058"/>
                </a:lnTo>
                <a:lnTo>
                  <a:pt x="3655" y="1072"/>
                </a:lnTo>
                <a:lnTo>
                  <a:pt x="3712" y="1085"/>
                </a:lnTo>
                <a:lnTo>
                  <a:pt x="3769" y="1101"/>
                </a:lnTo>
                <a:lnTo>
                  <a:pt x="3824" y="1117"/>
                </a:lnTo>
                <a:lnTo>
                  <a:pt x="3881" y="1134"/>
                </a:lnTo>
                <a:lnTo>
                  <a:pt x="3881" y="1618"/>
                </a:lnTo>
                <a:lnTo>
                  <a:pt x="3884" y="1651"/>
                </a:lnTo>
                <a:lnTo>
                  <a:pt x="3890" y="1681"/>
                </a:lnTo>
                <a:lnTo>
                  <a:pt x="3898" y="1709"/>
                </a:lnTo>
                <a:lnTo>
                  <a:pt x="3907" y="1736"/>
                </a:lnTo>
                <a:lnTo>
                  <a:pt x="3918" y="1760"/>
                </a:lnTo>
                <a:lnTo>
                  <a:pt x="3931" y="1783"/>
                </a:lnTo>
                <a:lnTo>
                  <a:pt x="3946" y="1804"/>
                </a:lnTo>
                <a:lnTo>
                  <a:pt x="3961" y="1823"/>
                </a:lnTo>
                <a:lnTo>
                  <a:pt x="3979" y="1839"/>
                </a:lnTo>
                <a:lnTo>
                  <a:pt x="3999" y="1855"/>
                </a:lnTo>
                <a:lnTo>
                  <a:pt x="4020" y="1868"/>
                </a:lnTo>
                <a:lnTo>
                  <a:pt x="4043" y="1881"/>
                </a:lnTo>
                <a:lnTo>
                  <a:pt x="4066" y="1891"/>
                </a:lnTo>
                <a:lnTo>
                  <a:pt x="4092" y="1900"/>
                </a:lnTo>
                <a:lnTo>
                  <a:pt x="4119" y="1907"/>
                </a:lnTo>
                <a:lnTo>
                  <a:pt x="4146" y="1913"/>
                </a:lnTo>
                <a:lnTo>
                  <a:pt x="4896" y="2061"/>
                </a:lnTo>
                <a:lnTo>
                  <a:pt x="4925" y="2068"/>
                </a:lnTo>
                <a:lnTo>
                  <a:pt x="4951" y="2077"/>
                </a:lnTo>
                <a:lnTo>
                  <a:pt x="4977" y="2086"/>
                </a:lnTo>
                <a:lnTo>
                  <a:pt x="5001" y="2097"/>
                </a:lnTo>
                <a:lnTo>
                  <a:pt x="5024" y="2109"/>
                </a:lnTo>
                <a:lnTo>
                  <a:pt x="5044" y="2123"/>
                </a:lnTo>
                <a:lnTo>
                  <a:pt x="5063" y="2137"/>
                </a:lnTo>
                <a:lnTo>
                  <a:pt x="5081" y="2154"/>
                </a:lnTo>
                <a:lnTo>
                  <a:pt x="5095" y="2172"/>
                </a:lnTo>
                <a:lnTo>
                  <a:pt x="5108" y="2191"/>
                </a:lnTo>
                <a:lnTo>
                  <a:pt x="5120" y="2212"/>
                </a:lnTo>
                <a:lnTo>
                  <a:pt x="5129" y="2235"/>
                </a:lnTo>
                <a:lnTo>
                  <a:pt x="5134" y="2260"/>
                </a:lnTo>
                <a:lnTo>
                  <a:pt x="5139" y="2285"/>
                </a:lnTo>
                <a:lnTo>
                  <a:pt x="5141" y="2314"/>
                </a:lnTo>
                <a:lnTo>
                  <a:pt x="5141" y="2344"/>
                </a:lnTo>
                <a:lnTo>
                  <a:pt x="5141" y="3729"/>
                </a:lnTo>
                <a:lnTo>
                  <a:pt x="2960" y="3729"/>
                </a:lnTo>
                <a:lnTo>
                  <a:pt x="781" y="3729"/>
                </a:lnTo>
                <a:lnTo>
                  <a:pt x="781" y="2344"/>
                </a:lnTo>
                <a:lnTo>
                  <a:pt x="780" y="2314"/>
                </a:lnTo>
                <a:lnTo>
                  <a:pt x="782" y="2285"/>
                </a:lnTo>
                <a:lnTo>
                  <a:pt x="787" y="2260"/>
                </a:lnTo>
                <a:lnTo>
                  <a:pt x="793" y="2235"/>
                </a:lnTo>
                <a:lnTo>
                  <a:pt x="802" y="2212"/>
                </a:lnTo>
                <a:lnTo>
                  <a:pt x="813" y="2191"/>
                </a:lnTo>
                <a:lnTo>
                  <a:pt x="826" y="2172"/>
                </a:lnTo>
                <a:lnTo>
                  <a:pt x="841" y="2154"/>
                </a:lnTo>
                <a:lnTo>
                  <a:pt x="858" y="2137"/>
                </a:lnTo>
                <a:lnTo>
                  <a:pt x="877" y="2123"/>
                </a:lnTo>
                <a:lnTo>
                  <a:pt x="898" y="2109"/>
                </a:lnTo>
                <a:lnTo>
                  <a:pt x="920" y="2097"/>
                </a:lnTo>
                <a:lnTo>
                  <a:pt x="944" y="2086"/>
                </a:lnTo>
                <a:lnTo>
                  <a:pt x="971" y="2077"/>
                </a:lnTo>
                <a:lnTo>
                  <a:pt x="997" y="2068"/>
                </a:lnTo>
                <a:lnTo>
                  <a:pt x="1026" y="2061"/>
                </a:lnTo>
                <a:lnTo>
                  <a:pt x="1775" y="1913"/>
                </a:lnTo>
                <a:lnTo>
                  <a:pt x="1803" y="1907"/>
                </a:lnTo>
                <a:lnTo>
                  <a:pt x="1830" y="1900"/>
                </a:lnTo>
                <a:lnTo>
                  <a:pt x="1855" y="1891"/>
                </a:lnTo>
                <a:lnTo>
                  <a:pt x="1879" y="1881"/>
                </a:lnTo>
                <a:lnTo>
                  <a:pt x="1901" y="1868"/>
                </a:lnTo>
                <a:lnTo>
                  <a:pt x="1923" y="1855"/>
                </a:lnTo>
                <a:lnTo>
                  <a:pt x="1941" y="1839"/>
                </a:lnTo>
                <a:lnTo>
                  <a:pt x="1959" y="1823"/>
                </a:lnTo>
                <a:lnTo>
                  <a:pt x="1976" y="1804"/>
                </a:lnTo>
                <a:lnTo>
                  <a:pt x="1991" y="1783"/>
                </a:lnTo>
                <a:lnTo>
                  <a:pt x="2003" y="1760"/>
                </a:lnTo>
                <a:lnTo>
                  <a:pt x="2014" y="1736"/>
                </a:lnTo>
                <a:lnTo>
                  <a:pt x="2024" y="1709"/>
                </a:lnTo>
                <a:lnTo>
                  <a:pt x="2031" y="1681"/>
                </a:lnTo>
                <a:lnTo>
                  <a:pt x="2037" y="1651"/>
                </a:lnTo>
                <a:lnTo>
                  <a:pt x="2041" y="1618"/>
                </a:lnTo>
                <a:lnTo>
                  <a:pt x="2041" y="1134"/>
                </a:lnTo>
                <a:close/>
                <a:moveTo>
                  <a:pt x="2971" y="1671"/>
                </a:moveTo>
                <a:lnTo>
                  <a:pt x="2971" y="1671"/>
                </a:lnTo>
                <a:lnTo>
                  <a:pt x="3017" y="1672"/>
                </a:lnTo>
                <a:lnTo>
                  <a:pt x="3063" y="1676"/>
                </a:lnTo>
                <a:lnTo>
                  <a:pt x="3107" y="1682"/>
                </a:lnTo>
                <a:lnTo>
                  <a:pt x="3151" y="1690"/>
                </a:lnTo>
                <a:lnTo>
                  <a:pt x="3194" y="1699"/>
                </a:lnTo>
                <a:lnTo>
                  <a:pt x="3237" y="1711"/>
                </a:lnTo>
                <a:lnTo>
                  <a:pt x="3278" y="1726"/>
                </a:lnTo>
                <a:lnTo>
                  <a:pt x="3318" y="1741"/>
                </a:lnTo>
                <a:lnTo>
                  <a:pt x="3358" y="1759"/>
                </a:lnTo>
                <a:lnTo>
                  <a:pt x="3396" y="1779"/>
                </a:lnTo>
                <a:lnTo>
                  <a:pt x="3434" y="1800"/>
                </a:lnTo>
                <a:lnTo>
                  <a:pt x="3470" y="1824"/>
                </a:lnTo>
                <a:lnTo>
                  <a:pt x="3505" y="1848"/>
                </a:lnTo>
                <a:lnTo>
                  <a:pt x="3539" y="1875"/>
                </a:lnTo>
                <a:lnTo>
                  <a:pt x="3571" y="1903"/>
                </a:lnTo>
                <a:lnTo>
                  <a:pt x="3602" y="1933"/>
                </a:lnTo>
                <a:lnTo>
                  <a:pt x="3631" y="1963"/>
                </a:lnTo>
                <a:lnTo>
                  <a:pt x="3659" y="1995"/>
                </a:lnTo>
                <a:lnTo>
                  <a:pt x="3686" y="2030"/>
                </a:lnTo>
                <a:lnTo>
                  <a:pt x="3711" y="2065"/>
                </a:lnTo>
                <a:lnTo>
                  <a:pt x="3734" y="2100"/>
                </a:lnTo>
                <a:lnTo>
                  <a:pt x="3755" y="2138"/>
                </a:lnTo>
                <a:lnTo>
                  <a:pt x="3775" y="2176"/>
                </a:lnTo>
                <a:lnTo>
                  <a:pt x="3793" y="2216"/>
                </a:lnTo>
                <a:lnTo>
                  <a:pt x="3809" y="2256"/>
                </a:lnTo>
                <a:lnTo>
                  <a:pt x="3823" y="2298"/>
                </a:lnTo>
                <a:lnTo>
                  <a:pt x="3835" y="2340"/>
                </a:lnTo>
                <a:lnTo>
                  <a:pt x="3845" y="2383"/>
                </a:lnTo>
                <a:lnTo>
                  <a:pt x="3853" y="2427"/>
                </a:lnTo>
                <a:lnTo>
                  <a:pt x="3859" y="2471"/>
                </a:lnTo>
                <a:lnTo>
                  <a:pt x="3862" y="2517"/>
                </a:lnTo>
                <a:lnTo>
                  <a:pt x="3863" y="2563"/>
                </a:lnTo>
                <a:lnTo>
                  <a:pt x="3863" y="2591"/>
                </a:lnTo>
                <a:lnTo>
                  <a:pt x="3861" y="2617"/>
                </a:lnTo>
                <a:lnTo>
                  <a:pt x="3860" y="2645"/>
                </a:lnTo>
                <a:lnTo>
                  <a:pt x="3857" y="2672"/>
                </a:lnTo>
                <a:lnTo>
                  <a:pt x="3853" y="2699"/>
                </a:lnTo>
                <a:lnTo>
                  <a:pt x="3849" y="2726"/>
                </a:lnTo>
                <a:lnTo>
                  <a:pt x="3843" y="2751"/>
                </a:lnTo>
                <a:lnTo>
                  <a:pt x="3838" y="2778"/>
                </a:lnTo>
                <a:lnTo>
                  <a:pt x="3831" y="2802"/>
                </a:lnTo>
                <a:lnTo>
                  <a:pt x="3823" y="2828"/>
                </a:lnTo>
                <a:lnTo>
                  <a:pt x="3814" y="2854"/>
                </a:lnTo>
                <a:lnTo>
                  <a:pt x="3805" y="2878"/>
                </a:lnTo>
                <a:lnTo>
                  <a:pt x="3796" y="2903"/>
                </a:lnTo>
                <a:lnTo>
                  <a:pt x="3786" y="2926"/>
                </a:lnTo>
                <a:lnTo>
                  <a:pt x="3775" y="2950"/>
                </a:lnTo>
                <a:lnTo>
                  <a:pt x="3763" y="2973"/>
                </a:lnTo>
                <a:lnTo>
                  <a:pt x="3410" y="2802"/>
                </a:lnTo>
                <a:lnTo>
                  <a:pt x="3423" y="2776"/>
                </a:lnTo>
                <a:lnTo>
                  <a:pt x="3435" y="2748"/>
                </a:lnTo>
                <a:lnTo>
                  <a:pt x="3446" y="2719"/>
                </a:lnTo>
                <a:lnTo>
                  <a:pt x="3455" y="2689"/>
                </a:lnTo>
                <a:lnTo>
                  <a:pt x="3462" y="2659"/>
                </a:lnTo>
                <a:lnTo>
                  <a:pt x="3466" y="2627"/>
                </a:lnTo>
                <a:lnTo>
                  <a:pt x="3470" y="2595"/>
                </a:lnTo>
                <a:lnTo>
                  <a:pt x="3471" y="2563"/>
                </a:lnTo>
                <a:lnTo>
                  <a:pt x="3470" y="2537"/>
                </a:lnTo>
                <a:lnTo>
                  <a:pt x="3469" y="2512"/>
                </a:lnTo>
                <a:lnTo>
                  <a:pt x="3465" y="2487"/>
                </a:lnTo>
                <a:lnTo>
                  <a:pt x="3461" y="2462"/>
                </a:lnTo>
                <a:lnTo>
                  <a:pt x="3455" y="2438"/>
                </a:lnTo>
                <a:lnTo>
                  <a:pt x="3449" y="2415"/>
                </a:lnTo>
                <a:lnTo>
                  <a:pt x="3441" y="2391"/>
                </a:lnTo>
                <a:lnTo>
                  <a:pt x="3432" y="2369"/>
                </a:lnTo>
                <a:lnTo>
                  <a:pt x="3422" y="2347"/>
                </a:lnTo>
                <a:lnTo>
                  <a:pt x="3411" y="2325"/>
                </a:lnTo>
                <a:lnTo>
                  <a:pt x="3398" y="2304"/>
                </a:lnTo>
                <a:lnTo>
                  <a:pt x="3386" y="2284"/>
                </a:lnTo>
                <a:lnTo>
                  <a:pt x="3372" y="2264"/>
                </a:lnTo>
                <a:lnTo>
                  <a:pt x="3357" y="2245"/>
                </a:lnTo>
                <a:lnTo>
                  <a:pt x="3342" y="2227"/>
                </a:lnTo>
                <a:lnTo>
                  <a:pt x="3325" y="2209"/>
                </a:lnTo>
                <a:lnTo>
                  <a:pt x="3307" y="2193"/>
                </a:lnTo>
                <a:lnTo>
                  <a:pt x="3289" y="2177"/>
                </a:lnTo>
                <a:lnTo>
                  <a:pt x="3270" y="2163"/>
                </a:lnTo>
                <a:lnTo>
                  <a:pt x="3251" y="2149"/>
                </a:lnTo>
                <a:lnTo>
                  <a:pt x="3230" y="2136"/>
                </a:lnTo>
                <a:lnTo>
                  <a:pt x="3210" y="2124"/>
                </a:lnTo>
                <a:lnTo>
                  <a:pt x="3188" y="2113"/>
                </a:lnTo>
                <a:lnTo>
                  <a:pt x="3165" y="2102"/>
                </a:lnTo>
                <a:lnTo>
                  <a:pt x="3143" y="2094"/>
                </a:lnTo>
                <a:lnTo>
                  <a:pt x="3120" y="2086"/>
                </a:lnTo>
                <a:lnTo>
                  <a:pt x="3096" y="2079"/>
                </a:lnTo>
                <a:lnTo>
                  <a:pt x="3072" y="2074"/>
                </a:lnTo>
                <a:lnTo>
                  <a:pt x="3047" y="2069"/>
                </a:lnTo>
                <a:lnTo>
                  <a:pt x="3023" y="2066"/>
                </a:lnTo>
                <a:lnTo>
                  <a:pt x="2997" y="2065"/>
                </a:lnTo>
                <a:lnTo>
                  <a:pt x="2971" y="2063"/>
                </a:lnTo>
                <a:lnTo>
                  <a:pt x="2946" y="2065"/>
                </a:lnTo>
                <a:lnTo>
                  <a:pt x="2920" y="2066"/>
                </a:lnTo>
                <a:lnTo>
                  <a:pt x="2896" y="2069"/>
                </a:lnTo>
                <a:lnTo>
                  <a:pt x="2871" y="2074"/>
                </a:lnTo>
                <a:lnTo>
                  <a:pt x="2847" y="2079"/>
                </a:lnTo>
                <a:lnTo>
                  <a:pt x="2823" y="2086"/>
                </a:lnTo>
                <a:lnTo>
                  <a:pt x="2800" y="2094"/>
                </a:lnTo>
                <a:lnTo>
                  <a:pt x="2778" y="2102"/>
                </a:lnTo>
                <a:lnTo>
                  <a:pt x="2755" y="2113"/>
                </a:lnTo>
                <a:lnTo>
                  <a:pt x="2734" y="2124"/>
                </a:lnTo>
                <a:lnTo>
                  <a:pt x="2713" y="2136"/>
                </a:lnTo>
                <a:lnTo>
                  <a:pt x="2693" y="2149"/>
                </a:lnTo>
                <a:lnTo>
                  <a:pt x="2673" y="2163"/>
                </a:lnTo>
                <a:lnTo>
                  <a:pt x="2654" y="2177"/>
                </a:lnTo>
                <a:lnTo>
                  <a:pt x="2636" y="2193"/>
                </a:lnTo>
                <a:lnTo>
                  <a:pt x="2619" y="2209"/>
                </a:lnTo>
                <a:lnTo>
                  <a:pt x="2603" y="2227"/>
                </a:lnTo>
                <a:lnTo>
                  <a:pt x="2587" y="2245"/>
                </a:lnTo>
                <a:lnTo>
                  <a:pt x="2571" y="2264"/>
                </a:lnTo>
                <a:lnTo>
                  <a:pt x="2558" y="2284"/>
                </a:lnTo>
                <a:lnTo>
                  <a:pt x="2545" y="2304"/>
                </a:lnTo>
                <a:lnTo>
                  <a:pt x="2532" y="2325"/>
                </a:lnTo>
                <a:lnTo>
                  <a:pt x="2521" y="2347"/>
                </a:lnTo>
                <a:lnTo>
                  <a:pt x="2512" y="2369"/>
                </a:lnTo>
                <a:lnTo>
                  <a:pt x="2502" y="2391"/>
                </a:lnTo>
                <a:lnTo>
                  <a:pt x="2494" y="2415"/>
                </a:lnTo>
                <a:lnTo>
                  <a:pt x="2488" y="2438"/>
                </a:lnTo>
                <a:lnTo>
                  <a:pt x="2482" y="2462"/>
                </a:lnTo>
                <a:lnTo>
                  <a:pt x="2478" y="2487"/>
                </a:lnTo>
                <a:lnTo>
                  <a:pt x="2475" y="2512"/>
                </a:lnTo>
                <a:lnTo>
                  <a:pt x="2473" y="2537"/>
                </a:lnTo>
                <a:lnTo>
                  <a:pt x="2472" y="2563"/>
                </a:lnTo>
                <a:lnTo>
                  <a:pt x="2473" y="2588"/>
                </a:lnTo>
                <a:lnTo>
                  <a:pt x="2475" y="2614"/>
                </a:lnTo>
                <a:lnTo>
                  <a:pt x="2478" y="2639"/>
                </a:lnTo>
                <a:lnTo>
                  <a:pt x="2482" y="2663"/>
                </a:lnTo>
                <a:lnTo>
                  <a:pt x="2488" y="2688"/>
                </a:lnTo>
                <a:lnTo>
                  <a:pt x="2494" y="2711"/>
                </a:lnTo>
                <a:lnTo>
                  <a:pt x="2502" y="2734"/>
                </a:lnTo>
                <a:lnTo>
                  <a:pt x="2512" y="2757"/>
                </a:lnTo>
                <a:lnTo>
                  <a:pt x="2521" y="2779"/>
                </a:lnTo>
                <a:lnTo>
                  <a:pt x="2532" y="2801"/>
                </a:lnTo>
                <a:lnTo>
                  <a:pt x="2545" y="2821"/>
                </a:lnTo>
                <a:lnTo>
                  <a:pt x="2558" y="2841"/>
                </a:lnTo>
                <a:lnTo>
                  <a:pt x="2571" y="2861"/>
                </a:lnTo>
                <a:lnTo>
                  <a:pt x="2587" y="2880"/>
                </a:lnTo>
                <a:lnTo>
                  <a:pt x="2603" y="2898"/>
                </a:lnTo>
                <a:lnTo>
                  <a:pt x="2619" y="2916"/>
                </a:lnTo>
                <a:lnTo>
                  <a:pt x="2636" y="2933"/>
                </a:lnTo>
                <a:lnTo>
                  <a:pt x="2654" y="2948"/>
                </a:lnTo>
                <a:lnTo>
                  <a:pt x="2673" y="2963"/>
                </a:lnTo>
                <a:lnTo>
                  <a:pt x="2693" y="2976"/>
                </a:lnTo>
                <a:lnTo>
                  <a:pt x="2713" y="2990"/>
                </a:lnTo>
                <a:lnTo>
                  <a:pt x="2734" y="3002"/>
                </a:lnTo>
                <a:lnTo>
                  <a:pt x="2755" y="3013"/>
                </a:lnTo>
                <a:lnTo>
                  <a:pt x="2778" y="3023"/>
                </a:lnTo>
                <a:lnTo>
                  <a:pt x="2800" y="3032"/>
                </a:lnTo>
                <a:lnTo>
                  <a:pt x="2823" y="3040"/>
                </a:lnTo>
                <a:lnTo>
                  <a:pt x="2847" y="3047"/>
                </a:lnTo>
                <a:lnTo>
                  <a:pt x="2871" y="3052"/>
                </a:lnTo>
                <a:lnTo>
                  <a:pt x="2896" y="3057"/>
                </a:lnTo>
                <a:lnTo>
                  <a:pt x="2920" y="3060"/>
                </a:lnTo>
                <a:lnTo>
                  <a:pt x="2946" y="3061"/>
                </a:lnTo>
                <a:lnTo>
                  <a:pt x="2971" y="3062"/>
                </a:lnTo>
                <a:lnTo>
                  <a:pt x="2994" y="3061"/>
                </a:lnTo>
                <a:lnTo>
                  <a:pt x="3015" y="3060"/>
                </a:lnTo>
                <a:lnTo>
                  <a:pt x="3037" y="3058"/>
                </a:lnTo>
                <a:lnTo>
                  <a:pt x="3058" y="3054"/>
                </a:lnTo>
                <a:lnTo>
                  <a:pt x="3079" y="3051"/>
                </a:lnTo>
                <a:lnTo>
                  <a:pt x="3100" y="3045"/>
                </a:lnTo>
                <a:lnTo>
                  <a:pt x="3120" y="3040"/>
                </a:lnTo>
                <a:lnTo>
                  <a:pt x="3140" y="3033"/>
                </a:lnTo>
                <a:lnTo>
                  <a:pt x="3159" y="3025"/>
                </a:lnTo>
                <a:lnTo>
                  <a:pt x="3178" y="3018"/>
                </a:lnTo>
                <a:lnTo>
                  <a:pt x="3197" y="3009"/>
                </a:lnTo>
                <a:lnTo>
                  <a:pt x="3215" y="2999"/>
                </a:lnTo>
                <a:lnTo>
                  <a:pt x="3232" y="2989"/>
                </a:lnTo>
                <a:lnTo>
                  <a:pt x="3250" y="2977"/>
                </a:lnTo>
                <a:lnTo>
                  <a:pt x="3267" y="2965"/>
                </a:lnTo>
                <a:lnTo>
                  <a:pt x="3283" y="2953"/>
                </a:lnTo>
                <a:lnTo>
                  <a:pt x="3563" y="3229"/>
                </a:lnTo>
                <a:lnTo>
                  <a:pt x="3533" y="3255"/>
                </a:lnTo>
                <a:lnTo>
                  <a:pt x="3502" y="3279"/>
                </a:lnTo>
                <a:lnTo>
                  <a:pt x="3470" y="3303"/>
                </a:lnTo>
                <a:lnTo>
                  <a:pt x="3436" y="3324"/>
                </a:lnTo>
                <a:lnTo>
                  <a:pt x="3402" y="3344"/>
                </a:lnTo>
                <a:lnTo>
                  <a:pt x="3366" y="3362"/>
                </a:lnTo>
                <a:lnTo>
                  <a:pt x="3330" y="3379"/>
                </a:lnTo>
                <a:lnTo>
                  <a:pt x="3294" y="3394"/>
                </a:lnTo>
                <a:lnTo>
                  <a:pt x="3256" y="3408"/>
                </a:lnTo>
                <a:lnTo>
                  <a:pt x="3217" y="3420"/>
                </a:lnTo>
                <a:lnTo>
                  <a:pt x="3178" y="3430"/>
                </a:lnTo>
                <a:lnTo>
                  <a:pt x="3138" y="3439"/>
                </a:lnTo>
                <a:lnTo>
                  <a:pt x="3097" y="3446"/>
                </a:lnTo>
                <a:lnTo>
                  <a:pt x="3056" y="3450"/>
                </a:lnTo>
                <a:lnTo>
                  <a:pt x="3014" y="3453"/>
                </a:lnTo>
                <a:lnTo>
                  <a:pt x="2971" y="3454"/>
                </a:lnTo>
                <a:lnTo>
                  <a:pt x="2926" y="3453"/>
                </a:lnTo>
                <a:lnTo>
                  <a:pt x="2880" y="3450"/>
                </a:lnTo>
                <a:lnTo>
                  <a:pt x="2835" y="3444"/>
                </a:lnTo>
                <a:lnTo>
                  <a:pt x="2792" y="3435"/>
                </a:lnTo>
                <a:lnTo>
                  <a:pt x="2749" y="3427"/>
                </a:lnTo>
                <a:lnTo>
                  <a:pt x="2706" y="3414"/>
                </a:lnTo>
                <a:lnTo>
                  <a:pt x="2665" y="3400"/>
                </a:lnTo>
                <a:lnTo>
                  <a:pt x="2625" y="3384"/>
                </a:lnTo>
                <a:lnTo>
                  <a:pt x="2585" y="3366"/>
                </a:lnTo>
                <a:lnTo>
                  <a:pt x="2547" y="3346"/>
                </a:lnTo>
                <a:lnTo>
                  <a:pt x="2510" y="3325"/>
                </a:lnTo>
                <a:lnTo>
                  <a:pt x="2473" y="3302"/>
                </a:lnTo>
                <a:lnTo>
                  <a:pt x="2439" y="3277"/>
                </a:lnTo>
                <a:lnTo>
                  <a:pt x="2405" y="3250"/>
                </a:lnTo>
                <a:lnTo>
                  <a:pt x="2373" y="3223"/>
                </a:lnTo>
                <a:lnTo>
                  <a:pt x="2342" y="3193"/>
                </a:lnTo>
                <a:lnTo>
                  <a:pt x="2312" y="3162"/>
                </a:lnTo>
                <a:lnTo>
                  <a:pt x="2284" y="3130"/>
                </a:lnTo>
                <a:lnTo>
                  <a:pt x="2257" y="3096"/>
                </a:lnTo>
                <a:lnTo>
                  <a:pt x="2232" y="3061"/>
                </a:lnTo>
                <a:lnTo>
                  <a:pt x="2209" y="3025"/>
                </a:lnTo>
                <a:lnTo>
                  <a:pt x="2188" y="2987"/>
                </a:lnTo>
                <a:lnTo>
                  <a:pt x="2168" y="2950"/>
                </a:lnTo>
                <a:lnTo>
                  <a:pt x="2150" y="2909"/>
                </a:lnTo>
                <a:lnTo>
                  <a:pt x="2134" y="2869"/>
                </a:lnTo>
                <a:lnTo>
                  <a:pt x="2120" y="2828"/>
                </a:lnTo>
                <a:lnTo>
                  <a:pt x="2109" y="2786"/>
                </a:lnTo>
                <a:lnTo>
                  <a:pt x="2099" y="2742"/>
                </a:lnTo>
                <a:lnTo>
                  <a:pt x="2091" y="2699"/>
                </a:lnTo>
                <a:lnTo>
                  <a:pt x="2085" y="2654"/>
                </a:lnTo>
                <a:lnTo>
                  <a:pt x="2081" y="2608"/>
                </a:lnTo>
                <a:lnTo>
                  <a:pt x="2080" y="2563"/>
                </a:lnTo>
                <a:lnTo>
                  <a:pt x="2081" y="2517"/>
                </a:lnTo>
                <a:lnTo>
                  <a:pt x="2085" y="2471"/>
                </a:lnTo>
                <a:lnTo>
                  <a:pt x="2091" y="2427"/>
                </a:lnTo>
                <a:lnTo>
                  <a:pt x="2099" y="2383"/>
                </a:lnTo>
                <a:lnTo>
                  <a:pt x="2109" y="2340"/>
                </a:lnTo>
                <a:lnTo>
                  <a:pt x="2120" y="2298"/>
                </a:lnTo>
                <a:lnTo>
                  <a:pt x="2134" y="2256"/>
                </a:lnTo>
                <a:lnTo>
                  <a:pt x="2150" y="2216"/>
                </a:lnTo>
                <a:lnTo>
                  <a:pt x="2168" y="2176"/>
                </a:lnTo>
                <a:lnTo>
                  <a:pt x="2188" y="2138"/>
                </a:lnTo>
                <a:lnTo>
                  <a:pt x="2209" y="2100"/>
                </a:lnTo>
                <a:lnTo>
                  <a:pt x="2232" y="2065"/>
                </a:lnTo>
                <a:lnTo>
                  <a:pt x="2257" y="2030"/>
                </a:lnTo>
                <a:lnTo>
                  <a:pt x="2284" y="1995"/>
                </a:lnTo>
                <a:lnTo>
                  <a:pt x="2312" y="1963"/>
                </a:lnTo>
                <a:lnTo>
                  <a:pt x="2342" y="1933"/>
                </a:lnTo>
                <a:lnTo>
                  <a:pt x="2373" y="1903"/>
                </a:lnTo>
                <a:lnTo>
                  <a:pt x="2405" y="1875"/>
                </a:lnTo>
                <a:lnTo>
                  <a:pt x="2439" y="1848"/>
                </a:lnTo>
                <a:lnTo>
                  <a:pt x="2473" y="1824"/>
                </a:lnTo>
                <a:lnTo>
                  <a:pt x="2510" y="1800"/>
                </a:lnTo>
                <a:lnTo>
                  <a:pt x="2547" y="1779"/>
                </a:lnTo>
                <a:lnTo>
                  <a:pt x="2585" y="1759"/>
                </a:lnTo>
                <a:lnTo>
                  <a:pt x="2625" y="1741"/>
                </a:lnTo>
                <a:lnTo>
                  <a:pt x="2665" y="1726"/>
                </a:lnTo>
                <a:lnTo>
                  <a:pt x="2706" y="1711"/>
                </a:lnTo>
                <a:lnTo>
                  <a:pt x="2749" y="1699"/>
                </a:lnTo>
                <a:lnTo>
                  <a:pt x="2792" y="1690"/>
                </a:lnTo>
                <a:lnTo>
                  <a:pt x="2835" y="1682"/>
                </a:lnTo>
                <a:lnTo>
                  <a:pt x="2880" y="1676"/>
                </a:lnTo>
                <a:lnTo>
                  <a:pt x="2926" y="1672"/>
                </a:lnTo>
                <a:lnTo>
                  <a:pt x="2971" y="1671"/>
                </a:lnTo>
                <a:close/>
                <a:moveTo>
                  <a:pt x="4858" y="3824"/>
                </a:moveTo>
                <a:lnTo>
                  <a:pt x="4858" y="3824"/>
                </a:lnTo>
                <a:lnTo>
                  <a:pt x="4328" y="3824"/>
                </a:lnTo>
                <a:lnTo>
                  <a:pt x="4328" y="4208"/>
                </a:lnTo>
                <a:lnTo>
                  <a:pt x="4702" y="4208"/>
                </a:lnTo>
                <a:lnTo>
                  <a:pt x="4858" y="3824"/>
                </a:lnTo>
                <a:close/>
                <a:moveTo>
                  <a:pt x="1064" y="3824"/>
                </a:moveTo>
                <a:lnTo>
                  <a:pt x="1064" y="3824"/>
                </a:lnTo>
                <a:lnTo>
                  <a:pt x="1594" y="3824"/>
                </a:lnTo>
                <a:lnTo>
                  <a:pt x="1594" y="4208"/>
                </a:lnTo>
                <a:lnTo>
                  <a:pt x="1219" y="4208"/>
                </a:lnTo>
                <a:lnTo>
                  <a:pt x="1064" y="38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51" name="KSO_Shape">
            <a:extLst>
              <a:ext uri="{FF2B5EF4-FFF2-40B4-BE49-F238E27FC236}">
                <a16:creationId xmlns:a16="http://schemas.microsoft.com/office/drawing/2014/main" id="{6273B676-7495-4F40-A03A-4FA9F963066A}"/>
              </a:ext>
            </a:extLst>
          </p:cNvPr>
          <p:cNvSpPr/>
          <p:nvPr/>
        </p:nvSpPr>
        <p:spPr>
          <a:xfrm>
            <a:off x="10975779" y="5614900"/>
            <a:ext cx="764873" cy="733004"/>
          </a:xfrm>
          <a:custGeom>
            <a:avLst/>
            <a:gdLst/>
            <a:ahLst/>
            <a:cxnLst/>
            <a:rect l="l" t="t" r="r" b="b"/>
            <a:pathLst>
              <a:path w="1889279" h="1810503">
                <a:moveTo>
                  <a:pt x="1408636" y="1462945"/>
                </a:moveTo>
                <a:cubicBezTo>
                  <a:pt x="1471912" y="1494489"/>
                  <a:pt x="1528819" y="1532588"/>
                  <a:pt x="1575786" y="1578162"/>
                </a:cubicBezTo>
                <a:cubicBezTo>
                  <a:pt x="1467281" y="1672800"/>
                  <a:pt x="1335058" y="1742507"/>
                  <a:pt x="1188886" y="1779443"/>
                </a:cubicBezTo>
                <a:cubicBezTo>
                  <a:pt x="1278166" y="1700386"/>
                  <a:pt x="1353810" y="1592053"/>
                  <a:pt x="1408636" y="1462945"/>
                </a:cubicBezTo>
                <a:close/>
                <a:moveTo>
                  <a:pt x="494888" y="1445849"/>
                </a:moveTo>
                <a:cubicBezTo>
                  <a:pt x="556747" y="1590569"/>
                  <a:pt x="643865" y="1709702"/>
                  <a:pt x="747068" y="1790925"/>
                </a:cubicBezTo>
                <a:cubicBezTo>
                  <a:pt x="576321" y="1756303"/>
                  <a:pt x="422614" y="1677538"/>
                  <a:pt x="300900" y="1566189"/>
                </a:cubicBezTo>
                <a:cubicBezTo>
                  <a:pt x="355309" y="1517036"/>
                  <a:pt x="421005" y="1476420"/>
                  <a:pt x="494888" y="1445849"/>
                </a:cubicBezTo>
                <a:close/>
                <a:moveTo>
                  <a:pt x="900586" y="1355871"/>
                </a:moveTo>
                <a:lnTo>
                  <a:pt x="900586" y="1808904"/>
                </a:lnTo>
                <a:lnTo>
                  <a:pt x="884222" y="1808113"/>
                </a:lnTo>
                <a:cubicBezTo>
                  <a:pt x="745280" y="1742581"/>
                  <a:pt x="627378" y="1604992"/>
                  <a:pt x="551037" y="1423344"/>
                </a:cubicBezTo>
                <a:cubicBezTo>
                  <a:pt x="655969" y="1381011"/>
                  <a:pt x="774745" y="1357337"/>
                  <a:pt x="900586" y="1355871"/>
                </a:cubicBezTo>
                <a:close/>
                <a:moveTo>
                  <a:pt x="953521" y="1355186"/>
                </a:moveTo>
                <a:cubicBezTo>
                  <a:pt x="1099660" y="1356509"/>
                  <a:pt x="1236550" y="1386650"/>
                  <a:pt x="1354036" y="1440083"/>
                </a:cubicBezTo>
                <a:cubicBezTo>
                  <a:pt x="1283551" y="1605630"/>
                  <a:pt x="1178611" y="1734316"/>
                  <a:pt x="1054486" y="1804443"/>
                </a:cubicBezTo>
                <a:lnTo>
                  <a:pt x="953521" y="1810503"/>
                </a:lnTo>
                <a:close/>
                <a:moveTo>
                  <a:pt x="1517159" y="931303"/>
                </a:moveTo>
                <a:lnTo>
                  <a:pt x="1889279" y="931303"/>
                </a:lnTo>
                <a:cubicBezTo>
                  <a:pt x="1883282" y="1167646"/>
                  <a:pt x="1781715" y="1381244"/>
                  <a:pt x="1618873" y="1536894"/>
                </a:cubicBezTo>
                <a:cubicBezTo>
                  <a:pt x="1566437" y="1485571"/>
                  <a:pt x="1502786" y="1442774"/>
                  <a:pt x="1431939" y="1407715"/>
                </a:cubicBezTo>
                <a:cubicBezTo>
                  <a:pt x="1485774" y="1266553"/>
                  <a:pt x="1516428" y="1104135"/>
                  <a:pt x="1517159" y="931303"/>
                </a:cubicBezTo>
                <a:close/>
                <a:moveTo>
                  <a:pt x="953521" y="931303"/>
                </a:moveTo>
                <a:lnTo>
                  <a:pt x="1456842" y="931303"/>
                </a:lnTo>
                <a:cubicBezTo>
                  <a:pt x="1456123" y="1096196"/>
                  <a:pt x="1427268" y="1250986"/>
                  <a:pt x="1375819" y="1384691"/>
                </a:cubicBezTo>
                <a:cubicBezTo>
                  <a:pt x="1251537" y="1327928"/>
                  <a:pt x="1107288" y="1296191"/>
                  <a:pt x="953521" y="1294902"/>
                </a:cubicBezTo>
                <a:close/>
                <a:moveTo>
                  <a:pt x="448568" y="931303"/>
                </a:moveTo>
                <a:lnTo>
                  <a:pt x="900586" y="931303"/>
                </a:lnTo>
                <a:lnTo>
                  <a:pt x="900586" y="1295603"/>
                </a:lnTo>
                <a:cubicBezTo>
                  <a:pt x="766605" y="1297053"/>
                  <a:pt x="640053" y="1322469"/>
                  <a:pt x="528061" y="1368046"/>
                </a:cubicBezTo>
                <a:cubicBezTo>
                  <a:pt x="478984" y="1238632"/>
                  <a:pt x="450499" y="1089843"/>
                  <a:pt x="448568" y="931303"/>
                </a:cubicBezTo>
                <a:close/>
                <a:moveTo>
                  <a:pt x="0" y="931303"/>
                </a:moveTo>
                <a:lnTo>
                  <a:pt x="388264" y="931303"/>
                </a:lnTo>
                <a:cubicBezTo>
                  <a:pt x="390220" y="1097785"/>
                  <a:pt x="420532" y="1254193"/>
                  <a:pt x="473139" y="1390578"/>
                </a:cubicBezTo>
                <a:cubicBezTo>
                  <a:pt x="391203" y="1423988"/>
                  <a:pt x="318506" y="1469260"/>
                  <a:pt x="258353" y="1524144"/>
                </a:cubicBezTo>
                <a:cubicBezTo>
                  <a:pt x="102364" y="1370026"/>
                  <a:pt x="5849" y="1161456"/>
                  <a:pt x="0" y="931303"/>
                </a:cubicBezTo>
                <a:close/>
                <a:moveTo>
                  <a:pt x="536834" y="421694"/>
                </a:moveTo>
                <a:cubicBezTo>
                  <a:pt x="646682" y="464986"/>
                  <a:pt x="770110" y="489176"/>
                  <a:pt x="900586" y="490537"/>
                </a:cubicBezTo>
                <a:lnTo>
                  <a:pt x="900586" y="875390"/>
                </a:lnTo>
                <a:lnTo>
                  <a:pt x="448805" y="875390"/>
                </a:lnTo>
                <a:cubicBezTo>
                  <a:pt x="451150" y="709592"/>
                  <a:pt x="482649" y="554587"/>
                  <a:pt x="536834" y="421694"/>
                </a:cubicBezTo>
                <a:close/>
                <a:moveTo>
                  <a:pt x="1356131" y="409527"/>
                </a:moveTo>
                <a:cubicBezTo>
                  <a:pt x="1415590" y="544412"/>
                  <a:pt x="1451132" y="703874"/>
                  <a:pt x="1455052" y="875390"/>
                </a:cubicBezTo>
                <a:lnTo>
                  <a:pt x="953521" y="875390"/>
                </a:lnTo>
                <a:lnTo>
                  <a:pt x="953521" y="491238"/>
                </a:lnTo>
                <a:cubicBezTo>
                  <a:pt x="1099303" y="490092"/>
                  <a:pt x="1236528" y="461431"/>
                  <a:pt x="1356131" y="409527"/>
                </a:cubicBezTo>
                <a:close/>
                <a:moveTo>
                  <a:pt x="271202" y="273767"/>
                </a:moveTo>
                <a:cubicBezTo>
                  <a:pt x="330895" y="324894"/>
                  <a:pt x="401533" y="367494"/>
                  <a:pt x="480768" y="398692"/>
                </a:cubicBezTo>
                <a:cubicBezTo>
                  <a:pt x="424147" y="539118"/>
                  <a:pt x="390867" y="701724"/>
                  <a:pt x="388496" y="875390"/>
                </a:cubicBezTo>
                <a:lnTo>
                  <a:pt x="238" y="875390"/>
                </a:lnTo>
                <a:cubicBezTo>
                  <a:pt x="7162" y="640451"/>
                  <a:pt x="108645" y="428248"/>
                  <a:pt x="271202" y="273767"/>
                </a:cubicBezTo>
                <a:close/>
                <a:moveTo>
                  <a:pt x="1605567" y="261436"/>
                </a:moveTo>
                <a:cubicBezTo>
                  <a:pt x="1775300" y="417133"/>
                  <a:pt x="1881942" y="634296"/>
                  <a:pt x="1889035" y="875390"/>
                </a:cubicBezTo>
                <a:lnTo>
                  <a:pt x="1515364" y="875390"/>
                </a:lnTo>
                <a:cubicBezTo>
                  <a:pt x="1511419" y="696081"/>
                  <a:pt x="1474168" y="529014"/>
                  <a:pt x="1413107" y="386152"/>
                </a:cubicBezTo>
                <a:cubicBezTo>
                  <a:pt x="1485941" y="353453"/>
                  <a:pt x="1551126" y="311628"/>
                  <a:pt x="1605567" y="261436"/>
                </a:cubicBezTo>
                <a:close/>
                <a:moveTo>
                  <a:pt x="748157" y="19413"/>
                </a:moveTo>
                <a:cubicBezTo>
                  <a:pt x="649482" y="96557"/>
                  <a:pt x="565491" y="208310"/>
                  <a:pt x="504779" y="344256"/>
                </a:cubicBezTo>
                <a:cubicBezTo>
                  <a:pt x="432706" y="315858"/>
                  <a:pt x="368354" y="277545"/>
                  <a:pt x="313920" y="231604"/>
                </a:cubicBezTo>
                <a:cubicBezTo>
                  <a:pt x="434240" y="127070"/>
                  <a:pt x="583275" y="52667"/>
                  <a:pt x="748157" y="19413"/>
                </a:cubicBezTo>
                <a:close/>
                <a:moveTo>
                  <a:pt x="1137621" y="18543"/>
                </a:moveTo>
                <a:cubicBezTo>
                  <a:pt x="1297904" y="50310"/>
                  <a:pt x="1443338" y="120918"/>
                  <a:pt x="1562575" y="219802"/>
                </a:cubicBezTo>
                <a:cubicBezTo>
                  <a:pt x="1512842" y="265093"/>
                  <a:pt x="1453308" y="302843"/>
                  <a:pt x="1386970" y="332857"/>
                </a:cubicBezTo>
                <a:cubicBezTo>
                  <a:pt x="1323718" y="199817"/>
                  <a:pt x="1237626" y="91674"/>
                  <a:pt x="1137621" y="18543"/>
                </a:cubicBezTo>
                <a:close/>
                <a:moveTo>
                  <a:pt x="900586" y="1702"/>
                </a:moveTo>
                <a:lnTo>
                  <a:pt x="900586" y="430269"/>
                </a:lnTo>
                <a:cubicBezTo>
                  <a:pt x="778345" y="428899"/>
                  <a:pt x="662774" y="406468"/>
                  <a:pt x="560047" y="366408"/>
                </a:cubicBezTo>
                <a:cubicBezTo>
                  <a:pt x="637783" y="193348"/>
                  <a:pt x="753999" y="63227"/>
                  <a:pt x="890213" y="2203"/>
                </a:cubicBezTo>
                <a:close/>
                <a:moveTo>
                  <a:pt x="953521" y="0"/>
                </a:moveTo>
                <a:lnTo>
                  <a:pt x="981035" y="1330"/>
                </a:lnTo>
                <a:cubicBezTo>
                  <a:pt x="1124068" y="53565"/>
                  <a:pt x="1247786" y="180867"/>
                  <a:pt x="1332000" y="354889"/>
                </a:cubicBezTo>
                <a:cubicBezTo>
                  <a:pt x="1219743" y="403080"/>
                  <a:pt x="1090709" y="429800"/>
                  <a:pt x="953521" y="430954"/>
                </a:cubicBezTo>
                <a:close/>
              </a:path>
            </a:pathLst>
          </a:cu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65339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>
            <a:extLst>
              <a:ext uri="{FF2B5EF4-FFF2-40B4-BE49-F238E27FC236}">
                <a16:creationId xmlns:a16="http://schemas.microsoft.com/office/drawing/2014/main" id="{CE4C4F42-3675-4CFE-BACF-1B6AC82B12BB}"/>
              </a:ext>
            </a:extLst>
          </p:cNvPr>
          <p:cNvSpPr>
            <a:spLocks noEditPoints="1"/>
          </p:cNvSpPr>
          <p:nvPr/>
        </p:nvSpPr>
        <p:spPr bwMode="auto">
          <a:xfrm>
            <a:off x="3824288" y="1565276"/>
            <a:ext cx="400050" cy="400050"/>
          </a:xfrm>
          <a:custGeom>
            <a:avLst/>
            <a:gdLst>
              <a:gd name="T0" fmla="*/ 93 w 185"/>
              <a:gd name="T1" fmla="*/ 185 h 185"/>
              <a:gd name="T2" fmla="*/ 0 w 185"/>
              <a:gd name="T3" fmla="*/ 92 h 185"/>
              <a:gd name="T4" fmla="*/ 93 w 185"/>
              <a:gd name="T5" fmla="*/ 0 h 185"/>
              <a:gd name="T6" fmla="*/ 185 w 185"/>
              <a:gd name="T7" fmla="*/ 92 h 185"/>
              <a:gd name="T8" fmla="*/ 93 w 185"/>
              <a:gd name="T9" fmla="*/ 185 h 185"/>
              <a:gd name="T10" fmla="*/ 93 w 185"/>
              <a:gd name="T11" fmla="*/ 8 h 185"/>
              <a:gd name="T12" fmla="*/ 8 w 185"/>
              <a:gd name="T13" fmla="*/ 92 h 185"/>
              <a:gd name="T14" fmla="*/ 93 w 185"/>
              <a:gd name="T15" fmla="*/ 177 h 185"/>
              <a:gd name="T16" fmla="*/ 177 w 185"/>
              <a:gd name="T17" fmla="*/ 92 h 185"/>
              <a:gd name="T18" fmla="*/ 93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3" y="185"/>
                </a:moveTo>
                <a:cubicBezTo>
                  <a:pt x="42" y="185"/>
                  <a:pt x="0" y="143"/>
                  <a:pt x="0" y="92"/>
                </a:cubicBezTo>
                <a:cubicBezTo>
                  <a:pt x="0" y="41"/>
                  <a:pt x="42" y="0"/>
                  <a:pt x="93" y="0"/>
                </a:cubicBezTo>
                <a:cubicBezTo>
                  <a:pt x="144" y="0"/>
                  <a:pt x="185" y="41"/>
                  <a:pt x="185" y="92"/>
                </a:cubicBezTo>
                <a:cubicBezTo>
                  <a:pt x="185" y="143"/>
                  <a:pt x="144" y="185"/>
                  <a:pt x="93" y="185"/>
                </a:cubicBezTo>
                <a:close/>
                <a:moveTo>
                  <a:pt x="93" y="8"/>
                </a:moveTo>
                <a:cubicBezTo>
                  <a:pt x="46" y="8"/>
                  <a:pt x="8" y="46"/>
                  <a:pt x="8" y="92"/>
                </a:cubicBezTo>
                <a:cubicBezTo>
                  <a:pt x="8" y="139"/>
                  <a:pt x="46" y="177"/>
                  <a:pt x="93" y="177"/>
                </a:cubicBezTo>
                <a:cubicBezTo>
                  <a:pt x="139" y="177"/>
                  <a:pt x="177" y="139"/>
                  <a:pt x="177" y="92"/>
                </a:cubicBezTo>
                <a:cubicBezTo>
                  <a:pt x="177" y="46"/>
                  <a:pt x="139" y="8"/>
                  <a:pt x="93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6AA6AD6A-4DF8-4719-B25D-25C815BF5996}"/>
              </a:ext>
            </a:extLst>
          </p:cNvPr>
          <p:cNvSpPr>
            <a:spLocks noEditPoints="1"/>
          </p:cNvSpPr>
          <p:nvPr/>
        </p:nvSpPr>
        <p:spPr bwMode="auto">
          <a:xfrm>
            <a:off x="9644063" y="2393951"/>
            <a:ext cx="400050" cy="400050"/>
          </a:xfrm>
          <a:custGeom>
            <a:avLst/>
            <a:gdLst>
              <a:gd name="T0" fmla="*/ 93 w 185"/>
              <a:gd name="T1" fmla="*/ 185 h 185"/>
              <a:gd name="T2" fmla="*/ 0 w 185"/>
              <a:gd name="T3" fmla="*/ 92 h 185"/>
              <a:gd name="T4" fmla="*/ 93 w 185"/>
              <a:gd name="T5" fmla="*/ 0 h 185"/>
              <a:gd name="T6" fmla="*/ 185 w 185"/>
              <a:gd name="T7" fmla="*/ 92 h 185"/>
              <a:gd name="T8" fmla="*/ 93 w 185"/>
              <a:gd name="T9" fmla="*/ 185 h 185"/>
              <a:gd name="T10" fmla="*/ 93 w 185"/>
              <a:gd name="T11" fmla="*/ 8 h 185"/>
              <a:gd name="T12" fmla="*/ 8 w 185"/>
              <a:gd name="T13" fmla="*/ 92 h 185"/>
              <a:gd name="T14" fmla="*/ 93 w 185"/>
              <a:gd name="T15" fmla="*/ 177 h 185"/>
              <a:gd name="T16" fmla="*/ 177 w 185"/>
              <a:gd name="T17" fmla="*/ 92 h 185"/>
              <a:gd name="T18" fmla="*/ 93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3" y="185"/>
                </a:moveTo>
                <a:cubicBezTo>
                  <a:pt x="42" y="185"/>
                  <a:pt x="0" y="143"/>
                  <a:pt x="0" y="92"/>
                </a:cubicBezTo>
                <a:cubicBezTo>
                  <a:pt x="0" y="41"/>
                  <a:pt x="42" y="0"/>
                  <a:pt x="93" y="0"/>
                </a:cubicBezTo>
                <a:cubicBezTo>
                  <a:pt x="144" y="0"/>
                  <a:pt x="185" y="41"/>
                  <a:pt x="185" y="92"/>
                </a:cubicBezTo>
                <a:cubicBezTo>
                  <a:pt x="185" y="143"/>
                  <a:pt x="144" y="185"/>
                  <a:pt x="93" y="185"/>
                </a:cubicBezTo>
                <a:close/>
                <a:moveTo>
                  <a:pt x="93" y="8"/>
                </a:moveTo>
                <a:cubicBezTo>
                  <a:pt x="46" y="8"/>
                  <a:pt x="8" y="46"/>
                  <a:pt x="8" y="92"/>
                </a:cubicBezTo>
                <a:cubicBezTo>
                  <a:pt x="8" y="139"/>
                  <a:pt x="46" y="177"/>
                  <a:pt x="93" y="177"/>
                </a:cubicBezTo>
                <a:cubicBezTo>
                  <a:pt x="139" y="177"/>
                  <a:pt x="177" y="139"/>
                  <a:pt x="177" y="92"/>
                </a:cubicBezTo>
                <a:cubicBezTo>
                  <a:pt x="177" y="46"/>
                  <a:pt x="139" y="8"/>
                  <a:pt x="93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BCDDE57B-7227-4552-A3AC-2A1C5DFFED80}"/>
              </a:ext>
            </a:extLst>
          </p:cNvPr>
          <p:cNvSpPr>
            <a:spLocks noEditPoints="1"/>
          </p:cNvSpPr>
          <p:nvPr/>
        </p:nvSpPr>
        <p:spPr bwMode="auto">
          <a:xfrm>
            <a:off x="3862388" y="1601788"/>
            <a:ext cx="325438" cy="323850"/>
          </a:xfrm>
          <a:custGeom>
            <a:avLst/>
            <a:gdLst>
              <a:gd name="T0" fmla="*/ 75 w 150"/>
              <a:gd name="T1" fmla="*/ 150 h 150"/>
              <a:gd name="T2" fmla="*/ 0 w 150"/>
              <a:gd name="T3" fmla="*/ 75 h 150"/>
              <a:gd name="T4" fmla="*/ 75 w 150"/>
              <a:gd name="T5" fmla="*/ 0 h 150"/>
              <a:gd name="T6" fmla="*/ 150 w 150"/>
              <a:gd name="T7" fmla="*/ 75 h 150"/>
              <a:gd name="T8" fmla="*/ 75 w 150"/>
              <a:gd name="T9" fmla="*/ 150 h 150"/>
              <a:gd name="T10" fmla="*/ 75 w 150"/>
              <a:gd name="T11" fmla="*/ 4 h 150"/>
              <a:gd name="T12" fmla="*/ 4 w 150"/>
              <a:gd name="T13" fmla="*/ 75 h 150"/>
              <a:gd name="T14" fmla="*/ 75 w 150"/>
              <a:gd name="T15" fmla="*/ 146 h 150"/>
              <a:gd name="T16" fmla="*/ 146 w 150"/>
              <a:gd name="T17" fmla="*/ 75 h 150"/>
              <a:gd name="T18" fmla="*/ 75 w 150"/>
              <a:gd name="T19" fmla="*/ 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0" h="150">
                <a:moveTo>
                  <a:pt x="75" y="150"/>
                </a:moveTo>
                <a:cubicBezTo>
                  <a:pt x="33" y="150"/>
                  <a:pt x="0" y="117"/>
                  <a:pt x="0" y="75"/>
                </a:cubicBezTo>
                <a:cubicBezTo>
                  <a:pt x="0" y="34"/>
                  <a:pt x="33" y="0"/>
                  <a:pt x="75" y="0"/>
                </a:cubicBezTo>
                <a:cubicBezTo>
                  <a:pt x="116" y="0"/>
                  <a:pt x="150" y="34"/>
                  <a:pt x="150" y="75"/>
                </a:cubicBezTo>
                <a:cubicBezTo>
                  <a:pt x="150" y="117"/>
                  <a:pt x="116" y="150"/>
                  <a:pt x="75" y="150"/>
                </a:cubicBezTo>
                <a:close/>
                <a:moveTo>
                  <a:pt x="75" y="4"/>
                </a:moveTo>
                <a:cubicBezTo>
                  <a:pt x="35" y="4"/>
                  <a:pt x="4" y="36"/>
                  <a:pt x="4" y="75"/>
                </a:cubicBezTo>
                <a:cubicBezTo>
                  <a:pt x="4" y="115"/>
                  <a:pt x="35" y="146"/>
                  <a:pt x="75" y="146"/>
                </a:cubicBezTo>
                <a:cubicBezTo>
                  <a:pt x="114" y="146"/>
                  <a:pt x="146" y="115"/>
                  <a:pt x="146" y="75"/>
                </a:cubicBezTo>
                <a:cubicBezTo>
                  <a:pt x="146" y="36"/>
                  <a:pt x="114" y="4"/>
                  <a:pt x="7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C095C098-C72B-47BF-87DA-4119E5BBEC53}"/>
              </a:ext>
            </a:extLst>
          </p:cNvPr>
          <p:cNvSpPr>
            <a:spLocks noEditPoints="1"/>
          </p:cNvSpPr>
          <p:nvPr/>
        </p:nvSpPr>
        <p:spPr bwMode="auto">
          <a:xfrm>
            <a:off x="1384301" y="779463"/>
            <a:ext cx="293688" cy="296863"/>
          </a:xfrm>
          <a:custGeom>
            <a:avLst/>
            <a:gdLst>
              <a:gd name="T0" fmla="*/ 164 w 185"/>
              <a:gd name="T1" fmla="*/ 187 h 187"/>
              <a:gd name="T2" fmla="*/ 98 w 185"/>
              <a:gd name="T3" fmla="*/ 187 h 187"/>
              <a:gd name="T4" fmla="*/ 98 w 185"/>
              <a:gd name="T5" fmla="*/ 149 h 187"/>
              <a:gd name="T6" fmla="*/ 87 w 185"/>
              <a:gd name="T7" fmla="*/ 149 h 187"/>
              <a:gd name="T8" fmla="*/ 87 w 185"/>
              <a:gd name="T9" fmla="*/ 187 h 187"/>
              <a:gd name="T10" fmla="*/ 22 w 185"/>
              <a:gd name="T11" fmla="*/ 187 h 187"/>
              <a:gd name="T12" fmla="*/ 22 w 185"/>
              <a:gd name="T13" fmla="*/ 123 h 187"/>
              <a:gd name="T14" fmla="*/ 0 w 185"/>
              <a:gd name="T15" fmla="*/ 123 h 187"/>
              <a:gd name="T16" fmla="*/ 0 w 185"/>
              <a:gd name="T17" fmla="*/ 109 h 187"/>
              <a:gd name="T18" fmla="*/ 93 w 185"/>
              <a:gd name="T19" fmla="*/ 0 h 187"/>
              <a:gd name="T20" fmla="*/ 120 w 185"/>
              <a:gd name="T21" fmla="*/ 33 h 187"/>
              <a:gd name="T22" fmla="*/ 120 w 185"/>
              <a:gd name="T23" fmla="*/ 10 h 187"/>
              <a:gd name="T24" fmla="*/ 153 w 185"/>
              <a:gd name="T25" fmla="*/ 10 h 187"/>
              <a:gd name="T26" fmla="*/ 153 w 185"/>
              <a:gd name="T27" fmla="*/ 71 h 187"/>
              <a:gd name="T28" fmla="*/ 185 w 185"/>
              <a:gd name="T29" fmla="*/ 109 h 187"/>
              <a:gd name="T30" fmla="*/ 185 w 185"/>
              <a:gd name="T31" fmla="*/ 123 h 187"/>
              <a:gd name="T32" fmla="*/ 164 w 185"/>
              <a:gd name="T33" fmla="*/ 123 h 187"/>
              <a:gd name="T34" fmla="*/ 164 w 185"/>
              <a:gd name="T35" fmla="*/ 187 h 187"/>
              <a:gd name="T36" fmla="*/ 109 w 185"/>
              <a:gd name="T37" fmla="*/ 176 h 187"/>
              <a:gd name="T38" fmla="*/ 153 w 185"/>
              <a:gd name="T39" fmla="*/ 176 h 187"/>
              <a:gd name="T40" fmla="*/ 153 w 185"/>
              <a:gd name="T41" fmla="*/ 112 h 187"/>
              <a:gd name="T42" fmla="*/ 173 w 185"/>
              <a:gd name="T43" fmla="*/ 112 h 187"/>
              <a:gd name="T44" fmla="*/ 142 w 185"/>
              <a:gd name="T45" fmla="*/ 75 h 187"/>
              <a:gd name="T46" fmla="*/ 142 w 185"/>
              <a:gd name="T47" fmla="*/ 20 h 187"/>
              <a:gd name="T48" fmla="*/ 131 w 185"/>
              <a:gd name="T49" fmla="*/ 20 h 187"/>
              <a:gd name="T50" fmla="*/ 131 w 185"/>
              <a:gd name="T51" fmla="*/ 61 h 187"/>
              <a:gd name="T52" fmla="*/ 93 w 185"/>
              <a:gd name="T53" fmla="*/ 18 h 187"/>
              <a:gd name="T54" fmla="*/ 12 w 185"/>
              <a:gd name="T55" fmla="*/ 112 h 187"/>
              <a:gd name="T56" fmla="*/ 33 w 185"/>
              <a:gd name="T57" fmla="*/ 112 h 187"/>
              <a:gd name="T58" fmla="*/ 33 w 185"/>
              <a:gd name="T59" fmla="*/ 176 h 187"/>
              <a:gd name="T60" fmla="*/ 76 w 185"/>
              <a:gd name="T61" fmla="*/ 176 h 187"/>
              <a:gd name="T62" fmla="*/ 76 w 185"/>
              <a:gd name="T63" fmla="*/ 138 h 187"/>
              <a:gd name="T64" fmla="*/ 109 w 185"/>
              <a:gd name="T65" fmla="*/ 138 h 187"/>
              <a:gd name="T66" fmla="*/ 109 w 185"/>
              <a:gd name="T67" fmla="*/ 17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5" h="187">
                <a:moveTo>
                  <a:pt x="164" y="187"/>
                </a:moveTo>
                <a:lnTo>
                  <a:pt x="98" y="187"/>
                </a:lnTo>
                <a:lnTo>
                  <a:pt x="98" y="149"/>
                </a:lnTo>
                <a:lnTo>
                  <a:pt x="87" y="149"/>
                </a:lnTo>
                <a:lnTo>
                  <a:pt x="87" y="187"/>
                </a:lnTo>
                <a:lnTo>
                  <a:pt x="22" y="187"/>
                </a:lnTo>
                <a:lnTo>
                  <a:pt x="22" y="123"/>
                </a:lnTo>
                <a:lnTo>
                  <a:pt x="0" y="123"/>
                </a:lnTo>
                <a:lnTo>
                  <a:pt x="0" y="109"/>
                </a:lnTo>
                <a:lnTo>
                  <a:pt x="93" y="0"/>
                </a:lnTo>
                <a:lnTo>
                  <a:pt x="120" y="33"/>
                </a:lnTo>
                <a:lnTo>
                  <a:pt x="120" y="10"/>
                </a:lnTo>
                <a:lnTo>
                  <a:pt x="153" y="10"/>
                </a:lnTo>
                <a:lnTo>
                  <a:pt x="153" y="71"/>
                </a:lnTo>
                <a:lnTo>
                  <a:pt x="185" y="109"/>
                </a:lnTo>
                <a:lnTo>
                  <a:pt x="185" y="123"/>
                </a:lnTo>
                <a:lnTo>
                  <a:pt x="164" y="123"/>
                </a:lnTo>
                <a:lnTo>
                  <a:pt x="164" y="187"/>
                </a:lnTo>
                <a:close/>
                <a:moveTo>
                  <a:pt x="109" y="176"/>
                </a:moveTo>
                <a:lnTo>
                  <a:pt x="153" y="176"/>
                </a:lnTo>
                <a:lnTo>
                  <a:pt x="153" y="112"/>
                </a:lnTo>
                <a:lnTo>
                  <a:pt x="173" y="112"/>
                </a:lnTo>
                <a:lnTo>
                  <a:pt x="142" y="75"/>
                </a:lnTo>
                <a:lnTo>
                  <a:pt x="142" y="20"/>
                </a:lnTo>
                <a:lnTo>
                  <a:pt x="131" y="20"/>
                </a:lnTo>
                <a:lnTo>
                  <a:pt x="131" y="61"/>
                </a:lnTo>
                <a:lnTo>
                  <a:pt x="93" y="18"/>
                </a:lnTo>
                <a:lnTo>
                  <a:pt x="12" y="112"/>
                </a:lnTo>
                <a:lnTo>
                  <a:pt x="33" y="112"/>
                </a:lnTo>
                <a:lnTo>
                  <a:pt x="33" y="176"/>
                </a:lnTo>
                <a:lnTo>
                  <a:pt x="76" y="176"/>
                </a:lnTo>
                <a:lnTo>
                  <a:pt x="76" y="138"/>
                </a:lnTo>
                <a:lnTo>
                  <a:pt x="109" y="138"/>
                </a:lnTo>
                <a:lnTo>
                  <a:pt x="109" y="1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A369ACF8-6E2E-40DA-BEB1-7DE35D4728FE}"/>
              </a:ext>
            </a:extLst>
          </p:cNvPr>
          <p:cNvSpPr>
            <a:spLocks noEditPoints="1"/>
          </p:cNvSpPr>
          <p:nvPr/>
        </p:nvSpPr>
        <p:spPr bwMode="auto">
          <a:xfrm>
            <a:off x="2195513" y="757238"/>
            <a:ext cx="346075" cy="346075"/>
          </a:xfrm>
          <a:custGeom>
            <a:avLst/>
            <a:gdLst>
              <a:gd name="T0" fmla="*/ 127 w 160"/>
              <a:gd name="T1" fmla="*/ 160 h 160"/>
              <a:gd name="T2" fmla="*/ 126 w 160"/>
              <a:gd name="T3" fmla="*/ 160 h 160"/>
              <a:gd name="T4" fmla="*/ 42 w 160"/>
              <a:gd name="T5" fmla="*/ 118 h 160"/>
              <a:gd name="T6" fmla="*/ 0 w 160"/>
              <a:gd name="T7" fmla="*/ 34 h 160"/>
              <a:gd name="T8" fmla="*/ 0 w 160"/>
              <a:gd name="T9" fmla="*/ 33 h 160"/>
              <a:gd name="T10" fmla="*/ 1 w 160"/>
              <a:gd name="T11" fmla="*/ 32 h 160"/>
              <a:gd name="T12" fmla="*/ 34 w 160"/>
              <a:gd name="T13" fmla="*/ 0 h 160"/>
              <a:gd name="T14" fmla="*/ 69 w 160"/>
              <a:gd name="T15" fmla="*/ 31 h 160"/>
              <a:gd name="T16" fmla="*/ 68 w 160"/>
              <a:gd name="T17" fmla="*/ 47 h 160"/>
              <a:gd name="T18" fmla="*/ 56 w 160"/>
              <a:gd name="T19" fmla="*/ 56 h 160"/>
              <a:gd name="T20" fmla="*/ 49 w 160"/>
              <a:gd name="T21" fmla="*/ 64 h 160"/>
              <a:gd name="T22" fmla="*/ 68 w 160"/>
              <a:gd name="T23" fmla="*/ 92 h 160"/>
              <a:gd name="T24" fmla="*/ 95 w 160"/>
              <a:gd name="T25" fmla="*/ 111 h 160"/>
              <a:gd name="T26" fmla="*/ 104 w 160"/>
              <a:gd name="T27" fmla="*/ 104 h 160"/>
              <a:gd name="T28" fmla="*/ 113 w 160"/>
              <a:gd name="T29" fmla="*/ 92 h 160"/>
              <a:gd name="T30" fmla="*/ 121 w 160"/>
              <a:gd name="T31" fmla="*/ 89 h 160"/>
              <a:gd name="T32" fmla="*/ 160 w 160"/>
              <a:gd name="T33" fmla="*/ 125 h 160"/>
              <a:gd name="T34" fmla="*/ 128 w 160"/>
              <a:gd name="T35" fmla="*/ 159 h 160"/>
              <a:gd name="T36" fmla="*/ 127 w 160"/>
              <a:gd name="T37" fmla="*/ 160 h 160"/>
              <a:gd name="T38" fmla="*/ 8 w 160"/>
              <a:gd name="T39" fmla="*/ 35 h 160"/>
              <a:gd name="T40" fmla="*/ 47 w 160"/>
              <a:gd name="T41" fmla="*/ 112 h 160"/>
              <a:gd name="T42" fmla="*/ 125 w 160"/>
              <a:gd name="T43" fmla="*/ 152 h 160"/>
              <a:gd name="T44" fmla="*/ 152 w 160"/>
              <a:gd name="T45" fmla="*/ 125 h 160"/>
              <a:gd name="T46" fmla="*/ 121 w 160"/>
              <a:gd name="T47" fmla="*/ 97 h 160"/>
              <a:gd name="T48" fmla="*/ 118 w 160"/>
              <a:gd name="T49" fmla="*/ 98 h 160"/>
              <a:gd name="T50" fmla="*/ 111 w 160"/>
              <a:gd name="T51" fmla="*/ 108 h 160"/>
              <a:gd name="T52" fmla="*/ 95 w 160"/>
              <a:gd name="T53" fmla="*/ 119 h 160"/>
              <a:gd name="T54" fmla="*/ 62 w 160"/>
              <a:gd name="T55" fmla="*/ 98 h 160"/>
              <a:gd name="T56" fmla="*/ 41 w 160"/>
              <a:gd name="T57" fmla="*/ 64 h 160"/>
              <a:gd name="T58" fmla="*/ 52 w 160"/>
              <a:gd name="T59" fmla="*/ 49 h 160"/>
              <a:gd name="T60" fmla="*/ 62 w 160"/>
              <a:gd name="T61" fmla="*/ 41 h 160"/>
              <a:gd name="T62" fmla="*/ 62 w 160"/>
              <a:gd name="T63" fmla="*/ 34 h 160"/>
              <a:gd name="T64" fmla="*/ 34 w 160"/>
              <a:gd name="T65" fmla="*/ 8 h 160"/>
              <a:gd name="T66" fmla="*/ 8 w 160"/>
              <a:gd name="T67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27" y="160"/>
                </a:moveTo>
                <a:cubicBezTo>
                  <a:pt x="126" y="160"/>
                  <a:pt x="126" y="160"/>
                  <a:pt x="126" y="160"/>
                </a:cubicBezTo>
                <a:cubicBezTo>
                  <a:pt x="105" y="160"/>
                  <a:pt x="62" y="138"/>
                  <a:pt x="42" y="118"/>
                </a:cubicBezTo>
                <a:cubicBezTo>
                  <a:pt x="21" y="97"/>
                  <a:pt x="0" y="55"/>
                  <a:pt x="0" y="34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2"/>
                  <a:pt x="1" y="32"/>
                  <a:pt x="1" y="32"/>
                </a:cubicBezTo>
                <a:cubicBezTo>
                  <a:pt x="6" y="24"/>
                  <a:pt x="23" y="0"/>
                  <a:pt x="34" y="0"/>
                </a:cubicBezTo>
                <a:cubicBezTo>
                  <a:pt x="44" y="0"/>
                  <a:pt x="63" y="17"/>
                  <a:pt x="69" y="31"/>
                </a:cubicBezTo>
                <a:cubicBezTo>
                  <a:pt x="73" y="39"/>
                  <a:pt x="70" y="44"/>
                  <a:pt x="68" y="47"/>
                </a:cubicBezTo>
                <a:cubicBezTo>
                  <a:pt x="64" y="51"/>
                  <a:pt x="59" y="54"/>
                  <a:pt x="56" y="56"/>
                </a:cubicBezTo>
                <a:cubicBezTo>
                  <a:pt x="51" y="59"/>
                  <a:pt x="49" y="61"/>
                  <a:pt x="49" y="64"/>
                </a:cubicBezTo>
                <a:cubicBezTo>
                  <a:pt x="49" y="73"/>
                  <a:pt x="58" y="83"/>
                  <a:pt x="68" y="92"/>
                </a:cubicBezTo>
                <a:cubicBezTo>
                  <a:pt x="77" y="101"/>
                  <a:pt x="87" y="111"/>
                  <a:pt x="95" y="111"/>
                </a:cubicBezTo>
                <a:cubicBezTo>
                  <a:pt x="99" y="111"/>
                  <a:pt x="100" y="109"/>
                  <a:pt x="104" y="104"/>
                </a:cubicBezTo>
                <a:cubicBezTo>
                  <a:pt x="106" y="100"/>
                  <a:pt x="109" y="96"/>
                  <a:pt x="113" y="92"/>
                </a:cubicBezTo>
                <a:cubicBezTo>
                  <a:pt x="115" y="90"/>
                  <a:pt x="118" y="89"/>
                  <a:pt x="121" y="89"/>
                </a:cubicBezTo>
                <a:cubicBezTo>
                  <a:pt x="135" y="89"/>
                  <a:pt x="160" y="114"/>
                  <a:pt x="160" y="125"/>
                </a:cubicBezTo>
                <a:cubicBezTo>
                  <a:pt x="160" y="137"/>
                  <a:pt x="135" y="154"/>
                  <a:pt x="128" y="159"/>
                </a:cubicBezTo>
                <a:lnTo>
                  <a:pt x="127" y="160"/>
                </a:lnTo>
                <a:close/>
                <a:moveTo>
                  <a:pt x="8" y="35"/>
                </a:moveTo>
                <a:cubicBezTo>
                  <a:pt x="9" y="54"/>
                  <a:pt x="29" y="93"/>
                  <a:pt x="47" y="112"/>
                </a:cubicBezTo>
                <a:cubicBezTo>
                  <a:pt x="66" y="131"/>
                  <a:pt x="105" y="151"/>
                  <a:pt x="125" y="152"/>
                </a:cubicBezTo>
                <a:cubicBezTo>
                  <a:pt x="138" y="142"/>
                  <a:pt x="152" y="130"/>
                  <a:pt x="152" y="125"/>
                </a:cubicBezTo>
                <a:cubicBezTo>
                  <a:pt x="152" y="118"/>
                  <a:pt x="131" y="97"/>
                  <a:pt x="121" y="97"/>
                </a:cubicBezTo>
                <a:cubicBezTo>
                  <a:pt x="119" y="97"/>
                  <a:pt x="119" y="97"/>
                  <a:pt x="118" y="98"/>
                </a:cubicBezTo>
                <a:cubicBezTo>
                  <a:pt x="115" y="101"/>
                  <a:pt x="113" y="105"/>
                  <a:pt x="111" y="108"/>
                </a:cubicBezTo>
                <a:cubicBezTo>
                  <a:pt x="107" y="113"/>
                  <a:pt x="104" y="119"/>
                  <a:pt x="95" y="119"/>
                </a:cubicBezTo>
                <a:cubicBezTo>
                  <a:pt x="84" y="119"/>
                  <a:pt x="73" y="108"/>
                  <a:pt x="62" y="98"/>
                </a:cubicBezTo>
                <a:cubicBezTo>
                  <a:pt x="52" y="87"/>
                  <a:pt x="41" y="76"/>
                  <a:pt x="41" y="64"/>
                </a:cubicBezTo>
                <a:cubicBezTo>
                  <a:pt x="41" y="56"/>
                  <a:pt x="46" y="52"/>
                  <a:pt x="52" y="49"/>
                </a:cubicBezTo>
                <a:cubicBezTo>
                  <a:pt x="55" y="47"/>
                  <a:pt x="59" y="45"/>
                  <a:pt x="62" y="41"/>
                </a:cubicBezTo>
                <a:cubicBezTo>
                  <a:pt x="64" y="40"/>
                  <a:pt x="63" y="36"/>
                  <a:pt x="62" y="34"/>
                </a:cubicBezTo>
                <a:cubicBezTo>
                  <a:pt x="57" y="22"/>
                  <a:pt x="39" y="8"/>
                  <a:pt x="34" y="8"/>
                </a:cubicBezTo>
                <a:cubicBezTo>
                  <a:pt x="30" y="8"/>
                  <a:pt x="17" y="22"/>
                  <a:pt x="8" y="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B42CCFAA-1448-4EE4-ACC7-BF9EDBD7DBFF}"/>
              </a:ext>
            </a:extLst>
          </p:cNvPr>
          <p:cNvSpPr>
            <a:spLocks noEditPoints="1"/>
          </p:cNvSpPr>
          <p:nvPr/>
        </p:nvSpPr>
        <p:spPr bwMode="auto">
          <a:xfrm>
            <a:off x="2995613" y="839788"/>
            <a:ext cx="398463" cy="184150"/>
          </a:xfrm>
          <a:custGeom>
            <a:avLst/>
            <a:gdLst>
              <a:gd name="T0" fmla="*/ 154 w 184"/>
              <a:gd name="T1" fmla="*/ 85 h 85"/>
              <a:gd name="T2" fmla="*/ 121 w 184"/>
              <a:gd name="T3" fmla="*/ 67 h 85"/>
              <a:gd name="T4" fmla="*/ 123 w 184"/>
              <a:gd name="T5" fmla="*/ 58 h 85"/>
              <a:gd name="T6" fmla="*/ 122 w 184"/>
              <a:gd name="T7" fmla="*/ 48 h 85"/>
              <a:gd name="T8" fmla="*/ 92 w 184"/>
              <a:gd name="T9" fmla="*/ 41 h 85"/>
              <a:gd name="T10" fmla="*/ 62 w 184"/>
              <a:gd name="T11" fmla="*/ 48 h 85"/>
              <a:gd name="T12" fmla="*/ 61 w 184"/>
              <a:gd name="T13" fmla="*/ 58 h 85"/>
              <a:gd name="T14" fmla="*/ 63 w 184"/>
              <a:gd name="T15" fmla="*/ 67 h 85"/>
              <a:gd name="T16" fmla="*/ 30 w 184"/>
              <a:gd name="T17" fmla="*/ 85 h 85"/>
              <a:gd name="T18" fmla="*/ 5 w 184"/>
              <a:gd name="T19" fmla="*/ 78 h 85"/>
              <a:gd name="T20" fmla="*/ 2 w 184"/>
              <a:gd name="T21" fmla="*/ 47 h 85"/>
              <a:gd name="T22" fmla="*/ 15 w 184"/>
              <a:gd name="T23" fmla="*/ 23 h 85"/>
              <a:gd name="T24" fmla="*/ 91 w 184"/>
              <a:gd name="T25" fmla="*/ 0 h 85"/>
              <a:gd name="T26" fmla="*/ 93 w 184"/>
              <a:gd name="T27" fmla="*/ 0 h 85"/>
              <a:gd name="T28" fmla="*/ 169 w 184"/>
              <a:gd name="T29" fmla="*/ 23 h 85"/>
              <a:gd name="T30" fmla="*/ 182 w 184"/>
              <a:gd name="T31" fmla="*/ 47 h 85"/>
              <a:gd name="T32" fmla="*/ 179 w 184"/>
              <a:gd name="T33" fmla="*/ 78 h 85"/>
              <a:gd name="T34" fmla="*/ 154 w 184"/>
              <a:gd name="T35" fmla="*/ 85 h 85"/>
              <a:gd name="T36" fmla="*/ 92 w 184"/>
              <a:gd name="T37" fmla="*/ 33 h 85"/>
              <a:gd name="T38" fmla="*/ 128 w 184"/>
              <a:gd name="T39" fmla="*/ 43 h 85"/>
              <a:gd name="T40" fmla="*/ 130 w 184"/>
              <a:gd name="T41" fmla="*/ 61 h 85"/>
              <a:gd name="T42" fmla="*/ 129 w 184"/>
              <a:gd name="T43" fmla="*/ 67 h 85"/>
              <a:gd name="T44" fmla="*/ 154 w 184"/>
              <a:gd name="T45" fmla="*/ 77 h 85"/>
              <a:gd name="T46" fmla="*/ 173 w 184"/>
              <a:gd name="T47" fmla="*/ 73 h 85"/>
              <a:gd name="T48" fmla="*/ 174 w 184"/>
              <a:gd name="T49" fmla="*/ 49 h 85"/>
              <a:gd name="T50" fmla="*/ 163 w 184"/>
              <a:gd name="T51" fmla="*/ 29 h 85"/>
              <a:gd name="T52" fmla="*/ 93 w 184"/>
              <a:gd name="T53" fmla="*/ 8 h 85"/>
              <a:gd name="T54" fmla="*/ 91 w 184"/>
              <a:gd name="T55" fmla="*/ 8 h 85"/>
              <a:gd name="T56" fmla="*/ 21 w 184"/>
              <a:gd name="T57" fmla="*/ 29 h 85"/>
              <a:gd name="T58" fmla="*/ 10 w 184"/>
              <a:gd name="T59" fmla="*/ 49 h 85"/>
              <a:gd name="T60" fmla="*/ 11 w 184"/>
              <a:gd name="T61" fmla="*/ 73 h 85"/>
              <a:gd name="T62" fmla="*/ 30 w 184"/>
              <a:gd name="T63" fmla="*/ 77 h 85"/>
              <a:gd name="T64" fmla="*/ 55 w 184"/>
              <a:gd name="T65" fmla="*/ 67 h 85"/>
              <a:gd name="T66" fmla="*/ 54 w 184"/>
              <a:gd name="T67" fmla="*/ 61 h 85"/>
              <a:gd name="T68" fmla="*/ 56 w 184"/>
              <a:gd name="T69" fmla="*/ 43 h 85"/>
              <a:gd name="T70" fmla="*/ 92 w 184"/>
              <a:gd name="T71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4" h="85">
                <a:moveTo>
                  <a:pt x="154" y="85"/>
                </a:moveTo>
                <a:cubicBezTo>
                  <a:pt x="139" y="85"/>
                  <a:pt x="121" y="80"/>
                  <a:pt x="121" y="67"/>
                </a:cubicBezTo>
                <a:cubicBezTo>
                  <a:pt x="121" y="64"/>
                  <a:pt x="122" y="61"/>
                  <a:pt x="123" y="58"/>
                </a:cubicBezTo>
                <a:cubicBezTo>
                  <a:pt x="124" y="54"/>
                  <a:pt x="125" y="51"/>
                  <a:pt x="122" y="48"/>
                </a:cubicBezTo>
                <a:cubicBezTo>
                  <a:pt x="116" y="41"/>
                  <a:pt x="105" y="41"/>
                  <a:pt x="92" y="41"/>
                </a:cubicBezTo>
                <a:cubicBezTo>
                  <a:pt x="80" y="41"/>
                  <a:pt x="68" y="41"/>
                  <a:pt x="62" y="48"/>
                </a:cubicBezTo>
                <a:cubicBezTo>
                  <a:pt x="59" y="51"/>
                  <a:pt x="60" y="54"/>
                  <a:pt x="61" y="58"/>
                </a:cubicBezTo>
                <a:cubicBezTo>
                  <a:pt x="62" y="61"/>
                  <a:pt x="63" y="64"/>
                  <a:pt x="63" y="67"/>
                </a:cubicBezTo>
                <a:cubicBezTo>
                  <a:pt x="63" y="80"/>
                  <a:pt x="45" y="85"/>
                  <a:pt x="30" y="85"/>
                </a:cubicBezTo>
                <a:cubicBezTo>
                  <a:pt x="26" y="85"/>
                  <a:pt x="10" y="84"/>
                  <a:pt x="5" y="78"/>
                </a:cubicBezTo>
                <a:cubicBezTo>
                  <a:pt x="1" y="73"/>
                  <a:pt x="0" y="63"/>
                  <a:pt x="2" y="47"/>
                </a:cubicBezTo>
                <a:cubicBezTo>
                  <a:pt x="3" y="42"/>
                  <a:pt x="5" y="34"/>
                  <a:pt x="15" y="23"/>
                </a:cubicBezTo>
                <a:cubicBezTo>
                  <a:pt x="27" y="13"/>
                  <a:pt x="46" y="1"/>
                  <a:pt x="91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39" y="1"/>
                  <a:pt x="157" y="13"/>
                  <a:pt x="169" y="23"/>
                </a:cubicBezTo>
                <a:cubicBezTo>
                  <a:pt x="179" y="34"/>
                  <a:pt x="181" y="42"/>
                  <a:pt x="182" y="47"/>
                </a:cubicBezTo>
                <a:cubicBezTo>
                  <a:pt x="184" y="63"/>
                  <a:pt x="183" y="73"/>
                  <a:pt x="179" y="78"/>
                </a:cubicBezTo>
                <a:cubicBezTo>
                  <a:pt x="174" y="84"/>
                  <a:pt x="159" y="85"/>
                  <a:pt x="154" y="85"/>
                </a:cubicBezTo>
                <a:close/>
                <a:moveTo>
                  <a:pt x="92" y="33"/>
                </a:moveTo>
                <a:cubicBezTo>
                  <a:pt x="106" y="33"/>
                  <a:pt x="120" y="33"/>
                  <a:pt x="128" y="43"/>
                </a:cubicBezTo>
                <a:cubicBezTo>
                  <a:pt x="134" y="50"/>
                  <a:pt x="132" y="56"/>
                  <a:pt x="130" y="61"/>
                </a:cubicBezTo>
                <a:cubicBezTo>
                  <a:pt x="130" y="63"/>
                  <a:pt x="129" y="65"/>
                  <a:pt x="129" y="67"/>
                </a:cubicBezTo>
                <a:cubicBezTo>
                  <a:pt x="129" y="73"/>
                  <a:pt x="142" y="77"/>
                  <a:pt x="154" y="77"/>
                </a:cubicBezTo>
                <a:cubicBezTo>
                  <a:pt x="165" y="77"/>
                  <a:pt x="172" y="74"/>
                  <a:pt x="173" y="73"/>
                </a:cubicBezTo>
                <a:cubicBezTo>
                  <a:pt x="174" y="72"/>
                  <a:pt x="177" y="67"/>
                  <a:pt x="174" y="49"/>
                </a:cubicBezTo>
                <a:cubicBezTo>
                  <a:pt x="173" y="44"/>
                  <a:pt x="171" y="37"/>
                  <a:pt x="163" y="29"/>
                </a:cubicBezTo>
                <a:cubicBezTo>
                  <a:pt x="153" y="20"/>
                  <a:pt x="136" y="9"/>
                  <a:pt x="93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48" y="9"/>
                  <a:pt x="31" y="20"/>
                  <a:pt x="21" y="29"/>
                </a:cubicBezTo>
                <a:cubicBezTo>
                  <a:pt x="13" y="37"/>
                  <a:pt x="11" y="44"/>
                  <a:pt x="10" y="49"/>
                </a:cubicBezTo>
                <a:cubicBezTo>
                  <a:pt x="7" y="67"/>
                  <a:pt x="10" y="72"/>
                  <a:pt x="11" y="73"/>
                </a:cubicBezTo>
                <a:cubicBezTo>
                  <a:pt x="12" y="74"/>
                  <a:pt x="19" y="77"/>
                  <a:pt x="30" y="77"/>
                </a:cubicBezTo>
                <a:cubicBezTo>
                  <a:pt x="42" y="77"/>
                  <a:pt x="55" y="73"/>
                  <a:pt x="55" y="67"/>
                </a:cubicBezTo>
                <a:cubicBezTo>
                  <a:pt x="55" y="65"/>
                  <a:pt x="55" y="63"/>
                  <a:pt x="54" y="61"/>
                </a:cubicBezTo>
                <a:cubicBezTo>
                  <a:pt x="52" y="56"/>
                  <a:pt x="50" y="50"/>
                  <a:pt x="56" y="43"/>
                </a:cubicBezTo>
                <a:cubicBezTo>
                  <a:pt x="64" y="33"/>
                  <a:pt x="78" y="33"/>
                  <a:pt x="92" y="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D9438EF6-80AB-4413-95ED-FB5F8E77A9DA}"/>
              </a:ext>
            </a:extLst>
          </p:cNvPr>
          <p:cNvSpPr>
            <a:spLocks noEditPoints="1"/>
          </p:cNvSpPr>
          <p:nvPr/>
        </p:nvSpPr>
        <p:spPr bwMode="auto">
          <a:xfrm>
            <a:off x="3889376" y="766763"/>
            <a:ext cx="295275" cy="330200"/>
          </a:xfrm>
          <a:custGeom>
            <a:avLst/>
            <a:gdLst>
              <a:gd name="T0" fmla="*/ 76 w 137"/>
              <a:gd name="T1" fmla="*/ 153 h 153"/>
              <a:gd name="T2" fmla="*/ 0 w 137"/>
              <a:gd name="T3" fmla="*/ 77 h 153"/>
              <a:gd name="T4" fmla="*/ 76 w 137"/>
              <a:gd name="T5" fmla="*/ 0 h 153"/>
              <a:gd name="T6" fmla="*/ 134 w 137"/>
              <a:gd name="T7" fmla="*/ 27 h 153"/>
              <a:gd name="T8" fmla="*/ 137 w 137"/>
              <a:gd name="T9" fmla="*/ 30 h 153"/>
              <a:gd name="T10" fmla="*/ 91 w 137"/>
              <a:gd name="T11" fmla="*/ 77 h 153"/>
              <a:gd name="T12" fmla="*/ 137 w 137"/>
              <a:gd name="T13" fmla="*/ 123 h 153"/>
              <a:gd name="T14" fmla="*/ 134 w 137"/>
              <a:gd name="T15" fmla="*/ 126 h 153"/>
              <a:gd name="T16" fmla="*/ 76 w 137"/>
              <a:gd name="T17" fmla="*/ 153 h 153"/>
              <a:gd name="T18" fmla="*/ 76 w 137"/>
              <a:gd name="T19" fmla="*/ 8 h 153"/>
              <a:gd name="T20" fmla="*/ 8 w 137"/>
              <a:gd name="T21" fmla="*/ 77 h 153"/>
              <a:gd name="T22" fmla="*/ 76 w 137"/>
              <a:gd name="T23" fmla="*/ 145 h 153"/>
              <a:gd name="T24" fmla="*/ 126 w 137"/>
              <a:gd name="T25" fmla="*/ 124 h 153"/>
              <a:gd name="T26" fmla="*/ 80 w 137"/>
              <a:gd name="T27" fmla="*/ 77 h 153"/>
              <a:gd name="T28" fmla="*/ 126 w 137"/>
              <a:gd name="T29" fmla="*/ 29 h 153"/>
              <a:gd name="T30" fmla="*/ 76 w 137"/>
              <a:gd name="T31" fmla="*/ 8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7" h="153">
                <a:moveTo>
                  <a:pt x="76" y="153"/>
                </a:moveTo>
                <a:cubicBezTo>
                  <a:pt x="34" y="153"/>
                  <a:pt x="0" y="119"/>
                  <a:pt x="0" y="77"/>
                </a:cubicBezTo>
                <a:cubicBezTo>
                  <a:pt x="0" y="34"/>
                  <a:pt x="34" y="0"/>
                  <a:pt x="76" y="0"/>
                </a:cubicBezTo>
                <a:cubicBezTo>
                  <a:pt x="99" y="0"/>
                  <a:pt x="120" y="10"/>
                  <a:pt x="134" y="27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91" y="77"/>
                  <a:pt x="91" y="77"/>
                  <a:pt x="91" y="77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20" y="143"/>
                  <a:pt x="99" y="153"/>
                  <a:pt x="76" y="153"/>
                </a:cubicBezTo>
                <a:close/>
                <a:moveTo>
                  <a:pt x="76" y="8"/>
                </a:moveTo>
                <a:cubicBezTo>
                  <a:pt x="39" y="8"/>
                  <a:pt x="8" y="39"/>
                  <a:pt x="8" y="77"/>
                </a:cubicBezTo>
                <a:cubicBezTo>
                  <a:pt x="8" y="114"/>
                  <a:pt x="39" y="145"/>
                  <a:pt x="76" y="145"/>
                </a:cubicBezTo>
                <a:cubicBezTo>
                  <a:pt x="95" y="145"/>
                  <a:pt x="113" y="137"/>
                  <a:pt x="126" y="124"/>
                </a:cubicBezTo>
                <a:cubicBezTo>
                  <a:pt x="80" y="77"/>
                  <a:pt x="80" y="77"/>
                  <a:pt x="80" y="77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13" y="16"/>
                  <a:pt x="95" y="8"/>
                  <a:pt x="76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BC1B0532-85C2-4C2A-BD2E-205ABCE78176}"/>
              </a:ext>
            </a:extLst>
          </p:cNvPr>
          <p:cNvSpPr>
            <a:spLocks noEditPoints="1"/>
          </p:cNvSpPr>
          <p:nvPr/>
        </p:nvSpPr>
        <p:spPr bwMode="auto">
          <a:xfrm>
            <a:off x="4065588" y="808038"/>
            <a:ext cx="52388" cy="50800"/>
          </a:xfrm>
          <a:custGeom>
            <a:avLst/>
            <a:gdLst>
              <a:gd name="T0" fmla="*/ 12 w 24"/>
              <a:gd name="T1" fmla="*/ 24 h 24"/>
              <a:gd name="T2" fmla="*/ 0 w 24"/>
              <a:gd name="T3" fmla="*/ 12 h 24"/>
              <a:gd name="T4" fmla="*/ 12 w 24"/>
              <a:gd name="T5" fmla="*/ 0 h 24"/>
              <a:gd name="T6" fmla="*/ 24 w 24"/>
              <a:gd name="T7" fmla="*/ 12 h 24"/>
              <a:gd name="T8" fmla="*/ 12 w 24"/>
              <a:gd name="T9" fmla="*/ 24 h 24"/>
              <a:gd name="T10" fmla="*/ 12 w 24"/>
              <a:gd name="T11" fmla="*/ 4 h 24"/>
              <a:gd name="T12" fmla="*/ 4 w 24"/>
              <a:gd name="T13" fmla="*/ 12 h 24"/>
              <a:gd name="T14" fmla="*/ 12 w 24"/>
              <a:gd name="T15" fmla="*/ 20 h 24"/>
              <a:gd name="T16" fmla="*/ 20 w 24"/>
              <a:gd name="T17" fmla="*/ 12 h 24"/>
              <a:gd name="T18" fmla="*/ 12 w 24"/>
              <a:gd name="T1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4">
                <a:moveTo>
                  <a:pt x="12" y="24"/>
                </a:moveTo>
                <a:cubicBezTo>
                  <a:pt x="6" y="24"/>
                  <a:pt x="0" y="19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19" y="0"/>
                  <a:pt x="24" y="6"/>
                  <a:pt x="24" y="12"/>
                </a:cubicBezTo>
                <a:cubicBezTo>
                  <a:pt x="24" y="19"/>
                  <a:pt x="19" y="24"/>
                  <a:pt x="12" y="24"/>
                </a:cubicBezTo>
                <a:close/>
                <a:moveTo>
                  <a:pt x="12" y="4"/>
                </a:moveTo>
                <a:cubicBezTo>
                  <a:pt x="8" y="4"/>
                  <a:pt x="4" y="8"/>
                  <a:pt x="4" y="12"/>
                </a:cubicBezTo>
                <a:cubicBezTo>
                  <a:pt x="4" y="17"/>
                  <a:pt x="8" y="20"/>
                  <a:pt x="12" y="20"/>
                </a:cubicBezTo>
                <a:cubicBezTo>
                  <a:pt x="17" y="20"/>
                  <a:pt x="20" y="17"/>
                  <a:pt x="20" y="12"/>
                </a:cubicBezTo>
                <a:cubicBezTo>
                  <a:pt x="20" y="8"/>
                  <a:pt x="17" y="4"/>
                  <a:pt x="12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DC6BE1B9-B41B-4A48-9CFB-04255B01D3B8}"/>
              </a:ext>
            </a:extLst>
          </p:cNvPr>
          <p:cNvSpPr>
            <a:spLocks noEditPoints="1"/>
          </p:cNvSpPr>
          <p:nvPr/>
        </p:nvSpPr>
        <p:spPr bwMode="auto">
          <a:xfrm>
            <a:off x="4703763" y="754063"/>
            <a:ext cx="314325" cy="346075"/>
          </a:xfrm>
          <a:custGeom>
            <a:avLst/>
            <a:gdLst>
              <a:gd name="T0" fmla="*/ 104 w 145"/>
              <a:gd name="T1" fmla="*/ 160 h 160"/>
              <a:gd name="T2" fmla="*/ 41 w 145"/>
              <a:gd name="T3" fmla="*/ 160 h 160"/>
              <a:gd name="T4" fmla="*/ 41 w 145"/>
              <a:gd name="T5" fmla="*/ 149 h 160"/>
              <a:gd name="T6" fmla="*/ 43 w 145"/>
              <a:gd name="T7" fmla="*/ 148 h 160"/>
              <a:gd name="T8" fmla="*/ 59 w 145"/>
              <a:gd name="T9" fmla="*/ 124 h 160"/>
              <a:gd name="T10" fmla="*/ 42 w 145"/>
              <a:gd name="T11" fmla="*/ 128 h 160"/>
              <a:gd name="T12" fmla="*/ 6 w 145"/>
              <a:gd name="T13" fmla="*/ 104 h 160"/>
              <a:gd name="T14" fmla="*/ 26 w 145"/>
              <a:gd name="T15" fmla="*/ 56 h 160"/>
              <a:gd name="T16" fmla="*/ 69 w 145"/>
              <a:gd name="T17" fmla="*/ 7 h 160"/>
              <a:gd name="T18" fmla="*/ 73 w 145"/>
              <a:gd name="T19" fmla="*/ 0 h 160"/>
              <a:gd name="T20" fmla="*/ 76 w 145"/>
              <a:gd name="T21" fmla="*/ 7 h 160"/>
              <a:gd name="T22" fmla="*/ 119 w 145"/>
              <a:gd name="T23" fmla="*/ 56 h 160"/>
              <a:gd name="T24" fmla="*/ 140 w 145"/>
              <a:gd name="T25" fmla="*/ 104 h 160"/>
              <a:gd name="T26" fmla="*/ 104 w 145"/>
              <a:gd name="T27" fmla="*/ 128 h 160"/>
              <a:gd name="T28" fmla="*/ 104 w 145"/>
              <a:gd name="T29" fmla="*/ 128 h 160"/>
              <a:gd name="T30" fmla="*/ 86 w 145"/>
              <a:gd name="T31" fmla="*/ 124 h 160"/>
              <a:gd name="T32" fmla="*/ 102 w 145"/>
              <a:gd name="T33" fmla="*/ 148 h 160"/>
              <a:gd name="T34" fmla="*/ 104 w 145"/>
              <a:gd name="T35" fmla="*/ 149 h 160"/>
              <a:gd name="T36" fmla="*/ 104 w 145"/>
              <a:gd name="T37" fmla="*/ 160 h 160"/>
              <a:gd name="T38" fmla="*/ 50 w 145"/>
              <a:gd name="T39" fmla="*/ 152 h 160"/>
              <a:gd name="T40" fmla="*/ 95 w 145"/>
              <a:gd name="T41" fmla="*/ 152 h 160"/>
              <a:gd name="T42" fmla="*/ 76 w 145"/>
              <a:gd name="T43" fmla="*/ 117 h 160"/>
              <a:gd name="T44" fmla="*/ 75 w 145"/>
              <a:gd name="T45" fmla="*/ 108 h 160"/>
              <a:gd name="T46" fmla="*/ 82 w 145"/>
              <a:gd name="T47" fmla="*/ 113 h 160"/>
              <a:gd name="T48" fmla="*/ 104 w 145"/>
              <a:gd name="T49" fmla="*/ 120 h 160"/>
              <a:gd name="T50" fmla="*/ 104 w 145"/>
              <a:gd name="T51" fmla="*/ 120 h 160"/>
              <a:gd name="T52" fmla="*/ 132 w 145"/>
              <a:gd name="T53" fmla="*/ 101 h 160"/>
              <a:gd name="T54" fmla="*/ 114 w 145"/>
              <a:gd name="T55" fmla="*/ 62 h 160"/>
              <a:gd name="T56" fmla="*/ 73 w 145"/>
              <a:gd name="T57" fmla="*/ 17 h 160"/>
              <a:gd name="T58" fmla="*/ 31 w 145"/>
              <a:gd name="T59" fmla="*/ 62 h 160"/>
              <a:gd name="T60" fmla="*/ 13 w 145"/>
              <a:gd name="T61" fmla="*/ 101 h 160"/>
              <a:gd name="T62" fmla="*/ 42 w 145"/>
              <a:gd name="T63" fmla="*/ 120 h 160"/>
              <a:gd name="T64" fmla="*/ 63 w 145"/>
              <a:gd name="T65" fmla="*/ 113 h 160"/>
              <a:gd name="T66" fmla="*/ 71 w 145"/>
              <a:gd name="T67" fmla="*/ 108 h 160"/>
              <a:gd name="T68" fmla="*/ 69 w 145"/>
              <a:gd name="T69" fmla="*/ 117 h 160"/>
              <a:gd name="T70" fmla="*/ 50 w 145"/>
              <a:gd name="T71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60">
                <a:moveTo>
                  <a:pt x="104" y="160"/>
                </a:moveTo>
                <a:cubicBezTo>
                  <a:pt x="41" y="160"/>
                  <a:pt x="41" y="160"/>
                  <a:pt x="41" y="160"/>
                </a:cubicBezTo>
                <a:cubicBezTo>
                  <a:pt x="41" y="149"/>
                  <a:pt x="41" y="149"/>
                  <a:pt x="41" y="149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49" y="144"/>
                  <a:pt x="56" y="136"/>
                  <a:pt x="59" y="124"/>
                </a:cubicBezTo>
                <a:cubicBezTo>
                  <a:pt x="54" y="127"/>
                  <a:pt x="48" y="128"/>
                  <a:pt x="42" y="128"/>
                </a:cubicBezTo>
                <a:cubicBezTo>
                  <a:pt x="25" y="128"/>
                  <a:pt x="11" y="118"/>
                  <a:pt x="6" y="104"/>
                </a:cubicBezTo>
                <a:cubicBezTo>
                  <a:pt x="0" y="87"/>
                  <a:pt x="8" y="69"/>
                  <a:pt x="26" y="56"/>
                </a:cubicBezTo>
                <a:cubicBezTo>
                  <a:pt x="53" y="36"/>
                  <a:pt x="62" y="20"/>
                  <a:pt x="69" y="7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7"/>
                  <a:pt x="76" y="7"/>
                  <a:pt x="76" y="7"/>
                </a:cubicBezTo>
                <a:cubicBezTo>
                  <a:pt x="83" y="20"/>
                  <a:pt x="92" y="36"/>
                  <a:pt x="119" y="56"/>
                </a:cubicBezTo>
                <a:cubicBezTo>
                  <a:pt x="137" y="69"/>
                  <a:pt x="145" y="87"/>
                  <a:pt x="140" y="104"/>
                </a:cubicBezTo>
                <a:cubicBezTo>
                  <a:pt x="135" y="118"/>
                  <a:pt x="120" y="128"/>
                  <a:pt x="104" y="128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98" y="128"/>
                  <a:pt x="92" y="127"/>
                  <a:pt x="86" y="124"/>
                </a:cubicBezTo>
                <a:cubicBezTo>
                  <a:pt x="90" y="136"/>
                  <a:pt x="97" y="144"/>
                  <a:pt x="102" y="148"/>
                </a:cubicBezTo>
                <a:cubicBezTo>
                  <a:pt x="104" y="149"/>
                  <a:pt x="104" y="149"/>
                  <a:pt x="104" y="149"/>
                </a:cubicBezTo>
                <a:lnTo>
                  <a:pt x="104" y="160"/>
                </a:lnTo>
                <a:close/>
                <a:moveTo>
                  <a:pt x="50" y="152"/>
                </a:moveTo>
                <a:cubicBezTo>
                  <a:pt x="95" y="152"/>
                  <a:pt x="95" y="152"/>
                  <a:pt x="95" y="152"/>
                </a:cubicBezTo>
                <a:cubicBezTo>
                  <a:pt x="87" y="146"/>
                  <a:pt x="79" y="135"/>
                  <a:pt x="76" y="117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82" y="113"/>
                  <a:pt x="82" y="113"/>
                  <a:pt x="82" y="113"/>
                </a:cubicBezTo>
                <a:cubicBezTo>
                  <a:pt x="89" y="118"/>
                  <a:pt x="97" y="120"/>
                  <a:pt x="104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17" y="120"/>
                  <a:pt x="128" y="113"/>
                  <a:pt x="132" y="101"/>
                </a:cubicBezTo>
                <a:cubicBezTo>
                  <a:pt x="136" y="88"/>
                  <a:pt x="130" y="74"/>
                  <a:pt x="114" y="62"/>
                </a:cubicBezTo>
                <a:cubicBezTo>
                  <a:pt x="91" y="44"/>
                  <a:pt x="80" y="30"/>
                  <a:pt x="73" y="17"/>
                </a:cubicBezTo>
                <a:cubicBezTo>
                  <a:pt x="66" y="30"/>
                  <a:pt x="55" y="44"/>
                  <a:pt x="31" y="62"/>
                </a:cubicBezTo>
                <a:cubicBezTo>
                  <a:pt x="15" y="74"/>
                  <a:pt x="9" y="88"/>
                  <a:pt x="13" y="101"/>
                </a:cubicBezTo>
                <a:cubicBezTo>
                  <a:pt x="17" y="113"/>
                  <a:pt x="28" y="120"/>
                  <a:pt x="42" y="120"/>
                </a:cubicBezTo>
                <a:cubicBezTo>
                  <a:pt x="49" y="120"/>
                  <a:pt x="56" y="118"/>
                  <a:pt x="63" y="113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69" y="117"/>
                  <a:pt x="69" y="117"/>
                  <a:pt x="69" y="117"/>
                </a:cubicBezTo>
                <a:cubicBezTo>
                  <a:pt x="67" y="135"/>
                  <a:pt x="58" y="146"/>
                  <a:pt x="50" y="1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B0DD7862-560F-4195-B7DF-D0135AA922A4}"/>
              </a:ext>
            </a:extLst>
          </p:cNvPr>
          <p:cNvSpPr>
            <a:spLocks noEditPoints="1"/>
          </p:cNvSpPr>
          <p:nvPr/>
        </p:nvSpPr>
        <p:spPr bwMode="auto">
          <a:xfrm>
            <a:off x="5507038" y="738188"/>
            <a:ext cx="363538" cy="387350"/>
          </a:xfrm>
          <a:custGeom>
            <a:avLst/>
            <a:gdLst>
              <a:gd name="T0" fmla="*/ 120 w 168"/>
              <a:gd name="T1" fmla="*/ 179 h 179"/>
              <a:gd name="T2" fmla="*/ 48 w 168"/>
              <a:gd name="T3" fmla="*/ 179 h 179"/>
              <a:gd name="T4" fmla="*/ 48 w 168"/>
              <a:gd name="T5" fmla="*/ 166 h 179"/>
              <a:gd name="T6" fmla="*/ 50 w 168"/>
              <a:gd name="T7" fmla="*/ 165 h 179"/>
              <a:gd name="T8" fmla="*/ 72 w 168"/>
              <a:gd name="T9" fmla="*/ 126 h 179"/>
              <a:gd name="T10" fmla="*/ 66 w 168"/>
              <a:gd name="T11" fmla="*/ 131 h 179"/>
              <a:gd name="T12" fmla="*/ 39 w 168"/>
              <a:gd name="T13" fmla="*/ 143 h 179"/>
              <a:gd name="T14" fmla="*/ 0 w 168"/>
              <a:gd name="T15" fmla="*/ 105 h 179"/>
              <a:gd name="T16" fmla="*/ 39 w 168"/>
              <a:gd name="T17" fmla="*/ 66 h 179"/>
              <a:gd name="T18" fmla="*/ 65 w 168"/>
              <a:gd name="T19" fmla="*/ 77 h 179"/>
              <a:gd name="T20" fmla="*/ 58 w 168"/>
              <a:gd name="T21" fmla="*/ 67 h 179"/>
              <a:gd name="T22" fmla="*/ 46 w 168"/>
              <a:gd name="T23" fmla="*/ 39 h 179"/>
              <a:gd name="T24" fmla="*/ 84 w 168"/>
              <a:gd name="T25" fmla="*/ 0 h 179"/>
              <a:gd name="T26" fmla="*/ 122 w 168"/>
              <a:gd name="T27" fmla="*/ 39 h 179"/>
              <a:gd name="T28" fmla="*/ 110 w 168"/>
              <a:gd name="T29" fmla="*/ 67 h 179"/>
              <a:gd name="T30" fmla="*/ 103 w 168"/>
              <a:gd name="T31" fmla="*/ 77 h 179"/>
              <a:gd name="T32" fmla="*/ 130 w 168"/>
              <a:gd name="T33" fmla="*/ 66 h 179"/>
              <a:gd name="T34" fmla="*/ 168 w 168"/>
              <a:gd name="T35" fmla="*/ 105 h 179"/>
              <a:gd name="T36" fmla="*/ 130 w 168"/>
              <a:gd name="T37" fmla="*/ 143 h 179"/>
              <a:gd name="T38" fmla="*/ 102 w 168"/>
              <a:gd name="T39" fmla="*/ 131 h 179"/>
              <a:gd name="T40" fmla="*/ 97 w 168"/>
              <a:gd name="T41" fmla="*/ 126 h 179"/>
              <a:gd name="T42" fmla="*/ 118 w 168"/>
              <a:gd name="T43" fmla="*/ 165 h 179"/>
              <a:gd name="T44" fmla="*/ 120 w 168"/>
              <a:gd name="T45" fmla="*/ 166 h 179"/>
              <a:gd name="T46" fmla="*/ 120 w 168"/>
              <a:gd name="T47" fmla="*/ 179 h 179"/>
              <a:gd name="T48" fmla="*/ 56 w 168"/>
              <a:gd name="T49" fmla="*/ 171 h 179"/>
              <a:gd name="T50" fmla="*/ 112 w 168"/>
              <a:gd name="T51" fmla="*/ 171 h 179"/>
              <a:gd name="T52" fmla="*/ 88 w 168"/>
              <a:gd name="T53" fmla="*/ 119 h 179"/>
              <a:gd name="T54" fmla="*/ 88 w 168"/>
              <a:gd name="T55" fmla="*/ 112 h 179"/>
              <a:gd name="T56" fmla="*/ 94 w 168"/>
              <a:gd name="T57" fmla="*/ 115 h 179"/>
              <a:gd name="T58" fmla="*/ 108 w 168"/>
              <a:gd name="T59" fmla="*/ 126 h 179"/>
              <a:gd name="T60" fmla="*/ 130 w 168"/>
              <a:gd name="T61" fmla="*/ 135 h 179"/>
              <a:gd name="T62" fmla="*/ 160 w 168"/>
              <a:gd name="T63" fmla="*/ 105 h 179"/>
              <a:gd name="T64" fmla="*/ 130 w 168"/>
              <a:gd name="T65" fmla="*/ 74 h 179"/>
              <a:gd name="T66" fmla="*/ 108 w 168"/>
              <a:gd name="T67" fmla="*/ 83 h 179"/>
              <a:gd name="T68" fmla="*/ 95 w 168"/>
              <a:gd name="T69" fmla="*/ 93 h 179"/>
              <a:gd name="T70" fmla="*/ 86 w 168"/>
              <a:gd name="T71" fmla="*/ 98 h 179"/>
              <a:gd name="T72" fmla="*/ 89 w 168"/>
              <a:gd name="T73" fmla="*/ 89 h 179"/>
              <a:gd name="T74" fmla="*/ 105 w 168"/>
              <a:gd name="T75" fmla="*/ 62 h 179"/>
              <a:gd name="T76" fmla="*/ 114 w 168"/>
              <a:gd name="T77" fmla="*/ 39 h 179"/>
              <a:gd name="T78" fmla="*/ 84 w 168"/>
              <a:gd name="T79" fmla="*/ 8 h 179"/>
              <a:gd name="T80" fmla="*/ 54 w 168"/>
              <a:gd name="T81" fmla="*/ 39 h 179"/>
              <a:gd name="T82" fmla="*/ 64 w 168"/>
              <a:gd name="T83" fmla="*/ 62 h 179"/>
              <a:gd name="T84" fmla="*/ 80 w 168"/>
              <a:gd name="T85" fmla="*/ 89 h 179"/>
              <a:gd name="T86" fmla="*/ 82 w 168"/>
              <a:gd name="T87" fmla="*/ 98 h 179"/>
              <a:gd name="T88" fmla="*/ 74 w 168"/>
              <a:gd name="T89" fmla="*/ 93 h 179"/>
              <a:gd name="T90" fmla="*/ 61 w 168"/>
              <a:gd name="T91" fmla="*/ 83 h 179"/>
              <a:gd name="T92" fmla="*/ 39 w 168"/>
              <a:gd name="T93" fmla="*/ 74 h 179"/>
              <a:gd name="T94" fmla="*/ 8 w 168"/>
              <a:gd name="T95" fmla="*/ 105 h 179"/>
              <a:gd name="T96" fmla="*/ 39 w 168"/>
              <a:gd name="T97" fmla="*/ 135 h 179"/>
              <a:gd name="T98" fmla="*/ 61 w 168"/>
              <a:gd name="T99" fmla="*/ 126 h 179"/>
              <a:gd name="T100" fmla="*/ 75 w 168"/>
              <a:gd name="T101" fmla="*/ 115 h 179"/>
              <a:gd name="T102" fmla="*/ 81 w 168"/>
              <a:gd name="T103" fmla="*/ 112 h 179"/>
              <a:gd name="T104" fmla="*/ 81 w 168"/>
              <a:gd name="T105" fmla="*/ 119 h 179"/>
              <a:gd name="T106" fmla="*/ 56 w 168"/>
              <a:gd name="T107" fmla="*/ 17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8" h="179">
                <a:moveTo>
                  <a:pt x="120" y="179"/>
                </a:moveTo>
                <a:cubicBezTo>
                  <a:pt x="48" y="179"/>
                  <a:pt x="48" y="179"/>
                  <a:pt x="48" y="179"/>
                </a:cubicBezTo>
                <a:cubicBezTo>
                  <a:pt x="48" y="166"/>
                  <a:pt x="48" y="166"/>
                  <a:pt x="48" y="166"/>
                </a:cubicBezTo>
                <a:cubicBezTo>
                  <a:pt x="50" y="165"/>
                  <a:pt x="50" y="165"/>
                  <a:pt x="50" y="165"/>
                </a:cubicBezTo>
                <a:cubicBezTo>
                  <a:pt x="60" y="159"/>
                  <a:pt x="69" y="146"/>
                  <a:pt x="72" y="126"/>
                </a:cubicBezTo>
                <a:cubicBezTo>
                  <a:pt x="70" y="128"/>
                  <a:pt x="68" y="130"/>
                  <a:pt x="66" y="131"/>
                </a:cubicBezTo>
                <a:cubicBezTo>
                  <a:pt x="59" y="139"/>
                  <a:pt x="49" y="143"/>
                  <a:pt x="39" y="143"/>
                </a:cubicBezTo>
                <a:cubicBezTo>
                  <a:pt x="17" y="143"/>
                  <a:pt x="0" y="126"/>
                  <a:pt x="0" y="105"/>
                </a:cubicBezTo>
                <a:cubicBezTo>
                  <a:pt x="0" y="83"/>
                  <a:pt x="17" y="66"/>
                  <a:pt x="39" y="66"/>
                </a:cubicBezTo>
                <a:cubicBezTo>
                  <a:pt x="49" y="66"/>
                  <a:pt x="58" y="70"/>
                  <a:pt x="65" y="77"/>
                </a:cubicBezTo>
                <a:cubicBezTo>
                  <a:pt x="63" y="73"/>
                  <a:pt x="60" y="69"/>
                  <a:pt x="58" y="67"/>
                </a:cubicBezTo>
                <a:cubicBezTo>
                  <a:pt x="50" y="60"/>
                  <a:pt x="46" y="50"/>
                  <a:pt x="46" y="39"/>
                </a:cubicBezTo>
                <a:cubicBezTo>
                  <a:pt x="46" y="18"/>
                  <a:pt x="63" y="1"/>
                  <a:pt x="84" y="0"/>
                </a:cubicBezTo>
                <a:cubicBezTo>
                  <a:pt x="105" y="1"/>
                  <a:pt x="122" y="18"/>
                  <a:pt x="122" y="39"/>
                </a:cubicBezTo>
                <a:cubicBezTo>
                  <a:pt x="122" y="50"/>
                  <a:pt x="118" y="60"/>
                  <a:pt x="110" y="67"/>
                </a:cubicBezTo>
                <a:cubicBezTo>
                  <a:pt x="108" y="69"/>
                  <a:pt x="106" y="73"/>
                  <a:pt x="103" y="77"/>
                </a:cubicBezTo>
                <a:cubicBezTo>
                  <a:pt x="110" y="70"/>
                  <a:pt x="120" y="66"/>
                  <a:pt x="130" y="66"/>
                </a:cubicBezTo>
                <a:cubicBezTo>
                  <a:pt x="151" y="66"/>
                  <a:pt x="168" y="83"/>
                  <a:pt x="168" y="105"/>
                </a:cubicBezTo>
                <a:cubicBezTo>
                  <a:pt x="168" y="126"/>
                  <a:pt x="151" y="143"/>
                  <a:pt x="130" y="143"/>
                </a:cubicBezTo>
                <a:cubicBezTo>
                  <a:pt x="119" y="143"/>
                  <a:pt x="110" y="139"/>
                  <a:pt x="102" y="131"/>
                </a:cubicBezTo>
                <a:cubicBezTo>
                  <a:pt x="101" y="130"/>
                  <a:pt x="99" y="128"/>
                  <a:pt x="97" y="126"/>
                </a:cubicBezTo>
                <a:cubicBezTo>
                  <a:pt x="99" y="146"/>
                  <a:pt x="109" y="159"/>
                  <a:pt x="118" y="165"/>
                </a:cubicBezTo>
                <a:cubicBezTo>
                  <a:pt x="120" y="166"/>
                  <a:pt x="120" y="166"/>
                  <a:pt x="120" y="166"/>
                </a:cubicBezTo>
                <a:lnTo>
                  <a:pt x="120" y="179"/>
                </a:lnTo>
                <a:close/>
                <a:moveTo>
                  <a:pt x="56" y="171"/>
                </a:moveTo>
                <a:cubicBezTo>
                  <a:pt x="112" y="171"/>
                  <a:pt x="112" y="171"/>
                  <a:pt x="112" y="171"/>
                </a:cubicBezTo>
                <a:cubicBezTo>
                  <a:pt x="101" y="163"/>
                  <a:pt x="89" y="145"/>
                  <a:pt x="88" y="119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100" y="118"/>
                  <a:pt x="105" y="122"/>
                  <a:pt x="108" y="126"/>
                </a:cubicBezTo>
                <a:cubicBezTo>
                  <a:pt x="114" y="132"/>
                  <a:pt x="122" y="135"/>
                  <a:pt x="130" y="135"/>
                </a:cubicBezTo>
                <a:cubicBezTo>
                  <a:pt x="147" y="135"/>
                  <a:pt x="160" y="121"/>
                  <a:pt x="160" y="105"/>
                </a:cubicBezTo>
                <a:cubicBezTo>
                  <a:pt x="160" y="88"/>
                  <a:pt x="147" y="74"/>
                  <a:pt x="130" y="74"/>
                </a:cubicBezTo>
                <a:cubicBezTo>
                  <a:pt x="122" y="74"/>
                  <a:pt x="114" y="77"/>
                  <a:pt x="108" y="83"/>
                </a:cubicBezTo>
                <a:cubicBezTo>
                  <a:pt x="104" y="87"/>
                  <a:pt x="98" y="91"/>
                  <a:pt x="95" y="93"/>
                </a:cubicBezTo>
                <a:cubicBezTo>
                  <a:pt x="86" y="98"/>
                  <a:pt x="86" y="98"/>
                  <a:pt x="86" y="98"/>
                </a:cubicBezTo>
                <a:cubicBezTo>
                  <a:pt x="89" y="89"/>
                  <a:pt x="89" y="89"/>
                  <a:pt x="89" y="89"/>
                </a:cubicBezTo>
                <a:cubicBezTo>
                  <a:pt x="91" y="79"/>
                  <a:pt x="99" y="67"/>
                  <a:pt x="105" y="62"/>
                </a:cubicBezTo>
                <a:cubicBezTo>
                  <a:pt x="111" y="56"/>
                  <a:pt x="114" y="48"/>
                  <a:pt x="114" y="39"/>
                </a:cubicBezTo>
                <a:cubicBezTo>
                  <a:pt x="114" y="22"/>
                  <a:pt x="101" y="9"/>
                  <a:pt x="84" y="8"/>
                </a:cubicBezTo>
                <a:cubicBezTo>
                  <a:pt x="68" y="9"/>
                  <a:pt x="54" y="22"/>
                  <a:pt x="54" y="39"/>
                </a:cubicBezTo>
                <a:cubicBezTo>
                  <a:pt x="54" y="48"/>
                  <a:pt x="58" y="56"/>
                  <a:pt x="64" y="62"/>
                </a:cubicBezTo>
                <a:cubicBezTo>
                  <a:pt x="69" y="67"/>
                  <a:pt x="77" y="79"/>
                  <a:pt x="80" y="89"/>
                </a:cubicBezTo>
                <a:cubicBezTo>
                  <a:pt x="82" y="98"/>
                  <a:pt x="82" y="98"/>
                  <a:pt x="82" y="98"/>
                </a:cubicBezTo>
                <a:cubicBezTo>
                  <a:pt x="74" y="93"/>
                  <a:pt x="74" y="93"/>
                  <a:pt x="74" y="93"/>
                </a:cubicBezTo>
                <a:cubicBezTo>
                  <a:pt x="68" y="90"/>
                  <a:pt x="63" y="86"/>
                  <a:pt x="61" y="83"/>
                </a:cubicBezTo>
                <a:cubicBezTo>
                  <a:pt x="55" y="77"/>
                  <a:pt x="47" y="74"/>
                  <a:pt x="39" y="74"/>
                </a:cubicBezTo>
                <a:cubicBezTo>
                  <a:pt x="22" y="74"/>
                  <a:pt x="8" y="88"/>
                  <a:pt x="8" y="105"/>
                </a:cubicBezTo>
                <a:cubicBezTo>
                  <a:pt x="8" y="121"/>
                  <a:pt x="22" y="135"/>
                  <a:pt x="39" y="135"/>
                </a:cubicBezTo>
                <a:cubicBezTo>
                  <a:pt x="47" y="135"/>
                  <a:pt x="55" y="132"/>
                  <a:pt x="61" y="126"/>
                </a:cubicBezTo>
                <a:cubicBezTo>
                  <a:pt x="64" y="122"/>
                  <a:pt x="69" y="118"/>
                  <a:pt x="75" y="115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0" y="145"/>
                  <a:pt x="68" y="163"/>
                  <a:pt x="56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5CF6FDA2-7EC3-4B97-8F66-BE1FEAB8AD45}"/>
              </a:ext>
            </a:extLst>
          </p:cNvPr>
          <p:cNvSpPr>
            <a:spLocks noEditPoints="1"/>
          </p:cNvSpPr>
          <p:nvPr/>
        </p:nvSpPr>
        <p:spPr bwMode="auto">
          <a:xfrm>
            <a:off x="6399213" y="733426"/>
            <a:ext cx="249238" cy="396875"/>
          </a:xfrm>
          <a:custGeom>
            <a:avLst/>
            <a:gdLst>
              <a:gd name="T0" fmla="*/ 78 w 157"/>
              <a:gd name="T1" fmla="*/ 250 h 250"/>
              <a:gd name="T2" fmla="*/ 0 w 157"/>
              <a:gd name="T3" fmla="*/ 126 h 250"/>
              <a:gd name="T4" fmla="*/ 78 w 157"/>
              <a:gd name="T5" fmla="*/ 0 h 250"/>
              <a:gd name="T6" fmla="*/ 157 w 157"/>
              <a:gd name="T7" fmla="*/ 126 h 250"/>
              <a:gd name="T8" fmla="*/ 78 w 157"/>
              <a:gd name="T9" fmla="*/ 250 h 250"/>
              <a:gd name="T10" fmla="*/ 14 w 157"/>
              <a:gd name="T11" fmla="*/ 126 h 250"/>
              <a:gd name="T12" fmla="*/ 78 w 157"/>
              <a:gd name="T13" fmla="*/ 229 h 250"/>
              <a:gd name="T14" fmla="*/ 143 w 157"/>
              <a:gd name="T15" fmla="*/ 126 h 250"/>
              <a:gd name="T16" fmla="*/ 78 w 157"/>
              <a:gd name="T17" fmla="*/ 21 h 250"/>
              <a:gd name="T18" fmla="*/ 14 w 157"/>
              <a:gd name="T19" fmla="*/ 126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7" h="250">
                <a:moveTo>
                  <a:pt x="78" y="250"/>
                </a:moveTo>
                <a:lnTo>
                  <a:pt x="0" y="126"/>
                </a:lnTo>
                <a:lnTo>
                  <a:pt x="78" y="0"/>
                </a:lnTo>
                <a:lnTo>
                  <a:pt x="157" y="126"/>
                </a:lnTo>
                <a:lnTo>
                  <a:pt x="78" y="250"/>
                </a:lnTo>
                <a:close/>
                <a:moveTo>
                  <a:pt x="14" y="126"/>
                </a:moveTo>
                <a:lnTo>
                  <a:pt x="78" y="229"/>
                </a:lnTo>
                <a:lnTo>
                  <a:pt x="143" y="126"/>
                </a:lnTo>
                <a:lnTo>
                  <a:pt x="78" y="21"/>
                </a:lnTo>
                <a:lnTo>
                  <a:pt x="14" y="1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0AEB357A-9A8F-438E-B034-07BBFF788D85}"/>
              </a:ext>
            </a:extLst>
          </p:cNvPr>
          <p:cNvSpPr>
            <a:spLocks noEditPoints="1"/>
          </p:cNvSpPr>
          <p:nvPr/>
        </p:nvSpPr>
        <p:spPr bwMode="auto">
          <a:xfrm>
            <a:off x="7186613" y="757238"/>
            <a:ext cx="309563" cy="349250"/>
          </a:xfrm>
          <a:custGeom>
            <a:avLst/>
            <a:gdLst>
              <a:gd name="T0" fmla="*/ 143 w 143"/>
              <a:gd name="T1" fmla="*/ 161 h 161"/>
              <a:gd name="T2" fmla="*/ 0 w 143"/>
              <a:gd name="T3" fmla="*/ 161 h 161"/>
              <a:gd name="T4" fmla="*/ 0 w 143"/>
              <a:gd name="T5" fmla="*/ 157 h 161"/>
              <a:gd name="T6" fmla="*/ 33 w 143"/>
              <a:gd name="T7" fmla="*/ 98 h 161"/>
              <a:gd name="T8" fmla="*/ 29 w 143"/>
              <a:gd name="T9" fmla="*/ 81 h 161"/>
              <a:gd name="T10" fmla="*/ 49 w 143"/>
              <a:gd name="T11" fmla="*/ 44 h 161"/>
              <a:gd name="T12" fmla="*/ 44 w 143"/>
              <a:gd name="T13" fmla="*/ 28 h 161"/>
              <a:gd name="T14" fmla="*/ 72 w 143"/>
              <a:gd name="T15" fmla="*/ 0 h 161"/>
              <a:gd name="T16" fmla="*/ 100 w 143"/>
              <a:gd name="T17" fmla="*/ 28 h 161"/>
              <a:gd name="T18" fmla="*/ 94 w 143"/>
              <a:gd name="T19" fmla="*/ 44 h 161"/>
              <a:gd name="T20" fmla="*/ 114 w 143"/>
              <a:gd name="T21" fmla="*/ 81 h 161"/>
              <a:gd name="T22" fmla="*/ 111 w 143"/>
              <a:gd name="T23" fmla="*/ 98 h 161"/>
              <a:gd name="T24" fmla="*/ 143 w 143"/>
              <a:gd name="T25" fmla="*/ 157 h 161"/>
              <a:gd name="T26" fmla="*/ 143 w 143"/>
              <a:gd name="T27" fmla="*/ 161 h 161"/>
              <a:gd name="T28" fmla="*/ 9 w 143"/>
              <a:gd name="T29" fmla="*/ 153 h 161"/>
              <a:gd name="T30" fmla="*/ 135 w 143"/>
              <a:gd name="T31" fmla="*/ 153 h 161"/>
              <a:gd name="T32" fmla="*/ 103 w 143"/>
              <a:gd name="T33" fmla="*/ 103 h 161"/>
              <a:gd name="T34" fmla="*/ 100 w 143"/>
              <a:gd name="T35" fmla="*/ 101 h 161"/>
              <a:gd name="T36" fmla="*/ 102 w 143"/>
              <a:gd name="T37" fmla="*/ 97 h 161"/>
              <a:gd name="T38" fmla="*/ 106 w 143"/>
              <a:gd name="T39" fmla="*/ 81 h 161"/>
              <a:gd name="T40" fmla="*/ 86 w 143"/>
              <a:gd name="T41" fmla="*/ 49 h 161"/>
              <a:gd name="T42" fmla="*/ 81 w 143"/>
              <a:gd name="T43" fmla="*/ 47 h 161"/>
              <a:gd name="T44" fmla="*/ 85 w 143"/>
              <a:gd name="T45" fmla="*/ 43 h 161"/>
              <a:gd name="T46" fmla="*/ 92 w 143"/>
              <a:gd name="T47" fmla="*/ 28 h 161"/>
              <a:gd name="T48" fmla="*/ 72 w 143"/>
              <a:gd name="T49" fmla="*/ 8 h 161"/>
              <a:gd name="T50" fmla="*/ 52 w 143"/>
              <a:gd name="T51" fmla="*/ 28 h 161"/>
              <a:gd name="T52" fmla="*/ 58 w 143"/>
              <a:gd name="T53" fmla="*/ 43 h 161"/>
              <a:gd name="T54" fmla="*/ 63 w 143"/>
              <a:gd name="T55" fmla="*/ 47 h 161"/>
              <a:gd name="T56" fmla="*/ 57 w 143"/>
              <a:gd name="T57" fmla="*/ 49 h 161"/>
              <a:gd name="T58" fmla="*/ 37 w 143"/>
              <a:gd name="T59" fmla="*/ 81 h 161"/>
              <a:gd name="T60" fmla="*/ 42 w 143"/>
              <a:gd name="T61" fmla="*/ 97 h 161"/>
              <a:gd name="T62" fmla="*/ 43 w 143"/>
              <a:gd name="T63" fmla="*/ 101 h 161"/>
              <a:gd name="T64" fmla="*/ 40 w 143"/>
              <a:gd name="T65" fmla="*/ 103 h 161"/>
              <a:gd name="T66" fmla="*/ 9 w 143"/>
              <a:gd name="T67" fmla="*/ 15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3" h="161">
                <a:moveTo>
                  <a:pt x="143" y="161"/>
                </a:moveTo>
                <a:cubicBezTo>
                  <a:pt x="0" y="161"/>
                  <a:pt x="0" y="161"/>
                  <a:pt x="0" y="161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33"/>
                  <a:pt x="13" y="111"/>
                  <a:pt x="33" y="98"/>
                </a:cubicBezTo>
                <a:cubicBezTo>
                  <a:pt x="30" y="92"/>
                  <a:pt x="29" y="86"/>
                  <a:pt x="29" y="81"/>
                </a:cubicBezTo>
                <a:cubicBezTo>
                  <a:pt x="29" y="66"/>
                  <a:pt x="37" y="52"/>
                  <a:pt x="49" y="44"/>
                </a:cubicBezTo>
                <a:cubicBezTo>
                  <a:pt x="46" y="40"/>
                  <a:pt x="44" y="34"/>
                  <a:pt x="44" y="28"/>
                </a:cubicBezTo>
                <a:cubicBezTo>
                  <a:pt x="44" y="12"/>
                  <a:pt x="56" y="0"/>
                  <a:pt x="72" y="0"/>
                </a:cubicBezTo>
                <a:cubicBezTo>
                  <a:pt x="87" y="0"/>
                  <a:pt x="100" y="12"/>
                  <a:pt x="100" y="28"/>
                </a:cubicBezTo>
                <a:cubicBezTo>
                  <a:pt x="100" y="34"/>
                  <a:pt x="98" y="40"/>
                  <a:pt x="94" y="44"/>
                </a:cubicBezTo>
                <a:cubicBezTo>
                  <a:pt x="106" y="52"/>
                  <a:pt x="114" y="66"/>
                  <a:pt x="114" y="81"/>
                </a:cubicBezTo>
                <a:cubicBezTo>
                  <a:pt x="114" y="86"/>
                  <a:pt x="113" y="92"/>
                  <a:pt x="111" y="98"/>
                </a:cubicBezTo>
                <a:cubicBezTo>
                  <a:pt x="131" y="111"/>
                  <a:pt x="143" y="133"/>
                  <a:pt x="143" y="157"/>
                </a:cubicBezTo>
                <a:lnTo>
                  <a:pt x="143" y="161"/>
                </a:lnTo>
                <a:close/>
                <a:moveTo>
                  <a:pt x="9" y="153"/>
                </a:moveTo>
                <a:cubicBezTo>
                  <a:pt x="135" y="153"/>
                  <a:pt x="135" y="153"/>
                  <a:pt x="135" y="153"/>
                </a:cubicBezTo>
                <a:cubicBezTo>
                  <a:pt x="134" y="132"/>
                  <a:pt x="122" y="113"/>
                  <a:pt x="103" y="103"/>
                </a:cubicBezTo>
                <a:cubicBezTo>
                  <a:pt x="100" y="101"/>
                  <a:pt x="100" y="101"/>
                  <a:pt x="100" y="101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5" y="92"/>
                  <a:pt x="106" y="86"/>
                  <a:pt x="106" y="81"/>
                </a:cubicBezTo>
                <a:cubicBezTo>
                  <a:pt x="106" y="67"/>
                  <a:pt x="98" y="55"/>
                  <a:pt x="86" y="49"/>
                </a:cubicBezTo>
                <a:cubicBezTo>
                  <a:pt x="81" y="47"/>
                  <a:pt x="81" y="47"/>
                  <a:pt x="81" y="47"/>
                </a:cubicBezTo>
                <a:cubicBezTo>
                  <a:pt x="85" y="43"/>
                  <a:pt x="85" y="43"/>
                  <a:pt x="85" y="43"/>
                </a:cubicBezTo>
                <a:cubicBezTo>
                  <a:pt x="89" y="39"/>
                  <a:pt x="92" y="33"/>
                  <a:pt x="92" y="28"/>
                </a:cubicBezTo>
                <a:cubicBezTo>
                  <a:pt x="92" y="17"/>
                  <a:pt x="83" y="8"/>
                  <a:pt x="72" y="8"/>
                </a:cubicBezTo>
                <a:cubicBezTo>
                  <a:pt x="61" y="8"/>
                  <a:pt x="52" y="17"/>
                  <a:pt x="52" y="28"/>
                </a:cubicBezTo>
                <a:cubicBezTo>
                  <a:pt x="52" y="33"/>
                  <a:pt x="54" y="39"/>
                  <a:pt x="58" y="43"/>
                </a:cubicBezTo>
                <a:cubicBezTo>
                  <a:pt x="63" y="47"/>
                  <a:pt x="63" y="47"/>
                  <a:pt x="63" y="47"/>
                </a:cubicBezTo>
                <a:cubicBezTo>
                  <a:pt x="57" y="49"/>
                  <a:pt x="57" y="49"/>
                  <a:pt x="57" y="49"/>
                </a:cubicBezTo>
                <a:cubicBezTo>
                  <a:pt x="45" y="55"/>
                  <a:pt x="37" y="67"/>
                  <a:pt x="37" y="81"/>
                </a:cubicBezTo>
                <a:cubicBezTo>
                  <a:pt x="37" y="86"/>
                  <a:pt x="39" y="92"/>
                  <a:pt x="42" y="9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0" y="103"/>
                  <a:pt x="40" y="103"/>
                  <a:pt x="40" y="103"/>
                </a:cubicBezTo>
                <a:cubicBezTo>
                  <a:pt x="22" y="113"/>
                  <a:pt x="10" y="132"/>
                  <a:pt x="9" y="1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511343A2-E260-4F29-BED9-C48E39380305}"/>
              </a:ext>
            </a:extLst>
          </p:cNvPr>
          <p:cNvSpPr>
            <a:spLocks noEditPoints="1"/>
          </p:cNvSpPr>
          <p:nvPr/>
        </p:nvSpPr>
        <p:spPr bwMode="auto">
          <a:xfrm>
            <a:off x="7980363" y="731838"/>
            <a:ext cx="352425" cy="355600"/>
          </a:xfrm>
          <a:custGeom>
            <a:avLst/>
            <a:gdLst>
              <a:gd name="T0" fmla="*/ 81 w 163"/>
              <a:gd name="T1" fmla="*/ 164 h 164"/>
              <a:gd name="T2" fmla="*/ 0 w 163"/>
              <a:gd name="T3" fmla="*/ 82 h 164"/>
              <a:gd name="T4" fmla="*/ 81 w 163"/>
              <a:gd name="T5" fmla="*/ 0 h 164"/>
              <a:gd name="T6" fmla="*/ 163 w 163"/>
              <a:gd name="T7" fmla="*/ 82 h 164"/>
              <a:gd name="T8" fmla="*/ 81 w 163"/>
              <a:gd name="T9" fmla="*/ 164 h 164"/>
              <a:gd name="T10" fmla="*/ 81 w 163"/>
              <a:gd name="T11" fmla="*/ 8 h 164"/>
              <a:gd name="T12" fmla="*/ 8 w 163"/>
              <a:gd name="T13" fmla="*/ 82 h 164"/>
              <a:gd name="T14" fmla="*/ 81 w 163"/>
              <a:gd name="T15" fmla="*/ 156 h 164"/>
              <a:gd name="T16" fmla="*/ 155 w 163"/>
              <a:gd name="T17" fmla="*/ 82 h 164"/>
              <a:gd name="T18" fmla="*/ 81 w 163"/>
              <a:gd name="T19" fmla="*/ 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3" h="164">
                <a:moveTo>
                  <a:pt x="81" y="164"/>
                </a:moveTo>
                <a:cubicBezTo>
                  <a:pt x="36" y="164"/>
                  <a:pt x="0" y="127"/>
                  <a:pt x="0" y="82"/>
                </a:cubicBezTo>
                <a:cubicBezTo>
                  <a:pt x="0" y="37"/>
                  <a:pt x="36" y="0"/>
                  <a:pt x="81" y="0"/>
                </a:cubicBezTo>
                <a:cubicBezTo>
                  <a:pt x="127" y="0"/>
                  <a:pt x="163" y="37"/>
                  <a:pt x="163" y="82"/>
                </a:cubicBezTo>
                <a:cubicBezTo>
                  <a:pt x="163" y="127"/>
                  <a:pt x="127" y="164"/>
                  <a:pt x="81" y="164"/>
                </a:cubicBezTo>
                <a:close/>
                <a:moveTo>
                  <a:pt x="81" y="8"/>
                </a:moveTo>
                <a:cubicBezTo>
                  <a:pt x="41" y="8"/>
                  <a:pt x="8" y="41"/>
                  <a:pt x="8" y="82"/>
                </a:cubicBezTo>
                <a:cubicBezTo>
                  <a:pt x="8" y="123"/>
                  <a:pt x="41" y="156"/>
                  <a:pt x="81" y="156"/>
                </a:cubicBezTo>
                <a:cubicBezTo>
                  <a:pt x="122" y="156"/>
                  <a:pt x="155" y="123"/>
                  <a:pt x="155" y="82"/>
                </a:cubicBezTo>
                <a:cubicBezTo>
                  <a:pt x="155" y="41"/>
                  <a:pt x="122" y="8"/>
                  <a:pt x="81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Rectangle 18">
            <a:extLst>
              <a:ext uri="{FF2B5EF4-FFF2-40B4-BE49-F238E27FC236}">
                <a16:creationId xmlns:a16="http://schemas.microsoft.com/office/drawing/2014/main" id="{881ED676-5918-421E-A909-20B4AA59E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9263" y="906463"/>
            <a:ext cx="171450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2CCEAE9C-6C83-43C4-A523-99EF07EB6BB6}"/>
              </a:ext>
            </a:extLst>
          </p:cNvPr>
          <p:cNvSpPr>
            <a:spLocks/>
          </p:cNvSpPr>
          <p:nvPr/>
        </p:nvSpPr>
        <p:spPr bwMode="auto">
          <a:xfrm>
            <a:off x="8281988" y="1036638"/>
            <a:ext cx="92075" cy="93663"/>
          </a:xfrm>
          <a:custGeom>
            <a:avLst/>
            <a:gdLst>
              <a:gd name="T0" fmla="*/ 50 w 58"/>
              <a:gd name="T1" fmla="*/ 59 h 59"/>
              <a:gd name="T2" fmla="*/ 0 w 58"/>
              <a:gd name="T3" fmla="*/ 7 h 59"/>
              <a:gd name="T4" fmla="*/ 8 w 58"/>
              <a:gd name="T5" fmla="*/ 0 h 59"/>
              <a:gd name="T6" fmla="*/ 58 w 58"/>
              <a:gd name="T7" fmla="*/ 51 h 59"/>
              <a:gd name="T8" fmla="*/ 50 w 58"/>
              <a:gd name="T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59">
                <a:moveTo>
                  <a:pt x="50" y="59"/>
                </a:moveTo>
                <a:lnTo>
                  <a:pt x="0" y="7"/>
                </a:lnTo>
                <a:lnTo>
                  <a:pt x="8" y="0"/>
                </a:lnTo>
                <a:lnTo>
                  <a:pt x="58" y="51"/>
                </a:lnTo>
                <a:lnTo>
                  <a:pt x="50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2B503A08-74C9-45BA-A56D-59CCD2A12F81}"/>
              </a:ext>
            </a:extLst>
          </p:cNvPr>
          <p:cNvSpPr>
            <a:spLocks noEditPoints="1"/>
          </p:cNvSpPr>
          <p:nvPr/>
        </p:nvSpPr>
        <p:spPr bwMode="auto">
          <a:xfrm>
            <a:off x="8809038" y="731838"/>
            <a:ext cx="354013" cy="355600"/>
          </a:xfrm>
          <a:custGeom>
            <a:avLst/>
            <a:gdLst>
              <a:gd name="T0" fmla="*/ 82 w 164"/>
              <a:gd name="T1" fmla="*/ 164 h 164"/>
              <a:gd name="T2" fmla="*/ 0 w 164"/>
              <a:gd name="T3" fmla="*/ 82 h 164"/>
              <a:gd name="T4" fmla="*/ 82 w 164"/>
              <a:gd name="T5" fmla="*/ 0 h 164"/>
              <a:gd name="T6" fmla="*/ 164 w 164"/>
              <a:gd name="T7" fmla="*/ 82 h 164"/>
              <a:gd name="T8" fmla="*/ 82 w 164"/>
              <a:gd name="T9" fmla="*/ 164 h 164"/>
              <a:gd name="T10" fmla="*/ 82 w 164"/>
              <a:gd name="T11" fmla="*/ 8 h 164"/>
              <a:gd name="T12" fmla="*/ 8 w 164"/>
              <a:gd name="T13" fmla="*/ 82 h 164"/>
              <a:gd name="T14" fmla="*/ 82 w 164"/>
              <a:gd name="T15" fmla="*/ 156 h 164"/>
              <a:gd name="T16" fmla="*/ 156 w 164"/>
              <a:gd name="T17" fmla="*/ 82 h 164"/>
              <a:gd name="T18" fmla="*/ 82 w 164"/>
              <a:gd name="T19" fmla="*/ 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4" h="164">
                <a:moveTo>
                  <a:pt x="82" y="164"/>
                </a:moveTo>
                <a:cubicBezTo>
                  <a:pt x="36" y="164"/>
                  <a:pt x="0" y="127"/>
                  <a:pt x="0" y="82"/>
                </a:cubicBezTo>
                <a:cubicBezTo>
                  <a:pt x="0" y="37"/>
                  <a:pt x="36" y="0"/>
                  <a:pt x="82" y="0"/>
                </a:cubicBezTo>
                <a:cubicBezTo>
                  <a:pt x="127" y="0"/>
                  <a:pt x="164" y="37"/>
                  <a:pt x="164" y="82"/>
                </a:cubicBezTo>
                <a:cubicBezTo>
                  <a:pt x="164" y="127"/>
                  <a:pt x="127" y="164"/>
                  <a:pt x="82" y="164"/>
                </a:cubicBezTo>
                <a:close/>
                <a:moveTo>
                  <a:pt x="82" y="8"/>
                </a:moveTo>
                <a:cubicBezTo>
                  <a:pt x="41" y="8"/>
                  <a:pt x="8" y="41"/>
                  <a:pt x="8" y="82"/>
                </a:cubicBezTo>
                <a:cubicBezTo>
                  <a:pt x="8" y="123"/>
                  <a:pt x="41" y="156"/>
                  <a:pt x="82" y="156"/>
                </a:cubicBezTo>
                <a:cubicBezTo>
                  <a:pt x="122" y="156"/>
                  <a:pt x="156" y="123"/>
                  <a:pt x="156" y="82"/>
                </a:cubicBezTo>
                <a:cubicBezTo>
                  <a:pt x="156" y="41"/>
                  <a:pt x="122" y="8"/>
                  <a:pt x="8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Rectangle 21">
            <a:extLst>
              <a:ext uri="{FF2B5EF4-FFF2-40B4-BE49-F238E27FC236}">
                <a16:creationId xmlns:a16="http://schemas.microsoft.com/office/drawing/2014/main" id="{10F23581-BC44-4091-8C70-8287BDC09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7938" y="906463"/>
            <a:ext cx="16986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Rectangle 22">
            <a:extLst>
              <a:ext uri="{FF2B5EF4-FFF2-40B4-BE49-F238E27FC236}">
                <a16:creationId xmlns:a16="http://schemas.microsoft.com/office/drawing/2014/main" id="{DC94F8D1-2B14-41C2-A2AD-B550CB119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825501"/>
            <a:ext cx="9525" cy="1698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231D63DE-A835-4565-BC0E-F8D4CA0E7F7C}"/>
              </a:ext>
            </a:extLst>
          </p:cNvPr>
          <p:cNvSpPr>
            <a:spLocks/>
          </p:cNvSpPr>
          <p:nvPr/>
        </p:nvSpPr>
        <p:spPr bwMode="auto">
          <a:xfrm>
            <a:off x="9109076" y="1036638"/>
            <a:ext cx="93663" cy="93663"/>
          </a:xfrm>
          <a:custGeom>
            <a:avLst/>
            <a:gdLst>
              <a:gd name="T0" fmla="*/ 51 w 59"/>
              <a:gd name="T1" fmla="*/ 59 h 59"/>
              <a:gd name="T2" fmla="*/ 0 w 59"/>
              <a:gd name="T3" fmla="*/ 7 h 59"/>
              <a:gd name="T4" fmla="*/ 9 w 59"/>
              <a:gd name="T5" fmla="*/ 0 h 59"/>
              <a:gd name="T6" fmla="*/ 59 w 59"/>
              <a:gd name="T7" fmla="*/ 51 h 59"/>
              <a:gd name="T8" fmla="*/ 51 w 59"/>
              <a:gd name="T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59">
                <a:moveTo>
                  <a:pt x="51" y="59"/>
                </a:moveTo>
                <a:lnTo>
                  <a:pt x="0" y="7"/>
                </a:lnTo>
                <a:lnTo>
                  <a:pt x="9" y="0"/>
                </a:lnTo>
                <a:lnTo>
                  <a:pt x="59" y="51"/>
                </a:lnTo>
                <a:lnTo>
                  <a:pt x="51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EC456155-6AA1-433C-9E80-B2D9E8D04281}"/>
              </a:ext>
            </a:extLst>
          </p:cNvPr>
          <p:cNvSpPr>
            <a:spLocks noEditPoints="1"/>
          </p:cNvSpPr>
          <p:nvPr/>
        </p:nvSpPr>
        <p:spPr bwMode="auto">
          <a:xfrm>
            <a:off x="9625013" y="731838"/>
            <a:ext cx="354013" cy="355600"/>
          </a:xfrm>
          <a:custGeom>
            <a:avLst/>
            <a:gdLst>
              <a:gd name="T0" fmla="*/ 82 w 164"/>
              <a:gd name="T1" fmla="*/ 164 h 164"/>
              <a:gd name="T2" fmla="*/ 0 w 164"/>
              <a:gd name="T3" fmla="*/ 82 h 164"/>
              <a:gd name="T4" fmla="*/ 82 w 164"/>
              <a:gd name="T5" fmla="*/ 0 h 164"/>
              <a:gd name="T6" fmla="*/ 164 w 164"/>
              <a:gd name="T7" fmla="*/ 82 h 164"/>
              <a:gd name="T8" fmla="*/ 82 w 164"/>
              <a:gd name="T9" fmla="*/ 164 h 164"/>
              <a:gd name="T10" fmla="*/ 82 w 164"/>
              <a:gd name="T11" fmla="*/ 8 h 164"/>
              <a:gd name="T12" fmla="*/ 8 w 164"/>
              <a:gd name="T13" fmla="*/ 82 h 164"/>
              <a:gd name="T14" fmla="*/ 82 w 164"/>
              <a:gd name="T15" fmla="*/ 156 h 164"/>
              <a:gd name="T16" fmla="*/ 156 w 164"/>
              <a:gd name="T17" fmla="*/ 82 h 164"/>
              <a:gd name="T18" fmla="*/ 82 w 164"/>
              <a:gd name="T19" fmla="*/ 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4" h="164">
                <a:moveTo>
                  <a:pt x="82" y="164"/>
                </a:moveTo>
                <a:cubicBezTo>
                  <a:pt x="37" y="164"/>
                  <a:pt x="0" y="127"/>
                  <a:pt x="0" y="82"/>
                </a:cubicBezTo>
                <a:cubicBezTo>
                  <a:pt x="0" y="37"/>
                  <a:pt x="37" y="0"/>
                  <a:pt x="82" y="0"/>
                </a:cubicBezTo>
                <a:cubicBezTo>
                  <a:pt x="127" y="0"/>
                  <a:pt x="164" y="37"/>
                  <a:pt x="164" y="82"/>
                </a:cubicBezTo>
                <a:cubicBezTo>
                  <a:pt x="164" y="127"/>
                  <a:pt x="127" y="164"/>
                  <a:pt x="82" y="164"/>
                </a:cubicBezTo>
                <a:close/>
                <a:moveTo>
                  <a:pt x="82" y="8"/>
                </a:moveTo>
                <a:cubicBezTo>
                  <a:pt x="41" y="8"/>
                  <a:pt x="8" y="41"/>
                  <a:pt x="8" y="82"/>
                </a:cubicBezTo>
                <a:cubicBezTo>
                  <a:pt x="8" y="123"/>
                  <a:pt x="41" y="156"/>
                  <a:pt x="82" y="156"/>
                </a:cubicBezTo>
                <a:cubicBezTo>
                  <a:pt x="123" y="156"/>
                  <a:pt x="156" y="123"/>
                  <a:pt x="156" y="82"/>
                </a:cubicBezTo>
                <a:cubicBezTo>
                  <a:pt x="156" y="41"/>
                  <a:pt x="123" y="8"/>
                  <a:pt x="8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A4063D12-E7F2-44A0-8307-88FBF75F8332}"/>
              </a:ext>
            </a:extLst>
          </p:cNvPr>
          <p:cNvSpPr>
            <a:spLocks noEditPoints="1"/>
          </p:cNvSpPr>
          <p:nvPr/>
        </p:nvSpPr>
        <p:spPr bwMode="auto">
          <a:xfrm>
            <a:off x="10472738" y="731838"/>
            <a:ext cx="388938" cy="388938"/>
          </a:xfrm>
          <a:custGeom>
            <a:avLst/>
            <a:gdLst>
              <a:gd name="T0" fmla="*/ 90 w 180"/>
              <a:gd name="T1" fmla="*/ 180 h 180"/>
              <a:gd name="T2" fmla="*/ 0 w 180"/>
              <a:gd name="T3" fmla="*/ 90 h 180"/>
              <a:gd name="T4" fmla="*/ 90 w 180"/>
              <a:gd name="T5" fmla="*/ 0 h 180"/>
              <a:gd name="T6" fmla="*/ 180 w 180"/>
              <a:gd name="T7" fmla="*/ 90 h 180"/>
              <a:gd name="T8" fmla="*/ 90 w 180"/>
              <a:gd name="T9" fmla="*/ 180 h 180"/>
              <a:gd name="T10" fmla="*/ 90 w 180"/>
              <a:gd name="T11" fmla="*/ 8 h 180"/>
              <a:gd name="T12" fmla="*/ 8 w 180"/>
              <a:gd name="T13" fmla="*/ 90 h 180"/>
              <a:gd name="T14" fmla="*/ 90 w 180"/>
              <a:gd name="T15" fmla="*/ 172 h 180"/>
              <a:gd name="T16" fmla="*/ 172 w 180"/>
              <a:gd name="T17" fmla="*/ 90 h 180"/>
              <a:gd name="T18" fmla="*/ 90 w 180"/>
              <a:gd name="T19" fmla="*/ 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0" h="180">
                <a:moveTo>
                  <a:pt x="90" y="180"/>
                </a:moveTo>
                <a:cubicBezTo>
                  <a:pt x="41" y="180"/>
                  <a:pt x="0" y="139"/>
                  <a:pt x="0" y="90"/>
                </a:cubicBezTo>
                <a:cubicBezTo>
                  <a:pt x="0" y="40"/>
                  <a:pt x="41" y="0"/>
                  <a:pt x="90" y="0"/>
                </a:cubicBezTo>
                <a:cubicBezTo>
                  <a:pt x="140" y="0"/>
                  <a:pt x="180" y="40"/>
                  <a:pt x="180" y="90"/>
                </a:cubicBezTo>
                <a:cubicBezTo>
                  <a:pt x="180" y="139"/>
                  <a:pt x="140" y="180"/>
                  <a:pt x="90" y="180"/>
                </a:cubicBezTo>
                <a:close/>
                <a:moveTo>
                  <a:pt x="90" y="8"/>
                </a:moveTo>
                <a:cubicBezTo>
                  <a:pt x="45" y="8"/>
                  <a:pt x="8" y="45"/>
                  <a:pt x="8" y="90"/>
                </a:cubicBezTo>
                <a:cubicBezTo>
                  <a:pt x="8" y="135"/>
                  <a:pt x="45" y="172"/>
                  <a:pt x="90" y="172"/>
                </a:cubicBezTo>
                <a:cubicBezTo>
                  <a:pt x="136" y="172"/>
                  <a:pt x="172" y="135"/>
                  <a:pt x="172" y="90"/>
                </a:cubicBezTo>
                <a:cubicBezTo>
                  <a:pt x="172" y="45"/>
                  <a:pt x="136" y="8"/>
                  <a:pt x="90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AE5DBAC9-86A5-4B8D-98AA-823E2F8A1CA7}"/>
              </a:ext>
            </a:extLst>
          </p:cNvPr>
          <p:cNvSpPr>
            <a:spLocks/>
          </p:cNvSpPr>
          <p:nvPr/>
        </p:nvSpPr>
        <p:spPr bwMode="auto">
          <a:xfrm>
            <a:off x="9925051" y="1036638"/>
            <a:ext cx="93663" cy="93663"/>
          </a:xfrm>
          <a:custGeom>
            <a:avLst/>
            <a:gdLst>
              <a:gd name="T0" fmla="*/ 52 w 59"/>
              <a:gd name="T1" fmla="*/ 59 h 59"/>
              <a:gd name="T2" fmla="*/ 0 w 59"/>
              <a:gd name="T3" fmla="*/ 7 h 59"/>
              <a:gd name="T4" fmla="*/ 8 w 59"/>
              <a:gd name="T5" fmla="*/ 0 h 59"/>
              <a:gd name="T6" fmla="*/ 59 w 59"/>
              <a:gd name="T7" fmla="*/ 51 h 59"/>
              <a:gd name="T8" fmla="*/ 52 w 59"/>
              <a:gd name="T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59">
                <a:moveTo>
                  <a:pt x="52" y="59"/>
                </a:moveTo>
                <a:lnTo>
                  <a:pt x="0" y="7"/>
                </a:lnTo>
                <a:lnTo>
                  <a:pt x="8" y="0"/>
                </a:lnTo>
                <a:lnTo>
                  <a:pt x="59" y="51"/>
                </a:lnTo>
                <a:lnTo>
                  <a:pt x="52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0941908-2FAE-4308-8607-80A6C0DEC0A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906463"/>
            <a:ext cx="38100" cy="39688"/>
          </a:xfrm>
          <a:custGeom>
            <a:avLst/>
            <a:gdLst>
              <a:gd name="T0" fmla="*/ 9 w 18"/>
              <a:gd name="T1" fmla="*/ 18 h 18"/>
              <a:gd name="T2" fmla="*/ 0 w 18"/>
              <a:gd name="T3" fmla="*/ 9 h 18"/>
              <a:gd name="T4" fmla="*/ 9 w 18"/>
              <a:gd name="T5" fmla="*/ 0 h 18"/>
              <a:gd name="T6" fmla="*/ 18 w 18"/>
              <a:gd name="T7" fmla="*/ 9 h 18"/>
              <a:gd name="T8" fmla="*/ 9 w 18"/>
              <a:gd name="T9" fmla="*/ 18 h 18"/>
              <a:gd name="T10" fmla="*/ 9 w 18"/>
              <a:gd name="T11" fmla="*/ 4 h 18"/>
              <a:gd name="T12" fmla="*/ 4 w 18"/>
              <a:gd name="T13" fmla="*/ 9 h 18"/>
              <a:gd name="T14" fmla="*/ 9 w 18"/>
              <a:gd name="T15" fmla="*/ 14 h 18"/>
              <a:gd name="T16" fmla="*/ 14 w 18"/>
              <a:gd name="T17" fmla="*/ 9 h 18"/>
              <a:gd name="T18" fmla="*/ 9 w 18"/>
              <a:gd name="T19" fmla="*/ 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" h="18">
                <a:moveTo>
                  <a:pt x="9" y="18"/>
                </a:moveTo>
                <a:cubicBezTo>
                  <a:pt x="4" y="18"/>
                  <a:pt x="0" y="14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4" y="0"/>
                  <a:pt x="18" y="4"/>
                  <a:pt x="18" y="9"/>
                </a:cubicBezTo>
                <a:cubicBezTo>
                  <a:pt x="18" y="14"/>
                  <a:pt x="14" y="18"/>
                  <a:pt x="9" y="18"/>
                </a:cubicBezTo>
                <a:close/>
                <a:moveTo>
                  <a:pt x="9" y="4"/>
                </a:moveTo>
                <a:cubicBezTo>
                  <a:pt x="7" y="4"/>
                  <a:pt x="4" y="6"/>
                  <a:pt x="4" y="9"/>
                </a:cubicBezTo>
                <a:cubicBezTo>
                  <a:pt x="4" y="12"/>
                  <a:pt x="7" y="14"/>
                  <a:pt x="9" y="14"/>
                </a:cubicBezTo>
                <a:cubicBezTo>
                  <a:pt x="12" y="14"/>
                  <a:pt x="14" y="12"/>
                  <a:pt x="14" y="9"/>
                </a:cubicBezTo>
                <a:cubicBezTo>
                  <a:pt x="14" y="6"/>
                  <a:pt x="12" y="4"/>
                  <a:pt x="9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EF6E2CBE-2B94-4C6F-B805-E8133A8DC350}"/>
              </a:ext>
            </a:extLst>
          </p:cNvPr>
          <p:cNvSpPr>
            <a:spLocks/>
          </p:cNvSpPr>
          <p:nvPr/>
        </p:nvSpPr>
        <p:spPr bwMode="auto">
          <a:xfrm>
            <a:off x="10682288" y="922338"/>
            <a:ext cx="79375" cy="7938"/>
          </a:xfrm>
          <a:custGeom>
            <a:avLst/>
            <a:gdLst>
              <a:gd name="T0" fmla="*/ 35 w 37"/>
              <a:gd name="T1" fmla="*/ 4 h 4"/>
              <a:gd name="T2" fmla="*/ 2 w 37"/>
              <a:gd name="T3" fmla="*/ 4 h 4"/>
              <a:gd name="T4" fmla="*/ 0 w 37"/>
              <a:gd name="T5" fmla="*/ 2 h 4"/>
              <a:gd name="T6" fmla="*/ 2 w 37"/>
              <a:gd name="T7" fmla="*/ 0 h 4"/>
              <a:gd name="T8" fmla="*/ 35 w 37"/>
              <a:gd name="T9" fmla="*/ 0 h 4"/>
              <a:gd name="T10" fmla="*/ 37 w 37"/>
              <a:gd name="T11" fmla="*/ 2 h 4"/>
              <a:gd name="T12" fmla="*/ 35 w 37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4">
                <a:moveTo>
                  <a:pt x="35" y="4"/>
                </a:move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3"/>
                  <a:pt x="36" y="4"/>
                  <a:pt x="3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B33225F0-907D-41A5-B935-1148E65EF5AA}"/>
              </a:ext>
            </a:extLst>
          </p:cNvPr>
          <p:cNvSpPr>
            <a:spLocks/>
          </p:cNvSpPr>
          <p:nvPr/>
        </p:nvSpPr>
        <p:spPr bwMode="auto">
          <a:xfrm>
            <a:off x="10663238" y="796926"/>
            <a:ext cx="7938" cy="114300"/>
          </a:xfrm>
          <a:custGeom>
            <a:avLst/>
            <a:gdLst>
              <a:gd name="T0" fmla="*/ 2 w 4"/>
              <a:gd name="T1" fmla="*/ 53 h 53"/>
              <a:gd name="T2" fmla="*/ 0 w 4"/>
              <a:gd name="T3" fmla="*/ 51 h 53"/>
              <a:gd name="T4" fmla="*/ 0 w 4"/>
              <a:gd name="T5" fmla="*/ 2 h 53"/>
              <a:gd name="T6" fmla="*/ 2 w 4"/>
              <a:gd name="T7" fmla="*/ 0 h 53"/>
              <a:gd name="T8" fmla="*/ 4 w 4"/>
              <a:gd name="T9" fmla="*/ 2 h 53"/>
              <a:gd name="T10" fmla="*/ 4 w 4"/>
              <a:gd name="T11" fmla="*/ 51 h 53"/>
              <a:gd name="T12" fmla="*/ 2 w 4"/>
              <a:gd name="T13" fmla="*/ 5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53">
                <a:moveTo>
                  <a:pt x="2" y="53"/>
                </a:moveTo>
                <a:cubicBezTo>
                  <a:pt x="1" y="53"/>
                  <a:pt x="0" y="52"/>
                  <a:pt x="0" y="5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" y="0"/>
                  <a:pt x="4" y="1"/>
                  <a:pt x="4" y="2"/>
                </a:cubicBezTo>
                <a:cubicBezTo>
                  <a:pt x="4" y="51"/>
                  <a:pt x="4" y="51"/>
                  <a:pt x="4" y="51"/>
                </a:cubicBezTo>
                <a:cubicBezTo>
                  <a:pt x="4" y="52"/>
                  <a:pt x="4" y="53"/>
                  <a:pt x="2" y="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231BCA3C-4520-4C58-A330-891E9F26E3CA}"/>
              </a:ext>
            </a:extLst>
          </p:cNvPr>
          <p:cNvSpPr>
            <a:spLocks noEditPoints="1"/>
          </p:cNvSpPr>
          <p:nvPr/>
        </p:nvSpPr>
        <p:spPr bwMode="auto">
          <a:xfrm>
            <a:off x="8004176" y="1609726"/>
            <a:ext cx="350838" cy="331788"/>
          </a:xfrm>
          <a:custGeom>
            <a:avLst/>
            <a:gdLst>
              <a:gd name="T0" fmla="*/ 10 w 162"/>
              <a:gd name="T1" fmla="*/ 153 h 153"/>
              <a:gd name="T2" fmla="*/ 10 w 162"/>
              <a:gd name="T3" fmla="*/ 142 h 153"/>
              <a:gd name="T4" fmla="*/ 12 w 162"/>
              <a:gd name="T5" fmla="*/ 141 h 153"/>
              <a:gd name="T6" fmla="*/ 29 w 162"/>
              <a:gd name="T7" fmla="*/ 120 h 153"/>
              <a:gd name="T8" fmla="*/ 29 w 162"/>
              <a:gd name="T9" fmla="*/ 118 h 153"/>
              <a:gd name="T10" fmla="*/ 0 w 162"/>
              <a:gd name="T11" fmla="*/ 67 h 153"/>
              <a:gd name="T12" fmla="*/ 81 w 162"/>
              <a:gd name="T13" fmla="*/ 0 h 153"/>
              <a:gd name="T14" fmla="*/ 162 w 162"/>
              <a:gd name="T15" fmla="*/ 67 h 153"/>
              <a:gd name="T16" fmla="*/ 81 w 162"/>
              <a:gd name="T17" fmla="*/ 133 h 153"/>
              <a:gd name="T18" fmla="*/ 70 w 162"/>
              <a:gd name="T19" fmla="*/ 133 h 153"/>
              <a:gd name="T20" fmla="*/ 14 w 162"/>
              <a:gd name="T21" fmla="*/ 153 h 153"/>
              <a:gd name="T22" fmla="*/ 10 w 162"/>
              <a:gd name="T23" fmla="*/ 153 h 153"/>
              <a:gd name="T24" fmla="*/ 81 w 162"/>
              <a:gd name="T25" fmla="*/ 8 h 153"/>
              <a:gd name="T26" fmla="*/ 8 w 162"/>
              <a:gd name="T27" fmla="*/ 67 h 153"/>
              <a:gd name="T28" fmla="*/ 35 w 162"/>
              <a:gd name="T29" fmla="*/ 112 h 153"/>
              <a:gd name="T30" fmla="*/ 36 w 162"/>
              <a:gd name="T31" fmla="*/ 113 h 153"/>
              <a:gd name="T32" fmla="*/ 37 w 162"/>
              <a:gd name="T33" fmla="*/ 115 h 153"/>
              <a:gd name="T34" fmla="*/ 37 w 162"/>
              <a:gd name="T35" fmla="*/ 120 h 153"/>
              <a:gd name="T36" fmla="*/ 22 w 162"/>
              <a:gd name="T37" fmla="*/ 144 h 153"/>
              <a:gd name="T38" fmla="*/ 66 w 162"/>
              <a:gd name="T39" fmla="*/ 126 h 153"/>
              <a:gd name="T40" fmla="*/ 68 w 162"/>
              <a:gd name="T41" fmla="*/ 124 h 153"/>
              <a:gd name="T42" fmla="*/ 70 w 162"/>
              <a:gd name="T43" fmla="*/ 125 h 153"/>
              <a:gd name="T44" fmla="*/ 81 w 162"/>
              <a:gd name="T45" fmla="*/ 125 h 153"/>
              <a:gd name="T46" fmla="*/ 154 w 162"/>
              <a:gd name="T47" fmla="*/ 67 h 153"/>
              <a:gd name="T48" fmla="*/ 81 w 162"/>
              <a:gd name="T49" fmla="*/ 8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2" h="153">
                <a:moveTo>
                  <a:pt x="10" y="153"/>
                </a:moveTo>
                <a:cubicBezTo>
                  <a:pt x="10" y="142"/>
                  <a:pt x="10" y="142"/>
                  <a:pt x="10" y="142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20" y="137"/>
                  <a:pt x="29" y="129"/>
                  <a:pt x="29" y="120"/>
                </a:cubicBezTo>
                <a:cubicBezTo>
                  <a:pt x="29" y="119"/>
                  <a:pt x="29" y="118"/>
                  <a:pt x="29" y="118"/>
                </a:cubicBezTo>
                <a:cubicBezTo>
                  <a:pt x="10" y="105"/>
                  <a:pt x="0" y="87"/>
                  <a:pt x="0" y="67"/>
                </a:cubicBezTo>
                <a:cubicBezTo>
                  <a:pt x="0" y="30"/>
                  <a:pt x="36" y="0"/>
                  <a:pt x="81" y="0"/>
                </a:cubicBezTo>
                <a:cubicBezTo>
                  <a:pt x="126" y="0"/>
                  <a:pt x="162" y="30"/>
                  <a:pt x="162" y="67"/>
                </a:cubicBezTo>
                <a:cubicBezTo>
                  <a:pt x="162" y="104"/>
                  <a:pt x="126" y="133"/>
                  <a:pt x="81" y="133"/>
                </a:cubicBezTo>
                <a:cubicBezTo>
                  <a:pt x="77" y="133"/>
                  <a:pt x="74" y="133"/>
                  <a:pt x="70" y="133"/>
                </a:cubicBezTo>
                <a:cubicBezTo>
                  <a:pt x="53" y="149"/>
                  <a:pt x="32" y="152"/>
                  <a:pt x="14" y="153"/>
                </a:cubicBezTo>
                <a:lnTo>
                  <a:pt x="10" y="153"/>
                </a:lnTo>
                <a:close/>
                <a:moveTo>
                  <a:pt x="81" y="8"/>
                </a:moveTo>
                <a:cubicBezTo>
                  <a:pt x="41" y="8"/>
                  <a:pt x="8" y="35"/>
                  <a:pt x="8" y="67"/>
                </a:cubicBezTo>
                <a:cubicBezTo>
                  <a:pt x="8" y="84"/>
                  <a:pt x="18" y="101"/>
                  <a:pt x="35" y="112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37" y="117"/>
                  <a:pt x="37" y="118"/>
                  <a:pt x="37" y="120"/>
                </a:cubicBezTo>
                <a:cubicBezTo>
                  <a:pt x="37" y="130"/>
                  <a:pt x="30" y="139"/>
                  <a:pt x="22" y="144"/>
                </a:cubicBezTo>
                <a:cubicBezTo>
                  <a:pt x="37" y="143"/>
                  <a:pt x="53" y="139"/>
                  <a:pt x="66" y="126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70" y="125"/>
                  <a:pt x="70" y="125"/>
                  <a:pt x="70" y="125"/>
                </a:cubicBezTo>
                <a:cubicBezTo>
                  <a:pt x="73" y="125"/>
                  <a:pt x="77" y="125"/>
                  <a:pt x="81" y="125"/>
                </a:cubicBezTo>
                <a:cubicBezTo>
                  <a:pt x="121" y="125"/>
                  <a:pt x="154" y="99"/>
                  <a:pt x="154" y="67"/>
                </a:cubicBezTo>
                <a:cubicBezTo>
                  <a:pt x="154" y="35"/>
                  <a:pt x="121" y="8"/>
                  <a:pt x="81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FBF5D49E-D8B2-46A5-BD43-2A6F019A1866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1739901"/>
            <a:ext cx="195263" cy="196850"/>
          </a:xfrm>
          <a:custGeom>
            <a:avLst/>
            <a:gdLst>
              <a:gd name="T0" fmla="*/ 83 w 90"/>
              <a:gd name="T1" fmla="*/ 91 h 91"/>
              <a:gd name="T2" fmla="*/ 57 w 90"/>
              <a:gd name="T3" fmla="*/ 80 h 91"/>
              <a:gd name="T4" fmla="*/ 45 w 90"/>
              <a:gd name="T5" fmla="*/ 81 h 91"/>
              <a:gd name="T6" fmla="*/ 0 w 90"/>
              <a:gd name="T7" fmla="*/ 41 h 91"/>
              <a:gd name="T8" fmla="*/ 45 w 90"/>
              <a:gd name="T9" fmla="*/ 0 h 91"/>
              <a:gd name="T10" fmla="*/ 90 w 90"/>
              <a:gd name="T11" fmla="*/ 41 h 91"/>
              <a:gd name="T12" fmla="*/ 82 w 90"/>
              <a:gd name="T13" fmla="*/ 64 h 91"/>
              <a:gd name="T14" fmla="*/ 81 w 90"/>
              <a:gd name="T15" fmla="*/ 70 h 91"/>
              <a:gd name="T16" fmla="*/ 89 w 90"/>
              <a:gd name="T17" fmla="*/ 84 h 91"/>
              <a:gd name="T18" fmla="*/ 90 w 90"/>
              <a:gd name="T19" fmla="*/ 85 h 91"/>
              <a:gd name="T20" fmla="*/ 90 w 90"/>
              <a:gd name="T21" fmla="*/ 90 h 91"/>
              <a:gd name="T22" fmla="*/ 89 w 90"/>
              <a:gd name="T23" fmla="*/ 90 h 91"/>
              <a:gd name="T24" fmla="*/ 83 w 90"/>
              <a:gd name="T25" fmla="*/ 91 h 91"/>
              <a:gd name="T26" fmla="*/ 58 w 90"/>
              <a:gd name="T27" fmla="*/ 75 h 91"/>
              <a:gd name="T28" fmla="*/ 59 w 90"/>
              <a:gd name="T29" fmla="*/ 76 h 91"/>
              <a:gd name="T30" fmla="*/ 85 w 90"/>
              <a:gd name="T31" fmla="*/ 87 h 91"/>
              <a:gd name="T32" fmla="*/ 77 w 90"/>
              <a:gd name="T33" fmla="*/ 70 h 91"/>
              <a:gd name="T34" fmla="*/ 78 w 90"/>
              <a:gd name="T35" fmla="*/ 62 h 91"/>
              <a:gd name="T36" fmla="*/ 79 w 90"/>
              <a:gd name="T37" fmla="*/ 62 h 91"/>
              <a:gd name="T38" fmla="*/ 86 w 90"/>
              <a:gd name="T39" fmla="*/ 41 h 91"/>
              <a:gd name="T40" fmla="*/ 45 w 90"/>
              <a:gd name="T41" fmla="*/ 4 h 91"/>
              <a:gd name="T42" fmla="*/ 4 w 90"/>
              <a:gd name="T43" fmla="*/ 41 h 91"/>
              <a:gd name="T44" fmla="*/ 45 w 90"/>
              <a:gd name="T45" fmla="*/ 77 h 91"/>
              <a:gd name="T46" fmla="*/ 57 w 90"/>
              <a:gd name="T47" fmla="*/ 75 h 91"/>
              <a:gd name="T48" fmla="*/ 58 w 90"/>
              <a:gd name="T49" fmla="*/ 7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0" h="91">
                <a:moveTo>
                  <a:pt x="83" y="91"/>
                </a:moveTo>
                <a:cubicBezTo>
                  <a:pt x="73" y="91"/>
                  <a:pt x="64" y="87"/>
                  <a:pt x="57" y="80"/>
                </a:cubicBezTo>
                <a:cubicBezTo>
                  <a:pt x="53" y="81"/>
                  <a:pt x="49" y="81"/>
                  <a:pt x="45" y="81"/>
                </a:cubicBezTo>
                <a:cubicBezTo>
                  <a:pt x="20" y="81"/>
                  <a:pt x="0" y="63"/>
                  <a:pt x="0" y="41"/>
                </a:cubicBezTo>
                <a:cubicBezTo>
                  <a:pt x="0" y="18"/>
                  <a:pt x="20" y="0"/>
                  <a:pt x="45" y="0"/>
                </a:cubicBezTo>
                <a:cubicBezTo>
                  <a:pt x="70" y="0"/>
                  <a:pt x="90" y="18"/>
                  <a:pt x="90" y="41"/>
                </a:cubicBezTo>
                <a:cubicBezTo>
                  <a:pt x="90" y="49"/>
                  <a:pt x="87" y="57"/>
                  <a:pt x="82" y="64"/>
                </a:cubicBezTo>
                <a:cubicBezTo>
                  <a:pt x="81" y="66"/>
                  <a:pt x="81" y="68"/>
                  <a:pt x="81" y="70"/>
                </a:cubicBezTo>
                <a:cubicBezTo>
                  <a:pt x="81" y="76"/>
                  <a:pt x="84" y="81"/>
                  <a:pt x="89" y="84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90"/>
                  <a:pt x="90" y="90"/>
                  <a:pt x="90" y="90"/>
                </a:cubicBezTo>
                <a:cubicBezTo>
                  <a:pt x="89" y="90"/>
                  <a:pt x="89" y="90"/>
                  <a:pt x="89" y="90"/>
                </a:cubicBezTo>
                <a:cubicBezTo>
                  <a:pt x="87" y="90"/>
                  <a:pt x="85" y="91"/>
                  <a:pt x="83" y="91"/>
                </a:cubicBezTo>
                <a:close/>
                <a:moveTo>
                  <a:pt x="58" y="75"/>
                </a:moveTo>
                <a:cubicBezTo>
                  <a:pt x="59" y="76"/>
                  <a:pt x="59" y="76"/>
                  <a:pt x="59" y="76"/>
                </a:cubicBezTo>
                <a:cubicBezTo>
                  <a:pt x="66" y="83"/>
                  <a:pt x="75" y="87"/>
                  <a:pt x="85" y="87"/>
                </a:cubicBezTo>
                <a:cubicBezTo>
                  <a:pt x="80" y="83"/>
                  <a:pt x="77" y="77"/>
                  <a:pt x="77" y="70"/>
                </a:cubicBezTo>
                <a:cubicBezTo>
                  <a:pt x="77" y="67"/>
                  <a:pt x="77" y="65"/>
                  <a:pt x="78" y="62"/>
                </a:cubicBezTo>
                <a:cubicBezTo>
                  <a:pt x="79" y="62"/>
                  <a:pt x="79" y="62"/>
                  <a:pt x="79" y="62"/>
                </a:cubicBezTo>
                <a:cubicBezTo>
                  <a:pt x="84" y="55"/>
                  <a:pt x="86" y="48"/>
                  <a:pt x="86" y="41"/>
                </a:cubicBezTo>
                <a:cubicBezTo>
                  <a:pt x="86" y="20"/>
                  <a:pt x="68" y="4"/>
                  <a:pt x="45" y="4"/>
                </a:cubicBezTo>
                <a:cubicBezTo>
                  <a:pt x="22" y="4"/>
                  <a:pt x="4" y="20"/>
                  <a:pt x="4" y="41"/>
                </a:cubicBezTo>
                <a:cubicBezTo>
                  <a:pt x="4" y="61"/>
                  <a:pt x="22" y="77"/>
                  <a:pt x="45" y="77"/>
                </a:cubicBezTo>
                <a:cubicBezTo>
                  <a:pt x="49" y="77"/>
                  <a:pt x="53" y="77"/>
                  <a:pt x="57" y="75"/>
                </a:cubicBezTo>
                <a:lnTo>
                  <a:pt x="58" y="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72351D79-7D27-41EA-99D9-7ED0C8C2A417}"/>
              </a:ext>
            </a:extLst>
          </p:cNvPr>
          <p:cNvSpPr>
            <a:spLocks noEditPoints="1"/>
          </p:cNvSpPr>
          <p:nvPr/>
        </p:nvSpPr>
        <p:spPr bwMode="auto">
          <a:xfrm>
            <a:off x="8809038" y="1590676"/>
            <a:ext cx="350838" cy="328613"/>
          </a:xfrm>
          <a:custGeom>
            <a:avLst/>
            <a:gdLst>
              <a:gd name="T0" fmla="*/ 10 w 162"/>
              <a:gd name="T1" fmla="*/ 152 h 152"/>
              <a:gd name="T2" fmla="*/ 10 w 162"/>
              <a:gd name="T3" fmla="*/ 141 h 152"/>
              <a:gd name="T4" fmla="*/ 12 w 162"/>
              <a:gd name="T5" fmla="*/ 140 h 152"/>
              <a:gd name="T6" fmla="*/ 29 w 162"/>
              <a:gd name="T7" fmla="*/ 119 h 152"/>
              <a:gd name="T8" fmla="*/ 29 w 162"/>
              <a:gd name="T9" fmla="*/ 117 h 152"/>
              <a:gd name="T10" fmla="*/ 0 w 162"/>
              <a:gd name="T11" fmla="*/ 66 h 152"/>
              <a:gd name="T12" fmla="*/ 81 w 162"/>
              <a:gd name="T13" fmla="*/ 0 h 152"/>
              <a:gd name="T14" fmla="*/ 162 w 162"/>
              <a:gd name="T15" fmla="*/ 65 h 152"/>
              <a:gd name="T16" fmla="*/ 162 w 162"/>
              <a:gd name="T17" fmla="*/ 71 h 152"/>
              <a:gd name="T18" fmla="*/ 156 w 162"/>
              <a:gd name="T19" fmla="*/ 68 h 152"/>
              <a:gd name="T20" fmla="*/ 134 w 162"/>
              <a:gd name="T21" fmla="*/ 64 h 152"/>
              <a:gd name="T22" fmla="*/ 98 w 162"/>
              <a:gd name="T23" fmla="*/ 77 h 152"/>
              <a:gd name="T24" fmla="*/ 83 w 162"/>
              <a:gd name="T25" fmla="*/ 110 h 152"/>
              <a:gd name="T26" fmla="*/ 87 w 162"/>
              <a:gd name="T27" fmla="*/ 127 h 152"/>
              <a:gd name="T28" fmla="*/ 90 w 162"/>
              <a:gd name="T29" fmla="*/ 133 h 152"/>
              <a:gd name="T30" fmla="*/ 84 w 162"/>
              <a:gd name="T31" fmla="*/ 133 h 152"/>
              <a:gd name="T32" fmla="*/ 70 w 162"/>
              <a:gd name="T33" fmla="*/ 132 h 152"/>
              <a:gd name="T34" fmla="*/ 14 w 162"/>
              <a:gd name="T35" fmla="*/ 152 h 152"/>
              <a:gd name="T36" fmla="*/ 10 w 162"/>
              <a:gd name="T37" fmla="*/ 152 h 152"/>
              <a:gd name="T38" fmla="*/ 81 w 162"/>
              <a:gd name="T39" fmla="*/ 8 h 152"/>
              <a:gd name="T40" fmla="*/ 8 w 162"/>
              <a:gd name="T41" fmla="*/ 66 h 152"/>
              <a:gd name="T42" fmla="*/ 35 w 162"/>
              <a:gd name="T43" fmla="*/ 112 h 152"/>
              <a:gd name="T44" fmla="*/ 36 w 162"/>
              <a:gd name="T45" fmla="*/ 112 h 152"/>
              <a:gd name="T46" fmla="*/ 37 w 162"/>
              <a:gd name="T47" fmla="*/ 114 h 152"/>
              <a:gd name="T48" fmla="*/ 37 w 162"/>
              <a:gd name="T49" fmla="*/ 119 h 152"/>
              <a:gd name="T50" fmla="*/ 22 w 162"/>
              <a:gd name="T51" fmla="*/ 144 h 152"/>
              <a:gd name="T52" fmla="*/ 66 w 162"/>
              <a:gd name="T53" fmla="*/ 125 h 152"/>
              <a:gd name="T54" fmla="*/ 68 w 162"/>
              <a:gd name="T55" fmla="*/ 124 h 152"/>
              <a:gd name="T56" fmla="*/ 70 w 162"/>
              <a:gd name="T57" fmla="*/ 124 h 152"/>
              <a:gd name="T58" fmla="*/ 78 w 162"/>
              <a:gd name="T59" fmla="*/ 125 h 152"/>
              <a:gd name="T60" fmla="*/ 75 w 162"/>
              <a:gd name="T61" fmla="*/ 110 h 152"/>
              <a:gd name="T62" fmla="*/ 93 w 162"/>
              <a:gd name="T63" fmla="*/ 71 h 152"/>
              <a:gd name="T64" fmla="*/ 134 w 162"/>
              <a:gd name="T65" fmla="*/ 56 h 152"/>
              <a:gd name="T66" fmla="*/ 153 w 162"/>
              <a:gd name="T67" fmla="*/ 59 h 152"/>
              <a:gd name="T68" fmla="*/ 81 w 162"/>
              <a:gd name="T69" fmla="*/ 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" h="152">
                <a:moveTo>
                  <a:pt x="10" y="152"/>
                </a:moveTo>
                <a:cubicBezTo>
                  <a:pt x="10" y="141"/>
                  <a:pt x="10" y="141"/>
                  <a:pt x="10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20" y="136"/>
                  <a:pt x="29" y="129"/>
                  <a:pt x="29" y="119"/>
                </a:cubicBezTo>
                <a:cubicBezTo>
                  <a:pt x="29" y="119"/>
                  <a:pt x="29" y="118"/>
                  <a:pt x="29" y="117"/>
                </a:cubicBezTo>
                <a:cubicBezTo>
                  <a:pt x="10" y="104"/>
                  <a:pt x="0" y="86"/>
                  <a:pt x="0" y="66"/>
                </a:cubicBezTo>
                <a:cubicBezTo>
                  <a:pt x="0" y="30"/>
                  <a:pt x="36" y="0"/>
                  <a:pt x="81" y="0"/>
                </a:cubicBezTo>
                <a:cubicBezTo>
                  <a:pt x="125" y="0"/>
                  <a:pt x="161" y="28"/>
                  <a:pt x="162" y="65"/>
                </a:cubicBezTo>
                <a:cubicBezTo>
                  <a:pt x="162" y="71"/>
                  <a:pt x="162" y="71"/>
                  <a:pt x="162" y="71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149" y="65"/>
                  <a:pt x="142" y="64"/>
                  <a:pt x="134" y="64"/>
                </a:cubicBezTo>
                <a:cubicBezTo>
                  <a:pt x="121" y="64"/>
                  <a:pt x="108" y="68"/>
                  <a:pt x="98" y="77"/>
                </a:cubicBezTo>
                <a:cubicBezTo>
                  <a:pt x="89" y="85"/>
                  <a:pt x="83" y="97"/>
                  <a:pt x="83" y="110"/>
                </a:cubicBezTo>
                <a:cubicBezTo>
                  <a:pt x="83" y="116"/>
                  <a:pt x="85" y="122"/>
                  <a:pt x="87" y="127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79" y="133"/>
                  <a:pt x="75" y="133"/>
                  <a:pt x="70" y="132"/>
                </a:cubicBezTo>
                <a:cubicBezTo>
                  <a:pt x="53" y="149"/>
                  <a:pt x="32" y="152"/>
                  <a:pt x="14" y="152"/>
                </a:cubicBezTo>
                <a:lnTo>
                  <a:pt x="10" y="152"/>
                </a:lnTo>
                <a:close/>
                <a:moveTo>
                  <a:pt x="81" y="8"/>
                </a:moveTo>
                <a:cubicBezTo>
                  <a:pt x="41" y="8"/>
                  <a:pt x="8" y="34"/>
                  <a:pt x="8" y="66"/>
                </a:cubicBezTo>
                <a:cubicBezTo>
                  <a:pt x="8" y="84"/>
                  <a:pt x="18" y="100"/>
                  <a:pt x="35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37" y="116"/>
                  <a:pt x="37" y="118"/>
                  <a:pt x="37" y="119"/>
                </a:cubicBezTo>
                <a:cubicBezTo>
                  <a:pt x="37" y="129"/>
                  <a:pt x="30" y="138"/>
                  <a:pt x="22" y="144"/>
                </a:cubicBezTo>
                <a:cubicBezTo>
                  <a:pt x="37" y="142"/>
                  <a:pt x="53" y="139"/>
                  <a:pt x="66" y="125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2" y="124"/>
                  <a:pt x="75" y="125"/>
                  <a:pt x="78" y="125"/>
                </a:cubicBezTo>
                <a:cubicBezTo>
                  <a:pt x="76" y="120"/>
                  <a:pt x="75" y="115"/>
                  <a:pt x="75" y="110"/>
                </a:cubicBezTo>
                <a:cubicBezTo>
                  <a:pt x="75" y="95"/>
                  <a:pt x="82" y="81"/>
                  <a:pt x="93" y="71"/>
                </a:cubicBezTo>
                <a:cubicBezTo>
                  <a:pt x="104" y="61"/>
                  <a:pt x="119" y="56"/>
                  <a:pt x="134" y="56"/>
                </a:cubicBezTo>
                <a:cubicBezTo>
                  <a:pt x="141" y="56"/>
                  <a:pt x="147" y="57"/>
                  <a:pt x="153" y="59"/>
                </a:cubicBezTo>
                <a:cubicBezTo>
                  <a:pt x="149" y="30"/>
                  <a:pt x="118" y="8"/>
                  <a:pt x="81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335D2C70-B5CD-4DCE-B790-B0327602DD81}"/>
              </a:ext>
            </a:extLst>
          </p:cNvPr>
          <p:cNvSpPr>
            <a:spLocks noEditPoints="1"/>
          </p:cNvSpPr>
          <p:nvPr/>
        </p:nvSpPr>
        <p:spPr bwMode="auto">
          <a:xfrm>
            <a:off x="9639301" y="1590676"/>
            <a:ext cx="328613" cy="309563"/>
          </a:xfrm>
          <a:custGeom>
            <a:avLst/>
            <a:gdLst>
              <a:gd name="T0" fmla="*/ 10 w 152"/>
              <a:gd name="T1" fmla="*/ 143 h 143"/>
              <a:gd name="T2" fmla="*/ 10 w 152"/>
              <a:gd name="T3" fmla="*/ 132 h 143"/>
              <a:gd name="T4" fmla="*/ 12 w 152"/>
              <a:gd name="T5" fmla="*/ 131 h 143"/>
              <a:gd name="T6" fmla="*/ 27 w 152"/>
              <a:gd name="T7" fmla="*/ 112 h 143"/>
              <a:gd name="T8" fmla="*/ 27 w 152"/>
              <a:gd name="T9" fmla="*/ 110 h 143"/>
              <a:gd name="T10" fmla="*/ 0 w 152"/>
              <a:gd name="T11" fmla="*/ 62 h 143"/>
              <a:gd name="T12" fmla="*/ 76 w 152"/>
              <a:gd name="T13" fmla="*/ 0 h 143"/>
              <a:gd name="T14" fmla="*/ 152 w 152"/>
              <a:gd name="T15" fmla="*/ 62 h 143"/>
              <a:gd name="T16" fmla="*/ 76 w 152"/>
              <a:gd name="T17" fmla="*/ 125 h 143"/>
              <a:gd name="T18" fmla="*/ 66 w 152"/>
              <a:gd name="T19" fmla="*/ 124 h 143"/>
              <a:gd name="T20" fmla="*/ 14 w 152"/>
              <a:gd name="T21" fmla="*/ 142 h 143"/>
              <a:gd name="T22" fmla="*/ 10 w 152"/>
              <a:gd name="T23" fmla="*/ 143 h 143"/>
              <a:gd name="T24" fmla="*/ 76 w 152"/>
              <a:gd name="T25" fmla="*/ 8 h 143"/>
              <a:gd name="T26" fmla="*/ 8 w 152"/>
              <a:gd name="T27" fmla="*/ 62 h 143"/>
              <a:gd name="T28" fmla="*/ 33 w 152"/>
              <a:gd name="T29" fmla="*/ 104 h 143"/>
              <a:gd name="T30" fmla="*/ 35 w 152"/>
              <a:gd name="T31" fmla="*/ 105 h 143"/>
              <a:gd name="T32" fmla="*/ 35 w 152"/>
              <a:gd name="T33" fmla="*/ 107 h 143"/>
              <a:gd name="T34" fmla="*/ 35 w 152"/>
              <a:gd name="T35" fmla="*/ 112 h 143"/>
              <a:gd name="T36" fmla="*/ 22 w 152"/>
              <a:gd name="T37" fmla="*/ 134 h 143"/>
              <a:gd name="T38" fmla="*/ 62 w 152"/>
              <a:gd name="T39" fmla="*/ 117 h 143"/>
              <a:gd name="T40" fmla="*/ 64 w 152"/>
              <a:gd name="T41" fmla="*/ 116 h 143"/>
              <a:gd name="T42" fmla="*/ 65 w 152"/>
              <a:gd name="T43" fmla="*/ 116 h 143"/>
              <a:gd name="T44" fmla="*/ 76 w 152"/>
              <a:gd name="T45" fmla="*/ 117 h 143"/>
              <a:gd name="T46" fmla="*/ 144 w 152"/>
              <a:gd name="T47" fmla="*/ 62 h 143"/>
              <a:gd name="T48" fmla="*/ 76 w 152"/>
              <a:gd name="T49" fmla="*/ 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2" h="143">
                <a:moveTo>
                  <a:pt x="10" y="143"/>
                </a:moveTo>
                <a:cubicBezTo>
                  <a:pt x="10" y="132"/>
                  <a:pt x="10" y="132"/>
                  <a:pt x="10" y="132"/>
                </a:cubicBezTo>
                <a:cubicBezTo>
                  <a:pt x="12" y="131"/>
                  <a:pt x="12" y="131"/>
                  <a:pt x="12" y="131"/>
                </a:cubicBezTo>
                <a:cubicBezTo>
                  <a:pt x="21" y="127"/>
                  <a:pt x="27" y="119"/>
                  <a:pt x="27" y="112"/>
                </a:cubicBezTo>
                <a:cubicBezTo>
                  <a:pt x="27" y="111"/>
                  <a:pt x="27" y="110"/>
                  <a:pt x="27" y="110"/>
                </a:cubicBezTo>
                <a:cubicBezTo>
                  <a:pt x="10" y="98"/>
                  <a:pt x="0" y="81"/>
                  <a:pt x="0" y="62"/>
                </a:cubicBezTo>
                <a:cubicBezTo>
                  <a:pt x="0" y="28"/>
                  <a:pt x="34" y="0"/>
                  <a:pt x="76" y="0"/>
                </a:cubicBezTo>
                <a:cubicBezTo>
                  <a:pt x="118" y="0"/>
                  <a:pt x="152" y="28"/>
                  <a:pt x="152" y="62"/>
                </a:cubicBezTo>
                <a:cubicBezTo>
                  <a:pt x="152" y="96"/>
                  <a:pt x="118" y="125"/>
                  <a:pt x="76" y="125"/>
                </a:cubicBezTo>
                <a:cubicBezTo>
                  <a:pt x="73" y="125"/>
                  <a:pt x="70" y="124"/>
                  <a:pt x="66" y="124"/>
                </a:cubicBezTo>
                <a:cubicBezTo>
                  <a:pt x="50" y="139"/>
                  <a:pt x="31" y="142"/>
                  <a:pt x="14" y="142"/>
                </a:cubicBezTo>
                <a:lnTo>
                  <a:pt x="10" y="143"/>
                </a:lnTo>
                <a:close/>
                <a:moveTo>
                  <a:pt x="76" y="8"/>
                </a:moveTo>
                <a:cubicBezTo>
                  <a:pt x="39" y="8"/>
                  <a:pt x="8" y="32"/>
                  <a:pt x="8" y="62"/>
                </a:cubicBezTo>
                <a:cubicBezTo>
                  <a:pt x="8" y="78"/>
                  <a:pt x="17" y="94"/>
                  <a:pt x="33" y="104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5" y="107"/>
                  <a:pt x="35" y="107"/>
                  <a:pt x="35" y="107"/>
                </a:cubicBezTo>
                <a:cubicBezTo>
                  <a:pt x="35" y="108"/>
                  <a:pt x="35" y="110"/>
                  <a:pt x="35" y="112"/>
                </a:cubicBezTo>
                <a:cubicBezTo>
                  <a:pt x="35" y="120"/>
                  <a:pt x="30" y="128"/>
                  <a:pt x="22" y="134"/>
                </a:cubicBezTo>
                <a:cubicBezTo>
                  <a:pt x="36" y="133"/>
                  <a:pt x="50" y="129"/>
                  <a:pt x="62" y="117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9" y="116"/>
                  <a:pt x="73" y="117"/>
                  <a:pt x="76" y="117"/>
                </a:cubicBezTo>
                <a:cubicBezTo>
                  <a:pt x="114" y="117"/>
                  <a:pt x="144" y="92"/>
                  <a:pt x="144" y="62"/>
                </a:cubicBezTo>
                <a:cubicBezTo>
                  <a:pt x="144" y="32"/>
                  <a:pt x="114" y="8"/>
                  <a:pt x="76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1704DB07-F413-4060-98D8-2E045BCF0AD3}"/>
              </a:ext>
            </a:extLst>
          </p:cNvPr>
          <p:cNvSpPr>
            <a:spLocks noEditPoints="1"/>
          </p:cNvSpPr>
          <p:nvPr/>
        </p:nvSpPr>
        <p:spPr bwMode="auto">
          <a:xfrm>
            <a:off x="9790113" y="1704976"/>
            <a:ext cx="236538" cy="231775"/>
          </a:xfrm>
          <a:custGeom>
            <a:avLst/>
            <a:gdLst>
              <a:gd name="T0" fmla="*/ 100 w 109"/>
              <a:gd name="T1" fmla="*/ 107 h 107"/>
              <a:gd name="T2" fmla="*/ 98 w 109"/>
              <a:gd name="T3" fmla="*/ 107 h 107"/>
              <a:gd name="T4" fmla="*/ 54 w 109"/>
              <a:gd name="T5" fmla="*/ 91 h 107"/>
              <a:gd name="T6" fmla="*/ 6 w 109"/>
              <a:gd name="T7" fmla="*/ 81 h 107"/>
              <a:gd name="T8" fmla="*/ 0 w 109"/>
              <a:gd name="T9" fmla="*/ 77 h 107"/>
              <a:gd name="T10" fmla="*/ 7 w 109"/>
              <a:gd name="T11" fmla="*/ 77 h 107"/>
              <a:gd name="T12" fmla="*/ 63 w 109"/>
              <a:gd name="T13" fmla="*/ 58 h 107"/>
              <a:gd name="T14" fmla="*/ 81 w 109"/>
              <a:gd name="T15" fmla="*/ 36 h 107"/>
              <a:gd name="T16" fmla="*/ 88 w 109"/>
              <a:gd name="T17" fmla="*/ 9 h 107"/>
              <a:gd name="T18" fmla="*/ 88 w 109"/>
              <a:gd name="T19" fmla="*/ 5 h 107"/>
              <a:gd name="T20" fmla="*/ 87 w 109"/>
              <a:gd name="T21" fmla="*/ 0 h 107"/>
              <a:gd name="T22" fmla="*/ 91 w 109"/>
              <a:gd name="T23" fmla="*/ 3 h 107"/>
              <a:gd name="T24" fmla="*/ 109 w 109"/>
              <a:gd name="T25" fmla="*/ 39 h 107"/>
              <a:gd name="T26" fmla="*/ 86 w 109"/>
              <a:gd name="T27" fmla="*/ 79 h 107"/>
              <a:gd name="T28" fmla="*/ 86 w 109"/>
              <a:gd name="T29" fmla="*/ 82 h 107"/>
              <a:gd name="T30" fmla="*/ 99 w 109"/>
              <a:gd name="T31" fmla="*/ 100 h 107"/>
              <a:gd name="T32" fmla="*/ 100 w 109"/>
              <a:gd name="T33" fmla="*/ 100 h 107"/>
              <a:gd name="T34" fmla="*/ 100 w 109"/>
              <a:gd name="T35" fmla="*/ 107 h 107"/>
              <a:gd name="T36" fmla="*/ 55 w 109"/>
              <a:gd name="T37" fmla="*/ 87 h 107"/>
              <a:gd name="T38" fmla="*/ 56 w 109"/>
              <a:gd name="T39" fmla="*/ 87 h 107"/>
              <a:gd name="T40" fmla="*/ 96 w 109"/>
              <a:gd name="T41" fmla="*/ 103 h 107"/>
              <a:gd name="T42" fmla="*/ 82 w 109"/>
              <a:gd name="T43" fmla="*/ 82 h 107"/>
              <a:gd name="T44" fmla="*/ 82 w 109"/>
              <a:gd name="T45" fmla="*/ 78 h 107"/>
              <a:gd name="T46" fmla="*/ 82 w 109"/>
              <a:gd name="T47" fmla="*/ 77 h 107"/>
              <a:gd name="T48" fmla="*/ 83 w 109"/>
              <a:gd name="T49" fmla="*/ 76 h 107"/>
              <a:gd name="T50" fmla="*/ 105 w 109"/>
              <a:gd name="T51" fmla="*/ 39 h 107"/>
              <a:gd name="T52" fmla="*/ 92 w 109"/>
              <a:gd name="T53" fmla="*/ 9 h 107"/>
              <a:gd name="T54" fmla="*/ 92 w 109"/>
              <a:gd name="T55" fmla="*/ 9 h 107"/>
              <a:gd name="T56" fmla="*/ 85 w 109"/>
              <a:gd name="T57" fmla="*/ 38 h 107"/>
              <a:gd name="T58" fmla="*/ 66 w 109"/>
              <a:gd name="T59" fmla="*/ 61 h 107"/>
              <a:gd name="T60" fmla="*/ 14 w 109"/>
              <a:gd name="T61" fmla="*/ 81 h 107"/>
              <a:gd name="T62" fmla="*/ 54 w 109"/>
              <a:gd name="T63" fmla="*/ 87 h 107"/>
              <a:gd name="T64" fmla="*/ 55 w 109"/>
              <a:gd name="T65" fmla="*/ 8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9" h="107">
                <a:moveTo>
                  <a:pt x="100" y="107"/>
                </a:moveTo>
                <a:cubicBezTo>
                  <a:pt x="98" y="107"/>
                  <a:pt x="98" y="107"/>
                  <a:pt x="98" y="107"/>
                </a:cubicBezTo>
                <a:cubicBezTo>
                  <a:pt x="81" y="106"/>
                  <a:pt x="67" y="103"/>
                  <a:pt x="54" y="91"/>
                </a:cubicBezTo>
                <a:cubicBezTo>
                  <a:pt x="36" y="93"/>
                  <a:pt x="19" y="89"/>
                  <a:pt x="6" y="81"/>
                </a:cubicBezTo>
                <a:cubicBezTo>
                  <a:pt x="0" y="77"/>
                  <a:pt x="0" y="77"/>
                  <a:pt x="0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28" y="77"/>
                  <a:pt x="48" y="70"/>
                  <a:pt x="63" y="58"/>
                </a:cubicBezTo>
                <a:cubicBezTo>
                  <a:pt x="71" y="52"/>
                  <a:pt x="77" y="44"/>
                  <a:pt x="81" y="36"/>
                </a:cubicBezTo>
                <a:cubicBezTo>
                  <a:pt x="86" y="28"/>
                  <a:pt x="88" y="18"/>
                  <a:pt x="88" y="9"/>
                </a:cubicBezTo>
                <a:cubicBezTo>
                  <a:pt x="88" y="8"/>
                  <a:pt x="88" y="6"/>
                  <a:pt x="88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91" y="3"/>
                  <a:pt x="91" y="3"/>
                  <a:pt x="91" y="3"/>
                </a:cubicBezTo>
                <a:cubicBezTo>
                  <a:pt x="103" y="13"/>
                  <a:pt x="109" y="26"/>
                  <a:pt x="109" y="39"/>
                </a:cubicBezTo>
                <a:cubicBezTo>
                  <a:pt x="109" y="55"/>
                  <a:pt x="101" y="69"/>
                  <a:pt x="86" y="79"/>
                </a:cubicBezTo>
                <a:cubicBezTo>
                  <a:pt x="86" y="80"/>
                  <a:pt x="86" y="81"/>
                  <a:pt x="86" y="82"/>
                </a:cubicBezTo>
                <a:cubicBezTo>
                  <a:pt x="86" y="89"/>
                  <a:pt x="91" y="96"/>
                  <a:pt x="99" y="100"/>
                </a:cubicBezTo>
                <a:cubicBezTo>
                  <a:pt x="100" y="100"/>
                  <a:pt x="100" y="100"/>
                  <a:pt x="100" y="100"/>
                </a:cubicBezTo>
                <a:lnTo>
                  <a:pt x="100" y="107"/>
                </a:lnTo>
                <a:close/>
                <a:moveTo>
                  <a:pt x="55" y="87"/>
                </a:moveTo>
                <a:cubicBezTo>
                  <a:pt x="56" y="87"/>
                  <a:pt x="56" y="87"/>
                  <a:pt x="56" y="87"/>
                </a:cubicBezTo>
                <a:cubicBezTo>
                  <a:pt x="68" y="99"/>
                  <a:pt x="80" y="102"/>
                  <a:pt x="96" y="103"/>
                </a:cubicBezTo>
                <a:cubicBezTo>
                  <a:pt x="87" y="98"/>
                  <a:pt x="82" y="90"/>
                  <a:pt x="82" y="82"/>
                </a:cubicBezTo>
                <a:cubicBezTo>
                  <a:pt x="82" y="80"/>
                  <a:pt x="82" y="79"/>
                  <a:pt x="82" y="78"/>
                </a:cubicBezTo>
                <a:cubicBezTo>
                  <a:pt x="82" y="77"/>
                  <a:pt x="82" y="77"/>
                  <a:pt x="82" y="77"/>
                </a:cubicBezTo>
                <a:cubicBezTo>
                  <a:pt x="83" y="76"/>
                  <a:pt x="83" y="76"/>
                  <a:pt x="83" y="76"/>
                </a:cubicBezTo>
                <a:cubicBezTo>
                  <a:pt x="97" y="67"/>
                  <a:pt x="105" y="54"/>
                  <a:pt x="105" y="39"/>
                </a:cubicBezTo>
                <a:cubicBezTo>
                  <a:pt x="105" y="28"/>
                  <a:pt x="101" y="18"/>
                  <a:pt x="92" y="9"/>
                </a:cubicBezTo>
                <a:cubicBezTo>
                  <a:pt x="92" y="9"/>
                  <a:pt x="92" y="9"/>
                  <a:pt x="92" y="9"/>
                </a:cubicBezTo>
                <a:cubicBezTo>
                  <a:pt x="92" y="19"/>
                  <a:pt x="89" y="29"/>
                  <a:pt x="85" y="38"/>
                </a:cubicBezTo>
                <a:cubicBezTo>
                  <a:pt x="80" y="47"/>
                  <a:pt x="74" y="54"/>
                  <a:pt x="66" y="61"/>
                </a:cubicBezTo>
                <a:cubicBezTo>
                  <a:pt x="52" y="72"/>
                  <a:pt x="33" y="79"/>
                  <a:pt x="14" y="81"/>
                </a:cubicBezTo>
                <a:cubicBezTo>
                  <a:pt x="26" y="86"/>
                  <a:pt x="40" y="88"/>
                  <a:pt x="54" y="87"/>
                </a:cubicBezTo>
                <a:lnTo>
                  <a:pt x="55" y="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27050709-33A1-4C37-8679-D63A2182094E}"/>
              </a:ext>
            </a:extLst>
          </p:cNvPr>
          <p:cNvSpPr>
            <a:spLocks noEditPoints="1"/>
          </p:cNvSpPr>
          <p:nvPr/>
        </p:nvSpPr>
        <p:spPr bwMode="auto">
          <a:xfrm>
            <a:off x="7150101" y="1592263"/>
            <a:ext cx="125413" cy="342900"/>
          </a:xfrm>
          <a:custGeom>
            <a:avLst/>
            <a:gdLst>
              <a:gd name="T0" fmla="*/ 0 w 79"/>
              <a:gd name="T1" fmla="*/ 216 h 216"/>
              <a:gd name="T2" fmla="*/ 0 w 79"/>
              <a:gd name="T3" fmla="*/ 32 h 216"/>
              <a:gd name="T4" fmla="*/ 79 w 79"/>
              <a:gd name="T5" fmla="*/ 0 h 216"/>
              <a:gd name="T6" fmla="*/ 79 w 79"/>
              <a:gd name="T7" fmla="*/ 183 h 216"/>
              <a:gd name="T8" fmla="*/ 0 w 79"/>
              <a:gd name="T9" fmla="*/ 216 h 216"/>
              <a:gd name="T10" fmla="*/ 6 w 79"/>
              <a:gd name="T11" fmla="*/ 36 h 216"/>
              <a:gd name="T12" fmla="*/ 6 w 79"/>
              <a:gd name="T13" fmla="*/ 208 h 216"/>
              <a:gd name="T14" fmla="*/ 74 w 79"/>
              <a:gd name="T15" fmla="*/ 180 h 216"/>
              <a:gd name="T16" fmla="*/ 74 w 79"/>
              <a:gd name="T17" fmla="*/ 9 h 216"/>
              <a:gd name="T18" fmla="*/ 6 w 79"/>
              <a:gd name="T19" fmla="*/ 3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9" h="216">
                <a:moveTo>
                  <a:pt x="0" y="216"/>
                </a:moveTo>
                <a:lnTo>
                  <a:pt x="0" y="32"/>
                </a:lnTo>
                <a:lnTo>
                  <a:pt x="79" y="0"/>
                </a:lnTo>
                <a:lnTo>
                  <a:pt x="79" y="183"/>
                </a:lnTo>
                <a:lnTo>
                  <a:pt x="0" y="216"/>
                </a:lnTo>
                <a:close/>
                <a:moveTo>
                  <a:pt x="6" y="36"/>
                </a:moveTo>
                <a:lnTo>
                  <a:pt x="6" y="208"/>
                </a:lnTo>
                <a:lnTo>
                  <a:pt x="74" y="180"/>
                </a:lnTo>
                <a:lnTo>
                  <a:pt x="74" y="9"/>
                </a:lnTo>
                <a:lnTo>
                  <a:pt x="6" y="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41A69D51-C46A-49A4-AE75-31A60CD2B5D0}"/>
              </a:ext>
            </a:extLst>
          </p:cNvPr>
          <p:cNvSpPr>
            <a:spLocks noEditPoints="1"/>
          </p:cNvSpPr>
          <p:nvPr/>
        </p:nvSpPr>
        <p:spPr bwMode="auto">
          <a:xfrm>
            <a:off x="7286626" y="1595438"/>
            <a:ext cx="133350" cy="344488"/>
          </a:xfrm>
          <a:custGeom>
            <a:avLst/>
            <a:gdLst>
              <a:gd name="T0" fmla="*/ 84 w 84"/>
              <a:gd name="T1" fmla="*/ 217 h 217"/>
              <a:gd name="T2" fmla="*/ 0 w 84"/>
              <a:gd name="T3" fmla="*/ 189 h 217"/>
              <a:gd name="T4" fmla="*/ 0 w 84"/>
              <a:gd name="T5" fmla="*/ 0 h 217"/>
              <a:gd name="T6" fmla="*/ 84 w 84"/>
              <a:gd name="T7" fmla="*/ 28 h 217"/>
              <a:gd name="T8" fmla="*/ 84 w 84"/>
              <a:gd name="T9" fmla="*/ 217 h 217"/>
              <a:gd name="T10" fmla="*/ 11 w 84"/>
              <a:gd name="T11" fmla="*/ 181 h 217"/>
              <a:gd name="T12" fmla="*/ 74 w 84"/>
              <a:gd name="T13" fmla="*/ 202 h 217"/>
              <a:gd name="T14" fmla="*/ 74 w 84"/>
              <a:gd name="T15" fmla="*/ 35 h 217"/>
              <a:gd name="T16" fmla="*/ 11 w 84"/>
              <a:gd name="T17" fmla="*/ 15 h 217"/>
              <a:gd name="T18" fmla="*/ 11 w 84"/>
              <a:gd name="T19" fmla="*/ 181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4" h="217">
                <a:moveTo>
                  <a:pt x="84" y="217"/>
                </a:moveTo>
                <a:lnTo>
                  <a:pt x="0" y="189"/>
                </a:lnTo>
                <a:lnTo>
                  <a:pt x="0" y="0"/>
                </a:lnTo>
                <a:lnTo>
                  <a:pt x="84" y="28"/>
                </a:lnTo>
                <a:lnTo>
                  <a:pt x="84" y="217"/>
                </a:lnTo>
                <a:close/>
                <a:moveTo>
                  <a:pt x="11" y="181"/>
                </a:moveTo>
                <a:lnTo>
                  <a:pt x="74" y="202"/>
                </a:lnTo>
                <a:lnTo>
                  <a:pt x="74" y="35"/>
                </a:lnTo>
                <a:lnTo>
                  <a:pt x="11" y="15"/>
                </a:lnTo>
                <a:lnTo>
                  <a:pt x="11" y="1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C6498F20-0D0E-4A23-A1FC-3BF171267957}"/>
              </a:ext>
            </a:extLst>
          </p:cNvPr>
          <p:cNvSpPr>
            <a:spLocks noEditPoints="1"/>
          </p:cNvSpPr>
          <p:nvPr/>
        </p:nvSpPr>
        <p:spPr bwMode="auto">
          <a:xfrm>
            <a:off x="7431088" y="1592263"/>
            <a:ext cx="104775" cy="331788"/>
          </a:xfrm>
          <a:custGeom>
            <a:avLst/>
            <a:gdLst>
              <a:gd name="T0" fmla="*/ 0 w 66"/>
              <a:gd name="T1" fmla="*/ 209 h 209"/>
              <a:gd name="T2" fmla="*/ 0 w 66"/>
              <a:gd name="T3" fmla="*/ 26 h 209"/>
              <a:gd name="T4" fmla="*/ 66 w 66"/>
              <a:gd name="T5" fmla="*/ 0 h 209"/>
              <a:gd name="T6" fmla="*/ 66 w 66"/>
              <a:gd name="T7" fmla="*/ 183 h 209"/>
              <a:gd name="T8" fmla="*/ 0 w 66"/>
              <a:gd name="T9" fmla="*/ 209 h 209"/>
              <a:gd name="T10" fmla="*/ 6 w 66"/>
              <a:gd name="T11" fmla="*/ 30 h 209"/>
              <a:gd name="T12" fmla="*/ 6 w 66"/>
              <a:gd name="T13" fmla="*/ 202 h 209"/>
              <a:gd name="T14" fmla="*/ 60 w 66"/>
              <a:gd name="T15" fmla="*/ 180 h 209"/>
              <a:gd name="T16" fmla="*/ 60 w 66"/>
              <a:gd name="T17" fmla="*/ 9 h 209"/>
              <a:gd name="T18" fmla="*/ 6 w 66"/>
              <a:gd name="T19" fmla="*/ 3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6" h="209">
                <a:moveTo>
                  <a:pt x="0" y="209"/>
                </a:moveTo>
                <a:lnTo>
                  <a:pt x="0" y="26"/>
                </a:lnTo>
                <a:lnTo>
                  <a:pt x="66" y="0"/>
                </a:lnTo>
                <a:lnTo>
                  <a:pt x="66" y="183"/>
                </a:lnTo>
                <a:lnTo>
                  <a:pt x="0" y="209"/>
                </a:lnTo>
                <a:close/>
                <a:moveTo>
                  <a:pt x="6" y="30"/>
                </a:moveTo>
                <a:lnTo>
                  <a:pt x="6" y="202"/>
                </a:lnTo>
                <a:lnTo>
                  <a:pt x="60" y="180"/>
                </a:lnTo>
                <a:lnTo>
                  <a:pt x="60" y="9"/>
                </a:lnTo>
                <a:lnTo>
                  <a:pt x="6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AC39F482-3B61-401E-8E38-6EA0E38A24A6}"/>
              </a:ext>
            </a:extLst>
          </p:cNvPr>
          <p:cNvSpPr>
            <a:spLocks noEditPoints="1"/>
          </p:cNvSpPr>
          <p:nvPr/>
        </p:nvSpPr>
        <p:spPr bwMode="auto">
          <a:xfrm>
            <a:off x="6321426" y="1566863"/>
            <a:ext cx="387350" cy="393700"/>
          </a:xfrm>
          <a:custGeom>
            <a:avLst/>
            <a:gdLst>
              <a:gd name="T0" fmla="*/ 111 w 179"/>
              <a:gd name="T1" fmla="*/ 182 h 182"/>
              <a:gd name="T2" fmla="*/ 68 w 179"/>
              <a:gd name="T3" fmla="*/ 182 h 182"/>
              <a:gd name="T4" fmla="*/ 68 w 179"/>
              <a:gd name="T5" fmla="*/ 178 h 182"/>
              <a:gd name="T6" fmla="*/ 39 w 179"/>
              <a:gd name="T7" fmla="*/ 149 h 182"/>
              <a:gd name="T8" fmla="*/ 25 w 179"/>
              <a:gd name="T9" fmla="*/ 153 h 182"/>
              <a:gd name="T10" fmla="*/ 21 w 179"/>
              <a:gd name="T11" fmla="*/ 155 h 182"/>
              <a:gd name="T12" fmla="*/ 0 w 179"/>
              <a:gd name="T13" fmla="*/ 118 h 182"/>
              <a:gd name="T14" fmla="*/ 3 w 179"/>
              <a:gd name="T15" fmla="*/ 116 h 182"/>
              <a:gd name="T16" fmla="*/ 14 w 179"/>
              <a:gd name="T17" fmla="*/ 76 h 182"/>
              <a:gd name="T18" fmla="*/ 3 w 179"/>
              <a:gd name="T19" fmla="*/ 66 h 182"/>
              <a:gd name="T20" fmla="*/ 0 w 179"/>
              <a:gd name="T21" fmla="*/ 64 h 182"/>
              <a:gd name="T22" fmla="*/ 21 w 179"/>
              <a:gd name="T23" fmla="*/ 27 h 182"/>
              <a:gd name="T24" fmla="*/ 25 w 179"/>
              <a:gd name="T25" fmla="*/ 29 h 182"/>
              <a:gd name="T26" fmla="*/ 39 w 179"/>
              <a:gd name="T27" fmla="*/ 33 h 182"/>
              <a:gd name="T28" fmla="*/ 64 w 179"/>
              <a:gd name="T29" fmla="*/ 18 h 182"/>
              <a:gd name="T30" fmla="*/ 68 w 179"/>
              <a:gd name="T31" fmla="*/ 4 h 182"/>
              <a:gd name="T32" fmla="*/ 68 w 179"/>
              <a:gd name="T33" fmla="*/ 0 h 182"/>
              <a:gd name="T34" fmla="*/ 111 w 179"/>
              <a:gd name="T35" fmla="*/ 0 h 182"/>
              <a:gd name="T36" fmla="*/ 111 w 179"/>
              <a:gd name="T37" fmla="*/ 4 h 182"/>
              <a:gd name="T38" fmla="*/ 140 w 179"/>
              <a:gd name="T39" fmla="*/ 33 h 182"/>
              <a:gd name="T40" fmla="*/ 154 w 179"/>
              <a:gd name="T41" fmla="*/ 29 h 182"/>
              <a:gd name="T42" fmla="*/ 158 w 179"/>
              <a:gd name="T43" fmla="*/ 27 h 182"/>
              <a:gd name="T44" fmla="*/ 179 w 179"/>
              <a:gd name="T45" fmla="*/ 64 h 182"/>
              <a:gd name="T46" fmla="*/ 176 w 179"/>
              <a:gd name="T47" fmla="*/ 66 h 182"/>
              <a:gd name="T48" fmla="*/ 165 w 179"/>
              <a:gd name="T49" fmla="*/ 106 h 182"/>
              <a:gd name="T50" fmla="*/ 175 w 179"/>
              <a:gd name="T51" fmla="*/ 116 h 182"/>
              <a:gd name="T52" fmla="*/ 179 w 179"/>
              <a:gd name="T53" fmla="*/ 118 h 182"/>
              <a:gd name="T54" fmla="*/ 158 w 179"/>
              <a:gd name="T55" fmla="*/ 155 h 182"/>
              <a:gd name="T56" fmla="*/ 154 w 179"/>
              <a:gd name="T57" fmla="*/ 153 h 182"/>
              <a:gd name="T58" fmla="*/ 140 w 179"/>
              <a:gd name="T59" fmla="*/ 149 h 182"/>
              <a:gd name="T60" fmla="*/ 114 w 179"/>
              <a:gd name="T61" fmla="*/ 163 h 182"/>
              <a:gd name="T62" fmla="*/ 111 w 179"/>
              <a:gd name="T63" fmla="*/ 178 h 182"/>
              <a:gd name="T64" fmla="*/ 111 w 179"/>
              <a:gd name="T65" fmla="*/ 182 h 182"/>
              <a:gd name="T66" fmla="*/ 76 w 179"/>
              <a:gd name="T67" fmla="*/ 174 h 182"/>
              <a:gd name="T68" fmla="*/ 103 w 179"/>
              <a:gd name="T69" fmla="*/ 174 h 182"/>
              <a:gd name="T70" fmla="*/ 108 w 179"/>
              <a:gd name="T71" fmla="*/ 159 h 182"/>
              <a:gd name="T72" fmla="*/ 140 w 179"/>
              <a:gd name="T73" fmla="*/ 141 h 182"/>
              <a:gd name="T74" fmla="*/ 155 w 179"/>
              <a:gd name="T75" fmla="*/ 144 h 182"/>
              <a:gd name="T76" fmla="*/ 168 w 179"/>
              <a:gd name="T77" fmla="*/ 121 h 182"/>
              <a:gd name="T78" fmla="*/ 158 w 179"/>
              <a:gd name="T79" fmla="*/ 110 h 182"/>
              <a:gd name="T80" fmla="*/ 168 w 179"/>
              <a:gd name="T81" fmla="*/ 61 h 182"/>
              <a:gd name="T82" fmla="*/ 155 w 179"/>
              <a:gd name="T83" fmla="*/ 38 h 182"/>
              <a:gd name="T84" fmla="*/ 140 w 179"/>
              <a:gd name="T85" fmla="*/ 41 h 182"/>
              <a:gd name="T86" fmla="*/ 103 w 179"/>
              <a:gd name="T87" fmla="*/ 8 h 182"/>
              <a:gd name="T88" fmla="*/ 76 w 179"/>
              <a:gd name="T89" fmla="*/ 8 h 182"/>
              <a:gd name="T90" fmla="*/ 71 w 179"/>
              <a:gd name="T91" fmla="*/ 22 h 182"/>
              <a:gd name="T92" fmla="*/ 39 w 179"/>
              <a:gd name="T93" fmla="*/ 41 h 182"/>
              <a:gd name="T94" fmla="*/ 24 w 179"/>
              <a:gd name="T95" fmla="*/ 38 h 182"/>
              <a:gd name="T96" fmla="*/ 11 w 179"/>
              <a:gd name="T97" fmla="*/ 61 h 182"/>
              <a:gd name="T98" fmla="*/ 21 w 179"/>
              <a:gd name="T99" fmla="*/ 72 h 182"/>
              <a:gd name="T100" fmla="*/ 11 w 179"/>
              <a:gd name="T101" fmla="*/ 121 h 182"/>
              <a:gd name="T102" fmla="*/ 24 w 179"/>
              <a:gd name="T103" fmla="*/ 144 h 182"/>
              <a:gd name="T104" fmla="*/ 39 w 179"/>
              <a:gd name="T105" fmla="*/ 141 h 182"/>
              <a:gd name="T106" fmla="*/ 76 w 179"/>
              <a:gd name="T107" fmla="*/ 174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9" h="182">
                <a:moveTo>
                  <a:pt x="111" y="182"/>
                </a:moveTo>
                <a:cubicBezTo>
                  <a:pt x="68" y="182"/>
                  <a:pt x="68" y="182"/>
                  <a:pt x="68" y="182"/>
                </a:cubicBezTo>
                <a:cubicBezTo>
                  <a:pt x="68" y="178"/>
                  <a:pt x="68" y="178"/>
                  <a:pt x="68" y="178"/>
                </a:cubicBezTo>
                <a:cubicBezTo>
                  <a:pt x="68" y="162"/>
                  <a:pt x="55" y="149"/>
                  <a:pt x="39" y="149"/>
                </a:cubicBezTo>
                <a:cubicBezTo>
                  <a:pt x="34" y="149"/>
                  <a:pt x="29" y="150"/>
                  <a:pt x="25" y="153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0" y="118"/>
                  <a:pt x="0" y="118"/>
                  <a:pt x="0" y="118"/>
                </a:cubicBezTo>
                <a:cubicBezTo>
                  <a:pt x="3" y="116"/>
                  <a:pt x="3" y="116"/>
                  <a:pt x="3" y="116"/>
                </a:cubicBezTo>
                <a:cubicBezTo>
                  <a:pt x="17" y="108"/>
                  <a:pt x="22" y="90"/>
                  <a:pt x="14" y="76"/>
                </a:cubicBezTo>
                <a:cubicBezTo>
                  <a:pt x="12" y="72"/>
                  <a:pt x="8" y="68"/>
                  <a:pt x="3" y="66"/>
                </a:cubicBezTo>
                <a:cubicBezTo>
                  <a:pt x="0" y="64"/>
                  <a:pt x="0" y="64"/>
                  <a:pt x="0" y="64"/>
                </a:cubicBezTo>
                <a:cubicBezTo>
                  <a:pt x="21" y="27"/>
                  <a:pt x="21" y="27"/>
                  <a:pt x="21" y="27"/>
                </a:cubicBezTo>
                <a:cubicBezTo>
                  <a:pt x="25" y="29"/>
                  <a:pt x="25" y="29"/>
                  <a:pt x="25" y="29"/>
                </a:cubicBezTo>
                <a:cubicBezTo>
                  <a:pt x="29" y="32"/>
                  <a:pt x="34" y="33"/>
                  <a:pt x="39" y="33"/>
                </a:cubicBezTo>
                <a:cubicBezTo>
                  <a:pt x="50" y="33"/>
                  <a:pt x="59" y="27"/>
                  <a:pt x="64" y="18"/>
                </a:cubicBezTo>
                <a:cubicBezTo>
                  <a:pt x="67" y="14"/>
                  <a:pt x="68" y="9"/>
                  <a:pt x="68" y="4"/>
                </a:cubicBezTo>
                <a:cubicBezTo>
                  <a:pt x="68" y="0"/>
                  <a:pt x="68" y="0"/>
                  <a:pt x="68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1" y="4"/>
                  <a:pt x="111" y="4"/>
                  <a:pt x="111" y="4"/>
                </a:cubicBezTo>
                <a:cubicBezTo>
                  <a:pt x="111" y="20"/>
                  <a:pt x="124" y="33"/>
                  <a:pt x="140" y="33"/>
                </a:cubicBezTo>
                <a:cubicBezTo>
                  <a:pt x="145" y="33"/>
                  <a:pt x="150" y="32"/>
                  <a:pt x="154" y="29"/>
                </a:cubicBezTo>
                <a:cubicBezTo>
                  <a:pt x="158" y="27"/>
                  <a:pt x="158" y="27"/>
                  <a:pt x="158" y="27"/>
                </a:cubicBezTo>
                <a:cubicBezTo>
                  <a:pt x="179" y="64"/>
                  <a:pt x="179" y="64"/>
                  <a:pt x="179" y="64"/>
                </a:cubicBezTo>
                <a:cubicBezTo>
                  <a:pt x="176" y="66"/>
                  <a:pt x="176" y="66"/>
                  <a:pt x="176" y="66"/>
                </a:cubicBezTo>
                <a:cubicBezTo>
                  <a:pt x="162" y="74"/>
                  <a:pt x="157" y="92"/>
                  <a:pt x="165" y="106"/>
                </a:cubicBezTo>
                <a:cubicBezTo>
                  <a:pt x="167" y="110"/>
                  <a:pt x="171" y="114"/>
                  <a:pt x="175" y="116"/>
                </a:cubicBezTo>
                <a:cubicBezTo>
                  <a:pt x="179" y="118"/>
                  <a:pt x="179" y="118"/>
                  <a:pt x="179" y="118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154" y="153"/>
                  <a:pt x="154" y="153"/>
                  <a:pt x="154" y="153"/>
                </a:cubicBezTo>
                <a:cubicBezTo>
                  <a:pt x="150" y="150"/>
                  <a:pt x="145" y="149"/>
                  <a:pt x="140" y="149"/>
                </a:cubicBezTo>
                <a:cubicBezTo>
                  <a:pt x="129" y="149"/>
                  <a:pt x="120" y="154"/>
                  <a:pt x="114" y="163"/>
                </a:cubicBezTo>
                <a:cubicBezTo>
                  <a:pt x="112" y="168"/>
                  <a:pt x="111" y="173"/>
                  <a:pt x="111" y="178"/>
                </a:cubicBezTo>
                <a:lnTo>
                  <a:pt x="111" y="182"/>
                </a:lnTo>
                <a:close/>
                <a:moveTo>
                  <a:pt x="76" y="174"/>
                </a:moveTo>
                <a:cubicBezTo>
                  <a:pt x="103" y="174"/>
                  <a:pt x="103" y="174"/>
                  <a:pt x="103" y="174"/>
                </a:cubicBezTo>
                <a:cubicBezTo>
                  <a:pt x="103" y="169"/>
                  <a:pt x="105" y="164"/>
                  <a:pt x="108" y="159"/>
                </a:cubicBezTo>
                <a:cubicBezTo>
                  <a:pt x="114" y="148"/>
                  <a:pt x="126" y="141"/>
                  <a:pt x="140" y="141"/>
                </a:cubicBezTo>
                <a:cubicBezTo>
                  <a:pt x="145" y="141"/>
                  <a:pt x="150" y="142"/>
                  <a:pt x="155" y="144"/>
                </a:cubicBezTo>
                <a:cubicBezTo>
                  <a:pt x="168" y="121"/>
                  <a:pt x="168" y="121"/>
                  <a:pt x="168" y="121"/>
                </a:cubicBezTo>
                <a:cubicBezTo>
                  <a:pt x="164" y="118"/>
                  <a:pt x="160" y="114"/>
                  <a:pt x="158" y="110"/>
                </a:cubicBezTo>
                <a:cubicBezTo>
                  <a:pt x="148" y="93"/>
                  <a:pt x="153" y="72"/>
                  <a:pt x="168" y="61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50" y="40"/>
                  <a:pt x="145" y="41"/>
                  <a:pt x="140" y="41"/>
                </a:cubicBezTo>
                <a:cubicBezTo>
                  <a:pt x="121" y="41"/>
                  <a:pt x="105" y="26"/>
                  <a:pt x="103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6" y="13"/>
                  <a:pt x="74" y="18"/>
                  <a:pt x="71" y="22"/>
                </a:cubicBezTo>
                <a:cubicBezTo>
                  <a:pt x="65" y="34"/>
                  <a:pt x="52" y="41"/>
                  <a:pt x="39" y="41"/>
                </a:cubicBezTo>
                <a:cubicBezTo>
                  <a:pt x="34" y="41"/>
                  <a:pt x="29" y="40"/>
                  <a:pt x="24" y="38"/>
                </a:cubicBezTo>
                <a:cubicBezTo>
                  <a:pt x="11" y="61"/>
                  <a:pt x="11" y="61"/>
                  <a:pt x="11" y="61"/>
                </a:cubicBezTo>
                <a:cubicBezTo>
                  <a:pt x="15" y="64"/>
                  <a:pt x="18" y="68"/>
                  <a:pt x="21" y="72"/>
                </a:cubicBezTo>
                <a:cubicBezTo>
                  <a:pt x="31" y="89"/>
                  <a:pt x="26" y="110"/>
                  <a:pt x="11" y="121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9" y="142"/>
                  <a:pt x="34" y="141"/>
                  <a:pt x="39" y="141"/>
                </a:cubicBezTo>
                <a:cubicBezTo>
                  <a:pt x="58" y="141"/>
                  <a:pt x="74" y="155"/>
                  <a:pt x="76" y="1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EAC7AE31-1BAC-439E-92F6-A48831CE7CD1}"/>
              </a:ext>
            </a:extLst>
          </p:cNvPr>
          <p:cNvSpPr>
            <a:spLocks noEditPoints="1"/>
          </p:cNvSpPr>
          <p:nvPr/>
        </p:nvSpPr>
        <p:spPr bwMode="auto">
          <a:xfrm>
            <a:off x="6434138" y="1684338"/>
            <a:ext cx="161925" cy="160338"/>
          </a:xfrm>
          <a:custGeom>
            <a:avLst/>
            <a:gdLst>
              <a:gd name="T0" fmla="*/ 37 w 75"/>
              <a:gd name="T1" fmla="*/ 74 h 74"/>
              <a:gd name="T2" fmla="*/ 0 w 75"/>
              <a:gd name="T3" fmla="*/ 37 h 74"/>
              <a:gd name="T4" fmla="*/ 37 w 75"/>
              <a:gd name="T5" fmla="*/ 0 h 74"/>
              <a:gd name="T6" fmla="*/ 75 w 75"/>
              <a:gd name="T7" fmla="*/ 37 h 74"/>
              <a:gd name="T8" fmla="*/ 37 w 75"/>
              <a:gd name="T9" fmla="*/ 74 h 74"/>
              <a:gd name="T10" fmla="*/ 37 w 75"/>
              <a:gd name="T11" fmla="*/ 4 h 74"/>
              <a:gd name="T12" fmla="*/ 4 w 75"/>
              <a:gd name="T13" fmla="*/ 37 h 74"/>
              <a:gd name="T14" fmla="*/ 37 w 75"/>
              <a:gd name="T15" fmla="*/ 70 h 74"/>
              <a:gd name="T16" fmla="*/ 71 w 75"/>
              <a:gd name="T17" fmla="*/ 37 h 74"/>
              <a:gd name="T18" fmla="*/ 37 w 75"/>
              <a:gd name="T19" fmla="*/ 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5" h="74">
                <a:moveTo>
                  <a:pt x="37" y="74"/>
                </a:moveTo>
                <a:cubicBezTo>
                  <a:pt x="17" y="74"/>
                  <a:pt x="0" y="57"/>
                  <a:pt x="0" y="37"/>
                </a:cubicBezTo>
                <a:cubicBezTo>
                  <a:pt x="0" y="16"/>
                  <a:pt x="17" y="0"/>
                  <a:pt x="37" y="0"/>
                </a:cubicBezTo>
                <a:cubicBezTo>
                  <a:pt x="58" y="0"/>
                  <a:pt x="75" y="16"/>
                  <a:pt x="75" y="37"/>
                </a:cubicBezTo>
                <a:cubicBezTo>
                  <a:pt x="75" y="57"/>
                  <a:pt x="58" y="74"/>
                  <a:pt x="37" y="74"/>
                </a:cubicBezTo>
                <a:close/>
                <a:moveTo>
                  <a:pt x="37" y="4"/>
                </a:moveTo>
                <a:cubicBezTo>
                  <a:pt x="19" y="4"/>
                  <a:pt x="4" y="18"/>
                  <a:pt x="4" y="37"/>
                </a:cubicBezTo>
                <a:cubicBezTo>
                  <a:pt x="4" y="55"/>
                  <a:pt x="19" y="70"/>
                  <a:pt x="37" y="70"/>
                </a:cubicBezTo>
                <a:cubicBezTo>
                  <a:pt x="56" y="70"/>
                  <a:pt x="71" y="55"/>
                  <a:pt x="71" y="37"/>
                </a:cubicBezTo>
                <a:cubicBezTo>
                  <a:pt x="71" y="18"/>
                  <a:pt x="56" y="4"/>
                  <a:pt x="37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48C990E5-2969-4965-AB5B-8A321F06F1C5}"/>
              </a:ext>
            </a:extLst>
          </p:cNvPr>
          <p:cNvSpPr>
            <a:spLocks noEditPoints="1"/>
          </p:cNvSpPr>
          <p:nvPr/>
        </p:nvSpPr>
        <p:spPr bwMode="auto">
          <a:xfrm>
            <a:off x="10467976" y="2679701"/>
            <a:ext cx="406400" cy="90488"/>
          </a:xfrm>
          <a:custGeom>
            <a:avLst/>
            <a:gdLst>
              <a:gd name="T0" fmla="*/ 150 w 188"/>
              <a:gd name="T1" fmla="*/ 42 h 42"/>
              <a:gd name="T2" fmla="*/ 38 w 188"/>
              <a:gd name="T3" fmla="*/ 42 h 42"/>
              <a:gd name="T4" fmla="*/ 0 w 188"/>
              <a:gd name="T5" fmla="*/ 4 h 42"/>
              <a:gd name="T6" fmla="*/ 0 w 188"/>
              <a:gd name="T7" fmla="*/ 0 h 42"/>
              <a:gd name="T8" fmla="*/ 188 w 188"/>
              <a:gd name="T9" fmla="*/ 0 h 42"/>
              <a:gd name="T10" fmla="*/ 188 w 188"/>
              <a:gd name="T11" fmla="*/ 4 h 42"/>
              <a:gd name="T12" fmla="*/ 150 w 188"/>
              <a:gd name="T13" fmla="*/ 42 h 42"/>
              <a:gd name="T14" fmla="*/ 8 w 188"/>
              <a:gd name="T15" fmla="*/ 8 h 42"/>
              <a:gd name="T16" fmla="*/ 38 w 188"/>
              <a:gd name="T17" fmla="*/ 34 h 42"/>
              <a:gd name="T18" fmla="*/ 150 w 188"/>
              <a:gd name="T19" fmla="*/ 34 h 42"/>
              <a:gd name="T20" fmla="*/ 179 w 188"/>
              <a:gd name="T21" fmla="*/ 8 h 42"/>
              <a:gd name="T22" fmla="*/ 8 w 188"/>
              <a:gd name="T23" fmla="*/ 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8" h="42">
                <a:moveTo>
                  <a:pt x="150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17" y="42"/>
                  <a:pt x="0" y="25"/>
                  <a:pt x="0" y="4"/>
                </a:cubicBezTo>
                <a:cubicBezTo>
                  <a:pt x="0" y="0"/>
                  <a:pt x="0" y="0"/>
                  <a:pt x="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4"/>
                  <a:pt x="188" y="4"/>
                  <a:pt x="188" y="4"/>
                </a:cubicBezTo>
                <a:cubicBezTo>
                  <a:pt x="188" y="25"/>
                  <a:pt x="171" y="42"/>
                  <a:pt x="150" y="42"/>
                </a:cubicBezTo>
                <a:close/>
                <a:moveTo>
                  <a:pt x="8" y="8"/>
                </a:moveTo>
                <a:cubicBezTo>
                  <a:pt x="10" y="23"/>
                  <a:pt x="22" y="34"/>
                  <a:pt x="38" y="34"/>
                </a:cubicBezTo>
                <a:cubicBezTo>
                  <a:pt x="150" y="34"/>
                  <a:pt x="150" y="34"/>
                  <a:pt x="150" y="34"/>
                </a:cubicBezTo>
                <a:cubicBezTo>
                  <a:pt x="165" y="34"/>
                  <a:pt x="177" y="23"/>
                  <a:pt x="179" y="8"/>
                </a:cubicBezTo>
                <a:lnTo>
                  <a:pt x="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Rectangle 41">
            <a:extLst>
              <a:ext uri="{FF2B5EF4-FFF2-40B4-BE49-F238E27FC236}">
                <a16:creationId xmlns:a16="http://schemas.microsoft.com/office/drawing/2014/main" id="{139556CA-2782-4877-B669-EBA031930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01" y="2714626"/>
            <a:ext cx="17463" cy="1587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FFFD8991-0D3C-4AD1-A641-4C38742D434E}"/>
              </a:ext>
            </a:extLst>
          </p:cNvPr>
          <p:cNvSpPr>
            <a:spLocks noEditPoints="1"/>
          </p:cNvSpPr>
          <p:nvPr/>
        </p:nvSpPr>
        <p:spPr bwMode="auto">
          <a:xfrm>
            <a:off x="10466388" y="2452688"/>
            <a:ext cx="407988" cy="211138"/>
          </a:xfrm>
          <a:custGeom>
            <a:avLst/>
            <a:gdLst>
              <a:gd name="T0" fmla="*/ 257 w 257"/>
              <a:gd name="T1" fmla="*/ 133 h 133"/>
              <a:gd name="T2" fmla="*/ 0 w 257"/>
              <a:gd name="T3" fmla="*/ 133 h 133"/>
              <a:gd name="T4" fmla="*/ 17 w 257"/>
              <a:gd name="T5" fmla="*/ 0 h 133"/>
              <a:gd name="T6" fmla="*/ 241 w 257"/>
              <a:gd name="T7" fmla="*/ 0 h 133"/>
              <a:gd name="T8" fmla="*/ 257 w 257"/>
              <a:gd name="T9" fmla="*/ 133 h 133"/>
              <a:gd name="T10" fmla="*/ 12 w 257"/>
              <a:gd name="T11" fmla="*/ 122 h 133"/>
              <a:gd name="T12" fmla="*/ 245 w 257"/>
              <a:gd name="T13" fmla="*/ 122 h 133"/>
              <a:gd name="T14" fmla="*/ 231 w 257"/>
              <a:gd name="T15" fmla="*/ 11 h 133"/>
              <a:gd name="T16" fmla="*/ 27 w 257"/>
              <a:gd name="T17" fmla="*/ 11 h 133"/>
              <a:gd name="T18" fmla="*/ 12 w 257"/>
              <a:gd name="T19" fmla="*/ 12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7" h="133">
                <a:moveTo>
                  <a:pt x="257" y="133"/>
                </a:moveTo>
                <a:lnTo>
                  <a:pt x="0" y="133"/>
                </a:lnTo>
                <a:lnTo>
                  <a:pt x="17" y="0"/>
                </a:lnTo>
                <a:lnTo>
                  <a:pt x="241" y="0"/>
                </a:lnTo>
                <a:lnTo>
                  <a:pt x="257" y="133"/>
                </a:lnTo>
                <a:close/>
                <a:moveTo>
                  <a:pt x="12" y="122"/>
                </a:moveTo>
                <a:lnTo>
                  <a:pt x="245" y="122"/>
                </a:lnTo>
                <a:lnTo>
                  <a:pt x="231" y="11"/>
                </a:lnTo>
                <a:lnTo>
                  <a:pt x="27" y="11"/>
                </a:lnTo>
                <a:lnTo>
                  <a:pt x="12" y="1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Rectangle 43">
            <a:extLst>
              <a:ext uri="{FF2B5EF4-FFF2-40B4-BE49-F238E27FC236}">
                <a16:creationId xmlns:a16="http://schemas.microsoft.com/office/drawing/2014/main" id="{E9A7BDAA-F6D0-49A4-98F2-8E86E2E2D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051" y="1758951"/>
            <a:ext cx="13811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Rectangle 44">
            <a:extLst>
              <a:ext uri="{FF2B5EF4-FFF2-40B4-BE49-F238E27FC236}">
                <a16:creationId xmlns:a16="http://schemas.microsoft.com/office/drawing/2014/main" id="{A822CE64-DEDF-4F75-ADC2-3AE087D8D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1138" y="1695451"/>
            <a:ext cx="7938" cy="1381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0795F59C-649A-45FC-B320-1380CE8E9422}"/>
              </a:ext>
            </a:extLst>
          </p:cNvPr>
          <p:cNvSpPr>
            <a:spLocks noEditPoints="1"/>
          </p:cNvSpPr>
          <p:nvPr/>
        </p:nvSpPr>
        <p:spPr bwMode="auto">
          <a:xfrm>
            <a:off x="2163763" y="1565276"/>
            <a:ext cx="400050" cy="400050"/>
          </a:xfrm>
          <a:custGeom>
            <a:avLst/>
            <a:gdLst>
              <a:gd name="T0" fmla="*/ 93 w 185"/>
              <a:gd name="T1" fmla="*/ 185 h 185"/>
              <a:gd name="T2" fmla="*/ 0 w 185"/>
              <a:gd name="T3" fmla="*/ 92 h 185"/>
              <a:gd name="T4" fmla="*/ 93 w 185"/>
              <a:gd name="T5" fmla="*/ 0 h 185"/>
              <a:gd name="T6" fmla="*/ 185 w 185"/>
              <a:gd name="T7" fmla="*/ 92 h 185"/>
              <a:gd name="T8" fmla="*/ 93 w 185"/>
              <a:gd name="T9" fmla="*/ 185 h 185"/>
              <a:gd name="T10" fmla="*/ 93 w 185"/>
              <a:gd name="T11" fmla="*/ 8 h 185"/>
              <a:gd name="T12" fmla="*/ 8 w 185"/>
              <a:gd name="T13" fmla="*/ 92 h 185"/>
              <a:gd name="T14" fmla="*/ 93 w 185"/>
              <a:gd name="T15" fmla="*/ 177 h 185"/>
              <a:gd name="T16" fmla="*/ 177 w 185"/>
              <a:gd name="T17" fmla="*/ 92 h 185"/>
              <a:gd name="T18" fmla="*/ 93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3" y="185"/>
                </a:moveTo>
                <a:cubicBezTo>
                  <a:pt x="42" y="185"/>
                  <a:pt x="0" y="143"/>
                  <a:pt x="0" y="92"/>
                </a:cubicBezTo>
                <a:cubicBezTo>
                  <a:pt x="0" y="41"/>
                  <a:pt x="42" y="0"/>
                  <a:pt x="93" y="0"/>
                </a:cubicBezTo>
                <a:cubicBezTo>
                  <a:pt x="144" y="0"/>
                  <a:pt x="185" y="41"/>
                  <a:pt x="185" y="92"/>
                </a:cubicBezTo>
                <a:cubicBezTo>
                  <a:pt x="185" y="143"/>
                  <a:pt x="144" y="185"/>
                  <a:pt x="93" y="185"/>
                </a:cubicBezTo>
                <a:close/>
                <a:moveTo>
                  <a:pt x="93" y="8"/>
                </a:moveTo>
                <a:cubicBezTo>
                  <a:pt x="46" y="8"/>
                  <a:pt x="8" y="46"/>
                  <a:pt x="8" y="92"/>
                </a:cubicBezTo>
                <a:cubicBezTo>
                  <a:pt x="8" y="139"/>
                  <a:pt x="46" y="177"/>
                  <a:pt x="93" y="177"/>
                </a:cubicBezTo>
                <a:cubicBezTo>
                  <a:pt x="139" y="177"/>
                  <a:pt x="177" y="139"/>
                  <a:pt x="177" y="92"/>
                </a:cubicBezTo>
                <a:cubicBezTo>
                  <a:pt x="177" y="46"/>
                  <a:pt x="139" y="8"/>
                  <a:pt x="93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39040969-B673-4E61-BEB4-ABB714D27DC6}"/>
              </a:ext>
            </a:extLst>
          </p:cNvPr>
          <p:cNvSpPr>
            <a:spLocks noEditPoints="1"/>
          </p:cNvSpPr>
          <p:nvPr/>
        </p:nvSpPr>
        <p:spPr bwMode="auto">
          <a:xfrm>
            <a:off x="2201863" y="1601788"/>
            <a:ext cx="325438" cy="323850"/>
          </a:xfrm>
          <a:custGeom>
            <a:avLst/>
            <a:gdLst>
              <a:gd name="T0" fmla="*/ 75 w 150"/>
              <a:gd name="T1" fmla="*/ 150 h 150"/>
              <a:gd name="T2" fmla="*/ 0 w 150"/>
              <a:gd name="T3" fmla="*/ 75 h 150"/>
              <a:gd name="T4" fmla="*/ 75 w 150"/>
              <a:gd name="T5" fmla="*/ 0 h 150"/>
              <a:gd name="T6" fmla="*/ 150 w 150"/>
              <a:gd name="T7" fmla="*/ 75 h 150"/>
              <a:gd name="T8" fmla="*/ 75 w 150"/>
              <a:gd name="T9" fmla="*/ 150 h 150"/>
              <a:gd name="T10" fmla="*/ 75 w 150"/>
              <a:gd name="T11" fmla="*/ 4 h 150"/>
              <a:gd name="T12" fmla="*/ 4 w 150"/>
              <a:gd name="T13" fmla="*/ 75 h 150"/>
              <a:gd name="T14" fmla="*/ 75 w 150"/>
              <a:gd name="T15" fmla="*/ 146 h 150"/>
              <a:gd name="T16" fmla="*/ 146 w 150"/>
              <a:gd name="T17" fmla="*/ 75 h 150"/>
              <a:gd name="T18" fmla="*/ 75 w 150"/>
              <a:gd name="T19" fmla="*/ 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0" h="150">
                <a:moveTo>
                  <a:pt x="75" y="150"/>
                </a:moveTo>
                <a:cubicBezTo>
                  <a:pt x="33" y="150"/>
                  <a:pt x="0" y="117"/>
                  <a:pt x="0" y="75"/>
                </a:cubicBezTo>
                <a:cubicBezTo>
                  <a:pt x="0" y="34"/>
                  <a:pt x="33" y="0"/>
                  <a:pt x="75" y="0"/>
                </a:cubicBezTo>
                <a:cubicBezTo>
                  <a:pt x="116" y="0"/>
                  <a:pt x="150" y="34"/>
                  <a:pt x="150" y="75"/>
                </a:cubicBezTo>
                <a:cubicBezTo>
                  <a:pt x="150" y="117"/>
                  <a:pt x="116" y="150"/>
                  <a:pt x="75" y="150"/>
                </a:cubicBezTo>
                <a:close/>
                <a:moveTo>
                  <a:pt x="75" y="4"/>
                </a:moveTo>
                <a:cubicBezTo>
                  <a:pt x="35" y="4"/>
                  <a:pt x="4" y="36"/>
                  <a:pt x="4" y="75"/>
                </a:cubicBezTo>
                <a:cubicBezTo>
                  <a:pt x="4" y="115"/>
                  <a:pt x="35" y="146"/>
                  <a:pt x="75" y="146"/>
                </a:cubicBezTo>
                <a:cubicBezTo>
                  <a:pt x="114" y="146"/>
                  <a:pt x="146" y="115"/>
                  <a:pt x="146" y="75"/>
                </a:cubicBezTo>
                <a:cubicBezTo>
                  <a:pt x="146" y="36"/>
                  <a:pt x="114" y="4"/>
                  <a:pt x="7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4E46BEF8-A4B8-408F-8E34-755B6E4DABB2}"/>
              </a:ext>
            </a:extLst>
          </p:cNvPr>
          <p:cNvSpPr>
            <a:spLocks/>
          </p:cNvSpPr>
          <p:nvPr/>
        </p:nvSpPr>
        <p:spPr bwMode="auto">
          <a:xfrm>
            <a:off x="2312988" y="1711326"/>
            <a:ext cx="103188" cy="104775"/>
          </a:xfrm>
          <a:custGeom>
            <a:avLst/>
            <a:gdLst>
              <a:gd name="T0" fmla="*/ 61 w 65"/>
              <a:gd name="T1" fmla="*/ 66 h 66"/>
              <a:gd name="T2" fmla="*/ 0 w 65"/>
              <a:gd name="T3" fmla="*/ 5 h 66"/>
              <a:gd name="T4" fmla="*/ 2 w 65"/>
              <a:gd name="T5" fmla="*/ 0 h 66"/>
              <a:gd name="T6" fmla="*/ 65 w 65"/>
              <a:gd name="T7" fmla="*/ 63 h 66"/>
              <a:gd name="T8" fmla="*/ 61 w 65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6">
                <a:moveTo>
                  <a:pt x="61" y="66"/>
                </a:moveTo>
                <a:lnTo>
                  <a:pt x="0" y="5"/>
                </a:lnTo>
                <a:lnTo>
                  <a:pt x="2" y="0"/>
                </a:lnTo>
                <a:lnTo>
                  <a:pt x="65" y="63"/>
                </a:lnTo>
                <a:lnTo>
                  <a:pt x="61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03AE06E9-31B2-4479-A2CB-5EE97181EA5C}"/>
              </a:ext>
            </a:extLst>
          </p:cNvPr>
          <p:cNvSpPr>
            <a:spLocks/>
          </p:cNvSpPr>
          <p:nvPr/>
        </p:nvSpPr>
        <p:spPr bwMode="auto">
          <a:xfrm>
            <a:off x="2312988" y="1711326"/>
            <a:ext cx="103188" cy="104775"/>
          </a:xfrm>
          <a:custGeom>
            <a:avLst/>
            <a:gdLst>
              <a:gd name="T0" fmla="*/ 2 w 65"/>
              <a:gd name="T1" fmla="*/ 66 h 66"/>
              <a:gd name="T2" fmla="*/ 0 w 65"/>
              <a:gd name="T3" fmla="*/ 63 h 66"/>
              <a:gd name="T4" fmla="*/ 61 w 65"/>
              <a:gd name="T5" fmla="*/ 0 h 66"/>
              <a:gd name="T6" fmla="*/ 65 w 65"/>
              <a:gd name="T7" fmla="*/ 5 h 66"/>
              <a:gd name="T8" fmla="*/ 2 w 65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6">
                <a:moveTo>
                  <a:pt x="2" y="66"/>
                </a:moveTo>
                <a:lnTo>
                  <a:pt x="0" y="63"/>
                </a:lnTo>
                <a:lnTo>
                  <a:pt x="61" y="0"/>
                </a:lnTo>
                <a:lnTo>
                  <a:pt x="65" y="5"/>
                </a:lnTo>
                <a:lnTo>
                  <a:pt x="2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9DF7660C-496A-4A7B-BB69-2B23BE33A692}"/>
              </a:ext>
            </a:extLst>
          </p:cNvPr>
          <p:cNvSpPr>
            <a:spLocks noEditPoints="1"/>
          </p:cNvSpPr>
          <p:nvPr/>
        </p:nvSpPr>
        <p:spPr bwMode="auto">
          <a:xfrm>
            <a:off x="2990851" y="1565276"/>
            <a:ext cx="400050" cy="400050"/>
          </a:xfrm>
          <a:custGeom>
            <a:avLst/>
            <a:gdLst>
              <a:gd name="T0" fmla="*/ 92 w 185"/>
              <a:gd name="T1" fmla="*/ 185 h 185"/>
              <a:gd name="T2" fmla="*/ 0 w 185"/>
              <a:gd name="T3" fmla="*/ 92 h 185"/>
              <a:gd name="T4" fmla="*/ 92 w 185"/>
              <a:gd name="T5" fmla="*/ 0 h 185"/>
              <a:gd name="T6" fmla="*/ 185 w 185"/>
              <a:gd name="T7" fmla="*/ 92 h 185"/>
              <a:gd name="T8" fmla="*/ 92 w 185"/>
              <a:gd name="T9" fmla="*/ 185 h 185"/>
              <a:gd name="T10" fmla="*/ 92 w 185"/>
              <a:gd name="T11" fmla="*/ 8 h 185"/>
              <a:gd name="T12" fmla="*/ 8 w 185"/>
              <a:gd name="T13" fmla="*/ 92 h 185"/>
              <a:gd name="T14" fmla="*/ 92 w 185"/>
              <a:gd name="T15" fmla="*/ 177 h 185"/>
              <a:gd name="T16" fmla="*/ 177 w 185"/>
              <a:gd name="T17" fmla="*/ 92 h 185"/>
              <a:gd name="T18" fmla="*/ 92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2" y="185"/>
                </a:moveTo>
                <a:cubicBezTo>
                  <a:pt x="42" y="185"/>
                  <a:pt x="0" y="143"/>
                  <a:pt x="0" y="92"/>
                </a:cubicBezTo>
                <a:cubicBezTo>
                  <a:pt x="0" y="41"/>
                  <a:pt x="42" y="0"/>
                  <a:pt x="92" y="0"/>
                </a:cubicBezTo>
                <a:cubicBezTo>
                  <a:pt x="143" y="0"/>
                  <a:pt x="185" y="41"/>
                  <a:pt x="185" y="92"/>
                </a:cubicBezTo>
                <a:cubicBezTo>
                  <a:pt x="185" y="143"/>
                  <a:pt x="143" y="185"/>
                  <a:pt x="92" y="185"/>
                </a:cubicBezTo>
                <a:close/>
                <a:moveTo>
                  <a:pt x="92" y="8"/>
                </a:moveTo>
                <a:cubicBezTo>
                  <a:pt x="46" y="8"/>
                  <a:pt x="8" y="46"/>
                  <a:pt x="8" y="92"/>
                </a:cubicBezTo>
                <a:cubicBezTo>
                  <a:pt x="8" y="139"/>
                  <a:pt x="46" y="177"/>
                  <a:pt x="92" y="177"/>
                </a:cubicBezTo>
                <a:cubicBezTo>
                  <a:pt x="139" y="177"/>
                  <a:pt x="177" y="139"/>
                  <a:pt x="177" y="92"/>
                </a:cubicBezTo>
                <a:cubicBezTo>
                  <a:pt x="177" y="46"/>
                  <a:pt x="139" y="8"/>
                  <a:pt x="9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8EC7AC84-F767-4E51-98FB-F7085213BCB5}"/>
              </a:ext>
            </a:extLst>
          </p:cNvPr>
          <p:cNvSpPr>
            <a:spLocks noEditPoints="1"/>
          </p:cNvSpPr>
          <p:nvPr/>
        </p:nvSpPr>
        <p:spPr bwMode="auto">
          <a:xfrm>
            <a:off x="3028951" y="1601788"/>
            <a:ext cx="325438" cy="323850"/>
          </a:xfrm>
          <a:custGeom>
            <a:avLst/>
            <a:gdLst>
              <a:gd name="T0" fmla="*/ 75 w 151"/>
              <a:gd name="T1" fmla="*/ 150 h 150"/>
              <a:gd name="T2" fmla="*/ 0 w 151"/>
              <a:gd name="T3" fmla="*/ 75 h 150"/>
              <a:gd name="T4" fmla="*/ 75 w 151"/>
              <a:gd name="T5" fmla="*/ 0 h 150"/>
              <a:gd name="T6" fmla="*/ 151 w 151"/>
              <a:gd name="T7" fmla="*/ 75 h 150"/>
              <a:gd name="T8" fmla="*/ 75 w 151"/>
              <a:gd name="T9" fmla="*/ 150 h 150"/>
              <a:gd name="T10" fmla="*/ 75 w 151"/>
              <a:gd name="T11" fmla="*/ 4 h 150"/>
              <a:gd name="T12" fmla="*/ 4 w 151"/>
              <a:gd name="T13" fmla="*/ 75 h 150"/>
              <a:gd name="T14" fmla="*/ 75 w 151"/>
              <a:gd name="T15" fmla="*/ 146 h 150"/>
              <a:gd name="T16" fmla="*/ 147 w 151"/>
              <a:gd name="T17" fmla="*/ 75 h 150"/>
              <a:gd name="T18" fmla="*/ 75 w 151"/>
              <a:gd name="T19" fmla="*/ 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1" h="150">
                <a:moveTo>
                  <a:pt x="75" y="150"/>
                </a:moveTo>
                <a:cubicBezTo>
                  <a:pt x="34" y="150"/>
                  <a:pt x="0" y="117"/>
                  <a:pt x="0" y="75"/>
                </a:cubicBezTo>
                <a:cubicBezTo>
                  <a:pt x="0" y="34"/>
                  <a:pt x="34" y="0"/>
                  <a:pt x="75" y="0"/>
                </a:cubicBezTo>
                <a:cubicBezTo>
                  <a:pt x="117" y="0"/>
                  <a:pt x="151" y="34"/>
                  <a:pt x="151" y="75"/>
                </a:cubicBezTo>
                <a:cubicBezTo>
                  <a:pt x="151" y="117"/>
                  <a:pt x="117" y="150"/>
                  <a:pt x="75" y="150"/>
                </a:cubicBezTo>
                <a:close/>
                <a:moveTo>
                  <a:pt x="75" y="4"/>
                </a:moveTo>
                <a:cubicBezTo>
                  <a:pt x="36" y="4"/>
                  <a:pt x="4" y="36"/>
                  <a:pt x="4" y="75"/>
                </a:cubicBezTo>
                <a:cubicBezTo>
                  <a:pt x="4" y="115"/>
                  <a:pt x="36" y="146"/>
                  <a:pt x="75" y="146"/>
                </a:cubicBezTo>
                <a:cubicBezTo>
                  <a:pt x="115" y="146"/>
                  <a:pt x="147" y="115"/>
                  <a:pt x="147" y="75"/>
                </a:cubicBezTo>
                <a:cubicBezTo>
                  <a:pt x="147" y="36"/>
                  <a:pt x="115" y="4"/>
                  <a:pt x="7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Rectangle 51">
            <a:extLst>
              <a:ext uri="{FF2B5EF4-FFF2-40B4-BE49-F238E27FC236}">
                <a16:creationId xmlns:a16="http://schemas.microsoft.com/office/drawing/2014/main" id="{ABFD60EB-B236-4EFB-A86E-105AD8B84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1" y="1758951"/>
            <a:ext cx="134938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1E3BB4C3-271C-46ED-BE37-E2F1442F2F9D}"/>
              </a:ext>
            </a:extLst>
          </p:cNvPr>
          <p:cNvSpPr>
            <a:spLocks noEditPoints="1"/>
          </p:cNvSpPr>
          <p:nvPr/>
        </p:nvSpPr>
        <p:spPr bwMode="auto">
          <a:xfrm>
            <a:off x="10475913" y="4887913"/>
            <a:ext cx="400050" cy="400050"/>
          </a:xfrm>
          <a:custGeom>
            <a:avLst/>
            <a:gdLst>
              <a:gd name="T0" fmla="*/ 92 w 185"/>
              <a:gd name="T1" fmla="*/ 185 h 185"/>
              <a:gd name="T2" fmla="*/ 0 w 185"/>
              <a:gd name="T3" fmla="*/ 93 h 185"/>
              <a:gd name="T4" fmla="*/ 92 w 185"/>
              <a:gd name="T5" fmla="*/ 0 h 185"/>
              <a:gd name="T6" fmla="*/ 185 w 185"/>
              <a:gd name="T7" fmla="*/ 93 h 185"/>
              <a:gd name="T8" fmla="*/ 92 w 185"/>
              <a:gd name="T9" fmla="*/ 185 h 185"/>
              <a:gd name="T10" fmla="*/ 92 w 185"/>
              <a:gd name="T11" fmla="*/ 8 h 185"/>
              <a:gd name="T12" fmla="*/ 8 w 185"/>
              <a:gd name="T13" fmla="*/ 93 h 185"/>
              <a:gd name="T14" fmla="*/ 92 w 185"/>
              <a:gd name="T15" fmla="*/ 177 h 185"/>
              <a:gd name="T16" fmla="*/ 177 w 185"/>
              <a:gd name="T17" fmla="*/ 93 h 185"/>
              <a:gd name="T18" fmla="*/ 92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2" y="185"/>
                </a:moveTo>
                <a:cubicBezTo>
                  <a:pt x="41" y="185"/>
                  <a:pt x="0" y="144"/>
                  <a:pt x="0" y="93"/>
                </a:cubicBezTo>
                <a:cubicBezTo>
                  <a:pt x="0" y="42"/>
                  <a:pt x="41" y="0"/>
                  <a:pt x="92" y="0"/>
                </a:cubicBezTo>
                <a:cubicBezTo>
                  <a:pt x="143" y="0"/>
                  <a:pt x="185" y="42"/>
                  <a:pt x="185" y="93"/>
                </a:cubicBezTo>
                <a:cubicBezTo>
                  <a:pt x="185" y="144"/>
                  <a:pt x="143" y="185"/>
                  <a:pt x="92" y="185"/>
                </a:cubicBezTo>
                <a:close/>
                <a:moveTo>
                  <a:pt x="92" y="8"/>
                </a:moveTo>
                <a:cubicBezTo>
                  <a:pt x="46" y="8"/>
                  <a:pt x="8" y="46"/>
                  <a:pt x="8" y="93"/>
                </a:cubicBezTo>
                <a:cubicBezTo>
                  <a:pt x="8" y="139"/>
                  <a:pt x="46" y="177"/>
                  <a:pt x="92" y="177"/>
                </a:cubicBezTo>
                <a:cubicBezTo>
                  <a:pt x="139" y="177"/>
                  <a:pt x="177" y="139"/>
                  <a:pt x="177" y="93"/>
                </a:cubicBezTo>
                <a:cubicBezTo>
                  <a:pt x="177" y="46"/>
                  <a:pt x="139" y="8"/>
                  <a:pt x="9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Rectangle 53">
            <a:extLst>
              <a:ext uri="{FF2B5EF4-FFF2-40B4-BE49-F238E27FC236}">
                <a16:creationId xmlns:a16="http://schemas.microsoft.com/office/drawing/2014/main" id="{A978C6A9-21C9-4F10-BC5C-EEE279C99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06088" y="5084763"/>
            <a:ext cx="13811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Rectangle 54">
            <a:extLst>
              <a:ext uri="{FF2B5EF4-FFF2-40B4-BE49-F238E27FC236}">
                <a16:creationId xmlns:a16="http://schemas.microsoft.com/office/drawing/2014/main" id="{E62F533F-9C87-4725-80DC-EECDB300CB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1176" y="5019676"/>
            <a:ext cx="7938" cy="139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8D54DC84-6306-4D12-92A3-8055D160265A}"/>
              </a:ext>
            </a:extLst>
          </p:cNvPr>
          <p:cNvSpPr>
            <a:spLocks noEditPoints="1"/>
          </p:cNvSpPr>
          <p:nvPr/>
        </p:nvSpPr>
        <p:spPr bwMode="auto">
          <a:xfrm>
            <a:off x="8815388" y="4887913"/>
            <a:ext cx="400050" cy="400050"/>
          </a:xfrm>
          <a:custGeom>
            <a:avLst/>
            <a:gdLst>
              <a:gd name="T0" fmla="*/ 92 w 185"/>
              <a:gd name="T1" fmla="*/ 185 h 185"/>
              <a:gd name="T2" fmla="*/ 0 w 185"/>
              <a:gd name="T3" fmla="*/ 93 h 185"/>
              <a:gd name="T4" fmla="*/ 92 w 185"/>
              <a:gd name="T5" fmla="*/ 0 h 185"/>
              <a:gd name="T6" fmla="*/ 185 w 185"/>
              <a:gd name="T7" fmla="*/ 93 h 185"/>
              <a:gd name="T8" fmla="*/ 92 w 185"/>
              <a:gd name="T9" fmla="*/ 185 h 185"/>
              <a:gd name="T10" fmla="*/ 92 w 185"/>
              <a:gd name="T11" fmla="*/ 8 h 185"/>
              <a:gd name="T12" fmla="*/ 8 w 185"/>
              <a:gd name="T13" fmla="*/ 93 h 185"/>
              <a:gd name="T14" fmla="*/ 92 w 185"/>
              <a:gd name="T15" fmla="*/ 177 h 185"/>
              <a:gd name="T16" fmla="*/ 177 w 185"/>
              <a:gd name="T17" fmla="*/ 93 h 185"/>
              <a:gd name="T18" fmla="*/ 92 w 185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5" h="185">
                <a:moveTo>
                  <a:pt x="92" y="185"/>
                </a:moveTo>
                <a:cubicBezTo>
                  <a:pt x="41" y="185"/>
                  <a:pt x="0" y="144"/>
                  <a:pt x="0" y="93"/>
                </a:cubicBezTo>
                <a:cubicBezTo>
                  <a:pt x="0" y="42"/>
                  <a:pt x="41" y="0"/>
                  <a:pt x="92" y="0"/>
                </a:cubicBezTo>
                <a:cubicBezTo>
                  <a:pt x="143" y="0"/>
                  <a:pt x="185" y="42"/>
                  <a:pt x="185" y="93"/>
                </a:cubicBezTo>
                <a:cubicBezTo>
                  <a:pt x="185" y="144"/>
                  <a:pt x="143" y="185"/>
                  <a:pt x="92" y="185"/>
                </a:cubicBezTo>
                <a:close/>
                <a:moveTo>
                  <a:pt x="92" y="8"/>
                </a:moveTo>
                <a:cubicBezTo>
                  <a:pt x="46" y="8"/>
                  <a:pt x="8" y="46"/>
                  <a:pt x="8" y="93"/>
                </a:cubicBezTo>
                <a:cubicBezTo>
                  <a:pt x="8" y="139"/>
                  <a:pt x="46" y="177"/>
                  <a:pt x="92" y="177"/>
                </a:cubicBezTo>
                <a:cubicBezTo>
                  <a:pt x="139" y="177"/>
                  <a:pt x="177" y="139"/>
                  <a:pt x="177" y="93"/>
                </a:cubicBezTo>
                <a:cubicBezTo>
                  <a:pt x="177" y="46"/>
                  <a:pt x="139" y="8"/>
                  <a:pt x="9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D08D9418-14E3-46D0-B9C0-9F7698F05D9A}"/>
              </a:ext>
            </a:extLst>
          </p:cNvPr>
          <p:cNvSpPr>
            <a:spLocks/>
          </p:cNvSpPr>
          <p:nvPr/>
        </p:nvSpPr>
        <p:spPr bwMode="auto">
          <a:xfrm>
            <a:off x="8963026" y="5037138"/>
            <a:ext cx="103188" cy="104775"/>
          </a:xfrm>
          <a:custGeom>
            <a:avLst/>
            <a:gdLst>
              <a:gd name="T0" fmla="*/ 61 w 65"/>
              <a:gd name="T1" fmla="*/ 66 h 66"/>
              <a:gd name="T2" fmla="*/ 0 w 65"/>
              <a:gd name="T3" fmla="*/ 4 h 66"/>
              <a:gd name="T4" fmla="*/ 4 w 65"/>
              <a:gd name="T5" fmla="*/ 0 h 66"/>
              <a:gd name="T6" fmla="*/ 65 w 65"/>
              <a:gd name="T7" fmla="*/ 62 h 66"/>
              <a:gd name="T8" fmla="*/ 61 w 65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6">
                <a:moveTo>
                  <a:pt x="61" y="66"/>
                </a:moveTo>
                <a:lnTo>
                  <a:pt x="0" y="4"/>
                </a:lnTo>
                <a:lnTo>
                  <a:pt x="4" y="0"/>
                </a:lnTo>
                <a:lnTo>
                  <a:pt x="65" y="62"/>
                </a:lnTo>
                <a:lnTo>
                  <a:pt x="61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58524720-5E83-45BC-ABEC-A3FAB279BF0E}"/>
              </a:ext>
            </a:extLst>
          </p:cNvPr>
          <p:cNvSpPr>
            <a:spLocks/>
          </p:cNvSpPr>
          <p:nvPr/>
        </p:nvSpPr>
        <p:spPr bwMode="auto">
          <a:xfrm>
            <a:off x="8963026" y="5037138"/>
            <a:ext cx="103188" cy="104775"/>
          </a:xfrm>
          <a:custGeom>
            <a:avLst/>
            <a:gdLst>
              <a:gd name="T0" fmla="*/ 4 w 65"/>
              <a:gd name="T1" fmla="*/ 66 h 66"/>
              <a:gd name="T2" fmla="*/ 0 w 65"/>
              <a:gd name="T3" fmla="*/ 62 h 66"/>
              <a:gd name="T4" fmla="*/ 61 w 65"/>
              <a:gd name="T5" fmla="*/ 0 h 66"/>
              <a:gd name="T6" fmla="*/ 65 w 65"/>
              <a:gd name="T7" fmla="*/ 4 h 66"/>
              <a:gd name="T8" fmla="*/ 4 w 65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6">
                <a:moveTo>
                  <a:pt x="4" y="66"/>
                </a:moveTo>
                <a:lnTo>
                  <a:pt x="0" y="62"/>
                </a:lnTo>
                <a:lnTo>
                  <a:pt x="61" y="0"/>
                </a:lnTo>
                <a:lnTo>
                  <a:pt x="65" y="4"/>
                </a:lnTo>
                <a:lnTo>
                  <a:pt x="4" y="6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D09415D3-DB87-4401-8197-BA410666C805}"/>
              </a:ext>
            </a:extLst>
          </p:cNvPr>
          <p:cNvSpPr>
            <a:spLocks noEditPoints="1"/>
          </p:cNvSpPr>
          <p:nvPr/>
        </p:nvSpPr>
        <p:spPr bwMode="auto">
          <a:xfrm>
            <a:off x="9644063" y="4887913"/>
            <a:ext cx="398463" cy="400050"/>
          </a:xfrm>
          <a:custGeom>
            <a:avLst/>
            <a:gdLst>
              <a:gd name="T0" fmla="*/ 92 w 184"/>
              <a:gd name="T1" fmla="*/ 185 h 185"/>
              <a:gd name="T2" fmla="*/ 0 w 184"/>
              <a:gd name="T3" fmla="*/ 93 h 185"/>
              <a:gd name="T4" fmla="*/ 92 w 184"/>
              <a:gd name="T5" fmla="*/ 0 h 185"/>
              <a:gd name="T6" fmla="*/ 184 w 184"/>
              <a:gd name="T7" fmla="*/ 93 h 185"/>
              <a:gd name="T8" fmla="*/ 92 w 184"/>
              <a:gd name="T9" fmla="*/ 185 h 185"/>
              <a:gd name="T10" fmla="*/ 92 w 184"/>
              <a:gd name="T11" fmla="*/ 8 h 185"/>
              <a:gd name="T12" fmla="*/ 8 w 184"/>
              <a:gd name="T13" fmla="*/ 93 h 185"/>
              <a:gd name="T14" fmla="*/ 92 w 184"/>
              <a:gd name="T15" fmla="*/ 177 h 185"/>
              <a:gd name="T16" fmla="*/ 176 w 184"/>
              <a:gd name="T17" fmla="*/ 93 h 185"/>
              <a:gd name="T18" fmla="*/ 92 w 184"/>
              <a:gd name="T19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4" h="185">
                <a:moveTo>
                  <a:pt x="92" y="185"/>
                </a:moveTo>
                <a:cubicBezTo>
                  <a:pt x="41" y="185"/>
                  <a:pt x="0" y="144"/>
                  <a:pt x="0" y="93"/>
                </a:cubicBezTo>
                <a:cubicBezTo>
                  <a:pt x="0" y="42"/>
                  <a:pt x="41" y="0"/>
                  <a:pt x="92" y="0"/>
                </a:cubicBezTo>
                <a:cubicBezTo>
                  <a:pt x="143" y="0"/>
                  <a:pt x="184" y="42"/>
                  <a:pt x="184" y="93"/>
                </a:cubicBezTo>
                <a:cubicBezTo>
                  <a:pt x="184" y="144"/>
                  <a:pt x="143" y="185"/>
                  <a:pt x="92" y="185"/>
                </a:cubicBezTo>
                <a:close/>
                <a:moveTo>
                  <a:pt x="92" y="8"/>
                </a:moveTo>
                <a:cubicBezTo>
                  <a:pt x="46" y="8"/>
                  <a:pt x="8" y="46"/>
                  <a:pt x="8" y="93"/>
                </a:cubicBezTo>
                <a:cubicBezTo>
                  <a:pt x="8" y="139"/>
                  <a:pt x="46" y="177"/>
                  <a:pt x="92" y="177"/>
                </a:cubicBezTo>
                <a:cubicBezTo>
                  <a:pt x="139" y="177"/>
                  <a:pt x="176" y="139"/>
                  <a:pt x="176" y="93"/>
                </a:cubicBezTo>
                <a:cubicBezTo>
                  <a:pt x="176" y="46"/>
                  <a:pt x="139" y="8"/>
                  <a:pt x="9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Rectangle 59">
            <a:extLst>
              <a:ext uri="{FF2B5EF4-FFF2-40B4-BE49-F238E27FC236}">
                <a16:creationId xmlns:a16="http://schemas.microsoft.com/office/drawing/2014/main" id="{80608475-A1B6-42F9-BC45-56A1E99D7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4238" y="5084763"/>
            <a:ext cx="138113" cy="9525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4223A729-22D0-4AD7-A26B-84CCC7DF7345}"/>
              </a:ext>
            </a:extLst>
          </p:cNvPr>
          <p:cNvSpPr>
            <a:spLocks noEditPoints="1"/>
          </p:cNvSpPr>
          <p:nvPr/>
        </p:nvSpPr>
        <p:spPr bwMode="auto">
          <a:xfrm>
            <a:off x="1371601" y="1600201"/>
            <a:ext cx="330200" cy="330200"/>
          </a:xfrm>
          <a:custGeom>
            <a:avLst/>
            <a:gdLst>
              <a:gd name="T0" fmla="*/ 26 w 153"/>
              <a:gd name="T1" fmla="*/ 153 h 153"/>
              <a:gd name="T2" fmla="*/ 13 w 153"/>
              <a:gd name="T3" fmla="*/ 153 h 153"/>
              <a:gd name="T4" fmla="*/ 0 w 153"/>
              <a:gd name="T5" fmla="*/ 140 h 153"/>
              <a:gd name="T6" fmla="*/ 0 w 153"/>
              <a:gd name="T7" fmla="*/ 111 h 153"/>
              <a:gd name="T8" fmla="*/ 55 w 153"/>
              <a:gd name="T9" fmla="*/ 56 h 153"/>
              <a:gd name="T10" fmla="*/ 54 w 153"/>
              <a:gd name="T11" fmla="*/ 49 h 153"/>
              <a:gd name="T12" fmla="*/ 104 w 153"/>
              <a:gd name="T13" fmla="*/ 0 h 153"/>
              <a:gd name="T14" fmla="*/ 153 w 153"/>
              <a:gd name="T15" fmla="*/ 49 h 153"/>
              <a:gd name="T16" fmla="*/ 104 w 153"/>
              <a:gd name="T17" fmla="*/ 99 h 153"/>
              <a:gd name="T18" fmla="*/ 89 w 153"/>
              <a:gd name="T19" fmla="*/ 96 h 153"/>
              <a:gd name="T20" fmla="*/ 78 w 153"/>
              <a:gd name="T21" fmla="*/ 108 h 153"/>
              <a:gd name="T22" fmla="*/ 62 w 153"/>
              <a:gd name="T23" fmla="*/ 108 h 153"/>
              <a:gd name="T24" fmla="*/ 62 w 153"/>
              <a:gd name="T25" fmla="*/ 126 h 153"/>
              <a:gd name="T26" fmla="*/ 44 w 153"/>
              <a:gd name="T27" fmla="*/ 126 h 153"/>
              <a:gd name="T28" fmla="*/ 44 w 153"/>
              <a:gd name="T29" fmla="*/ 144 h 153"/>
              <a:gd name="T30" fmla="*/ 26 w 153"/>
              <a:gd name="T31" fmla="*/ 144 h 153"/>
              <a:gd name="T32" fmla="*/ 26 w 153"/>
              <a:gd name="T33" fmla="*/ 153 h 153"/>
              <a:gd name="T34" fmla="*/ 8 w 153"/>
              <a:gd name="T35" fmla="*/ 114 h 153"/>
              <a:gd name="T36" fmla="*/ 8 w 153"/>
              <a:gd name="T37" fmla="*/ 140 h 153"/>
              <a:gd name="T38" fmla="*/ 13 w 153"/>
              <a:gd name="T39" fmla="*/ 145 h 153"/>
              <a:gd name="T40" fmla="*/ 18 w 153"/>
              <a:gd name="T41" fmla="*/ 145 h 153"/>
              <a:gd name="T42" fmla="*/ 18 w 153"/>
              <a:gd name="T43" fmla="*/ 136 h 153"/>
              <a:gd name="T44" fmla="*/ 36 w 153"/>
              <a:gd name="T45" fmla="*/ 136 h 153"/>
              <a:gd name="T46" fmla="*/ 36 w 153"/>
              <a:gd name="T47" fmla="*/ 118 h 153"/>
              <a:gd name="T48" fmla="*/ 54 w 153"/>
              <a:gd name="T49" fmla="*/ 118 h 153"/>
              <a:gd name="T50" fmla="*/ 54 w 153"/>
              <a:gd name="T51" fmla="*/ 100 h 153"/>
              <a:gd name="T52" fmla="*/ 75 w 153"/>
              <a:gd name="T53" fmla="*/ 100 h 153"/>
              <a:gd name="T54" fmla="*/ 87 w 153"/>
              <a:gd name="T55" fmla="*/ 87 h 153"/>
              <a:gd name="T56" fmla="*/ 90 w 153"/>
              <a:gd name="T57" fmla="*/ 88 h 153"/>
              <a:gd name="T58" fmla="*/ 104 w 153"/>
              <a:gd name="T59" fmla="*/ 91 h 153"/>
              <a:gd name="T60" fmla="*/ 145 w 153"/>
              <a:gd name="T61" fmla="*/ 49 h 153"/>
              <a:gd name="T62" fmla="*/ 104 w 153"/>
              <a:gd name="T63" fmla="*/ 8 h 153"/>
              <a:gd name="T64" fmla="*/ 62 w 153"/>
              <a:gd name="T65" fmla="*/ 49 h 153"/>
              <a:gd name="T66" fmla="*/ 63 w 153"/>
              <a:gd name="T67" fmla="*/ 57 h 153"/>
              <a:gd name="T68" fmla="*/ 64 w 153"/>
              <a:gd name="T69" fmla="*/ 59 h 153"/>
              <a:gd name="T70" fmla="*/ 8 w 153"/>
              <a:gd name="T71" fmla="*/ 114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" h="153">
                <a:moveTo>
                  <a:pt x="26" y="153"/>
                </a:moveTo>
                <a:cubicBezTo>
                  <a:pt x="13" y="153"/>
                  <a:pt x="13" y="153"/>
                  <a:pt x="13" y="153"/>
                </a:cubicBezTo>
                <a:cubicBezTo>
                  <a:pt x="6" y="153"/>
                  <a:pt x="0" y="147"/>
                  <a:pt x="0" y="140"/>
                </a:cubicBezTo>
                <a:cubicBezTo>
                  <a:pt x="0" y="111"/>
                  <a:pt x="0" y="111"/>
                  <a:pt x="0" y="111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4"/>
                  <a:pt x="54" y="51"/>
                  <a:pt x="54" y="49"/>
                </a:cubicBezTo>
                <a:cubicBezTo>
                  <a:pt x="54" y="22"/>
                  <a:pt x="77" y="0"/>
                  <a:pt x="104" y="0"/>
                </a:cubicBezTo>
                <a:cubicBezTo>
                  <a:pt x="131" y="0"/>
                  <a:pt x="153" y="22"/>
                  <a:pt x="153" y="49"/>
                </a:cubicBezTo>
                <a:cubicBezTo>
                  <a:pt x="153" y="76"/>
                  <a:pt x="131" y="99"/>
                  <a:pt x="104" y="99"/>
                </a:cubicBezTo>
                <a:cubicBezTo>
                  <a:pt x="99" y="99"/>
                  <a:pt x="94" y="98"/>
                  <a:pt x="89" y="96"/>
                </a:cubicBezTo>
                <a:cubicBezTo>
                  <a:pt x="78" y="108"/>
                  <a:pt x="78" y="108"/>
                  <a:pt x="78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26" y="144"/>
                  <a:pt x="26" y="144"/>
                  <a:pt x="26" y="144"/>
                </a:cubicBezTo>
                <a:lnTo>
                  <a:pt x="26" y="153"/>
                </a:lnTo>
                <a:close/>
                <a:moveTo>
                  <a:pt x="8" y="114"/>
                </a:moveTo>
                <a:cubicBezTo>
                  <a:pt x="8" y="140"/>
                  <a:pt x="8" y="140"/>
                  <a:pt x="8" y="140"/>
                </a:cubicBezTo>
                <a:cubicBezTo>
                  <a:pt x="8" y="143"/>
                  <a:pt x="10" y="145"/>
                  <a:pt x="13" y="145"/>
                </a:cubicBezTo>
                <a:cubicBezTo>
                  <a:pt x="18" y="145"/>
                  <a:pt x="18" y="145"/>
                  <a:pt x="18" y="145"/>
                </a:cubicBezTo>
                <a:cubicBezTo>
                  <a:pt x="18" y="136"/>
                  <a:pt x="18" y="136"/>
                  <a:pt x="18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75" y="100"/>
                  <a:pt x="75" y="100"/>
                  <a:pt x="75" y="100"/>
                </a:cubicBezTo>
                <a:cubicBezTo>
                  <a:pt x="87" y="87"/>
                  <a:pt x="87" y="87"/>
                  <a:pt x="87" y="87"/>
                </a:cubicBezTo>
                <a:cubicBezTo>
                  <a:pt x="90" y="88"/>
                  <a:pt x="90" y="88"/>
                  <a:pt x="90" y="88"/>
                </a:cubicBezTo>
                <a:cubicBezTo>
                  <a:pt x="94" y="90"/>
                  <a:pt x="99" y="91"/>
                  <a:pt x="104" y="91"/>
                </a:cubicBezTo>
                <a:cubicBezTo>
                  <a:pt x="127" y="91"/>
                  <a:pt x="145" y="72"/>
                  <a:pt x="145" y="49"/>
                </a:cubicBezTo>
                <a:cubicBezTo>
                  <a:pt x="145" y="26"/>
                  <a:pt x="127" y="8"/>
                  <a:pt x="104" y="8"/>
                </a:cubicBezTo>
                <a:cubicBezTo>
                  <a:pt x="81" y="8"/>
                  <a:pt x="62" y="26"/>
                  <a:pt x="62" y="49"/>
                </a:cubicBezTo>
                <a:cubicBezTo>
                  <a:pt x="62" y="52"/>
                  <a:pt x="63" y="54"/>
                  <a:pt x="63" y="57"/>
                </a:cubicBezTo>
                <a:cubicBezTo>
                  <a:pt x="64" y="59"/>
                  <a:pt x="64" y="59"/>
                  <a:pt x="64" y="59"/>
                </a:cubicBezTo>
                <a:lnTo>
                  <a:pt x="8" y="1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D2BB2A8F-06B5-40DE-9072-C8E05C9743B0}"/>
              </a:ext>
            </a:extLst>
          </p:cNvPr>
          <p:cNvSpPr>
            <a:spLocks noEditPoints="1"/>
          </p:cNvSpPr>
          <p:nvPr/>
        </p:nvSpPr>
        <p:spPr bwMode="auto">
          <a:xfrm>
            <a:off x="1581151" y="1654176"/>
            <a:ext cx="66675" cy="66675"/>
          </a:xfrm>
          <a:custGeom>
            <a:avLst/>
            <a:gdLst>
              <a:gd name="T0" fmla="*/ 16 w 31"/>
              <a:gd name="T1" fmla="*/ 31 h 31"/>
              <a:gd name="T2" fmla="*/ 0 w 31"/>
              <a:gd name="T3" fmla="*/ 15 h 31"/>
              <a:gd name="T4" fmla="*/ 16 w 31"/>
              <a:gd name="T5" fmla="*/ 0 h 31"/>
              <a:gd name="T6" fmla="*/ 31 w 31"/>
              <a:gd name="T7" fmla="*/ 15 h 31"/>
              <a:gd name="T8" fmla="*/ 16 w 31"/>
              <a:gd name="T9" fmla="*/ 31 h 31"/>
              <a:gd name="T10" fmla="*/ 16 w 31"/>
              <a:gd name="T11" fmla="*/ 4 h 31"/>
              <a:gd name="T12" fmla="*/ 4 w 31"/>
              <a:gd name="T13" fmla="*/ 15 h 31"/>
              <a:gd name="T14" fmla="*/ 16 w 31"/>
              <a:gd name="T15" fmla="*/ 27 h 31"/>
              <a:gd name="T16" fmla="*/ 27 w 31"/>
              <a:gd name="T17" fmla="*/ 15 h 31"/>
              <a:gd name="T18" fmla="*/ 16 w 31"/>
              <a:gd name="T19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1">
                <a:moveTo>
                  <a:pt x="16" y="31"/>
                </a:moveTo>
                <a:cubicBezTo>
                  <a:pt x="7" y="31"/>
                  <a:pt x="0" y="24"/>
                  <a:pt x="0" y="15"/>
                </a:cubicBezTo>
                <a:cubicBezTo>
                  <a:pt x="0" y="7"/>
                  <a:pt x="7" y="0"/>
                  <a:pt x="16" y="0"/>
                </a:cubicBezTo>
                <a:cubicBezTo>
                  <a:pt x="24" y="0"/>
                  <a:pt x="31" y="7"/>
                  <a:pt x="31" y="15"/>
                </a:cubicBezTo>
                <a:cubicBezTo>
                  <a:pt x="31" y="24"/>
                  <a:pt x="24" y="31"/>
                  <a:pt x="16" y="31"/>
                </a:cubicBezTo>
                <a:close/>
                <a:moveTo>
                  <a:pt x="16" y="4"/>
                </a:moveTo>
                <a:cubicBezTo>
                  <a:pt x="9" y="4"/>
                  <a:pt x="4" y="9"/>
                  <a:pt x="4" y="15"/>
                </a:cubicBezTo>
                <a:cubicBezTo>
                  <a:pt x="4" y="22"/>
                  <a:pt x="9" y="27"/>
                  <a:pt x="16" y="27"/>
                </a:cubicBezTo>
                <a:cubicBezTo>
                  <a:pt x="22" y="27"/>
                  <a:pt x="27" y="22"/>
                  <a:pt x="27" y="15"/>
                </a:cubicBezTo>
                <a:cubicBezTo>
                  <a:pt x="27" y="9"/>
                  <a:pt x="22" y="4"/>
                  <a:pt x="16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A886B01E-61E5-4681-AD98-8E762D5EAF70}"/>
              </a:ext>
            </a:extLst>
          </p:cNvPr>
          <p:cNvSpPr>
            <a:spLocks noEditPoints="1"/>
          </p:cNvSpPr>
          <p:nvPr/>
        </p:nvSpPr>
        <p:spPr bwMode="auto">
          <a:xfrm>
            <a:off x="4649788" y="1568451"/>
            <a:ext cx="411163" cy="411163"/>
          </a:xfrm>
          <a:custGeom>
            <a:avLst/>
            <a:gdLst>
              <a:gd name="T0" fmla="*/ 78 w 190"/>
              <a:gd name="T1" fmla="*/ 190 h 190"/>
              <a:gd name="T2" fmla="*/ 63 w 190"/>
              <a:gd name="T3" fmla="*/ 156 h 190"/>
              <a:gd name="T4" fmla="*/ 16 w 190"/>
              <a:gd name="T5" fmla="*/ 150 h 190"/>
              <a:gd name="T6" fmla="*/ 29 w 190"/>
              <a:gd name="T7" fmla="*/ 116 h 190"/>
              <a:gd name="T8" fmla="*/ 0 w 190"/>
              <a:gd name="T9" fmla="*/ 78 h 190"/>
              <a:gd name="T10" fmla="*/ 33 w 190"/>
              <a:gd name="T11" fmla="*/ 63 h 190"/>
              <a:gd name="T12" fmla="*/ 39 w 190"/>
              <a:gd name="T13" fmla="*/ 16 h 190"/>
              <a:gd name="T14" fmla="*/ 74 w 190"/>
              <a:gd name="T15" fmla="*/ 29 h 190"/>
              <a:gd name="T16" fmla="*/ 111 w 190"/>
              <a:gd name="T17" fmla="*/ 0 h 190"/>
              <a:gd name="T18" fmla="*/ 126 w 190"/>
              <a:gd name="T19" fmla="*/ 33 h 190"/>
              <a:gd name="T20" fmla="*/ 174 w 190"/>
              <a:gd name="T21" fmla="*/ 39 h 190"/>
              <a:gd name="T22" fmla="*/ 160 w 190"/>
              <a:gd name="T23" fmla="*/ 73 h 190"/>
              <a:gd name="T24" fmla="*/ 190 w 190"/>
              <a:gd name="T25" fmla="*/ 111 h 190"/>
              <a:gd name="T26" fmla="*/ 156 w 190"/>
              <a:gd name="T27" fmla="*/ 126 h 190"/>
              <a:gd name="T28" fmla="*/ 150 w 190"/>
              <a:gd name="T29" fmla="*/ 173 h 190"/>
              <a:gd name="T30" fmla="*/ 116 w 190"/>
              <a:gd name="T31" fmla="*/ 160 h 190"/>
              <a:gd name="T32" fmla="*/ 85 w 190"/>
              <a:gd name="T33" fmla="*/ 182 h 190"/>
              <a:gd name="T34" fmla="*/ 109 w 190"/>
              <a:gd name="T35" fmla="*/ 154 h 190"/>
              <a:gd name="T36" fmla="*/ 125 w 190"/>
              <a:gd name="T37" fmla="*/ 148 h 190"/>
              <a:gd name="T38" fmla="*/ 150 w 190"/>
              <a:gd name="T39" fmla="*/ 163 h 190"/>
              <a:gd name="T40" fmla="*/ 147 w 190"/>
              <a:gd name="T41" fmla="*/ 127 h 190"/>
              <a:gd name="T42" fmla="*/ 153 w 190"/>
              <a:gd name="T43" fmla="*/ 111 h 190"/>
              <a:gd name="T44" fmla="*/ 182 w 190"/>
              <a:gd name="T45" fmla="*/ 104 h 190"/>
              <a:gd name="T46" fmla="*/ 154 w 190"/>
              <a:gd name="T47" fmla="*/ 80 h 190"/>
              <a:gd name="T48" fmla="*/ 148 w 190"/>
              <a:gd name="T49" fmla="*/ 65 h 190"/>
              <a:gd name="T50" fmla="*/ 163 w 190"/>
              <a:gd name="T51" fmla="*/ 40 h 190"/>
              <a:gd name="T52" fmla="*/ 127 w 190"/>
              <a:gd name="T53" fmla="*/ 43 h 190"/>
              <a:gd name="T54" fmla="*/ 111 w 190"/>
              <a:gd name="T55" fmla="*/ 36 h 190"/>
              <a:gd name="T56" fmla="*/ 104 w 190"/>
              <a:gd name="T57" fmla="*/ 8 h 190"/>
              <a:gd name="T58" fmla="*/ 81 w 190"/>
              <a:gd name="T59" fmla="*/ 35 h 190"/>
              <a:gd name="T60" fmla="*/ 65 w 190"/>
              <a:gd name="T61" fmla="*/ 41 h 190"/>
              <a:gd name="T62" fmla="*/ 40 w 190"/>
              <a:gd name="T63" fmla="*/ 26 h 190"/>
              <a:gd name="T64" fmla="*/ 43 w 190"/>
              <a:gd name="T65" fmla="*/ 63 h 190"/>
              <a:gd name="T66" fmla="*/ 36 w 190"/>
              <a:gd name="T67" fmla="*/ 78 h 190"/>
              <a:gd name="T68" fmla="*/ 8 w 190"/>
              <a:gd name="T69" fmla="*/ 85 h 190"/>
              <a:gd name="T70" fmla="*/ 35 w 190"/>
              <a:gd name="T71" fmla="*/ 109 h 190"/>
              <a:gd name="T72" fmla="*/ 42 w 190"/>
              <a:gd name="T73" fmla="*/ 124 h 190"/>
              <a:gd name="T74" fmla="*/ 27 w 190"/>
              <a:gd name="T75" fmla="*/ 149 h 190"/>
              <a:gd name="T76" fmla="*/ 63 w 190"/>
              <a:gd name="T77" fmla="*/ 147 h 190"/>
              <a:gd name="T78" fmla="*/ 78 w 190"/>
              <a:gd name="T79" fmla="*/ 153 h 190"/>
              <a:gd name="T80" fmla="*/ 85 w 190"/>
              <a:gd name="T81" fmla="*/ 18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0" h="190">
                <a:moveTo>
                  <a:pt x="111" y="190"/>
                </a:moveTo>
                <a:cubicBezTo>
                  <a:pt x="78" y="190"/>
                  <a:pt x="78" y="190"/>
                  <a:pt x="78" y="19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70" y="159"/>
                  <a:pt x="67" y="158"/>
                  <a:pt x="63" y="156"/>
                </a:cubicBezTo>
                <a:cubicBezTo>
                  <a:pt x="39" y="173"/>
                  <a:pt x="39" y="173"/>
                  <a:pt x="39" y="173"/>
                </a:cubicBezTo>
                <a:cubicBezTo>
                  <a:pt x="16" y="150"/>
                  <a:pt x="16" y="150"/>
                  <a:pt x="16" y="150"/>
                </a:cubicBezTo>
                <a:cubicBezTo>
                  <a:pt x="33" y="126"/>
                  <a:pt x="33" y="126"/>
                  <a:pt x="33" y="126"/>
                </a:cubicBezTo>
                <a:cubicBezTo>
                  <a:pt x="32" y="123"/>
                  <a:pt x="30" y="119"/>
                  <a:pt x="29" y="116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78"/>
                  <a:pt x="0" y="78"/>
                  <a:pt x="0" y="78"/>
                </a:cubicBezTo>
                <a:cubicBezTo>
                  <a:pt x="29" y="73"/>
                  <a:pt x="29" y="73"/>
                  <a:pt x="29" y="73"/>
                </a:cubicBezTo>
                <a:cubicBezTo>
                  <a:pt x="30" y="70"/>
                  <a:pt x="32" y="67"/>
                  <a:pt x="33" y="63"/>
                </a:cubicBezTo>
                <a:cubicBezTo>
                  <a:pt x="16" y="39"/>
                  <a:pt x="16" y="39"/>
                  <a:pt x="16" y="39"/>
                </a:cubicBezTo>
                <a:cubicBezTo>
                  <a:pt x="39" y="16"/>
                  <a:pt x="39" y="16"/>
                  <a:pt x="39" y="16"/>
                </a:cubicBezTo>
                <a:cubicBezTo>
                  <a:pt x="63" y="33"/>
                  <a:pt x="63" y="33"/>
                  <a:pt x="63" y="33"/>
                </a:cubicBezTo>
                <a:cubicBezTo>
                  <a:pt x="67" y="32"/>
                  <a:pt x="70" y="30"/>
                  <a:pt x="74" y="29"/>
                </a:cubicBezTo>
                <a:cubicBezTo>
                  <a:pt x="78" y="0"/>
                  <a:pt x="78" y="0"/>
                  <a:pt x="78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6" y="29"/>
                  <a:pt x="116" y="29"/>
                  <a:pt x="116" y="29"/>
                </a:cubicBezTo>
                <a:cubicBezTo>
                  <a:pt x="120" y="30"/>
                  <a:pt x="123" y="32"/>
                  <a:pt x="126" y="33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74" y="39"/>
                  <a:pt x="174" y="39"/>
                  <a:pt x="174" y="39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8" y="67"/>
                  <a:pt x="159" y="70"/>
                  <a:pt x="160" y="73"/>
                </a:cubicBezTo>
                <a:cubicBezTo>
                  <a:pt x="190" y="78"/>
                  <a:pt x="190" y="78"/>
                  <a:pt x="190" y="78"/>
                </a:cubicBezTo>
                <a:cubicBezTo>
                  <a:pt x="190" y="111"/>
                  <a:pt x="190" y="111"/>
                  <a:pt x="190" y="111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59" y="119"/>
                  <a:pt x="158" y="123"/>
                  <a:pt x="156" y="126"/>
                </a:cubicBezTo>
                <a:cubicBezTo>
                  <a:pt x="174" y="150"/>
                  <a:pt x="174" y="150"/>
                  <a:pt x="174" y="150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26" y="156"/>
                  <a:pt x="126" y="156"/>
                  <a:pt x="126" y="156"/>
                </a:cubicBezTo>
                <a:cubicBezTo>
                  <a:pt x="123" y="158"/>
                  <a:pt x="120" y="159"/>
                  <a:pt x="116" y="160"/>
                </a:cubicBezTo>
                <a:lnTo>
                  <a:pt x="111" y="190"/>
                </a:lnTo>
                <a:close/>
                <a:moveTo>
                  <a:pt x="85" y="182"/>
                </a:moveTo>
                <a:cubicBezTo>
                  <a:pt x="104" y="182"/>
                  <a:pt x="104" y="182"/>
                  <a:pt x="104" y="182"/>
                </a:cubicBezTo>
                <a:cubicBezTo>
                  <a:pt x="109" y="154"/>
                  <a:pt x="109" y="154"/>
                  <a:pt x="109" y="154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6" y="152"/>
                  <a:pt x="120" y="150"/>
                  <a:pt x="125" y="148"/>
                </a:cubicBezTo>
                <a:cubicBezTo>
                  <a:pt x="127" y="147"/>
                  <a:pt x="127" y="147"/>
                  <a:pt x="127" y="147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63" y="149"/>
                  <a:pt x="163" y="149"/>
                  <a:pt x="163" y="149"/>
                </a:cubicBezTo>
                <a:cubicBezTo>
                  <a:pt x="147" y="127"/>
                  <a:pt x="147" y="127"/>
                  <a:pt x="147" y="127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50" y="120"/>
                  <a:pt x="152" y="116"/>
                  <a:pt x="153" y="111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82" y="104"/>
                  <a:pt x="182" y="104"/>
                  <a:pt x="182" y="104"/>
                </a:cubicBezTo>
                <a:cubicBezTo>
                  <a:pt x="182" y="85"/>
                  <a:pt x="182" y="85"/>
                  <a:pt x="182" y="85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3" y="78"/>
                  <a:pt x="153" y="78"/>
                  <a:pt x="153" y="78"/>
                </a:cubicBezTo>
                <a:cubicBezTo>
                  <a:pt x="152" y="73"/>
                  <a:pt x="150" y="69"/>
                  <a:pt x="148" y="65"/>
                </a:cubicBezTo>
                <a:cubicBezTo>
                  <a:pt x="147" y="63"/>
                  <a:pt x="147" y="63"/>
                  <a:pt x="147" y="63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50" y="26"/>
                  <a:pt x="150" y="26"/>
                  <a:pt x="150" y="26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5" y="41"/>
                  <a:pt x="125" y="41"/>
                  <a:pt x="125" y="41"/>
                </a:cubicBezTo>
                <a:cubicBezTo>
                  <a:pt x="120" y="39"/>
                  <a:pt x="116" y="37"/>
                  <a:pt x="111" y="36"/>
                </a:cubicBezTo>
                <a:cubicBezTo>
                  <a:pt x="109" y="35"/>
                  <a:pt x="109" y="35"/>
                  <a:pt x="109" y="35"/>
                </a:cubicBezTo>
                <a:cubicBezTo>
                  <a:pt x="104" y="8"/>
                  <a:pt x="104" y="8"/>
                  <a:pt x="104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1" y="35"/>
                  <a:pt x="81" y="35"/>
                  <a:pt x="81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4" y="37"/>
                  <a:pt x="69" y="39"/>
                  <a:pt x="65" y="41"/>
                </a:cubicBezTo>
                <a:cubicBezTo>
                  <a:pt x="63" y="43"/>
                  <a:pt x="63" y="43"/>
                  <a:pt x="63" y="43"/>
                </a:cubicBezTo>
                <a:cubicBezTo>
                  <a:pt x="40" y="26"/>
                  <a:pt x="40" y="26"/>
                  <a:pt x="40" y="26"/>
                </a:cubicBezTo>
                <a:cubicBezTo>
                  <a:pt x="27" y="40"/>
                  <a:pt x="27" y="40"/>
                  <a:pt x="27" y="40"/>
                </a:cubicBezTo>
                <a:cubicBezTo>
                  <a:pt x="43" y="63"/>
                  <a:pt x="43" y="63"/>
                  <a:pt x="43" y="63"/>
                </a:cubicBezTo>
                <a:cubicBezTo>
                  <a:pt x="42" y="65"/>
                  <a:pt x="42" y="65"/>
                  <a:pt x="42" y="65"/>
                </a:cubicBezTo>
                <a:cubicBezTo>
                  <a:pt x="39" y="69"/>
                  <a:pt x="37" y="74"/>
                  <a:pt x="36" y="78"/>
                </a:cubicBezTo>
                <a:cubicBezTo>
                  <a:pt x="35" y="80"/>
                  <a:pt x="35" y="80"/>
                  <a:pt x="35" y="80"/>
                </a:cubicBezTo>
                <a:cubicBezTo>
                  <a:pt x="8" y="85"/>
                  <a:pt x="8" y="85"/>
                  <a:pt x="8" y="85"/>
                </a:cubicBezTo>
                <a:cubicBezTo>
                  <a:pt x="8" y="104"/>
                  <a:pt x="8" y="104"/>
                  <a:pt x="8" y="104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7" y="116"/>
                  <a:pt x="39" y="120"/>
                  <a:pt x="42" y="124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27" y="149"/>
                  <a:pt x="27" y="149"/>
                  <a:pt x="27" y="149"/>
                </a:cubicBezTo>
                <a:cubicBezTo>
                  <a:pt x="40" y="163"/>
                  <a:pt x="40" y="163"/>
                  <a:pt x="40" y="163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5" y="148"/>
                  <a:pt x="65" y="148"/>
                  <a:pt x="65" y="148"/>
                </a:cubicBezTo>
                <a:cubicBezTo>
                  <a:pt x="69" y="150"/>
                  <a:pt x="74" y="152"/>
                  <a:pt x="78" y="153"/>
                </a:cubicBezTo>
                <a:cubicBezTo>
                  <a:pt x="81" y="154"/>
                  <a:pt x="81" y="154"/>
                  <a:pt x="81" y="154"/>
                </a:cubicBezTo>
                <a:lnTo>
                  <a:pt x="85" y="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45A67AB8-4515-459C-B33C-5030A091B9B4}"/>
              </a:ext>
            </a:extLst>
          </p:cNvPr>
          <p:cNvSpPr>
            <a:spLocks noEditPoints="1"/>
          </p:cNvSpPr>
          <p:nvPr/>
        </p:nvSpPr>
        <p:spPr bwMode="auto">
          <a:xfrm>
            <a:off x="4795838" y="1714501"/>
            <a:ext cx="120650" cy="120650"/>
          </a:xfrm>
          <a:custGeom>
            <a:avLst/>
            <a:gdLst>
              <a:gd name="T0" fmla="*/ 28 w 56"/>
              <a:gd name="T1" fmla="*/ 56 h 56"/>
              <a:gd name="T2" fmla="*/ 0 w 56"/>
              <a:gd name="T3" fmla="*/ 28 h 56"/>
              <a:gd name="T4" fmla="*/ 28 w 56"/>
              <a:gd name="T5" fmla="*/ 0 h 56"/>
              <a:gd name="T6" fmla="*/ 56 w 56"/>
              <a:gd name="T7" fmla="*/ 28 h 56"/>
              <a:gd name="T8" fmla="*/ 28 w 56"/>
              <a:gd name="T9" fmla="*/ 56 h 56"/>
              <a:gd name="T10" fmla="*/ 28 w 56"/>
              <a:gd name="T11" fmla="*/ 4 h 56"/>
              <a:gd name="T12" fmla="*/ 4 w 56"/>
              <a:gd name="T13" fmla="*/ 28 h 56"/>
              <a:gd name="T14" fmla="*/ 28 w 56"/>
              <a:gd name="T15" fmla="*/ 52 h 56"/>
              <a:gd name="T16" fmla="*/ 52 w 56"/>
              <a:gd name="T17" fmla="*/ 28 h 56"/>
              <a:gd name="T18" fmla="*/ 28 w 56"/>
              <a:gd name="T19" fmla="*/ 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6" h="56">
                <a:moveTo>
                  <a:pt x="28" y="56"/>
                </a:moveTo>
                <a:cubicBezTo>
                  <a:pt x="12" y="56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6" y="12"/>
                  <a:pt x="56" y="28"/>
                </a:cubicBezTo>
                <a:cubicBezTo>
                  <a:pt x="56" y="43"/>
                  <a:pt x="43" y="56"/>
                  <a:pt x="28" y="56"/>
                </a:cubicBezTo>
                <a:close/>
                <a:moveTo>
                  <a:pt x="28" y="4"/>
                </a:moveTo>
                <a:cubicBezTo>
                  <a:pt x="15" y="4"/>
                  <a:pt x="4" y="14"/>
                  <a:pt x="4" y="28"/>
                </a:cubicBezTo>
                <a:cubicBezTo>
                  <a:pt x="4" y="41"/>
                  <a:pt x="15" y="52"/>
                  <a:pt x="28" y="52"/>
                </a:cubicBezTo>
                <a:cubicBezTo>
                  <a:pt x="41" y="52"/>
                  <a:pt x="52" y="41"/>
                  <a:pt x="52" y="28"/>
                </a:cubicBezTo>
                <a:cubicBezTo>
                  <a:pt x="52" y="14"/>
                  <a:pt x="41" y="4"/>
                  <a:pt x="2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15597BBF-5213-4CEB-A1D7-F76C38F5F3AB}"/>
              </a:ext>
            </a:extLst>
          </p:cNvPr>
          <p:cNvSpPr>
            <a:spLocks noEditPoints="1"/>
          </p:cNvSpPr>
          <p:nvPr/>
        </p:nvSpPr>
        <p:spPr bwMode="auto">
          <a:xfrm>
            <a:off x="5483226" y="1565276"/>
            <a:ext cx="395288" cy="393700"/>
          </a:xfrm>
          <a:custGeom>
            <a:avLst/>
            <a:gdLst>
              <a:gd name="T0" fmla="*/ 77 w 183"/>
              <a:gd name="T1" fmla="*/ 165 h 182"/>
              <a:gd name="T2" fmla="*/ 46 w 183"/>
              <a:gd name="T3" fmla="*/ 171 h 182"/>
              <a:gd name="T4" fmla="*/ 35 w 183"/>
              <a:gd name="T5" fmla="*/ 164 h 182"/>
              <a:gd name="T6" fmla="*/ 29 w 183"/>
              <a:gd name="T7" fmla="*/ 133 h 182"/>
              <a:gd name="T8" fmla="*/ 18 w 183"/>
              <a:gd name="T9" fmla="*/ 106 h 182"/>
              <a:gd name="T10" fmla="*/ 0 w 183"/>
              <a:gd name="T11" fmla="*/ 80 h 182"/>
              <a:gd name="T12" fmla="*/ 3 w 183"/>
              <a:gd name="T13" fmla="*/ 67 h 182"/>
              <a:gd name="T14" fmla="*/ 29 w 183"/>
              <a:gd name="T15" fmla="*/ 49 h 182"/>
              <a:gd name="T16" fmla="*/ 49 w 183"/>
              <a:gd name="T17" fmla="*/ 29 h 182"/>
              <a:gd name="T18" fmla="*/ 67 w 183"/>
              <a:gd name="T19" fmla="*/ 3 h 182"/>
              <a:gd name="T20" fmla="*/ 80 w 183"/>
              <a:gd name="T21" fmla="*/ 0 h 182"/>
              <a:gd name="T22" fmla="*/ 107 w 183"/>
              <a:gd name="T23" fmla="*/ 17 h 182"/>
              <a:gd name="T24" fmla="*/ 133 w 183"/>
              <a:gd name="T25" fmla="*/ 28 h 182"/>
              <a:gd name="T26" fmla="*/ 164 w 183"/>
              <a:gd name="T27" fmla="*/ 35 h 182"/>
              <a:gd name="T28" fmla="*/ 171 w 183"/>
              <a:gd name="T29" fmla="*/ 46 h 182"/>
              <a:gd name="T30" fmla="*/ 165 w 183"/>
              <a:gd name="T31" fmla="*/ 77 h 182"/>
              <a:gd name="T32" fmla="*/ 165 w 183"/>
              <a:gd name="T33" fmla="*/ 106 h 182"/>
              <a:gd name="T34" fmla="*/ 171 w 183"/>
              <a:gd name="T35" fmla="*/ 136 h 182"/>
              <a:gd name="T36" fmla="*/ 164 w 183"/>
              <a:gd name="T37" fmla="*/ 148 h 182"/>
              <a:gd name="T38" fmla="*/ 133 w 183"/>
              <a:gd name="T39" fmla="*/ 154 h 182"/>
              <a:gd name="T40" fmla="*/ 107 w 183"/>
              <a:gd name="T41" fmla="*/ 165 h 182"/>
              <a:gd name="T42" fmla="*/ 87 w 183"/>
              <a:gd name="T43" fmla="*/ 174 h 182"/>
              <a:gd name="T44" fmla="*/ 102 w 183"/>
              <a:gd name="T45" fmla="*/ 158 h 182"/>
              <a:gd name="T46" fmla="*/ 119 w 183"/>
              <a:gd name="T47" fmla="*/ 170 h 182"/>
              <a:gd name="T48" fmla="*/ 127 w 183"/>
              <a:gd name="T49" fmla="*/ 149 h 182"/>
              <a:gd name="T50" fmla="*/ 147 w 183"/>
              <a:gd name="T51" fmla="*/ 153 h 182"/>
              <a:gd name="T52" fmla="*/ 146 w 183"/>
              <a:gd name="T53" fmla="*/ 131 h 182"/>
              <a:gd name="T54" fmla="*/ 167 w 183"/>
              <a:gd name="T55" fmla="*/ 127 h 182"/>
              <a:gd name="T56" fmla="*/ 157 w 183"/>
              <a:gd name="T57" fmla="*/ 107 h 182"/>
              <a:gd name="T58" fmla="*/ 175 w 183"/>
              <a:gd name="T59" fmla="*/ 96 h 182"/>
              <a:gd name="T60" fmla="*/ 158 w 183"/>
              <a:gd name="T61" fmla="*/ 81 h 182"/>
              <a:gd name="T62" fmla="*/ 170 w 183"/>
              <a:gd name="T63" fmla="*/ 64 h 182"/>
              <a:gd name="T64" fmla="*/ 149 w 183"/>
              <a:gd name="T65" fmla="*/ 56 h 182"/>
              <a:gd name="T66" fmla="*/ 154 w 183"/>
              <a:gd name="T67" fmla="*/ 36 h 182"/>
              <a:gd name="T68" fmla="*/ 131 w 183"/>
              <a:gd name="T69" fmla="*/ 37 h 182"/>
              <a:gd name="T70" fmla="*/ 128 w 183"/>
              <a:gd name="T71" fmla="*/ 16 h 182"/>
              <a:gd name="T72" fmla="*/ 107 w 183"/>
              <a:gd name="T73" fmla="*/ 26 h 182"/>
              <a:gd name="T74" fmla="*/ 96 w 183"/>
              <a:gd name="T75" fmla="*/ 8 h 182"/>
              <a:gd name="T76" fmla="*/ 81 w 183"/>
              <a:gd name="T77" fmla="*/ 25 h 182"/>
              <a:gd name="T78" fmla="*/ 64 w 183"/>
              <a:gd name="T79" fmla="*/ 13 h 182"/>
              <a:gd name="T80" fmla="*/ 57 w 183"/>
              <a:gd name="T81" fmla="*/ 34 h 182"/>
              <a:gd name="T82" fmla="*/ 36 w 183"/>
              <a:gd name="T83" fmla="*/ 29 h 182"/>
              <a:gd name="T84" fmla="*/ 37 w 183"/>
              <a:gd name="T85" fmla="*/ 51 h 182"/>
              <a:gd name="T86" fmla="*/ 16 w 183"/>
              <a:gd name="T87" fmla="*/ 55 h 182"/>
              <a:gd name="T88" fmla="*/ 26 w 183"/>
              <a:gd name="T89" fmla="*/ 75 h 182"/>
              <a:gd name="T90" fmla="*/ 8 w 183"/>
              <a:gd name="T91" fmla="*/ 87 h 182"/>
              <a:gd name="T92" fmla="*/ 25 w 183"/>
              <a:gd name="T93" fmla="*/ 102 h 182"/>
              <a:gd name="T94" fmla="*/ 13 w 183"/>
              <a:gd name="T95" fmla="*/ 119 h 182"/>
              <a:gd name="T96" fmla="*/ 34 w 183"/>
              <a:gd name="T97" fmla="*/ 126 h 182"/>
              <a:gd name="T98" fmla="*/ 29 w 183"/>
              <a:gd name="T99" fmla="*/ 147 h 182"/>
              <a:gd name="T100" fmla="*/ 52 w 183"/>
              <a:gd name="T101" fmla="*/ 146 h 182"/>
              <a:gd name="T102" fmla="*/ 55 w 183"/>
              <a:gd name="T103" fmla="*/ 166 h 182"/>
              <a:gd name="T104" fmla="*/ 76 w 183"/>
              <a:gd name="T105" fmla="*/ 157 h 182"/>
              <a:gd name="T106" fmla="*/ 87 w 183"/>
              <a:gd name="T107" fmla="*/ 174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3" h="182">
                <a:moveTo>
                  <a:pt x="103" y="182"/>
                </a:moveTo>
                <a:cubicBezTo>
                  <a:pt x="80" y="182"/>
                  <a:pt x="80" y="182"/>
                  <a:pt x="80" y="182"/>
                </a:cubicBezTo>
                <a:cubicBezTo>
                  <a:pt x="77" y="165"/>
                  <a:pt x="77" y="165"/>
                  <a:pt x="77" y="165"/>
                </a:cubicBezTo>
                <a:cubicBezTo>
                  <a:pt x="77" y="165"/>
                  <a:pt x="77" y="165"/>
                  <a:pt x="77" y="165"/>
                </a:cubicBezTo>
                <a:cubicBezTo>
                  <a:pt x="67" y="180"/>
                  <a:pt x="67" y="180"/>
                  <a:pt x="67" y="180"/>
                </a:cubicBezTo>
                <a:cubicBezTo>
                  <a:pt x="46" y="171"/>
                  <a:pt x="46" y="171"/>
                  <a:pt x="46" y="171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0" y="154"/>
                  <a:pt x="50" y="154"/>
                  <a:pt x="49" y="154"/>
                </a:cubicBezTo>
                <a:cubicBezTo>
                  <a:pt x="35" y="164"/>
                  <a:pt x="35" y="164"/>
                  <a:pt x="35" y="164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12" y="136"/>
                  <a:pt x="12" y="136"/>
                  <a:pt x="12" y="136"/>
                </a:cubicBezTo>
                <a:cubicBezTo>
                  <a:pt x="3" y="116"/>
                  <a:pt x="3" y="116"/>
                  <a:pt x="3" y="11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80"/>
                  <a:pt x="0" y="80"/>
                  <a:pt x="0" y="80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8" y="76"/>
                  <a:pt x="18" y="76"/>
                </a:cubicBezTo>
                <a:cubicBezTo>
                  <a:pt x="3" y="67"/>
                  <a:pt x="3" y="67"/>
                  <a:pt x="3" y="67"/>
                </a:cubicBezTo>
                <a:cubicBezTo>
                  <a:pt x="12" y="46"/>
                  <a:pt x="12" y="46"/>
                  <a:pt x="12" y="46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49"/>
                  <a:pt x="29" y="49"/>
                  <a:pt x="29" y="49"/>
                </a:cubicBezTo>
                <a:cubicBezTo>
                  <a:pt x="19" y="35"/>
                  <a:pt x="19" y="35"/>
                  <a:pt x="19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49" y="29"/>
                  <a:pt x="49" y="29"/>
                  <a:pt x="49" y="29"/>
                </a:cubicBezTo>
                <a:cubicBezTo>
                  <a:pt x="50" y="29"/>
                  <a:pt x="50" y="28"/>
                  <a:pt x="50" y="28"/>
                </a:cubicBezTo>
                <a:cubicBezTo>
                  <a:pt x="46" y="11"/>
                  <a:pt x="46" y="11"/>
                  <a:pt x="46" y="11"/>
                </a:cubicBezTo>
                <a:cubicBezTo>
                  <a:pt x="67" y="3"/>
                  <a:pt x="67" y="3"/>
                  <a:pt x="67" y="3"/>
                </a:cubicBezTo>
                <a:cubicBezTo>
                  <a:pt x="77" y="17"/>
                  <a:pt x="77" y="17"/>
                  <a:pt x="77" y="17"/>
                </a:cubicBezTo>
                <a:cubicBezTo>
                  <a:pt x="77" y="17"/>
                  <a:pt x="77" y="17"/>
                  <a:pt x="77" y="17"/>
                </a:cubicBezTo>
                <a:cubicBezTo>
                  <a:pt x="80" y="0"/>
                  <a:pt x="80" y="0"/>
                  <a:pt x="80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6" y="17"/>
                  <a:pt x="106" y="17"/>
                  <a:pt x="107" y="17"/>
                </a:cubicBezTo>
                <a:cubicBezTo>
                  <a:pt x="116" y="3"/>
                  <a:pt x="116" y="3"/>
                  <a:pt x="116" y="3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9"/>
                  <a:pt x="134" y="29"/>
                </a:cubicBezTo>
                <a:cubicBezTo>
                  <a:pt x="148" y="19"/>
                  <a:pt x="148" y="19"/>
                  <a:pt x="148" y="19"/>
                </a:cubicBezTo>
                <a:cubicBezTo>
                  <a:pt x="164" y="35"/>
                  <a:pt x="164" y="35"/>
                  <a:pt x="164" y="35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49"/>
                  <a:pt x="154" y="49"/>
                  <a:pt x="154" y="50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80" y="67"/>
                  <a:pt x="180" y="67"/>
                  <a:pt x="180" y="67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165" y="76"/>
                  <a:pt x="165" y="77"/>
                  <a:pt x="165" y="77"/>
                </a:cubicBezTo>
                <a:cubicBezTo>
                  <a:pt x="183" y="80"/>
                  <a:pt x="183" y="80"/>
                  <a:pt x="183" y="80"/>
                </a:cubicBezTo>
                <a:cubicBezTo>
                  <a:pt x="183" y="102"/>
                  <a:pt x="183" y="102"/>
                  <a:pt x="183" y="102"/>
                </a:cubicBezTo>
                <a:cubicBezTo>
                  <a:pt x="165" y="106"/>
                  <a:pt x="165" y="106"/>
                  <a:pt x="165" y="106"/>
                </a:cubicBezTo>
                <a:cubicBezTo>
                  <a:pt x="165" y="106"/>
                  <a:pt x="165" y="106"/>
                  <a:pt x="165" y="10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71" y="136"/>
                  <a:pt x="171" y="136"/>
                  <a:pt x="171" y="136"/>
                </a:cubicBezTo>
                <a:cubicBezTo>
                  <a:pt x="154" y="133"/>
                  <a:pt x="154" y="133"/>
                  <a:pt x="154" y="133"/>
                </a:cubicBezTo>
                <a:cubicBezTo>
                  <a:pt x="154" y="133"/>
                  <a:pt x="154" y="133"/>
                  <a:pt x="154" y="133"/>
                </a:cubicBezTo>
                <a:cubicBezTo>
                  <a:pt x="164" y="148"/>
                  <a:pt x="164" y="148"/>
                  <a:pt x="164" y="148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34" y="154"/>
                  <a:pt x="134" y="154"/>
                  <a:pt x="134" y="154"/>
                </a:cubicBezTo>
                <a:cubicBezTo>
                  <a:pt x="133" y="154"/>
                  <a:pt x="133" y="154"/>
                  <a:pt x="133" y="154"/>
                </a:cubicBezTo>
                <a:cubicBezTo>
                  <a:pt x="137" y="171"/>
                  <a:pt x="137" y="171"/>
                  <a:pt x="137" y="171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07" y="165"/>
                  <a:pt x="107" y="165"/>
                  <a:pt x="107" y="165"/>
                </a:cubicBezTo>
                <a:cubicBezTo>
                  <a:pt x="106" y="165"/>
                  <a:pt x="106" y="165"/>
                  <a:pt x="106" y="165"/>
                </a:cubicBezTo>
                <a:lnTo>
                  <a:pt x="103" y="182"/>
                </a:lnTo>
                <a:close/>
                <a:moveTo>
                  <a:pt x="87" y="174"/>
                </a:moveTo>
                <a:cubicBezTo>
                  <a:pt x="96" y="174"/>
                  <a:pt x="96" y="174"/>
                  <a:pt x="96" y="174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4" y="157"/>
                  <a:pt x="106" y="157"/>
                  <a:pt x="107" y="157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19" y="170"/>
                  <a:pt x="119" y="170"/>
                  <a:pt x="119" y="170"/>
                </a:cubicBezTo>
                <a:cubicBezTo>
                  <a:pt x="128" y="166"/>
                  <a:pt x="128" y="166"/>
                  <a:pt x="128" y="166"/>
                </a:cubicBezTo>
                <a:cubicBezTo>
                  <a:pt x="124" y="150"/>
                  <a:pt x="124" y="150"/>
                  <a:pt x="124" y="150"/>
                </a:cubicBezTo>
                <a:cubicBezTo>
                  <a:pt x="127" y="149"/>
                  <a:pt x="127" y="149"/>
                  <a:pt x="127" y="149"/>
                </a:cubicBezTo>
                <a:cubicBezTo>
                  <a:pt x="128" y="148"/>
                  <a:pt x="130" y="147"/>
                  <a:pt x="131" y="146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146" y="131"/>
                  <a:pt x="146" y="131"/>
                  <a:pt x="146" y="131"/>
                </a:cubicBezTo>
                <a:cubicBezTo>
                  <a:pt x="147" y="129"/>
                  <a:pt x="148" y="128"/>
                  <a:pt x="149" y="126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67" y="127"/>
                  <a:pt x="167" y="127"/>
                  <a:pt x="167" y="127"/>
                </a:cubicBezTo>
                <a:cubicBezTo>
                  <a:pt x="170" y="119"/>
                  <a:pt x="170" y="119"/>
                  <a:pt x="170" y="119"/>
                </a:cubicBezTo>
                <a:cubicBezTo>
                  <a:pt x="156" y="110"/>
                  <a:pt x="156" y="110"/>
                  <a:pt x="156" y="110"/>
                </a:cubicBezTo>
                <a:cubicBezTo>
                  <a:pt x="157" y="107"/>
                  <a:pt x="157" y="107"/>
                  <a:pt x="157" y="107"/>
                </a:cubicBezTo>
                <a:cubicBezTo>
                  <a:pt x="157" y="105"/>
                  <a:pt x="158" y="103"/>
                  <a:pt x="158" y="102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58" y="84"/>
                  <a:pt x="158" y="84"/>
                  <a:pt x="158" y="84"/>
                </a:cubicBezTo>
                <a:cubicBezTo>
                  <a:pt x="158" y="81"/>
                  <a:pt x="158" y="81"/>
                  <a:pt x="158" y="81"/>
                </a:cubicBezTo>
                <a:cubicBezTo>
                  <a:pt x="158" y="79"/>
                  <a:pt x="157" y="77"/>
                  <a:pt x="157" y="75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70" y="64"/>
                  <a:pt x="170" y="64"/>
                  <a:pt x="170" y="64"/>
                </a:cubicBezTo>
                <a:cubicBezTo>
                  <a:pt x="167" y="55"/>
                  <a:pt x="167" y="55"/>
                  <a:pt x="167" y="55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49" y="56"/>
                  <a:pt x="149" y="56"/>
                  <a:pt x="149" y="56"/>
                </a:cubicBezTo>
                <a:cubicBezTo>
                  <a:pt x="148" y="55"/>
                  <a:pt x="147" y="53"/>
                  <a:pt x="146" y="51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34" y="38"/>
                  <a:pt x="134" y="38"/>
                  <a:pt x="134" y="38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30" y="36"/>
                  <a:pt x="128" y="35"/>
                  <a:pt x="127" y="34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6" y="25"/>
                  <a:pt x="104" y="25"/>
                  <a:pt x="102" y="25"/>
                </a:cubicBezTo>
                <a:cubicBezTo>
                  <a:pt x="99" y="24"/>
                  <a:pt x="99" y="24"/>
                  <a:pt x="99" y="24"/>
                </a:cubicBezTo>
                <a:cubicBezTo>
                  <a:pt x="96" y="8"/>
                  <a:pt x="96" y="8"/>
                  <a:pt x="96" y="8"/>
                </a:cubicBezTo>
                <a:cubicBezTo>
                  <a:pt x="87" y="8"/>
                  <a:pt x="87" y="8"/>
                  <a:pt x="87" y="8"/>
                </a:cubicBezTo>
                <a:cubicBezTo>
                  <a:pt x="84" y="24"/>
                  <a:pt x="84" y="24"/>
                  <a:pt x="84" y="24"/>
                </a:cubicBezTo>
                <a:cubicBezTo>
                  <a:pt x="81" y="25"/>
                  <a:pt x="81" y="25"/>
                  <a:pt x="81" y="25"/>
                </a:cubicBezTo>
                <a:cubicBezTo>
                  <a:pt x="79" y="25"/>
                  <a:pt x="77" y="25"/>
                  <a:pt x="76" y="26"/>
                </a:cubicBezTo>
                <a:cubicBezTo>
                  <a:pt x="73" y="26"/>
                  <a:pt x="73" y="26"/>
                  <a:pt x="73" y="26"/>
                </a:cubicBezTo>
                <a:cubicBezTo>
                  <a:pt x="64" y="13"/>
                  <a:pt x="64" y="13"/>
                  <a:pt x="64" y="13"/>
                </a:cubicBezTo>
                <a:cubicBezTo>
                  <a:pt x="55" y="16"/>
                  <a:pt x="55" y="16"/>
                  <a:pt x="55" y="16"/>
                </a:cubicBezTo>
                <a:cubicBezTo>
                  <a:pt x="59" y="32"/>
                  <a:pt x="59" y="32"/>
                  <a:pt x="59" y="32"/>
                </a:cubicBezTo>
                <a:cubicBezTo>
                  <a:pt x="57" y="34"/>
                  <a:pt x="57" y="34"/>
                  <a:pt x="57" y="34"/>
                </a:cubicBezTo>
                <a:cubicBezTo>
                  <a:pt x="55" y="35"/>
                  <a:pt x="53" y="36"/>
                  <a:pt x="52" y="37"/>
                </a:cubicBezTo>
                <a:cubicBezTo>
                  <a:pt x="50" y="39"/>
                  <a:pt x="50" y="39"/>
                  <a:pt x="50" y="39"/>
                </a:cubicBezTo>
                <a:cubicBezTo>
                  <a:pt x="36" y="29"/>
                  <a:pt x="36" y="29"/>
                  <a:pt x="36" y="29"/>
                </a:cubicBezTo>
                <a:cubicBezTo>
                  <a:pt x="29" y="36"/>
                  <a:pt x="29" y="36"/>
                  <a:pt x="29" y="36"/>
                </a:cubicBezTo>
                <a:cubicBezTo>
                  <a:pt x="39" y="49"/>
                  <a:pt x="39" y="49"/>
                  <a:pt x="39" y="49"/>
                </a:cubicBezTo>
                <a:cubicBezTo>
                  <a:pt x="37" y="51"/>
                  <a:pt x="37" y="51"/>
                  <a:pt x="37" y="51"/>
                </a:cubicBezTo>
                <a:cubicBezTo>
                  <a:pt x="36" y="53"/>
                  <a:pt x="35" y="55"/>
                  <a:pt x="34" y="56"/>
                </a:cubicBezTo>
                <a:cubicBezTo>
                  <a:pt x="33" y="59"/>
                  <a:pt x="33" y="59"/>
                  <a:pt x="33" y="59"/>
                </a:cubicBezTo>
                <a:cubicBezTo>
                  <a:pt x="16" y="55"/>
                  <a:pt x="16" y="55"/>
                  <a:pt x="16" y="55"/>
                </a:cubicBezTo>
                <a:cubicBezTo>
                  <a:pt x="13" y="64"/>
                  <a:pt x="13" y="64"/>
                  <a:pt x="13" y="64"/>
                </a:cubicBezTo>
                <a:cubicBezTo>
                  <a:pt x="27" y="72"/>
                  <a:pt x="27" y="72"/>
                  <a:pt x="27" y="72"/>
                </a:cubicBezTo>
                <a:cubicBezTo>
                  <a:pt x="26" y="75"/>
                  <a:pt x="26" y="75"/>
                  <a:pt x="26" y="75"/>
                </a:cubicBezTo>
                <a:cubicBezTo>
                  <a:pt x="26" y="77"/>
                  <a:pt x="25" y="79"/>
                  <a:pt x="25" y="81"/>
                </a:cubicBezTo>
                <a:cubicBezTo>
                  <a:pt x="25" y="84"/>
                  <a:pt x="25" y="84"/>
                  <a:pt x="25" y="84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96"/>
                  <a:pt x="8" y="96"/>
                  <a:pt x="8" y="96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3"/>
                  <a:pt x="26" y="105"/>
                  <a:pt x="26" y="107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5" y="128"/>
                  <a:pt x="36" y="129"/>
                  <a:pt x="37" y="131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36" y="153"/>
                  <a:pt x="36" y="153"/>
                  <a:pt x="36" y="153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52" y="146"/>
                  <a:pt x="52" y="146"/>
                  <a:pt x="52" y="146"/>
                </a:cubicBezTo>
                <a:cubicBezTo>
                  <a:pt x="53" y="147"/>
                  <a:pt x="55" y="148"/>
                  <a:pt x="56" y="149"/>
                </a:cubicBezTo>
                <a:cubicBezTo>
                  <a:pt x="59" y="150"/>
                  <a:pt x="59" y="150"/>
                  <a:pt x="59" y="150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64" y="170"/>
                  <a:pt x="64" y="170"/>
                  <a:pt x="64" y="170"/>
                </a:cubicBezTo>
                <a:cubicBezTo>
                  <a:pt x="73" y="156"/>
                  <a:pt x="73" y="156"/>
                  <a:pt x="73" y="156"/>
                </a:cubicBezTo>
                <a:cubicBezTo>
                  <a:pt x="76" y="157"/>
                  <a:pt x="76" y="157"/>
                  <a:pt x="76" y="157"/>
                </a:cubicBezTo>
                <a:cubicBezTo>
                  <a:pt x="77" y="157"/>
                  <a:pt x="79" y="157"/>
                  <a:pt x="81" y="158"/>
                </a:cubicBezTo>
                <a:cubicBezTo>
                  <a:pt x="84" y="158"/>
                  <a:pt x="84" y="158"/>
                  <a:pt x="84" y="158"/>
                </a:cubicBezTo>
                <a:lnTo>
                  <a:pt x="87" y="1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E8F24994-0FFD-4C32-8D5C-C23C620ADC50}"/>
              </a:ext>
            </a:extLst>
          </p:cNvPr>
          <p:cNvSpPr>
            <a:spLocks noEditPoints="1"/>
          </p:cNvSpPr>
          <p:nvPr/>
        </p:nvSpPr>
        <p:spPr bwMode="auto">
          <a:xfrm>
            <a:off x="5602288" y="1684338"/>
            <a:ext cx="157163" cy="157163"/>
          </a:xfrm>
          <a:custGeom>
            <a:avLst/>
            <a:gdLst>
              <a:gd name="T0" fmla="*/ 37 w 73"/>
              <a:gd name="T1" fmla="*/ 73 h 73"/>
              <a:gd name="T2" fmla="*/ 0 w 73"/>
              <a:gd name="T3" fmla="*/ 36 h 73"/>
              <a:gd name="T4" fmla="*/ 37 w 73"/>
              <a:gd name="T5" fmla="*/ 0 h 73"/>
              <a:gd name="T6" fmla="*/ 73 w 73"/>
              <a:gd name="T7" fmla="*/ 36 h 73"/>
              <a:gd name="T8" fmla="*/ 37 w 73"/>
              <a:gd name="T9" fmla="*/ 73 h 73"/>
              <a:gd name="T10" fmla="*/ 37 w 73"/>
              <a:gd name="T11" fmla="*/ 4 h 73"/>
              <a:gd name="T12" fmla="*/ 4 w 73"/>
              <a:gd name="T13" fmla="*/ 36 h 73"/>
              <a:gd name="T14" fmla="*/ 37 w 73"/>
              <a:gd name="T15" fmla="*/ 69 h 73"/>
              <a:gd name="T16" fmla="*/ 69 w 73"/>
              <a:gd name="T17" fmla="*/ 36 h 73"/>
              <a:gd name="T18" fmla="*/ 37 w 73"/>
              <a:gd name="T19" fmla="*/ 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3" h="73">
                <a:moveTo>
                  <a:pt x="37" y="73"/>
                </a:moveTo>
                <a:cubicBezTo>
                  <a:pt x="16" y="73"/>
                  <a:pt x="0" y="56"/>
                  <a:pt x="0" y="36"/>
                </a:cubicBezTo>
                <a:cubicBezTo>
                  <a:pt x="0" y="16"/>
                  <a:pt x="16" y="0"/>
                  <a:pt x="37" y="0"/>
                </a:cubicBezTo>
                <a:cubicBezTo>
                  <a:pt x="57" y="0"/>
                  <a:pt x="73" y="16"/>
                  <a:pt x="73" y="36"/>
                </a:cubicBezTo>
                <a:cubicBezTo>
                  <a:pt x="73" y="56"/>
                  <a:pt x="57" y="73"/>
                  <a:pt x="37" y="73"/>
                </a:cubicBezTo>
                <a:close/>
                <a:moveTo>
                  <a:pt x="37" y="4"/>
                </a:moveTo>
                <a:cubicBezTo>
                  <a:pt x="19" y="4"/>
                  <a:pt x="4" y="18"/>
                  <a:pt x="4" y="36"/>
                </a:cubicBezTo>
                <a:cubicBezTo>
                  <a:pt x="4" y="54"/>
                  <a:pt x="19" y="69"/>
                  <a:pt x="37" y="69"/>
                </a:cubicBezTo>
                <a:cubicBezTo>
                  <a:pt x="54" y="69"/>
                  <a:pt x="69" y="54"/>
                  <a:pt x="69" y="36"/>
                </a:cubicBezTo>
                <a:cubicBezTo>
                  <a:pt x="69" y="18"/>
                  <a:pt x="54" y="4"/>
                  <a:pt x="37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EA118114-948D-4112-811D-8A72130C143B}"/>
              </a:ext>
            </a:extLst>
          </p:cNvPr>
          <p:cNvSpPr>
            <a:spLocks noEditPoints="1"/>
          </p:cNvSpPr>
          <p:nvPr/>
        </p:nvSpPr>
        <p:spPr bwMode="auto">
          <a:xfrm>
            <a:off x="10539413" y="1643063"/>
            <a:ext cx="261938" cy="320675"/>
          </a:xfrm>
          <a:custGeom>
            <a:avLst/>
            <a:gdLst>
              <a:gd name="T0" fmla="*/ 89 w 121"/>
              <a:gd name="T1" fmla="*/ 148 h 148"/>
              <a:gd name="T2" fmla="*/ 33 w 121"/>
              <a:gd name="T3" fmla="*/ 148 h 148"/>
              <a:gd name="T4" fmla="*/ 13 w 121"/>
              <a:gd name="T5" fmla="*/ 128 h 148"/>
              <a:gd name="T6" fmla="*/ 0 w 121"/>
              <a:gd name="T7" fmla="*/ 0 h 148"/>
              <a:gd name="T8" fmla="*/ 121 w 121"/>
              <a:gd name="T9" fmla="*/ 0 h 148"/>
              <a:gd name="T10" fmla="*/ 109 w 121"/>
              <a:gd name="T11" fmla="*/ 128 h 148"/>
              <a:gd name="T12" fmla="*/ 89 w 121"/>
              <a:gd name="T13" fmla="*/ 148 h 148"/>
              <a:gd name="T14" fmla="*/ 9 w 121"/>
              <a:gd name="T15" fmla="*/ 8 h 148"/>
              <a:gd name="T16" fmla="*/ 21 w 121"/>
              <a:gd name="T17" fmla="*/ 127 h 148"/>
              <a:gd name="T18" fmla="*/ 33 w 121"/>
              <a:gd name="T19" fmla="*/ 140 h 148"/>
              <a:gd name="T20" fmla="*/ 89 w 121"/>
              <a:gd name="T21" fmla="*/ 140 h 148"/>
              <a:gd name="T22" fmla="*/ 101 w 121"/>
              <a:gd name="T23" fmla="*/ 128 h 148"/>
              <a:gd name="T24" fmla="*/ 112 w 121"/>
              <a:gd name="T25" fmla="*/ 8 h 148"/>
              <a:gd name="T26" fmla="*/ 9 w 121"/>
              <a:gd name="T27" fmla="*/ 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1" h="148">
                <a:moveTo>
                  <a:pt x="89" y="148"/>
                </a:moveTo>
                <a:cubicBezTo>
                  <a:pt x="33" y="148"/>
                  <a:pt x="33" y="148"/>
                  <a:pt x="33" y="148"/>
                </a:cubicBezTo>
                <a:cubicBezTo>
                  <a:pt x="21" y="148"/>
                  <a:pt x="13" y="139"/>
                  <a:pt x="13" y="128"/>
                </a:cubicBezTo>
                <a:cubicBezTo>
                  <a:pt x="0" y="0"/>
                  <a:pt x="0" y="0"/>
                  <a:pt x="0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09" y="139"/>
                  <a:pt x="100" y="148"/>
                  <a:pt x="89" y="148"/>
                </a:cubicBezTo>
                <a:close/>
                <a:moveTo>
                  <a:pt x="9" y="8"/>
                </a:moveTo>
                <a:cubicBezTo>
                  <a:pt x="21" y="127"/>
                  <a:pt x="21" y="127"/>
                  <a:pt x="21" y="127"/>
                </a:cubicBezTo>
                <a:cubicBezTo>
                  <a:pt x="21" y="134"/>
                  <a:pt x="26" y="140"/>
                  <a:pt x="33" y="140"/>
                </a:cubicBezTo>
                <a:cubicBezTo>
                  <a:pt x="89" y="140"/>
                  <a:pt x="89" y="140"/>
                  <a:pt x="89" y="140"/>
                </a:cubicBezTo>
                <a:cubicBezTo>
                  <a:pt x="95" y="140"/>
                  <a:pt x="101" y="134"/>
                  <a:pt x="101" y="128"/>
                </a:cubicBezTo>
                <a:cubicBezTo>
                  <a:pt x="112" y="8"/>
                  <a:pt x="112" y="8"/>
                  <a:pt x="112" y="8"/>
                </a:cubicBezTo>
                <a:lnTo>
                  <a:pt x="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C076C9BD-A825-4443-9F5B-EFDAA42EDE45}"/>
              </a:ext>
            </a:extLst>
          </p:cNvPr>
          <p:cNvSpPr>
            <a:spLocks noEditPoints="1"/>
          </p:cNvSpPr>
          <p:nvPr/>
        </p:nvSpPr>
        <p:spPr bwMode="auto">
          <a:xfrm>
            <a:off x="10588626" y="1585913"/>
            <a:ext cx="165100" cy="69850"/>
          </a:xfrm>
          <a:custGeom>
            <a:avLst/>
            <a:gdLst>
              <a:gd name="T0" fmla="*/ 76 w 76"/>
              <a:gd name="T1" fmla="*/ 32 h 32"/>
              <a:gd name="T2" fmla="*/ 0 w 76"/>
              <a:gd name="T3" fmla="*/ 32 h 32"/>
              <a:gd name="T4" fmla="*/ 0 w 76"/>
              <a:gd name="T5" fmla="*/ 18 h 32"/>
              <a:gd name="T6" fmla="*/ 18 w 76"/>
              <a:gd name="T7" fmla="*/ 0 h 32"/>
              <a:gd name="T8" fmla="*/ 58 w 76"/>
              <a:gd name="T9" fmla="*/ 0 h 32"/>
              <a:gd name="T10" fmla="*/ 76 w 76"/>
              <a:gd name="T11" fmla="*/ 18 h 32"/>
              <a:gd name="T12" fmla="*/ 76 w 76"/>
              <a:gd name="T13" fmla="*/ 32 h 32"/>
              <a:gd name="T14" fmla="*/ 4 w 76"/>
              <a:gd name="T15" fmla="*/ 28 h 32"/>
              <a:gd name="T16" fmla="*/ 72 w 76"/>
              <a:gd name="T17" fmla="*/ 28 h 32"/>
              <a:gd name="T18" fmla="*/ 72 w 76"/>
              <a:gd name="T19" fmla="*/ 18 h 32"/>
              <a:gd name="T20" fmla="*/ 58 w 76"/>
              <a:gd name="T21" fmla="*/ 4 h 32"/>
              <a:gd name="T22" fmla="*/ 18 w 76"/>
              <a:gd name="T23" fmla="*/ 4 h 32"/>
              <a:gd name="T24" fmla="*/ 4 w 76"/>
              <a:gd name="T25" fmla="*/ 18 h 32"/>
              <a:gd name="T26" fmla="*/ 4 w 76"/>
              <a:gd name="T27" fmla="*/ 2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6" h="32">
                <a:moveTo>
                  <a:pt x="76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7" y="0"/>
                  <a:pt x="76" y="8"/>
                  <a:pt x="76" y="18"/>
                </a:cubicBezTo>
                <a:lnTo>
                  <a:pt x="76" y="32"/>
                </a:lnTo>
                <a:close/>
                <a:moveTo>
                  <a:pt x="4" y="28"/>
                </a:moveTo>
                <a:cubicBezTo>
                  <a:pt x="72" y="28"/>
                  <a:pt x="72" y="28"/>
                  <a:pt x="72" y="28"/>
                </a:cubicBezTo>
                <a:cubicBezTo>
                  <a:pt x="72" y="18"/>
                  <a:pt x="72" y="18"/>
                  <a:pt x="72" y="18"/>
                </a:cubicBezTo>
                <a:cubicBezTo>
                  <a:pt x="72" y="10"/>
                  <a:pt x="65" y="4"/>
                  <a:pt x="5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0" y="4"/>
                  <a:pt x="4" y="10"/>
                  <a:pt x="4" y="18"/>
                </a:cubicBezTo>
                <a:lnTo>
                  <a:pt x="4" y="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65CC849C-07E9-4D53-B656-8FE26D630F4D}"/>
              </a:ext>
            </a:extLst>
          </p:cNvPr>
          <p:cNvSpPr>
            <a:spLocks/>
          </p:cNvSpPr>
          <p:nvPr/>
        </p:nvSpPr>
        <p:spPr bwMode="auto">
          <a:xfrm>
            <a:off x="10506076" y="1643063"/>
            <a:ext cx="328613" cy="17463"/>
          </a:xfrm>
          <a:custGeom>
            <a:avLst/>
            <a:gdLst>
              <a:gd name="T0" fmla="*/ 4 w 152"/>
              <a:gd name="T1" fmla="*/ 0 h 8"/>
              <a:gd name="T2" fmla="*/ 148 w 152"/>
              <a:gd name="T3" fmla="*/ 0 h 8"/>
              <a:gd name="T4" fmla="*/ 152 w 152"/>
              <a:gd name="T5" fmla="*/ 4 h 8"/>
              <a:gd name="T6" fmla="*/ 148 w 152"/>
              <a:gd name="T7" fmla="*/ 8 h 8"/>
              <a:gd name="T8" fmla="*/ 4 w 152"/>
              <a:gd name="T9" fmla="*/ 8 h 8"/>
              <a:gd name="T10" fmla="*/ 0 w 152"/>
              <a:gd name="T11" fmla="*/ 4 h 8"/>
              <a:gd name="T12" fmla="*/ 4 w 152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2" h="8">
                <a:moveTo>
                  <a:pt x="4" y="0"/>
                </a:moveTo>
                <a:cubicBezTo>
                  <a:pt x="148" y="0"/>
                  <a:pt x="148" y="0"/>
                  <a:pt x="148" y="0"/>
                </a:cubicBezTo>
                <a:cubicBezTo>
                  <a:pt x="150" y="0"/>
                  <a:pt x="152" y="1"/>
                  <a:pt x="152" y="4"/>
                </a:cubicBezTo>
                <a:cubicBezTo>
                  <a:pt x="152" y="6"/>
                  <a:pt x="150" y="8"/>
                  <a:pt x="148" y="8"/>
                </a:cubicBezTo>
                <a:cubicBezTo>
                  <a:pt x="4" y="8"/>
                  <a:pt x="4" y="8"/>
                  <a:pt x="4" y="8"/>
                </a:cubicBezTo>
                <a:cubicBezTo>
                  <a:pt x="1" y="8"/>
                  <a:pt x="0" y="6"/>
                  <a:pt x="0" y="4"/>
                </a:cubicBezTo>
                <a:cubicBezTo>
                  <a:pt x="0" y="1"/>
                  <a:pt x="1" y="0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C3EDB0AB-0D0D-4263-BC7C-8D6FD3C4B343}"/>
              </a:ext>
            </a:extLst>
          </p:cNvPr>
          <p:cNvSpPr>
            <a:spLocks/>
          </p:cNvSpPr>
          <p:nvPr/>
        </p:nvSpPr>
        <p:spPr bwMode="auto">
          <a:xfrm>
            <a:off x="10610851" y="1703388"/>
            <a:ext cx="25400" cy="198438"/>
          </a:xfrm>
          <a:custGeom>
            <a:avLst/>
            <a:gdLst>
              <a:gd name="T0" fmla="*/ 4 w 12"/>
              <a:gd name="T1" fmla="*/ 0 h 92"/>
              <a:gd name="T2" fmla="*/ 8 w 12"/>
              <a:gd name="T3" fmla="*/ 4 h 92"/>
              <a:gd name="T4" fmla="*/ 12 w 12"/>
              <a:gd name="T5" fmla="*/ 88 h 92"/>
              <a:gd name="T6" fmla="*/ 8 w 12"/>
              <a:gd name="T7" fmla="*/ 92 h 92"/>
              <a:gd name="T8" fmla="*/ 4 w 12"/>
              <a:gd name="T9" fmla="*/ 88 h 92"/>
              <a:gd name="T10" fmla="*/ 0 w 12"/>
              <a:gd name="T11" fmla="*/ 4 h 92"/>
              <a:gd name="T12" fmla="*/ 4 w 12"/>
              <a:gd name="T13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92">
                <a:moveTo>
                  <a:pt x="4" y="0"/>
                </a:moveTo>
                <a:cubicBezTo>
                  <a:pt x="6" y="0"/>
                  <a:pt x="8" y="1"/>
                  <a:pt x="8" y="4"/>
                </a:cubicBezTo>
                <a:cubicBezTo>
                  <a:pt x="12" y="88"/>
                  <a:pt x="12" y="88"/>
                  <a:pt x="12" y="88"/>
                </a:cubicBezTo>
                <a:cubicBezTo>
                  <a:pt x="12" y="90"/>
                  <a:pt x="10" y="92"/>
                  <a:pt x="8" y="92"/>
                </a:cubicBezTo>
                <a:cubicBezTo>
                  <a:pt x="5" y="92"/>
                  <a:pt x="4" y="90"/>
                  <a:pt x="4" y="88"/>
                </a:cubicBezTo>
                <a:cubicBezTo>
                  <a:pt x="0" y="4"/>
                  <a:pt x="0" y="4"/>
                  <a:pt x="0" y="4"/>
                </a:cubicBezTo>
                <a:cubicBezTo>
                  <a:pt x="0" y="1"/>
                  <a:pt x="1" y="0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ECEE9A97-F0ED-4CE0-AB51-8BA86658D4C0}"/>
              </a:ext>
            </a:extLst>
          </p:cNvPr>
          <p:cNvSpPr>
            <a:spLocks/>
          </p:cNvSpPr>
          <p:nvPr/>
        </p:nvSpPr>
        <p:spPr bwMode="auto">
          <a:xfrm>
            <a:off x="10663238" y="1703388"/>
            <a:ext cx="15875" cy="198438"/>
          </a:xfrm>
          <a:custGeom>
            <a:avLst/>
            <a:gdLst>
              <a:gd name="T0" fmla="*/ 4 w 8"/>
              <a:gd name="T1" fmla="*/ 0 h 92"/>
              <a:gd name="T2" fmla="*/ 8 w 8"/>
              <a:gd name="T3" fmla="*/ 4 h 92"/>
              <a:gd name="T4" fmla="*/ 8 w 8"/>
              <a:gd name="T5" fmla="*/ 88 h 92"/>
              <a:gd name="T6" fmla="*/ 4 w 8"/>
              <a:gd name="T7" fmla="*/ 92 h 92"/>
              <a:gd name="T8" fmla="*/ 0 w 8"/>
              <a:gd name="T9" fmla="*/ 88 h 92"/>
              <a:gd name="T10" fmla="*/ 0 w 8"/>
              <a:gd name="T11" fmla="*/ 4 h 92"/>
              <a:gd name="T12" fmla="*/ 4 w 8"/>
              <a:gd name="T13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92">
                <a:moveTo>
                  <a:pt x="4" y="0"/>
                </a:moveTo>
                <a:cubicBezTo>
                  <a:pt x="6" y="0"/>
                  <a:pt x="8" y="1"/>
                  <a:pt x="8" y="4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0"/>
                  <a:pt x="6" y="92"/>
                  <a:pt x="4" y="92"/>
                </a:cubicBezTo>
                <a:cubicBezTo>
                  <a:pt x="1" y="92"/>
                  <a:pt x="0" y="90"/>
                  <a:pt x="0" y="88"/>
                </a:cubicBezTo>
                <a:cubicBezTo>
                  <a:pt x="0" y="4"/>
                  <a:pt x="0" y="4"/>
                  <a:pt x="0" y="4"/>
                </a:cubicBezTo>
                <a:cubicBezTo>
                  <a:pt x="0" y="1"/>
                  <a:pt x="1" y="0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5B42655B-1C11-4664-8229-C9F7522680CB}"/>
              </a:ext>
            </a:extLst>
          </p:cNvPr>
          <p:cNvSpPr>
            <a:spLocks/>
          </p:cNvSpPr>
          <p:nvPr/>
        </p:nvSpPr>
        <p:spPr bwMode="auto">
          <a:xfrm>
            <a:off x="10706101" y="1703388"/>
            <a:ext cx="25400" cy="198438"/>
          </a:xfrm>
          <a:custGeom>
            <a:avLst/>
            <a:gdLst>
              <a:gd name="T0" fmla="*/ 8 w 12"/>
              <a:gd name="T1" fmla="*/ 0 h 92"/>
              <a:gd name="T2" fmla="*/ 12 w 12"/>
              <a:gd name="T3" fmla="*/ 4 h 92"/>
              <a:gd name="T4" fmla="*/ 8 w 12"/>
              <a:gd name="T5" fmla="*/ 88 h 92"/>
              <a:gd name="T6" fmla="*/ 4 w 12"/>
              <a:gd name="T7" fmla="*/ 92 h 92"/>
              <a:gd name="T8" fmla="*/ 0 w 12"/>
              <a:gd name="T9" fmla="*/ 88 h 92"/>
              <a:gd name="T10" fmla="*/ 4 w 12"/>
              <a:gd name="T11" fmla="*/ 4 h 92"/>
              <a:gd name="T12" fmla="*/ 8 w 12"/>
              <a:gd name="T13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92">
                <a:moveTo>
                  <a:pt x="8" y="0"/>
                </a:moveTo>
                <a:cubicBezTo>
                  <a:pt x="10" y="0"/>
                  <a:pt x="12" y="1"/>
                  <a:pt x="12" y="4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0"/>
                  <a:pt x="6" y="92"/>
                  <a:pt x="4" y="92"/>
                </a:cubicBezTo>
                <a:cubicBezTo>
                  <a:pt x="1" y="92"/>
                  <a:pt x="0" y="90"/>
                  <a:pt x="0" y="88"/>
                </a:cubicBezTo>
                <a:cubicBezTo>
                  <a:pt x="4" y="4"/>
                  <a:pt x="4" y="4"/>
                  <a:pt x="4" y="4"/>
                </a:cubicBezTo>
                <a:cubicBezTo>
                  <a:pt x="4" y="1"/>
                  <a:pt x="5" y="0"/>
                  <a:pt x="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B6DC1B3E-F732-47C6-BED9-247AAB4A98BD}"/>
              </a:ext>
            </a:extLst>
          </p:cNvPr>
          <p:cNvSpPr>
            <a:spLocks noEditPoints="1"/>
          </p:cNvSpPr>
          <p:nvPr/>
        </p:nvSpPr>
        <p:spPr bwMode="auto">
          <a:xfrm>
            <a:off x="9799638" y="2533651"/>
            <a:ext cx="106363" cy="117475"/>
          </a:xfrm>
          <a:custGeom>
            <a:avLst/>
            <a:gdLst>
              <a:gd name="T0" fmla="*/ 3 w 49"/>
              <a:gd name="T1" fmla="*/ 54 h 54"/>
              <a:gd name="T2" fmla="*/ 0 w 49"/>
              <a:gd name="T3" fmla="*/ 51 h 54"/>
              <a:gd name="T4" fmla="*/ 0 w 49"/>
              <a:gd name="T5" fmla="*/ 4 h 54"/>
              <a:gd name="T6" fmla="*/ 5 w 49"/>
              <a:gd name="T7" fmla="*/ 1 h 54"/>
              <a:gd name="T8" fmla="*/ 47 w 49"/>
              <a:gd name="T9" fmla="*/ 25 h 54"/>
              <a:gd name="T10" fmla="*/ 49 w 49"/>
              <a:gd name="T11" fmla="*/ 27 h 54"/>
              <a:gd name="T12" fmla="*/ 47 w 49"/>
              <a:gd name="T13" fmla="*/ 30 h 54"/>
              <a:gd name="T14" fmla="*/ 5 w 49"/>
              <a:gd name="T15" fmla="*/ 54 h 54"/>
              <a:gd name="T16" fmla="*/ 3 w 49"/>
              <a:gd name="T17" fmla="*/ 54 h 54"/>
              <a:gd name="T18" fmla="*/ 4 w 49"/>
              <a:gd name="T19" fmla="*/ 5 h 54"/>
              <a:gd name="T20" fmla="*/ 4 w 49"/>
              <a:gd name="T21" fmla="*/ 49 h 54"/>
              <a:gd name="T22" fmla="*/ 44 w 49"/>
              <a:gd name="T23" fmla="*/ 27 h 54"/>
              <a:gd name="T24" fmla="*/ 4 w 49"/>
              <a:gd name="T25" fmla="*/ 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9" h="54">
                <a:moveTo>
                  <a:pt x="3" y="54"/>
                </a:moveTo>
                <a:cubicBezTo>
                  <a:pt x="2" y="54"/>
                  <a:pt x="0" y="53"/>
                  <a:pt x="0" y="51"/>
                </a:cubicBezTo>
                <a:cubicBezTo>
                  <a:pt x="0" y="4"/>
                  <a:pt x="0" y="4"/>
                  <a:pt x="0" y="4"/>
                </a:cubicBezTo>
                <a:cubicBezTo>
                  <a:pt x="0" y="1"/>
                  <a:pt x="3" y="0"/>
                  <a:pt x="5" y="1"/>
                </a:cubicBezTo>
                <a:cubicBezTo>
                  <a:pt x="47" y="25"/>
                  <a:pt x="47" y="25"/>
                  <a:pt x="47" y="25"/>
                </a:cubicBezTo>
                <a:cubicBezTo>
                  <a:pt x="48" y="25"/>
                  <a:pt x="49" y="26"/>
                  <a:pt x="49" y="27"/>
                </a:cubicBezTo>
                <a:cubicBezTo>
                  <a:pt x="49" y="28"/>
                  <a:pt x="48" y="29"/>
                  <a:pt x="47" y="30"/>
                </a:cubicBezTo>
                <a:cubicBezTo>
                  <a:pt x="5" y="54"/>
                  <a:pt x="5" y="54"/>
                  <a:pt x="5" y="54"/>
                </a:cubicBezTo>
                <a:cubicBezTo>
                  <a:pt x="4" y="54"/>
                  <a:pt x="4" y="54"/>
                  <a:pt x="3" y="54"/>
                </a:cubicBezTo>
                <a:close/>
                <a:moveTo>
                  <a:pt x="4" y="5"/>
                </a:moveTo>
                <a:cubicBezTo>
                  <a:pt x="4" y="49"/>
                  <a:pt x="4" y="49"/>
                  <a:pt x="4" y="49"/>
                </a:cubicBezTo>
                <a:cubicBezTo>
                  <a:pt x="44" y="27"/>
                  <a:pt x="44" y="27"/>
                  <a:pt x="44" y="27"/>
                </a:cubicBezTo>
                <a:lnTo>
                  <a:pt x="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E512B918-2702-4F3D-A6F2-A997A24397D1}"/>
              </a:ext>
            </a:extLst>
          </p:cNvPr>
          <p:cNvSpPr>
            <a:spLocks noEditPoints="1"/>
          </p:cNvSpPr>
          <p:nvPr/>
        </p:nvSpPr>
        <p:spPr bwMode="auto">
          <a:xfrm>
            <a:off x="2259013" y="2417763"/>
            <a:ext cx="298450" cy="274638"/>
          </a:xfrm>
          <a:custGeom>
            <a:avLst/>
            <a:gdLst>
              <a:gd name="T0" fmla="*/ 102 w 138"/>
              <a:gd name="T1" fmla="*/ 127 h 127"/>
              <a:gd name="T2" fmla="*/ 68 w 138"/>
              <a:gd name="T3" fmla="*/ 117 h 127"/>
              <a:gd name="T4" fmla="*/ 35 w 138"/>
              <a:gd name="T5" fmla="*/ 108 h 127"/>
              <a:gd name="T6" fmla="*/ 3 w 138"/>
              <a:gd name="T7" fmla="*/ 120 h 127"/>
              <a:gd name="T8" fmla="*/ 0 w 138"/>
              <a:gd name="T9" fmla="*/ 122 h 127"/>
              <a:gd name="T10" fmla="*/ 0 w 138"/>
              <a:gd name="T11" fmla="*/ 13 h 127"/>
              <a:gd name="T12" fmla="*/ 1 w 138"/>
              <a:gd name="T13" fmla="*/ 13 h 127"/>
              <a:gd name="T14" fmla="*/ 35 w 138"/>
              <a:gd name="T15" fmla="*/ 0 h 127"/>
              <a:gd name="T16" fmla="*/ 70 w 138"/>
              <a:gd name="T17" fmla="*/ 10 h 127"/>
              <a:gd name="T18" fmla="*/ 102 w 138"/>
              <a:gd name="T19" fmla="*/ 19 h 127"/>
              <a:gd name="T20" fmla="*/ 135 w 138"/>
              <a:gd name="T21" fmla="*/ 6 h 127"/>
              <a:gd name="T22" fmla="*/ 138 w 138"/>
              <a:gd name="T23" fmla="*/ 4 h 127"/>
              <a:gd name="T24" fmla="*/ 138 w 138"/>
              <a:gd name="T25" fmla="*/ 113 h 127"/>
              <a:gd name="T26" fmla="*/ 137 w 138"/>
              <a:gd name="T27" fmla="*/ 114 h 127"/>
              <a:gd name="T28" fmla="*/ 102 w 138"/>
              <a:gd name="T29" fmla="*/ 127 h 127"/>
              <a:gd name="T30" fmla="*/ 35 w 138"/>
              <a:gd name="T31" fmla="*/ 104 h 127"/>
              <a:gd name="T32" fmla="*/ 70 w 138"/>
              <a:gd name="T33" fmla="*/ 114 h 127"/>
              <a:gd name="T34" fmla="*/ 102 w 138"/>
              <a:gd name="T35" fmla="*/ 123 h 127"/>
              <a:gd name="T36" fmla="*/ 134 w 138"/>
              <a:gd name="T37" fmla="*/ 111 h 127"/>
              <a:gd name="T38" fmla="*/ 134 w 138"/>
              <a:gd name="T39" fmla="*/ 12 h 127"/>
              <a:gd name="T40" fmla="*/ 102 w 138"/>
              <a:gd name="T41" fmla="*/ 23 h 127"/>
              <a:gd name="T42" fmla="*/ 68 w 138"/>
              <a:gd name="T43" fmla="*/ 13 h 127"/>
              <a:gd name="T44" fmla="*/ 35 w 138"/>
              <a:gd name="T45" fmla="*/ 4 h 127"/>
              <a:gd name="T46" fmla="*/ 4 w 138"/>
              <a:gd name="T47" fmla="*/ 15 h 127"/>
              <a:gd name="T48" fmla="*/ 4 w 138"/>
              <a:gd name="T49" fmla="*/ 114 h 127"/>
              <a:gd name="T50" fmla="*/ 35 w 138"/>
              <a:gd name="T51" fmla="*/ 10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8" h="127">
                <a:moveTo>
                  <a:pt x="102" y="127"/>
                </a:moveTo>
                <a:cubicBezTo>
                  <a:pt x="90" y="127"/>
                  <a:pt x="77" y="123"/>
                  <a:pt x="68" y="117"/>
                </a:cubicBezTo>
                <a:cubicBezTo>
                  <a:pt x="59" y="111"/>
                  <a:pt x="47" y="108"/>
                  <a:pt x="35" y="108"/>
                </a:cubicBezTo>
                <a:cubicBezTo>
                  <a:pt x="22" y="108"/>
                  <a:pt x="10" y="115"/>
                  <a:pt x="3" y="120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3"/>
                  <a:pt x="0" y="13"/>
                  <a:pt x="0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9" y="7"/>
                  <a:pt x="21" y="0"/>
                  <a:pt x="35" y="0"/>
                </a:cubicBezTo>
                <a:cubicBezTo>
                  <a:pt x="48" y="0"/>
                  <a:pt x="61" y="3"/>
                  <a:pt x="70" y="10"/>
                </a:cubicBezTo>
                <a:cubicBezTo>
                  <a:pt x="78" y="15"/>
                  <a:pt x="90" y="19"/>
                  <a:pt x="102" y="19"/>
                </a:cubicBezTo>
                <a:cubicBezTo>
                  <a:pt x="115" y="19"/>
                  <a:pt x="126" y="13"/>
                  <a:pt x="135" y="6"/>
                </a:cubicBezTo>
                <a:cubicBezTo>
                  <a:pt x="138" y="4"/>
                  <a:pt x="138" y="4"/>
                  <a:pt x="138" y="4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28" y="120"/>
                  <a:pt x="116" y="127"/>
                  <a:pt x="102" y="127"/>
                </a:cubicBezTo>
                <a:close/>
                <a:moveTo>
                  <a:pt x="35" y="104"/>
                </a:moveTo>
                <a:cubicBezTo>
                  <a:pt x="48" y="104"/>
                  <a:pt x="61" y="107"/>
                  <a:pt x="70" y="114"/>
                </a:cubicBezTo>
                <a:cubicBezTo>
                  <a:pt x="78" y="119"/>
                  <a:pt x="90" y="123"/>
                  <a:pt x="102" y="123"/>
                </a:cubicBezTo>
                <a:cubicBezTo>
                  <a:pt x="114" y="123"/>
                  <a:pt x="125" y="117"/>
                  <a:pt x="134" y="111"/>
                </a:cubicBezTo>
                <a:cubicBezTo>
                  <a:pt x="134" y="12"/>
                  <a:pt x="134" y="12"/>
                  <a:pt x="134" y="12"/>
                </a:cubicBezTo>
                <a:cubicBezTo>
                  <a:pt x="125" y="17"/>
                  <a:pt x="114" y="23"/>
                  <a:pt x="102" y="23"/>
                </a:cubicBezTo>
                <a:cubicBezTo>
                  <a:pt x="90" y="23"/>
                  <a:pt x="77" y="19"/>
                  <a:pt x="68" y="13"/>
                </a:cubicBezTo>
                <a:cubicBezTo>
                  <a:pt x="59" y="7"/>
                  <a:pt x="47" y="4"/>
                  <a:pt x="35" y="4"/>
                </a:cubicBezTo>
                <a:cubicBezTo>
                  <a:pt x="23" y="4"/>
                  <a:pt x="11" y="10"/>
                  <a:pt x="4" y="15"/>
                </a:cubicBezTo>
                <a:cubicBezTo>
                  <a:pt x="4" y="114"/>
                  <a:pt x="4" y="114"/>
                  <a:pt x="4" y="114"/>
                </a:cubicBezTo>
                <a:cubicBezTo>
                  <a:pt x="12" y="109"/>
                  <a:pt x="23" y="104"/>
                  <a:pt x="35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6E41C04F-DAB9-460C-9693-2EC98B990167}"/>
              </a:ext>
            </a:extLst>
          </p:cNvPr>
          <p:cNvSpPr>
            <a:spLocks noEditPoints="1"/>
          </p:cNvSpPr>
          <p:nvPr/>
        </p:nvSpPr>
        <p:spPr bwMode="auto">
          <a:xfrm>
            <a:off x="2181226" y="2389188"/>
            <a:ext cx="66675" cy="403225"/>
          </a:xfrm>
          <a:custGeom>
            <a:avLst/>
            <a:gdLst>
              <a:gd name="T0" fmla="*/ 31 w 31"/>
              <a:gd name="T1" fmla="*/ 186 h 186"/>
              <a:gd name="T2" fmla="*/ 0 w 31"/>
              <a:gd name="T3" fmla="*/ 186 h 186"/>
              <a:gd name="T4" fmla="*/ 0 w 31"/>
              <a:gd name="T5" fmla="*/ 15 h 186"/>
              <a:gd name="T6" fmla="*/ 15 w 31"/>
              <a:gd name="T7" fmla="*/ 0 h 186"/>
              <a:gd name="T8" fmla="*/ 31 w 31"/>
              <a:gd name="T9" fmla="*/ 15 h 186"/>
              <a:gd name="T10" fmla="*/ 31 w 31"/>
              <a:gd name="T11" fmla="*/ 186 h 186"/>
              <a:gd name="T12" fmla="*/ 8 w 31"/>
              <a:gd name="T13" fmla="*/ 178 h 186"/>
              <a:gd name="T14" fmla="*/ 23 w 31"/>
              <a:gd name="T15" fmla="*/ 178 h 186"/>
              <a:gd name="T16" fmla="*/ 23 w 31"/>
              <a:gd name="T17" fmla="*/ 15 h 186"/>
              <a:gd name="T18" fmla="*/ 15 w 31"/>
              <a:gd name="T19" fmla="*/ 8 h 186"/>
              <a:gd name="T20" fmla="*/ 8 w 31"/>
              <a:gd name="T21" fmla="*/ 15 h 186"/>
              <a:gd name="T22" fmla="*/ 8 w 31"/>
              <a:gd name="T23" fmla="*/ 17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1" h="186">
                <a:moveTo>
                  <a:pt x="31" y="186"/>
                </a:moveTo>
                <a:cubicBezTo>
                  <a:pt x="0" y="186"/>
                  <a:pt x="0" y="186"/>
                  <a:pt x="0" y="18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7" y="0"/>
                  <a:pt x="15" y="0"/>
                </a:cubicBezTo>
                <a:cubicBezTo>
                  <a:pt x="24" y="0"/>
                  <a:pt x="31" y="7"/>
                  <a:pt x="31" y="15"/>
                </a:cubicBezTo>
                <a:lnTo>
                  <a:pt x="31" y="186"/>
                </a:lnTo>
                <a:close/>
                <a:moveTo>
                  <a:pt x="8" y="178"/>
                </a:moveTo>
                <a:cubicBezTo>
                  <a:pt x="23" y="178"/>
                  <a:pt x="23" y="178"/>
                  <a:pt x="23" y="178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1"/>
                  <a:pt x="19" y="8"/>
                  <a:pt x="15" y="8"/>
                </a:cubicBezTo>
                <a:cubicBezTo>
                  <a:pt x="11" y="8"/>
                  <a:pt x="8" y="11"/>
                  <a:pt x="8" y="15"/>
                </a:cubicBezTo>
                <a:lnTo>
                  <a:pt x="8" y="1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1465B0F5-E1F4-4D45-BFF3-4DCA0AB0CD6E}"/>
              </a:ext>
            </a:extLst>
          </p:cNvPr>
          <p:cNvSpPr>
            <a:spLocks noEditPoints="1"/>
          </p:cNvSpPr>
          <p:nvPr/>
        </p:nvSpPr>
        <p:spPr bwMode="auto">
          <a:xfrm>
            <a:off x="1349376" y="2443163"/>
            <a:ext cx="357188" cy="357188"/>
          </a:xfrm>
          <a:custGeom>
            <a:avLst/>
            <a:gdLst>
              <a:gd name="T0" fmla="*/ 83 w 165"/>
              <a:gd name="T1" fmla="*/ 165 h 165"/>
              <a:gd name="T2" fmla="*/ 0 w 165"/>
              <a:gd name="T3" fmla="*/ 82 h 165"/>
              <a:gd name="T4" fmla="*/ 83 w 165"/>
              <a:gd name="T5" fmla="*/ 0 h 165"/>
              <a:gd name="T6" fmla="*/ 87 w 165"/>
              <a:gd name="T7" fmla="*/ 0 h 165"/>
              <a:gd name="T8" fmla="*/ 87 w 165"/>
              <a:gd name="T9" fmla="*/ 76 h 165"/>
              <a:gd name="T10" fmla="*/ 155 w 165"/>
              <a:gd name="T11" fmla="*/ 42 h 165"/>
              <a:gd name="T12" fmla="*/ 156 w 165"/>
              <a:gd name="T13" fmla="*/ 46 h 165"/>
              <a:gd name="T14" fmla="*/ 165 w 165"/>
              <a:gd name="T15" fmla="*/ 82 h 165"/>
              <a:gd name="T16" fmla="*/ 83 w 165"/>
              <a:gd name="T17" fmla="*/ 165 h 165"/>
              <a:gd name="T18" fmla="*/ 79 w 165"/>
              <a:gd name="T19" fmla="*/ 8 h 165"/>
              <a:gd name="T20" fmla="*/ 8 w 165"/>
              <a:gd name="T21" fmla="*/ 82 h 165"/>
              <a:gd name="T22" fmla="*/ 83 w 165"/>
              <a:gd name="T23" fmla="*/ 157 h 165"/>
              <a:gd name="T24" fmla="*/ 157 w 165"/>
              <a:gd name="T25" fmla="*/ 82 h 165"/>
              <a:gd name="T26" fmla="*/ 151 w 165"/>
              <a:gd name="T27" fmla="*/ 53 h 165"/>
              <a:gd name="T28" fmla="*/ 79 w 165"/>
              <a:gd name="T29" fmla="*/ 89 h 165"/>
              <a:gd name="T30" fmla="*/ 79 w 165"/>
              <a:gd name="T31" fmla="*/ 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5" h="165">
                <a:moveTo>
                  <a:pt x="83" y="165"/>
                </a:moveTo>
                <a:cubicBezTo>
                  <a:pt x="37" y="165"/>
                  <a:pt x="0" y="128"/>
                  <a:pt x="0" y="82"/>
                </a:cubicBezTo>
                <a:cubicBezTo>
                  <a:pt x="0" y="37"/>
                  <a:pt x="37" y="0"/>
                  <a:pt x="83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7" y="76"/>
                  <a:pt x="87" y="76"/>
                  <a:pt x="87" y="76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156" y="46"/>
                  <a:pt x="156" y="46"/>
                  <a:pt x="156" y="46"/>
                </a:cubicBezTo>
                <a:cubicBezTo>
                  <a:pt x="162" y="57"/>
                  <a:pt x="165" y="70"/>
                  <a:pt x="165" y="82"/>
                </a:cubicBezTo>
                <a:cubicBezTo>
                  <a:pt x="165" y="128"/>
                  <a:pt x="128" y="165"/>
                  <a:pt x="83" y="165"/>
                </a:cubicBezTo>
                <a:close/>
                <a:moveTo>
                  <a:pt x="79" y="8"/>
                </a:moveTo>
                <a:cubicBezTo>
                  <a:pt x="40" y="10"/>
                  <a:pt x="8" y="43"/>
                  <a:pt x="8" y="82"/>
                </a:cubicBezTo>
                <a:cubicBezTo>
                  <a:pt x="8" y="123"/>
                  <a:pt x="42" y="157"/>
                  <a:pt x="83" y="157"/>
                </a:cubicBezTo>
                <a:cubicBezTo>
                  <a:pt x="124" y="157"/>
                  <a:pt x="157" y="123"/>
                  <a:pt x="157" y="82"/>
                </a:cubicBezTo>
                <a:cubicBezTo>
                  <a:pt x="157" y="72"/>
                  <a:pt x="155" y="62"/>
                  <a:pt x="151" y="53"/>
                </a:cubicBezTo>
                <a:cubicBezTo>
                  <a:pt x="79" y="89"/>
                  <a:pt x="79" y="89"/>
                  <a:pt x="79" y="89"/>
                </a:cubicBezTo>
                <a:lnTo>
                  <a:pt x="79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BABFDE3C-62D4-4941-8395-8E02241A232C}"/>
              </a:ext>
            </a:extLst>
          </p:cNvPr>
          <p:cNvSpPr>
            <a:spLocks noEditPoints="1"/>
          </p:cNvSpPr>
          <p:nvPr/>
        </p:nvSpPr>
        <p:spPr bwMode="auto">
          <a:xfrm>
            <a:off x="1557338" y="2390776"/>
            <a:ext cx="161925" cy="180975"/>
          </a:xfrm>
          <a:custGeom>
            <a:avLst/>
            <a:gdLst>
              <a:gd name="T0" fmla="*/ 0 w 75"/>
              <a:gd name="T1" fmla="*/ 83 h 83"/>
              <a:gd name="T2" fmla="*/ 0 w 75"/>
              <a:gd name="T3" fmla="*/ 0 h 83"/>
              <a:gd name="T4" fmla="*/ 2 w 75"/>
              <a:gd name="T5" fmla="*/ 0 h 83"/>
              <a:gd name="T6" fmla="*/ 74 w 75"/>
              <a:gd name="T7" fmla="*/ 44 h 83"/>
              <a:gd name="T8" fmla="*/ 75 w 75"/>
              <a:gd name="T9" fmla="*/ 46 h 83"/>
              <a:gd name="T10" fmla="*/ 0 w 75"/>
              <a:gd name="T11" fmla="*/ 83 h 83"/>
              <a:gd name="T12" fmla="*/ 4 w 75"/>
              <a:gd name="T13" fmla="*/ 4 h 83"/>
              <a:gd name="T14" fmla="*/ 4 w 75"/>
              <a:gd name="T15" fmla="*/ 77 h 83"/>
              <a:gd name="T16" fmla="*/ 69 w 75"/>
              <a:gd name="T17" fmla="*/ 44 h 83"/>
              <a:gd name="T18" fmla="*/ 4 w 75"/>
              <a:gd name="T19" fmla="*/ 4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5" h="83">
                <a:moveTo>
                  <a:pt x="0" y="83"/>
                </a:moveTo>
                <a:cubicBezTo>
                  <a:pt x="0" y="0"/>
                  <a:pt x="0" y="0"/>
                  <a:pt x="0" y="0"/>
                </a:cubicBezTo>
                <a:cubicBezTo>
                  <a:pt x="2" y="0"/>
                  <a:pt x="2" y="0"/>
                  <a:pt x="2" y="0"/>
                </a:cubicBezTo>
                <a:cubicBezTo>
                  <a:pt x="32" y="0"/>
                  <a:pt x="60" y="17"/>
                  <a:pt x="74" y="44"/>
                </a:cubicBezTo>
                <a:cubicBezTo>
                  <a:pt x="75" y="46"/>
                  <a:pt x="75" y="46"/>
                  <a:pt x="75" y="46"/>
                </a:cubicBezTo>
                <a:lnTo>
                  <a:pt x="0" y="83"/>
                </a:lnTo>
                <a:close/>
                <a:moveTo>
                  <a:pt x="4" y="4"/>
                </a:moveTo>
                <a:cubicBezTo>
                  <a:pt x="4" y="77"/>
                  <a:pt x="4" y="77"/>
                  <a:pt x="4" y="77"/>
                </a:cubicBezTo>
                <a:cubicBezTo>
                  <a:pt x="69" y="44"/>
                  <a:pt x="69" y="44"/>
                  <a:pt x="69" y="44"/>
                </a:cubicBezTo>
                <a:cubicBezTo>
                  <a:pt x="56" y="20"/>
                  <a:pt x="31" y="5"/>
                  <a:pt x="4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F7B803E2-07F7-4A6E-B30A-C460E7B13F74}"/>
              </a:ext>
            </a:extLst>
          </p:cNvPr>
          <p:cNvSpPr>
            <a:spLocks noEditPoints="1"/>
          </p:cNvSpPr>
          <p:nvPr/>
        </p:nvSpPr>
        <p:spPr bwMode="auto">
          <a:xfrm>
            <a:off x="3025776" y="2466976"/>
            <a:ext cx="331788" cy="231775"/>
          </a:xfrm>
          <a:custGeom>
            <a:avLst/>
            <a:gdLst>
              <a:gd name="T0" fmla="*/ 140 w 153"/>
              <a:gd name="T1" fmla="*/ 107 h 107"/>
              <a:gd name="T2" fmla="*/ 13 w 153"/>
              <a:gd name="T3" fmla="*/ 107 h 107"/>
              <a:gd name="T4" fmla="*/ 0 w 153"/>
              <a:gd name="T5" fmla="*/ 94 h 107"/>
              <a:gd name="T6" fmla="*/ 0 w 153"/>
              <a:gd name="T7" fmla="*/ 57 h 107"/>
              <a:gd name="T8" fmla="*/ 48 w 153"/>
              <a:gd name="T9" fmla="*/ 0 h 107"/>
              <a:gd name="T10" fmla="*/ 106 w 153"/>
              <a:gd name="T11" fmla="*/ 0 h 107"/>
              <a:gd name="T12" fmla="*/ 153 w 153"/>
              <a:gd name="T13" fmla="*/ 57 h 107"/>
              <a:gd name="T14" fmla="*/ 153 w 153"/>
              <a:gd name="T15" fmla="*/ 94 h 107"/>
              <a:gd name="T16" fmla="*/ 140 w 153"/>
              <a:gd name="T17" fmla="*/ 107 h 107"/>
              <a:gd name="T18" fmla="*/ 8 w 153"/>
              <a:gd name="T19" fmla="*/ 59 h 107"/>
              <a:gd name="T20" fmla="*/ 8 w 153"/>
              <a:gd name="T21" fmla="*/ 94 h 107"/>
              <a:gd name="T22" fmla="*/ 13 w 153"/>
              <a:gd name="T23" fmla="*/ 99 h 107"/>
              <a:gd name="T24" fmla="*/ 140 w 153"/>
              <a:gd name="T25" fmla="*/ 99 h 107"/>
              <a:gd name="T26" fmla="*/ 145 w 153"/>
              <a:gd name="T27" fmla="*/ 94 h 107"/>
              <a:gd name="T28" fmla="*/ 145 w 153"/>
              <a:gd name="T29" fmla="*/ 59 h 107"/>
              <a:gd name="T30" fmla="*/ 102 w 153"/>
              <a:gd name="T31" fmla="*/ 8 h 107"/>
              <a:gd name="T32" fmla="*/ 51 w 153"/>
              <a:gd name="T33" fmla="*/ 8 h 107"/>
              <a:gd name="T34" fmla="*/ 8 w 153"/>
              <a:gd name="T35" fmla="*/ 59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3" h="107">
                <a:moveTo>
                  <a:pt x="140" y="107"/>
                </a:moveTo>
                <a:cubicBezTo>
                  <a:pt x="13" y="107"/>
                  <a:pt x="13" y="107"/>
                  <a:pt x="13" y="107"/>
                </a:cubicBezTo>
                <a:cubicBezTo>
                  <a:pt x="6" y="107"/>
                  <a:pt x="0" y="101"/>
                  <a:pt x="0" y="94"/>
                </a:cubicBezTo>
                <a:cubicBezTo>
                  <a:pt x="0" y="57"/>
                  <a:pt x="0" y="57"/>
                  <a:pt x="0" y="57"/>
                </a:cubicBezTo>
                <a:cubicBezTo>
                  <a:pt x="48" y="0"/>
                  <a:pt x="48" y="0"/>
                  <a:pt x="48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101"/>
                  <a:pt x="147" y="107"/>
                  <a:pt x="140" y="107"/>
                </a:cubicBezTo>
                <a:close/>
                <a:moveTo>
                  <a:pt x="8" y="59"/>
                </a:moveTo>
                <a:cubicBezTo>
                  <a:pt x="8" y="94"/>
                  <a:pt x="8" y="94"/>
                  <a:pt x="8" y="94"/>
                </a:cubicBezTo>
                <a:cubicBezTo>
                  <a:pt x="8" y="97"/>
                  <a:pt x="10" y="99"/>
                  <a:pt x="13" y="99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43" y="99"/>
                  <a:pt x="145" y="97"/>
                  <a:pt x="145" y="94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02" y="8"/>
                  <a:pt x="102" y="8"/>
                  <a:pt x="102" y="8"/>
                </a:cubicBezTo>
                <a:cubicBezTo>
                  <a:pt x="51" y="8"/>
                  <a:pt x="51" y="8"/>
                  <a:pt x="51" y="8"/>
                </a:cubicBezTo>
                <a:lnTo>
                  <a:pt x="8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117C83B8-3925-4F63-B4A8-7FE0A289CF4A}"/>
              </a:ext>
            </a:extLst>
          </p:cNvPr>
          <p:cNvSpPr>
            <a:spLocks noEditPoints="1"/>
          </p:cNvSpPr>
          <p:nvPr/>
        </p:nvSpPr>
        <p:spPr bwMode="auto">
          <a:xfrm>
            <a:off x="3052763" y="2490788"/>
            <a:ext cx="280988" cy="144463"/>
          </a:xfrm>
          <a:custGeom>
            <a:avLst/>
            <a:gdLst>
              <a:gd name="T0" fmla="*/ 114 w 177"/>
              <a:gd name="T1" fmla="*/ 91 h 91"/>
              <a:gd name="T2" fmla="*/ 62 w 177"/>
              <a:gd name="T3" fmla="*/ 91 h 91"/>
              <a:gd name="T4" fmla="*/ 38 w 177"/>
              <a:gd name="T5" fmla="*/ 67 h 91"/>
              <a:gd name="T6" fmla="*/ 0 w 177"/>
              <a:gd name="T7" fmla="*/ 67 h 91"/>
              <a:gd name="T8" fmla="*/ 55 w 177"/>
              <a:gd name="T9" fmla="*/ 0 h 91"/>
              <a:gd name="T10" fmla="*/ 121 w 177"/>
              <a:gd name="T11" fmla="*/ 0 h 91"/>
              <a:gd name="T12" fmla="*/ 177 w 177"/>
              <a:gd name="T13" fmla="*/ 67 h 91"/>
              <a:gd name="T14" fmla="*/ 139 w 177"/>
              <a:gd name="T15" fmla="*/ 67 h 91"/>
              <a:gd name="T16" fmla="*/ 114 w 177"/>
              <a:gd name="T17" fmla="*/ 91 h 91"/>
              <a:gd name="T18" fmla="*/ 64 w 177"/>
              <a:gd name="T19" fmla="*/ 86 h 91"/>
              <a:gd name="T20" fmla="*/ 111 w 177"/>
              <a:gd name="T21" fmla="*/ 86 h 91"/>
              <a:gd name="T22" fmla="*/ 136 w 177"/>
              <a:gd name="T23" fmla="*/ 61 h 91"/>
              <a:gd name="T24" fmla="*/ 164 w 177"/>
              <a:gd name="T25" fmla="*/ 61 h 91"/>
              <a:gd name="T26" fmla="*/ 118 w 177"/>
              <a:gd name="T27" fmla="*/ 6 h 91"/>
              <a:gd name="T28" fmla="*/ 58 w 177"/>
              <a:gd name="T29" fmla="*/ 6 h 91"/>
              <a:gd name="T30" fmla="*/ 10 w 177"/>
              <a:gd name="T31" fmla="*/ 61 h 91"/>
              <a:gd name="T32" fmla="*/ 39 w 177"/>
              <a:gd name="T33" fmla="*/ 61 h 91"/>
              <a:gd name="T34" fmla="*/ 64 w 177"/>
              <a:gd name="T35" fmla="*/ 8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7" h="91">
                <a:moveTo>
                  <a:pt x="114" y="91"/>
                </a:moveTo>
                <a:lnTo>
                  <a:pt x="62" y="91"/>
                </a:lnTo>
                <a:lnTo>
                  <a:pt x="38" y="67"/>
                </a:lnTo>
                <a:lnTo>
                  <a:pt x="0" y="67"/>
                </a:lnTo>
                <a:lnTo>
                  <a:pt x="55" y="0"/>
                </a:lnTo>
                <a:lnTo>
                  <a:pt x="121" y="0"/>
                </a:lnTo>
                <a:lnTo>
                  <a:pt x="177" y="67"/>
                </a:lnTo>
                <a:lnTo>
                  <a:pt x="139" y="67"/>
                </a:lnTo>
                <a:lnTo>
                  <a:pt x="114" y="91"/>
                </a:lnTo>
                <a:close/>
                <a:moveTo>
                  <a:pt x="64" y="86"/>
                </a:moveTo>
                <a:lnTo>
                  <a:pt x="111" y="86"/>
                </a:lnTo>
                <a:lnTo>
                  <a:pt x="136" y="61"/>
                </a:lnTo>
                <a:lnTo>
                  <a:pt x="164" y="61"/>
                </a:lnTo>
                <a:lnTo>
                  <a:pt x="118" y="6"/>
                </a:lnTo>
                <a:lnTo>
                  <a:pt x="58" y="6"/>
                </a:lnTo>
                <a:lnTo>
                  <a:pt x="10" y="61"/>
                </a:lnTo>
                <a:lnTo>
                  <a:pt x="39" y="61"/>
                </a:lnTo>
                <a:lnTo>
                  <a:pt x="64" y="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6FF46B7C-90C3-4460-A5DB-B748CC332274}"/>
              </a:ext>
            </a:extLst>
          </p:cNvPr>
          <p:cNvSpPr>
            <a:spLocks noEditPoints="1"/>
          </p:cNvSpPr>
          <p:nvPr/>
        </p:nvSpPr>
        <p:spPr bwMode="auto">
          <a:xfrm>
            <a:off x="3865563" y="2466976"/>
            <a:ext cx="330200" cy="231775"/>
          </a:xfrm>
          <a:custGeom>
            <a:avLst/>
            <a:gdLst>
              <a:gd name="T0" fmla="*/ 140 w 153"/>
              <a:gd name="T1" fmla="*/ 107 h 107"/>
              <a:gd name="T2" fmla="*/ 13 w 153"/>
              <a:gd name="T3" fmla="*/ 107 h 107"/>
              <a:gd name="T4" fmla="*/ 0 w 153"/>
              <a:gd name="T5" fmla="*/ 94 h 107"/>
              <a:gd name="T6" fmla="*/ 0 w 153"/>
              <a:gd name="T7" fmla="*/ 57 h 107"/>
              <a:gd name="T8" fmla="*/ 47 w 153"/>
              <a:gd name="T9" fmla="*/ 0 h 107"/>
              <a:gd name="T10" fmla="*/ 106 w 153"/>
              <a:gd name="T11" fmla="*/ 0 h 107"/>
              <a:gd name="T12" fmla="*/ 153 w 153"/>
              <a:gd name="T13" fmla="*/ 57 h 107"/>
              <a:gd name="T14" fmla="*/ 153 w 153"/>
              <a:gd name="T15" fmla="*/ 94 h 107"/>
              <a:gd name="T16" fmla="*/ 140 w 153"/>
              <a:gd name="T17" fmla="*/ 107 h 107"/>
              <a:gd name="T18" fmla="*/ 8 w 153"/>
              <a:gd name="T19" fmla="*/ 59 h 107"/>
              <a:gd name="T20" fmla="*/ 8 w 153"/>
              <a:gd name="T21" fmla="*/ 94 h 107"/>
              <a:gd name="T22" fmla="*/ 13 w 153"/>
              <a:gd name="T23" fmla="*/ 99 h 107"/>
              <a:gd name="T24" fmla="*/ 140 w 153"/>
              <a:gd name="T25" fmla="*/ 99 h 107"/>
              <a:gd name="T26" fmla="*/ 145 w 153"/>
              <a:gd name="T27" fmla="*/ 94 h 107"/>
              <a:gd name="T28" fmla="*/ 145 w 153"/>
              <a:gd name="T29" fmla="*/ 59 h 107"/>
              <a:gd name="T30" fmla="*/ 102 w 153"/>
              <a:gd name="T31" fmla="*/ 8 h 107"/>
              <a:gd name="T32" fmla="*/ 51 w 153"/>
              <a:gd name="T33" fmla="*/ 8 h 107"/>
              <a:gd name="T34" fmla="*/ 8 w 153"/>
              <a:gd name="T35" fmla="*/ 59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3" h="107">
                <a:moveTo>
                  <a:pt x="140" y="107"/>
                </a:moveTo>
                <a:cubicBezTo>
                  <a:pt x="13" y="107"/>
                  <a:pt x="13" y="107"/>
                  <a:pt x="13" y="107"/>
                </a:cubicBezTo>
                <a:cubicBezTo>
                  <a:pt x="6" y="107"/>
                  <a:pt x="0" y="101"/>
                  <a:pt x="0" y="94"/>
                </a:cubicBezTo>
                <a:cubicBezTo>
                  <a:pt x="0" y="57"/>
                  <a:pt x="0" y="57"/>
                  <a:pt x="0" y="57"/>
                </a:cubicBezTo>
                <a:cubicBezTo>
                  <a:pt x="47" y="0"/>
                  <a:pt x="47" y="0"/>
                  <a:pt x="4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101"/>
                  <a:pt x="147" y="107"/>
                  <a:pt x="140" y="107"/>
                </a:cubicBezTo>
                <a:close/>
                <a:moveTo>
                  <a:pt x="8" y="59"/>
                </a:moveTo>
                <a:cubicBezTo>
                  <a:pt x="8" y="94"/>
                  <a:pt x="8" y="94"/>
                  <a:pt x="8" y="94"/>
                </a:cubicBezTo>
                <a:cubicBezTo>
                  <a:pt x="8" y="97"/>
                  <a:pt x="10" y="99"/>
                  <a:pt x="13" y="99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43" y="99"/>
                  <a:pt x="145" y="97"/>
                  <a:pt x="145" y="94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02" y="8"/>
                  <a:pt x="102" y="8"/>
                  <a:pt x="102" y="8"/>
                </a:cubicBezTo>
                <a:cubicBezTo>
                  <a:pt x="51" y="8"/>
                  <a:pt x="51" y="8"/>
                  <a:pt x="51" y="8"/>
                </a:cubicBezTo>
                <a:lnTo>
                  <a:pt x="8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6A4EB94A-DE3C-48BE-A83B-DAA991741FE6}"/>
              </a:ext>
            </a:extLst>
          </p:cNvPr>
          <p:cNvSpPr>
            <a:spLocks noEditPoints="1"/>
          </p:cNvSpPr>
          <p:nvPr/>
        </p:nvSpPr>
        <p:spPr bwMode="auto">
          <a:xfrm>
            <a:off x="3962401" y="2608263"/>
            <a:ext cx="138113" cy="26988"/>
          </a:xfrm>
          <a:custGeom>
            <a:avLst/>
            <a:gdLst>
              <a:gd name="T0" fmla="*/ 70 w 87"/>
              <a:gd name="T1" fmla="*/ 17 h 17"/>
              <a:gd name="T2" fmla="*/ 18 w 87"/>
              <a:gd name="T3" fmla="*/ 17 h 17"/>
              <a:gd name="T4" fmla="*/ 0 w 87"/>
              <a:gd name="T5" fmla="*/ 0 h 17"/>
              <a:gd name="T6" fmla="*/ 87 w 87"/>
              <a:gd name="T7" fmla="*/ 0 h 17"/>
              <a:gd name="T8" fmla="*/ 70 w 87"/>
              <a:gd name="T9" fmla="*/ 17 h 17"/>
              <a:gd name="T10" fmla="*/ 19 w 87"/>
              <a:gd name="T11" fmla="*/ 12 h 17"/>
              <a:gd name="T12" fmla="*/ 67 w 87"/>
              <a:gd name="T13" fmla="*/ 12 h 17"/>
              <a:gd name="T14" fmla="*/ 74 w 87"/>
              <a:gd name="T15" fmla="*/ 5 h 17"/>
              <a:gd name="T16" fmla="*/ 12 w 87"/>
              <a:gd name="T17" fmla="*/ 5 h 17"/>
              <a:gd name="T18" fmla="*/ 19 w 87"/>
              <a:gd name="T19" fmla="*/ 1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7" h="17">
                <a:moveTo>
                  <a:pt x="70" y="17"/>
                </a:moveTo>
                <a:lnTo>
                  <a:pt x="18" y="17"/>
                </a:lnTo>
                <a:lnTo>
                  <a:pt x="0" y="0"/>
                </a:lnTo>
                <a:lnTo>
                  <a:pt x="87" y="0"/>
                </a:lnTo>
                <a:lnTo>
                  <a:pt x="70" y="17"/>
                </a:lnTo>
                <a:close/>
                <a:moveTo>
                  <a:pt x="19" y="12"/>
                </a:moveTo>
                <a:lnTo>
                  <a:pt x="67" y="12"/>
                </a:lnTo>
                <a:lnTo>
                  <a:pt x="74" y="5"/>
                </a:lnTo>
                <a:lnTo>
                  <a:pt x="12" y="5"/>
                </a:lnTo>
                <a:lnTo>
                  <a:pt x="1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26146B88-F6A0-4984-B433-2E2916D5CF70}"/>
              </a:ext>
            </a:extLst>
          </p:cNvPr>
          <p:cNvSpPr>
            <a:spLocks noEditPoints="1"/>
          </p:cNvSpPr>
          <p:nvPr/>
        </p:nvSpPr>
        <p:spPr bwMode="auto">
          <a:xfrm>
            <a:off x="3890963" y="2490788"/>
            <a:ext cx="280988" cy="106363"/>
          </a:xfrm>
          <a:custGeom>
            <a:avLst/>
            <a:gdLst>
              <a:gd name="T0" fmla="*/ 177 w 177"/>
              <a:gd name="T1" fmla="*/ 67 h 67"/>
              <a:gd name="T2" fmla="*/ 0 w 177"/>
              <a:gd name="T3" fmla="*/ 67 h 67"/>
              <a:gd name="T4" fmla="*/ 56 w 177"/>
              <a:gd name="T5" fmla="*/ 0 h 67"/>
              <a:gd name="T6" fmla="*/ 120 w 177"/>
              <a:gd name="T7" fmla="*/ 0 h 67"/>
              <a:gd name="T8" fmla="*/ 177 w 177"/>
              <a:gd name="T9" fmla="*/ 67 h 67"/>
              <a:gd name="T10" fmla="*/ 11 w 177"/>
              <a:gd name="T11" fmla="*/ 61 h 67"/>
              <a:gd name="T12" fmla="*/ 165 w 177"/>
              <a:gd name="T13" fmla="*/ 61 h 67"/>
              <a:gd name="T14" fmla="*/ 119 w 177"/>
              <a:gd name="T15" fmla="*/ 6 h 67"/>
              <a:gd name="T16" fmla="*/ 59 w 177"/>
              <a:gd name="T17" fmla="*/ 6 h 67"/>
              <a:gd name="T18" fmla="*/ 11 w 177"/>
              <a:gd name="T19" fmla="*/ 6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7" h="67">
                <a:moveTo>
                  <a:pt x="177" y="67"/>
                </a:moveTo>
                <a:lnTo>
                  <a:pt x="0" y="67"/>
                </a:lnTo>
                <a:lnTo>
                  <a:pt x="56" y="0"/>
                </a:lnTo>
                <a:lnTo>
                  <a:pt x="120" y="0"/>
                </a:lnTo>
                <a:lnTo>
                  <a:pt x="177" y="67"/>
                </a:lnTo>
                <a:close/>
                <a:moveTo>
                  <a:pt x="11" y="61"/>
                </a:moveTo>
                <a:lnTo>
                  <a:pt x="165" y="61"/>
                </a:lnTo>
                <a:lnTo>
                  <a:pt x="119" y="6"/>
                </a:lnTo>
                <a:lnTo>
                  <a:pt x="59" y="6"/>
                </a:lnTo>
                <a:lnTo>
                  <a:pt x="11" y="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DB88FBD3-6D3D-465A-87B6-199912ECBD12}"/>
              </a:ext>
            </a:extLst>
          </p:cNvPr>
          <p:cNvSpPr>
            <a:spLocks noEditPoints="1"/>
          </p:cNvSpPr>
          <p:nvPr/>
        </p:nvSpPr>
        <p:spPr bwMode="auto">
          <a:xfrm>
            <a:off x="3960813" y="2509838"/>
            <a:ext cx="139700" cy="28575"/>
          </a:xfrm>
          <a:custGeom>
            <a:avLst/>
            <a:gdLst>
              <a:gd name="T0" fmla="*/ 88 w 88"/>
              <a:gd name="T1" fmla="*/ 18 h 18"/>
              <a:gd name="T2" fmla="*/ 0 w 88"/>
              <a:gd name="T3" fmla="*/ 18 h 18"/>
              <a:gd name="T4" fmla="*/ 13 w 88"/>
              <a:gd name="T5" fmla="*/ 0 h 18"/>
              <a:gd name="T6" fmla="*/ 75 w 88"/>
              <a:gd name="T7" fmla="*/ 0 h 18"/>
              <a:gd name="T8" fmla="*/ 88 w 88"/>
              <a:gd name="T9" fmla="*/ 18 h 18"/>
              <a:gd name="T10" fmla="*/ 11 w 88"/>
              <a:gd name="T11" fmla="*/ 13 h 18"/>
              <a:gd name="T12" fmla="*/ 77 w 88"/>
              <a:gd name="T13" fmla="*/ 13 h 18"/>
              <a:gd name="T14" fmla="*/ 72 w 88"/>
              <a:gd name="T15" fmla="*/ 6 h 18"/>
              <a:gd name="T16" fmla="*/ 16 w 88"/>
              <a:gd name="T17" fmla="*/ 6 h 18"/>
              <a:gd name="T18" fmla="*/ 11 w 88"/>
              <a:gd name="T19" fmla="*/ 1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" h="18">
                <a:moveTo>
                  <a:pt x="88" y="18"/>
                </a:moveTo>
                <a:lnTo>
                  <a:pt x="0" y="18"/>
                </a:lnTo>
                <a:lnTo>
                  <a:pt x="13" y="0"/>
                </a:lnTo>
                <a:lnTo>
                  <a:pt x="75" y="0"/>
                </a:lnTo>
                <a:lnTo>
                  <a:pt x="88" y="18"/>
                </a:lnTo>
                <a:close/>
                <a:moveTo>
                  <a:pt x="11" y="13"/>
                </a:moveTo>
                <a:lnTo>
                  <a:pt x="77" y="13"/>
                </a:lnTo>
                <a:lnTo>
                  <a:pt x="72" y="6"/>
                </a:lnTo>
                <a:lnTo>
                  <a:pt x="16" y="6"/>
                </a:lnTo>
                <a:lnTo>
                  <a:pt x="11" y="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B5285B3F-1E05-497A-9486-C16764A46072}"/>
              </a:ext>
            </a:extLst>
          </p:cNvPr>
          <p:cNvSpPr>
            <a:spLocks noEditPoints="1"/>
          </p:cNvSpPr>
          <p:nvPr/>
        </p:nvSpPr>
        <p:spPr bwMode="auto">
          <a:xfrm>
            <a:off x="3932238" y="2549526"/>
            <a:ext cx="196850" cy="28575"/>
          </a:xfrm>
          <a:custGeom>
            <a:avLst/>
            <a:gdLst>
              <a:gd name="T0" fmla="*/ 124 w 124"/>
              <a:gd name="T1" fmla="*/ 18 h 18"/>
              <a:gd name="T2" fmla="*/ 0 w 124"/>
              <a:gd name="T3" fmla="*/ 18 h 18"/>
              <a:gd name="T4" fmla="*/ 14 w 124"/>
              <a:gd name="T5" fmla="*/ 0 h 18"/>
              <a:gd name="T6" fmla="*/ 112 w 124"/>
              <a:gd name="T7" fmla="*/ 0 h 18"/>
              <a:gd name="T8" fmla="*/ 124 w 124"/>
              <a:gd name="T9" fmla="*/ 18 h 18"/>
              <a:gd name="T10" fmla="*/ 11 w 124"/>
              <a:gd name="T11" fmla="*/ 12 h 18"/>
              <a:gd name="T12" fmla="*/ 113 w 124"/>
              <a:gd name="T13" fmla="*/ 12 h 18"/>
              <a:gd name="T14" fmla="*/ 109 w 124"/>
              <a:gd name="T15" fmla="*/ 5 h 18"/>
              <a:gd name="T16" fmla="*/ 16 w 124"/>
              <a:gd name="T17" fmla="*/ 5 h 18"/>
              <a:gd name="T18" fmla="*/ 11 w 124"/>
              <a:gd name="T19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" h="18">
                <a:moveTo>
                  <a:pt x="124" y="18"/>
                </a:moveTo>
                <a:lnTo>
                  <a:pt x="0" y="18"/>
                </a:lnTo>
                <a:lnTo>
                  <a:pt x="14" y="0"/>
                </a:lnTo>
                <a:lnTo>
                  <a:pt x="112" y="0"/>
                </a:lnTo>
                <a:lnTo>
                  <a:pt x="124" y="18"/>
                </a:lnTo>
                <a:close/>
                <a:moveTo>
                  <a:pt x="11" y="12"/>
                </a:moveTo>
                <a:lnTo>
                  <a:pt x="113" y="12"/>
                </a:lnTo>
                <a:lnTo>
                  <a:pt x="109" y="5"/>
                </a:lnTo>
                <a:lnTo>
                  <a:pt x="16" y="5"/>
                </a:lnTo>
                <a:lnTo>
                  <a:pt x="11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F65D2231-6FF2-4595-9C0E-3922CFBF8B36}"/>
              </a:ext>
            </a:extLst>
          </p:cNvPr>
          <p:cNvSpPr>
            <a:spLocks noEditPoints="1"/>
          </p:cNvSpPr>
          <p:nvPr/>
        </p:nvSpPr>
        <p:spPr bwMode="auto">
          <a:xfrm>
            <a:off x="4679951" y="2438401"/>
            <a:ext cx="346075" cy="307975"/>
          </a:xfrm>
          <a:custGeom>
            <a:avLst/>
            <a:gdLst>
              <a:gd name="T0" fmla="*/ 152 w 160"/>
              <a:gd name="T1" fmla="*/ 142 h 142"/>
              <a:gd name="T2" fmla="*/ 9 w 160"/>
              <a:gd name="T3" fmla="*/ 142 h 142"/>
              <a:gd name="T4" fmla="*/ 0 w 160"/>
              <a:gd name="T5" fmla="*/ 133 h 142"/>
              <a:gd name="T6" fmla="*/ 0 w 160"/>
              <a:gd name="T7" fmla="*/ 31 h 142"/>
              <a:gd name="T8" fmla="*/ 31 w 160"/>
              <a:gd name="T9" fmla="*/ 0 h 142"/>
              <a:gd name="T10" fmla="*/ 130 w 160"/>
              <a:gd name="T11" fmla="*/ 0 h 142"/>
              <a:gd name="T12" fmla="*/ 160 w 160"/>
              <a:gd name="T13" fmla="*/ 31 h 142"/>
              <a:gd name="T14" fmla="*/ 160 w 160"/>
              <a:gd name="T15" fmla="*/ 133 h 142"/>
              <a:gd name="T16" fmla="*/ 152 w 160"/>
              <a:gd name="T17" fmla="*/ 142 h 142"/>
              <a:gd name="T18" fmla="*/ 8 w 160"/>
              <a:gd name="T19" fmla="*/ 35 h 142"/>
              <a:gd name="T20" fmla="*/ 8 w 160"/>
              <a:gd name="T21" fmla="*/ 133 h 142"/>
              <a:gd name="T22" fmla="*/ 9 w 160"/>
              <a:gd name="T23" fmla="*/ 134 h 142"/>
              <a:gd name="T24" fmla="*/ 152 w 160"/>
              <a:gd name="T25" fmla="*/ 134 h 142"/>
              <a:gd name="T26" fmla="*/ 152 w 160"/>
              <a:gd name="T27" fmla="*/ 133 h 142"/>
              <a:gd name="T28" fmla="*/ 152 w 160"/>
              <a:gd name="T29" fmla="*/ 35 h 142"/>
              <a:gd name="T30" fmla="*/ 126 w 160"/>
              <a:gd name="T31" fmla="*/ 8 h 142"/>
              <a:gd name="T32" fmla="*/ 34 w 160"/>
              <a:gd name="T33" fmla="*/ 8 h 142"/>
              <a:gd name="T34" fmla="*/ 8 w 160"/>
              <a:gd name="T35" fmla="*/ 3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42">
                <a:moveTo>
                  <a:pt x="152" y="142"/>
                </a:moveTo>
                <a:cubicBezTo>
                  <a:pt x="9" y="142"/>
                  <a:pt x="9" y="142"/>
                  <a:pt x="9" y="142"/>
                </a:cubicBezTo>
                <a:cubicBezTo>
                  <a:pt x="4" y="142"/>
                  <a:pt x="0" y="138"/>
                  <a:pt x="0" y="133"/>
                </a:cubicBezTo>
                <a:cubicBezTo>
                  <a:pt x="0" y="31"/>
                  <a:pt x="0" y="31"/>
                  <a:pt x="0" y="31"/>
                </a:cubicBezTo>
                <a:cubicBezTo>
                  <a:pt x="31" y="0"/>
                  <a:pt x="31" y="0"/>
                  <a:pt x="31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0" y="138"/>
                  <a:pt x="157" y="142"/>
                  <a:pt x="152" y="142"/>
                </a:cubicBezTo>
                <a:close/>
                <a:moveTo>
                  <a:pt x="8" y="35"/>
                </a:moveTo>
                <a:cubicBezTo>
                  <a:pt x="8" y="133"/>
                  <a:pt x="8" y="133"/>
                  <a:pt x="8" y="133"/>
                </a:cubicBezTo>
                <a:cubicBezTo>
                  <a:pt x="8" y="133"/>
                  <a:pt x="8" y="134"/>
                  <a:pt x="9" y="134"/>
                </a:cubicBezTo>
                <a:cubicBezTo>
                  <a:pt x="152" y="134"/>
                  <a:pt x="152" y="134"/>
                  <a:pt x="152" y="134"/>
                </a:cubicBezTo>
                <a:cubicBezTo>
                  <a:pt x="152" y="134"/>
                  <a:pt x="152" y="133"/>
                  <a:pt x="152" y="133"/>
                </a:cubicBezTo>
                <a:cubicBezTo>
                  <a:pt x="152" y="35"/>
                  <a:pt x="152" y="35"/>
                  <a:pt x="152" y="35"/>
                </a:cubicBezTo>
                <a:cubicBezTo>
                  <a:pt x="126" y="8"/>
                  <a:pt x="126" y="8"/>
                  <a:pt x="126" y="8"/>
                </a:cubicBezTo>
                <a:cubicBezTo>
                  <a:pt x="34" y="8"/>
                  <a:pt x="34" y="8"/>
                  <a:pt x="34" y="8"/>
                </a:cubicBezTo>
                <a:lnTo>
                  <a:pt x="8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93AF5BA0-007D-461C-993E-8102F8A991B6}"/>
              </a:ext>
            </a:extLst>
          </p:cNvPr>
          <p:cNvSpPr>
            <a:spLocks noEditPoints="1"/>
          </p:cNvSpPr>
          <p:nvPr/>
        </p:nvSpPr>
        <p:spPr bwMode="auto">
          <a:xfrm>
            <a:off x="4738688" y="2547938"/>
            <a:ext cx="231775" cy="152400"/>
          </a:xfrm>
          <a:custGeom>
            <a:avLst/>
            <a:gdLst>
              <a:gd name="T0" fmla="*/ 72 w 146"/>
              <a:gd name="T1" fmla="*/ 96 h 96"/>
              <a:gd name="T2" fmla="*/ 0 w 146"/>
              <a:gd name="T3" fmla="*/ 38 h 96"/>
              <a:gd name="T4" fmla="*/ 44 w 146"/>
              <a:gd name="T5" fmla="*/ 38 h 96"/>
              <a:gd name="T6" fmla="*/ 44 w 146"/>
              <a:gd name="T7" fmla="*/ 0 h 96"/>
              <a:gd name="T8" fmla="*/ 101 w 146"/>
              <a:gd name="T9" fmla="*/ 0 h 96"/>
              <a:gd name="T10" fmla="*/ 101 w 146"/>
              <a:gd name="T11" fmla="*/ 38 h 96"/>
              <a:gd name="T12" fmla="*/ 146 w 146"/>
              <a:gd name="T13" fmla="*/ 38 h 96"/>
              <a:gd name="T14" fmla="*/ 72 w 146"/>
              <a:gd name="T15" fmla="*/ 96 h 96"/>
              <a:gd name="T16" fmla="*/ 15 w 146"/>
              <a:gd name="T17" fmla="*/ 43 h 96"/>
              <a:gd name="T18" fmla="*/ 72 w 146"/>
              <a:gd name="T19" fmla="*/ 90 h 96"/>
              <a:gd name="T20" fmla="*/ 130 w 146"/>
              <a:gd name="T21" fmla="*/ 43 h 96"/>
              <a:gd name="T22" fmla="*/ 96 w 146"/>
              <a:gd name="T23" fmla="*/ 43 h 96"/>
              <a:gd name="T24" fmla="*/ 96 w 146"/>
              <a:gd name="T25" fmla="*/ 5 h 96"/>
              <a:gd name="T26" fmla="*/ 49 w 146"/>
              <a:gd name="T27" fmla="*/ 5 h 96"/>
              <a:gd name="T28" fmla="*/ 49 w 146"/>
              <a:gd name="T29" fmla="*/ 43 h 96"/>
              <a:gd name="T30" fmla="*/ 15 w 146"/>
              <a:gd name="T31" fmla="*/ 4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6" h="96">
                <a:moveTo>
                  <a:pt x="72" y="96"/>
                </a:moveTo>
                <a:lnTo>
                  <a:pt x="0" y="38"/>
                </a:lnTo>
                <a:lnTo>
                  <a:pt x="44" y="38"/>
                </a:lnTo>
                <a:lnTo>
                  <a:pt x="44" y="0"/>
                </a:lnTo>
                <a:lnTo>
                  <a:pt x="101" y="0"/>
                </a:lnTo>
                <a:lnTo>
                  <a:pt x="101" y="38"/>
                </a:lnTo>
                <a:lnTo>
                  <a:pt x="146" y="38"/>
                </a:lnTo>
                <a:lnTo>
                  <a:pt x="72" y="96"/>
                </a:lnTo>
                <a:close/>
                <a:moveTo>
                  <a:pt x="15" y="43"/>
                </a:moveTo>
                <a:lnTo>
                  <a:pt x="72" y="90"/>
                </a:lnTo>
                <a:lnTo>
                  <a:pt x="130" y="43"/>
                </a:lnTo>
                <a:lnTo>
                  <a:pt x="96" y="43"/>
                </a:lnTo>
                <a:lnTo>
                  <a:pt x="96" y="5"/>
                </a:lnTo>
                <a:lnTo>
                  <a:pt x="49" y="5"/>
                </a:lnTo>
                <a:lnTo>
                  <a:pt x="49" y="43"/>
                </a:lnTo>
                <a:lnTo>
                  <a:pt x="15" y="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591E9910-FA9B-403D-AFCA-0FD427D8CBEC}"/>
              </a:ext>
            </a:extLst>
          </p:cNvPr>
          <p:cNvSpPr>
            <a:spLocks noEditPoints="1"/>
          </p:cNvSpPr>
          <p:nvPr/>
        </p:nvSpPr>
        <p:spPr bwMode="auto">
          <a:xfrm>
            <a:off x="4727576" y="2473326"/>
            <a:ext cx="250825" cy="28575"/>
          </a:xfrm>
          <a:custGeom>
            <a:avLst/>
            <a:gdLst>
              <a:gd name="T0" fmla="*/ 158 w 158"/>
              <a:gd name="T1" fmla="*/ 18 h 18"/>
              <a:gd name="T2" fmla="*/ 0 w 158"/>
              <a:gd name="T3" fmla="*/ 18 h 18"/>
              <a:gd name="T4" fmla="*/ 19 w 158"/>
              <a:gd name="T5" fmla="*/ 0 h 18"/>
              <a:gd name="T6" fmla="*/ 141 w 158"/>
              <a:gd name="T7" fmla="*/ 0 h 18"/>
              <a:gd name="T8" fmla="*/ 158 w 158"/>
              <a:gd name="T9" fmla="*/ 18 h 18"/>
              <a:gd name="T10" fmla="*/ 14 w 158"/>
              <a:gd name="T11" fmla="*/ 12 h 18"/>
              <a:gd name="T12" fmla="*/ 146 w 158"/>
              <a:gd name="T13" fmla="*/ 12 h 18"/>
              <a:gd name="T14" fmla="*/ 138 w 158"/>
              <a:gd name="T15" fmla="*/ 6 h 18"/>
              <a:gd name="T16" fmla="*/ 21 w 158"/>
              <a:gd name="T17" fmla="*/ 6 h 18"/>
              <a:gd name="T18" fmla="*/ 14 w 158"/>
              <a:gd name="T19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8" h="18">
                <a:moveTo>
                  <a:pt x="158" y="18"/>
                </a:moveTo>
                <a:lnTo>
                  <a:pt x="0" y="18"/>
                </a:lnTo>
                <a:lnTo>
                  <a:pt x="19" y="0"/>
                </a:lnTo>
                <a:lnTo>
                  <a:pt x="141" y="0"/>
                </a:lnTo>
                <a:lnTo>
                  <a:pt x="158" y="18"/>
                </a:lnTo>
                <a:close/>
                <a:moveTo>
                  <a:pt x="14" y="12"/>
                </a:moveTo>
                <a:lnTo>
                  <a:pt x="146" y="12"/>
                </a:lnTo>
                <a:lnTo>
                  <a:pt x="138" y="6"/>
                </a:lnTo>
                <a:lnTo>
                  <a:pt x="21" y="6"/>
                </a:lnTo>
                <a:lnTo>
                  <a:pt x="14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6EADF145-59AA-4664-8DE2-E3CCBC2B03D8}"/>
              </a:ext>
            </a:extLst>
          </p:cNvPr>
          <p:cNvSpPr>
            <a:spLocks noEditPoints="1"/>
          </p:cNvSpPr>
          <p:nvPr/>
        </p:nvSpPr>
        <p:spPr bwMode="auto">
          <a:xfrm>
            <a:off x="5514976" y="2438401"/>
            <a:ext cx="349250" cy="307975"/>
          </a:xfrm>
          <a:custGeom>
            <a:avLst/>
            <a:gdLst>
              <a:gd name="T0" fmla="*/ 152 w 161"/>
              <a:gd name="T1" fmla="*/ 142 h 142"/>
              <a:gd name="T2" fmla="*/ 9 w 161"/>
              <a:gd name="T3" fmla="*/ 142 h 142"/>
              <a:gd name="T4" fmla="*/ 0 w 161"/>
              <a:gd name="T5" fmla="*/ 133 h 142"/>
              <a:gd name="T6" fmla="*/ 0 w 161"/>
              <a:gd name="T7" fmla="*/ 31 h 142"/>
              <a:gd name="T8" fmla="*/ 31 w 161"/>
              <a:gd name="T9" fmla="*/ 0 h 142"/>
              <a:gd name="T10" fmla="*/ 130 w 161"/>
              <a:gd name="T11" fmla="*/ 0 h 142"/>
              <a:gd name="T12" fmla="*/ 161 w 161"/>
              <a:gd name="T13" fmla="*/ 31 h 142"/>
              <a:gd name="T14" fmla="*/ 161 w 161"/>
              <a:gd name="T15" fmla="*/ 133 h 142"/>
              <a:gd name="T16" fmla="*/ 152 w 161"/>
              <a:gd name="T17" fmla="*/ 142 h 142"/>
              <a:gd name="T18" fmla="*/ 8 w 161"/>
              <a:gd name="T19" fmla="*/ 35 h 142"/>
              <a:gd name="T20" fmla="*/ 8 w 161"/>
              <a:gd name="T21" fmla="*/ 133 h 142"/>
              <a:gd name="T22" fmla="*/ 9 w 161"/>
              <a:gd name="T23" fmla="*/ 134 h 142"/>
              <a:gd name="T24" fmla="*/ 152 w 161"/>
              <a:gd name="T25" fmla="*/ 134 h 142"/>
              <a:gd name="T26" fmla="*/ 153 w 161"/>
              <a:gd name="T27" fmla="*/ 133 h 142"/>
              <a:gd name="T28" fmla="*/ 153 w 161"/>
              <a:gd name="T29" fmla="*/ 35 h 142"/>
              <a:gd name="T30" fmla="*/ 126 w 161"/>
              <a:gd name="T31" fmla="*/ 8 h 142"/>
              <a:gd name="T32" fmla="*/ 35 w 161"/>
              <a:gd name="T33" fmla="*/ 8 h 142"/>
              <a:gd name="T34" fmla="*/ 8 w 161"/>
              <a:gd name="T35" fmla="*/ 3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1" h="142">
                <a:moveTo>
                  <a:pt x="152" y="142"/>
                </a:moveTo>
                <a:cubicBezTo>
                  <a:pt x="9" y="142"/>
                  <a:pt x="9" y="142"/>
                  <a:pt x="9" y="142"/>
                </a:cubicBezTo>
                <a:cubicBezTo>
                  <a:pt x="4" y="142"/>
                  <a:pt x="0" y="138"/>
                  <a:pt x="0" y="133"/>
                </a:cubicBezTo>
                <a:cubicBezTo>
                  <a:pt x="0" y="31"/>
                  <a:pt x="0" y="31"/>
                  <a:pt x="0" y="31"/>
                </a:cubicBezTo>
                <a:cubicBezTo>
                  <a:pt x="31" y="0"/>
                  <a:pt x="31" y="0"/>
                  <a:pt x="31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61" y="31"/>
                  <a:pt x="161" y="31"/>
                  <a:pt x="161" y="31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61" y="138"/>
                  <a:pt x="157" y="142"/>
                  <a:pt x="152" y="142"/>
                </a:cubicBezTo>
                <a:close/>
                <a:moveTo>
                  <a:pt x="8" y="35"/>
                </a:moveTo>
                <a:cubicBezTo>
                  <a:pt x="8" y="133"/>
                  <a:pt x="8" y="133"/>
                  <a:pt x="8" y="133"/>
                </a:cubicBezTo>
                <a:cubicBezTo>
                  <a:pt x="8" y="133"/>
                  <a:pt x="9" y="134"/>
                  <a:pt x="9" y="134"/>
                </a:cubicBezTo>
                <a:cubicBezTo>
                  <a:pt x="152" y="134"/>
                  <a:pt x="152" y="134"/>
                  <a:pt x="152" y="134"/>
                </a:cubicBezTo>
                <a:cubicBezTo>
                  <a:pt x="152" y="134"/>
                  <a:pt x="153" y="133"/>
                  <a:pt x="153" y="133"/>
                </a:cubicBezTo>
                <a:cubicBezTo>
                  <a:pt x="153" y="35"/>
                  <a:pt x="153" y="35"/>
                  <a:pt x="153" y="35"/>
                </a:cubicBezTo>
                <a:cubicBezTo>
                  <a:pt x="126" y="8"/>
                  <a:pt x="126" y="8"/>
                  <a:pt x="126" y="8"/>
                </a:cubicBezTo>
                <a:cubicBezTo>
                  <a:pt x="35" y="8"/>
                  <a:pt x="35" y="8"/>
                  <a:pt x="35" y="8"/>
                </a:cubicBezTo>
                <a:lnTo>
                  <a:pt x="8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04FC9138-C5F8-496B-B46B-FD224FD3D335}"/>
              </a:ext>
            </a:extLst>
          </p:cNvPr>
          <p:cNvSpPr>
            <a:spLocks noEditPoints="1"/>
          </p:cNvSpPr>
          <p:nvPr/>
        </p:nvSpPr>
        <p:spPr bwMode="auto">
          <a:xfrm>
            <a:off x="5573713" y="2544763"/>
            <a:ext cx="231775" cy="155575"/>
          </a:xfrm>
          <a:custGeom>
            <a:avLst/>
            <a:gdLst>
              <a:gd name="T0" fmla="*/ 102 w 146"/>
              <a:gd name="T1" fmla="*/ 98 h 98"/>
              <a:gd name="T2" fmla="*/ 44 w 146"/>
              <a:gd name="T3" fmla="*/ 98 h 98"/>
              <a:gd name="T4" fmla="*/ 44 w 146"/>
              <a:gd name="T5" fmla="*/ 59 h 98"/>
              <a:gd name="T6" fmla="*/ 0 w 146"/>
              <a:gd name="T7" fmla="*/ 59 h 98"/>
              <a:gd name="T8" fmla="*/ 74 w 146"/>
              <a:gd name="T9" fmla="*/ 0 h 98"/>
              <a:gd name="T10" fmla="*/ 146 w 146"/>
              <a:gd name="T11" fmla="*/ 59 h 98"/>
              <a:gd name="T12" fmla="*/ 102 w 146"/>
              <a:gd name="T13" fmla="*/ 59 h 98"/>
              <a:gd name="T14" fmla="*/ 102 w 146"/>
              <a:gd name="T15" fmla="*/ 98 h 98"/>
              <a:gd name="T16" fmla="*/ 49 w 146"/>
              <a:gd name="T17" fmla="*/ 93 h 98"/>
              <a:gd name="T18" fmla="*/ 97 w 146"/>
              <a:gd name="T19" fmla="*/ 93 h 98"/>
              <a:gd name="T20" fmla="*/ 97 w 146"/>
              <a:gd name="T21" fmla="*/ 53 h 98"/>
              <a:gd name="T22" fmla="*/ 129 w 146"/>
              <a:gd name="T23" fmla="*/ 53 h 98"/>
              <a:gd name="T24" fmla="*/ 74 w 146"/>
              <a:gd name="T25" fmla="*/ 7 h 98"/>
              <a:gd name="T26" fmla="*/ 16 w 146"/>
              <a:gd name="T27" fmla="*/ 53 h 98"/>
              <a:gd name="T28" fmla="*/ 49 w 146"/>
              <a:gd name="T29" fmla="*/ 53 h 98"/>
              <a:gd name="T30" fmla="*/ 49 w 146"/>
              <a:gd name="T31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6" h="98">
                <a:moveTo>
                  <a:pt x="102" y="98"/>
                </a:moveTo>
                <a:lnTo>
                  <a:pt x="44" y="98"/>
                </a:lnTo>
                <a:lnTo>
                  <a:pt x="44" y="59"/>
                </a:lnTo>
                <a:lnTo>
                  <a:pt x="0" y="59"/>
                </a:lnTo>
                <a:lnTo>
                  <a:pt x="74" y="0"/>
                </a:lnTo>
                <a:lnTo>
                  <a:pt x="146" y="59"/>
                </a:lnTo>
                <a:lnTo>
                  <a:pt x="102" y="59"/>
                </a:lnTo>
                <a:lnTo>
                  <a:pt x="102" y="98"/>
                </a:lnTo>
                <a:close/>
                <a:moveTo>
                  <a:pt x="49" y="93"/>
                </a:moveTo>
                <a:lnTo>
                  <a:pt x="97" y="93"/>
                </a:lnTo>
                <a:lnTo>
                  <a:pt x="97" y="53"/>
                </a:lnTo>
                <a:lnTo>
                  <a:pt x="129" y="53"/>
                </a:lnTo>
                <a:lnTo>
                  <a:pt x="74" y="7"/>
                </a:lnTo>
                <a:lnTo>
                  <a:pt x="16" y="53"/>
                </a:lnTo>
                <a:lnTo>
                  <a:pt x="49" y="53"/>
                </a:lnTo>
                <a:lnTo>
                  <a:pt x="49" y="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7570B4EF-B277-4E8E-BB81-3F0F86300FD6}"/>
              </a:ext>
            </a:extLst>
          </p:cNvPr>
          <p:cNvSpPr>
            <a:spLocks noEditPoints="1"/>
          </p:cNvSpPr>
          <p:nvPr/>
        </p:nvSpPr>
        <p:spPr bwMode="auto">
          <a:xfrm>
            <a:off x="5562601" y="2473326"/>
            <a:ext cx="254000" cy="28575"/>
          </a:xfrm>
          <a:custGeom>
            <a:avLst/>
            <a:gdLst>
              <a:gd name="T0" fmla="*/ 160 w 160"/>
              <a:gd name="T1" fmla="*/ 18 h 18"/>
              <a:gd name="T2" fmla="*/ 0 w 160"/>
              <a:gd name="T3" fmla="*/ 18 h 18"/>
              <a:gd name="T4" fmla="*/ 19 w 160"/>
              <a:gd name="T5" fmla="*/ 0 h 18"/>
              <a:gd name="T6" fmla="*/ 141 w 160"/>
              <a:gd name="T7" fmla="*/ 0 h 18"/>
              <a:gd name="T8" fmla="*/ 160 w 160"/>
              <a:gd name="T9" fmla="*/ 18 h 18"/>
              <a:gd name="T10" fmla="*/ 14 w 160"/>
              <a:gd name="T11" fmla="*/ 12 h 18"/>
              <a:gd name="T12" fmla="*/ 146 w 160"/>
              <a:gd name="T13" fmla="*/ 12 h 18"/>
              <a:gd name="T14" fmla="*/ 138 w 160"/>
              <a:gd name="T15" fmla="*/ 6 h 18"/>
              <a:gd name="T16" fmla="*/ 22 w 160"/>
              <a:gd name="T17" fmla="*/ 6 h 18"/>
              <a:gd name="T18" fmla="*/ 14 w 160"/>
              <a:gd name="T19" fmla="*/ 1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0" h="18">
                <a:moveTo>
                  <a:pt x="160" y="18"/>
                </a:moveTo>
                <a:lnTo>
                  <a:pt x="0" y="18"/>
                </a:lnTo>
                <a:lnTo>
                  <a:pt x="19" y="0"/>
                </a:lnTo>
                <a:lnTo>
                  <a:pt x="141" y="0"/>
                </a:lnTo>
                <a:lnTo>
                  <a:pt x="160" y="18"/>
                </a:lnTo>
                <a:close/>
                <a:moveTo>
                  <a:pt x="14" y="12"/>
                </a:moveTo>
                <a:lnTo>
                  <a:pt x="146" y="12"/>
                </a:lnTo>
                <a:lnTo>
                  <a:pt x="138" y="6"/>
                </a:lnTo>
                <a:lnTo>
                  <a:pt x="22" y="6"/>
                </a:lnTo>
                <a:lnTo>
                  <a:pt x="14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00DACF2F-AD91-4D2B-9749-8726AE742EB4}"/>
              </a:ext>
            </a:extLst>
          </p:cNvPr>
          <p:cNvSpPr>
            <a:spLocks noEditPoints="1"/>
          </p:cNvSpPr>
          <p:nvPr/>
        </p:nvSpPr>
        <p:spPr bwMode="auto">
          <a:xfrm>
            <a:off x="6330951" y="2574926"/>
            <a:ext cx="365125" cy="125413"/>
          </a:xfrm>
          <a:custGeom>
            <a:avLst/>
            <a:gdLst>
              <a:gd name="T0" fmla="*/ 230 w 230"/>
              <a:gd name="T1" fmla="*/ 79 h 79"/>
              <a:gd name="T2" fmla="*/ 0 w 230"/>
              <a:gd name="T3" fmla="*/ 79 h 79"/>
              <a:gd name="T4" fmla="*/ 0 w 230"/>
              <a:gd name="T5" fmla="*/ 59 h 79"/>
              <a:gd name="T6" fmla="*/ 30 w 230"/>
              <a:gd name="T7" fmla="*/ 0 h 79"/>
              <a:gd name="T8" fmla="*/ 69 w 230"/>
              <a:gd name="T9" fmla="*/ 0 h 79"/>
              <a:gd name="T10" fmla="*/ 114 w 230"/>
              <a:gd name="T11" fmla="*/ 45 h 79"/>
              <a:gd name="T12" fmla="*/ 161 w 230"/>
              <a:gd name="T13" fmla="*/ 0 h 79"/>
              <a:gd name="T14" fmla="*/ 200 w 230"/>
              <a:gd name="T15" fmla="*/ 0 h 79"/>
              <a:gd name="T16" fmla="*/ 230 w 230"/>
              <a:gd name="T17" fmla="*/ 59 h 79"/>
              <a:gd name="T18" fmla="*/ 230 w 230"/>
              <a:gd name="T19" fmla="*/ 79 h 79"/>
              <a:gd name="T20" fmla="*/ 11 w 230"/>
              <a:gd name="T21" fmla="*/ 68 h 79"/>
              <a:gd name="T22" fmla="*/ 219 w 230"/>
              <a:gd name="T23" fmla="*/ 68 h 79"/>
              <a:gd name="T24" fmla="*/ 219 w 230"/>
              <a:gd name="T25" fmla="*/ 62 h 79"/>
              <a:gd name="T26" fmla="*/ 193 w 230"/>
              <a:gd name="T27" fmla="*/ 11 h 79"/>
              <a:gd name="T28" fmla="*/ 165 w 230"/>
              <a:gd name="T29" fmla="*/ 11 h 79"/>
              <a:gd name="T30" fmla="*/ 114 w 230"/>
              <a:gd name="T31" fmla="*/ 62 h 79"/>
              <a:gd name="T32" fmla="*/ 64 w 230"/>
              <a:gd name="T33" fmla="*/ 11 h 79"/>
              <a:gd name="T34" fmla="*/ 35 w 230"/>
              <a:gd name="T35" fmla="*/ 11 h 79"/>
              <a:gd name="T36" fmla="*/ 11 w 230"/>
              <a:gd name="T37" fmla="*/ 62 h 79"/>
              <a:gd name="T38" fmla="*/ 11 w 230"/>
              <a:gd name="T39" fmla="*/ 6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0" h="79">
                <a:moveTo>
                  <a:pt x="230" y="79"/>
                </a:moveTo>
                <a:lnTo>
                  <a:pt x="0" y="79"/>
                </a:lnTo>
                <a:lnTo>
                  <a:pt x="0" y="59"/>
                </a:lnTo>
                <a:lnTo>
                  <a:pt x="30" y="0"/>
                </a:lnTo>
                <a:lnTo>
                  <a:pt x="69" y="0"/>
                </a:lnTo>
                <a:lnTo>
                  <a:pt x="114" y="45"/>
                </a:lnTo>
                <a:lnTo>
                  <a:pt x="161" y="0"/>
                </a:lnTo>
                <a:lnTo>
                  <a:pt x="200" y="0"/>
                </a:lnTo>
                <a:lnTo>
                  <a:pt x="230" y="59"/>
                </a:lnTo>
                <a:lnTo>
                  <a:pt x="230" y="79"/>
                </a:lnTo>
                <a:close/>
                <a:moveTo>
                  <a:pt x="11" y="68"/>
                </a:moveTo>
                <a:lnTo>
                  <a:pt x="219" y="68"/>
                </a:lnTo>
                <a:lnTo>
                  <a:pt x="219" y="62"/>
                </a:lnTo>
                <a:lnTo>
                  <a:pt x="193" y="11"/>
                </a:lnTo>
                <a:lnTo>
                  <a:pt x="165" y="11"/>
                </a:lnTo>
                <a:lnTo>
                  <a:pt x="114" y="62"/>
                </a:lnTo>
                <a:lnTo>
                  <a:pt x="64" y="11"/>
                </a:lnTo>
                <a:lnTo>
                  <a:pt x="35" y="11"/>
                </a:lnTo>
                <a:lnTo>
                  <a:pt x="11" y="62"/>
                </a:lnTo>
                <a:lnTo>
                  <a:pt x="11" y="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Rectangle 91">
            <a:extLst>
              <a:ext uri="{FF2B5EF4-FFF2-40B4-BE49-F238E27FC236}">
                <a16:creationId xmlns:a16="http://schemas.microsoft.com/office/drawing/2014/main" id="{A747928D-7F0D-49E1-A6B2-6D0CB8573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0951" y="2727326"/>
            <a:ext cx="3635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748DF601-CA1F-49BF-9601-28B3EC121B6F}"/>
              </a:ext>
            </a:extLst>
          </p:cNvPr>
          <p:cNvSpPr>
            <a:spLocks noEditPoints="1"/>
          </p:cNvSpPr>
          <p:nvPr/>
        </p:nvSpPr>
        <p:spPr bwMode="auto">
          <a:xfrm>
            <a:off x="6403976" y="2411413"/>
            <a:ext cx="215900" cy="193675"/>
          </a:xfrm>
          <a:custGeom>
            <a:avLst/>
            <a:gdLst>
              <a:gd name="T0" fmla="*/ 68 w 136"/>
              <a:gd name="T1" fmla="*/ 122 h 122"/>
              <a:gd name="T2" fmla="*/ 0 w 136"/>
              <a:gd name="T3" fmla="*/ 54 h 122"/>
              <a:gd name="T4" fmla="*/ 52 w 136"/>
              <a:gd name="T5" fmla="*/ 54 h 122"/>
              <a:gd name="T6" fmla="*/ 52 w 136"/>
              <a:gd name="T7" fmla="*/ 0 h 122"/>
              <a:gd name="T8" fmla="*/ 85 w 136"/>
              <a:gd name="T9" fmla="*/ 0 h 122"/>
              <a:gd name="T10" fmla="*/ 85 w 136"/>
              <a:gd name="T11" fmla="*/ 54 h 122"/>
              <a:gd name="T12" fmla="*/ 136 w 136"/>
              <a:gd name="T13" fmla="*/ 54 h 122"/>
              <a:gd name="T14" fmla="*/ 68 w 136"/>
              <a:gd name="T15" fmla="*/ 122 h 122"/>
              <a:gd name="T16" fmla="*/ 14 w 136"/>
              <a:gd name="T17" fmla="*/ 60 h 122"/>
              <a:gd name="T18" fmla="*/ 68 w 136"/>
              <a:gd name="T19" fmla="*/ 114 h 122"/>
              <a:gd name="T20" fmla="*/ 124 w 136"/>
              <a:gd name="T21" fmla="*/ 60 h 122"/>
              <a:gd name="T22" fmla="*/ 79 w 136"/>
              <a:gd name="T23" fmla="*/ 60 h 122"/>
              <a:gd name="T24" fmla="*/ 79 w 136"/>
              <a:gd name="T25" fmla="*/ 5 h 122"/>
              <a:gd name="T26" fmla="*/ 57 w 136"/>
              <a:gd name="T27" fmla="*/ 5 h 122"/>
              <a:gd name="T28" fmla="*/ 57 w 136"/>
              <a:gd name="T29" fmla="*/ 60 h 122"/>
              <a:gd name="T30" fmla="*/ 14 w 136"/>
              <a:gd name="T31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6" h="122">
                <a:moveTo>
                  <a:pt x="68" y="122"/>
                </a:moveTo>
                <a:lnTo>
                  <a:pt x="0" y="54"/>
                </a:lnTo>
                <a:lnTo>
                  <a:pt x="52" y="54"/>
                </a:lnTo>
                <a:lnTo>
                  <a:pt x="52" y="0"/>
                </a:lnTo>
                <a:lnTo>
                  <a:pt x="85" y="0"/>
                </a:lnTo>
                <a:lnTo>
                  <a:pt x="85" y="54"/>
                </a:lnTo>
                <a:lnTo>
                  <a:pt x="136" y="54"/>
                </a:lnTo>
                <a:lnTo>
                  <a:pt x="68" y="122"/>
                </a:lnTo>
                <a:close/>
                <a:moveTo>
                  <a:pt x="14" y="60"/>
                </a:moveTo>
                <a:lnTo>
                  <a:pt x="68" y="114"/>
                </a:lnTo>
                <a:lnTo>
                  <a:pt x="124" y="60"/>
                </a:lnTo>
                <a:lnTo>
                  <a:pt x="79" y="60"/>
                </a:lnTo>
                <a:lnTo>
                  <a:pt x="79" y="5"/>
                </a:lnTo>
                <a:lnTo>
                  <a:pt x="57" y="5"/>
                </a:lnTo>
                <a:lnTo>
                  <a:pt x="57" y="60"/>
                </a:lnTo>
                <a:lnTo>
                  <a:pt x="14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7549418F-96A8-4602-BAB3-C561E8568C86}"/>
              </a:ext>
            </a:extLst>
          </p:cNvPr>
          <p:cNvSpPr>
            <a:spLocks noEditPoints="1"/>
          </p:cNvSpPr>
          <p:nvPr/>
        </p:nvSpPr>
        <p:spPr bwMode="auto">
          <a:xfrm>
            <a:off x="7161213" y="2574926"/>
            <a:ext cx="365125" cy="125413"/>
          </a:xfrm>
          <a:custGeom>
            <a:avLst/>
            <a:gdLst>
              <a:gd name="T0" fmla="*/ 230 w 230"/>
              <a:gd name="T1" fmla="*/ 79 h 79"/>
              <a:gd name="T2" fmla="*/ 0 w 230"/>
              <a:gd name="T3" fmla="*/ 79 h 79"/>
              <a:gd name="T4" fmla="*/ 0 w 230"/>
              <a:gd name="T5" fmla="*/ 59 h 79"/>
              <a:gd name="T6" fmla="*/ 30 w 230"/>
              <a:gd name="T7" fmla="*/ 0 h 79"/>
              <a:gd name="T8" fmla="*/ 94 w 230"/>
              <a:gd name="T9" fmla="*/ 0 h 79"/>
              <a:gd name="T10" fmla="*/ 94 w 230"/>
              <a:gd name="T11" fmla="*/ 28 h 79"/>
              <a:gd name="T12" fmla="*/ 138 w 230"/>
              <a:gd name="T13" fmla="*/ 28 h 79"/>
              <a:gd name="T14" fmla="*/ 138 w 230"/>
              <a:gd name="T15" fmla="*/ 0 h 79"/>
              <a:gd name="T16" fmla="*/ 200 w 230"/>
              <a:gd name="T17" fmla="*/ 0 h 79"/>
              <a:gd name="T18" fmla="*/ 230 w 230"/>
              <a:gd name="T19" fmla="*/ 59 h 79"/>
              <a:gd name="T20" fmla="*/ 230 w 230"/>
              <a:gd name="T21" fmla="*/ 79 h 79"/>
              <a:gd name="T22" fmla="*/ 11 w 230"/>
              <a:gd name="T23" fmla="*/ 68 h 79"/>
              <a:gd name="T24" fmla="*/ 219 w 230"/>
              <a:gd name="T25" fmla="*/ 68 h 79"/>
              <a:gd name="T26" fmla="*/ 219 w 230"/>
              <a:gd name="T27" fmla="*/ 62 h 79"/>
              <a:gd name="T28" fmla="*/ 195 w 230"/>
              <a:gd name="T29" fmla="*/ 11 h 79"/>
              <a:gd name="T30" fmla="*/ 148 w 230"/>
              <a:gd name="T31" fmla="*/ 11 h 79"/>
              <a:gd name="T32" fmla="*/ 148 w 230"/>
              <a:gd name="T33" fmla="*/ 38 h 79"/>
              <a:gd name="T34" fmla="*/ 83 w 230"/>
              <a:gd name="T35" fmla="*/ 38 h 79"/>
              <a:gd name="T36" fmla="*/ 83 w 230"/>
              <a:gd name="T37" fmla="*/ 11 h 79"/>
              <a:gd name="T38" fmla="*/ 37 w 230"/>
              <a:gd name="T39" fmla="*/ 11 h 79"/>
              <a:gd name="T40" fmla="*/ 11 w 230"/>
              <a:gd name="T41" fmla="*/ 62 h 79"/>
              <a:gd name="T42" fmla="*/ 11 w 230"/>
              <a:gd name="T43" fmla="*/ 6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0" h="79">
                <a:moveTo>
                  <a:pt x="230" y="79"/>
                </a:moveTo>
                <a:lnTo>
                  <a:pt x="0" y="79"/>
                </a:lnTo>
                <a:lnTo>
                  <a:pt x="0" y="59"/>
                </a:lnTo>
                <a:lnTo>
                  <a:pt x="30" y="0"/>
                </a:lnTo>
                <a:lnTo>
                  <a:pt x="94" y="0"/>
                </a:lnTo>
                <a:lnTo>
                  <a:pt x="94" y="28"/>
                </a:lnTo>
                <a:lnTo>
                  <a:pt x="138" y="28"/>
                </a:lnTo>
                <a:lnTo>
                  <a:pt x="138" y="0"/>
                </a:lnTo>
                <a:lnTo>
                  <a:pt x="200" y="0"/>
                </a:lnTo>
                <a:lnTo>
                  <a:pt x="230" y="59"/>
                </a:lnTo>
                <a:lnTo>
                  <a:pt x="230" y="79"/>
                </a:lnTo>
                <a:close/>
                <a:moveTo>
                  <a:pt x="11" y="68"/>
                </a:moveTo>
                <a:lnTo>
                  <a:pt x="219" y="68"/>
                </a:lnTo>
                <a:lnTo>
                  <a:pt x="219" y="62"/>
                </a:lnTo>
                <a:lnTo>
                  <a:pt x="195" y="11"/>
                </a:lnTo>
                <a:lnTo>
                  <a:pt x="148" y="11"/>
                </a:lnTo>
                <a:lnTo>
                  <a:pt x="148" y="38"/>
                </a:lnTo>
                <a:lnTo>
                  <a:pt x="83" y="38"/>
                </a:lnTo>
                <a:lnTo>
                  <a:pt x="83" y="11"/>
                </a:lnTo>
                <a:lnTo>
                  <a:pt x="37" y="11"/>
                </a:lnTo>
                <a:lnTo>
                  <a:pt x="11" y="62"/>
                </a:lnTo>
                <a:lnTo>
                  <a:pt x="11" y="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D0D2E9B3-4845-4E61-902E-E7FA4AFC1CEF}"/>
              </a:ext>
            </a:extLst>
          </p:cNvPr>
          <p:cNvSpPr>
            <a:spLocks noEditPoints="1"/>
          </p:cNvSpPr>
          <p:nvPr/>
        </p:nvSpPr>
        <p:spPr bwMode="auto">
          <a:xfrm>
            <a:off x="7237413" y="2398713"/>
            <a:ext cx="215900" cy="193675"/>
          </a:xfrm>
          <a:custGeom>
            <a:avLst/>
            <a:gdLst>
              <a:gd name="T0" fmla="*/ 84 w 136"/>
              <a:gd name="T1" fmla="*/ 122 h 122"/>
              <a:gd name="T2" fmla="*/ 51 w 136"/>
              <a:gd name="T3" fmla="*/ 122 h 122"/>
              <a:gd name="T4" fmla="*/ 51 w 136"/>
              <a:gd name="T5" fmla="*/ 68 h 122"/>
              <a:gd name="T6" fmla="*/ 0 w 136"/>
              <a:gd name="T7" fmla="*/ 68 h 122"/>
              <a:gd name="T8" fmla="*/ 68 w 136"/>
              <a:gd name="T9" fmla="*/ 0 h 122"/>
              <a:gd name="T10" fmla="*/ 136 w 136"/>
              <a:gd name="T11" fmla="*/ 68 h 122"/>
              <a:gd name="T12" fmla="*/ 84 w 136"/>
              <a:gd name="T13" fmla="*/ 68 h 122"/>
              <a:gd name="T14" fmla="*/ 84 w 136"/>
              <a:gd name="T15" fmla="*/ 122 h 122"/>
              <a:gd name="T16" fmla="*/ 57 w 136"/>
              <a:gd name="T17" fmla="*/ 117 h 122"/>
              <a:gd name="T18" fmla="*/ 79 w 136"/>
              <a:gd name="T19" fmla="*/ 117 h 122"/>
              <a:gd name="T20" fmla="*/ 79 w 136"/>
              <a:gd name="T21" fmla="*/ 62 h 122"/>
              <a:gd name="T22" fmla="*/ 122 w 136"/>
              <a:gd name="T23" fmla="*/ 62 h 122"/>
              <a:gd name="T24" fmla="*/ 68 w 136"/>
              <a:gd name="T25" fmla="*/ 6 h 122"/>
              <a:gd name="T26" fmla="*/ 12 w 136"/>
              <a:gd name="T27" fmla="*/ 62 h 122"/>
              <a:gd name="T28" fmla="*/ 57 w 136"/>
              <a:gd name="T29" fmla="*/ 62 h 122"/>
              <a:gd name="T30" fmla="*/ 57 w 136"/>
              <a:gd name="T31" fmla="*/ 117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6" h="122">
                <a:moveTo>
                  <a:pt x="84" y="122"/>
                </a:moveTo>
                <a:lnTo>
                  <a:pt x="51" y="122"/>
                </a:lnTo>
                <a:lnTo>
                  <a:pt x="51" y="68"/>
                </a:lnTo>
                <a:lnTo>
                  <a:pt x="0" y="68"/>
                </a:lnTo>
                <a:lnTo>
                  <a:pt x="68" y="0"/>
                </a:lnTo>
                <a:lnTo>
                  <a:pt x="136" y="68"/>
                </a:lnTo>
                <a:lnTo>
                  <a:pt x="84" y="68"/>
                </a:lnTo>
                <a:lnTo>
                  <a:pt x="84" y="122"/>
                </a:lnTo>
                <a:close/>
                <a:moveTo>
                  <a:pt x="57" y="117"/>
                </a:moveTo>
                <a:lnTo>
                  <a:pt x="79" y="117"/>
                </a:lnTo>
                <a:lnTo>
                  <a:pt x="79" y="62"/>
                </a:lnTo>
                <a:lnTo>
                  <a:pt x="122" y="62"/>
                </a:lnTo>
                <a:lnTo>
                  <a:pt x="68" y="6"/>
                </a:lnTo>
                <a:lnTo>
                  <a:pt x="12" y="62"/>
                </a:lnTo>
                <a:lnTo>
                  <a:pt x="57" y="62"/>
                </a:lnTo>
                <a:lnTo>
                  <a:pt x="57" y="1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Rectangle 95">
            <a:extLst>
              <a:ext uri="{FF2B5EF4-FFF2-40B4-BE49-F238E27FC236}">
                <a16:creationId xmlns:a16="http://schemas.microsoft.com/office/drawing/2014/main" id="{7AA43AFF-D86D-407B-ACB0-CD178221F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1" y="2727326"/>
            <a:ext cx="363538" cy="79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8DAC6A0E-FF70-4A0D-83B5-650D8E5C7A91}"/>
              </a:ext>
            </a:extLst>
          </p:cNvPr>
          <p:cNvSpPr>
            <a:spLocks noEditPoints="1"/>
          </p:cNvSpPr>
          <p:nvPr/>
        </p:nvSpPr>
        <p:spPr bwMode="auto">
          <a:xfrm>
            <a:off x="7977188" y="2395538"/>
            <a:ext cx="406400" cy="398463"/>
          </a:xfrm>
          <a:custGeom>
            <a:avLst/>
            <a:gdLst>
              <a:gd name="T0" fmla="*/ 188 w 188"/>
              <a:gd name="T1" fmla="*/ 95 h 184"/>
              <a:gd name="T2" fmla="*/ 135 w 188"/>
              <a:gd name="T3" fmla="*/ 71 h 184"/>
              <a:gd name="T4" fmla="*/ 135 w 188"/>
              <a:gd name="T5" fmla="*/ 66 h 184"/>
              <a:gd name="T6" fmla="*/ 150 w 188"/>
              <a:gd name="T7" fmla="*/ 37 h 184"/>
              <a:gd name="T8" fmla="*/ 138 w 188"/>
              <a:gd name="T9" fmla="*/ 3 h 184"/>
              <a:gd name="T10" fmla="*/ 119 w 188"/>
              <a:gd name="T11" fmla="*/ 18 h 184"/>
              <a:gd name="T12" fmla="*/ 94 w 188"/>
              <a:gd name="T13" fmla="*/ 55 h 184"/>
              <a:gd name="T14" fmla="*/ 70 w 188"/>
              <a:gd name="T15" fmla="*/ 92 h 184"/>
              <a:gd name="T16" fmla="*/ 51 w 188"/>
              <a:gd name="T17" fmla="*/ 84 h 184"/>
              <a:gd name="T18" fmla="*/ 0 w 188"/>
              <a:gd name="T19" fmla="*/ 93 h 184"/>
              <a:gd name="T20" fmla="*/ 9 w 188"/>
              <a:gd name="T21" fmla="*/ 184 h 184"/>
              <a:gd name="T22" fmla="*/ 60 w 188"/>
              <a:gd name="T23" fmla="*/ 177 h 184"/>
              <a:gd name="T24" fmla="*/ 73 w 188"/>
              <a:gd name="T25" fmla="*/ 184 h 184"/>
              <a:gd name="T26" fmla="*/ 75 w 188"/>
              <a:gd name="T27" fmla="*/ 184 h 184"/>
              <a:gd name="T28" fmla="*/ 157 w 188"/>
              <a:gd name="T29" fmla="*/ 184 h 184"/>
              <a:gd name="T30" fmla="*/ 175 w 188"/>
              <a:gd name="T31" fmla="*/ 161 h 184"/>
              <a:gd name="T32" fmla="*/ 180 w 188"/>
              <a:gd name="T33" fmla="*/ 135 h 184"/>
              <a:gd name="T34" fmla="*/ 183 w 188"/>
              <a:gd name="T35" fmla="*/ 108 h 184"/>
              <a:gd name="T36" fmla="*/ 51 w 188"/>
              <a:gd name="T37" fmla="*/ 176 h 184"/>
              <a:gd name="T38" fmla="*/ 8 w 188"/>
              <a:gd name="T39" fmla="*/ 175 h 184"/>
              <a:gd name="T40" fmla="*/ 9 w 188"/>
              <a:gd name="T41" fmla="*/ 92 h 184"/>
              <a:gd name="T42" fmla="*/ 52 w 188"/>
              <a:gd name="T43" fmla="*/ 93 h 184"/>
              <a:gd name="T44" fmla="*/ 176 w 188"/>
              <a:gd name="T45" fmla="*/ 104 h 184"/>
              <a:gd name="T46" fmla="*/ 175 w 188"/>
              <a:gd name="T47" fmla="*/ 110 h 184"/>
              <a:gd name="T48" fmla="*/ 173 w 188"/>
              <a:gd name="T49" fmla="*/ 131 h 184"/>
              <a:gd name="T50" fmla="*/ 172 w 188"/>
              <a:gd name="T51" fmla="*/ 137 h 184"/>
              <a:gd name="T52" fmla="*/ 168 w 188"/>
              <a:gd name="T53" fmla="*/ 156 h 184"/>
              <a:gd name="T54" fmla="*/ 167 w 188"/>
              <a:gd name="T55" fmla="*/ 161 h 184"/>
              <a:gd name="T56" fmla="*/ 157 w 188"/>
              <a:gd name="T57" fmla="*/ 176 h 184"/>
              <a:gd name="T58" fmla="*/ 70 w 188"/>
              <a:gd name="T59" fmla="*/ 173 h 184"/>
              <a:gd name="T60" fmla="*/ 60 w 188"/>
              <a:gd name="T61" fmla="*/ 100 h 184"/>
              <a:gd name="T62" fmla="*/ 72 w 188"/>
              <a:gd name="T63" fmla="*/ 100 h 184"/>
              <a:gd name="T64" fmla="*/ 89 w 188"/>
              <a:gd name="T65" fmla="*/ 80 h 184"/>
              <a:gd name="T66" fmla="*/ 101 w 188"/>
              <a:gd name="T67" fmla="*/ 59 h 184"/>
              <a:gd name="T68" fmla="*/ 130 w 188"/>
              <a:gd name="T69" fmla="*/ 10 h 184"/>
              <a:gd name="T70" fmla="*/ 143 w 188"/>
              <a:gd name="T71" fmla="*/ 35 h 184"/>
              <a:gd name="T72" fmla="*/ 128 w 188"/>
              <a:gd name="T73" fmla="*/ 76 h 184"/>
              <a:gd name="T74" fmla="*/ 162 w 188"/>
              <a:gd name="T75" fmla="*/ 79 h 184"/>
              <a:gd name="T76" fmla="*/ 176 w 188"/>
              <a:gd name="T77" fmla="*/ 10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4">
                <a:moveTo>
                  <a:pt x="183" y="108"/>
                </a:moveTo>
                <a:cubicBezTo>
                  <a:pt x="185" y="105"/>
                  <a:pt x="188" y="101"/>
                  <a:pt x="188" y="95"/>
                </a:cubicBezTo>
                <a:cubicBezTo>
                  <a:pt x="188" y="78"/>
                  <a:pt x="172" y="72"/>
                  <a:pt x="163" y="7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3" y="69"/>
                  <a:pt x="135" y="66"/>
                  <a:pt x="135" y="66"/>
                </a:cubicBezTo>
                <a:cubicBezTo>
                  <a:pt x="135" y="66"/>
                  <a:pt x="135" y="66"/>
                  <a:pt x="135" y="66"/>
                </a:cubicBezTo>
                <a:cubicBezTo>
                  <a:pt x="136" y="66"/>
                  <a:pt x="144" y="55"/>
                  <a:pt x="150" y="37"/>
                </a:cubicBezTo>
                <a:cubicBezTo>
                  <a:pt x="157" y="18"/>
                  <a:pt x="140" y="4"/>
                  <a:pt x="139" y="3"/>
                </a:cubicBezTo>
                <a:cubicBezTo>
                  <a:pt x="138" y="3"/>
                  <a:pt x="138" y="3"/>
                  <a:pt x="138" y="3"/>
                </a:cubicBezTo>
                <a:cubicBezTo>
                  <a:pt x="138" y="3"/>
                  <a:pt x="132" y="0"/>
                  <a:pt x="126" y="4"/>
                </a:cubicBezTo>
                <a:cubicBezTo>
                  <a:pt x="122" y="6"/>
                  <a:pt x="119" y="11"/>
                  <a:pt x="119" y="18"/>
                </a:cubicBezTo>
                <a:cubicBezTo>
                  <a:pt x="117" y="34"/>
                  <a:pt x="103" y="48"/>
                  <a:pt x="97" y="53"/>
                </a:cubicBezTo>
                <a:cubicBezTo>
                  <a:pt x="96" y="54"/>
                  <a:pt x="95" y="54"/>
                  <a:pt x="94" y="55"/>
                </a:cubicBezTo>
                <a:cubicBezTo>
                  <a:pt x="90" y="59"/>
                  <a:pt x="85" y="69"/>
                  <a:pt x="82" y="76"/>
                </a:cubicBezTo>
                <a:cubicBezTo>
                  <a:pt x="79" y="81"/>
                  <a:pt x="73" y="89"/>
                  <a:pt x="70" y="92"/>
                </a:cubicBezTo>
                <a:cubicBezTo>
                  <a:pt x="67" y="92"/>
                  <a:pt x="63" y="92"/>
                  <a:pt x="60" y="92"/>
                </a:cubicBezTo>
                <a:cubicBezTo>
                  <a:pt x="59" y="88"/>
                  <a:pt x="55" y="84"/>
                  <a:pt x="51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4" y="84"/>
                  <a:pt x="0" y="88"/>
                  <a:pt x="0" y="93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0"/>
                  <a:pt x="4" y="184"/>
                  <a:pt x="9" y="184"/>
                </a:cubicBezTo>
                <a:cubicBezTo>
                  <a:pt x="51" y="184"/>
                  <a:pt x="51" y="184"/>
                  <a:pt x="51" y="184"/>
                </a:cubicBezTo>
                <a:cubicBezTo>
                  <a:pt x="56" y="184"/>
                  <a:pt x="59" y="181"/>
                  <a:pt x="60" y="177"/>
                </a:cubicBezTo>
                <a:cubicBezTo>
                  <a:pt x="62" y="177"/>
                  <a:pt x="63" y="175"/>
                  <a:pt x="64" y="175"/>
                </a:cubicBezTo>
                <a:cubicBezTo>
                  <a:pt x="65" y="177"/>
                  <a:pt x="67" y="181"/>
                  <a:pt x="73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103" y="184"/>
                  <a:pt x="129" y="184"/>
                </a:cubicBezTo>
                <a:cubicBezTo>
                  <a:pt x="142" y="184"/>
                  <a:pt x="153" y="184"/>
                  <a:pt x="157" y="184"/>
                </a:cubicBezTo>
                <a:cubicBezTo>
                  <a:pt x="165" y="184"/>
                  <a:pt x="170" y="180"/>
                  <a:pt x="172" y="177"/>
                </a:cubicBezTo>
                <a:cubicBezTo>
                  <a:pt x="176" y="172"/>
                  <a:pt x="176" y="165"/>
                  <a:pt x="175" y="161"/>
                </a:cubicBezTo>
                <a:cubicBezTo>
                  <a:pt x="181" y="156"/>
                  <a:pt x="181" y="147"/>
                  <a:pt x="181" y="143"/>
                </a:cubicBezTo>
                <a:cubicBezTo>
                  <a:pt x="182" y="140"/>
                  <a:pt x="181" y="138"/>
                  <a:pt x="180" y="135"/>
                </a:cubicBezTo>
                <a:cubicBezTo>
                  <a:pt x="183" y="133"/>
                  <a:pt x="186" y="127"/>
                  <a:pt x="186" y="120"/>
                </a:cubicBezTo>
                <a:cubicBezTo>
                  <a:pt x="187" y="115"/>
                  <a:pt x="185" y="110"/>
                  <a:pt x="183" y="108"/>
                </a:cubicBezTo>
                <a:close/>
                <a:moveTo>
                  <a:pt x="52" y="175"/>
                </a:moveTo>
                <a:cubicBezTo>
                  <a:pt x="52" y="176"/>
                  <a:pt x="52" y="176"/>
                  <a:pt x="51" y="176"/>
                </a:cubicBezTo>
                <a:cubicBezTo>
                  <a:pt x="9" y="176"/>
                  <a:pt x="9" y="176"/>
                  <a:pt x="9" y="176"/>
                </a:cubicBezTo>
                <a:cubicBezTo>
                  <a:pt x="9" y="176"/>
                  <a:pt x="8" y="176"/>
                  <a:pt x="8" y="175"/>
                </a:cubicBezTo>
                <a:cubicBezTo>
                  <a:pt x="8" y="93"/>
                  <a:pt x="8" y="93"/>
                  <a:pt x="8" y="93"/>
                </a:cubicBezTo>
                <a:cubicBezTo>
                  <a:pt x="8" y="93"/>
                  <a:pt x="9" y="92"/>
                  <a:pt x="9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2" y="92"/>
                  <a:pt x="52" y="93"/>
                  <a:pt x="52" y="93"/>
                </a:cubicBezTo>
                <a:lnTo>
                  <a:pt x="52" y="175"/>
                </a:lnTo>
                <a:close/>
                <a:moveTo>
                  <a:pt x="176" y="104"/>
                </a:moveTo>
                <a:cubicBezTo>
                  <a:pt x="172" y="107"/>
                  <a:pt x="172" y="107"/>
                  <a:pt x="172" y="107"/>
                </a:cubicBezTo>
                <a:cubicBezTo>
                  <a:pt x="175" y="110"/>
                  <a:pt x="175" y="110"/>
                  <a:pt x="175" y="110"/>
                </a:cubicBezTo>
                <a:cubicBezTo>
                  <a:pt x="176" y="111"/>
                  <a:pt x="179" y="114"/>
                  <a:pt x="178" y="120"/>
                </a:cubicBezTo>
                <a:cubicBezTo>
                  <a:pt x="178" y="127"/>
                  <a:pt x="173" y="131"/>
                  <a:pt x="173" y="131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4" y="140"/>
                  <a:pt x="173" y="144"/>
                </a:cubicBezTo>
                <a:cubicBezTo>
                  <a:pt x="173" y="147"/>
                  <a:pt x="172" y="154"/>
                  <a:pt x="168" y="156"/>
                </a:cubicBezTo>
                <a:cubicBezTo>
                  <a:pt x="164" y="158"/>
                  <a:pt x="164" y="158"/>
                  <a:pt x="164" y="158"/>
                </a:cubicBezTo>
                <a:cubicBezTo>
                  <a:pt x="167" y="161"/>
                  <a:pt x="167" y="161"/>
                  <a:pt x="167" y="161"/>
                </a:cubicBezTo>
                <a:cubicBezTo>
                  <a:pt x="168" y="163"/>
                  <a:pt x="168" y="169"/>
                  <a:pt x="165" y="173"/>
                </a:cubicBezTo>
                <a:cubicBezTo>
                  <a:pt x="164" y="175"/>
                  <a:pt x="161" y="176"/>
                  <a:pt x="157" y="176"/>
                </a:cubicBezTo>
                <a:cubicBezTo>
                  <a:pt x="144" y="176"/>
                  <a:pt x="84" y="176"/>
                  <a:pt x="76" y="176"/>
                </a:cubicBezTo>
                <a:cubicBezTo>
                  <a:pt x="73" y="175"/>
                  <a:pt x="71" y="174"/>
                  <a:pt x="70" y="173"/>
                </a:cubicBezTo>
                <a:cubicBezTo>
                  <a:pt x="69" y="172"/>
                  <a:pt x="67" y="167"/>
                  <a:pt x="60" y="167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4" y="100"/>
                  <a:pt x="71" y="100"/>
                  <a:pt x="71" y="100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9"/>
                  <a:pt x="85" y="88"/>
                  <a:pt x="89" y="80"/>
                </a:cubicBezTo>
                <a:cubicBezTo>
                  <a:pt x="93" y="72"/>
                  <a:pt x="96" y="63"/>
                  <a:pt x="100" y="61"/>
                </a:cubicBezTo>
                <a:cubicBezTo>
                  <a:pt x="100" y="60"/>
                  <a:pt x="101" y="60"/>
                  <a:pt x="101" y="59"/>
                </a:cubicBezTo>
                <a:cubicBezTo>
                  <a:pt x="108" y="54"/>
                  <a:pt x="124" y="38"/>
                  <a:pt x="127" y="19"/>
                </a:cubicBezTo>
                <a:cubicBezTo>
                  <a:pt x="127" y="14"/>
                  <a:pt x="128" y="12"/>
                  <a:pt x="130" y="10"/>
                </a:cubicBezTo>
                <a:cubicBezTo>
                  <a:pt x="132" y="9"/>
                  <a:pt x="134" y="10"/>
                  <a:pt x="135" y="10"/>
                </a:cubicBezTo>
                <a:cubicBezTo>
                  <a:pt x="137" y="12"/>
                  <a:pt x="147" y="22"/>
                  <a:pt x="143" y="35"/>
                </a:cubicBezTo>
                <a:cubicBezTo>
                  <a:pt x="137" y="51"/>
                  <a:pt x="129" y="61"/>
                  <a:pt x="129" y="61"/>
                </a:cubicBezTo>
                <a:cubicBezTo>
                  <a:pt x="127" y="64"/>
                  <a:pt x="124" y="70"/>
                  <a:pt x="128" y="76"/>
                </a:cubicBezTo>
                <a:cubicBezTo>
                  <a:pt x="130" y="79"/>
                  <a:pt x="133" y="79"/>
                  <a:pt x="135" y="79"/>
                </a:cubicBezTo>
                <a:cubicBezTo>
                  <a:pt x="162" y="79"/>
                  <a:pt x="162" y="79"/>
                  <a:pt x="162" y="79"/>
                </a:cubicBezTo>
                <a:cubicBezTo>
                  <a:pt x="163" y="79"/>
                  <a:pt x="180" y="81"/>
                  <a:pt x="180" y="95"/>
                </a:cubicBezTo>
                <a:cubicBezTo>
                  <a:pt x="180" y="101"/>
                  <a:pt x="176" y="104"/>
                  <a:pt x="176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5AB870DC-4BE2-427A-A42D-4877D7DF3E20}"/>
              </a:ext>
            </a:extLst>
          </p:cNvPr>
          <p:cNvSpPr>
            <a:spLocks noEditPoints="1"/>
          </p:cNvSpPr>
          <p:nvPr/>
        </p:nvSpPr>
        <p:spPr bwMode="auto">
          <a:xfrm>
            <a:off x="8753476" y="2438401"/>
            <a:ext cx="463550" cy="349250"/>
          </a:xfrm>
          <a:custGeom>
            <a:avLst/>
            <a:gdLst>
              <a:gd name="T0" fmla="*/ 202 w 215"/>
              <a:gd name="T1" fmla="*/ 24 h 161"/>
              <a:gd name="T2" fmla="*/ 54 w 215"/>
              <a:gd name="T3" fmla="*/ 9 h 161"/>
              <a:gd name="T4" fmla="*/ 50 w 215"/>
              <a:gd name="T5" fmla="*/ 4 h 161"/>
              <a:gd name="T6" fmla="*/ 48 w 215"/>
              <a:gd name="T7" fmla="*/ 2 h 161"/>
              <a:gd name="T8" fmla="*/ 46 w 215"/>
              <a:gd name="T9" fmla="*/ 1 h 161"/>
              <a:gd name="T10" fmla="*/ 43 w 215"/>
              <a:gd name="T11" fmla="*/ 1 h 161"/>
              <a:gd name="T12" fmla="*/ 14 w 215"/>
              <a:gd name="T13" fmla="*/ 0 h 161"/>
              <a:gd name="T14" fmla="*/ 14 w 215"/>
              <a:gd name="T15" fmla="*/ 27 h 161"/>
              <a:gd name="T16" fmla="*/ 41 w 215"/>
              <a:gd name="T17" fmla="*/ 44 h 161"/>
              <a:gd name="T18" fmla="*/ 64 w 215"/>
              <a:gd name="T19" fmla="*/ 97 h 161"/>
              <a:gd name="T20" fmla="*/ 68 w 215"/>
              <a:gd name="T21" fmla="*/ 106 h 161"/>
              <a:gd name="T22" fmla="*/ 77 w 215"/>
              <a:gd name="T23" fmla="*/ 115 h 161"/>
              <a:gd name="T24" fmla="*/ 174 w 215"/>
              <a:gd name="T25" fmla="*/ 115 h 161"/>
              <a:gd name="T26" fmla="*/ 183 w 215"/>
              <a:gd name="T27" fmla="*/ 106 h 161"/>
              <a:gd name="T28" fmla="*/ 211 w 215"/>
              <a:gd name="T29" fmla="*/ 28 h 161"/>
              <a:gd name="T30" fmla="*/ 177 w 215"/>
              <a:gd name="T31" fmla="*/ 100 h 161"/>
              <a:gd name="T32" fmla="*/ 176 w 215"/>
              <a:gd name="T33" fmla="*/ 103 h 161"/>
              <a:gd name="T34" fmla="*/ 170 w 215"/>
              <a:gd name="T35" fmla="*/ 107 h 161"/>
              <a:gd name="T36" fmla="*/ 166 w 215"/>
              <a:gd name="T37" fmla="*/ 108 h 161"/>
              <a:gd name="T38" fmla="*/ 81 w 215"/>
              <a:gd name="T39" fmla="*/ 107 h 161"/>
              <a:gd name="T40" fmla="*/ 75 w 215"/>
              <a:gd name="T41" fmla="*/ 99 h 161"/>
              <a:gd name="T42" fmla="*/ 52 w 215"/>
              <a:gd name="T43" fmla="*/ 51 h 161"/>
              <a:gd name="T44" fmla="*/ 38 w 215"/>
              <a:gd name="T45" fmla="*/ 20 h 161"/>
              <a:gd name="T46" fmla="*/ 8 w 215"/>
              <a:gd name="T47" fmla="*/ 14 h 161"/>
              <a:gd name="T48" fmla="*/ 42 w 215"/>
              <a:gd name="T49" fmla="*/ 8 h 161"/>
              <a:gd name="T50" fmla="*/ 44 w 215"/>
              <a:gd name="T51" fmla="*/ 9 h 161"/>
              <a:gd name="T52" fmla="*/ 45 w 215"/>
              <a:gd name="T53" fmla="*/ 10 h 161"/>
              <a:gd name="T54" fmla="*/ 47 w 215"/>
              <a:gd name="T55" fmla="*/ 12 h 161"/>
              <a:gd name="T56" fmla="*/ 202 w 215"/>
              <a:gd name="T57" fmla="*/ 31 h 161"/>
              <a:gd name="T58" fmla="*/ 199 w 215"/>
              <a:gd name="T59" fmla="*/ 51 h 161"/>
              <a:gd name="T60" fmla="*/ 77 w 215"/>
              <a:gd name="T61" fmla="*/ 142 h 161"/>
              <a:gd name="T62" fmla="*/ 115 w 215"/>
              <a:gd name="T63" fmla="*/ 142 h 161"/>
              <a:gd name="T64" fmla="*/ 96 w 215"/>
              <a:gd name="T65" fmla="*/ 154 h 161"/>
              <a:gd name="T66" fmla="*/ 96 w 215"/>
              <a:gd name="T67" fmla="*/ 130 h 161"/>
              <a:gd name="T68" fmla="*/ 96 w 215"/>
              <a:gd name="T69" fmla="*/ 154 h 161"/>
              <a:gd name="T70" fmla="*/ 142 w 215"/>
              <a:gd name="T71" fmla="*/ 142 h 161"/>
              <a:gd name="T72" fmla="*/ 180 w 215"/>
              <a:gd name="T73" fmla="*/ 142 h 161"/>
              <a:gd name="T74" fmla="*/ 161 w 215"/>
              <a:gd name="T75" fmla="*/ 154 h 161"/>
              <a:gd name="T76" fmla="*/ 161 w 215"/>
              <a:gd name="T77" fmla="*/ 130 h 161"/>
              <a:gd name="T78" fmla="*/ 161 w 215"/>
              <a:gd name="T79" fmla="*/ 15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5" h="161">
                <a:moveTo>
                  <a:pt x="211" y="28"/>
                </a:moveTo>
                <a:cubicBezTo>
                  <a:pt x="209" y="26"/>
                  <a:pt x="207" y="24"/>
                  <a:pt x="202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54" y="9"/>
                  <a:pt x="54" y="9"/>
                  <a:pt x="54" y="9"/>
                </a:cubicBezTo>
                <a:cubicBezTo>
                  <a:pt x="54" y="8"/>
                  <a:pt x="53" y="7"/>
                  <a:pt x="52" y="6"/>
                </a:cubicBezTo>
                <a:cubicBezTo>
                  <a:pt x="52" y="5"/>
                  <a:pt x="51" y="5"/>
                  <a:pt x="50" y="4"/>
                </a:cubicBezTo>
                <a:cubicBezTo>
                  <a:pt x="50" y="3"/>
                  <a:pt x="49" y="3"/>
                  <a:pt x="49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2"/>
                  <a:pt x="47" y="2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1"/>
                  <a:pt x="44" y="1"/>
                  <a:pt x="44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0"/>
                  <a:pt x="42" y="0"/>
                  <a:pt x="4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1"/>
                  <a:pt x="6" y="27"/>
                  <a:pt x="14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41" y="44"/>
                  <a:pt x="41" y="44"/>
                  <a:pt x="41" y="44"/>
                </a:cubicBezTo>
                <a:cubicBezTo>
                  <a:pt x="42" y="49"/>
                  <a:pt x="45" y="54"/>
                  <a:pt x="45" y="54"/>
                </a:cubicBezTo>
                <a:cubicBezTo>
                  <a:pt x="64" y="97"/>
                  <a:pt x="64" y="97"/>
                  <a:pt x="64" y="97"/>
                </a:cubicBezTo>
                <a:cubicBezTo>
                  <a:pt x="64" y="97"/>
                  <a:pt x="64" y="98"/>
                  <a:pt x="65" y="98"/>
                </a:cubicBezTo>
                <a:cubicBezTo>
                  <a:pt x="68" y="106"/>
                  <a:pt x="68" y="106"/>
                  <a:pt x="68" y="106"/>
                </a:cubicBezTo>
                <a:cubicBezTo>
                  <a:pt x="70" y="110"/>
                  <a:pt x="73" y="113"/>
                  <a:pt x="78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8" y="113"/>
                  <a:pt x="182" y="110"/>
                  <a:pt x="183" y="106"/>
                </a:cubicBezTo>
                <a:cubicBezTo>
                  <a:pt x="206" y="54"/>
                  <a:pt x="206" y="54"/>
                  <a:pt x="206" y="54"/>
                </a:cubicBezTo>
                <a:cubicBezTo>
                  <a:pt x="208" y="51"/>
                  <a:pt x="215" y="36"/>
                  <a:pt x="211" y="28"/>
                </a:cubicBezTo>
                <a:close/>
                <a:moveTo>
                  <a:pt x="199" y="51"/>
                </a:moveTo>
                <a:cubicBezTo>
                  <a:pt x="177" y="100"/>
                  <a:pt x="177" y="100"/>
                  <a:pt x="177" y="100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176" y="103"/>
                  <a:pt x="176" y="103"/>
                  <a:pt x="176" y="103"/>
                </a:cubicBezTo>
                <a:cubicBezTo>
                  <a:pt x="175" y="106"/>
                  <a:pt x="173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66" y="107"/>
                  <a:pt x="166" y="107"/>
                  <a:pt x="166" y="107"/>
                </a:cubicBezTo>
                <a:cubicBezTo>
                  <a:pt x="166" y="108"/>
                  <a:pt x="166" y="108"/>
                  <a:pt x="166" y="108"/>
                </a:cubicBezTo>
                <a:cubicBezTo>
                  <a:pt x="85" y="108"/>
                  <a:pt x="85" y="108"/>
                  <a:pt x="85" y="108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79" y="107"/>
                  <a:pt x="76" y="106"/>
                  <a:pt x="76" y="103"/>
                </a:cubicBezTo>
                <a:cubicBezTo>
                  <a:pt x="75" y="99"/>
                  <a:pt x="75" y="99"/>
                  <a:pt x="75" y="99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1"/>
                  <a:pt x="49" y="46"/>
                  <a:pt x="48" y="41"/>
                </a:cubicBezTo>
                <a:cubicBezTo>
                  <a:pt x="38" y="20"/>
                  <a:pt x="38" y="20"/>
                  <a:pt x="38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1" y="20"/>
                  <a:pt x="8" y="17"/>
                  <a:pt x="8" y="14"/>
                </a:cubicBezTo>
                <a:cubicBezTo>
                  <a:pt x="8" y="11"/>
                  <a:pt x="11" y="8"/>
                  <a:pt x="14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4" y="9"/>
                </a:cubicBezTo>
                <a:cubicBezTo>
                  <a:pt x="44" y="9"/>
                  <a:pt x="44" y="9"/>
                  <a:pt x="45" y="9"/>
                </a:cubicBezTo>
                <a:cubicBezTo>
                  <a:pt x="45" y="9"/>
                  <a:pt x="45" y="9"/>
                  <a:pt x="45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7" y="11"/>
                  <a:pt x="47" y="11"/>
                  <a:pt x="47" y="12"/>
                </a:cubicBezTo>
                <a:cubicBezTo>
                  <a:pt x="56" y="31"/>
                  <a:pt x="56" y="31"/>
                  <a:pt x="56" y="31"/>
                </a:cubicBezTo>
                <a:cubicBezTo>
                  <a:pt x="202" y="31"/>
                  <a:pt x="202" y="31"/>
                  <a:pt x="202" y="31"/>
                </a:cubicBezTo>
                <a:cubicBezTo>
                  <a:pt x="204" y="31"/>
                  <a:pt x="204" y="32"/>
                  <a:pt x="204" y="32"/>
                </a:cubicBezTo>
                <a:cubicBezTo>
                  <a:pt x="206" y="35"/>
                  <a:pt x="203" y="44"/>
                  <a:pt x="199" y="51"/>
                </a:cubicBezTo>
                <a:close/>
                <a:moveTo>
                  <a:pt x="96" y="123"/>
                </a:moveTo>
                <a:cubicBezTo>
                  <a:pt x="86" y="123"/>
                  <a:pt x="77" y="131"/>
                  <a:pt x="77" y="142"/>
                </a:cubicBezTo>
                <a:cubicBezTo>
                  <a:pt x="77" y="152"/>
                  <a:pt x="86" y="161"/>
                  <a:pt x="96" y="161"/>
                </a:cubicBezTo>
                <a:cubicBezTo>
                  <a:pt x="106" y="161"/>
                  <a:pt x="115" y="152"/>
                  <a:pt x="115" y="142"/>
                </a:cubicBezTo>
                <a:cubicBezTo>
                  <a:pt x="115" y="131"/>
                  <a:pt x="106" y="123"/>
                  <a:pt x="96" y="123"/>
                </a:cubicBezTo>
                <a:close/>
                <a:moveTo>
                  <a:pt x="96" y="154"/>
                </a:moveTo>
                <a:cubicBezTo>
                  <a:pt x="89" y="154"/>
                  <a:pt x="84" y="148"/>
                  <a:pt x="84" y="142"/>
                </a:cubicBezTo>
                <a:cubicBezTo>
                  <a:pt x="84" y="135"/>
                  <a:pt x="89" y="130"/>
                  <a:pt x="96" y="130"/>
                </a:cubicBezTo>
                <a:cubicBezTo>
                  <a:pt x="103" y="130"/>
                  <a:pt x="108" y="135"/>
                  <a:pt x="108" y="142"/>
                </a:cubicBezTo>
                <a:cubicBezTo>
                  <a:pt x="108" y="148"/>
                  <a:pt x="103" y="154"/>
                  <a:pt x="96" y="154"/>
                </a:cubicBezTo>
                <a:close/>
                <a:moveTo>
                  <a:pt x="161" y="123"/>
                </a:moveTo>
                <a:cubicBezTo>
                  <a:pt x="151" y="123"/>
                  <a:pt x="142" y="131"/>
                  <a:pt x="142" y="142"/>
                </a:cubicBezTo>
                <a:cubicBezTo>
                  <a:pt x="142" y="152"/>
                  <a:pt x="151" y="161"/>
                  <a:pt x="161" y="161"/>
                </a:cubicBezTo>
                <a:cubicBezTo>
                  <a:pt x="172" y="161"/>
                  <a:pt x="180" y="152"/>
                  <a:pt x="180" y="142"/>
                </a:cubicBezTo>
                <a:cubicBezTo>
                  <a:pt x="180" y="131"/>
                  <a:pt x="172" y="123"/>
                  <a:pt x="161" y="123"/>
                </a:cubicBezTo>
                <a:close/>
                <a:moveTo>
                  <a:pt x="161" y="154"/>
                </a:moveTo>
                <a:cubicBezTo>
                  <a:pt x="155" y="154"/>
                  <a:pt x="149" y="148"/>
                  <a:pt x="149" y="142"/>
                </a:cubicBezTo>
                <a:cubicBezTo>
                  <a:pt x="149" y="135"/>
                  <a:pt x="155" y="130"/>
                  <a:pt x="161" y="130"/>
                </a:cubicBezTo>
                <a:cubicBezTo>
                  <a:pt x="168" y="130"/>
                  <a:pt x="173" y="135"/>
                  <a:pt x="173" y="142"/>
                </a:cubicBezTo>
                <a:cubicBezTo>
                  <a:pt x="173" y="148"/>
                  <a:pt x="168" y="154"/>
                  <a:pt x="161" y="1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E834727B-D25A-4E63-B5A4-B531D0EA4C70}"/>
              </a:ext>
            </a:extLst>
          </p:cNvPr>
          <p:cNvSpPr>
            <a:spLocks noEditPoints="1"/>
          </p:cNvSpPr>
          <p:nvPr/>
        </p:nvSpPr>
        <p:spPr bwMode="auto">
          <a:xfrm>
            <a:off x="3859213" y="3228976"/>
            <a:ext cx="341313" cy="203200"/>
          </a:xfrm>
          <a:custGeom>
            <a:avLst/>
            <a:gdLst>
              <a:gd name="T0" fmla="*/ 31 w 215"/>
              <a:gd name="T1" fmla="*/ 128 h 128"/>
              <a:gd name="T2" fmla="*/ 0 w 215"/>
              <a:gd name="T3" fmla="*/ 128 h 128"/>
              <a:gd name="T4" fmla="*/ 0 w 215"/>
              <a:gd name="T5" fmla="*/ 44 h 128"/>
              <a:gd name="T6" fmla="*/ 156 w 215"/>
              <a:gd name="T7" fmla="*/ 44 h 128"/>
              <a:gd name="T8" fmla="*/ 156 w 215"/>
              <a:gd name="T9" fmla="*/ 0 h 128"/>
              <a:gd name="T10" fmla="*/ 215 w 215"/>
              <a:gd name="T11" fmla="*/ 60 h 128"/>
              <a:gd name="T12" fmla="*/ 156 w 215"/>
              <a:gd name="T13" fmla="*/ 118 h 128"/>
              <a:gd name="T14" fmla="*/ 156 w 215"/>
              <a:gd name="T15" fmla="*/ 75 h 128"/>
              <a:gd name="T16" fmla="*/ 31 w 215"/>
              <a:gd name="T17" fmla="*/ 75 h 128"/>
              <a:gd name="T18" fmla="*/ 31 w 215"/>
              <a:gd name="T19" fmla="*/ 128 h 128"/>
              <a:gd name="T20" fmla="*/ 5 w 215"/>
              <a:gd name="T21" fmla="*/ 123 h 128"/>
              <a:gd name="T22" fmla="*/ 26 w 215"/>
              <a:gd name="T23" fmla="*/ 123 h 128"/>
              <a:gd name="T24" fmla="*/ 26 w 215"/>
              <a:gd name="T25" fmla="*/ 69 h 128"/>
              <a:gd name="T26" fmla="*/ 162 w 215"/>
              <a:gd name="T27" fmla="*/ 69 h 128"/>
              <a:gd name="T28" fmla="*/ 162 w 215"/>
              <a:gd name="T29" fmla="*/ 105 h 128"/>
              <a:gd name="T30" fmla="*/ 208 w 215"/>
              <a:gd name="T31" fmla="*/ 60 h 128"/>
              <a:gd name="T32" fmla="*/ 162 w 215"/>
              <a:gd name="T33" fmla="*/ 14 h 128"/>
              <a:gd name="T34" fmla="*/ 162 w 215"/>
              <a:gd name="T35" fmla="*/ 49 h 128"/>
              <a:gd name="T36" fmla="*/ 5 w 215"/>
              <a:gd name="T37" fmla="*/ 49 h 128"/>
              <a:gd name="T38" fmla="*/ 5 w 215"/>
              <a:gd name="T39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128">
                <a:moveTo>
                  <a:pt x="31" y="128"/>
                </a:moveTo>
                <a:lnTo>
                  <a:pt x="0" y="128"/>
                </a:lnTo>
                <a:lnTo>
                  <a:pt x="0" y="44"/>
                </a:lnTo>
                <a:lnTo>
                  <a:pt x="156" y="44"/>
                </a:lnTo>
                <a:lnTo>
                  <a:pt x="156" y="0"/>
                </a:lnTo>
                <a:lnTo>
                  <a:pt x="215" y="60"/>
                </a:lnTo>
                <a:lnTo>
                  <a:pt x="156" y="118"/>
                </a:lnTo>
                <a:lnTo>
                  <a:pt x="156" y="75"/>
                </a:lnTo>
                <a:lnTo>
                  <a:pt x="31" y="75"/>
                </a:lnTo>
                <a:lnTo>
                  <a:pt x="31" y="128"/>
                </a:lnTo>
                <a:close/>
                <a:moveTo>
                  <a:pt x="5" y="123"/>
                </a:moveTo>
                <a:lnTo>
                  <a:pt x="26" y="123"/>
                </a:lnTo>
                <a:lnTo>
                  <a:pt x="26" y="69"/>
                </a:lnTo>
                <a:lnTo>
                  <a:pt x="162" y="69"/>
                </a:lnTo>
                <a:lnTo>
                  <a:pt x="162" y="105"/>
                </a:lnTo>
                <a:lnTo>
                  <a:pt x="208" y="60"/>
                </a:lnTo>
                <a:lnTo>
                  <a:pt x="162" y="14"/>
                </a:lnTo>
                <a:lnTo>
                  <a:pt x="162" y="49"/>
                </a:lnTo>
                <a:lnTo>
                  <a:pt x="5" y="49"/>
                </a:lnTo>
                <a:lnTo>
                  <a:pt x="5" y="1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D420C71B-FD81-4969-9FB5-EBEAAA931956}"/>
              </a:ext>
            </a:extLst>
          </p:cNvPr>
          <p:cNvSpPr>
            <a:spLocks noEditPoints="1"/>
          </p:cNvSpPr>
          <p:nvPr/>
        </p:nvSpPr>
        <p:spPr bwMode="auto">
          <a:xfrm>
            <a:off x="3849688" y="3394076"/>
            <a:ext cx="352425" cy="215900"/>
          </a:xfrm>
          <a:custGeom>
            <a:avLst/>
            <a:gdLst>
              <a:gd name="T0" fmla="*/ 66 w 222"/>
              <a:gd name="T1" fmla="*/ 136 h 136"/>
              <a:gd name="T2" fmla="*/ 0 w 222"/>
              <a:gd name="T3" fmla="*/ 70 h 136"/>
              <a:gd name="T4" fmla="*/ 66 w 222"/>
              <a:gd name="T5" fmla="*/ 5 h 136"/>
              <a:gd name="T6" fmla="*/ 66 w 222"/>
              <a:gd name="T7" fmla="*/ 51 h 136"/>
              <a:gd name="T8" fmla="*/ 186 w 222"/>
              <a:gd name="T9" fmla="*/ 51 h 136"/>
              <a:gd name="T10" fmla="*/ 186 w 222"/>
              <a:gd name="T11" fmla="*/ 0 h 136"/>
              <a:gd name="T12" fmla="*/ 222 w 222"/>
              <a:gd name="T13" fmla="*/ 0 h 136"/>
              <a:gd name="T14" fmla="*/ 222 w 222"/>
              <a:gd name="T15" fmla="*/ 89 h 136"/>
              <a:gd name="T16" fmla="*/ 66 w 222"/>
              <a:gd name="T17" fmla="*/ 89 h 136"/>
              <a:gd name="T18" fmla="*/ 66 w 222"/>
              <a:gd name="T19" fmla="*/ 136 h 136"/>
              <a:gd name="T20" fmla="*/ 15 w 222"/>
              <a:gd name="T21" fmla="*/ 70 h 136"/>
              <a:gd name="T22" fmla="*/ 55 w 222"/>
              <a:gd name="T23" fmla="*/ 110 h 136"/>
              <a:gd name="T24" fmla="*/ 55 w 222"/>
              <a:gd name="T25" fmla="*/ 79 h 136"/>
              <a:gd name="T26" fmla="*/ 211 w 222"/>
              <a:gd name="T27" fmla="*/ 79 h 136"/>
              <a:gd name="T28" fmla="*/ 211 w 222"/>
              <a:gd name="T29" fmla="*/ 10 h 136"/>
              <a:gd name="T30" fmla="*/ 196 w 222"/>
              <a:gd name="T31" fmla="*/ 10 h 136"/>
              <a:gd name="T32" fmla="*/ 196 w 222"/>
              <a:gd name="T33" fmla="*/ 62 h 136"/>
              <a:gd name="T34" fmla="*/ 55 w 222"/>
              <a:gd name="T35" fmla="*/ 62 h 136"/>
              <a:gd name="T36" fmla="*/ 55 w 222"/>
              <a:gd name="T37" fmla="*/ 31 h 136"/>
              <a:gd name="T38" fmla="*/ 15 w 222"/>
              <a:gd name="T39" fmla="*/ 7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2" h="136">
                <a:moveTo>
                  <a:pt x="66" y="136"/>
                </a:moveTo>
                <a:lnTo>
                  <a:pt x="0" y="70"/>
                </a:lnTo>
                <a:lnTo>
                  <a:pt x="66" y="5"/>
                </a:lnTo>
                <a:lnTo>
                  <a:pt x="66" y="51"/>
                </a:lnTo>
                <a:lnTo>
                  <a:pt x="186" y="51"/>
                </a:lnTo>
                <a:lnTo>
                  <a:pt x="186" y="0"/>
                </a:lnTo>
                <a:lnTo>
                  <a:pt x="222" y="0"/>
                </a:lnTo>
                <a:lnTo>
                  <a:pt x="222" y="89"/>
                </a:lnTo>
                <a:lnTo>
                  <a:pt x="66" y="89"/>
                </a:lnTo>
                <a:lnTo>
                  <a:pt x="66" y="136"/>
                </a:lnTo>
                <a:close/>
                <a:moveTo>
                  <a:pt x="15" y="70"/>
                </a:moveTo>
                <a:lnTo>
                  <a:pt x="55" y="110"/>
                </a:lnTo>
                <a:lnTo>
                  <a:pt x="55" y="79"/>
                </a:lnTo>
                <a:lnTo>
                  <a:pt x="211" y="79"/>
                </a:lnTo>
                <a:lnTo>
                  <a:pt x="211" y="10"/>
                </a:lnTo>
                <a:lnTo>
                  <a:pt x="196" y="10"/>
                </a:lnTo>
                <a:lnTo>
                  <a:pt x="196" y="62"/>
                </a:lnTo>
                <a:lnTo>
                  <a:pt x="55" y="62"/>
                </a:lnTo>
                <a:lnTo>
                  <a:pt x="55" y="31"/>
                </a:lnTo>
                <a:lnTo>
                  <a:pt x="15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3BA19DDF-99A2-4160-A561-A8BFF4B4CD2F}"/>
              </a:ext>
            </a:extLst>
          </p:cNvPr>
          <p:cNvSpPr>
            <a:spLocks noEditPoints="1"/>
          </p:cNvSpPr>
          <p:nvPr/>
        </p:nvSpPr>
        <p:spPr bwMode="auto">
          <a:xfrm>
            <a:off x="2195513" y="3243263"/>
            <a:ext cx="350838" cy="146050"/>
          </a:xfrm>
          <a:custGeom>
            <a:avLst/>
            <a:gdLst>
              <a:gd name="T0" fmla="*/ 162 w 162"/>
              <a:gd name="T1" fmla="*/ 67 h 67"/>
              <a:gd name="T2" fmla="*/ 95 w 162"/>
              <a:gd name="T3" fmla="*/ 67 h 67"/>
              <a:gd name="T4" fmla="*/ 119 w 162"/>
              <a:gd name="T5" fmla="*/ 43 h 67"/>
              <a:gd name="T6" fmla="*/ 79 w 162"/>
              <a:gd name="T7" fmla="*/ 27 h 67"/>
              <a:gd name="T8" fmla="*/ 24 w 162"/>
              <a:gd name="T9" fmla="*/ 65 h 67"/>
              <a:gd name="T10" fmla="*/ 23 w 162"/>
              <a:gd name="T11" fmla="*/ 67 h 67"/>
              <a:gd name="T12" fmla="*/ 0 w 162"/>
              <a:gd name="T13" fmla="*/ 58 h 67"/>
              <a:gd name="T14" fmla="*/ 1 w 162"/>
              <a:gd name="T15" fmla="*/ 57 h 67"/>
              <a:gd name="T16" fmla="*/ 79 w 162"/>
              <a:gd name="T17" fmla="*/ 2 h 67"/>
              <a:gd name="T18" fmla="*/ 136 w 162"/>
              <a:gd name="T19" fmla="*/ 25 h 67"/>
              <a:gd name="T20" fmla="*/ 162 w 162"/>
              <a:gd name="T21" fmla="*/ 0 h 67"/>
              <a:gd name="T22" fmla="*/ 162 w 162"/>
              <a:gd name="T23" fmla="*/ 67 h 67"/>
              <a:gd name="T24" fmla="*/ 104 w 162"/>
              <a:gd name="T25" fmla="*/ 63 h 67"/>
              <a:gd name="T26" fmla="*/ 158 w 162"/>
              <a:gd name="T27" fmla="*/ 63 h 67"/>
              <a:gd name="T28" fmla="*/ 158 w 162"/>
              <a:gd name="T29" fmla="*/ 9 h 67"/>
              <a:gd name="T30" fmla="*/ 137 w 162"/>
              <a:gd name="T31" fmla="*/ 31 h 67"/>
              <a:gd name="T32" fmla="*/ 135 w 162"/>
              <a:gd name="T33" fmla="*/ 30 h 67"/>
              <a:gd name="T34" fmla="*/ 79 w 162"/>
              <a:gd name="T35" fmla="*/ 6 h 67"/>
              <a:gd name="T36" fmla="*/ 5 w 162"/>
              <a:gd name="T37" fmla="*/ 56 h 67"/>
              <a:gd name="T38" fmla="*/ 21 w 162"/>
              <a:gd name="T39" fmla="*/ 62 h 67"/>
              <a:gd name="T40" fmla="*/ 79 w 162"/>
              <a:gd name="T41" fmla="*/ 23 h 67"/>
              <a:gd name="T42" fmla="*/ 124 w 162"/>
              <a:gd name="T43" fmla="*/ 41 h 67"/>
              <a:gd name="T44" fmla="*/ 125 w 162"/>
              <a:gd name="T45" fmla="*/ 43 h 67"/>
              <a:gd name="T46" fmla="*/ 104 w 162"/>
              <a:gd name="T47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2" h="67">
                <a:moveTo>
                  <a:pt x="162" y="67"/>
                </a:moveTo>
                <a:cubicBezTo>
                  <a:pt x="95" y="67"/>
                  <a:pt x="95" y="67"/>
                  <a:pt x="95" y="67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08" y="32"/>
                  <a:pt x="94" y="27"/>
                  <a:pt x="79" y="27"/>
                </a:cubicBezTo>
                <a:cubicBezTo>
                  <a:pt x="55" y="27"/>
                  <a:pt x="32" y="42"/>
                  <a:pt x="24" y="65"/>
                </a:cubicBezTo>
                <a:cubicBezTo>
                  <a:pt x="23" y="67"/>
                  <a:pt x="23" y="67"/>
                  <a:pt x="23" y="67"/>
                </a:cubicBezTo>
                <a:cubicBezTo>
                  <a:pt x="0" y="58"/>
                  <a:pt x="0" y="58"/>
                  <a:pt x="0" y="58"/>
                </a:cubicBezTo>
                <a:cubicBezTo>
                  <a:pt x="1" y="57"/>
                  <a:pt x="1" y="57"/>
                  <a:pt x="1" y="57"/>
                </a:cubicBezTo>
                <a:cubicBezTo>
                  <a:pt x="13" y="24"/>
                  <a:pt x="44" y="2"/>
                  <a:pt x="79" y="2"/>
                </a:cubicBezTo>
                <a:cubicBezTo>
                  <a:pt x="101" y="2"/>
                  <a:pt x="121" y="11"/>
                  <a:pt x="136" y="25"/>
                </a:cubicBezTo>
                <a:cubicBezTo>
                  <a:pt x="162" y="0"/>
                  <a:pt x="162" y="0"/>
                  <a:pt x="162" y="0"/>
                </a:cubicBezTo>
                <a:lnTo>
                  <a:pt x="162" y="67"/>
                </a:lnTo>
                <a:close/>
                <a:moveTo>
                  <a:pt x="104" y="63"/>
                </a:moveTo>
                <a:cubicBezTo>
                  <a:pt x="158" y="63"/>
                  <a:pt x="158" y="63"/>
                  <a:pt x="158" y="63"/>
                </a:cubicBezTo>
                <a:cubicBezTo>
                  <a:pt x="158" y="9"/>
                  <a:pt x="158" y="9"/>
                  <a:pt x="158" y="9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5" y="30"/>
                  <a:pt x="135" y="30"/>
                  <a:pt x="135" y="30"/>
                </a:cubicBezTo>
                <a:cubicBezTo>
                  <a:pt x="120" y="15"/>
                  <a:pt x="100" y="6"/>
                  <a:pt x="79" y="6"/>
                </a:cubicBezTo>
                <a:cubicBezTo>
                  <a:pt x="47" y="6"/>
                  <a:pt x="17" y="26"/>
                  <a:pt x="5" y="56"/>
                </a:cubicBezTo>
                <a:cubicBezTo>
                  <a:pt x="21" y="62"/>
                  <a:pt x="21" y="62"/>
                  <a:pt x="21" y="62"/>
                </a:cubicBezTo>
                <a:cubicBezTo>
                  <a:pt x="30" y="38"/>
                  <a:pt x="54" y="23"/>
                  <a:pt x="79" y="23"/>
                </a:cubicBezTo>
                <a:cubicBezTo>
                  <a:pt x="96" y="23"/>
                  <a:pt x="112" y="29"/>
                  <a:pt x="124" y="41"/>
                </a:cubicBezTo>
                <a:cubicBezTo>
                  <a:pt x="125" y="43"/>
                  <a:pt x="125" y="43"/>
                  <a:pt x="125" y="43"/>
                </a:cubicBezTo>
                <a:lnTo>
                  <a:pt x="104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3E904710-B7AC-4D0E-84AF-6BC443ED90A3}"/>
              </a:ext>
            </a:extLst>
          </p:cNvPr>
          <p:cNvSpPr>
            <a:spLocks noEditPoints="1"/>
          </p:cNvSpPr>
          <p:nvPr/>
        </p:nvSpPr>
        <p:spPr bwMode="auto">
          <a:xfrm>
            <a:off x="2182813" y="3463926"/>
            <a:ext cx="358775" cy="163513"/>
          </a:xfrm>
          <a:custGeom>
            <a:avLst/>
            <a:gdLst>
              <a:gd name="T0" fmla="*/ 0 w 166"/>
              <a:gd name="T1" fmla="*/ 75 h 75"/>
              <a:gd name="T2" fmla="*/ 0 w 166"/>
              <a:gd name="T3" fmla="*/ 0 h 75"/>
              <a:gd name="T4" fmla="*/ 74 w 166"/>
              <a:gd name="T5" fmla="*/ 0 h 75"/>
              <a:gd name="T6" fmla="*/ 48 w 166"/>
              <a:gd name="T7" fmla="*/ 27 h 75"/>
              <a:gd name="T8" fmla="*/ 85 w 166"/>
              <a:gd name="T9" fmla="*/ 41 h 75"/>
              <a:gd name="T10" fmla="*/ 138 w 166"/>
              <a:gd name="T11" fmla="*/ 4 h 75"/>
              <a:gd name="T12" fmla="*/ 140 w 166"/>
              <a:gd name="T13" fmla="*/ 0 h 75"/>
              <a:gd name="T14" fmla="*/ 166 w 166"/>
              <a:gd name="T15" fmla="*/ 10 h 75"/>
              <a:gd name="T16" fmla="*/ 165 w 166"/>
              <a:gd name="T17" fmla="*/ 14 h 75"/>
              <a:gd name="T18" fmla="*/ 85 w 166"/>
              <a:gd name="T19" fmla="*/ 69 h 75"/>
              <a:gd name="T20" fmla="*/ 28 w 166"/>
              <a:gd name="T21" fmla="*/ 47 h 75"/>
              <a:gd name="T22" fmla="*/ 0 w 166"/>
              <a:gd name="T23" fmla="*/ 75 h 75"/>
              <a:gd name="T24" fmla="*/ 27 w 166"/>
              <a:gd name="T25" fmla="*/ 36 h 75"/>
              <a:gd name="T26" fmla="*/ 30 w 166"/>
              <a:gd name="T27" fmla="*/ 38 h 75"/>
              <a:gd name="T28" fmla="*/ 85 w 166"/>
              <a:gd name="T29" fmla="*/ 61 h 75"/>
              <a:gd name="T30" fmla="*/ 156 w 166"/>
              <a:gd name="T31" fmla="*/ 15 h 75"/>
              <a:gd name="T32" fmla="*/ 144 w 166"/>
              <a:gd name="T33" fmla="*/ 10 h 75"/>
              <a:gd name="T34" fmla="*/ 85 w 166"/>
              <a:gd name="T35" fmla="*/ 49 h 75"/>
              <a:gd name="T36" fmla="*/ 39 w 166"/>
              <a:gd name="T37" fmla="*/ 30 h 75"/>
              <a:gd name="T38" fmla="*/ 36 w 166"/>
              <a:gd name="T39" fmla="*/ 27 h 75"/>
              <a:gd name="T40" fmla="*/ 55 w 166"/>
              <a:gd name="T41" fmla="*/ 8 h 75"/>
              <a:gd name="T42" fmla="*/ 8 w 166"/>
              <a:gd name="T43" fmla="*/ 8 h 75"/>
              <a:gd name="T44" fmla="*/ 8 w 166"/>
              <a:gd name="T45" fmla="*/ 55 h 75"/>
              <a:gd name="T46" fmla="*/ 27 w 166"/>
              <a:gd name="T47" fmla="*/ 3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6" h="75">
                <a:moveTo>
                  <a:pt x="0" y="75"/>
                </a:moveTo>
                <a:cubicBezTo>
                  <a:pt x="0" y="0"/>
                  <a:pt x="0" y="0"/>
                  <a:pt x="0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48" y="27"/>
                  <a:pt x="48" y="27"/>
                  <a:pt x="48" y="27"/>
                </a:cubicBezTo>
                <a:cubicBezTo>
                  <a:pt x="58" y="36"/>
                  <a:pt x="71" y="41"/>
                  <a:pt x="85" y="41"/>
                </a:cubicBezTo>
                <a:cubicBezTo>
                  <a:pt x="109" y="41"/>
                  <a:pt x="130" y="26"/>
                  <a:pt x="138" y="4"/>
                </a:cubicBezTo>
                <a:cubicBezTo>
                  <a:pt x="140" y="0"/>
                  <a:pt x="140" y="0"/>
                  <a:pt x="140" y="0"/>
                </a:cubicBezTo>
                <a:cubicBezTo>
                  <a:pt x="166" y="10"/>
                  <a:pt x="166" y="10"/>
                  <a:pt x="166" y="10"/>
                </a:cubicBezTo>
                <a:cubicBezTo>
                  <a:pt x="165" y="14"/>
                  <a:pt x="165" y="14"/>
                  <a:pt x="165" y="14"/>
                </a:cubicBezTo>
                <a:cubicBezTo>
                  <a:pt x="152" y="47"/>
                  <a:pt x="120" y="69"/>
                  <a:pt x="85" y="69"/>
                </a:cubicBezTo>
                <a:cubicBezTo>
                  <a:pt x="64" y="69"/>
                  <a:pt x="43" y="61"/>
                  <a:pt x="28" y="47"/>
                </a:cubicBezTo>
                <a:lnTo>
                  <a:pt x="0" y="75"/>
                </a:lnTo>
                <a:close/>
                <a:moveTo>
                  <a:pt x="27" y="36"/>
                </a:moveTo>
                <a:cubicBezTo>
                  <a:pt x="30" y="38"/>
                  <a:pt x="30" y="38"/>
                  <a:pt x="30" y="38"/>
                </a:cubicBezTo>
                <a:cubicBezTo>
                  <a:pt x="45" y="53"/>
                  <a:pt x="64" y="61"/>
                  <a:pt x="85" y="61"/>
                </a:cubicBezTo>
                <a:cubicBezTo>
                  <a:pt x="116" y="61"/>
                  <a:pt x="144" y="43"/>
                  <a:pt x="156" y="15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34" y="33"/>
                  <a:pt x="111" y="49"/>
                  <a:pt x="85" y="49"/>
                </a:cubicBezTo>
                <a:cubicBezTo>
                  <a:pt x="68" y="49"/>
                  <a:pt x="51" y="42"/>
                  <a:pt x="39" y="30"/>
                </a:cubicBezTo>
                <a:cubicBezTo>
                  <a:pt x="36" y="27"/>
                  <a:pt x="36" y="27"/>
                  <a:pt x="36" y="27"/>
                </a:cubicBezTo>
                <a:cubicBezTo>
                  <a:pt x="55" y="8"/>
                  <a:pt x="55" y="8"/>
                  <a:pt x="55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5"/>
                  <a:pt x="8" y="55"/>
                  <a:pt x="8" y="55"/>
                </a:cubicBezTo>
                <a:lnTo>
                  <a:pt x="27" y="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7B8B7B1B-75E9-4A19-A05A-B329FD8D629C}"/>
              </a:ext>
            </a:extLst>
          </p:cNvPr>
          <p:cNvSpPr>
            <a:spLocks noEditPoints="1"/>
          </p:cNvSpPr>
          <p:nvPr/>
        </p:nvSpPr>
        <p:spPr bwMode="auto">
          <a:xfrm>
            <a:off x="4652963" y="3305176"/>
            <a:ext cx="244475" cy="222250"/>
          </a:xfrm>
          <a:custGeom>
            <a:avLst/>
            <a:gdLst>
              <a:gd name="T0" fmla="*/ 154 w 154"/>
              <a:gd name="T1" fmla="*/ 140 h 140"/>
              <a:gd name="T2" fmla="*/ 50 w 154"/>
              <a:gd name="T3" fmla="*/ 140 h 140"/>
              <a:gd name="T4" fmla="*/ 50 w 154"/>
              <a:gd name="T5" fmla="*/ 69 h 140"/>
              <a:gd name="T6" fmla="*/ 0 w 154"/>
              <a:gd name="T7" fmla="*/ 69 h 140"/>
              <a:gd name="T8" fmla="*/ 69 w 154"/>
              <a:gd name="T9" fmla="*/ 0 h 140"/>
              <a:gd name="T10" fmla="*/ 140 w 154"/>
              <a:gd name="T11" fmla="*/ 69 h 140"/>
              <a:gd name="T12" fmla="*/ 90 w 154"/>
              <a:gd name="T13" fmla="*/ 69 h 140"/>
              <a:gd name="T14" fmla="*/ 90 w 154"/>
              <a:gd name="T15" fmla="*/ 100 h 140"/>
              <a:gd name="T16" fmla="*/ 114 w 154"/>
              <a:gd name="T17" fmla="*/ 100 h 140"/>
              <a:gd name="T18" fmla="*/ 154 w 154"/>
              <a:gd name="T19" fmla="*/ 140 h 140"/>
              <a:gd name="T20" fmla="*/ 61 w 154"/>
              <a:gd name="T21" fmla="*/ 129 h 140"/>
              <a:gd name="T22" fmla="*/ 128 w 154"/>
              <a:gd name="T23" fmla="*/ 129 h 140"/>
              <a:gd name="T24" fmla="*/ 110 w 154"/>
              <a:gd name="T25" fmla="*/ 111 h 140"/>
              <a:gd name="T26" fmla="*/ 79 w 154"/>
              <a:gd name="T27" fmla="*/ 111 h 140"/>
              <a:gd name="T28" fmla="*/ 79 w 154"/>
              <a:gd name="T29" fmla="*/ 58 h 140"/>
              <a:gd name="T30" fmla="*/ 114 w 154"/>
              <a:gd name="T31" fmla="*/ 58 h 140"/>
              <a:gd name="T32" fmla="*/ 69 w 154"/>
              <a:gd name="T33" fmla="*/ 15 h 140"/>
              <a:gd name="T34" fmla="*/ 26 w 154"/>
              <a:gd name="T35" fmla="*/ 58 h 140"/>
              <a:gd name="T36" fmla="*/ 61 w 154"/>
              <a:gd name="T37" fmla="*/ 58 h 140"/>
              <a:gd name="T38" fmla="*/ 61 w 154"/>
              <a:gd name="T39" fmla="*/ 12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4" h="140">
                <a:moveTo>
                  <a:pt x="154" y="140"/>
                </a:moveTo>
                <a:lnTo>
                  <a:pt x="50" y="140"/>
                </a:lnTo>
                <a:lnTo>
                  <a:pt x="50" y="69"/>
                </a:lnTo>
                <a:lnTo>
                  <a:pt x="0" y="69"/>
                </a:lnTo>
                <a:lnTo>
                  <a:pt x="69" y="0"/>
                </a:lnTo>
                <a:lnTo>
                  <a:pt x="140" y="69"/>
                </a:lnTo>
                <a:lnTo>
                  <a:pt x="90" y="69"/>
                </a:lnTo>
                <a:lnTo>
                  <a:pt x="90" y="100"/>
                </a:lnTo>
                <a:lnTo>
                  <a:pt x="114" y="100"/>
                </a:lnTo>
                <a:lnTo>
                  <a:pt x="154" y="140"/>
                </a:lnTo>
                <a:close/>
                <a:moveTo>
                  <a:pt x="61" y="129"/>
                </a:moveTo>
                <a:lnTo>
                  <a:pt x="128" y="129"/>
                </a:lnTo>
                <a:lnTo>
                  <a:pt x="110" y="111"/>
                </a:lnTo>
                <a:lnTo>
                  <a:pt x="79" y="111"/>
                </a:lnTo>
                <a:lnTo>
                  <a:pt x="79" y="58"/>
                </a:lnTo>
                <a:lnTo>
                  <a:pt x="114" y="58"/>
                </a:lnTo>
                <a:lnTo>
                  <a:pt x="69" y="15"/>
                </a:lnTo>
                <a:lnTo>
                  <a:pt x="26" y="58"/>
                </a:lnTo>
                <a:lnTo>
                  <a:pt x="61" y="58"/>
                </a:lnTo>
                <a:lnTo>
                  <a:pt x="61" y="1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DFCAA923-DF00-417B-A009-47EDA6C9D237}"/>
              </a:ext>
            </a:extLst>
          </p:cNvPr>
          <p:cNvSpPr>
            <a:spLocks noEditPoints="1"/>
          </p:cNvSpPr>
          <p:nvPr/>
        </p:nvSpPr>
        <p:spPr bwMode="auto">
          <a:xfrm>
            <a:off x="4838701" y="3335338"/>
            <a:ext cx="223838" cy="214313"/>
          </a:xfrm>
          <a:custGeom>
            <a:avLst/>
            <a:gdLst>
              <a:gd name="T0" fmla="*/ 77 w 141"/>
              <a:gd name="T1" fmla="*/ 135 h 135"/>
              <a:gd name="T2" fmla="*/ 13 w 141"/>
              <a:gd name="T3" fmla="*/ 71 h 135"/>
              <a:gd name="T4" fmla="*/ 61 w 141"/>
              <a:gd name="T5" fmla="*/ 71 h 135"/>
              <a:gd name="T6" fmla="*/ 61 w 141"/>
              <a:gd name="T7" fmla="*/ 34 h 135"/>
              <a:gd name="T8" fmla="*/ 34 w 141"/>
              <a:gd name="T9" fmla="*/ 34 h 135"/>
              <a:gd name="T10" fmla="*/ 0 w 141"/>
              <a:gd name="T11" fmla="*/ 0 h 135"/>
              <a:gd name="T12" fmla="*/ 94 w 141"/>
              <a:gd name="T13" fmla="*/ 0 h 135"/>
              <a:gd name="T14" fmla="*/ 94 w 141"/>
              <a:gd name="T15" fmla="*/ 71 h 135"/>
              <a:gd name="T16" fmla="*/ 141 w 141"/>
              <a:gd name="T17" fmla="*/ 71 h 135"/>
              <a:gd name="T18" fmla="*/ 77 w 141"/>
              <a:gd name="T19" fmla="*/ 135 h 135"/>
              <a:gd name="T20" fmla="*/ 27 w 141"/>
              <a:gd name="T21" fmla="*/ 76 h 135"/>
              <a:gd name="T22" fmla="*/ 77 w 141"/>
              <a:gd name="T23" fmla="*/ 126 h 135"/>
              <a:gd name="T24" fmla="*/ 128 w 141"/>
              <a:gd name="T25" fmla="*/ 76 h 135"/>
              <a:gd name="T26" fmla="*/ 88 w 141"/>
              <a:gd name="T27" fmla="*/ 76 h 135"/>
              <a:gd name="T28" fmla="*/ 88 w 141"/>
              <a:gd name="T29" fmla="*/ 5 h 135"/>
              <a:gd name="T30" fmla="*/ 13 w 141"/>
              <a:gd name="T31" fmla="*/ 5 h 135"/>
              <a:gd name="T32" fmla="*/ 35 w 141"/>
              <a:gd name="T33" fmla="*/ 28 h 135"/>
              <a:gd name="T34" fmla="*/ 67 w 141"/>
              <a:gd name="T35" fmla="*/ 28 h 135"/>
              <a:gd name="T36" fmla="*/ 67 w 141"/>
              <a:gd name="T37" fmla="*/ 76 h 135"/>
              <a:gd name="T38" fmla="*/ 27 w 141"/>
              <a:gd name="T39" fmla="*/ 76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1" h="135">
                <a:moveTo>
                  <a:pt x="77" y="135"/>
                </a:moveTo>
                <a:lnTo>
                  <a:pt x="13" y="71"/>
                </a:lnTo>
                <a:lnTo>
                  <a:pt x="61" y="71"/>
                </a:lnTo>
                <a:lnTo>
                  <a:pt x="61" y="34"/>
                </a:lnTo>
                <a:lnTo>
                  <a:pt x="34" y="34"/>
                </a:lnTo>
                <a:lnTo>
                  <a:pt x="0" y="0"/>
                </a:lnTo>
                <a:lnTo>
                  <a:pt x="94" y="0"/>
                </a:lnTo>
                <a:lnTo>
                  <a:pt x="94" y="71"/>
                </a:lnTo>
                <a:lnTo>
                  <a:pt x="141" y="71"/>
                </a:lnTo>
                <a:lnTo>
                  <a:pt x="77" y="135"/>
                </a:lnTo>
                <a:close/>
                <a:moveTo>
                  <a:pt x="27" y="76"/>
                </a:moveTo>
                <a:lnTo>
                  <a:pt x="77" y="126"/>
                </a:lnTo>
                <a:lnTo>
                  <a:pt x="128" y="76"/>
                </a:lnTo>
                <a:lnTo>
                  <a:pt x="88" y="76"/>
                </a:lnTo>
                <a:lnTo>
                  <a:pt x="88" y="5"/>
                </a:lnTo>
                <a:lnTo>
                  <a:pt x="13" y="5"/>
                </a:lnTo>
                <a:lnTo>
                  <a:pt x="35" y="28"/>
                </a:lnTo>
                <a:lnTo>
                  <a:pt x="67" y="28"/>
                </a:lnTo>
                <a:lnTo>
                  <a:pt x="67" y="76"/>
                </a:lnTo>
                <a:lnTo>
                  <a:pt x="27" y="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43302186-4BA6-4DBC-800C-5DDE4F20D268}"/>
              </a:ext>
            </a:extLst>
          </p:cNvPr>
          <p:cNvSpPr>
            <a:spLocks noEditPoints="1"/>
          </p:cNvSpPr>
          <p:nvPr/>
        </p:nvSpPr>
        <p:spPr bwMode="auto">
          <a:xfrm>
            <a:off x="3017838" y="3233738"/>
            <a:ext cx="369888" cy="388938"/>
          </a:xfrm>
          <a:custGeom>
            <a:avLst/>
            <a:gdLst>
              <a:gd name="T0" fmla="*/ 121 w 171"/>
              <a:gd name="T1" fmla="*/ 180 h 180"/>
              <a:gd name="T2" fmla="*/ 121 w 171"/>
              <a:gd name="T3" fmla="*/ 144 h 180"/>
              <a:gd name="T4" fmla="*/ 74 w 171"/>
              <a:gd name="T5" fmla="*/ 129 h 180"/>
              <a:gd name="T6" fmla="*/ 52 w 171"/>
              <a:gd name="T7" fmla="*/ 96 h 180"/>
              <a:gd name="T8" fmla="*/ 4 w 171"/>
              <a:gd name="T9" fmla="*/ 64 h 180"/>
              <a:gd name="T10" fmla="*/ 0 w 171"/>
              <a:gd name="T11" fmla="*/ 64 h 180"/>
              <a:gd name="T12" fmla="*/ 0 w 171"/>
              <a:gd name="T13" fmla="*/ 36 h 180"/>
              <a:gd name="T14" fmla="*/ 4 w 171"/>
              <a:gd name="T15" fmla="*/ 36 h 180"/>
              <a:gd name="T16" fmla="*/ 54 w 171"/>
              <a:gd name="T17" fmla="*/ 52 h 180"/>
              <a:gd name="T18" fmla="*/ 77 w 171"/>
              <a:gd name="T19" fmla="*/ 84 h 180"/>
              <a:gd name="T20" fmla="*/ 121 w 171"/>
              <a:gd name="T21" fmla="*/ 116 h 180"/>
              <a:gd name="T22" fmla="*/ 121 w 171"/>
              <a:gd name="T23" fmla="*/ 64 h 180"/>
              <a:gd name="T24" fmla="*/ 88 w 171"/>
              <a:gd name="T25" fmla="*/ 78 h 180"/>
              <a:gd name="T26" fmla="*/ 84 w 171"/>
              <a:gd name="T27" fmla="*/ 82 h 180"/>
              <a:gd name="T28" fmla="*/ 81 w 171"/>
              <a:gd name="T29" fmla="*/ 77 h 180"/>
              <a:gd name="T30" fmla="*/ 71 w 171"/>
              <a:gd name="T31" fmla="*/ 59 h 180"/>
              <a:gd name="T32" fmla="*/ 69 w 171"/>
              <a:gd name="T33" fmla="*/ 56 h 180"/>
              <a:gd name="T34" fmla="*/ 71 w 171"/>
              <a:gd name="T35" fmla="*/ 54 h 180"/>
              <a:gd name="T36" fmla="*/ 74 w 171"/>
              <a:gd name="T37" fmla="*/ 52 h 180"/>
              <a:gd name="T38" fmla="*/ 121 w 171"/>
              <a:gd name="T39" fmla="*/ 36 h 180"/>
              <a:gd name="T40" fmla="*/ 121 w 171"/>
              <a:gd name="T41" fmla="*/ 0 h 180"/>
              <a:gd name="T42" fmla="*/ 171 w 171"/>
              <a:gd name="T43" fmla="*/ 50 h 180"/>
              <a:gd name="T44" fmla="*/ 130 w 171"/>
              <a:gd name="T45" fmla="*/ 90 h 180"/>
              <a:gd name="T46" fmla="*/ 171 w 171"/>
              <a:gd name="T47" fmla="*/ 130 h 180"/>
              <a:gd name="T48" fmla="*/ 121 w 171"/>
              <a:gd name="T49" fmla="*/ 180 h 180"/>
              <a:gd name="T50" fmla="*/ 8 w 171"/>
              <a:gd name="T51" fmla="*/ 56 h 180"/>
              <a:gd name="T52" fmla="*/ 59 w 171"/>
              <a:gd name="T53" fmla="*/ 93 h 180"/>
              <a:gd name="T54" fmla="*/ 79 w 171"/>
              <a:gd name="T55" fmla="*/ 122 h 180"/>
              <a:gd name="T56" fmla="*/ 125 w 171"/>
              <a:gd name="T57" fmla="*/ 137 h 180"/>
              <a:gd name="T58" fmla="*/ 129 w 171"/>
              <a:gd name="T59" fmla="*/ 137 h 180"/>
              <a:gd name="T60" fmla="*/ 129 w 171"/>
              <a:gd name="T61" fmla="*/ 161 h 180"/>
              <a:gd name="T62" fmla="*/ 159 w 171"/>
              <a:gd name="T63" fmla="*/ 130 h 180"/>
              <a:gd name="T64" fmla="*/ 129 w 171"/>
              <a:gd name="T65" fmla="*/ 100 h 180"/>
              <a:gd name="T66" fmla="*/ 129 w 171"/>
              <a:gd name="T67" fmla="*/ 124 h 180"/>
              <a:gd name="T68" fmla="*/ 125 w 171"/>
              <a:gd name="T69" fmla="*/ 124 h 180"/>
              <a:gd name="T70" fmla="*/ 70 w 171"/>
              <a:gd name="T71" fmla="*/ 87 h 180"/>
              <a:gd name="T72" fmla="*/ 49 w 171"/>
              <a:gd name="T73" fmla="*/ 58 h 180"/>
              <a:gd name="T74" fmla="*/ 8 w 171"/>
              <a:gd name="T75" fmla="*/ 44 h 180"/>
              <a:gd name="T76" fmla="*/ 8 w 171"/>
              <a:gd name="T77" fmla="*/ 56 h 180"/>
              <a:gd name="T78" fmla="*/ 125 w 171"/>
              <a:gd name="T79" fmla="*/ 56 h 180"/>
              <a:gd name="T80" fmla="*/ 129 w 171"/>
              <a:gd name="T81" fmla="*/ 56 h 180"/>
              <a:gd name="T82" fmla="*/ 129 w 171"/>
              <a:gd name="T83" fmla="*/ 80 h 180"/>
              <a:gd name="T84" fmla="*/ 159 w 171"/>
              <a:gd name="T85" fmla="*/ 50 h 180"/>
              <a:gd name="T86" fmla="*/ 129 w 171"/>
              <a:gd name="T87" fmla="*/ 19 h 180"/>
              <a:gd name="T88" fmla="*/ 129 w 171"/>
              <a:gd name="T89" fmla="*/ 44 h 180"/>
              <a:gd name="T90" fmla="*/ 125 w 171"/>
              <a:gd name="T91" fmla="*/ 44 h 180"/>
              <a:gd name="T92" fmla="*/ 79 w 171"/>
              <a:gd name="T93" fmla="*/ 58 h 180"/>
              <a:gd name="T94" fmla="*/ 86 w 171"/>
              <a:gd name="T95" fmla="*/ 68 h 180"/>
              <a:gd name="T96" fmla="*/ 125 w 171"/>
              <a:gd name="T97" fmla="*/ 5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1" h="180">
                <a:moveTo>
                  <a:pt x="121" y="180"/>
                </a:moveTo>
                <a:cubicBezTo>
                  <a:pt x="121" y="144"/>
                  <a:pt x="121" y="144"/>
                  <a:pt x="121" y="144"/>
                </a:cubicBezTo>
                <a:cubicBezTo>
                  <a:pt x="101" y="144"/>
                  <a:pt x="86" y="139"/>
                  <a:pt x="74" y="129"/>
                </a:cubicBezTo>
                <a:cubicBezTo>
                  <a:pt x="63" y="119"/>
                  <a:pt x="57" y="108"/>
                  <a:pt x="52" y="96"/>
                </a:cubicBezTo>
                <a:cubicBezTo>
                  <a:pt x="42" y="78"/>
                  <a:pt x="35" y="64"/>
                  <a:pt x="4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36"/>
                  <a:pt x="0" y="36"/>
                  <a:pt x="0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25" y="36"/>
                  <a:pt x="42" y="41"/>
                  <a:pt x="54" y="52"/>
                </a:cubicBezTo>
                <a:cubicBezTo>
                  <a:pt x="65" y="61"/>
                  <a:pt x="71" y="73"/>
                  <a:pt x="77" y="84"/>
                </a:cubicBezTo>
                <a:cubicBezTo>
                  <a:pt x="86" y="102"/>
                  <a:pt x="92" y="115"/>
                  <a:pt x="121" y="116"/>
                </a:cubicBezTo>
                <a:cubicBezTo>
                  <a:pt x="121" y="64"/>
                  <a:pt x="121" y="64"/>
                  <a:pt x="121" y="64"/>
                </a:cubicBezTo>
                <a:cubicBezTo>
                  <a:pt x="101" y="65"/>
                  <a:pt x="93" y="71"/>
                  <a:pt x="88" y="78"/>
                </a:cubicBezTo>
                <a:cubicBezTo>
                  <a:pt x="84" y="82"/>
                  <a:pt x="84" y="82"/>
                  <a:pt x="84" y="82"/>
                </a:cubicBezTo>
                <a:cubicBezTo>
                  <a:pt x="81" y="77"/>
                  <a:pt x="81" y="77"/>
                  <a:pt x="81" y="77"/>
                </a:cubicBezTo>
                <a:cubicBezTo>
                  <a:pt x="78" y="71"/>
                  <a:pt x="75" y="65"/>
                  <a:pt x="71" y="59"/>
                </a:cubicBezTo>
                <a:cubicBezTo>
                  <a:pt x="69" y="56"/>
                  <a:pt x="69" y="56"/>
                  <a:pt x="69" y="56"/>
                </a:cubicBezTo>
                <a:cubicBezTo>
                  <a:pt x="71" y="54"/>
                  <a:pt x="71" y="54"/>
                  <a:pt x="71" y="54"/>
                </a:cubicBezTo>
                <a:cubicBezTo>
                  <a:pt x="72" y="53"/>
                  <a:pt x="73" y="52"/>
                  <a:pt x="74" y="52"/>
                </a:cubicBezTo>
                <a:cubicBezTo>
                  <a:pt x="86" y="42"/>
                  <a:pt x="101" y="36"/>
                  <a:pt x="121" y="36"/>
                </a:cubicBezTo>
                <a:cubicBezTo>
                  <a:pt x="121" y="0"/>
                  <a:pt x="121" y="0"/>
                  <a:pt x="121" y="0"/>
                </a:cubicBezTo>
                <a:cubicBezTo>
                  <a:pt x="171" y="50"/>
                  <a:pt x="171" y="50"/>
                  <a:pt x="171" y="50"/>
                </a:cubicBezTo>
                <a:cubicBezTo>
                  <a:pt x="130" y="90"/>
                  <a:pt x="130" y="90"/>
                  <a:pt x="130" y="90"/>
                </a:cubicBezTo>
                <a:cubicBezTo>
                  <a:pt x="171" y="130"/>
                  <a:pt x="171" y="130"/>
                  <a:pt x="171" y="130"/>
                </a:cubicBezTo>
                <a:lnTo>
                  <a:pt x="121" y="180"/>
                </a:lnTo>
                <a:close/>
                <a:moveTo>
                  <a:pt x="8" y="56"/>
                </a:moveTo>
                <a:cubicBezTo>
                  <a:pt x="41" y="57"/>
                  <a:pt x="49" y="74"/>
                  <a:pt x="59" y="93"/>
                </a:cubicBezTo>
                <a:cubicBezTo>
                  <a:pt x="64" y="103"/>
                  <a:pt x="69" y="114"/>
                  <a:pt x="79" y="122"/>
                </a:cubicBezTo>
                <a:cubicBezTo>
                  <a:pt x="90" y="132"/>
                  <a:pt x="105" y="137"/>
                  <a:pt x="125" y="137"/>
                </a:cubicBezTo>
                <a:cubicBezTo>
                  <a:pt x="129" y="137"/>
                  <a:pt x="129" y="137"/>
                  <a:pt x="129" y="137"/>
                </a:cubicBezTo>
                <a:cubicBezTo>
                  <a:pt x="129" y="161"/>
                  <a:pt x="129" y="161"/>
                  <a:pt x="129" y="161"/>
                </a:cubicBezTo>
                <a:cubicBezTo>
                  <a:pt x="159" y="130"/>
                  <a:pt x="159" y="130"/>
                  <a:pt x="159" y="13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88" y="124"/>
                  <a:pt x="80" y="107"/>
                  <a:pt x="70" y="87"/>
                </a:cubicBezTo>
                <a:cubicBezTo>
                  <a:pt x="64" y="77"/>
                  <a:pt x="59" y="66"/>
                  <a:pt x="49" y="58"/>
                </a:cubicBezTo>
                <a:cubicBezTo>
                  <a:pt x="39" y="49"/>
                  <a:pt x="25" y="44"/>
                  <a:pt x="8" y="44"/>
                </a:cubicBezTo>
                <a:lnTo>
                  <a:pt x="8" y="56"/>
                </a:lnTo>
                <a:close/>
                <a:moveTo>
                  <a:pt x="125" y="56"/>
                </a:moveTo>
                <a:cubicBezTo>
                  <a:pt x="129" y="56"/>
                  <a:pt x="129" y="56"/>
                  <a:pt x="129" y="56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59" y="50"/>
                  <a:pt x="159" y="50"/>
                  <a:pt x="159" y="50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29" y="44"/>
                  <a:pt x="129" y="44"/>
                  <a:pt x="129" y="44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05" y="44"/>
                  <a:pt x="90" y="48"/>
                  <a:pt x="79" y="58"/>
                </a:cubicBezTo>
                <a:cubicBezTo>
                  <a:pt x="82" y="61"/>
                  <a:pt x="84" y="65"/>
                  <a:pt x="86" y="68"/>
                </a:cubicBezTo>
                <a:cubicBezTo>
                  <a:pt x="95" y="60"/>
                  <a:pt x="107" y="56"/>
                  <a:pt x="125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97001522-BF01-4D6D-ABCB-27B2E96DFAB6}"/>
              </a:ext>
            </a:extLst>
          </p:cNvPr>
          <p:cNvSpPr>
            <a:spLocks noEditPoints="1"/>
          </p:cNvSpPr>
          <p:nvPr/>
        </p:nvSpPr>
        <p:spPr bwMode="auto">
          <a:xfrm>
            <a:off x="3021013" y="3454401"/>
            <a:ext cx="119063" cy="88900"/>
          </a:xfrm>
          <a:custGeom>
            <a:avLst/>
            <a:gdLst>
              <a:gd name="T0" fmla="*/ 2 w 55"/>
              <a:gd name="T1" fmla="*/ 41 h 41"/>
              <a:gd name="T2" fmla="*/ 0 w 55"/>
              <a:gd name="T3" fmla="*/ 41 h 41"/>
              <a:gd name="T4" fmla="*/ 0 w 55"/>
              <a:gd name="T5" fmla="*/ 16 h 41"/>
              <a:gd name="T6" fmla="*/ 2 w 55"/>
              <a:gd name="T7" fmla="*/ 16 h 41"/>
              <a:gd name="T8" fmla="*/ 40 w 55"/>
              <a:gd name="T9" fmla="*/ 2 h 41"/>
              <a:gd name="T10" fmla="*/ 42 w 55"/>
              <a:gd name="T11" fmla="*/ 0 h 41"/>
              <a:gd name="T12" fmla="*/ 43 w 55"/>
              <a:gd name="T13" fmla="*/ 2 h 41"/>
              <a:gd name="T14" fmla="*/ 54 w 55"/>
              <a:gd name="T15" fmla="*/ 20 h 41"/>
              <a:gd name="T16" fmla="*/ 55 w 55"/>
              <a:gd name="T17" fmla="*/ 22 h 41"/>
              <a:gd name="T18" fmla="*/ 54 w 55"/>
              <a:gd name="T19" fmla="*/ 23 h 41"/>
              <a:gd name="T20" fmla="*/ 51 w 55"/>
              <a:gd name="T21" fmla="*/ 25 h 41"/>
              <a:gd name="T22" fmla="*/ 2 w 55"/>
              <a:gd name="T23" fmla="*/ 41 h 41"/>
              <a:gd name="T24" fmla="*/ 4 w 55"/>
              <a:gd name="T25" fmla="*/ 20 h 41"/>
              <a:gd name="T26" fmla="*/ 4 w 55"/>
              <a:gd name="T27" fmla="*/ 37 h 41"/>
              <a:gd name="T28" fmla="*/ 49 w 55"/>
              <a:gd name="T29" fmla="*/ 22 h 41"/>
              <a:gd name="T30" fmla="*/ 50 w 55"/>
              <a:gd name="T31" fmla="*/ 21 h 41"/>
              <a:gd name="T32" fmla="*/ 41 w 55"/>
              <a:gd name="T33" fmla="*/ 7 h 41"/>
              <a:gd name="T34" fmla="*/ 4 w 55"/>
              <a:gd name="T35" fmla="*/ 2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5" h="41">
                <a:moveTo>
                  <a:pt x="2" y="41"/>
                </a:moveTo>
                <a:cubicBezTo>
                  <a:pt x="0" y="41"/>
                  <a:pt x="0" y="41"/>
                  <a:pt x="0" y="41"/>
                </a:cubicBezTo>
                <a:cubicBezTo>
                  <a:pt x="0" y="16"/>
                  <a:pt x="0" y="16"/>
                  <a:pt x="0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20" y="16"/>
                  <a:pt x="32" y="12"/>
                  <a:pt x="40" y="2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2"/>
                  <a:pt x="43" y="2"/>
                  <a:pt x="43" y="2"/>
                </a:cubicBezTo>
                <a:cubicBezTo>
                  <a:pt x="46" y="8"/>
                  <a:pt x="50" y="14"/>
                  <a:pt x="54" y="20"/>
                </a:cubicBezTo>
                <a:cubicBezTo>
                  <a:pt x="55" y="22"/>
                  <a:pt x="55" y="22"/>
                  <a:pt x="55" y="22"/>
                </a:cubicBezTo>
                <a:cubicBezTo>
                  <a:pt x="54" y="23"/>
                  <a:pt x="54" y="23"/>
                  <a:pt x="54" y="23"/>
                </a:cubicBezTo>
                <a:cubicBezTo>
                  <a:pt x="53" y="24"/>
                  <a:pt x="52" y="24"/>
                  <a:pt x="51" y="25"/>
                </a:cubicBezTo>
                <a:cubicBezTo>
                  <a:pt x="39" y="35"/>
                  <a:pt x="23" y="41"/>
                  <a:pt x="2" y="41"/>
                </a:cubicBezTo>
                <a:close/>
                <a:moveTo>
                  <a:pt x="4" y="20"/>
                </a:moveTo>
                <a:cubicBezTo>
                  <a:pt x="4" y="37"/>
                  <a:pt x="4" y="37"/>
                  <a:pt x="4" y="37"/>
                </a:cubicBezTo>
                <a:cubicBezTo>
                  <a:pt x="23" y="36"/>
                  <a:pt x="37" y="31"/>
                  <a:pt x="49" y="22"/>
                </a:cubicBezTo>
                <a:cubicBezTo>
                  <a:pt x="49" y="22"/>
                  <a:pt x="49" y="21"/>
                  <a:pt x="50" y="21"/>
                </a:cubicBezTo>
                <a:cubicBezTo>
                  <a:pt x="46" y="16"/>
                  <a:pt x="44" y="11"/>
                  <a:pt x="41" y="7"/>
                </a:cubicBezTo>
                <a:cubicBezTo>
                  <a:pt x="32" y="16"/>
                  <a:pt x="21" y="20"/>
                  <a:pt x="4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8997ABEA-5264-4737-AF0A-919B0CED5831}"/>
              </a:ext>
            </a:extLst>
          </p:cNvPr>
          <p:cNvSpPr>
            <a:spLocks/>
          </p:cNvSpPr>
          <p:nvPr/>
        </p:nvSpPr>
        <p:spPr bwMode="auto">
          <a:xfrm>
            <a:off x="10541001" y="3259138"/>
            <a:ext cx="17463" cy="228600"/>
          </a:xfrm>
          <a:custGeom>
            <a:avLst/>
            <a:gdLst>
              <a:gd name="T0" fmla="*/ 3 w 8"/>
              <a:gd name="T1" fmla="*/ 106 h 106"/>
              <a:gd name="T2" fmla="*/ 8 w 8"/>
              <a:gd name="T3" fmla="*/ 106 h 106"/>
              <a:gd name="T4" fmla="*/ 8 w 8"/>
              <a:gd name="T5" fmla="*/ 4 h 106"/>
              <a:gd name="T6" fmla="*/ 4 w 8"/>
              <a:gd name="T7" fmla="*/ 0 h 106"/>
              <a:gd name="T8" fmla="*/ 0 w 8"/>
              <a:gd name="T9" fmla="*/ 4 h 106"/>
              <a:gd name="T10" fmla="*/ 0 w 8"/>
              <a:gd name="T11" fmla="*/ 106 h 106"/>
              <a:gd name="T12" fmla="*/ 3 w 8"/>
              <a:gd name="T13" fmla="*/ 10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106">
                <a:moveTo>
                  <a:pt x="3" y="106"/>
                </a:moveTo>
                <a:cubicBezTo>
                  <a:pt x="5" y="106"/>
                  <a:pt x="6" y="106"/>
                  <a:pt x="8" y="106"/>
                </a:cubicBezTo>
                <a:cubicBezTo>
                  <a:pt x="8" y="4"/>
                  <a:pt x="8" y="4"/>
                  <a:pt x="8" y="4"/>
                </a:cubicBezTo>
                <a:cubicBezTo>
                  <a:pt x="8" y="1"/>
                  <a:pt x="6" y="0"/>
                  <a:pt x="4" y="0"/>
                </a:cubicBezTo>
                <a:cubicBezTo>
                  <a:pt x="1" y="0"/>
                  <a:pt x="0" y="1"/>
                  <a:pt x="0" y="4"/>
                </a:cubicBezTo>
                <a:cubicBezTo>
                  <a:pt x="0" y="106"/>
                  <a:pt x="0" y="106"/>
                  <a:pt x="0" y="106"/>
                </a:cubicBezTo>
                <a:cubicBezTo>
                  <a:pt x="1" y="106"/>
                  <a:pt x="2" y="106"/>
                  <a:pt x="3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A8661C76-1561-4B20-B9FD-05ABAA6B728F}"/>
              </a:ext>
            </a:extLst>
          </p:cNvPr>
          <p:cNvSpPr>
            <a:spLocks/>
          </p:cNvSpPr>
          <p:nvPr/>
        </p:nvSpPr>
        <p:spPr bwMode="auto">
          <a:xfrm>
            <a:off x="10541001" y="3552826"/>
            <a:ext cx="17463" cy="52388"/>
          </a:xfrm>
          <a:custGeom>
            <a:avLst/>
            <a:gdLst>
              <a:gd name="T0" fmla="*/ 3 w 8"/>
              <a:gd name="T1" fmla="*/ 1 h 24"/>
              <a:gd name="T2" fmla="*/ 0 w 8"/>
              <a:gd name="T3" fmla="*/ 1 h 24"/>
              <a:gd name="T4" fmla="*/ 0 w 8"/>
              <a:gd name="T5" fmla="*/ 20 h 24"/>
              <a:gd name="T6" fmla="*/ 4 w 8"/>
              <a:gd name="T7" fmla="*/ 24 h 24"/>
              <a:gd name="T8" fmla="*/ 8 w 8"/>
              <a:gd name="T9" fmla="*/ 20 h 24"/>
              <a:gd name="T10" fmla="*/ 8 w 8"/>
              <a:gd name="T11" fmla="*/ 0 h 24"/>
              <a:gd name="T12" fmla="*/ 3 w 8"/>
              <a:gd name="T13" fmla="*/ 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24">
                <a:moveTo>
                  <a:pt x="3" y="1"/>
                </a:moveTo>
                <a:cubicBezTo>
                  <a:pt x="2" y="1"/>
                  <a:pt x="1" y="1"/>
                  <a:pt x="0" y="1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2"/>
                  <a:pt x="1" y="24"/>
                  <a:pt x="4" y="24"/>
                </a:cubicBezTo>
                <a:cubicBezTo>
                  <a:pt x="6" y="24"/>
                  <a:pt x="8" y="22"/>
                  <a:pt x="8" y="20"/>
                </a:cubicBezTo>
                <a:cubicBezTo>
                  <a:pt x="8" y="0"/>
                  <a:pt x="8" y="0"/>
                  <a:pt x="8" y="0"/>
                </a:cubicBezTo>
                <a:cubicBezTo>
                  <a:pt x="6" y="1"/>
                  <a:pt x="5" y="1"/>
                  <a:pt x="3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4AA3F9AB-AAF3-48D1-AD73-24CD2CC5A4A0}"/>
              </a:ext>
            </a:extLst>
          </p:cNvPr>
          <p:cNvSpPr>
            <a:spLocks/>
          </p:cNvSpPr>
          <p:nvPr/>
        </p:nvSpPr>
        <p:spPr bwMode="auto">
          <a:xfrm>
            <a:off x="10663238" y="3259138"/>
            <a:ext cx="15875" cy="60325"/>
          </a:xfrm>
          <a:custGeom>
            <a:avLst/>
            <a:gdLst>
              <a:gd name="T0" fmla="*/ 4 w 8"/>
              <a:gd name="T1" fmla="*/ 28 h 28"/>
              <a:gd name="T2" fmla="*/ 8 w 8"/>
              <a:gd name="T3" fmla="*/ 28 h 28"/>
              <a:gd name="T4" fmla="*/ 8 w 8"/>
              <a:gd name="T5" fmla="*/ 4 h 28"/>
              <a:gd name="T6" fmla="*/ 4 w 8"/>
              <a:gd name="T7" fmla="*/ 0 h 28"/>
              <a:gd name="T8" fmla="*/ 0 w 8"/>
              <a:gd name="T9" fmla="*/ 4 h 28"/>
              <a:gd name="T10" fmla="*/ 0 w 8"/>
              <a:gd name="T11" fmla="*/ 28 h 28"/>
              <a:gd name="T12" fmla="*/ 4 w 8"/>
              <a:gd name="T13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28">
                <a:moveTo>
                  <a:pt x="4" y="28"/>
                </a:moveTo>
                <a:cubicBezTo>
                  <a:pt x="5" y="28"/>
                  <a:pt x="7" y="28"/>
                  <a:pt x="8" y="28"/>
                </a:cubicBezTo>
                <a:cubicBezTo>
                  <a:pt x="8" y="4"/>
                  <a:pt x="8" y="4"/>
                  <a:pt x="8" y="4"/>
                </a:cubicBezTo>
                <a:cubicBezTo>
                  <a:pt x="8" y="1"/>
                  <a:pt x="6" y="0"/>
                  <a:pt x="4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28"/>
                  <a:pt x="0" y="28"/>
                  <a:pt x="0" y="28"/>
                </a:cubicBezTo>
                <a:cubicBezTo>
                  <a:pt x="1" y="28"/>
                  <a:pt x="2" y="28"/>
                  <a:pt x="4" y="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48003BE6-AF30-47FF-8BE6-C4D733B793BA}"/>
              </a:ext>
            </a:extLst>
          </p:cNvPr>
          <p:cNvSpPr>
            <a:spLocks/>
          </p:cNvSpPr>
          <p:nvPr/>
        </p:nvSpPr>
        <p:spPr bwMode="auto">
          <a:xfrm>
            <a:off x="10663238" y="3386138"/>
            <a:ext cx="15875" cy="219075"/>
          </a:xfrm>
          <a:custGeom>
            <a:avLst/>
            <a:gdLst>
              <a:gd name="T0" fmla="*/ 4 w 8"/>
              <a:gd name="T1" fmla="*/ 0 h 101"/>
              <a:gd name="T2" fmla="*/ 0 w 8"/>
              <a:gd name="T3" fmla="*/ 0 h 101"/>
              <a:gd name="T4" fmla="*/ 0 w 8"/>
              <a:gd name="T5" fmla="*/ 97 h 101"/>
              <a:gd name="T6" fmla="*/ 4 w 8"/>
              <a:gd name="T7" fmla="*/ 101 h 101"/>
              <a:gd name="T8" fmla="*/ 8 w 8"/>
              <a:gd name="T9" fmla="*/ 97 h 101"/>
              <a:gd name="T10" fmla="*/ 8 w 8"/>
              <a:gd name="T11" fmla="*/ 0 h 101"/>
              <a:gd name="T12" fmla="*/ 4 w 8"/>
              <a:gd name="T13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101">
                <a:moveTo>
                  <a:pt x="4" y="0"/>
                </a:moveTo>
                <a:cubicBezTo>
                  <a:pt x="2" y="0"/>
                  <a:pt x="1" y="0"/>
                  <a:pt x="0" y="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9"/>
                  <a:pt x="2" y="101"/>
                  <a:pt x="4" y="101"/>
                </a:cubicBezTo>
                <a:cubicBezTo>
                  <a:pt x="6" y="101"/>
                  <a:pt x="8" y="99"/>
                  <a:pt x="8" y="97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5" y="0"/>
                  <a:pt x="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D7069FC2-2F60-41EA-96A9-2C8E62AAF188}"/>
              </a:ext>
            </a:extLst>
          </p:cNvPr>
          <p:cNvSpPr>
            <a:spLocks/>
          </p:cNvSpPr>
          <p:nvPr/>
        </p:nvSpPr>
        <p:spPr bwMode="auto">
          <a:xfrm>
            <a:off x="10783888" y="3259138"/>
            <a:ext cx="17463" cy="180975"/>
          </a:xfrm>
          <a:custGeom>
            <a:avLst/>
            <a:gdLst>
              <a:gd name="T0" fmla="*/ 4 w 8"/>
              <a:gd name="T1" fmla="*/ 84 h 84"/>
              <a:gd name="T2" fmla="*/ 8 w 8"/>
              <a:gd name="T3" fmla="*/ 84 h 84"/>
              <a:gd name="T4" fmla="*/ 8 w 8"/>
              <a:gd name="T5" fmla="*/ 4 h 84"/>
              <a:gd name="T6" fmla="*/ 4 w 8"/>
              <a:gd name="T7" fmla="*/ 0 h 84"/>
              <a:gd name="T8" fmla="*/ 0 w 8"/>
              <a:gd name="T9" fmla="*/ 4 h 84"/>
              <a:gd name="T10" fmla="*/ 0 w 8"/>
              <a:gd name="T11" fmla="*/ 84 h 84"/>
              <a:gd name="T12" fmla="*/ 4 w 8"/>
              <a:gd name="T1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84">
                <a:moveTo>
                  <a:pt x="4" y="84"/>
                </a:moveTo>
                <a:cubicBezTo>
                  <a:pt x="6" y="84"/>
                  <a:pt x="7" y="84"/>
                  <a:pt x="8" y="84"/>
                </a:cubicBezTo>
                <a:cubicBezTo>
                  <a:pt x="8" y="4"/>
                  <a:pt x="8" y="4"/>
                  <a:pt x="8" y="4"/>
                </a:cubicBezTo>
                <a:cubicBezTo>
                  <a:pt x="8" y="1"/>
                  <a:pt x="7" y="0"/>
                  <a:pt x="4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84"/>
                  <a:pt x="0" y="84"/>
                  <a:pt x="0" y="84"/>
                </a:cubicBezTo>
                <a:cubicBezTo>
                  <a:pt x="2" y="84"/>
                  <a:pt x="3" y="84"/>
                  <a:pt x="4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AC37CAF4-8C4F-420B-A3EC-1244C0B04C99}"/>
              </a:ext>
            </a:extLst>
          </p:cNvPr>
          <p:cNvSpPr>
            <a:spLocks/>
          </p:cNvSpPr>
          <p:nvPr/>
        </p:nvSpPr>
        <p:spPr bwMode="auto">
          <a:xfrm>
            <a:off x="10783888" y="3505201"/>
            <a:ext cx="17463" cy="100013"/>
          </a:xfrm>
          <a:custGeom>
            <a:avLst/>
            <a:gdLst>
              <a:gd name="T0" fmla="*/ 4 w 8"/>
              <a:gd name="T1" fmla="*/ 1 h 46"/>
              <a:gd name="T2" fmla="*/ 0 w 8"/>
              <a:gd name="T3" fmla="*/ 1 h 46"/>
              <a:gd name="T4" fmla="*/ 0 w 8"/>
              <a:gd name="T5" fmla="*/ 42 h 46"/>
              <a:gd name="T6" fmla="*/ 4 w 8"/>
              <a:gd name="T7" fmla="*/ 46 h 46"/>
              <a:gd name="T8" fmla="*/ 8 w 8"/>
              <a:gd name="T9" fmla="*/ 42 h 46"/>
              <a:gd name="T10" fmla="*/ 8 w 8"/>
              <a:gd name="T11" fmla="*/ 0 h 46"/>
              <a:gd name="T12" fmla="*/ 4 w 8"/>
              <a:gd name="T13" fmla="*/ 1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46">
                <a:moveTo>
                  <a:pt x="4" y="1"/>
                </a:moveTo>
                <a:cubicBezTo>
                  <a:pt x="3" y="1"/>
                  <a:pt x="2" y="1"/>
                  <a:pt x="0" y="1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4"/>
                  <a:pt x="2" y="46"/>
                  <a:pt x="4" y="46"/>
                </a:cubicBezTo>
                <a:cubicBezTo>
                  <a:pt x="7" y="46"/>
                  <a:pt x="8" y="44"/>
                  <a:pt x="8" y="42"/>
                </a:cubicBezTo>
                <a:cubicBezTo>
                  <a:pt x="8" y="0"/>
                  <a:pt x="8" y="0"/>
                  <a:pt x="8" y="0"/>
                </a:cubicBezTo>
                <a:cubicBezTo>
                  <a:pt x="7" y="1"/>
                  <a:pt x="6" y="1"/>
                  <a:pt x="4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EFE779BC-0015-4A6B-BF3B-79E5E99F0A47}"/>
              </a:ext>
            </a:extLst>
          </p:cNvPr>
          <p:cNvSpPr>
            <a:spLocks noEditPoints="1"/>
          </p:cNvSpPr>
          <p:nvPr/>
        </p:nvSpPr>
        <p:spPr bwMode="auto">
          <a:xfrm>
            <a:off x="10510838" y="3484563"/>
            <a:ext cx="76200" cy="74613"/>
          </a:xfrm>
          <a:custGeom>
            <a:avLst/>
            <a:gdLst>
              <a:gd name="T0" fmla="*/ 17 w 35"/>
              <a:gd name="T1" fmla="*/ 35 h 35"/>
              <a:gd name="T2" fmla="*/ 0 w 35"/>
              <a:gd name="T3" fmla="*/ 17 h 35"/>
              <a:gd name="T4" fmla="*/ 17 w 35"/>
              <a:gd name="T5" fmla="*/ 0 h 35"/>
              <a:gd name="T6" fmla="*/ 35 w 35"/>
              <a:gd name="T7" fmla="*/ 17 h 35"/>
              <a:gd name="T8" fmla="*/ 17 w 35"/>
              <a:gd name="T9" fmla="*/ 35 h 35"/>
              <a:gd name="T10" fmla="*/ 17 w 35"/>
              <a:gd name="T11" fmla="*/ 4 h 35"/>
              <a:gd name="T12" fmla="*/ 4 w 35"/>
              <a:gd name="T13" fmla="*/ 17 h 35"/>
              <a:gd name="T14" fmla="*/ 17 w 35"/>
              <a:gd name="T15" fmla="*/ 31 h 35"/>
              <a:gd name="T16" fmla="*/ 31 w 35"/>
              <a:gd name="T17" fmla="*/ 17 h 35"/>
              <a:gd name="T18" fmla="*/ 17 w 35"/>
              <a:gd name="T19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5">
                <a:moveTo>
                  <a:pt x="17" y="35"/>
                </a:moveTo>
                <a:cubicBezTo>
                  <a:pt x="7" y="35"/>
                  <a:pt x="0" y="27"/>
                  <a:pt x="0" y="17"/>
                </a:cubicBezTo>
                <a:cubicBezTo>
                  <a:pt x="0" y="7"/>
                  <a:pt x="7" y="0"/>
                  <a:pt x="17" y="0"/>
                </a:cubicBezTo>
                <a:cubicBezTo>
                  <a:pt x="27" y="0"/>
                  <a:pt x="35" y="7"/>
                  <a:pt x="35" y="17"/>
                </a:cubicBezTo>
                <a:cubicBezTo>
                  <a:pt x="35" y="27"/>
                  <a:pt x="27" y="35"/>
                  <a:pt x="17" y="35"/>
                </a:cubicBezTo>
                <a:close/>
                <a:moveTo>
                  <a:pt x="17" y="4"/>
                </a:moveTo>
                <a:cubicBezTo>
                  <a:pt x="10" y="4"/>
                  <a:pt x="4" y="10"/>
                  <a:pt x="4" y="17"/>
                </a:cubicBezTo>
                <a:cubicBezTo>
                  <a:pt x="4" y="25"/>
                  <a:pt x="10" y="31"/>
                  <a:pt x="17" y="31"/>
                </a:cubicBezTo>
                <a:cubicBezTo>
                  <a:pt x="25" y="31"/>
                  <a:pt x="31" y="25"/>
                  <a:pt x="31" y="17"/>
                </a:cubicBezTo>
                <a:cubicBezTo>
                  <a:pt x="31" y="10"/>
                  <a:pt x="25" y="4"/>
                  <a:pt x="17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64043AC9-3C84-41E6-95D1-6CFBDEB10D84}"/>
              </a:ext>
            </a:extLst>
          </p:cNvPr>
          <p:cNvSpPr>
            <a:spLocks noEditPoints="1"/>
          </p:cNvSpPr>
          <p:nvPr/>
        </p:nvSpPr>
        <p:spPr bwMode="auto">
          <a:xfrm>
            <a:off x="10631488" y="3314701"/>
            <a:ext cx="76200" cy="76200"/>
          </a:xfrm>
          <a:custGeom>
            <a:avLst/>
            <a:gdLst>
              <a:gd name="T0" fmla="*/ 18 w 35"/>
              <a:gd name="T1" fmla="*/ 35 h 35"/>
              <a:gd name="T2" fmla="*/ 0 w 35"/>
              <a:gd name="T3" fmla="*/ 18 h 35"/>
              <a:gd name="T4" fmla="*/ 18 w 35"/>
              <a:gd name="T5" fmla="*/ 0 h 35"/>
              <a:gd name="T6" fmla="*/ 35 w 35"/>
              <a:gd name="T7" fmla="*/ 18 h 35"/>
              <a:gd name="T8" fmla="*/ 18 w 35"/>
              <a:gd name="T9" fmla="*/ 35 h 35"/>
              <a:gd name="T10" fmla="*/ 18 w 35"/>
              <a:gd name="T11" fmla="*/ 4 h 35"/>
              <a:gd name="T12" fmla="*/ 4 w 35"/>
              <a:gd name="T13" fmla="*/ 18 h 35"/>
              <a:gd name="T14" fmla="*/ 18 w 35"/>
              <a:gd name="T15" fmla="*/ 31 h 35"/>
              <a:gd name="T16" fmla="*/ 31 w 35"/>
              <a:gd name="T17" fmla="*/ 18 h 35"/>
              <a:gd name="T18" fmla="*/ 18 w 35"/>
              <a:gd name="T19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" h="35">
                <a:moveTo>
                  <a:pt x="18" y="35"/>
                </a:move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5" y="8"/>
                  <a:pt x="35" y="18"/>
                </a:cubicBezTo>
                <a:cubicBezTo>
                  <a:pt x="35" y="27"/>
                  <a:pt x="28" y="35"/>
                  <a:pt x="18" y="35"/>
                </a:cubicBezTo>
                <a:close/>
                <a:moveTo>
                  <a:pt x="18" y="4"/>
                </a:moveTo>
                <a:cubicBezTo>
                  <a:pt x="10" y="4"/>
                  <a:pt x="4" y="10"/>
                  <a:pt x="4" y="18"/>
                </a:cubicBezTo>
                <a:cubicBezTo>
                  <a:pt x="4" y="25"/>
                  <a:pt x="10" y="31"/>
                  <a:pt x="18" y="31"/>
                </a:cubicBezTo>
                <a:cubicBezTo>
                  <a:pt x="25" y="31"/>
                  <a:pt x="31" y="25"/>
                  <a:pt x="31" y="18"/>
                </a:cubicBezTo>
                <a:cubicBezTo>
                  <a:pt x="31" y="10"/>
                  <a:pt x="25" y="4"/>
                  <a:pt x="1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BAA4E084-8E8F-4022-AAC3-A62D9402D0F8}"/>
              </a:ext>
            </a:extLst>
          </p:cNvPr>
          <p:cNvSpPr>
            <a:spLocks noEditPoints="1"/>
          </p:cNvSpPr>
          <p:nvPr/>
        </p:nvSpPr>
        <p:spPr bwMode="auto">
          <a:xfrm>
            <a:off x="10753726" y="3436938"/>
            <a:ext cx="77788" cy="74613"/>
          </a:xfrm>
          <a:custGeom>
            <a:avLst/>
            <a:gdLst>
              <a:gd name="T0" fmla="*/ 18 w 36"/>
              <a:gd name="T1" fmla="*/ 35 h 35"/>
              <a:gd name="T2" fmla="*/ 0 w 36"/>
              <a:gd name="T3" fmla="*/ 17 h 35"/>
              <a:gd name="T4" fmla="*/ 18 w 36"/>
              <a:gd name="T5" fmla="*/ 0 h 35"/>
              <a:gd name="T6" fmla="*/ 36 w 36"/>
              <a:gd name="T7" fmla="*/ 17 h 35"/>
              <a:gd name="T8" fmla="*/ 18 w 36"/>
              <a:gd name="T9" fmla="*/ 35 h 35"/>
              <a:gd name="T10" fmla="*/ 18 w 36"/>
              <a:gd name="T11" fmla="*/ 4 h 35"/>
              <a:gd name="T12" fmla="*/ 4 w 36"/>
              <a:gd name="T13" fmla="*/ 17 h 35"/>
              <a:gd name="T14" fmla="*/ 18 w 36"/>
              <a:gd name="T15" fmla="*/ 31 h 35"/>
              <a:gd name="T16" fmla="*/ 32 w 36"/>
              <a:gd name="T17" fmla="*/ 17 h 35"/>
              <a:gd name="T18" fmla="*/ 18 w 36"/>
              <a:gd name="T19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5">
                <a:moveTo>
                  <a:pt x="18" y="35"/>
                </a:move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cubicBezTo>
                  <a:pt x="28" y="0"/>
                  <a:pt x="36" y="7"/>
                  <a:pt x="36" y="17"/>
                </a:cubicBezTo>
                <a:cubicBezTo>
                  <a:pt x="36" y="27"/>
                  <a:pt x="28" y="35"/>
                  <a:pt x="18" y="35"/>
                </a:cubicBezTo>
                <a:close/>
                <a:moveTo>
                  <a:pt x="18" y="4"/>
                </a:moveTo>
                <a:cubicBezTo>
                  <a:pt x="11" y="4"/>
                  <a:pt x="4" y="10"/>
                  <a:pt x="4" y="17"/>
                </a:cubicBezTo>
                <a:cubicBezTo>
                  <a:pt x="4" y="25"/>
                  <a:pt x="11" y="31"/>
                  <a:pt x="18" y="31"/>
                </a:cubicBezTo>
                <a:cubicBezTo>
                  <a:pt x="26" y="31"/>
                  <a:pt x="32" y="25"/>
                  <a:pt x="32" y="17"/>
                </a:cubicBezTo>
                <a:cubicBezTo>
                  <a:pt x="32" y="10"/>
                  <a:pt x="26" y="4"/>
                  <a:pt x="1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2C6AEA88-110F-4EE8-B745-48FED36658C0}"/>
              </a:ext>
            </a:extLst>
          </p:cNvPr>
          <p:cNvSpPr>
            <a:spLocks/>
          </p:cNvSpPr>
          <p:nvPr/>
        </p:nvSpPr>
        <p:spPr bwMode="auto">
          <a:xfrm>
            <a:off x="9780588" y="3300413"/>
            <a:ext cx="230188" cy="17463"/>
          </a:xfrm>
          <a:custGeom>
            <a:avLst/>
            <a:gdLst>
              <a:gd name="T0" fmla="*/ 1 w 107"/>
              <a:gd name="T1" fmla="*/ 4 h 8"/>
              <a:gd name="T2" fmla="*/ 0 w 107"/>
              <a:gd name="T3" fmla="*/ 8 h 8"/>
              <a:gd name="T4" fmla="*/ 103 w 107"/>
              <a:gd name="T5" fmla="*/ 8 h 8"/>
              <a:gd name="T6" fmla="*/ 107 w 107"/>
              <a:gd name="T7" fmla="*/ 4 h 8"/>
              <a:gd name="T8" fmla="*/ 103 w 107"/>
              <a:gd name="T9" fmla="*/ 0 h 8"/>
              <a:gd name="T10" fmla="*/ 0 w 107"/>
              <a:gd name="T11" fmla="*/ 0 h 8"/>
              <a:gd name="T12" fmla="*/ 1 w 107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" h="8">
                <a:moveTo>
                  <a:pt x="1" y="4"/>
                </a:moveTo>
                <a:cubicBezTo>
                  <a:pt x="1" y="6"/>
                  <a:pt x="1" y="7"/>
                  <a:pt x="0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5" y="8"/>
                  <a:pt x="107" y="7"/>
                  <a:pt x="107" y="4"/>
                </a:cubicBezTo>
                <a:cubicBezTo>
                  <a:pt x="107" y="2"/>
                  <a:pt x="105" y="0"/>
                  <a:pt x="103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2"/>
                  <a:pt x="1" y="3"/>
                  <a:pt x="1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EFF76C62-4207-4F7E-B642-341A2238E517}"/>
              </a:ext>
            </a:extLst>
          </p:cNvPr>
          <p:cNvSpPr>
            <a:spLocks/>
          </p:cNvSpPr>
          <p:nvPr/>
        </p:nvSpPr>
        <p:spPr bwMode="auto">
          <a:xfrm>
            <a:off x="9664701" y="3300413"/>
            <a:ext cx="50800" cy="17463"/>
          </a:xfrm>
          <a:custGeom>
            <a:avLst/>
            <a:gdLst>
              <a:gd name="T0" fmla="*/ 22 w 23"/>
              <a:gd name="T1" fmla="*/ 4 h 8"/>
              <a:gd name="T2" fmla="*/ 23 w 23"/>
              <a:gd name="T3" fmla="*/ 0 h 8"/>
              <a:gd name="T4" fmla="*/ 4 w 23"/>
              <a:gd name="T5" fmla="*/ 0 h 8"/>
              <a:gd name="T6" fmla="*/ 0 w 23"/>
              <a:gd name="T7" fmla="*/ 4 h 8"/>
              <a:gd name="T8" fmla="*/ 4 w 23"/>
              <a:gd name="T9" fmla="*/ 8 h 8"/>
              <a:gd name="T10" fmla="*/ 23 w 23"/>
              <a:gd name="T11" fmla="*/ 8 h 8"/>
              <a:gd name="T12" fmla="*/ 22 w 23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8">
                <a:moveTo>
                  <a:pt x="22" y="4"/>
                </a:moveTo>
                <a:cubicBezTo>
                  <a:pt x="22" y="3"/>
                  <a:pt x="23" y="2"/>
                  <a:pt x="2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7"/>
                  <a:pt x="2" y="8"/>
                  <a:pt x="4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7"/>
                  <a:pt x="22" y="6"/>
                  <a:pt x="22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C7D0771D-5BBD-46B5-9399-742DB1CC6E4B}"/>
              </a:ext>
            </a:extLst>
          </p:cNvPr>
          <p:cNvSpPr>
            <a:spLocks/>
          </p:cNvSpPr>
          <p:nvPr/>
        </p:nvSpPr>
        <p:spPr bwMode="auto">
          <a:xfrm>
            <a:off x="9948863" y="3424238"/>
            <a:ext cx="61913" cy="15875"/>
          </a:xfrm>
          <a:custGeom>
            <a:avLst/>
            <a:gdLst>
              <a:gd name="T0" fmla="*/ 1 w 29"/>
              <a:gd name="T1" fmla="*/ 4 h 8"/>
              <a:gd name="T2" fmla="*/ 0 w 29"/>
              <a:gd name="T3" fmla="*/ 8 h 8"/>
              <a:gd name="T4" fmla="*/ 25 w 29"/>
              <a:gd name="T5" fmla="*/ 8 h 8"/>
              <a:gd name="T6" fmla="*/ 29 w 29"/>
              <a:gd name="T7" fmla="*/ 4 h 8"/>
              <a:gd name="T8" fmla="*/ 25 w 29"/>
              <a:gd name="T9" fmla="*/ 0 h 8"/>
              <a:gd name="T10" fmla="*/ 0 w 29"/>
              <a:gd name="T11" fmla="*/ 0 h 8"/>
              <a:gd name="T12" fmla="*/ 1 w 29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8">
                <a:moveTo>
                  <a:pt x="1" y="4"/>
                </a:moveTo>
                <a:cubicBezTo>
                  <a:pt x="1" y="5"/>
                  <a:pt x="0" y="6"/>
                  <a:pt x="0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7" y="8"/>
                  <a:pt x="29" y="6"/>
                  <a:pt x="29" y="4"/>
                </a:cubicBezTo>
                <a:cubicBezTo>
                  <a:pt x="29" y="2"/>
                  <a:pt x="27" y="0"/>
                  <a:pt x="2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2"/>
                  <a:pt x="1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976483BC-BE8E-4F33-94E0-72B57BB3008E}"/>
              </a:ext>
            </a:extLst>
          </p:cNvPr>
          <p:cNvSpPr>
            <a:spLocks/>
          </p:cNvSpPr>
          <p:nvPr/>
        </p:nvSpPr>
        <p:spPr bwMode="auto">
          <a:xfrm>
            <a:off x="9664701" y="3424238"/>
            <a:ext cx="219075" cy="15875"/>
          </a:xfrm>
          <a:custGeom>
            <a:avLst/>
            <a:gdLst>
              <a:gd name="T0" fmla="*/ 100 w 101"/>
              <a:gd name="T1" fmla="*/ 4 h 8"/>
              <a:gd name="T2" fmla="*/ 101 w 101"/>
              <a:gd name="T3" fmla="*/ 0 h 8"/>
              <a:gd name="T4" fmla="*/ 4 w 101"/>
              <a:gd name="T5" fmla="*/ 0 h 8"/>
              <a:gd name="T6" fmla="*/ 0 w 101"/>
              <a:gd name="T7" fmla="*/ 4 h 8"/>
              <a:gd name="T8" fmla="*/ 4 w 101"/>
              <a:gd name="T9" fmla="*/ 8 h 8"/>
              <a:gd name="T10" fmla="*/ 101 w 101"/>
              <a:gd name="T11" fmla="*/ 8 h 8"/>
              <a:gd name="T12" fmla="*/ 100 w 101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1" h="8">
                <a:moveTo>
                  <a:pt x="100" y="4"/>
                </a:moveTo>
                <a:cubicBezTo>
                  <a:pt x="100" y="2"/>
                  <a:pt x="100" y="1"/>
                  <a:pt x="101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0" y="6"/>
                  <a:pt x="100" y="5"/>
                  <a:pt x="100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1EB79656-EEAB-43E1-8C6D-D434F12892DB}"/>
              </a:ext>
            </a:extLst>
          </p:cNvPr>
          <p:cNvSpPr>
            <a:spLocks/>
          </p:cNvSpPr>
          <p:nvPr/>
        </p:nvSpPr>
        <p:spPr bwMode="auto">
          <a:xfrm>
            <a:off x="9828213" y="3544888"/>
            <a:ext cx="182563" cy="17463"/>
          </a:xfrm>
          <a:custGeom>
            <a:avLst/>
            <a:gdLst>
              <a:gd name="T0" fmla="*/ 1 w 85"/>
              <a:gd name="T1" fmla="*/ 4 h 8"/>
              <a:gd name="T2" fmla="*/ 0 w 85"/>
              <a:gd name="T3" fmla="*/ 8 h 8"/>
              <a:gd name="T4" fmla="*/ 81 w 85"/>
              <a:gd name="T5" fmla="*/ 8 h 8"/>
              <a:gd name="T6" fmla="*/ 85 w 85"/>
              <a:gd name="T7" fmla="*/ 4 h 8"/>
              <a:gd name="T8" fmla="*/ 81 w 85"/>
              <a:gd name="T9" fmla="*/ 0 h 8"/>
              <a:gd name="T10" fmla="*/ 0 w 85"/>
              <a:gd name="T11" fmla="*/ 0 h 8"/>
              <a:gd name="T12" fmla="*/ 1 w 85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8">
                <a:moveTo>
                  <a:pt x="1" y="4"/>
                </a:moveTo>
                <a:cubicBezTo>
                  <a:pt x="1" y="6"/>
                  <a:pt x="1" y="7"/>
                  <a:pt x="0" y="8"/>
                </a:cubicBezTo>
                <a:cubicBezTo>
                  <a:pt x="81" y="8"/>
                  <a:pt x="81" y="8"/>
                  <a:pt x="81" y="8"/>
                </a:cubicBezTo>
                <a:cubicBezTo>
                  <a:pt x="83" y="8"/>
                  <a:pt x="85" y="6"/>
                  <a:pt x="85" y="4"/>
                </a:cubicBezTo>
                <a:cubicBezTo>
                  <a:pt x="85" y="2"/>
                  <a:pt x="83" y="0"/>
                  <a:pt x="8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06D13894-32B9-401E-8E52-42A078BDB914}"/>
              </a:ext>
            </a:extLst>
          </p:cNvPr>
          <p:cNvSpPr>
            <a:spLocks/>
          </p:cNvSpPr>
          <p:nvPr/>
        </p:nvSpPr>
        <p:spPr bwMode="auto">
          <a:xfrm>
            <a:off x="9664701" y="3544888"/>
            <a:ext cx="98425" cy="17463"/>
          </a:xfrm>
          <a:custGeom>
            <a:avLst/>
            <a:gdLst>
              <a:gd name="T0" fmla="*/ 44 w 45"/>
              <a:gd name="T1" fmla="*/ 4 h 8"/>
              <a:gd name="T2" fmla="*/ 45 w 45"/>
              <a:gd name="T3" fmla="*/ 0 h 8"/>
              <a:gd name="T4" fmla="*/ 4 w 45"/>
              <a:gd name="T5" fmla="*/ 0 h 8"/>
              <a:gd name="T6" fmla="*/ 0 w 45"/>
              <a:gd name="T7" fmla="*/ 4 h 8"/>
              <a:gd name="T8" fmla="*/ 4 w 45"/>
              <a:gd name="T9" fmla="*/ 8 h 8"/>
              <a:gd name="T10" fmla="*/ 45 w 45"/>
              <a:gd name="T11" fmla="*/ 8 h 8"/>
              <a:gd name="T12" fmla="*/ 44 w 45"/>
              <a:gd name="T13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8">
                <a:moveTo>
                  <a:pt x="44" y="4"/>
                </a:moveTo>
                <a:cubicBezTo>
                  <a:pt x="44" y="3"/>
                  <a:pt x="45" y="1"/>
                  <a:pt x="45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4" y="6"/>
                  <a:pt x="44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A41C1FDC-E39C-48DB-9563-DC49A3462103}"/>
              </a:ext>
            </a:extLst>
          </p:cNvPr>
          <p:cNvSpPr>
            <a:spLocks noEditPoints="1"/>
          </p:cNvSpPr>
          <p:nvPr/>
        </p:nvSpPr>
        <p:spPr bwMode="auto">
          <a:xfrm>
            <a:off x="9709151" y="3270251"/>
            <a:ext cx="77788" cy="77788"/>
          </a:xfrm>
          <a:custGeom>
            <a:avLst/>
            <a:gdLst>
              <a:gd name="T0" fmla="*/ 18 w 36"/>
              <a:gd name="T1" fmla="*/ 36 h 36"/>
              <a:gd name="T2" fmla="*/ 0 w 36"/>
              <a:gd name="T3" fmla="*/ 18 h 36"/>
              <a:gd name="T4" fmla="*/ 18 w 36"/>
              <a:gd name="T5" fmla="*/ 0 h 36"/>
              <a:gd name="T6" fmla="*/ 36 w 36"/>
              <a:gd name="T7" fmla="*/ 18 h 36"/>
              <a:gd name="T8" fmla="*/ 18 w 36"/>
              <a:gd name="T9" fmla="*/ 36 h 36"/>
              <a:gd name="T10" fmla="*/ 18 w 36"/>
              <a:gd name="T11" fmla="*/ 4 h 36"/>
              <a:gd name="T12" fmla="*/ 4 w 36"/>
              <a:gd name="T13" fmla="*/ 18 h 36"/>
              <a:gd name="T14" fmla="*/ 18 w 36"/>
              <a:gd name="T15" fmla="*/ 32 h 36"/>
              <a:gd name="T16" fmla="*/ 32 w 36"/>
              <a:gd name="T17" fmla="*/ 18 h 36"/>
              <a:gd name="T18" fmla="*/ 18 w 36"/>
              <a:gd name="T19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6">
                <a:moveTo>
                  <a:pt x="18" y="36"/>
                </a:move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ubicBezTo>
                  <a:pt x="36" y="28"/>
                  <a:pt x="28" y="36"/>
                  <a:pt x="18" y="36"/>
                </a:cubicBezTo>
                <a:close/>
                <a:moveTo>
                  <a:pt x="18" y="4"/>
                </a:moveTo>
                <a:cubicBezTo>
                  <a:pt x="11" y="4"/>
                  <a:pt x="4" y="10"/>
                  <a:pt x="4" y="18"/>
                </a:cubicBezTo>
                <a:cubicBezTo>
                  <a:pt x="4" y="26"/>
                  <a:pt x="11" y="32"/>
                  <a:pt x="18" y="32"/>
                </a:cubicBezTo>
                <a:cubicBezTo>
                  <a:pt x="26" y="32"/>
                  <a:pt x="32" y="26"/>
                  <a:pt x="32" y="18"/>
                </a:cubicBezTo>
                <a:cubicBezTo>
                  <a:pt x="32" y="10"/>
                  <a:pt x="26" y="4"/>
                  <a:pt x="1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4F18F409-9DEC-49E4-A458-8737653EF672}"/>
              </a:ext>
            </a:extLst>
          </p:cNvPr>
          <p:cNvSpPr>
            <a:spLocks noEditPoints="1"/>
          </p:cNvSpPr>
          <p:nvPr/>
        </p:nvSpPr>
        <p:spPr bwMode="auto">
          <a:xfrm>
            <a:off x="9877426" y="3394076"/>
            <a:ext cx="77788" cy="74613"/>
          </a:xfrm>
          <a:custGeom>
            <a:avLst/>
            <a:gdLst>
              <a:gd name="T0" fmla="*/ 18 w 36"/>
              <a:gd name="T1" fmla="*/ 35 h 35"/>
              <a:gd name="T2" fmla="*/ 0 w 36"/>
              <a:gd name="T3" fmla="*/ 18 h 35"/>
              <a:gd name="T4" fmla="*/ 18 w 36"/>
              <a:gd name="T5" fmla="*/ 0 h 35"/>
              <a:gd name="T6" fmla="*/ 36 w 36"/>
              <a:gd name="T7" fmla="*/ 18 h 35"/>
              <a:gd name="T8" fmla="*/ 18 w 36"/>
              <a:gd name="T9" fmla="*/ 35 h 35"/>
              <a:gd name="T10" fmla="*/ 18 w 36"/>
              <a:gd name="T11" fmla="*/ 4 h 35"/>
              <a:gd name="T12" fmla="*/ 4 w 36"/>
              <a:gd name="T13" fmla="*/ 18 h 35"/>
              <a:gd name="T14" fmla="*/ 18 w 36"/>
              <a:gd name="T15" fmla="*/ 31 h 35"/>
              <a:gd name="T16" fmla="*/ 32 w 36"/>
              <a:gd name="T17" fmla="*/ 18 h 35"/>
              <a:gd name="T18" fmla="*/ 18 w 36"/>
              <a:gd name="T19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5">
                <a:moveTo>
                  <a:pt x="18" y="35"/>
                </a:move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ubicBezTo>
                  <a:pt x="36" y="27"/>
                  <a:pt x="28" y="35"/>
                  <a:pt x="18" y="35"/>
                </a:cubicBezTo>
                <a:close/>
                <a:moveTo>
                  <a:pt x="18" y="4"/>
                </a:moveTo>
                <a:cubicBezTo>
                  <a:pt x="10" y="4"/>
                  <a:pt x="4" y="10"/>
                  <a:pt x="4" y="18"/>
                </a:cubicBezTo>
                <a:cubicBezTo>
                  <a:pt x="4" y="25"/>
                  <a:pt x="10" y="31"/>
                  <a:pt x="18" y="31"/>
                </a:cubicBezTo>
                <a:cubicBezTo>
                  <a:pt x="25" y="31"/>
                  <a:pt x="32" y="25"/>
                  <a:pt x="32" y="18"/>
                </a:cubicBezTo>
                <a:cubicBezTo>
                  <a:pt x="32" y="10"/>
                  <a:pt x="25" y="4"/>
                  <a:pt x="1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E4AB39F6-0A38-474D-A33D-97F005F0A22B}"/>
              </a:ext>
            </a:extLst>
          </p:cNvPr>
          <p:cNvSpPr>
            <a:spLocks noEditPoints="1"/>
          </p:cNvSpPr>
          <p:nvPr/>
        </p:nvSpPr>
        <p:spPr bwMode="auto">
          <a:xfrm>
            <a:off x="9756776" y="3514726"/>
            <a:ext cx="77788" cy="77788"/>
          </a:xfrm>
          <a:custGeom>
            <a:avLst/>
            <a:gdLst>
              <a:gd name="T0" fmla="*/ 18 w 36"/>
              <a:gd name="T1" fmla="*/ 36 h 36"/>
              <a:gd name="T2" fmla="*/ 0 w 36"/>
              <a:gd name="T3" fmla="*/ 18 h 36"/>
              <a:gd name="T4" fmla="*/ 18 w 36"/>
              <a:gd name="T5" fmla="*/ 0 h 36"/>
              <a:gd name="T6" fmla="*/ 36 w 36"/>
              <a:gd name="T7" fmla="*/ 18 h 36"/>
              <a:gd name="T8" fmla="*/ 18 w 36"/>
              <a:gd name="T9" fmla="*/ 36 h 36"/>
              <a:gd name="T10" fmla="*/ 18 w 36"/>
              <a:gd name="T11" fmla="*/ 4 h 36"/>
              <a:gd name="T12" fmla="*/ 4 w 36"/>
              <a:gd name="T13" fmla="*/ 18 h 36"/>
              <a:gd name="T14" fmla="*/ 18 w 36"/>
              <a:gd name="T15" fmla="*/ 32 h 36"/>
              <a:gd name="T16" fmla="*/ 32 w 36"/>
              <a:gd name="T17" fmla="*/ 18 h 36"/>
              <a:gd name="T18" fmla="*/ 18 w 36"/>
              <a:gd name="T19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6" h="36">
                <a:moveTo>
                  <a:pt x="18" y="36"/>
                </a:move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ubicBezTo>
                  <a:pt x="36" y="28"/>
                  <a:pt x="28" y="36"/>
                  <a:pt x="18" y="36"/>
                </a:cubicBezTo>
                <a:close/>
                <a:moveTo>
                  <a:pt x="18" y="4"/>
                </a:moveTo>
                <a:cubicBezTo>
                  <a:pt x="11" y="4"/>
                  <a:pt x="4" y="10"/>
                  <a:pt x="4" y="18"/>
                </a:cubicBezTo>
                <a:cubicBezTo>
                  <a:pt x="4" y="26"/>
                  <a:pt x="11" y="32"/>
                  <a:pt x="18" y="32"/>
                </a:cubicBezTo>
                <a:cubicBezTo>
                  <a:pt x="26" y="32"/>
                  <a:pt x="32" y="26"/>
                  <a:pt x="32" y="18"/>
                </a:cubicBezTo>
                <a:cubicBezTo>
                  <a:pt x="32" y="10"/>
                  <a:pt x="26" y="4"/>
                  <a:pt x="18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D6CA31E7-4F58-42F3-A4F9-C6E010E15D26}"/>
              </a:ext>
            </a:extLst>
          </p:cNvPr>
          <p:cNvSpPr>
            <a:spLocks/>
          </p:cNvSpPr>
          <p:nvPr/>
        </p:nvSpPr>
        <p:spPr bwMode="auto">
          <a:xfrm>
            <a:off x="8804276" y="3230563"/>
            <a:ext cx="415925" cy="390525"/>
          </a:xfrm>
          <a:custGeom>
            <a:avLst/>
            <a:gdLst>
              <a:gd name="T0" fmla="*/ 177 w 192"/>
              <a:gd name="T1" fmla="*/ 15 h 180"/>
              <a:gd name="T2" fmla="*/ 122 w 192"/>
              <a:gd name="T3" fmla="*/ 15 h 180"/>
              <a:gd name="T4" fmla="*/ 85 w 192"/>
              <a:gd name="T5" fmla="*/ 52 h 180"/>
              <a:gd name="T6" fmla="*/ 24 w 192"/>
              <a:gd name="T7" fmla="*/ 114 h 180"/>
              <a:gd name="T8" fmla="*/ 11 w 192"/>
              <a:gd name="T9" fmla="*/ 126 h 180"/>
              <a:gd name="T10" fmla="*/ 11 w 192"/>
              <a:gd name="T11" fmla="*/ 168 h 180"/>
              <a:gd name="T12" fmla="*/ 53 w 192"/>
              <a:gd name="T13" fmla="*/ 168 h 180"/>
              <a:gd name="T14" fmla="*/ 103 w 192"/>
              <a:gd name="T15" fmla="*/ 118 h 180"/>
              <a:gd name="T16" fmla="*/ 127 w 192"/>
              <a:gd name="T17" fmla="*/ 94 h 180"/>
              <a:gd name="T18" fmla="*/ 151 w 192"/>
              <a:gd name="T19" fmla="*/ 70 h 180"/>
              <a:gd name="T20" fmla="*/ 151 w 192"/>
              <a:gd name="T21" fmla="*/ 41 h 180"/>
              <a:gd name="T22" fmla="*/ 122 w 192"/>
              <a:gd name="T23" fmla="*/ 41 h 180"/>
              <a:gd name="T24" fmla="*/ 50 w 192"/>
              <a:gd name="T25" fmla="*/ 113 h 180"/>
              <a:gd name="T26" fmla="*/ 55 w 192"/>
              <a:gd name="T27" fmla="*/ 118 h 180"/>
              <a:gd name="T28" fmla="*/ 127 w 192"/>
              <a:gd name="T29" fmla="*/ 46 h 180"/>
              <a:gd name="T30" fmla="*/ 137 w 192"/>
              <a:gd name="T31" fmla="*/ 42 h 180"/>
              <a:gd name="T32" fmla="*/ 146 w 192"/>
              <a:gd name="T33" fmla="*/ 46 h 180"/>
              <a:gd name="T34" fmla="*/ 150 w 192"/>
              <a:gd name="T35" fmla="*/ 56 h 180"/>
              <a:gd name="T36" fmla="*/ 146 w 192"/>
              <a:gd name="T37" fmla="*/ 65 h 180"/>
              <a:gd name="T38" fmla="*/ 122 w 192"/>
              <a:gd name="T39" fmla="*/ 89 h 180"/>
              <a:gd name="T40" fmla="*/ 98 w 192"/>
              <a:gd name="T41" fmla="*/ 113 h 180"/>
              <a:gd name="T42" fmla="*/ 48 w 192"/>
              <a:gd name="T43" fmla="*/ 163 h 180"/>
              <a:gd name="T44" fmla="*/ 32 w 192"/>
              <a:gd name="T45" fmla="*/ 170 h 180"/>
              <a:gd name="T46" fmla="*/ 16 w 192"/>
              <a:gd name="T47" fmla="*/ 163 h 180"/>
              <a:gd name="T48" fmla="*/ 9 w 192"/>
              <a:gd name="T49" fmla="*/ 147 h 180"/>
              <a:gd name="T50" fmla="*/ 16 w 192"/>
              <a:gd name="T51" fmla="*/ 131 h 180"/>
              <a:gd name="T52" fmla="*/ 28 w 192"/>
              <a:gd name="T53" fmla="*/ 119 h 180"/>
              <a:gd name="T54" fmla="*/ 90 w 192"/>
              <a:gd name="T55" fmla="*/ 57 h 180"/>
              <a:gd name="T56" fmla="*/ 127 w 192"/>
              <a:gd name="T57" fmla="*/ 20 h 180"/>
              <a:gd name="T58" fmla="*/ 149 w 192"/>
              <a:gd name="T59" fmla="*/ 11 h 180"/>
              <a:gd name="T60" fmla="*/ 172 w 192"/>
              <a:gd name="T61" fmla="*/ 20 h 180"/>
              <a:gd name="T62" fmla="*/ 181 w 192"/>
              <a:gd name="T63" fmla="*/ 42 h 180"/>
              <a:gd name="T64" fmla="*/ 172 w 192"/>
              <a:gd name="T65" fmla="*/ 64 h 180"/>
              <a:gd name="T66" fmla="*/ 86 w 192"/>
              <a:gd name="T67" fmla="*/ 150 h 180"/>
              <a:gd name="T68" fmla="*/ 91 w 192"/>
              <a:gd name="T69" fmla="*/ 155 h 180"/>
              <a:gd name="T70" fmla="*/ 177 w 192"/>
              <a:gd name="T71" fmla="*/ 69 h 180"/>
              <a:gd name="T72" fmla="*/ 177 w 192"/>
              <a:gd name="T73" fmla="*/ 15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80">
                <a:moveTo>
                  <a:pt x="177" y="15"/>
                </a:moveTo>
                <a:cubicBezTo>
                  <a:pt x="162" y="0"/>
                  <a:pt x="137" y="0"/>
                  <a:pt x="122" y="15"/>
                </a:cubicBezTo>
                <a:cubicBezTo>
                  <a:pt x="85" y="52"/>
                  <a:pt x="85" y="52"/>
                  <a:pt x="85" y="52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11" y="126"/>
                  <a:pt x="11" y="126"/>
                  <a:pt x="11" y="126"/>
                </a:cubicBezTo>
                <a:cubicBezTo>
                  <a:pt x="0" y="138"/>
                  <a:pt x="0" y="157"/>
                  <a:pt x="11" y="168"/>
                </a:cubicBezTo>
                <a:cubicBezTo>
                  <a:pt x="23" y="180"/>
                  <a:pt x="42" y="180"/>
                  <a:pt x="53" y="168"/>
                </a:cubicBezTo>
                <a:cubicBezTo>
                  <a:pt x="103" y="118"/>
                  <a:pt x="103" y="118"/>
                  <a:pt x="103" y="118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51" y="70"/>
                  <a:pt x="151" y="70"/>
                  <a:pt x="151" y="70"/>
                </a:cubicBezTo>
                <a:cubicBezTo>
                  <a:pt x="159" y="62"/>
                  <a:pt x="159" y="49"/>
                  <a:pt x="151" y="41"/>
                </a:cubicBezTo>
                <a:cubicBezTo>
                  <a:pt x="143" y="33"/>
                  <a:pt x="130" y="33"/>
                  <a:pt x="122" y="41"/>
                </a:cubicBezTo>
                <a:cubicBezTo>
                  <a:pt x="50" y="113"/>
                  <a:pt x="50" y="113"/>
                  <a:pt x="50" y="113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30" y="44"/>
                  <a:pt x="133" y="42"/>
                  <a:pt x="137" y="42"/>
                </a:cubicBezTo>
                <a:cubicBezTo>
                  <a:pt x="140" y="42"/>
                  <a:pt x="143" y="44"/>
                  <a:pt x="146" y="46"/>
                </a:cubicBezTo>
                <a:cubicBezTo>
                  <a:pt x="149" y="49"/>
                  <a:pt x="150" y="52"/>
                  <a:pt x="150" y="56"/>
                </a:cubicBezTo>
                <a:cubicBezTo>
                  <a:pt x="150" y="59"/>
                  <a:pt x="149" y="63"/>
                  <a:pt x="146" y="65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48" y="163"/>
                  <a:pt x="48" y="163"/>
                  <a:pt x="48" y="163"/>
                </a:cubicBezTo>
                <a:cubicBezTo>
                  <a:pt x="44" y="168"/>
                  <a:pt x="38" y="170"/>
                  <a:pt x="32" y="170"/>
                </a:cubicBezTo>
                <a:cubicBezTo>
                  <a:pt x="26" y="170"/>
                  <a:pt x="21" y="168"/>
                  <a:pt x="16" y="163"/>
                </a:cubicBezTo>
                <a:cubicBezTo>
                  <a:pt x="12" y="159"/>
                  <a:pt x="9" y="153"/>
                  <a:pt x="9" y="147"/>
                </a:cubicBezTo>
                <a:cubicBezTo>
                  <a:pt x="9" y="141"/>
                  <a:pt x="12" y="136"/>
                  <a:pt x="16" y="131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90" y="57"/>
                  <a:pt x="90" y="57"/>
                  <a:pt x="90" y="57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33" y="14"/>
                  <a:pt x="141" y="11"/>
                  <a:pt x="149" y="11"/>
                </a:cubicBezTo>
                <a:cubicBezTo>
                  <a:pt x="157" y="11"/>
                  <a:pt x="166" y="14"/>
                  <a:pt x="172" y="20"/>
                </a:cubicBezTo>
                <a:cubicBezTo>
                  <a:pt x="178" y="26"/>
                  <a:pt x="181" y="34"/>
                  <a:pt x="181" y="42"/>
                </a:cubicBezTo>
                <a:cubicBezTo>
                  <a:pt x="181" y="50"/>
                  <a:pt x="178" y="58"/>
                  <a:pt x="172" y="64"/>
                </a:cubicBezTo>
                <a:cubicBezTo>
                  <a:pt x="86" y="150"/>
                  <a:pt x="86" y="150"/>
                  <a:pt x="86" y="150"/>
                </a:cubicBezTo>
                <a:cubicBezTo>
                  <a:pt x="91" y="155"/>
                  <a:pt x="91" y="155"/>
                  <a:pt x="91" y="155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92" y="54"/>
                  <a:pt x="192" y="30"/>
                  <a:pt x="177" y="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F7D954A2-1BDB-4B13-B545-641FE9E8EAFA}"/>
              </a:ext>
            </a:extLst>
          </p:cNvPr>
          <p:cNvSpPr>
            <a:spLocks noEditPoints="1"/>
          </p:cNvSpPr>
          <p:nvPr/>
        </p:nvSpPr>
        <p:spPr bwMode="auto">
          <a:xfrm>
            <a:off x="6359526" y="3532188"/>
            <a:ext cx="307975" cy="61913"/>
          </a:xfrm>
          <a:custGeom>
            <a:avLst/>
            <a:gdLst>
              <a:gd name="T0" fmla="*/ 128 w 143"/>
              <a:gd name="T1" fmla="*/ 29 h 29"/>
              <a:gd name="T2" fmla="*/ 14 w 143"/>
              <a:gd name="T3" fmla="*/ 29 h 29"/>
              <a:gd name="T4" fmla="*/ 0 w 143"/>
              <a:gd name="T5" fmla="*/ 15 h 29"/>
              <a:gd name="T6" fmla="*/ 14 w 143"/>
              <a:gd name="T7" fmla="*/ 0 h 29"/>
              <a:gd name="T8" fmla="*/ 54 w 143"/>
              <a:gd name="T9" fmla="*/ 0 h 29"/>
              <a:gd name="T10" fmla="*/ 58 w 143"/>
              <a:gd name="T11" fmla="*/ 7 h 29"/>
              <a:gd name="T12" fmla="*/ 71 w 143"/>
              <a:gd name="T13" fmla="*/ 16 h 29"/>
              <a:gd name="T14" fmla="*/ 84 w 143"/>
              <a:gd name="T15" fmla="*/ 7 h 29"/>
              <a:gd name="T16" fmla="*/ 88 w 143"/>
              <a:gd name="T17" fmla="*/ 0 h 29"/>
              <a:gd name="T18" fmla="*/ 128 w 143"/>
              <a:gd name="T19" fmla="*/ 0 h 29"/>
              <a:gd name="T20" fmla="*/ 143 w 143"/>
              <a:gd name="T21" fmla="*/ 15 h 29"/>
              <a:gd name="T22" fmla="*/ 128 w 143"/>
              <a:gd name="T23" fmla="*/ 29 h 29"/>
              <a:gd name="T24" fmla="*/ 14 w 143"/>
              <a:gd name="T25" fmla="*/ 4 h 29"/>
              <a:gd name="T26" fmla="*/ 4 w 143"/>
              <a:gd name="T27" fmla="*/ 15 h 29"/>
              <a:gd name="T28" fmla="*/ 14 w 143"/>
              <a:gd name="T29" fmla="*/ 25 h 29"/>
              <a:gd name="T30" fmla="*/ 128 w 143"/>
              <a:gd name="T31" fmla="*/ 25 h 29"/>
              <a:gd name="T32" fmla="*/ 139 w 143"/>
              <a:gd name="T33" fmla="*/ 15 h 29"/>
              <a:gd name="T34" fmla="*/ 128 w 143"/>
              <a:gd name="T35" fmla="*/ 4 h 29"/>
              <a:gd name="T36" fmla="*/ 91 w 143"/>
              <a:gd name="T37" fmla="*/ 4 h 29"/>
              <a:gd name="T38" fmla="*/ 88 w 143"/>
              <a:gd name="T39" fmla="*/ 9 h 29"/>
              <a:gd name="T40" fmla="*/ 71 w 143"/>
              <a:gd name="T41" fmla="*/ 20 h 29"/>
              <a:gd name="T42" fmla="*/ 55 w 143"/>
              <a:gd name="T43" fmla="*/ 9 h 29"/>
              <a:gd name="T44" fmla="*/ 52 w 143"/>
              <a:gd name="T45" fmla="*/ 4 h 29"/>
              <a:gd name="T46" fmla="*/ 14 w 143"/>
              <a:gd name="T47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3" h="29">
                <a:moveTo>
                  <a:pt x="128" y="29"/>
                </a:move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23"/>
                  <a:pt x="0" y="15"/>
                </a:cubicBezTo>
                <a:cubicBezTo>
                  <a:pt x="0" y="6"/>
                  <a:pt x="6" y="0"/>
                  <a:pt x="1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8" y="7"/>
                  <a:pt x="58" y="7"/>
                  <a:pt x="58" y="7"/>
                </a:cubicBezTo>
                <a:cubicBezTo>
                  <a:pt x="61" y="13"/>
                  <a:pt x="66" y="16"/>
                  <a:pt x="71" y="16"/>
                </a:cubicBezTo>
                <a:cubicBezTo>
                  <a:pt x="76" y="16"/>
                  <a:pt x="81" y="13"/>
                  <a:pt x="84" y="7"/>
                </a:cubicBezTo>
                <a:cubicBezTo>
                  <a:pt x="88" y="0"/>
                  <a:pt x="88" y="0"/>
                  <a:pt x="8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6" y="0"/>
                  <a:pt x="143" y="6"/>
                  <a:pt x="143" y="15"/>
                </a:cubicBezTo>
                <a:cubicBezTo>
                  <a:pt x="143" y="23"/>
                  <a:pt x="136" y="29"/>
                  <a:pt x="128" y="29"/>
                </a:cubicBezTo>
                <a:close/>
                <a:moveTo>
                  <a:pt x="14" y="4"/>
                </a:moveTo>
                <a:cubicBezTo>
                  <a:pt x="8" y="4"/>
                  <a:pt x="4" y="9"/>
                  <a:pt x="4" y="15"/>
                </a:cubicBezTo>
                <a:cubicBezTo>
                  <a:pt x="4" y="20"/>
                  <a:pt x="8" y="25"/>
                  <a:pt x="14" y="25"/>
                </a:cubicBezTo>
                <a:cubicBezTo>
                  <a:pt x="128" y="25"/>
                  <a:pt x="128" y="25"/>
                  <a:pt x="128" y="25"/>
                </a:cubicBezTo>
                <a:cubicBezTo>
                  <a:pt x="134" y="25"/>
                  <a:pt x="139" y="20"/>
                  <a:pt x="139" y="15"/>
                </a:cubicBezTo>
                <a:cubicBezTo>
                  <a:pt x="139" y="9"/>
                  <a:pt x="134" y="4"/>
                  <a:pt x="128" y="4"/>
                </a:cubicBezTo>
                <a:cubicBezTo>
                  <a:pt x="91" y="4"/>
                  <a:pt x="91" y="4"/>
                  <a:pt x="91" y="4"/>
                </a:cubicBezTo>
                <a:cubicBezTo>
                  <a:pt x="88" y="9"/>
                  <a:pt x="88" y="9"/>
                  <a:pt x="88" y="9"/>
                </a:cubicBezTo>
                <a:cubicBezTo>
                  <a:pt x="84" y="16"/>
                  <a:pt x="78" y="20"/>
                  <a:pt x="71" y="20"/>
                </a:cubicBezTo>
                <a:cubicBezTo>
                  <a:pt x="65" y="20"/>
                  <a:pt x="59" y="16"/>
                  <a:pt x="55" y="9"/>
                </a:cubicBezTo>
                <a:cubicBezTo>
                  <a:pt x="52" y="4"/>
                  <a:pt x="52" y="4"/>
                  <a:pt x="52" y="4"/>
                </a:cubicBezTo>
                <a:lnTo>
                  <a:pt x="1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B6B55B67-5312-4BB9-9967-65D603C19F80}"/>
              </a:ext>
            </a:extLst>
          </p:cNvPr>
          <p:cNvSpPr>
            <a:spLocks noEditPoints="1"/>
          </p:cNvSpPr>
          <p:nvPr/>
        </p:nvSpPr>
        <p:spPr bwMode="auto">
          <a:xfrm>
            <a:off x="6408738" y="3254376"/>
            <a:ext cx="207963" cy="277813"/>
          </a:xfrm>
          <a:custGeom>
            <a:avLst/>
            <a:gdLst>
              <a:gd name="T0" fmla="*/ 48 w 96"/>
              <a:gd name="T1" fmla="*/ 128 h 128"/>
              <a:gd name="T2" fmla="*/ 38 w 96"/>
              <a:gd name="T3" fmla="*/ 122 h 128"/>
              <a:gd name="T4" fmla="*/ 3 w 96"/>
              <a:gd name="T5" fmla="*/ 60 h 128"/>
              <a:gd name="T6" fmla="*/ 2 w 96"/>
              <a:gd name="T7" fmla="*/ 48 h 128"/>
              <a:gd name="T8" fmla="*/ 13 w 96"/>
              <a:gd name="T9" fmla="*/ 43 h 128"/>
              <a:gd name="T10" fmla="*/ 23 w 96"/>
              <a:gd name="T11" fmla="*/ 43 h 128"/>
              <a:gd name="T12" fmla="*/ 23 w 96"/>
              <a:gd name="T13" fmla="*/ 18 h 128"/>
              <a:gd name="T14" fmla="*/ 41 w 96"/>
              <a:gd name="T15" fmla="*/ 0 h 128"/>
              <a:gd name="T16" fmla="*/ 55 w 96"/>
              <a:gd name="T17" fmla="*/ 0 h 128"/>
              <a:gd name="T18" fmla="*/ 74 w 96"/>
              <a:gd name="T19" fmla="*/ 18 h 128"/>
              <a:gd name="T20" fmla="*/ 74 w 96"/>
              <a:gd name="T21" fmla="*/ 43 h 128"/>
              <a:gd name="T22" fmla="*/ 84 w 96"/>
              <a:gd name="T23" fmla="*/ 43 h 128"/>
              <a:gd name="T24" fmla="*/ 94 w 96"/>
              <a:gd name="T25" fmla="*/ 48 h 128"/>
              <a:gd name="T26" fmla="*/ 93 w 96"/>
              <a:gd name="T27" fmla="*/ 60 h 128"/>
              <a:gd name="T28" fmla="*/ 58 w 96"/>
              <a:gd name="T29" fmla="*/ 122 h 128"/>
              <a:gd name="T30" fmla="*/ 48 w 96"/>
              <a:gd name="T31" fmla="*/ 128 h 128"/>
              <a:gd name="T32" fmla="*/ 13 w 96"/>
              <a:gd name="T33" fmla="*/ 51 h 128"/>
              <a:gd name="T34" fmla="*/ 9 w 96"/>
              <a:gd name="T35" fmla="*/ 52 h 128"/>
              <a:gd name="T36" fmla="*/ 10 w 96"/>
              <a:gd name="T37" fmla="*/ 56 h 128"/>
              <a:gd name="T38" fmla="*/ 45 w 96"/>
              <a:gd name="T39" fmla="*/ 118 h 128"/>
              <a:gd name="T40" fmla="*/ 48 w 96"/>
              <a:gd name="T41" fmla="*/ 120 h 128"/>
              <a:gd name="T42" fmla="*/ 51 w 96"/>
              <a:gd name="T43" fmla="*/ 118 h 128"/>
              <a:gd name="T44" fmla="*/ 87 w 96"/>
              <a:gd name="T45" fmla="*/ 56 h 128"/>
              <a:gd name="T46" fmla="*/ 87 w 96"/>
              <a:gd name="T47" fmla="*/ 52 h 128"/>
              <a:gd name="T48" fmla="*/ 84 w 96"/>
              <a:gd name="T49" fmla="*/ 51 h 128"/>
              <a:gd name="T50" fmla="*/ 66 w 96"/>
              <a:gd name="T51" fmla="*/ 51 h 128"/>
              <a:gd name="T52" fmla="*/ 66 w 96"/>
              <a:gd name="T53" fmla="*/ 18 h 128"/>
              <a:gd name="T54" fmla="*/ 55 w 96"/>
              <a:gd name="T55" fmla="*/ 8 h 128"/>
              <a:gd name="T56" fmla="*/ 41 w 96"/>
              <a:gd name="T57" fmla="*/ 8 h 128"/>
              <a:gd name="T58" fmla="*/ 31 w 96"/>
              <a:gd name="T59" fmla="*/ 18 h 128"/>
              <a:gd name="T60" fmla="*/ 31 w 96"/>
              <a:gd name="T61" fmla="*/ 51 h 128"/>
              <a:gd name="T62" fmla="*/ 13 w 96"/>
              <a:gd name="T63" fmla="*/ 5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6" h="128">
                <a:moveTo>
                  <a:pt x="48" y="128"/>
                </a:moveTo>
                <a:cubicBezTo>
                  <a:pt x="44" y="128"/>
                  <a:pt x="41" y="126"/>
                  <a:pt x="38" y="122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56"/>
                  <a:pt x="0" y="52"/>
                  <a:pt x="2" y="48"/>
                </a:cubicBezTo>
                <a:cubicBezTo>
                  <a:pt x="4" y="45"/>
                  <a:pt x="8" y="43"/>
                  <a:pt x="1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8"/>
                  <a:pt x="31" y="0"/>
                  <a:pt x="41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65" y="0"/>
                  <a:pt x="74" y="8"/>
                  <a:pt x="74" y="18"/>
                </a:cubicBezTo>
                <a:cubicBezTo>
                  <a:pt x="74" y="43"/>
                  <a:pt x="74" y="43"/>
                  <a:pt x="7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8" y="43"/>
                  <a:pt x="92" y="45"/>
                  <a:pt x="94" y="48"/>
                </a:cubicBezTo>
                <a:cubicBezTo>
                  <a:pt x="96" y="52"/>
                  <a:pt x="96" y="56"/>
                  <a:pt x="93" y="60"/>
                </a:cubicBezTo>
                <a:cubicBezTo>
                  <a:pt x="58" y="122"/>
                  <a:pt x="58" y="122"/>
                  <a:pt x="58" y="122"/>
                </a:cubicBezTo>
                <a:cubicBezTo>
                  <a:pt x="56" y="126"/>
                  <a:pt x="52" y="128"/>
                  <a:pt x="48" y="128"/>
                </a:cubicBezTo>
                <a:close/>
                <a:moveTo>
                  <a:pt x="13" y="51"/>
                </a:moveTo>
                <a:cubicBezTo>
                  <a:pt x="11" y="51"/>
                  <a:pt x="10" y="52"/>
                  <a:pt x="9" y="52"/>
                </a:cubicBezTo>
                <a:cubicBezTo>
                  <a:pt x="9" y="53"/>
                  <a:pt x="9" y="55"/>
                  <a:pt x="10" y="56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6" y="119"/>
                  <a:pt x="47" y="120"/>
                  <a:pt x="48" y="120"/>
                </a:cubicBezTo>
                <a:cubicBezTo>
                  <a:pt x="49" y="120"/>
                  <a:pt x="50" y="119"/>
                  <a:pt x="51" y="118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5"/>
                  <a:pt x="88" y="53"/>
                  <a:pt x="87" y="52"/>
                </a:cubicBezTo>
                <a:cubicBezTo>
                  <a:pt x="87" y="52"/>
                  <a:pt x="85" y="51"/>
                  <a:pt x="84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12"/>
                  <a:pt x="61" y="8"/>
                  <a:pt x="55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36" y="8"/>
                  <a:pt x="31" y="12"/>
                  <a:pt x="31" y="18"/>
                </a:cubicBezTo>
                <a:cubicBezTo>
                  <a:pt x="31" y="51"/>
                  <a:pt x="31" y="51"/>
                  <a:pt x="31" y="51"/>
                </a:cubicBezTo>
                <a:lnTo>
                  <a:pt x="13" y="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A7E8760A-B01F-485B-8115-15576DA02746}"/>
              </a:ext>
            </a:extLst>
          </p:cNvPr>
          <p:cNvSpPr>
            <a:spLocks noEditPoints="1"/>
          </p:cNvSpPr>
          <p:nvPr/>
        </p:nvSpPr>
        <p:spPr bwMode="auto">
          <a:xfrm>
            <a:off x="7189788" y="3532188"/>
            <a:ext cx="307975" cy="61913"/>
          </a:xfrm>
          <a:custGeom>
            <a:avLst/>
            <a:gdLst>
              <a:gd name="T0" fmla="*/ 129 w 143"/>
              <a:gd name="T1" fmla="*/ 29 h 29"/>
              <a:gd name="T2" fmla="*/ 15 w 143"/>
              <a:gd name="T3" fmla="*/ 29 h 29"/>
              <a:gd name="T4" fmla="*/ 0 w 143"/>
              <a:gd name="T5" fmla="*/ 15 h 29"/>
              <a:gd name="T6" fmla="*/ 15 w 143"/>
              <a:gd name="T7" fmla="*/ 0 h 29"/>
              <a:gd name="T8" fmla="*/ 44 w 143"/>
              <a:gd name="T9" fmla="*/ 0 h 29"/>
              <a:gd name="T10" fmla="*/ 44 w 143"/>
              <a:gd name="T11" fmla="*/ 1 h 29"/>
              <a:gd name="T12" fmla="*/ 65 w 143"/>
              <a:gd name="T13" fmla="*/ 16 h 29"/>
              <a:gd name="T14" fmla="*/ 79 w 143"/>
              <a:gd name="T15" fmla="*/ 16 h 29"/>
              <a:gd name="T16" fmla="*/ 99 w 143"/>
              <a:gd name="T17" fmla="*/ 1 h 29"/>
              <a:gd name="T18" fmla="*/ 100 w 143"/>
              <a:gd name="T19" fmla="*/ 0 h 29"/>
              <a:gd name="T20" fmla="*/ 129 w 143"/>
              <a:gd name="T21" fmla="*/ 0 h 29"/>
              <a:gd name="T22" fmla="*/ 143 w 143"/>
              <a:gd name="T23" fmla="*/ 15 h 29"/>
              <a:gd name="T24" fmla="*/ 129 w 143"/>
              <a:gd name="T25" fmla="*/ 29 h 29"/>
              <a:gd name="T26" fmla="*/ 15 w 143"/>
              <a:gd name="T27" fmla="*/ 4 h 29"/>
              <a:gd name="T28" fmla="*/ 4 w 143"/>
              <a:gd name="T29" fmla="*/ 15 h 29"/>
              <a:gd name="T30" fmla="*/ 15 w 143"/>
              <a:gd name="T31" fmla="*/ 25 h 29"/>
              <a:gd name="T32" fmla="*/ 129 w 143"/>
              <a:gd name="T33" fmla="*/ 25 h 29"/>
              <a:gd name="T34" fmla="*/ 139 w 143"/>
              <a:gd name="T35" fmla="*/ 15 h 29"/>
              <a:gd name="T36" fmla="*/ 129 w 143"/>
              <a:gd name="T37" fmla="*/ 4 h 29"/>
              <a:gd name="T38" fmla="*/ 102 w 143"/>
              <a:gd name="T39" fmla="*/ 4 h 29"/>
              <a:gd name="T40" fmla="*/ 79 w 143"/>
              <a:gd name="T41" fmla="*/ 20 h 29"/>
              <a:gd name="T42" fmla="*/ 65 w 143"/>
              <a:gd name="T43" fmla="*/ 20 h 29"/>
              <a:gd name="T44" fmla="*/ 41 w 143"/>
              <a:gd name="T45" fmla="*/ 4 h 29"/>
              <a:gd name="T46" fmla="*/ 15 w 143"/>
              <a:gd name="T47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3" h="29">
                <a:moveTo>
                  <a:pt x="129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23"/>
                  <a:pt x="0" y="15"/>
                </a:cubicBezTo>
                <a:cubicBezTo>
                  <a:pt x="0" y="6"/>
                  <a:pt x="7" y="0"/>
                  <a:pt x="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1"/>
                  <a:pt x="44" y="1"/>
                  <a:pt x="44" y="1"/>
                </a:cubicBezTo>
                <a:cubicBezTo>
                  <a:pt x="47" y="10"/>
                  <a:pt x="56" y="16"/>
                  <a:pt x="65" y="16"/>
                </a:cubicBezTo>
                <a:cubicBezTo>
                  <a:pt x="79" y="16"/>
                  <a:pt x="79" y="16"/>
                  <a:pt x="79" y="16"/>
                </a:cubicBezTo>
                <a:cubicBezTo>
                  <a:pt x="88" y="16"/>
                  <a:pt x="96" y="10"/>
                  <a:pt x="99" y="1"/>
                </a:cubicBezTo>
                <a:cubicBezTo>
                  <a:pt x="100" y="0"/>
                  <a:pt x="100" y="0"/>
                  <a:pt x="100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7" y="0"/>
                  <a:pt x="143" y="6"/>
                  <a:pt x="143" y="15"/>
                </a:cubicBezTo>
                <a:cubicBezTo>
                  <a:pt x="143" y="23"/>
                  <a:pt x="137" y="29"/>
                  <a:pt x="129" y="29"/>
                </a:cubicBezTo>
                <a:close/>
                <a:moveTo>
                  <a:pt x="15" y="4"/>
                </a:moveTo>
                <a:cubicBezTo>
                  <a:pt x="9" y="4"/>
                  <a:pt x="4" y="9"/>
                  <a:pt x="4" y="15"/>
                </a:cubicBezTo>
                <a:cubicBezTo>
                  <a:pt x="4" y="20"/>
                  <a:pt x="9" y="25"/>
                  <a:pt x="15" y="25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35" y="25"/>
                  <a:pt x="139" y="20"/>
                  <a:pt x="139" y="15"/>
                </a:cubicBezTo>
                <a:cubicBezTo>
                  <a:pt x="139" y="9"/>
                  <a:pt x="135" y="4"/>
                  <a:pt x="129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98" y="13"/>
                  <a:pt x="89" y="20"/>
                  <a:pt x="79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54" y="20"/>
                  <a:pt x="45" y="13"/>
                  <a:pt x="41" y="4"/>
                </a:cubicBezTo>
                <a:lnTo>
                  <a:pt x="15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81C5025A-9DAA-401D-A55A-90E26383A68E}"/>
              </a:ext>
            </a:extLst>
          </p:cNvPr>
          <p:cNvSpPr>
            <a:spLocks noEditPoints="1"/>
          </p:cNvSpPr>
          <p:nvPr/>
        </p:nvSpPr>
        <p:spPr bwMode="auto">
          <a:xfrm>
            <a:off x="7240588" y="3254376"/>
            <a:ext cx="207963" cy="277813"/>
          </a:xfrm>
          <a:custGeom>
            <a:avLst/>
            <a:gdLst>
              <a:gd name="T0" fmla="*/ 55 w 96"/>
              <a:gd name="T1" fmla="*/ 128 h 128"/>
              <a:gd name="T2" fmla="*/ 41 w 96"/>
              <a:gd name="T3" fmla="*/ 128 h 128"/>
              <a:gd name="T4" fmla="*/ 22 w 96"/>
              <a:gd name="T5" fmla="*/ 110 h 128"/>
              <a:gd name="T6" fmla="*/ 22 w 96"/>
              <a:gd name="T7" fmla="*/ 85 h 128"/>
              <a:gd name="T8" fmla="*/ 12 w 96"/>
              <a:gd name="T9" fmla="*/ 85 h 128"/>
              <a:gd name="T10" fmla="*/ 2 w 96"/>
              <a:gd name="T11" fmla="*/ 79 h 128"/>
              <a:gd name="T12" fmla="*/ 3 w 96"/>
              <a:gd name="T13" fmla="*/ 68 h 128"/>
              <a:gd name="T14" fmla="*/ 38 w 96"/>
              <a:gd name="T15" fmla="*/ 6 h 128"/>
              <a:gd name="T16" fmla="*/ 48 w 96"/>
              <a:gd name="T17" fmla="*/ 0 h 128"/>
              <a:gd name="T18" fmla="*/ 58 w 96"/>
              <a:gd name="T19" fmla="*/ 6 h 128"/>
              <a:gd name="T20" fmla="*/ 93 w 96"/>
              <a:gd name="T21" fmla="*/ 68 h 128"/>
              <a:gd name="T22" fmla="*/ 94 w 96"/>
              <a:gd name="T23" fmla="*/ 79 h 128"/>
              <a:gd name="T24" fmla="*/ 83 w 96"/>
              <a:gd name="T25" fmla="*/ 85 h 128"/>
              <a:gd name="T26" fmla="*/ 73 w 96"/>
              <a:gd name="T27" fmla="*/ 85 h 128"/>
              <a:gd name="T28" fmla="*/ 73 w 96"/>
              <a:gd name="T29" fmla="*/ 110 h 128"/>
              <a:gd name="T30" fmla="*/ 55 w 96"/>
              <a:gd name="T31" fmla="*/ 128 h 128"/>
              <a:gd name="T32" fmla="*/ 48 w 96"/>
              <a:gd name="T33" fmla="*/ 8 h 128"/>
              <a:gd name="T34" fmla="*/ 45 w 96"/>
              <a:gd name="T35" fmla="*/ 10 h 128"/>
              <a:gd name="T36" fmla="*/ 9 w 96"/>
              <a:gd name="T37" fmla="*/ 72 h 128"/>
              <a:gd name="T38" fmla="*/ 9 w 96"/>
              <a:gd name="T39" fmla="*/ 75 h 128"/>
              <a:gd name="T40" fmla="*/ 12 w 96"/>
              <a:gd name="T41" fmla="*/ 77 h 128"/>
              <a:gd name="T42" fmla="*/ 30 w 96"/>
              <a:gd name="T43" fmla="*/ 77 h 128"/>
              <a:gd name="T44" fmla="*/ 30 w 96"/>
              <a:gd name="T45" fmla="*/ 110 h 128"/>
              <a:gd name="T46" fmla="*/ 41 w 96"/>
              <a:gd name="T47" fmla="*/ 120 h 128"/>
              <a:gd name="T48" fmla="*/ 55 w 96"/>
              <a:gd name="T49" fmla="*/ 120 h 128"/>
              <a:gd name="T50" fmla="*/ 65 w 96"/>
              <a:gd name="T51" fmla="*/ 110 h 128"/>
              <a:gd name="T52" fmla="*/ 65 w 96"/>
              <a:gd name="T53" fmla="*/ 77 h 128"/>
              <a:gd name="T54" fmla="*/ 83 w 96"/>
              <a:gd name="T55" fmla="*/ 77 h 128"/>
              <a:gd name="T56" fmla="*/ 87 w 96"/>
              <a:gd name="T57" fmla="*/ 75 h 128"/>
              <a:gd name="T58" fmla="*/ 86 w 96"/>
              <a:gd name="T59" fmla="*/ 72 h 128"/>
              <a:gd name="T60" fmla="*/ 51 w 96"/>
              <a:gd name="T61" fmla="*/ 10 h 128"/>
              <a:gd name="T62" fmla="*/ 48 w 96"/>
              <a:gd name="T63" fmla="*/ 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6" h="128">
                <a:moveTo>
                  <a:pt x="55" y="128"/>
                </a:moveTo>
                <a:cubicBezTo>
                  <a:pt x="41" y="128"/>
                  <a:pt x="41" y="128"/>
                  <a:pt x="41" y="128"/>
                </a:cubicBezTo>
                <a:cubicBezTo>
                  <a:pt x="31" y="128"/>
                  <a:pt x="22" y="120"/>
                  <a:pt x="22" y="110"/>
                </a:cubicBezTo>
                <a:cubicBezTo>
                  <a:pt x="22" y="85"/>
                  <a:pt x="22" y="85"/>
                  <a:pt x="22" y="85"/>
                </a:cubicBezTo>
                <a:cubicBezTo>
                  <a:pt x="12" y="85"/>
                  <a:pt x="12" y="85"/>
                  <a:pt x="12" y="85"/>
                </a:cubicBezTo>
                <a:cubicBezTo>
                  <a:pt x="8" y="85"/>
                  <a:pt x="4" y="83"/>
                  <a:pt x="2" y="79"/>
                </a:cubicBezTo>
                <a:cubicBezTo>
                  <a:pt x="0" y="76"/>
                  <a:pt x="0" y="72"/>
                  <a:pt x="3" y="68"/>
                </a:cubicBezTo>
                <a:cubicBezTo>
                  <a:pt x="38" y="6"/>
                  <a:pt x="38" y="6"/>
                  <a:pt x="38" y="6"/>
                </a:cubicBezTo>
                <a:cubicBezTo>
                  <a:pt x="40" y="2"/>
                  <a:pt x="44" y="0"/>
                  <a:pt x="48" y="0"/>
                </a:cubicBezTo>
                <a:cubicBezTo>
                  <a:pt x="52" y="0"/>
                  <a:pt x="55" y="2"/>
                  <a:pt x="58" y="6"/>
                </a:cubicBezTo>
                <a:cubicBezTo>
                  <a:pt x="93" y="68"/>
                  <a:pt x="93" y="68"/>
                  <a:pt x="93" y="68"/>
                </a:cubicBezTo>
                <a:cubicBezTo>
                  <a:pt x="95" y="72"/>
                  <a:pt x="96" y="76"/>
                  <a:pt x="94" y="79"/>
                </a:cubicBezTo>
                <a:cubicBezTo>
                  <a:pt x="92" y="83"/>
                  <a:pt x="88" y="85"/>
                  <a:pt x="83" y="85"/>
                </a:cubicBezTo>
                <a:cubicBezTo>
                  <a:pt x="73" y="85"/>
                  <a:pt x="73" y="85"/>
                  <a:pt x="73" y="85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120"/>
                  <a:pt x="65" y="128"/>
                  <a:pt x="55" y="128"/>
                </a:cubicBezTo>
                <a:close/>
                <a:moveTo>
                  <a:pt x="48" y="8"/>
                </a:moveTo>
                <a:cubicBezTo>
                  <a:pt x="47" y="8"/>
                  <a:pt x="46" y="9"/>
                  <a:pt x="45" y="10"/>
                </a:cubicBezTo>
                <a:cubicBezTo>
                  <a:pt x="9" y="72"/>
                  <a:pt x="9" y="72"/>
                  <a:pt x="9" y="72"/>
                </a:cubicBezTo>
                <a:cubicBezTo>
                  <a:pt x="9" y="73"/>
                  <a:pt x="8" y="75"/>
                  <a:pt x="9" y="75"/>
                </a:cubicBezTo>
                <a:cubicBezTo>
                  <a:pt x="9" y="76"/>
                  <a:pt x="11" y="77"/>
                  <a:pt x="12" y="77"/>
                </a:cubicBezTo>
                <a:cubicBezTo>
                  <a:pt x="30" y="77"/>
                  <a:pt x="30" y="77"/>
                  <a:pt x="30" y="77"/>
                </a:cubicBezTo>
                <a:cubicBezTo>
                  <a:pt x="30" y="110"/>
                  <a:pt x="30" y="110"/>
                  <a:pt x="30" y="110"/>
                </a:cubicBezTo>
                <a:cubicBezTo>
                  <a:pt x="30" y="116"/>
                  <a:pt x="35" y="120"/>
                  <a:pt x="41" y="120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60" y="120"/>
                  <a:pt x="65" y="116"/>
                  <a:pt x="65" y="110"/>
                </a:cubicBezTo>
                <a:cubicBezTo>
                  <a:pt x="65" y="77"/>
                  <a:pt x="65" y="77"/>
                  <a:pt x="65" y="77"/>
                </a:cubicBezTo>
                <a:cubicBezTo>
                  <a:pt x="83" y="77"/>
                  <a:pt x="83" y="77"/>
                  <a:pt x="83" y="77"/>
                </a:cubicBezTo>
                <a:cubicBezTo>
                  <a:pt x="85" y="77"/>
                  <a:pt x="86" y="76"/>
                  <a:pt x="87" y="75"/>
                </a:cubicBezTo>
                <a:cubicBezTo>
                  <a:pt x="87" y="75"/>
                  <a:pt x="87" y="73"/>
                  <a:pt x="86" y="72"/>
                </a:cubicBezTo>
                <a:cubicBezTo>
                  <a:pt x="51" y="10"/>
                  <a:pt x="51" y="10"/>
                  <a:pt x="51" y="10"/>
                </a:cubicBezTo>
                <a:cubicBezTo>
                  <a:pt x="50" y="9"/>
                  <a:pt x="49" y="8"/>
                  <a:pt x="48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F69F50B9-20AE-47F8-8BF2-18D430009280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448051"/>
            <a:ext cx="184150" cy="163513"/>
          </a:xfrm>
          <a:custGeom>
            <a:avLst/>
            <a:gdLst>
              <a:gd name="T0" fmla="*/ 60 w 85"/>
              <a:gd name="T1" fmla="*/ 76 h 76"/>
              <a:gd name="T2" fmla="*/ 60 w 85"/>
              <a:gd name="T3" fmla="*/ 76 h 76"/>
              <a:gd name="T4" fmla="*/ 52 w 85"/>
              <a:gd name="T5" fmla="*/ 73 h 76"/>
              <a:gd name="T6" fmla="*/ 0 w 85"/>
              <a:gd name="T7" fmla="*/ 22 h 76"/>
              <a:gd name="T8" fmla="*/ 13 w 85"/>
              <a:gd name="T9" fmla="*/ 9 h 76"/>
              <a:gd name="T10" fmla="*/ 30 w 85"/>
              <a:gd name="T11" fmla="*/ 1 h 76"/>
              <a:gd name="T12" fmla="*/ 33 w 85"/>
              <a:gd name="T13" fmla="*/ 0 h 76"/>
              <a:gd name="T14" fmla="*/ 79 w 85"/>
              <a:gd name="T15" fmla="*/ 46 h 76"/>
              <a:gd name="T16" fmla="*/ 74 w 85"/>
              <a:gd name="T17" fmla="*/ 69 h 76"/>
              <a:gd name="T18" fmla="*/ 60 w 85"/>
              <a:gd name="T19" fmla="*/ 76 h 76"/>
              <a:gd name="T20" fmla="*/ 58 w 85"/>
              <a:gd name="T21" fmla="*/ 68 h 76"/>
              <a:gd name="T22" fmla="*/ 60 w 85"/>
              <a:gd name="T23" fmla="*/ 68 h 76"/>
              <a:gd name="T24" fmla="*/ 68 w 85"/>
              <a:gd name="T25" fmla="*/ 63 h 76"/>
              <a:gd name="T26" fmla="*/ 73 w 85"/>
              <a:gd name="T27" fmla="*/ 52 h 76"/>
              <a:gd name="T28" fmla="*/ 30 w 85"/>
              <a:gd name="T29" fmla="*/ 9 h 76"/>
              <a:gd name="T30" fmla="*/ 18 w 85"/>
              <a:gd name="T31" fmla="*/ 14 h 76"/>
              <a:gd name="T32" fmla="*/ 11 w 85"/>
              <a:gd name="T33" fmla="*/ 21 h 76"/>
              <a:gd name="T34" fmla="*/ 58 w 85"/>
              <a:gd name="T35" fmla="*/ 68 h 76"/>
              <a:gd name="T36" fmla="*/ 58 w 85"/>
              <a:gd name="T37" fmla="*/ 6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76">
                <a:moveTo>
                  <a:pt x="60" y="76"/>
                </a:moveTo>
                <a:cubicBezTo>
                  <a:pt x="60" y="76"/>
                  <a:pt x="60" y="76"/>
                  <a:pt x="60" y="76"/>
                </a:cubicBezTo>
                <a:cubicBezTo>
                  <a:pt x="55" y="76"/>
                  <a:pt x="52" y="74"/>
                  <a:pt x="52" y="73"/>
                </a:cubicBezTo>
                <a:cubicBezTo>
                  <a:pt x="0" y="22"/>
                  <a:pt x="0" y="22"/>
                  <a:pt x="0" y="22"/>
                </a:cubicBezTo>
                <a:cubicBezTo>
                  <a:pt x="13" y="9"/>
                  <a:pt x="13" y="9"/>
                  <a:pt x="13" y="9"/>
                </a:cubicBezTo>
                <a:cubicBezTo>
                  <a:pt x="14" y="8"/>
                  <a:pt x="17" y="5"/>
                  <a:pt x="30" y="1"/>
                </a:cubicBezTo>
                <a:cubicBezTo>
                  <a:pt x="33" y="0"/>
                  <a:pt x="33" y="0"/>
                  <a:pt x="33" y="0"/>
                </a:cubicBezTo>
                <a:cubicBezTo>
                  <a:pt x="79" y="46"/>
                  <a:pt x="79" y="46"/>
                  <a:pt x="79" y="46"/>
                </a:cubicBezTo>
                <a:cubicBezTo>
                  <a:pt x="82" y="49"/>
                  <a:pt x="85" y="58"/>
                  <a:pt x="74" y="69"/>
                </a:cubicBezTo>
                <a:cubicBezTo>
                  <a:pt x="69" y="74"/>
                  <a:pt x="64" y="76"/>
                  <a:pt x="60" y="76"/>
                </a:cubicBezTo>
                <a:close/>
                <a:moveTo>
                  <a:pt x="58" y="68"/>
                </a:moveTo>
                <a:cubicBezTo>
                  <a:pt x="58" y="68"/>
                  <a:pt x="58" y="68"/>
                  <a:pt x="60" y="68"/>
                </a:cubicBezTo>
                <a:cubicBezTo>
                  <a:pt x="62" y="68"/>
                  <a:pt x="65" y="66"/>
                  <a:pt x="68" y="63"/>
                </a:cubicBezTo>
                <a:cubicBezTo>
                  <a:pt x="76" y="56"/>
                  <a:pt x="73" y="52"/>
                  <a:pt x="73" y="52"/>
                </a:cubicBezTo>
                <a:cubicBezTo>
                  <a:pt x="30" y="9"/>
                  <a:pt x="30" y="9"/>
                  <a:pt x="30" y="9"/>
                </a:cubicBezTo>
                <a:cubicBezTo>
                  <a:pt x="21" y="12"/>
                  <a:pt x="19" y="14"/>
                  <a:pt x="18" y="14"/>
                </a:cubicBezTo>
                <a:cubicBezTo>
                  <a:pt x="11" y="21"/>
                  <a:pt x="11" y="21"/>
                  <a:pt x="11" y="21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A290C7E5-192A-4456-AE94-DD0555BB41CB}"/>
              </a:ext>
            </a:extLst>
          </p:cNvPr>
          <p:cNvSpPr>
            <a:spLocks noEditPoints="1"/>
          </p:cNvSpPr>
          <p:nvPr/>
        </p:nvSpPr>
        <p:spPr bwMode="auto">
          <a:xfrm>
            <a:off x="5502276" y="3243263"/>
            <a:ext cx="174625" cy="173038"/>
          </a:xfrm>
          <a:custGeom>
            <a:avLst/>
            <a:gdLst>
              <a:gd name="T0" fmla="*/ 65 w 81"/>
              <a:gd name="T1" fmla="*/ 80 h 80"/>
              <a:gd name="T2" fmla="*/ 32 w 81"/>
              <a:gd name="T3" fmla="*/ 47 h 80"/>
              <a:gd name="T4" fmla="*/ 18 w 81"/>
              <a:gd name="T5" fmla="*/ 41 h 80"/>
              <a:gd name="T6" fmla="*/ 0 w 81"/>
              <a:gd name="T7" fmla="*/ 15 h 80"/>
              <a:gd name="T8" fmla="*/ 15 w 81"/>
              <a:gd name="T9" fmla="*/ 0 h 80"/>
              <a:gd name="T10" fmla="*/ 42 w 81"/>
              <a:gd name="T11" fmla="*/ 17 h 80"/>
              <a:gd name="T12" fmla="*/ 48 w 81"/>
              <a:gd name="T13" fmla="*/ 31 h 80"/>
              <a:gd name="T14" fmla="*/ 81 w 81"/>
              <a:gd name="T15" fmla="*/ 64 h 80"/>
              <a:gd name="T16" fmla="*/ 79 w 81"/>
              <a:gd name="T17" fmla="*/ 67 h 80"/>
              <a:gd name="T18" fmla="*/ 74 w 81"/>
              <a:gd name="T19" fmla="*/ 72 h 80"/>
              <a:gd name="T20" fmla="*/ 74 w 81"/>
              <a:gd name="T21" fmla="*/ 73 h 80"/>
              <a:gd name="T22" fmla="*/ 65 w 81"/>
              <a:gd name="T23" fmla="*/ 80 h 80"/>
              <a:gd name="T24" fmla="*/ 23 w 81"/>
              <a:gd name="T25" fmla="*/ 35 h 80"/>
              <a:gd name="T26" fmla="*/ 36 w 81"/>
              <a:gd name="T27" fmla="*/ 41 h 80"/>
              <a:gd name="T28" fmla="*/ 65 w 81"/>
              <a:gd name="T29" fmla="*/ 70 h 80"/>
              <a:gd name="T30" fmla="*/ 69 w 81"/>
              <a:gd name="T31" fmla="*/ 66 h 80"/>
              <a:gd name="T32" fmla="*/ 70 w 81"/>
              <a:gd name="T33" fmla="*/ 65 h 80"/>
              <a:gd name="T34" fmla="*/ 41 w 81"/>
              <a:gd name="T35" fmla="*/ 36 h 80"/>
              <a:gd name="T36" fmla="*/ 35 w 81"/>
              <a:gd name="T37" fmla="*/ 22 h 80"/>
              <a:gd name="T38" fmla="*/ 16 w 81"/>
              <a:gd name="T39" fmla="*/ 10 h 80"/>
              <a:gd name="T40" fmla="*/ 11 w 81"/>
              <a:gd name="T41" fmla="*/ 16 h 80"/>
              <a:gd name="T42" fmla="*/ 23 w 81"/>
              <a:gd name="T43" fmla="*/ 3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1" h="80">
                <a:moveTo>
                  <a:pt x="65" y="80"/>
                </a:moveTo>
                <a:cubicBezTo>
                  <a:pt x="32" y="47"/>
                  <a:pt x="32" y="47"/>
                  <a:pt x="32" y="47"/>
                </a:cubicBezTo>
                <a:cubicBezTo>
                  <a:pt x="18" y="41"/>
                  <a:pt x="18" y="41"/>
                  <a:pt x="18" y="41"/>
                </a:cubicBezTo>
                <a:cubicBezTo>
                  <a:pt x="0" y="15"/>
                  <a:pt x="0" y="15"/>
                  <a:pt x="0" y="15"/>
                </a:cubicBezTo>
                <a:cubicBezTo>
                  <a:pt x="15" y="0"/>
                  <a:pt x="15" y="0"/>
                  <a:pt x="15" y="0"/>
                </a:cubicBezTo>
                <a:cubicBezTo>
                  <a:pt x="42" y="17"/>
                  <a:pt x="42" y="17"/>
                  <a:pt x="42" y="17"/>
                </a:cubicBezTo>
                <a:cubicBezTo>
                  <a:pt x="48" y="31"/>
                  <a:pt x="48" y="31"/>
                  <a:pt x="48" y="31"/>
                </a:cubicBezTo>
                <a:cubicBezTo>
                  <a:pt x="81" y="64"/>
                  <a:pt x="81" y="64"/>
                  <a:pt x="81" y="64"/>
                </a:cubicBezTo>
                <a:cubicBezTo>
                  <a:pt x="79" y="67"/>
                  <a:pt x="79" y="67"/>
                  <a:pt x="79" y="67"/>
                </a:cubicBezTo>
                <a:cubicBezTo>
                  <a:pt x="77" y="69"/>
                  <a:pt x="76" y="71"/>
                  <a:pt x="74" y="72"/>
                </a:cubicBezTo>
                <a:cubicBezTo>
                  <a:pt x="74" y="73"/>
                  <a:pt x="74" y="73"/>
                  <a:pt x="74" y="73"/>
                </a:cubicBezTo>
                <a:lnTo>
                  <a:pt x="65" y="80"/>
                </a:lnTo>
                <a:close/>
                <a:moveTo>
                  <a:pt x="23" y="35"/>
                </a:moveTo>
                <a:cubicBezTo>
                  <a:pt x="36" y="41"/>
                  <a:pt x="36" y="41"/>
                  <a:pt x="36" y="41"/>
                </a:cubicBezTo>
                <a:cubicBezTo>
                  <a:pt x="65" y="70"/>
                  <a:pt x="65" y="70"/>
                  <a:pt x="65" y="70"/>
                </a:cubicBezTo>
                <a:cubicBezTo>
                  <a:pt x="69" y="66"/>
                  <a:pt x="69" y="66"/>
                  <a:pt x="69" y="66"/>
                </a:cubicBezTo>
                <a:cubicBezTo>
                  <a:pt x="69" y="66"/>
                  <a:pt x="70" y="65"/>
                  <a:pt x="70" y="65"/>
                </a:cubicBezTo>
                <a:cubicBezTo>
                  <a:pt x="41" y="36"/>
                  <a:pt x="41" y="36"/>
                  <a:pt x="41" y="36"/>
                </a:cubicBezTo>
                <a:cubicBezTo>
                  <a:pt x="35" y="22"/>
                  <a:pt x="35" y="22"/>
                  <a:pt x="35" y="22"/>
                </a:cubicBezTo>
                <a:cubicBezTo>
                  <a:pt x="16" y="10"/>
                  <a:pt x="16" y="10"/>
                  <a:pt x="16" y="10"/>
                </a:cubicBezTo>
                <a:cubicBezTo>
                  <a:pt x="11" y="16"/>
                  <a:pt x="11" y="16"/>
                  <a:pt x="11" y="16"/>
                </a:cubicBezTo>
                <a:lnTo>
                  <a:pt x="23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F34494FF-7A19-4FD9-ABCB-A873DCBBC091}"/>
              </a:ext>
            </a:extLst>
          </p:cNvPr>
          <p:cNvSpPr>
            <a:spLocks noEditPoints="1"/>
          </p:cNvSpPr>
          <p:nvPr/>
        </p:nvSpPr>
        <p:spPr bwMode="auto">
          <a:xfrm>
            <a:off x="5508626" y="3267076"/>
            <a:ext cx="344488" cy="325438"/>
          </a:xfrm>
          <a:custGeom>
            <a:avLst/>
            <a:gdLst>
              <a:gd name="T0" fmla="*/ 127 w 159"/>
              <a:gd name="T1" fmla="*/ 4 h 150"/>
              <a:gd name="T2" fmla="*/ 140 w 159"/>
              <a:gd name="T3" fmla="*/ 6 h 150"/>
              <a:gd name="T4" fmla="*/ 123 w 159"/>
              <a:gd name="T5" fmla="*/ 13 h 150"/>
              <a:gd name="T6" fmla="*/ 121 w 159"/>
              <a:gd name="T7" fmla="*/ 14 h 150"/>
              <a:gd name="T8" fmla="*/ 121 w 159"/>
              <a:gd name="T9" fmla="*/ 16 h 150"/>
              <a:gd name="T10" fmla="*/ 120 w 159"/>
              <a:gd name="T11" fmla="*/ 23 h 150"/>
              <a:gd name="T12" fmla="*/ 120 w 159"/>
              <a:gd name="T13" fmla="*/ 24 h 150"/>
              <a:gd name="T14" fmla="*/ 120 w 159"/>
              <a:gd name="T15" fmla="*/ 25 h 150"/>
              <a:gd name="T16" fmla="*/ 126 w 159"/>
              <a:gd name="T17" fmla="*/ 39 h 150"/>
              <a:gd name="T18" fmla="*/ 128 w 159"/>
              <a:gd name="T19" fmla="*/ 43 h 150"/>
              <a:gd name="T20" fmla="*/ 131 w 159"/>
              <a:gd name="T21" fmla="*/ 41 h 150"/>
              <a:gd name="T22" fmla="*/ 152 w 159"/>
              <a:gd name="T23" fmla="*/ 32 h 150"/>
              <a:gd name="T24" fmla="*/ 135 w 159"/>
              <a:gd name="T25" fmla="*/ 50 h 150"/>
              <a:gd name="T26" fmla="*/ 132 w 159"/>
              <a:gd name="T27" fmla="*/ 52 h 150"/>
              <a:gd name="T28" fmla="*/ 133 w 159"/>
              <a:gd name="T29" fmla="*/ 56 h 150"/>
              <a:gd name="T30" fmla="*/ 138 w 159"/>
              <a:gd name="T31" fmla="*/ 68 h 150"/>
              <a:gd name="T32" fmla="*/ 90 w 159"/>
              <a:gd name="T33" fmla="*/ 83 h 150"/>
              <a:gd name="T34" fmla="*/ 33 w 159"/>
              <a:gd name="T35" fmla="*/ 142 h 150"/>
              <a:gd name="T36" fmla="*/ 23 w 159"/>
              <a:gd name="T37" fmla="*/ 146 h 150"/>
              <a:gd name="T38" fmla="*/ 15 w 159"/>
              <a:gd name="T39" fmla="*/ 142 h 150"/>
              <a:gd name="T40" fmla="*/ 15 w 159"/>
              <a:gd name="T41" fmla="*/ 123 h 150"/>
              <a:gd name="T42" fmla="*/ 80 w 159"/>
              <a:gd name="T43" fmla="*/ 71 h 150"/>
              <a:gd name="T44" fmla="*/ 80 w 159"/>
              <a:gd name="T45" fmla="*/ 71 h 150"/>
              <a:gd name="T46" fmla="*/ 80 w 159"/>
              <a:gd name="T47" fmla="*/ 70 h 150"/>
              <a:gd name="T48" fmla="*/ 102 w 159"/>
              <a:gd name="T49" fmla="*/ 23 h 150"/>
              <a:gd name="T50" fmla="*/ 104 w 159"/>
              <a:gd name="T51" fmla="*/ 15 h 150"/>
              <a:gd name="T52" fmla="*/ 121 w 159"/>
              <a:gd name="T53" fmla="*/ 4 h 150"/>
              <a:gd name="T54" fmla="*/ 122 w 159"/>
              <a:gd name="T55" fmla="*/ 4 h 150"/>
              <a:gd name="T56" fmla="*/ 127 w 159"/>
              <a:gd name="T57" fmla="*/ 4 h 150"/>
              <a:gd name="T58" fmla="*/ 127 w 159"/>
              <a:gd name="T59" fmla="*/ 4 h 150"/>
              <a:gd name="T60" fmla="*/ 24 w 159"/>
              <a:gd name="T61" fmla="*/ 142 h 150"/>
              <a:gd name="T62" fmla="*/ 31 w 159"/>
              <a:gd name="T63" fmla="*/ 139 h 150"/>
              <a:gd name="T64" fmla="*/ 31 w 159"/>
              <a:gd name="T65" fmla="*/ 125 h 150"/>
              <a:gd name="T66" fmla="*/ 24 w 159"/>
              <a:gd name="T67" fmla="*/ 122 h 150"/>
              <a:gd name="T68" fmla="*/ 17 w 159"/>
              <a:gd name="T69" fmla="*/ 125 h 150"/>
              <a:gd name="T70" fmla="*/ 17 w 159"/>
              <a:gd name="T71" fmla="*/ 139 h 150"/>
              <a:gd name="T72" fmla="*/ 24 w 159"/>
              <a:gd name="T73" fmla="*/ 142 h 150"/>
              <a:gd name="T74" fmla="*/ 127 w 159"/>
              <a:gd name="T75" fmla="*/ 0 h 150"/>
              <a:gd name="T76" fmla="*/ 121 w 159"/>
              <a:gd name="T77" fmla="*/ 0 h 150"/>
              <a:gd name="T78" fmla="*/ 100 w 159"/>
              <a:gd name="T79" fmla="*/ 13 h 150"/>
              <a:gd name="T80" fmla="*/ 77 w 159"/>
              <a:gd name="T81" fmla="*/ 68 h 150"/>
              <a:gd name="T82" fmla="*/ 12 w 159"/>
              <a:gd name="T83" fmla="*/ 120 h 150"/>
              <a:gd name="T84" fmla="*/ 12 w 159"/>
              <a:gd name="T85" fmla="*/ 145 h 150"/>
              <a:gd name="T86" fmla="*/ 23 w 159"/>
              <a:gd name="T87" fmla="*/ 150 h 150"/>
              <a:gd name="T88" fmla="*/ 36 w 159"/>
              <a:gd name="T89" fmla="*/ 145 h 150"/>
              <a:gd name="T90" fmla="*/ 93 w 159"/>
              <a:gd name="T91" fmla="*/ 85 h 150"/>
              <a:gd name="T92" fmla="*/ 144 w 159"/>
              <a:gd name="T93" fmla="*/ 71 h 150"/>
              <a:gd name="T94" fmla="*/ 137 w 159"/>
              <a:gd name="T95" fmla="*/ 54 h 150"/>
              <a:gd name="T96" fmla="*/ 159 w 159"/>
              <a:gd name="T97" fmla="*/ 25 h 150"/>
              <a:gd name="T98" fmla="*/ 130 w 159"/>
              <a:gd name="T99" fmla="*/ 37 h 150"/>
              <a:gd name="T100" fmla="*/ 124 w 159"/>
              <a:gd name="T101" fmla="*/ 24 h 150"/>
              <a:gd name="T102" fmla="*/ 125 w 159"/>
              <a:gd name="T103" fmla="*/ 17 h 150"/>
              <a:gd name="T104" fmla="*/ 149 w 159"/>
              <a:gd name="T105" fmla="*/ 6 h 150"/>
              <a:gd name="T106" fmla="*/ 127 w 159"/>
              <a:gd name="T107" fmla="*/ 0 h 150"/>
              <a:gd name="T108" fmla="*/ 24 w 159"/>
              <a:gd name="T109" fmla="*/ 138 h 150"/>
              <a:gd name="T110" fmla="*/ 20 w 159"/>
              <a:gd name="T111" fmla="*/ 136 h 150"/>
              <a:gd name="T112" fmla="*/ 20 w 159"/>
              <a:gd name="T113" fmla="*/ 128 h 150"/>
              <a:gd name="T114" fmla="*/ 24 w 159"/>
              <a:gd name="T115" fmla="*/ 126 h 150"/>
              <a:gd name="T116" fmla="*/ 29 w 159"/>
              <a:gd name="T117" fmla="*/ 128 h 150"/>
              <a:gd name="T118" fmla="*/ 29 w 159"/>
              <a:gd name="T119" fmla="*/ 136 h 150"/>
              <a:gd name="T120" fmla="*/ 24 w 159"/>
              <a:gd name="T121" fmla="*/ 13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9" h="150">
                <a:moveTo>
                  <a:pt x="127" y="4"/>
                </a:moveTo>
                <a:cubicBezTo>
                  <a:pt x="132" y="4"/>
                  <a:pt x="136" y="5"/>
                  <a:pt x="140" y="6"/>
                </a:cubicBezTo>
                <a:cubicBezTo>
                  <a:pt x="123" y="13"/>
                  <a:pt x="123" y="13"/>
                  <a:pt x="123" y="13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8" y="38"/>
                  <a:pt x="143" y="46"/>
                  <a:pt x="135" y="50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3" y="56"/>
                  <a:pt x="133" y="56"/>
                  <a:pt x="133" y="56"/>
                </a:cubicBezTo>
                <a:cubicBezTo>
                  <a:pt x="138" y="68"/>
                  <a:pt x="138" y="68"/>
                  <a:pt x="138" y="68"/>
                </a:cubicBezTo>
                <a:cubicBezTo>
                  <a:pt x="126" y="69"/>
                  <a:pt x="98" y="74"/>
                  <a:pt x="90" y="83"/>
                </a:cubicBezTo>
                <a:cubicBezTo>
                  <a:pt x="33" y="142"/>
                  <a:pt x="33" y="142"/>
                  <a:pt x="33" y="142"/>
                </a:cubicBezTo>
                <a:cubicBezTo>
                  <a:pt x="33" y="142"/>
                  <a:pt x="28" y="146"/>
                  <a:pt x="23" y="146"/>
                </a:cubicBezTo>
                <a:cubicBezTo>
                  <a:pt x="20" y="146"/>
                  <a:pt x="17" y="144"/>
                  <a:pt x="15" y="142"/>
                </a:cubicBezTo>
                <a:cubicBezTo>
                  <a:pt x="7" y="134"/>
                  <a:pt x="13" y="125"/>
                  <a:pt x="15" y="123"/>
                </a:cubicBezTo>
                <a:cubicBezTo>
                  <a:pt x="80" y="71"/>
                  <a:pt x="80" y="71"/>
                  <a:pt x="80" y="71"/>
                </a:cubicBezTo>
                <a:cubicBezTo>
                  <a:pt x="80" y="71"/>
                  <a:pt x="80" y="71"/>
                  <a:pt x="80" y="71"/>
                </a:cubicBezTo>
                <a:cubicBezTo>
                  <a:pt x="80" y="70"/>
                  <a:pt x="80" y="70"/>
                  <a:pt x="80" y="70"/>
                </a:cubicBezTo>
                <a:cubicBezTo>
                  <a:pt x="93" y="58"/>
                  <a:pt x="98" y="36"/>
                  <a:pt x="102" y="23"/>
                </a:cubicBezTo>
                <a:cubicBezTo>
                  <a:pt x="103" y="19"/>
                  <a:pt x="103" y="17"/>
                  <a:pt x="104" y="15"/>
                </a:cubicBezTo>
                <a:cubicBezTo>
                  <a:pt x="106" y="7"/>
                  <a:pt x="107" y="7"/>
                  <a:pt x="121" y="4"/>
                </a:cubicBezTo>
                <a:cubicBezTo>
                  <a:pt x="122" y="4"/>
                  <a:pt x="122" y="4"/>
                  <a:pt x="122" y="4"/>
                </a:cubicBezTo>
                <a:cubicBezTo>
                  <a:pt x="124" y="4"/>
                  <a:pt x="125" y="4"/>
                  <a:pt x="127" y="4"/>
                </a:cubicBezTo>
                <a:cubicBezTo>
                  <a:pt x="127" y="4"/>
                  <a:pt x="127" y="4"/>
                  <a:pt x="127" y="4"/>
                </a:cubicBezTo>
                <a:moveTo>
                  <a:pt x="24" y="142"/>
                </a:moveTo>
                <a:cubicBezTo>
                  <a:pt x="27" y="142"/>
                  <a:pt x="30" y="141"/>
                  <a:pt x="31" y="139"/>
                </a:cubicBezTo>
                <a:cubicBezTo>
                  <a:pt x="35" y="135"/>
                  <a:pt x="35" y="129"/>
                  <a:pt x="31" y="125"/>
                </a:cubicBezTo>
                <a:cubicBezTo>
                  <a:pt x="30" y="123"/>
                  <a:pt x="27" y="122"/>
                  <a:pt x="24" y="122"/>
                </a:cubicBezTo>
                <a:cubicBezTo>
                  <a:pt x="22" y="122"/>
                  <a:pt x="19" y="123"/>
                  <a:pt x="17" y="125"/>
                </a:cubicBezTo>
                <a:cubicBezTo>
                  <a:pt x="13" y="129"/>
                  <a:pt x="13" y="135"/>
                  <a:pt x="17" y="139"/>
                </a:cubicBezTo>
                <a:cubicBezTo>
                  <a:pt x="19" y="141"/>
                  <a:pt x="22" y="142"/>
                  <a:pt x="24" y="142"/>
                </a:cubicBezTo>
                <a:moveTo>
                  <a:pt x="127" y="0"/>
                </a:moveTo>
                <a:cubicBezTo>
                  <a:pt x="125" y="0"/>
                  <a:pt x="123" y="0"/>
                  <a:pt x="121" y="0"/>
                </a:cubicBezTo>
                <a:cubicBezTo>
                  <a:pt x="106" y="3"/>
                  <a:pt x="103" y="4"/>
                  <a:pt x="100" y="13"/>
                </a:cubicBezTo>
                <a:cubicBezTo>
                  <a:pt x="97" y="23"/>
                  <a:pt x="93" y="53"/>
                  <a:pt x="77" y="68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12" y="120"/>
                  <a:pt x="0" y="133"/>
                  <a:pt x="12" y="145"/>
                </a:cubicBezTo>
                <a:cubicBezTo>
                  <a:pt x="16" y="148"/>
                  <a:pt x="20" y="150"/>
                  <a:pt x="23" y="150"/>
                </a:cubicBezTo>
                <a:cubicBezTo>
                  <a:pt x="30" y="150"/>
                  <a:pt x="36" y="145"/>
                  <a:pt x="36" y="145"/>
                </a:cubicBezTo>
                <a:cubicBezTo>
                  <a:pt x="93" y="85"/>
                  <a:pt x="93" y="85"/>
                  <a:pt x="93" y="85"/>
                </a:cubicBezTo>
                <a:cubicBezTo>
                  <a:pt x="102" y="76"/>
                  <a:pt x="144" y="71"/>
                  <a:pt x="144" y="71"/>
                </a:cubicBezTo>
                <a:cubicBezTo>
                  <a:pt x="137" y="54"/>
                  <a:pt x="137" y="54"/>
                  <a:pt x="137" y="54"/>
                </a:cubicBezTo>
                <a:cubicBezTo>
                  <a:pt x="153" y="46"/>
                  <a:pt x="159" y="25"/>
                  <a:pt x="159" y="25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5" y="17"/>
                  <a:pt x="125" y="17"/>
                  <a:pt x="125" y="17"/>
                </a:cubicBezTo>
                <a:cubicBezTo>
                  <a:pt x="149" y="6"/>
                  <a:pt x="149" y="6"/>
                  <a:pt x="149" y="6"/>
                </a:cubicBezTo>
                <a:cubicBezTo>
                  <a:pt x="149" y="6"/>
                  <a:pt x="139" y="0"/>
                  <a:pt x="127" y="0"/>
                </a:cubicBezTo>
                <a:close/>
                <a:moveTo>
                  <a:pt x="24" y="138"/>
                </a:moveTo>
                <a:cubicBezTo>
                  <a:pt x="23" y="138"/>
                  <a:pt x="21" y="138"/>
                  <a:pt x="20" y="136"/>
                </a:cubicBezTo>
                <a:cubicBezTo>
                  <a:pt x="17" y="134"/>
                  <a:pt x="17" y="130"/>
                  <a:pt x="20" y="128"/>
                </a:cubicBezTo>
                <a:cubicBezTo>
                  <a:pt x="21" y="127"/>
                  <a:pt x="23" y="126"/>
                  <a:pt x="24" y="126"/>
                </a:cubicBezTo>
                <a:cubicBezTo>
                  <a:pt x="26" y="126"/>
                  <a:pt x="27" y="127"/>
                  <a:pt x="29" y="128"/>
                </a:cubicBezTo>
                <a:cubicBezTo>
                  <a:pt x="31" y="130"/>
                  <a:pt x="31" y="134"/>
                  <a:pt x="29" y="136"/>
                </a:cubicBezTo>
                <a:cubicBezTo>
                  <a:pt x="27" y="138"/>
                  <a:pt x="26" y="138"/>
                  <a:pt x="24" y="1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E942C756-6F43-4135-9DB4-392422242212}"/>
              </a:ext>
            </a:extLst>
          </p:cNvPr>
          <p:cNvSpPr>
            <a:spLocks noEditPoints="1"/>
          </p:cNvSpPr>
          <p:nvPr/>
        </p:nvSpPr>
        <p:spPr bwMode="auto">
          <a:xfrm>
            <a:off x="8043863" y="3240088"/>
            <a:ext cx="192088" cy="139700"/>
          </a:xfrm>
          <a:custGeom>
            <a:avLst/>
            <a:gdLst>
              <a:gd name="T0" fmla="*/ 40 w 89"/>
              <a:gd name="T1" fmla="*/ 4 h 65"/>
              <a:gd name="T2" fmla="*/ 77 w 89"/>
              <a:gd name="T3" fmla="*/ 20 h 65"/>
              <a:gd name="T4" fmla="*/ 83 w 89"/>
              <a:gd name="T5" fmla="*/ 26 h 65"/>
              <a:gd name="T6" fmla="*/ 49 w 89"/>
              <a:gd name="T7" fmla="*/ 60 h 65"/>
              <a:gd name="T8" fmla="*/ 6 w 89"/>
              <a:gd name="T9" fmla="*/ 17 h 65"/>
              <a:gd name="T10" fmla="*/ 40 w 89"/>
              <a:gd name="T11" fmla="*/ 4 h 65"/>
              <a:gd name="T12" fmla="*/ 40 w 89"/>
              <a:gd name="T13" fmla="*/ 0 h 65"/>
              <a:gd name="T14" fmla="*/ 0 w 89"/>
              <a:gd name="T15" fmla="*/ 16 h 65"/>
              <a:gd name="T16" fmla="*/ 49 w 89"/>
              <a:gd name="T17" fmla="*/ 65 h 65"/>
              <a:gd name="T18" fmla="*/ 89 w 89"/>
              <a:gd name="T19" fmla="*/ 26 h 65"/>
              <a:gd name="T20" fmla="*/ 80 w 89"/>
              <a:gd name="T21" fmla="*/ 17 h 65"/>
              <a:gd name="T22" fmla="*/ 40 w 89"/>
              <a:gd name="T2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65">
                <a:moveTo>
                  <a:pt x="40" y="4"/>
                </a:moveTo>
                <a:cubicBezTo>
                  <a:pt x="54" y="4"/>
                  <a:pt x="67" y="10"/>
                  <a:pt x="77" y="20"/>
                </a:cubicBezTo>
                <a:cubicBezTo>
                  <a:pt x="83" y="26"/>
                  <a:pt x="83" y="26"/>
                  <a:pt x="83" y="26"/>
                </a:cubicBezTo>
                <a:cubicBezTo>
                  <a:pt x="49" y="60"/>
                  <a:pt x="49" y="60"/>
                  <a:pt x="49" y="60"/>
                </a:cubicBezTo>
                <a:cubicBezTo>
                  <a:pt x="6" y="17"/>
                  <a:pt x="6" y="17"/>
                  <a:pt x="6" y="17"/>
                </a:cubicBezTo>
                <a:cubicBezTo>
                  <a:pt x="15" y="9"/>
                  <a:pt x="27" y="4"/>
                  <a:pt x="40" y="4"/>
                </a:cubicBezTo>
                <a:moveTo>
                  <a:pt x="40" y="0"/>
                </a:moveTo>
                <a:cubicBezTo>
                  <a:pt x="25" y="0"/>
                  <a:pt x="11" y="6"/>
                  <a:pt x="0" y="16"/>
                </a:cubicBezTo>
                <a:cubicBezTo>
                  <a:pt x="49" y="65"/>
                  <a:pt x="49" y="65"/>
                  <a:pt x="49" y="65"/>
                </a:cubicBezTo>
                <a:cubicBezTo>
                  <a:pt x="89" y="26"/>
                  <a:pt x="89" y="26"/>
                  <a:pt x="89" y="26"/>
                </a:cubicBezTo>
                <a:cubicBezTo>
                  <a:pt x="80" y="17"/>
                  <a:pt x="80" y="17"/>
                  <a:pt x="80" y="17"/>
                </a:cubicBezTo>
                <a:cubicBezTo>
                  <a:pt x="69" y="6"/>
                  <a:pt x="54" y="0"/>
                  <a:pt x="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A75AACCF-1D17-4A54-A793-E35E3C396979}"/>
              </a:ext>
            </a:extLst>
          </p:cNvPr>
          <p:cNvSpPr>
            <a:spLocks noEditPoints="1"/>
          </p:cNvSpPr>
          <p:nvPr/>
        </p:nvSpPr>
        <p:spPr bwMode="auto">
          <a:xfrm>
            <a:off x="8062913" y="3306763"/>
            <a:ext cx="317500" cy="304800"/>
          </a:xfrm>
          <a:custGeom>
            <a:avLst/>
            <a:gdLst>
              <a:gd name="T0" fmla="*/ 85 w 147"/>
              <a:gd name="T1" fmla="*/ 11 h 141"/>
              <a:gd name="T2" fmla="*/ 119 w 147"/>
              <a:gd name="T3" fmla="*/ 45 h 141"/>
              <a:gd name="T4" fmla="*/ 133 w 147"/>
              <a:gd name="T5" fmla="*/ 80 h 141"/>
              <a:gd name="T6" fmla="*/ 119 w 147"/>
              <a:gd name="T7" fmla="*/ 115 h 141"/>
              <a:gd name="T8" fmla="*/ 115 w 147"/>
              <a:gd name="T9" fmla="*/ 119 h 141"/>
              <a:gd name="T10" fmla="*/ 80 w 147"/>
              <a:gd name="T11" fmla="*/ 133 h 141"/>
              <a:gd name="T12" fmla="*/ 46 w 147"/>
              <a:gd name="T13" fmla="*/ 119 h 141"/>
              <a:gd name="T14" fmla="*/ 12 w 147"/>
              <a:gd name="T15" fmla="*/ 85 h 141"/>
              <a:gd name="T16" fmla="*/ 85 w 147"/>
              <a:gd name="T17" fmla="*/ 11 h 141"/>
              <a:gd name="T18" fmla="*/ 85 w 147"/>
              <a:gd name="T19" fmla="*/ 0 h 141"/>
              <a:gd name="T20" fmla="*/ 0 w 147"/>
              <a:gd name="T21" fmla="*/ 85 h 141"/>
              <a:gd name="T22" fmla="*/ 40 w 147"/>
              <a:gd name="T23" fmla="*/ 124 h 141"/>
              <a:gd name="T24" fmla="*/ 80 w 147"/>
              <a:gd name="T25" fmla="*/ 141 h 141"/>
              <a:gd name="T26" fmla="*/ 121 w 147"/>
              <a:gd name="T27" fmla="*/ 124 h 141"/>
              <a:gd name="T28" fmla="*/ 125 w 147"/>
              <a:gd name="T29" fmla="*/ 120 h 141"/>
              <a:gd name="T30" fmla="*/ 125 w 147"/>
              <a:gd name="T31" fmla="*/ 40 h 141"/>
              <a:gd name="T32" fmla="*/ 85 w 147"/>
              <a:gd name="T33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7" h="141">
                <a:moveTo>
                  <a:pt x="85" y="11"/>
                </a:moveTo>
                <a:cubicBezTo>
                  <a:pt x="119" y="45"/>
                  <a:pt x="119" y="45"/>
                  <a:pt x="119" y="45"/>
                </a:cubicBezTo>
                <a:cubicBezTo>
                  <a:pt x="128" y="55"/>
                  <a:pt x="133" y="67"/>
                  <a:pt x="133" y="80"/>
                </a:cubicBezTo>
                <a:cubicBezTo>
                  <a:pt x="133" y="93"/>
                  <a:pt x="128" y="105"/>
                  <a:pt x="119" y="115"/>
                </a:cubicBezTo>
                <a:cubicBezTo>
                  <a:pt x="115" y="119"/>
                  <a:pt x="115" y="119"/>
                  <a:pt x="115" y="119"/>
                </a:cubicBezTo>
                <a:cubicBezTo>
                  <a:pt x="106" y="128"/>
                  <a:pt x="93" y="133"/>
                  <a:pt x="80" y="133"/>
                </a:cubicBezTo>
                <a:cubicBezTo>
                  <a:pt x="67" y="133"/>
                  <a:pt x="55" y="128"/>
                  <a:pt x="46" y="119"/>
                </a:cubicBezTo>
                <a:cubicBezTo>
                  <a:pt x="12" y="85"/>
                  <a:pt x="12" y="85"/>
                  <a:pt x="12" y="85"/>
                </a:cubicBezTo>
                <a:cubicBezTo>
                  <a:pt x="85" y="11"/>
                  <a:pt x="85" y="11"/>
                  <a:pt x="85" y="11"/>
                </a:cubicBezTo>
                <a:moveTo>
                  <a:pt x="85" y="0"/>
                </a:moveTo>
                <a:cubicBezTo>
                  <a:pt x="0" y="85"/>
                  <a:pt x="0" y="85"/>
                  <a:pt x="0" y="85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51" y="135"/>
                  <a:pt x="66" y="141"/>
                  <a:pt x="80" y="141"/>
                </a:cubicBezTo>
                <a:cubicBezTo>
                  <a:pt x="95" y="141"/>
                  <a:pt x="109" y="135"/>
                  <a:pt x="121" y="124"/>
                </a:cubicBezTo>
                <a:cubicBezTo>
                  <a:pt x="125" y="120"/>
                  <a:pt x="125" y="120"/>
                  <a:pt x="125" y="120"/>
                </a:cubicBezTo>
                <a:cubicBezTo>
                  <a:pt x="147" y="98"/>
                  <a:pt x="147" y="62"/>
                  <a:pt x="125" y="40"/>
                </a:cubicBezTo>
                <a:cubicBezTo>
                  <a:pt x="85" y="0"/>
                  <a:pt x="85" y="0"/>
                  <a:pt x="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E2BC00C0-FA2E-4AD8-8F9C-16C9D06C9832}"/>
              </a:ext>
            </a:extLst>
          </p:cNvPr>
          <p:cNvSpPr>
            <a:spLocks noEditPoints="1"/>
          </p:cNvSpPr>
          <p:nvPr/>
        </p:nvSpPr>
        <p:spPr bwMode="auto">
          <a:xfrm>
            <a:off x="7985126" y="3287713"/>
            <a:ext cx="153988" cy="190500"/>
          </a:xfrm>
          <a:custGeom>
            <a:avLst/>
            <a:gdLst>
              <a:gd name="T0" fmla="*/ 22 w 71"/>
              <a:gd name="T1" fmla="*/ 6 h 88"/>
              <a:gd name="T2" fmla="*/ 65 w 71"/>
              <a:gd name="T3" fmla="*/ 49 h 88"/>
              <a:gd name="T4" fmla="*/ 31 w 71"/>
              <a:gd name="T5" fmla="*/ 83 h 88"/>
              <a:gd name="T6" fmla="*/ 25 w 71"/>
              <a:gd name="T7" fmla="*/ 77 h 88"/>
              <a:gd name="T8" fmla="*/ 22 w 71"/>
              <a:gd name="T9" fmla="*/ 6 h 88"/>
              <a:gd name="T10" fmla="*/ 22 w 71"/>
              <a:gd name="T11" fmla="*/ 0 h 88"/>
              <a:gd name="T12" fmla="*/ 22 w 71"/>
              <a:gd name="T13" fmla="*/ 80 h 88"/>
              <a:gd name="T14" fmla="*/ 31 w 71"/>
              <a:gd name="T15" fmla="*/ 88 h 88"/>
              <a:gd name="T16" fmla="*/ 71 w 71"/>
              <a:gd name="T17" fmla="*/ 49 h 88"/>
              <a:gd name="T18" fmla="*/ 22 w 71"/>
              <a:gd name="T19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1" h="88">
                <a:moveTo>
                  <a:pt x="22" y="6"/>
                </a:moveTo>
                <a:cubicBezTo>
                  <a:pt x="65" y="49"/>
                  <a:pt x="65" y="49"/>
                  <a:pt x="65" y="49"/>
                </a:cubicBezTo>
                <a:cubicBezTo>
                  <a:pt x="31" y="83"/>
                  <a:pt x="31" y="83"/>
                  <a:pt x="31" y="83"/>
                </a:cubicBezTo>
                <a:cubicBezTo>
                  <a:pt x="25" y="77"/>
                  <a:pt x="25" y="77"/>
                  <a:pt x="25" y="77"/>
                </a:cubicBezTo>
                <a:cubicBezTo>
                  <a:pt x="6" y="57"/>
                  <a:pt x="5" y="26"/>
                  <a:pt x="22" y="6"/>
                </a:cubicBezTo>
                <a:moveTo>
                  <a:pt x="22" y="0"/>
                </a:moveTo>
                <a:cubicBezTo>
                  <a:pt x="0" y="22"/>
                  <a:pt x="0" y="58"/>
                  <a:pt x="22" y="80"/>
                </a:cubicBezTo>
                <a:cubicBezTo>
                  <a:pt x="31" y="88"/>
                  <a:pt x="31" y="88"/>
                  <a:pt x="31" y="88"/>
                </a:cubicBezTo>
                <a:cubicBezTo>
                  <a:pt x="71" y="49"/>
                  <a:pt x="71" y="49"/>
                  <a:pt x="71" y="49"/>
                </a:cubicBezTo>
                <a:cubicBezTo>
                  <a:pt x="22" y="0"/>
                  <a:pt x="22" y="0"/>
                  <a:pt x="2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F0D4BFE2-1DDC-4FB7-9F73-4EB47AFA941A}"/>
              </a:ext>
            </a:extLst>
          </p:cNvPr>
          <p:cNvSpPr>
            <a:spLocks noEditPoints="1"/>
          </p:cNvSpPr>
          <p:nvPr/>
        </p:nvSpPr>
        <p:spPr bwMode="auto">
          <a:xfrm>
            <a:off x="1336676" y="3402013"/>
            <a:ext cx="385763" cy="166688"/>
          </a:xfrm>
          <a:custGeom>
            <a:avLst/>
            <a:gdLst>
              <a:gd name="T0" fmla="*/ 167 w 178"/>
              <a:gd name="T1" fmla="*/ 77 h 77"/>
              <a:gd name="T2" fmla="*/ 11 w 178"/>
              <a:gd name="T3" fmla="*/ 77 h 77"/>
              <a:gd name="T4" fmla="*/ 0 w 178"/>
              <a:gd name="T5" fmla="*/ 65 h 77"/>
              <a:gd name="T6" fmla="*/ 0 w 178"/>
              <a:gd name="T7" fmla="*/ 0 h 77"/>
              <a:gd name="T8" fmla="*/ 178 w 178"/>
              <a:gd name="T9" fmla="*/ 0 h 77"/>
              <a:gd name="T10" fmla="*/ 178 w 178"/>
              <a:gd name="T11" fmla="*/ 65 h 77"/>
              <a:gd name="T12" fmla="*/ 167 w 178"/>
              <a:gd name="T13" fmla="*/ 77 h 77"/>
              <a:gd name="T14" fmla="*/ 4 w 178"/>
              <a:gd name="T15" fmla="*/ 4 h 77"/>
              <a:gd name="T16" fmla="*/ 4 w 178"/>
              <a:gd name="T17" fmla="*/ 65 h 77"/>
              <a:gd name="T18" fmla="*/ 11 w 178"/>
              <a:gd name="T19" fmla="*/ 73 h 77"/>
              <a:gd name="T20" fmla="*/ 167 w 178"/>
              <a:gd name="T21" fmla="*/ 73 h 77"/>
              <a:gd name="T22" fmla="*/ 174 w 178"/>
              <a:gd name="T23" fmla="*/ 65 h 77"/>
              <a:gd name="T24" fmla="*/ 174 w 178"/>
              <a:gd name="T25" fmla="*/ 4 h 77"/>
              <a:gd name="T26" fmla="*/ 4 w 178"/>
              <a:gd name="T27" fmla="*/ 4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78" h="77">
                <a:moveTo>
                  <a:pt x="167" y="77"/>
                </a:moveTo>
                <a:cubicBezTo>
                  <a:pt x="11" y="77"/>
                  <a:pt x="11" y="77"/>
                  <a:pt x="11" y="77"/>
                </a:cubicBezTo>
                <a:cubicBezTo>
                  <a:pt x="5" y="77"/>
                  <a:pt x="0" y="72"/>
                  <a:pt x="0" y="65"/>
                </a:cubicBezTo>
                <a:cubicBezTo>
                  <a:pt x="0" y="0"/>
                  <a:pt x="0" y="0"/>
                  <a:pt x="0" y="0"/>
                </a:cubicBezTo>
                <a:cubicBezTo>
                  <a:pt x="178" y="0"/>
                  <a:pt x="178" y="0"/>
                  <a:pt x="178" y="0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72"/>
                  <a:pt x="173" y="77"/>
                  <a:pt x="167" y="77"/>
                </a:cubicBezTo>
                <a:close/>
                <a:moveTo>
                  <a:pt x="4" y="4"/>
                </a:moveTo>
                <a:cubicBezTo>
                  <a:pt x="4" y="65"/>
                  <a:pt x="4" y="65"/>
                  <a:pt x="4" y="65"/>
                </a:cubicBezTo>
                <a:cubicBezTo>
                  <a:pt x="4" y="70"/>
                  <a:pt x="7" y="73"/>
                  <a:pt x="11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71" y="73"/>
                  <a:pt x="174" y="70"/>
                  <a:pt x="174" y="65"/>
                </a:cubicBezTo>
                <a:cubicBezTo>
                  <a:pt x="174" y="4"/>
                  <a:pt x="174" y="4"/>
                  <a:pt x="174" y="4"/>
                </a:cubicBezTo>
                <a:lnTo>
                  <a:pt x="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45DEB467-A7E5-403B-A9B7-E7B834D05E87}"/>
              </a:ext>
            </a:extLst>
          </p:cNvPr>
          <p:cNvSpPr>
            <a:spLocks noEditPoints="1"/>
          </p:cNvSpPr>
          <p:nvPr/>
        </p:nvSpPr>
        <p:spPr bwMode="auto">
          <a:xfrm>
            <a:off x="1549401" y="3475038"/>
            <a:ext cx="128588" cy="52388"/>
          </a:xfrm>
          <a:custGeom>
            <a:avLst/>
            <a:gdLst>
              <a:gd name="T0" fmla="*/ 56 w 60"/>
              <a:gd name="T1" fmla="*/ 24 h 24"/>
              <a:gd name="T2" fmla="*/ 4 w 60"/>
              <a:gd name="T3" fmla="*/ 24 h 24"/>
              <a:gd name="T4" fmla="*/ 0 w 60"/>
              <a:gd name="T5" fmla="*/ 19 h 24"/>
              <a:gd name="T6" fmla="*/ 0 w 60"/>
              <a:gd name="T7" fmla="*/ 5 h 24"/>
              <a:gd name="T8" fmla="*/ 4 w 60"/>
              <a:gd name="T9" fmla="*/ 0 h 24"/>
              <a:gd name="T10" fmla="*/ 56 w 60"/>
              <a:gd name="T11" fmla="*/ 0 h 24"/>
              <a:gd name="T12" fmla="*/ 60 w 60"/>
              <a:gd name="T13" fmla="*/ 5 h 24"/>
              <a:gd name="T14" fmla="*/ 60 w 60"/>
              <a:gd name="T15" fmla="*/ 19 h 24"/>
              <a:gd name="T16" fmla="*/ 56 w 60"/>
              <a:gd name="T17" fmla="*/ 24 h 24"/>
              <a:gd name="T18" fmla="*/ 4 w 60"/>
              <a:gd name="T19" fmla="*/ 4 h 24"/>
              <a:gd name="T20" fmla="*/ 4 w 60"/>
              <a:gd name="T21" fmla="*/ 5 h 24"/>
              <a:gd name="T22" fmla="*/ 4 w 60"/>
              <a:gd name="T23" fmla="*/ 19 h 24"/>
              <a:gd name="T24" fmla="*/ 4 w 60"/>
              <a:gd name="T25" fmla="*/ 20 h 24"/>
              <a:gd name="T26" fmla="*/ 56 w 60"/>
              <a:gd name="T27" fmla="*/ 20 h 24"/>
              <a:gd name="T28" fmla="*/ 56 w 60"/>
              <a:gd name="T29" fmla="*/ 19 h 24"/>
              <a:gd name="T30" fmla="*/ 56 w 60"/>
              <a:gd name="T31" fmla="*/ 5 h 24"/>
              <a:gd name="T32" fmla="*/ 56 w 60"/>
              <a:gd name="T33" fmla="*/ 4 h 24"/>
              <a:gd name="T34" fmla="*/ 4 w 60"/>
              <a:gd name="T35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0" h="24">
                <a:moveTo>
                  <a:pt x="56" y="24"/>
                </a:move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2"/>
                  <a:pt x="0" y="1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60" y="2"/>
                  <a:pt x="60" y="5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22"/>
                  <a:pt x="58" y="24"/>
                  <a:pt x="56" y="24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5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4" y="20"/>
                  <a:pt x="4" y="20"/>
                </a:cubicBezTo>
                <a:cubicBezTo>
                  <a:pt x="56" y="20"/>
                  <a:pt x="56" y="20"/>
                  <a:pt x="56" y="20"/>
                </a:cubicBezTo>
                <a:cubicBezTo>
                  <a:pt x="56" y="20"/>
                  <a:pt x="56" y="20"/>
                  <a:pt x="56" y="19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6" y="4"/>
                  <a:pt x="56" y="4"/>
                </a:cubicBezTo>
                <a:lnTo>
                  <a:pt x="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49DACA63-24A6-41E1-A44E-2D95B226BF57}"/>
              </a:ext>
            </a:extLst>
          </p:cNvPr>
          <p:cNvSpPr>
            <a:spLocks noEditPoints="1"/>
          </p:cNvSpPr>
          <p:nvPr/>
        </p:nvSpPr>
        <p:spPr bwMode="auto">
          <a:xfrm>
            <a:off x="1336676" y="3302001"/>
            <a:ext cx="385763" cy="71438"/>
          </a:xfrm>
          <a:custGeom>
            <a:avLst/>
            <a:gdLst>
              <a:gd name="T0" fmla="*/ 178 w 178"/>
              <a:gd name="T1" fmla="*/ 33 h 33"/>
              <a:gd name="T2" fmla="*/ 0 w 178"/>
              <a:gd name="T3" fmla="*/ 33 h 33"/>
              <a:gd name="T4" fmla="*/ 0 w 178"/>
              <a:gd name="T5" fmla="*/ 11 h 33"/>
              <a:gd name="T6" fmla="*/ 11 w 178"/>
              <a:gd name="T7" fmla="*/ 0 h 33"/>
              <a:gd name="T8" fmla="*/ 167 w 178"/>
              <a:gd name="T9" fmla="*/ 0 h 33"/>
              <a:gd name="T10" fmla="*/ 178 w 178"/>
              <a:gd name="T11" fmla="*/ 11 h 33"/>
              <a:gd name="T12" fmla="*/ 178 w 178"/>
              <a:gd name="T13" fmla="*/ 33 h 33"/>
              <a:gd name="T14" fmla="*/ 4 w 178"/>
              <a:gd name="T15" fmla="*/ 29 h 33"/>
              <a:gd name="T16" fmla="*/ 174 w 178"/>
              <a:gd name="T17" fmla="*/ 29 h 33"/>
              <a:gd name="T18" fmla="*/ 174 w 178"/>
              <a:gd name="T19" fmla="*/ 11 h 33"/>
              <a:gd name="T20" fmla="*/ 167 w 178"/>
              <a:gd name="T21" fmla="*/ 4 h 33"/>
              <a:gd name="T22" fmla="*/ 11 w 178"/>
              <a:gd name="T23" fmla="*/ 4 h 33"/>
              <a:gd name="T24" fmla="*/ 4 w 178"/>
              <a:gd name="T25" fmla="*/ 11 h 33"/>
              <a:gd name="T26" fmla="*/ 4 w 178"/>
              <a:gd name="T27" fmla="*/ 2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78" h="33">
                <a:moveTo>
                  <a:pt x="178" y="33"/>
                </a:moveTo>
                <a:cubicBezTo>
                  <a:pt x="0" y="33"/>
                  <a:pt x="0" y="33"/>
                  <a:pt x="0" y="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3" y="0"/>
                  <a:pt x="178" y="5"/>
                  <a:pt x="178" y="11"/>
                </a:cubicBezTo>
                <a:lnTo>
                  <a:pt x="178" y="33"/>
                </a:lnTo>
                <a:close/>
                <a:moveTo>
                  <a:pt x="4" y="29"/>
                </a:moveTo>
                <a:cubicBezTo>
                  <a:pt x="174" y="29"/>
                  <a:pt x="174" y="29"/>
                  <a:pt x="174" y="29"/>
                </a:cubicBezTo>
                <a:cubicBezTo>
                  <a:pt x="174" y="11"/>
                  <a:pt x="174" y="11"/>
                  <a:pt x="174" y="11"/>
                </a:cubicBezTo>
                <a:cubicBezTo>
                  <a:pt x="174" y="7"/>
                  <a:pt x="171" y="4"/>
                  <a:pt x="167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7" y="4"/>
                  <a:pt x="4" y="7"/>
                  <a:pt x="4" y="11"/>
                </a:cubicBezTo>
                <a:lnTo>
                  <a:pt x="4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FBE46C98-0A73-4D58-9AA2-1447CC7E4568}"/>
              </a:ext>
            </a:extLst>
          </p:cNvPr>
          <p:cNvSpPr>
            <a:spLocks noEditPoints="1"/>
          </p:cNvSpPr>
          <p:nvPr/>
        </p:nvSpPr>
        <p:spPr bwMode="auto">
          <a:xfrm>
            <a:off x="1316038" y="4095751"/>
            <a:ext cx="430213" cy="339725"/>
          </a:xfrm>
          <a:custGeom>
            <a:avLst/>
            <a:gdLst>
              <a:gd name="T0" fmla="*/ 140 w 199"/>
              <a:gd name="T1" fmla="*/ 157 h 157"/>
              <a:gd name="T2" fmla="*/ 59 w 199"/>
              <a:gd name="T3" fmla="*/ 157 h 157"/>
              <a:gd name="T4" fmla="*/ 49 w 199"/>
              <a:gd name="T5" fmla="*/ 148 h 157"/>
              <a:gd name="T6" fmla="*/ 49 w 199"/>
              <a:gd name="T7" fmla="*/ 70 h 157"/>
              <a:gd name="T8" fmla="*/ 40 w 199"/>
              <a:gd name="T9" fmla="*/ 80 h 157"/>
              <a:gd name="T10" fmla="*/ 27 w 199"/>
              <a:gd name="T11" fmla="*/ 80 h 157"/>
              <a:gd name="T12" fmla="*/ 3 w 199"/>
              <a:gd name="T13" fmla="*/ 57 h 157"/>
              <a:gd name="T14" fmla="*/ 0 w 199"/>
              <a:gd name="T15" fmla="*/ 50 h 157"/>
              <a:gd name="T16" fmla="*/ 2 w 199"/>
              <a:gd name="T17" fmla="*/ 44 h 157"/>
              <a:gd name="T18" fmla="*/ 40 w 199"/>
              <a:gd name="T19" fmla="*/ 5 h 157"/>
              <a:gd name="T20" fmla="*/ 48 w 199"/>
              <a:gd name="T21" fmla="*/ 0 h 157"/>
              <a:gd name="T22" fmla="*/ 71 w 199"/>
              <a:gd name="T23" fmla="*/ 0 h 157"/>
              <a:gd name="T24" fmla="*/ 79 w 199"/>
              <a:gd name="T25" fmla="*/ 1 h 157"/>
              <a:gd name="T26" fmla="*/ 81 w 199"/>
              <a:gd name="T27" fmla="*/ 3 h 157"/>
              <a:gd name="T28" fmla="*/ 81 w 199"/>
              <a:gd name="T29" fmla="*/ 4 h 157"/>
              <a:gd name="T30" fmla="*/ 99 w 199"/>
              <a:gd name="T31" fmla="*/ 21 h 157"/>
              <a:gd name="T32" fmla="*/ 118 w 199"/>
              <a:gd name="T33" fmla="*/ 4 h 157"/>
              <a:gd name="T34" fmla="*/ 118 w 199"/>
              <a:gd name="T35" fmla="*/ 3 h 157"/>
              <a:gd name="T36" fmla="*/ 119 w 199"/>
              <a:gd name="T37" fmla="*/ 1 h 157"/>
              <a:gd name="T38" fmla="*/ 127 w 199"/>
              <a:gd name="T39" fmla="*/ 0 h 157"/>
              <a:gd name="T40" fmla="*/ 151 w 199"/>
              <a:gd name="T41" fmla="*/ 0 h 157"/>
              <a:gd name="T42" fmla="*/ 158 w 199"/>
              <a:gd name="T43" fmla="*/ 5 h 157"/>
              <a:gd name="T44" fmla="*/ 196 w 199"/>
              <a:gd name="T45" fmla="*/ 44 h 157"/>
              <a:gd name="T46" fmla="*/ 198 w 199"/>
              <a:gd name="T47" fmla="*/ 50 h 157"/>
              <a:gd name="T48" fmla="*/ 196 w 199"/>
              <a:gd name="T49" fmla="*/ 57 h 157"/>
              <a:gd name="T50" fmla="*/ 172 w 199"/>
              <a:gd name="T51" fmla="*/ 80 h 157"/>
              <a:gd name="T52" fmla="*/ 165 w 199"/>
              <a:gd name="T53" fmla="*/ 83 h 157"/>
              <a:gd name="T54" fmla="*/ 165 w 199"/>
              <a:gd name="T55" fmla="*/ 83 h 157"/>
              <a:gd name="T56" fmla="*/ 159 w 199"/>
              <a:gd name="T57" fmla="*/ 80 h 157"/>
              <a:gd name="T58" fmla="*/ 149 w 199"/>
              <a:gd name="T59" fmla="*/ 70 h 157"/>
              <a:gd name="T60" fmla="*/ 149 w 199"/>
              <a:gd name="T61" fmla="*/ 148 h 157"/>
              <a:gd name="T62" fmla="*/ 140 w 199"/>
              <a:gd name="T63" fmla="*/ 157 h 157"/>
              <a:gd name="T64" fmla="*/ 52 w 199"/>
              <a:gd name="T65" fmla="*/ 59 h 157"/>
              <a:gd name="T66" fmla="*/ 57 w 199"/>
              <a:gd name="T67" fmla="*/ 65 h 157"/>
              <a:gd name="T68" fmla="*/ 57 w 199"/>
              <a:gd name="T69" fmla="*/ 148 h 157"/>
              <a:gd name="T70" fmla="*/ 59 w 199"/>
              <a:gd name="T71" fmla="*/ 149 h 157"/>
              <a:gd name="T72" fmla="*/ 140 w 199"/>
              <a:gd name="T73" fmla="*/ 149 h 157"/>
              <a:gd name="T74" fmla="*/ 141 w 199"/>
              <a:gd name="T75" fmla="*/ 148 h 157"/>
              <a:gd name="T76" fmla="*/ 141 w 199"/>
              <a:gd name="T77" fmla="*/ 65 h 157"/>
              <a:gd name="T78" fmla="*/ 147 w 199"/>
              <a:gd name="T79" fmla="*/ 59 h 157"/>
              <a:gd name="T80" fmla="*/ 152 w 199"/>
              <a:gd name="T81" fmla="*/ 61 h 157"/>
              <a:gd name="T82" fmla="*/ 164 w 199"/>
              <a:gd name="T83" fmla="*/ 74 h 157"/>
              <a:gd name="T84" fmla="*/ 166 w 199"/>
              <a:gd name="T85" fmla="*/ 74 h 157"/>
              <a:gd name="T86" fmla="*/ 190 w 199"/>
              <a:gd name="T87" fmla="*/ 51 h 157"/>
              <a:gd name="T88" fmla="*/ 190 w 199"/>
              <a:gd name="T89" fmla="*/ 50 h 157"/>
              <a:gd name="T90" fmla="*/ 190 w 199"/>
              <a:gd name="T91" fmla="*/ 49 h 157"/>
              <a:gd name="T92" fmla="*/ 153 w 199"/>
              <a:gd name="T93" fmla="*/ 10 h 157"/>
              <a:gd name="T94" fmla="*/ 150 w 199"/>
              <a:gd name="T95" fmla="*/ 8 h 157"/>
              <a:gd name="T96" fmla="*/ 127 w 199"/>
              <a:gd name="T97" fmla="*/ 8 h 157"/>
              <a:gd name="T98" fmla="*/ 125 w 199"/>
              <a:gd name="T99" fmla="*/ 8 h 157"/>
              <a:gd name="T100" fmla="*/ 99 w 199"/>
              <a:gd name="T101" fmla="*/ 29 h 157"/>
              <a:gd name="T102" fmla="*/ 73 w 199"/>
              <a:gd name="T103" fmla="*/ 8 h 157"/>
              <a:gd name="T104" fmla="*/ 71 w 199"/>
              <a:gd name="T105" fmla="*/ 8 h 157"/>
              <a:gd name="T106" fmla="*/ 49 w 199"/>
              <a:gd name="T107" fmla="*/ 8 h 157"/>
              <a:gd name="T108" fmla="*/ 46 w 199"/>
              <a:gd name="T109" fmla="*/ 10 h 157"/>
              <a:gd name="T110" fmla="*/ 8 w 199"/>
              <a:gd name="T111" fmla="*/ 49 h 157"/>
              <a:gd name="T112" fmla="*/ 8 w 199"/>
              <a:gd name="T113" fmla="*/ 50 h 157"/>
              <a:gd name="T114" fmla="*/ 8 w 199"/>
              <a:gd name="T115" fmla="*/ 51 h 157"/>
              <a:gd name="T116" fmla="*/ 32 w 199"/>
              <a:gd name="T117" fmla="*/ 74 h 157"/>
              <a:gd name="T118" fmla="*/ 34 w 199"/>
              <a:gd name="T119" fmla="*/ 74 h 157"/>
              <a:gd name="T120" fmla="*/ 47 w 199"/>
              <a:gd name="T121" fmla="*/ 61 h 157"/>
              <a:gd name="T122" fmla="*/ 52 w 199"/>
              <a:gd name="T123" fmla="*/ 5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" h="157">
                <a:moveTo>
                  <a:pt x="140" y="157"/>
                </a:moveTo>
                <a:cubicBezTo>
                  <a:pt x="59" y="157"/>
                  <a:pt x="59" y="157"/>
                  <a:pt x="59" y="157"/>
                </a:cubicBezTo>
                <a:cubicBezTo>
                  <a:pt x="54" y="157"/>
                  <a:pt x="49" y="153"/>
                  <a:pt x="49" y="148"/>
                </a:cubicBezTo>
                <a:cubicBezTo>
                  <a:pt x="49" y="70"/>
                  <a:pt x="49" y="70"/>
                  <a:pt x="49" y="70"/>
                </a:cubicBezTo>
                <a:cubicBezTo>
                  <a:pt x="40" y="80"/>
                  <a:pt x="40" y="80"/>
                  <a:pt x="40" y="80"/>
                </a:cubicBezTo>
                <a:cubicBezTo>
                  <a:pt x="36" y="83"/>
                  <a:pt x="30" y="83"/>
                  <a:pt x="27" y="80"/>
                </a:cubicBezTo>
                <a:cubicBezTo>
                  <a:pt x="3" y="57"/>
                  <a:pt x="3" y="57"/>
                  <a:pt x="3" y="57"/>
                </a:cubicBezTo>
                <a:cubicBezTo>
                  <a:pt x="1" y="55"/>
                  <a:pt x="0" y="53"/>
                  <a:pt x="0" y="50"/>
                </a:cubicBezTo>
                <a:cubicBezTo>
                  <a:pt x="0" y="48"/>
                  <a:pt x="1" y="46"/>
                  <a:pt x="2" y="44"/>
                </a:cubicBezTo>
                <a:cubicBezTo>
                  <a:pt x="40" y="5"/>
                  <a:pt x="40" y="5"/>
                  <a:pt x="40" y="5"/>
                </a:cubicBezTo>
                <a:cubicBezTo>
                  <a:pt x="45" y="0"/>
                  <a:pt x="47" y="0"/>
                  <a:pt x="4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7" y="0"/>
                  <a:pt x="78" y="0"/>
                  <a:pt x="79" y="1"/>
                </a:cubicBezTo>
                <a:cubicBezTo>
                  <a:pt x="81" y="3"/>
                  <a:pt x="81" y="3"/>
                  <a:pt x="81" y="3"/>
                </a:cubicBezTo>
                <a:cubicBezTo>
                  <a:pt x="81" y="4"/>
                  <a:pt x="81" y="4"/>
                  <a:pt x="81" y="4"/>
                </a:cubicBezTo>
                <a:cubicBezTo>
                  <a:pt x="81" y="14"/>
                  <a:pt x="88" y="21"/>
                  <a:pt x="99" y="21"/>
                </a:cubicBezTo>
                <a:cubicBezTo>
                  <a:pt x="110" y="21"/>
                  <a:pt x="118" y="14"/>
                  <a:pt x="118" y="4"/>
                </a:cubicBezTo>
                <a:cubicBezTo>
                  <a:pt x="118" y="3"/>
                  <a:pt x="118" y="3"/>
                  <a:pt x="118" y="3"/>
                </a:cubicBezTo>
                <a:cubicBezTo>
                  <a:pt x="119" y="1"/>
                  <a:pt x="119" y="1"/>
                  <a:pt x="119" y="1"/>
                </a:cubicBezTo>
                <a:cubicBezTo>
                  <a:pt x="120" y="0"/>
                  <a:pt x="121" y="0"/>
                  <a:pt x="127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52" y="0"/>
                  <a:pt x="153" y="0"/>
                  <a:pt x="158" y="5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8" y="46"/>
                  <a:pt x="199" y="48"/>
                  <a:pt x="198" y="50"/>
                </a:cubicBezTo>
                <a:cubicBezTo>
                  <a:pt x="198" y="53"/>
                  <a:pt x="197" y="55"/>
                  <a:pt x="196" y="57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0" y="82"/>
                  <a:pt x="168" y="83"/>
                  <a:pt x="165" y="83"/>
                </a:cubicBezTo>
                <a:cubicBezTo>
                  <a:pt x="165" y="83"/>
                  <a:pt x="165" y="83"/>
                  <a:pt x="165" y="83"/>
                </a:cubicBezTo>
                <a:cubicBezTo>
                  <a:pt x="163" y="83"/>
                  <a:pt x="160" y="82"/>
                  <a:pt x="159" y="80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49" y="148"/>
                  <a:pt x="149" y="148"/>
                  <a:pt x="149" y="148"/>
                </a:cubicBezTo>
                <a:cubicBezTo>
                  <a:pt x="149" y="153"/>
                  <a:pt x="145" y="157"/>
                  <a:pt x="140" y="157"/>
                </a:cubicBezTo>
                <a:close/>
                <a:moveTo>
                  <a:pt x="52" y="59"/>
                </a:moveTo>
                <a:cubicBezTo>
                  <a:pt x="54" y="59"/>
                  <a:pt x="57" y="61"/>
                  <a:pt x="57" y="65"/>
                </a:cubicBezTo>
                <a:cubicBezTo>
                  <a:pt x="57" y="148"/>
                  <a:pt x="57" y="148"/>
                  <a:pt x="57" y="148"/>
                </a:cubicBezTo>
                <a:cubicBezTo>
                  <a:pt x="57" y="149"/>
                  <a:pt x="58" y="149"/>
                  <a:pt x="59" y="149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1" y="149"/>
                  <a:pt x="141" y="148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1"/>
                  <a:pt x="144" y="59"/>
                  <a:pt x="147" y="59"/>
                </a:cubicBezTo>
                <a:cubicBezTo>
                  <a:pt x="148" y="59"/>
                  <a:pt x="150" y="59"/>
                  <a:pt x="152" y="61"/>
                </a:cubicBezTo>
                <a:cubicBezTo>
                  <a:pt x="164" y="74"/>
                  <a:pt x="164" y="74"/>
                  <a:pt x="164" y="74"/>
                </a:cubicBezTo>
                <a:cubicBezTo>
                  <a:pt x="165" y="75"/>
                  <a:pt x="166" y="75"/>
                  <a:pt x="166" y="74"/>
                </a:cubicBezTo>
                <a:cubicBezTo>
                  <a:pt x="190" y="51"/>
                  <a:pt x="190" y="51"/>
                  <a:pt x="190" y="51"/>
                </a:cubicBezTo>
                <a:cubicBezTo>
                  <a:pt x="190" y="51"/>
                  <a:pt x="190" y="50"/>
                  <a:pt x="190" y="50"/>
                </a:cubicBezTo>
                <a:cubicBezTo>
                  <a:pt x="190" y="50"/>
                  <a:pt x="190" y="50"/>
                  <a:pt x="190" y="49"/>
                </a:cubicBezTo>
                <a:cubicBezTo>
                  <a:pt x="153" y="10"/>
                  <a:pt x="153" y="10"/>
                  <a:pt x="153" y="10"/>
                </a:cubicBezTo>
                <a:cubicBezTo>
                  <a:pt x="151" y="9"/>
                  <a:pt x="150" y="8"/>
                  <a:pt x="150" y="8"/>
                </a:cubicBezTo>
                <a:cubicBezTo>
                  <a:pt x="127" y="8"/>
                  <a:pt x="127" y="8"/>
                  <a:pt x="127" y="8"/>
                </a:cubicBezTo>
                <a:cubicBezTo>
                  <a:pt x="126" y="8"/>
                  <a:pt x="126" y="8"/>
                  <a:pt x="125" y="8"/>
                </a:cubicBezTo>
                <a:cubicBezTo>
                  <a:pt x="124" y="20"/>
                  <a:pt x="113" y="29"/>
                  <a:pt x="99" y="29"/>
                </a:cubicBezTo>
                <a:cubicBezTo>
                  <a:pt x="85" y="29"/>
                  <a:pt x="74" y="20"/>
                  <a:pt x="73" y="8"/>
                </a:cubicBezTo>
                <a:cubicBezTo>
                  <a:pt x="72" y="8"/>
                  <a:pt x="72" y="8"/>
                  <a:pt x="71" y="8"/>
                </a:cubicBezTo>
                <a:cubicBezTo>
                  <a:pt x="49" y="8"/>
                  <a:pt x="49" y="8"/>
                  <a:pt x="49" y="8"/>
                </a:cubicBezTo>
                <a:cubicBezTo>
                  <a:pt x="48" y="8"/>
                  <a:pt x="47" y="9"/>
                  <a:pt x="46" y="10"/>
                </a:cubicBezTo>
                <a:cubicBezTo>
                  <a:pt x="8" y="49"/>
                  <a:pt x="8" y="49"/>
                  <a:pt x="8" y="49"/>
                </a:cubicBezTo>
                <a:cubicBezTo>
                  <a:pt x="8" y="50"/>
                  <a:pt x="8" y="50"/>
                  <a:pt x="8" y="50"/>
                </a:cubicBezTo>
                <a:cubicBezTo>
                  <a:pt x="8" y="50"/>
                  <a:pt x="8" y="51"/>
                  <a:pt x="8" y="51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5"/>
                  <a:pt x="33" y="75"/>
                  <a:pt x="34" y="74"/>
                </a:cubicBezTo>
                <a:cubicBezTo>
                  <a:pt x="47" y="61"/>
                  <a:pt x="47" y="61"/>
                  <a:pt x="47" y="61"/>
                </a:cubicBezTo>
                <a:cubicBezTo>
                  <a:pt x="49" y="59"/>
                  <a:pt x="51" y="59"/>
                  <a:pt x="52" y="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7A9E405E-585A-46EE-8688-F9C9B7B4D8AE}"/>
              </a:ext>
            </a:extLst>
          </p:cNvPr>
          <p:cNvSpPr>
            <a:spLocks noEditPoints="1"/>
          </p:cNvSpPr>
          <p:nvPr/>
        </p:nvSpPr>
        <p:spPr bwMode="auto">
          <a:xfrm>
            <a:off x="2200276" y="4087813"/>
            <a:ext cx="354013" cy="357188"/>
          </a:xfrm>
          <a:custGeom>
            <a:avLst/>
            <a:gdLst>
              <a:gd name="T0" fmla="*/ 67 w 164"/>
              <a:gd name="T1" fmla="*/ 164 h 165"/>
              <a:gd name="T2" fmla="*/ 33 w 164"/>
              <a:gd name="T3" fmla="*/ 155 h 165"/>
              <a:gd name="T4" fmla="*/ 22 w 164"/>
              <a:gd name="T5" fmla="*/ 158 h 165"/>
              <a:gd name="T6" fmla="*/ 11 w 164"/>
              <a:gd name="T7" fmla="*/ 154 h 165"/>
              <a:gd name="T8" fmla="*/ 0 w 164"/>
              <a:gd name="T9" fmla="*/ 87 h 165"/>
              <a:gd name="T10" fmla="*/ 25 w 164"/>
              <a:gd name="T11" fmla="*/ 63 h 165"/>
              <a:gd name="T12" fmla="*/ 33 w 164"/>
              <a:gd name="T13" fmla="*/ 66 h 165"/>
              <a:gd name="T14" fmla="*/ 54 w 164"/>
              <a:gd name="T15" fmla="*/ 53 h 165"/>
              <a:gd name="T16" fmla="*/ 68 w 164"/>
              <a:gd name="T17" fmla="*/ 36 h 165"/>
              <a:gd name="T18" fmla="*/ 75 w 164"/>
              <a:gd name="T19" fmla="*/ 23 h 165"/>
              <a:gd name="T20" fmla="*/ 80 w 164"/>
              <a:gd name="T21" fmla="*/ 13 h 165"/>
              <a:gd name="T22" fmla="*/ 97 w 164"/>
              <a:gd name="T23" fmla="*/ 0 h 165"/>
              <a:gd name="T24" fmla="*/ 107 w 164"/>
              <a:gd name="T25" fmla="*/ 38 h 165"/>
              <a:gd name="T26" fmla="*/ 98 w 164"/>
              <a:gd name="T27" fmla="*/ 56 h 165"/>
              <a:gd name="T28" fmla="*/ 99 w 164"/>
              <a:gd name="T29" fmla="*/ 59 h 165"/>
              <a:gd name="T30" fmla="*/ 115 w 164"/>
              <a:gd name="T31" fmla="*/ 58 h 165"/>
              <a:gd name="T32" fmla="*/ 164 w 164"/>
              <a:gd name="T33" fmla="*/ 74 h 165"/>
              <a:gd name="T34" fmla="*/ 157 w 164"/>
              <a:gd name="T35" fmla="*/ 99 h 165"/>
              <a:gd name="T36" fmla="*/ 148 w 164"/>
              <a:gd name="T37" fmla="*/ 124 h 165"/>
              <a:gd name="T38" fmla="*/ 135 w 164"/>
              <a:gd name="T39" fmla="*/ 148 h 165"/>
              <a:gd name="T40" fmla="*/ 104 w 164"/>
              <a:gd name="T41" fmla="*/ 165 h 165"/>
              <a:gd name="T42" fmla="*/ 38 w 164"/>
              <a:gd name="T43" fmla="*/ 146 h 165"/>
              <a:gd name="T44" fmla="*/ 68 w 164"/>
              <a:gd name="T45" fmla="*/ 156 h 165"/>
              <a:gd name="T46" fmla="*/ 104 w 164"/>
              <a:gd name="T47" fmla="*/ 157 h 165"/>
              <a:gd name="T48" fmla="*/ 127 w 164"/>
              <a:gd name="T49" fmla="*/ 148 h 165"/>
              <a:gd name="T50" fmla="*/ 119 w 164"/>
              <a:gd name="T51" fmla="*/ 132 h 165"/>
              <a:gd name="T52" fmla="*/ 140 w 164"/>
              <a:gd name="T53" fmla="*/ 124 h 165"/>
              <a:gd name="T54" fmla="*/ 132 w 164"/>
              <a:gd name="T55" fmla="*/ 107 h 165"/>
              <a:gd name="T56" fmla="*/ 149 w 164"/>
              <a:gd name="T57" fmla="*/ 99 h 165"/>
              <a:gd name="T58" fmla="*/ 141 w 164"/>
              <a:gd name="T59" fmla="*/ 83 h 165"/>
              <a:gd name="T60" fmla="*/ 156 w 164"/>
              <a:gd name="T61" fmla="*/ 74 h 165"/>
              <a:gd name="T62" fmla="*/ 115 w 164"/>
              <a:gd name="T63" fmla="*/ 66 h 165"/>
              <a:gd name="T64" fmla="*/ 99 w 164"/>
              <a:gd name="T65" fmla="*/ 67 h 165"/>
              <a:gd name="T66" fmla="*/ 92 w 164"/>
              <a:gd name="T67" fmla="*/ 64 h 165"/>
              <a:gd name="T68" fmla="*/ 97 w 164"/>
              <a:gd name="T69" fmla="*/ 41 h 165"/>
              <a:gd name="T70" fmla="*/ 103 w 164"/>
              <a:gd name="T71" fmla="*/ 11 h 165"/>
              <a:gd name="T72" fmla="*/ 87 w 164"/>
              <a:gd name="T73" fmla="*/ 17 h 165"/>
              <a:gd name="T74" fmla="*/ 83 w 164"/>
              <a:gd name="T75" fmla="*/ 26 h 165"/>
              <a:gd name="T76" fmla="*/ 75 w 164"/>
              <a:gd name="T77" fmla="*/ 41 h 165"/>
              <a:gd name="T78" fmla="*/ 60 w 164"/>
              <a:gd name="T79" fmla="*/ 59 h 165"/>
              <a:gd name="T80" fmla="*/ 30 w 164"/>
              <a:gd name="T81" fmla="*/ 73 h 165"/>
              <a:gd name="T82" fmla="*/ 25 w 164"/>
              <a:gd name="T83" fmla="*/ 71 h 165"/>
              <a:gd name="T84" fmla="*/ 15 w 164"/>
              <a:gd name="T85" fmla="*/ 74 h 165"/>
              <a:gd name="T86" fmla="*/ 8 w 164"/>
              <a:gd name="T87" fmla="*/ 133 h 165"/>
              <a:gd name="T88" fmla="*/ 22 w 164"/>
              <a:gd name="T89" fmla="*/ 150 h 165"/>
              <a:gd name="T90" fmla="*/ 27 w 164"/>
              <a:gd name="T91" fmla="*/ 149 h 165"/>
              <a:gd name="T92" fmla="*/ 38 w 164"/>
              <a:gd name="T93" fmla="*/ 14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4" h="165">
                <a:moveTo>
                  <a:pt x="89" y="165"/>
                </a:moveTo>
                <a:cubicBezTo>
                  <a:pt x="80" y="165"/>
                  <a:pt x="73" y="165"/>
                  <a:pt x="67" y="164"/>
                </a:cubicBezTo>
                <a:cubicBezTo>
                  <a:pt x="61" y="163"/>
                  <a:pt x="56" y="161"/>
                  <a:pt x="52" y="159"/>
                </a:cubicBezTo>
                <a:cubicBezTo>
                  <a:pt x="45" y="156"/>
                  <a:pt x="39" y="153"/>
                  <a:pt x="33" y="155"/>
                </a:cubicBezTo>
                <a:cubicBezTo>
                  <a:pt x="32" y="155"/>
                  <a:pt x="31" y="156"/>
                  <a:pt x="30" y="156"/>
                </a:cubicBezTo>
                <a:cubicBezTo>
                  <a:pt x="28" y="157"/>
                  <a:pt x="26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18" y="158"/>
                  <a:pt x="14" y="157"/>
                  <a:pt x="11" y="154"/>
                </a:cubicBezTo>
                <a:cubicBezTo>
                  <a:pt x="4" y="149"/>
                  <a:pt x="0" y="141"/>
                  <a:pt x="0" y="13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79"/>
                  <a:pt x="4" y="72"/>
                  <a:pt x="10" y="67"/>
                </a:cubicBezTo>
                <a:cubicBezTo>
                  <a:pt x="15" y="64"/>
                  <a:pt x="21" y="62"/>
                  <a:pt x="25" y="63"/>
                </a:cubicBezTo>
                <a:cubicBezTo>
                  <a:pt x="28" y="63"/>
                  <a:pt x="30" y="64"/>
                  <a:pt x="32" y="65"/>
                </a:cubicBezTo>
                <a:cubicBezTo>
                  <a:pt x="32" y="65"/>
                  <a:pt x="33" y="65"/>
                  <a:pt x="33" y="66"/>
                </a:cubicBezTo>
                <a:cubicBezTo>
                  <a:pt x="34" y="66"/>
                  <a:pt x="34" y="66"/>
                  <a:pt x="35" y="66"/>
                </a:cubicBezTo>
                <a:cubicBezTo>
                  <a:pt x="41" y="66"/>
                  <a:pt x="50" y="57"/>
                  <a:pt x="54" y="53"/>
                </a:cubicBezTo>
                <a:cubicBezTo>
                  <a:pt x="55" y="52"/>
                  <a:pt x="55" y="52"/>
                  <a:pt x="55" y="52"/>
                </a:cubicBezTo>
                <a:cubicBezTo>
                  <a:pt x="60" y="48"/>
                  <a:pt x="64" y="42"/>
                  <a:pt x="68" y="36"/>
                </a:cubicBezTo>
                <a:cubicBezTo>
                  <a:pt x="69" y="34"/>
                  <a:pt x="70" y="33"/>
                  <a:pt x="71" y="31"/>
                </a:cubicBezTo>
                <a:cubicBezTo>
                  <a:pt x="73" y="29"/>
                  <a:pt x="74" y="26"/>
                  <a:pt x="75" y="23"/>
                </a:cubicBezTo>
                <a:cubicBezTo>
                  <a:pt x="76" y="21"/>
                  <a:pt x="77" y="18"/>
                  <a:pt x="79" y="16"/>
                </a:cubicBezTo>
                <a:cubicBezTo>
                  <a:pt x="79" y="15"/>
                  <a:pt x="79" y="14"/>
                  <a:pt x="80" y="13"/>
                </a:cubicBezTo>
                <a:cubicBezTo>
                  <a:pt x="82" y="10"/>
                  <a:pt x="84" y="6"/>
                  <a:pt x="88" y="3"/>
                </a:cubicBezTo>
                <a:cubicBezTo>
                  <a:pt x="90" y="1"/>
                  <a:pt x="94" y="0"/>
                  <a:pt x="97" y="0"/>
                </a:cubicBezTo>
                <a:cubicBezTo>
                  <a:pt x="102" y="0"/>
                  <a:pt x="106" y="2"/>
                  <a:pt x="109" y="6"/>
                </a:cubicBezTo>
                <a:cubicBezTo>
                  <a:pt x="117" y="15"/>
                  <a:pt x="112" y="28"/>
                  <a:pt x="107" y="38"/>
                </a:cubicBezTo>
                <a:cubicBezTo>
                  <a:pt x="106" y="40"/>
                  <a:pt x="105" y="43"/>
                  <a:pt x="103" y="45"/>
                </a:cubicBezTo>
                <a:cubicBezTo>
                  <a:pt x="101" y="49"/>
                  <a:pt x="98" y="52"/>
                  <a:pt x="98" y="56"/>
                </a:cubicBezTo>
                <a:cubicBezTo>
                  <a:pt x="98" y="58"/>
                  <a:pt x="98" y="59"/>
                  <a:pt x="98" y="59"/>
                </a:cubicBezTo>
                <a:cubicBezTo>
                  <a:pt x="99" y="59"/>
                  <a:pt x="99" y="59"/>
                  <a:pt x="99" y="59"/>
                </a:cubicBezTo>
                <a:cubicBezTo>
                  <a:pt x="102" y="59"/>
                  <a:pt x="104" y="59"/>
                  <a:pt x="107" y="59"/>
                </a:cubicBezTo>
                <a:cubicBezTo>
                  <a:pt x="110" y="58"/>
                  <a:pt x="113" y="58"/>
                  <a:pt x="115" y="58"/>
                </a:cubicBezTo>
                <a:cubicBezTo>
                  <a:pt x="147" y="58"/>
                  <a:pt x="147" y="58"/>
                  <a:pt x="147" y="58"/>
                </a:cubicBezTo>
                <a:cubicBezTo>
                  <a:pt x="156" y="58"/>
                  <a:pt x="164" y="66"/>
                  <a:pt x="164" y="74"/>
                </a:cubicBezTo>
                <a:cubicBezTo>
                  <a:pt x="164" y="81"/>
                  <a:pt x="160" y="87"/>
                  <a:pt x="154" y="89"/>
                </a:cubicBezTo>
                <a:cubicBezTo>
                  <a:pt x="156" y="92"/>
                  <a:pt x="157" y="95"/>
                  <a:pt x="157" y="99"/>
                </a:cubicBezTo>
                <a:cubicBezTo>
                  <a:pt x="157" y="106"/>
                  <a:pt x="152" y="113"/>
                  <a:pt x="145" y="115"/>
                </a:cubicBezTo>
                <a:cubicBezTo>
                  <a:pt x="147" y="117"/>
                  <a:pt x="148" y="120"/>
                  <a:pt x="148" y="124"/>
                </a:cubicBezTo>
                <a:cubicBezTo>
                  <a:pt x="148" y="132"/>
                  <a:pt x="141" y="139"/>
                  <a:pt x="133" y="140"/>
                </a:cubicBezTo>
                <a:cubicBezTo>
                  <a:pt x="134" y="142"/>
                  <a:pt x="135" y="145"/>
                  <a:pt x="135" y="148"/>
                </a:cubicBezTo>
                <a:cubicBezTo>
                  <a:pt x="135" y="157"/>
                  <a:pt x="128" y="164"/>
                  <a:pt x="119" y="164"/>
                </a:cubicBezTo>
                <a:cubicBezTo>
                  <a:pt x="114" y="164"/>
                  <a:pt x="109" y="165"/>
                  <a:pt x="104" y="165"/>
                </a:cubicBezTo>
                <a:cubicBezTo>
                  <a:pt x="99" y="165"/>
                  <a:pt x="94" y="165"/>
                  <a:pt x="89" y="165"/>
                </a:cubicBezTo>
                <a:close/>
                <a:moveTo>
                  <a:pt x="38" y="146"/>
                </a:moveTo>
                <a:cubicBezTo>
                  <a:pt x="44" y="146"/>
                  <a:pt x="50" y="149"/>
                  <a:pt x="55" y="151"/>
                </a:cubicBezTo>
                <a:cubicBezTo>
                  <a:pt x="59" y="153"/>
                  <a:pt x="64" y="155"/>
                  <a:pt x="68" y="156"/>
                </a:cubicBezTo>
                <a:cubicBezTo>
                  <a:pt x="74" y="157"/>
                  <a:pt x="81" y="157"/>
                  <a:pt x="89" y="157"/>
                </a:cubicBezTo>
                <a:cubicBezTo>
                  <a:pt x="94" y="157"/>
                  <a:pt x="99" y="157"/>
                  <a:pt x="104" y="157"/>
                </a:cubicBezTo>
                <a:cubicBezTo>
                  <a:pt x="109" y="157"/>
                  <a:pt x="114" y="156"/>
                  <a:pt x="119" y="156"/>
                </a:cubicBezTo>
                <a:cubicBezTo>
                  <a:pt x="123" y="156"/>
                  <a:pt x="127" y="153"/>
                  <a:pt x="127" y="148"/>
                </a:cubicBezTo>
                <a:cubicBezTo>
                  <a:pt x="127" y="144"/>
                  <a:pt x="123" y="140"/>
                  <a:pt x="119" y="140"/>
                </a:cubicBezTo>
                <a:cubicBezTo>
                  <a:pt x="119" y="132"/>
                  <a:pt x="119" y="132"/>
                  <a:pt x="119" y="132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36" y="132"/>
                  <a:pt x="140" y="128"/>
                  <a:pt x="140" y="124"/>
                </a:cubicBezTo>
                <a:cubicBezTo>
                  <a:pt x="140" y="119"/>
                  <a:pt x="136" y="115"/>
                  <a:pt x="132" y="115"/>
                </a:cubicBezTo>
                <a:cubicBezTo>
                  <a:pt x="132" y="107"/>
                  <a:pt x="132" y="107"/>
                  <a:pt x="132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6" y="107"/>
                  <a:pt x="149" y="104"/>
                  <a:pt x="149" y="99"/>
                </a:cubicBezTo>
                <a:cubicBezTo>
                  <a:pt x="149" y="94"/>
                  <a:pt x="146" y="91"/>
                  <a:pt x="141" y="91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7" y="83"/>
                  <a:pt x="147" y="83"/>
                  <a:pt x="147" y="83"/>
                </a:cubicBezTo>
                <a:cubicBezTo>
                  <a:pt x="152" y="83"/>
                  <a:pt x="156" y="79"/>
                  <a:pt x="156" y="74"/>
                </a:cubicBezTo>
                <a:cubicBezTo>
                  <a:pt x="156" y="70"/>
                  <a:pt x="152" y="66"/>
                  <a:pt x="147" y="66"/>
                </a:cubicBezTo>
                <a:cubicBezTo>
                  <a:pt x="115" y="66"/>
                  <a:pt x="115" y="66"/>
                  <a:pt x="115" y="66"/>
                </a:cubicBezTo>
                <a:cubicBezTo>
                  <a:pt x="113" y="66"/>
                  <a:pt x="110" y="66"/>
                  <a:pt x="107" y="67"/>
                </a:cubicBezTo>
                <a:cubicBezTo>
                  <a:pt x="105" y="67"/>
                  <a:pt x="102" y="67"/>
                  <a:pt x="99" y="67"/>
                </a:cubicBezTo>
                <a:cubicBezTo>
                  <a:pt x="98" y="67"/>
                  <a:pt x="98" y="67"/>
                  <a:pt x="98" y="67"/>
                </a:cubicBezTo>
                <a:cubicBezTo>
                  <a:pt x="95" y="67"/>
                  <a:pt x="93" y="65"/>
                  <a:pt x="92" y="64"/>
                </a:cubicBezTo>
                <a:cubicBezTo>
                  <a:pt x="90" y="62"/>
                  <a:pt x="89" y="59"/>
                  <a:pt x="90" y="55"/>
                </a:cubicBezTo>
                <a:cubicBezTo>
                  <a:pt x="91" y="50"/>
                  <a:pt x="94" y="45"/>
                  <a:pt x="97" y="41"/>
                </a:cubicBezTo>
                <a:cubicBezTo>
                  <a:pt x="98" y="38"/>
                  <a:pt x="99" y="36"/>
                  <a:pt x="100" y="34"/>
                </a:cubicBezTo>
                <a:cubicBezTo>
                  <a:pt x="104" y="26"/>
                  <a:pt x="108" y="16"/>
                  <a:pt x="103" y="11"/>
                </a:cubicBezTo>
                <a:cubicBezTo>
                  <a:pt x="101" y="8"/>
                  <a:pt x="96" y="7"/>
                  <a:pt x="92" y="10"/>
                </a:cubicBezTo>
                <a:cubicBezTo>
                  <a:pt x="90" y="11"/>
                  <a:pt x="89" y="14"/>
                  <a:pt x="87" y="17"/>
                </a:cubicBezTo>
                <a:cubicBezTo>
                  <a:pt x="87" y="18"/>
                  <a:pt x="86" y="19"/>
                  <a:pt x="86" y="20"/>
                </a:cubicBezTo>
                <a:cubicBezTo>
                  <a:pt x="85" y="22"/>
                  <a:pt x="84" y="24"/>
                  <a:pt x="83" y="26"/>
                </a:cubicBezTo>
                <a:cubicBezTo>
                  <a:pt x="82" y="29"/>
                  <a:pt x="80" y="33"/>
                  <a:pt x="78" y="36"/>
                </a:cubicBezTo>
                <a:cubicBezTo>
                  <a:pt x="77" y="37"/>
                  <a:pt x="76" y="39"/>
                  <a:pt x="75" y="41"/>
                </a:cubicBezTo>
                <a:cubicBezTo>
                  <a:pt x="71" y="47"/>
                  <a:pt x="66" y="53"/>
                  <a:pt x="61" y="58"/>
                </a:cubicBezTo>
                <a:cubicBezTo>
                  <a:pt x="60" y="59"/>
                  <a:pt x="60" y="59"/>
                  <a:pt x="60" y="59"/>
                </a:cubicBezTo>
                <a:cubicBezTo>
                  <a:pt x="52" y="66"/>
                  <a:pt x="43" y="74"/>
                  <a:pt x="35" y="74"/>
                </a:cubicBezTo>
                <a:cubicBezTo>
                  <a:pt x="33" y="74"/>
                  <a:pt x="31" y="74"/>
                  <a:pt x="30" y="73"/>
                </a:cubicBezTo>
                <a:cubicBezTo>
                  <a:pt x="29" y="72"/>
                  <a:pt x="28" y="72"/>
                  <a:pt x="28" y="72"/>
                </a:cubicBezTo>
                <a:cubicBezTo>
                  <a:pt x="26" y="71"/>
                  <a:pt x="26" y="71"/>
                  <a:pt x="25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2" y="71"/>
                  <a:pt x="18" y="72"/>
                  <a:pt x="15" y="74"/>
                </a:cubicBezTo>
                <a:cubicBezTo>
                  <a:pt x="10" y="77"/>
                  <a:pt x="8" y="82"/>
                  <a:pt x="8" y="87"/>
                </a:cubicBezTo>
                <a:cubicBezTo>
                  <a:pt x="8" y="133"/>
                  <a:pt x="8" y="133"/>
                  <a:pt x="8" y="133"/>
                </a:cubicBezTo>
                <a:cubicBezTo>
                  <a:pt x="8" y="138"/>
                  <a:pt x="11" y="144"/>
                  <a:pt x="15" y="148"/>
                </a:cubicBezTo>
                <a:cubicBezTo>
                  <a:pt x="17" y="149"/>
                  <a:pt x="20" y="150"/>
                  <a:pt x="22" y="150"/>
                </a:cubicBezTo>
                <a:cubicBezTo>
                  <a:pt x="22" y="150"/>
                  <a:pt x="22" y="150"/>
                  <a:pt x="22" y="150"/>
                </a:cubicBezTo>
                <a:cubicBezTo>
                  <a:pt x="24" y="150"/>
                  <a:pt x="25" y="150"/>
                  <a:pt x="27" y="149"/>
                </a:cubicBezTo>
                <a:cubicBezTo>
                  <a:pt x="28" y="148"/>
                  <a:pt x="29" y="148"/>
                  <a:pt x="31" y="147"/>
                </a:cubicBezTo>
                <a:cubicBezTo>
                  <a:pt x="33" y="147"/>
                  <a:pt x="35" y="146"/>
                  <a:pt x="38" y="1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CC610E49-262A-4E9A-AF70-80D058A53E32}"/>
              </a:ext>
            </a:extLst>
          </p:cNvPr>
          <p:cNvSpPr>
            <a:spLocks/>
          </p:cNvSpPr>
          <p:nvPr/>
        </p:nvSpPr>
        <p:spPr bwMode="auto">
          <a:xfrm>
            <a:off x="4638676" y="5084763"/>
            <a:ext cx="422275" cy="9525"/>
          </a:xfrm>
          <a:custGeom>
            <a:avLst/>
            <a:gdLst>
              <a:gd name="T0" fmla="*/ 193 w 195"/>
              <a:gd name="T1" fmla="*/ 4 h 4"/>
              <a:gd name="T2" fmla="*/ 2 w 195"/>
              <a:gd name="T3" fmla="*/ 4 h 4"/>
              <a:gd name="T4" fmla="*/ 0 w 195"/>
              <a:gd name="T5" fmla="*/ 2 h 4"/>
              <a:gd name="T6" fmla="*/ 2 w 195"/>
              <a:gd name="T7" fmla="*/ 0 h 4"/>
              <a:gd name="T8" fmla="*/ 193 w 195"/>
              <a:gd name="T9" fmla="*/ 0 h 4"/>
              <a:gd name="T10" fmla="*/ 195 w 195"/>
              <a:gd name="T11" fmla="*/ 2 h 4"/>
              <a:gd name="T12" fmla="*/ 193 w 195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4">
                <a:moveTo>
                  <a:pt x="193" y="4"/>
                </a:move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4" y="0"/>
                  <a:pt x="195" y="1"/>
                  <a:pt x="195" y="2"/>
                </a:cubicBezTo>
                <a:cubicBezTo>
                  <a:pt x="195" y="3"/>
                  <a:pt x="194" y="4"/>
                  <a:pt x="193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783348AE-9475-4699-8DF3-A21441227F85}"/>
              </a:ext>
            </a:extLst>
          </p:cNvPr>
          <p:cNvSpPr>
            <a:spLocks/>
          </p:cNvSpPr>
          <p:nvPr/>
        </p:nvSpPr>
        <p:spPr bwMode="auto">
          <a:xfrm>
            <a:off x="4948238" y="4992688"/>
            <a:ext cx="112713" cy="101600"/>
          </a:xfrm>
          <a:custGeom>
            <a:avLst/>
            <a:gdLst>
              <a:gd name="T0" fmla="*/ 50 w 52"/>
              <a:gd name="T1" fmla="*/ 47 h 47"/>
              <a:gd name="T2" fmla="*/ 48 w 52"/>
              <a:gd name="T3" fmla="*/ 46 h 47"/>
              <a:gd name="T4" fmla="*/ 1 w 52"/>
              <a:gd name="T5" fmla="*/ 4 h 47"/>
              <a:gd name="T6" fmla="*/ 1 w 52"/>
              <a:gd name="T7" fmla="*/ 1 h 47"/>
              <a:gd name="T8" fmla="*/ 4 w 52"/>
              <a:gd name="T9" fmla="*/ 1 h 47"/>
              <a:gd name="T10" fmla="*/ 51 w 52"/>
              <a:gd name="T11" fmla="*/ 43 h 47"/>
              <a:gd name="T12" fmla="*/ 51 w 52"/>
              <a:gd name="T13" fmla="*/ 46 h 47"/>
              <a:gd name="T14" fmla="*/ 50 w 52"/>
              <a:gd name="T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47">
                <a:moveTo>
                  <a:pt x="50" y="47"/>
                </a:moveTo>
                <a:cubicBezTo>
                  <a:pt x="49" y="47"/>
                  <a:pt x="49" y="47"/>
                  <a:pt x="48" y="46"/>
                </a:cubicBezTo>
                <a:cubicBezTo>
                  <a:pt x="1" y="4"/>
                  <a:pt x="1" y="4"/>
                  <a:pt x="1" y="4"/>
                </a:cubicBezTo>
                <a:cubicBezTo>
                  <a:pt x="0" y="3"/>
                  <a:pt x="0" y="2"/>
                  <a:pt x="1" y="1"/>
                </a:cubicBezTo>
                <a:cubicBezTo>
                  <a:pt x="2" y="0"/>
                  <a:pt x="3" y="0"/>
                  <a:pt x="4" y="1"/>
                </a:cubicBezTo>
                <a:cubicBezTo>
                  <a:pt x="51" y="43"/>
                  <a:pt x="51" y="43"/>
                  <a:pt x="51" y="43"/>
                </a:cubicBezTo>
                <a:cubicBezTo>
                  <a:pt x="52" y="44"/>
                  <a:pt x="52" y="45"/>
                  <a:pt x="51" y="46"/>
                </a:cubicBezTo>
                <a:cubicBezTo>
                  <a:pt x="51" y="47"/>
                  <a:pt x="50" y="47"/>
                  <a:pt x="5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60ED22CA-7276-4D6A-8DDC-B9DE14B7FB00}"/>
              </a:ext>
            </a:extLst>
          </p:cNvPr>
          <p:cNvSpPr>
            <a:spLocks/>
          </p:cNvSpPr>
          <p:nvPr/>
        </p:nvSpPr>
        <p:spPr bwMode="auto">
          <a:xfrm>
            <a:off x="4948238" y="5084763"/>
            <a:ext cx="112713" cy="101600"/>
          </a:xfrm>
          <a:custGeom>
            <a:avLst/>
            <a:gdLst>
              <a:gd name="T0" fmla="*/ 3 w 52"/>
              <a:gd name="T1" fmla="*/ 47 h 47"/>
              <a:gd name="T2" fmla="*/ 1 w 52"/>
              <a:gd name="T3" fmla="*/ 46 h 47"/>
              <a:gd name="T4" fmla="*/ 1 w 52"/>
              <a:gd name="T5" fmla="*/ 43 h 47"/>
              <a:gd name="T6" fmla="*/ 48 w 52"/>
              <a:gd name="T7" fmla="*/ 0 h 47"/>
              <a:gd name="T8" fmla="*/ 51 w 52"/>
              <a:gd name="T9" fmla="*/ 0 h 47"/>
              <a:gd name="T10" fmla="*/ 51 w 52"/>
              <a:gd name="T11" fmla="*/ 3 h 47"/>
              <a:gd name="T12" fmla="*/ 4 w 52"/>
              <a:gd name="T13" fmla="*/ 46 h 47"/>
              <a:gd name="T14" fmla="*/ 3 w 52"/>
              <a:gd name="T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47">
                <a:moveTo>
                  <a:pt x="3" y="47"/>
                </a:moveTo>
                <a:cubicBezTo>
                  <a:pt x="2" y="47"/>
                  <a:pt x="2" y="46"/>
                  <a:pt x="1" y="46"/>
                </a:cubicBezTo>
                <a:cubicBezTo>
                  <a:pt x="0" y="45"/>
                  <a:pt x="0" y="44"/>
                  <a:pt x="1" y="43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1" y="0"/>
                  <a:pt x="51" y="0"/>
                </a:cubicBezTo>
                <a:cubicBezTo>
                  <a:pt x="52" y="1"/>
                  <a:pt x="52" y="3"/>
                  <a:pt x="51" y="3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7"/>
                  <a:pt x="3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087F1F7D-64C1-4906-97FA-8933977F7B5D}"/>
              </a:ext>
            </a:extLst>
          </p:cNvPr>
          <p:cNvSpPr>
            <a:spLocks/>
          </p:cNvSpPr>
          <p:nvPr/>
        </p:nvSpPr>
        <p:spPr bwMode="auto">
          <a:xfrm>
            <a:off x="3808413" y="5084763"/>
            <a:ext cx="420688" cy="9525"/>
          </a:xfrm>
          <a:custGeom>
            <a:avLst/>
            <a:gdLst>
              <a:gd name="T0" fmla="*/ 192 w 194"/>
              <a:gd name="T1" fmla="*/ 4 h 4"/>
              <a:gd name="T2" fmla="*/ 2 w 194"/>
              <a:gd name="T3" fmla="*/ 4 h 4"/>
              <a:gd name="T4" fmla="*/ 0 w 194"/>
              <a:gd name="T5" fmla="*/ 2 h 4"/>
              <a:gd name="T6" fmla="*/ 2 w 194"/>
              <a:gd name="T7" fmla="*/ 0 h 4"/>
              <a:gd name="T8" fmla="*/ 192 w 194"/>
              <a:gd name="T9" fmla="*/ 0 h 4"/>
              <a:gd name="T10" fmla="*/ 194 w 194"/>
              <a:gd name="T11" fmla="*/ 2 h 4"/>
              <a:gd name="T12" fmla="*/ 192 w 194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4">
                <a:moveTo>
                  <a:pt x="192" y="4"/>
                </a:move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93" y="0"/>
                  <a:pt x="194" y="1"/>
                  <a:pt x="194" y="2"/>
                </a:cubicBezTo>
                <a:cubicBezTo>
                  <a:pt x="194" y="3"/>
                  <a:pt x="193" y="4"/>
                  <a:pt x="192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FA9536AC-3C2E-40A2-A6D8-AAF5742FEF2A}"/>
              </a:ext>
            </a:extLst>
          </p:cNvPr>
          <p:cNvSpPr>
            <a:spLocks/>
          </p:cNvSpPr>
          <p:nvPr/>
        </p:nvSpPr>
        <p:spPr bwMode="auto">
          <a:xfrm>
            <a:off x="3808413" y="4992688"/>
            <a:ext cx="111125" cy="101600"/>
          </a:xfrm>
          <a:custGeom>
            <a:avLst/>
            <a:gdLst>
              <a:gd name="T0" fmla="*/ 2 w 51"/>
              <a:gd name="T1" fmla="*/ 47 h 47"/>
              <a:gd name="T2" fmla="*/ 0 w 51"/>
              <a:gd name="T3" fmla="*/ 46 h 47"/>
              <a:gd name="T4" fmla="*/ 0 w 51"/>
              <a:gd name="T5" fmla="*/ 43 h 47"/>
              <a:gd name="T6" fmla="*/ 48 w 51"/>
              <a:gd name="T7" fmla="*/ 1 h 47"/>
              <a:gd name="T8" fmla="*/ 50 w 51"/>
              <a:gd name="T9" fmla="*/ 1 h 47"/>
              <a:gd name="T10" fmla="*/ 50 w 51"/>
              <a:gd name="T11" fmla="*/ 4 h 47"/>
              <a:gd name="T12" fmla="*/ 3 w 51"/>
              <a:gd name="T13" fmla="*/ 46 h 47"/>
              <a:gd name="T14" fmla="*/ 2 w 51"/>
              <a:gd name="T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1" h="47">
                <a:moveTo>
                  <a:pt x="2" y="47"/>
                </a:moveTo>
                <a:cubicBezTo>
                  <a:pt x="1" y="47"/>
                  <a:pt x="1" y="47"/>
                  <a:pt x="0" y="46"/>
                </a:cubicBezTo>
                <a:cubicBezTo>
                  <a:pt x="0" y="45"/>
                  <a:pt x="0" y="44"/>
                  <a:pt x="0" y="43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0"/>
                  <a:pt x="50" y="0"/>
                  <a:pt x="50" y="1"/>
                </a:cubicBezTo>
                <a:cubicBezTo>
                  <a:pt x="51" y="2"/>
                  <a:pt x="51" y="3"/>
                  <a:pt x="50" y="4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7"/>
                  <a:pt x="2" y="47"/>
                  <a:pt x="2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F634279A-CE17-4CF6-B490-BE9CE05BD84F}"/>
              </a:ext>
            </a:extLst>
          </p:cNvPr>
          <p:cNvSpPr>
            <a:spLocks/>
          </p:cNvSpPr>
          <p:nvPr/>
        </p:nvSpPr>
        <p:spPr bwMode="auto">
          <a:xfrm>
            <a:off x="3808413" y="5084763"/>
            <a:ext cx="111125" cy="101600"/>
          </a:xfrm>
          <a:custGeom>
            <a:avLst/>
            <a:gdLst>
              <a:gd name="T0" fmla="*/ 49 w 51"/>
              <a:gd name="T1" fmla="*/ 47 h 47"/>
              <a:gd name="T2" fmla="*/ 48 w 51"/>
              <a:gd name="T3" fmla="*/ 46 h 47"/>
              <a:gd name="T4" fmla="*/ 0 w 51"/>
              <a:gd name="T5" fmla="*/ 3 h 47"/>
              <a:gd name="T6" fmla="*/ 0 w 51"/>
              <a:gd name="T7" fmla="*/ 0 h 47"/>
              <a:gd name="T8" fmla="*/ 3 w 51"/>
              <a:gd name="T9" fmla="*/ 0 h 47"/>
              <a:gd name="T10" fmla="*/ 50 w 51"/>
              <a:gd name="T11" fmla="*/ 43 h 47"/>
              <a:gd name="T12" fmla="*/ 50 w 51"/>
              <a:gd name="T13" fmla="*/ 46 h 47"/>
              <a:gd name="T14" fmla="*/ 49 w 51"/>
              <a:gd name="T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1" h="47">
                <a:moveTo>
                  <a:pt x="49" y="47"/>
                </a:moveTo>
                <a:cubicBezTo>
                  <a:pt x="49" y="47"/>
                  <a:pt x="48" y="46"/>
                  <a:pt x="48" y="46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1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50" y="43"/>
                  <a:pt x="50" y="43"/>
                  <a:pt x="50" y="43"/>
                </a:cubicBezTo>
                <a:cubicBezTo>
                  <a:pt x="51" y="44"/>
                  <a:pt x="51" y="45"/>
                  <a:pt x="50" y="46"/>
                </a:cubicBezTo>
                <a:cubicBezTo>
                  <a:pt x="50" y="46"/>
                  <a:pt x="50" y="47"/>
                  <a:pt x="49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624AD4CD-6F5A-440B-A9C7-E740C34F8131}"/>
              </a:ext>
            </a:extLst>
          </p:cNvPr>
          <p:cNvSpPr>
            <a:spLocks/>
          </p:cNvSpPr>
          <p:nvPr/>
        </p:nvSpPr>
        <p:spPr bwMode="auto">
          <a:xfrm>
            <a:off x="6392863" y="4884738"/>
            <a:ext cx="231775" cy="209550"/>
          </a:xfrm>
          <a:custGeom>
            <a:avLst/>
            <a:gdLst>
              <a:gd name="T0" fmla="*/ 3 w 107"/>
              <a:gd name="T1" fmla="*/ 97 h 97"/>
              <a:gd name="T2" fmla="*/ 1 w 107"/>
              <a:gd name="T3" fmla="*/ 96 h 97"/>
              <a:gd name="T4" fmla="*/ 1 w 107"/>
              <a:gd name="T5" fmla="*/ 93 h 97"/>
              <a:gd name="T6" fmla="*/ 103 w 107"/>
              <a:gd name="T7" fmla="*/ 1 h 97"/>
              <a:gd name="T8" fmla="*/ 106 w 107"/>
              <a:gd name="T9" fmla="*/ 1 h 97"/>
              <a:gd name="T10" fmla="*/ 106 w 107"/>
              <a:gd name="T11" fmla="*/ 4 h 97"/>
              <a:gd name="T12" fmla="*/ 4 w 107"/>
              <a:gd name="T13" fmla="*/ 96 h 97"/>
              <a:gd name="T14" fmla="*/ 3 w 107"/>
              <a:gd name="T15" fmla="*/ 9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7" h="97">
                <a:moveTo>
                  <a:pt x="3" y="97"/>
                </a:moveTo>
                <a:cubicBezTo>
                  <a:pt x="2" y="97"/>
                  <a:pt x="2" y="97"/>
                  <a:pt x="1" y="96"/>
                </a:cubicBezTo>
                <a:cubicBezTo>
                  <a:pt x="0" y="95"/>
                  <a:pt x="1" y="94"/>
                  <a:pt x="1" y="93"/>
                </a:cubicBezTo>
                <a:cubicBezTo>
                  <a:pt x="103" y="1"/>
                  <a:pt x="103" y="1"/>
                  <a:pt x="103" y="1"/>
                </a:cubicBezTo>
                <a:cubicBezTo>
                  <a:pt x="104" y="0"/>
                  <a:pt x="105" y="0"/>
                  <a:pt x="106" y="1"/>
                </a:cubicBezTo>
                <a:cubicBezTo>
                  <a:pt x="107" y="2"/>
                  <a:pt x="107" y="3"/>
                  <a:pt x="106" y="4"/>
                </a:cubicBezTo>
                <a:cubicBezTo>
                  <a:pt x="4" y="96"/>
                  <a:pt x="4" y="96"/>
                  <a:pt x="4" y="96"/>
                </a:cubicBezTo>
                <a:cubicBezTo>
                  <a:pt x="4" y="97"/>
                  <a:pt x="3" y="97"/>
                  <a:pt x="3" y="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00786E5E-BC20-43FB-9DF2-579E11A6B013}"/>
              </a:ext>
            </a:extLst>
          </p:cNvPr>
          <p:cNvSpPr>
            <a:spLocks/>
          </p:cNvSpPr>
          <p:nvPr/>
        </p:nvSpPr>
        <p:spPr bwMode="auto">
          <a:xfrm>
            <a:off x="6392863" y="5084763"/>
            <a:ext cx="231775" cy="207963"/>
          </a:xfrm>
          <a:custGeom>
            <a:avLst/>
            <a:gdLst>
              <a:gd name="T0" fmla="*/ 104 w 107"/>
              <a:gd name="T1" fmla="*/ 96 h 96"/>
              <a:gd name="T2" fmla="*/ 103 w 107"/>
              <a:gd name="T3" fmla="*/ 95 h 96"/>
              <a:gd name="T4" fmla="*/ 1 w 107"/>
              <a:gd name="T5" fmla="*/ 3 h 96"/>
              <a:gd name="T6" fmla="*/ 1 w 107"/>
              <a:gd name="T7" fmla="*/ 0 h 96"/>
              <a:gd name="T8" fmla="*/ 4 w 107"/>
              <a:gd name="T9" fmla="*/ 0 h 96"/>
              <a:gd name="T10" fmla="*/ 106 w 107"/>
              <a:gd name="T11" fmla="*/ 93 h 96"/>
              <a:gd name="T12" fmla="*/ 106 w 107"/>
              <a:gd name="T13" fmla="*/ 95 h 96"/>
              <a:gd name="T14" fmla="*/ 104 w 107"/>
              <a:gd name="T1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7" h="96">
                <a:moveTo>
                  <a:pt x="104" y="96"/>
                </a:moveTo>
                <a:cubicBezTo>
                  <a:pt x="104" y="96"/>
                  <a:pt x="104" y="96"/>
                  <a:pt x="103" y="95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1"/>
                  <a:pt x="1" y="0"/>
                </a:cubicBezTo>
                <a:cubicBezTo>
                  <a:pt x="2" y="0"/>
                  <a:pt x="3" y="0"/>
                  <a:pt x="4" y="0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7" y="93"/>
                  <a:pt x="107" y="95"/>
                  <a:pt x="106" y="95"/>
                </a:cubicBezTo>
                <a:cubicBezTo>
                  <a:pt x="106" y="96"/>
                  <a:pt x="105" y="96"/>
                  <a:pt x="104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98DE7182-71E0-474B-B170-3CB9D708E2D1}"/>
              </a:ext>
            </a:extLst>
          </p:cNvPr>
          <p:cNvSpPr>
            <a:spLocks/>
          </p:cNvSpPr>
          <p:nvPr/>
        </p:nvSpPr>
        <p:spPr bwMode="auto">
          <a:xfrm>
            <a:off x="5567363" y="4884738"/>
            <a:ext cx="231775" cy="209550"/>
          </a:xfrm>
          <a:custGeom>
            <a:avLst/>
            <a:gdLst>
              <a:gd name="T0" fmla="*/ 104 w 107"/>
              <a:gd name="T1" fmla="*/ 97 h 97"/>
              <a:gd name="T2" fmla="*/ 103 w 107"/>
              <a:gd name="T3" fmla="*/ 96 h 97"/>
              <a:gd name="T4" fmla="*/ 1 w 107"/>
              <a:gd name="T5" fmla="*/ 4 h 97"/>
              <a:gd name="T6" fmla="*/ 1 w 107"/>
              <a:gd name="T7" fmla="*/ 1 h 97"/>
              <a:gd name="T8" fmla="*/ 4 w 107"/>
              <a:gd name="T9" fmla="*/ 1 h 97"/>
              <a:gd name="T10" fmla="*/ 106 w 107"/>
              <a:gd name="T11" fmla="*/ 93 h 97"/>
              <a:gd name="T12" fmla="*/ 106 w 107"/>
              <a:gd name="T13" fmla="*/ 96 h 97"/>
              <a:gd name="T14" fmla="*/ 104 w 107"/>
              <a:gd name="T15" fmla="*/ 9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7" h="97">
                <a:moveTo>
                  <a:pt x="104" y="97"/>
                </a:moveTo>
                <a:cubicBezTo>
                  <a:pt x="104" y="97"/>
                  <a:pt x="103" y="97"/>
                  <a:pt x="103" y="96"/>
                </a:cubicBezTo>
                <a:cubicBezTo>
                  <a:pt x="1" y="4"/>
                  <a:pt x="1" y="4"/>
                  <a:pt x="1" y="4"/>
                </a:cubicBezTo>
                <a:cubicBezTo>
                  <a:pt x="0" y="3"/>
                  <a:pt x="0" y="2"/>
                  <a:pt x="1" y="1"/>
                </a:cubicBezTo>
                <a:cubicBezTo>
                  <a:pt x="2" y="0"/>
                  <a:pt x="3" y="0"/>
                  <a:pt x="4" y="1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7" y="94"/>
                  <a:pt x="107" y="95"/>
                  <a:pt x="106" y="96"/>
                </a:cubicBezTo>
                <a:cubicBezTo>
                  <a:pt x="106" y="97"/>
                  <a:pt x="105" y="97"/>
                  <a:pt x="104" y="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0F831FF3-CB5F-4B32-B374-6676881804ED}"/>
              </a:ext>
            </a:extLst>
          </p:cNvPr>
          <p:cNvSpPr>
            <a:spLocks/>
          </p:cNvSpPr>
          <p:nvPr/>
        </p:nvSpPr>
        <p:spPr bwMode="auto">
          <a:xfrm>
            <a:off x="5567363" y="5084763"/>
            <a:ext cx="231775" cy="207963"/>
          </a:xfrm>
          <a:custGeom>
            <a:avLst/>
            <a:gdLst>
              <a:gd name="T0" fmla="*/ 3 w 107"/>
              <a:gd name="T1" fmla="*/ 96 h 96"/>
              <a:gd name="T2" fmla="*/ 1 w 107"/>
              <a:gd name="T3" fmla="*/ 95 h 96"/>
              <a:gd name="T4" fmla="*/ 1 w 107"/>
              <a:gd name="T5" fmla="*/ 93 h 96"/>
              <a:gd name="T6" fmla="*/ 103 w 107"/>
              <a:gd name="T7" fmla="*/ 0 h 96"/>
              <a:gd name="T8" fmla="*/ 106 w 107"/>
              <a:gd name="T9" fmla="*/ 0 h 96"/>
              <a:gd name="T10" fmla="*/ 106 w 107"/>
              <a:gd name="T11" fmla="*/ 3 h 96"/>
              <a:gd name="T12" fmla="*/ 4 w 107"/>
              <a:gd name="T13" fmla="*/ 95 h 96"/>
              <a:gd name="T14" fmla="*/ 3 w 107"/>
              <a:gd name="T1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7" h="96">
                <a:moveTo>
                  <a:pt x="3" y="96"/>
                </a:moveTo>
                <a:cubicBezTo>
                  <a:pt x="2" y="96"/>
                  <a:pt x="2" y="96"/>
                  <a:pt x="1" y="95"/>
                </a:cubicBezTo>
                <a:cubicBezTo>
                  <a:pt x="0" y="95"/>
                  <a:pt x="0" y="93"/>
                  <a:pt x="1" y="93"/>
                </a:cubicBezTo>
                <a:cubicBezTo>
                  <a:pt x="103" y="0"/>
                  <a:pt x="103" y="0"/>
                  <a:pt x="103" y="0"/>
                </a:cubicBezTo>
                <a:cubicBezTo>
                  <a:pt x="104" y="0"/>
                  <a:pt x="105" y="0"/>
                  <a:pt x="106" y="0"/>
                </a:cubicBezTo>
                <a:cubicBezTo>
                  <a:pt x="107" y="1"/>
                  <a:pt x="107" y="3"/>
                  <a:pt x="106" y="3"/>
                </a:cubicBezTo>
                <a:cubicBezTo>
                  <a:pt x="4" y="95"/>
                  <a:pt x="4" y="95"/>
                  <a:pt x="4" y="95"/>
                </a:cubicBezTo>
                <a:cubicBezTo>
                  <a:pt x="4" y="96"/>
                  <a:pt x="3" y="96"/>
                  <a:pt x="3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ACA3E702-ACC7-4875-BBB1-9974C16E15A0}"/>
              </a:ext>
            </a:extLst>
          </p:cNvPr>
          <p:cNvSpPr>
            <a:spLocks/>
          </p:cNvSpPr>
          <p:nvPr/>
        </p:nvSpPr>
        <p:spPr bwMode="auto">
          <a:xfrm>
            <a:off x="8058151" y="4879976"/>
            <a:ext cx="238125" cy="219075"/>
          </a:xfrm>
          <a:custGeom>
            <a:avLst/>
            <a:gdLst>
              <a:gd name="T0" fmla="*/ 4 w 110"/>
              <a:gd name="T1" fmla="*/ 101 h 101"/>
              <a:gd name="T2" fmla="*/ 1 w 110"/>
              <a:gd name="T3" fmla="*/ 100 h 101"/>
              <a:gd name="T4" fmla="*/ 2 w 110"/>
              <a:gd name="T5" fmla="*/ 94 h 101"/>
              <a:gd name="T6" fmla="*/ 103 w 110"/>
              <a:gd name="T7" fmla="*/ 2 h 101"/>
              <a:gd name="T8" fmla="*/ 109 w 110"/>
              <a:gd name="T9" fmla="*/ 2 h 101"/>
              <a:gd name="T10" fmla="*/ 109 w 110"/>
              <a:gd name="T11" fmla="*/ 8 h 101"/>
              <a:gd name="T12" fmla="*/ 7 w 110"/>
              <a:gd name="T13" fmla="*/ 100 h 101"/>
              <a:gd name="T14" fmla="*/ 4 w 110"/>
              <a:gd name="T1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01">
                <a:moveTo>
                  <a:pt x="4" y="101"/>
                </a:moveTo>
                <a:cubicBezTo>
                  <a:pt x="3" y="101"/>
                  <a:pt x="2" y="100"/>
                  <a:pt x="1" y="100"/>
                </a:cubicBezTo>
                <a:cubicBezTo>
                  <a:pt x="0" y="98"/>
                  <a:pt x="0" y="95"/>
                  <a:pt x="2" y="94"/>
                </a:cubicBezTo>
                <a:cubicBezTo>
                  <a:pt x="103" y="2"/>
                  <a:pt x="103" y="2"/>
                  <a:pt x="103" y="2"/>
                </a:cubicBezTo>
                <a:cubicBezTo>
                  <a:pt x="105" y="0"/>
                  <a:pt x="107" y="0"/>
                  <a:pt x="109" y="2"/>
                </a:cubicBezTo>
                <a:cubicBezTo>
                  <a:pt x="110" y="4"/>
                  <a:pt x="110" y="6"/>
                  <a:pt x="109" y="8"/>
                </a:cubicBezTo>
                <a:cubicBezTo>
                  <a:pt x="7" y="100"/>
                  <a:pt x="7" y="100"/>
                  <a:pt x="7" y="100"/>
                </a:cubicBezTo>
                <a:cubicBezTo>
                  <a:pt x="6" y="101"/>
                  <a:pt x="5" y="101"/>
                  <a:pt x="4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B2132B7C-DD61-41DE-9A0B-980D50BDDFC6}"/>
              </a:ext>
            </a:extLst>
          </p:cNvPr>
          <p:cNvSpPr>
            <a:spLocks/>
          </p:cNvSpPr>
          <p:nvPr/>
        </p:nvSpPr>
        <p:spPr bwMode="auto">
          <a:xfrm>
            <a:off x="8058151" y="5078413"/>
            <a:ext cx="238125" cy="219075"/>
          </a:xfrm>
          <a:custGeom>
            <a:avLst/>
            <a:gdLst>
              <a:gd name="T0" fmla="*/ 106 w 110"/>
              <a:gd name="T1" fmla="*/ 101 h 101"/>
              <a:gd name="T2" fmla="*/ 103 w 110"/>
              <a:gd name="T3" fmla="*/ 100 h 101"/>
              <a:gd name="T4" fmla="*/ 2 w 110"/>
              <a:gd name="T5" fmla="*/ 8 h 101"/>
              <a:gd name="T6" fmla="*/ 1 w 110"/>
              <a:gd name="T7" fmla="*/ 2 h 101"/>
              <a:gd name="T8" fmla="*/ 7 w 110"/>
              <a:gd name="T9" fmla="*/ 2 h 101"/>
              <a:gd name="T10" fmla="*/ 109 w 110"/>
              <a:gd name="T11" fmla="*/ 94 h 101"/>
              <a:gd name="T12" fmla="*/ 109 w 110"/>
              <a:gd name="T13" fmla="*/ 100 h 101"/>
              <a:gd name="T14" fmla="*/ 106 w 110"/>
              <a:gd name="T1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01">
                <a:moveTo>
                  <a:pt x="106" y="101"/>
                </a:moveTo>
                <a:cubicBezTo>
                  <a:pt x="105" y="101"/>
                  <a:pt x="104" y="101"/>
                  <a:pt x="103" y="100"/>
                </a:cubicBezTo>
                <a:cubicBezTo>
                  <a:pt x="2" y="8"/>
                  <a:pt x="2" y="8"/>
                  <a:pt x="2" y="8"/>
                </a:cubicBezTo>
                <a:cubicBezTo>
                  <a:pt x="0" y="6"/>
                  <a:pt x="0" y="4"/>
                  <a:pt x="1" y="2"/>
                </a:cubicBezTo>
                <a:cubicBezTo>
                  <a:pt x="3" y="1"/>
                  <a:pt x="5" y="0"/>
                  <a:pt x="7" y="2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10" y="96"/>
                  <a:pt x="110" y="98"/>
                  <a:pt x="109" y="100"/>
                </a:cubicBezTo>
                <a:cubicBezTo>
                  <a:pt x="108" y="101"/>
                  <a:pt x="107" y="101"/>
                  <a:pt x="106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4544175C-7933-4CC2-A0AD-5B9AAFA6D928}"/>
              </a:ext>
            </a:extLst>
          </p:cNvPr>
          <p:cNvSpPr>
            <a:spLocks/>
          </p:cNvSpPr>
          <p:nvPr/>
        </p:nvSpPr>
        <p:spPr bwMode="auto">
          <a:xfrm>
            <a:off x="7215188" y="4879976"/>
            <a:ext cx="239713" cy="219075"/>
          </a:xfrm>
          <a:custGeom>
            <a:avLst/>
            <a:gdLst>
              <a:gd name="T0" fmla="*/ 107 w 111"/>
              <a:gd name="T1" fmla="*/ 101 h 101"/>
              <a:gd name="T2" fmla="*/ 104 w 111"/>
              <a:gd name="T3" fmla="*/ 100 h 101"/>
              <a:gd name="T4" fmla="*/ 2 w 111"/>
              <a:gd name="T5" fmla="*/ 8 h 101"/>
              <a:gd name="T6" fmla="*/ 2 w 111"/>
              <a:gd name="T7" fmla="*/ 2 h 101"/>
              <a:gd name="T8" fmla="*/ 7 w 111"/>
              <a:gd name="T9" fmla="*/ 2 h 101"/>
              <a:gd name="T10" fmla="*/ 109 w 111"/>
              <a:gd name="T11" fmla="*/ 94 h 101"/>
              <a:gd name="T12" fmla="*/ 110 w 111"/>
              <a:gd name="T13" fmla="*/ 100 h 101"/>
              <a:gd name="T14" fmla="*/ 107 w 111"/>
              <a:gd name="T1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1" h="101">
                <a:moveTo>
                  <a:pt x="107" y="101"/>
                </a:moveTo>
                <a:cubicBezTo>
                  <a:pt x="106" y="101"/>
                  <a:pt x="105" y="101"/>
                  <a:pt x="104" y="100"/>
                </a:cubicBezTo>
                <a:cubicBezTo>
                  <a:pt x="2" y="8"/>
                  <a:pt x="2" y="8"/>
                  <a:pt x="2" y="8"/>
                </a:cubicBezTo>
                <a:cubicBezTo>
                  <a:pt x="0" y="6"/>
                  <a:pt x="0" y="4"/>
                  <a:pt x="2" y="2"/>
                </a:cubicBezTo>
                <a:cubicBezTo>
                  <a:pt x="3" y="0"/>
                  <a:pt x="6" y="0"/>
                  <a:pt x="7" y="2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11" y="95"/>
                  <a:pt x="111" y="98"/>
                  <a:pt x="110" y="100"/>
                </a:cubicBezTo>
                <a:cubicBezTo>
                  <a:pt x="109" y="100"/>
                  <a:pt x="108" y="101"/>
                  <a:pt x="107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09AE6241-29E3-43DB-B1D2-E033E2A86F5F}"/>
              </a:ext>
            </a:extLst>
          </p:cNvPr>
          <p:cNvSpPr>
            <a:spLocks/>
          </p:cNvSpPr>
          <p:nvPr/>
        </p:nvSpPr>
        <p:spPr bwMode="auto">
          <a:xfrm>
            <a:off x="7215188" y="5078413"/>
            <a:ext cx="239713" cy="219075"/>
          </a:xfrm>
          <a:custGeom>
            <a:avLst/>
            <a:gdLst>
              <a:gd name="T0" fmla="*/ 5 w 111"/>
              <a:gd name="T1" fmla="*/ 101 h 101"/>
              <a:gd name="T2" fmla="*/ 2 w 111"/>
              <a:gd name="T3" fmla="*/ 100 h 101"/>
              <a:gd name="T4" fmla="*/ 2 w 111"/>
              <a:gd name="T5" fmla="*/ 94 h 101"/>
              <a:gd name="T6" fmla="*/ 104 w 111"/>
              <a:gd name="T7" fmla="*/ 2 h 101"/>
              <a:gd name="T8" fmla="*/ 110 w 111"/>
              <a:gd name="T9" fmla="*/ 2 h 101"/>
              <a:gd name="T10" fmla="*/ 109 w 111"/>
              <a:gd name="T11" fmla="*/ 8 h 101"/>
              <a:gd name="T12" fmla="*/ 7 w 111"/>
              <a:gd name="T13" fmla="*/ 100 h 101"/>
              <a:gd name="T14" fmla="*/ 5 w 111"/>
              <a:gd name="T1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1" h="101">
                <a:moveTo>
                  <a:pt x="5" y="101"/>
                </a:moveTo>
                <a:cubicBezTo>
                  <a:pt x="4" y="101"/>
                  <a:pt x="3" y="101"/>
                  <a:pt x="2" y="100"/>
                </a:cubicBezTo>
                <a:cubicBezTo>
                  <a:pt x="0" y="98"/>
                  <a:pt x="0" y="96"/>
                  <a:pt x="2" y="94"/>
                </a:cubicBezTo>
                <a:cubicBezTo>
                  <a:pt x="104" y="2"/>
                  <a:pt x="104" y="2"/>
                  <a:pt x="104" y="2"/>
                </a:cubicBezTo>
                <a:cubicBezTo>
                  <a:pt x="106" y="0"/>
                  <a:pt x="108" y="1"/>
                  <a:pt x="110" y="2"/>
                </a:cubicBezTo>
                <a:cubicBezTo>
                  <a:pt x="111" y="4"/>
                  <a:pt x="111" y="6"/>
                  <a:pt x="109" y="8"/>
                </a:cubicBezTo>
                <a:cubicBezTo>
                  <a:pt x="7" y="100"/>
                  <a:pt x="7" y="100"/>
                  <a:pt x="7" y="100"/>
                </a:cubicBezTo>
                <a:cubicBezTo>
                  <a:pt x="7" y="101"/>
                  <a:pt x="6" y="101"/>
                  <a:pt x="5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F1765DC7-221B-40A9-99E5-2C04526867AA}"/>
              </a:ext>
            </a:extLst>
          </p:cNvPr>
          <p:cNvSpPr>
            <a:spLocks/>
          </p:cNvSpPr>
          <p:nvPr/>
        </p:nvSpPr>
        <p:spPr bwMode="auto">
          <a:xfrm>
            <a:off x="10675938" y="4119563"/>
            <a:ext cx="85725" cy="87313"/>
          </a:xfrm>
          <a:custGeom>
            <a:avLst/>
            <a:gdLst>
              <a:gd name="T0" fmla="*/ 54 w 54"/>
              <a:gd name="T1" fmla="*/ 55 h 55"/>
              <a:gd name="T2" fmla="*/ 0 w 54"/>
              <a:gd name="T3" fmla="*/ 55 h 55"/>
              <a:gd name="T4" fmla="*/ 0 w 54"/>
              <a:gd name="T5" fmla="*/ 0 h 55"/>
              <a:gd name="T6" fmla="*/ 9 w 54"/>
              <a:gd name="T7" fmla="*/ 0 h 55"/>
              <a:gd name="T8" fmla="*/ 9 w 54"/>
              <a:gd name="T9" fmla="*/ 45 h 55"/>
              <a:gd name="T10" fmla="*/ 54 w 54"/>
              <a:gd name="T11" fmla="*/ 45 h 55"/>
              <a:gd name="T12" fmla="*/ 54 w 54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5">
                <a:moveTo>
                  <a:pt x="54" y="55"/>
                </a:moveTo>
                <a:lnTo>
                  <a:pt x="0" y="55"/>
                </a:lnTo>
                <a:lnTo>
                  <a:pt x="0" y="0"/>
                </a:lnTo>
                <a:lnTo>
                  <a:pt x="9" y="0"/>
                </a:lnTo>
                <a:lnTo>
                  <a:pt x="9" y="45"/>
                </a:lnTo>
                <a:lnTo>
                  <a:pt x="54" y="45"/>
                </a:lnTo>
                <a:lnTo>
                  <a:pt x="54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05750F69-F981-4096-9BD5-AB2EA4C7F39C}"/>
              </a:ext>
            </a:extLst>
          </p:cNvPr>
          <p:cNvSpPr>
            <a:spLocks noEditPoints="1"/>
          </p:cNvSpPr>
          <p:nvPr/>
        </p:nvSpPr>
        <p:spPr bwMode="auto">
          <a:xfrm>
            <a:off x="10521951" y="4111626"/>
            <a:ext cx="249238" cy="347663"/>
          </a:xfrm>
          <a:custGeom>
            <a:avLst/>
            <a:gdLst>
              <a:gd name="T0" fmla="*/ 157 w 157"/>
              <a:gd name="T1" fmla="*/ 219 h 219"/>
              <a:gd name="T2" fmla="*/ 0 w 157"/>
              <a:gd name="T3" fmla="*/ 219 h 219"/>
              <a:gd name="T4" fmla="*/ 0 w 157"/>
              <a:gd name="T5" fmla="*/ 0 h 219"/>
              <a:gd name="T6" fmla="*/ 105 w 157"/>
              <a:gd name="T7" fmla="*/ 0 h 219"/>
              <a:gd name="T8" fmla="*/ 157 w 157"/>
              <a:gd name="T9" fmla="*/ 52 h 219"/>
              <a:gd name="T10" fmla="*/ 157 w 157"/>
              <a:gd name="T11" fmla="*/ 219 h 219"/>
              <a:gd name="T12" fmla="*/ 9 w 157"/>
              <a:gd name="T13" fmla="*/ 210 h 219"/>
              <a:gd name="T14" fmla="*/ 147 w 157"/>
              <a:gd name="T15" fmla="*/ 210 h 219"/>
              <a:gd name="T16" fmla="*/ 147 w 157"/>
              <a:gd name="T17" fmla="*/ 56 h 219"/>
              <a:gd name="T18" fmla="*/ 101 w 157"/>
              <a:gd name="T19" fmla="*/ 10 h 219"/>
              <a:gd name="T20" fmla="*/ 9 w 157"/>
              <a:gd name="T21" fmla="*/ 10 h 219"/>
              <a:gd name="T22" fmla="*/ 9 w 157"/>
              <a:gd name="T23" fmla="*/ 210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7" h="219">
                <a:moveTo>
                  <a:pt x="157" y="219"/>
                </a:moveTo>
                <a:lnTo>
                  <a:pt x="0" y="219"/>
                </a:lnTo>
                <a:lnTo>
                  <a:pt x="0" y="0"/>
                </a:lnTo>
                <a:lnTo>
                  <a:pt x="105" y="0"/>
                </a:lnTo>
                <a:lnTo>
                  <a:pt x="157" y="52"/>
                </a:lnTo>
                <a:lnTo>
                  <a:pt x="157" y="219"/>
                </a:lnTo>
                <a:close/>
                <a:moveTo>
                  <a:pt x="9" y="210"/>
                </a:moveTo>
                <a:lnTo>
                  <a:pt x="147" y="210"/>
                </a:lnTo>
                <a:lnTo>
                  <a:pt x="147" y="56"/>
                </a:lnTo>
                <a:lnTo>
                  <a:pt x="101" y="10"/>
                </a:lnTo>
                <a:lnTo>
                  <a:pt x="9" y="10"/>
                </a:lnTo>
                <a:lnTo>
                  <a:pt x="9" y="2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1E7747FE-A8C9-4BB6-84E3-3164DB7F5F08}"/>
              </a:ext>
            </a:extLst>
          </p:cNvPr>
          <p:cNvSpPr>
            <a:spLocks/>
          </p:cNvSpPr>
          <p:nvPr/>
        </p:nvSpPr>
        <p:spPr bwMode="auto">
          <a:xfrm>
            <a:off x="10726738" y="4065588"/>
            <a:ext cx="87313" cy="87313"/>
          </a:xfrm>
          <a:custGeom>
            <a:avLst/>
            <a:gdLst>
              <a:gd name="T0" fmla="*/ 55 w 55"/>
              <a:gd name="T1" fmla="*/ 55 h 55"/>
              <a:gd name="T2" fmla="*/ 0 w 55"/>
              <a:gd name="T3" fmla="*/ 55 h 55"/>
              <a:gd name="T4" fmla="*/ 0 w 55"/>
              <a:gd name="T5" fmla="*/ 0 h 55"/>
              <a:gd name="T6" fmla="*/ 10 w 55"/>
              <a:gd name="T7" fmla="*/ 0 h 55"/>
              <a:gd name="T8" fmla="*/ 10 w 55"/>
              <a:gd name="T9" fmla="*/ 45 h 55"/>
              <a:gd name="T10" fmla="*/ 55 w 55"/>
              <a:gd name="T11" fmla="*/ 45 h 55"/>
              <a:gd name="T12" fmla="*/ 55 w 55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" h="55">
                <a:moveTo>
                  <a:pt x="55" y="55"/>
                </a:moveTo>
                <a:lnTo>
                  <a:pt x="0" y="55"/>
                </a:lnTo>
                <a:lnTo>
                  <a:pt x="0" y="0"/>
                </a:lnTo>
                <a:lnTo>
                  <a:pt x="10" y="0"/>
                </a:lnTo>
                <a:lnTo>
                  <a:pt x="10" y="45"/>
                </a:lnTo>
                <a:lnTo>
                  <a:pt x="55" y="45"/>
                </a:lnTo>
                <a:lnTo>
                  <a:pt x="55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A5624A5C-54A3-43F0-ADE1-9EC9348E2A48}"/>
              </a:ext>
            </a:extLst>
          </p:cNvPr>
          <p:cNvSpPr>
            <a:spLocks/>
          </p:cNvSpPr>
          <p:nvPr/>
        </p:nvSpPr>
        <p:spPr bwMode="auto">
          <a:xfrm>
            <a:off x="10574338" y="4057651"/>
            <a:ext cx="247650" cy="347663"/>
          </a:xfrm>
          <a:custGeom>
            <a:avLst/>
            <a:gdLst>
              <a:gd name="T0" fmla="*/ 156 w 156"/>
              <a:gd name="T1" fmla="*/ 219 h 219"/>
              <a:gd name="T2" fmla="*/ 118 w 156"/>
              <a:gd name="T3" fmla="*/ 219 h 219"/>
              <a:gd name="T4" fmla="*/ 118 w 156"/>
              <a:gd name="T5" fmla="*/ 210 h 219"/>
              <a:gd name="T6" fmla="*/ 147 w 156"/>
              <a:gd name="T7" fmla="*/ 210 h 219"/>
              <a:gd name="T8" fmla="*/ 147 w 156"/>
              <a:gd name="T9" fmla="*/ 56 h 219"/>
              <a:gd name="T10" fmla="*/ 100 w 156"/>
              <a:gd name="T11" fmla="*/ 9 h 219"/>
              <a:gd name="T12" fmla="*/ 9 w 156"/>
              <a:gd name="T13" fmla="*/ 9 h 219"/>
              <a:gd name="T14" fmla="*/ 9 w 156"/>
              <a:gd name="T15" fmla="*/ 39 h 219"/>
              <a:gd name="T16" fmla="*/ 0 w 156"/>
              <a:gd name="T17" fmla="*/ 39 h 219"/>
              <a:gd name="T18" fmla="*/ 0 w 156"/>
              <a:gd name="T19" fmla="*/ 0 h 219"/>
              <a:gd name="T20" fmla="*/ 105 w 156"/>
              <a:gd name="T21" fmla="*/ 0 h 219"/>
              <a:gd name="T22" fmla="*/ 156 w 156"/>
              <a:gd name="T23" fmla="*/ 52 h 219"/>
              <a:gd name="T24" fmla="*/ 156 w 156"/>
              <a:gd name="T25" fmla="*/ 219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" h="219">
                <a:moveTo>
                  <a:pt x="156" y="219"/>
                </a:moveTo>
                <a:lnTo>
                  <a:pt x="118" y="219"/>
                </a:lnTo>
                <a:lnTo>
                  <a:pt x="118" y="210"/>
                </a:lnTo>
                <a:lnTo>
                  <a:pt x="147" y="210"/>
                </a:lnTo>
                <a:lnTo>
                  <a:pt x="147" y="56"/>
                </a:lnTo>
                <a:lnTo>
                  <a:pt x="100" y="9"/>
                </a:lnTo>
                <a:lnTo>
                  <a:pt x="9" y="9"/>
                </a:lnTo>
                <a:lnTo>
                  <a:pt x="9" y="39"/>
                </a:lnTo>
                <a:lnTo>
                  <a:pt x="0" y="39"/>
                </a:lnTo>
                <a:lnTo>
                  <a:pt x="0" y="0"/>
                </a:lnTo>
                <a:lnTo>
                  <a:pt x="105" y="0"/>
                </a:lnTo>
                <a:lnTo>
                  <a:pt x="156" y="52"/>
                </a:lnTo>
                <a:lnTo>
                  <a:pt x="156" y="2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16398F92-435E-46FA-9987-B328B5088B3C}"/>
              </a:ext>
            </a:extLst>
          </p:cNvPr>
          <p:cNvSpPr>
            <a:spLocks noEditPoints="1"/>
          </p:cNvSpPr>
          <p:nvPr/>
        </p:nvSpPr>
        <p:spPr bwMode="auto">
          <a:xfrm>
            <a:off x="9893301" y="4064001"/>
            <a:ext cx="134938" cy="114300"/>
          </a:xfrm>
          <a:custGeom>
            <a:avLst/>
            <a:gdLst>
              <a:gd name="T0" fmla="*/ 50 w 63"/>
              <a:gd name="T1" fmla="*/ 53 h 53"/>
              <a:gd name="T2" fmla="*/ 47 w 63"/>
              <a:gd name="T3" fmla="*/ 49 h 53"/>
              <a:gd name="T4" fmla="*/ 4 w 63"/>
              <a:gd name="T5" fmla="*/ 15 h 53"/>
              <a:gd name="T6" fmla="*/ 0 w 63"/>
              <a:gd name="T7" fmla="*/ 14 h 53"/>
              <a:gd name="T8" fmla="*/ 2 w 63"/>
              <a:gd name="T9" fmla="*/ 10 h 53"/>
              <a:gd name="T10" fmla="*/ 19 w 63"/>
              <a:gd name="T11" fmla="*/ 0 h 53"/>
              <a:gd name="T12" fmla="*/ 42 w 63"/>
              <a:gd name="T13" fmla="*/ 11 h 53"/>
              <a:gd name="T14" fmla="*/ 52 w 63"/>
              <a:gd name="T15" fmla="*/ 50 h 53"/>
              <a:gd name="T16" fmla="*/ 50 w 63"/>
              <a:gd name="T17" fmla="*/ 53 h 53"/>
              <a:gd name="T18" fmla="*/ 10 w 63"/>
              <a:gd name="T19" fmla="*/ 11 h 53"/>
              <a:gd name="T20" fmla="*/ 50 w 63"/>
              <a:gd name="T21" fmla="*/ 42 h 53"/>
              <a:gd name="T22" fmla="*/ 39 w 63"/>
              <a:gd name="T23" fmla="*/ 16 h 53"/>
              <a:gd name="T24" fmla="*/ 19 w 63"/>
              <a:gd name="T25" fmla="*/ 6 h 53"/>
              <a:gd name="T26" fmla="*/ 10 w 63"/>
              <a:gd name="T27" fmla="*/ 11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" h="53">
                <a:moveTo>
                  <a:pt x="50" y="53"/>
                </a:moveTo>
                <a:cubicBezTo>
                  <a:pt x="47" y="49"/>
                  <a:pt x="47" y="49"/>
                  <a:pt x="47" y="49"/>
                </a:cubicBezTo>
                <a:cubicBezTo>
                  <a:pt x="37" y="33"/>
                  <a:pt x="22" y="21"/>
                  <a:pt x="4" y="15"/>
                </a:cubicBezTo>
                <a:cubicBezTo>
                  <a:pt x="0" y="14"/>
                  <a:pt x="0" y="14"/>
                  <a:pt x="0" y="14"/>
                </a:cubicBezTo>
                <a:cubicBezTo>
                  <a:pt x="2" y="10"/>
                  <a:pt x="2" y="10"/>
                  <a:pt x="2" y="10"/>
                </a:cubicBezTo>
                <a:cubicBezTo>
                  <a:pt x="6" y="5"/>
                  <a:pt x="11" y="0"/>
                  <a:pt x="19" y="0"/>
                </a:cubicBezTo>
                <a:cubicBezTo>
                  <a:pt x="26" y="0"/>
                  <a:pt x="33" y="4"/>
                  <a:pt x="42" y="11"/>
                </a:cubicBezTo>
                <a:cubicBezTo>
                  <a:pt x="63" y="27"/>
                  <a:pt x="61" y="38"/>
                  <a:pt x="52" y="50"/>
                </a:cubicBezTo>
                <a:lnTo>
                  <a:pt x="50" y="53"/>
                </a:lnTo>
                <a:close/>
                <a:moveTo>
                  <a:pt x="10" y="11"/>
                </a:moveTo>
                <a:cubicBezTo>
                  <a:pt x="26" y="17"/>
                  <a:pt x="40" y="28"/>
                  <a:pt x="50" y="42"/>
                </a:cubicBezTo>
                <a:cubicBezTo>
                  <a:pt x="54" y="36"/>
                  <a:pt x="55" y="29"/>
                  <a:pt x="39" y="16"/>
                </a:cubicBezTo>
                <a:cubicBezTo>
                  <a:pt x="30" y="9"/>
                  <a:pt x="24" y="6"/>
                  <a:pt x="19" y="6"/>
                </a:cubicBezTo>
                <a:cubicBezTo>
                  <a:pt x="16" y="6"/>
                  <a:pt x="13" y="8"/>
                  <a:pt x="10" y="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57777749-7E6E-410D-8E63-3D54EA0BAC48}"/>
              </a:ext>
            </a:extLst>
          </p:cNvPr>
          <p:cNvSpPr>
            <a:spLocks noEditPoints="1"/>
          </p:cNvSpPr>
          <p:nvPr/>
        </p:nvSpPr>
        <p:spPr bwMode="auto">
          <a:xfrm>
            <a:off x="9639301" y="4064001"/>
            <a:ext cx="136525" cy="114300"/>
          </a:xfrm>
          <a:custGeom>
            <a:avLst/>
            <a:gdLst>
              <a:gd name="T0" fmla="*/ 13 w 63"/>
              <a:gd name="T1" fmla="*/ 53 h 53"/>
              <a:gd name="T2" fmla="*/ 10 w 63"/>
              <a:gd name="T3" fmla="*/ 50 h 53"/>
              <a:gd name="T4" fmla="*/ 20 w 63"/>
              <a:gd name="T5" fmla="*/ 11 h 53"/>
              <a:gd name="T6" fmla="*/ 44 w 63"/>
              <a:gd name="T7" fmla="*/ 0 h 53"/>
              <a:gd name="T8" fmla="*/ 60 w 63"/>
              <a:gd name="T9" fmla="*/ 10 h 53"/>
              <a:gd name="T10" fmla="*/ 63 w 63"/>
              <a:gd name="T11" fmla="*/ 14 h 53"/>
              <a:gd name="T12" fmla="*/ 59 w 63"/>
              <a:gd name="T13" fmla="*/ 15 h 53"/>
              <a:gd name="T14" fmla="*/ 15 w 63"/>
              <a:gd name="T15" fmla="*/ 49 h 53"/>
              <a:gd name="T16" fmla="*/ 13 w 63"/>
              <a:gd name="T17" fmla="*/ 53 h 53"/>
              <a:gd name="T18" fmla="*/ 44 w 63"/>
              <a:gd name="T19" fmla="*/ 6 h 53"/>
              <a:gd name="T20" fmla="*/ 24 w 63"/>
              <a:gd name="T21" fmla="*/ 16 h 53"/>
              <a:gd name="T22" fmla="*/ 13 w 63"/>
              <a:gd name="T23" fmla="*/ 42 h 53"/>
              <a:gd name="T24" fmla="*/ 53 w 63"/>
              <a:gd name="T25" fmla="*/ 11 h 53"/>
              <a:gd name="T26" fmla="*/ 44 w 63"/>
              <a:gd name="T27" fmla="*/ 6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" h="53">
                <a:moveTo>
                  <a:pt x="13" y="53"/>
                </a:moveTo>
                <a:cubicBezTo>
                  <a:pt x="10" y="50"/>
                  <a:pt x="10" y="50"/>
                  <a:pt x="10" y="50"/>
                </a:cubicBezTo>
                <a:cubicBezTo>
                  <a:pt x="2" y="38"/>
                  <a:pt x="0" y="27"/>
                  <a:pt x="20" y="11"/>
                </a:cubicBezTo>
                <a:cubicBezTo>
                  <a:pt x="30" y="4"/>
                  <a:pt x="37" y="0"/>
                  <a:pt x="44" y="0"/>
                </a:cubicBezTo>
                <a:cubicBezTo>
                  <a:pt x="51" y="0"/>
                  <a:pt x="56" y="5"/>
                  <a:pt x="60" y="10"/>
                </a:cubicBezTo>
                <a:cubicBezTo>
                  <a:pt x="63" y="14"/>
                  <a:pt x="63" y="14"/>
                  <a:pt x="63" y="14"/>
                </a:cubicBezTo>
                <a:cubicBezTo>
                  <a:pt x="59" y="15"/>
                  <a:pt x="59" y="15"/>
                  <a:pt x="59" y="15"/>
                </a:cubicBezTo>
                <a:cubicBezTo>
                  <a:pt x="41" y="21"/>
                  <a:pt x="26" y="33"/>
                  <a:pt x="15" y="49"/>
                </a:cubicBezTo>
                <a:lnTo>
                  <a:pt x="13" y="53"/>
                </a:lnTo>
                <a:close/>
                <a:moveTo>
                  <a:pt x="44" y="6"/>
                </a:moveTo>
                <a:cubicBezTo>
                  <a:pt x="39" y="6"/>
                  <a:pt x="32" y="9"/>
                  <a:pt x="24" y="16"/>
                </a:cubicBezTo>
                <a:cubicBezTo>
                  <a:pt x="8" y="29"/>
                  <a:pt x="9" y="36"/>
                  <a:pt x="13" y="42"/>
                </a:cubicBezTo>
                <a:cubicBezTo>
                  <a:pt x="23" y="28"/>
                  <a:pt x="37" y="17"/>
                  <a:pt x="53" y="11"/>
                </a:cubicBezTo>
                <a:cubicBezTo>
                  <a:pt x="50" y="8"/>
                  <a:pt x="47" y="6"/>
                  <a:pt x="44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635D1DCF-B953-4388-BD08-A119D75B57A2}"/>
              </a:ext>
            </a:extLst>
          </p:cNvPr>
          <p:cNvSpPr>
            <a:spLocks/>
          </p:cNvSpPr>
          <p:nvPr/>
        </p:nvSpPr>
        <p:spPr bwMode="auto">
          <a:xfrm>
            <a:off x="9685338" y="4403726"/>
            <a:ext cx="49213" cy="49213"/>
          </a:xfrm>
          <a:custGeom>
            <a:avLst/>
            <a:gdLst>
              <a:gd name="T0" fmla="*/ 5 w 31"/>
              <a:gd name="T1" fmla="*/ 31 h 31"/>
              <a:gd name="T2" fmla="*/ 0 w 31"/>
              <a:gd name="T3" fmla="*/ 26 h 31"/>
              <a:gd name="T4" fmla="*/ 26 w 31"/>
              <a:gd name="T5" fmla="*/ 0 h 31"/>
              <a:gd name="T6" fmla="*/ 31 w 31"/>
              <a:gd name="T7" fmla="*/ 7 h 31"/>
              <a:gd name="T8" fmla="*/ 5 w 31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1">
                <a:moveTo>
                  <a:pt x="5" y="31"/>
                </a:moveTo>
                <a:lnTo>
                  <a:pt x="0" y="26"/>
                </a:lnTo>
                <a:lnTo>
                  <a:pt x="26" y="0"/>
                </a:lnTo>
                <a:lnTo>
                  <a:pt x="31" y="7"/>
                </a:lnTo>
                <a:lnTo>
                  <a:pt x="5" y="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D071B90E-F511-49C8-98A2-49C2FA28B08A}"/>
              </a:ext>
            </a:extLst>
          </p:cNvPr>
          <p:cNvSpPr>
            <a:spLocks/>
          </p:cNvSpPr>
          <p:nvPr/>
        </p:nvSpPr>
        <p:spPr bwMode="auto">
          <a:xfrm>
            <a:off x="9931401" y="4403726"/>
            <a:ext cx="52388" cy="52388"/>
          </a:xfrm>
          <a:custGeom>
            <a:avLst/>
            <a:gdLst>
              <a:gd name="T0" fmla="*/ 26 w 33"/>
              <a:gd name="T1" fmla="*/ 33 h 33"/>
              <a:gd name="T2" fmla="*/ 0 w 33"/>
              <a:gd name="T3" fmla="*/ 7 h 33"/>
              <a:gd name="T4" fmla="*/ 5 w 33"/>
              <a:gd name="T5" fmla="*/ 0 h 33"/>
              <a:gd name="T6" fmla="*/ 33 w 33"/>
              <a:gd name="T7" fmla="*/ 27 h 33"/>
              <a:gd name="T8" fmla="*/ 26 w 33"/>
              <a:gd name="T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33">
                <a:moveTo>
                  <a:pt x="26" y="33"/>
                </a:moveTo>
                <a:lnTo>
                  <a:pt x="0" y="7"/>
                </a:lnTo>
                <a:lnTo>
                  <a:pt x="5" y="0"/>
                </a:lnTo>
                <a:lnTo>
                  <a:pt x="33" y="27"/>
                </a:lnTo>
                <a:lnTo>
                  <a:pt x="26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98D3B00C-2AC2-4DF8-9EBA-9AEF5A7DC006}"/>
              </a:ext>
            </a:extLst>
          </p:cNvPr>
          <p:cNvSpPr>
            <a:spLocks noEditPoints="1"/>
          </p:cNvSpPr>
          <p:nvPr/>
        </p:nvSpPr>
        <p:spPr bwMode="auto">
          <a:xfrm>
            <a:off x="9652001" y="4092576"/>
            <a:ext cx="363538" cy="363538"/>
          </a:xfrm>
          <a:custGeom>
            <a:avLst/>
            <a:gdLst>
              <a:gd name="T0" fmla="*/ 84 w 168"/>
              <a:gd name="T1" fmla="*/ 168 h 168"/>
              <a:gd name="T2" fmla="*/ 0 w 168"/>
              <a:gd name="T3" fmla="*/ 84 h 168"/>
              <a:gd name="T4" fmla="*/ 84 w 168"/>
              <a:gd name="T5" fmla="*/ 0 h 168"/>
              <a:gd name="T6" fmla="*/ 168 w 168"/>
              <a:gd name="T7" fmla="*/ 84 h 168"/>
              <a:gd name="T8" fmla="*/ 84 w 168"/>
              <a:gd name="T9" fmla="*/ 168 h 168"/>
              <a:gd name="T10" fmla="*/ 84 w 168"/>
              <a:gd name="T11" fmla="*/ 6 h 168"/>
              <a:gd name="T12" fmla="*/ 6 w 168"/>
              <a:gd name="T13" fmla="*/ 84 h 168"/>
              <a:gd name="T14" fmla="*/ 84 w 168"/>
              <a:gd name="T15" fmla="*/ 162 h 168"/>
              <a:gd name="T16" fmla="*/ 162 w 168"/>
              <a:gd name="T17" fmla="*/ 84 h 168"/>
              <a:gd name="T18" fmla="*/ 84 w 168"/>
              <a:gd name="T19" fmla="*/ 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8" h="168">
                <a:moveTo>
                  <a:pt x="84" y="168"/>
                </a:moveTo>
                <a:cubicBezTo>
                  <a:pt x="38" y="168"/>
                  <a:pt x="0" y="131"/>
                  <a:pt x="0" y="84"/>
                </a:cubicBezTo>
                <a:cubicBezTo>
                  <a:pt x="0" y="38"/>
                  <a:pt x="38" y="0"/>
                  <a:pt x="84" y="0"/>
                </a:cubicBezTo>
                <a:cubicBezTo>
                  <a:pt x="130" y="0"/>
                  <a:pt x="168" y="38"/>
                  <a:pt x="168" y="84"/>
                </a:cubicBezTo>
                <a:cubicBezTo>
                  <a:pt x="168" y="131"/>
                  <a:pt x="130" y="168"/>
                  <a:pt x="84" y="168"/>
                </a:cubicBezTo>
                <a:close/>
                <a:moveTo>
                  <a:pt x="84" y="6"/>
                </a:moveTo>
                <a:cubicBezTo>
                  <a:pt x="41" y="6"/>
                  <a:pt x="6" y="41"/>
                  <a:pt x="6" y="84"/>
                </a:cubicBezTo>
                <a:cubicBezTo>
                  <a:pt x="6" y="127"/>
                  <a:pt x="41" y="162"/>
                  <a:pt x="84" y="162"/>
                </a:cubicBezTo>
                <a:cubicBezTo>
                  <a:pt x="127" y="162"/>
                  <a:pt x="162" y="127"/>
                  <a:pt x="162" y="84"/>
                </a:cubicBezTo>
                <a:cubicBezTo>
                  <a:pt x="162" y="41"/>
                  <a:pt x="127" y="6"/>
                  <a:pt x="84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394F52B7-F184-408E-8110-3B6849B4B13C}"/>
              </a:ext>
            </a:extLst>
          </p:cNvPr>
          <p:cNvSpPr>
            <a:spLocks/>
          </p:cNvSpPr>
          <p:nvPr/>
        </p:nvSpPr>
        <p:spPr bwMode="auto">
          <a:xfrm>
            <a:off x="9728201" y="4148138"/>
            <a:ext cx="114300" cy="142875"/>
          </a:xfrm>
          <a:custGeom>
            <a:avLst/>
            <a:gdLst>
              <a:gd name="T0" fmla="*/ 72 w 72"/>
              <a:gd name="T1" fmla="*/ 90 h 90"/>
              <a:gd name="T2" fmla="*/ 0 w 72"/>
              <a:gd name="T3" fmla="*/ 90 h 90"/>
              <a:gd name="T4" fmla="*/ 0 w 72"/>
              <a:gd name="T5" fmla="*/ 82 h 90"/>
              <a:gd name="T6" fmla="*/ 64 w 72"/>
              <a:gd name="T7" fmla="*/ 82 h 90"/>
              <a:gd name="T8" fmla="*/ 64 w 72"/>
              <a:gd name="T9" fmla="*/ 0 h 90"/>
              <a:gd name="T10" fmla="*/ 72 w 72"/>
              <a:gd name="T11" fmla="*/ 0 h 90"/>
              <a:gd name="T12" fmla="*/ 72 w 72"/>
              <a:gd name="T13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90">
                <a:moveTo>
                  <a:pt x="72" y="90"/>
                </a:moveTo>
                <a:lnTo>
                  <a:pt x="0" y="90"/>
                </a:lnTo>
                <a:lnTo>
                  <a:pt x="0" y="82"/>
                </a:lnTo>
                <a:lnTo>
                  <a:pt x="64" y="82"/>
                </a:lnTo>
                <a:lnTo>
                  <a:pt x="64" y="0"/>
                </a:lnTo>
                <a:lnTo>
                  <a:pt x="72" y="0"/>
                </a:lnTo>
                <a:lnTo>
                  <a:pt x="72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CDB53BEB-3EED-4E08-956D-FA3681674DF9}"/>
              </a:ext>
            </a:extLst>
          </p:cNvPr>
          <p:cNvSpPr>
            <a:spLocks/>
          </p:cNvSpPr>
          <p:nvPr/>
        </p:nvSpPr>
        <p:spPr bwMode="auto">
          <a:xfrm>
            <a:off x="8834438" y="4095751"/>
            <a:ext cx="357188" cy="357188"/>
          </a:xfrm>
          <a:custGeom>
            <a:avLst/>
            <a:gdLst>
              <a:gd name="T0" fmla="*/ 83 w 165"/>
              <a:gd name="T1" fmla="*/ 165 h 165"/>
              <a:gd name="T2" fmla="*/ 0 w 165"/>
              <a:gd name="T3" fmla="*/ 82 h 165"/>
              <a:gd name="T4" fmla="*/ 6 w 165"/>
              <a:gd name="T5" fmla="*/ 82 h 165"/>
              <a:gd name="T6" fmla="*/ 83 w 165"/>
              <a:gd name="T7" fmla="*/ 159 h 165"/>
              <a:gd name="T8" fmla="*/ 159 w 165"/>
              <a:gd name="T9" fmla="*/ 82 h 165"/>
              <a:gd name="T10" fmla="*/ 83 w 165"/>
              <a:gd name="T11" fmla="*/ 6 h 165"/>
              <a:gd name="T12" fmla="*/ 83 w 165"/>
              <a:gd name="T13" fmla="*/ 0 h 165"/>
              <a:gd name="T14" fmla="*/ 165 w 165"/>
              <a:gd name="T15" fmla="*/ 82 h 165"/>
              <a:gd name="T16" fmla="*/ 83 w 165"/>
              <a:gd name="T17" fmla="*/ 16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5" h="165">
                <a:moveTo>
                  <a:pt x="83" y="165"/>
                </a:moveTo>
                <a:cubicBezTo>
                  <a:pt x="37" y="165"/>
                  <a:pt x="0" y="128"/>
                  <a:pt x="0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124"/>
                  <a:pt x="41" y="159"/>
                  <a:pt x="83" y="159"/>
                </a:cubicBezTo>
                <a:cubicBezTo>
                  <a:pt x="125" y="159"/>
                  <a:pt x="159" y="124"/>
                  <a:pt x="159" y="82"/>
                </a:cubicBezTo>
                <a:cubicBezTo>
                  <a:pt x="159" y="40"/>
                  <a:pt x="125" y="6"/>
                  <a:pt x="83" y="6"/>
                </a:cubicBezTo>
                <a:cubicBezTo>
                  <a:pt x="83" y="0"/>
                  <a:pt x="83" y="0"/>
                  <a:pt x="83" y="0"/>
                </a:cubicBezTo>
                <a:cubicBezTo>
                  <a:pt x="128" y="0"/>
                  <a:pt x="165" y="37"/>
                  <a:pt x="165" y="82"/>
                </a:cubicBezTo>
                <a:cubicBezTo>
                  <a:pt x="165" y="128"/>
                  <a:pt x="128" y="165"/>
                  <a:pt x="83" y="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C5A0237D-A0E1-4E86-B7EE-02886B15F670}"/>
              </a:ext>
            </a:extLst>
          </p:cNvPr>
          <p:cNvSpPr>
            <a:spLocks/>
          </p:cNvSpPr>
          <p:nvPr/>
        </p:nvSpPr>
        <p:spPr bwMode="auto">
          <a:xfrm>
            <a:off x="8934451" y="4057651"/>
            <a:ext cx="79375" cy="93663"/>
          </a:xfrm>
          <a:custGeom>
            <a:avLst/>
            <a:gdLst>
              <a:gd name="T0" fmla="*/ 50 w 50"/>
              <a:gd name="T1" fmla="*/ 59 h 59"/>
              <a:gd name="T2" fmla="*/ 0 w 50"/>
              <a:gd name="T3" fmla="*/ 30 h 59"/>
              <a:gd name="T4" fmla="*/ 50 w 50"/>
              <a:gd name="T5" fmla="*/ 0 h 59"/>
              <a:gd name="T6" fmla="*/ 50 w 50"/>
              <a:gd name="T7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59">
                <a:moveTo>
                  <a:pt x="50" y="59"/>
                </a:moveTo>
                <a:lnTo>
                  <a:pt x="0" y="30"/>
                </a:lnTo>
                <a:lnTo>
                  <a:pt x="50" y="0"/>
                </a:lnTo>
                <a:lnTo>
                  <a:pt x="50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88A5DEC3-6F36-4BE9-BC91-3CE4C10FA768}"/>
              </a:ext>
            </a:extLst>
          </p:cNvPr>
          <p:cNvSpPr>
            <a:spLocks/>
          </p:cNvSpPr>
          <p:nvPr/>
        </p:nvSpPr>
        <p:spPr bwMode="auto">
          <a:xfrm>
            <a:off x="8999538" y="4194176"/>
            <a:ext cx="90488" cy="173038"/>
          </a:xfrm>
          <a:custGeom>
            <a:avLst/>
            <a:gdLst>
              <a:gd name="T0" fmla="*/ 52 w 57"/>
              <a:gd name="T1" fmla="*/ 109 h 109"/>
              <a:gd name="T2" fmla="*/ 0 w 57"/>
              <a:gd name="T3" fmla="*/ 58 h 109"/>
              <a:gd name="T4" fmla="*/ 0 w 57"/>
              <a:gd name="T5" fmla="*/ 0 h 109"/>
              <a:gd name="T6" fmla="*/ 8 w 57"/>
              <a:gd name="T7" fmla="*/ 0 h 109"/>
              <a:gd name="T8" fmla="*/ 8 w 57"/>
              <a:gd name="T9" fmla="*/ 56 h 109"/>
              <a:gd name="T10" fmla="*/ 57 w 57"/>
              <a:gd name="T11" fmla="*/ 103 h 109"/>
              <a:gd name="T12" fmla="*/ 52 w 57"/>
              <a:gd name="T13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109">
                <a:moveTo>
                  <a:pt x="52" y="109"/>
                </a:moveTo>
                <a:lnTo>
                  <a:pt x="0" y="58"/>
                </a:lnTo>
                <a:lnTo>
                  <a:pt x="0" y="0"/>
                </a:lnTo>
                <a:lnTo>
                  <a:pt x="8" y="0"/>
                </a:lnTo>
                <a:lnTo>
                  <a:pt x="8" y="56"/>
                </a:lnTo>
                <a:lnTo>
                  <a:pt x="57" y="103"/>
                </a:lnTo>
                <a:lnTo>
                  <a:pt x="52" y="1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CD6339DB-16FA-453F-9EF3-EF72FC8CA3D8}"/>
              </a:ext>
            </a:extLst>
          </p:cNvPr>
          <p:cNvSpPr>
            <a:spLocks noEditPoints="1"/>
          </p:cNvSpPr>
          <p:nvPr/>
        </p:nvSpPr>
        <p:spPr bwMode="auto">
          <a:xfrm>
            <a:off x="7983538" y="4057651"/>
            <a:ext cx="395288" cy="398463"/>
          </a:xfrm>
          <a:custGeom>
            <a:avLst/>
            <a:gdLst>
              <a:gd name="T0" fmla="*/ 91 w 183"/>
              <a:gd name="T1" fmla="*/ 184 h 184"/>
              <a:gd name="T2" fmla="*/ 27 w 183"/>
              <a:gd name="T3" fmla="*/ 157 h 184"/>
              <a:gd name="T4" fmla="*/ 0 w 183"/>
              <a:gd name="T5" fmla="*/ 92 h 184"/>
              <a:gd name="T6" fmla="*/ 27 w 183"/>
              <a:gd name="T7" fmla="*/ 27 h 184"/>
              <a:gd name="T8" fmla="*/ 91 w 183"/>
              <a:gd name="T9" fmla="*/ 0 h 184"/>
              <a:gd name="T10" fmla="*/ 156 w 183"/>
              <a:gd name="T11" fmla="*/ 27 h 184"/>
              <a:gd name="T12" fmla="*/ 183 w 183"/>
              <a:gd name="T13" fmla="*/ 92 h 184"/>
              <a:gd name="T14" fmla="*/ 156 w 183"/>
              <a:gd name="T15" fmla="*/ 157 h 184"/>
              <a:gd name="T16" fmla="*/ 91 w 183"/>
              <a:gd name="T17" fmla="*/ 184 h 184"/>
              <a:gd name="T18" fmla="*/ 91 w 183"/>
              <a:gd name="T19" fmla="*/ 6 h 184"/>
              <a:gd name="T20" fmla="*/ 31 w 183"/>
              <a:gd name="T21" fmla="*/ 31 h 184"/>
              <a:gd name="T22" fmla="*/ 6 w 183"/>
              <a:gd name="T23" fmla="*/ 92 h 184"/>
              <a:gd name="T24" fmla="*/ 31 w 183"/>
              <a:gd name="T25" fmla="*/ 152 h 184"/>
              <a:gd name="T26" fmla="*/ 91 w 183"/>
              <a:gd name="T27" fmla="*/ 177 h 184"/>
              <a:gd name="T28" fmla="*/ 152 w 183"/>
              <a:gd name="T29" fmla="*/ 152 h 184"/>
              <a:gd name="T30" fmla="*/ 177 w 183"/>
              <a:gd name="T31" fmla="*/ 92 h 184"/>
              <a:gd name="T32" fmla="*/ 152 w 183"/>
              <a:gd name="T33" fmla="*/ 31 h 184"/>
              <a:gd name="T34" fmla="*/ 91 w 183"/>
              <a:gd name="T35" fmla="*/ 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3" h="184">
                <a:moveTo>
                  <a:pt x="91" y="184"/>
                </a:moveTo>
                <a:cubicBezTo>
                  <a:pt x="67" y="184"/>
                  <a:pt x="44" y="174"/>
                  <a:pt x="27" y="157"/>
                </a:cubicBezTo>
                <a:cubicBezTo>
                  <a:pt x="9" y="139"/>
                  <a:pt x="0" y="116"/>
                  <a:pt x="0" y="92"/>
                </a:cubicBezTo>
                <a:cubicBezTo>
                  <a:pt x="0" y="67"/>
                  <a:pt x="9" y="44"/>
                  <a:pt x="27" y="27"/>
                </a:cubicBezTo>
                <a:cubicBezTo>
                  <a:pt x="44" y="9"/>
                  <a:pt x="67" y="0"/>
                  <a:pt x="91" y="0"/>
                </a:cubicBezTo>
                <a:cubicBezTo>
                  <a:pt x="116" y="0"/>
                  <a:pt x="139" y="9"/>
                  <a:pt x="156" y="27"/>
                </a:cubicBezTo>
                <a:cubicBezTo>
                  <a:pt x="174" y="44"/>
                  <a:pt x="183" y="67"/>
                  <a:pt x="183" y="92"/>
                </a:cubicBezTo>
                <a:cubicBezTo>
                  <a:pt x="183" y="116"/>
                  <a:pt x="174" y="139"/>
                  <a:pt x="156" y="157"/>
                </a:cubicBezTo>
                <a:cubicBezTo>
                  <a:pt x="139" y="174"/>
                  <a:pt x="116" y="184"/>
                  <a:pt x="91" y="184"/>
                </a:cubicBezTo>
                <a:close/>
                <a:moveTo>
                  <a:pt x="91" y="6"/>
                </a:moveTo>
                <a:cubicBezTo>
                  <a:pt x="69" y="6"/>
                  <a:pt x="47" y="15"/>
                  <a:pt x="31" y="31"/>
                </a:cubicBezTo>
                <a:cubicBezTo>
                  <a:pt x="15" y="48"/>
                  <a:pt x="6" y="69"/>
                  <a:pt x="6" y="92"/>
                </a:cubicBezTo>
                <a:cubicBezTo>
                  <a:pt x="6" y="114"/>
                  <a:pt x="15" y="136"/>
                  <a:pt x="31" y="152"/>
                </a:cubicBezTo>
                <a:cubicBezTo>
                  <a:pt x="47" y="168"/>
                  <a:pt x="69" y="177"/>
                  <a:pt x="91" y="177"/>
                </a:cubicBezTo>
                <a:cubicBezTo>
                  <a:pt x="114" y="177"/>
                  <a:pt x="136" y="168"/>
                  <a:pt x="152" y="152"/>
                </a:cubicBezTo>
                <a:cubicBezTo>
                  <a:pt x="168" y="136"/>
                  <a:pt x="177" y="114"/>
                  <a:pt x="177" y="92"/>
                </a:cubicBezTo>
                <a:cubicBezTo>
                  <a:pt x="177" y="69"/>
                  <a:pt x="168" y="48"/>
                  <a:pt x="152" y="31"/>
                </a:cubicBezTo>
                <a:cubicBezTo>
                  <a:pt x="136" y="15"/>
                  <a:pt x="114" y="6"/>
                  <a:pt x="91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50D8BB3E-E866-4D86-9125-96BDDC45BC74}"/>
              </a:ext>
            </a:extLst>
          </p:cNvPr>
          <p:cNvSpPr>
            <a:spLocks/>
          </p:cNvSpPr>
          <p:nvPr/>
        </p:nvSpPr>
        <p:spPr bwMode="auto">
          <a:xfrm>
            <a:off x="8040688" y="4116388"/>
            <a:ext cx="279400" cy="280988"/>
          </a:xfrm>
          <a:custGeom>
            <a:avLst/>
            <a:gdLst>
              <a:gd name="T0" fmla="*/ 171 w 176"/>
              <a:gd name="T1" fmla="*/ 177 h 177"/>
              <a:gd name="T2" fmla="*/ 0 w 176"/>
              <a:gd name="T3" fmla="*/ 5 h 177"/>
              <a:gd name="T4" fmla="*/ 6 w 176"/>
              <a:gd name="T5" fmla="*/ 0 h 177"/>
              <a:gd name="T6" fmla="*/ 176 w 176"/>
              <a:gd name="T7" fmla="*/ 170 h 177"/>
              <a:gd name="T8" fmla="*/ 171 w 176"/>
              <a:gd name="T9" fmla="*/ 1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6" h="177">
                <a:moveTo>
                  <a:pt x="171" y="177"/>
                </a:moveTo>
                <a:lnTo>
                  <a:pt x="0" y="5"/>
                </a:lnTo>
                <a:lnTo>
                  <a:pt x="6" y="0"/>
                </a:lnTo>
                <a:lnTo>
                  <a:pt x="176" y="170"/>
                </a:lnTo>
                <a:lnTo>
                  <a:pt x="171" y="1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C2BB96AC-460B-4402-B469-EBDD9AC286BB}"/>
              </a:ext>
            </a:extLst>
          </p:cNvPr>
          <p:cNvSpPr>
            <a:spLocks noEditPoints="1"/>
          </p:cNvSpPr>
          <p:nvPr/>
        </p:nvSpPr>
        <p:spPr bwMode="auto">
          <a:xfrm>
            <a:off x="3006726" y="4148138"/>
            <a:ext cx="384175" cy="236538"/>
          </a:xfrm>
          <a:custGeom>
            <a:avLst/>
            <a:gdLst>
              <a:gd name="T0" fmla="*/ 89 w 178"/>
              <a:gd name="T1" fmla="*/ 109 h 109"/>
              <a:gd name="T2" fmla="*/ 1 w 178"/>
              <a:gd name="T3" fmla="*/ 56 h 109"/>
              <a:gd name="T4" fmla="*/ 0 w 178"/>
              <a:gd name="T5" fmla="*/ 55 h 109"/>
              <a:gd name="T6" fmla="*/ 1 w 178"/>
              <a:gd name="T7" fmla="*/ 53 h 109"/>
              <a:gd name="T8" fmla="*/ 89 w 178"/>
              <a:gd name="T9" fmla="*/ 0 h 109"/>
              <a:gd name="T10" fmla="*/ 177 w 178"/>
              <a:gd name="T11" fmla="*/ 53 h 109"/>
              <a:gd name="T12" fmla="*/ 178 w 178"/>
              <a:gd name="T13" fmla="*/ 55 h 109"/>
              <a:gd name="T14" fmla="*/ 177 w 178"/>
              <a:gd name="T15" fmla="*/ 56 h 109"/>
              <a:gd name="T16" fmla="*/ 89 w 178"/>
              <a:gd name="T17" fmla="*/ 109 h 109"/>
              <a:gd name="T18" fmla="*/ 7 w 178"/>
              <a:gd name="T19" fmla="*/ 55 h 109"/>
              <a:gd name="T20" fmla="*/ 89 w 178"/>
              <a:gd name="T21" fmla="*/ 103 h 109"/>
              <a:gd name="T22" fmla="*/ 172 w 178"/>
              <a:gd name="T23" fmla="*/ 55 h 109"/>
              <a:gd name="T24" fmla="*/ 89 w 178"/>
              <a:gd name="T25" fmla="*/ 6 h 109"/>
              <a:gd name="T26" fmla="*/ 7 w 178"/>
              <a:gd name="T27" fmla="*/ 5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78" h="109">
                <a:moveTo>
                  <a:pt x="89" y="109"/>
                </a:moveTo>
                <a:cubicBezTo>
                  <a:pt x="41" y="109"/>
                  <a:pt x="3" y="58"/>
                  <a:pt x="1" y="56"/>
                </a:cubicBezTo>
                <a:cubicBezTo>
                  <a:pt x="0" y="55"/>
                  <a:pt x="0" y="55"/>
                  <a:pt x="0" y="55"/>
                </a:cubicBezTo>
                <a:cubicBezTo>
                  <a:pt x="1" y="53"/>
                  <a:pt x="1" y="53"/>
                  <a:pt x="1" y="53"/>
                </a:cubicBezTo>
                <a:cubicBezTo>
                  <a:pt x="3" y="51"/>
                  <a:pt x="41" y="0"/>
                  <a:pt x="89" y="0"/>
                </a:cubicBezTo>
                <a:cubicBezTo>
                  <a:pt x="137" y="0"/>
                  <a:pt x="176" y="51"/>
                  <a:pt x="177" y="53"/>
                </a:cubicBezTo>
                <a:cubicBezTo>
                  <a:pt x="178" y="55"/>
                  <a:pt x="178" y="55"/>
                  <a:pt x="178" y="55"/>
                </a:cubicBezTo>
                <a:cubicBezTo>
                  <a:pt x="177" y="56"/>
                  <a:pt x="177" y="56"/>
                  <a:pt x="177" y="56"/>
                </a:cubicBezTo>
                <a:cubicBezTo>
                  <a:pt x="176" y="58"/>
                  <a:pt x="137" y="109"/>
                  <a:pt x="89" y="109"/>
                </a:cubicBezTo>
                <a:close/>
                <a:moveTo>
                  <a:pt x="7" y="55"/>
                </a:moveTo>
                <a:cubicBezTo>
                  <a:pt x="14" y="63"/>
                  <a:pt x="49" y="103"/>
                  <a:pt x="89" y="103"/>
                </a:cubicBezTo>
                <a:cubicBezTo>
                  <a:pt x="130" y="103"/>
                  <a:pt x="165" y="63"/>
                  <a:pt x="172" y="55"/>
                </a:cubicBezTo>
                <a:cubicBezTo>
                  <a:pt x="165" y="46"/>
                  <a:pt x="130" y="6"/>
                  <a:pt x="89" y="6"/>
                </a:cubicBezTo>
                <a:cubicBezTo>
                  <a:pt x="49" y="6"/>
                  <a:pt x="14" y="46"/>
                  <a:pt x="7" y="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0AAE017D-8D98-478B-8CA9-F2FB6594131B}"/>
              </a:ext>
            </a:extLst>
          </p:cNvPr>
          <p:cNvSpPr>
            <a:spLocks noEditPoints="1"/>
          </p:cNvSpPr>
          <p:nvPr/>
        </p:nvSpPr>
        <p:spPr bwMode="auto">
          <a:xfrm>
            <a:off x="3113088" y="4178301"/>
            <a:ext cx="174625" cy="176213"/>
          </a:xfrm>
          <a:custGeom>
            <a:avLst/>
            <a:gdLst>
              <a:gd name="T0" fmla="*/ 40 w 81"/>
              <a:gd name="T1" fmla="*/ 81 h 81"/>
              <a:gd name="T2" fmla="*/ 0 w 81"/>
              <a:gd name="T3" fmla="*/ 41 h 81"/>
              <a:gd name="T4" fmla="*/ 40 w 81"/>
              <a:gd name="T5" fmla="*/ 0 h 81"/>
              <a:gd name="T6" fmla="*/ 81 w 81"/>
              <a:gd name="T7" fmla="*/ 41 h 81"/>
              <a:gd name="T8" fmla="*/ 40 w 81"/>
              <a:gd name="T9" fmla="*/ 81 h 81"/>
              <a:gd name="T10" fmla="*/ 40 w 81"/>
              <a:gd name="T11" fmla="*/ 6 h 81"/>
              <a:gd name="T12" fmla="*/ 5 w 81"/>
              <a:gd name="T13" fmla="*/ 41 h 81"/>
              <a:gd name="T14" fmla="*/ 40 w 81"/>
              <a:gd name="T15" fmla="*/ 76 h 81"/>
              <a:gd name="T16" fmla="*/ 75 w 81"/>
              <a:gd name="T17" fmla="*/ 41 h 81"/>
              <a:gd name="T18" fmla="*/ 40 w 81"/>
              <a:gd name="T19" fmla="*/ 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" h="81">
                <a:moveTo>
                  <a:pt x="40" y="81"/>
                </a:moveTo>
                <a:cubicBezTo>
                  <a:pt x="18" y="81"/>
                  <a:pt x="0" y="63"/>
                  <a:pt x="0" y="41"/>
                </a:cubicBezTo>
                <a:cubicBezTo>
                  <a:pt x="0" y="18"/>
                  <a:pt x="18" y="0"/>
                  <a:pt x="40" y="0"/>
                </a:cubicBezTo>
                <a:cubicBezTo>
                  <a:pt x="63" y="0"/>
                  <a:pt x="81" y="18"/>
                  <a:pt x="81" y="41"/>
                </a:cubicBezTo>
                <a:cubicBezTo>
                  <a:pt x="81" y="63"/>
                  <a:pt x="63" y="81"/>
                  <a:pt x="40" y="81"/>
                </a:cubicBezTo>
                <a:close/>
                <a:moveTo>
                  <a:pt x="40" y="6"/>
                </a:moveTo>
                <a:cubicBezTo>
                  <a:pt x="21" y="6"/>
                  <a:pt x="5" y="21"/>
                  <a:pt x="5" y="41"/>
                </a:cubicBezTo>
                <a:cubicBezTo>
                  <a:pt x="5" y="60"/>
                  <a:pt x="21" y="76"/>
                  <a:pt x="40" y="76"/>
                </a:cubicBezTo>
                <a:cubicBezTo>
                  <a:pt x="60" y="76"/>
                  <a:pt x="75" y="60"/>
                  <a:pt x="75" y="41"/>
                </a:cubicBezTo>
                <a:cubicBezTo>
                  <a:pt x="75" y="21"/>
                  <a:pt x="60" y="6"/>
                  <a:pt x="40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8CF3C5F7-8011-49F0-9E53-AEF010F1B118}"/>
              </a:ext>
            </a:extLst>
          </p:cNvPr>
          <p:cNvSpPr>
            <a:spLocks/>
          </p:cNvSpPr>
          <p:nvPr/>
        </p:nvSpPr>
        <p:spPr bwMode="auto">
          <a:xfrm>
            <a:off x="3871913" y="4246563"/>
            <a:ext cx="303213" cy="206375"/>
          </a:xfrm>
          <a:custGeom>
            <a:avLst/>
            <a:gdLst>
              <a:gd name="T0" fmla="*/ 191 w 191"/>
              <a:gd name="T1" fmla="*/ 130 h 130"/>
              <a:gd name="T2" fmla="*/ 0 w 191"/>
              <a:gd name="T3" fmla="*/ 130 h 130"/>
              <a:gd name="T4" fmla="*/ 0 w 191"/>
              <a:gd name="T5" fmla="*/ 0 h 130"/>
              <a:gd name="T6" fmla="*/ 9 w 191"/>
              <a:gd name="T7" fmla="*/ 0 h 130"/>
              <a:gd name="T8" fmla="*/ 9 w 191"/>
              <a:gd name="T9" fmla="*/ 121 h 130"/>
              <a:gd name="T10" fmla="*/ 182 w 191"/>
              <a:gd name="T11" fmla="*/ 121 h 130"/>
              <a:gd name="T12" fmla="*/ 182 w 191"/>
              <a:gd name="T13" fmla="*/ 0 h 130"/>
              <a:gd name="T14" fmla="*/ 191 w 191"/>
              <a:gd name="T15" fmla="*/ 0 h 130"/>
              <a:gd name="T16" fmla="*/ 191 w 191"/>
              <a:gd name="T17" fmla="*/ 13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1" h="130">
                <a:moveTo>
                  <a:pt x="191" y="130"/>
                </a:moveTo>
                <a:lnTo>
                  <a:pt x="0" y="130"/>
                </a:lnTo>
                <a:lnTo>
                  <a:pt x="0" y="0"/>
                </a:lnTo>
                <a:lnTo>
                  <a:pt x="9" y="0"/>
                </a:lnTo>
                <a:lnTo>
                  <a:pt x="9" y="121"/>
                </a:lnTo>
                <a:lnTo>
                  <a:pt x="182" y="121"/>
                </a:lnTo>
                <a:lnTo>
                  <a:pt x="182" y="0"/>
                </a:lnTo>
                <a:lnTo>
                  <a:pt x="191" y="0"/>
                </a:lnTo>
                <a:lnTo>
                  <a:pt x="191" y="1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7BF6B444-C6C4-425F-A1C0-361CFD50B1AB}"/>
              </a:ext>
            </a:extLst>
          </p:cNvPr>
          <p:cNvSpPr>
            <a:spLocks/>
          </p:cNvSpPr>
          <p:nvPr/>
        </p:nvSpPr>
        <p:spPr bwMode="auto">
          <a:xfrm>
            <a:off x="3824288" y="4056063"/>
            <a:ext cx="398463" cy="204788"/>
          </a:xfrm>
          <a:custGeom>
            <a:avLst/>
            <a:gdLst>
              <a:gd name="T0" fmla="*/ 7 w 251"/>
              <a:gd name="T1" fmla="*/ 129 h 129"/>
              <a:gd name="T2" fmla="*/ 0 w 251"/>
              <a:gd name="T3" fmla="*/ 124 h 129"/>
              <a:gd name="T4" fmla="*/ 125 w 251"/>
              <a:gd name="T5" fmla="*/ 0 h 129"/>
              <a:gd name="T6" fmla="*/ 251 w 251"/>
              <a:gd name="T7" fmla="*/ 124 h 129"/>
              <a:gd name="T8" fmla="*/ 245 w 251"/>
              <a:gd name="T9" fmla="*/ 129 h 129"/>
              <a:gd name="T10" fmla="*/ 125 w 251"/>
              <a:gd name="T11" fmla="*/ 12 h 129"/>
              <a:gd name="T12" fmla="*/ 7 w 251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1" h="129">
                <a:moveTo>
                  <a:pt x="7" y="129"/>
                </a:moveTo>
                <a:lnTo>
                  <a:pt x="0" y="124"/>
                </a:lnTo>
                <a:lnTo>
                  <a:pt x="125" y="0"/>
                </a:lnTo>
                <a:lnTo>
                  <a:pt x="251" y="124"/>
                </a:lnTo>
                <a:lnTo>
                  <a:pt x="245" y="129"/>
                </a:lnTo>
                <a:lnTo>
                  <a:pt x="125" y="12"/>
                </a:lnTo>
                <a:lnTo>
                  <a:pt x="7" y="1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0D6A3430-AA0D-4662-AD7C-680DC6344114}"/>
              </a:ext>
            </a:extLst>
          </p:cNvPr>
          <p:cNvSpPr>
            <a:spLocks/>
          </p:cNvSpPr>
          <p:nvPr/>
        </p:nvSpPr>
        <p:spPr bwMode="auto">
          <a:xfrm>
            <a:off x="3962401" y="4265613"/>
            <a:ext cx="120650" cy="180975"/>
          </a:xfrm>
          <a:custGeom>
            <a:avLst/>
            <a:gdLst>
              <a:gd name="T0" fmla="*/ 56 w 56"/>
              <a:gd name="T1" fmla="*/ 84 h 84"/>
              <a:gd name="T2" fmla="*/ 50 w 56"/>
              <a:gd name="T3" fmla="*/ 84 h 84"/>
              <a:gd name="T4" fmla="*/ 50 w 56"/>
              <a:gd name="T5" fmla="*/ 14 h 84"/>
              <a:gd name="T6" fmla="*/ 42 w 56"/>
              <a:gd name="T7" fmla="*/ 6 h 84"/>
              <a:gd name="T8" fmla="*/ 14 w 56"/>
              <a:gd name="T9" fmla="*/ 6 h 84"/>
              <a:gd name="T10" fmla="*/ 6 w 56"/>
              <a:gd name="T11" fmla="*/ 14 h 84"/>
              <a:gd name="T12" fmla="*/ 6 w 56"/>
              <a:gd name="T13" fmla="*/ 84 h 84"/>
              <a:gd name="T14" fmla="*/ 0 w 56"/>
              <a:gd name="T15" fmla="*/ 84 h 84"/>
              <a:gd name="T16" fmla="*/ 0 w 56"/>
              <a:gd name="T17" fmla="*/ 14 h 84"/>
              <a:gd name="T18" fmla="*/ 14 w 56"/>
              <a:gd name="T19" fmla="*/ 0 h 84"/>
              <a:gd name="T20" fmla="*/ 42 w 56"/>
              <a:gd name="T21" fmla="*/ 0 h 84"/>
              <a:gd name="T22" fmla="*/ 56 w 56"/>
              <a:gd name="T23" fmla="*/ 14 h 84"/>
              <a:gd name="T24" fmla="*/ 56 w 56"/>
              <a:gd name="T25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" h="84">
                <a:moveTo>
                  <a:pt x="56" y="84"/>
                </a:moveTo>
                <a:cubicBezTo>
                  <a:pt x="50" y="84"/>
                  <a:pt x="50" y="84"/>
                  <a:pt x="50" y="8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0"/>
                  <a:pt x="47" y="6"/>
                  <a:pt x="42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0" y="6"/>
                  <a:pt x="6" y="10"/>
                  <a:pt x="6" y="14"/>
                </a:cubicBezTo>
                <a:cubicBezTo>
                  <a:pt x="6" y="84"/>
                  <a:pt x="6" y="84"/>
                  <a:pt x="6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50" y="0"/>
                  <a:pt x="56" y="6"/>
                  <a:pt x="56" y="14"/>
                </a:cubicBezTo>
                <a:lnTo>
                  <a:pt x="56" y="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695FA9CD-1955-4096-9721-F43375235D09}"/>
              </a:ext>
            </a:extLst>
          </p:cNvPr>
          <p:cNvSpPr>
            <a:spLocks/>
          </p:cNvSpPr>
          <p:nvPr/>
        </p:nvSpPr>
        <p:spPr bwMode="auto">
          <a:xfrm>
            <a:off x="4805363" y="4313238"/>
            <a:ext cx="71438" cy="71438"/>
          </a:xfrm>
          <a:custGeom>
            <a:avLst/>
            <a:gdLst>
              <a:gd name="T0" fmla="*/ 39 w 45"/>
              <a:gd name="T1" fmla="*/ 45 h 45"/>
              <a:gd name="T2" fmla="*/ 0 w 45"/>
              <a:gd name="T3" fmla="*/ 5 h 45"/>
              <a:gd name="T4" fmla="*/ 6 w 45"/>
              <a:gd name="T5" fmla="*/ 0 h 45"/>
              <a:gd name="T6" fmla="*/ 45 w 45"/>
              <a:gd name="T7" fmla="*/ 38 h 45"/>
              <a:gd name="T8" fmla="*/ 39 w 45"/>
              <a:gd name="T9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45">
                <a:moveTo>
                  <a:pt x="39" y="45"/>
                </a:moveTo>
                <a:lnTo>
                  <a:pt x="0" y="5"/>
                </a:lnTo>
                <a:lnTo>
                  <a:pt x="6" y="0"/>
                </a:lnTo>
                <a:lnTo>
                  <a:pt x="45" y="38"/>
                </a:lnTo>
                <a:lnTo>
                  <a:pt x="39" y="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829494CD-71C7-420C-81B6-B1C9AD9C84EC}"/>
              </a:ext>
            </a:extLst>
          </p:cNvPr>
          <p:cNvSpPr>
            <a:spLocks noEditPoints="1"/>
          </p:cNvSpPr>
          <p:nvPr/>
        </p:nvSpPr>
        <p:spPr bwMode="auto">
          <a:xfrm>
            <a:off x="4743451" y="4167188"/>
            <a:ext cx="58738" cy="57150"/>
          </a:xfrm>
          <a:custGeom>
            <a:avLst/>
            <a:gdLst>
              <a:gd name="T0" fmla="*/ 14 w 27"/>
              <a:gd name="T1" fmla="*/ 26 h 26"/>
              <a:gd name="T2" fmla="*/ 0 w 27"/>
              <a:gd name="T3" fmla="*/ 13 h 26"/>
              <a:gd name="T4" fmla="*/ 14 w 27"/>
              <a:gd name="T5" fmla="*/ 0 h 26"/>
              <a:gd name="T6" fmla="*/ 27 w 27"/>
              <a:gd name="T7" fmla="*/ 13 h 26"/>
              <a:gd name="T8" fmla="*/ 14 w 27"/>
              <a:gd name="T9" fmla="*/ 26 h 26"/>
              <a:gd name="T10" fmla="*/ 14 w 27"/>
              <a:gd name="T11" fmla="*/ 6 h 26"/>
              <a:gd name="T12" fmla="*/ 7 w 27"/>
              <a:gd name="T13" fmla="*/ 13 h 26"/>
              <a:gd name="T14" fmla="*/ 14 w 27"/>
              <a:gd name="T15" fmla="*/ 20 h 26"/>
              <a:gd name="T16" fmla="*/ 21 w 27"/>
              <a:gd name="T17" fmla="*/ 13 h 26"/>
              <a:gd name="T18" fmla="*/ 14 w 27"/>
              <a:gd name="T19" fmla="*/ 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" h="26">
                <a:moveTo>
                  <a:pt x="14" y="26"/>
                </a:moveTo>
                <a:cubicBezTo>
                  <a:pt x="6" y="26"/>
                  <a:pt x="0" y="20"/>
                  <a:pt x="0" y="13"/>
                </a:cubicBezTo>
                <a:cubicBezTo>
                  <a:pt x="0" y="6"/>
                  <a:pt x="6" y="0"/>
                  <a:pt x="14" y="0"/>
                </a:cubicBezTo>
                <a:cubicBezTo>
                  <a:pt x="21" y="0"/>
                  <a:pt x="27" y="6"/>
                  <a:pt x="27" y="13"/>
                </a:cubicBezTo>
                <a:cubicBezTo>
                  <a:pt x="27" y="20"/>
                  <a:pt x="21" y="26"/>
                  <a:pt x="14" y="26"/>
                </a:cubicBezTo>
                <a:close/>
                <a:moveTo>
                  <a:pt x="14" y="6"/>
                </a:moveTo>
                <a:cubicBezTo>
                  <a:pt x="10" y="6"/>
                  <a:pt x="7" y="9"/>
                  <a:pt x="7" y="13"/>
                </a:cubicBezTo>
                <a:cubicBezTo>
                  <a:pt x="7" y="17"/>
                  <a:pt x="10" y="20"/>
                  <a:pt x="14" y="20"/>
                </a:cubicBezTo>
                <a:cubicBezTo>
                  <a:pt x="17" y="20"/>
                  <a:pt x="21" y="17"/>
                  <a:pt x="21" y="13"/>
                </a:cubicBezTo>
                <a:cubicBezTo>
                  <a:pt x="21" y="9"/>
                  <a:pt x="17" y="6"/>
                  <a:pt x="14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3" name="Rectangle 176">
            <a:extLst>
              <a:ext uri="{FF2B5EF4-FFF2-40B4-BE49-F238E27FC236}">
                <a16:creationId xmlns:a16="http://schemas.microsoft.com/office/drawing/2014/main" id="{E51D757C-806F-4340-BDE0-E302B4E1D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4362451"/>
            <a:ext cx="14288" cy="396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4" name="Rectangle 177">
            <a:extLst>
              <a:ext uri="{FF2B5EF4-FFF2-40B4-BE49-F238E27FC236}">
                <a16:creationId xmlns:a16="http://schemas.microsoft.com/office/drawing/2014/main" id="{7C00CFF2-DA65-44FB-B5DF-74E6B608D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3" y="4378326"/>
            <a:ext cx="12700" cy="2381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2FB8D243-89EF-46FD-B526-7CAAE02C557E}"/>
              </a:ext>
            </a:extLst>
          </p:cNvPr>
          <p:cNvSpPr>
            <a:spLocks noEditPoints="1"/>
          </p:cNvSpPr>
          <p:nvPr/>
        </p:nvSpPr>
        <p:spPr bwMode="auto">
          <a:xfrm>
            <a:off x="4659313" y="4135438"/>
            <a:ext cx="407988" cy="260350"/>
          </a:xfrm>
          <a:custGeom>
            <a:avLst/>
            <a:gdLst>
              <a:gd name="T0" fmla="*/ 0 w 257"/>
              <a:gd name="T1" fmla="*/ 164 h 164"/>
              <a:gd name="T2" fmla="*/ 0 w 257"/>
              <a:gd name="T3" fmla="*/ 0 h 164"/>
              <a:gd name="T4" fmla="*/ 257 w 257"/>
              <a:gd name="T5" fmla="*/ 0 h 164"/>
              <a:gd name="T6" fmla="*/ 257 w 257"/>
              <a:gd name="T7" fmla="*/ 154 h 164"/>
              <a:gd name="T8" fmla="*/ 160 w 257"/>
              <a:gd name="T9" fmla="*/ 56 h 164"/>
              <a:gd name="T10" fmla="*/ 96 w 257"/>
              <a:gd name="T11" fmla="*/ 121 h 164"/>
              <a:gd name="T12" fmla="*/ 68 w 257"/>
              <a:gd name="T13" fmla="*/ 93 h 164"/>
              <a:gd name="T14" fmla="*/ 0 w 257"/>
              <a:gd name="T15" fmla="*/ 164 h 164"/>
              <a:gd name="T16" fmla="*/ 8 w 257"/>
              <a:gd name="T17" fmla="*/ 8 h 164"/>
              <a:gd name="T18" fmla="*/ 8 w 257"/>
              <a:gd name="T19" fmla="*/ 142 h 164"/>
              <a:gd name="T20" fmla="*/ 68 w 257"/>
              <a:gd name="T21" fmla="*/ 80 h 164"/>
              <a:gd name="T22" fmla="*/ 96 w 257"/>
              <a:gd name="T23" fmla="*/ 109 h 164"/>
              <a:gd name="T24" fmla="*/ 160 w 257"/>
              <a:gd name="T25" fmla="*/ 42 h 164"/>
              <a:gd name="T26" fmla="*/ 248 w 257"/>
              <a:gd name="T27" fmla="*/ 132 h 164"/>
              <a:gd name="T28" fmla="*/ 248 w 257"/>
              <a:gd name="T29" fmla="*/ 8 h 164"/>
              <a:gd name="T30" fmla="*/ 8 w 257"/>
              <a:gd name="T31" fmla="*/ 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57" h="164">
                <a:moveTo>
                  <a:pt x="0" y="164"/>
                </a:moveTo>
                <a:lnTo>
                  <a:pt x="0" y="0"/>
                </a:lnTo>
                <a:lnTo>
                  <a:pt x="257" y="0"/>
                </a:lnTo>
                <a:lnTo>
                  <a:pt x="257" y="154"/>
                </a:lnTo>
                <a:lnTo>
                  <a:pt x="160" y="56"/>
                </a:lnTo>
                <a:lnTo>
                  <a:pt x="96" y="121"/>
                </a:lnTo>
                <a:lnTo>
                  <a:pt x="68" y="93"/>
                </a:lnTo>
                <a:lnTo>
                  <a:pt x="0" y="164"/>
                </a:lnTo>
                <a:close/>
                <a:moveTo>
                  <a:pt x="8" y="8"/>
                </a:moveTo>
                <a:lnTo>
                  <a:pt x="8" y="142"/>
                </a:lnTo>
                <a:lnTo>
                  <a:pt x="68" y="80"/>
                </a:lnTo>
                <a:lnTo>
                  <a:pt x="96" y="109"/>
                </a:lnTo>
                <a:lnTo>
                  <a:pt x="160" y="42"/>
                </a:lnTo>
                <a:lnTo>
                  <a:pt x="248" y="132"/>
                </a:lnTo>
                <a:lnTo>
                  <a:pt x="248" y="8"/>
                </a:lnTo>
                <a:lnTo>
                  <a:pt x="8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6228CE5E-C501-46B1-AF06-1F5F83DFD1A3}"/>
              </a:ext>
            </a:extLst>
          </p:cNvPr>
          <p:cNvSpPr>
            <a:spLocks noEditPoints="1"/>
          </p:cNvSpPr>
          <p:nvPr/>
        </p:nvSpPr>
        <p:spPr bwMode="auto">
          <a:xfrm>
            <a:off x="4659313" y="4202113"/>
            <a:ext cx="407988" cy="206375"/>
          </a:xfrm>
          <a:custGeom>
            <a:avLst/>
            <a:gdLst>
              <a:gd name="T0" fmla="*/ 257 w 257"/>
              <a:gd name="T1" fmla="*/ 130 h 130"/>
              <a:gd name="T2" fmla="*/ 0 w 257"/>
              <a:gd name="T3" fmla="*/ 130 h 130"/>
              <a:gd name="T4" fmla="*/ 0 w 257"/>
              <a:gd name="T5" fmla="*/ 109 h 130"/>
              <a:gd name="T6" fmla="*/ 68 w 257"/>
              <a:gd name="T7" fmla="*/ 38 h 130"/>
              <a:gd name="T8" fmla="*/ 96 w 257"/>
              <a:gd name="T9" fmla="*/ 67 h 130"/>
              <a:gd name="T10" fmla="*/ 160 w 257"/>
              <a:gd name="T11" fmla="*/ 0 h 130"/>
              <a:gd name="T12" fmla="*/ 257 w 257"/>
              <a:gd name="T13" fmla="*/ 100 h 130"/>
              <a:gd name="T14" fmla="*/ 257 w 257"/>
              <a:gd name="T15" fmla="*/ 130 h 130"/>
              <a:gd name="T16" fmla="*/ 8 w 257"/>
              <a:gd name="T17" fmla="*/ 122 h 130"/>
              <a:gd name="T18" fmla="*/ 248 w 257"/>
              <a:gd name="T19" fmla="*/ 122 h 130"/>
              <a:gd name="T20" fmla="*/ 248 w 257"/>
              <a:gd name="T21" fmla="*/ 102 h 130"/>
              <a:gd name="T22" fmla="*/ 160 w 257"/>
              <a:gd name="T23" fmla="*/ 14 h 130"/>
              <a:gd name="T24" fmla="*/ 96 w 257"/>
              <a:gd name="T25" fmla="*/ 79 h 130"/>
              <a:gd name="T26" fmla="*/ 68 w 257"/>
              <a:gd name="T27" fmla="*/ 51 h 130"/>
              <a:gd name="T28" fmla="*/ 8 w 257"/>
              <a:gd name="T29" fmla="*/ 112 h 130"/>
              <a:gd name="T30" fmla="*/ 8 w 257"/>
              <a:gd name="T31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57" h="130">
                <a:moveTo>
                  <a:pt x="257" y="130"/>
                </a:moveTo>
                <a:lnTo>
                  <a:pt x="0" y="130"/>
                </a:lnTo>
                <a:lnTo>
                  <a:pt x="0" y="109"/>
                </a:lnTo>
                <a:lnTo>
                  <a:pt x="68" y="38"/>
                </a:lnTo>
                <a:lnTo>
                  <a:pt x="96" y="67"/>
                </a:lnTo>
                <a:lnTo>
                  <a:pt x="160" y="0"/>
                </a:lnTo>
                <a:lnTo>
                  <a:pt x="257" y="100"/>
                </a:lnTo>
                <a:lnTo>
                  <a:pt x="257" y="130"/>
                </a:lnTo>
                <a:close/>
                <a:moveTo>
                  <a:pt x="8" y="122"/>
                </a:moveTo>
                <a:lnTo>
                  <a:pt x="248" y="122"/>
                </a:lnTo>
                <a:lnTo>
                  <a:pt x="248" y="102"/>
                </a:lnTo>
                <a:lnTo>
                  <a:pt x="160" y="14"/>
                </a:lnTo>
                <a:lnTo>
                  <a:pt x="96" y="79"/>
                </a:lnTo>
                <a:lnTo>
                  <a:pt x="68" y="51"/>
                </a:lnTo>
                <a:lnTo>
                  <a:pt x="8" y="112"/>
                </a:lnTo>
                <a:lnTo>
                  <a:pt x="8" y="1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1334999E-397D-4B18-8C51-3E0454E7E3A0}"/>
              </a:ext>
            </a:extLst>
          </p:cNvPr>
          <p:cNvSpPr>
            <a:spLocks/>
          </p:cNvSpPr>
          <p:nvPr/>
        </p:nvSpPr>
        <p:spPr bwMode="auto">
          <a:xfrm>
            <a:off x="5848351" y="4059238"/>
            <a:ext cx="41275" cy="41275"/>
          </a:xfrm>
          <a:custGeom>
            <a:avLst/>
            <a:gdLst>
              <a:gd name="T0" fmla="*/ 0 w 19"/>
              <a:gd name="T1" fmla="*/ 9 h 19"/>
              <a:gd name="T2" fmla="*/ 10 w 19"/>
              <a:gd name="T3" fmla="*/ 19 h 19"/>
              <a:gd name="T4" fmla="*/ 14 w 19"/>
              <a:gd name="T5" fmla="*/ 5 h 19"/>
              <a:gd name="T6" fmla="*/ 0 w 19"/>
              <a:gd name="T7" fmla="*/ 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19">
                <a:moveTo>
                  <a:pt x="0" y="9"/>
                </a:moveTo>
                <a:cubicBezTo>
                  <a:pt x="10" y="19"/>
                  <a:pt x="10" y="19"/>
                  <a:pt x="10" y="19"/>
                </a:cubicBezTo>
                <a:cubicBezTo>
                  <a:pt x="17" y="12"/>
                  <a:pt x="19" y="10"/>
                  <a:pt x="14" y="5"/>
                </a:cubicBezTo>
                <a:cubicBezTo>
                  <a:pt x="9" y="0"/>
                  <a:pt x="7" y="2"/>
                  <a:pt x="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FC7B8683-FF70-4F5C-B1B3-A53A6524A301}"/>
              </a:ext>
            </a:extLst>
          </p:cNvPr>
          <p:cNvSpPr>
            <a:spLocks noEditPoints="1"/>
          </p:cNvSpPr>
          <p:nvPr/>
        </p:nvSpPr>
        <p:spPr bwMode="auto">
          <a:xfrm>
            <a:off x="5621338" y="4071938"/>
            <a:ext cx="252413" cy="254000"/>
          </a:xfrm>
          <a:custGeom>
            <a:avLst/>
            <a:gdLst>
              <a:gd name="T0" fmla="*/ 0 w 159"/>
              <a:gd name="T1" fmla="*/ 160 h 160"/>
              <a:gd name="T2" fmla="*/ 15 w 159"/>
              <a:gd name="T3" fmla="*/ 126 h 160"/>
              <a:gd name="T4" fmla="*/ 140 w 159"/>
              <a:gd name="T5" fmla="*/ 0 h 160"/>
              <a:gd name="T6" fmla="*/ 159 w 159"/>
              <a:gd name="T7" fmla="*/ 21 h 160"/>
              <a:gd name="T8" fmla="*/ 33 w 159"/>
              <a:gd name="T9" fmla="*/ 148 h 160"/>
              <a:gd name="T10" fmla="*/ 0 w 159"/>
              <a:gd name="T11" fmla="*/ 160 h 160"/>
              <a:gd name="T12" fmla="*/ 22 w 159"/>
              <a:gd name="T13" fmla="*/ 133 h 160"/>
              <a:gd name="T14" fmla="*/ 16 w 159"/>
              <a:gd name="T15" fmla="*/ 145 h 160"/>
              <a:gd name="T16" fmla="*/ 29 w 159"/>
              <a:gd name="T17" fmla="*/ 140 h 160"/>
              <a:gd name="T18" fmla="*/ 147 w 159"/>
              <a:gd name="T19" fmla="*/ 21 h 160"/>
              <a:gd name="T20" fmla="*/ 140 w 159"/>
              <a:gd name="T21" fmla="*/ 13 h 160"/>
              <a:gd name="T22" fmla="*/ 22 w 159"/>
              <a:gd name="T2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9" h="160">
                <a:moveTo>
                  <a:pt x="0" y="160"/>
                </a:moveTo>
                <a:lnTo>
                  <a:pt x="15" y="126"/>
                </a:lnTo>
                <a:lnTo>
                  <a:pt x="140" y="0"/>
                </a:lnTo>
                <a:lnTo>
                  <a:pt x="159" y="21"/>
                </a:lnTo>
                <a:lnTo>
                  <a:pt x="33" y="148"/>
                </a:lnTo>
                <a:lnTo>
                  <a:pt x="0" y="160"/>
                </a:lnTo>
                <a:close/>
                <a:moveTo>
                  <a:pt x="22" y="133"/>
                </a:moveTo>
                <a:lnTo>
                  <a:pt x="16" y="145"/>
                </a:lnTo>
                <a:lnTo>
                  <a:pt x="29" y="140"/>
                </a:lnTo>
                <a:lnTo>
                  <a:pt x="147" y="21"/>
                </a:lnTo>
                <a:lnTo>
                  <a:pt x="140" y="13"/>
                </a:lnTo>
                <a:lnTo>
                  <a:pt x="22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2D094567-01D3-404B-8537-1B38502245A8}"/>
              </a:ext>
            </a:extLst>
          </p:cNvPr>
          <p:cNvSpPr>
            <a:spLocks/>
          </p:cNvSpPr>
          <p:nvPr/>
        </p:nvSpPr>
        <p:spPr bwMode="auto">
          <a:xfrm>
            <a:off x="5634038" y="4278313"/>
            <a:ext cx="36513" cy="36513"/>
          </a:xfrm>
          <a:custGeom>
            <a:avLst/>
            <a:gdLst>
              <a:gd name="T0" fmla="*/ 23 w 23"/>
              <a:gd name="T1" fmla="*/ 14 h 23"/>
              <a:gd name="T2" fmla="*/ 0 w 23"/>
              <a:gd name="T3" fmla="*/ 23 h 23"/>
              <a:gd name="T4" fmla="*/ 0 w 23"/>
              <a:gd name="T5" fmla="*/ 23 h 23"/>
              <a:gd name="T6" fmla="*/ 10 w 23"/>
              <a:gd name="T7" fmla="*/ 0 h 23"/>
              <a:gd name="T8" fmla="*/ 23 w 23"/>
              <a:gd name="T9" fmla="*/ 1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3">
                <a:moveTo>
                  <a:pt x="23" y="14"/>
                </a:moveTo>
                <a:lnTo>
                  <a:pt x="0" y="23"/>
                </a:lnTo>
                <a:lnTo>
                  <a:pt x="0" y="23"/>
                </a:lnTo>
                <a:lnTo>
                  <a:pt x="10" y="0"/>
                </a:lnTo>
                <a:lnTo>
                  <a:pt x="23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E431440E-7651-4CF0-A56B-6E1D7CC632C1}"/>
              </a:ext>
            </a:extLst>
          </p:cNvPr>
          <p:cNvSpPr>
            <a:spLocks/>
          </p:cNvSpPr>
          <p:nvPr/>
        </p:nvSpPr>
        <p:spPr bwMode="auto">
          <a:xfrm>
            <a:off x="5491163" y="4152901"/>
            <a:ext cx="303213" cy="303213"/>
          </a:xfrm>
          <a:custGeom>
            <a:avLst/>
            <a:gdLst>
              <a:gd name="T0" fmla="*/ 191 w 191"/>
              <a:gd name="T1" fmla="*/ 191 h 191"/>
              <a:gd name="T2" fmla="*/ 0 w 191"/>
              <a:gd name="T3" fmla="*/ 191 h 191"/>
              <a:gd name="T4" fmla="*/ 0 w 191"/>
              <a:gd name="T5" fmla="*/ 0 h 191"/>
              <a:gd name="T6" fmla="*/ 157 w 191"/>
              <a:gd name="T7" fmla="*/ 0 h 191"/>
              <a:gd name="T8" fmla="*/ 157 w 191"/>
              <a:gd name="T9" fmla="*/ 9 h 191"/>
              <a:gd name="T10" fmla="*/ 10 w 191"/>
              <a:gd name="T11" fmla="*/ 9 h 191"/>
              <a:gd name="T12" fmla="*/ 10 w 191"/>
              <a:gd name="T13" fmla="*/ 181 h 191"/>
              <a:gd name="T14" fmla="*/ 183 w 191"/>
              <a:gd name="T15" fmla="*/ 181 h 191"/>
              <a:gd name="T16" fmla="*/ 183 w 191"/>
              <a:gd name="T17" fmla="*/ 34 h 191"/>
              <a:gd name="T18" fmla="*/ 191 w 191"/>
              <a:gd name="T19" fmla="*/ 34 h 191"/>
              <a:gd name="T20" fmla="*/ 191 w 191"/>
              <a:gd name="T21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1" h="191">
                <a:moveTo>
                  <a:pt x="191" y="191"/>
                </a:moveTo>
                <a:lnTo>
                  <a:pt x="0" y="191"/>
                </a:lnTo>
                <a:lnTo>
                  <a:pt x="0" y="0"/>
                </a:lnTo>
                <a:lnTo>
                  <a:pt x="157" y="0"/>
                </a:lnTo>
                <a:lnTo>
                  <a:pt x="157" y="9"/>
                </a:lnTo>
                <a:lnTo>
                  <a:pt x="10" y="9"/>
                </a:lnTo>
                <a:lnTo>
                  <a:pt x="10" y="181"/>
                </a:lnTo>
                <a:lnTo>
                  <a:pt x="183" y="181"/>
                </a:lnTo>
                <a:lnTo>
                  <a:pt x="183" y="34"/>
                </a:lnTo>
                <a:lnTo>
                  <a:pt x="191" y="34"/>
                </a:lnTo>
                <a:lnTo>
                  <a:pt x="191" y="19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911EEC5B-6AA1-4607-A02D-5B917944DE49}"/>
              </a:ext>
            </a:extLst>
          </p:cNvPr>
          <p:cNvSpPr>
            <a:spLocks noEditPoints="1"/>
          </p:cNvSpPr>
          <p:nvPr/>
        </p:nvSpPr>
        <p:spPr bwMode="auto">
          <a:xfrm>
            <a:off x="6453188" y="4065588"/>
            <a:ext cx="122238" cy="285750"/>
          </a:xfrm>
          <a:custGeom>
            <a:avLst/>
            <a:gdLst>
              <a:gd name="T0" fmla="*/ 28 w 56"/>
              <a:gd name="T1" fmla="*/ 132 h 132"/>
              <a:gd name="T2" fmla="*/ 0 w 56"/>
              <a:gd name="T3" fmla="*/ 104 h 132"/>
              <a:gd name="T4" fmla="*/ 0 w 56"/>
              <a:gd name="T5" fmla="*/ 28 h 132"/>
              <a:gd name="T6" fmla="*/ 28 w 56"/>
              <a:gd name="T7" fmla="*/ 0 h 132"/>
              <a:gd name="T8" fmla="*/ 56 w 56"/>
              <a:gd name="T9" fmla="*/ 28 h 132"/>
              <a:gd name="T10" fmla="*/ 56 w 56"/>
              <a:gd name="T11" fmla="*/ 104 h 132"/>
              <a:gd name="T12" fmla="*/ 28 w 56"/>
              <a:gd name="T13" fmla="*/ 132 h 132"/>
              <a:gd name="T14" fmla="*/ 28 w 56"/>
              <a:gd name="T15" fmla="*/ 6 h 132"/>
              <a:gd name="T16" fmla="*/ 6 w 56"/>
              <a:gd name="T17" fmla="*/ 28 h 132"/>
              <a:gd name="T18" fmla="*/ 6 w 56"/>
              <a:gd name="T19" fmla="*/ 104 h 132"/>
              <a:gd name="T20" fmla="*/ 28 w 56"/>
              <a:gd name="T21" fmla="*/ 126 h 132"/>
              <a:gd name="T22" fmla="*/ 50 w 56"/>
              <a:gd name="T23" fmla="*/ 104 h 132"/>
              <a:gd name="T24" fmla="*/ 50 w 56"/>
              <a:gd name="T25" fmla="*/ 28 h 132"/>
              <a:gd name="T26" fmla="*/ 28 w 56"/>
              <a:gd name="T27" fmla="*/ 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6" h="132">
                <a:moveTo>
                  <a:pt x="28" y="132"/>
                </a:moveTo>
                <a:cubicBezTo>
                  <a:pt x="12" y="132"/>
                  <a:pt x="0" y="120"/>
                  <a:pt x="0" y="10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6" y="12"/>
                  <a:pt x="56" y="2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120"/>
                  <a:pt x="43" y="132"/>
                  <a:pt x="28" y="132"/>
                </a:cubicBezTo>
                <a:close/>
                <a:moveTo>
                  <a:pt x="28" y="6"/>
                </a:moveTo>
                <a:cubicBezTo>
                  <a:pt x="16" y="6"/>
                  <a:pt x="6" y="16"/>
                  <a:pt x="6" y="28"/>
                </a:cubicBezTo>
                <a:cubicBezTo>
                  <a:pt x="6" y="104"/>
                  <a:pt x="6" y="104"/>
                  <a:pt x="6" y="104"/>
                </a:cubicBezTo>
                <a:cubicBezTo>
                  <a:pt x="6" y="116"/>
                  <a:pt x="16" y="126"/>
                  <a:pt x="28" y="126"/>
                </a:cubicBezTo>
                <a:cubicBezTo>
                  <a:pt x="40" y="126"/>
                  <a:pt x="50" y="116"/>
                  <a:pt x="50" y="104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16"/>
                  <a:pt x="40" y="6"/>
                  <a:pt x="28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6F5C572A-775D-4886-90C3-6EC6D5DE1116}"/>
              </a:ext>
            </a:extLst>
          </p:cNvPr>
          <p:cNvSpPr>
            <a:spLocks/>
          </p:cNvSpPr>
          <p:nvPr/>
        </p:nvSpPr>
        <p:spPr bwMode="auto">
          <a:xfrm>
            <a:off x="6421438" y="4208463"/>
            <a:ext cx="184150" cy="177800"/>
          </a:xfrm>
          <a:custGeom>
            <a:avLst/>
            <a:gdLst>
              <a:gd name="T0" fmla="*/ 43 w 85"/>
              <a:gd name="T1" fmla="*/ 82 h 82"/>
              <a:gd name="T2" fmla="*/ 0 w 85"/>
              <a:gd name="T3" fmla="*/ 39 h 82"/>
              <a:gd name="T4" fmla="*/ 0 w 85"/>
              <a:gd name="T5" fmla="*/ 0 h 82"/>
              <a:gd name="T6" fmla="*/ 6 w 85"/>
              <a:gd name="T7" fmla="*/ 0 h 82"/>
              <a:gd name="T8" fmla="*/ 6 w 85"/>
              <a:gd name="T9" fmla="*/ 39 h 82"/>
              <a:gd name="T10" fmla="*/ 43 w 85"/>
              <a:gd name="T11" fmla="*/ 76 h 82"/>
              <a:gd name="T12" fmla="*/ 79 w 85"/>
              <a:gd name="T13" fmla="*/ 39 h 82"/>
              <a:gd name="T14" fmla="*/ 79 w 85"/>
              <a:gd name="T15" fmla="*/ 0 h 82"/>
              <a:gd name="T16" fmla="*/ 85 w 85"/>
              <a:gd name="T17" fmla="*/ 0 h 82"/>
              <a:gd name="T18" fmla="*/ 85 w 85"/>
              <a:gd name="T19" fmla="*/ 39 h 82"/>
              <a:gd name="T20" fmla="*/ 43 w 85"/>
              <a:gd name="T21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5" h="82">
                <a:moveTo>
                  <a:pt x="43" y="82"/>
                </a:moveTo>
                <a:cubicBezTo>
                  <a:pt x="19" y="82"/>
                  <a:pt x="0" y="63"/>
                  <a:pt x="0" y="39"/>
                </a:cubicBezTo>
                <a:cubicBezTo>
                  <a:pt x="0" y="0"/>
                  <a:pt x="0" y="0"/>
                  <a:pt x="0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60"/>
                  <a:pt x="23" y="76"/>
                  <a:pt x="43" y="76"/>
                </a:cubicBezTo>
                <a:cubicBezTo>
                  <a:pt x="63" y="76"/>
                  <a:pt x="79" y="60"/>
                  <a:pt x="79" y="39"/>
                </a:cubicBezTo>
                <a:cubicBezTo>
                  <a:pt x="79" y="0"/>
                  <a:pt x="79" y="0"/>
                  <a:pt x="79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63"/>
                  <a:pt x="66" y="82"/>
                  <a:pt x="43" y="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3" name="Rectangle 186">
            <a:extLst>
              <a:ext uri="{FF2B5EF4-FFF2-40B4-BE49-F238E27FC236}">
                <a16:creationId xmlns:a16="http://schemas.microsoft.com/office/drawing/2014/main" id="{A19F2C7A-0D74-448C-8EFE-3A68CA581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6" y="4438651"/>
            <a:ext cx="10795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4" name="Rectangle 187">
            <a:extLst>
              <a:ext uri="{FF2B5EF4-FFF2-40B4-BE49-F238E27FC236}">
                <a16:creationId xmlns:a16="http://schemas.microsoft.com/office/drawing/2014/main" id="{3B526917-81E4-4F5D-9F78-6634BB916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1" y="4379913"/>
            <a:ext cx="12700" cy="650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2CC4DDB6-31CB-4547-A2A7-1E0A503CD175}"/>
              </a:ext>
            </a:extLst>
          </p:cNvPr>
          <p:cNvSpPr>
            <a:spLocks/>
          </p:cNvSpPr>
          <p:nvPr/>
        </p:nvSpPr>
        <p:spPr bwMode="auto">
          <a:xfrm>
            <a:off x="7143751" y="4056063"/>
            <a:ext cx="382588" cy="382588"/>
          </a:xfrm>
          <a:custGeom>
            <a:avLst/>
            <a:gdLst>
              <a:gd name="T0" fmla="*/ 88 w 177"/>
              <a:gd name="T1" fmla="*/ 177 h 177"/>
              <a:gd name="T2" fmla="*/ 26 w 177"/>
              <a:gd name="T3" fmla="*/ 151 h 177"/>
              <a:gd name="T4" fmla="*/ 0 w 177"/>
              <a:gd name="T5" fmla="*/ 89 h 177"/>
              <a:gd name="T6" fmla="*/ 26 w 177"/>
              <a:gd name="T7" fmla="*/ 27 h 177"/>
              <a:gd name="T8" fmla="*/ 88 w 177"/>
              <a:gd name="T9" fmla="*/ 0 h 177"/>
              <a:gd name="T10" fmla="*/ 88 w 177"/>
              <a:gd name="T11" fmla="*/ 0 h 177"/>
              <a:gd name="T12" fmla="*/ 177 w 177"/>
              <a:gd name="T13" fmla="*/ 88 h 177"/>
              <a:gd name="T14" fmla="*/ 171 w 177"/>
              <a:gd name="T15" fmla="*/ 88 h 177"/>
              <a:gd name="T16" fmla="*/ 88 w 177"/>
              <a:gd name="T17" fmla="*/ 6 h 177"/>
              <a:gd name="T18" fmla="*/ 88 w 177"/>
              <a:gd name="T19" fmla="*/ 6 h 177"/>
              <a:gd name="T20" fmla="*/ 30 w 177"/>
              <a:gd name="T21" fmla="*/ 31 h 177"/>
              <a:gd name="T22" fmla="*/ 6 w 177"/>
              <a:gd name="T23" fmla="*/ 89 h 177"/>
              <a:gd name="T24" fmla="*/ 31 w 177"/>
              <a:gd name="T25" fmla="*/ 147 h 177"/>
              <a:gd name="T26" fmla="*/ 88 w 177"/>
              <a:gd name="T27" fmla="*/ 171 h 177"/>
              <a:gd name="T28" fmla="*/ 89 w 177"/>
              <a:gd name="T29" fmla="*/ 171 h 177"/>
              <a:gd name="T30" fmla="*/ 155 w 177"/>
              <a:gd name="T31" fmla="*/ 136 h 177"/>
              <a:gd name="T32" fmla="*/ 160 w 177"/>
              <a:gd name="T33" fmla="*/ 140 h 177"/>
              <a:gd name="T34" fmla="*/ 89 w 177"/>
              <a:gd name="T35" fmla="*/ 177 h 177"/>
              <a:gd name="T36" fmla="*/ 88 w 177"/>
              <a:gd name="T37" fmla="*/ 1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77" h="177">
                <a:moveTo>
                  <a:pt x="88" y="177"/>
                </a:moveTo>
                <a:cubicBezTo>
                  <a:pt x="65" y="177"/>
                  <a:pt x="43" y="168"/>
                  <a:pt x="26" y="151"/>
                </a:cubicBezTo>
                <a:cubicBezTo>
                  <a:pt x="10" y="135"/>
                  <a:pt x="0" y="113"/>
                  <a:pt x="0" y="89"/>
                </a:cubicBezTo>
                <a:cubicBezTo>
                  <a:pt x="0" y="66"/>
                  <a:pt x="9" y="43"/>
                  <a:pt x="26" y="27"/>
                </a:cubicBezTo>
                <a:cubicBezTo>
                  <a:pt x="42" y="10"/>
                  <a:pt x="64" y="1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37" y="0"/>
                  <a:pt x="176" y="40"/>
                  <a:pt x="177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0" y="43"/>
                  <a:pt x="133" y="6"/>
                  <a:pt x="88" y="6"/>
                </a:cubicBezTo>
                <a:cubicBezTo>
                  <a:pt x="88" y="6"/>
                  <a:pt x="88" y="6"/>
                  <a:pt x="88" y="6"/>
                </a:cubicBezTo>
                <a:cubicBezTo>
                  <a:pt x="66" y="7"/>
                  <a:pt x="45" y="15"/>
                  <a:pt x="30" y="31"/>
                </a:cubicBezTo>
                <a:cubicBezTo>
                  <a:pt x="14" y="46"/>
                  <a:pt x="6" y="67"/>
                  <a:pt x="6" y="89"/>
                </a:cubicBezTo>
                <a:cubicBezTo>
                  <a:pt x="6" y="111"/>
                  <a:pt x="15" y="132"/>
                  <a:pt x="31" y="147"/>
                </a:cubicBezTo>
                <a:cubicBezTo>
                  <a:pt x="46" y="162"/>
                  <a:pt x="67" y="171"/>
                  <a:pt x="88" y="171"/>
                </a:cubicBezTo>
                <a:cubicBezTo>
                  <a:pt x="88" y="171"/>
                  <a:pt x="89" y="171"/>
                  <a:pt x="89" y="171"/>
                </a:cubicBezTo>
                <a:cubicBezTo>
                  <a:pt x="115" y="171"/>
                  <a:pt x="140" y="158"/>
                  <a:pt x="155" y="136"/>
                </a:cubicBezTo>
                <a:cubicBezTo>
                  <a:pt x="160" y="140"/>
                  <a:pt x="160" y="140"/>
                  <a:pt x="160" y="140"/>
                </a:cubicBezTo>
                <a:cubicBezTo>
                  <a:pt x="144" y="163"/>
                  <a:pt x="117" y="177"/>
                  <a:pt x="89" y="177"/>
                </a:cubicBezTo>
                <a:cubicBezTo>
                  <a:pt x="89" y="177"/>
                  <a:pt x="89" y="177"/>
                  <a:pt x="88" y="1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6AA9E6EB-F3F3-4A32-942A-3BB71F0CFBE4}"/>
              </a:ext>
            </a:extLst>
          </p:cNvPr>
          <p:cNvSpPr>
            <a:spLocks/>
          </p:cNvSpPr>
          <p:nvPr/>
        </p:nvSpPr>
        <p:spPr bwMode="auto">
          <a:xfrm>
            <a:off x="7467601" y="4198938"/>
            <a:ext cx="85725" cy="74613"/>
          </a:xfrm>
          <a:custGeom>
            <a:avLst/>
            <a:gdLst>
              <a:gd name="T0" fmla="*/ 0 w 54"/>
              <a:gd name="T1" fmla="*/ 0 h 47"/>
              <a:gd name="T2" fmla="*/ 28 w 54"/>
              <a:gd name="T3" fmla="*/ 47 h 47"/>
              <a:gd name="T4" fmla="*/ 54 w 54"/>
              <a:gd name="T5" fmla="*/ 0 h 47"/>
              <a:gd name="T6" fmla="*/ 0 w 54"/>
              <a:gd name="T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4" h="47">
                <a:moveTo>
                  <a:pt x="0" y="0"/>
                </a:moveTo>
                <a:lnTo>
                  <a:pt x="28" y="47"/>
                </a:lnTo>
                <a:lnTo>
                  <a:pt x="54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FCDC2DF3-3503-4ABD-BB93-6EFA9F9410D0}"/>
              </a:ext>
            </a:extLst>
          </p:cNvPr>
          <p:cNvSpPr>
            <a:spLocks noEditPoints="1"/>
          </p:cNvSpPr>
          <p:nvPr/>
        </p:nvSpPr>
        <p:spPr bwMode="auto">
          <a:xfrm>
            <a:off x="7281863" y="4154488"/>
            <a:ext cx="104775" cy="87313"/>
          </a:xfrm>
          <a:custGeom>
            <a:avLst/>
            <a:gdLst>
              <a:gd name="T0" fmla="*/ 1 w 48"/>
              <a:gd name="T1" fmla="*/ 40 h 40"/>
              <a:gd name="T2" fmla="*/ 0 w 48"/>
              <a:gd name="T3" fmla="*/ 24 h 40"/>
              <a:gd name="T4" fmla="*/ 24 w 48"/>
              <a:gd name="T5" fmla="*/ 0 h 40"/>
              <a:gd name="T6" fmla="*/ 48 w 48"/>
              <a:gd name="T7" fmla="*/ 23 h 40"/>
              <a:gd name="T8" fmla="*/ 48 w 48"/>
              <a:gd name="T9" fmla="*/ 40 h 40"/>
              <a:gd name="T10" fmla="*/ 1 w 48"/>
              <a:gd name="T11" fmla="*/ 40 h 40"/>
              <a:gd name="T12" fmla="*/ 24 w 48"/>
              <a:gd name="T13" fmla="*/ 6 h 40"/>
              <a:gd name="T14" fmla="*/ 6 w 48"/>
              <a:gd name="T15" fmla="*/ 24 h 40"/>
              <a:gd name="T16" fmla="*/ 7 w 48"/>
              <a:gd name="T17" fmla="*/ 34 h 40"/>
              <a:gd name="T18" fmla="*/ 42 w 48"/>
              <a:gd name="T19" fmla="*/ 34 h 40"/>
              <a:gd name="T20" fmla="*/ 42 w 48"/>
              <a:gd name="T21" fmla="*/ 23 h 40"/>
              <a:gd name="T22" fmla="*/ 24 w 48"/>
              <a:gd name="T23" fmla="*/ 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8" h="40">
                <a:moveTo>
                  <a:pt x="1" y="40"/>
                </a:moveTo>
                <a:cubicBezTo>
                  <a:pt x="0" y="24"/>
                  <a:pt x="0" y="24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0"/>
                  <a:pt x="48" y="23"/>
                </a:cubicBezTo>
                <a:cubicBezTo>
                  <a:pt x="48" y="40"/>
                  <a:pt x="48" y="40"/>
                  <a:pt x="48" y="40"/>
                </a:cubicBezTo>
                <a:lnTo>
                  <a:pt x="1" y="40"/>
                </a:lnTo>
                <a:close/>
                <a:moveTo>
                  <a:pt x="24" y="6"/>
                </a:moveTo>
                <a:cubicBezTo>
                  <a:pt x="14" y="6"/>
                  <a:pt x="6" y="14"/>
                  <a:pt x="6" y="24"/>
                </a:cubicBezTo>
                <a:cubicBezTo>
                  <a:pt x="7" y="34"/>
                  <a:pt x="7" y="34"/>
                  <a:pt x="7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14"/>
                  <a:pt x="34" y="6"/>
                  <a:pt x="24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E7870085-159A-4AEE-B769-CAF259645A65}"/>
              </a:ext>
            </a:extLst>
          </p:cNvPr>
          <p:cNvSpPr>
            <a:spLocks noEditPoints="1"/>
          </p:cNvSpPr>
          <p:nvPr/>
        </p:nvSpPr>
        <p:spPr bwMode="auto">
          <a:xfrm>
            <a:off x="7261226" y="4229101"/>
            <a:ext cx="149225" cy="112713"/>
          </a:xfrm>
          <a:custGeom>
            <a:avLst/>
            <a:gdLst>
              <a:gd name="T0" fmla="*/ 5 w 69"/>
              <a:gd name="T1" fmla="*/ 52 h 52"/>
              <a:gd name="T2" fmla="*/ 5 w 69"/>
              <a:gd name="T3" fmla="*/ 52 h 52"/>
              <a:gd name="T4" fmla="*/ 1 w 69"/>
              <a:gd name="T5" fmla="*/ 47 h 52"/>
              <a:gd name="T6" fmla="*/ 0 w 69"/>
              <a:gd name="T7" fmla="*/ 4 h 52"/>
              <a:gd name="T8" fmla="*/ 5 w 69"/>
              <a:gd name="T9" fmla="*/ 0 h 52"/>
              <a:gd name="T10" fmla="*/ 64 w 69"/>
              <a:gd name="T11" fmla="*/ 0 h 52"/>
              <a:gd name="T12" fmla="*/ 68 w 69"/>
              <a:gd name="T13" fmla="*/ 4 h 52"/>
              <a:gd name="T14" fmla="*/ 69 w 69"/>
              <a:gd name="T15" fmla="*/ 47 h 52"/>
              <a:gd name="T16" fmla="*/ 67 w 69"/>
              <a:gd name="T17" fmla="*/ 50 h 52"/>
              <a:gd name="T18" fmla="*/ 64 w 69"/>
              <a:gd name="T19" fmla="*/ 51 h 52"/>
              <a:gd name="T20" fmla="*/ 5 w 69"/>
              <a:gd name="T21" fmla="*/ 52 h 52"/>
              <a:gd name="T22" fmla="*/ 6 w 69"/>
              <a:gd name="T23" fmla="*/ 6 h 52"/>
              <a:gd name="T24" fmla="*/ 7 w 69"/>
              <a:gd name="T25" fmla="*/ 46 h 52"/>
              <a:gd name="T26" fmla="*/ 62 w 69"/>
              <a:gd name="T27" fmla="*/ 45 h 52"/>
              <a:gd name="T28" fmla="*/ 62 w 69"/>
              <a:gd name="T29" fmla="*/ 6 h 52"/>
              <a:gd name="T30" fmla="*/ 6 w 69"/>
              <a:gd name="T31" fmla="*/ 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9" h="52">
                <a:moveTo>
                  <a:pt x="5" y="52"/>
                </a:moveTo>
                <a:cubicBezTo>
                  <a:pt x="5" y="52"/>
                  <a:pt x="5" y="52"/>
                  <a:pt x="5" y="52"/>
                </a:cubicBezTo>
                <a:cubicBezTo>
                  <a:pt x="3" y="52"/>
                  <a:pt x="1" y="50"/>
                  <a:pt x="1" y="47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6" y="0"/>
                  <a:pt x="68" y="2"/>
                  <a:pt x="68" y="4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8"/>
                  <a:pt x="68" y="49"/>
                  <a:pt x="67" y="50"/>
                </a:cubicBezTo>
                <a:cubicBezTo>
                  <a:pt x="66" y="51"/>
                  <a:pt x="65" y="51"/>
                  <a:pt x="64" y="51"/>
                </a:cubicBezTo>
                <a:lnTo>
                  <a:pt x="5" y="52"/>
                </a:lnTo>
                <a:close/>
                <a:moveTo>
                  <a:pt x="6" y="6"/>
                </a:moveTo>
                <a:cubicBezTo>
                  <a:pt x="7" y="46"/>
                  <a:pt x="7" y="46"/>
                  <a:pt x="7" y="46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6"/>
                  <a:pt x="62" y="6"/>
                  <a:pt x="62" y="6"/>
                </a:cubicBezTo>
                <a:lnTo>
                  <a:pt x="6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93FFC9EE-6B49-47FA-8DC5-572C6702944B}"/>
              </a:ext>
            </a:extLst>
          </p:cNvPr>
          <p:cNvSpPr>
            <a:spLocks noEditPoints="1"/>
          </p:cNvSpPr>
          <p:nvPr/>
        </p:nvSpPr>
        <p:spPr bwMode="auto">
          <a:xfrm>
            <a:off x="1333501" y="4892676"/>
            <a:ext cx="396875" cy="398463"/>
          </a:xfrm>
          <a:custGeom>
            <a:avLst/>
            <a:gdLst>
              <a:gd name="T0" fmla="*/ 92 w 184"/>
              <a:gd name="T1" fmla="*/ 184 h 184"/>
              <a:gd name="T2" fmla="*/ 0 w 184"/>
              <a:gd name="T3" fmla="*/ 92 h 184"/>
              <a:gd name="T4" fmla="*/ 92 w 184"/>
              <a:gd name="T5" fmla="*/ 0 h 184"/>
              <a:gd name="T6" fmla="*/ 184 w 184"/>
              <a:gd name="T7" fmla="*/ 92 h 184"/>
              <a:gd name="T8" fmla="*/ 92 w 184"/>
              <a:gd name="T9" fmla="*/ 184 h 184"/>
              <a:gd name="T10" fmla="*/ 92 w 184"/>
              <a:gd name="T11" fmla="*/ 6 h 184"/>
              <a:gd name="T12" fmla="*/ 6 w 184"/>
              <a:gd name="T13" fmla="*/ 92 h 184"/>
              <a:gd name="T14" fmla="*/ 92 w 184"/>
              <a:gd name="T15" fmla="*/ 178 h 184"/>
              <a:gd name="T16" fmla="*/ 178 w 184"/>
              <a:gd name="T17" fmla="*/ 92 h 184"/>
              <a:gd name="T18" fmla="*/ 92 w 184"/>
              <a:gd name="T19" fmla="*/ 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4" h="184">
                <a:moveTo>
                  <a:pt x="92" y="184"/>
                </a:moveTo>
                <a:cubicBezTo>
                  <a:pt x="41" y="184"/>
                  <a:pt x="0" y="143"/>
                  <a:pt x="0" y="92"/>
                </a:cubicBezTo>
                <a:cubicBezTo>
                  <a:pt x="0" y="41"/>
                  <a:pt x="41" y="0"/>
                  <a:pt x="92" y="0"/>
                </a:cubicBezTo>
                <a:cubicBezTo>
                  <a:pt x="143" y="0"/>
                  <a:pt x="184" y="41"/>
                  <a:pt x="184" y="92"/>
                </a:cubicBezTo>
                <a:cubicBezTo>
                  <a:pt x="184" y="143"/>
                  <a:pt x="143" y="184"/>
                  <a:pt x="92" y="184"/>
                </a:cubicBezTo>
                <a:close/>
                <a:moveTo>
                  <a:pt x="92" y="6"/>
                </a:moveTo>
                <a:cubicBezTo>
                  <a:pt x="45" y="6"/>
                  <a:pt x="6" y="44"/>
                  <a:pt x="6" y="92"/>
                </a:cubicBezTo>
                <a:cubicBezTo>
                  <a:pt x="6" y="139"/>
                  <a:pt x="45" y="178"/>
                  <a:pt x="92" y="178"/>
                </a:cubicBezTo>
                <a:cubicBezTo>
                  <a:pt x="140" y="178"/>
                  <a:pt x="178" y="139"/>
                  <a:pt x="178" y="92"/>
                </a:cubicBezTo>
                <a:cubicBezTo>
                  <a:pt x="178" y="44"/>
                  <a:pt x="140" y="6"/>
                  <a:pt x="92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96484E13-3C34-4144-9F5A-513B95E7FD47}"/>
              </a:ext>
            </a:extLst>
          </p:cNvPr>
          <p:cNvSpPr>
            <a:spLocks noEditPoints="1"/>
          </p:cNvSpPr>
          <p:nvPr/>
        </p:nvSpPr>
        <p:spPr bwMode="auto">
          <a:xfrm>
            <a:off x="1395413" y="4945063"/>
            <a:ext cx="273050" cy="346075"/>
          </a:xfrm>
          <a:custGeom>
            <a:avLst/>
            <a:gdLst>
              <a:gd name="T0" fmla="*/ 2 w 126"/>
              <a:gd name="T1" fmla="*/ 137 h 160"/>
              <a:gd name="T2" fmla="*/ 2 w 126"/>
              <a:gd name="T3" fmla="*/ 133 h 160"/>
              <a:gd name="T4" fmla="*/ 40 w 126"/>
              <a:gd name="T5" fmla="*/ 111 h 160"/>
              <a:gd name="T6" fmla="*/ 43 w 126"/>
              <a:gd name="T7" fmla="*/ 92 h 160"/>
              <a:gd name="T8" fmla="*/ 28 w 126"/>
              <a:gd name="T9" fmla="*/ 66 h 160"/>
              <a:gd name="T10" fmla="*/ 36 w 126"/>
              <a:gd name="T11" fmla="*/ 11 h 160"/>
              <a:gd name="T12" fmla="*/ 65 w 126"/>
              <a:gd name="T13" fmla="*/ 0 h 160"/>
              <a:gd name="T14" fmla="*/ 81 w 126"/>
              <a:gd name="T15" fmla="*/ 7 h 160"/>
              <a:gd name="T16" fmla="*/ 97 w 126"/>
              <a:gd name="T17" fmla="*/ 56 h 160"/>
              <a:gd name="T18" fmla="*/ 91 w 126"/>
              <a:gd name="T19" fmla="*/ 75 h 160"/>
              <a:gd name="T20" fmla="*/ 83 w 126"/>
              <a:gd name="T21" fmla="*/ 105 h 160"/>
              <a:gd name="T22" fmla="*/ 88 w 126"/>
              <a:gd name="T23" fmla="*/ 113 h 160"/>
              <a:gd name="T24" fmla="*/ 124 w 126"/>
              <a:gd name="T25" fmla="*/ 133 h 160"/>
              <a:gd name="T26" fmla="*/ 124 w 126"/>
              <a:gd name="T27" fmla="*/ 137 h 160"/>
              <a:gd name="T28" fmla="*/ 9 w 126"/>
              <a:gd name="T29" fmla="*/ 135 h 160"/>
              <a:gd name="T30" fmla="*/ 117 w 126"/>
              <a:gd name="T31" fmla="*/ 135 h 160"/>
              <a:gd name="T32" fmla="*/ 84 w 126"/>
              <a:gd name="T33" fmla="*/ 117 h 160"/>
              <a:gd name="T34" fmla="*/ 77 w 126"/>
              <a:gd name="T35" fmla="*/ 106 h 160"/>
              <a:gd name="T36" fmla="*/ 78 w 126"/>
              <a:gd name="T37" fmla="*/ 89 h 160"/>
              <a:gd name="T38" fmla="*/ 87 w 126"/>
              <a:gd name="T39" fmla="*/ 67 h 160"/>
              <a:gd name="T40" fmla="*/ 92 w 126"/>
              <a:gd name="T41" fmla="*/ 65 h 160"/>
              <a:gd name="T42" fmla="*/ 90 w 126"/>
              <a:gd name="T43" fmla="*/ 59 h 160"/>
              <a:gd name="T44" fmla="*/ 90 w 126"/>
              <a:gd name="T45" fmla="*/ 17 h 160"/>
              <a:gd name="T46" fmla="*/ 80 w 126"/>
              <a:gd name="T47" fmla="*/ 13 h 160"/>
              <a:gd name="T48" fmla="*/ 75 w 126"/>
              <a:gd name="T49" fmla="*/ 9 h 160"/>
              <a:gd name="T50" fmla="*/ 64 w 126"/>
              <a:gd name="T51" fmla="*/ 7 h 160"/>
              <a:gd name="T52" fmla="*/ 36 w 126"/>
              <a:gd name="T53" fmla="*/ 57 h 160"/>
              <a:gd name="T54" fmla="*/ 34 w 126"/>
              <a:gd name="T55" fmla="*/ 60 h 160"/>
              <a:gd name="T56" fmla="*/ 37 w 126"/>
              <a:gd name="T57" fmla="*/ 70 h 160"/>
              <a:gd name="T58" fmla="*/ 40 w 126"/>
              <a:gd name="T59" fmla="*/ 72 h 160"/>
              <a:gd name="T60" fmla="*/ 49 w 126"/>
              <a:gd name="T61" fmla="*/ 89 h 160"/>
              <a:gd name="T62" fmla="*/ 49 w 126"/>
              <a:gd name="T63" fmla="*/ 107 h 160"/>
              <a:gd name="T64" fmla="*/ 33 w 126"/>
              <a:gd name="T65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6" h="160">
                <a:moveTo>
                  <a:pt x="63" y="160"/>
                </a:moveTo>
                <a:cubicBezTo>
                  <a:pt x="41" y="160"/>
                  <a:pt x="19" y="152"/>
                  <a:pt x="2" y="137"/>
                </a:cubicBezTo>
                <a:cubicBezTo>
                  <a:pt x="0" y="135"/>
                  <a:pt x="0" y="135"/>
                  <a:pt x="0" y="135"/>
                </a:cubicBezTo>
                <a:cubicBezTo>
                  <a:pt x="2" y="133"/>
                  <a:pt x="2" y="133"/>
                  <a:pt x="2" y="133"/>
                </a:cubicBezTo>
                <a:cubicBezTo>
                  <a:pt x="8" y="126"/>
                  <a:pt x="18" y="120"/>
                  <a:pt x="31" y="116"/>
                </a:cubicBezTo>
                <a:cubicBezTo>
                  <a:pt x="36" y="114"/>
                  <a:pt x="38" y="113"/>
                  <a:pt x="40" y="111"/>
                </a:cubicBezTo>
                <a:cubicBezTo>
                  <a:pt x="42" y="110"/>
                  <a:pt x="43" y="108"/>
                  <a:pt x="43" y="106"/>
                </a:cubicBezTo>
                <a:cubicBezTo>
                  <a:pt x="43" y="105"/>
                  <a:pt x="43" y="98"/>
                  <a:pt x="43" y="92"/>
                </a:cubicBezTo>
                <a:cubicBezTo>
                  <a:pt x="40" y="88"/>
                  <a:pt x="37" y="83"/>
                  <a:pt x="34" y="75"/>
                </a:cubicBezTo>
                <a:cubicBezTo>
                  <a:pt x="32" y="74"/>
                  <a:pt x="29" y="70"/>
                  <a:pt x="28" y="66"/>
                </a:cubicBezTo>
                <a:cubicBezTo>
                  <a:pt x="27" y="62"/>
                  <a:pt x="28" y="58"/>
                  <a:pt x="29" y="56"/>
                </a:cubicBezTo>
                <a:cubicBezTo>
                  <a:pt x="26" y="36"/>
                  <a:pt x="28" y="21"/>
                  <a:pt x="36" y="11"/>
                </a:cubicBezTo>
                <a:cubicBezTo>
                  <a:pt x="42" y="4"/>
                  <a:pt x="52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75" y="0"/>
                  <a:pt x="78" y="2"/>
                  <a:pt x="80" y="6"/>
                </a:cubicBezTo>
                <a:cubicBezTo>
                  <a:pt x="80" y="6"/>
                  <a:pt x="81" y="7"/>
                  <a:pt x="81" y="7"/>
                </a:cubicBezTo>
                <a:cubicBezTo>
                  <a:pt x="87" y="7"/>
                  <a:pt x="92" y="9"/>
                  <a:pt x="95" y="14"/>
                </a:cubicBezTo>
                <a:cubicBezTo>
                  <a:pt x="101" y="22"/>
                  <a:pt x="102" y="38"/>
                  <a:pt x="97" y="56"/>
                </a:cubicBezTo>
                <a:cubicBezTo>
                  <a:pt x="99" y="58"/>
                  <a:pt x="99" y="62"/>
                  <a:pt x="98" y="66"/>
                </a:cubicBezTo>
                <a:cubicBezTo>
                  <a:pt x="97" y="71"/>
                  <a:pt x="94" y="74"/>
                  <a:pt x="91" y="75"/>
                </a:cubicBezTo>
                <a:cubicBezTo>
                  <a:pt x="89" y="83"/>
                  <a:pt x="87" y="88"/>
                  <a:pt x="83" y="92"/>
                </a:cubicBezTo>
                <a:cubicBezTo>
                  <a:pt x="83" y="105"/>
                  <a:pt x="83" y="105"/>
                  <a:pt x="83" y="105"/>
                </a:cubicBezTo>
                <a:cubicBezTo>
                  <a:pt x="84" y="108"/>
                  <a:pt x="85" y="109"/>
                  <a:pt x="87" y="111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0" y="114"/>
                  <a:pt x="91" y="114"/>
                  <a:pt x="96" y="116"/>
                </a:cubicBezTo>
                <a:cubicBezTo>
                  <a:pt x="108" y="120"/>
                  <a:pt x="119" y="126"/>
                  <a:pt x="124" y="133"/>
                </a:cubicBezTo>
                <a:cubicBezTo>
                  <a:pt x="126" y="135"/>
                  <a:pt x="126" y="135"/>
                  <a:pt x="126" y="135"/>
                </a:cubicBezTo>
                <a:cubicBezTo>
                  <a:pt x="124" y="137"/>
                  <a:pt x="124" y="137"/>
                  <a:pt x="124" y="137"/>
                </a:cubicBezTo>
                <a:cubicBezTo>
                  <a:pt x="107" y="152"/>
                  <a:pt x="86" y="160"/>
                  <a:pt x="63" y="160"/>
                </a:cubicBezTo>
                <a:close/>
                <a:moveTo>
                  <a:pt x="9" y="135"/>
                </a:moveTo>
                <a:cubicBezTo>
                  <a:pt x="24" y="147"/>
                  <a:pt x="43" y="154"/>
                  <a:pt x="63" y="154"/>
                </a:cubicBezTo>
                <a:cubicBezTo>
                  <a:pt x="83" y="154"/>
                  <a:pt x="102" y="147"/>
                  <a:pt x="117" y="135"/>
                </a:cubicBezTo>
                <a:cubicBezTo>
                  <a:pt x="112" y="130"/>
                  <a:pt x="104" y="125"/>
                  <a:pt x="94" y="122"/>
                </a:cubicBezTo>
                <a:cubicBezTo>
                  <a:pt x="88" y="120"/>
                  <a:pt x="86" y="119"/>
                  <a:pt x="84" y="117"/>
                </a:cubicBezTo>
                <a:cubicBezTo>
                  <a:pt x="83" y="116"/>
                  <a:pt x="83" y="116"/>
                  <a:pt x="83" y="116"/>
                </a:cubicBezTo>
                <a:cubicBezTo>
                  <a:pt x="80" y="114"/>
                  <a:pt x="78" y="111"/>
                  <a:pt x="77" y="106"/>
                </a:cubicBezTo>
                <a:cubicBezTo>
                  <a:pt x="77" y="90"/>
                  <a:pt x="77" y="90"/>
                  <a:pt x="77" y="90"/>
                </a:cubicBezTo>
                <a:cubicBezTo>
                  <a:pt x="78" y="89"/>
                  <a:pt x="78" y="89"/>
                  <a:pt x="78" y="89"/>
                </a:cubicBezTo>
                <a:cubicBezTo>
                  <a:pt x="82" y="85"/>
                  <a:pt x="84" y="79"/>
                  <a:pt x="86" y="71"/>
                </a:cubicBezTo>
                <a:cubicBezTo>
                  <a:pt x="87" y="67"/>
                  <a:pt x="87" y="67"/>
                  <a:pt x="87" y="67"/>
                </a:cubicBezTo>
                <a:cubicBezTo>
                  <a:pt x="90" y="69"/>
                  <a:pt x="90" y="69"/>
                  <a:pt x="90" y="69"/>
                </a:cubicBezTo>
                <a:cubicBezTo>
                  <a:pt x="91" y="68"/>
                  <a:pt x="92" y="67"/>
                  <a:pt x="92" y="65"/>
                </a:cubicBezTo>
                <a:cubicBezTo>
                  <a:pt x="93" y="63"/>
                  <a:pt x="93" y="61"/>
                  <a:pt x="92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6"/>
                  <a:pt x="90" y="56"/>
                  <a:pt x="90" y="56"/>
                </a:cubicBezTo>
                <a:cubicBezTo>
                  <a:pt x="95" y="39"/>
                  <a:pt x="95" y="24"/>
                  <a:pt x="90" y="17"/>
                </a:cubicBezTo>
                <a:cubicBezTo>
                  <a:pt x="88" y="15"/>
                  <a:pt x="85" y="13"/>
                  <a:pt x="81" y="13"/>
                </a:cubicBezTo>
                <a:cubicBezTo>
                  <a:pt x="80" y="13"/>
                  <a:pt x="80" y="13"/>
                  <a:pt x="80" y="13"/>
                </a:cubicBezTo>
                <a:cubicBezTo>
                  <a:pt x="79" y="13"/>
                  <a:pt x="79" y="13"/>
                  <a:pt x="79" y="13"/>
                </a:cubicBezTo>
                <a:cubicBezTo>
                  <a:pt x="77" y="12"/>
                  <a:pt x="76" y="10"/>
                  <a:pt x="75" y="9"/>
                </a:cubicBezTo>
                <a:cubicBezTo>
                  <a:pt x="74" y="8"/>
                  <a:pt x="73" y="7"/>
                  <a:pt x="65" y="7"/>
                </a:cubicBezTo>
                <a:cubicBezTo>
                  <a:pt x="64" y="7"/>
                  <a:pt x="64" y="7"/>
                  <a:pt x="64" y="7"/>
                </a:cubicBezTo>
                <a:cubicBezTo>
                  <a:pt x="54" y="7"/>
                  <a:pt x="46" y="10"/>
                  <a:pt x="41" y="15"/>
                </a:cubicBezTo>
                <a:cubicBezTo>
                  <a:pt x="34" y="24"/>
                  <a:pt x="32" y="38"/>
                  <a:pt x="36" y="57"/>
                </a:cubicBezTo>
                <a:cubicBezTo>
                  <a:pt x="37" y="60"/>
                  <a:pt x="37" y="60"/>
                  <a:pt x="37" y="60"/>
                </a:cubicBezTo>
                <a:cubicBezTo>
                  <a:pt x="34" y="60"/>
                  <a:pt x="34" y="60"/>
                  <a:pt x="34" y="60"/>
                </a:cubicBezTo>
                <a:cubicBezTo>
                  <a:pt x="34" y="61"/>
                  <a:pt x="34" y="63"/>
                  <a:pt x="34" y="65"/>
                </a:cubicBezTo>
                <a:cubicBezTo>
                  <a:pt x="35" y="67"/>
                  <a:pt x="37" y="69"/>
                  <a:pt x="37" y="70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72"/>
                  <a:pt x="40" y="72"/>
                  <a:pt x="40" y="72"/>
                </a:cubicBezTo>
                <a:cubicBezTo>
                  <a:pt x="43" y="80"/>
                  <a:pt x="45" y="85"/>
                  <a:pt x="48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9" y="91"/>
                  <a:pt x="49" y="91"/>
                  <a:pt x="49" y="91"/>
                </a:cubicBezTo>
                <a:cubicBezTo>
                  <a:pt x="49" y="94"/>
                  <a:pt x="50" y="105"/>
                  <a:pt x="49" y="107"/>
                </a:cubicBezTo>
                <a:cubicBezTo>
                  <a:pt x="49" y="110"/>
                  <a:pt x="47" y="113"/>
                  <a:pt x="44" y="116"/>
                </a:cubicBezTo>
                <a:cubicBezTo>
                  <a:pt x="42" y="119"/>
                  <a:pt x="38" y="120"/>
                  <a:pt x="33" y="122"/>
                </a:cubicBezTo>
                <a:cubicBezTo>
                  <a:pt x="23" y="125"/>
                  <a:pt x="14" y="129"/>
                  <a:pt x="9" y="1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AFDAD543-0231-46A0-AA65-C44169EAFDEB}"/>
              </a:ext>
            </a:extLst>
          </p:cNvPr>
          <p:cNvSpPr>
            <a:spLocks/>
          </p:cNvSpPr>
          <p:nvPr/>
        </p:nvSpPr>
        <p:spPr bwMode="auto">
          <a:xfrm>
            <a:off x="2225676" y="4881563"/>
            <a:ext cx="42863" cy="39688"/>
          </a:xfrm>
          <a:custGeom>
            <a:avLst/>
            <a:gdLst>
              <a:gd name="T0" fmla="*/ 20 w 20"/>
              <a:gd name="T1" fmla="*/ 18 h 18"/>
              <a:gd name="T2" fmla="*/ 14 w 20"/>
              <a:gd name="T3" fmla="*/ 18 h 18"/>
              <a:gd name="T4" fmla="*/ 14 w 20"/>
              <a:gd name="T5" fmla="*/ 10 h 18"/>
              <a:gd name="T6" fmla="*/ 10 w 20"/>
              <a:gd name="T7" fmla="*/ 6 h 18"/>
              <a:gd name="T8" fmla="*/ 6 w 20"/>
              <a:gd name="T9" fmla="*/ 10 h 18"/>
              <a:gd name="T10" fmla="*/ 6 w 20"/>
              <a:gd name="T11" fmla="*/ 18 h 18"/>
              <a:gd name="T12" fmla="*/ 0 w 20"/>
              <a:gd name="T13" fmla="*/ 18 h 18"/>
              <a:gd name="T14" fmla="*/ 0 w 20"/>
              <a:gd name="T15" fmla="*/ 10 h 18"/>
              <a:gd name="T16" fmla="*/ 10 w 20"/>
              <a:gd name="T17" fmla="*/ 0 h 18"/>
              <a:gd name="T18" fmla="*/ 20 w 20"/>
              <a:gd name="T19" fmla="*/ 10 h 18"/>
              <a:gd name="T20" fmla="*/ 20 w 20"/>
              <a:gd name="T2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" h="18">
                <a:moveTo>
                  <a:pt x="20" y="18"/>
                </a:moveTo>
                <a:cubicBezTo>
                  <a:pt x="14" y="18"/>
                  <a:pt x="14" y="18"/>
                  <a:pt x="14" y="18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8"/>
                  <a:pt x="12" y="6"/>
                  <a:pt x="10" y="6"/>
                </a:cubicBezTo>
                <a:cubicBezTo>
                  <a:pt x="8" y="6"/>
                  <a:pt x="6" y="8"/>
                  <a:pt x="6" y="10"/>
                </a:cubicBezTo>
                <a:cubicBezTo>
                  <a:pt x="6" y="18"/>
                  <a:pt x="6" y="18"/>
                  <a:pt x="6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15" y="0"/>
                  <a:pt x="20" y="4"/>
                  <a:pt x="20" y="10"/>
                </a:cubicBezTo>
                <a:lnTo>
                  <a:pt x="20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857A39DA-9006-44D9-AF32-57945645DC00}"/>
              </a:ext>
            </a:extLst>
          </p:cNvPr>
          <p:cNvSpPr>
            <a:spLocks/>
          </p:cNvSpPr>
          <p:nvPr/>
        </p:nvSpPr>
        <p:spPr bwMode="auto">
          <a:xfrm>
            <a:off x="2455863" y="4881563"/>
            <a:ext cx="44450" cy="39688"/>
          </a:xfrm>
          <a:custGeom>
            <a:avLst/>
            <a:gdLst>
              <a:gd name="T0" fmla="*/ 21 w 21"/>
              <a:gd name="T1" fmla="*/ 18 h 18"/>
              <a:gd name="T2" fmla="*/ 14 w 21"/>
              <a:gd name="T3" fmla="*/ 18 h 18"/>
              <a:gd name="T4" fmla="*/ 14 w 21"/>
              <a:gd name="T5" fmla="*/ 10 h 18"/>
              <a:gd name="T6" fmla="*/ 10 w 21"/>
              <a:gd name="T7" fmla="*/ 6 h 18"/>
              <a:gd name="T8" fmla="*/ 7 w 21"/>
              <a:gd name="T9" fmla="*/ 10 h 18"/>
              <a:gd name="T10" fmla="*/ 7 w 21"/>
              <a:gd name="T11" fmla="*/ 18 h 18"/>
              <a:gd name="T12" fmla="*/ 0 w 21"/>
              <a:gd name="T13" fmla="*/ 18 h 18"/>
              <a:gd name="T14" fmla="*/ 0 w 21"/>
              <a:gd name="T15" fmla="*/ 10 h 18"/>
              <a:gd name="T16" fmla="*/ 10 w 21"/>
              <a:gd name="T17" fmla="*/ 0 h 18"/>
              <a:gd name="T18" fmla="*/ 21 w 21"/>
              <a:gd name="T19" fmla="*/ 10 h 18"/>
              <a:gd name="T20" fmla="*/ 21 w 21"/>
              <a:gd name="T2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" h="18">
                <a:moveTo>
                  <a:pt x="21" y="18"/>
                </a:moveTo>
                <a:cubicBezTo>
                  <a:pt x="14" y="18"/>
                  <a:pt x="14" y="18"/>
                  <a:pt x="14" y="18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8"/>
                  <a:pt x="13" y="6"/>
                  <a:pt x="10" y="6"/>
                </a:cubicBezTo>
                <a:cubicBezTo>
                  <a:pt x="8" y="6"/>
                  <a:pt x="7" y="8"/>
                  <a:pt x="7" y="10"/>
                </a:cubicBezTo>
                <a:cubicBezTo>
                  <a:pt x="7" y="18"/>
                  <a:pt x="7" y="18"/>
                  <a:pt x="7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0" y="0"/>
                </a:cubicBezTo>
                <a:cubicBezTo>
                  <a:pt x="16" y="0"/>
                  <a:pt x="21" y="4"/>
                  <a:pt x="21" y="10"/>
                </a:cubicBezTo>
                <a:lnTo>
                  <a:pt x="21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AFBA3886-3E0A-4A19-81AC-26D99AA53A25}"/>
              </a:ext>
            </a:extLst>
          </p:cNvPr>
          <p:cNvSpPr>
            <a:spLocks noEditPoints="1"/>
          </p:cNvSpPr>
          <p:nvPr/>
        </p:nvSpPr>
        <p:spPr bwMode="auto">
          <a:xfrm>
            <a:off x="2173288" y="4914901"/>
            <a:ext cx="376238" cy="366713"/>
          </a:xfrm>
          <a:custGeom>
            <a:avLst/>
            <a:gdLst>
              <a:gd name="T0" fmla="*/ 164 w 174"/>
              <a:gd name="T1" fmla="*/ 170 h 170"/>
              <a:gd name="T2" fmla="*/ 10 w 174"/>
              <a:gd name="T3" fmla="*/ 170 h 170"/>
              <a:gd name="T4" fmla="*/ 0 w 174"/>
              <a:gd name="T5" fmla="*/ 160 h 170"/>
              <a:gd name="T6" fmla="*/ 0 w 174"/>
              <a:gd name="T7" fmla="*/ 10 h 170"/>
              <a:gd name="T8" fmla="*/ 10 w 174"/>
              <a:gd name="T9" fmla="*/ 0 h 170"/>
              <a:gd name="T10" fmla="*/ 30 w 174"/>
              <a:gd name="T11" fmla="*/ 0 h 170"/>
              <a:gd name="T12" fmla="*/ 30 w 174"/>
              <a:gd name="T13" fmla="*/ 14 h 170"/>
              <a:gd name="T14" fmla="*/ 34 w 174"/>
              <a:gd name="T15" fmla="*/ 18 h 170"/>
              <a:gd name="T16" fmla="*/ 38 w 174"/>
              <a:gd name="T17" fmla="*/ 14 h 170"/>
              <a:gd name="T18" fmla="*/ 38 w 174"/>
              <a:gd name="T19" fmla="*/ 0 h 170"/>
              <a:gd name="T20" fmla="*/ 137 w 174"/>
              <a:gd name="T21" fmla="*/ 0 h 170"/>
              <a:gd name="T22" fmla="*/ 137 w 174"/>
              <a:gd name="T23" fmla="*/ 14 h 170"/>
              <a:gd name="T24" fmla="*/ 140 w 174"/>
              <a:gd name="T25" fmla="*/ 18 h 170"/>
              <a:gd name="T26" fmla="*/ 144 w 174"/>
              <a:gd name="T27" fmla="*/ 14 h 170"/>
              <a:gd name="T28" fmla="*/ 144 w 174"/>
              <a:gd name="T29" fmla="*/ 0 h 170"/>
              <a:gd name="T30" fmla="*/ 164 w 174"/>
              <a:gd name="T31" fmla="*/ 0 h 170"/>
              <a:gd name="T32" fmla="*/ 174 w 174"/>
              <a:gd name="T33" fmla="*/ 10 h 170"/>
              <a:gd name="T34" fmla="*/ 174 w 174"/>
              <a:gd name="T35" fmla="*/ 160 h 170"/>
              <a:gd name="T36" fmla="*/ 164 w 174"/>
              <a:gd name="T37" fmla="*/ 170 h 170"/>
              <a:gd name="T38" fmla="*/ 10 w 174"/>
              <a:gd name="T39" fmla="*/ 6 h 170"/>
              <a:gd name="T40" fmla="*/ 6 w 174"/>
              <a:gd name="T41" fmla="*/ 10 h 170"/>
              <a:gd name="T42" fmla="*/ 6 w 174"/>
              <a:gd name="T43" fmla="*/ 160 h 170"/>
              <a:gd name="T44" fmla="*/ 10 w 174"/>
              <a:gd name="T45" fmla="*/ 164 h 170"/>
              <a:gd name="T46" fmla="*/ 164 w 174"/>
              <a:gd name="T47" fmla="*/ 164 h 170"/>
              <a:gd name="T48" fmla="*/ 168 w 174"/>
              <a:gd name="T49" fmla="*/ 160 h 170"/>
              <a:gd name="T50" fmla="*/ 168 w 174"/>
              <a:gd name="T51" fmla="*/ 10 h 170"/>
              <a:gd name="T52" fmla="*/ 164 w 174"/>
              <a:gd name="T53" fmla="*/ 6 h 170"/>
              <a:gd name="T54" fmla="*/ 151 w 174"/>
              <a:gd name="T55" fmla="*/ 6 h 170"/>
              <a:gd name="T56" fmla="*/ 151 w 174"/>
              <a:gd name="T57" fmla="*/ 14 h 170"/>
              <a:gd name="T58" fmla="*/ 140 w 174"/>
              <a:gd name="T59" fmla="*/ 24 h 170"/>
              <a:gd name="T60" fmla="*/ 130 w 174"/>
              <a:gd name="T61" fmla="*/ 14 h 170"/>
              <a:gd name="T62" fmla="*/ 130 w 174"/>
              <a:gd name="T63" fmla="*/ 6 h 170"/>
              <a:gd name="T64" fmla="*/ 44 w 174"/>
              <a:gd name="T65" fmla="*/ 6 h 170"/>
              <a:gd name="T66" fmla="*/ 44 w 174"/>
              <a:gd name="T67" fmla="*/ 14 h 170"/>
              <a:gd name="T68" fmla="*/ 34 w 174"/>
              <a:gd name="T69" fmla="*/ 24 h 170"/>
              <a:gd name="T70" fmla="*/ 24 w 174"/>
              <a:gd name="T71" fmla="*/ 14 h 170"/>
              <a:gd name="T72" fmla="*/ 24 w 174"/>
              <a:gd name="T73" fmla="*/ 6 h 170"/>
              <a:gd name="T74" fmla="*/ 10 w 174"/>
              <a:gd name="T75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4" h="170">
                <a:moveTo>
                  <a:pt x="164" y="170"/>
                </a:moveTo>
                <a:cubicBezTo>
                  <a:pt x="10" y="170"/>
                  <a:pt x="10" y="170"/>
                  <a:pt x="10" y="170"/>
                </a:cubicBezTo>
                <a:cubicBezTo>
                  <a:pt x="5" y="170"/>
                  <a:pt x="0" y="166"/>
                  <a:pt x="0" y="16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5" y="0"/>
                  <a:pt x="1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6"/>
                  <a:pt x="32" y="18"/>
                  <a:pt x="34" y="18"/>
                </a:cubicBezTo>
                <a:cubicBezTo>
                  <a:pt x="36" y="18"/>
                  <a:pt x="38" y="16"/>
                  <a:pt x="38" y="14"/>
                </a:cubicBezTo>
                <a:cubicBezTo>
                  <a:pt x="38" y="0"/>
                  <a:pt x="38" y="0"/>
                  <a:pt x="38" y="0"/>
                </a:cubicBezTo>
                <a:cubicBezTo>
                  <a:pt x="137" y="0"/>
                  <a:pt x="137" y="0"/>
                  <a:pt x="137" y="0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16"/>
                  <a:pt x="138" y="18"/>
                  <a:pt x="140" y="18"/>
                </a:cubicBezTo>
                <a:cubicBezTo>
                  <a:pt x="143" y="18"/>
                  <a:pt x="144" y="16"/>
                  <a:pt x="144" y="14"/>
                </a:cubicBezTo>
                <a:cubicBezTo>
                  <a:pt x="144" y="0"/>
                  <a:pt x="144" y="0"/>
                  <a:pt x="144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70" y="0"/>
                  <a:pt x="174" y="5"/>
                  <a:pt x="174" y="10"/>
                </a:cubicBezTo>
                <a:cubicBezTo>
                  <a:pt x="174" y="160"/>
                  <a:pt x="174" y="160"/>
                  <a:pt x="174" y="160"/>
                </a:cubicBezTo>
                <a:cubicBezTo>
                  <a:pt x="174" y="166"/>
                  <a:pt x="170" y="170"/>
                  <a:pt x="164" y="170"/>
                </a:cubicBezTo>
                <a:close/>
                <a:moveTo>
                  <a:pt x="10" y="6"/>
                </a:moveTo>
                <a:cubicBezTo>
                  <a:pt x="8" y="6"/>
                  <a:pt x="6" y="8"/>
                  <a:pt x="6" y="10"/>
                </a:cubicBezTo>
                <a:cubicBezTo>
                  <a:pt x="6" y="160"/>
                  <a:pt x="6" y="160"/>
                  <a:pt x="6" y="160"/>
                </a:cubicBezTo>
                <a:cubicBezTo>
                  <a:pt x="6" y="162"/>
                  <a:pt x="8" y="164"/>
                  <a:pt x="10" y="164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66" y="164"/>
                  <a:pt x="168" y="162"/>
                  <a:pt x="168" y="160"/>
                </a:cubicBezTo>
                <a:cubicBezTo>
                  <a:pt x="168" y="10"/>
                  <a:pt x="168" y="10"/>
                  <a:pt x="168" y="10"/>
                </a:cubicBezTo>
                <a:cubicBezTo>
                  <a:pt x="168" y="8"/>
                  <a:pt x="166" y="6"/>
                  <a:pt x="164" y="6"/>
                </a:cubicBezTo>
                <a:cubicBezTo>
                  <a:pt x="151" y="6"/>
                  <a:pt x="151" y="6"/>
                  <a:pt x="151" y="6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20"/>
                  <a:pt x="146" y="24"/>
                  <a:pt x="140" y="24"/>
                </a:cubicBezTo>
                <a:cubicBezTo>
                  <a:pt x="135" y="24"/>
                  <a:pt x="130" y="20"/>
                  <a:pt x="130" y="14"/>
                </a:cubicBezTo>
                <a:cubicBezTo>
                  <a:pt x="130" y="6"/>
                  <a:pt x="130" y="6"/>
                  <a:pt x="130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20"/>
                  <a:pt x="39" y="24"/>
                  <a:pt x="34" y="24"/>
                </a:cubicBezTo>
                <a:cubicBezTo>
                  <a:pt x="28" y="24"/>
                  <a:pt x="24" y="20"/>
                  <a:pt x="24" y="14"/>
                </a:cubicBezTo>
                <a:cubicBezTo>
                  <a:pt x="24" y="6"/>
                  <a:pt x="24" y="6"/>
                  <a:pt x="24" y="6"/>
                </a:cubicBezTo>
                <a:lnTo>
                  <a:pt x="10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A64BFD5F-FE62-47BB-BC7F-9FBC647AC172}"/>
              </a:ext>
            </a:extLst>
          </p:cNvPr>
          <p:cNvSpPr>
            <a:spLocks/>
          </p:cNvSpPr>
          <p:nvPr/>
        </p:nvSpPr>
        <p:spPr bwMode="auto">
          <a:xfrm>
            <a:off x="2455863" y="4921251"/>
            <a:ext cx="44450" cy="44450"/>
          </a:xfrm>
          <a:custGeom>
            <a:avLst/>
            <a:gdLst>
              <a:gd name="T0" fmla="*/ 10 w 21"/>
              <a:gd name="T1" fmla="*/ 21 h 21"/>
              <a:gd name="T2" fmla="*/ 0 w 21"/>
              <a:gd name="T3" fmla="*/ 11 h 21"/>
              <a:gd name="T4" fmla="*/ 0 w 21"/>
              <a:gd name="T5" fmla="*/ 0 h 21"/>
              <a:gd name="T6" fmla="*/ 7 w 21"/>
              <a:gd name="T7" fmla="*/ 0 h 21"/>
              <a:gd name="T8" fmla="*/ 7 w 21"/>
              <a:gd name="T9" fmla="*/ 11 h 21"/>
              <a:gd name="T10" fmla="*/ 10 w 21"/>
              <a:gd name="T11" fmla="*/ 15 h 21"/>
              <a:gd name="T12" fmla="*/ 14 w 21"/>
              <a:gd name="T13" fmla="*/ 11 h 21"/>
              <a:gd name="T14" fmla="*/ 14 w 21"/>
              <a:gd name="T15" fmla="*/ 0 h 21"/>
              <a:gd name="T16" fmla="*/ 21 w 21"/>
              <a:gd name="T17" fmla="*/ 0 h 21"/>
              <a:gd name="T18" fmla="*/ 21 w 21"/>
              <a:gd name="T19" fmla="*/ 11 h 21"/>
              <a:gd name="T20" fmla="*/ 10 w 21"/>
              <a:gd name="T21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" h="21">
                <a:moveTo>
                  <a:pt x="10" y="21"/>
                </a:moveTo>
                <a:cubicBezTo>
                  <a:pt x="5" y="21"/>
                  <a:pt x="0" y="17"/>
                  <a:pt x="0" y="11"/>
                </a:cubicBezTo>
                <a:cubicBezTo>
                  <a:pt x="0" y="0"/>
                  <a:pt x="0" y="0"/>
                  <a:pt x="0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3"/>
                  <a:pt x="8" y="15"/>
                  <a:pt x="10" y="15"/>
                </a:cubicBezTo>
                <a:cubicBezTo>
                  <a:pt x="13" y="15"/>
                  <a:pt x="14" y="13"/>
                  <a:pt x="14" y="11"/>
                </a:cubicBezTo>
                <a:cubicBezTo>
                  <a:pt x="14" y="0"/>
                  <a:pt x="14" y="0"/>
                  <a:pt x="14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7"/>
                  <a:pt x="16" y="21"/>
                  <a:pt x="10" y="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5" name="Rectangle 198">
            <a:extLst>
              <a:ext uri="{FF2B5EF4-FFF2-40B4-BE49-F238E27FC236}">
                <a16:creationId xmlns:a16="http://schemas.microsoft.com/office/drawing/2014/main" id="{914E25F0-C433-41D0-9A35-552276D5D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1226" y="5000626"/>
            <a:ext cx="361950" cy="127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7FD5D585-213D-4691-922D-905A0E04B591}"/>
              </a:ext>
            </a:extLst>
          </p:cNvPr>
          <p:cNvSpPr>
            <a:spLocks/>
          </p:cNvSpPr>
          <p:nvPr/>
        </p:nvSpPr>
        <p:spPr bwMode="auto">
          <a:xfrm>
            <a:off x="2984501" y="4946651"/>
            <a:ext cx="415925" cy="231775"/>
          </a:xfrm>
          <a:custGeom>
            <a:avLst/>
            <a:gdLst>
              <a:gd name="T0" fmla="*/ 262 w 262"/>
              <a:gd name="T1" fmla="*/ 146 h 146"/>
              <a:gd name="T2" fmla="*/ 210 w 262"/>
              <a:gd name="T3" fmla="*/ 146 h 146"/>
              <a:gd name="T4" fmla="*/ 210 w 262"/>
              <a:gd name="T5" fmla="*/ 138 h 146"/>
              <a:gd name="T6" fmla="*/ 252 w 262"/>
              <a:gd name="T7" fmla="*/ 138 h 146"/>
              <a:gd name="T8" fmla="*/ 252 w 262"/>
              <a:gd name="T9" fmla="*/ 10 h 146"/>
              <a:gd name="T10" fmla="*/ 8 w 262"/>
              <a:gd name="T11" fmla="*/ 10 h 146"/>
              <a:gd name="T12" fmla="*/ 8 w 262"/>
              <a:gd name="T13" fmla="*/ 138 h 146"/>
              <a:gd name="T14" fmla="*/ 51 w 262"/>
              <a:gd name="T15" fmla="*/ 138 h 146"/>
              <a:gd name="T16" fmla="*/ 51 w 262"/>
              <a:gd name="T17" fmla="*/ 146 h 146"/>
              <a:gd name="T18" fmla="*/ 0 w 262"/>
              <a:gd name="T19" fmla="*/ 146 h 146"/>
              <a:gd name="T20" fmla="*/ 0 w 262"/>
              <a:gd name="T21" fmla="*/ 0 h 146"/>
              <a:gd name="T22" fmla="*/ 262 w 262"/>
              <a:gd name="T23" fmla="*/ 0 h 146"/>
              <a:gd name="T24" fmla="*/ 262 w 262"/>
              <a:gd name="T25" fmla="*/ 1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2" h="146">
                <a:moveTo>
                  <a:pt x="262" y="146"/>
                </a:moveTo>
                <a:lnTo>
                  <a:pt x="210" y="146"/>
                </a:lnTo>
                <a:lnTo>
                  <a:pt x="210" y="138"/>
                </a:lnTo>
                <a:lnTo>
                  <a:pt x="252" y="138"/>
                </a:lnTo>
                <a:lnTo>
                  <a:pt x="252" y="10"/>
                </a:lnTo>
                <a:lnTo>
                  <a:pt x="8" y="10"/>
                </a:lnTo>
                <a:lnTo>
                  <a:pt x="8" y="138"/>
                </a:lnTo>
                <a:lnTo>
                  <a:pt x="51" y="138"/>
                </a:lnTo>
                <a:lnTo>
                  <a:pt x="51" y="146"/>
                </a:lnTo>
                <a:lnTo>
                  <a:pt x="0" y="146"/>
                </a:lnTo>
                <a:lnTo>
                  <a:pt x="0" y="0"/>
                </a:lnTo>
                <a:lnTo>
                  <a:pt x="262" y="0"/>
                </a:lnTo>
                <a:lnTo>
                  <a:pt x="262" y="1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7" name="Freeform 200">
            <a:extLst>
              <a:ext uri="{FF2B5EF4-FFF2-40B4-BE49-F238E27FC236}">
                <a16:creationId xmlns:a16="http://schemas.microsoft.com/office/drawing/2014/main" id="{E4831CC8-D914-47DB-8920-B58CC6DDB36B}"/>
              </a:ext>
            </a:extLst>
          </p:cNvPr>
          <p:cNvSpPr>
            <a:spLocks noEditPoints="1"/>
          </p:cNvSpPr>
          <p:nvPr/>
        </p:nvSpPr>
        <p:spPr bwMode="auto">
          <a:xfrm>
            <a:off x="3060701" y="5083176"/>
            <a:ext cx="261938" cy="173038"/>
          </a:xfrm>
          <a:custGeom>
            <a:avLst/>
            <a:gdLst>
              <a:gd name="T0" fmla="*/ 165 w 165"/>
              <a:gd name="T1" fmla="*/ 109 h 109"/>
              <a:gd name="T2" fmla="*/ 0 w 165"/>
              <a:gd name="T3" fmla="*/ 109 h 109"/>
              <a:gd name="T4" fmla="*/ 83 w 165"/>
              <a:gd name="T5" fmla="*/ 0 h 109"/>
              <a:gd name="T6" fmla="*/ 165 w 165"/>
              <a:gd name="T7" fmla="*/ 109 h 109"/>
              <a:gd name="T8" fmla="*/ 18 w 165"/>
              <a:gd name="T9" fmla="*/ 101 h 109"/>
              <a:gd name="T10" fmla="*/ 147 w 165"/>
              <a:gd name="T11" fmla="*/ 101 h 109"/>
              <a:gd name="T12" fmla="*/ 83 w 165"/>
              <a:gd name="T13" fmla="*/ 14 h 109"/>
              <a:gd name="T14" fmla="*/ 18 w 165"/>
              <a:gd name="T15" fmla="*/ 101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5" h="109">
                <a:moveTo>
                  <a:pt x="165" y="109"/>
                </a:moveTo>
                <a:lnTo>
                  <a:pt x="0" y="109"/>
                </a:lnTo>
                <a:lnTo>
                  <a:pt x="83" y="0"/>
                </a:lnTo>
                <a:lnTo>
                  <a:pt x="165" y="109"/>
                </a:lnTo>
                <a:close/>
                <a:moveTo>
                  <a:pt x="18" y="101"/>
                </a:moveTo>
                <a:lnTo>
                  <a:pt x="147" y="101"/>
                </a:lnTo>
                <a:lnTo>
                  <a:pt x="83" y="14"/>
                </a:lnTo>
                <a:lnTo>
                  <a:pt x="18" y="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8" name="Freeform 201">
            <a:extLst>
              <a:ext uri="{FF2B5EF4-FFF2-40B4-BE49-F238E27FC236}">
                <a16:creationId xmlns:a16="http://schemas.microsoft.com/office/drawing/2014/main" id="{7DA6FAA3-376D-4B9A-B583-A641582ECA00}"/>
              </a:ext>
            </a:extLst>
          </p:cNvPr>
          <p:cNvSpPr>
            <a:spLocks noEditPoints="1"/>
          </p:cNvSpPr>
          <p:nvPr/>
        </p:nvSpPr>
        <p:spPr bwMode="auto">
          <a:xfrm>
            <a:off x="10544176" y="5713413"/>
            <a:ext cx="244475" cy="401638"/>
          </a:xfrm>
          <a:custGeom>
            <a:avLst/>
            <a:gdLst>
              <a:gd name="T0" fmla="*/ 24 w 113"/>
              <a:gd name="T1" fmla="*/ 186 h 186"/>
              <a:gd name="T2" fmla="*/ 0 w 113"/>
              <a:gd name="T3" fmla="*/ 166 h 186"/>
              <a:gd name="T4" fmla="*/ 35 w 113"/>
              <a:gd name="T5" fmla="*/ 129 h 186"/>
              <a:gd name="T6" fmla="*/ 45 w 113"/>
              <a:gd name="T7" fmla="*/ 127 h 186"/>
              <a:gd name="T8" fmla="*/ 45 w 113"/>
              <a:gd name="T9" fmla="*/ 5 h 186"/>
              <a:gd name="T10" fmla="*/ 68 w 113"/>
              <a:gd name="T11" fmla="*/ 0 h 186"/>
              <a:gd name="T12" fmla="*/ 70 w 113"/>
              <a:gd name="T13" fmla="*/ 1 h 186"/>
              <a:gd name="T14" fmla="*/ 113 w 113"/>
              <a:gd name="T15" fmla="*/ 103 h 186"/>
              <a:gd name="T16" fmla="*/ 113 w 113"/>
              <a:gd name="T17" fmla="*/ 105 h 186"/>
              <a:gd name="T18" fmla="*/ 99 w 113"/>
              <a:gd name="T19" fmla="*/ 119 h 186"/>
              <a:gd name="T20" fmla="*/ 97 w 113"/>
              <a:gd name="T21" fmla="*/ 114 h 186"/>
              <a:gd name="T22" fmla="*/ 94 w 113"/>
              <a:gd name="T23" fmla="*/ 107 h 186"/>
              <a:gd name="T24" fmla="*/ 71 w 113"/>
              <a:gd name="T25" fmla="*/ 85 h 186"/>
              <a:gd name="T26" fmla="*/ 71 w 113"/>
              <a:gd name="T27" fmla="*/ 147 h 186"/>
              <a:gd name="T28" fmla="*/ 37 w 113"/>
              <a:gd name="T29" fmla="*/ 184 h 186"/>
              <a:gd name="T30" fmla="*/ 24 w 113"/>
              <a:gd name="T31" fmla="*/ 186 h 186"/>
              <a:gd name="T32" fmla="*/ 47 w 113"/>
              <a:gd name="T33" fmla="*/ 135 h 186"/>
              <a:gd name="T34" fmla="*/ 37 w 113"/>
              <a:gd name="T35" fmla="*/ 136 h 186"/>
              <a:gd name="T36" fmla="*/ 8 w 113"/>
              <a:gd name="T37" fmla="*/ 166 h 186"/>
              <a:gd name="T38" fmla="*/ 24 w 113"/>
              <a:gd name="T39" fmla="*/ 178 h 186"/>
              <a:gd name="T40" fmla="*/ 35 w 113"/>
              <a:gd name="T41" fmla="*/ 177 h 186"/>
              <a:gd name="T42" fmla="*/ 63 w 113"/>
              <a:gd name="T43" fmla="*/ 147 h 186"/>
              <a:gd name="T44" fmla="*/ 63 w 113"/>
              <a:gd name="T45" fmla="*/ 78 h 186"/>
              <a:gd name="T46" fmla="*/ 67 w 113"/>
              <a:gd name="T47" fmla="*/ 77 h 186"/>
              <a:gd name="T48" fmla="*/ 101 w 113"/>
              <a:gd name="T49" fmla="*/ 104 h 186"/>
              <a:gd name="T50" fmla="*/ 102 w 113"/>
              <a:gd name="T51" fmla="*/ 106 h 186"/>
              <a:gd name="T52" fmla="*/ 105 w 113"/>
              <a:gd name="T53" fmla="*/ 102 h 186"/>
              <a:gd name="T54" fmla="*/ 67 w 113"/>
              <a:gd name="T55" fmla="*/ 8 h 186"/>
              <a:gd name="T56" fmla="*/ 53 w 113"/>
              <a:gd name="T57" fmla="*/ 11 h 186"/>
              <a:gd name="T58" fmla="*/ 53 w 113"/>
              <a:gd name="T59" fmla="*/ 135 h 186"/>
              <a:gd name="T60" fmla="*/ 49 w 113"/>
              <a:gd name="T61" fmla="*/ 135 h 186"/>
              <a:gd name="T62" fmla="*/ 47 w 113"/>
              <a:gd name="T63" fmla="*/ 135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3" h="186">
                <a:moveTo>
                  <a:pt x="24" y="186"/>
                </a:moveTo>
                <a:cubicBezTo>
                  <a:pt x="10" y="186"/>
                  <a:pt x="0" y="178"/>
                  <a:pt x="0" y="166"/>
                </a:cubicBezTo>
                <a:cubicBezTo>
                  <a:pt x="0" y="150"/>
                  <a:pt x="15" y="134"/>
                  <a:pt x="35" y="129"/>
                </a:cubicBezTo>
                <a:cubicBezTo>
                  <a:pt x="38" y="128"/>
                  <a:pt x="42" y="127"/>
                  <a:pt x="45" y="127"/>
                </a:cubicBezTo>
                <a:cubicBezTo>
                  <a:pt x="45" y="5"/>
                  <a:pt x="45" y="5"/>
                  <a:pt x="45" y="5"/>
                </a:cubicBezTo>
                <a:cubicBezTo>
                  <a:pt x="68" y="0"/>
                  <a:pt x="68" y="0"/>
                  <a:pt x="68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103" y="23"/>
                  <a:pt x="110" y="65"/>
                  <a:pt x="113" y="103"/>
                </a:cubicBezTo>
                <a:cubicBezTo>
                  <a:pt x="113" y="105"/>
                  <a:pt x="113" y="105"/>
                  <a:pt x="113" y="105"/>
                </a:cubicBezTo>
                <a:cubicBezTo>
                  <a:pt x="99" y="119"/>
                  <a:pt x="99" y="119"/>
                  <a:pt x="99" y="119"/>
                </a:cubicBezTo>
                <a:cubicBezTo>
                  <a:pt x="97" y="114"/>
                  <a:pt x="97" y="114"/>
                  <a:pt x="97" y="114"/>
                </a:cubicBezTo>
                <a:cubicBezTo>
                  <a:pt x="96" y="112"/>
                  <a:pt x="95" y="110"/>
                  <a:pt x="94" y="107"/>
                </a:cubicBezTo>
                <a:cubicBezTo>
                  <a:pt x="89" y="96"/>
                  <a:pt x="85" y="86"/>
                  <a:pt x="71" y="85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1" y="163"/>
                  <a:pt x="56" y="179"/>
                  <a:pt x="37" y="184"/>
                </a:cubicBezTo>
                <a:cubicBezTo>
                  <a:pt x="33" y="186"/>
                  <a:pt x="28" y="186"/>
                  <a:pt x="24" y="186"/>
                </a:cubicBezTo>
                <a:close/>
                <a:moveTo>
                  <a:pt x="47" y="135"/>
                </a:moveTo>
                <a:cubicBezTo>
                  <a:pt x="44" y="135"/>
                  <a:pt x="40" y="135"/>
                  <a:pt x="37" y="136"/>
                </a:cubicBezTo>
                <a:cubicBezTo>
                  <a:pt x="21" y="141"/>
                  <a:pt x="8" y="154"/>
                  <a:pt x="8" y="166"/>
                </a:cubicBezTo>
                <a:cubicBezTo>
                  <a:pt x="8" y="175"/>
                  <a:pt x="17" y="178"/>
                  <a:pt x="24" y="178"/>
                </a:cubicBezTo>
                <a:cubicBezTo>
                  <a:pt x="28" y="178"/>
                  <a:pt x="31" y="178"/>
                  <a:pt x="35" y="177"/>
                </a:cubicBezTo>
                <a:cubicBezTo>
                  <a:pt x="50" y="172"/>
                  <a:pt x="63" y="159"/>
                  <a:pt x="63" y="147"/>
                </a:cubicBezTo>
                <a:cubicBezTo>
                  <a:pt x="63" y="78"/>
                  <a:pt x="63" y="78"/>
                  <a:pt x="63" y="78"/>
                </a:cubicBezTo>
                <a:cubicBezTo>
                  <a:pt x="67" y="77"/>
                  <a:pt x="67" y="77"/>
                  <a:pt x="67" y="77"/>
                </a:cubicBezTo>
                <a:cubicBezTo>
                  <a:pt x="89" y="76"/>
                  <a:pt x="96" y="91"/>
                  <a:pt x="101" y="104"/>
                </a:cubicBezTo>
                <a:cubicBezTo>
                  <a:pt x="101" y="105"/>
                  <a:pt x="102" y="105"/>
                  <a:pt x="102" y="106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102" y="67"/>
                  <a:pt x="95" y="28"/>
                  <a:pt x="67" y="8"/>
                </a:cubicBezTo>
                <a:cubicBezTo>
                  <a:pt x="53" y="11"/>
                  <a:pt x="53" y="11"/>
                  <a:pt x="53" y="11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48" y="135"/>
                  <a:pt x="48" y="135"/>
                  <a:pt x="47" y="1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9" name="Freeform 202">
            <a:extLst>
              <a:ext uri="{FF2B5EF4-FFF2-40B4-BE49-F238E27FC236}">
                <a16:creationId xmlns:a16="http://schemas.microsoft.com/office/drawing/2014/main" id="{9A63149C-14E1-4673-A817-8036F5E1B78F}"/>
              </a:ext>
            </a:extLst>
          </p:cNvPr>
          <p:cNvSpPr>
            <a:spLocks noEditPoints="1"/>
          </p:cNvSpPr>
          <p:nvPr/>
        </p:nvSpPr>
        <p:spPr bwMode="auto">
          <a:xfrm>
            <a:off x="9634538" y="5780088"/>
            <a:ext cx="403225" cy="258763"/>
          </a:xfrm>
          <a:custGeom>
            <a:avLst/>
            <a:gdLst>
              <a:gd name="T0" fmla="*/ 179 w 186"/>
              <a:gd name="T1" fmla="*/ 120 h 120"/>
              <a:gd name="T2" fmla="*/ 6 w 186"/>
              <a:gd name="T3" fmla="*/ 120 h 120"/>
              <a:gd name="T4" fmla="*/ 0 w 186"/>
              <a:gd name="T5" fmla="*/ 114 h 120"/>
              <a:gd name="T6" fmla="*/ 0 w 186"/>
              <a:gd name="T7" fmla="*/ 6 h 120"/>
              <a:gd name="T8" fmla="*/ 6 w 186"/>
              <a:gd name="T9" fmla="*/ 0 h 120"/>
              <a:gd name="T10" fmla="*/ 179 w 186"/>
              <a:gd name="T11" fmla="*/ 0 h 120"/>
              <a:gd name="T12" fmla="*/ 186 w 186"/>
              <a:gd name="T13" fmla="*/ 6 h 120"/>
              <a:gd name="T14" fmla="*/ 186 w 186"/>
              <a:gd name="T15" fmla="*/ 114 h 120"/>
              <a:gd name="T16" fmla="*/ 179 w 186"/>
              <a:gd name="T17" fmla="*/ 120 h 120"/>
              <a:gd name="T18" fmla="*/ 7 w 186"/>
              <a:gd name="T19" fmla="*/ 113 h 120"/>
              <a:gd name="T20" fmla="*/ 178 w 186"/>
              <a:gd name="T21" fmla="*/ 113 h 120"/>
              <a:gd name="T22" fmla="*/ 178 w 186"/>
              <a:gd name="T23" fmla="*/ 7 h 120"/>
              <a:gd name="T24" fmla="*/ 7 w 186"/>
              <a:gd name="T25" fmla="*/ 7 h 120"/>
              <a:gd name="T26" fmla="*/ 7 w 186"/>
              <a:gd name="T27" fmla="*/ 113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120">
                <a:moveTo>
                  <a:pt x="179" y="120"/>
                </a:moveTo>
                <a:cubicBezTo>
                  <a:pt x="6" y="120"/>
                  <a:pt x="6" y="120"/>
                  <a:pt x="6" y="120"/>
                </a:cubicBezTo>
                <a:cubicBezTo>
                  <a:pt x="3" y="120"/>
                  <a:pt x="0" y="118"/>
                  <a:pt x="0" y="114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6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83" y="0"/>
                  <a:pt x="186" y="2"/>
                  <a:pt x="186" y="6"/>
                </a:cubicBezTo>
                <a:cubicBezTo>
                  <a:pt x="186" y="114"/>
                  <a:pt x="186" y="114"/>
                  <a:pt x="186" y="114"/>
                </a:cubicBezTo>
                <a:cubicBezTo>
                  <a:pt x="186" y="118"/>
                  <a:pt x="183" y="120"/>
                  <a:pt x="179" y="120"/>
                </a:cubicBezTo>
                <a:close/>
                <a:moveTo>
                  <a:pt x="7" y="113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78" y="7"/>
                  <a:pt x="178" y="7"/>
                  <a:pt x="178" y="7"/>
                </a:cubicBezTo>
                <a:cubicBezTo>
                  <a:pt x="7" y="7"/>
                  <a:pt x="7" y="7"/>
                  <a:pt x="7" y="7"/>
                </a:cubicBezTo>
                <a:lnTo>
                  <a:pt x="7" y="1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0" name="Freeform 203">
            <a:extLst>
              <a:ext uri="{FF2B5EF4-FFF2-40B4-BE49-F238E27FC236}">
                <a16:creationId xmlns:a16="http://schemas.microsoft.com/office/drawing/2014/main" id="{39AA68AE-2ABC-463A-BD2B-1BED2BD688B0}"/>
              </a:ext>
            </a:extLst>
          </p:cNvPr>
          <p:cNvSpPr>
            <a:spLocks noEditPoints="1"/>
          </p:cNvSpPr>
          <p:nvPr/>
        </p:nvSpPr>
        <p:spPr bwMode="auto">
          <a:xfrm>
            <a:off x="9632951" y="5899151"/>
            <a:ext cx="406400" cy="142875"/>
          </a:xfrm>
          <a:custGeom>
            <a:avLst/>
            <a:gdLst>
              <a:gd name="T0" fmla="*/ 180 w 188"/>
              <a:gd name="T1" fmla="*/ 66 h 66"/>
              <a:gd name="T2" fmla="*/ 7 w 188"/>
              <a:gd name="T3" fmla="*/ 66 h 66"/>
              <a:gd name="T4" fmla="*/ 3 w 188"/>
              <a:gd name="T5" fmla="*/ 64 h 66"/>
              <a:gd name="T6" fmla="*/ 0 w 188"/>
              <a:gd name="T7" fmla="*/ 62 h 66"/>
              <a:gd name="T8" fmla="*/ 62 w 188"/>
              <a:gd name="T9" fmla="*/ 0 h 66"/>
              <a:gd name="T10" fmla="*/ 94 w 188"/>
              <a:gd name="T11" fmla="*/ 32 h 66"/>
              <a:gd name="T12" fmla="*/ 126 w 188"/>
              <a:gd name="T13" fmla="*/ 0 h 66"/>
              <a:gd name="T14" fmla="*/ 188 w 188"/>
              <a:gd name="T15" fmla="*/ 62 h 66"/>
              <a:gd name="T16" fmla="*/ 184 w 188"/>
              <a:gd name="T17" fmla="*/ 64 h 66"/>
              <a:gd name="T18" fmla="*/ 180 w 188"/>
              <a:gd name="T19" fmla="*/ 66 h 66"/>
              <a:gd name="T20" fmla="*/ 62 w 188"/>
              <a:gd name="T21" fmla="*/ 10 h 66"/>
              <a:gd name="T22" fmla="*/ 14 w 188"/>
              <a:gd name="T23" fmla="*/ 58 h 66"/>
              <a:gd name="T24" fmla="*/ 173 w 188"/>
              <a:gd name="T25" fmla="*/ 58 h 66"/>
              <a:gd name="T26" fmla="*/ 126 w 188"/>
              <a:gd name="T27" fmla="*/ 10 h 66"/>
              <a:gd name="T28" fmla="*/ 98 w 188"/>
              <a:gd name="T29" fmla="*/ 38 h 66"/>
              <a:gd name="T30" fmla="*/ 89 w 188"/>
              <a:gd name="T31" fmla="*/ 38 h 66"/>
              <a:gd name="T32" fmla="*/ 62 w 188"/>
              <a:gd name="T33" fmla="*/ 1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8" h="66">
                <a:moveTo>
                  <a:pt x="180" y="66"/>
                </a:moveTo>
                <a:cubicBezTo>
                  <a:pt x="7" y="66"/>
                  <a:pt x="7" y="66"/>
                  <a:pt x="7" y="66"/>
                </a:cubicBezTo>
                <a:cubicBezTo>
                  <a:pt x="6" y="66"/>
                  <a:pt x="5" y="65"/>
                  <a:pt x="3" y="64"/>
                </a:cubicBezTo>
                <a:cubicBezTo>
                  <a:pt x="0" y="62"/>
                  <a:pt x="0" y="62"/>
                  <a:pt x="0" y="62"/>
                </a:cubicBezTo>
                <a:cubicBezTo>
                  <a:pt x="62" y="0"/>
                  <a:pt x="62" y="0"/>
                  <a:pt x="62" y="0"/>
                </a:cubicBezTo>
                <a:cubicBezTo>
                  <a:pt x="94" y="32"/>
                  <a:pt x="94" y="32"/>
                  <a:pt x="94" y="32"/>
                </a:cubicBezTo>
                <a:cubicBezTo>
                  <a:pt x="126" y="0"/>
                  <a:pt x="126" y="0"/>
                  <a:pt x="126" y="0"/>
                </a:cubicBezTo>
                <a:cubicBezTo>
                  <a:pt x="188" y="62"/>
                  <a:pt x="188" y="62"/>
                  <a:pt x="188" y="62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3" y="65"/>
                  <a:pt x="181" y="66"/>
                  <a:pt x="180" y="66"/>
                </a:cubicBezTo>
                <a:close/>
                <a:moveTo>
                  <a:pt x="62" y="10"/>
                </a:moveTo>
                <a:cubicBezTo>
                  <a:pt x="14" y="58"/>
                  <a:pt x="14" y="58"/>
                  <a:pt x="14" y="58"/>
                </a:cubicBezTo>
                <a:cubicBezTo>
                  <a:pt x="173" y="58"/>
                  <a:pt x="173" y="58"/>
                  <a:pt x="173" y="58"/>
                </a:cubicBezTo>
                <a:cubicBezTo>
                  <a:pt x="126" y="10"/>
                  <a:pt x="126" y="10"/>
                  <a:pt x="126" y="10"/>
                </a:cubicBezTo>
                <a:cubicBezTo>
                  <a:pt x="98" y="38"/>
                  <a:pt x="98" y="38"/>
                  <a:pt x="98" y="38"/>
                </a:cubicBezTo>
                <a:cubicBezTo>
                  <a:pt x="96" y="40"/>
                  <a:pt x="91" y="40"/>
                  <a:pt x="89" y="38"/>
                </a:cubicBezTo>
                <a:lnTo>
                  <a:pt x="62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1" name="Freeform 204">
            <a:extLst>
              <a:ext uri="{FF2B5EF4-FFF2-40B4-BE49-F238E27FC236}">
                <a16:creationId xmlns:a16="http://schemas.microsoft.com/office/drawing/2014/main" id="{FCD9222D-9E6F-4597-895D-252DD31BBA2D}"/>
              </a:ext>
            </a:extLst>
          </p:cNvPr>
          <p:cNvSpPr>
            <a:spLocks noEditPoints="1"/>
          </p:cNvSpPr>
          <p:nvPr/>
        </p:nvSpPr>
        <p:spPr bwMode="auto">
          <a:xfrm>
            <a:off x="9632951" y="5778501"/>
            <a:ext cx="404813" cy="204788"/>
          </a:xfrm>
          <a:custGeom>
            <a:avLst/>
            <a:gdLst>
              <a:gd name="T0" fmla="*/ 94 w 187"/>
              <a:gd name="T1" fmla="*/ 95 h 95"/>
              <a:gd name="T2" fmla="*/ 89 w 187"/>
              <a:gd name="T3" fmla="*/ 93 h 95"/>
              <a:gd name="T4" fmla="*/ 0 w 187"/>
              <a:gd name="T5" fmla="*/ 4 h 95"/>
              <a:gd name="T6" fmla="*/ 3 w 187"/>
              <a:gd name="T7" fmla="*/ 2 h 95"/>
              <a:gd name="T8" fmla="*/ 7 w 187"/>
              <a:gd name="T9" fmla="*/ 0 h 95"/>
              <a:gd name="T10" fmla="*/ 180 w 187"/>
              <a:gd name="T11" fmla="*/ 0 h 95"/>
              <a:gd name="T12" fmla="*/ 184 w 187"/>
              <a:gd name="T13" fmla="*/ 2 h 95"/>
              <a:gd name="T14" fmla="*/ 187 w 187"/>
              <a:gd name="T15" fmla="*/ 4 h 95"/>
              <a:gd name="T16" fmla="*/ 98 w 187"/>
              <a:gd name="T17" fmla="*/ 93 h 95"/>
              <a:gd name="T18" fmla="*/ 94 w 187"/>
              <a:gd name="T19" fmla="*/ 95 h 95"/>
              <a:gd name="T20" fmla="*/ 14 w 187"/>
              <a:gd name="T21" fmla="*/ 8 h 95"/>
              <a:gd name="T22" fmla="*/ 94 w 187"/>
              <a:gd name="T23" fmla="*/ 88 h 95"/>
              <a:gd name="T24" fmla="*/ 174 w 187"/>
              <a:gd name="T25" fmla="*/ 8 h 95"/>
              <a:gd name="T26" fmla="*/ 14 w 187"/>
              <a:gd name="T27" fmla="*/ 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7" h="95">
                <a:moveTo>
                  <a:pt x="94" y="95"/>
                </a:moveTo>
                <a:cubicBezTo>
                  <a:pt x="92" y="95"/>
                  <a:pt x="90" y="95"/>
                  <a:pt x="89" y="93"/>
                </a:cubicBezTo>
                <a:cubicBezTo>
                  <a:pt x="0" y="4"/>
                  <a:pt x="0" y="4"/>
                  <a:pt x="0" y="4"/>
                </a:cubicBezTo>
                <a:cubicBezTo>
                  <a:pt x="3" y="2"/>
                  <a:pt x="3" y="2"/>
                  <a:pt x="3" y="2"/>
                </a:cubicBezTo>
                <a:cubicBezTo>
                  <a:pt x="4" y="1"/>
                  <a:pt x="6" y="0"/>
                  <a:pt x="7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2" y="0"/>
                  <a:pt x="183" y="1"/>
                  <a:pt x="184" y="2"/>
                </a:cubicBezTo>
                <a:cubicBezTo>
                  <a:pt x="187" y="4"/>
                  <a:pt x="187" y="4"/>
                  <a:pt x="187" y="4"/>
                </a:cubicBezTo>
                <a:cubicBezTo>
                  <a:pt x="98" y="93"/>
                  <a:pt x="98" y="93"/>
                  <a:pt x="98" y="93"/>
                </a:cubicBezTo>
                <a:cubicBezTo>
                  <a:pt x="97" y="95"/>
                  <a:pt x="95" y="95"/>
                  <a:pt x="94" y="95"/>
                </a:cubicBezTo>
                <a:close/>
                <a:moveTo>
                  <a:pt x="14" y="8"/>
                </a:moveTo>
                <a:cubicBezTo>
                  <a:pt x="94" y="88"/>
                  <a:pt x="94" y="88"/>
                  <a:pt x="94" y="88"/>
                </a:cubicBezTo>
                <a:cubicBezTo>
                  <a:pt x="174" y="8"/>
                  <a:pt x="174" y="8"/>
                  <a:pt x="174" y="8"/>
                </a:cubicBezTo>
                <a:lnTo>
                  <a:pt x="14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2" name="Freeform 206">
            <a:extLst>
              <a:ext uri="{FF2B5EF4-FFF2-40B4-BE49-F238E27FC236}">
                <a16:creationId xmlns:a16="http://schemas.microsoft.com/office/drawing/2014/main" id="{7C13665D-599D-4C1A-8887-F36A2A705F37}"/>
              </a:ext>
            </a:extLst>
          </p:cNvPr>
          <p:cNvSpPr>
            <a:spLocks noEditPoints="1"/>
          </p:cNvSpPr>
          <p:nvPr/>
        </p:nvSpPr>
        <p:spPr bwMode="auto">
          <a:xfrm>
            <a:off x="8804276" y="5764213"/>
            <a:ext cx="406400" cy="266700"/>
          </a:xfrm>
          <a:custGeom>
            <a:avLst/>
            <a:gdLst>
              <a:gd name="T0" fmla="*/ 5 w 188"/>
              <a:gd name="T1" fmla="*/ 123 h 123"/>
              <a:gd name="T2" fmla="*/ 3 w 188"/>
              <a:gd name="T3" fmla="*/ 123 h 123"/>
              <a:gd name="T4" fmla="*/ 2 w 188"/>
              <a:gd name="T5" fmla="*/ 121 h 123"/>
              <a:gd name="T6" fmla="*/ 13 w 188"/>
              <a:gd name="T7" fmla="*/ 96 h 123"/>
              <a:gd name="T8" fmla="*/ 117 w 188"/>
              <a:gd name="T9" fmla="*/ 32 h 123"/>
              <a:gd name="T10" fmla="*/ 117 w 188"/>
              <a:gd name="T11" fmla="*/ 0 h 123"/>
              <a:gd name="T12" fmla="*/ 188 w 188"/>
              <a:gd name="T13" fmla="*/ 57 h 123"/>
              <a:gd name="T14" fmla="*/ 117 w 188"/>
              <a:gd name="T15" fmla="*/ 114 h 123"/>
              <a:gd name="T16" fmla="*/ 117 w 188"/>
              <a:gd name="T17" fmla="*/ 81 h 123"/>
              <a:gd name="T18" fmla="*/ 38 w 188"/>
              <a:gd name="T19" fmla="*/ 96 h 123"/>
              <a:gd name="T20" fmla="*/ 8 w 188"/>
              <a:gd name="T21" fmla="*/ 121 h 123"/>
              <a:gd name="T22" fmla="*/ 5 w 188"/>
              <a:gd name="T23" fmla="*/ 123 h 123"/>
              <a:gd name="T24" fmla="*/ 123 w 188"/>
              <a:gd name="T25" fmla="*/ 14 h 123"/>
              <a:gd name="T26" fmla="*/ 123 w 188"/>
              <a:gd name="T27" fmla="*/ 38 h 123"/>
              <a:gd name="T28" fmla="*/ 118 w 188"/>
              <a:gd name="T29" fmla="*/ 38 h 123"/>
              <a:gd name="T30" fmla="*/ 19 w 188"/>
              <a:gd name="T31" fmla="*/ 100 h 123"/>
              <a:gd name="T32" fmla="*/ 16 w 188"/>
              <a:gd name="T33" fmla="*/ 105 h 123"/>
              <a:gd name="T34" fmla="*/ 35 w 188"/>
              <a:gd name="T35" fmla="*/ 90 h 123"/>
              <a:gd name="T36" fmla="*/ 104 w 188"/>
              <a:gd name="T37" fmla="*/ 74 h 123"/>
              <a:gd name="T38" fmla="*/ 120 w 188"/>
              <a:gd name="T39" fmla="*/ 74 h 123"/>
              <a:gd name="T40" fmla="*/ 123 w 188"/>
              <a:gd name="T41" fmla="*/ 75 h 123"/>
              <a:gd name="T42" fmla="*/ 123 w 188"/>
              <a:gd name="T43" fmla="*/ 100 h 123"/>
              <a:gd name="T44" fmla="*/ 178 w 188"/>
              <a:gd name="T45" fmla="*/ 57 h 123"/>
              <a:gd name="T46" fmla="*/ 123 w 188"/>
              <a:gd name="T47" fmla="*/ 14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8" h="123">
                <a:moveTo>
                  <a:pt x="5" y="123"/>
                </a:moveTo>
                <a:cubicBezTo>
                  <a:pt x="3" y="123"/>
                  <a:pt x="3" y="123"/>
                  <a:pt x="3" y="123"/>
                </a:cubicBezTo>
                <a:cubicBezTo>
                  <a:pt x="2" y="121"/>
                  <a:pt x="2" y="121"/>
                  <a:pt x="2" y="121"/>
                </a:cubicBezTo>
                <a:cubicBezTo>
                  <a:pt x="1" y="120"/>
                  <a:pt x="0" y="119"/>
                  <a:pt x="13" y="96"/>
                </a:cubicBezTo>
                <a:cubicBezTo>
                  <a:pt x="37" y="58"/>
                  <a:pt x="72" y="36"/>
                  <a:pt x="117" y="32"/>
                </a:cubicBezTo>
                <a:cubicBezTo>
                  <a:pt x="117" y="0"/>
                  <a:pt x="117" y="0"/>
                  <a:pt x="117" y="0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87" y="78"/>
                  <a:pt x="61" y="84"/>
                  <a:pt x="38" y="96"/>
                </a:cubicBezTo>
                <a:cubicBezTo>
                  <a:pt x="27" y="102"/>
                  <a:pt x="12" y="117"/>
                  <a:pt x="8" y="121"/>
                </a:cubicBezTo>
                <a:cubicBezTo>
                  <a:pt x="7" y="122"/>
                  <a:pt x="6" y="123"/>
                  <a:pt x="5" y="123"/>
                </a:cubicBezTo>
                <a:close/>
                <a:moveTo>
                  <a:pt x="123" y="14"/>
                </a:moveTo>
                <a:cubicBezTo>
                  <a:pt x="123" y="38"/>
                  <a:pt x="123" y="38"/>
                  <a:pt x="123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74" y="42"/>
                  <a:pt x="42" y="62"/>
                  <a:pt x="19" y="100"/>
                </a:cubicBezTo>
                <a:cubicBezTo>
                  <a:pt x="18" y="101"/>
                  <a:pt x="17" y="103"/>
                  <a:pt x="16" y="105"/>
                </a:cubicBezTo>
                <a:cubicBezTo>
                  <a:pt x="22" y="99"/>
                  <a:pt x="29" y="94"/>
                  <a:pt x="35" y="90"/>
                </a:cubicBezTo>
                <a:cubicBezTo>
                  <a:pt x="55" y="79"/>
                  <a:pt x="78" y="74"/>
                  <a:pt x="104" y="74"/>
                </a:cubicBezTo>
                <a:cubicBezTo>
                  <a:pt x="109" y="74"/>
                  <a:pt x="115" y="74"/>
                  <a:pt x="120" y="74"/>
                </a:cubicBezTo>
                <a:cubicBezTo>
                  <a:pt x="123" y="75"/>
                  <a:pt x="123" y="75"/>
                  <a:pt x="123" y="75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78" y="57"/>
                  <a:pt x="178" y="57"/>
                  <a:pt x="178" y="57"/>
                </a:cubicBezTo>
                <a:lnTo>
                  <a:pt x="123" y="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3" name="Freeform 207">
            <a:extLst>
              <a:ext uri="{FF2B5EF4-FFF2-40B4-BE49-F238E27FC236}">
                <a16:creationId xmlns:a16="http://schemas.microsoft.com/office/drawing/2014/main" id="{4835B2D3-9900-4153-962C-13E779B25405}"/>
              </a:ext>
            </a:extLst>
          </p:cNvPr>
          <p:cNvSpPr>
            <a:spLocks noEditPoints="1"/>
          </p:cNvSpPr>
          <p:nvPr/>
        </p:nvSpPr>
        <p:spPr bwMode="auto">
          <a:xfrm>
            <a:off x="7977188" y="5764213"/>
            <a:ext cx="406400" cy="266700"/>
          </a:xfrm>
          <a:custGeom>
            <a:avLst/>
            <a:gdLst>
              <a:gd name="T0" fmla="*/ 183 w 188"/>
              <a:gd name="T1" fmla="*/ 123 h 123"/>
              <a:gd name="T2" fmla="*/ 180 w 188"/>
              <a:gd name="T3" fmla="*/ 121 h 123"/>
              <a:gd name="T4" fmla="*/ 149 w 188"/>
              <a:gd name="T5" fmla="*/ 96 h 123"/>
              <a:gd name="T6" fmla="*/ 71 w 188"/>
              <a:gd name="T7" fmla="*/ 81 h 123"/>
              <a:gd name="T8" fmla="*/ 71 w 188"/>
              <a:gd name="T9" fmla="*/ 114 h 123"/>
              <a:gd name="T10" fmla="*/ 0 w 188"/>
              <a:gd name="T11" fmla="*/ 57 h 123"/>
              <a:gd name="T12" fmla="*/ 71 w 188"/>
              <a:gd name="T13" fmla="*/ 0 h 123"/>
              <a:gd name="T14" fmla="*/ 71 w 188"/>
              <a:gd name="T15" fmla="*/ 32 h 123"/>
              <a:gd name="T16" fmla="*/ 174 w 188"/>
              <a:gd name="T17" fmla="*/ 96 h 123"/>
              <a:gd name="T18" fmla="*/ 186 w 188"/>
              <a:gd name="T19" fmla="*/ 121 h 123"/>
              <a:gd name="T20" fmla="*/ 185 w 188"/>
              <a:gd name="T21" fmla="*/ 123 h 123"/>
              <a:gd name="T22" fmla="*/ 183 w 188"/>
              <a:gd name="T23" fmla="*/ 123 h 123"/>
              <a:gd name="T24" fmla="*/ 84 w 188"/>
              <a:gd name="T25" fmla="*/ 74 h 123"/>
              <a:gd name="T26" fmla="*/ 152 w 188"/>
              <a:gd name="T27" fmla="*/ 90 h 123"/>
              <a:gd name="T28" fmla="*/ 172 w 188"/>
              <a:gd name="T29" fmla="*/ 105 h 123"/>
              <a:gd name="T30" fmla="*/ 169 w 188"/>
              <a:gd name="T31" fmla="*/ 100 h 123"/>
              <a:gd name="T32" fmla="*/ 69 w 188"/>
              <a:gd name="T33" fmla="*/ 38 h 123"/>
              <a:gd name="T34" fmla="*/ 64 w 188"/>
              <a:gd name="T35" fmla="*/ 38 h 123"/>
              <a:gd name="T36" fmla="*/ 64 w 188"/>
              <a:gd name="T37" fmla="*/ 14 h 123"/>
              <a:gd name="T38" fmla="*/ 10 w 188"/>
              <a:gd name="T39" fmla="*/ 57 h 123"/>
              <a:gd name="T40" fmla="*/ 64 w 188"/>
              <a:gd name="T41" fmla="*/ 100 h 123"/>
              <a:gd name="T42" fmla="*/ 64 w 188"/>
              <a:gd name="T43" fmla="*/ 75 h 123"/>
              <a:gd name="T44" fmla="*/ 67 w 188"/>
              <a:gd name="T45" fmla="*/ 74 h 123"/>
              <a:gd name="T46" fmla="*/ 84 w 188"/>
              <a:gd name="T47" fmla="*/ 74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8" h="123">
                <a:moveTo>
                  <a:pt x="183" y="123"/>
                </a:moveTo>
                <a:cubicBezTo>
                  <a:pt x="182" y="123"/>
                  <a:pt x="180" y="122"/>
                  <a:pt x="180" y="121"/>
                </a:cubicBezTo>
                <a:cubicBezTo>
                  <a:pt x="176" y="117"/>
                  <a:pt x="160" y="102"/>
                  <a:pt x="149" y="96"/>
                </a:cubicBezTo>
                <a:cubicBezTo>
                  <a:pt x="127" y="84"/>
                  <a:pt x="100" y="78"/>
                  <a:pt x="71" y="81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0" y="57"/>
                  <a:pt x="0" y="57"/>
                  <a:pt x="0" y="57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2"/>
                  <a:pt x="71" y="32"/>
                  <a:pt x="71" y="32"/>
                </a:cubicBezTo>
                <a:cubicBezTo>
                  <a:pt x="116" y="36"/>
                  <a:pt x="151" y="58"/>
                  <a:pt x="174" y="96"/>
                </a:cubicBezTo>
                <a:cubicBezTo>
                  <a:pt x="188" y="119"/>
                  <a:pt x="187" y="120"/>
                  <a:pt x="186" y="121"/>
                </a:cubicBezTo>
                <a:cubicBezTo>
                  <a:pt x="185" y="123"/>
                  <a:pt x="185" y="123"/>
                  <a:pt x="185" y="123"/>
                </a:cubicBezTo>
                <a:lnTo>
                  <a:pt x="183" y="123"/>
                </a:lnTo>
                <a:close/>
                <a:moveTo>
                  <a:pt x="84" y="74"/>
                </a:moveTo>
                <a:cubicBezTo>
                  <a:pt x="110" y="74"/>
                  <a:pt x="133" y="79"/>
                  <a:pt x="152" y="90"/>
                </a:cubicBezTo>
                <a:cubicBezTo>
                  <a:pt x="158" y="94"/>
                  <a:pt x="165" y="99"/>
                  <a:pt x="172" y="105"/>
                </a:cubicBezTo>
                <a:cubicBezTo>
                  <a:pt x="171" y="103"/>
                  <a:pt x="170" y="101"/>
                  <a:pt x="169" y="100"/>
                </a:cubicBezTo>
                <a:cubicBezTo>
                  <a:pt x="146" y="62"/>
                  <a:pt x="114" y="42"/>
                  <a:pt x="69" y="38"/>
                </a:cubicBezTo>
                <a:cubicBezTo>
                  <a:pt x="64" y="38"/>
                  <a:pt x="64" y="38"/>
                  <a:pt x="64" y="38"/>
                </a:cubicBezTo>
                <a:cubicBezTo>
                  <a:pt x="64" y="14"/>
                  <a:pt x="64" y="14"/>
                  <a:pt x="64" y="14"/>
                </a:cubicBezTo>
                <a:cubicBezTo>
                  <a:pt x="10" y="57"/>
                  <a:pt x="10" y="57"/>
                  <a:pt x="10" y="57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75"/>
                  <a:pt x="64" y="75"/>
                  <a:pt x="64" y="75"/>
                </a:cubicBezTo>
                <a:cubicBezTo>
                  <a:pt x="67" y="74"/>
                  <a:pt x="67" y="74"/>
                  <a:pt x="67" y="74"/>
                </a:cubicBezTo>
                <a:cubicBezTo>
                  <a:pt x="73" y="74"/>
                  <a:pt x="79" y="74"/>
                  <a:pt x="84" y="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4" name="Freeform 208">
            <a:extLst>
              <a:ext uri="{FF2B5EF4-FFF2-40B4-BE49-F238E27FC236}">
                <a16:creationId xmlns:a16="http://schemas.microsoft.com/office/drawing/2014/main" id="{A8058070-04CA-40D4-BFFC-0D9F0FA6358E}"/>
              </a:ext>
            </a:extLst>
          </p:cNvPr>
          <p:cNvSpPr>
            <a:spLocks noEditPoints="1"/>
          </p:cNvSpPr>
          <p:nvPr/>
        </p:nvSpPr>
        <p:spPr bwMode="auto">
          <a:xfrm>
            <a:off x="4652963" y="5756276"/>
            <a:ext cx="403225" cy="257175"/>
          </a:xfrm>
          <a:custGeom>
            <a:avLst/>
            <a:gdLst>
              <a:gd name="T0" fmla="*/ 158 w 187"/>
              <a:gd name="T1" fmla="*/ 119 h 119"/>
              <a:gd name="T2" fmla="*/ 39 w 187"/>
              <a:gd name="T3" fmla="*/ 119 h 119"/>
              <a:gd name="T4" fmla="*/ 0 w 187"/>
              <a:gd name="T5" fmla="*/ 76 h 119"/>
              <a:gd name="T6" fmla="*/ 42 w 187"/>
              <a:gd name="T7" fmla="*/ 33 h 119"/>
              <a:gd name="T8" fmla="*/ 70 w 187"/>
              <a:gd name="T9" fmla="*/ 10 h 119"/>
              <a:gd name="T10" fmla="*/ 87 w 187"/>
              <a:gd name="T11" fmla="*/ 16 h 119"/>
              <a:gd name="T12" fmla="*/ 121 w 187"/>
              <a:gd name="T13" fmla="*/ 0 h 119"/>
              <a:gd name="T14" fmla="*/ 166 w 187"/>
              <a:gd name="T15" fmla="*/ 45 h 119"/>
              <a:gd name="T16" fmla="*/ 163 w 187"/>
              <a:gd name="T17" fmla="*/ 61 h 119"/>
              <a:gd name="T18" fmla="*/ 187 w 187"/>
              <a:gd name="T19" fmla="*/ 90 h 119"/>
              <a:gd name="T20" fmla="*/ 158 w 187"/>
              <a:gd name="T21" fmla="*/ 119 h 119"/>
              <a:gd name="T22" fmla="*/ 43 w 187"/>
              <a:gd name="T23" fmla="*/ 113 h 119"/>
              <a:gd name="T24" fmla="*/ 158 w 187"/>
              <a:gd name="T25" fmla="*/ 113 h 119"/>
              <a:gd name="T26" fmla="*/ 181 w 187"/>
              <a:gd name="T27" fmla="*/ 90 h 119"/>
              <a:gd name="T28" fmla="*/ 159 w 187"/>
              <a:gd name="T29" fmla="*/ 67 h 119"/>
              <a:gd name="T30" fmla="*/ 154 w 187"/>
              <a:gd name="T31" fmla="*/ 67 h 119"/>
              <a:gd name="T32" fmla="*/ 156 w 187"/>
              <a:gd name="T33" fmla="*/ 62 h 119"/>
              <a:gd name="T34" fmla="*/ 160 w 187"/>
              <a:gd name="T35" fmla="*/ 45 h 119"/>
              <a:gd name="T36" fmla="*/ 121 w 187"/>
              <a:gd name="T37" fmla="*/ 6 h 119"/>
              <a:gd name="T38" fmla="*/ 90 w 187"/>
              <a:gd name="T39" fmla="*/ 22 h 119"/>
              <a:gd name="T40" fmla="*/ 88 w 187"/>
              <a:gd name="T41" fmla="*/ 25 h 119"/>
              <a:gd name="T42" fmla="*/ 85 w 187"/>
              <a:gd name="T43" fmla="*/ 22 h 119"/>
              <a:gd name="T44" fmla="*/ 70 w 187"/>
              <a:gd name="T45" fmla="*/ 16 h 119"/>
              <a:gd name="T46" fmla="*/ 48 w 187"/>
              <a:gd name="T47" fmla="*/ 36 h 119"/>
              <a:gd name="T48" fmla="*/ 48 w 187"/>
              <a:gd name="T49" fmla="*/ 39 h 119"/>
              <a:gd name="T50" fmla="*/ 43 w 187"/>
              <a:gd name="T51" fmla="*/ 39 h 119"/>
              <a:gd name="T52" fmla="*/ 6 w 187"/>
              <a:gd name="T53" fmla="*/ 76 h 119"/>
              <a:gd name="T54" fmla="*/ 42 w 187"/>
              <a:gd name="T55" fmla="*/ 113 h 119"/>
              <a:gd name="T56" fmla="*/ 43 w 187"/>
              <a:gd name="T57" fmla="*/ 11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7" h="119">
                <a:moveTo>
                  <a:pt x="158" y="119"/>
                </a:moveTo>
                <a:cubicBezTo>
                  <a:pt x="39" y="119"/>
                  <a:pt x="39" y="119"/>
                  <a:pt x="39" y="119"/>
                </a:cubicBezTo>
                <a:cubicBezTo>
                  <a:pt x="17" y="117"/>
                  <a:pt x="0" y="98"/>
                  <a:pt x="0" y="76"/>
                </a:cubicBezTo>
                <a:cubicBezTo>
                  <a:pt x="0" y="53"/>
                  <a:pt x="19" y="34"/>
                  <a:pt x="42" y="33"/>
                </a:cubicBezTo>
                <a:cubicBezTo>
                  <a:pt x="44" y="20"/>
                  <a:pt x="56" y="10"/>
                  <a:pt x="70" y="10"/>
                </a:cubicBezTo>
                <a:cubicBezTo>
                  <a:pt x="76" y="10"/>
                  <a:pt x="82" y="12"/>
                  <a:pt x="87" y="16"/>
                </a:cubicBezTo>
                <a:cubicBezTo>
                  <a:pt x="96" y="6"/>
                  <a:pt x="108" y="0"/>
                  <a:pt x="121" y="0"/>
                </a:cubicBezTo>
                <a:cubicBezTo>
                  <a:pt x="146" y="0"/>
                  <a:pt x="166" y="20"/>
                  <a:pt x="166" y="45"/>
                </a:cubicBezTo>
                <a:cubicBezTo>
                  <a:pt x="166" y="50"/>
                  <a:pt x="165" y="56"/>
                  <a:pt x="163" y="61"/>
                </a:cubicBezTo>
                <a:cubicBezTo>
                  <a:pt x="177" y="64"/>
                  <a:pt x="187" y="76"/>
                  <a:pt x="187" y="90"/>
                </a:cubicBezTo>
                <a:cubicBezTo>
                  <a:pt x="187" y="106"/>
                  <a:pt x="174" y="119"/>
                  <a:pt x="158" y="119"/>
                </a:cubicBezTo>
                <a:close/>
                <a:moveTo>
                  <a:pt x="43" y="113"/>
                </a:moveTo>
                <a:cubicBezTo>
                  <a:pt x="158" y="113"/>
                  <a:pt x="158" y="113"/>
                  <a:pt x="158" y="113"/>
                </a:cubicBezTo>
                <a:cubicBezTo>
                  <a:pt x="171" y="113"/>
                  <a:pt x="181" y="103"/>
                  <a:pt x="181" y="90"/>
                </a:cubicBezTo>
                <a:cubicBezTo>
                  <a:pt x="181" y="77"/>
                  <a:pt x="171" y="67"/>
                  <a:pt x="159" y="67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9" y="57"/>
                  <a:pt x="160" y="51"/>
                  <a:pt x="160" y="45"/>
                </a:cubicBezTo>
                <a:cubicBezTo>
                  <a:pt x="160" y="23"/>
                  <a:pt x="143" y="6"/>
                  <a:pt x="121" y="6"/>
                </a:cubicBezTo>
                <a:cubicBezTo>
                  <a:pt x="109" y="6"/>
                  <a:pt x="97" y="12"/>
                  <a:pt x="90" y="22"/>
                </a:cubicBezTo>
                <a:cubicBezTo>
                  <a:pt x="88" y="25"/>
                  <a:pt x="88" y="25"/>
                  <a:pt x="88" y="25"/>
                </a:cubicBezTo>
                <a:cubicBezTo>
                  <a:pt x="85" y="22"/>
                  <a:pt x="85" y="22"/>
                  <a:pt x="85" y="22"/>
                </a:cubicBezTo>
                <a:cubicBezTo>
                  <a:pt x="81" y="18"/>
                  <a:pt x="76" y="16"/>
                  <a:pt x="70" y="16"/>
                </a:cubicBezTo>
                <a:cubicBezTo>
                  <a:pt x="58" y="16"/>
                  <a:pt x="49" y="25"/>
                  <a:pt x="48" y="36"/>
                </a:cubicBezTo>
                <a:cubicBezTo>
                  <a:pt x="48" y="39"/>
                  <a:pt x="48" y="39"/>
                  <a:pt x="48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3" y="39"/>
                  <a:pt x="6" y="56"/>
                  <a:pt x="6" y="76"/>
                </a:cubicBezTo>
                <a:cubicBezTo>
                  <a:pt x="6" y="96"/>
                  <a:pt x="22" y="112"/>
                  <a:pt x="42" y="113"/>
                </a:cubicBezTo>
                <a:lnTo>
                  <a:pt x="43" y="1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5" name="Freeform 209">
            <a:extLst>
              <a:ext uri="{FF2B5EF4-FFF2-40B4-BE49-F238E27FC236}">
                <a16:creationId xmlns:a16="http://schemas.microsoft.com/office/drawing/2014/main" id="{B2C4677A-787D-41BF-A6F5-D509A02D94FF}"/>
              </a:ext>
            </a:extLst>
          </p:cNvPr>
          <p:cNvSpPr>
            <a:spLocks/>
          </p:cNvSpPr>
          <p:nvPr/>
        </p:nvSpPr>
        <p:spPr bwMode="auto">
          <a:xfrm>
            <a:off x="5483226" y="5721351"/>
            <a:ext cx="401638" cy="257175"/>
          </a:xfrm>
          <a:custGeom>
            <a:avLst/>
            <a:gdLst>
              <a:gd name="T0" fmla="*/ 157 w 186"/>
              <a:gd name="T1" fmla="*/ 119 h 119"/>
              <a:gd name="T2" fmla="*/ 102 w 186"/>
              <a:gd name="T3" fmla="*/ 119 h 119"/>
              <a:gd name="T4" fmla="*/ 102 w 186"/>
              <a:gd name="T5" fmla="*/ 113 h 119"/>
              <a:gd name="T6" fmla="*/ 157 w 186"/>
              <a:gd name="T7" fmla="*/ 113 h 119"/>
              <a:gd name="T8" fmla="*/ 180 w 186"/>
              <a:gd name="T9" fmla="*/ 90 h 119"/>
              <a:gd name="T10" fmla="*/ 158 w 186"/>
              <a:gd name="T11" fmla="*/ 67 h 119"/>
              <a:gd name="T12" fmla="*/ 153 w 186"/>
              <a:gd name="T13" fmla="*/ 66 h 119"/>
              <a:gd name="T14" fmla="*/ 155 w 186"/>
              <a:gd name="T15" fmla="*/ 62 h 119"/>
              <a:gd name="T16" fmla="*/ 159 w 186"/>
              <a:gd name="T17" fmla="*/ 45 h 119"/>
              <a:gd name="T18" fmla="*/ 121 w 186"/>
              <a:gd name="T19" fmla="*/ 6 h 119"/>
              <a:gd name="T20" fmla="*/ 89 w 186"/>
              <a:gd name="T21" fmla="*/ 22 h 119"/>
              <a:gd name="T22" fmla="*/ 87 w 186"/>
              <a:gd name="T23" fmla="*/ 25 h 119"/>
              <a:gd name="T24" fmla="*/ 85 w 186"/>
              <a:gd name="T25" fmla="*/ 22 h 119"/>
              <a:gd name="T26" fmla="*/ 69 w 186"/>
              <a:gd name="T27" fmla="*/ 16 h 119"/>
              <a:gd name="T28" fmla="*/ 47 w 186"/>
              <a:gd name="T29" fmla="*/ 36 h 119"/>
              <a:gd name="T30" fmla="*/ 47 w 186"/>
              <a:gd name="T31" fmla="*/ 39 h 119"/>
              <a:gd name="T32" fmla="*/ 43 w 186"/>
              <a:gd name="T33" fmla="*/ 39 h 119"/>
              <a:gd name="T34" fmla="*/ 6 w 186"/>
              <a:gd name="T35" fmla="*/ 76 h 119"/>
              <a:gd name="T36" fmla="*/ 41 w 186"/>
              <a:gd name="T37" fmla="*/ 113 h 119"/>
              <a:gd name="T38" fmla="*/ 42 w 186"/>
              <a:gd name="T39" fmla="*/ 113 h 119"/>
              <a:gd name="T40" fmla="*/ 83 w 186"/>
              <a:gd name="T41" fmla="*/ 113 h 119"/>
              <a:gd name="T42" fmla="*/ 83 w 186"/>
              <a:gd name="T43" fmla="*/ 119 h 119"/>
              <a:gd name="T44" fmla="*/ 38 w 186"/>
              <a:gd name="T45" fmla="*/ 119 h 119"/>
              <a:gd name="T46" fmla="*/ 0 w 186"/>
              <a:gd name="T47" fmla="*/ 76 h 119"/>
              <a:gd name="T48" fmla="*/ 42 w 186"/>
              <a:gd name="T49" fmla="*/ 33 h 119"/>
              <a:gd name="T50" fmla="*/ 69 w 186"/>
              <a:gd name="T51" fmla="*/ 10 h 119"/>
              <a:gd name="T52" fmla="*/ 86 w 186"/>
              <a:gd name="T53" fmla="*/ 16 h 119"/>
              <a:gd name="T54" fmla="*/ 121 w 186"/>
              <a:gd name="T55" fmla="*/ 0 h 119"/>
              <a:gd name="T56" fmla="*/ 165 w 186"/>
              <a:gd name="T57" fmla="*/ 45 h 119"/>
              <a:gd name="T58" fmla="*/ 162 w 186"/>
              <a:gd name="T59" fmla="*/ 61 h 119"/>
              <a:gd name="T60" fmla="*/ 186 w 186"/>
              <a:gd name="T61" fmla="*/ 90 h 119"/>
              <a:gd name="T62" fmla="*/ 157 w 186"/>
              <a:gd name="T6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6" h="119">
                <a:moveTo>
                  <a:pt x="157" y="119"/>
                </a:moveTo>
                <a:cubicBezTo>
                  <a:pt x="102" y="119"/>
                  <a:pt x="102" y="119"/>
                  <a:pt x="102" y="119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57" y="113"/>
                  <a:pt x="157" y="113"/>
                  <a:pt x="157" y="113"/>
                </a:cubicBezTo>
                <a:cubicBezTo>
                  <a:pt x="170" y="113"/>
                  <a:pt x="180" y="102"/>
                  <a:pt x="180" y="90"/>
                </a:cubicBezTo>
                <a:cubicBezTo>
                  <a:pt x="180" y="77"/>
                  <a:pt x="170" y="67"/>
                  <a:pt x="158" y="67"/>
                </a:cubicBezTo>
                <a:cubicBezTo>
                  <a:pt x="153" y="66"/>
                  <a:pt x="153" y="66"/>
                  <a:pt x="153" y="66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8" y="57"/>
                  <a:pt x="159" y="51"/>
                  <a:pt x="159" y="45"/>
                </a:cubicBezTo>
                <a:cubicBezTo>
                  <a:pt x="159" y="23"/>
                  <a:pt x="142" y="6"/>
                  <a:pt x="121" y="6"/>
                </a:cubicBezTo>
                <a:cubicBezTo>
                  <a:pt x="108" y="6"/>
                  <a:pt x="96" y="12"/>
                  <a:pt x="89" y="22"/>
                </a:cubicBezTo>
                <a:cubicBezTo>
                  <a:pt x="87" y="25"/>
                  <a:pt x="87" y="25"/>
                  <a:pt x="87" y="25"/>
                </a:cubicBezTo>
                <a:cubicBezTo>
                  <a:pt x="85" y="22"/>
                  <a:pt x="85" y="22"/>
                  <a:pt x="85" y="22"/>
                </a:cubicBezTo>
                <a:cubicBezTo>
                  <a:pt x="81" y="18"/>
                  <a:pt x="75" y="16"/>
                  <a:pt x="69" y="16"/>
                </a:cubicBezTo>
                <a:cubicBezTo>
                  <a:pt x="58" y="16"/>
                  <a:pt x="48" y="25"/>
                  <a:pt x="47" y="36"/>
                </a:cubicBezTo>
                <a:cubicBezTo>
                  <a:pt x="47" y="39"/>
                  <a:pt x="47" y="39"/>
                  <a:pt x="47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3" y="39"/>
                  <a:pt x="6" y="56"/>
                  <a:pt x="6" y="76"/>
                </a:cubicBezTo>
                <a:cubicBezTo>
                  <a:pt x="6" y="96"/>
                  <a:pt x="22" y="112"/>
                  <a:pt x="41" y="11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3" y="119"/>
                  <a:pt x="83" y="119"/>
                  <a:pt x="83" y="119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17" y="116"/>
                  <a:pt x="0" y="98"/>
                  <a:pt x="0" y="76"/>
                </a:cubicBezTo>
                <a:cubicBezTo>
                  <a:pt x="0" y="53"/>
                  <a:pt x="19" y="34"/>
                  <a:pt x="42" y="33"/>
                </a:cubicBezTo>
                <a:cubicBezTo>
                  <a:pt x="44" y="20"/>
                  <a:pt x="55" y="10"/>
                  <a:pt x="69" y="10"/>
                </a:cubicBezTo>
                <a:cubicBezTo>
                  <a:pt x="75" y="10"/>
                  <a:pt x="81" y="12"/>
                  <a:pt x="86" y="16"/>
                </a:cubicBezTo>
                <a:cubicBezTo>
                  <a:pt x="95" y="6"/>
                  <a:pt x="107" y="0"/>
                  <a:pt x="121" y="0"/>
                </a:cubicBezTo>
                <a:cubicBezTo>
                  <a:pt x="145" y="0"/>
                  <a:pt x="165" y="20"/>
                  <a:pt x="165" y="45"/>
                </a:cubicBezTo>
                <a:cubicBezTo>
                  <a:pt x="165" y="50"/>
                  <a:pt x="164" y="56"/>
                  <a:pt x="162" y="61"/>
                </a:cubicBezTo>
                <a:cubicBezTo>
                  <a:pt x="176" y="64"/>
                  <a:pt x="186" y="75"/>
                  <a:pt x="186" y="90"/>
                </a:cubicBezTo>
                <a:cubicBezTo>
                  <a:pt x="186" y="106"/>
                  <a:pt x="173" y="119"/>
                  <a:pt x="157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6" name="Freeform 210">
            <a:extLst>
              <a:ext uri="{FF2B5EF4-FFF2-40B4-BE49-F238E27FC236}">
                <a16:creationId xmlns:a16="http://schemas.microsoft.com/office/drawing/2014/main" id="{57AAF249-A65F-4880-90D3-7AF20D963082}"/>
              </a:ext>
            </a:extLst>
          </p:cNvPr>
          <p:cNvSpPr>
            <a:spLocks/>
          </p:cNvSpPr>
          <p:nvPr/>
        </p:nvSpPr>
        <p:spPr bwMode="auto">
          <a:xfrm>
            <a:off x="5616576" y="5827713"/>
            <a:ext cx="134938" cy="76200"/>
          </a:xfrm>
          <a:custGeom>
            <a:avLst/>
            <a:gdLst>
              <a:gd name="T0" fmla="*/ 6 w 85"/>
              <a:gd name="T1" fmla="*/ 48 h 48"/>
              <a:gd name="T2" fmla="*/ 0 w 85"/>
              <a:gd name="T3" fmla="*/ 42 h 48"/>
              <a:gd name="T4" fmla="*/ 42 w 85"/>
              <a:gd name="T5" fmla="*/ 0 h 48"/>
              <a:gd name="T6" fmla="*/ 85 w 85"/>
              <a:gd name="T7" fmla="*/ 42 h 48"/>
              <a:gd name="T8" fmla="*/ 79 w 85"/>
              <a:gd name="T9" fmla="*/ 48 h 48"/>
              <a:gd name="T10" fmla="*/ 42 w 85"/>
              <a:gd name="T11" fmla="*/ 11 h 48"/>
              <a:gd name="T12" fmla="*/ 6 w 85"/>
              <a:gd name="T13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48">
                <a:moveTo>
                  <a:pt x="6" y="48"/>
                </a:moveTo>
                <a:lnTo>
                  <a:pt x="0" y="42"/>
                </a:lnTo>
                <a:lnTo>
                  <a:pt x="42" y="0"/>
                </a:lnTo>
                <a:lnTo>
                  <a:pt x="85" y="42"/>
                </a:lnTo>
                <a:lnTo>
                  <a:pt x="79" y="48"/>
                </a:lnTo>
                <a:lnTo>
                  <a:pt x="42" y="11"/>
                </a:lnTo>
                <a:lnTo>
                  <a:pt x="6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7" name="Rectangle 211">
            <a:extLst>
              <a:ext uri="{FF2B5EF4-FFF2-40B4-BE49-F238E27FC236}">
                <a16:creationId xmlns:a16="http://schemas.microsoft.com/office/drawing/2014/main" id="{1EB80C07-BAD4-40CA-AF65-FFA1782CF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6901" y="5840413"/>
            <a:ext cx="14288" cy="2460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8" name="Freeform 212">
            <a:extLst>
              <a:ext uri="{FF2B5EF4-FFF2-40B4-BE49-F238E27FC236}">
                <a16:creationId xmlns:a16="http://schemas.microsoft.com/office/drawing/2014/main" id="{6119EF4A-B214-48BD-8418-02E73432E863}"/>
              </a:ext>
            </a:extLst>
          </p:cNvPr>
          <p:cNvSpPr>
            <a:spLocks/>
          </p:cNvSpPr>
          <p:nvPr/>
        </p:nvSpPr>
        <p:spPr bwMode="auto">
          <a:xfrm>
            <a:off x="6308726" y="5721351"/>
            <a:ext cx="403225" cy="257175"/>
          </a:xfrm>
          <a:custGeom>
            <a:avLst/>
            <a:gdLst>
              <a:gd name="T0" fmla="*/ 157 w 186"/>
              <a:gd name="T1" fmla="*/ 119 h 119"/>
              <a:gd name="T2" fmla="*/ 102 w 186"/>
              <a:gd name="T3" fmla="*/ 119 h 119"/>
              <a:gd name="T4" fmla="*/ 102 w 186"/>
              <a:gd name="T5" fmla="*/ 113 h 119"/>
              <a:gd name="T6" fmla="*/ 157 w 186"/>
              <a:gd name="T7" fmla="*/ 113 h 119"/>
              <a:gd name="T8" fmla="*/ 180 w 186"/>
              <a:gd name="T9" fmla="*/ 90 h 119"/>
              <a:gd name="T10" fmla="*/ 158 w 186"/>
              <a:gd name="T11" fmla="*/ 67 h 119"/>
              <a:gd name="T12" fmla="*/ 153 w 186"/>
              <a:gd name="T13" fmla="*/ 66 h 119"/>
              <a:gd name="T14" fmla="*/ 155 w 186"/>
              <a:gd name="T15" fmla="*/ 62 h 119"/>
              <a:gd name="T16" fmla="*/ 159 w 186"/>
              <a:gd name="T17" fmla="*/ 45 h 119"/>
              <a:gd name="T18" fmla="*/ 121 w 186"/>
              <a:gd name="T19" fmla="*/ 6 h 119"/>
              <a:gd name="T20" fmla="*/ 89 w 186"/>
              <a:gd name="T21" fmla="*/ 22 h 119"/>
              <a:gd name="T22" fmla="*/ 87 w 186"/>
              <a:gd name="T23" fmla="*/ 25 h 119"/>
              <a:gd name="T24" fmla="*/ 85 w 186"/>
              <a:gd name="T25" fmla="*/ 22 h 119"/>
              <a:gd name="T26" fmla="*/ 69 w 186"/>
              <a:gd name="T27" fmla="*/ 16 h 119"/>
              <a:gd name="T28" fmla="*/ 47 w 186"/>
              <a:gd name="T29" fmla="*/ 36 h 119"/>
              <a:gd name="T30" fmla="*/ 47 w 186"/>
              <a:gd name="T31" fmla="*/ 39 h 119"/>
              <a:gd name="T32" fmla="*/ 43 w 186"/>
              <a:gd name="T33" fmla="*/ 39 h 119"/>
              <a:gd name="T34" fmla="*/ 6 w 186"/>
              <a:gd name="T35" fmla="*/ 76 h 119"/>
              <a:gd name="T36" fmla="*/ 41 w 186"/>
              <a:gd name="T37" fmla="*/ 113 h 119"/>
              <a:gd name="T38" fmla="*/ 42 w 186"/>
              <a:gd name="T39" fmla="*/ 113 h 119"/>
              <a:gd name="T40" fmla="*/ 83 w 186"/>
              <a:gd name="T41" fmla="*/ 113 h 119"/>
              <a:gd name="T42" fmla="*/ 83 w 186"/>
              <a:gd name="T43" fmla="*/ 119 h 119"/>
              <a:gd name="T44" fmla="*/ 38 w 186"/>
              <a:gd name="T45" fmla="*/ 119 h 119"/>
              <a:gd name="T46" fmla="*/ 0 w 186"/>
              <a:gd name="T47" fmla="*/ 76 h 119"/>
              <a:gd name="T48" fmla="*/ 42 w 186"/>
              <a:gd name="T49" fmla="*/ 33 h 119"/>
              <a:gd name="T50" fmla="*/ 69 w 186"/>
              <a:gd name="T51" fmla="*/ 10 h 119"/>
              <a:gd name="T52" fmla="*/ 86 w 186"/>
              <a:gd name="T53" fmla="*/ 16 h 119"/>
              <a:gd name="T54" fmla="*/ 121 w 186"/>
              <a:gd name="T55" fmla="*/ 0 h 119"/>
              <a:gd name="T56" fmla="*/ 165 w 186"/>
              <a:gd name="T57" fmla="*/ 45 h 119"/>
              <a:gd name="T58" fmla="*/ 162 w 186"/>
              <a:gd name="T59" fmla="*/ 61 h 119"/>
              <a:gd name="T60" fmla="*/ 186 w 186"/>
              <a:gd name="T61" fmla="*/ 90 h 119"/>
              <a:gd name="T62" fmla="*/ 157 w 186"/>
              <a:gd name="T6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6" h="119">
                <a:moveTo>
                  <a:pt x="157" y="119"/>
                </a:moveTo>
                <a:cubicBezTo>
                  <a:pt x="102" y="119"/>
                  <a:pt x="102" y="119"/>
                  <a:pt x="102" y="119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57" y="113"/>
                  <a:pt x="157" y="113"/>
                  <a:pt x="157" y="113"/>
                </a:cubicBezTo>
                <a:cubicBezTo>
                  <a:pt x="169" y="113"/>
                  <a:pt x="180" y="102"/>
                  <a:pt x="180" y="90"/>
                </a:cubicBezTo>
                <a:cubicBezTo>
                  <a:pt x="180" y="77"/>
                  <a:pt x="170" y="67"/>
                  <a:pt x="158" y="67"/>
                </a:cubicBezTo>
                <a:cubicBezTo>
                  <a:pt x="153" y="66"/>
                  <a:pt x="153" y="66"/>
                  <a:pt x="153" y="66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8" y="57"/>
                  <a:pt x="159" y="51"/>
                  <a:pt x="159" y="45"/>
                </a:cubicBezTo>
                <a:cubicBezTo>
                  <a:pt x="159" y="23"/>
                  <a:pt x="142" y="6"/>
                  <a:pt x="121" y="6"/>
                </a:cubicBezTo>
                <a:cubicBezTo>
                  <a:pt x="108" y="6"/>
                  <a:pt x="96" y="12"/>
                  <a:pt x="89" y="22"/>
                </a:cubicBezTo>
                <a:cubicBezTo>
                  <a:pt x="87" y="25"/>
                  <a:pt x="87" y="25"/>
                  <a:pt x="87" y="25"/>
                </a:cubicBezTo>
                <a:cubicBezTo>
                  <a:pt x="85" y="22"/>
                  <a:pt x="85" y="22"/>
                  <a:pt x="85" y="22"/>
                </a:cubicBezTo>
                <a:cubicBezTo>
                  <a:pt x="80" y="18"/>
                  <a:pt x="75" y="16"/>
                  <a:pt x="69" y="16"/>
                </a:cubicBezTo>
                <a:cubicBezTo>
                  <a:pt x="58" y="16"/>
                  <a:pt x="48" y="25"/>
                  <a:pt x="47" y="36"/>
                </a:cubicBezTo>
                <a:cubicBezTo>
                  <a:pt x="47" y="39"/>
                  <a:pt x="47" y="39"/>
                  <a:pt x="47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2" y="39"/>
                  <a:pt x="6" y="56"/>
                  <a:pt x="6" y="76"/>
                </a:cubicBezTo>
                <a:cubicBezTo>
                  <a:pt x="6" y="96"/>
                  <a:pt x="21" y="112"/>
                  <a:pt x="41" y="11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3" y="119"/>
                  <a:pt x="83" y="119"/>
                  <a:pt x="83" y="119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17" y="116"/>
                  <a:pt x="0" y="98"/>
                  <a:pt x="0" y="76"/>
                </a:cubicBezTo>
                <a:cubicBezTo>
                  <a:pt x="0" y="53"/>
                  <a:pt x="19" y="34"/>
                  <a:pt x="42" y="33"/>
                </a:cubicBezTo>
                <a:cubicBezTo>
                  <a:pt x="44" y="20"/>
                  <a:pt x="55" y="10"/>
                  <a:pt x="69" y="10"/>
                </a:cubicBezTo>
                <a:cubicBezTo>
                  <a:pt x="75" y="10"/>
                  <a:pt x="81" y="12"/>
                  <a:pt x="86" y="16"/>
                </a:cubicBezTo>
                <a:cubicBezTo>
                  <a:pt x="95" y="6"/>
                  <a:pt x="107" y="0"/>
                  <a:pt x="121" y="0"/>
                </a:cubicBezTo>
                <a:cubicBezTo>
                  <a:pt x="145" y="0"/>
                  <a:pt x="165" y="20"/>
                  <a:pt x="165" y="45"/>
                </a:cubicBezTo>
                <a:cubicBezTo>
                  <a:pt x="165" y="50"/>
                  <a:pt x="164" y="56"/>
                  <a:pt x="162" y="61"/>
                </a:cubicBezTo>
                <a:cubicBezTo>
                  <a:pt x="176" y="64"/>
                  <a:pt x="186" y="75"/>
                  <a:pt x="186" y="90"/>
                </a:cubicBezTo>
                <a:cubicBezTo>
                  <a:pt x="186" y="106"/>
                  <a:pt x="173" y="119"/>
                  <a:pt x="157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9" name="Freeform 213">
            <a:extLst>
              <a:ext uri="{FF2B5EF4-FFF2-40B4-BE49-F238E27FC236}">
                <a16:creationId xmlns:a16="http://schemas.microsoft.com/office/drawing/2014/main" id="{C04184A0-A81A-4019-B05D-D2ECDB6BFA72}"/>
              </a:ext>
            </a:extLst>
          </p:cNvPr>
          <p:cNvSpPr>
            <a:spLocks/>
          </p:cNvSpPr>
          <p:nvPr/>
        </p:nvSpPr>
        <p:spPr bwMode="auto">
          <a:xfrm>
            <a:off x="6443663" y="6037263"/>
            <a:ext cx="133350" cy="76200"/>
          </a:xfrm>
          <a:custGeom>
            <a:avLst/>
            <a:gdLst>
              <a:gd name="T0" fmla="*/ 42 w 84"/>
              <a:gd name="T1" fmla="*/ 48 h 48"/>
              <a:gd name="T2" fmla="*/ 0 w 84"/>
              <a:gd name="T3" fmla="*/ 6 h 48"/>
              <a:gd name="T4" fmla="*/ 5 w 84"/>
              <a:gd name="T5" fmla="*/ 0 h 48"/>
              <a:gd name="T6" fmla="*/ 42 w 84"/>
              <a:gd name="T7" fmla="*/ 36 h 48"/>
              <a:gd name="T8" fmla="*/ 79 w 84"/>
              <a:gd name="T9" fmla="*/ 0 h 48"/>
              <a:gd name="T10" fmla="*/ 84 w 84"/>
              <a:gd name="T11" fmla="*/ 6 h 48"/>
              <a:gd name="T12" fmla="*/ 42 w 84"/>
              <a:gd name="T13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48">
                <a:moveTo>
                  <a:pt x="42" y="48"/>
                </a:moveTo>
                <a:lnTo>
                  <a:pt x="0" y="6"/>
                </a:lnTo>
                <a:lnTo>
                  <a:pt x="5" y="0"/>
                </a:lnTo>
                <a:lnTo>
                  <a:pt x="42" y="36"/>
                </a:lnTo>
                <a:lnTo>
                  <a:pt x="79" y="0"/>
                </a:lnTo>
                <a:lnTo>
                  <a:pt x="84" y="6"/>
                </a:lnTo>
                <a:lnTo>
                  <a:pt x="42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0" name="Rectangle 214">
            <a:extLst>
              <a:ext uri="{FF2B5EF4-FFF2-40B4-BE49-F238E27FC236}">
                <a16:creationId xmlns:a16="http://schemas.microsoft.com/office/drawing/2014/main" id="{36673490-7E7E-4DA5-A34E-74ED1D429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5851526"/>
            <a:ext cx="12700" cy="2492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1" name="Freeform 215">
            <a:extLst>
              <a:ext uri="{FF2B5EF4-FFF2-40B4-BE49-F238E27FC236}">
                <a16:creationId xmlns:a16="http://schemas.microsoft.com/office/drawing/2014/main" id="{44EEAB4C-F50B-4B5B-B1A6-32354E11ECC8}"/>
              </a:ext>
            </a:extLst>
          </p:cNvPr>
          <p:cNvSpPr>
            <a:spLocks/>
          </p:cNvSpPr>
          <p:nvPr/>
        </p:nvSpPr>
        <p:spPr bwMode="auto">
          <a:xfrm>
            <a:off x="2295526" y="5913438"/>
            <a:ext cx="133350" cy="77788"/>
          </a:xfrm>
          <a:custGeom>
            <a:avLst/>
            <a:gdLst>
              <a:gd name="T0" fmla="*/ 42 w 84"/>
              <a:gd name="T1" fmla="*/ 49 h 49"/>
              <a:gd name="T2" fmla="*/ 0 w 84"/>
              <a:gd name="T3" fmla="*/ 6 h 49"/>
              <a:gd name="T4" fmla="*/ 5 w 84"/>
              <a:gd name="T5" fmla="*/ 0 h 49"/>
              <a:gd name="T6" fmla="*/ 42 w 84"/>
              <a:gd name="T7" fmla="*/ 37 h 49"/>
              <a:gd name="T8" fmla="*/ 79 w 84"/>
              <a:gd name="T9" fmla="*/ 0 h 49"/>
              <a:gd name="T10" fmla="*/ 84 w 84"/>
              <a:gd name="T11" fmla="*/ 6 h 49"/>
              <a:gd name="T12" fmla="*/ 42 w 84"/>
              <a:gd name="T13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49">
                <a:moveTo>
                  <a:pt x="42" y="49"/>
                </a:moveTo>
                <a:lnTo>
                  <a:pt x="0" y="6"/>
                </a:lnTo>
                <a:lnTo>
                  <a:pt x="5" y="0"/>
                </a:lnTo>
                <a:lnTo>
                  <a:pt x="42" y="37"/>
                </a:lnTo>
                <a:lnTo>
                  <a:pt x="79" y="0"/>
                </a:lnTo>
                <a:lnTo>
                  <a:pt x="84" y="6"/>
                </a:lnTo>
                <a:lnTo>
                  <a:pt x="42" y="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2" name="Rectangle 216">
            <a:extLst>
              <a:ext uri="{FF2B5EF4-FFF2-40B4-BE49-F238E27FC236}">
                <a16:creationId xmlns:a16="http://schemas.microsoft.com/office/drawing/2014/main" id="{3E3D73C9-8547-41D9-8D62-277D5D0BB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1" y="5727701"/>
            <a:ext cx="12700" cy="24923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3" name="Freeform 217">
            <a:extLst>
              <a:ext uri="{FF2B5EF4-FFF2-40B4-BE49-F238E27FC236}">
                <a16:creationId xmlns:a16="http://schemas.microsoft.com/office/drawing/2014/main" id="{EBCA9622-7399-4168-9367-389B17B6E246}"/>
              </a:ext>
            </a:extLst>
          </p:cNvPr>
          <p:cNvSpPr>
            <a:spLocks/>
          </p:cNvSpPr>
          <p:nvPr/>
        </p:nvSpPr>
        <p:spPr bwMode="auto">
          <a:xfrm>
            <a:off x="2214563" y="5827713"/>
            <a:ext cx="295275" cy="293688"/>
          </a:xfrm>
          <a:custGeom>
            <a:avLst/>
            <a:gdLst>
              <a:gd name="T0" fmla="*/ 186 w 186"/>
              <a:gd name="T1" fmla="*/ 185 h 185"/>
              <a:gd name="T2" fmla="*/ 0 w 186"/>
              <a:gd name="T3" fmla="*/ 185 h 185"/>
              <a:gd name="T4" fmla="*/ 0 w 186"/>
              <a:gd name="T5" fmla="*/ 0 h 185"/>
              <a:gd name="T6" fmla="*/ 70 w 186"/>
              <a:gd name="T7" fmla="*/ 0 h 185"/>
              <a:gd name="T8" fmla="*/ 70 w 186"/>
              <a:gd name="T9" fmla="*/ 8 h 185"/>
              <a:gd name="T10" fmla="*/ 10 w 186"/>
              <a:gd name="T11" fmla="*/ 8 h 185"/>
              <a:gd name="T12" fmla="*/ 10 w 186"/>
              <a:gd name="T13" fmla="*/ 176 h 185"/>
              <a:gd name="T14" fmla="*/ 177 w 186"/>
              <a:gd name="T15" fmla="*/ 176 h 185"/>
              <a:gd name="T16" fmla="*/ 177 w 186"/>
              <a:gd name="T17" fmla="*/ 8 h 185"/>
              <a:gd name="T18" fmla="*/ 119 w 186"/>
              <a:gd name="T19" fmla="*/ 8 h 185"/>
              <a:gd name="T20" fmla="*/ 119 w 186"/>
              <a:gd name="T21" fmla="*/ 0 h 185"/>
              <a:gd name="T22" fmla="*/ 186 w 186"/>
              <a:gd name="T23" fmla="*/ 0 h 185"/>
              <a:gd name="T24" fmla="*/ 186 w 186"/>
              <a:gd name="T25" fmla="*/ 185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6" h="185">
                <a:moveTo>
                  <a:pt x="186" y="185"/>
                </a:moveTo>
                <a:lnTo>
                  <a:pt x="0" y="185"/>
                </a:lnTo>
                <a:lnTo>
                  <a:pt x="0" y="0"/>
                </a:lnTo>
                <a:lnTo>
                  <a:pt x="70" y="0"/>
                </a:lnTo>
                <a:lnTo>
                  <a:pt x="70" y="8"/>
                </a:lnTo>
                <a:lnTo>
                  <a:pt x="10" y="8"/>
                </a:lnTo>
                <a:lnTo>
                  <a:pt x="10" y="176"/>
                </a:lnTo>
                <a:lnTo>
                  <a:pt x="177" y="176"/>
                </a:lnTo>
                <a:lnTo>
                  <a:pt x="177" y="8"/>
                </a:lnTo>
                <a:lnTo>
                  <a:pt x="119" y="8"/>
                </a:lnTo>
                <a:lnTo>
                  <a:pt x="119" y="0"/>
                </a:lnTo>
                <a:lnTo>
                  <a:pt x="186" y="0"/>
                </a:lnTo>
                <a:lnTo>
                  <a:pt x="186" y="1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4" name="Freeform 218">
            <a:extLst>
              <a:ext uri="{FF2B5EF4-FFF2-40B4-BE49-F238E27FC236}">
                <a16:creationId xmlns:a16="http://schemas.microsoft.com/office/drawing/2014/main" id="{71F4EC7A-11B1-4088-ABB2-5CD94C10E7A9}"/>
              </a:ext>
            </a:extLst>
          </p:cNvPr>
          <p:cNvSpPr>
            <a:spLocks/>
          </p:cNvSpPr>
          <p:nvPr/>
        </p:nvSpPr>
        <p:spPr bwMode="auto">
          <a:xfrm>
            <a:off x="3116263" y="5713413"/>
            <a:ext cx="141288" cy="79375"/>
          </a:xfrm>
          <a:custGeom>
            <a:avLst/>
            <a:gdLst>
              <a:gd name="T0" fmla="*/ 7 w 89"/>
              <a:gd name="T1" fmla="*/ 50 h 50"/>
              <a:gd name="T2" fmla="*/ 0 w 89"/>
              <a:gd name="T3" fmla="*/ 45 h 50"/>
              <a:gd name="T4" fmla="*/ 44 w 89"/>
              <a:gd name="T5" fmla="*/ 0 h 50"/>
              <a:gd name="T6" fmla="*/ 89 w 89"/>
              <a:gd name="T7" fmla="*/ 45 h 50"/>
              <a:gd name="T8" fmla="*/ 82 w 89"/>
              <a:gd name="T9" fmla="*/ 50 h 50"/>
              <a:gd name="T10" fmla="*/ 44 w 89"/>
              <a:gd name="T11" fmla="*/ 13 h 50"/>
              <a:gd name="T12" fmla="*/ 7 w 89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9" h="50">
                <a:moveTo>
                  <a:pt x="7" y="50"/>
                </a:moveTo>
                <a:lnTo>
                  <a:pt x="0" y="45"/>
                </a:lnTo>
                <a:lnTo>
                  <a:pt x="44" y="0"/>
                </a:lnTo>
                <a:lnTo>
                  <a:pt x="89" y="45"/>
                </a:lnTo>
                <a:lnTo>
                  <a:pt x="82" y="50"/>
                </a:lnTo>
                <a:lnTo>
                  <a:pt x="44" y="13"/>
                </a:lnTo>
                <a:lnTo>
                  <a:pt x="7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5" name="Rectangle 219">
            <a:extLst>
              <a:ext uri="{FF2B5EF4-FFF2-40B4-BE49-F238E27FC236}">
                <a16:creationId xmlns:a16="http://schemas.microsoft.com/office/drawing/2014/main" id="{1B78C9C9-2826-4417-A6CB-C2755871B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9763" y="5727701"/>
            <a:ext cx="14288" cy="255588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6" name="Freeform 220">
            <a:extLst>
              <a:ext uri="{FF2B5EF4-FFF2-40B4-BE49-F238E27FC236}">
                <a16:creationId xmlns:a16="http://schemas.microsoft.com/office/drawing/2014/main" id="{C0A538BC-C4B1-40DB-AC62-AC56221DA3DE}"/>
              </a:ext>
            </a:extLst>
          </p:cNvPr>
          <p:cNvSpPr>
            <a:spLocks/>
          </p:cNvSpPr>
          <p:nvPr/>
        </p:nvSpPr>
        <p:spPr bwMode="auto">
          <a:xfrm>
            <a:off x="3036888" y="5822951"/>
            <a:ext cx="300038" cy="303213"/>
          </a:xfrm>
          <a:custGeom>
            <a:avLst/>
            <a:gdLst>
              <a:gd name="T0" fmla="*/ 189 w 189"/>
              <a:gd name="T1" fmla="*/ 191 h 191"/>
              <a:gd name="T2" fmla="*/ 0 w 189"/>
              <a:gd name="T3" fmla="*/ 191 h 191"/>
              <a:gd name="T4" fmla="*/ 0 w 189"/>
              <a:gd name="T5" fmla="*/ 0 h 191"/>
              <a:gd name="T6" fmla="*/ 71 w 189"/>
              <a:gd name="T7" fmla="*/ 0 h 191"/>
              <a:gd name="T8" fmla="*/ 71 w 189"/>
              <a:gd name="T9" fmla="*/ 10 h 191"/>
              <a:gd name="T10" fmla="*/ 8 w 189"/>
              <a:gd name="T11" fmla="*/ 10 h 191"/>
              <a:gd name="T12" fmla="*/ 8 w 189"/>
              <a:gd name="T13" fmla="*/ 183 h 191"/>
              <a:gd name="T14" fmla="*/ 181 w 189"/>
              <a:gd name="T15" fmla="*/ 183 h 191"/>
              <a:gd name="T16" fmla="*/ 181 w 189"/>
              <a:gd name="T17" fmla="*/ 10 h 191"/>
              <a:gd name="T18" fmla="*/ 121 w 189"/>
              <a:gd name="T19" fmla="*/ 10 h 191"/>
              <a:gd name="T20" fmla="*/ 121 w 189"/>
              <a:gd name="T21" fmla="*/ 0 h 191"/>
              <a:gd name="T22" fmla="*/ 189 w 189"/>
              <a:gd name="T23" fmla="*/ 0 h 191"/>
              <a:gd name="T24" fmla="*/ 189 w 189"/>
              <a:gd name="T25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9" h="191">
                <a:moveTo>
                  <a:pt x="189" y="191"/>
                </a:moveTo>
                <a:lnTo>
                  <a:pt x="0" y="191"/>
                </a:lnTo>
                <a:lnTo>
                  <a:pt x="0" y="0"/>
                </a:lnTo>
                <a:lnTo>
                  <a:pt x="71" y="0"/>
                </a:lnTo>
                <a:lnTo>
                  <a:pt x="71" y="10"/>
                </a:lnTo>
                <a:lnTo>
                  <a:pt x="8" y="10"/>
                </a:lnTo>
                <a:lnTo>
                  <a:pt x="8" y="183"/>
                </a:lnTo>
                <a:lnTo>
                  <a:pt x="181" y="183"/>
                </a:lnTo>
                <a:lnTo>
                  <a:pt x="181" y="10"/>
                </a:lnTo>
                <a:lnTo>
                  <a:pt x="121" y="10"/>
                </a:lnTo>
                <a:lnTo>
                  <a:pt x="121" y="0"/>
                </a:lnTo>
                <a:lnTo>
                  <a:pt x="189" y="0"/>
                </a:lnTo>
                <a:lnTo>
                  <a:pt x="189" y="19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7" name="Freeform 221">
            <a:extLst>
              <a:ext uri="{FF2B5EF4-FFF2-40B4-BE49-F238E27FC236}">
                <a16:creationId xmlns:a16="http://schemas.microsoft.com/office/drawing/2014/main" id="{3A54E4C4-7924-47C8-ABBB-9A572592B3FC}"/>
              </a:ext>
            </a:extLst>
          </p:cNvPr>
          <p:cNvSpPr>
            <a:spLocks noEditPoints="1"/>
          </p:cNvSpPr>
          <p:nvPr/>
        </p:nvSpPr>
        <p:spPr bwMode="auto">
          <a:xfrm>
            <a:off x="3890963" y="5708651"/>
            <a:ext cx="273050" cy="417513"/>
          </a:xfrm>
          <a:custGeom>
            <a:avLst/>
            <a:gdLst>
              <a:gd name="T0" fmla="*/ 19 w 126"/>
              <a:gd name="T1" fmla="*/ 193 h 193"/>
              <a:gd name="T2" fmla="*/ 14 w 126"/>
              <a:gd name="T3" fmla="*/ 192 h 193"/>
              <a:gd name="T4" fmla="*/ 10 w 126"/>
              <a:gd name="T5" fmla="*/ 180 h 193"/>
              <a:gd name="T6" fmla="*/ 32 w 126"/>
              <a:gd name="T7" fmla="*/ 115 h 193"/>
              <a:gd name="T8" fmla="*/ 10 w 126"/>
              <a:gd name="T9" fmla="*/ 115 h 193"/>
              <a:gd name="T10" fmla="*/ 2 w 126"/>
              <a:gd name="T11" fmla="*/ 111 h 193"/>
              <a:gd name="T12" fmla="*/ 1 w 126"/>
              <a:gd name="T13" fmla="*/ 102 h 193"/>
              <a:gd name="T14" fmla="*/ 37 w 126"/>
              <a:gd name="T15" fmla="*/ 7 h 193"/>
              <a:gd name="T16" fmla="*/ 46 w 126"/>
              <a:gd name="T17" fmla="*/ 0 h 193"/>
              <a:gd name="T18" fmla="*/ 116 w 126"/>
              <a:gd name="T19" fmla="*/ 0 h 193"/>
              <a:gd name="T20" fmla="*/ 126 w 126"/>
              <a:gd name="T21" fmla="*/ 10 h 193"/>
              <a:gd name="T22" fmla="*/ 124 w 126"/>
              <a:gd name="T23" fmla="*/ 15 h 193"/>
              <a:gd name="T24" fmla="*/ 88 w 126"/>
              <a:gd name="T25" fmla="*/ 68 h 193"/>
              <a:gd name="T26" fmla="*/ 106 w 126"/>
              <a:gd name="T27" fmla="*/ 68 h 193"/>
              <a:gd name="T28" fmla="*/ 114 w 126"/>
              <a:gd name="T29" fmla="*/ 74 h 193"/>
              <a:gd name="T30" fmla="*/ 113 w 126"/>
              <a:gd name="T31" fmla="*/ 84 h 193"/>
              <a:gd name="T32" fmla="*/ 26 w 126"/>
              <a:gd name="T33" fmla="*/ 190 h 193"/>
              <a:gd name="T34" fmla="*/ 19 w 126"/>
              <a:gd name="T35" fmla="*/ 193 h 193"/>
              <a:gd name="T36" fmla="*/ 46 w 126"/>
              <a:gd name="T37" fmla="*/ 8 h 193"/>
              <a:gd name="T38" fmla="*/ 44 w 126"/>
              <a:gd name="T39" fmla="*/ 9 h 193"/>
              <a:gd name="T40" fmla="*/ 9 w 126"/>
              <a:gd name="T41" fmla="*/ 105 h 193"/>
              <a:gd name="T42" fmla="*/ 9 w 126"/>
              <a:gd name="T43" fmla="*/ 106 h 193"/>
              <a:gd name="T44" fmla="*/ 10 w 126"/>
              <a:gd name="T45" fmla="*/ 107 h 193"/>
              <a:gd name="T46" fmla="*/ 43 w 126"/>
              <a:gd name="T47" fmla="*/ 107 h 193"/>
              <a:gd name="T48" fmla="*/ 17 w 126"/>
              <a:gd name="T49" fmla="*/ 183 h 193"/>
              <a:gd name="T50" fmla="*/ 18 w 126"/>
              <a:gd name="T51" fmla="*/ 185 h 193"/>
              <a:gd name="T52" fmla="*/ 20 w 126"/>
              <a:gd name="T53" fmla="*/ 185 h 193"/>
              <a:gd name="T54" fmla="*/ 107 w 126"/>
              <a:gd name="T55" fmla="*/ 79 h 193"/>
              <a:gd name="T56" fmla="*/ 107 w 126"/>
              <a:gd name="T57" fmla="*/ 77 h 193"/>
              <a:gd name="T58" fmla="*/ 106 w 126"/>
              <a:gd name="T59" fmla="*/ 76 h 193"/>
              <a:gd name="T60" fmla="*/ 73 w 126"/>
              <a:gd name="T61" fmla="*/ 76 h 193"/>
              <a:gd name="T62" fmla="*/ 117 w 126"/>
              <a:gd name="T63" fmla="*/ 11 h 193"/>
              <a:gd name="T64" fmla="*/ 118 w 126"/>
              <a:gd name="T65" fmla="*/ 10 h 193"/>
              <a:gd name="T66" fmla="*/ 116 w 126"/>
              <a:gd name="T67" fmla="*/ 8 h 193"/>
              <a:gd name="T68" fmla="*/ 46 w 126"/>
              <a:gd name="T69" fmla="*/ 8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6" h="193">
                <a:moveTo>
                  <a:pt x="19" y="193"/>
                </a:moveTo>
                <a:cubicBezTo>
                  <a:pt x="17" y="193"/>
                  <a:pt x="16" y="193"/>
                  <a:pt x="14" y="192"/>
                </a:cubicBezTo>
                <a:cubicBezTo>
                  <a:pt x="10" y="190"/>
                  <a:pt x="8" y="185"/>
                  <a:pt x="10" y="180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7" y="115"/>
                  <a:pt x="4" y="113"/>
                  <a:pt x="2" y="111"/>
                </a:cubicBezTo>
                <a:cubicBezTo>
                  <a:pt x="0" y="108"/>
                  <a:pt x="0" y="105"/>
                  <a:pt x="1" y="102"/>
                </a:cubicBezTo>
                <a:cubicBezTo>
                  <a:pt x="37" y="7"/>
                  <a:pt x="37" y="7"/>
                  <a:pt x="37" y="7"/>
                </a:cubicBezTo>
                <a:cubicBezTo>
                  <a:pt x="38" y="3"/>
                  <a:pt x="42" y="0"/>
                  <a:pt x="4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22" y="0"/>
                  <a:pt x="126" y="5"/>
                  <a:pt x="126" y="10"/>
                </a:cubicBezTo>
                <a:cubicBezTo>
                  <a:pt x="126" y="12"/>
                  <a:pt x="125" y="14"/>
                  <a:pt x="124" y="15"/>
                </a:cubicBezTo>
                <a:cubicBezTo>
                  <a:pt x="88" y="68"/>
                  <a:pt x="88" y="68"/>
                  <a:pt x="88" y="68"/>
                </a:cubicBezTo>
                <a:cubicBezTo>
                  <a:pt x="106" y="68"/>
                  <a:pt x="106" y="68"/>
                  <a:pt x="106" y="68"/>
                </a:cubicBezTo>
                <a:cubicBezTo>
                  <a:pt x="109" y="68"/>
                  <a:pt x="113" y="70"/>
                  <a:pt x="114" y="74"/>
                </a:cubicBezTo>
                <a:cubicBezTo>
                  <a:pt x="116" y="77"/>
                  <a:pt x="115" y="81"/>
                  <a:pt x="113" y="84"/>
                </a:cubicBezTo>
                <a:cubicBezTo>
                  <a:pt x="26" y="190"/>
                  <a:pt x="26" y="190"/>
                  <a:pt x="26" y="190"/>
                </a:cubicBezTo>
                <a:cubicBezTo>
                  <a:pt x="25" y="192"/>
                  <a:pt x="22" y="193"/>
                  <a:pt x="19" y="193"/>
                </a:cubicBezTo>
                <a:close/>
                <a:moveTo>
                  <a:pt x="46" y="8"/>
                </a:moveTo>
                <a:cubicBezTo>
                  <a:pt x="45" y="8"/>
                  <a:pt x="44" y="9"/>
                  <a:pt x="44" y="9"/>
                </a:cubicBezTo>
                <a:cubicBezTo>
                  <a:pt x="9" y="105"/>
                  <a:pt x="9" y="105"/>
                  <a:pt x="9" y="105"/>
                </a:cubicBezTo>
                <a:cubicBezTo>
                  <a:pt x="8" y="105"/>
                  <a:pt x="9" y="106"/>
                  <a:pt x="9" y="106"/>
                </a:cubicBezTo>
                <a:cubicBezTo>
                  <a:pt x="9" y="107"/>
                  <a:pt x="10" y="107"/>
                  <a:pt x="10" y="107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17" y="183"/>
                  <a:pt x="17" y="183"/>
                  <a:pt x="17" y="183"/>
                </a:cubicBezTo>
                <a:cubicBezTo>
                  <a:pt x="17" y="184"/>
                  <a:pt x="18" y="185"/>
                  <a:pt x="18" y="185"/>
                </a:cubicBezTo>
                <a:cubicBezTo>
                  <a:pt x="19" y="186"/>
                  <a:pt x="20" y="185"/>
                  <a:pt x="20" y="185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8"/>
                  <a:pt x="107" y="77"/>
                  <a:pt x="107" y="77"/>
                </a:cubicBezTo>
                <a:cubicBezTo>
                  <a:pt x="107" y="76"/>
                  <a:pt x="106" y="76"/>
                  <a:pt x="106" y="76"/>
                </a:cubicBezTo>
                <a:cubicBezTo>
                  <a:pt x="73" y="76"/>
                  <a:pt x="73" y="76"/>
                  <a:pt x="73" y="76"/>
                </a:cubicBezTo>
                <a:cubicBezTo>
                  <a:pt x="117" y="11"/>
                  <a:pt x="117" y="11"/>
                  <a:pt x="117" y="11"/>
                </a:cubicBezTo>
                <a:cubicBezTo>
                  <a:pt x="118" y="11"/>
                  <a:pt x="118" y="10"/>
                  <a:pt x="118" y="10"/>
                </a:cubicBezTo>
                <a:cubicBezTo>
                  <a:pt x="118" y="9"/>
                  <a:pt x="117" y="8"/>
                  <a:pt x="116" y="8"/>
                </a:cubicBezTo>
                <a:lnTo>
                  <a:pt x="46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8" name="Freeform 222">
            <a:extLst>
              <a:ext uri="{FF2B5EF4-FFF2-40B4-BE49-F238E27FC236}">
                <a16:creationId xmlns:a16="http://schemas.microsoft.com/office/drawing/2014/main" id="{FD720649-7EF1-4439-9402-6876F142980F}"/>
              </a:ext>
            </a:extLst>
          </p:cNvPr>
          <p:cNvSpPr>
            <a:spLocks noEditPoints="1"/>
          </p:cNvSpPr>
          <p:nvPr/>
        </p:nvSpPr>
        <p:spPr bwMode="auto">
          <a:xfrm>
            <a:off x="7169151" y="5832476"/>
            <a:ext cx="115888" cy="285750"/>
          </a:xfrm>
          <a:custGeom>
            <a:avLst/>
            <a:gdLst>
              <a:gd name="T0" fmla="*/ 38 w 53"/>
              <a:gd name="T1" fmla="*/ 132 h 132"/>
              <a:gd name="T2" fmla="*/ 15 w 53"/>
              <a:gd name="T3" fmla="*/ 132 h 132"/>
              <a:gd name="T4" fmla="*/ 0 w 53"/>
              <a:gd name="T5" fmla="*/ 116 h 132"/>
              <a:gd name="T6" fmla="*/ 0 w 53"/>
              <a:gd name="T7" fmla="*/ 16 h 132"/>
              <a:gd name="T8" fmla="*/ 15 w 53"/>
              <a:gd name="T9" fmla="*/ 0 h 132"/>
              <a:gd name="T10" fmla="*/ 38 w 53"/>
              <a:gd name="T11" fmla="*/ 0 h 132"/>
              <a:gd name="T12" fmla="*/ 53 w 53"/>
              <a:gd name="T13" fmla="*/ 16 h 132"/>
              <a:gd name="T14" fmla="*/ 53 w 53"/>
              <a:gd name="T15" fmla="*/ 116 h 132"/>
              <a:gd name="T16" fmla="*/ 38 w 53"/>
              <a:gd name="T17" fmla="*/ 132 h 132"/>
              <a:gd name="T18" fmla="*/ 15 w 53"/>
              <a:gd name="T19" fmla="*/ 8 h 132"/>
              <a:gd name="T20" fmla="*/ 8 w 53"/>
              <a:gd name="T21" fmla="*/ 16 h 132"/>
              <a:gd name="T22" fmla="*/ 8 w 53"/>
              <a:gd name="T23" fmla="*/ 116 h 132"/>
              <a:gd name="T24" fmla="*/ 15 w 53"/>
              <a:gd name="T25" fmla="*/ 124 h 132"/>
              <a:gd name="T26" fmla="*/ 38 w 53"/>
              <a:gd name="T27" fmla="*/ 124 h 132"/>
              <a:gd name="T28" fmla="*/ 45 w 53"/>
              <a:gd name="T29" fmla="*/ 116 h 132"/>
              <a:gd name="T30" fmla="*/ 45 w 53"/>
              <a:gd name="T31" fmla="*/ 16 h 132"/>
              <a:gd name="T32" fmla="*/ 38 w 53"/>
              <a:gd name="T33" fmla="*/ 8 h 132"/>
              <a:gd name="T34" fmla="*/ 15 w 53"/>
              <a:gd name="T35" fmla="*/ 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3" h="132">
                <a:moveTo>
                  <a:pt x="38" y="132"/>
                </a:moveTo>
                <a:cubicBezTo>
                  <a:pt x="15" y="132"/>
                  <a:pt x="15" y="132"/>
                  <a:pt x="15" y="132"/>
                </a:cubicBezTo>
                <a:cubicBezTo>
                  <a:pt x="7" y="132"/>
                  <a:pt x="0" y="125"/>
                  <a:pt x="0" y="1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7"/>
                  <a:pt x="7" y="0"/>
                  <a:pt x="15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6" y="0"/>
                  <a:pt x="53" y="7"/>
                  <a:pt x="53" y="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25"/>
                  <a:pt x="46" y="132"/>
                  <a:pt x="38" y="132"/>
                </a:cubicBezTo>
                <a:close/>
                <a:moveTo>
                  <a:pt x="15" y="8"/>
                </a:moveTo>
                <a:cubicBezTo>
                  <a:pt x="11" y="8"/>
                  <a:pt x="8" y="12"/>
                  <a:pt x="8" y="16"/>
                </a:cubicBezTo>
                <a:cubicBezTo>
                  <a:pt x="8" y="116"/>
                  <a:pt x="8" y="116"/>
                  <a:pt x="8" y="116"/>
                </a:cubicBezTo>
                <a:cubicBezTo>
                  <a:pt x="8" y="120"/>
                  <a:pt x="11" y="124"/>
                  <a:pt x="15" y="124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42" y="124"/>
                  <a:pt x="45" y="120"/>
                  <a:pt x="45" y="1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2"/>
                  <a:pt x="42" y="8"/>
                  <a:pt x="38" y="8"/>
                </a:cubicBezTo>
                <a:lnTo>
                  <a:pt x="15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9" name="Freeform 223">
            <a:extLst>
              <a:ext uri="{FF2B5EF4-FFF2-40B4-BE49-F238E27FC236}">
                <a16:creationId xmlns:a16="http://schemas.microsoft.com/office/drawing/2014/main" id="{18DA5F4C-4218-4B5C-B8F8-66D570D45B1B}"/>
              </a:ext>
            </a:extLst>
          </p:cNvPr>
          <p:cNvSpPr>
            <a:spLocks noEditPoints="1"/>
          </p:cNvSpPr>
          <p:nvPr/>
        </p:nvSpPr>
        <p:spPr bwMode="auto">
          <a:xfrm>
            <a:off x="7291388" y="5710238"/>
            <a:ext cx="114300" cy="407988"/>
          </a:xfrm>
          <a:custGeom>
            <a:avLst/>
            <a:gdLst>
              <a:gd name="T0" fmla="*/ 38 w 53"/>
              <a:gd name="T1" fmla="*/ 188 h 188"/>
              <a:gd name="T2" fmla="*/ 15 w 53"/>
              <a:gd name="T3" fmla="*/ 188 h 188"/>
              <a:gd name="T4" fmla="*/ 0 w 53"/>
              <a:gd name="T5" fmla="*/ 172 h 188"/>
              <a:gd name="T6" fmla="*/ 0 w 53"/>
              <a:gd name="T7" fmla="*/ 15 h 188"/>
              <a:gd name="T8" fmla="*/ 15 w 53"/>
              <a:gd name="T9" fmla="*/ 0 h 188"/>
              <a:gd name="T10" fmla="*/ 38 w 53"/>
              <a:gd name="T11" fmla="*/ 0 h 188"/>
              <a:gd name="T12" fmla="*/ 53 w 53"/>
              <a:gd name="T13" fmla="*/ 15 h 188"/>
              <a:gd name="T14" fmla="*/ 53 w 53"/>
              <a:gd name="T15" fmla="*/ 172 h 188"/>
              <a:gd name="T16" fmla="*/ 38 w 53"/>
              <a:gd name="T17" fmla="*/ 188 h 188"/>
              <a:gd name="T18" fmla="*/ 15 w 53"/>
              <a:gd name="T19" fmla="*/ 8 h 188"/>
              <a:gd name="T20" fmla="*/ 8 w 53"/>
              <a:gd name="T21" fmla="*/ 15 h 188"/>
              <a:gd name="T22" fmla="*/ 8 w 53"/>
              <a:gd name="T23" fmla="*/ 172 h 188"/>
              <a:gd name="T24" fmla="*/ 15 w 53"/>
              <a:gd name="T25" fmla="*/ 180 h 188"/>
              <a:gd name="T26" fmla="*/ 38 w 53"/>
              <a:gd name="T27" fmla="*/ 180 h 188"/>
              <a:gd name="T28" fmla="*/ 45 w 53"/>
              <a:gd name="T29" fmla="*/ 172 h 188"/>
              <a:gd name="T30" fmla="*/ 45 w 53"/>
              <a:gd name="T31" fmla="*/ 15 h 188"/>
              <a:gd name="T32" fmla="*/ 38 w 53"/>
              <a:gd name="T33" fmla="*/ 8 h 188"/>
              <a:gd name="T34" fmla="*/ 15 w 53"/>
              <a:gd name="T35" fmla="*/ 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3" h="188">
                <a:moveTo>
                  <a:pt x="38" y="188"/>
                </a:moveTo>
                <a:cubicBezTo>
                  <a:pt x="15" y="188"/>
                  <a:pt x="15" y="188"/>
                  <a:pt x="15" y="188"/>
                </a:cubicBezTo>
                <a:cubicBezTo>
                  <a:pt x="7" y="188"/>
                  <a:pt x="0" y="181"/>
                  <a:pt x="0" y="17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7" y="0"/>
                  <a:pt x="15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6" y="0"/>
                  <a:pt x="53" y="7"/>
                  <a:pt x="53" y="15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81"/>
                  <a:pt x="46" y="188"/>
                  <a:pt x="38" y="188"/>
                </a:cubicBezTo>
                <a:close/>
                <a:moveTo>
                  <a:pt x="15" y="8"/>
                </a:moveTo>
                <a:cubicBezTo>
                  <a:pt x="11" y="8"/>
                  <a:pt x="8" y="12"/>
                  <a:pt x="8" y="15"/>
                </a:cubicBezTo>
                <a:cubicBezTo>
                  <a:pt x="8" y="172"/>
                  <a:pt x="8" y="172"/>
                  <a:pt x="8" y="172"/>
                </a:cubicBezTo>
                <a:cubicBezTo>
                  <a:pt x="8" y="176"/>
                  <a:pt x="11" y="180"/>
                  <a:pt x="15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2" y="180"/>
                  <a:pt x="45" y="176"/>
                  <a:pt x="45" y="172"/>
                </a:cubicBezTo>
                <a:cubicBezTo>
                  <a:pt x="45" y="15"/>
                  <a:pt x="45" y="15"/>
                  <a:pt x="45" y="15"/>
                </a:cubicBezTo>
                <a:cubicBezTo>
                  <a:pt x="45" y="12"/>
                  <a:pt x="42" y="8"/>
                  <a:pt x="38" y="8"/>
                </a:cubicBezTo>
                <a:lnTo>
                  <a:pt x="15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0" name="Freeform 224">
            <a:extLst>
              <a:ext uri="{FF2B5EF4-FFF2-40B4-BE49-F238E27FC236}">
                <a16:creationId xmlns:a16="http://schemas.microsoft.com/office/drawing/2014/main" id="{1B6981B0-2A44-44FB-BEA1-D33DDE07BEC3}"/>
              </a:ext>
            </a:extLst>
          </p:cNvPr>
          <p:cNvSpPr>
            <a:spLocks noEditPoints="1"/>
          </p:cNvSpPr>
          <p:nvPr/>
        </p:nvSpPr>
        <p:spPr bwMode="auto">
          <a:xfrm>
            <a:off x="7412038" y="5905501"/>
            <a:ext cx="114300" cy="212725"/>
          </a:xfrm>
          <a:custGeom>
            <a:avLst/>
            <a:gdLst>
              <a:gd name="T0" fmla="*/ 38 w 53"/>
              <a:gd name="T1" fmla="*/ 98 h 98"/>
              <a:gd name="T2" fmla="*/ 15 w 53"/>
              <a:gd name="T3" fmla="*/ 98 h 98"/>
              <a:gd name="T4" fmla="*/ 0 w 53"/>
              <a:gd name="T5" fmla="*/ 82 h 98"/>
              <a:gd name="T6" fmla="*/ 0 w 53"/>
              <a:gd name="T7" fmla="*/ 15 h 98"/>
              <a:gd name="T8" fmla="*/ 15 w 53"/>
              <a:gd name="T9" fmla="*/ 0 h 98"/>
              <a:gd name="T10" fmla="*/ 38 w 53"/>
              <a:gd name="T11" fmla="*/ 0 h 98"/>
              <a:gd name="T12" fmla="*/ 53 w 53"/>
              <a:gd name="T13" fmla="*/ 15 h 98"/>
              <a:gd name="T14" fmla="*/ 53 w 53"/>
              <a:gd name="T15" fmla="*/ 82 h 98"/>
              <a:gd name="T16" fmla="*/ 38 w 53"/>
              <a:gd name="T17" fmla="*/ 98 h 98"/>
              <a:gd name="T18" fmla="*/ 15 w 53"/>
              <a:gd name="T19" fmla="*/ 8 h 98"/>
              <a:gd name="T20" fmla="*/ 8 w 53"/>
              <a:gd name="T21" fmla="*/ 15 h 98"/>
              <a:gd name="T22" fmla="*/ 8 w 53"/>
              <a:gd name="T23" fmla="*/ 82 h 98"/>
              <a:gd name="T24" fmla="*/ 15 w 53"/>
              <a:gd name="T25" fmla="*/ 90 h 98"/>
              <a:gd name="T26" fmla="*/ 38 w 53"/>
              <a:gd name="T27" fmla="*/ 90 h 98"/>
              <a:gd name="T28" fmla="*/ 45 w 53"/>
              <a:gd name="T29" fmla="*/ 82 h 98"/>
              <a:gd name="T30" fmla="*/ 45 w 53"/>
              <a:gd name="T31" fmla="*/ 15 h 98"/>
              <a:gd name="T32" fmla="*/ 38 w 53"/>
              <a:gd name="T33" fmla="*/ 8 h 98"/>
              <a:gd name="T34" fmla="*/ 15 w 53"/>
              <a:gd name="T35" fmla="*/ 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3" h="98">
                <a:moveTo>
                  <a:pt x="38" y="98"/>
                </a:moveTo>
                <a:cubicBezTo>
                  <a:pt x="15" y="98"/>
                  <a:pt x="15" y="98"/>
                  <a:pt x="15" y="98"/>
                </a:cubicBezTo>
                <a:cubicBezTo>
                  <a:pt x="7" y="98"/>
                  <a:pt x="0" y="91"/>
                  <a:pt x="0" y="8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7" y="0"/>
                  <a:pt x="15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6" y="0"/>
                  <a:pt x="53" y="7"/>
                  <a:pt x="53" y="15"/>
                </a:cubicBezTo>
                <a:cubicBezTo>
                  <a:pt x="53" y="82"/>
                  <a:pt x="53" y="82"/>
                  <a:pt x="53" y="82"/>
                </a:cubicBezTo>
                <a:cubicBezTo>
                  <a:pt x="53" y="91"/>
                  <a:pt x="46" y="98"/>
                  <a:pt x="38" y="98"/>
                </a:cubicBezTo>
                <a:close/>
                <a:moveTo>
                  <a:pt x="15" y="8"/>
                </a:moveTo>
                <a:cubicBezTo>
                  <a:pt x="12" y="8"/>
                  <a:pt x="8" y="11"/>
                  <a:pt x="8" y="15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86"/>
                  <a:pt x="12" y="90"/>
                  <a:pt x="15" y="90"/>
                </a:cubicBezTo>
                <a:cubicBezTo>
                  <a:pt x="38" y="90"/>
                  <a:pt x="38" y="90"/>
                  <a:pt x="38" y="90"/>
                </a:cubicBezTo>
                <a:cubicBezTo>
                  <a:pt x="42" y="90"/>
                  <a:pt x="45" y="86"/>
                  <a:pt x="45" y="82"/>
                </a:cubicBezTo>
                <a:cubicBezTo>
                  <a:pt x="45" y="15"/>
                  <a:pt x="45" y="15"/>
                  <a:pt x="45" y="15"/>
                </a:cubicBezTo>
                <a:cubicBezTo>
                  <a:pt x="45" y="11"/>
                  <a:pt x="42" y="8"/>
                  <a:pt x="38" y="8"/>
                </a:cubicBezTo>
                <a:lnTo>
                  <a:pt x="15" y="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1" name="Freeform 225">
            <a:extLst>
              <a:ext uri="{FF2B5EF4-FFF2-40B4-BE49-F238E27FC236}">
                <a16:creationId xmlns:a16="http://schemas.microsoft.com/office/drawing/2014/main" id="{CD0E1021-3379-45E2-9903-542D06ADEA69}"/>
              </a:ext>
            </a:extLst>
          </p:cNvPr>
          <p:cNvSpPr>
            <a:spLocks noEditPoints="1"/>
          </p:cNvSpPr>
          <p:nvPr/>
        </p:nvSpPr>
        <p:spPr bwMode="auto">
          <a:xfrm>
            <a:off x="1330326" y="5715001"/>
            <a:ext cx="398463" cy="400050"/>
          </a:xfrm>
          <a:custGeom>
            <a:avLst/>
            <a:gdLst>
              <a:gd name="T0" fmla="*/ 130 w 184"/>
              <a:gd name="T1" fmla="*/ 185 h 185"/>
              <a:gd name="T2" fmla="*/ 54 w 184"/>
              <a:gd name="T3" fmla="*/ 185 h 185"/>
              <a:gd name="T4" fmla="*/ 39 w 184"/>
              <a:gd name="T5" fmla="*/ 170 h 185"/>
              <a:gd name="T6" fmla="*/ 39 w 184"/>
              <a:gd name="T7" fmla="*/ 104 h 185"/>
              <a:gd name="T8" fmla="*/ 16 w 184"/>
              <a:gd name="T9" fmla="*/ 104 h 185"/>
              <a:gd name="T10" fmla="*/ 2 w 184"/>
              <a:gd name="T11" fmla="*/ 95 h 185"/>
              <a:gd name="T12" fmla="*/ 5 w 184"/>
              <a:gd name="T13" fmla="*/ 79 h 185"/>
              <a:gd name="T14" fmla="*/ 81 w 184"/>
              <a:gd name="T15" fmla="*/ 5 h 185"/>
              <a:gd name="T16" fmla="*/ 92 w 184"/>
              <a:gd name="T17" fmla="*/ 0 h 185"/>
              <a:gd name="T18" fmla="*/ 103 w 184"/>
              <a:gd name="T19" fmla="*/ 5 h 185"/>
              <a:gd name="T20" fmla="*/ 178 w 184"/>
              <a:gd name="T21" fmla="*/ 79 h 185"/>
              <a:gd name="T22" fmla="*/ 181 w 184"/>
              <a:gd name="T23" fmla="*/ 95 h 185"/>
              <a:gd name="T24" fmla="*/ 168 w 184"/>
              <a:gd name="T25" fmla="*/ 104 h 185"/>
              <a:gd name="T26" fmla="*/ 145 w 184"/>
              <a:gd name="T27" fmla="*/ 104 h 185"/>
              <a:gd name="T28" fmla="*/ 145 w 184"/>
              <a:gd name="T29" fmla="*/ 170 h 185"/>
              <a:gd name="T30" fmla="*/ 130 w 184"/>
              <a:gd name="T31" fmla="*/ 185 h 185"/>
              <a:gd name="T32" fmla="*/ 92 w 184"/>
              <a:gd name="T33" fmla="*/ 8 h 185"/>
              <a:gd name="T34" fmla="*/ 87 w 184"/>
              <a:gd name="T35" fmla="*/ 10 h 185"/>
              <a:gd name="T36" fmla="*/ 11 w 184"/>
              <a:gd name="T37" fmla="*/ 84 h 185"/>
              <a:gd name="T38" fmla="*/ 9 w 184"/>
              <a:gd name="T39" fmla="*/ 92 h 185"/>
              <a:gd name="T40" fmla="*/ 16 w 184"/>
              <a:gd name="T41" fmla="*/ 96 h 185"/>
              <a:gd name="T42" fmla="*/ 47 w 184"/>
              <a:gd name="T43" fmla="*/ 96 h 185"/>
              <a:gd name="T44" fmla="*/ 47 w 184"/>
              <a:gd name="T45" fmla="*/ 170 h 185"/>
              <a:gd name="T46" fmla="*/ 54 w 184"/>
              <a:gd name="T47" fmla="*/ 177 h 185"/>
              <a:gd name="T48" fmla="*/ 130 w 184"/>
              <a:gd name="T49" fmla="*/ 177 h 185"/>
              <a:gd name="T50" fmla="*/ 137 w 184"/>
              <a:gd name="T51" fmla="*/ 170 h 185"/>
              <a:gd name="T52" fmla="*/ 137 w 184"/>
              <a:gd name="T53" fmla="*/ 96 h 185"/>
              <a:gd name="T54" fmla="*/ 168 w 184"/>
              <a:gd name="T55" fmla="*/ 96 h 185"/>
              <a:gd name="T56" fmla="*/ 174 w 184"/>
              <a:gd name="T57" fmla="*/ 92 h 185"/>
              <a:gd name="T58" fmla="*/ 173 w 184"/>
              <a:gd name="T59" fmla="*/ 84 h 185"/>
              <a:gd name="T60" fmla="*/ 97 w 184"/>
              <a:gd name="T61" fmla="*/ 10 h 185"/>
              <a:gd name="T62" fmla="*/ 92 w 184"/>
              <a:gd name="T63" fmla="*/ 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4" h="185">
                <a:moveTo>
                  <a:pt x="130" y="185"/>
                </a:moveTo>
                <a:cubicBezTo>
                  <a:pt x="54" y="185"/>
                  <a:pt x="54" y="185"/>
                  <a:pt x="54" y="185"/>
                </a:cubicBezTo>
                <a:cubicBezTo>
                  <a:pt x="45" y="185"/>
                  <a:pt x="39" y="179"/>
                  <a:pt x="39" y="170"/>
                </a:cubicBezTo>
                <a:cubicBezTo>
                  <a:pt x="39" y="104"/>
                  <a:pt x="39" y="104"/>
                  <a:pt x="39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0" y="104"/>
                  <a:pt x="4" y="100"/>
                  <a:pt x="2" y="95"/>
                </a:cubicBezTo>
                <a:cubicBezTo>
                  <a:pt x="0" y="89"/>
                  <a:pt x="1" y="83"/>
                  <a:pt x="5" y="79"/>
                </a:cubicBezTo>
                <a:cubicBezTo>
                  <a:pt x="81" y="5"/>
                  <a:pt x="81" y="5"/>
                  <a:pt x="81" y="5"/>
                </a:cubicBezTo>
                <a:cubicBezTo>
                  <a:pt x="84" y="2"/>
                  <a:pt x="88" y="0"/>
                  <a:pt x="92" y="0"/>
                </a:cubicBezTo>
                <a:cubicBezTo>
                  <a:pt x="96" y="0"/>
                  <a:pt x="100" y="2"/>
                  <a:pt x="103" y="5"/>
                </a:cubicBezTo>
                <a:cubicBezTo>
                  <a:pt x="178" y="79"/>
                  <a:pt x="178" y="79"/>
                  <a:pt x="178" y="79"/>
                </a:cubicBezTo>
                <a:cubicBezTo>
                  <a:pt x="183" y="83"/>
                  <a:pt x="184" y="89"/>
                  <a:pt x="181" y="95"/>
                </a:cubicBezTo>
                <a:cubicBezTo>
                  <a:pt x="179" y="100"/>
                  <a:pt x="174" y="104"/>
                  <a:pt x="168" y="104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45" y="179"/>
                  <a:pt x="138" y="185"/>
                  <a:pt x="130" y="185"/>
                </a:cubicBezTo>
                <a:close/>
                <a:moveTo>
                  <a:pt x="92" y="8"/>
                </a:moveTo>
                <a:cubicBezTo>
                  <a:pt x="90" y="8"/>
                  <a:pt x="88" y="9"/>
                  <a:pt x="87" y="10"/>
                </a:cubicBezTo>
                <a:cubicBezTo>
                  <a:pt x="11" y="84"/>
                  <a:pt x="11" y="84"/>
                  <a:pt x="11" y="84"/>
                </a:cubicBezTo>
                <a:cubicBezTo>
                  <a:pt x="9" y="86"/>
                  <a:pt x="8" y="89"/>
                  <a:pt x="9" y="92"/>
                </a:cubicBezTo>
                <a:cubicBezTo>
                  <a:pt x="10" y="94"/>
                  <a:pt x="13" y="96"/>
                  <a:pt x="16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170"/>
                  <a:pt x="47" y="170"/>
                  <a:pt x="47" y="170"/>
                </a:cubicBezTo>
                <a:cubicBezTo>
                  <a:pt x="47" y="174"/>
                  <a:pt x="50" y="177"/>
                  <a:pt x="54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3" y="177"/>
                  <a:pt x="137" y="174"/>
                  <a:pt x="137" y="170"/>
                </a:cubicBezTo>
                <a:cubicBezTo>
                  <a:pt x="137" y="96"/>
                  <a:pt x="137" y="96"/>
                  <a:pt x="137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0" y="96"/>
                  <a:pt x="173" y="94"/>
                  <a:pt x="174" y="92"/>
                </a:cubicBezTo>
                <a:cubicBezTo>
                  <a:pt x="175" y="89"/>
                  <a:pt x="175" y="86"/>
                  <a:pt x="173" y="84"/>
                </a:cubicBezTo>
                <a:cubicBezTo>
                  <a:pt x="97" y="10"/>
                  <a:pt x="97" y="10"/>
                  <a:pt x="97" y="10"/>
                </a:cubicBezTo>
                <a:cubicBezTo>
                  <a:pt x="95" y="9"/>
                  <a:pt x="94" y="8"/>
                  <a:pt x="92" y="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938591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组合 78">
            <a:extLst>
              <a:ext uri="{FF2B5EF4-FFF2-40B4-BE49-F238E27FC236}">
                <a16:creationId xmlns:a16="http://schemas.microsoft.com/office/drawing/2014/main" id="{00D41346-8A8A-4F09-955F-466EF6B1CA4B}"/>
              </a:ext>
            </a:extLst>
          </p:cNvPr>
          <p:cNvGrpSpPr/>
          <p:nvPr/>
        </p:nvGrpSpPr>
        <p:grpSpPr>
          <a:xfrm>
            <a:off x="912813" y="935038"/>
            <a:ext cx="4384901" cy="2108487"/>
            <a:chOff x="912813" y="935038"/>
            <a:chExt cx="10363201" cy="4983163"/>
          </a:xfrm>
        </p:grpSpPr>
        <p:sp>
          <p:nvSpPr>
            <p:cNvPr id="2" name="Freeform 5">
              <a:extLst>
                <a:ext uri="{FF2B5EF4-FFF2-40B4-BE49-F238E27FC236}">
                  <a16:creationId xmlns:a16="http://schemas.microsoft.com/office/drawing/2014/main" id="{96EF78E2-06D1-4894-96B0-56DC6CB56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6" y="987426"/>
              <a:ext cx="749300" cy="395288"/>
            </a:xfrm>
            <a:custGeom>
              <a:avLst/>
              <a:gdLst>
                <a:gd name="T0" fmla="*/ 236 w 472"/>
                <a:gd name="T1" fmla="*/ 0 h 249"/>
                <a:gd name="T2" fmla="*/ 141 w 472"/>
                <a:gd name="T3" fmla="*/ 95 h 249"/>
                <a:gd name="T4" fmla="*/ 141 w 472"/>
                <a:gd name="T5" fmla="*/ 57 h 249"/>
                <a:gd name="T6" fmla="*/ 66 w 472"/>
                <a:gd name="T7" fmla="*/ 57 h 249"/>
                <a:gd name="T8" fmla="*/ 66 w 472"/>
                <a:gd name="T9" fmla="*/ 171 h 249"/>
                <a:gd name="T10" fmla="*/ 0 w 472"/>
                <a:gd name="T11" fmla="*/ 237 h 249"/>
                <a:gd name="T12" fmla="*/ 11 w 472"/>
                <a:gd name="T13" fmla="*/ 249 h 249"/>
                <a:gd name="T14" fmla="*/ 236 w 472"/>
                <a:gd name="T15" fmla="*/ 27 h 249"/>
                <a:gd name="T16" fmla="*/ 458 w 472"/>
                <a:gd name="T17" fmla="*/ 249 h 249"/>
                <a:gd name="T18" fmla="*/ 472 w 472"/>
                <a:gd name="T19" fmla="*/ 237 h 249"/>
                <a:gd name="T20" fmla="*/ 236 w 472"/>
                <a:gd name="T21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2" h="249">
                  <a:moveTo>
                    <a:pt x="236" y="0"/>
                  </a:moveTo>
                  <a:lnTo>
                    <a:pt x="141" y="95"/>
                  </a:lnTo>
                  <a:lnTo>
                    <a:pt x="141" y="57"/>
                  </a:lnTo>
                  <a:lnTo>
                    <a:pt x="66" y="57"/>
                  </a:lnTo>
                  <a:lnTo>
                    <a:pt x="66" y="171"/>
                  </a:lnTo>
                  <a:lnTo>
                    <a:pt x="0" y="237"/>
                  </a:lnTo>
                  <a:lnTo>
                    <a:pt x="11" y="249"/>
                  </a:lnTo>
                  <a:lnTo>
                    <a:pt x="236" y="27"/>
                  </a:lnTo>
                  <a:lnTo>
                    <a:pt x="458" y="249"/>
                  </a:lnTo>
                  <a:lnTo>
                    <a:pt x="472" y="237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6">
              <a:extLst>
                <a:ext uri="{FF2B5EF4-FFF2-40B4-BE49-F238E27FC236}">
                  <a16:creationId xmlns:a16="http://schemas.microsoft.com/office/drawing/2014/main" id="{2B225166-842A-4B0E-B795-A4B5715B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751" y="1108076"/>
              <a:ext cx="539750" cy="631825"/>
            </a:xfrm>
            <a:custGeom>
              <a:avLst/>
              <a:gdLst>
                <a:gd name="T0" fmla="*/ 0 w 340"/>
                <a:gd name="T1" fmla="*/ 171 h 398"/>
                <a:gd name="T2" fmla="*/ 0 w 340"/>
                <a:gd name="T3" fmla="*/ 398 h 398"/>
                <a:gd name="T4" fmla="*/ 132 w 340"/>
                <a:gd name="T5" fmla="*/ 398 h 398"/>
                <a:gd name="T6" fmla="*/ 132 w 340"/>
                <a:gd name="T7" fmla="*/ 265 h 398"/>
                <a:gd name="T8" fmla="*/ 208 w 340"/>
                <a:gd name="T9" fmla="*/ 265 h 398"/>
                <a:gd name="T10" fmla="*/ 208 w 340"/>
                <a:gd name="T11" fmla="*/ 398 h 398"/>
                <a:gd name="T12" fmla="*/ 340 w 340"/>
                <a:gd name="T13" fmla="*/ 398 h 398"/>
                <a:gd name="T14" fmla="*/ 340 w 340"/>
                <a:gd name="T15" fmla="*/ 171 h 398"/>
                <a:gd name="T16" fmla="*/ 170 w 340"/>
                <a:gd name="T17" fmla="*/ 0 h 398"/>
                <a:gd name="T18" fmla="*/ 0 w 340"/>
                <a:gd name="T19" fmla="*/ 17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0" h="398">
                  <a:moveTo>
                    <a:pt x="0" y="171"/>
                  </a:moveTo>
                  <a:lnTo>
                    <a:pt x="0" y="398"/>
                  </a:lnTo>
                  <a:lnTo>
                    <a:pt x="132" y="398"/>
                  </a:lnTo>
                  <a:lnTo>
                    <a:pt x="132" y="265"/>
                  </a:lnTo>
                  <a:lnTo>
                    <a:pt x="208" y="265"/>
                  </a:lnTo>
                  <a:lnTo>
                    <a:pt x="208" y="398"/>
                  </a:lnTo>
                  <a:lnTo>
                    <a:pt x="340" y="398"/>
                  </a:lnTo>
                  <a:lnTo>
                    <a:pt x="340" y="171"/>
                  </a:lnTo>
                  <a:lnTo>
                    <a:pt x="170" y="0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7">
              <a:extLst>
                <a:ext uri="{FF2B5EF4-FFF2-40B4-BE49-F238E27FC236}">
                  <a16:creationId xmlns:a16="http://schemas.microsoft.com/office/drawing/2014/main" id="{726220D7-CD86-48DB-942A-5C87930CC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613" y="969963"/>
              <a:ext cx="687388" cy="544513"/>
            </a:xfrm>
            <a:custGeom>
              <a:avLst/>
              <a:gdLst>
                <a:gd name="T0" fmla="*/ 79 w 183"/>
                <a:gd name="T1" fmla="*/ 124 h 145"/>
                <a:gd name="T2" fmla="*/ 92 w 183"/>
                <a:gd name="T3" fmla="*/ 119 h 145"/>
                <a:gd name="T4" fmla="*/ 104 w 183"/>
                <a:gd name="T5" fmla="*/ 124 h 145"/>
                <a:gd name="T6" fmla="*/ 107 w 183"/>
                <a:gd name="T7" fmla="*/ 127 h 145"/>
                <a:gd name="T8" fmla="*/ 125 w 183"/>
                <a:gd name="T9" fmla="*/ 145 h 145"/>
                <a:gd name="T10" fmla="*/ 183 w 183"/>
                <a:gd name="T11" fmla="*/ 88 h 145"/>
                <a:gd name="T12" fmla="*/ 98 w 183"/>
                <a:gd name="T13" fmla="*/ 3 h 145"/>
                <a:gd name="T14" fmla="*/ 85 w 183"/>
                <a:gd name="T15" fmla="*/ 3 h 145"/>
                <a:gd name="T16" fmla="*/ 4 w 183"/>
                <a:gd name="T17" fmla="*/ 84 h 145"/>
                <a:gd name="T18" fmla="*/ 0 w 183"/>
                <a:gd name="T19" fmla="*/ 88 h 145"/>
                <a:gd name="T20" fmla="*/ 58 w 183"/>
                <a:gd name="T21" fmla="*/ 145 h 145"/>
                <a:gd name="T22" fmla="*/ 79 w 183"/>
                <a:gd name="T23" fmla="*/ 12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3" h="145">
                  <a:moveTo>
                    <a:pt x="79" y="124"/>
                  </a:moveTo>
                  <a:cubicBezTo>
                    <a:pt x="83" y="121"/>
                    <a:pt x="87" y="119"/>
                    <a:pt x="92" y="119"/>
                  </a:cubicBezTo>
                  <a:cubicBezTo>
                    <a:pt x="96" y="119"/>
                    <a:pt x="101" y="121"/>
                    <a:pt x="104" y="124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0"/>
                    <a:pt x="88" y="0"/>
                    <a:pt x="85" y="3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8" y="145"/>
                    <a:pt x="58" y="145"/>
                    <a:pt x="58" y="145"/>
                  </a:cubicBezTo>
                  <a:lnTo>
                    <a:pt x="79" y="1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8">
              <a:extLst>
                <a:ext uri="{FF2B5EF4-FFF2-40B4-BE49-F238E27FC236}">
                  <a16:creationId xmlns:a16="http://schemas.microsoft.com/office/drawing/2014/main" id="{CE844550-7011-49C4-A95D-3786740A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613" y="1341438"/>
              <a:ext cx="195263" cy="395288"/>
            </a:xfrm>
            <a:custGeom>
              <a:avLst/>
              <a:gdLst>
                <a:gd name="T0" fmla="*/ 123 w 123"/>
                <a:gd name="T1" fmla="*/ 125 h 249"/>
                <a:gd name="T2" fmla="*/ 123 w 123"/>
                <a:gd name="T3" fmla="*/ 123 h 249"/>
                <a:gd name="T4" fmla="*/ 0 w 123"/>
                <a:gd name="T5" fmla="*/ 0 h 249"/>
                <a:gd name="T6" fmla="*/ 0 w 123"/>
                <a:gd name="T7" fmla="*/ 2 h 249"/>
                <a:gd name="T8" fmla="*/ 0 w 123"/>
                <a:gd name="T9" fmla="*/ 5 h 249"/>
                <a:gd name="T10" fmla="*/ 0 w 123"/>
                <a:gd name="T11" fmla="*/ 14 h 249"/>
                <a:gd name="T12" fmla="*/ 0 w 123"/>
                <a:gd name="T13" fmla="*/ 249 h 249"/>
                <a:gd name="T14" fmla="*/ 121 w 123"/>
                <a:gd name="T15" fmla="*/ 125 h 249"/>
                <a:gd name="T16" fmla="*/ 123 w 123"/>
                <a:gd name="T17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249">
                  <a:moveTo>
                    <a:pt x="123" y="125"/>
                  </a:moveTo>
                  <a:lnTo>
                    <a:pt x="123" y="123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14"/>
                  </a:lnTo>
                  <a:lnTo>
                    <a:pt x="0" y="249"/>
                  </a:lnTo>
                  <a:lnTo>
                    <a:pt x="121" y="125"/>
                  </a:lnTo>
                  <a:lnTo>
                    <a:pt x="123" y="1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9">
              <a:extLst>
                <a:ext uri="{FF2B5EF4-FFF2-40B4-BE49-F238E27FC236}">
                  <a16:creationId xmlns:a16="http://schemas.microsoft.com/office/drawing/2014/main" id="{73CAEA36-FF6B-47FA-B92F-26FA27695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6" y="1443038"/>
              <a:ext cx="641350" cy="311150"/>
            </a:xfrm>
            <a:custGeom>
              <a:avLst/>
              <a:gdLst>
                <a:gd name="T0" fmla="*/ 165 w 171"/>
                <a:gd name="T1" fmla="*/ 76 h 83"/>
                <a:gd name="T2" fmla="*/ 165 w 171"/>
                <a:gd name="T3" fmla="*/ 76 h 83"/>
                <a:gd name="T4" fmla="*/ 92 w 171"/>
                <a:gd name="T5" fmla="*/ 4 h 83"/>
                <a:gd name="T6" fmla="*/ 79 w 171"/>
                <a:gd name="T7" fmla="*/ 4 h 83"/>
                <a:gd name="T8" fmla="*/ 4 w 171"/>
                <a:gd name="T9" fmla="*/ 78 h 83"/>
                <a:gd name="T10" fmla="*/ 4 w 171"/>
                <a:gd name="T11" fmla="*/ 78 h 83"/>
                <a:gd name="T12" fmla="*/ 0 w 171"/>
                <a:gd name="T13" fmla="*/ 83 h 83"/>
                <a:gd name="T14" fmla="*/ 171 w 171"/>
                <a:gd name="T15" fmla="*/ 83 h 83"/>
                <a:gd name="T16" fmla="*/ 169 w 171"/>
                <a:gd name="T17" fmla="*/ 81 h 83"/>
                <a:gd name="T18" fmla="*/ 165 w 171"/>
                <a:gd name="T19" fmla="*/ 7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83">
                  <a:moveTo>
                    <a:pt x="165" y="76"/>
                  </a:moveTo>
                  <a:cubicBezTo>
                    <a:pt x="165" y="76"/>
                    <a:pt x="165" y="76"/>
                    <a:pt x="165" y="76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89" y="0"/>
                    <a:pt x="82" y="0"/>
                    <a:pt x="79" y="4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69" y="81"/>
                    <a:pt x="169" y="81"/>
                    <a:pt x="169" y="81"/>
                  </a:cubicBezTo>
                  <a:lnTo>
                    <a:pt x="165" y="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0">
              <a:extLst>
                <a:ext uri="{FF2B5EF4-FFF2-40B4-BE49-F238E27FC236}">
                  <a16:creationId xmlns:a16="http://schemas.microsoft.com/office/drawing/2014/main" id="{88A5C35E-D27A-45C6-9946-2F2A2ACD3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338263"/>
              <a:ext cx="198438" cy="398463"/>
            </a:xfrm>
            <a:custGeom>
              <a:avLst/>
              <a:gdLst>
                <a:gd name="T0" fmla="*/ 0 w 125"/>
                <a:gd name="T1" fmla="*/ 125 h 251"/>
                <a:gd name="T2" fmla="*/ 2 w 125"/>
                <a:gd name="T3" fmla="*/ 127 h 251"/>
                <a:gd name="T4" fmla="*/ 2 w 125"/>
                <a:gd name="T5" fmla="*/ 127 h 251"/>
                <a:gd name="T6" fmla="*/ 125 w 125"/>
                <a:gd name="T7" fmla="*/ 251 h 251"/>
                <a:gd name="T8" fmla="*/ 125 w 125"/>
                <a:gd name="T9" fmla="*/ 7 h 251"/>
                <a:gd name="T10" fmla="*/ 125 w 125"/>
                <a:gd name="T11" fmla="*/ 4 h 251"/>
                <a:gd name="T12" fmla="*/ 125 w 125"/>
                <a:gd name="T13" fmla="*/ 0 h 251"/>
                <a:gd name="T14" fmla="*/ 0 w 125"/>
                <a:gd name="T15" fmla="*/ 12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251">
                  <a:moveTo>
                    <a:pt x="0" y="125"/>
                  </a:moveTo>
                  <a:lnTo>
                    <a:pt x="2" y="127"/>
                  </a:lnTo>
                  <a:lnTo>
                    <a:pt x="2" y="127"/>
                  </a:lnTo>
                  <a:lnTo>
                    <a:pt x="125" y="251"/>
                  </a:lnTo>
                  <a:lnTo>
                    <a:pt x="125" y="7"/>
                  </a:lnTo>
                  <a:lnTo>
                    <a:pt x="125" y="4"/>
                  </a:lnTo>
                  <a:lnTo>
                    <a:pt x="125" y="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1">
              <a:extLst>
                <a:ext uri="{FF2B5EF4-FFF2-40B4-BE49-F238E27FC236}">
                  <a16:creationId xmlns:a16="http://schemas.microsoft.com/office/drawing/2014/main" id="{9570820A-94D5-487C-A8EE-EB74002F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088" y="1184276"/>
              <a:ext cx="117475" cy="231775"/>
            </a:xfrm>
            <a:custGeom>
              <a:avLst/>
              <a:gdLst>
                <a:gd name="T0" fmla="*/ 0 w 74"/>
                <a:gd name="T1" fmla="*/ 0 h 146"/>
                <a:gd name="T2" fmla="*/ 0 w 74"/>
                <a:gd name="T3" fmla="*/ 146 h 146"/>
                <a:gd name="T4" fmla="*/ 74 w 74"/>
                <a:gd name="T5" fmla="*/ 73 h 146"/>
                <a:gd name="T6" fmla="*/ 0 w 74"/>
                <a:gd name="T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146">
                  <a:moveTo>
                    <a:pt x="0" y="0"/>
                  </a:moveTo>
                  <a:lnTo>
                    <a:pt x="0" y="146"/>
                  </a:lnTo>
                  <a:lnTo>
                    <a:pt x="74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2">
              <a:extLst>
                <a:ext uri="{FF2B5EF4-FFF2-40B4-BE49-F238E27FC236}">
                  <a16:creationId xmlns:a16="http://schemas.microsoft.com/office/drawing/2014/main" id="{DF936F56-FB38-4323-9A5D-5BE79508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1" y="969963"/>
              <a:ext cx="150813" cy="63500"/>
            </a:xfrm>
            <a:custGeom>
              <a:avLst/>
              <a:gdLst>
                <a:gd name="T0" fmla="*/ 27 w 40"/>
                <a:gd name="T1" fmla="*/ 3 h 17"/>
                <a:gd name="T2" fmla="*/ 14 w 40"/>
                <a:gd name="T3" fmla="*/ 3 h 17"/>
                <a:gd name="T4" fmla="*/ 0 w 40"/>
                <a:gd name="T5" fmla="*/ 17 h 17"/>
                <a:gd name="T6" fmla="*/ 40 w 40"/>
                <a:gd name="T7" fmla="*/ 17 h 17"/>
                <a:gd name="T8" fmla="*/ 27 w 40"/>
                <a:gd name="T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7">
                  <a:moveTo>
                    <a:pt x="27" y="3"/>
                  </a:moveTo>
                  <a:cubicBezTo>
                    <a:pt x="23" y="0"/>
                    <a:pt x="17" y="0"/>
                    <a:pt x="14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0" y="17"/>
                    <a:pt x="40" y="17"/>
                    <a:pt x="40" y="17"/>
                  </a:cubicBez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3">
              <a:extLst>
                <a:ext uri="{FF2B5EF4-FFF2-40B4-BE49-F238E27FC236}">
                  <a16:creationId xmlns:a16="http://schemas.microsoft.com/office/drawing/2014/main" id="{6B499460-0FAA-4F4F-B527-34786160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51" y="1184276"/>
              <a:ext cx="117475" cy="231775"/>
            </a:xfrm>
            <a:custGeom>
              <a:avLst/>
              <a:gdLst>
                <a:gd name="T0" fmla="*/ 74 w 74"/>
                <a:gd name="T1" fmla="*/ 0 h 146"/>
                <a:gd name="T2" fmla="*/ 10 w 74"/>
                <a:gd name="T3" fmla="*/ 63 h 146"/>
                <a:gd name="T4" fmla="*/ 0 w 74"/>
                <a:gd name="T5" fmla="*/ 73 h 146"/>
                <a:gd name="T6" fmla="*/ 74 w 74"/>
                <a:gd name="T7" fmla="*/ 146 h 146"/>
                <a:gd name="T8" fmla="*/ 74 w 74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46">
                  <a:moveTo>
                    <a:pt x="74" y="0"/>
                  </a:moveTo>
                  <a:lnTo>
                    <a:pt x="10" y="63"/>
                  </a:lnTo>
                  <a:lnTo>
                    <a:pt x="0" y="73"/>
                  </a:lnTo>
                  <a:lnTo>
                    <a:pt x="74" y="14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4">
              <a:extLst>
                <a:ext uri="{FF2B5EF4-FFF2-40B4-BE49-F238E27FC236}">
                  <a16:creationId xmlns:a16="http://schemas.microsoft.com/office/drawing/2014/main" id="{BB9CDEE9-C418-4865-A3CF-5728B5AE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176" y="1341438"/>
              <a:ext cx="198438" cy="395288"/>
            </a:xfrm>
            <a:custGeom>
              <a:avLst/>
              <a:gdLst>
                <a:gd name="T0" fmla="*/ 123 w 125"/>
                <a:gd name="T1" fmla="*/ 125 h 249"/>
                <a:gd name="T2" fmla="*/ 125 w 125"/>
                <a:gd name="T3" fmla="*/ 123 h 249"/>
                <a:gd name="T4" fmla="*/ 0 w 125"/>
                <a:gd name="T5" fmla="*/ 0 h 249"/>
                <a:gd name="T6" fmla="*/ 0 w 125"/>
                <a:gd name="T7" fmla="*/ 2 h 249"/>
                <a:gd name="T8" fmla="*/ 0 w 125"/>
                <a:gd name="T9" fmla="*/ 5 h 249"/>
                <a:gd name="T10" fmla="*/ 0 w 125"/>
                <a:gd name="T11" fmla="*/ 14 h 249"/>
                <a:gd name="T12" fmla="*/ 0 w 125"/>
                <a:gd name="T13" fmla="*/ 249 h 249"/>
                <a:gd name="T14" fmla="*/ 123 w 125"/>
                <a:gd name="T15" fmla="*/ 125 h 249"/>
                <a:gd name="T16" fmla="*/ 123 w 125"/>
                <a:gd name="T17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" h="249">
                  <a:moveTo>
                    <a:pt x="123" y="125"/>
                  </a:moveTo>
                  <a:lnTo>
                    <a:pt x="125" y="123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14"/>
                  </a:lnTo>
                  <a:lnTo>
                    <a:pt x="0" y="249"/>
                  </a:lnTo>
                  <a:lnTo>
                    <a:pt x="123" y="125"/>
                  </a:lnTo>
                  <a:lnTo>
                    <a:pt x="123" y="1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6B8EB501-2652-4935-8654-C1454D9F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163" y="1443038"/>
              <a:ext cx="641350" cy="311150"/>
            </a:xfrm>
            <a:custGeom>
              <a:avLst/>
              <a:gdLst>
                <a:gd name="T0" fmla="*/ 165 w 171"/>
                <a:gd name="T1" fmla="*/ 76 h 83"/>
                <a:gd name="T2" fmla="*/ 165 w 171"/>
                <a:gd name="T3" fmla="*/ 76 h 83"/>
                <a:gd name="T4" fmla="*/ 92 w 171"/>
                <a:gd name="T5" fmla="*/ 4 h 83"/>
                <a:gd name="T6" fmla="*/ 79 w 171"/>
                <a:gd name="T7" fmla="*/ 4 h 83"/>
                <a:gd name="T8" fmla="*/ 4 w 171"/>
                <a:gd name="T9" fmla="*/ 78 h 83"/>
                <a:gd name="T10" fmla="*/ 4 w 171"/>
                <a:gd name="T11" fmla="*/ 78 h 83"/>
                <a:gd name="T12" fmla="*/ 0 w 171"/>
                <a:gd name="T13" fmla="*/ 83 h 83"/>
                <a:gd name="T14" fmla="*/ 171 w 171"/>
                <a:gd name="T15" fmla="*/ 83 h 83"/>
                <a:gd name="T16" fmla="*/ 169 w 171"/>
                <a:gd name="T17" fmla="*/ 81 h 83"/>
                <a:gd name="T18" fmla="*/ 165 w 171"/>
                <a:gd name="T19" fmla="*/ 7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83">
                  <a:moveTo>
                    <a:pt x="165" y="76"/>
                  </a:moveTo>
                  <a:cubicBezTo>
                    <a:pt x="165" y="76"/>
                    <a:pt x="165" y="76"/>
                    <a:pt x="165" y="76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88" y="0"/>
                    <a:pt x="82" y="0"/>
                    <a:pt x="79" y="4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69" y="81"/>
                    <a:pt x="169" y="81"/>
                    <a:pt x="169" y="81"/>
                  </a:cubicBezTo>
                  <a:lnTo>
                    <a:pt x="165" y="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C7E8EFD8-1926-44C2-9023-89386F04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301" y="1338263"/>
              <a:ext cx="198438" cy="398463"/>
            </a:xfrm>
            <a:custGeom>
              <a:avLst/>
              <a:gdLst>
                <a:gd name="T0" fmla="*/ 0 w 125"/>
                <a:gd name="T1" fmla="*/ 125 h 251"/>
                <a:gd name="T2" fmla="*/ 2 w 125"/>
                <a:gd name="T3" fmla="*/ 127 h 251"/>
                <a:gd name="T4" fmla="*/ 2 w 125"/>
                <a:gd name="T5" fmla="*/ 127 h 251"/>
                <a:gd name="T6" fmla="*/ 125 w 125"/>
                <a:gd name="T7" fmla="*/ 251 h 251"/>
                <a:gd name="T8" fmla="*/ 125 w 125"/>
                <a:gd name="T9" fmla="*/ 7 h 251"/>
                <a:gd name="T10" fmla="*/ 125 w 125"/>
                <a:gd name="T11" fmla="*/ 4 h 251"/>
                <a:gd name="T12" fmla="*/ 125 w 125"/>
                <a:gd name="T13" fmla="*/ 0 h 251"/>
                <a:gd name="T14" fmla="*/ 0 w 125"/>
                <a:gd name="T15" fmla="*/ 12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251">
                  <a:moveTo>
                    <a:pt x="0" y="125"/>
                  </a:moveTo>
                  <a:lnTo>
                    <a:pt x="2" y="127"/>
                  </a:lnTo>
                  <a:lnTo>
                    <a:pt x="2" y="127"/>
                  </a:lnTo>
                  <a:lnTo>
                    <a:pt x="125" y="251"/>
                  </a:lnTo>
                  <a:lnTo>
                    <a:pt x="125" y="7"/>
                  </a:lnTo>
                  <a:lnTo>
                    <a:pt x="125" y="4"/>
                  </a:lnTo>
                  <a:lnTo>
                    <a:pt x="125" y="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18C0104E-24E4-4331-97BD-E09246287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6988" y="1063626"/>
              <a:ext cx="388938" cy="450850"/>
            </a:xfrm>
            <a:custGeom>
              <a:avLst/>
              <a:gdLst>
                <a:gd name="T0" fmla="*/ 40 w 104"/>
                <a:gd name="T1" fmla="*/ 99 h 120"/>
                <a:gd name="T2" fmla="*/ 52 w 104"/>
                <a:gd name="T3" fmla="*/ 94 h 120"/>
                <a:gd name="T4" fmla="*/ 64 w 104"/>
                <a:gd name="T5" fmla="*/ 99 h 120"/>
                <a:gd name="T6" fmla="*/ 67 w 104"/>
                <a:gd name="T7" fmla="*/ 102 h 120"/>
                <a:gd name="T8" fmla="*/ 86 w 104"/>
                <a:gd name="T9" fmla="*/ 120 h 120"/>
                <a:gd name="T10" fmla="*/ 104 w 104"/>
                <a:gd name="T11" fmla="*/ 102 h 120"/>
                <a:gd name="T12" fmla="*/ 104 w 104"/>
                <a:gd name="T13" fmla="*/ 24 h 120"/>
                <a:gd name="T14" fmla="*/ 80 w 104"/>
                <a:gd name="T15" fmla="*/ 0 h 120"/>
                <a:gd name="T16" fmla="*/ 0 w 104"/>
                <a:gd name="T17" fmla="*/ 0 h 120"/>
                <a:gd name="T18" fmla="*/ 0 w 104"/>
                <a:gd name="T19" fmla="*/ 102 h 120"/>
                <a:gd name="T20" fmla="*/ 18 w 104"/>
                <a:gd name="T21" fmla="*/ 120 h 120"/>
                <a:gd name="T22" fmla="*/ 40 w 104"/>
                <a:gd name="T23" fmla="*/ 99 h 120"/>
                <a:gd name="T24" fmla="*/ 24 w 104"/>
                <a:gd name="T25" fmla="*/ 24 h 120"/>
                <a:gd name="T26" fmla="*/ 80 w 104"/>
                <a:gd name="T27" fmla="*/ 24 h 120"/>
                <a:gd name="T28" fmla="*/ 80 w 104"/>
                <a:gd name="T29" fmla="*/ 32 h 120"/>
                <a:gd name="T30" fmla="*/ 24 w 104"/>
                <a:gd name="T31" fmla="*/ 32 h 120"/>
                <a:gd name="T32" fmla="*/ 24 w 104"/>
                <a:gd name="T33" fmla="*/ 24 h 120"/>
                <a:gd name="T34" fmla="*/ 24 w 104"/>
                <a:gd name="T35" fmla="*/ 48 h 120"/>
                <a:gd name="T36" fmla="*/ 64 w 104"/>
                <a:gd name="T37" fmla="*/ 48 h 120"/>
                <a:gd name="T38" fmla="*/ 64 w 104"/>
                <a:gd name="T39" fmla="*/ 56 h 120"/>
                <a:gd name="T40" fmla="*/ 24 w 104"/>
                <a:gd name="T41" fmla="*/ 56 h 120"/>
                <a:gd name="T42" fmla="*/ 24 w 104"/>
                <a:gd name="T43" fmla="*/ 48 h 120"/>
                <a:gd name="T44" fmla="*/ 24 w 104"/>
                <a:gd name="T45" fmla="*/ 72 h 120"/>
                <a:gd name="T46" fmla="*/ 80 w 104"/>
                <a:gd name="T47" fmla="*/ 72 h 120"/>
                <a:gd name="T48" fmla="*/ 80 w 104"/>
                <a:gd name="T49" fmla="*/ 80 h 120"/>
                <a:gd name="T50" fmla="*/ 24 w 104"/>
                <a:gd name="T51" fmla="*/ 80 h 120"/>
                <a:gd name="T52" fmla="*/ 24 w 104"/>
                <a:gd name="T53" fmla="*/ 7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4" h="120">
                  <a:moveTo>
                    <a:pt x="40" y="99"/>
                  </a:moveTo>
                  <a:cubicBezTo>
                    <a:pt x="43" y="96"/>
                    <a:pt x="48" y="94"/>
                    <a:pt x="52" y="94"/>
                  </a:cubicBezTo>
                  <a:cubicBezTo>
                    <a:pt x="57" y="94"/>
                    <a:pt x="61" y="96"/>
                    <a:pt x="64" y="99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8" y="120"/>
                    <a:pt x="18" y="120"/>
                    <a:pt x="18" y="120"/>
                  </a:cubicBezTo>
                  <a:lnTo>
                    <a:pt x="40" y="99"/>
                  </a:lnTo>
                  <a:close/>
                  <a:moveTo>
                    <a:pt x="24" y="24"/>
                  </a:moveTo>
                  <a:cubicBezTo>
                    <a:pt x="80" y="24"/>
                    <a:pt x="80" y="24"/>
                    <a:pt x="80" y="24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24" y="32"/>
                    <a:pt x="24" y="32"/>
                    <a:pt x="24" y="32"/>
                  </a:cubicBezTo>
                  <a:lnTo>
                    <a:pt x="24" y="24"/>
                  </a:lnTo>
                  <a:close/>
                  <a:moveTo>
                    <a:pt x="24" y="48"/>
                  </a:moveTo>
                  <a:cubicBezTo>
                    <a:pt x="64" y="48"/>
                    <a:pt x="64" y="48"/>
                    <a:pt x="64" y="48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24" y="56"/>
                    <a:pt x="24" y="56"/>
                    <a:pt x="24" y="56"/>
                  </a:cubicBezTo>
                  <a:lnTo>
                    <a:pt x="24" y="48"/>
                  </a:lnTo>
                  <a:close/>
                  <a:moveTo>
                    <a:pt x="24" y="72"/>
                  </a:moveTo>
                  <a:cubicBezTo>
                    <a:pt x="80" y="72"/>
                    <a:pt x="80" y="72"/>
                    <a:pt x="80" y="72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24" y="80"/>
                    <a:pt x="24" y="80"/>
                    <a:pt x="24" y="80"/>
                  </a:cubicBezTo>
                  <a:lnTo>
                    <a:pt x="24" y="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5D58C080-F11A-4780-B427-B9DD383742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75238" y="1022351"/>
              <a:ext cx="569913" cy="720725"/>
            </a:xfrm>
            <a:custGeom>
              <a:avLst/>
              <a:gdLst>
                <a:gd name="T0" fmla="*/ 0 w 359"/>
                <a:gd name="T1" fmla="*/ 0 h 454"/>
                <a:gd name="T2" fmla="*/ 0 w 359"/>
                <a:gd name="T3" fmla="*/ 454 h 454"/>
                <a:gd name="T4" fmla="*/ 180 w 359"/>
                <a:gd name="T5" fmla="*/ 322 h 454"/>
                <a:gd name="T6" fmla="*/ 359 w 359"/>
                <a:gd name="T7" fmla="*/ 454 h 454"/>
                <a:gd name="T8" fmla="*/ 359 w 359"/>
                <a:gd name="T9" fmla="*/ 0 h 454"/>
                <a:gd name="T10" fmla="*/ 0 w 359"/>
                <a:gd name="T11" fmla="*/ 0 h 454"/>
                <a:gd name="T12" fmla="*/ 274 w 359"/>
                <a:gd name="T13" fmla="*/ 208 h 454"/>
                <a:gd name="T14" fmla="*/ 85 w 359"/>
                <a:gd name="T15" fmla="*/ 208 h 454"/>
                <a:gd name="T16" fmla="*/ 85 w 359"/>
                <a:gd name="T17" fmla="*/ 189 h 454"/>
                <a:gd name="T18" fmla="*/ 274 w 359"/>
                <a:gd name="T19" fmla="*/ 189 h 454"/>
                <a:gd name="T20" fmla="*/ 274 w 359"/>
                <a:gd name="T21" fmla="*/ 208 h 454"/>
                <a:gd name="T22" fmla="*/ 274 w 359"/>
                <a:gd name="T23" fmla="*/ 132 h 454"/>
                <a:gd name="T24" fmla="*/ 85 w 359"/>
                <a:gd name="T25" fmla="*/ 132 h 454"/>
                <a:gd name="T26" fmla="*/ 85 w 359"/>
                <a:gd name="T27" fmla="*/ 113 h 454"/>
                <a:gd name="T28" fmla="*/ 274 w 359"/>
                <a:gd name="T29" fmla="*/ 113 h 454"/>
                <a:gd name="T30" fmla="*/ 274 w 359"/>
                <a:gd name="T31" fmla="*/ 13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9" h="454">
                  <a:moveTo>
                    <a:pt x="0" y="0"/>
                  </a:moveTo>
                  <a:lnTo>
                    <a:pt x="0" y="454"/>
                  </a:lnTo>
                  <a:lnTo>
                    <a:pt x="180" y="322"/>
                  </a:lnTo>
                  <a:lnTo>
                    <a:pt x="359" y="454"/>
                  </a:lnTo>
                  <a:lnTo>
                    <a:pt x="359" y="0"/>
                  </a:lnTo>
                  <a:lnTo>
                    <a:pt x="0" y="0"/>
                  </a:lnTo>
                  <a:close/>
                  <a:moveTo>
                    <a:pt x="274" y="208"/>
                  </a:moveTo>
                  <a:lnTo>
                    <a:pt x="85" y="208"/>
                  </a:lnTo>
                  <a:lnTo>
                    <a:pt x="85" y="189"/>
                  </a:lnTo>
                  <a:lnTo>
                    <a:pt x="274" y="189"/>
                  </a:lnTo>
                  <a:lnTo>
                    <a:pt x="274" y="208"/>
                  </a:lnTo>
                  <a:close/>
                  <a:moveTo>
                    <a:pt x="274" y="132"/>
                  </a:moveTo>
                  <a:lnTo>
                    <a:pt x="85" y="132"/>
                  </a:lnTo>
                  <a:lnTo>
                    <a:pt x="85" y="113"/>
                  </a:lnTo>
                  <a:lnTo>
                    <a:pt x="274" y="113"/>
                  </a:lnTo>
                  <a:lnTo>
                    <a:pt x="274" y="1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BD1EB808-122B-4C6B-9B5B-EF5282EF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5726" y="962026"/>
              <a:ext cx="720725" cy="676275"/>
            </a:xfrm>
            <a:custGeom>
              <a:avLst/>
              <a:gdLst>
                <a:gd name="T0" fmla="*/ 164 w 192"/>
                <a:gd name="T1" fmla="*/ 145 h 180"/>
                <a:gd name="T2" fmla="*/ 164 w 192"/>
                <a:gd name="T3" fmla="*/ 80 h 180"/>
                <a:gd name="T4" fmla="*/ 108 w 192"/>
                <a:gd name="T5" fmla="*/ 14 h 180"/>
                <a:gd name="T6" fmla="*/ 108 w 192"/>
                <a:gd name="T7" fmla="*/ 8 h 180"/>
                <a:gd name="T8" fmla="*/ 100 w 192"/>
                <a:gd name="T9" fmla="*/ 0 h 180"/>
                <a:gd name="T10" fmla="*/ 92 w 192"/>
                <a:gd name="T11" fmla="*/ 0 h 180"/>
                <a:gd name="T12" fmla="*/ 84 w 192"/>
                <a:gd name="T13" fmla="*/ 8 h 180"/>
                <a:gd name="T14" fmla="*/ 84 w 192"/>
                <a:gd name="T15" fmla="*/ 14 h 180"/>
                <a:gd name="T16" fmla="*/ 28 w 192"/>
                <a:gd name="T17" fmla="*/ 80 h 180"/>
                <a:gd name="T18" fmla="*/ 28 w 192"/>
                <a:gd name="T19" fmla="*/ 145 h 180"/>
                <a:gd name="T20" fmla="*/ 0 w 192"/>
                <a:gd name="T21" fmla="*/ 167 h 180"/>
                <a:gd name="T22" fmla="*/ 0 w 192"/>
                <a:gd name="T23" fmla="*/ 180 h 180"/>
                <a:gd name="T24" fmla="*/ 192 w 192"/>
                <a:gd name="T25" fmla="*/ 180 h 180"/>
                <a:gd name="T26" fmla="*/ 192 w 192"/>
                <a:gd name="T27" fmla="*/ 167 h 180"/>
                <a:gd name="T28" fmla="*/ 164 w 192"/>
                <a:gd name="T29" fmla="*/ 14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2" h="180">
                  <a:moveTo>
                    <a:pt x="164" y="145"/>
                  </a:moveTo>
                  <a:cubicBezTo>
                    <a:pt x="164" y="80"/>
                    <a:pt x="164" y="80"/>
                    <a:pt x="164" y="80"/>
                  </a:cubicBezTo>
                  <a:cubicBezTo>
                    <a:pt x="164" y="47"/>
                    <a:pt x="139" y="19"/>
                    <a:pt x="108" y="14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8" y="4"/>
                    <a:pt x="104" y="0"/>
                    <a:pt x="100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7" y="0"/>
                    <a:pt x="84" y="4"/>
                    <a:pt x="84" y="8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52" y="19"/>
                    <a:pt x="28" y="47"/>
                    <a:pt x="28" y="80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92" y="180"/>
                    <a:pt x="192" y="180"/>
                    <a:pt x="192" y="180"/>
                  </a:cubicBezTo>
                  <a:cubicBezTo>
                    <a:pt x="192" y="167"/>
                    <a:pt x="192" y="167"/>
                    <a:pt x="192" y="167"/>
                  </a:cubicBezTo>
                  <a:lnTo>
                    <a:pt x="164" y="1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">
              <a:extLst>
                <a:ext uri="{FF2B5EF4-FFF2-40B4-BE49-F238E27FC236}">
                  <a16:creationId xmlns:a16="http://schemas.microsoft.com/office/drawing/2014/main" id="{4F8C9848-0CF0-4AEF-A5F6-3BA1B0D9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1476" y="1668463"/>
              <a:ext cx="150813" cy="74613"/>
            </a:xfrm>
            <a:custGeom>
              <a:avLst/>
              <a:gdLst>
                <a:gd name="T0" fmla="*/ 20 w 40"/>
                <a:gd name="T1" fmla="*/ 20 h 20"/>
                <a:gd name="T2" fmla="*/ 40 w 40"/>
                <a:gd name="T3" fmla="*/ 0 h 20"/>
                <a:gd name="T4" fmla="*/ 0 w 40"/>
                <a:gd name="T5" fmla="*/ 0 h 20"/>
                <a:gd name="T6" fmla="*/ 20 w 40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0">
                  <a:moveTo>
                    <a:pt x="20" y="20"/>
                  </a:moveTo>
                  <a:cubicBezTo>
                    <a:pt x="31" y="20"/>
                    <a:pt x="40" y="11"/>
                    <a:pt x="4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9" y="20"/>
                    <a:pt x="20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573E1EAF-B471-4D7B-AC9E-F1C21EF7B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2813" y="2352676"/>
              <a:ext cx="809625" cy="750888"/>
            </a:xfrm>
            <a:custGeom>
              <a:avLst/>
              <a:gdLst>
                <a:gd name="T0" fmla="*/ 200 w 216"/>
                <a:gd name="T1" fmla="*/ 0 h 200"/>
                <a:gd name="T2" fmla="*/ 199 w 216"/>
                <a:gd name="T3" fmla="*/ 0 h 200"/>
                <a:gd name="T4" fmla="*/ 176 w 216"/>
                <a:gd name="T5" fmla="*/ 0 h 200"/>
                <a:gd name="T6" fmla="*/ 40 w 216"/>
                <a:gd name="T7" fmla="*/ 0 h 200"/>
                <a:gd name="T8" fmla="*/ 17 w 216"/>
                <a:gd name="T9" fmla="*/ 0 h 200"/>
                <a:gd name="T10" fmla="*/ 16 w 216"/>
                <a:gd name="T11" fmla="*/ 0 h 200"/>
                <a:gd name="T12" fmla="*/ 0 w 216"/>
                <a:gd name="T13" fmla="*/ 16 h 200"/>
                <a:gd name="T14" fmla="*/ 5 w 216"/>
                <a:gd name="T15" fmla="*/ 27 h 200"/>
                <a:gd name="T16" fmla="*/ 40 w 216"/>
                <a:gd name="T17" fmla="*/ 63 h 200"/>
                <a:gd name="T18" fmla="*/ 40 w 216"/>
                <a:gd name="T19" fmla="*/ 60 h 200"/>
                <a:gd name="T20" fmla="*/ 104 w 216"/>
                <a:gd name="T21" fmla="*/ 128 h 200"/>
                <a:gd name="T22" fmla="*/ 104 w 216"/>
                <a:gd name="T23" fmla="*/ 192 h 200"/>
                <a:gd name="T24" fmla="*/ 72 w 216"/>
                <a:gd name="T25" fmla="*/ 192 h 200"/>
                <a:gd name="T26" fmla="*/ 72 w 216"/>
                <a:gd name="T27" fmla="*/ 200 h 200"/>
                <a:gd name="T28" fmla="*/ 144 w 216"/>
                <a:gd name="T29" fmla="*/ 200 h 200"/>
                <a:gd name="T30" fmla="*/ 144 w 216"/>
                <a:gd name="T31" fmla="*/ 192 h 200"/>
                <a:gd name="T32" fmla="*/ 112 w 216"/>
                <a:gd name="T33" fmla="*/ 192 h 200"/>
                <a:gd name="T34" fmla="*/ 112 w 216"/>
                <a:gd name="T35" fmla="*/ 128 h 200"/>
                <a:gd name="T36" fmla="*/ 176 w 216"/>
                <a:gd name="T37" fmla="*/ 60 h 200"/>
                <a:gd name="T38" fmla="*/ 176 w 216"/>
                <a:gd name="T39" fmla="*/ 63 h 200"/>
                <a:gd name="T40" fmla="*/ 211 w 216"/>
                <a:gd name="T41" fmla="*/ 27 h 200"/>
                <a:gd name="T42" fmla="*/ 216 w 216"/>
                <a:gd name="T43" fmla="*/ 16 h 200"/>
                <a:gd name="T44" fmla="*/ 200 w 216"/>
                <a:gd name="T45" fmla="*/ 0 h 200"/>
                <a:gd name="T46" fmla="*/ 40 w 216"/>
                <a:gd name="T47" fmla="*/ 51 h 200"/>
                <a:gd name="T48" fmla="*/ 10 w 216"/>
                <a:gd name="T49" fmla="*/ 22 h 200"/>
                <a:gd name="T50" fmla="*/ 8 w 216"/>
                <a:gd name="T51" fmla="*/ 16 h 200"/>
                <a:gd name="T52" fmla="*/ 16 w 216"/>
                <a:gd name="T53" fmla="*/ 8 h 200"/>
                <a:gd name="T54" fmla="*/ 16 w 216"/>
                <a:gd name="T55" fmla="*/ 8 h 200"/>
                <a:gd name="T56" fmla="*/ 17 w 216"/>
                <a:gd name="T57" fmla="*/ 8 h 200"/>
                <a:gd name="T58" fmla="*/ 17 w 216"/>
                <a:gd name="T59" fmla="*/ 8 h 200"/>
                <a:gd name="T60" fmla="*/ 40 w 216"/>
                <a:gd name="T61" fmla="*/ 8 h 200"/>
                <a:gd name="T62" fmla="*/ 40 w 216"/>
                <a:gd name="T63" fmla="*/ 51 h 200"/>
                <a:gd name="T64" fmla="*/ 206 w 216"/>
                <a:gd name="T65" fmla="*/ 22 h 200"/>
                <a:gd name="T66" fmla="*/ 176 w 216"/>
                <a:gd name="T67" fmla="*/ 51 h 200"/>
                <a:gd name="T68" fmla="*/ 176 w 216"/>
                <a:gd name="T69" fmla="*/ 8 h 200"/>
                <a:gd name="T70" fmla="*/ 199 w 216"/>
                <a:gd name="T71" fmla="*/ 8 h 200"/>
                <a:gd name="T72" fmla="*/ 199 w 216"/>
                <a:gd name="T73" fmla="*/ 8 h 200"/>
                <a:gd name="T74" fmla="*/ 199 w 216"/>
                <a:gd name="T75" fmla="*/ 8 h 200"/>
                <a:gd name="T76" fmla="*/ 200 w 216"/>
                <a:gd name="T77" fmla="*/ 8 h 200"/>
                <a:gd name="T78" fmla="*/ 208 w 216"/>
                <a:gd name="T79" fmla="*/ 16 h 200"/>
                <a:gd name="T80" fmla="*/ 206 w 216"/>
                <a:gd name="T81" fmla="*/ 22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6" h="200">
                  <a:moveTo>
                    <a:pt x="200" y="0"/>
                  </a:moveTo>
                  <a:cubicBezTo>
                    <a:pt x="200" y="0"/>
                    <a:pt x="199" y="0"/>
                    <a:pt x="199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0"/>
                    <a:pt x="2" y="24"/>
                    <a:pt x="5" y="27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96"/>
                    <a:pt x="68" y="126"/>
                    <a:pt x="104" y="128"/>
                  </a:cubicBezTo>
                  <a:cubicBezTo>
                    <a:pt x="104" y="192"/>
                    <a:pt x="104" y="192"/>
                    <a:pt x="104" y="192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2" y="200"/>
                    <a:pt x="72" y="200"/>
                    <a:pt x="72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192"/>
                    <a:pt x="144" y="192"/>
                    <a:pt x="144" y="192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48" y="126"/>
                    <a:pt x="176" y="96"/>
                    <a:pt x="176" y="60"/>
                  </a:cubicBezTo>
                  <a:cubicBezTo>
                    <a:pt x="176" y="63"/>
                    <a:pt x="176" y="63"/>
                    <a:pt x="176" y="63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4" y="24"/>
                    <a:pt x="216" y="20"/>
                    <a:pt x="216" y="16"/>
                  </a:cubicBezTo>
                  <a:cubicBezTo>
                    <a:pt x="216" y="7"/>
                    <a:pt x="209" y="0"/>
                    <a:pt x="200" y="0"/>
                  </a:cubicBezTo>
                  <a:close/>
                  <a:moveTo>
                    <a:pt x="40" y="51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9" y="20"/>
                    <a:pt x="8" y="18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40" y="8"/>
                    <a:pt x="40" y="8"/>
                    <a:pt x="40" y="8"/>
                  </a:cubicBezTo>
                  <a:lnTo>
                    <a:pt x="40" y="51"/>
                  </a:lnTo>
                  <a:close/>
                  <a:moveTo>
                    <a:pt x="206" y="22"/>
                  </a:moveTo>
                  <a:cubicBezTo>
                    <a:pt x="176" y="51"/>
                    <a:pt x="176" y="51"/>
                    <a:pt x="176" y="51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204" y="8"/>
                    <a:pt x="208" y="12"/>
                    <a:pt x="208" y="16"/>
                  </a:cubicBezTo>
                  <a:cubicBezTo>
                    <a:pt x="208" y="18"/>
                    <a:pt x="207" y="20"/>
                    <a:pt x="206" y="2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2">
              <a:extLst>
                <a:ext uri="{FF2B5EF4-FFF2-40B4-BE49-F238E27FC236}">
                  <a16:creationId xmlns:a16="http://schemas.microsoft.com/office/drawing/2014/main" id="{56E1B61D-B53E-4C63-8F45-1DEBAB34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726" y="2382838"/>
              <a:ext cx="779463" cy="690563"/>
            </a:xfrm>
            <a:custGeom>
              <a:avLst/>
              <a:gdLst>
                <a:gd name="T0" fmla="*/ 491 w 491"/>
                <a:gd name="T1" fmla="*/ 341 h 435"/>
                <a:gd name="T2" fmla="*/ 491 w 491"/>
                <a:gd name="T3" fmla="*/ 0 h 435"/>
                <a:gd name="T4" fmla="*/ 0 w 491"/>
                <a:gd name="T5" fmla="*/ 0 h 435"/>
                <a:gd name="T6" fmla="*/ 0 w 491"/>
                <a:gd name="T7" fmla="*/ 341 h 435"/>
                <a:gd name="T8" fmla="*/ 236 w 491"/>
                <a:gd name="T9" fmla="*/ 341 h 435"/>
                <a:gd name="T10" fmla="*/ 236 w 491"/>
                <a:gd name="T11" fmla="*/ 416 h 435"/>
                <a:gd name="T12" fmla="*/ 170 w 491"/>
                <a:gd name="T13" fmla="*/ 416 h 435"/>
                <a:gd name="T14" fmla="*/ 170 w 491"/>
                <a:gd name="T15" fmla="*/ 435 h 435"/>
                <a:gd name="T16" fmla="*/ 321 w 491"/>
                <a:gd name="T17" fmla="*/ 435 h 435"/>
                <a:gd name="T18" fmla="*/ 321 w 491"/>
                <a:gd name="T19" fmla="*/ 416 h 435"/>
                <a:gd name="T20" fmla="*/ 255 w 491"/>
                <a:gd name="T21" fmla="*/ 416 h 435"/>
                <a:gd name="T22" fmla="*/ 255 w 491"/>
                <a:gd name="T23" fmla="*/ 341 h 435"/>
                <a:gd name="T24" fmla="*/ 491 w 491"/>
                <a:gd name="T25" fmla="*/ 341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1" h="435">
                  <a:moveTo>
                    <a:pt x="491" y="341"/>
                  </a:moveTo>
                  <a:lnTo>
                    <a:pt x="491" y="0"/>
                  </a:lnTo>
                  <a:lnTo>
                    <a:pt x="0" y="0"/>
                  </a:lnTo>
                  <a:lnTo>
                    <a:pt x="0" y="341"/>
                  </a:lnTo>
                  <a:lnTo>
                    <a:pt x="236" y="341"/>
                  </a:lnTo>
                  <a:lnTo>
                    <a:pt x="236" y="416"/>
                  </a:lnTo>
                  <a:lnTo>
                    <a:pt x="170" y="416"/>
                  </a:lnTo>
                  <a:lnTo>
                    <a:pt x="170" y="435"/>
                  </a:lnTo>
                  <a:lnTo>
                    <a:pt x="321" y="435"/>
                  </a:lnTo>
                  <a:lnTo>
                    <a:pt x="321" y="416"/>
                  </a:lnTo>
                  <a:lnTo>
                    <a:pt x="255" y="416"/>
                  </a:lnTo>
                  <a:lnTo>
                    <a:pt x="255" y="341"/>
                  </a:lnTo>
                  <a:lnTo>
                    <a:pt x="491" y="34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3">
              <a:extLst>
                <a:ext uri="{FF2B5EF4-FFF2-40B4-BE49-F238E27FC236}">
                  <a16:creationId xmlns:a16="http://schemas.microsoft.com/office/drawing/2014/main" id="{F7B329CC-6A01-4D08-BA1C-FEEDCFD3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8088" y="2473326"/>
              <a:ext cx="839788" cy="509588"/>
            </a:xfrm>
            <a:custGeom>
              <a:avLst/>
              <a:gdLst>
                <a:gd name="T0" fmla="*/ 203 w 224"/>
                <a:gd name="T1" fmla="*/ 16 h 136"/>
                <a:gd name="T2" fmla="*/ 152 w 224"/>
                <a:gd name="T3" fmla="*/ 47 h 136"/>
                <a:gd name="T4" fmla="*/ 152 w 224"/>
                <a:gd name="T5" fmla="*/ 12 h 136"/>
                <a:gd name="T6" fmla="*/ 140 w 224"/>
                <a:gd name="T7" fmla="*/ 0 h 136"/>
                <a:gd name="T8" fmla="*/ 12 w 224"/>
                <a:gd name="T9" fmla="*/ 0 h 136"/>
                <a:gd name="T10" fmla="*/ 0 w 224"/>
                <a:gd name="T11" fmla="*/ 12 h 136"/>
                <a:gd name="T12" fmla="*/ 0 w 224"/>
                <a:gd name="T13" fmla="*/ 124 h 136"/>
                <a:gd name="T14" fmla="*/ 12 w 224"/>
                <a:gd name="T15" fmla="*/ 136 h 136"/>
                <a:gd name="T16" fmla="*/ 140 w 224"/>
                <a:gd name="T17" fmla="*/ 136 h 136"/>
                <a:gd name="T18" fmla="*/ 152 w 224"/>
                <a:gd name="T19" fmla="*/ 124 h 136"/>
                <a:gd name="T20" fmla="*/ 152 w 224"/>
                <a:gd name="T21" fmla="*/ 88 h 136"/>
                <a:gd name="T22" fmla="*/ 204 w 224"/>
                <a:gd name="T23" fmla="*/ 120 h 136"/>
                <a:gd name="T24" fmla="*/ 224 w 224"/>
                <a:gd name="T25" fmla="*/ 120 h 136"/>
                <a:gd name="T26" fmla="*/ 224 w 224"/>
                <a:gd name="T27" fmla="*/ 16 h 136"/>
                <a:gd name="T28" fmla="*/ 203 w 224"/>
                <a:gd name="T29" fmla="*/ 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4" h="136">
                  <a:moveTo>
                    <a:pt x="203" y="16"/>
                  </a:moveTo>
                  <a:cubicBezTo>
                    <a:pt x="152" y="47"/>
                    <a:pt x="152" y="47"/>
                    <a:pt x="152" y="47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31"/>
                    <a:pt x="5" y="136"/>
                    <a:pt x="12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7" y="136"/>
                    <a:pt x="152" y="131"/>
                    <a:pt x="152" y="124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4" y="16"/>
                    <a:pt x="224" y="16"/>
                    <a:pt x="224" y="16"/>
                  </a:cubicBezTo>
                  <a:lnTo>
                    <a:pt x="203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4">
              <a:extLst>
                <a:ext uri="{FF2B5EF4-FFF2-40B4-BE49-F238E27FC236}">
                  <a16:creationId xmlns:a16="http://schemas.microsoft.com/office/drawing/2014/main" id="{FC5BDF8E-D3E4-4DA5-A1F0-D04B043E9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2682876"/>
              <a:ext cx="717550" cy="417513"/>
            </a:xfrm>
            <a:custGeom>
              <a:avLst/>
              <a:gdLst>
                <a:gd name="T0" fmla="*/ 433 w 452"/>
                <a:gd name="T1" fmla="*/ 152 h 263"/>
                <a:gd name="T2" fmla="*/ 35 w 452"/>
                <a:gd name="T3" fmla="*/ 152 h 263"/>
                <a:gd name="T4" fmla="*/ 113 w 452"/>
                <a:gd name="T5" fmla="*/ 71 h 263"/>
                <a:gd name="T6" fmla="*/ 102 w 452"/>
                <a:gd name="T7" fmla="*/ 59 h 263"/>
                <a:gd name="T8" fmla="*/ 0 w 452"/>
                <a:gd name="T9" fmla="*/ 161 h 263"/>
                <a:gd name="T10" fmla="*/ 102 w 452"/>
                <a:gd name="T11" fmla="*/ 263 h 263"/>
                <a:gd name="T12" fmla="*/ 113 w 452"/>
                <a:gd name="T13" fmla="*/ 249 h 263"/>
                <a:gd name="T14" fmla="*/ 35 w 452"/>
                <a:gd name="T15" fmla="*/ 171 h 263"/>
                <a:gd name="T16" fmla="*/ 452 w 452"/>
                <a:gd name="T17" fmla="*/ 171 h 263"/>
                <a:gd name="T18" fmla="*/ 452 w 452"/>
                <a:gd name="T19" fmla="*/ 0 h 263"/>
                <a:gd name="T20" fmla="*/ 433 w 452"/>
                <a:gd name="T21" fmla="*/ 0 h 263"/>
                <a:gd name="T22" fmla="*/ 433 w 452"/>
                <a:gd name="T23" fmla="*/ 152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2" h="263">
                  <a:moveTo>
                    <a:pt x="433" y="152"/>
                  </a:moveTo>
                  <a:lnTo>
                    <a:pt x="35" y="152"/>
                  </a:lnTo>
                  <a:lnTo>
                    <a:pt x="113" y="71"/>
                  </a:lnTo>
                  <a:lnTo>
                    <a:pt x="102" y="59"/>
                  </a:lnTo>
                  <a:lnTo>
                    <a:pt x="0" y="161"/>
                  </a:lnTo>
                  <a:lnTo>
                    <a:pt x="102" y="263"/>
                  </a:lnTo>
                  <a:lnTo>
                    <a:pt x="113" y="249"/>
                  </a:lnTo>
                  <a:lnTo>
                    <a:pt x="35" y="171"/>
                  </a:lnTo>
                  <a:lnTo>
                    <a:pt x="452" y="171"/>
                  </a:lnTo>
                  <a:lnTo>
                    <a:pt x="452" y="0"/>
                  </a:lnTo>
                  <a:lnTo>
                    <a:pt x="433" y="0"/>
                  </a:lnTo>
                  <a:lnTo>
                    <a:pt x="433" y="1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5">
              <a:extLst>
                <a:ext uri="{FF2B5EF4-FFF2-40B4-BE49-F238E27FC236}">
                  <a16:creationId xmlns:a16="http://schemas.microsoft.com/office/drawing/2014/main" id="{52FFF988-42BE-4B52-A9FC-FEF0E5F2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2355851"/>
              <a:ext cx="725488" cy="417513"/>
            </a:xfrm>
            <a:custGeom>
              <a:avLst/>
              <a:gdLst>
                <a:gd name="T0" fmla="*/ 19 w 457"/>
                <a:gd name="T1" fmla="*/ 111 h 263"/>
                <a:gd name="T2" fmla="*/ 419 w 457"/>
                <a:gd name="T3" fmla="*/ 111 h 263"/>
                <a:gd name="T4" fmla="*/ 341 w 457"/>
                <a:gd name="T5" fmla="*/ 192 h 263"/>
                <a:gd name="T6" fmla="*/ 353 w 457"/>
                <a:gd name="T7" fmla="*/ 204 h 263"/>
                <a:gd name="T8" fmla="*/ 457 w 457"/>
                <a:gd name="T9" fmla="*/ 102 h 263"/>
                <a:gd name="T10" fmla="*/ 353 w 457"/>
                <a:gd name="T11" fmla="*/ 0 h 263"/>
                <a:gd name="T12" fmla="*/ 341 w 457"/>
                <a:gd name="T13" fmla="*/ 14 h 263"/>
                <a:gd name="T14" fmla="*/ 419 w 457"/>
                <a:gd name="T15" fmla="*/ 92 h 263"/>
                <a:gd name="T16" fmla="*/ 0 w 457"/>
                <a:gd name="T17" fmla="*/ 92 h 263"/>
                <a:gd name="T18" fmla="*/ 0 w 457"/>
                <a:gd name="T19" fmla="*/ 263 h 263"/>
                <a:gd name="T20" fmla="*/ 19 w 457"/>
                <a:gd name="T21" fmla="*/ 263 h 263"/>
                <a:gd name="T22" fmla="*/ 19 w 457"/>
                <a:gd name="T23" fmla="*/ 111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7" h="263">
                  <a:moveTo>
                    <a:pt x="19" y="111"/>
                  </a:moveTo>
                  <a:lnTo>
                    <a:pt x="419" y="111"/>
                  </a:lnTo>
                  <a:lnTo>
                    <a:pt x="341" y="192"/>
                  </a:lnTo>
                  <a:lnTo>
                    <a:pt x="353" y="204"/>
                  </a:lnTo>
                  <a:lnTo>
                    <a:pt x="457" y="102"/>
                  </a:lnTo>
                  <a:lnTo>
                    <a:pt x="353" y="0"/>
                  </a:lnTo>
                  <a:lnTo>
                    <a:pt x="341" y="14"/>
                  </a:lnTo>
                  <a:lnTo>
                    <a:pt x="419" y="92"/>
                  </a:lnTo>
                  <a:lnTo>
                    <a:pt x="0" y="92"/>
                  </a:lnTo>
                  <a:lnTo>
                    <a:pt x="0" y="263"/>
                  </a:lnTo>
                  <a:lnTo>
                    <a:pt x="19" y="263"/>
                  </a:lnTo>
                  <a:lnTo>
                    <a:pt x="19" y="1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6">
              <a:extLst>
                <a:ext uri="{FF2B5EF4-FFF2-40B4-BE49-F238E27FC236}">
                  <a16:creationId xmlns:a16="http://schemas.microsoft.com/office/drawing/2014/main" id="{FB423317-3496-4273-862F-56F22B57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738" y="2473326"/>
              <a:ext cx="750888" cy="539750"/>
            </a:xfrm>
            <a:custGeom>
              <a:avLst/>
              <a:gdLst>
                <a:gd name="T0" fmla="*/ 376 w 473"/>
                <a:gd name="T1" fmla="*/ 184 h 340"/>
                <a:gd name="T2" fmla="*/ 438 w 473"/>
                <a:gd name="T3" fmla="*/ 246 h 340"/>
                <a:gd name="T4" fmla="*/ 327 w 473"/>
                <a:gd name="T5" fmla="*/ 246 h 340"/>
                <a:gd name="T6" fmla="*/ 95 w 473"/>
                <a:gd name="T7" fmla="*/ 0 h 340"/>
                <a:gd name="T8" fmla="*/ 0 w 473"/>
                <a:gd name="T9" fmla="*/ 0 h 340"/>
                <a:gd name="T10" fmla="*/ 0 w 473"/>
                <a:gd name="T11" fmla="*/ 18 h 340"/>
                <a:gd name="T12" fmla="*/ 88 w 473"/>
                <a:gd name="T13" fmla="*/ 18 h 340"/>
                <a:gd name="T14" fmla="*/ 317 w 473"/>
                <a:gd name="T15" fmla="*/ 265 h 340"/>
                <a:gd name="T16" fmla="*/ 438 w 473"/>
                <a:gd name="T17" fmla="*/ 265 h 340"/>
                <a:gd name="T18" fmla="*/ 376 w 473"/>
                <a:gd name="T19" fmla="*/ 326 h 340"/>
                <a:gd name="T20" fmla="*/ 391 w 473"/>
                <a:gd name="T21" fmla="*/ 340 h 340"/>
                <a:gd name="T22" fmla="*/ 473 w 473"/>
                <a:gd name="T23" fmla="*/ 255 h 340"/>
                <a:gd name="T24" fmla="*/ 388 w 473"/>
                <a:gd name="T25" fmla="*/ 170 h 340"/>
                <a:gd name="T26" fmla="*/ 376 w 473"/>
                <a:gd name="T27" fmla="*/ 184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3" h="340">
                  <a:moveTo>
                    <a:pt x="376" y="184"/>
                  </a:moveTo>
                  <a:lnTo>
                    <a:pt x="438" y="246"/>
                  </a:lnTo>
                  <a:lnTo>
                    <a:pt x="327" y="246"/>
                  </a:lnTo>
                  <a:lnTo>
                    <a:pt x="95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88" y="18"/>
                  </a:lnTo>
                  <a:lnTo>
                    <a:pt x="317" y="265"/>
                  </a:lnTo>
                  <a:lnTo>
                    <a:pt x="438" y="265"/>
                  </a:lnTo>
                  <a:lnTo>
                    <a:pt x="376" y="326"/>
                  </a:lnTo>
                  <a:lnTo>
                    <a:pt x="391" y="340"/>
                  </a:lnTo>
                  <a:lnTo>
                    <a:pt x="473" y="255"/>
                  </a:lnTo>
                  <a:lnTo>
                    <a:pt x="388" y="170"/>
                  </a:lnTo>
                  <a:lnTo>
                    <a:pt x="376" y="1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7">
              <a:extLst>
                <a:ext uri="{FF2B5EF4-FFF2-40B4-BE49-F238E27FC236}">
                  <a16:creationId xmlns:a16="http://schemas.microsoft.com/office/drawing/2014/main" id="{968C15B1-ED75-4AE5-8C42-72E30BD3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738" y="2716213"/>
              <a:ext cx="296863" cy="177800"/>
            </a:xfrm>
            <a:custGeom>
              <a:avLst/>
              <a:gdLst>
                <a:gd name="T0" fmla="*/ 88 w 187"/>
                <a:gd name="T1" fmla="*/ 93 h 112"/>
                <a:gd name="T2" fmla="*/ 0 w 187"/>
                <a:gd name="T3" fmla="*/ 93 h 112"/>
                <a:gd name="T4" fmla="*/ 0 w 187"/>
                <a:gd name="T5" fmla="*/ 112 h 112"/>
                <a:gd name="T6" fmla="*/ 95 w 187"/>
                <a:gd name="T7" fmla="*/ 112 h 112"/>
                <a:gd name="T8" fmla="*/ 187 w 187"/>
                <a:gd name="T9" fmla="*/ 15 h 112"/>
                <a:gd name="T10" fmla="*/ 173 w 187"/>
                <a:gd name="T11" fmla="*/ 0 h 112"/>
                <a:gd name="T12" fmla="*/ 88 w 187"/>
                <a:gd name="T13" fmla="*/ 9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112">
                  <a:moveTo>
                    <a:pt x="88" y="93"/>
                  </a:moveTo>
                  <a:lnTo>
                    <a:pt x="0" y="93"/>
                  </a:lnTo>
                  <a:lnTo>
                    <a:pt x="0" y="112"/>
                  </a:lnTo>
                  <a:lnTo>
                    <a:pt x="95" y="112"/>
                  </a:lnTo>
                  <a:lnTo>
                    <a:pt x="187" y="15"/>
                  </a:lnTo>
                  <a:lnTo>
                    <a:pt x="173" y="0"/>
                  </a:lnTo>
                  <a:lnTo>
                    <a:pt x="88" y="9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8">
              <a:extLst>
                <a:ext uri="{FF2B5EF4-FFF2-40B4-BE49-F238E27FC236}">
                  <a16:creationId xmlns:a16="http://schemas.microsoft.com/office/drawing/2014/main" id="{75FE99B8-6DA2-4D3F-A46F-568BB086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2926" y="2352676"/>
              <a:ext cx="393700" cy="296863"/>
            </a:xfrm>
            <a:custGeom>
              <a:avLst/>
              <a:gdLst>
                <a:gd name="T0" fmla="*/ 102 w 248"/>
                <a:gd name="T1" fmla="*/ 94 h 187"/>
                <a:gd name="T2" fmla="*/ 213 w 248"/>
                <a:gd name="T3" fmla="*/ 94 h 187"/>
                <a:gd name="T4" fmla="*/ 151 w 248"/>
                <a:gd name="T5" fmla="*/ 156 h 187"/>
                <a:gd name="T6" fmla="*/ 166 w 248"/>
                <a:gd name="T7" fmla="*/ 170 h 187"/>
                <a:gd name="T8" fmla="*/ 248 w 248"/>
                <a:gd name="T9" fmla="*/ 85 h 187"/>
                <a:gd name="T10" fmla="*/ 163 w 248"/>
                <a:gd name="T11" fmla="*/ 0 h 187"/>
                <a:gd name="T12" fmla="*/ 151 w 248"/>
                <a:gd name="T13" fmla="*/ 14 h 187"/>
                <a:gd name="T14" fmla="*/ 213 w 248"/>
                <a:gd name="T15" fmla="*/ 76 h 187"/>
                <a:gd name="T16" fmla="*/ 92 w 248"/>
                <a:gd name="T17" fmla="*/ 76 h 187"/>
                <a:gd name="T18" fmla="*/ 0 w 248"/>
                <a:gd name="T19" fmla="*/ 175 h 187"/>
                <a:gd name="T20" fmla="*/ 14 w 248"/>
                <a:gd name="T21" fmla="*/ 187 h 187"/>
                <a:gd name="T22" fmla="*/ 102 w 248"/>
                <a:gd name="T23" fmla="*/ 9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87">
                  <a:moveTo>
                    <a:pt x="102" y="94"/>
                  </a:moveTo>
                  <a:lnTo>
                    <a:pt x="213" y="94"/>
                  </a:lnTo>
                  <a:lnTo>
                    <a:pt x="151" y="156"/>
                  </a:lnTo>
                  <a:lnTo>
                    <a:pt x="166" y="170"/>
                  </a:lnTo>
                  <a:lnTo>
                    <a:pt x="248" y="85"/>
                  </a:lnTo>
                  <a:lnTo>
                    <a:pt x="163" y="0"/>
                  </a:lnTo>
                  <a:lnTo>
                    <a:pt x="151" y="14"/>
                  </a:lnTo>
                  <a:lnTo>
                    <a:pt x="213" y="76"/>
                  </a:lnTo>
                  <a:lnTo>
                    <a:pt x="92" y="76"/>
                  </a:lnTo>
                  <a:lnTo>
                    <a:pt x="0" y="175"/>
                  </a:lnTo>
                  <a:lnTo>
                    <a:pt x="14" y="187"/>
                  </a:lnTo>
                  <a:lnTo>
                    <a:pt x="102" y="9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Oval 29">
              <a:extLst>
                <a:ext uri="{FF2B5EF4-FFF2-40B4-BE49-F238E27FC236}">
                  <a16:creationId xmlns:a16="http://schemas.microsoft.com/office/drawing/2014/main" id="{5568EDCF-2835-482E-A542-5DD387AA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5901" y="2638426"/>
              <a:ext cx="179388" cy="1793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Oval 30">
              <a:extLst>
                <a:ext uri="{FF2B5EF4-FFF2-40B4-BE49-F238E27FC236}">
                  <a16:creationId xmlns:a16="http://schemas.microsoft.com/office/drawing/2014/main" id="{82ED4D50-19EE-44CB-88B9-6D3178596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6626" y="2638426"/>
              <a:ext cx="179388" cy="1793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Oval 31">
              <a:extLst>
                <a:ext uri="{FF2B5EF4-FFF2-40B4-BE49-F238E27FC236}">
                  <a16:creationId xmlns:a16="http://schemas.microsoft.com/office/drawing/2014/main" id="{74B176EC-7813-46E6-912E-ED2701DF0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6263" y="2638426"/>
              <a:ext cx="179388" cy="1793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2">
              <a:extLst>
                <a:ext uri="{FF2B5EF4-FFF2-40B4-BE49-F238E27FC236}">
                  <a16:creationId xmlns:a16="http://schemas.microsoft.com/office/drawing/2014/main" id="{42CE950D-CC97-47F7-92EA-5807352780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2676" y="3757613"/>
              <a:ext cx="822325" cy="782638"/>
            </a:xfrm>
            <a:custGeom>
              <a:avLst/>
              <a:gdLst>
                <a:gd name="T0" fmla="*/ 219 w 219"/>
                <a:gd name="T1" fmla="*/ 56 h 208"/>
                <a:gd name="T2" fmla="*/ 51 w 219"/>
                <a:gd name="T3" fmla="*/ 56 h 208"/>
                <a:gd name="T4" fmla="*/ 37 w 219"/>
                <a:gd name="T5" fmla="*/ 0 h 208"/>
                <a:gd name="T6" fmla="*/ 0 w 219"/>
                <a:gd name="T7" fmla="*/ 0 h 208"/>
                <a:gd name="T8" fmla="*/ 0 w 219"/>
                <a:gd name="T9" fmla="*/ 8 h 208"/>
                <a:gd name="T10" fmla="*/ 31 w 219"/>
                <a:gd name="T11" fmla="*/ 8 h 208"/>
                <a:gd name="T12" fmla="*/ 70 w 219"/>
                <a:gd name="T13" fmla="*/ 168 h 208"/>
                <a:gd name="T14" fmla="*/ 56 w 219"/>
                <a:gd name="T15" fmla="*/ 188 h 208"/>
                <a:gd name="T16" fmla="*/ 76 w 219"/>
                <a:gd name="T17" fmla="*/ 208 h 208"/>
                <a:gd name="T18" fmla="*/ 96 w 219"/>
                <a:gd name="T19" fmla="*/ 188 h 208"/>
                <a:gd name="T20" fmla="*/ 91 w 219"/>
                <a:gd name="T21" fmla="*/ 176 h 208"/>
                <a:gd name="T22" fmla="*/ 148 w 219"/>
                <a:gd name="T23" fmla="*/ 176 h 208"/>
                <a:gd name="T24" fmla="*/ 144 w 219"/>
                <a:gd name="T25" fmla="*/ 188 h 208"/>
                <a:gd name="T26" fmla="*/ 163 w 219"/>
                <a:gd name="T27" fmla="*/ 208 h 208"/>
                <a:gd name="T28" fmla="*/ 184 w 219"/>
                <a:gd name="T29" fmla="*/ 188 h 208"/>
                <a:gd name="T30" fmla="*/ 164 w 219"/>
                <a:gd name="T31" fmla="*/ 168 h 208"/>
                <a:gd name="T32" fmla="*/ 78 w 219"/>
                <a:gd name="T33" fmla="*/ 168 h 208"/>
                <a:gd name="T34" fmla="*/ 74 w 219"/>
                <a:gd name="T35" fmla="*/ 152 h 208"/>
                <a:gd name="T36" fmla="*/ 186 w 219"/>
                <a:gd name="T37" fmla="*/ 152 h 208"/>
                <a:gd name="T38" fmla="*/ 219 w 219"/>
                <a:gd name="T39" fmla="*/ 56 h 208"/>
                <a:gd name="T40" fmla="*/ 163 w 219"/>
                <a:gd name="T41" fmla="*/ 176 h 208"/>
                <a:gd name="T42" fmla="*/ 176 w 219"/>
                <a:gd name="T43" fmla="*/ 188 h 208"/>
                <a:gd name="T44" fmla="*/ 163 w 219"/>
                <a:gd name="T45" fmla="*/ 200 h 208"/>
                <a:gd name="T46" fmla="*/ 152 w 219"/>
                <a:gd name="T47" fmla="*/ 188 h 208"/>
                <a:gd name="T48" fmla="*/ 163 w 219"/>
                <a:gd name="T49" fmla="*/ 176 h 208"/>
                <a:gd name="T50" fmla="*/ 76 w 219"/>
                <a:gd name="T51" fmla="*/ 176 h 208"/>
                <a:gd name="T52" fmla="*/ 88 w 219"/>
                <a:gd name="T53" fmla="*/ 188 h 208"/>
                <a:gd name="T54" fmla="*/ 76 w 219"/>
                <a:gd name="T55" fmla="*/ 200 h 208"/>
                <a:gd name="T56" fmla="*/ 64 w 219"/>
                <a:gd name="T57" fmla="*/ 188 h 208"/>
                <a:gd name="T58" fmla="*/ 76 w 219"/>
                <a:gd name="T59" fmla="*/ 17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9" h="208">
                  <a:moveTo>
                    <a:pt x="219" y="56"/>
                  </a:moveTo>
                  <a:cubicBezTo>
                    <a:pt x="51" y="56"/>
                    <a:pt x="51" y="56"/>
                    <a:pt x="51" y="5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70" y="168"/>
                    <a:pt x="70" y="168"/>
                    <a:pt x="70" y="168"/>
                  </a:cubicBezTo>
                  <a:cubicBezTo>
                    <a:pt x="62" y="171"/>
                    <a:pt x="56" y="178"/>
                    <a:pt x="56" y="188"/>
                  </a:cubicBezTo>
                  <a:cubicBezTo>
                    <a:pt x="56" y="199"/>
                    <a:pt x="64" y="208"/>
                    <a:pt x="76" y="208"/>
                  </a:cubicBezTo>
                  <a:cubicBezTo>
                    <a:pt x="87" y="208"/>
                    <a:pt x="96" y="199"/>
                    <a:pt x="96" y="188"/>
                  </a:cubicBezTo>
                  <a:cubicBezTo>
                    <a:pt x="96" y="183"/>
                    <a:pt x="94" y="179"/>
                    <a:pt x="91" y="176"/>
                  </a:cubicBezTo>
                  <a:cubicBezTo>
                    <a:pt x="148" y="176"/>
                    <a:pt x="148" y="176"/>
                    <a:pt x="148" y="176"/>
                  </a:cubicBezTo>
                  <a:cubicBezTo>
                    <a:pt x="145" y="179"/>
                    <a:pt x="144" y="183"/>
                    <a:pt x="144" y="188"/>
                  </a:cubicBezTo>
                  <a:cubicBezTo>
                    <a:pt x="144" y="199"/>
                    <a:pt x="152" y="208"/>
                    <a:pt x="163" y="208"/>
                  </a:cubicBezTo>
                  <a:cubicBezTo>
                    <a:pt x="175" y="208"/>
                    <a:pt x="184" y="199"/>
                    <a:pt x="184" y="188"/>
                  </a:cubicBezTo>
                  <a:cubicBezTo>
                    <a:pt x="184" y="177"/>
                    <a:pt x="175" y="168"/>
                    <a:pt x="164" y="168"/>
                  </a:cubicBezTo>
                  <a:cubicBezTo>
                    <a:pt x="78" y="168"/>
                    <a:pt x="78" y="168"/>
                    <a:pt x="78" y="168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186" y="152"/>
                    <a:pt x="186" y="152"/>
                    <a:pt x="186" y="152"/>
                  </a:cubicBezTo>
                  <a:lnTo>
                    <a:pt x="219" y="56"/>
                  </a:lnTo>
                  <a:close/>
                  <a:moveTo>
                    <a:pt x="163" y="176"/>
                  </a:moveTo>
                  <a:cubicBezTo>
                    <a:pt x="170" y="176"/>
                    <a:pt x="176" y="181"/>
                    <a:pt x="176" y="188"/>
                  </a:cubicBezTo>
                  <a:cubicBezTo>
                    <a:pt x="176" y="194"/>
                    <a:pt x="170" y="200"/>
                    <a:pt x="163" y="200"/>
                  </a:cubicBezTo>
                  <a:cubicBezTo>
                    <a:pt x="157" y="200"/>
                    <a:pt x="152" y="194"/>
                    <a:pt x="152" y="188"/>
                  </a:cubicBezTo>
                  <a:cubicBezTo>
                    <a:pt x="152" y="181"/>
                    <a:pt x="157" y="176"/>
                    <a:pt x="163" y="176"/>
                  </a:cubicBezTo>
                  <a:close/>
                  <a:moveTo>
                    <a:pt x="76" y="176"/>
                  </a:moveTo>
                  <a:cubicBezTo>
                    <a:pt x="82" y="176"/>
                    <a:pt x="88" y="181"/>
                    <a:pt x="88" y="188"/>
                  </a:cubicBezTo>
                  <a:cubicBezTo>
                    <a:pt x="88" y="194"/>
                    <a:pt x="82" y="200"/>
                    <a:pt x="76" y="200"/>
                  </a:cubicBezTo>
                  <a:cubicBezTo>
                    <a:pt x="69" y="200"/>
                    <a:pt x="64" y="194"/>
                    <a:pt x="64" y="188"/>
                  </a:cubicBezTo>
                  <a:cubicBezTo>
                    <a:pt x="64" y="181"/>
                    <a:pt x="69" y="176"/>
                    <a:pt x="76" y="17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3">
              <a:extLst>
                <a:ext uri="{FF2B5EF4-FFF2-40B4-BE49-F238E27FC236}">
                  <a16:creationId xmlns:a16="http://schemas.microsoft.com/office/drawing/2014/main" id="{4ADC5598-0D82-4060-A2B0-0BF86242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6" y="3773488"/>
              <a:ext cx="322263" cy="352425"/>
            </a:xfrm>
            <a:custGeom>
              <a:avLst/>
              <a:gdLst>
                <a:gd name="T0" fmla="*/ 0 w 86"/>
                <a:gd name="T1" fmla="*/ 94 h 94"/>
                <a:gd name="T2" fmla="*/ 86 w 86"/>
                <a:gd name="T3" fmla="*/ 56 h 94"/>
                <a:gd name="T4" fmla="*/ 0 w 86"/>
                <a:gd name="T5" fmla="*/ 0 h 94"/>
                <a:gd name="T6" fmla="*/ 0 w 86"/>
                <a:gd name="T7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94">
                  <a:moveTo>
                    <a:pt x="0" y="94"/>
                  </a:moveTo>
                  <a:cubicBezTo>
                    <a:pt x="86" y="56"/>
                    <a:pt x="86" y="56"/>
                    <a:pt x="86" y="56"/>
                  </a:cubicBezTo>
                  <a:cubicBezTo>
                    <a:pt x="71" y="24"/>
                    <a:pt x="38" y="1"/>
                    <a:pt x="0" y="0"/>
                  </a:cubicBezTo>
                  <a:lnTo>
                    <a:pt x="0" y="9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73E795B9-391C-4252-8E7C-49CD7FB95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751" y="3773488"/>
              <a:ext cx="585788" cy="750888"/>
            </a:xfrm>
            <a:custGeom>
              <a:avLst/>
              <a:gdLst>
                <a:gd name="T0" fmla="*/ 96 w 156"/>
                <a:gd name="T1" fmla="*/ 101 h 200"/>
                <a:gd name="T2" fmla="*/ 96 w 156"/>
                <a:gd name="T3" fmla="*/ 0 h 200"/>
                <a:gd name="T4" fmla="*/ 0 w 156"/>
                <a:gd name="T5" fmla="*/ 100 h 200"/>
                <a:gd name="T6" fmla="*/ 100 w 156"/>
                <a:gd name="T7" fmla="*/ 200 h 200"/>
                <a:gd name="T8" fmla="*/ 153 w 156"/>
                <a:gd name="T9" fmla="*/ 184 h 200"/>
                <a:gd name="T10" fmla="*/ 153 w 156"/>
                <a:gd name="T11" fmla="*/ 185 h 200"/>
                <a:gd name="T12" fmla="*/ 156 w 156"/>
                <a:gd name="T13" fmla="*/ 183 h 200"/>
                <a:gd name="T14" fmla="*/ 156 w 156"/>
                <a:gd name="T15" fmla="*/ 182 h 200"/>
                <a:gd name="T16" fmla="*/ 156 w 156"/>
                <a:gd name="T17" fmla="*/ 182 h 200"/>
                <a:gd name="T18" fmla="*/ 96 w 156"/>
                <a:gd name="T19" fmla="*/ 101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200">
                  <a:moveTo>
                    <a:pt x="96" y="101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42" y="2"/>
                    <a:pt x="0" y="46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19" y="200"/>
                    <a:pt x="137" y="194"/>
                    <a:pt x="153" y="184"/>
                  </a:cubicBezTo>
                  <a:cubicBezTo>
                    <a:pt x="153" y="185"/>
                    <a:pt x="153" y="185"/>
                    <a:pt x="153" y="185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6" y="183"/>
                    <a:pt x="156" y="182"/>
                    <a:pt x="156" y="182"/>
                  </a:cubicBezTo>
                  <a:cubicBezTo>
                    <a:pt x="156" y="182"/>
                    <a:pt x="156" y="182"/>
                    <a:pt x="156" y="182"/>
                  </a:cubicBezTo>
                  <a:lnTo>
                    <a:pt x="96" y="10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7D06403A-D8BE-4F64-AA28-508E05AA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3" y="4013201"/>
              <a:ext cx="352425" cy="425450"/>
            </a:xfrm>
            <a:custGeom>
              <a:avLst/>
              <a:gdLst>
                <a:gd name="T0" fmla="*/ 94 w 94"/>
                <a:gd name="T1" fmla="*/ 36 h 113"/>
                <a:gd name="T2" fmla="*/ 87 w 94"/>
                <a:gd name="T3" fmla="*/ 0 h 113"/>
                <a:gd name="T4" fmla="*/ 0 w 94"/>
                <a:gd name="T5" fmla="*/ 37 h 113"/>
                <a:gd name="T6" fmla="*/ 57 w 94"/>
                <a:gd name="T7" fmla="*/ 113 h 113"/>
                <a:gd name="T8" fmla="*/ 94 w 94"/>
                <a:gd name="T9" fmla="*/ 3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13">
                  <a:moveTo>
                    <a:pt x="94" y="36"/>
                  </a:moveTo>
                  <a:cubicBezTo>
                    <a:pt x="94" y="23"/>
                    <a:pt x="92" y="11"/>
                    <a:pt x="87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79" y="95"/>
                    <a:pt x="94" y="67"/>
                    <a:pt x="94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6">
              <a:extLst>
                <a:ext uri="{FF2B5EF4-FFF2-40B4-BE49-F238E27FC236}">
                  <a16:creationId xmlns:a16="http://schemas.microsoft.com/office/drawing/2014/main" id="{ECB4B030-8172-4ABD-9D9D-DD12CAF83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6" y="3727451"/>
              <a:ext cx="735013" cy="841375"/>
            </a:xfrm>
            <a:custGeom>
              <a:avLst/>
              <a:gdLst>
                <a:gd name="T0" fmla="*/ 188 w 196"/>
                <a:gd name="T1" fmla="*/ 32 h 224"/>
                <a:gd name="T2" fmla="*/ 188 w 196"/>
                <a:gd name="T3" fmla="*/ 19 h 224"/>
                <a:gd name="T4" fmla="*/ 168 w 196"/>
                <a:gd name="T5" fmla="*/ 0 h 224"/>
                <a:gd name="T6" fmla="*/ 40 w 196"/>
                <a:gd name="T7" fmla="*/ 0 h 224"/>
                <a:gd name="T8" fmla="*/ 20 w 196"/>
                <a:gd name="T9" fmla="*/ 19 h 224"/>
                <a:gd name="T10" fmla="*/ 20 w 196"/>
                <a:gd name="T11" fmla="*/ 32 h 224"/>
                <a:gd name="T12" fmla="*/ 16 w 196"/>
                <a:gd name="T13" fmla="*/ 32 h 224"/>
                <a:gd name="T14" fmla="*/ 0 w 196"/>
                <a:gd name="T15" fmla="*/ 48 h 224"/>
                <a:gd name="T16" fmla="*/ 0 w 196"/>
                <a:gd name="T17" fmla="*/ 75 h 224"/>
                <a:gd name="T18" fmla="*/ 16 w 196"/>
                <a:gd name="T19" fmla="*/ 92 h 224"/>
                <a:gd name="T20" fmla="*/ 85 w 196"/>
                <a:gd name="T21" fmla="*/ 92 h 224"/>
                <a:gd name="T22" fmla="*/ 85 w 196"/>
                <a:gd name="T23" fmla="*/ 92 h 224"/>
                <a:gd name="T24" fmla="*/ 92 w 196"/>
                <a:gd name="T25" fmla="*/ 92 h 224"/>
                <a:gd name="T26" fmla="*/ 100 w 196"/>
                <a:gd name="T27" fmla="*/ 100 h 224"/>
                <a:gd name="T28" fmla="*/ 100 w 196"/>
                <a:gd name="T29" fmla="*/ 128 h 224"/>
                <a:gd name="T30" fmla="*/ 84 w 196"/>
                <a:gd name="T31" fmla="*/ 128 h 224"/>
                <a:gd name="T32" fmla="*/ 84 w 196"/>
                <a:gd name="T33" fmla="*/ 224 h 224"/>
                <a:gd name="T34" fmla="*/ 124 w 196"/>
                <a:gd name="T35" fmla="*/ 224 h 224"/>
                <a:gd name="T36" fmla="*/ 124 w 196"/>
                <a:gd name="T37" fmla="*/ 128 h 224"/>
                <a:gd name="T38" fmla="*/ 108 w 196"/>
                <a:gd name="T39" fmla="*/ 128 h 224"/>
                <a:gd name="T40" fmla="*/ 108 w 196"/>
                <a:gd name="T41" fmla="*/ 100 h 224"/>
                <a:gd name="T42" fmla="*/ 92 w 196"/>
                <a:gd name="T43" fmla="*/ 84 h 224"/>
                <a:gd name="T44" fmla="*/ 82 w 196"/>
                <a:gd name="T45" fmla="*/ 84 h 224"/>
                <a:gd name="T46" fmla="*/ 82 w 196"/>
                <a:gd name="T47" fmla="*/ 84 h 224"/>
                <a:gd name="T48" fmla="*/ 16 w 196"/>
                <a:gd name="T49" fmla="*/ 84 h 224"/>
                <a:gd name="T50" fmla="*/ 8 w 196"/>
                <a:gd name="T51" fmla="*/ 75 h 224"/>
                <a:gd name="T52" fmla="*/ 8 w 196"/>
                <a:gd name="T53" fmla="*/ 48 h 224"/>
                <a:gd name="T54" fmla="*/ 16 w 196"/>
                <a:gd name="T55" fmla="*/ 40 h 224"/>
                <a:gd name="T56" fmla="*/ 20 w 196"/>
                <a:gd name="T57" fmla="*/ 40 h 224"/>
                <a:gd name="T58" fmla="*/ 20 w 196"/>
                <a:gd name="T59" fmla="*/ 52 h 224"/>
                <a:gd name="T60" fmla="*/ 40 w 196"/>
                <a:gd name="T61" fmla="*/ 72 h 224"/>
                <a:gd name="T62" fmla="*/ 168 w 196"/>
                <a:gd name="T63" fmla="*/ 72 h 224"/>
                <a:gd name="T64" fmla="*/ 188 w 196"/>
                <a:gd name="T65" fmla="*/ 52 h 224"/>
                <a:gd name="T66" fmla="*/ 188 w 196"/>
                <a:gd name="T67" fmla="*/ 40 h 224"/>
                <a:gd name="T68" fmla="*/ 196 w 196"/>
                <a:gd name="T69" fmla="*/ 40 h 224"/>
                <a:gd name="T70" fmla="*/ 196 w 196"/>
                <a:gd name="T71" fmla="*/ 32 h 224"/>
                <a:gd name="T72" fmla="*/ 188 w 196"/>
                <a:gd name="T73" fmla="*/ 3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6" h="224">
                  <a:moveTo>
                    <a:pt x="188" y="32"/>
                  </a:moveTo>
                  <a:cubicBezTo>
                    <a:pt x="188" y="19"/>
                    <a:pt x="188" y="19"/>
                    <a:pt x="188" y="19"/>
                  </a:cubicBezTo>
                  <a:cubicBezTo>
                    <a:pt x="188" y="8"/>
                    <a:pt x="179" y="0"/>
                    <a:pt x="168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0" y="8"/>
                    <a:pt x="20" y="19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7" y="32"/>
                    <a:pt x="0" y="39"/>
                    <a:pt x="0" y="48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4"/>
                    <a:pt x="7" y="92"/>
                    <a:pt x="16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6" y="92"/>
                    <a:pt x="100" y="95"/>
                    <a:pt x="100" y="100"/>
                  </a:cubicBezTo>
                  <a:cubicBezTo>
                    <a:pt x="100" y="128"/>
                    <a:pt x="100" y="128"/>
                    <a:pt x="100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84" y="224"/>
                    <a:pt x="84" y="224"/>
                    <a:pt x="84" y="224"/>
                  </a:cubicBezTo>
                  <a:cubicBezTo>
                    <a:pt x="124" y="224"/>
                    <a:pt x="124" y="224"/>
                    <a:pt x="124" y="22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08" y="128"/>
                    <a:pt x="108" y="128"/>
                    <a:pt x="108" y="128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91"/>
                    <a:pt x="101" y="84"/>
                    <a:pt x="92" y="84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2" y="84"/>
                    <a:pt x="8" y="80"/>
                    <a:pt x="8" y="75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3"/>
                    <a:pt x="12" y="40"/>
                    <a:pt x="16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63"/>
                    <a:pt x="29" y="72"/>
                    <a:pt x="40" y="72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79" y="72"/>
                    <a:pt x="188" y="63"/>
                    <a:pt x="188" y="52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96" y="40"/>
                    <a:pt x="196" y="40"/>
                    <a:pt x="196" y="40"/>
                  </a:cubicBezTo>
                  <a:cubicBezTo>
                    <a:pt x="196" y="32"/>
                    <a:pt x="196" y="32"/>
                    <a:pt x="196" y="32"/>
                  </a:cubicBezTo>
                  <a:lnTo>
                    <a:pt x="188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7">
              <a:extLst>
                <a:ext uri="{FF2B5EF4-FFF2-40B4-BE49-F238E27FC236}">
                  <a16:creationId xmlns:a16="http://schemas.microsoft.com/office/drawing/2014/main" id="{91B24433-976C-4B66-A410-52897BD730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02551" y="3787776"/>
              <a:ext cx="750888" cy="722313"/>
            </a:xfrm>
            <a:custGeom>
              <a:avLst/>
              <a:gdLst>
                <a:gd name="T0" fmla="*/ 397 w 473"/>
                <a:gd name="T1" fmla="*/ 379 h 455"/>
                <a:gd name="T2" fmla="*/ 397 w 473"/>
                <a:gd name="T3" fmla="*/ 71 h 455"/>
                <a:gd name="T4" fmla="*/ 433 w 473"/>
                <a:gd name="T5" fmla="*/ 36 h 455"/>
                <a:gd name="T6" fmla="*/ 419 w 473"/>
                <a:gd name="T7" fmla="*/ 24 h 455"/>
                <a:gd name="T8" fmla="*/ 385 w 473"/>
                <a:gd name="T9" fmla="*/ 57 h 455"/>
                <a:gd name="T10" fmla="*/ 78 w 473"/>
                <a:gd name="T11" fmla="*/ 57 h 455"/>
                <a:gd name="T12" fmla="*/ 78 w 473"/>
                <a:gd name="T13" fmla="*/ 0 h 455"/>
                <a:gd name="T14" fmla="*/ 59 w 473"/>
                <a:gd name="T15" fmla="*/ 0 h 455"/>
                <a:gd name="T16" fmla="*/ 59 w 473"/>
                <a:gd name="T17" fmla="*/ 57 h 455"/>
                <a:gd name="T18" fmla="*/ 0 w 473"/>
                <a:gd name="T19" fmla="*/ 57 h 455"/>
                <a:gd name="T20" fmla="*/ 0 w 473"/>
                <a:gd name="T21" fmla="*/ 76 h 455"/>
                <a:gd name="T22" fmla="*/ 59 w 473"/>
                <a:gd name="T23" fmla="*/ 76 h 455"/>
                <a:gd name="T24" fmla="*/ 59 w 473"/>
                <a:gd name="T25" fmla="*/ 398 h 455"/>
                <a:gd name="T26" fmla="*/ 378 w 473"/>
                <a:gd name="T27" fmla="*/ 398 h 455"/>
                <a:gd name="T28" fmla="*/ 378 w 473"/>
                <a:gd name="T29" fmla="*/ 455 h 455"/>
                <a:gd name="T30" fmla="*/ 397 w 473"/>
                <a:gd name="T31" fmla="*/ 455 h 455"/>
                <a:gd name="T32" fmla="*/ 397 w 473"/>
                <a:gd name="T33" fmla="*/ 398 h 455"/>
                <a:gd name="T34" fmla="*/ 473 w 473"/>
                <a:gd name="T35" fmla="*/ 398 h 455"/>
                <a:gd name="T36" fmla="*/ 473 w 473"/>
                <a:gd name="T37" fmla="*/ 379 h 455"/>
                <a:gd name="T38" fmla="*/ 397 w 473"/>
                <a:gd name="T39" fmla="*/ 379 h 455"/>
                <a:gd name="T40" fmla="*/ 367 w 473"/>
                <a:gd name="T41" fmla="*/ 76 h 455"/>
                <a:gd name="T42" fmla="*/ 78 w 473"/>
                <a:gd name="T43" fmla="*/ 365 h 455"/>
                <a:gd name="T44" fmla="*/ 78 w 473"/>
                <a:gd name="T45" fmla="*/ 76 h 455"/>
                <a:gd name="T46" fmla="*/ 367 w 473"/>
                <a:gd name="T47" fmla="*/ 76 h 455"/>
                <a:gd name="T48" fmla="*/ 90 w 473"/>
                <a:gd name="T49" fmla="*/ 379 h 455"/>
                <a:gd name="T50" fmla="*/ 378 w 473"/>
                <a:gd name="T51" fmla="*/ 90 h 455"/>
                <a:gd name="T52" fmla="*/ 378 w 473"/>
                <a:gd name="T53" fmla="*/ 379 h 455"/>
                <a:gd name="T54" fmla="*/ 90 w 473"/>
                <a:gd name="T55" fmla="*/ 379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73" h="455">
                  <a:moveTo>
                    <a:pt x="397" y="379"/>
                  </a:moveTo>
                  <a:lnTo>
                    <a:pt x="397" y="71"/>
                  </a:lnTo>
                  <a:lnTo>
                    <a:pt x="433" y="36"/>
                  </a:lnTo>
                  <a:lnTo>
                    <a:pt x="419" y="24"/>
                  </a:lnTo>
                  <a:lnTo>
                    <a:pt x="385" y="57"/>
                  </a:lnTo>
                  <a:lnTo>
                    <a:pt x="78" y="57"/>
                  </a:lnTo>
                  <a:lnTo>
                    <a:pt x="78" y="0"/>
                  </a:lnTo>
                  <a:lnTo>
                    <a:pt x="59" y="0"/>
                  </a:lnTo>
                  <a:lnTo>
                    <a:pt x="59" y="57"/>
                  </a:lnTo>
                  <a:lnTo>
                    <a:pt x="0" y="57"/>
                  </a:lnTo>
                  <a:lnTo>
                    <a:pt x="0" y="76"/>
                  </a:lnTo>
                  <a:lnTo>
                    <a:pt x="59" y="76"/>
                  </a:lnTo>
                  <a:lnTo>
                    <a:pt x="59" y="398"/>
                  </a:lnTo>
                  <a:lnTo>
                    <a:pt x="378" y="398"/>
                  </a:lnTo>
                  <a:lnTo>
                    <a:pt x="378" y="455"/>
                  </a:lnTo>
                  <a:lnTo>
                    <a:pt x="397" y="455"/>
                  </a:lnTo>
                  <a:lnTo>
                    <a:pt x="397" y="398"/>
                  </a:lnTo>
                  <a:lnTo>
                    <a:pt x="473" y="398"/>
                  </a:lnTo>
                  <a:lnTo>
                    <a:pt x="473" y="379"/>
                  </a:lnTo>
                  <a:lnTo>
                    <a:pt x="397" y="379"/>
                  </a:lnTo>
                  <a:close/>
                  <a:moveTo>
                    <a:pt x="367" y="76"/>
                  </a:moveTo>
                  <a:lnTo>
                    <a:pt x="78" y="365"/>
                  </a:lnTo>
                  <a:lnTo>
                    <a:pt x="78" y="76"/>
                  </a:lnTo>
                  <a:lnTo>
                    <a:pt x="367" y="76"/>
                  </a:lnTo>
                  <a:close/>
                  <a:moveTo>
                    <a:pt x="90" y="379"/>
                  </a:moveTo>
                  <a:lnTo>
                    <a:pt x="378" y="90"/>
                  </a:lnTo>
                  <a:lnTo>
                    <a:pt x="378" y="379"/>
                  </a:lnTo>
                  <a:lnTo>
                    <a:pt x="90" y="3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DACD8146-5061-4758-9955-3EC9B7A8C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8438" y="3749676"/>
              <a:ext cx="690563" cy="29686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9">
              <a:extLst>
                <a:ext uri="{FF2B5EF4-FFF2-40B4-BE49-F238E27FC236}">
                  <a16:creationId xmlns:a16="http://schemas.microsoft.com/office/drawing/2014/main" id="{5646A6D0-FCD2-4680-8210-2F9408B1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8438" y="4302126"/>
              <a:ext cx="690563" cy="241300"/>
            </a:xfrm>
            <a:custGeom>
              <a:avLst/>
              <a:gdLst>
                <a:gd name="T0" fmla="*/ 0 w 184"/>
                <a:gd name="T1" fmla="*/ 0 h 64"/>
                <a:gd name="T2" fmla="*/ 0 w 184"/>
                <a:gd name="T3" fmla="*/ 16 h 64"/>
                <a:gd name="T4" fmla="*/ 0 w 184"/>
                <a:gd name="T5" fmla="*/ 24 h 64"/>
                <a:gd name="T6" fmla="*/ 92 w 184"/>
                <a:gd name="T7" fmla="*/ 64 h 64"/>
                <a:gd name="T8" fmla="*/ 184 w 184"/>
                <a:gd name="T9" fmla="*/ 24 h 64"/>
                <a:gd name="T10" fmla="*/ 184 w 184"/>
                <a:gd name="T11" fmla="*/ 16 h 64"/>
                <a:gd name="T12" fmla="*/ 184 w 184"/>
                <a:gd name="T13" fmla="*/ 0 h 64"/>
                <a:gd name="T14" fmla="*/ 92 w 184"/>
                <a:gd name="T15" fmla="*/ 29 h 64"/>
                <a:gd name="T16" fmla="*/ 0 w 184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64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43"/>
                    <a:pt x="38" y="64"/>
                    <a:pt x="92" y="64"/>
                  </a:cubicBezTo>
                  <a:cubicBezTo>
                    <a:pt x="147" y="64"/>
                    <a:pt x="184" y="43"/>
                    <a:pt x="184" y="24"/>
                  </a:cubicBezTo>
                  <a:cubicBezTo>
                    <a:pt x="184" y="16"/>
                    <a:pt x="184" y="16"/>
                    <a:pt x="184" y="16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69" y="17"/>
                    <a:pt x="133" y="29"/>
                    <a:pt x="92" y="29"/>
                  </a:cubicBezTo>
                  <a:cubicBezTo>
                    <a:pt x="51" y="29"/>
                    <a:pt x="16" y="17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0">
              <a:extLst>
                <a:ext uri="{FF2B5EF4-FFF2-40B4-BE49-F238E27FC236}">
                  <a16:creationId xmlns:a16="http://schemas.microsoft.com/office/drawing/2014/main" id="{DC3E185B-1EF8-46D2-8743-7DC0D8ED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8438" y="4137026"/>
              <a:ext cx="690563" cy="241300"/>
            </a:xfrm>
            <a:custGeom>
              <a:avLst/>
              <a:gdLst>
                <a:gd name="T0" fmla="*/ 0 w 184"/>
                <a:gd name="T1" fmla="*/ 0 h 64"/>
                <a:gd name="T2" fmla="*/ 0 w 184"/>
                <a:gd name="T3" fmla="*/ 10 h 64"/>
                <a:gd name="T4" fmla="*/ 0 w 184"/>
                <a:gd name="T5" fmla="*/ 24 h 64"/>
                <a:gd name="T6" fmla="*/ 92 w 184"/>
                <a:gd name="T7" fmla="*/ 64 h 64"/>
                <a:gd name="T8" fmla="*/ 184 w 184"/>
                <a:gd name="T9" fmla="*/ 24 h 64"/>
                <a:gd name="T10" fmla="*/ 184 w 184"/>
                <a:gd name="T11" fmla="*/ 0 h 64"/>
                <a:gd name="T12" fmla="*/ 92 w 184"/>
                <a:gd name="T13" fmla="*/ 29 h 64"/>
                <a:gd name="T14" fmla="*/ 0 w 184"/>
                <a:gd name="T1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4" h="64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43"/>
                    <a:pt x="38" y="64"/>
                    <a:pt x="92" y="64"/>
                  </a:cubicBezTo>
                  <a:cubicBezTo>
                    <a:pt x="147" y="64"/>
                    <a:pt x="184" y="43"/>
                    <a:pt x="184" y="24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69" y="17"/>
                    <a:pt x="133" y="29"/>
                    <a:pt x="92" y="29"/>
                  </a:cubicBezTo>
                  <a:cubicBezTo>
                    <a:pt x="51" y="29"/>
                    <a:pt x="16" y="17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1">
              <a:extLst>
                <a:ext uri="{FF2B5EF4-FFF2-40B4-BE49-F238E27FC236}">
                  <a16:creationId xmlns:a16="http://schemas.microsoft.com/office/drawing/2014/main" id="{84F3E5EA-F6DF-47DB-8882-974536EBD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8438" y="3975101"/>
              <a:ext cx="690563" cy="238125"/>
            </a:xfrm>
            <a:custGeom>
              <a:avLst/>
              <a:gdLst>
                <a:gd name="T0" fmla="*/ 0 w 184"/>
                <a:gd name="T1" fmla="*/ 0 h 63"/>
                <a:gd name="T2" fmla="*/ 0 w 184"/>
                <a:gd name="T3" fmla="*/ 24 h 63"/>
                <a:gd name="T4" fmla="*/ 92 w 184"/>
                <a:gd name="T5" fmla="*/ 63 h 63"/>
                <a:gd name="T6" fmla="*/ 184 w 184"/>
                <a:gd name="T7" fmla="*/ 24 h 63"/>
                <a:gd name="T8" fmla="*/ 184 w 184"/>
                <a:gd name="T9" fmla="*/ 0 h 63"/>
                <a:gd name="T10" fmla="*/ 92 w 184"/>
                <a:gd name="T11" fmla="*/ 28 h 63"/>
                <a:gd name="T12" fmla="*/ 0 w 184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63"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42"/>
                    <a:pt x="38" y="63"/>
                    <a:pt x="92" y="63"/>
                  </a:cubicBezTo>
                  <a:cubicBezTo>
                    <a:pt x="147" y="63"/>
                    <a:pt x="184" y="42"/>
                    <a:pt x="184" y="24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69" y="16"/>
                    <a:pt x="133" y="28"/>
                    <a:pt x="92" y="28"/>
                  </a:cubicBezTo>
                  <a:cubicBezTo>
                    <a:pt x="51" y="28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2">
              <a:extLst>
                <a:ext uri="{FF2B5EF4-FFF2-40B4-BE49-F238E27FC236}">
                  <a16:creationId xmlns:a16="http://schemas.microsoft.com/office/drawing/2014/main" id="{46871CD4-01BE-4FE3-92E3-65047E32A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0351" y="3892551"/>
              <a:ext cx="390525" cy="673100"/>
            </a:xfrm>
            <a:custGeom>
              <a:avLst/>
              <a:gdLst>
                <a:gd name="T0" fmla="*/ 180 w 246"/>
                <a:gd name="T1" fmla="*/ 67 h 424"/>
                <a:gd name="T2" fmla="*/ 0 w 246"/>
                <a:gd name="T3" fmla="*/ 0 h 424"/>
                <a:gd name="T4" fmla="*/ 0 w 246"/>
                <a:gd name="T5" fmla="*/ 3 h 424"/>
                <a:gd name="T6" fmla="*/ 0 w 246"/>
                <a:gd name="T7" fmla="*/ 334 h 424"/>
                <a:gd name="T8" fmla="*/ 246 w 246"/>
                <a:gd name="T9" fmla="*/ 424 h 424"/>
                <a:gd name="T10" fmla="*/ 246 w 246"/>
                <a:gd name="T11" fmla="*/ 90 h 424"/>
                <a:gd name="T12" fmla="*/ 180 w 246"/>
                <a:gd name="T13" fmla="*/ 6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24">
                  <a:moveTo>
                    <a:pt x="180" y="67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34"/>
                  </a:lnTo>
                  <a:lnTo>
                    <a:pt x="246" y="424"/>
                  </a:lnTo>
                  <a:lnTo>
                    <a:pt x="246" y="90"/>
                  </a:lnTo>
                  <a:lnTo>
                    <a:pt x="180" y="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3">
              <a:extLst>
                <a:ext uri="{FF2B5EF4-FFF2-40B4-BE49-F238E27FC236}">
                  <a16:creationId xmlns:a16="http://schemas.microsoft.com/office/drawing/2014/main" id="{34B134A3-3EC1-49FA-81F5-528FD22F5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1463" y="3719513"/>
              <a:ext cx="781050" cy="285750"/>
            </a:xfrm>
            <a:custGeom>
              <a:avLst/>
              <a:gdLst>
                <a:gd name="T0" fmla="*/ 248 w 492"/>
                <a:gd name="T1" fmla="*/ 180 h 180"/>
                <a:gd name="T2" fmla="*/ 492 w 492"/>
                <a:gd name="T3" fmla="*/ 93 h 180"/>
                <a:gd name="T4" fmla="*/ 248 w 492"/>
                <a:gd name="T5" fmla="*/ 0 h 180"/>
                <a:gd name="T6" fmla="*/ 2 w 492"/>
                <a:gd name="T7" fmla="*/ 93 h 180"/>
                <a:gd name="T8" fmla="*/ 0 w 492"/>
                <a:gd name="T9" fmla="*/ 93 h 180"/>
                <a:gd name="T10" fmla="*/ 132 w 492"/>
                <a:gd name="T11" fmla="*/ 140 h 180"/>
                <a:gd name="T12" fmla="*/ 248 w 492"/>
                <a:gd name="T1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2" h="180">
                  <a:moveTo>
                    <a:pt x="248" y="180"/>
                  </a:moveTo>
                  <a:lnTo>
                    <a:pt x="492" y="93"/>
                  </a:lnTo>
                  <a:lnTo>
                    <a:pt x="248" y="0"/>
                  </a:lnTo>
                  <a:lnTo>
                    <a:pt x="2" y="93"/>
                  </a:lnTo>
                  <a:lnTo>
                    <a:pt x="0" y="93"/>
                  </a:lnTo>
                  <a:lnTo>
                    <a:pt x="132" y="140"/>
                  </a:lnTo>
                  <a:lnTo>
                    <a:pt x="248" y="18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4">
              <a:extLst>
                <a:ext uri="{FF2B5EF4-FFF2-40B4-BE49-F238E27FC236}">
                  <a16:creationId xmlns:a16="http://schemas.microsoft.com/office/drawing/2014/main" id="{7DCA3FB2-4EB8-4E82-A6B0-8CA85A806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1038" y="3892551"/>
              <a:ext cx="390525" cy="673100"/>
            </a:xfrm>
            <a:custGeom>
              <a:avLst/>
              <a:gdLst>
                <a:gd name="T0" fmla="*/ 246 w 246"/>
                <a:gd name="T1" fmla="*/ 5 h 424"/>
                <a:gd name="T2" fmla="*/ 246 w 246"/>
                <a:gd name="T3" fmla="*/ 0 h 424"/>
                <a:gd name="T4" fmla="*/ 246 w 246"/>
                <a:gd name="T5" fmla="*/ 0 h 424"/>
                <a:gd name="T6" fmla="*/ 0 w 246"/>
                <a:gd name="T7" fmla="*/ 90 h 424"/>
                <a:gd name="T8" fmla="*/ 0 w 246"/>
                <a:gd name="T9" fmla="*/ 424 h 424"/>
                <a:gd name="T10" fmla="*/ 246 w 246"/>
                <a:gd name="T11" fmla="*/ 334 h 424"/>
                <a:gd name="T12" fmla="*/ 246 w 246"/>
                <a:gd name="T13" fmla="*/ 5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24">
                  <a:moveTo>
                    <a:pt x="246" y="5"/>
                  </a:moveTo>
                  <a:lnTo>
                    <a:pt x="246" y="0"/>
                  </a:lnTo>
                  <a:lnTo>
                    <a:pt x="246" y="0"/>
                  </a:lnTo>
                  <a:lnTo>
                    <a:pt x="0" y="90"/>
                  </a:lnTo>
                  <a:lnTo>
                    <a:pt x="0" y="424"/>
                  </a:lnTo>
                  <a:lnTo>
                    <a:pt x="246" y="334"/>
                  </a:lnTo>
                  <a:lnTo>
                    <a:pt x="246" y="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5">
              <a:extLst>
                <a:ext uri="{FF2B5EF4-FFF2-40B4-BE49-F238E27FC236}">
                  <a16:creationId xmlns:a16="http://schemas.microsoft.com/office/drawing/2014/main" id="{BA812F0F-E33A-4B38-B074-7C878B8CFA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0451" y="5137151"/>
              <a:ext cx="750888" cy="690563"/>
            </a:xfrm>
            <a:custGeom>
              <a:avLst/>
              <a:gdLst>
                <a:gd name="T0" fmla="*/ 190 w 200"/>
                <a:gd name="T1" fmla="*/ 40 h 184"/>
                <a:gd name="T2" fmla="*/ 16 w 200"/>
                <a:gd name="T3" fmla="*/ 3 h 184"/>
                <a:gd name="T4" fmla="*/ 155 w 200"/>
                <a:gd name="T5" fmla="*/ 40 h 184"/>
                <a:gd name="T6" fmla="*/ 0 w 200"/>
                <a:gd name="T7" fmla="*/ 51 h 184"/>
                <a:gd name="T8" fmla="*/ 11 w 200"/>
                <a:gd name="T9" fmla="*/ 184 h 184"/>
                <a:gd name="T10" fmla="*/ 200 w 200"/>
                <a:gd name="T11" fmla="*/ 173 h 184"/>
                <a:gd name="T12" fmla="*/ 190 w 200"/>
                <a:gd name="T13" fmla="*/ 40 h 184"/>
                <a:gd name="T14" fmla="*/ 120 w 200"/>
                <a:gd name="T15" fmla="*/ 86 h 184"/>
                <a:gd name="T16" fmla="*/ 108 w 200"/>
                <a:gd name="T17" fmla="*/ 86 h 184"/>
                <a:gd name="T18" fmla="*/ 94 w 200"/>
                <a:gd name="T19" fmla="*/ 92 h 184"/>
                <a:gd name="T20" fmla="*/ 94 w 200"/>
                <a:gd name="T21" fmla="*/ 104 h 184"/>
                <a:gd name="T22" fmla="*/ 94 w 200"/>
                <a:gd name="T23" fmla="*/ 92 h 184"/>
                <a:gd name="T24" fmla="*/ 52 w 200"/>
                <a:gd name="T25" fmla="*/ 70 h 184"/>
                <a:gd name="T26" fmla="*/ 40 w 200"/>
                <a:gd name="T27" fmla="*/ 70 h 184"/>
                <a:gd name="T28" fmla="*/ 16 w 200"/>
                <a:gd name="T29" fmla="*/ 110 h 184"/>
                <a:gd name="T30" fmla="*/ 28 w 200"/>
                <a:gd name="T31" fmla="*/ 110 h 184"/>
                <a:gd name="T32" fmla="*/ 16 w 200"/>
                <a:gd name="T33" fmla="*/ 110 h 184"/>
                <a:gd name="T34" fmla="*/ 24 w 200"/>
                <a:gd name="T35" fmla="*/ 134 h 184"/>
                <a:gd name="T36" fmla="*/ 36 w 200"/>
                <a:gd name="T37" fmla="*/ 134 h 184"/>
                <a:gd name="T38" fmla="*/ 30 w 200"/>
                <a:gd name="T39" fmla="*/ 92 h 184"/>
                <a:gd name="T40" fmla="*/ 30 w 200"/>
                <a:gd name="T41" fmla="*/ 80 h 184"/>
                <a:gd name="T42" fmla="*/ 30 w 200"/>
                <a:gd name="T43" fmla="*/ 92 h 184"/>
                <a:gd name="T44" fmla="*/ 39 w 200"/>
                <a:gd name="T45" fmla="*/ 150 h 184"/>
                <a:gd name="T46" fmla="*/ 51 w 200"/>
                <a:gd name="T47" fmla="*/ 150 h 184"/>
                <a:gd name="T48" fmla="*/ 50 w 200"/>
                <a:gd name="T49" fmla="*/ 128 h 184"/>
                <a:gd name="T50" fmla="*/ 50 w 200"/>
                <a:gd name="T51" fmla="*/ 116 h 184"/>
                <a:gd name="T52" fmla="*/ 50 w 200"/>
                <a:gd name="T53" fmla="*/ 128 h 184"/>
                <a:gd name="T54" fmla="*/ 44 w 200"/>
                <a:gd name="T55" fmla="*/ 98 h 184"/>
                <a:gd name="T56" fmla="*/ 56 w 200"/>
                <a:gd name="T57" fmla="*/ 98 h 184"/>
                <a:gd name="T58" fmla="*/ 72 w 200"/>
                <a:gd name="T59" fmla="*/ 164 h 184"/>
                <a:gd name="T60" fmla="*/ 72 w 200"/>
                <a:gd name="T61" fmla="*/ 152 h 184"/>
                <a:gd name="T62" fmla="*/ 72 w 200"/>
                <a:gd name="T63" fmla="*/ 164 h 184"/>
                <a:gd name="T64" fmla="*/ 66 w 200"/>
                <a:gd name="T65" fmla="*/ 134 h 184"/>
                <a:gd name="T66" fmla="*/ 78 w 200"/>
                <a:gd name="T67" fmla="*/ 134 h 184"/>
                <a:gd name="T68" fmla="*/ 72 w 200"/>
                <a:gd name="T69" fmla="*/ 116 h 184"/>
                <a:gd name="T70" fmla="*/ 72 w 200"/>
                <a:gd name="T71" fmla="*/ 104 h 184"/>
                <a:gd name="T72" fmla="*/ 72 w 200"/>
                <a:gd name="T73" fmla="*/ 116 h 184"/>
                <a:gd name="T74" fmla="*/ 66 w 200"/>
                <a:gd name="T75" fmla="*/ 86 h 184"/>
                <a:gd name="T76" fmla="*/ 78 w 200"/>
                <a:gd name="T77" fmla="*/ 86 h 184"/>
                <a:gd name="T78" fmla="*/ 72 w 200"/>
                <a:gd name="T79" fmla="*/ 68 h 184"/>
                <a:gd name="T80" fmla="*/ 72 w 200"/>
                <a:gd name="T81" fmla="*/ 56 h 184"/>
                <a:gd name="T82" fmla="*/ 72 w 200"/>
                <a:gd name="T83" fmla="*/ 68 h 184"/>
                <a:gd name="T84" fmla="*/ 94 w 200"/>
                <a:gd name="T85" fmla="*/ 116 h 184"/>
                <a:gd name="T86" fmla="*/ 94 w 200"/>
                <a:gd name="T87" fmla="*/ 128 h 184"/>
                <a:gd name="T88" fmla="*/ 97 w 200"/>
                <a:gd name="T89" fmla="*/ 156 h 184"/>
                <a:gd name="T90" fmla="*/ 97 w 200"/>
                <a:gd name="T91" fmla="*/ 144 h 184"/>
                <a:gd name="T92" fmla="*/ 97 w 200"/>
                <a:gd name="T93" fmla="*/ 156 h 184"/>
                <a:gd name="T94" fmla="*/ 91 w 200"/>
                <a:gd name="T95" fmla="*/ 70 h 184"/>
                <a:gd name="T96" fmla="*/ 103 w 200"/>
                <a:gd name="T97" fmla="*/ 70 h 184"/>
                <a:gd name="T98" fmla="*/ 114 w 200"/>
                <a:gd name="T99" fmla="*/ 140 h 184"/>
                <a:gd name="T100" fmla="*/ 114 w 200"/>
                <a:gd name="T101" fmla="*/ 128 h 184"/>
                <a:gd name="T102" fmla="*/ 114 w 200"/>
                <a:gd name="T103" fmla="*/ 140 h 184"/>
                <a:gd name="T104" fmla="*/ 116 w 200"/>
                <a:gd name="T105" fmla="*/ 110 h 184"/>
                <a:gd name="T106" fmla="*/ 128 w 200"/>
                <a:gd name="T107" fmla="*/ 110 h 184"/>
                <a:gd name="T108" fmla="*/ 164 w 200"/>
                <a:gd name="T109" fmla="*/ 120 h 184"/>
                <a:gd name="T110" fmla="*/ 164 w 200"/>
                <a:gd name="T111" fmla="*/ 96 h 184"/>
                <a:gd name="T112" fmla="*/ 164 w 200"/>
                <a:gd name="T113" fmla="*/ 120 h 184"/>
                <a:gd name="T114" fmla="*/ 152 w 200"/>
                <a:gd name="T115" fmla="*/ 76 h 184"/>
                <a:gd name="T116" fmla="*/ 176 w 200"/>
                <a:gd name="T117" fmla="*/ 7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0" h="184">
                  <a:moveTo>
                    <a:pt x="190" y="40"/>
                  </a:moveTo>
                  <a:cubicBezTo>
                    <a:pt x="190" y="40"/>
                    <a:pt x="190" y="40"/>
                    <a:pt x="190" y="4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0"/>
                    <a:pt x="16" y="1"/>
                    <a:pt x="16" y="3"/>
                  </a:cubicBezTo>
                  <a:cubicBezTo>
                    <a:pt x="15" y="5"/>
                    <a:pt x="16" y="7"/>
                    <a:pt x="19" y="8"/>
                  </a:cubicBezTo>
                  <a:cubicBezTo>
                    <a:pt x="155" y="40"/>
                    <a:pt x="155" y="40"/>
                    <a:pt x="155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5" y="40"/>
                    <a:pt x="0" y="45"/>
                    <a:pt x="0" y="51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0" y="179"/>
                    <a:pt x="5" y="184"/>
                    <a:pt x="11" y="184"/>
                  </a:cubicBezTo>
                  <a:cubicBezTo>
                    <a:pt x="188" y="184"/>
                    <a:pt x="188" y="184"/>
                    <a:pt x="188" y="184"/>
                  </a:cubicBezTo>
                  <a:cubicBezTo>
                    <a:pt x="195" y="184"/>
                    <a:pt x="200" y="179"/>
                    <a:pt x="200" y="173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46"/>
                    <a:pt x="196" y="41"/>
                    <a:pt x="190" y="40"/>
                  </a:cubicBezTo>
                  <a:close/>
                  <a:moveTo>
                    <a:pt x="114" y="80"/>
                  </a:moveTo>
                  <a:cubicBezTo>
                    <a:pt x="117" y="80"/>
                    <a:pt x="120" y="83"/>
                    <a:pt x="120" y="86"/>
                  </a:cubicBezTo>
                  <a:cubicBezTo>
                    <a:pt x="120" y="89"/>
                    <a:pt x="117" y="92"/>
                    <a:pt x="114" y="92"/>
                  </a:cubicBezTo>
                  <a:cubicBezTo>
                    <a:pt x="110" y="92"/>
                    <a:pt x="108" y="89"/>
                    <a:pt x="108" y="86"/>
                  </a:cubicBezTo>
                  <a:cubicBezTo>
                    <a:pt x="108" y="83"/>
                    <a:pt x="110" y="80"/>
                    <a:pt x="114" y="80"/>
                  </a:cubicBezTo>
                  <a:close/>
                  <a:moveTo>
                    <a:pt x="94" y="92"/>
                  </a:moveTo>
                  <a:cubicBezTo>
                    <a:pt x="97" y="92"/>
                    <a:pt x="100" y="95"/>
                    <a:pt x="100" y="98"/>
                  </a:cubicBezTo>
                  <a:cubicBezTo>
                    <a:pt x="100" y="101"/>
                    <a:pt x="97" y="104"/>
                    <a:pt x="94" y="104"/>
                  </a:cubicBezTo>
                  <a:cubicBezTo>
                    <a:pt x="90" y="104"/>
                    <a:pt x="88" y="101"/>
                    <a:pt x="88" y="98"/>
                  </a:cubicBezTo>
                  <a:cubicBezTo>
                    <a:pt x="88" y="95"/>
                    <a:pt x="90" y="92"/>
                    <a:pt x="94" y="92"/>
                  </a:cubicBezTo>
                  <a:close/>
                  <a:moveTo>
                    <a:pt x="46" y="64"/>
                  </a:moveTo>
                  <a:cubicBezTo>
                    <a:pt x="49" y="64"/>
                    <a:pt x="52" y="67"/>
                    <a:pt x="52" y="70"/>
                  </a:cubicBezTo>
                  <a:cubicBezTo>
                    <a:pt x="52" y="73"/>
                    <a:pt x="49" y="76"/>
                    <a:pt x="46" y="76"/>
                  </a:cubicBezTo>
                  <a:cubicBezTo>
                    <a:pt x="42" y="76"/>
                    <a:pt x="40" y="73"/>
                    <a:pt x="40" y="70"/>
                  </a:cubicBezTo>
                  <a:cubicBezTo>
                    <a:pt x="40" y="67"/>
                    <a:pt x="42" y="64"/>
                    <a:pt x="46" y="64"/>
                  </a:cubicBezTo>
                  <a:close/>
                  <a:moveTo>
                    <a:pt x="16" y="110"/>
                  </a:moveTo>
                  <a:cubicBezTo>
                    <a:pt x="16" y="107"/>
                    <a:pt x="18" y="104"/>
                    <a:pt x="22" y="104"/>
                  </a:cubicBezTo>
                  <a:cubicBezTo>
                    <a:pt x="25" y="104"/>
                    <a:pt x="28" y="107"/>
                    <a:pt x="28" y="110"/>
                  </a:cubicBezTo>
                  <a:cubicBezTo>
                    <a:pt x="28" y="113"/>
                    <a:pt x="25" y="116"/>
                    <a:pt x="22" y="116"/>
                  </a:cubicBezTo>
                  <a:cubicBezTo>
                    <a:pt x="18" y="116"/>
                    <a:pt x="16" y="113"/>
                    <a:pt x="16" y="110"/>
                  </a:cubicBezTo>
                  <a:close/>
                  <a:moveTo>
                    <a:pt x="30" y="140"/>
                  </a:moveTo>
                  <a:cubicBezTo>
                    <a:pt x="26" y="140"/>
                    <a:pt x="24" y="137"/>
                    <a:pt x="24" y="134"/>
                  </a:cubicBezTo>
                  <a:cubicBezTo>
                    <a:pt x="24" y="131"/>
                    <a:pt x="26" y="128"/>
                    <a:pt x="30" y="128"/>
                  </a:cubicBezTo>
                  <a:cubicBezTo>
                    <a:pt x="33" y="128"/>
                    <a:pt x="36" y="131"/>
                    <a:pt x="36" y="134"/>
                  </a:cubicBezTo>
                  <a:cubicBezTo>
                    <a:pt x="36" y="137"/>
                    <a:pt x="33" y="140"/>
                    <a:pt x="30" y="140"/>
                  </a:cubicBezTo>
                  <a:close/>
                  <a:moveTo>
                    <a:pt x="30" y="92"/>
                  </a:moveTo>
                  <a:cubicBezTo>
                    <a:pt x="26" y="92"/>
                    <a:pt x="24" y="89"/>
                    <a:pt x="24" y="86"/>
                  </a:cubicBezTo>
                  <a:cubicBezTo>
                    <a:pt x="24" y="83"/>
                    <a:pt x="26" y="80"/>
                    <a:pt x="30" y="80"/>
                  </a:cubicBezTo>
                  <a:cubicBezTo>
                    <a:pt x="33" y="80"/>
                    <a:pt x="36" y="83"/>
                    <a:pt x="36" y="86"/>
                  </a:cubicBezTo>
                  <a:cubicBezTo>
                    <a:pt x="36" y="89"/>
                    <a:pt x="33" y="92"/>
                    <a:pt x="30" y="92"/>
                  </a:cubicBezTo>
                  <a:close/>
                  <a:moveTo>
                    <a:pt x="45" y="156"/>
                  </a:moveTo>
                  <a:cubicBezTo>
                    <a:pt x="42" y="156"/>
                    <a:pt x="39" y="153"/>
                    <a:pt x="39" y="150"/>
                  </a:cubicBezTo>
                  <a:cubicBezTo>
                    <a:pt x="39" y="147"/>
                    <a:pt x="42" y="144"/>
                    <a:pt x="45" y="144"/>
                  </a:cubicBezTo>
                  <a:cubicBezTo>
                    <a:pt x="49" y="144"/>
                    <a:pt x="51" y="147"/>
                    <a:pt x="51" y="150"/>
                  </a:cubicBezTo>
                  <a:cubicBezTo>
                    <a:pt x="51" y="153"/>
                    <a:pt x="49" y="156"/>
                    <a:pt x="45" y="156"/>
                  </a:cubicBezTo>
                  <a:close/>
                  <a:moveTo>
                    <a:pt x="50" y="128"/>
                  </a:moveTo>
                  <a:cubicBezTo>
                    <a:pt x="46" y="128"/>
                    <a:pt x="44" y="125"/>
                    <a:pt x="44" y="122"/>
                  </a:cubicBezTo>
                  <a:cubicBezTo>
                    <a:pt x="44" y="118"/>
                    <a:pt x="46" y="116"/>
                    <a:pt x="50" y="116"/>
                  </a:cubicBezTo>
                  <a:cubicBezTo>
                    <a:pt x="53" y="116"/>
                    <a:pt x="56" y="118"/>
                    <a:pt x="56" y="122"/>
                  </a:cubicBezTo>
                  <a:cubicBezTo>
                    <a:pt x="56" y="125"/>
                    <a:pt x="53" y="128"/>
                    <a:pt x="50" y="128"/>
                  </a:cubicBezTo>
                  <a:close/>
                  <a:moveTo>
                    <a:pt x="50" y="104"/>
                  </a:moveTo>
                  <a:cubicBezTo>
                    <a:pt x="46" y="104"/>
                    <a:pt x="44" y="101"/>
                    <a:pt x="44" y="98"/>
                  </a:cubicBezTo>
                  <a:cubicBezTo>
                    <a:pt x="44" y="95"/>
                    <a:pt x="46" y="92"/>
                    <a:pt x="50" y="92"/>
                  </a:cubicBezTo>
                  <a:cubicBezTo>
                    <a:pt x="53" y="92"/>
                    <a:pt x="56" y="95"/>
                    <a:pt x="56" y="98"/>
                  </a:cubicBezTo>
                  <a:cubicBezTo>
                    <a:pt x="56" y="101"/>
                    <a:pt x="53" y="104"/>
                    <a:pt x="50" y="104"/>
                  </a:cubicBezTo>
                  <a:close/>
                  <a:moveTo>
                    <a:pt x="72" y="164"/>
                  </a:moveTo>
                  <a:cubicBezTo>
                    <a:pt x="68" y="164"/>
                    <a:pt x="66" y="161"/>
                    <a:pt x="66" y="158"/>
                  </a:cubicBezTo>
                  <a:cubicBezTo>
                    <a:pt x="66" y="155"/>
                    <a:pt x="68" y="152"/>
                    <a:pt x="72" y="152"/>
                  </a:cubicBezTo>
                  <a:cubicBezTo>
                    <a:pt x="75" y="152"/>
                    <a:pt x="78" y="155"/>
                    <a:pt x="78" y="158"/>
                  </a:cubicBezTo>
                  <a:cubicBezTo>
                    <a:pt x="78" y="161"/>
                    <a:pt x="75" y="164"/>
                    <a:pt x="72" y="164"/>
                  </a:cubicBezTo>
                  <a:close/>
                  <a:moveTo>
                    <a:pt x="72" y="140"/>
                  </a:moveTo>
                  <a:cubicBezTo>
                    <a:pt x="68" y="140"/>
                    <a:pt x="66" y="137"/>
                    <a:pt x="66" y="134"/>
                  </a:cubicBezTo>
                  <a:cubicBezTo>
                    <a:pt x="66" y="131"/>
                    <a:pt x="68" y="128"/>
                    <a:pt x="72" y="128"/>
                  </a:cubicBezTo>
                  <a:cubicBezTo>
                    <a:pt x="75" y="128"/>
                    <a:pt x="78" y="131"/>
                    <a:pt x="78" y="134"/>
                  </a:cubicBezTo>
                  <a:cubicBezTo>
                    <a:pt x="78" y="137"/>
                    <a:pt x="75" y="140"/>
                    <a:pt x="72" y="140"/>
                  </a:cubicBezTo>
                  <a:close/>
                  <a:moveTo>
                    <a:pt x="72" y="116"/>
                  </a:moveTo>
                  <a:cubicBezTo>
                    <a:pt x="68" y="116"/>
                    <a:pt x="66" y="113"/>
                    <a:pt x="66" y="110"/>
                  </a:cubicBezTo>
                  <a:cubicBezTo>
                    <a:pt x="66" y="107"/>
                    <a:pt x="68" y="104"/>
                    <a:pt x="72" y="104"/>
                  </a:cubicBezTo>
                  <a:cubicBezTo>
                    <a:pt x="75" y="104"/>
                    <a:pt x="78" y="107"/>
                    <a:pt x="78" y="110"/>
                  </a:cubicBezTo>
                  <a:cubicBezTo>
                    <a:pt x="78" y="113"/>
                    <a:pt x="75" y="116"/>
                    <a:pt x="72" y="116"/>
                  </a:cubicBezTo>
                  <a:close/>
                  <a:moveTo>
                    <a:pt x="72" y="92"/>
                  </a:moveTo>
                  <a:cubicBezTo>
                    <a:pt x="68" y="92"/>
                    <a:pt x="66" y="89"/>
                    <a:pt x="66" y="86"/>
                  </a:cubicBezTo>
                  <a:cubicBezTo>
                    <a:pt x="66" y="83"/>
                    <a:pt x="68" y="80"/>
                    <a:pt x="72" y="80"/>
                  </a:cubicBezTo>
                  <a:cubicBezTo>
                    <a:pt x="75" y="80"/>
                    <a:pt x="78" y="83"/>
                    <a:pt x="78" y="86"/>
                  </a:cubicBezTo>
                  <a:cubicBezTo>
                    <a:pt x="78" y="89"/>
                    <a:pt x="75" y="92"/>
                    <a:pt x="72" y="92"/>
                  </a:cubicBezTo>
                  <a:close/>
                  <a:moveTo>
                    <a:pt x="72" y="68"/>
                  </a:moveTo>
                  <a:cubicBezTo>
                    <a:pt x="68" y="68"/>
                    <a:pt x="66" y="65"/>
                    <a:pt x="66" y="62"/>
                  </a:cubicBezTo>
                  <a:cubicBezTo>
                    <a:pt x="66" y="59"/>
                    <a:pt x="68" y="56"/>
                    <a:pt x="72" y="56"/>
                  </a:cubicBezTo>
                  <a:cubicBezTo>
                    <a:pt x="75" y="56"/>
                    <a:pt x="78" y="59"/>
                    <a:pt x="78" y="62"/>
                  </a:cubicBezTo>
                  <a:cubicBezTo>
                    <a:pt x="78" y="65"/>
                    <a:pt x="75" y="68"/>
                    <a:pt x="72" y="68"/>
                  </a:cubicBezTo>
                  <a:close/>
                  <a:moveTo>
                    <a:pt x="88" y="122"/>
                  </a:moveTo>
                  <a:cubicBezTo>
                    <a:pt x="88" y="119"/>
                    <a:pt x="90" y="116"/>
                    <a:pt x="94" y="116"/>
                  </a:cubicBezTo>
                  <a:cubicBezTo>
                    <a:pt x="97" y="116"/>
                    <a:pt x="100" y="119"/>
                    <a:pt x="100" y="122"/>
                  </a:cubicBezTo>
                  <a:cubicBezTo>
                    <a:pt x="100" y="125"/>
                    <a:pt x="97" y="128"/>
                    <a:pt x="94" y="128"/>
                  </a:cubicBezTo>
                  <a:cubicBezTo>
                    <a:pt x="90" y="128"/>
                    <a:pt x="88" y="125"/>
                    <a:pt x="88" y="122"/>
                  </a:cubicBezTo>
                  <a:close/>
                  <a:moveTo>
                    <a:pt x="97" y="156"/>
                  </a:moveTo>
                  <a:cubicBezTo>
                    <a:pt x="94" y="156"/>
                    <a:pt x="91" y="153"/>
                    <a:pt x="91" y="150"/>
                  </a:cubicBezTo>
                  <a:cubicBezTo>
                    <a:pt x="91" y="147"/>
                    <a:pt x="94" y="144"/>
                    <a:pt x="97" y="144"/>
                  </a:cubicBezTo>
                  <a:cubicBezTo>
                    <a:pt x="101" y="144"/>
                    <a:pt x="103" y="147"/>
                    <a:pt x="103" y="150"/>
                  </a:cubicBezTo>
                  <a:cubicBezTo>
                    <a:pt x="103" y="153"/>
                    <a:pt x="101" y="156"/>
                    <a:pt x="97" y="156"/>
                  </a:cubicBezTo>
                  <a:close/>
                  <a:moveTo>
                    <a:pt x="97" y="76"/>
                  </a:moveTo>
                  <a:cubicBezTo>
                    <a:pt x="94" y="76"/>
                    <a:pt x="91" y="73"/>
                    <a:pt x="91" y="70"/>
                  </a:cubicBezTo>
                  <a:cubicBezTo>
                    <a:pt x="91" y="67"/>
                    <a:pt x="94" y="64"/>
                    <a:pt x="97" y="64"/>
                  </a:cubicBezTo>
                  <a:cubicBezTo>
                    <a:pt x="101" y="64"/>
                    <a:pt x="103" y="67"/>
                    <a:pt x="103" y="70"/>
                  </a:cubicBezTo>
                  <a:cubicBezTo>
                    <a:pt x="103" y="73"/>
                    <a:pt x="101" y="76"/>
                    <a:pt x="97" y="76"/>
                  </a:cubicBezTo>
                  <a:close/>
                  <a:moveTo>
                    <a:pt x="114" y="140"/>
                  </a:moveTo>
                  <a:cubicBezTo>
                    <a:pt x="110" y="140"/>
                    <a:pt x="108" y="137"/>
                    <a:pt x="108" y="134"/>
                  </a:cubicBezTo>
                  <a:cubicBezTo>
                    <a:pt x="108" y="131"/>
                    <a:pt x="110" y="128"/>
                    <a:pt x="114" y="128"/>
                  </a:cubicBezTo>
                  <a:cubicBezTo>
                    <a:pt x="117" y="128"/>
                    <a:pt x="120" y="131"/>
                    <a:pt x="120" y="134"/>
                  </a:cubicBezTo>
                  <a:cubicBezTo>
                    <a:pt x="120" y="137"/>
                    <a:pt x="117" y="140"/>
                    <a:pt x="114" y="140"/>
                  </a:cubicBezTo>
                  <a:close/>
                  <a:moveTo>
                    <a:pt x="122" y="116"/>
                  </a:moveTo>
                  <a:cubicBezTo>
                    <a:pt x="118" y="116"/>
                    <a:pt x="116" y="113"/>
                    <a:pt x="116" y="110"/>
                  </a:cubicBezTo>
                  <a:cubicBezTo>
                    <a:pt x="116" y="107"/>
                    <a:pt x="118" y="104"/>
                    <a:pt x="122" y="104"/>
                  </a:cubicBezTo>
                  <a:cubicBezTo>
                    <a:pt x="125" y="104"/>
                    <a:pt x="128" y="107"/>
                    <a:pt x="128" y="110"/>
                  </a:cubicBezTo>
                  <a:cubicBezTo>
                    <a:pt x="128" y="113"/>
                    <a:pt x="125" y="116"/>
                    <a:pt x="122" y="116"/>
                  </a:cubicBezTo>
                  <a:close/>
                  <a:moveTo>
                    <a:pt x="164" y="120"/>
                  </a:moveTo>
                  <a:cubicBezTo>
                    <a:pt x="157" y="120"/>
                    <a:pt x="152" y="115"/>
                    <a:pt x="152" y="108"/>
                  </a:cubicBezTo>
                  <a:cubicBezTo>
                    <a:pt x="152" y="101"/>
                    <a:pt x="157" y="96"/>
                    <a:pt x="164" y="96"/>
                  </a:cubicBezTo>
                  <a:cubicBezTo>
                    <a:pt x="170" y="96"/>
                    <a:pt x="176" y="101"/>
                    <a:pt x="176" y="108"/>
                  </a:cubicBezTo>
                  <a:cubicBezTo>
                    <a:pt x="176" y="115"/>
                    <a:pt x="170" y="120"/>
                    <a:pt x="164" y="120"/>
                  </a:cubicBezTo>
                  <a:close/>
                  <a:moveTo>
                    <a:pt x="164" y="88"/>
                  </a:moveTo>
                  <a:cubicBezTo>
                    <a:pt x="157" y="88"/>
                    <a:pt x="152" y="83"/>
                    <a:pt x="152" y="76"/>
                  </a:cubicBezTo>
                  <a:cubicBezTo>
                    <a:pt x="152" y="69"/>
                    <a:pt x="157" y="64"/>
                    <a:pt x="164" y="64"/>
                  </a:cubicBezTo>
                  <a:cubicBezTo>
                    <a:pt x="170" y="64"/>
                    <a:pt x="176" y="69"/>
                    <a:pt x="176" y="76"/>
                  </a:cubicBezTo>
                  <a:cubicBezTo>
                    <a:pt x="176" y="83"/>
                    <a:pt x="170" y="88"/>
                    <a:pt x="164" y="8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6">
              <a:extLst>
                <a:ext uri="{FF2B5EF4-FFF2-40B4-BE49-F238E27FC236}">
                  <a16:creationId xmlns:a16="http://schemas.microsoft.com/office/drawing/2014/main" id="{223436DC-93E0-4D9B-B839-BAD0C08C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576" y="5065713"/>
              <a:ext cx="830263" cy="804863"/>
            </a:xfrm>
            <a:custGeom>
              <a:avLst/>
              <a:gdLst>
                <a:gd name="T0" fmla="*/ 213 w 221"/>
                <a:gd name="T1" fmla="*/ 180 h 214"/>
                <a:gd name="T2" fmla="*/ 170 w 221"/>
                <a:gd name="T3" fmla="*/ 138 h 214"/>
                <a:gd name="T4" fmla="*/ 176 w 221"/>
                <a:gd name="T5" fmla="*/ 132 h 214"/>
                <a:gd name="T6" fmla="*/ 170 w 221"/>
                <a:gd name="T7" fmla="*/ 127 h 214"/>
                <a:gd name="T8" fmla="*/ 153 w 221"/>
                <a:gd name="T9" fmla="*/ 143 h 214"/>
                <a:gd name="T10" fmla="*/ 125 w 221"/>
                <a:gd name="T11" fmla="*/ 115 h 214"/>
                <a:gd name="T12" fmla="*/ 159 w 221"/>
                <a:gd name="T13" fmla="*/ 81 h 214"/>
                <a:gd name="T14" fmla="*/ 173 w 221"/>
                <a:gd name="T15" fmla="*/ 84 h 214"/>
                <a:gd name="T16" fmla="*/ 203 w 221"/>
                <a:gd name="T17" fmla="*/ 71 h 214"/>
                <a:gd name="T18" fmla="*/ 212 w 221"/>
                <a:gd name="T19" fmla="*/ 25 h 214"/>
                <a:gd name="T20" fmla="*/ 209 w 221"/>
                <a:gd name="T21" fmla="*/ 20 h 214"/>
                <a:gd name="T22" fmla="*/ 191 w 221"/>
                <a:gd name="T23" fmla="*/ 38 h 214"/>
                <a:gd name="T24" fmla="*/ 176 w 221"/>
                <a:gd name="T25" fmla="*/ 38 h 214"/>
                <a:gd name="T26" fmla="*/ 177 w 221"/>
                <a:gd name="T27" fmla="*/ 24 h 214"/>
                <a:gd name="T28" fmla="*/ 195 w 221"/>
                <a:gd name="T29" fmla="*/ 5 h 214"/>
                <a:gd name="T30" fmla="*/ 190 w 221"/>
                <a:gd name="T31" fmla="*/ 3 h 214"/>
                <a:gd name="T32" fmla="*/ 173 w 221"/>
                <a:gd name="T33" fmla="*/ 0 h 214"/>
                <a:gd name="T34" fmla="*/ 143 w 221"/>
                <a:gd name="T35" fmla="*/ 12 h 214"/>
                <a:gd name="T36" fmla="*/ 134 w 221"/>
                <a:gd name="T37" fmla="*/ 56 h 214"/>
                <a:gd name="T38" fmla="*/ 100 w 221"/>
                <a:gd name="T39" fmla="*/ 90 h 214"/>
                <a:gd name="T40" fmla="*/ 52 w 221"/>
                <a:gd name="T41" fmla="*/ 42 h 214"/>
                <a:gd name="T42" fmla="*/ 57 w 221"/>
                <a:gd name="T43" fmla="*/ 36 h 214"/>
                <a:gd name="T44" fmla="*/ 26 w 221"/>
                <a:gd name="T45" fmla="*/ 5 h 214"/>
                <a:gd name="T46" fmla="*/ 9 w 221"/>
                <a:gd name="T47" fmla="*/ 22 h 214"/>
                <a:gd name="T48" fmla="*/ 40 w 221"/>
                <a:gd name="T49" fmla="*/ 53 h 214"/>
                <a:gd name="T50" fmla="*/ 46 w 221"/>
                <a:gd name="T51" fmla="*/ 47 h 214"/>
                <a:gd name="T52" fmla="*/ 94 w 221"/>
                <a:gd name="T53" fmla="*/ 95 h 214"/>
                <a:gd name="T54" fmla="*/ 60 w 221"/>
                <a:gd name="T55" fmla="*/ 129 h 214"/>
                <a:gd name="T56" fmla="*/ 46 w 221"/>
                <a:gd name="T57" fmla="*/ 127 h 214"/>
                <a:gd name="T58" fmla="*/ 16 w 221"/>
                <a:gd name="T59" fmla="*/ 139 h 214"/>
                <a:gd name="T60" fmla="*/ 7 w 221"/>
                <a:gd name="T61" fmla="*/ 186 h 214"/>
                <a:gd name="T62" fmla="*/ 10 w 221"/>
                <a:gd name="T63" fmla="*/ 191 h 214"/>
                <a:gd name="T64" fmla="*/ 28 w 221"/>
                <a:gd name="T65" fmla="*/ 172 h 214"/>
                <a:gd name="T66" fmla="*/ 42 w 221"/>
                <a:gd name="T67" fmla="*/ 172 h 214"/>
                <a:gd name="T68" fmla="*/ 42 w 221"/>
                <a:gd name="T69" fmla="*/ 187 h 214"/>
                <a:gd name="T70" fmla="*/ 24 w 221"/>
                <a:gd name="T71" fmla="*/ 205 h 214"/>
                <a:gd name="T72" fmla="*/ 29 w 221"/>
                <a:gd name="T73" fmla="*/ 207 h 214"/>
                <a:gd name="T74" fmla="*/ 46 w 221"/>
                <a:gd name="T75" fmla="*/ 211 h 214"/>
                <a:gd name="T76" fmla="*/ 76 w 221"/>
                <a:gd name="T77" fmla="*/ 199 h 214"/>
                <a:gd name="T78" fmla="*/ 85 w 221"/>
                <a:gd name="T79" fmla="*/ 155 h 214"/>
                <a:gd name="T80" fmla="*/ 119 w 221"/>
                <a:gd name="T81" fmla="*/ 121 h 214"/>
                <a:gd name="T82" fmla="*/ 148 w 221"/>
                <a:gd name="T83" fmla="*/ 149 h 214"/>
                <a:gd name="T84" fmla="*/ 131 w 221"/>
                <a:gd name="T85" fmla="*/ 166 h 214"/>
                <a:gd name="T86" fmla="*/ 136 w 221"/>
                <a:gd name="T87" fmla="*/ 172 h 214"/>
                <a:gd name="T88" fmla="*/ 142 w 221"/>
                <a:gd name="T89" fmla="*/ 166 h 214"/>
                <a:gd name="T90" fmla="*/ 184 w 221"/>
                <a:gd name="T91" fmla="*/ 209 h 214"/>
                <a:gd name="T92" fmla="*/ 199 w 221"/>
                <a:gd name="T93" fmla="*/ 214 h 214"/>
                <a:gd name="T94" fmla="*/ 213 w 221"/>
                <a:gd name="T95" fmla="*/ 209 h 214"/>
                <a:gd name="T96" fmla="*/ 213 w 221"/>
                <a:gd name="T97" fmla="*/ 18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1" h="214">
                  <a:moveTo>
                    <a:pt x="213" y="180"/>
                  </a:moveTo>
                  <a:cubicBezTo>
                    <a:pt x="170" y="138"/>
                    <a:pt x="170" y="138"/>
                    <a:pt x="170" y="138"/>
                  </a:cubicBezTo>
                  <a:cubicBezTo>
                    <a:pt x="176" y="132"/>
                    <a:pt x="176" y="132"/>
                    <a:pt x="176" y="132"/>
                  </a:cubicBezTo>
                  <a:cubicBezTo>
                    <a:pt x="170" y="127"/>
                    <a:pt x="170" y="127"/>
                    <a:pt x="170" y="127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59" y="81"/>
                    <a:pt x="159" y="81"/>
                    <a:pt x="159" y="81"/>
                  </a:cubicBezTo>
                  <a:cubicBezTo>
                    <a:pt x="164" y="83"/>
                    <a:pt x="168" y="84"/>
                    <a:pt x="173" y="84"/>
                  </a:cubicBezTo>
                  <a:cubicBezTo>
                    <a:pt x="184" y="84"/>
                    <a:pt x="195" y="79"/>
                    <a:pt x="203" y="71"/>
                  </a:cubicBezTo>
                  <a:cubicBezTo>
                    <a:pt x="215" y="59"/>
                    <a:pt x="219" y="41"/>
                    <a:pt x="212" y="25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7" y="24"/>
                    <a:pt x="177" y="24"/>
                    <a:pt x="177" y="2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85" y="1"/>
                    <a:pt x="179" y="0"/>
                    <a:pt x="173" y="0"/>
                  </a:cubicBezTo>
                  <a:cubicBezTo>
                    <a:pt x="162" y="0"/>
                    <a:pt x="151" y="4"/>
                    <a:pt x="143" y="12"/>
                  </a:cubicBezTo>
                  <a:cubicBezTo>
                    <a:pt x="132" y="24"/>
                    <a:pt x="128" y="40"/>
                    <a:pt x="134" y="56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60" y="129"/>
                    <a:pt x="60" y="129"/>
                    <a:pt x="60" y="129"/>
                  </a:cubicBezTo>
                  <a:cubicBezTo>
                    <a:pt x="55" y="128"/>
                    <a:pt x="51" y="127"/>
                    <a:pt x="46" y="127"/>
                  </a:cubicBezTo>
                  <a:cubicBezTo>
                    <a:pt x="35" y="127"/>
                    <a:pt x="24" y="131"/>
                    <a:pt x="16" y="139"/>
                  </a:cubicBezTo>
                  <a:cubicBezTo>
                    <a:pt x="4" y="151"/>
                    <a:pt x="0" y="170"/>
                    <a:pt x="7" y="186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87"/>
                    <a:pt x="42" y="187"/>
                    <a:pt x="42" y="187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9" y="207"/>
                    <a:pt x="29" y="207"/>
                    <a:pt x="29" y="207"/>
                  </a:cubicBezTo>
                  <a:cubicBezTo>
                    <a:pt x="35" y="210"/>
                    <a:pt x="40" y="211"/>
                    <a:pt x="46" y="211"/>
                  </a:cubicBezTo>
                  <a:cubicBezTo>
                    <a:pt x="57" y="211"/>
                    <a:pt x="68" y="207"/>
                    <a:pt x="76" y="199"/>
                  </a:cubicBezTo>
                  <a:cubicBezTo>
                    <a:pt x="87" y="187"/>
                    <a:pt x="91" y="170"/>
                    <a:pt x="85" y="155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48" y="149"/>
                    <a:pt x="148" y="149"/>
                    <a:pt x="148" y="149"/>
                  </a:cubicBezTo>
                  <a:cubicBezTo>
                    <a:pt x="131" y="166"/>
                    <a:pt x="131" y="166"/>
                    <a:pt x="131" y="166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42" y="166"/>
                    <a:pt x="142" y="166"/>
                    <a:pt x="142" y="166"/>
                  </a:cubicBezTo>
                  <a:cubicBezTo>
                    <a:pt x="184" y="209"/>
                    <a:pt x="184" y="209"/>
                    <a:pt x="184" y="209"/>
                  </a:cubicBezTo>
                  <a:cubicBezTo>
                    <a:pt x="188" y="212"/>
                    <a:pt x="193" y="214"/>
                    <a:pt x="199" y="214"/>
                  </a:cubicBezTo>
                  <a:cubicBezTo>
                    <a:pt x="204" y="214"/>
                    <a:pt x="209" y="212"/>
                    <a:pt x="213" y="209"/>
                  </a:cubicBezTo>
                  <a:cubicBezTo>
                    <a:pt x="221" y="201"/>
                    <a:pt x="221" y="188"/>
                    <a:pt x="213" y="1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7">
              <a:extLst>
                <a:ext uri="{FF2B5EF4-FFF2-40B4-BE49-F238E27FC236}">
                  <a16:creationId xmlns:a16="http://schemas.microsoft.com/office/drawing/2014/main" id="{37A8F4E5-3312-40C1-B550-92E2C102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5091113"/>
              <a:ext cx="449263" cy="527050"/>
            </a:xfrm>
            <a:custGeom>
              <a:avLst/>
              <a:gdLst>
                <a:gd name="T0" fmla="*/ 27 w 120"/>
                <a:gd name="T1" fmla="*/ 140 h 140"/>
                <a:gd name="T2" fmla="*/ 0 w 120"/>
                <a:gd name="T3" fmla="*/ 129 h 140"/>
                <a:gd name="T4" fmla="*/ 6 w 120"/>
                <a:gd name="T5" fmla="*/ 123 h 140"/>
                <a:gd name="T6" fmla="*/ 49 w 120"/>
                <a:gd name="T7" fmla="*/ 123 h 140"/>
                <a:gd name="T8" fmla="*/ 99 w 120"/>
                <a:gd name="T9" fmla="*/ 73 h 140"/>
                <a:gd name="T10" fmla="*/ 99 w 120"/>
                <a:gd name="T11" fmla="*/ 30 h 140"/>
                <a:gd name="T12" fmla="*/ 90 w 120"/>
                <a:gd name="T13" fmla="*/ 21 h 140"/>
                <a:gd name="T14" fmla="*/ 47 w 120"/>
                <a:gd name="T15" fmla="*/ 21 h 140"/>
                <a:gd name="T16" fmla="*/ 12 w 120"/>
                <a:gd name="T17" fmla="*/ 56 h 140"/>
                <a:gd name="T18" fmla="*/ 6 w 120"/>
                <a:gd name="T19" fmla="*/ 51 h 140"/>
                <a:gd name="T20" fmla="*/ 41 w 120"/>
                <a:gd name="T21" fmla="*/ 15 h 140"/>
                <a:gd name="T22" fmla="*/ 95 w 120"/>
                <a:gd name="T23" fmla="*/ 15 h 140"/>
                <a:gd name="T24" fmla="*/ 105 w 120"/>
                <a:gd name="T25" fmla="*/ 25 h 140"/>
                <a:gd name="T26" fmla="*/ 105 w 120"/>
                <a:gd name="T27" fmla="*/ 78 h 140"/>
                <a:gd name="T28" fmla="*/ 54 w 120"/>
                <a:gd name="T29" fmla="*/ 129 h 140"/>
                <a:gd name="T30" fmla="*/ 27 w 120"/>
                <a:gd name="T3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140">
                  <a:moveTo>
                    <a:pt x="27" y="140"/>
                  </a:moveTo>
                  <a:cubicBezTo>
                    <a:pt x="18" y="140"/>
                    <a:pt x="8" y="136"/>
                    <a:pt x="0" y="129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18" y="135"/>
                    <a:pt x="37" y="135"/>
                    <a:pt x="49" y="123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111" y="61"/>
                    <a:pt x="111" y="42"/>
                    <a:pt x="99" y="30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78" y="9"/>
                    <a:pt x="59" y="9"/>
                    <a:pt x="47" y="21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56" y="0"/>
                    <a:pt x="80" y="0"/>
                    <a:pt x="95" y="1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20" y="39"/>
                    <a:pt x="120" y="64"/>
                    <a:pt x="105" y="78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47" y="136"/>
                    <a:pt x="37" y="140"/>
                    <a:pt x="27" y="1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8">
              <a:extLst>
                <a:ext uri="{FF2B5EF4-FFF2-40B4-BE49-F238E27FC236}">
                  <a16:creationId xmlns:a16="http://schemas.microsoft.com/office/drawing/2014/main" id="{081577D9-6E3E-4135-B476-DBE42148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5332413"/>
              <a:ext cx="484188" cy="525463"/>
            </a:xfrm>
            <a:custGeom>
              <a:avLst/>
              <a:gdLst>
                <a:gd name="T0" fmla="*/ 51 w 129"/>
                <a:gd name="T1" fmla="*/ 140 h 140"/>
                <a:gd name="T2" fmla="*/ 24 w 129"/>
                <a:gd name="T3" fmla="*/ 129 h 140"/>
                <a:gd name="T4" fmla="*/ 15 w 129"/>
                <a:gd name="T5" fmla="*/ 119 h 140"/>
                <a:gd name="T6" fmla="*/ 15 w 129"/>
                <a:gd name="T7" fmla="*/ 66 h 140"/>
                <a:gd name="T8" fmla="*/ 65 w 129"/>
                <a:gd name="T9" fmla="*/ 15 h 140"/>
                <a:gd name="T10" fmla="*/ 119 w 129"/>
                <a:gd name="T11" fmla="*/ 15 h 140"/>
                <a:gd name="T12" fmla="*/ 129 w 129"/>
                <a:gd name="T13" fmla="*/ 25 h 140"/>
                <a:gd name="T14" fmla="*/ 123 w 129"/>
                <a:gd name="T15" fmla="*/ 30 h 140"/>
                <a:gd name="T16" fmla="*/ 114 w 129"/>
                <a:gd name="T17" fmla="*/ 21 h 140"/>
                <a:gd name="T18" fmla="*/ 71 w 129"/>
                <a:gd name="T19" fmla="*/ 21 h 140"/>
                <a:gd name="T20" fmla="*/ 21 w 129"/>
                <a:gd name="T21" fmla="*/ 71 h 140"/>
                <a:gd name="T22" fmla="*/ 21 w 129"/>
                <a:gd name="T23" fmla="*/ 114 h 140"/>
                <a:gd name="T24" fmla="*/ 30 w 129"/>
                <a:gd name="T25" fmla="*/ 123 h 140"/>
                <a:gd name="T26" fmla="*/ 51 w 129"/>
                <a:gd name="T27" fmla="*/ 132 h 140"/>
                <a:gd name="T28" fmla="*/ 73 w 129"/>
                <a:gd name="T29" fmla="*/ 123 h 140"/>
                <a:gd name="T30" fmla="*/ 106 w 129"/>
                <a:gd name="T31" fmla="*/ 90 h 140"/>
                <a:gd name="T32" fmla="*/ 112 w 129"/>
                <a:gd name="T33" fmla="*/ 95 h 140"/>
                <a:gd name="T34" fmla="*/ 78 w 129"/>
                <a:gd name="T35" fmla="*/ 129 h 140"/>
                <a:gd name="T36" fmla="*/ 51 w 129"/>
                <a:gd name="T3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9" h="140">
                  <a:moveTo>
                    <a:pt x="51" y="140"/>
                  </a:moveTo>
                  <a:cubicBezTo>
                    <a:pt x="41" y="140"/>
                    <a:pt x="32" y="136"/>
                    <a:pt x="24" y="129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0" y="105"/>
                    <a:pt x="0" y="80"/>
                    <a:pt x="15" y="6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80" y="0"/>
                    <a:pt x="104" y="0"/>
                    <a:pt x="119" y="15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02" y="9"/>
                    <a:pt x="83" y="9"/>
                    <a:pt x="71" y="2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9" y="83"/>
                    <a:pt x="9" y="102"/>
                    <a:pt x="21" y="114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6" y="129"/>
                    <a:pt x="43" y="132"/>
                    <a:pt x="51" y="132"/>
                  </a:cubicBezTo>
                  <a:cubicBezTo>
                    <a:pt x="59" y="132"/>
                    <a:pt x="67" y="129"/>
                    <a:pt x="73" y="123"/>
                  </a:cubicBezTo>
                  <a:cubicBezTo>
                    <a:pt x="106" y="90"/>
                    <a:pt x="106" y="90"/>
                    <a:pt x="106" y="90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1" y="136"/>
                    <a:pt x="62" y="140"/>
                    <a:pt x="51" y="1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Line 49">
              <a:extLst>
                <a:ext uri="{FF2B5EF4-FFF2-40B4-BE49-F238E27FC236}">
                  <a16:creationId xmlns:a16="http://schemas.microsoft.com/office/drawing/2014/main" id="{461A5D9B-CA45-41F0-9C10-3F2003E87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1776" y="5565776"/>
              <a:ext cx="0" cy="0"/>
            </a:xfrm>
            <a:prstGeom prst="lin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Line 50">
              <a:extLst>
                <a:ext uri="{FF2B5EF4-FFF2-40B4-BE49-F238E27FC236}">
                  <a16:creationId xmlns:a16="http://schemas.microsoft.com/office/drawing/2014/main" id="{435AC8C1-DC12-4262-84FA-2DD03B24E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1776" y="5565776"/>
              <a:ext cx="0" cy="0"/>
            </a:xfrm>
            <a:prstGeom prst="lin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51">
              <a:extLst>
                <a:ext uri="{FF2B5EF4-FFF2-40B4-BE49-F238E27FC236}">
                  <a16:creationId xmlns:a16="http://schemas.microsoft.com/office/drawing/2014/main" id="{2B666D41-3026-435F-888B-079D766B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6826" y="5046663"/>
              <a:ext cx="900113" cy="841375"/>
            </a:xfrm>
            <a:custGeom>
              <a:avLst/>
              <a:gdLst>
                <a:gd name="T0" fmla="*/ 124 w 240"/>
                <a:gd name="T1" fmla="*/ 12 h 224"/>
                <a:gd name="T2" fmla="*/ 124 w 240"/>
                <a:gd name="T3" fmla="*/ 0 h 224"/>
                <a:gd name="T4" fmla="*/ 116 w 240"/>
                <a:gd name="T5" fmla="*/ 0 h 224"/>
                <a:gd name="T6" fmla="*/ 116 w 240"/>
                <a:gd name="T7" fmla="*/ 12 h 224"/>
                <a:gd name="T8" fmla="*/ 0 w 240"/>
                <a:gd name="T9" fmla="*/ 131 h 224"/>
                <a:gd name="T10" fmla="*/ 0 w 240"/>
                <a:gd name="T11" fmla="*/ 144 h 224"/>
                <a:gd name="T12" fmla="*/ 8 w 240"/>
                <a:gd name="T13" fmla="*/ 144 h 224"/>
                <a:gd name="T14" fmla="*/ 33 w 240"/>
                <a:gd name="T15" fmla="*/ 120 h 224"/>
                <a:gd name="T16" fmla="*/ 58 w 240"/>
                <a:gd name="T17" fmla="*/ 145 h 224"/>
                <a:gd name="T18" fmla="*/ 66 w 240"/>
                <a:gd name="T19" fmla="*/ 145 h 224"/>
                <a:gd name="T20" fmla="*/ 91 w 240"/>
                <a:gd name="T21" fmla="*/ 120 h 224"/>
                <a:gd name="T22" fmla="*/ 116 w 240"/>
                <a:gd name="T23" fmla="*/ 144 h 224"/>
                <a:gd name="T24" fmla="*/ 116 w 240"/>
                <a:gd name="T25" fmla="*/ 206 h 224"/>
                <a:gd name="T26" fmla="*/ 133 w 240"/>
                <a:gd name="T27" fmla="*/ 224 h 224"/>
                <a:gd name="T28" fmla="*/ 151 w 240"/>
                <a:gd name="T29" fmla="*/ 206 h 224"/>
                <a:gd name="T30" fmla="*/ 143 w 240"/>
                <a:gd name="T31" fmla="*/ 206 h 224"/>
                <a:gd name="T32" fmla="*/ 133 w 240"/>
                <a:gd name="T33" fmla="*/ 216 h 224"/>
                <a:gd name="T34" fmla="*/ 124 w 240"/>
                <a:gd name="T35" fmla="*/ 206 h 224"/>
                <a:gd name="T36" fmla="*/ 124 w 240"/>
                <a:gd name="T37" fmla="*/ 145 h 224"/>
                <a:gd name="T38" fmla="*/ 124 w 240"/>
                <a:gd name="T39" fmla="*/ 145 h 224"/>
                <a:gd name="T40" fmla="*/ 148 w 240"/>
                <a:gd name="T41" fmla="*/ 120 h 224"/>
                <a:gd name="T42" fmla="*/ 173 w 240"/>
                <a:gd name="T43" fmla="*/ 145 h 224"/>
                <a:gd name="T44" fmla="*/ 181 w 240"/>
                <a:gd name="T45" fmla="*/ 145 h 224"/>
                <a:gd name="T46" fmla="*/ 206 w 240"/>
                <a:gd name="T47" fmla="*/ 120 h 224"/>
                <a:gd name="T48" fmla="*/ 231 w 240"/>
                <a:gd name="T49" fmla="*/ 144 h 224"/>
                <a:gd name="T50" fmla="*/ 239 w 240"/>
                <a:gd name="T51" fmla="*/ 144 h 224"/>
                <a:gd name="T52" fmla="*/ 240 w 240"/>
                <a:gd name="T53" fmla="*/ 131 h 224"/>
                <a:gd name="T54" fmla="*/ 124 w 240"/>
                <a:gd name="T55" fmla="*/ 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0" h="224">
                  <a:moveTo>
                    <a:pt x="124" y="12"/>
                  </a:move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51" y="14"/>
                    <a:pt x="0" y="67"/>
                    <a:pt x="0" y="131"/>
                  </a:cubicBezTo>
                  <a:cubicBezTo>
                    <a:pt x="0" y="136"/>
                    <a:pt x="0" y="140"/>
                    <a:pt x="0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9" y="131"/>
                    <a:pt x="20" y="120"/>
                    <a:pt x="33" y="120"/>
                  </a:cubicBezTo>
                  <a:cubicBezTo>
                    <a:pt x="47" y="120"/>
                    <a:pt x="58" y="131"/>
                    <a:pt x="58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66" y="131"/>
                    <a:pt x="77" y="120"/>
                    <a:pt x="91" y="120"/>
                  </a:cubicBezTo>
                  <a:cubicBezTo>
                    <a:pt x="104" y="120"/>
                    <a:pt x="115" y="131"/>
                    <a:pt x="116" y="144"/>
                  </a:cubicBezTo>
                  <a:cubicBezTo>
                    <a:pt x="116" y="206"/>
                    <a:pt x="116" y="206"/>
                    <a:pt x="116" y="206"/>
                  </a:cubicBezTo>
                  <a:cubicBezTo>
                    <a:pt x="116" y="216"/>
                    <a:pt x="123" y="224"/>
                    <a:pt x="133" y="224"/>
                  </a:cubicBezTo>
                  <a:cubicBezTo>
                    <a:pt x="143" y="224"/>
                    <a:pt x="151" y="216"/>
                    <a:pt x="151" y="206"/>
                  </a:cubicBezTo>
                  <a:cubicBezTo>
                    <a:pt x="143" y="206"/>
                    <a:pt x="143" y="206"/>
                    <a:pt x="143" y="206"/>
                  </a:cubicBezTo>
                  <a:cubicBezTo>
                    <a:pt x="143" y="212"/>
                    <a:pt x="139" y="216"/>
                    <a:pt x="133" y="216"/>
                  </a:cubicBezTo>
                  <a:cubicBezTo>
                    <a:pt x="128" y="216"/>
                    <a:pt x="124" y="212"/>
                    <a:pt x="124" y="206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4" y="131"/>
                    <a:pt x="135" y="120"/>
                    <a:pt x="148" y="120"/>
                  </a:cubicBezTo>
                  <a:cubicBezTo>
                    <a:pt x="162" y="120"/>
                    <a:pt x="173" y="131"/>
                    <a:pt x="173" y="145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81" y="131"/>
                    <a:pt x="192" y="120"/>
                    <a:pt x="206" y="120"/>
                  </a:cubicBezTo>
                  <a:cubicBezTo>
                    <a:pt x="219" y="120"/>
                    <a:pt x="230" y="130"/>
                    <a:pt x="231" y="144"/>
                  </a:cubicBezTo>
                  <a:cubicBezTo>
                    <a:pt x="239" y="144"/>
                    <a:pt x="239" y="144"/>
                    <a:pt x="239" y="144"/>
                  </a:cubicBezTo>
                  <a:cubicBezTo>
                    <a:pt x="239" y="140"/>
                    <a:pt x="240" y="135"/>
                    <a:pt x="240" y="131"/>
                  </a:cubicBezTo>
                  <a:cubicBezTo>
                    <a:pt x="240" y="67"/>
                    <a:pt x="188" y="14"/>
                    <a:pt x="124" y="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52">
              <a:extLst>
                <a:ext uri="{FF2B5EF4-FFF2-40B4-BE49-F238E27FC236}">
                  <a16:creationId xmlns:a16="http://schemas.microsoft.com/office/drawing/2014/main" id="{27EB4130-7CD2-4D6D-8A1B-FA0C48A7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1025526"/>
              <a:ext cx="150813" cy="706438"/>
            </a:xfrm>
            <a:custGeom>
              <a:avLst/>
              <a:gdLst>
                <a:gd name="T0" fmla="*/ 95 w 95"/>
                <a:gd name="T1" fmla="*/ 48 h 445"/>
                <a:gd name="T2" fmla="*/ 3 w 95"/>
                <a:gd name="T3" fmla="*/ 3 h 445"/>
                <a:gd name="T4" fmla="*/ 0 w 95"/>
                <a:gd name="T5" fmla="*/ 0 h 445"/>
                <a:gd name="T6" fmla="*/ 0 w 95"/>
                <a:gd name="T7" fmla="*/ 398 h 445"/>
                <a:gd name="T8" fmla="*/ 93 w 95"/>
                <a:gd name="T9" fmla="*/ 445 h 445"/>
                <a:gd name="T10" fmla="*/ 95 w 95"/>
                <a:gd name="T11" fmla="*/ 445 h 445"/>
                <a:gd name="T12" fmla="*/ 95 w 95"/>
                <a:gd name="T13" fmla="*/ 48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445">
                  <a:moveTo>
                    <a:pt x="95" y="48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398"/>
                  </a:lnTo>
                  <a:lnTo>
                    <a:pt x="93" y="445"/>
                  </a:lnTo>
                  <a:lnTo>
                    <a:pt x="95" y="445"/>
                  </a:lnTo>
                  <a:lnTo>
                    <a:pt x="95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53">
              <a:extLst>
                <a:ext uri="{FF2B5EF4-FFF2-40B4-BE49-F238E27FC236}">
                  <a16:creationId xmlns:a16="http://schemas.microsoft.com/office/drawing/2014/main" id="{E036CA19-2B2B-4BE3-AEF9-23B83703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1025526"/>
              <a:ext cx="179388" cy="722313"/>
            </a:xfrm>
            <a:custGeom>
              <a:avLst/>
              <a:gdLst>
                <a:gd name="T0" fmla="*/ 113 w 113"/>
                <a:gd name="T1" fmla="*/ 0 h 455"/>
                <a:gd name="T2" fmla="*/ 0 w 113"/>
                <a:gd name="T3" fmla="*/ 57 h 455"/>
                <a:gd name="T4" fmla="*/ 0 w 113"/>
                <a:gd name="T5" fmla="*/ 455 h 455"/>
                <a:gd name="T6" fmla="*/ 113 w 113"/>
                <a:gd name="T7" fmla="*/ 398 h 455"/>
                <a:gd name="T8" fmla="*/ 113 w 113"/>
                <a:gd name="T9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455">
                  <a:moveTo>
                    <a:pt x="113" y="0"/>
                  </a:moveTo>
                  <a:lnTo>
                    <a:pt x="0" y="57"/>
                  </a:lnTo>
                  <a:lnTo>
                    <a:pt x="0" y="455"/>
                  </a:lnTo>
                  <a:lnTo>
                    <a:pt x="113" y="39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54">
              <a:extLst>
                <a:ext uri="{FF2B5EF4-FFF2-40B4-BE49-F238E27FC236}">
                  <a16:creationId xmlns:a16="http://schemas.microsoft.com/office/drawing/2014/main" id="{F8D60048-D462-46C0-A5C4-8B617C501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1" y="1025526"/>
              <a:ext cx="180975" cy="722313"/>
            </a:xfrm>
            <a:custGeom>
              <a:avLst/>
              <a:gdLst>
                <a:gd name="T0" fmla="*/ 3 w 114"/>
                <a:gd name="T1" fmla="*/ 3 h 455"/>
                <a:gd name="T2" fmla="*/ 0 w 114"/>
                <a:gd name="T3" fmla="*/ 0 h 455"/>
                <a:gd name="T4" fmla="*/ 0 w 114"/>
                <a:gd name="T5" fmla="*/ 398 h 455"/>
                <a:gd name="T6" fmla="*/ 114 w 114"/>
                <a:gd name="T7" fmla="*/ 455 h 455"/>
                <a:gd name="T8" fmla="*/ 114 w 114"/>
                <a:gd name="T9" fmla="*/ 57 h 455"/>
                <a:gd name="T10" fmla="*/ 3 w 114"/>
                <a:gd name="T11" fmla="*/ 3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455">
                  <a:moveTo>
                    <a:pt x="3" y="3"/>
                  </a:moveTo>
                  <a:lnTo>
                    <a:pt x="0" y="0"/>
                  </a:lnTo>
                  <a:lnTo>
                    <a:pt x="0" y="398"/>
                  </a:lnTo>
                  <a:lnTo>
                    <a:pt x="114" y="455"/>
                  </a:lnTo>
                  <a:lnTo>
                    <a:pt x="114" y="57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55">
              <a:extLst>
                <a:ext uri="{FF2B5EF4-FFF2-40B4-BE49-F238E27FC236}">
                  <a16:creationId xmlns:a16="http://schemas.microsoft.com/office/drawing/2014/main" id="{64215C47-698E-49AC-849B-C370652F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063" y="1025526"/>
              <a:ext cx="149225" cy="706438"/>
            </a:xfrm>
            <a:custGeom>
              <a:avLst/>
              <a:gdLst>
                <a:gd name="T0" fmla="*/ 94 w 94"/>
                <a:gd name="T1" fmla="*/ 0 h 445"/>
                <a:gd name="T2" fmla="*/ 0 w 94"/>
                <a:gd name="T3" fmla="*/ 48 h 445"/>
                <a:gd name="T4" fmla="*/ 0 w 94"/>
                <a:gd name="T5" fmla="*/ 445 h 445"/>
                <a:gd name="T6" fmla="*/ 5 w 94"/>
                <a:gd name="T7" fmla="*/ 443 h 445"/>
                <a:gd name="T8" fmla="*/ 94 w 94"/>
                <a:gd name="T9" fmla="*/ 398 h 445"/>
                <a:gd name="T10" fmla="*/ 94 w 94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445">
                  <a:moveTo>
                    <a:pt x="94" y="0"/>
                  </a:moveTo>
                  <a:lnTo>
                    <a:pt x="0" y="48"/>
                  </a:lnTo>
                  <a:lnTo>
                    <a:pt x="0" y="445"/>
                  </a:lnTo>
                  <a:lnTo>
                    <a:pt x="5" y="443"/>
                  </a:lnTo>
                  <a:lnTo>
                    <a:pt x="94" y="398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Rectangle 56">
              <a:extLst>
                <a:ext uri="{FF2B5EF4-FFF2-40B4-BE49-F238E27FC236}">
                  <a16:creationId xmlns:a16="http://schemas.microsoft.com/office/drawing/2014/main" id="{B4696CCC-AFD8-46C6-B651-C7547DDA8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0838" y="987426"/>
              <a:ext cx="420688" cy="1206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Rectangle 57">
              <a:extLst>
                <a:ext uri="{FF2B5EF4-FFF2-40B4-BE49-F238E27FC236}">
                  <a16:creationId xmlns:a16="http://schemas.microsoft.com/office/drawing/2014/main" id="{783D2A52-13A5-4F38-A105-5662F96C5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1" y="1439863"/>
              <a:ext cx="360363" cy="3000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8">
              <a:extLst>
                <a:ext uri="{FF2B5EF4-FFF2-40B4-BE49-F238E27FC236}">
                  <a16:creationId xmlns:a16="http://schemas.microsoft.com/office/drawing/2014/main" id="{B6F77ED9-9FF8-4266-A51C-1CC5487C6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61451" y="1138238"/>
              <a:ext cx="781050" cy="481013"/>
            </a:xfrm>
            <a:custGeom>
              <a:avLst/>
              <a:gdLst>
                <a:gd name="T0" fmla="*/ 204 w 208"/>
                <a:gd name="T1" fmla="*/ 0 h 128"/>
                <a:gd name="T2" fmla="*/ 191 w 208"/>
                <a:gd name="T3" fmla="*/ 0 h 128"/>
                <a:gd name="T4" fmla="*/ 160 w 208"/>
                <a:gd name="T5" fmla="*/ 0 h 128"/>
                <a:gd name="T6" fmla="*/ 48 w 208"/>
                <a:gd name="T7" fmla="*/ 0 h 128"/>
                <a:gd name="T8" fmla="*/ 40 w 208"/>
                <a:gd name="T9" fmla="*/ 0 h 128"/>
                <a:gd name="T10" fmla="*/ 4 w 208"/>
                <a:gd name="T11" fmla="*/ 0 h 128"/>
                <a:gd name="T12" fmla="*/ 0 w 208"/>
                <a:gd name="T13" fmla="*/ 4 h 128"/>
                <a:gd name="T14" fmla="*/ 0 w 208"/>
                <a:gd name="T15" fmla="*/ 124 h 128"/>
                <a:gd name="T16" fmla="*/ 4 w 208"/>
                <a:gd name="T17" fmla="*/ 128 h 128"/>
                <a:gd name="T18" fmla="*/ 48 w 208"/>
                <a:gd name="T19" fmla="*/ 128 h 128"/>
                <a:gd name="T20" fmla="*/ 48 w 208"/>
                <a:gd name="T21" fmla="*/ 80 h 128"/>
                <a:gd name="T22" fmla="*/ 48 w 208"/>
                <a:gd name="T23" fmla="*/ 72 h 128"/>
                <a:gd name="T24" fmla="*/ 56 w 208"/>
                <a:gd name="T25" fmla="*/ 72 h 128"/>
                <a:gd name="T26" fmla="*/ 152 w 208"/>
                <a:gd name="T27" fmla="*/ 72 h 128"/>
                <a:gd name="T28" fmla="*/ 160 w 208"/>
                <a:gd name="T29" fmla="*/ 72 h 128"/>
                <a:gd name="T30" fmla="*/ 160 w 208"/>
                <a:gd name="T31" fmla="*/ 80 h 128"/>
                <a:gd name="T32" fmla="*/ 160 w 208"/>
                <a:gd name="T33" fmla="*/ 128 h 128"/>
                <a:gd name="T34" fmla="*/ 204 w 208"/>
                <a:gd name="T35" fmla="*/ 128 h 128"/>
                <a:gd name="T36" fmla="*/ 208 w 208"/>
                <a:gd name="T37" fmla="*/ 124 h 128"/>
                <a:gd name="T38" fmla="*/ 208 w 208"/>
                <a:gd name="T39" fmla="*/ 4 h 128"/>
                <a:gd name="T40" fmla="*/ 204 w 208"/>
                <a:gd name="T41" fmla="*/ 0 h 128"/>
                <a:gd name="T42" fmla="*/ 40 w 208"/>
                <a:gd name="T43" fmla="*/ 48 h 128"/>
                <a:gd name="T44" fmla="*/ 32 w 208"/>
                <a:gd name="T45" fmla="*/ 40 h 128"/>
                <a:gd name="T46" fmla="*/ 40 w 208"/>
                <a:gd name="T47" fmla="*/ 32 h 128"/>
                <a:gd name="T48" fmla="*/ 48 w 208"/>
                <a:gd name="T49" fmla="*/ 40 h 128"/>
                <a:gd name="T50" fmla="*/ 40 w 208"/>
                <a:gd name="T51" fmla="*/ 48 h 128"/>
                <a:gd name="T52" fmla="*/ 64 w 208"/>
                <a:gd name="T53" fmla="*/ 48 h 128"/>
                <a:gd name="T54" fmla="*/ 56 w 208"/>
                <a:gd name="T55" fmla="*/ 40 h 128"/>
                <a:gd name="T56" fmla="*/ 64 w 208"/>
                <a:gd name="T57" fmla="*/ 32 h 128"/>
                <a:gd name="T58" fmla="*/ 72 w 208"/>
                <a:gd name="T59" fmla="*/ 40 h 128"/>
                <a:gd name="T60" fmla="*/ 64 w 208"/>
                <a:gd name="T61" fmla="*/ 4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8" h="128">
                  <a:moveTo>
                    <a:pt x="204" y="0"/>
                  </a:moveTo>
                  <a:cubicBezTo>
                    <a:pt x="191" y="0"/>
                    <a:pt x="191" y="0"/>
                    <a:pt x="191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6"/>
                    <a:pt x="2" y="128"/>
                    <a:pt x="4" y="128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204" y="128"/>
                    <a:pt x="204" y="128"/>
                    <a:pt x="204" y="128"/>
                  </a:cubicBezTo>
                  <a:cubicBezTo>
                    <a:pt x="206" y="128"/>
                    <a:pt x="208" y="126"/>
                    <a:pt x="208" y="124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8" y="1"/>
                    <a:pt x="206" y="0"/>
                    <a:pt x="204" y="0"/>
                  </a:cubicBezTo>
                  <a:close/>
                  <a:moveTo>
                    <a:pt x="40" y="48"/>
                  </a:moveTo>
                  <a:cubicBezTo>
                    <a:pt x="36" y="48"/>
                    <a:pt x="32" y="44"/>
                    <a:pt x="32" y="40"/>
                  </a:cubicBezTo>
                  <a:cubicBezTo>
                    <a:pt x="32" y="35"/>
                    <a:pt x="36" y="32"/>
                    <a:pt x="40" y="32"/>
                  </a:cubicBezTo>
                  <a:cubicBezTo>
                    <a:pt x="45" y="32"/>
                    <a:pt x="48" y="35"/>
                    <a:pt x="48" y="40"/>
                  </a:cubicBezTo>
                  <a:cubicBezTo>
                    <a:pt x="48" y="44"/>
                    <a:pt x="45" y="48"/>
                    <a:pt x="40" y="48"/>
                  </a:cubicBezTo>
                  <a:close/>
                  <a:moveTo>
                    <a:pt x="64" y="48"/>
                  </a:moveTo>
                  <a:cubicBezTo>
                    <a:pt x="60" y="48"/>
                    <a:pt x="56" y="44"/>
                    <a:pt x="56" y="40"/>
                  </a:cubicBezTo>
                  <a:cubicBezTo>
                    <a:pt x="56" y="35"/>
                    <a:pt x="60" y="32"/>
                    <a:pt x="64" y="32"/>
                  </a:cubicBezTo>
                  <a:cubicBezTo>
                    <a:pt x="69" y="32"/>
                    <a:pt x="72" y="35"/>
                    <a:pt x="72" y="40"/>
                  </a:cubicBezTo>
                  <a:cubicBezTo>
                    <a:pt x="72" y="44"/>
                    <a:pt x="69" y="48"/>
                    <a:pt x="64" y="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9">
              <a:extLst>
                <a:ext uri="{FF2B5EF4-FFF2-40B4-BE49-F238E27FC236}">
                  <a16:creationId xmlns:a16="http://schemas.microsoft.com/office/drawing/2014/main" id="{09B9F40F-BD1B-44A8-88D4-5D37CDC8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0713" y="935038"/>
              <a:ext cx="461963" cy="338138"/>
            </a:xfrm>
            <a:custGeom>
              <a:avLst/>
              <a:gdLst>
                <a:gd name="T0" fmla="*/ 4 w 123"/>
                <a:gd name="T1" fmla="*/ 74 h 90"/>
                <a:gd name="T2" fmla="*/ 7 w 123"/>
                <a:gd name="T3" fmla="*/ 73 h 90"/>
                <a:gd name="T4" fmla="*/ 69 w 123"/>
                <a:gd name="T5" fmla="*/ 11 h 90"/>
                <a:gd name="T6" fmla="*/ 77 w 123"/>
                <a:gd name="T7" fmla="*/ 19 h 90"/>
                <a:gd name="T8" fmla="*/ 38 w 123"/>
                <a:gd name="T9" fmla="*/ 58 h 90"/>
                <a:gd name="T10" fmla="*/ 69 w 123"/>
                <a:gd name="T11" fmla="*/ 90 h 90"/>
                <a:gd name="T12" fmla="*/ 123 w 123"/>
                <a:gd name="T13" fmla="*/ 37 h 90"/>
                <a:gd name="T14" fmla="*/ 91 w 123"/>
                <a:gd name="T15" fmla="*/ 5 h 90"/>
                <a:gd name="T16" fmla="*/ 83 w 123"/>
                <a:gd name="T17" fmla="*/ 13 h 90"/>
                <a:gd name="T18" fmla="*/ 72 w 123"/>
                <a:gd name="T19" fmla="*/ 2 h 90"/>
                <a:gd name="T20" fmla="*/ 66 w 123"/>
                <a:gd name="T21" fmla="*/ 2 h 90"/>
                <a:gd name="T22" fmla="*/ 2 w 123"/>
                <a:gd name="T23" fmla="*/ 67 h 90"/>
                <a:gd name="T24" fmla="*/ 2 w 123"/>
                <a:gd name="T25" fmla="*/ 73 h 90"/>
                <a:gd name="T26" fmla="*/ 4 w 123"/>
                <a:gd name="T27" fmla="*/ 7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3" h="90">
                  <a:moveTo>
                    <a:pt x="4" y="74"/>
                  </a:moveTo>
                  <a:cubicBezTo>
                    <a:pt x="5" y="74"/>
                    <a:pt x="6" y="73"/>
                    <a:pt x="7" y="73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1" y="0"/>
                    <a:pt x="68" y="0"/>
                    <a:pt x="66" y="2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8"/>
                    <a:pt x="0" y="71"/>
                    <a:pt x="2" y="73"/>
                  </a:cubicBezTo>
                  <a:cubicBezTo>
                    <a:pt x="2" y="73"/>
                    <a:pt x="3" y="74"/>
                    <a:pt x="4" y="7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60">
              <a:extLst>
                <a:ext uri="{FF2B5EF4-FFF2-40B4-BE49-F238E27FC236}">
                  <a16:creationId xmlns:a16="http://schemas.microsoft.com/office/drawing/2014/main" id="{C44C734B-C3F8-4C94-B1D5-5177B39E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9238" y="1176338"/>
              <a:ext cx="611188" cy="608013"/>
            </a:xfrm>
            <a:custGeom>
              <a:avLst/>
              <a:gdLst>
                <a:gd name="T0" fmla="*/ 163 w 163"/>
                <a:gd name="T1" fmla="*/ 32 h 162"/>
                <a:gd name="T2" fmla="*/ 131 w 163"/>
                <a:gd name="T3" fmla="*/ 0 h 162"/>
                <a:gd name="T4" fmla="*/ 39 w 163"/>
                <a:gd name="T5" fmla="*/ 92 h 162"/>
                <a:gd name="T6" fmla="*/ 48 w 163"/>
                <a:gd name="T7" fmla="*/ 101 h 162"/>
                <a:gd name="T8" fmla="*/ 36 w 163"/>
                <a:gd name="T9" fmla="*/ 98 h 162"/>
                <a:gd name="T10" fmla="*/ 16 w 163"/>
                <a:gd name="T11" fmla="*/ 107 h 162"/>
                <a:gd name="T12" fmla="*/ 14 w 163"/>
                <a:gd name="T13" fmla="*/ 108 h 162"/>
                <a:gd name="T14" fmla="*/ 14 w 163"/>
                <a:gd name="T15" fmla="*/ 109 h 162"/>
                <a:gd name="T16" fmla="*/ 13 w 163"/>
                <a:gd name="T17" fmla="*/ 110 h 162"/>
                <a:gd name="T18" fmla="*/ 12 w 163"/>
                <a:gd name="T19" fmla="*/ 111 h 162"/>
                <a:gd name="T20" fmla="*/ 0 w 163"/>
                <a:gd name="T21" fmla="*/ 156 h 162"/>
                <a:gd name="T22" fmla="*/ 27 w 163"/>
                <a:gd name="T23" fmla="*/ 130 h 162"/>
                <a:gd name="T24" fmla="*/ 32 w 163"/>
                <a:gd name="T25" fmla="*/ 135 h 162"/>
                <a:gd name="T26" fmla="*/ 5 w 163"/>
                <a:gd name="T27" fmla="*/ 162 h 162"/>
                <a:gd name="T28" fmla="*/ 56 w 163"/>
                <a:gd name="T29" fmla="*/ 146 h 162"/>
                <a:gd name="T30" fmla="*/ 61 w 163"/>
                <a:gd name="T31" fmla="*/ 114 h 162"/>
                <a:gd name="T32" fmla="*/ 71 w 163"/>
                <a:gd name="T33" fmla="*/ 124 h 162"/>
                <a:gd name="T34" fmla="*/ 163 w 163"/>
                <a:gd name="T35" fmla="*/ 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3" h="162">
                  <a:moveTo>
                    <a:pt x="163" y="32"/>
                  </a:moveTo>
                  <a:cubicBezTo>
                    <a:pt x="131" y="0"/>
                    <a:pt x="131" y="0"/>
                    <a:pt x="131" y="0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4" y="99"/>
                    <a:pt x="40" y="98"/>
                    <a:pt x="36" y="98"/>
                  </a:cubicBezTo>
                  <a:cubicBezTo>
                    <a:pt x="29" y="98"/>
                    <a:pt x="21" y="101"/>
                    <a:pt x="16" y="107"/>
                  </a:cubicBezTo>
                  <a:cubicBezTo>
                    <a:pt x="15" y="107"/>
                    <a:pt x="15" y="108"/>
                    <a:pt x="14" y="108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11"/>
                    <a:pt x="12" y="111"/>
                    <a:pt x="12" y="111"/>
                  </a:cubicBezTo>
                  <a:cubicBezTo>
                    <a:pt x="4" y="124"/>
                    <a:pt x="1" y="145"/>
                    <a:pt x="0" y="156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16" y="162"/>
                    <a:pt x="42" y="160"/>
                    <a:pt x="56" y="146"/>
                  </a:cubicBezTo>
                  <a:cubicBezTo>
                    <a:pt x="64" y="138"/>
                    <a:pt x="66" y="125"/>
                    <a:pt x="61" y="114"/>
                  </a:cubicBezTo>
                  <a:cubicBezTo>
                    <a:pt x="71" y="124"/>
                    <a:pt x="71" y="124"/>
                    <a:pt x="71" y="124"/>
                  </a:cubicBezTo>
                  <a:lnTo>
                    <a:pt x="163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Rectangle 61">
              <a:extLst>
                <a:ext uri="{FF2B5EF4-FFF2-40B4-BE49-F238E27FC236}">
                  <a16:creationId xmlns:a16="http://schemas.microsoft.com/office/drawing/2014/main" id="{47A7B140-01F8-4EDF-86E4-B5949E99D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751" y="2562226"/>
              <a:ext cx="750888" cy="5413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62">
              <a:extLst>
                <a:ext uri="{FF2B5EF4-FFF2-40B4-BE49-F238E27FC236}">
                  <a16:creationId xmlns:a16="http://schemas.microsoft.com/office/drawing/2014/main" id="{ED844B47-5466-4A64-97EC-FB076CE01D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4751" y="2352676"/>
              <a:ext cx="750888" cy="179388"/>
            </a:xfrm>
            <a:custGeom>
              <a:avLst/>
              <a:gdLst>
                <a:gd name="T0" fmla="*/ 0 w 473"/>
                <a:gd name="T1" fmla="*/ 0 h 113"/>
                <a:gd name="T2" fmla="*/ 0 w 473"/>
                <a:gd name="T3" fmla="*/ 113 h 113"/>
                <a:gd name="T4" fmla="*/ 473 w 473"/>
                <a:gd name="T5" fmla="*/ 113 h 113"/>
                <a:gd name="T6" fmla="*/ 473 w 473"/>
                <a:gd name="T7" fmla="*/ 0 h 113"/>
                <a:gd name="T8" fmla="*/ 0 w 473"/>
                <a:gd name="T9" fmla="*/ 0 h 113"/>
                <a:gd name="T10" fmla="*/ 66 w 473"/>
                <a:gd name="T11" fmla="*/ 66 h 113"/>
                <a:gd name="T12" fmla="*/ 47 w 473"/>
                <a:gd name="T13" fmla="*/ 66 h 113"/>
                <a:gd name="T14" fmla="*/ 47 w 473"/>
                <a:gd name="T15" fmla="*/ 47 h 113"/>
                <a:gd name="T16" fmla="*/ 66 w 473"/>
                <a:gd name="T17" fmla="*/ 47 h 113"/>
                <a:gd name="T18" fmla="*/ 66 w 473"/>
                <a:gd name="T19" fmla="*/ 66 h 113"/>
                <a:gd name="T20" fmla="*/ 104 w 473"/>
                <a:gd name="T21" fmla="*/ 66 h 113"/>
                <a:gd name="T22" fmla="*/ 85 w 473"/>
                <a:gd name="T23" fmla="*/ 66 h 113"/>
                <a:gd name="T24" fmla="*/ 85 w 473"/>
                <a:gd name="T25" fmla="*/ 47 h 113"/>
                <a:gd name="T26" fmla="*/ 104 w 473"/>
                <a:gd name="T27" fmla="*/ 47 h 113"/>
                <a:gd name="T28" fmla="*/ 104 w 473"/>
                <a:gd name="T29" fmla="*/ 66 h 113"/>
                <a:gd name="T30" fmla="*/ 416 w 473"/>
                <a:gd name="T31" fmla="*/ 66 h 113"/>
                <a:gd name="T32" fmla="*/ 123 w 473"/>
                <a:gd name="T33" fmla="*/ 66 h 113"/>
                <a:gd name="T34" fmla="*/ 123 w 473"/>
                <a:gd name="T35" fmla="*/ 47 h 113"/>
                <a:gd name="T36" fmla="*/ 416 w 473"/>
                <a:gd name="T37" fmla="*/ 47 h 113"/>
                <a:gd name="T38" fmla="*/ 416 w 473"/>
                <a:gd name="T39" fmla="*/ 6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3" h="113">
                  <a:moveTo>
                    <a:pt x="0" y="0"/>
                  </a:moveTo>
                  <a:lnTo>
                    <a:pt x="0" y="113"/>
                  </a:lnTo>
                  <a:lnTo>
                    <a:pt x="473" y="113"/>
                  </a:lnTo>
                  <a:lnTo>
                    <a:pt x="473" y="0"/>
                  </a:lnTo>
                  <a:lnTo>
                    <a:pt x="0" y="0"/>
                  </a:lnTo>
                  <a:close/>
                  <a:moveTo>
                    <a:pt x="66" y="66"/>
                  </a:moveTo>
                  <a:lnTo>
                    <a:pt x="47" y="66"/>
                  </a:lnTo>
                  <a:lnTo>
                    <a:pt x="47" y="47"/>
                  </a:lnTo>
                  <a:lnTo>
                    <a:pt x="66" y="47"/>
                  </a:lnTo>
                  <a:lnTo>
                    <a:pt x="66" y="66"/>
                  </a:lnTo>
                  <a:close/>
                  <a:moveTo>
                    <a:pt x="104" y="66"/>
                  </a:moveTo>
                  <a:lnTo>
                    <a:pt x="85" y="66"/>
                  </a:lnTo>
                  <a:lnTo>
                    <a:pt x="85" y="47"/>
                  </a:lnTo>
                  <a:lnTo>
                    <a:pt x="104" y="47"/>
                  </a:lnTo>
                  <a:lnTo>
                    <a:pt x="104" y="66"/>
                  </a:lnTo>
                  <a:close/>
                  <a:moveTo>
                    <a:pt x="416" y="66"/>
                  </a:moveTo>
                  <a:lnTo>
                    <a:pt x="123" y="66"/>
                  </a:lnTo>
                  <a:lnTo>
                    <a:pt x="123" y="47"/>
                  </a:lnTo>
                  <a:lnTo>
                    <a:pt x="416" y="47"/>
                  </a:lnTo>
                  <a:lnTo>
                    <a:pt x="416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Rectangle 63">
              <a:extLst>
                <a:ext uri="{FF2B5EF4-FFF2-40B4-BE49-F238E27FC236}">
                  <a16:creationId xmlns:a16="http://schemas.microsoft.com/office/drawing/2014/main" id="{C0A94C2E-D0CB-480C-A362-53ECCA39C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938" y="2443163"/>
              <a:ext cx="481013" cy="4762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64">
              <a:extLst>
                <a:ext uri="{FF2B5EF4-FFF2-40B4-BE49-F238E27FC236}">
                  <a16:creationId xmlns:a16="http://schemas.microsoft.com/office/drawing/2014/main" id="{2521F329-207D-421B-A25E-77E075314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938" y="2322513"/>
              <a:ext cx="481013" cy="90488"/>
            </a:xfrm>
            <a:custGeom>
              <a:avLst/>
              <a:gdLst>
                <a:gd name="T0" fmla="*/ 117 w 128"/>
                <a:gd name="T1" fmla="*/ 0 h 24"/>
                <a:gd name="T2" fmla="*/ 10 w 128"/>
                <a:gd name="T3" fmla="*/ 0 h 24"/>
                <a:gd name="T4" fmla="*/ 0 w 128"/>
                <a:gd name="T5" fmla="*/ 11 h 24"/>
                <a:gd name="T6" fmla="*/ 0 w 128"/>
                <a:gd name="T7" fmla="*/ 24 h 24"/>
                <a:gd name="T8" fmla="*/ 128 w 128"/>
                <a:gd name="T9" fmla="*/ 24 h 24"/>
                <a:gd name="T10" fmla="*/ 128 w 128"/>
                <a:gd name="T11" fmla="*/ 11 h 24"/>
                <a:gd name="T12" fmla="*/ 117 w 128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24">
                  <a:moveTo>
                    <a:pt x="11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28" y="5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65">
              <a:extLst>
                <a:ext uri="{FF2B5EF4-FFF2-40B4-BE49-F238E27FC236}">
                  <a16:creationId xmlns:a16="http://schemas.microsoft.com/office/drawing/2014/main" id="{2A0A07F9-1BD9-4DDB-AD5A-7D67206189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0938" y="2949576"/>
              <a:ext cx="481013" cy="184150"/>
            </a:xfrm>
            <a:custGeom>
              <a:avLst/>
              <a:gdLst>
                <a:gd name="T0" fmla="*/ 0 w 128"/>
                <a:gd name="T1" fmla="*/ 38 h 49"/>
                <a:gd name="T2" fmla="*/ 10 w 128"/>
                <a:gd name="T3" fmla="*/ 49 h 49"/>
                <a:gd name="T4" fmla="*/ 117 w 128"/>
                <a:gd name="T5" fmla="*/ 49 h 49"/>
                <a:gd name="T6" fmla="*/ 128 w 128"/>
                <a:gd name="T7" fmla="*/ 38 h 49"/>
                <a:gd name="T8" fmla="*/ 128 w 128"/>
                <a:gd name="T9" fmla="*/ 0 h 49"/>
                <a:gd name="T10" fmla="*/ 0 w 128"/>
                <a:gd name="T11" fmla="*/ 0 h 49"/>
                <a:gd name="T12" fmla="*/ 0 w 128"/>
                <a:gd name="T13" fmla="*/ 38 h 49"/>
                <a:gd name="T14" fmla="*/ 52 w 128"/>
                <a:gd name="T15" fmla="*/ 17 h 49"/>
                <a:gd name="T16" fmla="*/ 76 w 128"/>
                <a:gd name="T17" fmla="*/ 17 h 49"/>
                <a:gd name="T18" fmla="*/ 76 w 128"/>
                <a:gd name="T19" fmla="*/ 25 h 49"/>
                <a:gd name="T20" fmla="*/ 52 w 128"/>
                <a:gd name="T21" fmla="*/ 25 h 49"/>
                <a:gd name="T22" fmla="*/ 52 w 128"/>
                <a:gd name="T23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49">
                  <a:moveTo>
                    <a:pt x="0" y="38"/>
                  </a:moveTo>
                  <a:cubicBezTo>
                    <a:pt x="0" y="44"/>
                    <a:pt x="4" y="49"/>
                    <a:pt x="10" y="49"/>
                  </a:cubicBezTo>
                  <a:cubicBezTo>
                    <a:pt x="117" y="49"/>
                    <a:pt x="117" y="49"/>
                    <a:pt x="117" y="49"/>
                  </a:cubicBezTo>
                  <a:cubicBezTo>
                    <a:pt x="123" y="49"/>
                    <a:pt x="128" y="44"/>
                    <a:pt x="128" y="3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8"/>
                  </a:lnTo>
                  <a:close/>
                  <a:moveTo>
                    <a:pt x="52" y="17"/>
                  </a:moveTo>
                  <a:cubicBezTo>
                    <a:pt x="76" y="17"/>
                    <a:pt x="76" y="17"/>
                    <a:pt x="76" y="17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52" y="25"/>
                    <a:pt x="52" y="25"/>
                    <a:pt x="52" y="25"/>
                  </a:cubicBezTo>
                  <a:lnTo>
                    <a:pt x="52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6">
              <a:extLst>
                <a:ext uri="{FF2B5EF4-FFF2-40B4-BE49-F238E27FC236}">
                  <a16:creationId xmlns:a16="http://schemas.microsoft.com/office/drawing/2014/main" id="{2000D8F6-8928-443B-A5AB-018B83D8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263" y="3787776"/>
              <a:ext cx="600075" cy="120650"/>
            </a:xfrm>
            <a:custGeom>
              <a:avLst/>
              <a:gdLst>
                <a:gd name="T0" fmla="*/ 160 w 160"/>
                <a:gd name="T1" fmla="*/ 18 h 32"/>
                <a:gd name="T2" fmla="*/ 142 w 160"/>
                <a:gd name="T3" fmla="*/ 0 h 32"/>
                <a:gd name="T4" fmla="*/ 18 w 160"/>
                <a:gd name="T5" fmla="*/ 0 h 32"/>
                <a:gd name="T6" fmla="*/ 0 w 160"/>
                <a:gd name="T7" fmla="*/ 18 h 32"/>
                <a:gd name="T8" fmla="*/ 0 w 160"/>
                <a:gd name="T9" fmla="*/ 32 h 32"/>
                <a:gd name="T10" fmla="*/ 160 w 160"/>
                <a:gd name="T11" fmla="*/ 32 h 32"/>
                <a:gd name="T12" fmla="*/ 160 w 160"/>
                <a:gd name="T13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32">
                  <a:moveTo>
                    <a:pt x="160" y="18"/>
                  </a:moveTo>
                  <a:cubicBezTo>
                    <a:pt x="160" y="8"/>
                    <a:pt x="152" y="0"/>
                    <a:pt x="14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60" y="32"/>
                    <a:pt x="160" y="32"/>
                    <a:pt x="160" y="32"/>
                  </a:cubicBezTo>
                  <a:lnTo>
                    <a:pt x="16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67">
              <a:extLst>
                <a:ext uri="{FF2B5EF4-FFF2-40B4-BE49-F238E27FC236}">
                  <a16:creationId xmlns:a16="http://schemas.microsoft.com/office/drawing/2014/main" id="{FBFB198F-4549-404B-8226-4D7DB6C3E5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7263" y="3938588"/>
              <a:ext cx="720725" cy="571500"/>
            </a:xfrm>
            <a:custGeom>
              <a:avLst/>
              <a:gdLst>
                <a:gd name="T0" fmla="*/ 186 w 192"/>
                <a:gd name="T1" fmla="*/ 0 h 152"/>
                <a:gd name="T2" fmla="*/ 169 w 192"/>
                <a:gd name="T3" fmla="*/ 0 h 152"/>
                <a:gd name="T4" fmla="*/ 160 w 192"/>
                <a:gd name="T5" fmla="*/ 0 h 152"/>
                <a:gd name="T6" fmla="*/ 0 w 192"/>
                <a:gd name="T7" fmla="*/ 0 h 152"/>
                <a:gd name="T8" fmla="*/ 0 w 192"/>
                <a:gd name="T9" fmla="*/ 6 h 152"/>
                <a:gd name="T10" fmla="*/ 0 w 192"/>
                <a:gd name="T11" fmla="*/ 6 h 152"/>
                <a:gd name="T12" fmla="*/ 0 w 192"/>
                <a:gd name="T13" fmla="*/ 146 h 152"/>
                <a:gd name="T14" fmla="*/ 6 w 192"/>
                <a:gd name="T15" fmla="*/ 152 h 152"/>
                <a:gd name="T16" fmla="*/ 186 w 192"/>
                <a:gd name="T17" fmla="*/ 152 h 152"/>
                <a:gd name="T18" fmla="*/ 192 w 192"/>
                <a:gd name="T19" fmla="*/ 146 h 152"/>
                <a:gd name="T20" fmla="*/ 192 w 192"/>
                <a:gd name="T21" fmla="*/ 6 h 152"/>
                <a:gd name="T22" fmla="*/ 186 w 192"/>
                <a:gd name="T23" fmla="*/ 0 h 152"/>
                <a:gd name="T24" fmla="*/ 148 w 192"/>
                <a:gd name="T25" fmla="*/ 92 h 152"/>
                <a:gd name="T26" fmla="*/ 132 w 192"/>
                <a:gd name="T27" fmla="*/ 76 h 152"/>
                <a:gd name="T28" fmla="*/ 148 w 192"/>
                <a:gd name="T29" fmla="*/ 60 h 152"/>
                <a:gd name="T30" fmla="*/ 164 w 192"/>
                <a:gd name="T31" fmla="*/ 76 h 152"/>
                <a:gd name="T32" fmla="*/ 148 w 192"/>
                <a:gd name="T33" fmla="*/ 9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2" h="152">
                  <a:moveTo>
                    <a:pt x="186" y="0"/>
                  </a:moveTo>
                  <a:cubicBezTo>
                    <a:pt x="169" y="0"/>
                    <a:pt x="169" y="0"/>
                    <a:pt x="169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9"/>
                    <a:pt x="3" y="152"/>
                    <a:pt x="6" y="152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189" y="152"/>
                    <a:pt x="192" y="149"/>
                    <a:pt x="192" y="146"/>
                  </a:cubicBezTo>
                  <a:cubicBezTo>
                    <a:pt x="192" y="6"/>
                    <a:pt x="192" y="6"/>
                    <a:pt x="192" y="6"/>
                  </a:cubicBezTo>
                  <a:cubicBezTo>
                    <a:pt x="192" y="2"/>
                    <a:pt x="189" y="0"/>
                    <a:pt x="186" y="0"/>
                  </a:cubicBezTo>
                  <a:close/>
                  <a:moveTo>
                    <a:pt x="148" y="92"/>
                  </a:moveTo>
                  <a:cubicBezTo>
                    <a:pt x="139" y="92"/>
                    <a:pt x="132" y="84"/>
                    <a:pt x="132" y="76"/>
                  </a:cubicBezTo>
                  <a:cubicBezTo>
                    <a:pt x="132" y="67"/>
                    <a:pt x="139" y="60"/>
                    <a:pt x="148" y="60"/>
                  </a:cubicBezTo>
                  <a:cubicBezTo>
                    <a:pt x="157" y="60"/>
                    <a:pt x="164" y="67"/>
                    <a:pt x="164" y="76"/>
                  </a:cubicBezTo>
                  <a:cubicBezTo>
                    <a:pt x="164" y="84"/>
                    <a:pt x="157" y="92"/>
                    <a:pt x="148" y="9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68">
              <a:extLst>
                <a:ext uri="{FF2B5EF4-FFF2-40B4-BE49-F238E27FC236}">
                  <a16:creationId xmlns:a16="http://schemas.microsoft.com/office/drawing/2014/main" id="{B2CF34CC-F9E8-4ECB-B9B7-951DF6A6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588" y="5046663"/>
              <a:ext cx="600075" cy="722313"/>
            </a:xfrm>
            <a:custGeom>
              <a:avLst/>
              <a:gdLst>
                <a:gd name="T0" fmla="*/ 32 w 160"/>
                <a:gd name="T1" fmla="*/ 144 h 192"/>
                <a:gd name="T2" fmla="*/ 33 w 160"/>
                <a:gd name="T3" fmla="*/ 145 h 192"/>
                <a:gd name="T4" fmla="*/ 33 w 160"/>
                <a:gd name="T5" fmla="*/ 145 h 192"/>
                <a:gd name="T6" fmla="*/ 48 w 160"/>
                <a:gd name="T7" fmla="*/ 176 h 192"/>
                <a:gd name="T8" fmla="*/ 48 w 160"/>
                <a:gd name="T9" fmla="*/ 192 h 192"/>
                <a:gd name="T10" fmla="*/ 76 w 160"/>
                <a:gd name="T11" fmla="*/ 192 h 192"/>
                <a:gd name="T12" fmla="*/ 76 w 160"/>
                <a:gd name="T13" fmla="*/ 95 h 192"/>
                <a:gd name="T14" fmla="*/ 64 w 160"/>
                <a:gd name="T15" fmla="*/ 80 h 192"/>
                <a:gd name="T16" fmla="*/ 80 w 160"/>
                <a:gd name="T17" fmla="*/ 64 h 192"/>
                <a:gd name="T18" fmla="*/ 96 w 160"/>
                <a:gd name="T19" fmla="*/ 80 h 192"/>
                <a:gd name="T20" fmla="*/ 84 w 160"/>
                <a:gd name="T21" fmla="*/ 95 h 192"/>
                <a:gd name="T22" fmla="*/ 84 w 160"/>
                <a:gd name="T23" fmla="*/ 192 h 192"/>
                <a:gd name="T24" fmla="*/ 112 w 160"/>
                <a:gd name="T25" fmla="*/ 192 h 192"/>
                <a:gd name="T26" fmla="*/ 112 w 160"/>
                <a:gd name="T27" fmla="*/ 176 h 192"/>
                <a:gd name="T28" fmla="*/ 128 w 160"/>
                <a:gd name="T29" fmla="*/ 144 h 192"/>
                <a:gd name="T30" fmla="*/ 128 w 160"/>
                <a:gd name="T31" fmla="*/ 144 h 192"/>
                <a:gd name="T32" fmla="*/ 160 w 160"/>
                <a:gd name="T33" fmla="*/ 80 h 192"/>
                <a:gd name="T34" fmla="*/ 80 w 160"/>
                <a:gd name="T35" fmla="*/ 0 h 192"/>
                <a:gd name="T36" fmla="*/ 0 w 160"/>
                <a:gd name="T37" fmla="*/ 80 h 192"/>
                <a:gd name="T38" fmla="*/ 32 w 160"/>
                <a:gd name="T39" fmla="*/ 14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192">
                  <a:moveTo>
                    <a:pt x="32" y="144"/>
                  </a:moveTo>
                  <a:cubicBezTo>
                    <a:pt x="32" y="144"/>
                    <a:pt x="32" y="144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9" y="149"/>
                    <a:pt x="48" y="161"/>
                    <a:pt x="48" y="176"/>
                  </a:cubicBezTo>
                  <a:cubicBezTo>
                    <a:pt x="48" y="192"/>
                    <a:pt x="48" y="192"/>
                    <a:pt x="48" y="192"/>
                  </a:cubicBezTo>
                  <a:cubicBezTo>
                    <a:pt x="76" y="192"/>
                    <a:pt x="76" y="192"/>
                    <a:pt x="76" y="1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69" y="93"/>
                    <a:pt x="64" y="87"/>
                    <a:pt x="64" y="80"/>
                  </a:cubicBezTo>
                  <a:cubicBezTo>
                    <a:pt x="64" y="71"/>
                    <a:pt x="71" y="64"/>
                    <a:pt x="80" y="64"/>
                  </a:cubicBezTo>
                  <a:cubicBezTo>
                    <a:pt x="89" y="64"/>
                    <a:pt x="96" y="71"/>
                    <a:pt x="96" y="80"/>
                  </a:cubicBezTo>
                  <a:cubicBezTo>
                    <a:pt x="96" y="87"/>
                    <a:pt x="91" y="93"/>
                    <a:pt x="84" y="95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112" y="176"/>
                    <a:pt x="112" y="176"/>
                    <a:pt x="112" y="176"/>
                  </a:cubicBezTo>
                  <a:cubicBezTo>
                    <a:pt x="112" y="160"/>
                    <a:pt x="121" y="148"/>
                    <a:pt x="128" y="144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7" y="129"/>
                    <a:pt x="160" y="106"/>
                    <a:pt x="160" y="80"/>
                  </a:cubicBezTo>
                  <a:cubicBezTo>
                    <a:pt x="160" y="36"/>
                    <a:pt x="124" y="0"/>
                    <a:pt x="80" y="0"/>
                  </a:cubicBezTo>
                  <a:cubicBezTo>
                    <a:pt x="36" y="0"/>
                    <a:pt x="0" y="36"/>
                    <a:pt x="0" y="80"/>
                  </a:cubicBezTo>
                  <a:cubicBezTo>
                    <a:pt x="0" y="106"/>
                    <a:pt x="12" y="129"/>
                    <a:pt x="32" y="14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Rectangle 69">
              <a:extLst>
                <a:ext uri="{FF2B5EF4-FFF2-40B4-BE49-F238E27FC236}">
                  <a16:creationId xmlns:a16="http://schemas.microsoft.com/office/drawing/2014/main" id="{1456470F-7D03-491E-A64D-5F23B0A7F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976" y="5799138"/>
              <a:ext cx="241300" cy="11906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Rectangle 70">
              <a:extLst>
                <a:ext uri="{FF2B5EF4-FFF2-40B4-BE49-F238E27FC236}">
                  <a16:creationId xmlns:a16="http://schemas.microsoft.com/office/drawing/2014/main" id="{EF5234CE-0BF0-4C9E-8202-70241FC43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6988" y="5121276"/>
              <a:ext cx="180975" cy="1206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Rectangle 71">
              <a:extLst>
                <a:ext uri="{FF2B5EF4-FFF2-40B4-BE49-F238E27FC236}">
                  <a16:creationId xmlns:a16="http://schemas.microsoft.com/office/drawing/2014/main" id="{93A15946-401B-4A28-8038-0A0921D7D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1" y="5121276"/>
              <a:ext cx="179388" cy="1206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72">
              <a:extLst>
                <a:ext uri="{FF2B5EF4-FFF2-40B4-BE49-F238E27FC236}">
                  <a16:creationId xmlns:a16="http://schemas.microsoft.com/office/drawing/2014/main" id="{17DBE2E2-C439-49BE-BE0A-8550EC52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5272088"/>
              <a:ext cx="660400" cy="601663"/>
            </a:xfrm>
            <a:custGeom>
              <a:avLst/>
              <a:gdLst>
                <a:gd name="T0" fmla="*/ 128 w 176"/>
                <a:gd name="T1" fmla="*/ 0 h 160"/>
                <a:gd name="T2" fmla="*/ 128 w 176"/>
                <a:gd name="T3" fmla="*/ 72 h 160"/>
                <a:gd name="T4" fmla="*/ 88 w 176"/>
                <a:gd name="T5" fmla="*/ 112 h 160"/>
                <a:gd name="T6" fmla="*/ 48 w 176"/>
                <a:gd name="T7" fmla="*/ 72 h 160"/>
                <a:gd name="T8" fmla="*/ 48 w 176"/>
                <a:gd name="T9" fmla="*/ 0 h 160"/>
                <a:gd name="T10" fmla="*/ 0 w 176"/>
                <a:gd name="T11" fmla="*/ 0 h 160"/>
                <a:gd name="T12" fmla="*/ 0 w 176"/>
                <a:gd name="T13" fmla="*/ 72 h 160"/>
                <a:gd name="T14" fmla="*/ 88 w 176"/>
                <a:gd name="T15" fmla="*/ 160 h 160"/>
                <a:gd name="T16" fmla="*/ 176 w 176"/>
                <a:gd name="T17" fmla="*/ 72 h 160"/>
                <a:gd name="T18" fmla="*/ 176 w 176"/>
                <a:gd name="T19" fmla="*/ 0 h 160"/>
                <a:gd name="T20" fmla="*/ 128 w 176"/>
                <a:gd name="T2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6" h="160">
                  <a:moveTo>
                    <a:pt x="128" y="0"/>
                  </a:moveTo>
                  <a:cubicBezTo>
                    <a:pt x="128" y="72"/>
                    <a:pt x="128" y="72"/>
                    <a:pt x="128" y="72"/>
                  </a:cubicBezTo>
                  <a:cubicBezTo>
                    <a:pt x="128" y="94"/>
                    <a:pt x="110" y="112"/>
                    <a:pt x="88" y="112"/>
                  </a:cubicBezTo>
                  <a:cubicBezTo>
                    <a:pt x="66" y="112"/>
                    <a:pt x="48" y="94"/>
                    <a:pt x="48" y="72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121"/>
                    <a:pt x="39" y="160"/>
                    <a:pt x="88" y="160"/>
                  </a:cubicBezTo>
                  <a:cubicBezTo>
                    <a:pt x="136" y="160"/>
                    <a:pt x="176" y="121"/>
                    <a:pt x="176" y="72"/>
                  </a:cubicBezTo>
                  <a:cubicBezTo>
                    <a:pt x="176" y="0"/>
                    <a:pt x="176" y="0"/>
                    <a:pt x="176" y="0"/>
                  </a:cubicBezTo>
                  <a:lnTo>
                    <a:pt x="12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73">
              <a:extLst>
                <a:ext uri="{FF2B5EF4-FFF2-40B4-BE49-F238E27FC236}">
                  <a16:creationId xmlns:a16="http://schemas.microsoft.com/office/drawing/2014/main" id="{4FBE9D54-A1CE-4DC1-814D-CDAF769A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738" y="5513388"/>
              <a:ext cx="301625" cy="311150"/>
            </a:xfrm>
            <a:custGeom>
              <a:avLst/>
              <a:gdLst>
                <a:gd name="T0" fmla="*/ 55 w 80"/>
                <a:gd name="T1" fmla="*/ 76 h 83"/>
                <a:gd name="T2" fmla="*/ 80 w 80"/>
                <a:gd name="T3" fmla="*/ 0 h 83"/>
                <a:gd name="T4" fmla="*/ 0 w 80"/>
                <a:gd name="T5" fmla="*/ 0 h 83"/>
                <a:gd name="T6" fmla="*/ 50 w 80"/>
                <a:gd name="T7" fmla="*/ 83 h 83"/>
                <a:gd name="T8" fmla="*/ 55 w 80"/>
                <a:gd name="T9" fmla="*/ 7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3">
                  <a:moveTo>
                    <a:pt x="55" y="76"/>
                  </a:moveTo>
                  <a:cubicBezTo>
                    <a:pt x="71" y="54"/>
                    <a:pt x="79" y="28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5"/>
                    <a:pt x="21" y="66"/>
                    <a:pt x="50" y="83"/>
                  </a:cubicBezTo>
                  <a:cubicBezTo>
                    <a:pt x="50" y="83"/>
                    <a:pt x="53" y="79"/>
                    <a:pt x="55" y="7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74">
              <a:extLst>
                <a:ext uri="{FF2B5EF4-FFF2-40B4-BE49-F238E27FC236}">
                  <a16:creationId xmlns:a16="http://schemas.microsoft.com/office/drawing/2014/main" id="{FCBA672A-0CEE-4EE3-B8DD-BE2B0775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4651" y="5121276"/>
              <a:ext cx="374650" cy="361950"/>
            </a:xfrm>
            <a:custGeom>
              <a:avLst/>
              <a:gdLst>
                <a:gd name="T0" fmla="*/ 7 w 100"/>
                <a:gd name="T1" fmla="*/ 10 h 96"/>
                <a:gd name="T2" fmla="*/ 12 w 100"/>
                <a:gd name="T3" fmla="*/ 16 h 96"/>
                <a:gd name="T4" fmla="*/ 38 w 100"/>
                <a:gd name="T5" fmla="*/ 96 h 96"/>
                <a:gd name="T6" fmla="*/ 62 w 100"/>
                <a:gd name="T7" fmla="*/ 96 h 96"/>
                <a:gd name="T8" fmla="*/ 88 w 100"/>
                <a:gd name="T9" fmla="*/ 16 h 96"/>
                <a:gd name="T10" fmla="*/ 93 w 100"/>
                <a:gd name="T11" fmla="*/ 10 h 96"/>
                <a:gd name="T12" fmla="*/ 100 w 100"/>
                <a:gd name="T13" fmla="*/ 14 h 96"/>
                <a:gd name="T14" fmla="*/ 50 w 100"/>
                <a:gd name="T15" fmla="*/ 0 h 96"/>
                <a:gd name="T16" fmla="*/ 0 w 100"/>
                <a:gd name="T17" fmla="*/ 13 h 96"/>
                <a:gd name="T18" fmla="*/ 7 w 100"/>
                <a:gd name="T19" fmla="*/ 1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96">
                  <a:moveTo>
                    <a:pt x="7" y="10"/>
                  </a:moveTo>
                  <a:cubicBezTo>
                    <a:pt x="9" y="12"/>
                    <a:pt x="12" y="16"/>
                    <a:pt x="12" y="16"/>
                  </a:cubicBezTo>
                  <a:cubicBezTo>
                    <a:pt x="29" y="40"/>
                    <a:pt x="37" y="67"/>
                    <a:pt x="38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3" y="67"/>
                    <a:pt x="72" y="40"/>
                    <a:pt x="88" y="16"/>
                  </a:cubicBezTo>
                  <a:cubicBezTo>
                    <a:pt x="88" y="16"/>
                    <a:pt x="91" y="12"/>
                    <a:pt x="93" y="10"/>
                  </a:cubicBezTo>
                  <a:cubicBezTo>
                    <a:pt x="96" y="11"/>
                    <a:pt x="98" y="12"/>
                    <a:pt x="100" y="14"/>
                  </a:cubicBezTo>
                  <a:cubicBezTo>
                    <a:pt x="86" y="5"/>
                    <a:pt x="68" y="0"/>
                    <a:pt x="50" y="0"/>
                  </a:cubicBezTo>
                  <a:cubicBezTo>
                    <a:pt x="32" y="0"/>
                    <a:pt x="15" y="5"/>
                    <a:pt x="0" y="13"/>
                  </a:cubicBezTo>
                  <a:cubicBezTo>
                    <a:pt x="3" y="12"/>
                    <a:pt x="5" y="11"/>
                    <a:pt x="7" y="1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75">
              <a:extLst>
                <a:ext uri="{FF2B5EF4-FFF2-40B4-BE49-F238E27FC236}">
                  <a16:creationId xmlns:a16="http://schemas.microsoft.com/office/drawing/2014/main" id="{6F21E3FB-FE3B-41A9-AFF1-D82F4DC3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6588" y="5175251"/>
              <a:ext cx="300038" cy="307975"/>
            </a:xfrm>
            <a:custGeom>
              <a:avLst/>
              <a:gdLst>
                <a:gd name="T0" fmla="*/ 25 w 80"/>
                <a:gd name="T1" fmla="*/ 6 h 82"/>
                <a:gd name="T2" fmla="*/ 0 w 80"/>
                <a:gd name="T3" fmla="*/ 82 h 82"/>
                <a:gd name="T4" fmla="*/ 80 w 80"/>
                <a:gd name="T5" fmla="*/ 82 h 82"/>
                <a:gd name="T6" fmla="*/ 30 w 80"/>
                <a:gd name="T7" fmla="*/ 0 h 82"/>
                <a:gd name="T8" fmla="*/ 25 w 80"/>
                <a:gd name="T9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2">
                  <a:moveTo>
                    <a:pt x="25" y="6"/>
                  </a:moveTo>
                  <a:cubicBezTo>
                    <a:pt x="10" y="28"/>
                    <a:pt x="1" y="55"/>
                    <a:pt x="0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79" y="47"/>
                    <a:pt x="59" y="16"/>
                    <a:pt x="30" y="0"/>
                  </a:cubicBezTo>
                  <a:cubicBezTo>
                    <a:pt x="30" y="0"/>
                    <a:pt x="27" y="4"/>
                    <a:pt x="25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76">
              <a:extLst>
                <a:ext uri="{FF2B5EF4-FFF2-40B4-BE49-F238E27FC236}">
                  <a16:creationId xmlns:a16="http://schemas.microsoft.com/office/drawing/2014/main" id="{7D0CDBFD-0813-4225-8BBE-271ED007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738" y="5170488"/>
              <a:ext cx="301625" cy="312738"/>
            </a:xfrm>
            <a:custGeom>
              <a:avLst/>
              <a:gdLst>
                <a:gd name="T0" fmla="*/ 80 w 80"/>
                <a:gd name="T1" fmla="*/ 83 h 83"/>
                <a:gd name="T2" fmla="*/ 55 w 80"/>
                <a:gd name="T3" fmla="*/ 7 h 83"/>
                <a:gd name="T4" fmla="*/ 50 w 80"/>
                <a:gd name="T5" fmla="*/ 0 h 83"/>
                <a:gd name="T6" fmla="*/ 0 w 80"/>
                <a:gd name="T7" fmla="*/ 83 h 83"/>
                <a:gd name="T8" fmla="*/ 80 w 80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3">
                  <a:moveTo>
                    <a:pt x="80" y="83"/>
                  </a:moveTo>
                  <a:cubicBezTo>
                    <a:pt x="79" y="56"/>
                    <a:pt x="71" y="29"/>
                    <a:pt x="55" y="7"/>
                  </a:cubicBezTo>
                  <a:cubicBezTo>
                    <a:pt x="54" y="5"/>
                    <a:pt x="52" y="2"/>
                    <a:pt x="50" y="0"/>
                  </a:cubicBezTo>
                  <a:cubicBezTo>
                    <a:pt x="21" y="17"/>
                    <a:pt x="2" y="48"/>
                    <a:pt x="0" y="83"/>
                  </a:cubicBezTo>
                  <a:lnTo>
                    <a:pt x="80" y="8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7">
              <a:extLst>
                <a:ext uri="{FF2B5EF4-FFF2-40B4-BE49-F238E27FC236}">
                  <a16:creationId xmlns:a16="http://schemas.microsoft.com/office/drawing/2014/main" id="{72F9F711-3952-4530-9F98-2DCB6B43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6588" y="5513388"/>
              <a:ext cx="300038" cy="322263"/>
            </a:xfrm>
            <a:custGeom>
              <a:avLst/>
              <a:gdLst>
                <a:gd name="T0" fmla="*/ 0 w 80"/>
                <a:gd name="T1" fmla="*/ 0 h 86"/>
                <a:gd name="T2" fmla="*/ 25 w 80"/>
                <a:gd name="T3" fmla="*/ 76 h 86"/>
                <a:gd name="T4" fmla="*/ 30 w 80"/>
                <a:gd name="T5" fmla="*/ 83 h 86"/>
                <a:gd name="T6" fmla="*/ 23 w 80"/>
                <a:gd name="T7" fmla="*/ 86 h 86"/>
                <a:gd name="T8" fmla="*/ 80 w 80"/>
                <a:gd name="T9" fmla="*/ 0 h 86"/>
                <a:gd name="T10" fmla="*/ 0 w 80"/>
                <a:gd name="T1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6">
                  <a:moveTo>
                    <a:pt x="0" y="0"/>
                  </a:moveTo>
                  <a:cubicBezTo>
                    <a:pt x="1" y="28"/>
                    <a:pt x="10" y="54"/>
                    <a:pt x="25" y="76"/>
                  </a:cubicBezTo>
                  <a:cubicBezTo>
                    <a:pt x="27" y="78"/>
                    <a:pt x="30" y="82"/>
                    <a:pt x="30" y="83"/>
                  </a:cubicBezTo>
                  <a:cubicBezTo>
                    <a:pt x="28" y="84"/>
                    <a:pt x="26" y="85"/>
                    <a:pt x="23" y="86"/>
                  </a:cubicBezTo>
                  <a:cubicBezTo>
                    <a:pt x="56" y="71"/>
                    <a:pt x="79" y="38"/>
                    <a:pt x="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78">
              <a:extLst>
                <a:ext uri="{FF2B5EF4-FFF2-40B4-BE49-F238E27FC236}">
                  <a16:creationId xmlns:a16="http://schemas.microsoft.com/office/drawing/2014/main" id="{35BCBB66-14D9-4765-BC63-C98FE2C6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4651" y="5513388"/>
              <a:ext cx="349250" cy="360363"/>
            </a:xfrm>
            <a:custGeom>
              <a:avLst/>
              <a:gdLst>
                <a:gd name="T0" fmla="*/ 88 w 93"/>
                <a:gd name="T1" fmla="*/ 80 h 96"/>
                <a:gd name="T2" fmla="*/ 62 w 93"/>
                <a:gd name="T3" fmla="*/ 0 h 96"/>
                <a:gd name="T4" fmla="*/ 38 w 93"/>
                <a:gd name="T5" fmla="*/ 0 h 96"/>
                <a:gd name="T6" fmla="*/ 12 w 93"/>
                <a:gd name="T7" fmla="*/ 80 h 96"/>
                <a:gd name="T8" fmla="*/ 7 w 93"/>
                <a:gd name="T9" fmla="*/ 86 h 96"/>
                <a:gd name="T10" fmla="*/ 0 w 93"/>
                <a:gd name="T11" fmla="*/ 83 h 96"/>
                <a:gd name="T12" fmla="*/ 50 w 93"/>
                <a:gd name="T13" fmla="*/ 96 h 96"/>
                <a:gd name="T14" fmla="*/ 93 w 93"/>
                <a:gd name="T15" fmla="*/ 86 h 96"/>
                <a:gd name="T16" fmla="*/ 88 w 93"/>
                <a:gd name="T17" fmla="*/ 8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96">
                  <a:moveTo>
                    <a:pt x="88" y="80"/>
                  </a:moveTo>
                  <a:cubicBezTo>
                    <a:pt x="72" y="56"/>
                    <a:pt x="63" y="29"/>
                    <a:pt x="6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29"/>
                    <a:pt x="29" y="56"/>
                    <a:pt x="12" y="80"/>
                  </a:cubicBezTo>
                  <a:cubicBezTo>
                    <a:pt x="12" y="80"/>
                    <a:pt x="9" y="84"/>
                    <a:pt x="7" y="86"/>
                  </a:cubicBezTo>
                  <a:cubicBezTo>
                    <a:pt x="5" y="85"/>
                    <a:pt x="3" y="84"/>
                    <a:pt x="0" y="83"/>
                  </a:cubicBezTo>
                  <a:cubicBezTo>
                    <a:pt x="15" y="91"/>
                    <a:pt x="32" y="96"/>
                    <a:pt x="50" y="96"/>
                  </a:cubicBezTo>
                  <a:cubicBezTo>
                    <a:pt x="66" y="96"/>
                    <a:pt x="80" y="93"/>
                    <a:pt x="93" y="86"/>
                  </a:cubicBezTo>
                  <a:cubicBezTo>
                    <a:pt x="91" y="84"/>
                    <a:pt x="88" y="80"/>
                    <a:pt x="88" y="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79">
              <a:extLst>
                <a:ext uri="{FF2B5EF4-FFF2-40B4-BE49-F238E27FC236}">
                  <a16:creationId xmlns:a16="http://schemas.microsoft.com/office/drawing/2014/main" id="{0FEA368C-A258-4C8C-96F2-EBDF7BBE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876" y="3878263"/>
              <a:ext cx="809625" cy="104775"/>
            </a:xfrm>
            <a:custGeom>
              <a:avLst/>
              <a:gdLst>
                <a:gd name="T0" fmla="*/ 204 w 216"/>
                <a:gd name="T1" fmla="*/ 0 h 28"/>
                <a:gd name="T2" fmla="*/ 12 w 216"/>
                <a:gd name="T3" fmla="*/ 0 h 28"/>
                <a:gd name="T4" fmla="*/ 0 w 216"/>
                <a:gd name="T5" fmla="*/ 12 h 28"/>
                <a:gd name="T6" fmla="*/ 0 w 216"/>
                <a:gd name="T7" fmla="*/ 24 h 28"/>
                <a:gd name="T8" fmla="*/ 0 w 216"/>
                <a:gd name="T9" fmla="*/ 28 h 28"/>
                <a:gd name="T10" fmla="*/ 8 w 216"/>
                <a:gd name="T11" fmla="*/ 28 h 28"/>
                <a:gd name="T12" fmla="*/ 208 w 216"/>
                <a:gd name="T13" fmla="*/ 28 h 28"/>
                <a:gd name="T14" fmla="*/ 216 w 216"/>
                <a:gd name="T15" fmla="*/ 28 h 28"/>
                <a:gd name="T16" fmla="*/ 216 w 216"/>
                <a:gd name="T17" fmla="*/ 24 h 28"/>
                <a:gd name="T18" fmla="*/ 216 w 216"/>
                <a:gd name="T19" fmla="*/ 12 h 28"/>
                <a:gd name="T20" fmla="*/ 204 w 216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6" h="28">
                  <a:moveTo>
                    <a:pt x="204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6" y="28"/>
                    <a:pt x="216" y="28"/>
                    <a:pt x="216" y="28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6" y="5"/>
                    <a:pt x="210" y="0"/>
                    <a:pt x="2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80">
              <a:extLst>
                <a:ext uri="{FF2B5EF4-FFF2-40B4-BE49-F238E27FC236}">
                  <a16:creationId xmlns:a16="http://schemas.microsoft.com/office/drawing/2014/main" id="{98F4143C-400E-48D6-A834-744A43108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876" y="4073526"/>
              <a:ext cx="809625" cy="346075"/>
            </a:xfrm>
            <a:custGeom>
              <a:avLst/>
              <a:gdLst>
                <a:gd name="T0" fmla="*/ 8 w 216"/>
                <a:gd name="T1" fmla="*/ 0 h 92"/>
                <a:gd name="T2" fmla="*/ 0 w 216"/>
                <a:gd name="T3" fmla="*/ 0 h 92"/>
                <a:gd name="T4" fmla="*/ 0 w 216"/>
                <a:gd name="T5" fmla="*/ 4 h 92"/>
                <a:gd name="T6" fmla="*/ 0 w 216"/>
                <a:gd name="T7" fmla="*/ 80 h 92"/>
                <a:gd name="T8" fmla="*/ 12 w 216"/>
                <a:gd name="T9" fmla="*/ 92 h 92"/>
                <a:gd name="T10" fmla="*/ 204 w 216"/>
                <a:gd name="T11" fmla="*/ 92 h 92"/>
                <a:gd name="T12" fmla="*/ 216 w 216"/>
                <a:gd name="T13" fmla="*/ 80 h 92"/>
                <a:gd name="T14" fmla="*/ 216 w 216"/>
                <a:gd name="T15" fmla="*/ 4 h 92"/>
                <a:gd name="T16" fmla="*/ 216 w 216"/>
                <a:gd name="T17" fmla="*/ 0 h 92"/>
                <a:gd name="T18" fmla="*/ 208 w 216"/>
                <a:gd name="T19" fmla="*/ 0 h 92"/>
                <a:gd name="T20" fmla="*/ 8 w 216"/>
                <a:gd name="T21" fmla="*/ 0 h 92"/>
                <a:gd name="T22" fmla="*/ 24 w 216"/>
                <a:gd name="T23" fmla="*/ 36 h 92"/>
                <a:gd name="T24" fmla="*/ 72 w 216"/>
                <a:gd name="T25" fmla="*/ 36 h 92"/>
                <a:gd name="T26" fmla="*/ 72 w 216"/>
                <a:gd name="T27" fmla="*/ 44 h 92"/>
                <a:gd name="T28" fmla="*/ 24 w 216"/>
                <a:gd name="T29" fmla="*/ 44 h 92"/>
                <a:gd name="T30" fmla="*/ 24 w 216"/>
                <a:gd name="T31" fmla="*/ 36 h 92"/>
                <a:gd name="T32" fmla="*/ 104 w 216"/>
                <a:gd name="T33" fmla="*/ 68 h 92"/>
                <a:gd name="T34" fmla="*/ 24 w 216"/>
                <a:gd name="T35" fmla="*/ 68 h 92"/>
                <a:gd name="T36" fmla="*/ 24 w 216"/>
                <a:gd name="T37" fmla="*/ 60 h 92"/>
                <a:gd name="T38" fmla="*/ 104 w 216"/>
                <a:gd name="T39" fmla="*/ 60 h 92"/>
                <a:gd name="T40" fmla="*/ 104 w 216"/>
                <a:gd name="T41" fmla="*/ 68 h 92"/>
                <a:gd name="T42" fmla="*/ 192 w 216"/>
                <a:gd name="T43" fmla="*/ 60 h 92"/>
                <a:gd name="T44" fmla="*/ 184 w 216"/>
                <a:gd name="T45" fmla="*/ 68 h 92"/>
                <a:gd name="T46" fmla="*/ 167 w 216"/>
                <a:gd name="T47" fmla="*/ 68 h 92"/>
                <a:gd name="T48" fmla="*/ 160 w 216"/>
                <a:gd name="T49" fmla="*/ 60 h 92"/>
                <a:gd name="T50" fmla="*/ 160 w 216"/>
                <a:gd name="T51" fmla="*/ 59 h 92"/>
                <a:gd name="T52" fmla="*/ 167 w 216"/>
                <a:gd name="T53" fmla="*/ 52 h 92"/>
                <a:gd name="T54" fmla="*/ 184 w 216"/>
                <a:gd name="T55" fmla="*/ 52 h 92"/>
                <a:gd name="T56" fmla="*/ 192 w 216"/>
                <a:gd name="T57" fmla="*/ 59 h 92"/>
                <a:gd name="T58" fmla="*/ 192 w 216"/>
                <a:gd name="T59" fmla="*/ 6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6" h="92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6"/>
                    <a:pt x="5" y="92"/>
                    <a:pt x="12" y="92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10" y="92"/>
                    <a:pt x="216" y="86"/>
                    <a:pt x="216" y="80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8" y="0"/>
                    <a:pt x="208" y="0"/>
                    <a:pt x="208" y="0"/>
                  </a:cubicBezTo>
                  <a:lnTo>
                    <a:pt x="8" y="0"/>
                  </a:lnTo>
                  <a:close/>
                  <a:moveTo>
                    <a:pt x="24" y="36"/>
                  </a:moveTo>
                  <a:cubicBezTo>
                    <a:pt x="72" y="36"/>
                    <a:pt x="72" y="36"/>
                    <a:pt x="72" y="36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24" y="44"/>
                    <a:pt x="24" y="44"/>
                    <a:pt x="24" y="44"/>
                  </a:cubicBezTo>
                  <a:lnTo>
                    <a:pt x="24" y="36"/>
                  </a:lnTo>
                  <a:close/>
                  <a:moveTo>
                    <a:pt x="104" y="68"/>
                  </a:moveTo>
                  <a:cubicBezTo>
                    <a:pt x="24" y="68"/>
                    <a:pt x="24" y="68"/>
                    <a:pt x="24" y="68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104" y="60"/>
                    <a:pt x="104" y="60"/>
                    <a:pt x="104" y="60"/>
                  </a:cubicBezTo>
                  <a:lnTo>
                    <a:pt x="104" y="68"/>
                  </a:lnTo>
                  <a:close/>
                  <a:moveTo>
                    <a:pt x="192" y="60"/>
                  </a:moveTo>
                  <a:cubicBezTo>
                    <a:pt x="192" y="64"/>
                    <a:pt x="188" y="68"/>
                    <a:pt x="184" y="68"/>
                  </a:cubicBezTo>
                  <a:cubicBezTo>
                    <a:pt x="167" y="68"/>
                    <a:pt x="167" y="68"/>
                    <a:pt x="167" y="68"/>
                  </a:cubicBezTo>
                  <a:cubicBezTo>
                    <a:pt x="163" y="68"/>
                    <a:pt x="160" y="64"/>
                    <a:pt x="160" y="60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60" y="55"/>
                    <a:pt x="163" y="52"/>
                    <a:pt x="167" y="52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88" y="52"/>
                    <a:pt x="192" y="55"/>
                    <a:pt x="192" y="59"/>
                  </a:cubicBezTo>
                  <a:lnTo>
                    <a:pt x="192" y="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1">
              <a:extLst>
                <a:ext uri="{FF2B5EF4-FFF2-40B4-BE49-F238E27FC236}">
                  <a16:creationId xmlns:a16="http://schemas.microsoft.com/office/drawing/2014/main" id="{07BC51ED-95CA-44A2-B7BA-C62A1EC3C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9576" y="5016501"/>
              <a:ext cx="541338" cy="901700"/>
            </a:xfrm>
            <a:custGeom>
              <a:avLst/>
              <a:gdLst>
                <a:gd name="T0" fmla="*/ 341 w 341"/>
                <a:gd name="T1" fmla="*/ 246 h 568"/>
                <a:gd name="T2" fmla="*/ 216 w 341"/>
                <a:gd name="T3" fmla="*/ 246 h 568"/>
                <a:gd name="T4" fmla="*/ 246 w 341"/>
                <a:gd name="T5" fmla="*/ 0 h 568"/>
                <a:gd name="T6" fmla="*/ 0 w 341"/>
                <a:gd name="T7" fmla="*/ 322 h 568"/>
                <a:gd name="T8" fmla="*/ 126 w 341"/>
                <a:gd name="T9" fmla="*/ 322 h 568"/>
                <a:gd name="T10" fmla="*/ 95 w 341"/>
                <a:gd name="T11" fmla="*/ 568 h 568"/>
                <a:gd name="T12" fmla="*/ 341 w 341"/>
                <a:gd name="T13" fmla="*/ 246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1" h="568">
                  <a:moveTo>
                    <a:pt x="341" y="246"/>
                  </a:moveTo>
                  <a:lnTo>
                    <a:pt x="216" y="246"/>
                  </a:lnTo>
                  <a:lnTo>
                    <a:pt x="246" y="0"/>
                  </a:lnTo>
                  <a:lnTo>
                    <a:pt x="0" y="322"/>
                  </a:lnTo>
                  <a:lnTo>
                    <a:pt x="126" y="322"/>
                  </a:lnTo>
                  <a:lnTo>
                    <a:pt x="95" y="568"/>
                  </a:lnTo>
                  <a:lnTo>
                    <a:pt x="341" y="2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6" name="组合 145">
            <a:extLst>
              <a:ext uri="{FF2B5EF4-FFF2-40B4-BE49-F238E27FC236}">
                <a16:creationId xmlns:a16="http://schemas.microsoft.com/office/drawing/2014/main" id="{FBE98D8D-2846-4DB6-A6E9-2CBDCF2A95BC}"/>
              </a:ext>
            </a:extLst>
          </p:cNvPr>
          <p:cNvGrpSpPr/>
          <p:nvPr/>
        </p:nvGrpSpPr>
        <p:grpSpPr>
          <a:xfrm>
            <a:off x="6722403" y="935038"/>
            <a:ext cx="4533582" cy="2150893"/>
            <a:chOff x="928688" y="976313"/>
            <a:chExt cx="10339388" cy="4905375"/>
          </a:xfrm>
          <a:solidFill>
            <a:schemeClr val="bg1"/>
          </a:solidFill>
        </p:grpSpPr>
        <p:sp>
          <p:nvSpPr>
            <p:cNvPr id="80" name="Freeform 5">
              <a:extLst>
                <a:ext uri="{FF2B5EF4-FFF2-40B4-BE49-F238E27FC236}">
                  <a16:creationId xmlns:a16="http://schemas.microsoft.com/office/drawing/2014/main" id="{5E4A7B16-9485-4B6B-99F8-469AAAEDEA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1" y="1017588"/>
              <a:ext cx="750888" cy="752475"/>
            </a:xfrm>
            <a:custGeom>
              <a:avLst/>
              <a:gdLst>
                <a:gd name="T0" fmla="*/ 48 w 200"/>
                <a:gd name="T1" fmla="*/ 0 h 200"/>
                <a:gd name="T2" fmla="*/ 48 w 200"/>
                <a:gd name="T3" fmla="*/ 112 h 200"/>
                <a:gd name="T4" fmla="*/ 0 w 200"/>
                <a:gd name="T5" fmla="*/ 112 h 200"/>
                <a:gd name="T6" fmla="*/ 0 w 200"/>
                <a:gd name="T7" fmla="*/ 178 h 200"/>
                <a:gd name="T8" fmla="*/ 26 w 200"/>
                <a:gd name="T9" fmla="*/ 200 h 200"/>
                <a:gd name="T10" fmla="*/ 176 w 200"/>
                <a:gd name="T11" fmla="*/ 200 h 200"/>
                <a:gd name="T12" fmla="*/ 200 w 200"/>
                <a:gd name="T13" fmla="*/ 176 h 200"/>
                <a:gd name="T14" fmla="*/ 200 w 200"/>
                <a:gd name="T15" fmla="*/ 0 h 200"/>
                <a:gd name="T16" fmla="*/ 48 w 200"/>
                <a:gd name="T17" fmla="*/ 0 h 200"/>
                <a:gd name="T18" fmla="*/ 26 w 200"/>
                <a:gd name="T19" fmla="*/ 192 h 200"/>
                <a:gd name="T20" fmla="*/ 8 w 200"/>
                <a:gd name="T21" fmla="*/ 178 h 200"/>
                <a:gd name="T22" fmla="*/ 8 w 200"/>
                <a:gd name="T23" fmla="*/ 120 h 200"/>
                <a:gd name="T24" fmla="*/ 48 w 200"/>
                <a:gd name="T25" fmla="*/ 120 h 200"/>
                <a:gd name="T26" fmla="*/ 48 w 200"/>
                <a:gd name="T27" fmla="*/ 174 h 200"/>
                <a:gd name="T28" fmla="*/ 30 w 200"/>
                <a:gd name="T29" fmla="*/ 192 h 200"/>
                <a:gd name="T30" fmla="*/ 26 w 200"/>
                <a:gd name="T31" fmla="*/ 192 h 200"/>
                <a:gd name="T32" fmla="*/ 192 w 200"/>
                <a:gd name="T33" fmla="*/ 176 h 200"/>
                <a:gd name="T34" fmla="*/ 176 w 200"/>
                <a:gd name="T35" fmla="*/ 192 h 200"/>
                <a:gd name="T36" fmla="*/ 48 w 200"/>
                <a:gd name="T37" fmla="*/ 192 h 200"/>
                <a:gd name="T38" fmla="*/ 56 w 200"/>
                <a:gd name="T39" fmla="*/ 174 h 200"/>
                <a:gd name="T40" fmla="*/ 56 w 200"/>
                <a:gd name="T41" fmla="*/ 120 h 200"/>
                <a:gd name="T42" fmla="*/ 56 w 200"/>
                <a:gd name="T43" fmla="*/ 115 h 200"/>
                <a:gd name="T44" fmla="*/ 56 w 200"/>
                <a:gd name="T45" fmla="*/ 112 h 200"/>
                <a:gd name="T46" fmla="*/ 56 w 200"/>
                <a:gd name="T47" fmla="*/ 8 h 200"/>
                <a:gd name="T48" fmla="*/ 192 w 200"/>
                <a:gd name="T49" fmla="*/ 8 h 200"/>
                <a:gd name="T50" fmla="*/ 192 w 200"/>
                <a:gd name="T51" fmla="*/ 176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0" h="200">
                  <a:moveTo>
                    <a:pt x="48" y="0"/>
                  </a:moveTo>
                  <a:cubicBezTo>
                    <a:pt x="48" y="112"/>
                    <a:pt x="48" y="112"/>
                    <a:pt x="48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0" y="162"/>
                    <a:pt x="0" y="178"/>
                  </a:cubicBezTo>
                  <a:cubicBezTo>
                    <a:pt x="0" y="194"/>
                    <a:pt x="15" y="200"/>
                    <a:pt x="26" y="200"/>
                  </a:cubicBezTo>
                  <a:cubicBezTo>
                    <a:pt x="37" y="200"/>
                    <a:pt x="148" y="200"/>
                    <a:pt x="176" y="200"/>
                  </a:cubicBezTo>
                  <a:cubicBezTo>
                    <a:pt x="189" y="200"/>
                    <a:pt x="200" y="188"/>
                    <a:pt x="200" y="176"/>
                  </a:cubicBezTo>
                  <a:cubicBezTo>
                    <a:pt x="200" y="167"/>
                    <a:pt x="200" y="0"/>
                    <a:pt x="200" y="0"/>
                  </a:cubicBezTo>
                  <a:lnTo>
                    <a:pt x="48" y="0"/>
                  </a:lnTo>
                  <a:close/>
                  <a:moveTo>
                    <a:pt x="26" y="192"/>
                  </a:moveTo>
                  <a:cubicBezTo>
                    <a:pt x="21" y="192"/>
                    <a:pt x="8" y="190"/>
                    <a:pt x="8" y="178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74"/>
                    <a:pt x="48" y="174"/>
                    <a:pt x="48" y="174"/>
                  </a:cubicBezTo>
                  <a:cubicBezTo>
                    <a:pt x="48" y="180"/>
                    <a:pt x="41" y="192"/>
                    <a:pt x="30" y="192"/>
                  </a:cubicBezTo>
                  <a:lnTo>
                    <a:pt x="26" y="192"/>
                  </a:lnTo>
                  <a:close/>
                  <a:moveTo>
                    <a:pt x="192" y="176"/>
                  </a:moveTo>
                  <a:cubicBezTo>
                    <a:pt x="192" y="184"/>
                    <a:pt x="184" y="192"/>
                    <a:pt x="176" y="192"/>
                  </a:cubicBezTo>
                  <a:cubicBezTo>
                    <a:pt x="48" y="192"/>
                    <a:pt x="48" y="192"/>
                    <a:pt x="48" y="192"/>
                  </a:cubicBezTo>
                  <a:cubicBezTo>
                    <a:pt x="53" y="187"/>
                    <a:pt x="56" y="179"/>
                    <a:pt x="56" y="174"/>
                  </a:cubicBezTo>
                  <a:cubicBezTo>
                    <a:pt x="56" y="120"/>
                    <a:pt x="56" y="120"/>
                    <a:pt x="56" y="120"/>
                  </a:cubicBezTo>
                  <a:cubicBezTo>
                    <a:pt x="56" y="115"/>
                    <a:pt x="56" y="115"/>
                    <a:pt x="56" y="115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192" y="8"/>
                    <a:pt x="192" y="8"/>
                    <a:pt x="192" y="8"/>
                  </a:cubicBezTo>
                  <a:lnTo>
                    <a:pt x="192" y="1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Rectangle 6">
              <a:extLst>
                <a:ext uri="{FF2B5EF4-FFF2-40B4-BE49-F238E27FC236}">
                  <a16:creationId xmlns:a16="http://schemas.microsoft.com/office/drawing/2014/main" id="{7CE9F28C-5045-4E30-944E-1A3649143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663" y="1108076"/>
              <a:ext cx="39052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Rectangle 7">
              <a:extLst>
                <a:ext uri="{FF2B5EF4-FFF2-40B4-BE49-F238E27FC236}">
                  <a16:creationId xmlns:a16="http://schemas.microsoft.com/office/drawing/2014/main" id="{C6696DE4-22FA-46C7-96A1-65A8F9C7E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663" y="1514476"/>
              <a:ext cx="390525" cy="285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Rectangle 8">
              <a:extLst>
                <a:ext uri="{FF2B5EF4-FFF2-40B4-BE49-F238E27FC236}">
                  <a16:creationId xmlns:a16="http://schemas.microsoft.com/office/drawing/2014/main" id="{E90E9E01-7373-4EAA-89C1-B81E32124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663" y="1619251"/>
              <a:ext cx="39052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9">
              <a:extLst>
                <a:ext uri="{FF2B5EF4-FFF2-40B4-BE49-F238E27FC236}">
                  <a16:creationId xmlns:a16="http://schemas.microsoft.com/office/drawing/2014/main" id="{CABC6ED3-02F0-4A38-B98C-9CAF425F9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6663" y="1212851"/>
              <a:ext cx="390525" cy="225425"/>
            </a:xfrm>
            <a:custGeom>
              <a:avLst/>
              <a:gdLst>
                <a:gd name="T0" fmla="*/ 246 w 246"/>
                <a:gd name="T1" fmla="*/ 0 h 142"/>
                <a:gd name="T2" fmla="*/ 0 w 246"/>
                <a:gd name="T3" fmla="*/ 0 h 142"/>
                <a:gd name="T4" fmla="*/ 0 w 246"/>
                <a:gd name="T5" fmla="*/ 142 h 142"/>
                <a:gd name="T6" fmla="*/ 246 w 246"/>
                <a:gd name="T7" fmla="*/ 142 h 142"/>
                <a:gd name="T8" fmla="*/ 246 w 246"/>
                <a:gd name="T9" fmla="*/ 0 h 142"/>
                <a:gd name="T10" fmla="*/ 227 w 246"/>
                <a:gd name="T11" fmla="*/ 123 h 142"/>
                <a:gd name="T12" fmla="*/ 19 w 246"/>
                <a:gd name="T13" fmla="*/ 123 h 142"/>
                <a:gd name="T14" fmla="*/ 19 w 246"/>
                <a:gd name="T15" fmla="*/ 19 h 142"/>
                <a:gd name="T16" fmla="*/ 227 w 246"/>
                <a:gd name="T17" fmla="*/ 19 h 142"/>
                <a:gd name="T18" fmla="*/ 227 w 246"/>
                <a:gd name="T19" fmla="*/ 12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142">
                  <a:moveTo>
                    <a:pt x="246" y="0"/>
                  </a:moveTo>
                  <a:lnTo>
                    <a:pt x="0" y="0"/>
                  </a:lnTo>
                  <a:lnTo>
                    <a:pt x="0" y="142"/>
                  </a:lnTo>
                  <a:lnTo>
                    <a:pt x="246" y="142"/>
                  </a:lnTo>
                  <a:lnTo>
                    <a:pt x="246" y="0"/>
                  </a:lnTo>
                  <a:close/>
                  <a:moveTo>
                    <a:pt x="227" y="123"/>
                  </a:moveTo>
                  <a:lnTo>
                    <a:pt x="19" y="123"/>
                  </a:lnTo>
                  <a:lnTo>
                    <a:pt x="19" y="19"/>
                  </a:lnTo>
                  <a:lnTo>
                    <a:pt x="227" y="19"/>
                  </a:lnTo>
                  <a:lnTo>
                    <a:pt x="227" y="1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0">
              <a:extLst>
                <a:ext uri="{FF2B5EF4-FFF2-40B4-BE49-F238E27FC236}">
                  <a16:creationId xmlns:a16="http://schemas.microsoft.com/office/drawing/2014/main" id="{BBE994CE-1B14-4C18-9600-2F6A934120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0138" y="1108076"/>
              <a:ext cx="569913" cy="574675"/>
            </a:xfrm>
            <a:custGeom>
              <a:avLst/>
              <a:gdLst>
                <a:gd name="T0" fmla="*/ 0 w 359"/>
                <a:gd name="T1" fmla="*/ 116 h 362"/>
                <a:gd name="T2" fmla="*/ 0 w 359"/>
                <a:gd name="T3" fmla="*/ 248 h 362"/>
                <a:gd name="T4" fmla="*/ 57 w 359"/>
                <a:gd name="T5" fmla="*/ 248 h 362"/>
                <a:gd name="T6" fmla="*/ 57 w 359"/>
                <a:gd name="T7" fmla="*/ 362 h 362"/>
                <a:gd name="T8" fmla="*/ 75 w 359"/>
                <a:gd name="T9" fmla="*/ 362 h 362"/>
                <a:gd name="T10" fmla="*/ 75 w 359"/>
                <a:gd name="T11" fmla="*/ 248 h 362"/>
                <a:gd name="T12" fmla="*/ 220 w 359"/>
                <a:gd name="T13" fmla="*/ 248 h 362"/>
                <a:gd name="T14" fmla="*/ 359 w 359"/>
                <a:gd name="T15" fmla="*/ 360 h 362"/>
                <a:gd name="T16" fmla="*/ 359 w 359"/>
                <a:gd name="T17" fmla="*/ 0 h 362"/>
                <a:gd name="T18" fmla="*/ 220 w 359"/>
                <a:gd name="T19" fmla="*/ 116 h 362"/>
                <a:gd name="T20" fmla="*/ 0 w 359"/>
                <a:gd name="T21" fmla="*/ 116 h 362"/>
                <a:gd name="T22" fmla="*/ 19 w 359"/>
                <a:gd name="T23" fmla="*/ 229 h 362"/>
                <a:gd name="T24" fmla="*/ 19 w 359"/>
                <a:gd name="T25" fmla="*/ 135 h 362"/>
                <a:gd name="T26" fmla="*/ 94 w 359"/>
                <a:gd name="T27" fmla="*/ 135 h 362"/>
                <a:gd name="T28" fmla="*/ 94 w 359"/>
                <a:gd name="T29" fmla="*/ 229 h 362"/>
                <a:gd name="T30" fmla="*/ 19 w 359"/>
                <a:gd name="T31" fmla="*/ 229 h 362"/>
                <a:gd name="T32" fmla="*/ 232 w 359"/>
                <a:gd name="T33" fmla="*/ 130 h 362"/>
                <a:gd name="T34" fmla="*/ 340 w 359"/>
                <a:gd name="T35" fmla="*/ 40 h 362"/>
                <a:gd name="T36" fmla="*/ 340 w 359"/>
                <a:gd name="T37" fmla="*/ 319 h 362"/>
                <a:gd name="T38" fmla="*/ 232 w 359"/>
                <a:gd name="T39" fmla="*/ 232 h 362"/>
                <a:gd name="T40" fmla="*/ 227 w 359"/>
                <a:gd name="T41" fmla="*/ 229 h 362"/>
                <a:gd name="T42" fmla="*/ 220 w 359"/>
                <a:gd name="T43" fmla="*/ 229 h 362"/>
                <a:gd name="T44" fmla="*/ 113 w 359"/>
                <a:gd name="T45" fmla="*/ 229 h 362"/>
                <a:gd name="T46" fmla="*/ 113 w 359"/>
                <a:gd name="T47" fmla="*/ 135 h 362"/>
                <a:gd name="T48" fmla="*/ 220 w 359"/>
                <a:gd name="T49" fmla="*/ 135 h 362"/>
                <a:gd name="T50" fmla="*/ 227 w 359"/>
                <a:gd name="T51" fmla="*/ 135 h 362"/>
                <a:gd name="T52" fmla="*/ 232 w 359"/>
                <a:gd name="T53" fmla="*/ 13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62">
                  <a:moveTo>
                    <a:pt x="0" y="116"/>
                  </a:moveTo>
                  <a:lnTo>
                    <a:pt x="0" y="248"/>
                  </a:lnTo>
                  <a:lnTo>
                    <a:pt x="57" y="248"/>
                  </a:lnTo>
                  <a:lnTo>
                    <a:pt x="57" y="362"/>
                  </a:lnTo>
                  <a:lnTo>
                    <a:pt x="75" y="362"/>
                  </a:lnTo>
                  <a:lnTo>
                    <a:pt x="75" y="248"/>
                  </a:lnTo>
                  <a:lnTo>
                    <a:pt x="220" y="248"/>
                  </a:lnTo>
                  <a:lnTo>
                    <a:pt x="359" y="360"/>
                  </a:lnTo>
                  <a:lnTo>
                    <a:pt x="359" y="0"/>
                  </a:lnTo>
                  <a:lnTo>
                    <a:pt x="220" y="116"/>
                  </a:lnTo>
                  <a:lnTo>
                    <a:pt x="0" y="116"/>
                  </a:lnTo>
                  <a:close/>
                  <a:moveTo>
                    <a:pt x="19" y="229"/>
                  </a:moveTo>
                  <a:lnTo>
                    <a:pt x="19" y="135"/>
                  </a:lnTo>
                  <a:lnTo>
                    <a:pt x="94" y="135"/>
                  </a:lnTo>
                  <a:lnTo>
                    <a:pt x="94" y="229"/>
                  </a:lnTo>
                  <a:lnTo>
                    <a:pt x="19" y="229"/>
                  </a:lnTo>
                  <a:close/>
                  <a:moveTo>
                    <a:pt x="232" y="130"/>
                  </a:moveTo>
                  <a:lnTo>
                    <a:pt x="340" y="40"/>
                  </a:lnTo>
                  <a:lnTo>
                    <a:pt x="340" y="319"/>
                  </a:lnTo>
                  <a:lnTo>
                    <a:pt x="232" y="232"/>
                  </a:lnTo>
                  <a:lnTo>
                    <a:pt x="227" y="229"/>
                  </a:lnTo>
                  <a:lnTo>
                    <a:pt x="220" y="229"/>
                  </a:lnTo>
                  <a:lnTo>
                    <a:pt x="113" y="229"/>
                  </a:lnTo>
                  <a:lnTo>
                    <a:pt x="113" y="135"/>
                  </a:lnTo>
                  <a:lnTo>
                    <a:pt x="220" y="135"/>
                  </a:lnTo>
                  <a:lnTo>
                    <a:pt x="227" y="135"/>
                  </a:lnTo>
                  <a:lnTo>
                    <a:pt x="232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1">
              <a:extLst>
                <a:ext uri="{FF2B5EF4-FFF2-40B4-BE49-F238E27FC236}">
                  <a16:creationId xmlns:a16="http://schemas.microsoft.com/office/drawing/2014/main" id="{DE06231A-3C8F-4DF1-8EB1-AABC364B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026" y="1133476"/>
              <a:ext cx="149225" cy="522288"/>
            </a:xfrm>
            <a:custGeom>
              <a:avLst/>
              <a:gdLst>
                <a:gd name="T0" fmla="*/ 7 w 40"/>
                <a:gd name="T1" fmla="*/ 0 h 139"/>
                <a:gd name="T2" fmla="*/ 1 w 40"/>
                <a:gd name="T3" fmla="*/ 6 h 139"/>
                <a:gd name="T4" fmla="*/ 32 w 40"/>
                <a:gd name="T5" fmla="*/ 69 h 139"/>
                <a:gd name="T6" fmla="*/ 0 w 40"/>
                <a:gd name="T7" fmla="*/ 133 h 139"/>
                <a:gd name="T8" fmla="*/ 6 w 40"/>
                <a:gd name="T9" fmla="*/ 139 h 139"/>
                <a:gd name="T10" fmla="*/ 40 w 40"/>
                <a:gd name="T11" fmla="*/ 69 h 139"/>
                <a:gd name="T12" fmla="*/ 7 w 40"/>
                <a:gd name="T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39">
                  <a:moveTo>
                    <a:pt x="7" y="0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0" y="21"/>
                    <a:pt x="32" y="43"/>
                    <a:pt x="32" y="69"/>
                  </a:cubicBezTo>
                  <a:cubicBezTo>
                    <a:pt x="32" y="95"/>
                    <a:pt x="20" y="118"/>
                    <a:pt x="0" y="133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27" y="123"/>
                    <a:pt x="40" y="97"/>
                    <a:pt x="40" y="69"/>
                  </a:cubicBezTo>
                  <a:cubicBezTo>
                    <a:pt x="40" y="41"/>
                    <a:pt x="27" y="1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2">
              <a:extLst>
                <a:ext uri="{FF2B5EF4-FFF2-40B4-BE49-F238E27FC236}">
                  <a16:creationId xmlns:a16="http://schemas.microsoft.com/office/drawing/2014/main" id="{90FB0C48-3E9F-4B95-B567-988FBCE35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601" y="1231901"/>
              <a:ext cx="112713" cy="327025"/>
            </a:xfrm>
            <a:custGeom>
              <a:avLst/>
              <a:gdLst>
                <a:gd name="T0" fmla="*/ 7 w 30"/>
                <a:gd name="T1" fmla="*/ 0 h 87"/>
                <a:gd name="T2" fmla="*/ 2 w 30"/>
                <a:gd name="T3" fmla="*/ 6 h 87"/>
                <a:gd name="T4" fmla="*/ 22 w 30"/>
                <a:gd name="T5" fmla="*/ 43 h 87"/>
                <a:gd name="T6" fmla="*/ 0 w 30"/>
                <a:gd name="T7" fmla="*/ 81 h 87"/>
                <a:gd name="T8" fmla="*/ 6 w 30"/>
                <a:gd name="T9" fmla="*/ 87 h 87"/>
                <a:gd name="T10" fmla="*/ 30 w 30"/>
                <a:gd name="T11" fmla="*/ 43 h 87"/>
                <a:gd name="T12" fmla="*/ 7 w 30"/>
                <a:gd name="T1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87">
                  <a:moveTo>
                    <a:pt x="7" y="0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4" y="14"/>
                    <a:pt x="22" y="27"/>
                    <a:pt x="22" y="43"/>
                  </a:cubicBezTo>
                  <a:cubicBezTo>
                    <a:pt x="22" y="59"/>
                    <a:pt x="13" y="74"/>
                    <a:pt x="0" y="81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21" y="78"/>
                    <a:pt x="30" y="61"/>
                    <a:pt x="30" y="43"/>
                  </a:cubicBezTo>
                  <a:cubicBezTo>
                    <a:pt x="30" y="25"/>
                    <a:pt x="21" y="9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3">
              <a:extLst>
                <a:ext uri="{FF2B5EF4-FFF2-40B4-BE49-F238E27FC236}">
                  <a16:creationId xmlns:a16="http://schemas.microsoft.com/office/drawing/2014/main" id="{7E7B5952-888A-4AB5-89AC-B93F7E02B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3651" y="1031876"/>
              <a:ext cx="720725" cy="722313"/>
            </a:xfrm>
            <a:custGeom>
              <a:avLst/>
              <a:gdLst>
                <a:gd name="T0" fmla="*/ 96 w 192"/>
                <a:gd name="T1" fmla="*/ 0 h 192"/>
                <a:gd name="T2" fmla="*/ 38 w 192"/>
                <a:gd name="T3" fmla="*/ 0 h 192"/>
                <a:gd name="T4" fmla="*/ 32 w 192"/>
                <a:gd name="T5" fmla="*/ 0 h 192"/>
                <a:gd name="T6" fmla="*/ 0 w 192"/>
                <a:gd name="T7" fmla="*/ 32 h 192"/>
                <a:gd name="T8" fmla="*/ 0 w 192"/>
                <a:gd name="T9" fmla="*/ 165 h 192"/>
                <a:gd name="T10" fmla="*/ 32 w 192"/>
                <a:gd name="T11" fmla="*/ 192 h 192"/>
                <a:gd name="T12" fmla="*/ 192 w 192"/>
                <a:gd name="T13" fmla="*/ 192 h 192"/>
                <a:gd name="T14" fmla="*/ 192 w 192"/>
                <a:gd name="T15" fmla="*/ 0 h 192"/>
                <a:gd name="T16" fmla="*/ 96 w 192"/>
                <a:gd name="T17" fmla="*/ 0 h 192"/>
                <a:gd name="T18" fmla="*/ 88 w 192"/>
                <a:gd name="T19" fmla="*/ 8 h 192"/>
                <a:gd name="T20" fmla="*/ 88 w 192"/>
                <a:gd name="T21" fmla="*/ 85 h 192"/>
                <a:gd name="T22" fmla="*/ 68 w 192"/>
                <a:gd name="T23" fmla="*/ 67 h 192"/>
                <a:gd name="T24" fmla="*/ 46 w 192"/>
                <a:gd name="T25" fmla="*/ 85 h 192"/>
                <a:gd name="T26" fmla="*/ 46 w 192"/>
                <a:gd name="T27" fmla="*/ 8 h 192"/>
                <a:gd name="T28" fmla="*/ 88 w 192"/>
                <a:gd name="T29" fmla="*/ 8 h 192"/>
                <a:gd name="T30" fmla="*/ 32 w 192"/>
                <a:gd name="T31" fmla="*/ 8 h 192"/>
                <a:gd name="T32" fmla="*/ 38 w 192"/>
                <a:gd name="T33" fmla="*/ 8 h 192"/>
                <a:gd name="T34" fmla="*/ 38 w 192"/>
                <a:gd name="T35" fmla="*/ 102 h 192"/>
                <a:gd name="T36" fmla="*/ 68 w 192"/>
                <a:gd name="T37" fmla="*/ 78 h 192"/>
                <a:gd name="T38" fmla="*/ 96 w 192"/>
                <a:gd name="T39" fmla="*/ 103 h 192"/>
                <a:gd name="T40" fmla="*/ 96 w 192"/>
                <a:gd name="T41" fmla="*/ 8 h 192"/>
                <a:gd name="T42" fmla="*/ 184 w 192"/>
                <a:gd name="T43" fmla="*/ 8 h 192"/>
                <a:gd name="T44" fmla="*/ 184 w 192"/>
                <a:gd name="T45" fmla="*/ 140 h 192"/>
                <a:gd name="T46" fmla="*/ 32 w 192"/>
                <a:gd name="T47" fmla="*/ 140 h 192"/>
                <a:gd name="T48" fmla="*/ 8 w 192"/>
                <a:gd name="T49" fmla="*/ 149 h 192"/>
                <a:gd name="T50" fmla="*/ 8 w 192"/>
                <a:gd name="T51" fmla="*/ 32 h 192"/>
                <a:gd name="T52" fmla="*/ 32 w 192"/>
                <a:gd name="T53" fmla="*/ 8 h 192"/>
                <a:gd name="T54" fmla="*/ 32 w 192"/>
                <a:gd name="T55" fmla="*/ 184 h 192"/>
                <a:gd name="T56" fmla="*/ 8 w 192"/>
                <a:gd name="T57" fmla="*/ 168 h 192"/>
                <a:gd name="T58" fmla="*/ 32 w 192"/>
                <a:gd name="T59" fmla="*/ 148 h 192"/>
                <a:gd name="T60" fmla="*/ 184 w 192"/>
                <a:gd name="T61" fmla="*/ 148 h 192"/>
                <a:gd name="T62" fmla="*/ 184 w 192"/>
                <a:gd name="T63" fmla="*/ 184 h 192"/>
                <a:gd name="T64" fmla="*/ 32 w 192"/>
                <a:gd name="T65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2" h="192">
                  <a:moveTo>
                    <a:pt x="96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3" y="0"/>
                    <a:pt x="0" y="13"/>
                    <a:pt x="0" y="32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172"/>
                    <a:pt x="2" y="192"/>
                    <a:pt x="3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96" y="0"/>
                  </a:lnTo>
                  <a:close/>
                  <a:moveTo>
                    <a:pt x="88" y="8"/>
                  </a:moveTo>
                  <a:cubicBezTo>
                    <a:pt x="88" y="85"/>
                    <a:pt x="88" y="85"/>
                    <a:pt x="88" y="85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46" y="85"/>
                    <a:pt x="46" y="85"/>
                    <a:pt x="46" y="85"/>
                  </a:cubicBezTo>
                  <a:cubicBezTo>
                    <a:pt x="46" y="8"/>
                    <a:pt x="46" y="8"/>
                    <a:pt x="46" y="8"/>
                  </a:cubicBezTo>
                  <a:lnTo>
                    <a:pt x="88" y="8"/>
                  </a:lnTo>
                  <a:close/>
                  <a:moveTo>
                    <a:pt x="32" y="8"/>
                  </a:moveTo>
                  <a:cubicBezTo>
                    <a:pt x="38" y="8"/>
                    <a:pt x="38" y="8"/>
                    <a:pt x="38" y="8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4" y="140"/>
                    <a:pt x="184" y="140"/>
                    <a:pt x="184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22" y="140"/>
                    <a:pt x="13" y="143"/>
                    <a:pt x="8" y="149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18"/>
                    <a:pt x="17" y="8"/>
                    <a:pt x="32" y="8"/>
                  </a:cubicBezTo>
                  <a:close/>
                  <a:moveTo>
                    <a:pt x="32" y="184"/>
                  </a:moveTo>
                  <a:cubicBezTo>
                    <a:pt x="14" y="184"/>
                    <a:pt x="9" y="176"/>
                    <a:pt x="8" y="168"/>
                  </a:cubicBezTo>
                  <a:cubicBezTo>
                    <a:pt x="8" y="156"/>
                    <a:pt x="17" y="148"/>
                    <a:pt x="32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84"/>
                    <a:pt x="184" y="184"/>
                    <a:pt x="184" y="184"/>
                  </a:cubicBezTo>
                  <a:lnTo>
                    <a:pt x="32" y="1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4">
              <a:extLst>
                <a:ext uri="{FF2B5EF4-FFF2-40B4-BE49-F238E27FC236}">
                  <a16:creationId xmlns:a16="http://schemas.microsoft.com/office/drawing/2014/main" id="{C9D8729D-F908-4970-B595-54265883F4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9213" y="1031876"/>
              <a:ext cx="720725" cy="722313"/>
            </a:xfrm>
            <a:custGeom>
              <a:avLst/>
              <a:gdLst>
                <a:gd name="T0" fmla="*/ 96 w 192"/>
                <a:gd name="T1" fmla="*/ 0 h 192"/>
                <a:gd name="T2" fmla="*/ 0 w 192"/>
                <a:gd name="T3" fmla="*/ 96 h 192"/>
                <a:gd name="T4" fmla="*/ 96 w 192"/>
                <a:gd name="T5" fmla="*/ 192 h 192"/>
                <a:gd name="T6" fmla="*/ 192 w 192"/>
                <a:gd name="T7" fmla="*/ 96 h 192"/>
                <a:gd name="T8" fmla="*/ 96 w 192"/>
                <a:gd name="T9" fmla="*/ 0 h 192"/>
                <a:gd name="T10" fmla="*/ 96 w 192"/>
                <a:gd name="T11" fmla="*/ 140 h 192"/>
                <a:gd name="T12" fmla="*/ 52 w 192"/>
                <a:gd name="T13" fmla="*/ 96 h 192"/>
                <a:gd name="T14" fmla="*/ 96 w 192"/>
                <a:gd name="T15" fmla="*/ 52 h 192"/>
                <a:gd name="T16" fmla="*/ 96 w 192"/>
                <a:gd name="T17" fmla="*/ 52 h 192"/>
                <a:gd name="T18" fmla="*/ 140 w 192"/>
                <a:gd name="T19" fmla="*/ 96 h 192"/>
                <a:gd name="T20" fmla="*/ 96 w 192"/>
                <a:gd name="T21" fmla="*/ 140 h 192"/>
                <a:gd name="T22" fmla="*/ 144 w 192"/>
                <a:gd name="T23" fmla="*/ 76 h 192"/>
                <a:gd name="T24" fmla="*/ 175 w 192"/>
                <a:gd name="T25" fmla="*/ 56 h 192"/>
                <a:gd name="T26" fmla="*/ 184 w 192"/>
                <a:gd name="T27" fmla="*/ 96 h 192"/>
                <a:gd name="T28" fmla="*/ 175 w 192"/>
                <a:gd name="T29" fmla="*/ 136 h 192"/>
                <a:gd name="T30" fmla="*/ 145 w 192"/>
                <a:gd name="T31" fmla="*/ 116 h 192"/>
                <a:gd name="T32" fmla="*/ 148 w 192"/>
                <a:gd name="T33" fmla="*/ 96 h 192"/>
                <a:gd name="T34" fmla="*/ 144 w 192"/>
                <a:gd name="T35" fmla="*/ 76 h 192"/>
                <a:gd name="T36" fmla="*/ 171 w 192"/>
                <a:gd name="T37" fmla="*/ 49 h 192"/>
                <a:gd name="T38" fmla="*/ 141 w 192"/>
                <a:gd name="T39" fmla="*/ 69 h 192"/>
                <a:gd name="T40" fmla="*/ 123 w 192"/>
                <a:gd name="T41" fmla="*/ 52 h 192"/>
                <a:gd name="T42" fmla="*/ 143 w 192"/>
                <a:gd name="T43" fmla="*/ 22 h 192"/>
                <a:gd name="T44" fmla="*/ 171 w 192"/>
                <a:gd name="T45" fmla="*/ 49 h 192"/>
                <a:gd name="T46" fmla="*/ 136 w 192"/>
                <a:gd name="T47" fmla="*/ 18 h 192"/>
                <a:gd name="T48" fmla="*/ 116 w 192"/>
                <a:gd name="T49" fmla="*/ 48 h 192"/>
                <a:gd name="T50" fmla="*/ 96 w 192"/>
                <a:gd name="T51" fmla="*/ 44 h 192"/>
                <a:gd name="T52" fmla="*/ 96 w 192"/>
                <a:gd name="T53" fmla="*/ 44 h 192"/>
                <a:gd name="T54" fmla="*/ 77 w 192"/>
                <a:gd name="T55" fmla="*/ 48 h 192"/>
                <a:gd name="T56" fmla="*/ 57 w 192"/>
                <a:gd name="T57" fmla="*/ 18 h 192"/>
                <a:gd name="T58" fmla="*/ 96 w 192"/>
                <a:gd name="T59" fmla="*/ 8 h 192"/>
                <a:gd name="T60" fmla="*/ 136 w 192"/>
                <a:gd name="T61" fmla="*/ 18 h 192"/>
                <a:gd name="T62" fmla="*/ 50 w 192"/>
                <a:gd name="T63" fmla="*/ 22 h 192"/>
                <a:gd name="T64" fmla="*/ 70 w 192"/>
                <a:gd name="T65" fmla="*/ 52 h 192"/>
                <a:gd name="T66" fmla="*/ 52 w 192"/>
                <a:gd name="T67" fmla="*/ 69 h 192"/>
                <a:gd name="T68" fmla="*/ 22 w 192"/>
                <a:gd name="T69" fmla="*/ 49 h 192"/>
                <a:gd name="T70" fmla="*/ 50 w 192"/>
                <a:gd name="T71" fmla="*/ 22 h 192"/>
                <a:gd name="T72" fmla="*/ 18 w 192"/>
                <a:gd name="T73" fmla="*/ 56 h 192"/>
                <a:gd name="T74" fmla="*/ 48 w 192"/>
                <a:gd name="T75" fmla="*/ 76 h 192"/>
                <a:gd name="T76" fmla="*/ 44 w 192"/>
                <a:gd name="T77" fmla="*/ 96 h 192"/>
                <a:gd name="T78" fmla="*/ 48 w 192"/>
                <a:gd name="T79" fmla="*/ 116 h 192"/>
                <a:gd name="T80" fmla="*/ 18 w 192"/>
                <a:gd name="T81" fmla="*/ 136 h 192"/>
                <a:gd name="T82" fmla="*/ 8 w 192"/>
                <a:gd name="T83" fmla="*/ 96 h 192"/>
                <a:gd name="T84" fmla="*/ 18 w 192"/>
                <a:gd name="T85" fmla="*/ 56 h 192"/>
                <a:gd name="T86" fmla="*/ 22 w 192"/>
                <a:gd name="T87" fmla="*/ 143 h 192"/>
                <a:gd name="T88" fmla="*/ 52 w 192"/>
                <a:gd name="T89" fmla="*/ 123 h 192"/>
                <a:gd name="T90" fmla="*/ 69 w 192"/>
                <a:gd name="T91" fmla="*/ 141 h 192"/>
                <a:gd name="T92" fmla="*/ 49 w 192"/>
                <a:gd name="T93" fmla="*/ 171 h 192"/>
                <a:gd name="T94" fmla="*/ 22 w 192"/>
                <a:gd name="T95" fmla="*/ 143 h 192"/>
                <a:gd name="T96" fmla="*/ 56 w 192"/>
                <a:gd name="T97" fmla="*/ 175 h 192"/>
                <a:gd name="T98" fmla="*/ 76 w 192"/>
                <a:gd name="T99" fmla="*/ 144 h 192"/>
                <a:gd name="T100" fmla="*/ 96 w 192"/>
                <a:gd name="T101" fmla="*/ 148 h 192"/>
                <a:gd name="T102" fmla="*/ 96 w 192"/>
                <a:gd name="T103" fmla="*/ 148 h 192"/>
                <a:gd name="T104" fmla="*/ 116 w 192"/>
                <a:gd name="T105" fmla="*/ 144 h 192"/>
                <a:gd name="T106" fmla="*/ 137 w 192"/>
                <a:gd name="T107" fmla="*/ 175 h 192"/>
                <a:gd name="T108" fmla="*/ 96 w 192"/>
                <a:gd name="T109" fmla="*/ 184 h 192"/>
                <a:gd name="T110" fmla="*/ 56 w 192"/>
                <a:gd name="T111" fmla="*/ 175 h 192"/>
                <a:gd name="T112" fmla="*/ 143 w 192"/>
                <a:gd name="T113" fmla="*/ 171 h 192"/>
                <a:gd name="T114" fmla="*/ 123 w 192"/>
                <a:gd name="T115" fmla="*/ 141 h 192"/>
                <a:gd name="T116" fmla="*/ 141 w 192"/>
                <a:gd name="T117" fmla="*/ 123 h 192"/>
                <a:gd name="T118" fmla="*/ 171 w 192"/>
                <a:gd name="T119" fmla="*/ 143 h 192"/>
                <a:gd name="T120" fmla="*/ 143 w 192"/>
                <a:gd name="T121" fmla="*/ 17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2" h="192"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cubicBezTo>
                    <a:pt x="192" y="43"/>
                    <a:pt x="149" y="0"/>
                    <a:pt x="96" y="0"/>
                  </a:cubicBezTo>
                  <a:close/>
                  <a:moveTo>
                    <a:pt x="96" y="140"/>
                  </a:moveTo>
                  <a:cubicBezTo>
                    <a:pt x="72" y="140"/>
                    <a:pt x="52" y="121"/>
                    <a:pt x="52" y="96"/>
                  </a:cubicBezTo>
                  <a:cubicBezTo>
                    <a:pt x="52" y="72"/>
                    <a:pt x="72" y="52"/>
                    <a:pt x="96" y="52"/>
                  </a:cubicBezTo>
                  <a:cubicBezTo>
                    <a:pt x="96" y="52"/>
                    <a:pt x="96" y="52"/>
                    <a:pt x="96" y="52"/>
                  </a:cubicBezTo>
                  <a:cubicBezTo>
                    <a:pt x="121" y="52"/>
                    <a:pt x="140" y="72"/>
                    <a:pt x="140" y="96"/>
                  </a:cubicBezTo>
                  <a:cubicBezTo>
                    <a:pt x="140" y="121"/>
                    <a:pt x="121" y="140"/>
                    <a:pt x="96" y="140"/>
                  </a:cubicBezTo>
                  <a:close/>
                  <a:moveTo>
                    <a:pt x="144" y="76"/>
                  </a:moveTo>
                  <a:cubicBezTo>
                    <a:pt x="175" y="56"/>
                    <a:pt x="175" y="56"/>
                    <a:pt x="175" y="56"/>
                  </a:cubicBezTo>
                  <a:cubicBezTo>
                    <a:pt x="181" y="68"/>
                    <a:pt x="184" y="82"/>
                    <a:pt x="184" y="96"/>
                  </a:cubicBezTo>
                  <a:cubicBezTo>
                    <a:pt x="184" y="111"/>
                    <a:pt x="181" y="124"/>
                    <a:pt x="175" y="136"/>
                  </a:cubicBezTo>
                  <a:cubicBezTo>
                    <a:pt x="145" y="116"/>
                    <a:pt x="145" y="116"/>
                    <a:pt x="145" y="116"/>
                  </a:cubicBezTo>
                  <a:cubicBezTo>
                    <a:pt x="147" y="110"/>
                    <a:pt x="148" y="103"/>
                    <a:pt x="148" y="96"/>
                  </a:cubicBezTo>
                  <a:cubicBezTo>
                    <a:pt x="148" y="89"/>
                    <a:pt x="147" y="82"/>
                    <a:pt x="144" y="76"/>
                  </a:cubicBezTo>
                  <a:close/>
                  <a:moveTo>
                    <a:pt x="171" y="49"/>
                  </a:moveTo>
                  <a:cubicBezTo>
                    <a:pt x="141" y="69"/>
                    <a:pt x="141" y="69"/>
                    <a:pt x="141" y="69"/>
                  </a:cubicBezTo>
                  <a:cubicBezTo>
                    <a:pt x="136" y="62"/>
                    <a:pt x="130" y="56"/>
                    <a:pt x="123" y="52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54" y="29"/>
                    <a:pt x="164" y="38"/>
                    <a:pt x="171" y="49"/>
                  </a:cubicBezTo>
                  <a:close/>
                  <a:moveTo>
                    <a:pt x="136" y="18"/>
                  </a:moveTo>
                  <a:cubicBezTo>
                    <a:pt x="116" y="48"/>
                    <a:pt x="116" y="48"/>
                    <a:pt x="116" y="48"/>
                  </a:cubicBezTo>
                  <a:cubicBezTo>
                    <a:pt x="110" y="46"/>
                    <a:pt x="103" y="44"/>
                    <a:pt x="96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89" y="44"/>
                    <a:pt x="83" y="46"/>
                    <a:pt x="77" y="4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68" y="12"/>
                    <a:pt x="82" y="8"/>
                    <a:pt x="96" y="8"/>
                  </a:cubicBezTo>
                  <a:cubicBezTo>
                    <a:pt x="111" y="8"/>
                    <a:pt x="124" y="12"/>
                    <a:pt x="136" y="18"/>
                  </a:cubicBezTo>
                  <a:close/>
                  <a:moveTo>
                    <a:pt x="50" y="22"/>
                  </a:moveTo>
                  <a:cubicBezTo>
                    <a:pt x="70" y="52"/>
                    <a:pt x="70" y="52"/>
                    <a:pt x="70" y="52"/>
                  </a:cubicBezTo>
                  <a:cubicBezTo>
                    <a:pt x="62" y="56"/>
                    <a:pt x="56" y="62"/>
                    <a:pt x="52" y="6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9" y="38"/>
                    <a:pt x="39" y="29"/>
                    <a:pt x="50" y="22"/>
                  </a:cubicBezTo>
                  <a:close/>
                  <a:moveTo>
                    <a:pt x="18" y="56"/>
                  </a:moveTo>
                  <a:cubicBezTo>
                    <a:pt x="48" y="76"/>
                    <a:pt x="48" y="76"/>
                    <a:pt x="48" y="76"/>
                  </a:cubicBezTo>
                  <a:cubicBezTo>
                    <a:pt x="46" y="82"/>
                    <a:pt x="44" y="89"/>
                    <a:pt x="44" y="96"/>
                  </a:cubicBezTo>
                  <a:cubicBezTo>
                    <a:pt x="44" y="103"/>
                    <a:pt x="46" y="110"/>
                    <a:pt x="48" y="116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2" y="124"/>
                    <a:pt x="8" y="111"/>
                    <a:pt x="8" y="96"/>
                  </a:cubicBezTo>
                  <a:cubicBezTo>
                    <a:pt x="8" y="82"/>
                    <a:pt x="12" y="68"/>
                    <a:pt x="18" y="56"/>
                  </a:cubicBezTo>
                  <a:close/>
                  <a:moveTo>
                    <a:pt x="22" y="143"/>
                  </a:moveTo>
                  <a:cubicBezTo>
                    <a:pt x="52" y="123"/>
                    <a:pt x="52" y="123"/>
                    <a:pt x="52" y="123"/>
                  </a:cubicBezTo>
                  <a:cubicBezTo>
                    <a:pt x="56" y="130"/>
                    <a:pt x="62" y="136"/>
                    <a:pt x="69" y="141"/>
                  </a:cubicBezTo>
                  <a:cubicBezTo>
                    <a:pt x="49" y="171"/>
                    <a:pt x="49" y="171"/>
                    <a:pt x="49" y="171"/>
                  </a:cubicBezTo>
                  <a:cubicBezTo>
                    <a:pt x="38" y="164"/>
                    <a:pt x="29" y="154"/>
                    <a:pt x="22" y="143"/>
                  </a:cubicBezTo>
                  <a:close/>
                  <a:moveTo>
                    <a:pt x="56" y="175"/>
                  </a:moveTo>
                  <a:cubicBezTo>
                    <a:pt x="76" y="144"/>
                    <a:pt x="76" y="144"/>
                    <a:pt x="76" y="144"/>
                  </a:cubicBezTo>
                  <a:cubicBezTo>
                    <a:pt x="83" y="147"/>
                    <a:pt x="89" y="148"/>
                    <a:pt x="96" y="148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03" y="148"/>
                    <a:pt x="110" y="147"/>
                    <a:pt x="116" y="144"/>
                  </a:cubicBezTo>
                  <a:cubicBezTo>
                    <a:pt x="137" y="175"/>
                    <a:pt x="137" y="175"/>
                    <a:pt x="137" y="175"/>
                  </a:cubicBezTo>
                  <a:cubicBezTo>
                    <a:pt x="124" y="181"/>
                    <a:pt x="111" y="184"/>
                    <a:pt x="96" y="184"/>
                  </a:cubicBezTo>
                  <a:cubicBezTo>
                    <a:pt x="82" y="184"/>
                    <a:pt x="68" y="181"/>
                    <a:pt x="56" y="175"/>
                  </a:cubicBezTo>
                  <a:close/>
                  <a:moveTo>
                    <a:pt x="143" y="171"/>
                  </a:moveTo>
                  <a:cubicBezTo>
                    <a:pt x="123" y="141"/>
                    <a:pt x="123" y="141"/>
                    <a:pt x="123" y="141"/>
                  </a:cubicBezTo>
                  <a:cubicBezTo>
                    <a:pt x="131" y="136"/>
                    <a:pt x="137" y="130"/>
                    <a:pt x="141" y="123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64" y="154"/>
                    <a:pt x="155" y="164"/>
                    <a:pt x="143" y="17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15">
              <a:extLst>
                <a:ext uri="{FF2B5EF4-FFF2-40B4-BE49-F238E27FC236}">
                  <a16:creationId xmlns:a16="http://schemas.microsoft.com/office/drawing/2014/main" id="{D6DB0E34-14EC-48E2-99F9-2AED51750C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138238"/>
              <a:ext cx="900113" cy="495300"/>
            </a:xfrm>
            <a:custGeom>
              <a:avLst/>
              <a:gdLst>
                <a:gd name="T0" fmla="*/ 196 w 240"/>
                <a:gd name="T1" fmla="*/ 44 h 132"/>
                <a:gd name="T2" fmla="*/ 181 w 240"/>
                <a:gd name="T3" fmla="*/ 47 h 132"/>
                <a:gd name="T4" fmla="*/ 161 w 240"/>
                <a:gd name="T5" fmla="*/ 8 h 132"/>
                <a:gd name="T6" fmla="*/ 176 w 240"/>
                <a:gd name="T7" fmla="*/ 8 h 132"/>
                <a:gd name="T8" fmla="*/ 176 w 240"/>
                <a:gd name="T9" fmla="*/ 0 h 132"/>
                <a:gd name="T10" fmla="*/ 148 w 240"/>
                <a:gd name="T11" fmla="*/ 0 h 132"/>
                <a:gd name="T12" fmla="*/ 156 w 240"/>
                <a:gd name="T13" fmla="*/ 16 h 132"/>
                <a:gd name="T14" fmla="*/ 87 w 240"/>
                <a:gd name="T15" fmla="*/ 16 h 132"/>
                <a:gd name="T16" fmla="*/ 83 w 240"/>
                <a:gd name="T17" fmla="*/ 8 h 132"/>
                <a:gd name="T18" fmla="*/ 96 w 240"/>
                <a:gd name="T19" fmla="*/ 8 h 132"/>
                <a:gd name="T20" fmla="*/ 96 w 240"/>
                <a:gd name="T21" fmla="*/ 0 h 132"/>
                <a:gd name="T22" fmla="*/ 70 w 240"/>
                <a:gd name="T23" fmla="*/ 0 h 132"/>
                <a:gd name="T24" fmla="*/ 79 w 240"/>
                <a:gd name="T25" fmla="*/ 18 h 132"/>
                <a:gd name="T26" fmla="*/ 79 w 240"/>
                <a:gd name="T27" fmla="*/ 18 h 132"/>
                <a:gd name="T28" fmla="*/ 62 w 240"/>
                <a:gd name="T29" fmla="*/ 48 h 132"/>
                <a:gd name="T30" fmla="*/ 44 w 240"/>
                <a:gd name="T31" fmla="*/ 44 h 132"/>
                <a:gd name="T32" fmla="*/ 0 w 240"/>
                <a:gd name="T33" fmla="*/ 88 h 132"/>
                <a:gd name="T34" fmla="*/ 44 w 240"/>
                <a:gd name="T35" fmla="*/ 132 h 132"/>
                <a:gd name="T36" fmla="*/ 88 w 240"/>
                <a:gd name="T37" fmla="*/ 92 h 132"/>
                <a:gd name="T38" fmla="*/ 121 w 240"/>
                <a:gd name="T39" fmla="*/ 92 h 132"/>
                <a:gd name="T40" fmla="*/ 124 w 240"/>
                <a:gd name="T41" fmla="*/ 90 h 132"/>
                <a:gd name="T42" fmla="*/ 161 w 240"/>
                <a:gd name="T43" fmla="*/ 27 h 132"/>
                <a:gd name="T44" fmla="*/ 174 w 240"/>
                <a:gd name="T45" fmla="*/ 51 h 132"/>
                <a:gd name="T46" fmla="*/ 152 w 240"/>
                <a:gd name="T47" fmla="*/ 88 h 132"/>
                <a:gd name="T48" fmla="*/ 196 w 240"/>
                <a:gd name="T49" fmla="*/ 132 h 132"/>
                <a:gd name="T50" fmla="*/ 240 w 240"/>
                <a:gd name="T51" fmla="*/ 88 h 132"/>
                <a:gd name="T52" fmla="*/ 196 w 240"/>
                <a:gd name="T53" fmla="*/ 44 h 132"/>
                <a:gd name="T54" fmla="*/ 83 w 240"/>
                <a:gd name="T55" fmla="*/ 27 h 132"/>
                <a:gd name="T56" fmla="*/ 112 w 240"/>
                <a:gd name="T57" fmla="*/ 84 h 132"/>
                <a:gd name="T58" fmla="*/ 88 w 240"/>
                <a:gd name="T59" fmla="*/ 84 h 132"/>
                <a:gd name="T60" fmla="*/ 69 w 240"/>
                <a:gd name="T61" fmla="*/ 52 h 132"/>
                <a:gd name="T62" fmla="*/ 83 w 240"/>
                <a:gd name="T63" fmla="*/ 27 h 132"/>
                <a:gd name="T64" fmla="*/ 80 w 240"/>
                <a:gd name="T65" fmla="*/ 84 h 132"/>
                <a:gd name="T66" fmla="*/ 50 w 240"/>
                <a:gd name="T67" fmla="*/ 84 h 132"/>
                <a:gd name="T68" fmla="*/ 65 w 240"/>
                <a:gd name="T69" fmla="*/ 59 h 132"/>
                <a:gd name="T70" fmla="*/ 80 w 240"/>
                <a:gd name="T71" fmla="*/ 84 h 132"/>
                <a:gd name="T72" fmla="*/ 44 w 240"/>
                <a:gd name="T73" fmla="*/ 124 h 132"/>
                <a:gd name="T74" fmla="*/ 8 w 240"/>
                <a:gd name="T75" fmla="*/ 88 h 132"/>
                <a:gd name="T76" fmla="*/ 44 w 240"/>
                <a:gd name="T77" fmla="*/ 52 h 132"/>
                <a:gd name="T78" fmla="*/ 58 w 240"/>
                <a:gd name="T79" fmla="*/ 55 h 132"/>
                <a:gd name="T80" fmla="*/ 40 w 240"/>
                <a:gd name="T81" fmla="*/ 86 h 132"/>
                <a:gd name="T82" fmla="*/ 40 w 240"/>
                <a:gd name="T83" fmla="*/ 90 h 132"/>
                <a:gd name="T84" fmla="*/ 43 w 240"/>
                <a:gd name="T85" fmla="*/ 92 h 132"/>
                <a:gd name="T86" fmla="*/ 80 w 240"/>
                <a:gd name="T87" fmla="*/ 92 h 132"/>
                <a:gd name="T88" fmla="*/ 44 w 240"/>
                <a:gd name="T89" fmla="*/ 124 h 132"/>
                <a:gd name="T90" fmla="*/ 120 w 240"/>
                <a:gd name="T91" fmla="*/ 82 h 132"/>
                <a:gd name="T92" fmla="*/ 91 w 240"/>
                <a:gd name="T93" fmla="*/ 24 h 132"/>
                <a:gd name="T94" fmla="*/ 153 w 240"/>
                <a:gd name="T95" fmla="*/ 24 h 132"/>
                <a:gd name="T96" fmla="*/ 120 w 240"/>
                <a:gd name="T97" fmla="*/ 82 h 132"/>
                <a:gd name="T98" fmla="*/ 196 w 240"/>
                <a:gd name="T99" fmla="*/ 124 h 132"/>
                <a:gd name="T100" fmla="*/ 160 w 240"/>
                <a:gd name="T101" fmla="*/ 88 h 132"/>
                <a:gd name="T102" fmla="*/ 177 w 240"/>
                <a:gd name="T103" fmla="*/ 58 h 132"/>
                <a:gd name="T104" fmla="*/ 194 w 240"/>
                <a:gd name="T105" fmla="*/ 91 h 132"/>
                <a:gd name="T106" fmla="*/ 201 w 240"/>
                <a:gd name="T107" fmla="*/ 88 h 132"/>
                <a:gd name="T108" fmla="*/ 184 w 240"/>
                <a:gd name="T109" fmla="*/ 54 h 132"/>
                <a:gd name="T110" fmla="*/ 196 w 240"/>
                <a:gd name="T111" fmla="*/ 52 h 132"/>
                <a:gd name="T112" fmla="*/ 232 w 240"/>
                <a:gd name="T113" fmla="*/ 88 h 132"/>
                <a:gd name="T114" fmla="*/ 196 w 240"/>
                <a:gd name="T115" fmla="*/ 12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132">
                  <a:moveTo>
                    <a:pt x="196" y="44"/>
                  </a:moveTo>
                  <a:cubicBezTo>
                    <a:pt x="191" y="44"/>
                    <a:pt x="186" y="45"/>
                    <a:pt x="181" y="47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6" y="46"/>
                    <a:pt x="51" y="44"/>
                    <a:pt x="44" y="44"/>
                  </a:cubicBezTo>
                  <a:cubicBezTo>
                    <a:pt x="20" y="44"/>
                    <a:pt x="0" y="64"/>
                    <a:pt x="0" y="88"/>
                  </a:cubicBezTo>
                  <a:cubicBezTo>
                    <a:pt x="0" y="113"/>
                    <a:pt x="20" y="132"/>
                    <a:pt x="44" y="132"/>
                  </a:cubicBezTo>
                  <a:cubicBezTo>
                    <a:pt x="67" y="132"/>
                    <a:pt x="86" y="115"/>
                    <a:pt x="88" y="92"/>
                  </a:cubicBezTo>
                  <a:cubicBezTo>
                    <a:pt x="121" y="92"/>
                    <a:pt x="121" y="92"/>
                    <a:pt x="121" y="92"/>
                  </a:cubicBezTo>
                  <a:cubicBezTo>
                    <a:pt x="122" y="92"/>
                    <a:pt x="124" y="92"/>
                    <a:pt x="124" y="90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61" y="58"/>
                    <a:pt x="152" y="72"/>
                    <a:pt x="152" y="88"/>
                  </a:cubicBezTo>
                  <a:cubicBezTo>
                    <a:pt x="152" y="113"/>
                    <a:pt x="172" y="132"/>
                    <a:pt x="196" y="132"/>
                  </a:cubicBezTo>
                  <a:cubicBezTo>
                    <a:pt x="221" y="132"/>
                    <a:pt x="240" y="113"/>
                    <a:pt x="240" y="88"/>
                  </a:cubicBezTo>
                  <a:cubicBezTo>
                    <a:pt x="240" y="64"/>
                    <a:pt x="221" y="44"/>
                    <a:pt x="196" y="44"/>
                  </a:cubicBezTo>
                  <a:close/>
                  <a:moveTo>
                    <a:pt x="83" y="27"/>
                  </a:moveTo>
                  <a:cubicBezTo>
                    <a:pt x="112" y="84"/>
                    <a:pt x="112" y="84"/>
                    <a:pt x="112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71"/>
                    <a:pt x="80" y="59"/>
                    <a:pt x="69" y="52"/>
                  </a:cubicBezTo>
                  <a:lnTo>
                    <a:pt x="83" y="27"/>
                  </a:lnTo>
                  <a:close/>
                  <a:moveTo>
                    <a:pt x="80" y="84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73" y="64"/>
                    <a:pt x="79" y="74"/>
                    <a:pt x="80" y="84"/>
                  </a:cubicBezTo>
                  <a:close/>
                  <a:moveTo>
                    <a:pt x="44" y="124"/>
                  </a:moveTo>
                  <a:cubicBezTo>
                    <a:pt x="25" y="124"/>
                    <a:pt x="8" y="108"/>
                    <a:pt x="8" y="88"/>
                  </a:cubicBezTo>
                  <a:cubicBezTo>
                    <a:pt x="8" y="68"/>
                    <a:pt x="25" y="52"/>
                    <a:pt x="44" y="52"/>
                  </a:cubicBezTo>
                  <a:cubicBezTo>
                    <a:pt x="49" y="52"/>
                    <a:pt x="54" y="53"/>
                    <a:pt x="58" y="5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39" y="88"/>
                    <a:pt x="39" y="89"/>
                    <a:pt x="40" y="90"/>
                  </a:cubicBezTo>
                  <a:cubicBezTo>
                    <a:pt x="40" y="92"/>
                    <a:pt x="42" y="92"/>
                    <a:pt x="43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78" y="110"/>
                    <a:pt x="63" y="124"/>
                    <a:pt x="44" y="124"/>
                  </a:cubicBezTo>
                  <a:close/>
                  <a:moveTo>
                    <a:pt x="120" y="82"/>
                  </a:moveTo>
                  <a:cubicBezTo>
                    <a:pt x="91" y="24"/>
                    <a:pt x="91" y="24"/>
                    <a:pt x="91" y="24"/>
                  </a:cubicBezTo>
                  <a:cubicBezTo>
                    <a:pt x="153" y="24"/>
                    <a:pt x="153" y="24"/>
                    <a:pt x="153" y="24"/>
                  </a:cubicBezTo>
                  <a:lnTo>
                    <a:pt x="120" y="82"/>
                  </a:lnTo>
                  <a:close/>
                  <a:moveTo>
                    <a:pt x="196" y="124"/>
                  </a:moveTo>
                  <a:cubicBezTo>
                    <a:pt x="177" y="124"/>
                    <a:pt x="160" y="108"/>
                    <a:pt x="160" y="88"/>
                  </a:cubicBezTo>
                  <a:cubicBezTo>
                    <a:pt x="160" y="76"/>
                    <a:pt x="167" y="64"/>
                    <a:pt x="177" y="58"/>
                  </a:cubicBezTo>
                  <a:cubicBezTo>
                    <a:pt x="194" y="91"/>
                    <a:pt x="194" y="91"/>
                    <a:pt x="194" y="91"/>
                  </a:cubicBezTo>
                  <a:cubicBezTo>
                    <a:pt x="201" y="88"/>
                    <a:pt x="201" y="88"/>
                    <a:pt x="201" y="88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8" y="53"/>
                    <a:pt x="192" y="52"/>
                    <a:pt x="196" y="52"/>
                  </a:cubicBezTo>
                  <a:cubicBezTo>
                    <a:pt x="216" y="52"/>
                    <a:pt x="232" y="68"/>
                    <a:pt x="232" y="88"/>
                  </a:cubicBezTo>
                  <a:cubicBezTo>
                    <a:pt x="232" y="108"/>
                    <a:pt x="216" y="124"/>
                    <a:pt x="196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16">
              <a:extLst>
                <a:ext uri="{FF2B5EF4-FFF2-40B4-BE49-F238E27FC236}">
                  <a16:creationId xmlns:a16="http://schemas.microsoft.com/office/drawing/2014/main" id="{01BC3AEA-35A1-4377-BFA1-26760E2EC4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5901" y="976313"/>
              <a:ext cx="720725" cy="841375"/>
            </a:xfrm>
            <a:custGeom>
              <a:avLst/>
              <a:gdLst>
                <a:gd name="T0" fmla="*/ 111 w 192"/>
                <a:gd name="T1" fmla="*/ 33 h 224"/>
                <a:gd name="T2" fmla="*/ 116 w 192"/>
                <a:gd name="T3" fmla="*/ 19 h 224"/>
                <a:gd name="T4" fmla="*/ 96 w 192"/>
                <a:gd name="T5" fmla="*/ 0 h 224"/>
                <a:gd name="T6" fmla="*/ 76 w 192"/>
                <a:gd name="T7" fmla="*/ 19 h 224"/>
                <a:gd name="T8" fmla="*/ 81 w 192"/>
                <a:gd name="T9" fmla="*/ 33 h 224"/>
                <a:gd name="T10" fmla="*/ 0 w 192"/>
                <a:gd name="T11" fmla="*/ 128 h 224"/>
                <a:gd name="T12" fmla="*/ 96 w 192"/>
                <a:gd name="T13" fmla="*/ 224 h 224"/>
                <a:gd name="T14" fmla="*/ 192 w 192"/>
                <a:gd name="T15" fmla="*/ 128 h 224"/>
                <a:gd name="T16" fmla="*/ 111 w 192"/>
                <a:gd name="T17" fmla="*/ 33 h 224"/>
                <a:gd name="T18" fmla="*/ 96 w 192"/>
                <a:gd name="T19" fmla="*/ 8 h 224"/>
                <a:gd name="T20" fmla="*/ 108 w 192"/>
                <a:gd name="T21" fmla="*/ 19 h 224"/>
                <a:gd name="T22" fmla="*/ 96 w 192"/>
                <a:gd name="T23" fmla="*/ 31 h 224"/>
                <a:gd name="T24" fmla="*/ 84 w 192"/>
                <a:gd name="T25" fmla="*/ 19 h 224"/>
                <a:gd name="T26" fmla="*/ 96 w 192"/>
                <a:gd name="T27" fmla="*/ 8 h 224"/>
                <a:gd name="T28" fmla="*/ 96 w 192"/>
                <a:gd name="T29" fmla="*/ 216 h 224"/>
                <a:gd name="T30" fmla="*/ 8 w 192"/>
                <a:gd name="T31" fmla="*/ 128 h 224"/>
                <a:gd name="T32" fmla="*/ 96 w 192"/>
                <a:gd name="T33" fmla="*/ 40 h 224"/>
                <a:gd name="T34" fmla="*/ 184 w 192"/>
                <a:gd name="T35" fmla="*/ 128 h 224"/>
                <a:gd name="T36" fmla="*/ 96 w 192"/>
                <a:gd name="T37" fmla="*/ 21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2" h="224">
                  <a:moveTo>
                    <a:pt x="111" y="33"/>
                  </a:moveTo>
                  <a:cubicBezTo>
                    <a:pt x="114" y="29"/>
                    <a:pt x="116" y="25"/>
                    <a:pt x="116" y="19"/>
                  </a:cubicBezTo>
                  <a:cubicBezTo>
                    <a:pt x="116" y="8"/>
                    <a:pt x="107" y="0"/>
                    <a:pt x="96" y="0"/>
                  </a:cubicBezTo>
                  <a:cubicBezTo>
                    <a:pt x="85" y="0"/>
                    <a:pt x="76" y="8"/>
                    <a:pt x="76" y="19"/>
                  </a:cubicBezTo>
                  <a:cubicBezTo>
                    <a:pt x="76" y="25"/>
                    <a:pt x="78" y="29"/>
                    <a:pt x="81" y="33"/>
                  </a:cubicBezTo>
                  <a:cubicBezTo>
                    <a:pt x="35" y="40"/>
                    <a:pt x="0" y="80"/>
                    <a:pt x="0" y="128"/>
                  </a:cubicBezTo>
                  <a:cubicBezTo>
                    <a:pt x="0" y="181"/>
                    <a:pt x="43" y="224"/>
                    <a:pt x="96" y="224"/>
                  </a:cubicBezTo>
                  <a:cubicBezTo>
                    <a:pt x="149" y="224"/>
                    <a:pt x="192" y="181"/>
                    <a:pt x="192" y="128"/>
                  </a:cubicBezTo>
                  <a:cubicBezTo>
                    <a:pt x="192" y="80"/>
                    <a:pt x="157" y="40"/>
                    <a:pt x="111" y="33"/>
                  </a:cubicBezTo>
                  <a:close/>
                  <a:moveTo>
                    <a:pt x="96" y="8"/>
                  </a:moveTo>
                  <a:cubicBezTo>
                    <a:pt x="103" y="8"/>
                    <a:pt x="108" y="13"/>
                    <a:pt x="108" y="19"/>
                  </a:cubicBezTo>
                  <a:cubicBezTo>
                    <a:pt x="108" y="26"/>
                    <a:pt x="103" y="31"/>
                    <a:pt x="96" y="31"/>
                  </a:cubicBezTo>
                  <a:cubicBezTo>
                    <a:pt x="89" y="31"/>
                    <a:pt x="84" y="26"/>
                    <a:pt x="84" y="19"/>
                  </a:cubicBezTo>
                  <a:cubicBezTo>
                    <a:pt x="84" y="13"/>
                    <a:pt x="89" y="8"/>
                    <a:pt x="96" y="8"/>
                  </a:cubicBezTo>
                  <a:close/>
                  <a:moveTo>
                    <a:pt x="96" y="216"/>
                  </a:moveTo>
                  <a:cubicBezTo>
                    <a:pt x="48" y="216"/>
                    <a:pt x="8" y="176"/>
                    <a:pt x="8" y="128"/>
                  </a:cubicBezTo>
                  <a:cubicBezTo>
                    <a:pt x="8" y="79"/>
                    <a:pt x="48" y="40"/>
                    <a:pt x="96" y="40"/>
                  </a:cubicBezTo>
                  <a:cubicBezTo>
                    <a:pt x="145" y="40"/>
                    <a:pt x="184" y="79"/>
                    <a:pt x="184" y="128"/>
                  </a:cubicBezTo>
                  <a:cubicBezTo>
                    <a:pt x="184" y="176"/>
                    <a:pt x="145" y="216"/>
                    <a:pt x="96" y="2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17">
              <a:extLst>
                <a:ext uri="{FF2B5EF4-FFF2-40B4-BE49-F238E27FC236}">
                  <a16:creationId xmlns:a16="http://schemas.microsoft.com/office/drawing/2014/main" id="{FCE7AC12-1DDF-45A9-B21B-76F611D92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16876" y="1276351"/>
              <a:ext cx="360363" cy="361950"/>
            </a:xfrm>
            <a:custGeom>
              <a:avLst/>
              <a:gdLst>
                <a:gd name="T0" fmla="*/ 0 w 227"/>
                <a:gd name="T1" fmla="*/ 228 h 228"/>
                <a:gd name="T2" fmla="*/ 153 w 227"/>
                <a:gd name="T3" fmla="*/ 154 h 228"/>
                <a:gd name="T4" fmla="*/ 227 w 227"/>
                <a:gd name="T5" fmla="*/ 0 h 228"/>
                <a:gd name="T6" fmla="*/ 73 w 227"/>
                <a:gd name="T7" fmla="*/ 71 h 228"/>
                <a:gd name="T8" fmla="*/ 0 w 227"/>
                <a:gd name="T9" fmla="*/ 228 h 228"/>
                <a:gd name="T10" fmla="*/ 83 w 227"/>
                <a:gd name="T11" fmla="*/ 95 h 228"/>
                <a:gd name="T12" fmla="*/ 130 w 227"/>
                <a:gd name="T13" fmla="*/ 145 h 228"/>
                <a:gd name="T14" fmla="*/ 40 w 227"/>
                <a:gd name="T15" fmla="*/ 187 h 228"/>
                <a:gd name="T16" fmla="*/ 83 w 227"/>
                <a:gd name="T17" fmla="*/ 95 h 228"/>
                <a:gd name="T18" fmla="*/ 144 w 227"/>
                <a:gd name="T19" fmla="*/ 131 h 228"/>
                <a:gd name="T20" fmla="*/ 97 w 227"/>
                <a:gd name="T21" fmla="*/ 81 h 228"/>
                <a:gd name="T22" fmla="*/ 187 w 227"/>
                <a:gd name="T23" fmla="*/ 38 h 228"/>
                <a:gd name="T24" fmla="*/ 144 w 227"/>
                <a:gd name="T25" fmla="*/ 13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7" h="228">
                  <a:moveTo>
                    <a:pt x="0" y="228"/>
                  </a:moveTo>
                  <a:lnTo>
                    <a:pt x="153" y="154"/>
                  </a:lnTo>
                  <a:lnTo>
                    <a:pt x="227" y="0"/>
                  </a:lnTo>
                  <a:lnTo>
                    <a:pt x="73" y="71"/>
                  </a:lnTo>
                  <a:lnTo>
                    <a:pt x="0" y="228"/>
                  </a:lnTo>
                  <a:close/>
                  <a:moveTo>
                    <a:pt x="83" y="95"/>
                  </a:moveTo>
                  <a:lnTo>
                    <a:pt x="130" y="145"/>
                  </a:lnTo>
                  <a:lnTo>
                    <a:pt x="40" y="187"/>
                  </a:lnTo>
                  <a:lnTo>
                    <a:pt x="83" y="95"/>
                  </a:lnTo>
                  <a:close/>
                  <a:moveTo>
                    <a:pt x="144" y="131"/>
                  </a:moveTo>
                  <a:lnTo>
                    <a:pt x="97" y="81"/>
                  </a:lnTo>
                  <a:lnTo>
                    <a:pt x="187" y="38"/>
                  </a:lnTo>
                  <a:lnTo>
                    <a:pt x="144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18">
              <a:extLst>
                <a:ext uri="{FF2B5EF4-FFF2-40B4-BE49-F238E27FC236}">
                  <a16:creationId xmlns:a16="http://schemas.microsoft.com/office/drawing/2014/main" id="{FBFFCB41-0A91-406D-8545-2393099C79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64638" y="1092201"/>
              <a:ext cx="781050" cy="692150"/>
            </a:xfrm>
            <a:custGeom>
              <a:avLst/>
              <a:gdLst>
                <a:gd name="T0" fmla="*/ 303 w 492"/>
                <a:gd name="T1" fmla="*/ 436 h 436"/>
                <a:gd name="T2" fmla="*/ 190 w 492"/>
                <a:gd name="T3" fmla="*/ 436 h 436"/>
                <a:gd name="T4" fmla="*/ 190 w 492"/>
                <a:gd name="T5" fmla="*/ 251 h 436"/>
                <a:gd name="T6" fmla="*/ 0 w 492"/>
                <a:gd name="T7" fmla="*/ 0 h 436"/>
                <a:gd name="T8" fmla="*/ 492 w 492"/>
                <a:gd name="T9" fmla="*/ 0 h 436"/>
                <a:gd name="T10" fmla="*/ 303 w 492"/>
                <a:gd name="T11" fmla="*/ 251 h 436"/>
                <a:gd name="T12" fmla="*/ 303 w 492"/>
                <a:gd name="T13" fmla="*/ 436 h 436"/>
                <a:gd name="T14" fmla="*/ 209 w 492"/>
                <a:gd name="T15" fmla="*/ 417 h 436"/>
                <a:gd name="T16" fmla="*/ 284 w 492"/>
                <a:gd name="T17" fmla="*/ 417 h 436"/>
                <a:gd name="T18" fmla="*/ 284 w 492"/>
                <a:gd name="T19" fmla="*/ 247 h 436"/>
                <a:gd name="T20" fmla="*/ 455 w 492"/>
                <a:gd name="T21" fmla="*/ 19 h 436"/>
                <a:gd name="T22" fmla="*/ 38 w 492"/>
                <a:gd name="T23" fmla="*/ 19 h 436"/>
                <a:gd name="T24" fmla="*/ 209 w 492"/>
                <a:gd name="T25" fmla="*/ 247 h 436"/>
                <a:gd name="T26" fmla="*/ 209 w 492"/>
                <a:gd name="T27" fmla="*/ 41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2" h="436">
                  <a:moveTo>
                    <a:pt x="303" y="436"/>
                  </a:moveTo>
                  <a:lnTo>
                    <a:pt x="190" y="436"/>
                  </a:lnTo>
                  <a:lnTo>
                    <a:pt x="190" y="251"/>
                  </a:lnTo>
                  <a:lnTo>
                    <a:pt x="0" y="0"/>
                  </a:lnTo>
                  <a:lnTo>
                    <a:pt x="492" y="0"/>
                  </a:lnTo>
                  <a:lnTo>
                    <a:pt x="303" y="251"/>
                  </a:lnTo>
                  <a:lnTo>
                    <a:pt x="303" y="436"/>
                  </a:lnTo>
                  <a:close/>
                  <a:moveTo>
                    <a:pt x="209" y="417"/>
                  </a:moveTo>
                  <a:lnTo>
                    <a:pt x="284" y="417"/>
                  </a:lnTo>
                  <a:lnTo>
                    <a:pt x="284" y="247"/>
                  </a:lnTo>
                  <a:lnTo>
                    <a:pt x="455" y="19"/>
                  </a:lnTo>
                  <a:lnTo>
                    <a:pt x="38" y="19"/>
                  </a:lnTo>
                  <a:lnTo>
                    <a:pt x="209" y="247"/>
                  </a:lnTo>
                  <a:lnTo>
                    <a:pt x="209" y="4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19">
              <a:extLst>
                <a:ext uri="{FF2B5EF4-FFF2-40B4-BE49-F238E27FC236}">
                  <a16:creationId xmlns:a16="http://schemas.microsoft.com/office/drawing/2014/main" id="{0A88A4E2-FF38-4DBC-B020-2AA8E41A58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10851" y="976313"/>
              <a:ext cx="569913" cy="838200"/>
            </a:xfrm>
            <a:custGeom>
              <a:avLst/>
              <a:gdLst>
                <a:gd name="T0" fmla="*/ 143 w 152"/>
                <a:gd name="T1" fmla="*/ 110 h 223"/>
                <a:gd name="T2" fmla="*/ 142 w 152"/>
                <a:gd name="T3" fmla="*/ 109 h 223"/>
                <a:gd name="T4" fmla="*/ 86 w 152"/>
                <a:gd name="T5" fmla="*/ 15 h 223"/>
                <a:gd name="T6" fmla="*/ 86 w 152"/>
                <a:gd name="T7" fmla="*/ 15 h 223"/>
                <a:gd name="T8" fmla="*/ 76 w 152"/>
                <a:gd name="T9" fmla="*/ 0 h 223"/>
                <a:gd name="T10" fmla="*/ 67 w 152"/>
                <a:gd name="T11" fmla="*/ 15 h 223"/>
                <a:gd name="T12" fmla="*/ 67 w 152"/>
                <a:gd name="T13" fmla="*/ 15 h 223"/>
                <a:gd name="T14" fmla="*/ 11 w 152"/>
                <a:gd name="T15" fmla="*/ 109 h 223"/>
                <a:gd name="T16" fmla="*/ 10 w 152"/>
                <a:gd name="T17" fmla="*/ 110 h 223"/>
                <a:gd name="T18" fmla="*/ 0 w 152"/>
                <a:gd name="T19" fmla="*/ 147 h 223"/>
                <a:gd name="T20" fmla="*/ 76 w 152"/>
                <a:gd name="T21" fmla="*/ 223 h 223"/>
                <a:gd name="T22" fmla="*/ 152 w 152"/>
                <a:gd name="T23" fmla="*/ 147 h 223"/>
                <a:gd name="T24" fmla="*/ 143 w 152"/>
                <a:gd name="T25" fmla="*/ 110 h 223"/>
                <a:gd name="T26" fmla="*/ 76 w 152"/>
                <a:gd name="T27" fmla="*/ 215 h 223"/>
                <a:gd name="T28" fmla="*/ 8 w 152"/>
                <a:gd name="T29" fmla="*/ 147 h 223"/>
                <a:gd name="T30" fmla="*/ 18 w 152"/>
                <a:gd name="T31" fmla="*/ 113 h 223"/>
                <a:gd name="T32" fmla="*/ 18 w 152"/>
                <a:gd name="T33" fmla="*/ 113 h 223"/>
                <a:gd name="T34" fmla="*/ 76 w 152"/>
                <a:gd name="T35" fmla="*/ 15 h 223"/>
                <a:gd name="T36" fmla="*/ 135 w 152"/>
                <a:gd name="T37" fmla="*/ 113 h 223"/>
                <a:gd name="T38" fmla="*/ 135 w 152"/>
                <a:gd name="T39" fmla="*/ 113 h 223"/>
                <a:gd name="T40" fmla="*/ 144 w 152"/>
                <a:gd name="T41" fmla="*/ 147 h 223"/>
                <a:gd name="T42" fmla="*/ 76 w 152"/>
                <a:gd name="T43" fmla="*/ 2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223">
                  <a:moveTo>
                    <a:pt x="143" y="110"/>
                  </a:moveTo>
                  <a:cubicBezTo>
                    <a:pt x="143" y="110"/>
                    <a:pt x="142" y="109"/>
                    <a:pt x="142" y="109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4" y="121"/>
                    <a:pt x="0" y="134"/>
                    <a:pt x="0" y="147"/>
                  </a:cubicBezTo>
                  <a:cubicBezTo>
                    <a:pt x="0" y="189"/>
                    <a:pt x="34" y="223"/>
                    <a:pt x="76" y="223"/>
                  </a:cubicBezTo>
                  <a:cubicBezTo>
                    <a:pt x="118" y="223"/>
                    <a:pt x="152" y="189"/>
                    <a:pt x="152" y="147"/>
                  </a:cubicBezTo>
                  <a:cubicBezTo>
                    <a:pt x="152" y="134"/>
                    <a:pt x="149" y="122"/>
                    <a:pt x="143" y="110"/>
                  </a:cubicBezTo>
                  <a:close/>
                  <a:moveTo>
                    <a:pt x="76" y="215"/>
                  </a:moveTo>
                  <a:cubicBezTo>
                    <a:pt x="39" y="215"/>
                    <a:pt x="8" y="185"/>
                    <a:pt x="8" y="147"/>
                  </a:cubicBezTo>
                  <a:cubicBezTo>
                    <a:pt x="8" y="136"/>
                    <a:pt x="12" y="124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41" y="124"/>
                    <a:pt x="144" y="136"/>
                    <a:pt x="144" y="147"/>
                  </a:cubicBezTo>
                  <a:cubicBezTo>
                    <a:pt x="144" y="185"/>
                    <a:pt x="114" y="215"/>
                    <a:pt x="76" y="2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">
              <a:extLst>
                <a:ext uri="{FF2B5EF4-FFF2-40B4-BE49-F238E27FC236}">
                  <a16:creationId xmlns:a16="http://schemas.microsoft.com/office/drawing/2014/main" id="{DCAB3DD9-A31D-49F4-A909-B9897DEBB0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2311401"/>
              <a:ext cx="825500" cy="841375"/>
            </a:xfrm>
            <a:custGeom>
              <a:avLst/>
              <a:gdLst>
                <a:gd name="T0" fmla="*/ 200 w 220"/>
                <a:gd name="T1" fmla="*/ 0 h 224"/>
                <a:gd name="T2" fmla="*/ 180 w 220"/>
                <a:gd name="T3" fmla="*/ 20 h 224"/>
                <a:gd name="T4" fmla="*/ 189 w 220"/>
                <a:gd name="T5" fmla="*/ 36 h 224"/>
                <a:gd name="T6" fmla="*/ 152 w 220"/>
                <a:gd name="T7" fmla="*/ 136 h 224"/>
                <a:gd name="T8" fmla="*/ 148 w 220"/>
                <a:gd name="T9" fmla="*/ 136 h 224"/>
                <a:gd name="T10" fmla="*/ 136 w 220"/>
                <a:gd name="T11" fmla="*/ 140 h 224"/>
                <a:gd name="T12" fmla="*/ 98 w 220"/>
                <a:gd name="T13" fmla="*/ 109 h 224"/>
                <a:gd name="T14" fmla="*/ 100 w 220"/>
                <a:gd name="T15" fmla="*/ 100 h 224"/>
                <a:gd name="T16" fmla="*/ 80 w 220"/>
                <a:gd name="T17" fmla="*/ 80 h 224"/>
                <a:gd name="T18" fmla="*/ 60 w 220"/>
                <a:gd name="T19" fmla="*/ 100 h 224"/>
                <a:gd name="T20" fmla="*/ 67 w 220"/>
                <a:gd name="T21" fmla="*/ 115 h 224"/>
                <a:gd name="T22" fmla="*/ 27 w 220"/>
                <a:gd name="T23" fmla="*/ 185 h 224"/>
                <a:gd name="T24" fmla="*/ 20 w 220"/>
                <a:gd name="T25" fmla="*/ 184 h 224"/>
                <a:gd name="T26" fmla="*/ 0 w 220"/>
                <a:gd name="T27" fmla="*/ 204 h 224"/>
                <a:gd name="T28" fmla="*/ 20 w 220"/>
                <a:gd name="T29" fmla="*/ 224 h 224"/>
                <a:gd name="T30" fmla="*/ 40 w 220"/>
                <a:gd name="T31" fmla="*/ 204 h 224"/>
                <a:gd name="T32" fmla="*/ 34 w 220"/>
                <a:gd name="T33" fmla="*/ 189 h 224"/>
                <a:gd name="T34" fmla="*/ 74 w 220"/>
                <a:gd name="T35" fmla="*/ 119 h 224"/>
                <a:gd name="T36" fmla="*/ 80 w 220"/>
                <a:gd name="T37" fmla="*/ 120 h 224"/>
                <a:gd name="T38" fmla="*/ 93 w 220"/>
                <a:gd name="T39" fmla="*/ 115 h 224"/>
                <a:gd name="T40" fmla="*/ 131 w 220"/>
                <a:gd name="T41" fmla="*/ 147 h 224"/>
                <a:gd name="T42" fmla="*/ 128 w 220"/>
                <a:gd name="T43" fmla="*/ 156 h 224"/>
                <a:gd name="T44" fmla="*/ 148 w 220"/>
                <a:gd name="T45" fmla="*/ 176 h 224"/>
                <a:gd name="T46" fmla="*/ 168 w 220"/>
                <a:gd name="T47" fmla="*/ 156 h 224"/>
                <a:gd name="T48" fmla="*/ 159 w 220"/>
                <a:gd name="T49" fmla="*/ 139 h 224"/>
                <a:gd name="T50" fmla="*/ 197 w 220"/>
                <a:gd name="T51" fmla="*/ 39 h 224"/>
                <a:gd name="T52" fmla="*/ 200 w 220"/>
                <a:gd name="T53" fmla="*/ 40 h 224"/>
                <a:gd name="T54" fmla="*/ 220 w 220"/>
                <a:gd name="T55" fmla="*/ 20 h 224"/>
                <a:gd name="T56" fmla="*/ 200 w 220"/>
                <a:gd name="T57" fmla="*/ 0 h 224"/>
                <a:gd name="T58" fmla="*/ 20 w 220"/>
                <a:gd name="T59" fmla="*/ 216 h 224"/>
                <a:gd name="T60" fmla="*/ 8 w 220"/>
                <a:gd name="T61" fmla="*/ 204 h 224"/>
                <a:gd name="T62" fmla="*/ 20 w 220"/>
                <a:gd name="T63" fmla="*/ 192 h 224"/>
                <a:gd name="T64" fmla="*/ 32 w 220"/>
                <a:gd name="T65" fmla="*/ 204 h 224"/>
                <a:gd name="T66" fmla="*/ 20 w 220"/>
                <a:gd name="T67" fmla="*/ 216 h 224"/>
                <a:gd name="T68" fmla="*/ 80 w 220"/>
                <a:gd name="T69" fmla="*/ 112 h 224"/>
                <a:gd name="T70" fmla="*/ 68 w 220"/>
                <a:gd name="T71" fmla="*/ 100 h 224"/>
                <a:gd name="T72" fmla="*/ 80 w 220"/>
                <a:gd name="T73" fmla="*/ 88 h 224"/>
                <a:gd name="T74" fmla="*/ 92 w 220"/>
                <a:gd name="T75" fmla="*/ 100 h 224"/>
                <a:gd name="T76" fmla="*/ 80 w 220"/>
                <a:gd name="T77" fmla="*/ 112 h 224"/>
                <a:gd name="T78" fmla="*/ 148 w 220"/>
                <a:gd name="T79" fmla="*/ 168 h 224"/>
                <a:gd name="T80" fmla="*/ 136 w 220"/>
                <a:gd name="T81" fmla="*/ 156 h 224"/>
                <a:gd name="T82" fmla="*/ 148 w 220"/>
                <a:gd name="T83" fmla="*/ 144 h 224"/>
                <a:gd name="T84" fmla="*/ 160 w 220"/>
                <a:gd name="T85" fmla="*/ 156 h 224"/>
                <a:gd name="T86" fmla="*/ 148 w 220"/>
                <a:gd name="T87" fmla="*/ 168 h 224"/>
                <a:gd name="T88" fmla="*/ 200 w 220"/>
                <a:gd name="T89" fmla="*/ 32 h 224"/>
                <a:gd name="T90" fmla="*/ 188 w 220"/>
                <a:gd name="T91" fmla="*/ 20 h 224"/>
                <a:gd name="T92" fmla="*/ 200 w 220"/>
                <a:gd name="T93" fmla="*/ 8 h 224"/>
                <a:gd name="T94" fmla="*/ 212 w 220"/>
                <a:gd name="T95" fmla="*/ 20 h 224"/>
                <a:gd name="T96" fmla="*/ 200 w 220"/>
                <a:gd name="T97" fmla="*/ 3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0" h="224">
                  <a:moveTo>
                    <a:pt x="200" y="0"/>
                  </a:moveTo>
                  <a:cubicBezTo>
                    <a:pt x="189" y="0"/>
                    <a:pt x="180" y="9"/>
                    <a:pt x="180" y="20"/>
                  </a:cubicBezTo>
                  <a:cubicBezTo>
                    <a:pt x="180" y="27"/>
                    <a:pt x="184" y="33"/>
                    <a:pt x="189" y="36"/>
                  </a:cubicBezTo>
                  <a:cubicBezTo>
                    <a:pt x="152" y="136"/>
                    <a:pt x="152" y="136"/>
                    <a:pt x="152" y="136"/>
                  </a:cubicBezTo>
                  <a:cubicBezTo>
                    <a:pt x="151" y="136"/>
                    <a:pt x="149" y="136"/>
                    <a:pt x="148" y="136"/>
                  </a:cubicBezTo>
                  <a:cubicBezTo>
                    <a:pt x="144" y="136"/>
                    <a:pt x="139" y="137"/>
                    <a:pt x="136" y="140"/>
                  </a:cubicBezTo>
                  <a:cubicBezTo>
                    <a:pt x="98" y="109"/>
                    <a:pt x="98" y="109"/>
                    <a:pt x="98" y="109"/>
                  </a:cubicBezTo>
                  <a:cubicBezTo>
                    <a:pt x="99" y="106"/>
                    <a:pt x="100" y="103"/>
                    <a:pt x="100" y="100"/>
                  </a:cubicBezTo>
                  <a:cubicBezTo>
                    <a:pt x="100" y="89"/>
                    <a:pt x="91" y="80"/>
                    <a:pt x="80" y="80"/>
                  </a:cubicBezTo>
                  <a:cubicBezTo>
                    <a:pt x="69" y="80"/>
                    <a:pt x="60" y="89"/>
                    <a:pt x="60" y="100"/>
                  </a:cubicBezTo>
                  <a:cubicBezTo>
                    <a:pt x="60" y="106"/>
                    <a:pt x="63" y="111"/>
                    <a:pt x="67" y="115"/>
                  </a:cubicBezTo>
                  <a:cubicBezTo>
                    <a:pt x="27" y="185"/>
                    <a:pt x="27" y="185"/>
                    <a:pt x="27" y="185"/>
                  </a:cubicBezTo>
                  <a:cubicBezTo>
                    <a:pt x="25" y="184"/>
                    <a:pt x="23" y="184"/>
                    <a:pt x="20" y="184"/>
                  </a:cubicBezTo>
                  <a:cubicBezTo>
                    <a:pt x="9" y="184"/>
                    <a:pt x="0" y="193"/>
                    <a:pt x="0" y="204"/>
                  </a:cubicBezTo>
                  <a:cubicBezTo>
                    <a:pt x="0" y="215"/>
                    <a:pt x="9" y="224"/>
                    <a:pt x="20" y="224"/>
                  </a:cubicBezTo>
                  <a:cubicBezTo>
                    <a:pt x="31" y="224"/>
                    <a:pt x="40" y="215"/>
                    <a:pt x="40" y="204"/>
                  </a:cubicBezTo>
                  <a:cubicBezTo>
                    <a:pt x="40" y="198"/>
                    <a:pt x="38" y="193"/>
                    <a:pt x="34" y="189"/>
                  </a:cubicBezTo>
                  <a:cubicBezTo>
                    <a:pt x="74" y="119"/>
                    <a:pt x="74" y="119"/>
                    <a:pt x="74" y="119"/>
                  </a:cubicBezTo>
                  <a:cubicBezTo>
                    <a:pt x="76" y="119"/>
                    <a:pt x="78" y="120"/>
                    <a:pt x="80" y="120"/>
                  </a:cubicBezTo>
                  <a:cubicBezTo>
                    <a:pt x="85" y="120"/>
                    <a:pt x="89" y="118"/>
                    <a:pt x="93" y="115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29" y="149"/>
                    <a:pt x="128" y="152"/>
                    <a:pt x="128" y="156"/>
                  </a:cubicBezTo>
                  <a:cubicBezTo>
                    <a:pt x="128" y="167"/>
                    <a:pt x="137" y="176"/>
                    <a:pt x="148" y="176"/>
                  </a:cubicBezTo>
                  <a:cubicBezTo>
                    <a:pt x="159" y="176"/>
                    <a:pt x="168" y="167"/>
                    <a:pt x="168" y="156"/>
                  </a:cubicBezTo>
                  <a:cubicBezTo>
                    <a:pt x="168" y="149"/>
                    <a:pt x="165" y="142"/>
                    <a:pt x="159" y="139"/>
                  </a:cubicBezTo>
                  <a:cubicBezTo>
                    <a:pt x="197" y="39"/>
                    <a:pt x="197" y="39"/>
                    <a:pt x="197" y="39"/>
                  </a:cubicBezTo>
                  <a:cubicBezTo>
                    <a:pt x="198" y="40"/>
                    <a:pt x="199" y="40"/>
                    <a:pt x="200" y="40"/>
                  </a:cubicBezTo>
                  <a:cubicBezTo>
                    <a:pt x="211" y="40"/>
                    <a:pt x="220" y="31"/>
                    <a:pt x="220" y="20"/>
                  </a:cubicBezTo>
                  <a:cubicBezTo>
                    <a:pt x="220" y="9"/>
                    <a:pt x="211" y="0"/>
                    <a:pt x="200" y="0"/>
                  </a:cubicBezTo>
                  <a:close/>
                  <a:moveTo>
                    <a:pt x="20" y="216"/>
                  </a:moveTo>
                  <a:cubicBezTo>
                    <a:pt x="14" y="216"/>
                    <a:pt x="8" y="210"/>
                    <a:pt x="8" y="204"/>
                  </a:cubicBezTo>
                  <a:cubicBezTo>
                    <a:pt x="8" y="197"/>
                    <a:pt x="14" y="192"/>
                    <a:pt x="20" y="192"/>
                  </a:cubicBezTo>
                  <a:cubicBezTo>
                    <a:pt x="27" y="192"/>
                    <a:pt x="32" y="197"/>
                    <a:pt x="32" y="204"/>
                  </a:cubicBezTo>
                  <a:cubicBezTo>
                    <a:pt x="32" y="210"/>
                    <a:pt x="27" y="216"/>
                    <a:pt x="20" y="216"/>
                  </a:cubicBezTo>
                  <a:close/>
                  <a:moveTo>
                    <a:pt x="80" y="112"/>
                  </a:moveTo>
                  <a:cubicBezTo>
                    <a:pt x="74" y="112"/>
                    <a:pt x="68" y="106"/>
                    <a:pt x="68" y="100"/>
                  </a:cubicBezTo>
                  <a:cubicBezTo>
                    <a:pt x="68" y="93"/>
                    <a:pt x="74" y="88"/>
                    <a:pt x="80" y="88"/>
                  </a:cubicBezTo>
                  <a:cubicBezTo>
                    <a:pt x="87" y="88"/>
                    <a:pt x="92" y="93"/>
                    <a:pt x="92" y="100"/>
                  </a:cubicBezTo>
                  <a:cubicBezTo>
                    <a:pt x="92" y="106"/>
                    <a:pt x="87" y="112"/>
                    <a:pt x="80" y="112"/>
                  </a:cubicBezTo>
                  <a:close/>
                  <a:moveTo>
                    <a:pt x="148" y="168"/>
                  </a:moveTo>
                  <a:cubicBezTo>
                    <a:pt x="142" y="168"/>
                    <a:pt x="136" y="162"/>
                    <a:pt x="136" y="156"/>
                  </a:cubicBezTo>
                  <a:cubicBezTo>
                    <a:pt x="136" y="149"/>
                    <a:pt x="142" y="144"/>
                    <a:pt x="148" y="144"/>
                  </a:cubicBezTo>
                  <a:cubicBezTo>
                    <a:pt x="155" y="144"/>
                    <a:pt x="160" y="149"/>
                    <a:pt x="160" y="156"/>
                  </a:cubicBezTo>
                  <a:cubicBezTo>
                    <a:pt x="160" y="162"/>
                    <a:pt x="155" y="168"/>
                    <a:pt x="148" y="168"/>
                  </a:cubicBezTo>
                  <a:close/>
                  <a:moveTo>
                    <a:pt x="200" y="32"/>
                  </a:moveTo>
                  <a:cubicBezTo>
                    <a:pt x="194" y="32"/>
                    <a:pt x="188" y="26"/>
                    <a:pt x="188" y="20"/>
                  </a:cubicBezTo>
                  <a:cubicBezTo>
                    <a:pt x="188" y="13"/>
                    <a:pt x="194" y="8"/>
                    <a:pt x="200" y="8"/>
                  </a:cubicBezTo>
                  <a:cubicBezTo>
                    <a:pt x="207" y="8"/>
                    <a:pt x="212" y="13"/>
                    <a:pt x="212" y="20"/>
                  </a:cubicBezTo>
                  <a:cubicBezTo>
                    <a:pt x="212" y="26"/>
                    <a:pt x="207" y="32"/>
                    <a:pt x="20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1">
              <a:extLst>
                <a:ext uri="{FF2B5EF4-FFF2-40B4-BE49-F238E27FC236}">
                  <a16:creationId xmlns:a16="http://schemas.microsoft.com/office/drawing/2014/main" id="{3AAA2A9C-DC15-4445-BAC4-644A8EBCE7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6" y="2370138"/>
              <a:ext cx="720725" cy="722313"/>
            </a:xfrm>
            <a:custGeom>
              <a:avLst/>
              <a:gdLst>
                <a:gd name="T0" fmla="*/ 0 w 454"/>
                <a:gd name="T1" fmla="*/ 0 h 455"/>
                <a:gd name="T2" fmla="*/ 0 w 454"/>
                <a:gd name="T3" fmla="*/ 455 h 455"/>
                <a:gd name="T4" fmla="*/ 454 w 454"/>
                <a:gd name="T5" fmla="*/ 455 h 455"/>
                <a:gd name="T6" fmla="*/ 454 w 454"/>
                <a:gd name="T7" fmla="*/ 0 h 455"/>
                <a:gd name="T8" fmla="*/ 0 w 454"/>
                <a:gd name="T9" fmla="*/ 0 h 455"/>
                <a:gd name="T10" fmla="*/ 435 w 454"/>
                <a:gd name="T11" fmla="*/ 19 h 455"/>
                <a:gd name="T12" fmla="*/ 435 w 454"/>
                <a:gd name="T13" fmla="*/ 100 h 455"/>
                <a:gd name="T14" fmla="*/ 309 w 454"/>
                <a:gd name="T15" fmla="*/ 280 h 455"/>
                <a:gd name="T16" fmla="*/ 224 w 454"/>
                <a:gd name="T17" fmla="*/ 214 h 455"/>
                <a:gd name="T18" fmla="*/ 130 w 454"/>
                <a:gd name="T19" fmla="*/ 346 h 455"/>
                <a:gd name="T20" fmla="*/ 73 w 454"/>
                <a:gd name="T21" fmla="*/ 308 h 455"/>
                <a:gd name="T22" fmla="*/ 18 w 454"/>
                <a:gd name="T23" fmla="*/ 372 h 455"/>
                <a:gd name="T24" fmla="*/ 18 w 454"/>
                <a:gd name="T25" fmla="*/ 19 h 455"/>
                <a:gd name="T26" fmla="*/ 435 w 454"/>
                <a:gd name="T27" fmla="*/ 19 h 455"/>
                <a:gd name="T28" fmla="*/ 18 w 454"/>
                <a:gd name="T29" fmla="*/ 436 h 455"/>
                <a:gd name="T30" fmla="*/ 18 w 454"/>
                <a:gd name="T31" fmla="*/ 403 h 455"/>
                <a:gd name="T32" fmla="*/ 78 w 454"/>
                <a:gd name="T33" fmla="*/ 334 h 455"/>
                <a:gd name="T34" fmla="*/ 134 w 454"/>
                <a:gd name="T35" fmla="*/ 372 h 455"/>
                <a:gd name="T36" fmla="*/ 229 w 454"/>
                <a:gd name="T37" fmla="*/ 240 h 455"/>
                <a:gd name="T38" fmla="*/ 314 w 454"/>
                <a:gd name="T39" fmla="*/ 308 h 455"/>
                <a:gd name="T40" fmla="*/ 435 w 454"/>
                <a:gd name="T41" fmla="*/ 133 h 455"/>
                <a:gd name="T42" fmla="*/ 435 w 454"/>
                <a:gd name="T43" fmla="*/ 436 h 455"/>
                <a:gd name="T44" fmla="*/ 18 w 454"/>
                <a:gd name="T45" fmla="*/ 43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4" h="455">
                  <a:moveTo>
                    <a:pt x="0" y="0"/>
                  </a:moveTo>
                  <a:lnTo>
                    <a:pt x="0" y="455"/>
                  </a:lnTo>
                  <a:lnTo>
                    <a:pt x="454" y="455"/>
                  </a:lnTo>
                  <a:lnTo>
                    <a:pt x="454" y="0"/>
                  </a:lnTo>
                  <a:lnTo>
                    <a:pt x="0" y="0"/>
                  </a:lnTo>
                  <a:close/>
                  <a:moveTo>
                    <a:pt x="435" y="19"/>
                  </a:moveTo>
                  <a:lnTo>
                    <a:pt x="435" y="100"/>
                  </a:lnTo>
                  <a:lnTo>
                    <a:pt x="309" y="280"/>
                  </a:lnTo>
                  <a:lnTo>
                    <a:pt x="224" y="214"/>
                  </a:lnTo>
                  <a:lnTo>
                    <a:pt x="130" y="346"/>
                  </a:lnTo>
                  <a:lnTo>
                    <a:pt x="73" y="308"/>
                  </a:lnTo>
                  <a:lnTo>
                    <a:pt x="18" y="372"/>
                  </a:lnTo>
                  <a:lnTo>
                    <a:pt x="18" y="19"/>
                  </a:lnTo>
                  <a:lnTo>
                    <a:pt x="435" y="19"/>
                  </a:lnTo>
                  <a:close/>
                  <a:moveTo>
                    <a:pt x="18" y="436"/>
                  </a:moveTo>
                  <a:lnTo>
                    <a:pt x="18" y="403"/>
                  </a:lnTo>
                  <a:lnTo>
                    <a:pt x="78" y="334"/>
                  </a:lnTo>
                  <a:lnTo>
                    <a:pt x="134" y="372"/>
                  </a:lnTo>
                  <a:lnTo>
                    <a:pt x="229" y="240"/>
                  </a:lnTo>
                  <a:lnTo>
                    <a:pt x="314" y="308"/>
                  </a:lnTo>
                  <a:lnTo>
                    <a:pt x="435" y="133"/>
                  </a:lnTo>
                  <a:lnTo>
                    <a:pt x="435" y="436"/>
                  </a:lnTo>
                  <a:lnTo>
                    <a:pt x="18" y="4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2">
              <a:extLst>
                <a:ext uri="{FF2B5EF4-FFF2-40B4-BE49-F238E27FC236}">
                  <a16:creationId xmlns:a16="http://schemas.microsoft.com/office/drawing/2014/main" id="{0DAC2D22-C632-46AA-855C-E5803371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363" y="2397126"/>
              <a:ext cx="750888" cy="692150"/>
            </a:xfrm>
            <a:custGeom>
              <a:avLst/>
              <a:gdLst>
                <a:gd name="T0" fmla="*/ 454 w 473"/>
                <a:gd name="T1" fmla="*/ 189 h 436"/>
                <a:gd name="T2" fmla="*/ 454 w 473"/>
                <a:gd name="T3" fmla="*/ 417 h 436"/>
                <a:gd name="T4" fmla="*/ 359 w 473"/>
                <a:gd name="T5" fmla="*/ 417 h 436"/>
                <a:gd name="T6" fmla="*/ 359 w 473"/>
                <a:gd name="T7" fmla="*/ 0 h 436"/>
                <a:gd name="T8" fmla="*/ 340 w 473"/>
                <a:gd name="T9" fmla="*/ 0 h 436"/>
                <a:gd name="T10" fmla="*/ 340 w 473"/>
                <a:gd name="T11" fmla="*/ 417 h 436"/>
                <a:gd name="T12" fmla="*/ 246 w 473"/>
                <a:gd name="T13" fmla="*/ 417 h 436"/>
                <a:gd name="T14" fmla="*/ 246 w 473"/>
                <a:gd name="T15" fmla="*/ 133 h 436"/>
                <a:gd name="T16" fmla="*/ 227 w 473"/>
                <a:gd name="T17" fmla="*/ 133 h 436"/>
                <a:gd name="T18" fmla="*/ 227 w 473"/>
                <a:gd name="T19" fmla="*/ 417 h 436"/>
                <a:gd name="T20" fmla="*/ 132 w 473"/>
                <a:gd name="T21" fmla="*/ 417 h 436"/>
                <a:gd name="T22" fmla="*/ 132 w 473"/>
                <a:gd name="T23" fmla="*/ 303 h 436"/>
                <a:gd name="T24" fmla="*/ 113 w 473"/>
                <a:gd name="T25" fmla="*/ 303 h 436"/>
                <a:gd name="T26" fmla="*/ 113 w 473"/>
                <a:gd name="T27" fmla="*/ 417 h 436"/>
                <a:gd name="T28" fmla="*/ 19 w 473"/>
                <a:gd name="T29" fmla="*/ 417 h 436"/>
                <a:gd name="T30" fmla="*/ 19 w 473"/>
                <a:gd name="T31" fmla="*/ 246 h 436"/>
                <a:gd name="T32" fmla="*/ 0 w 473"/>
                <a:gd name="T33" fmla="*/ 246 h 436"/>
                <a:gd name="T34" fmla="*/ 0 w 473"/>
                <a:gd name="T35" fmla="*/ 417 h 436"/>
                <a:gd name="T36" fmla="*/ 0 w 473"/>
                <a:gd name="T37" fmla="*/ 417 h 436"/>
                <a:gd name="T38" fmla="*/ 0 w 473"/>
                <a:gd name="T39" fmla="*/ 436 h 436"/>
                <a:gd name="T40" fmla="*/ 473 w 473"/>
                <a:gd name="T41" fmla="*/ 436 h 436"/>
                <a:gd name="T42" fmla="*/ 473 w 473"/>
                <a:gd name="T43" fmla="*/ 426 h 436"/>
                <a:gd name="T44" fmla="*/ 473 w 473"/>
                <a:gd name="T45" fmla="*/ 417 h 436"/>
                <a:gd name="T46" fmla="*/ 473 w 473"/>
                <a:gd name="T47" fmla="*/ 189 h 436"/>
                <a:gd name="T48" fmla="*/ 454 w 473"/>
                <a:gd name="T49" fmla="*/ 18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3" h="436">
                  <a:moveTo>
                    <a:pt x="454" y="189"/>
                  </a:moveTo>
                  <a:lnTo>
                    <a:pt x="454" y="417"/>
                  </a:lnTo>
                  <a:lnTo>
                    <a:pt x="359" y="417"/>
                  </a:lnTo>
                  <a:lnTo>
                    <a:pt x="359" y="0"/>
                  </a:lnTo>
                  <a:lnTo>
                    <a:pt x="340" y="0"/>
                  </a:lnTo>
                  <a:lnTo>
                    <a:pt x="340" y="417"/>
                  </a:lnTo>
                  <a:lnTo>
                    <a:pt x="246" y="417"/>
                  </a:lnTo>
                  <a:lnTo>
                    <a:pt x="246" y="133"/>
                  </a:lnTo>
                  <a:lnTo>
                    <a:pt x="227" y="133"/>
                  </a:lnTo>
                  <a:lnTo>
                    <a:pt x="227" y="417"/>
                  </a:lnTo>
                  <a:lnTo>
                    <a:pt x="132" y="417"/>
                  </a:lnTo>
                  <a:lnTo>
                    <a:pt x="132" y="303"/>
                  </a:lnTo>
                  <a:lnTo>
                    <a:pt x="113" y="303"/>
                  </a:lnTo>
                  <a:lnTo>
                    <a:pt x="113" y="417"/>
                  </a:lnTo>
                  <a:lnTo>
                    <a:pt x="19" y="417"/>
                  </a:lnTo>
                  <a:lnTo>
                    <a:pt x="19" y="246"/>
                  </a:lnTo>
                  <a:lnTo>
                    <a:pt x="0" y="246"/>
                  </a:lnTo>
                  <a:lnTo>
                    <a:pt x="0" y="417"/>
                  </a:lnTo>
                  <a:lnTo>
                    <a:pt x="0" y="417"/>
                  </a:lnTo>
                  <a:lnTo>
                    <a:pt x="0" y="436"/>
                  </a:lnTo>
                  <a:lnTo>
                    <a:pt x="473" y="436"/>
                  </a:lnTo>
                  <a:lnTo>
                    <a:pt x="473" y="426"/>
                  </a:lnTo>
                  <a:lnTo>
                    <a:pt x="473" y="417"/>
                  </a:lnTo>
                  <a:lnTo>
                    <a:pt x="473" y="189"/>
                  </a:lnTo>
                  <a:lnTo>
                    <a:pt x="454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3">
              <a:extLst>
                <a:ext uri="{FF2B5EF4-FFF2-40B4-BE49-F238E27FC236}">
                  <a16:creationId xmlns:a16="http://schemas.microsoft.com/office/drawing/2014/main" id="{4690D40D-7160-46E0-B8B4-EF444602F6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9051" y="2389188"/>
              <a:ext cx="781050" cy="706438"/>
            </a:xfrm>
            <a:custGeom>
              <a:avLst/>
              <a:gdLst>
                <a:gd name="T0" fmla="*/ 492 w 492"/>
                <a:gd name="T1" fmla="*/ 341 h 445"/>
                <a:gd name="T2" fmla="*/ 492 w 492"/>
                <a:gd name="T3" fmla="*/ 0 h 445"/>
                <a:gd name="T4" fmla="*/ 0 w 492"/>
                <a:gd name="T5" fmla="*/ 0 h 445"/>
                <a:gd name="T6" fmla="*/ 0 w 492"/>
                <a:gd name="T7" fmla="*/ 341 h 445"/>
                <a:gd name="T8" fmla="*/ 237 w 492"/>
                <a:gd name="T9" fmla="*/ 341 h 445"/>
                <a:gd name="T10" fmla="*/ 237 w 492"/>
                <a:gd name="T11" fmla="*/ 379 h 445"/>
                <a:gd name="T12" fmla="*/ 147 w 492"/>
                <a:gd name="T13" fmla="*/ 429 h 445"/>
                <a:gd name="T14" fmla="*/ 156 w 492"/>
                <a:gd name="T15" fmla="*/ 445 h 445"/>
                <a:gd name="T16" fmla="*/ 246 w 492"/>
                <a:gd name="T17" fmla="*/ 396 h 445"/>
                <a:gd name="T18" fmla="*/ 336 w 492"/>
                <a:gd name="T19" fmla="*/ 445 h 445"/>
                <a:gd name="T20" fmla="*/ 345 w 492"/>
                <a:gd name="T21" fmla="*/ 429 h 445"/>
                <a:gd name="T22" fmla="*/ 256 w 492"/>
                <a:gd name="T23" fmla="*/ 379 h 445"/>
                <a:gd name="T24" fmla="*/ 256 w 492"/>
                <a:gd name="T25" fmla="*/ 341 h 445"/>
                <a:gd name="T26" fmla="*/ 492 w 492"/>
                <a:gd name="T27" fmla="*/ 341 h 445"/>
                <a:gd name="T28" fmla="*/ 19 w 492"/>
                <a:gd name="T29" fmla="*/ 19 h 445"/>
                <a:gd name="T30" fmla="*/ 473 w 492"/>
                <a:gd name="T31" fmla="*/ 19 h 445"/>
                <a:gd name="T32" fmla="*/ 473 w 492"/>
                <a:gd name="T33" fmla="*/ 322 h 445"/>
                <a:gd name="T34" fmla="*/ 19 w 492"/>
                <a:gd name="T35" fmla="*/ 322 h 445"/>
                <a:gd name="T36" fmla="*/ 19 w 492"/>
                <a:gd name="T37" fmla="*/ 19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2" h="445">
                  <a:moveTo>
                    <a:pt x="492" y="341"/>
                  </a:moveTo>
                  <a:lnTo>
                    <a:pt x="492" y="0"/>
                  </a:lnTo>
                  <a:lnTo>
                    <a:pt x="0" y="0"/>
                  </a:lnTo>
                  <a:lnTo>
                    <a:pt x="0" y="341"/>
                  </a:lnTo>
                  <a:lnTo>
                    <a:pt x="237" y="341"/>
                  </a:lnTo>
                  <a:lnTo>
                    <a:pt x="237" y="379"/>
                  </a:lnTo>
                  <a:lnTo>
                    <a:pt x="147" y="429"/>
                  </a:lnTo>
                  <a:lnTo>
                    <a:pt x="156" y="445"/>
                  </a:lnTo>
                  <a:lnTo>
                    <a:pt x="246" y="396"/>
                  </a:lnTo>
                  <a:lnTo>
                    <a:pt x="336" y="445"/>
                  </a:lnTo>
                  <a:lnTo>
                    <a:pt x="345" y="429"/>
                  </a:lnTo>
                  <a:lnTo>
                    <a:pt x="256" y="379"/>
                  </a:lnTo>
                  <a:lnTo>
                    <a:pt x="256" y="341"/>
                  </a:lnTo>
                  <a:lnTo>
                    <a:pt x="492" y="341"/>
                  </a:lnTo>
                  <a:close/>
                  <a:moveTo>
                    <a:pt x="19" y="19"/>
                  </a:moveTo>
                  <a:lnTo>
                    <a:pt x="473" y="19"/>
                  </a:lnTo>
                  <a:lnTo>
                    <a:pt x="473" y="322"/>
                  </a:lnTo>
                  <a:lnTo>
                    <a:pt x="19" y="322"/>
                  </a:ln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4">
              <a:extLst>
                <a:ext uri="{FF2B5EF4-FFF2-40B4-BE49-F238E27FC236}">
                  <a16:creationId xmlns:a16="http://schemas.microsoft.com/office/drawing/2014/main" id="{B1A867C0-AB8F-475C-868D-2B755562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76" y="2506663"/>
              <a:ext cx="404813" cy="288925"/>
            </a:xfrm>
            <a:custGeom>
              <a:avLst/>
              <a:gdLst>
                <a:gd name="T0" fmla="*/ 196 w 255"/>
                <a:gd name="T1" fmla="*/ 139 h 182"/>
                <a:gd name="T2" fmla="*/ 140 w 255"/>
                <a:gd name="T3" fmla="*/ 61 h 182"/>
                <a:gd name="T4" fmla="*/ 102 w 255"/>
                <a:gd name="T5" fmla="*/ 135 h 182"/>
                <a:gd name="T6" fmla="*/ 45 w 255"/>
                <a:gd name="T7" fmla="*/ 14 h 182"/>
                <a:gd name="T8" fmla="*/ 0 w 255"/>
                <a:gd name="T9" fmla="*/ 173 h 182"/>
                <a:gd name="T10" fmla="*/ 19 w 255"/>
                <a:gd name="T11" fmla="*/ 180 h 182"/>
                <a:gd name="T12" fmla="*/ 50 w 255"/>
                <a:gd name="T13" fmla="*/ 68 h 182"/>
                <a:gd name="T14" fmla="*/ 102 w 255"/>
                <a:gd name="T15" fmla="*/ 175 h 182"/>
                <a:gd name="T16" fmla="*/ 142 w 255"/>
                <a:gd name="T17" fmla="*/ 97 h 182"/>
                <a:gd name="T18" fmla="*/ 203 w 255"/>
                <a:gd name="T19" fmla="*/ 182 h 182"/>
                <a:gd name="T20" fmla="*/ 255 w 255"/>
                <a:gd name="T21" fmla="*/ 7 h 182"/>
                <a:gd name="T22" fmla="*/ 239 w 255"/>
                <a:gd name="T23" fmla="*/ 0 h 182"/>
                <a:gd name="T24" fmla="*/ 196 w 255"/>
                <a:gd name="T25" fmla="*/ 13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5" h="182">
                  <a:moveTo>
                    <a:pt x="196" y="139"/>
                  </a:moveTo>
                  <a:lnTo>
                    <a:pt x="140" y="61"/>
                  </a:lnTo>
                  <a:lnTo>
                    <a:pt x="102" y="135"/>
                  </a:lnTo>
                  <a:lnTo>
                    <a:pt x="45" y="14"/>
                  </a:lnTo>
                  <a:lnTo>
                    <a:pt x="0" y="173"/>
                  </a:lnTo>
                  <a:lnTo>
                    <a:pt x="19" y="180"/>
                  </a:lnTo>
                  <a:lnTo>
                    <a:pt x="50" y="68"/>
                  </a:lnTo>
                  <a:lnTo>
                    <a:pt x="102" y="175"/>
                  </a:lnTo>
                  <a:lnTo>
                    <a:pt x="142" y="97"/>
                  </a:lnTo>
                  <a:lnTo>
                    <a:pt x="203" y="182"/>
                  </a:lnTo>
                  <a:lnTo>
                    <a:pt x="255" y="7"/>
                  </a:lnTo>
                  <a:lnTo>
                    <a:pt x="239" y="0"/>
                  </a:lnTo>
                  <a:lnTo>
                    <a:pt x="196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5">
              <a:extLst>
                <a:ext uri="{FF2B5EF4-FFF2-40B4-BE49-F238E27FC236}">
                  <a16:creationId xmlns:a16="http://schemas.microsoft.com/office/drawing/2014/main" id="{38DDB17E-EC39-4976-B64F-9C2448DACC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6" y="2570163"/>
              <a:ext cx="179388" cy="180975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4 h 48"/>
                <a:gd name="T4" fmla="*/ 24 w 48"/>
                <a:gd name="T5" fmla="*/ 48 h 48"/>
                <a:gd name="T6" fmla="*/ 48 w 48"/>
                <a:gd name="T7" fmla="*/ 24 h 48"/>
                <a:gd name="T8" fmla="*/ 24 w 48"/>
                <a:gd name="T9" fmla="*/ 0 h 48"/>
                <a:gd name="T10" fmla="*/ 24 w 48"/>
                <a:gd name="T11" fmla="*/ 40 h 48"/>
                <a:gd name="T12" fmla="*/ 8 w 48"/>
                <a:gd name="T13" fmla="*/ 24 h 48"/>
                <a:gd name="T14" fmla="*/ 24 w 48"/>
                <a:gd name="T15" fmla="*/ 8 h 48"/>
                <a:gd name="T16" fmla="*/ 40 w 48"/>
                <a:gd name="T17" fmla="*/ 24 h 48"/>
                <a:gd name="T18" fmla="*/ 24 w 48"/>
                <a:gd name="T1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ubicBezTo>
                    <a:pt x="38" y="48"/>
                    <a:pt x="48" y="38"/>
                    <a:pt x="48" y="24"/>
                  </a:cubicBezTo>
                  <a:cubicBezTo>
                    <a:pt x="48" y="11"/>
                    <a:pt x="38" y="0"/>
                    <a:pt x="24" y="0"/>
                  </a:cubicBezTo>
                  <a:close/>
                  <a:moveTo>
                    <a:pt x="24" y="40"/>
                  </a:moveTo>
                  <a:cubicBezTo>
                    <a:pt x="16" y="40"/>
                    <a:pt x="8" y="33"/>
                    <a:pt x="8" y="24"/>
                  </a:cubicBezTo>
                  <a:cubicBezTo>
                    <a:pt x="8" y="16"/>
                    <a:pt x="16" y="8"/>
                    <a:pt x="24" y="8"/>
                  </a:cubicBezTo>
                  <a:cubicBezTo>
                    <a:pt x="33" y="8"/>
                    <a:pt x="40" y="16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6">
              <a:extLst>
                <a:ext uri="{FF2B5EF4-FFF2-40B4-BE49-F238E27FC236}">
                  <a16:creationId xmlns:a16="http://schemas.microsoft.com/office/drawing/2014/main" id="{D7A3DD46-A2B8-4530-8D0C-4526F3E795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6838" y="2405063"/>
              <a:ext cx="811213" cy="676275"/>
            </a:xfrm>
            <a:custGeom>
              <a:avLst/>
              <a:gdLst>
                <a:gd name="T0" fmla="*/ 511 w 511"/>
                <a:gd name="T1" fmla="*/ 0 h 426"/>
                <a:gd name="T2" fmla="*/ 473 w 511"/>
                <a:gd name="T3" fmla="*/ 0 h 426"/>
                <a:gd name="T4" fmla="*/ 38 w 511"/>
                <a:gd name="T5" fmla="*/ 0 h 426"/>
                <a:gd name="T6" fmla="*/ 0 w 511"/>
                <a:gd name="T7" fmla="*/ 0 h 426"/>
                <a:gd name="T8" fmla="*/ 0 w 511"/>
                <a:gd name="T9" fmla="*/ 19 h 426"/>
                <a:gd name="T10" fmla="*/ 38 w 511"/>
                <a:gd name="T11" fmla="*/ 19 h 426"/>
                <a:gd name="T12" fmla="*/ 38 w 511"/>
                <a:gd name="T13" fmla="*/ 360 h 426"/>
                <a:gd name="T14" fmla="*/ 246 w 511"/>
                <a:gd name="T15" fmla="*/ 360 h 426"/>
                <a:gd name="T16" fmla="*/ 246 w 511"/>
                <a:gd name="T17" fmla="*/ 407 h 426"/>
                <a:gd name="T18" fmla="*/ 95 w 511"/>
                <a:gd name="T19" fmla="*/ 407 h 426"/>
                <a:gd name="T20" fmla="*/ 95 w 511"/>
                <a:gd name="T21" fmla="*/ 426 h 426"/>
                <a:gd name="T22" fmla="*/ 416 w 511"/>
                <a:gd name="T23" fmla="*/ 426 h 426"/>
                <a:gd name="T24" fmla="*/ 416 w 511"/>
                <a:gd name="T25" fmla="*/ 407 h 426"/>
                <a:gd name="T26" fmla="*/ 265 w 511"/>
                <a:gd name="T27" fmla="*/ 407 h 426"/>
                <a:gd name="T28" fmla="*/ 265 w 511"/>
                <a:gd name="T29" fmla="*/ 360 h 426"/>
                <a:gd name="T30" fmla="*/ 473 w 511"/>
                <a:gd name="T31" fmla="*/ 360 h 426"/>
                <a:gd name="T32" fmla="*/ 473 w 511"/>
                <a:gd name="T33" fmla="*/ 19 h 426"/>
                <a:gd name="T34" fmla="*/ 511 w 511"/>
                <a:gd name="T35" fmla="*/ 19 h 426"/>
                <a:gd name="T36" fmla="*/ 511 w 511"/>
                <a:gd name="T37" fmla="*/ 0 h 426"/>
                <a:gd name="T38" fmla="*/ 454 w 511"/>
                <a:gd name="T39" fmla="*/ 341 h 426"/>
                <a:gd name="T40" fmla="*/ 57 w 511"/>
                <a:gd name="T41" fmla="*/ 341 h 426"/>
                <a:gd name="T42" fmla="*/ 57 w 511"/>
                <a:gd name="T43" fmla="*/ 19 h 426"/>
                <a:gd name="T44" fmla="*/ 454 w 511"/>
                <a:gd name="T45" fmla="*/ 19 h 426"/>
                <a:gd name="T46" fmla="*/ 454 w 511"/>
                <a:gd name="T47" fmla="*/ 341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1" h="426">
                  <a:moveTo>
                    <a:pt x="511" y="0"/>
                  </a:moveTo>
                  <a:lnTo>
                    <a:pt x="473" y="0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38" y="360"/>
                  </a:lnTo>
                  <a:lnTo>
                    <a:pt x="246" y="360"/>
                  </a:lnTo>
                  <a:lnTo>
                    <a:pt x="246" y="407"/>
                  </a:lnTo>
                  <a:lnTo>
                    <a:pt x="95" y="407"/>
                  </a:lnTo>
                  <a:lnTo>
                    <a:pt x="95" y="426"/>
                  </a:lnTo>
                  <a:lnTo>
                    <a:pt x="416" y="426"/>
                  </a:lnTo>
                  <a:lnTo>
                    <a:pt x="416" y="407"/>
                  </a:lnTo>
                  <a:lnTo>
                    <a:pt x="265" y="407"/>
                  </a:lnTo>
                  <a:lnTo>
                    <a:pt x="265" y="360"/>
                  </a:lnTo>
                  <a:lnTo>
                    <a:pt x="473" y="360"/>
                  </a:lnTo>
                  <a:lnTo>
                    <a:pt x="473" y="19"/>
                  </a:lnTo>
                  <a:lnTo>
                    <a:pt x="511" y="19"/>
                  </a:lnTo>
                  <a:lnTo>
                    <a:pt x="511" y="0"/>
                  </a:lnTo>
                  <a:close/>
                  <a:moveTo>
                    <a:pt x="454" y="341"/>
                  </a:moveTo>
                  <a:lnTo>
                    <a:pt x="57" y="341"/>
                  </a:lnTo>
                  <a:lnTo>
                    <a:pt x="57" y="19"/>
                  </a:lnTo>
                  <a:lnTo>
                    <a:pt x="454" y="19"/>
                  </a:lnTo>
                  <a:lnTo>
                    <a:pt x="454" y="3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7">
              <a:extLst>
                <a:ext uri="{FF2B5EF4-FFF2-40B4-BE49-F238E27FC236}">
                  <a16:creationId xmlns:a16="http://schemas.microsoft.com/office/drawing/2014/main" id="{34193DA0-4437-479C-B313-DB16AD5F5C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2524126"/>
              <a:ext cx="179388" cy="180975"/>
            </a:xfrm>
            <a:custGeom>
              <a:avLst/>
              <a:gdLst>
                <a:gd name="T0" fmla="*/ 113 w 113"/>
                <a:gd name="T1" fmla="*/ 0 h 114"/>
                <a:gd name="T2" fmla="*/ 0 w 113"/>
                <a:gd name="T3" fmla="*/ 0 h 114"/>
                <a:gd name="T4" fmla="*/ 0 w 113"/>
                <a:gd name="T5" fmla="*/ 114 h 114"/>
                <a:gd name="T6" fmla="*/ 113 w 113"/>
                <a:gd name="T7" fmla="*/ 114 h 114"/>
                <a:gd name="T8" fmla="*/ 113 w 113"/>
                <a:gd name="T9" fmla="*/ 0 h 114"/>
                <a:gd name="T10" fmla="*/ 94 w 113"/>
                <a:gd name="T11" fmla="*/ 95 h 114"/>
                <a:gd name="T12" fmla="*/ 19 w 113"/>
                <a:gd name="T13" fmla="*/ 95 h 114"/>
                <a:gd name="T14" fmla="*/ 19 w 113"/>
                <a:gd name="T15" fmla="*/ 19 h 114"/>
                <a:gd name="T16" fmla="*/ 94 w 113"/>
                <a:gd name="T17" fmla="*/ 19 h 114"/>
                <a:gd name="T18" fmla="*/ 94 w 113"/>
                <a:gd name="T19" fmla="*/ 9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14">
                  <a:moveTo>
                    <a:pt x="113" y="0"/>
                  </a:moveTo>
                  <a:lnTo>
                    <a:pt x="0" y="0"/>
                  </a:lnTo>
                  <a:lnTo>
                    <a:pt x="0" y="114"/>
                  </a:lnTo>
                  <a:lnTo>
                    <a:pt x="113" y="114"/>
                  </a:lnTo>
                  <a:lnTo>
                    <a:pt x="113" y="0"/>
                  </a:lnTo>
                  <a:close/>
                  <a:moveTo>
                    <a:pt x="94" y="95"/>
                  </a:moveTo>
                  <a:lnTo>
                    <a:pt x="19" y="95"/>
                  </a:lnTo>
                  <a:lnTo>
                    <a:pt x="19" y="19"/>
                  </a:lnTo>
                  <a:lnTo>
                    <a:pt x="94" y="19"/>
                  </a:lnTo>
                  <a:lnTo>
                    <a:pt x="9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Rectangle 28">
              <a:extLst>
                <a:ext uri="{FF2B5EF4-FFF2-40B4-BE49-F238E27FC236}">
                  <a16:creationId xmlns:a16="http://schemas.microsoft.com/office/drawing/2014/main" id="{1F4D63DC-34F3-4A53-A350-482A95FFE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7526" y="2674938"/>
              <a:ext cx="211138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B61DF7B7-5400-415A-A401-391ABC625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7526" y="2524126"/>
              <a:ext cx="211138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512B7625-82F9-4AAB-BCE9-7C1F42AF3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7526" y="2600326"/>
              <a:ext cx="211138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D48B3F42-D5B9-4188-B408-3FD689F06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2765426"/>
              <a:ext cx="450850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86061B0D-746F-445F-82BA-273C989A0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2855913"/>
              <a:ext cx="450850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3">
              <a:extLst>
                <a:ext uri="{FF2B5EF4-FFF2-40B4-BE49-F238E27FC236}">
                  <a16:creationId xmlns:a16="http://schemas.microsoft.com/office/drawing/2014/main" id="{271D4643-D010-4EB1-88C2-2D0A8C3905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61288" y="2344738"/>
              <a:ext cx="871538" cy="692150"/>
            </a:xfrm>
            <a:custGeom>
              <a:avLst/>
              <a:gdLst>
                <a:gd name="T0" fmla="*/ 549 w 549"/>
                <a:gd name="T1" fmla="*/ 132 h 436"/>
                <a:gd name="T2" fmla="*/ 274 w 549"/>
                <a:gd name="T3" fmla="*/ 0 h 436"/>
                <a:gd name="T4" fmla="*/ 0 w 549"/>
                <a:gd name="T5" fmla="*/ 132 h 436"/>
                <a:gd name="T6" fmla="*/ 38 w 549"/>
                <a:gd name="T7" fmla="*/ 156 h 436"/>
                <a:gd name="T8" fmla="*/ 38 w 549"/>
                <a:gd name="T9" fmla="*/ 360 h 436"/>
                <a:gd name="T10" fmla="*/ 57 w 549"/>
                <a:gd name="T11" fmla="*/ 360 h 436"/>
                <a:gd name="T12" fmla="*/ 57 w 549"/>
                <a:gd name="T13" fmla="*/ 168 h 436"/>
                <a:gd name="T14" fmla="*/ 113 w 549"/>
                <a:gd name="T15" fmla="*/ 201 h 436"/>
                <a:gd name="T16" fmla="*/ 113 w 549"/>
                <a:gd name="T17" fmla="*/ 436 h 436"/>
                <a:gd name="T18" fmla="*/ 435 w 549"/>
                <a:gd name="T19" fmla="*/ 436 h 436"/>
                <a:gd name="T20" fmla="*/ 435 w 549"/>
                <a:gd name="T21" fmla="*/ 201 h 436"/>
                <a:gd name="T22" fmla="*/ 549 w 549"/>
                <a:gd name="T23" fmla="*/ 132 h 436"/>
                <a:gd name="T24" fmla="*/ 274 w 549"/>
                <a:gd name="T25" fmla="*/ 21 h 436"/>
                <a:gd name="T26" fmla="*/ 511 w 549"/>
                <a:gd name="T27" fmla="*/ 135 h 436"/>
                <a:gd name="T28" fmla="*/ 274 w 549"/>
                <a:gd name="T29" fmla="*/ 277 h 436"/>
                <a:gd name="T30" fmla="*/ 38 w 549"/>
                <a:gd name="T31" fmla="*/ 135 h 436"/>
                <a:gd name="T32" fmla="*/ 274 w 549"/>
                <a:gd name="T33" fmla="*/ 21 h 436"/>
                <a:gd name="T34" fmla="*/ 416 w 549"/>
                <a:gd name="T35" fmla="*/ 417 h 436"/>
                <a:gd name="T36" fmla="*/ 132 w 549"/>
                <a:gd name="T37" fmla="*/ 417 h 436"/>
                <a:gd name="T38" fmla="*/ 132 w 549"/>
                <a:gd name="T39" fmla="*/ 213 h 436"/>
                <a:gd name="T40" fmla="*/ 274 w 549"/>
                <a:gd name="T41" fmla="*/ 298 h 436"/>
                <a:gd name="T42" fmla="*/ 416 w 549"/>
                <a:gd name="T43" fmla="*/ 213 h 436"/>
                <a:gd name="T44" fmla="*/ 416 w 549"/>
                <a:gd name="T45" fmla="*/ 41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9" h="436">
                  <a:moveTo>
                    <a:pt x="549" y="132"/>
                  </a:moveTo>
                  <a:lnTo>
                    <a:pt x="274" y="0"/>
                  </a:lnTo>
                  <a:lnTo>
                    <a:pt x="0" y="132"/>
                  </a:lnTo>
                  <a:lnTo>
                    <a:pt x="38" y="156"/>
                  </a:lnTo>
                  <a:lnTo>
                    <a:pt x="38" y="360"/>
                  </a:lnTo>
                  <a:lnTo>
                    <a:pt x="57" y="360"/>
                  </a:lnTo>
                  <a:lnTo>
                    <a:pt x="57" y="168"/>
                  </a:lnTo>
                  <a:lnTo>
                    <a:pt x="113" y="201"/>
                  </a:lnTo>
                  <a:lnTo>
                    <a:pt x="113" y="436"/>
                  </a:lnTo>
                  <a:lnTo>
                    <a:pt x="435" y="436"/>
                  </a:lnTo>
                  <a:lnTo>
                    <a:pt x="435" y="201"/>
                  </a:lnTo>
                  <a:lnTo>
                    <a:pt x="549" y="132"/>
                  </a:lnTo>
                  <a:close/>
                  <a:moveTo>
                    <a:pt x="274" y="21"/>
                  </a:moveTo>
                  <a:lnTo>
                    <a:pt x="511" y="135"/>
                  </a:lnTo>
                  <a:lnTo>
                    <a:pt x="274" y="277"/>
                  </a:lnTo>
                  <a:lnTo>
                    <a:pt x="38" y="135"/>
                  </a:lnTo>
                  <a:lnTo>
                    <a:pt x="274" y="21"/>
                  </a:lnTo>
                  <a:close/>
                  <a:moveTo>
                    <a:pt x="416" y="417"/>
                  </a:moveTo>
                  <a:lnTo>
                    <a:pt x="132" y="417"/>
                  </a:lnTo>
                  <a:lnTo>
                    <a:pt x="132" y="213"/>
                  </a:lnTo>
                  <a:lnTo>
                    <a:pt x="274" y="298"/>
                  </a:lnTo>
                  <a:lnTo>
                    <a:pt x="416" y="213"/>
                  </a:lnTo>
                  <a:lnTo>
                    <a:pt x="416" y="4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4">
              <a:extLst>
                <a:ext uri="{FF2B5EF4-FFF2-40B4-BE49-F238E27FC236}">
                  <a16:creationId xmlns:a16="http://schemas.microsoft.com/office/drawing/2014/main" id="{4EAA8894-92B4-4FBF-AC28-5FADAFDDCC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23363" y="2336801"/>
              <a:ext cx="860425" cy="736600"/>
            </a:xfrm>
            <a:custGeom>
              <a:avLst/>
              <a:gdLst>
                <a:gd name="T0" fmla="*/ 466 w 542"/>
                <a:gd name="T1" fmla="*/ 161 h 464"/>
                <a:gd name="T2" fmla="*/ 542 w 542"/>
                <a:gd name="T3" fmla="*/ 161 h 464"/>
                <a:gd name="T4" fmla="*/ 268 w 542"/>
                <a:gd name="T5" fmla="*/ 0 h 464"/>
                <a:gd name="T6" fmla="*/ 0 w 542"/>
                <a:gd name="T7" fmla="*/ 161 h 464"/>
                <a:gd name="T8" fmla="*/ 69 w 542"/>
                <a:gd name="T9" fmla="*/ 161 h 464"/>
                <a:gd name="T10" fmla="*/ 69 w 542"/>
                <a:gd name="T11" fmla="*/ 445 h 464"/>
                <a:gd name="T12" fmla="*/ 31 w 542"/>
                <a:gd name="T13" fmla="*/ 445 h 464"/>
                <a:gd name="T14" fmla="*/ 31 w 542"/>
                <a:gd name="T15" fmla="*/ 464 h 464"/>
                <a:gd name="T16" fmla="*/ 69 w 542"/>
                <a:gd name="T17" fmla="*/ 464 h 464"/>
                <a:gd name="T18" fmla="*/ 164 w 542"/>
                <a:gd name="T19" fmla="*/ 464 h 464"/>
                <a:gd name="T20" fmla="*/ 220 w 542"/>
                <a:gd name="T21" fmla="*/ 464 h 464"/>
                <a:gd name="T22" fmla="*/ 315 w 542"/>
                <a:gd name="T23" fmla="*/ 464 h 464"/>
                <a:gd name="T24" fmla="*/ 372 w 542"/>
                <a:gd name="T25" fmla="*/ 464 h 464"/>
                <a:gd name="T26" fmla="*/ 466 w 542"/>
                <a:gd name="T27" fmla="*/ 464 h 464"/>
                <a:gd name="T28" fmla="*/ 504 w 542"/>
                <a:gd name="T29" fmla="*/ 464 h 464"/>
                <a:gd name="T30" fmla="*/ 504 w 542"/>
                <a:gd name="T31" fmla="*/ 445 h 464"/>
                <a:gd name="T32" fmla="*/ 466 w 542"/>
                <a:gd name="T33" fmla="*/ 445 h 464"/>
                <a:gd name="T34" fmla="*/ 466 w 542"/>
                <a:gd name="T35" fmla="*/ 161 h 464"/>
                <a:gd name="T36" fmla="*/ 69 w 542"/>
                <a:gd name="T37" fmla="*/ 142 h 464"/>
                <a:gd name="T38" fmla="*/ 268 w 542"/>
                <a:gd name="T39" fmla="*/ 21 h 464"/>
                <a:gd name="T40" fmla="*/ 473 w 542"/>
                <a:gd name="T41" fmla="*/ 142 h 464"/>
                <a:gd name="T42" fmla="*/ 466 w 542"/>
                <a:gd name="T43" fmla="*/ 142 h 464"/>
                <a:gd name="T44" fmla="*/ 372 w 542"/>
                <a:gd name="T45" fmla="*/ 142 h 464"/>
                <a:gd name="T46" fmla="*/ 315 w 542"/>
                <a:gd name="T47" fmla="*/ 142 h 464"/>
                <a:gd name="T48" fmla="*/ 220 w 542"/>
                <a:gd name="T49" fmla="*/ 142 h 464"/>
                <a:gd name="T50" fmla="*/ 164 w 542"/>
                <a:gd name="T51" fmla="*/ 142 h 464"/>
                <a:gd name="T52" fmla="*/ 69 w 542"/>
                <a:gd name="T53" fmla="*/ 142 h 464"/>
                <a:gd name="T54" fmla="*/ 69 w 542"/>
                <a:gd name="T55" fmla="*/ 142 h 464"/>
                <a:gd name="T56" fmla="*/ 88 w 542"/>
                <a:gd name="T57" fmla="*/ 445 h 464"/>
                <a:gd name="T58" fmla="*/ 88 w 542"/>
                <a:gd name="T59" fmla="*/ 161 h 464"/>
                <a:gd name="T60" fmla="*/ 145 w 542"/>
                <a:gd name="T61" fmla="*/ 161 h 464"/>
                <a:gd name="T62" fmla="*/ 145 w 542"/>
                <a:gd name="T63" fmla="*/ 445 h 464"/>
                <a:gd name="T64" fmla="*/ 88 w 542"/>
                <a:gd name="T65" fmla="*/ 445 h 464"/>
                <a:gd name="T66" fmla="*/ 164 w 542"/>
                <a:gd name="T67" fmla="*/ 445 h 464"/>
                <a:gd name="T68" fmla="*/ 164 w 542"/>
                <a:gd name="T69" fmla="*/ 161 h 464"/>
                <a:gd name="T70" fmla="*/ 220 w 542"/>
                <a:gd name="T71" fmla="*/ 161 h 464"/>
                <a:gd name="T72" fmla="*/ 220 w 542"/>
                <a:gd name="T73" fmla="*/ 445 h 464"/>
                <a:gd name="T74" fmla="*/ 164 w 542"/>
                <a:gd name="T75" fmla="*/ 445 h 464"/>
                <a:gd name="T76" fmla="*/ 239 w 542"/>
                <a:gd name="T77" fmla="*/ 445 h 464"/>
                <a:gd name="T78" fmla="*/ 239 w 542"/>
                <a:gd name="T79" fmla="*/ 161 h 464"/>
                <a:gd name="T80" fmla="*/ 296 w 542"/>
                <a:gd name="T81" fmla="*/ 161 h 464"/>
                <a:gd name="T82" fmla="*/ 296 w 542"/>
                <a:gd name="T83" fmla="*/ 445 h 464"/>
                <a:gd name="T84" fmla="*/ 239 w 542"/>
                <a:gd name="T85" fmla="*/ 445 h 464"/>
                <a:gd name="T86" fmla="*/ 315 w 542"/>
                <a:gd name="T87" fmla="*/ 445 h 464"/>
                <a:gd name="T88" fmla="*/ 315 w 542"/>
                <a:gd name="T89" fmla="*/ 161 h 464"/>
                <a:gd name="T90" fmla="*/ 372 w 542"/>
                <a:gd name="T91" fmla="*/ 161 h 464"/>
                <a:gd name="T92" fmla="*/ 372 w 542"/>
                <a:gd name="T93" fmla="*/ 445 h 464"/>
                <a:gd name="T94" fmla="*/ 315 w 542"/>
                <a:gd name="T95" fmla="*/ 445 h 464"/>
                <a:gd name="T96" fmla="*/ 391 w 542"/>
                <a:gd name="T97" fmla="*/ 445 h 464"/>
                <a:gd name="T98" fmla="*/ 391 w 542"/>
                <a:gd name="T99" fmla="*/ 161 h 464"/>
                <a:gd name="T100" fmla="*/ 447 w 542"/>
                <a:gd name="T101" fmla="*/ 161 h 464"/>
                <a:gd name="T102" fmla="*/ 447 w 542"/>
                <a:gd name="T103" fmla="*/ 445 h 464"/>
                <a:gd name="T104" fmla="*/ 391 w 542"/>
                <a:gd name="T105" fmla="*/ 445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2" h="464">
                  <a:moveTo>
                    <a:pt x="466" y="161"/>
                  </a:moveTo>
                  <a:lnTo>
                    <a:pt x="542" y="161"/>
                  </a:lnTo>
                  <a:lnTo>
                    <a:pt x="268" y="0"/>
                  </a:lnTo>
                  <a:lnTo>
                    <a:pt x="0" y="161"/>
                  </a:lnTo>
                  <a:lnTo>
                    <a:pt x="69" y="161"/>
                  </a:lnTo>
                  <a:lnTo>
                    <a:pt x="69" y="445"/>
                  </a:lnTo>
                  <a:lnTo>
                    <a:pt x="31" y="445"/>
                  </a:lnTo>
                  <a:lnTo>
                    <a:pt x="31" y="464"/>
                  </a:lnTo>
                  <a:lnTo>
                    <a:pt x="69" y="464"/>
                  </a:lnTo>
                  <a:lnTo>
                    <a:pt x="164" y="464"/>
                  </a:lnTo>
                  <a:lnTo>
                    <a:pt x="220" y="464"/>
                  </a:lnTo>
                  <a:lnTo>
                    <a:pt x="315" y="464"/>
                  </a:lnTo>
                  <a:lnTo>
                    <a:pt x="372" y="464"/>
                  </a:lnTo>
                  <a:lnTo>
                    <a:pt x="466" y="464"/>
                  </a:lnTo>
                  <a:lnTo>
                    <a:pt x="504" y="464"/>
                  </a:lnTo>
                  <a:lnTo>
                    <a:pt x="504" y="445"/>
                  </a:lnTo>
                  <a:lnTo>
                    <a:pt x="466" y="445"/>
                  </a:lnTo>
                  <a:lnTo>
                    <a:pt x="466" y="161"/>
                  </a:lnTo>
                  <a:close/>
                  <a:moveTo>
                    <a:pt x="69" y="142"/>
                  </a:moveTo>
                  <a:lnTo>
                    <a:pt x="268" y="21"/>
                  </a:lnTo>
                  <a:lnTo>
                    <a:pt x="473" y="142"/>
                  </a:lnTo>
                  <a:lnTo>
                    <a:pt x="466" y="142"/>
                  </a:lnTo>
                  <a:lnTo>
                    <a:pt x="372" y="142"/>
                  </a:lnTo>
                  <a:lnTo>
                    <a:pt x="315" y="142"/>
                  </a:lnTo>
                  <a:lnTo>
                    <a:pt x="220" y="142"/>
                  </a:lnTo>
                  <a:lnTo>
                    <a:pt x="164" y="142"/>
                  </a:lnTo>
                  <a:lnTo>
                    <a:pt x="69" y="142"/>
                  </a:lnTo>
                  <a:lnTo>
                    <a:pt x="69" y="142"/>
                  </a:lnTo>
                  <a:close/>
                  <a:moveTo>
                    <a:pt x="88" y="445"/>
                  </a:moveTo>
                  <a:lnTo>
                    <a:pt x="88" y="161"/>
                  </a:lnTo>
                  <a:lnTo>
                    <a:pt x="145" y="161"/>
                  </a:lnTo>
                  <a:lnTo>
                    <a:pt x="145" y="445"/>
                  </a:lnTo>
                  <a:lnTo>
                    <a:pt x="88" y="445"/>
                  </a:lnTo>
                  <a:close/>
                  <a:moveTo>
                    <a:pt x="164" y="445"/>
                  </a:moveTo>
                  <a:lnTo>
                    <a:pt x="164" y="161"/>
                  </a:lnTo>
                  <a:lnTo>
                    <a:pt x="220" y="161"/>
                  </a:lnTo>
                  <a:lnTo>
                    <a:pt x="220" y="445"/>
                  </a:lnTo>
                  <a:lnTo>
                    <a:pt x="164" y="445"/>
                  </a:lnTo>
                  <a:close/>
                  <a:moveTo>
                    <a:pt x="239" y="445"/>
                  </a:moveTo>
                  <a:lnTo>
                    <a:pt x="239" y="161"/>
                  </a:lnTo>
                  <a:lnTo>
                    <a:pt x="296" y="161"/>
                  </a:lnTo>
                  <a:lnTo>
                    <a:pt x="296" y="445"/>
                  </a:lnTo>
                  <a:lnTo>
                    <a:pt x="239" y="445"/>
                  </a:lnTo>
                  <a:close/>
                  <a:moveTo>
                    <a:pt x="315" y="445"/>
                  </a:moveTo>
                  <a:lnTo>
                    <a:pt x="315" y="161"/>
                  </a:lnTo>
                  <a:lnTo>
                    <a:pt x="372" y="161"/>
                  </a:lnTo>
                  <a:lnTo>
                    <a:pt x="372" y="445"/>
                  </a:lnTo>
                  <a:lnTo>
                    <a:pt x="315" y="445"/>
                  </a:lnTo>
                  <a:close/>
                  <a:moveTo>
                    <a:pt x="391" y="445"/>
                  </a:moveTo>
                  <a:lnTo>
                    <a:pt x="391" y="161"/>
                  </a:lnTo>
                  <a:lnTo>
                    <a:pt x="447" y="161"/>
                  </a:lnTo>
                  <a:lnTo>
                    <a:pt x="447" y="445"/>
                  </a:lnTo>
                  <a:lnTo>
                    <a:pt x="391" y="4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35">
              <a:extLst>
                <a:ext uri="{FF2B5EF4-FFF2-40B4-BE49-F238E27FC236}">
                  <a16:creationId xmlns:a16="http://schemas.microsoft.com/office/drawing/2014/main" id="{64FA08B3-38BB-4102-BE07-0906ED8A06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50526" y="2355851"/>
              <a:ext cx="695325" cy="752475"/>
            </a:xfrm>
            <a:custGeom>
              <a:avLst/>
              <a:gdLst>
                <a:gd name="T0" fmla="*/ 178 w 185"/>
                <a:gd name="T1" fmla="*/ 48 h 200"/>
                <a:gd name="T2" fmla="*/ 123 w 185"/>
                <a:gd name="T3" fmla="*/ 42 h 200"/>
                <a:gd name="T4" fmla="*/ 58 w 185"/>
                <a:gd name="T5" fmla="*/ 41 h 200"/>
                <a:gd name="T6" fmla="*/ 7 w 185"/>
                <a:gd name="T7" fmla="*/ 48 h 200"/>
                <a:gd name="T8" fmla="*/ 28 w 185"/>
                <a:gd name="T9" fmla="*/ 100 h 200"/>
                <a:gd name="T10" fmla="*/ 32 w 185"/>
                <a:gd name="T11" fmla="*/ 162 h 200"/>
                <a:gd name="T12" fmla="*/ 91 w 185"/>
                <a:gd name="T13" fmla="*/ 200 h 200"/>
                <a:gd name="T14" fmla="*/ 153 w 185"/>
                <a:gd name="T15" fmla="*/ 162 h 200"/>
                <a:gd name="T16" fmla="*/ 157 w 185"/>
                <a:gd name="T17" fmla="*/ 100 h 200"/>
                <a:gd name="T18" fmla="*/ 171 w 185"/>
                <a:gd name="T19" fmla="*/ 52 h 200"/>
                <a:gd name="T20" fmla="*/ 129 w 185"/>
                <a:gd name="T21" fmla="*/ 76 h 200"/>
                <a:gd name="T22" fmla="*/ 153 w 185"/>
                <a:gd name="T23" fmla="*/ 45 h 200"/>
                <a:gd name="T24" fmla="*/ 92 w 185"/>
                <a:gd name="T25" fmla="*/ 136 h 200"/>
                <a:gd name="T26" fmla="*/ 59 w 185"/>
                <a:gd name="T27" fmla="*/ 116 h 200"/>
                <a:gd name="T28" fmla="*/ 59 w 185"/>
                <a:gd name="T29" fmla="*/ 83 h 200"/>
                <a:gd name="T30" fmla="*/ 92 w 185"/>
                <a:gd name="T31" fmla="*/ 63 h 200"/>
                <a:gd name="T32" fmla="*/ 122 w 185"/>
                <a:gd name="T33" fmla="*/ 81 h 200"/>
                <a:gd name="T34" fmla="*/ 122 w 185"/>
                <a:gd name="T35" fmla="*/ 119 h 200"/>
                <a:gd name="T36" fmla="*/ 121 w 185"/>
                <a:gd name="T37" fmla="*/ 129 h 200"/>
                <a:gd name="T38" fmla="*/ 101 w 185"/>
                <a:gd name="T39" fmla="*/ 140 h 200"/>
                <a:gd name="T40" fmla="*/ 121 w 185"/>
                <a:gd name="T41" fmla="*/ 129 h 200"/>
                <a:gd name="T42" fmla="*/ 64 w 185"/>
                <a:gd name="T43" fmla="*/ 148 h 200"/>
                <a:gd name="T44" fmla="*/ 72 w 185"/>
                <a:gd name="T45" fmla="*/ 134 h 200"/>
                <a:gd name="T46" fmla="*/ 51 w 185"/>
                <a:gd name="T47" fmla="*/ 110 h 200"/>
                <a:gd name="T48" fmla="*/ 51 w 185"/>
                <a:gd name="T49" fmla="*/ 90 h 200"/>
                <a:gd name="T50" fmla="*/ 51 w 185"/>
                <a:gd name="T51" fmla="*/ 110 h 200"/>
                <a:gd name="T52" fmla="*/ 64 w 185"/>
                <a:gd name="T53" fmla="*/ 51 h 200"/>
                <a:gd name="T54" fmla="*/ 72 w 185"/>
                <a:gd name="T55" fmla="*/ 66 h 200"/>
                <a:gd name="T56" fmla="*/ 101 w 185"/>
                <a:gd name="T57" fmla="*/ 59 h 200"/>
                <a:gd name="T58" fmla="*/ 121 w 185"/>
                <a:gd name="T59" fmla="*/ 71 h 200"/>
                <a:gd name="T60" fmla="*/ 101 w 185"/>
                <a:gd name="T61" fmla="*/ 59 h 200"/>
                <a:gd name="T62" fmla="*/ 145 w 185"/>
                <a:gd name="T63" fmla="*/ 100 h 200"/>
                <a:gd name="T64" fmla="*/ 131 w 185"/>
                <a:gd name="T65" fmla="*/ 100 h 200"/>
                <a:gd name="T66" fmla="*/ 91 w 185"/>
                <a:gd name="T67" fmla="*/ 8 h 200"/>
                <a:gd name="T68" fmla="*/ 92 w 185"/>
                <a:gd name="T69" fmla="*/ 54 h 200"/>
                <a:gd name="T70" fmla="*/ 91 w 185"/>
                <a:gd name="T71" fmla="*/ 8 h 200"/>
                <a:gd name="T72" fmla="*/ 32 w 185"/>
                <a:gd name="T73" fmla="*/ 45 h 200"/>
                <a:gd name="T74" fmla="*/ 52 w 185"/>
                <a:gd name="T75" fmla="*/ 79 h 200"/>
                <a:gd name="T76" fmla="*/ 24 w 185"/>
                <a:gd name="T77" fmla="*/ 84 h 200"/>
                <a:gd name="T78" fmla="*/ 32 w 185"/>
                <a:gd name="T79" fmla="*/ 154 h 200"/>
                <a:gd name="T80" fmla="*/ 34 w 185"/>
                <a:gd name="T81" fmla="*/ 105 h 200"/>
                <a:gd name="T82" fmla="*/ 56 w 185"/>
                <a:gd name="T83" fmla="*/ 150 h 200"/>
                <a:gd name="T84" fmla="*/ 91 w 185"/>
                <a:gd name="T85" fmla="*/ 192 h 200"/>
                <a:gd name="T86" fmla="*/ 92 w 185"/>
                <a:gd name="T87" fmla="*/ 145 h 200"/>
                <a:gd name="T88" fmla="*/ 91 w 185"/>
                <a:gd name="T89" fmla="*/ 192 h 200"/>
                <a:gd name="T90" fmla="*/ 153 w 185"/>
                <a:gd name="T91" fmla="*/ 154 h 200"/>
                <a:gd name="T92" fmla="*/ 129 w 185"/>
                <a:gd name="T93" fmla="*/ 123 h 200"/>
                <a:gd name="T94" fmla="*/ 171 w 185"/>
                <a:gd name="T95" fmla="*/ 1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5" h="200">
                  <a:moveTo>
                    <a:pt x="157" y="100"/>
                  </a:moveTo>
                  <a:cubicBezTo>
                    <a:pt x="176" y="80"/>
                    <a:pt x="185" y="60"/>
                    <a:pt x="178" y="48"/>
                  </a:cubicBezTo>
                  <a:cubicBezTo>
                    <a:pt x="175" y="43"/>
                    <a:pt x="168" y="37"/>
                    <a:pt x="153" y="37"/>
                  </a:cubicBezTo>
                  <a:cubicBezTo>
                    <a:pt x="144" y="37"/>
                    <a:pt x="134" y="39"/>
                    <a:pt x="123" y="42"/>
                  </a:cubicBezTo>
                  <a:cubicBezTo>
                    <a:pt x="116" y="16"/>
                    <a:pt x="104" y="0"/>
                    <a:pt x="91" y="0"/>
                  </a:cubicBezTo>
                  <a:cubicBezTo>
                    <a:pt x="77" y="0"/>
                    <a:pt x="65" y="16"/>
                    <a:pt x="58" y="41"/>
                  </a:cubicBezTo>
                  <a:cubicBezTo>
                    <a:pt x="49" y="39"/>
                    <a:pt x="40" y="37"/>
                    <a:pt x="32" y="37"/>
                  </a:cubicBezTo>
                  <a:cubicBezTo>
                    <a:pt x="17" y="37"/>
                    <a:pt x="10" y="43"/>
                    <a:pt x="7" y="48"/>
                  </a:cubicBezTo>
                  <a:cubicBezTo>
                    <a:pt x="1" y="58"/>
                    <a:pt x="5" y="72"/>
                    <a:pt x="18" y="89"/>
                  </a:cubicBezTo>
                  <a:cubicBezTo>
                    <a:pt x="21" y="92"/>
                    <a:pt x="24" y="96"/>
                    <a:pt x="28" y="100"/>
                  </a:cubicBezTo>
                  <a:cubicBezTo>
                    <a:pt x="8" y="120"/>
                    <a:pt x="0" y="140"/>
                    <a:pt x="7" y="152"/>
                  </a:cubicBezTo>
                  <a:cubicBezTo>
                    <a:pt x="10" y="156"/>
                    <a:pt x="17" y="162"/>
                    <a:pt x="32" y="162"/>
                  </a:cubicBezTo>
                  <a:cubicBezTo>
                    <a:pt x="40" y="162"/>
                    <a:pt x="49" y="161"/>
                    <a:pt x="58" y="158"/>
                  </a:cubicBezTo>
                  <a:cubicBezTo>
                    <a:pt x="65" y="184"/>
                    <a:pt x="77" y="200"/>
                    <a:pt x="91" y="200"/>
                  </a:cubicBezTo>
                  <a:cubicBezTo>
                    <a:pt x="104" y="200"/>
                    <a:pt x="116" y="183"/>
                    <a:pt x="123" y="157"/>
                  </a:cubicBezTo>
                  <a:cubicBezTo>
                    <a:pt x="134" y="161"/>
                    <a:pt x="144" y="162"/>
                    <a:pt x="153" y="162"/>
                  </a:cubicBezTo>
                  <a:cubicBezTo>
                    <a:pt x="168" y="162"/>
                    <a:pt x="175" y="156"/>
                    <a:pt x="178" y="152"/>
                  </a:cubicBezTo>
                  <a:cubicBezTo>
                    <a:pt x="185" y="140"/>
                    <a:pt x="176" y="120"/>
                    <a:pt x="157" y="100"/>
                  </a:cubicBezTo>
                  <a:close/>
                  <a:moveTo>
                    <a:pt x="153" y="45"/>
                  </a:moveTo>
                  <a:cubicBezTo>
                    <a:pt x="159" y="45"/>
                    <a:pt x="168" y="46"/>
                    <a:pt x="171" y="52"/>
                  </a:cubicBezTo>
                  <a:cubicBezTo>
                    <a:pt x="176" y="60"/>
                    <a:pt x="169" y="76"/>
                    <a:pt x="151" y="94"/>
                  </a:cubicBezTo>
                  <a:cubicBezTo>
                    <a:pt x="145" y="88"/>
                    <a:pt x="137" y="82"/>
                    <a:pt x="129" y="76"/>
                  </a:cubicBezTo>
                  <a:cubicBezTo>
                    <a:pt x="129" y="67"/>
                    <a:pt x="127" y="58"/>
                    <a:pt x="125" y="50"/>
                  </a:cubicBezTo>
                  <a:cubicBezTo>
                    <a:pt x="136" y="47"/>
                    <a:pt x="145" y="45"/>
                    <a:pt x="153" y="45"/>
                  </a:cubicBezTo>
                  <a:close/>
                  <a:moveTo>
                    <a:pt x="109" y="127"/>
                  </a:moveTo>
                  <a:cubicBezTo>
                    <a:pt x="103" y="130"/>
                    <a:pt x="98" y="133"/>
                    <a:pt x="92" y="136"/>
                  </a:cubicBezTo>
                  <a:cubicBezTo>
                    <a:pt x="87" y="133"/>
                    <a:pt x="81" y="130"/>
                    <a:pt x="76" y="127"/>
                  </a:cubicBezTo>
                  <a:cubicBezTo>
                    <a:pt x="70" y="123"/>
                    <a:pt x="65" y="120"/>
                    <a:pt x="59" y="116"/>
                  </a:cubicBezTo>
                  <a:cubicBezTo>
                    <a:pt x="59" y="111"/>
                    <a:pt x="59" y="105"/>
                    <a:pt x="59" y="100"/>
                  </a:cubicBezTo>
                  <a:cubicBezTo>
                    <a:pt x="59" y="94"/>
                    <a:pt x="59" y="89"/>
                    <a:pt x="59" y="83"/>
                  </a:cubicBezTo>
                  <a:cubicBezTo>
                    <a:pt x="65" y="80"/>
                    <a:pt x="70" y="76"/>
                    <a:pt x="76" y="73"/>
                  </a:cubicBezTo>
                  <a:cubicBezTo>
                    <a:pt x="81" y="69"/>
                    <a:pt x="87" y="66"/>
                    <a:pt x="92" y="63"/>
                  </a:cubicBezTo>
                  <a:cubicBezTo>
                    <a:pt x="98" y="66"/>
                    <a:pt x="103" y="69"/>
                    <a:pt x="109" y="73"/>
                  </a:cubicBezTo>
                  <a:cubicBezTo>
                    <a:pt x="113" y="75"/>
                    <a:pt x="118" y="78"/>
                    <a:pt x="122" y="81"/>
                  </a:cubicBezTo>
                  <a:cubicBezTo>
                    <a:pt x="122" y="87"/>
                    <a:pt x="123" y="93"/>
                    <a:pt x="123" y="100"/>
                  </a:cubicBezTo>
                  <a:cubicBezTo>
                    <a:pt x="123" y="106"/>
                    <a:pt x="122" y="113"/>
                    <a:pt x="122" y="119"/>
                  </a:cubicBezTo>
                  <a:cubicBezTo>
                    <a:pt x="118" y="121"/>
                    <a:pt x="113" y="124"/>
                    <a:pt x="109" y="127"/>
                  </a:cubicBezTo>
                  <a:close/>
                  <a:moveTo>
                    <a:pt x="121" y="129"/>
                  </a:moveTo>
                  <a:cubicBezTo>
                    <a:pt x="120" y="135"/>
                    <a:pt x="119" y="141"/>
                    <a:pt x="118" y="147"/>
                  </a:cubicBezTo>
                  <a:cubicBezTo>
                    <a:pt x="112" y="145"/>
                    <a:pt x="107" y="143"/>
                    <a:pt x="101" y="140"/>
                  </a:cubicBezTo>
                  <a:cubicBezTo>
                    <a:pt x="105" y="138"/>
                    <a:pt x="109" y="136"/>
                    <a:pt x="113" y="134"/>
                  </a:cubicBezTo>
                  <a:cubicBezTo>
                    <a:pt x="116" y="132"/>
                    <a:pt x="118" y="131"/>
                    <a:pt x="121" y="129"/>
                  </a:cubicBezTo>
                  <a:close/>
                  <a:moveTo>
                    <a:pt x="83" y="140"/>
                  </a:moveTo>
                  <a:cubicBezTo>
                    <a:pt x="77" y="143"/>
                    <a:pt x="70" y="146"/>
                    <a:pt x="64" y="148"/>
                  </a:cubicBezTo>
                  <a:cubicBezTo>
                    <a:pt x="62" y="141"/>
                    <a:pt x="61" y="134"/>
                    <a:pt x="60" y="126"/>
                  </a:cubicBezTo>
                  <a:cubicBezTo>
                    <a:pt x="64" y="129"/>
                    <a:pt x="68" y="131"/>
                    <a:pt x="72" y="134"/>
                  </a:cubicBezTo>
                  <a:cubicBezTo>
                    <a:pt x="76" y="136"/>
                    <a:pt x="80" y="138"/>
                    <a:pt x="83" y="140"/>
                  </a:cubicBezTo>
                  <a:close/>
                  <a:moveTo>
                    <a:pt x="51" y="110"/>
                  </a:moveTo>
                  <a:cubicBezTo>
                    <a:pt x="47" y="106"/>
                    <a:pt x="43" y="103"/>
                    <a:pt x="39" y="100"/>
                  </a:cubicBezTo>
                  <a:cubicBezTo>
                    <a:pt x="43" y="96"/>
                    <a:pt x="47" y="93"/>
                    <a:pt x="51" y="90"/>
                  </a:cubicBezTo>
                  <a:cubicBezTo>
                    <a:pt x="51" y="93"/>
                    <a:pt x="51" y="96"/>
                    <a:pt x="51" y="100"/>
                  </a:cubicBezTo>
                  <a:cubicBezTo>
                    <a:pt x="51" y="103"/>
                    <a:pt x="51" y="106"/>
                    <a:pt x="51" y="110"/>
                  </a:cubicBezTo>
                  <a:close/>
                  <a:moveTo>
                    <a:pt x="60" y="73"/>
                  </a:moveTo>
                  <a:cubicBezTo>
                    <a:pt x="61" y="65"/>
                    <a:pt x="62" y="58"/>
                    <a:pt x="64" y="51"/>
                  </a:cubicBezTo>
                  <a:cubicBezTo>
                    <a:pt x="70" y="53"/>
                    <a:pt x="77" y="56"/>
                    <a:pt x="83" y="59"/>
                  </a:cubicBezTo>
                  <a:cubicBezTo>
                    <a:pt x="80" y="61"/>
                    <a:pt x="76" y="63"/>
                    <a:pt x="72" y="66"/>
                  </a:cubicBezTo>
                  <a:cubicBezTo>
                    <a:pt x="68" y="68"/>
                    <a:pt x="64" y="71"/>
                    <a:pt x="60" y="73"/>
                  </a:cubicBezTo>
                  <a:close/>
                  <a:moveTo>
                    <a:pt x="101" y="59"/>
                  </a:moveTo>
                  <a:cubicBezTo>
                    <a:pt x="107" y="56"/>
                    <a:pt x="112" y="54"/>
                    <a:pt x="118" y="52"/>
                  </a:cubicBezTo>
                  <a:cubicBezTo>
                    <a:pt x="119" y="58"/>
                    <a:pt x="120" y="64"/>
                    <a:pt x="121" y="71"/>
                  </a:cubicBezTo>
                  <a:cubicBezTo>
                    <a:pt x="118" y="69"/>
                    <a:pt x="116" y="67"/>
                    <a:pt x="113" y="66"/>
                  </a:cubicBezTo>
                  <a:cubicBezTo>
                    <a:pt x="109" y="63"/>
                    <a:pt x="105" y="61"/>
                    <a:pt x="101" y="59"/>
                  </a:cubicBezTo>
                  <a:close/>
                  <a:moveTo>
                    <a:pt x="130" y="87"/>
                  </a:moveTo>
                  <a:cubicBezTo>
                    <a:pt x="136" y="91"/>
                    <a:pt x="141" y="96"/>
                    <a:pt x="145" y="100"/>
                  </a:cubicBezTo>
                  <a:cubicBezTo>
                    <a:pt x="141" y="104"/>
                    <a:pt x="136" y="108"/>
                    <a:pt x="130" y="112"/>
                  </a:cubicBezTo>
                  <a:cubicBezTo>
                    <a:pt x="130" y="108"/>
                    <a:pt x="131" y="104"/>
                    <a:pt x="131" y="100"/>
                  </a:cubicBezTo>
                  <a:cubicBezTo>
                    <a:pt x="131" y="95"/>
                    <a:pt x="130" y="91"/>
                    <a:pt x="130" y="87"/>
                  </a:cubicBezTo>
                  <a:close/>
                  <a:moveTo>
                    <a:pt x="91" y="8"/>
                  </a:moveTo>
                  <a:cubicBezTo>
                    <a:pt x="100" y="8"/>
                    <a:pt x="109" y="22"/>
                    <a:pt x="116" y="45"/>
                  </a:cubicBezTo>
                  <a:cubicBezTo>
                    <a:pt x="108" y="47"/>
                    <a:pt x="100" y="50"/>
                    <a:pt x="92" y="54"/>
                  </a:cubicBezTo>
                  <a:cubicBezTo>
                    <a:pt x="83" y="50"/>
                    <a:pt x="74" y="46"/>
                    <a:pt x="66" y="43"/>
                  </a:cubicBezTo>
                  <a:cubicBezTo>
                    <a:pt x="72" y="21"/>
                    <a:pt x="82" y="8"/>
                    <a:pt x="91" y="8"/>
                  </a:cubicBezTo>
                  <a:close/>
                  <a:moveTo>
                    <a:pt x="14" y="52"/>
                  </a:moveTo>
                  <a:cubicBezTo>
                    <a:pt x="17" y="46"/>
                    <a:pt x="26" y="45"/>
                    <a:pt x="32" y="45"/>
                  </a:cubicBezTo>
                  <a:cubicBezTo>
                    <a:pt x="39" y="45"/>
                    <a:pt x="47" y="47"/>
                    <a:pt x="56" y="49"/>
                  </a:cubicBezTo>
                  <a:cubicBezTo>
                    <a:pt x="54" y="58"/>
                    <a:pt x="52" y="68"/>
                    <a:pt x="52" y="79"/>
                  </a:cubicBezTo>
                  <a:cubicBezTo>
                    <a:pt x="45" y="84"/>
                    <a:pt x="39" y="89"/>
                    <a:pt x="34" y="94"/>
                  </a:cubicBezTo>
                  <a:cubicBezTo>
                    <a:pt x="30" y="91"/>
                    <a:pt x="27" y="87"/>
                    <a:pt x="24" y="84"/>
                  </a:cubicBezTo>
                  <a:cubicBezTo>
                    <a:pt x="14" y="70"/>
                    <a:pt x="10" y="59"/>
                    <a:pt x="14" y="52"/>
                  </a:cubicBezTo>
                  <a:close/>
                  <a:moveTo>
                    <a:pt x="32" y="154"/>
                  </a:moveTo>
                  <a:cubicBezTo>
                    <a:pt x="26" y="154"/>
                    <a:pt x="17" y="153"/>
                    <a:pt x="14" y="148"/>
                  </a:cubicBezTo>
                  <a:cubicBezTo>
                    <a:pt x="9" y="139"/>
                    <a:pt x="16" y="123"/>
                    <a:pt x="34" y="105"/>
                  </a:cubicBezTo>
                  <a:cubicBezTo>
                    <a:pt x="39" y="110"/>
                    <a:pt x="45" y="115"/>
                    <a:pt x="52" y="120"/>
                  </a:cubicBezTo>
                  <a:cubicBezTo>
                    <a:pt x="52" y="131"/>
                    <a:pt x="54" y="141"/>
                    <a:pt x="56" y="150"/>
                  </a:cubicBezTo>
                  <a:cubicBezTo>
                    <a:pt x="47" y="153"/>
                    <a:pt x="39" y="154"/>
                    <a:pt x="32" y="154"/>
                  </a:cubicBezTo>
                  <a:close/>
                  <a:moveTo>
                    <a:pt x="91" y="192"/>
                  </a:moveTo>
                  <a:cubicBezTo>
                    <a:pt x="82" y="192"/>
                    <a:pt x="72" y="178"/>
                    <a:pt x="66" y="156"/>
                  </a:cubicBezTo>
                  <a:cubicBezTo>
                    <a:pt x="74" y="153"/>
                    <a:pt x="83" y="150"/>
                    <a:pt x="92" y="145"/>
                  </a:cubicBezTo>
                  <a:cubicBezTo>
                    <a:pt x="100" y="149"/>
                    <a:pt x="108" y="152"/>
                    <a:pt x="116" y="155"/>
                  </a:cubicBezTo>
                  <a:cubicBezTo>
                    <a:pt x="109" y="178"/>
                    <a:pt x="100" y="192"/>
                    <a:pt x="91" y="192"/>
                  </a:cubicBezTo>
                  <a:close/>
                  <a:moveTo>
                    <a:pt x="171" y="148"/>
                  </a:moveTo>
                  <a:cubicBezTo>
                    <a:pt x="168" y="153"/>
                    <a:pt x="159" y="154"/>
                    <a:pt x="153" y="154"/>
                  </a:cubicBezTo>
                  <a:cubicBezTo>
                    <a:pt x="145" y="154"/>
                    <a:pt x="136" y="153"/>
                    <a:pt x="125" y="150"/>
                  </a:cubicBezTo>
                  <a:cubicBezTo>
                    <a:pt x="127" y="141"/>
                    <a:pt x="129" y="132"/>
                    <a:pt x="129" y="123"/>
                  </a:cubicBezTo>
                  <a:cubicBezTo>
                    <a:pt x="137" y="117"/>
                    <a:pt x="145" y="111"/>
                    <a:pt x="151" y="105"/>
                  </a:cubicBezTo>
                  <a:cubicBezTo>
                    <a:pt x="169" y="123"/>
                    <a:pt x="176" y="139"/>
                    <a:pt x="171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36">
              <a:extLst>
                <a:ext uri="{FF2B5EF4-FFF2-40B4-BE49-F238E27FC236}">
                  <a16:creationId xmlns:a16="http://schemas.microsoft.com/office/drawing/2014/main" id="{8395B600-08CC-41E2-AFB7-85372BF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313" y="3713163"/>
              <a:ext cx="266700" cy="266700"/>
            </a:xfrm>
            <a:custGeom>
              <a:avLst/>
              <a:gdLst>
                <a:gd name="T0" fmla="*/ 142 w 168"/>
                <a:gd name="T1" fmla="*/ 19 h 168"/>
                <a:gd name="T2" fmla="*/ 142 w 168"/>
                <a:gd name="T3" fmla="*/ 0 h 168"/>
                <a:gd name="T4" fmla="*/ 0 w 168"/>
                <a:gd name="T5" fmla="*/ 0 h 168"/>
                <a:gd name="T6" fmla="*/ 0 w 168"/>
                <a:gd name="T7" fmla="*/ 142 h 168"/>
                <a:gd name="T8" fmla="*/ 19 w 168"/>
                <a:gd name="T9" fmla="*/ 142 h 168"/>
                <a:gd name="T10" fmla="*/ 19 w 168"/>
                <a:gd name="T11" fmla="*/ 33 h 168"/>
                <a:gd name="T12" fmla="*/ 154 w 168"/>
                <a:gd name="T13" fmla="*/ 168 h 168"/>
                <a:gd name="T14" fmla="*/ 168 w 168"/>
                <a:gd name="T15" fmla="*/ 154 h 168"/>
                <a:gd name="T16" fmla="*/ 34 w 168"/>
                <a:gd name="T17" fmla="*/ 19 h 168"/>
                <a:gd name="T18" fmla="*/ 142 w 168"/>
                <a:gd name="T19" fmla="*/ 1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142" y="19"/>
                  </a:moveTo>
                  <a:lnTo>
                    <a:pt x="14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19" y="142"/>
                  </a:lnTo>
                  <a:lnTo>
                    <a:pt x="19" y="33"/>
                  </a:lnTo>
                  <a:lnTo>
                    <a:pt x="154" y="168"/>
                  </a:lnTo>
                  <a:lnTo>
                    <a:pt x="168" y="154"/>
                  </a:lnTo>
                  <a:lnTo>
                    <a:pt x="34" y="19"/>
                  </a:lnTo>
                  <a:lnTo>
                    <a:pt x="14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37">
              <a:extLst>
                <a:ext uri="{FF2B5EF4-FFF2-40B4-BE49-F238E27FC236}">
                  <a16:creationId xmlns:a16="http://schemas.microsoft.com/office/drawing/2014/main" id="{D19A2BC5-E05B-4ADA-A57E-CEF8CA3E2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926" y="3713163"/>
              <a:ext cx="265113" cy="266700"/>
            </a:xfrm>
            <a:custGeom>
              <a:avLst/>
              <a:gdLst>
                <a:gd name="T0" fmla="*/ 26 w 167"/>
                <a:gd name="T1" fmla="*/ 0 h 168"/>
                <a:gd name="T2" fmla="*/ 26 w 167"/>
                <a:gd name="T3" fmla="*/ 19 h 168"/>
                <a:gd name="T4" fmla="*/ 134 w 167"/>
                <a:gd name="T5" fmla="*/ 19 h 168"/>
                <a:gd name="T6" fmla="*/ 0 w 167"/>
                <a:gd name="T7" fmla="*/ 154 h 168"/>
                <a:gd name="T8" fmla="*/ 14 w 167"/>
                <a:gd name="T9" fmla="*/ 168 h 168"/>
                <a:gd name="T10" fmla="*/ 149 w 167"/>
                <a:gd name="T11" fmla="*/ 33 h 168"/>
                <a:gd name="T12" fmla="*/ 149 w 167"/>
                <a:gd name="T13" fmla="*/ 142 h 168"/>
                <a:gd name="T14" fmla="*/ 167 w 167"/>
                <a:gd name="T15" fmla="*/ 142 h 168"/>
                <a:gd name="T16" fmla="*/ 167 w 167"/>
                <a:gd name="T17" fmla="*/ 0 h 168"/>
                <a:gd name="T18" fmla="*/ 26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26" y="0"/>
                  </a:moveTo>
                  <a:lnTo>
                    <a:pt x="26" y="19"/>
                  </a:lnTo>
                  <a:lnTo>
                    <a:pt x="134" y="19"/>
                  </a:lnTo>
                  <a:lnTo>
                    <a:pt x="0" y="154"/>
                  </a:lnTo>
                  <a:lnTo>
                    <a:pt x="14" y="168"/>
                  </a:lnTo>
                  <a:lnTo>
                    <a:pt x="149" y="33"/>
                  </a:lnTo>
                  <a:lnTo>
                    <a:pt x="149" y="142"/>
                  </a:lnTo>
                  <a:lnTo>
                    <a:pt x="167" y="142"/>
                  </a:lnTo>
                  <a:lnTo>
                    <a:pt x="167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38">
              <a:extLst>
                <a:ext uri="{FF2B5EF4-FFF2-40B4-BE49-F238E27FC236}">
                  <a16:creationId xmlns:a16="http://schemas.microsoft.com/office/drawing/2014/main" id="{EE4D1F50-81B9-46D7-99AC-2D725EFA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313" y="4171951"/>
              <a:ext cx="266700" cy="261938"/>
            </a:xfrm>
            <a:custGeom>
              <a:avLst/>
              <a:gdLst>
                <a:gd name="T0" fmla="*/ 154 w 168"/>
                <a:gd name="T1" fmla="*/ 0 h 165"/>
                <a:gd name="T2" fmla="*/ 19 w 168"/>
                <a:gd name="T3" fmla="*/ 135 h 165"/>
                <a:gd name="T4" fmla="*/ 19 w 168"/>
                <a:gd name="T5" fmla="*/ 23 h 165"/>
                <a:gd name="T6" fmla="*/ 0 w 168"/>
                <a:gd name="T7" fmla="*/ 23 h 165"/>
                <a:gd name="T8" fmla="*/ 0 w 168"/>
                <a:gd name="T9" fmla="*/ 165 h 165"/>
                <a:gd name="T10" fmla="*/ 142 w 168"/>
                <a:gd name="T11" fmla="*/ 165 h 165"/>
                <a:gd name="T12" fmla="*/ 142 w 168"/>
                <a:gd name="T13" fmla="*/ 146 h 165"/>
                <a:gd name="T14" fmla="*/ 34 w 168"/>
                <a:gd name="T15" fmla="*/ 146 h 165"/>
                <a:gd name="T16" fmla="*/ 168 w 168"/>
                <a:gd name="T17" fmla="*/ 11 h 165"/>
                <a:gd name="T18" fmla="*/ 154 w 168"/>
                <a:gd name="T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5">
                  <a:moveTo>
                    <a:pt x="154" y="0"/>
                  </a:moveTo>
                  <a:lnTo>
                    <a:pt x="19" y="135"/>
                  </a:lnTo>
                  <a:lnTo>
                    <a:pt x="19" y="23"/>
                  </a:lnTo>
                  <a:lnTo>
                    <a:pt x="0" y="23"/>
                  </a:lnTo>
                  <a:lnTo>
                    <a:pt x="0" y="165"/>
                  </a:lnTo>
                  <a:lnTo>
                    <a:pt x="142" y="165"/>
                  </a:lnTo>
                  <a:lnTo>
                    <a:pt x="142" y="146"/>
                  </a:lnTo>
                  <a:lnTo>
                    <a:pt x="34" y="146"/>
                  </a:lnTo>
                  <a:lnTo>
                    <a:pt x="168" y="11"/>
                  </a:lnTo>
                  <a:lnTo>
                    <a:pt x="15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39">
              <a:extLst>
                <a:ext uri="{FF2B5EF4-FFF2-40B4-BE49-F238E27FC236}">
                  <a16:creationId xmlns:a16="http://schemas.microsoft.com/office/drawing/2014/main" id="{DA9A90E3-808B-43C1-AEB3-13101152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926" y="4171951"/>
              <a:ext cx="265113" cy="261938"/>
            </a:xfrm>
            <a:custGeom>
              <a:avLst/>
              <a:gdLst>
                <a:gd name="T0" fmla="*/ 149 w 167"/>
                <a:gd name="T1" fmla="*/ 135 h 165"/>
                <a:gd name="T2" fmla="*/ 14 w 167"/>
                <a:gd name="T3" fmla="*/ 0 h 165"/>
                <a:gd name="T4" fmla="*/ 0 w 167"/>
                <a:gd name="T5" fmla="*/ 11 h 165"/>
                <a:gd name="T6" fmla="*/ 134 w 167"/>
                <a:gd name="T7" fmla="*/ 146 h 165"/>
                <a:gd name="T8" fmla="*/ 26 w 167"/>
                <a:gd name="T9" fmla="*/ 146 h 165"/>
                <a:gd name="T10" fmla="*/ 26 w 167"/>
                <a:gd name="T11" fmla="*/ 165 h 165"/>
                <a:gd name="T12" fmla="*/ 167 w 167"/>
                <a:gd name="T13" fmla="*/ 165 h 165"/>
                <a:gd name="T14" fmla="*/ 167 w 167"/>
                <a:gd name="T15" fmla="*/ 23 h 165"/>
                <a:gd name="T16" fmla="*/ 149 w 167"/>
                <a:gd name="T17" fmla="*/ 23 h 165"/>
                <a:gd name="T18" fmla="*/ 149 w 167"/>
                <a:gd name="T19" fmla="*/ 13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5">
                  <a:moveTo>
                    <a:pt x="149" y="135"/>
                  </a:moveTo>
                  <a:lnTo>
                    <a:pt x="14" y="0"/>
                  </a:lnTo>
                  <a:lnTo>
                    <a:pt x="0" y="11"/>
                  </a:lnTo>
                  <a:lnTo>
                    <a:pt x="134" y="146"/>
                  </a:lnTo>
                  <a:lnTo>
                    <a:pt x="26" y="146"/>
                  </a:lnTo>
                  <a:lnTo>
                    <a:pt x="26" y="165"/>
                  </a:lnTo>
                  <a:lnTo>
                    <a:pt x="167" y="165"/>
                  </a:lnTo>
                  <a:lnTo>
                    <a:pt x="167" y="23"/>
                  </a:lnTo>
                  <a:lnTo>
                    <a:pt x="149" y="23"/>
                  </a:lnTo>
                  <a:lnTo>
                    <a:pt x="149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0">
              <a:extLst>
                <a:ext uri="{FF2B5EF4-FFF2-40B4-BE49-F238E27FC236}">
                  <a16:creationId xmlns:a16="http://schemas.microsoft.com/office/drawing/2014/main" id="{98647C83-28F1-4B49-BEE3-9E7F202B13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6" y="4133851"/>
              <a:ext cx="300038" cy="300038"/>
            </a:xfrm>
            <a:custGeom>
              <a:avLst/>
              <a:gdLst>
                <a:gd name="T0" fmla="*/ 0 w 189"/>
                <a:gd name="T1" fmla="*/ 189 h 189"/>
                <a:gd name="T2" fmla="*/ 189 w 189"/>
                <a:gd name="T3" fmla="*/ 189 h 189"/>
                <a:gd name="T4" fmla="*/ 189 w 189"/>
                <a:gd name="T5" fmla="*/ 0 h 189"/>
                <a:gd name="T6" fmla="*/ 0 w 189"/>
                <a:gd name="T7" fmla="*/ 0 h 189"/>
                <a:gd name="T8" fmla="*/ 0 w 189"/>
                <a:gd name="T9" fmla="*/ 189 h 189"/>
                <a:gd name="T10" fmla="*/ 18 w 189"/>
                <a:gd name="T11" fmla="*/ 19 h 189"/>
                <a:gd name="T12" fmla="*/ 170 w 189"/>
                <a:gd name="T13" fmla="*/ 19 h 189"/>
                <a:gd name="T14" fmla="*/ 170 w 189"/>
                <a:gd name="T15" fmla="*/ 170 h 189"/>
                <a:gd name="T16" fmla="*/ 18 w 189"/>
                <a:gd name="T17" fmla="*/ 170 h 189"/>
                <a:gd name="T18" fmla="*/ 18 w 189"/>
                <a:gd name="T19" fmla="*/ 1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89">
                  <a:moveTo>
                    <a:pt x="0" y="189"/>
                  </a:moveTo>
                  <a:lnTo>
                    <a:pt x="189" y="189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89"/>
                  </a:lnTo>
                  <a:close/>
                  <a:moveTo>
                    <a:pt x="18" y="19"/>
                  </a:moveTo>
                  <a:lnTo>
                    <a:pt x="170" y="19"/>
                  </a:lnTo>
                  <a:lnTo>
                    <a:pt x="170" y="170"/>
                  </a:lnTo>
                  <a:lnTo>
                    <a:pt x="18" y="170"/>
                  </a:lnTo>
                  <a:lnTo>
                    <a:pt x="18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1">
              <a:extLst>
                <a:ext uri="{FF2B5EF4-FFF2-40B4-BE49-F238E27FC236}">
                  <a16:creationId xmlns:a16="http://schemas.microsoft.com/office/drawing/2014/main" id="{EB2F3554-A7CD-41BC-8E60-B7AFF04D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826" y="3833813"/>
              <a:ext cx="269875" cy="273050"/>
            </a:xfrm>
            <a:custGeom>
              <a:avLst/>
              <a:gdLst>
                <a:gd name="T0" fmla="*/ 151 w 170"/>
                <a:gd name="T1" fmla="*/ 151 h 172"/>
                <a:gd name="T2" fmla="*/ 170 w 170"/>
                <a:gd name="T3" fmla="*/ 151 h 172"/>
                <a:gd name="T4" fmla="*/ 170 w 170"/>
                <a:gd name="T5" fmla="*/ 0 h 172"/>
                <a:gd name="T6" fmla="*/ 19 w 170"/>
                <a:gd name="T7" fmla="*/ 0 h 172"/>
                <a:gd name="T8" fmla="*/ 19 w 170"/>
                <a:gd name="T9" fmla="*/ 18 h 172"/>
                <a:gd name="T10" fmla="*/ 139 w 170"/>
                <a:gd name="T11" fmla="*/ 18 h 172"/>
                <a:gd name="T12" fmla="*/ 0 w 170"/>
                <a:gd name="T13" fmla="*/ 158 h 172"/>
                <a:gd name="T14" fmla="*/ 12 w 170"/>
                <a:gd name="T15" fmla="*/ 172 h 172"/>
                <a:gd name="T16" fmla="*/ 151 w 170"/>
                <a:gd name="T17" fmla="*/ 33 h 172"/>
                <a:gd name="T18" fmla="*/ 151 w 170"/>
                <a:gd name="T19" fmla="*/ 15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72">
                  <a:moveTo>
                    <a:pt x="151" y="151"/>
                  </a:moveTo>
                  <a:lnTo>
                    <a:pt x="170" y="151"/>
                  </a:lnTo>
                  <a:lnTo>
                    <a:pt x="170" y="0"/>
                  </a:lnTo>
                  <a:lnTo>
                    <a:pt x="19" y="0"/>
                  </a:lnTo>
                  <a:lnTo>
                    <a:pt x="19" y="18"/>
                  </a:lnTo>
                  <a:lnTo>
                    <a:pt x="139" y="18"/>
                  </a:lnTo>
                  <a:lnTo>
                    <a:pt x="0" y="158"/>
                  </a:lnTo>
                  <a:lnTo>
                    <a:pt x="12" y="172"/>
                  </a:lnTo>
                  <a:lnTo>
                    <a:pt x="151" y="33"/>
                  </a:lnTo>
                  <a:lnTo>
                    <a:pt x="151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2">
              <a:extLst>
                <a:ext uri="{FF2B5EF4-FFF2-40B4-BE49-F238E27FC236}">
                  <a16:creationId xmlns:a16="http://schemas.microsoft.com/office/drawing/2014/main" id="{EA960ECB-F623-4C0E-B02C-13EF4BDB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626" y="3713163"/>
              <a:ext cx="720725" cy="720725"/>
            </a:xfrm>
            <a:custGeom>
              <a:avLst/>
              <a:gdLst>
                <a:gd name="T0" fmla="*/ 0 w 454"/>
                <a:gd name="T1" fmla="*/ 0 h 454"/>
                <a:gd name="T2" fmla="*/ 0 w 454"/>
                <a:gd name="T3" fmla="*/ 227 h 454"/>
                <a:gd name="T4" fmla="*/ 18 w 454"/>
                <a:gd name="T5" fmla="*/ 227 h 454"/>
                <a:gd name="T6" fmla="*/ 18 w 454"/>
                <a:gd name="T7" fmla="*/ 19 h 454"/>
                <a:gd name="T8" fmla="*/ 435 w 454"/>
                <a:gd name="T9" fmla="*/ 19 h 454"/>
                <a:gd name="T10" fmla="*/ 435 w 454"/>
                <a:gd name="T11" fmla="*/ 435 h 454"/>
                <a:gd name="T12" fmla="*/ 227 w 454"/>
                <a:gd name="T13" fmla="*/ 435 h 454"/>
                <a:gd name="T14" fmla="*/ 227 w 454"/>
                <a:gd name="T15" fmla="*/ 454 h 454"/>
                <a:gd name="T16" fmla="*/ 454 w 454"/>
                <a:gd name="T17" fmla="*/ 454 h 454"/>
                <a:gd name="T18" fmla="*/ 454 w 454"/>
                <a:gd name="T19" fmla="*/ 0 h 454"/>
                <a:gd name="T20" fmla="*/ 0 w 454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4" h="454">
                  <a:moveTo>
                    <a:pt x="0" y="0"/>
                  </a:moveTo>
                  <a:lnTo>
                    <a:pt x="0" y="227"/>
                  </a:lnTo>
                  <a:lnTo>
                    <a:pt x="18" y="227"/>
                  </a:lnTo>
                  <a:lnTo>
                    <a:pt x="18" y="19"/>
                  </a:lnTo>
                  <a:lnTo>
                    <a:pt x="435" y="19"/>
                  </a:lnTo>
                  <a:lnTo>
                    <a:pt x="435" y="435"/>
                  </a:lnTo>
                  <a:lnTo>
                    <a:pt x="227" y="435"/>
                  </a:lnTo>
                  <a:lnTo>
                    <a:pt x="227" y="454"/>
                  </a:lnTo>
                  <a:lnTo>
                    <a:pt x="454" y="454"/>
                  </a:lnTo>
                  <a:lnTo>
                    <a:pt x="45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3">
              <a:extLst>
                <a:ext uri="{FF2B5EF4-FFF2-40B4-BE49-F238E27FC236}">
                  <a16:creationId xmlns:a16="http://schemas.microsoft.com/office/drawing/2014/main" id="{3EDBFAB1-ED52-4E89-9E12-C2A221A806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8588" y="3622676"/>
              <a:ext cx="450850" cy="901700"/>
            </a:xfrm>
            <a:custGeom>
              <a:avLst/>
              <a:gdLst>
                <a:gd name="T0" fmla="*/ 64 w 120"/>
                <a:gd name="T1" fmla="*/ 65 h 240"/>
                <a:gd name="T2" fmla="*/ 64 w 120"/>
                <a:gd name="T3" fmla="*/ 52 h 240"/>
                <a:gd name="T4" fmla="*/ 78 w 120"/>
                <a:gd name="T5" fmla="*/ 40 h 240"/>
                <a:gd name="T6" fmla="*/ 96 w 120"/>
                <a:gd name="T7" fmla="*/ 20 h 240"/>
                <a:gd name="T8" fmla="*/ 96 w 120"/>
                <a:gd name="T9" fmla="*/ 0 h 240"/>
                <a:gd name="T10" fmla="*/ 88 w 120"/>
                <a:gd name="T11" fmla="*/ 0 h 240"/>
                <a:gd name="T12" fmla="*/ 88 w 120"/>
                <a:gd name="T13" fmla="*/ 20 h 240"/>
                <a:gd name="T14" fmla="*/ 73 w 120"/>
                <a:gd name="T15" fmla="*/ 33 h 240"/>
                <a:gd name="T16" fmla="*/ 56 w 120"/>
                <a:gd name="T17" fmla="*/ 52 h 240"/>
                <a:gd name="T18" fmla="*/ 56 w 120"/>
                <a:gd name="T19" fmla="*/ 65 h 240"/>
                <a:gd name="T20" fmla="*/ 0 w 120"/>
                <a:gd name="T21" fmla="*/ 123 h 240"/>
                <a:gd name="T22" fmla="*/ 0 w 120"/>
                <a:gd name="T23" fmla="*/ 128 h 240"/>
                <a:gd name="T24" fmla="*/ 0 w 120"/>
                <a:gd name="T25" fmla="*/ 136 h 240"/>
                <a:gd name="T26" fmla="*/ 0 w 120"/>
                <a:gd name="T27" fmla="*/ 182 h 240"/>
                <a:gd name="T28" fmla="*/ 60 w 120"/>
                <a:gd name="T29" fmla="*/ 240 h 240"/>
                <a:gd name="T30" fmla="*/ 120 w 120"/>
                <a:gd name="T31" fmla="*/ 182 h 240"/>
                <a:gd name="T32" fmla="*/ 120 w 120"/>
                <a:gd name="T33" fmla="*/ 123 h 240"/>
                <a:gd name="T34" fmla="*/ 64 w 120"/>
                <a:gd name="T35" fmla="*/ 65 h 240"/>
                <a:gd name="T36" fmla="*/ 112 w 120"/>
                <a:gd name="T37" fmla="*/ 123 h 240"/>
                <a:gd name="T38" fmla="*/ 112 w 120"/>
                <a:gd name="T39" fmla="*/ 128 h 240"/>
                <a:gd name="T40" fmla="*/ 64 w 120"/>
                <a:gd name="T41" fmla="*/ 128 h 240"/>
                <a:gd name="T42" fmla="*/ 64 w 120"/>
                <a:gd name="T43" fmla="*/ 73 h 240"/>
                <a:gd name="T44" fmla="*/ 112 w 120"/>
                <a:gd name="T45" fmla="*/ 123 h 240"/>
                <a:gd name="T46" fmla="*/ 8 w 120"/>
                <a:gd name="T47" fmla="*/ 123 h 240"/>
                <a:gd name="T48" fmla="*/ 56 w 120"/>
                <a:gd name="T49" fmla="*/ 73 h 240"/>
                <a:gd name="T50" fmla="*/ 56 w 120"/>
                <a:gd name="T51" fmla="*/ 128 h 240"/>
                <a:gd name="T52" fmla="*/ 8 w 120"/>
                <a:gd name="T53" fmla="*/ 128 h 240"/>
                <a:gd name="T54" fmla="*/ 8 w 120"/>
                <a:gd name="T55" fmla="*/ 123 h 240"/>
                <a:gd name="T56" fmla="*/ 60 w 120"/>
                <a:gd name="T57" fmla="*/ 232 h 240"/>
                <a:gd name="T58" fmla="*/ 8 w 120"/>
                <a:gd name="T59" fmla="*/ 182 h 240"/>
                <a:gd name="T60" fmla="*/ 8 w 120"/>
                <a:gd name="T61" fmla="*/ 136 h 240"/>
                <a:gd name="T62" fmla="*/ 112 w 120"/>
                <a:gd name="T63" fmla="*/ 136 h 240"/>
                <a:gd name="T64" fmla="*/ 112 w 120"/>
                <a:gd name="T65" fmla="*/ 182 h 240"/>
                <a:gd name="T66" fmla="*/ 60 w 120"/>
                <a:gd name="T67" fmla="*/ 23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" h="240">
                  <a:moveTo>
                    <a:pt x="64" y="65"/>
                  </a:moveTo>
                  <a:cubicBezTo>
                    <a:pt x="64" y="52"/>
                    <a:pt x="64" y="52"/>
                    <a:pt x="64" y="52"/>
                  </a:cubicBezTo>
                  <a:cubicBezTo>
                    <a:pt x="64" y="48"/>
                    <a:pt x="71" y="44"/>
                    <a:pt x="78" y="40"/>
                  </a:cubicBezTo>
                  <a:cubicBezTo>
                    <a:pt x="87" y="34"/>
                    <a:pt x="96" y="28"/>
                    <a:pt x="96" y="2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8" y="24"/>
                    <a:pt x="80" y="29"/>
                    <a:pt x="73" y="33"/>
                  </a:cubicBezTo>
                  <a:cubicBezTo>
                    <a:pt x="65" y="38"/>
                    <a:pt x="56" y="44"/>
                    <a:pt x="56" y="52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24" y="67"/>
                    <a:pt x="0" y="92"/>
                    <a:pt x="0" y="123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214"/>
                    <a:pt x="27" y="240"/>
                    <a:pt x="60" y="240"/>
                  </a:cubicBezTo>
                  <a:cubicBezTo>
                    <a:pt x="93" y="240"/>
                    <a:pt x="120" y="214"/>
                    <a:pt x="120" y="182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20" y="92"/>
                    <a:pt x="95" y="67"/>
                    <a:pt x="64" y="65"/>
                  </a:cubicBezTo>
                  <a:close/>
                  <a:moveTo>
                    <a:pt x="112" y="123"/>
                  </a:moveTo>
                  <a:cubicBezTo>
                    <a:pt x="112" y="128"/>
                    <a:pt x="112" y="128"/>
                    <a:pt x="112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91" y="74"/>
                    <a:pt x="112" y="96"/>
                    <a:pt x="112" y="123"/>
                  </a:cubicBezTo>
                  <a:close/>
                  <a:moveTo>
                    <a:pt x="8" y="123"/>
                  </a:moveTo>
                  <a:cubicBezTo>
                    <a:pt x="8" y="96"/>
                    <a:pt x="29" y="74"/>
                    <a:pt x="56" y="73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8" y="128"/>
                    <a:pt x="8" y="128"/>
                    <a:pt x="8" y="128"/>
                  </a:cubicBezTo>
                  <a:lnTo>
                    <a:pt x="8" y="123"/>
                  </a:lnTo>
                  <a:close/>
                  <a:moveTo>
                    <a:pt x="60" y="232"/>
                  </a:moveTo>
                  <a:cubicBezTo>
                    <a:pt x="31" y="232"/>
                    <a:pt x="8" y="210"/>
                    <a:pt x="8" y="182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2" y="210"/>
                    <a:pt x="88" y="232"/>
                    <a:pt x="60" y="2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4">
              <a:extLst>
                <a:ext uri="{FF2B5EF4-FFF2-40B4-BE49-F238E27FC236}">
                  <a16:creationId xmlns:a16="http://schemas.microsoft.com/office/drawing/2014/main" id="{3E39C164-5D2B-4D85-A3AB-36E8EC1DC8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9213" y="3713163"/>
              <a:ext cx="720725" cy="720725"/>
            </a:xfrm>
            <a:custGeom>
              <a:avLst/>
              <a:gdLst>
                <a:gd name="T0" fmla="*/ 360 w 454"/>
                <a:gd name="T1" fmla="*/ 0 h 454"/>
                <a:gd name="T2" fmla="*/ 341 w 454"/>
                <a:gd name="T3" fmla="*/ 0 h 454"/>
                <a:gd name="T4" fmla="*/ 114 w 454"/>
                <a:gd name="T5" fmla="*/ 0 h 454"/>
                <a:gd name="T6" fmla="*/ 0 w 454"/>
                <a:gd name="T7" fmla="*/ 0 h 454"/>
                <a:gd name="T8" fmla="*/ 0 w 454"/>
                <a:gd name="T9" fmla="*/ 454 h 454"/>
                <a:gd name="T10" fmla="*/ 454 w 454"/>
                <a:gd name="T11" fmla="*/ 454 h 454"/>
                <a:gd name="T12" fmla="*/ 454 w 454"/>
                <a:gd name="T13" fmla="*/ 94 h 454"/>
                <a:gd name="T14" fmla="*/ 360 w 454"/>
                <a:gd name="T15" fmla="*/ 0 h 454"/>
                <a:gd name="T16" fmla="*/ 322 w 454"/>
                <a:gd name="T17" fmla="*/ 19 h 454"/>
                <a:gd name="T18" fmla="*/ 322 w 454"/>
                <a:gd name="T19" fmla="*/ 151 h 454"/>
                <a:gd name="T20" fmla="*/ 133 w 454"/>
                <a:gd name="T21" fmla="*/ 151 h 454"/>
                <a:gd name="T22" fmla="*/ 133 w 454"/>
                <a:gd name="T23" fmla="*/ 19 h 454"/>
                <a:gd name="T24" fmla="*/ 322 w 454"/>
                <a:gd name="T25" fmla="*/ 19 h 454"/>
                <a:gd name="T26" fmla="*/ 435 w 454"/>
                <a:gd name="T27" fmla="*/ 435 h 454"/>
                <a:gd name="T28" fmla="*/ 19 w 454"/>
                <a:gd name="T29" fmla="*/ 435 h 454"/>
                <a:gd name="T30" fmla="*/ 19 w 454"/>
                <a:gd name="T31" fmla="*/ 19 h 454"/>
                <a:gd name="T32" fmla="*/ 114 w 454"/>
                <a:gd name="T33" fmla="*/ 19 h 454"/>
                <a:gd name="T34" fmla="*/ 114 w 454"/>
                <a:gd name="T35" fmla="*/ 170 h 454"/>
                <a:gd name="T36" fmla="*/ 341 w 454"/>
                <a:gd name="T37" fmla="*/ 170 h 454"/>
                <a:gd name="T38" fmla="*/ 341 w 454"/>
                <a:gd name="T39" fmla="*/ 19 h 454"/>
                <a:gd name="T40" fmla="*/ 352 w 454"/>
                <a:gd name="T41" fmla="*/ 19 h 454"/>
                <a:gd name="T42" fmla="*/ 435 w 454"/>
                <a:gd name="T43" fmla="*/ 104 h 454"/>
                <a:gd name="T44" fmla="*/ 435 w 454"/>
                <a:gd name="T45" fmla="*/ 435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4" h="454">
                  <a:moveTo>
                    <a:pt x="360" y="0"/>
                  </a:moveTo>
                  <a:lnTo>
                    <a:pt x="341" y="0"/>
                  </a:lnTo>
                  <a:lnTo>
                    <a:pt x="114" y="0"/>
                  </a:lnTo>
                  <a:lnTo>
                    <a:pt x="0" y="0"/>
                  </a:lnTo>
                  <a:lnTo>
                    <a:pt x="0" y="454"/>
                  </a:lnTo>
                  <a:lnTo>
                    <a:pt x="454" y="454"/>
                  </a:lnTo>
                  <a:lnTo>
                    <a:pt x="454" y="94"/>
                  </a:lnTo>
                  <a:lnTo>
                    <a:pt x="360" y="0"/>
                  </a:lnTo>
                  <a:close/>
                  <a:moveTo>
                    <a:pt x="322" y="19"/>
                  </a:moveTo>
                  <a:lnTo>
                    <a:pt x="322" y="151"/>
                  </a:lnTo>
                  <a:lnTo>
                    <a:pt x="133" y="151"/>
                  </a:lnTo>
                  <a:lnTo>
                    <a:pt x="133" y="19"/>
                  </a:lnTo>
                  <a:lnTo>
                    <a:pt x="322" y="19"/>
                  </a:lnTo>
                  <a:close/>
                  <a:moveTo>
                    <a:pt x="435" y="435"/>
                  </a:moveTo>
                  <a:lnTo>
                    <a:pt x="19" y="435"/>
                  </a:lnTo>
                  <a:lnTo>
                    <a:pt x="19" y="19"/>
                  </a:lnTo>
                  <a:lnTo>
                    <a:pt x="114" y="19"/>
                  </a:lnTo>
                  <a:lnTo>
                    <a:pt x="114" y="170"/>
                  </a:lnTo>
                  <a:lnTo>
                    <a:pt x="341" y="170"/>
                  </a:lnTo>
                  <a:lnTo>
                    <a:pt x="341" y="19"/>
                  </a:lnTo>
                  <a:lnTo>
                    <a:pt x="352" y="19"/>
                  </a:lnTo>
                  <a:lnTo>
                    <a:pt x="435" y="104"/>
                  </a:lnTo>
                  <a:lnTo>
                    <a:pt x="435" y="4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4B0EBBC0-A373-4B93-BE80-6CD336D67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3076" y="3803651"/>
              <a:ext cx="30163" cy="889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Rectangle 46">
              <a:extLst>
                <a:ext uri="{FF2B5EF4-FFF2-40B4-BE49-F238E27FC236}">
                  <a16:creationId xmlns:a16="http://schemas.microsoft.com/office/drawing/2014/main" id="{2CBF866A-086F-4801-BCA8-B930A8DFE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0351" y="4194176"/>
              <a:ext cx="300038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Rectangle 47">
              <a:extLst>
                <a:ext uri="{FF2B5EF4-FFF2-40B4-BE49-F238E27FC236}">
                  <a16:creationId xmlns:a16="http://schemas.microsoft.com/office/drawing/2014/main" id="{BB41F816-604D-4054-BC87-4DB5092DE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0351" y="4284663"/>
              <a:ext cx="300038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Rectangle 48">
              <a:extLst>
                <a:ext uri="{FF2B5EF4-FFF2-40B4-BE49-F238E27FC236}">
                  <a16:creationId xmlns:a16="http://schemas.microsoft.com/office/drawing/2014/main" id="{309F2014-A156-4D90-88E1-486DE7AB2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3697288"/>
              <a:ext cx="30163" cy="3619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49">
              <a:extLst>
                <a:ext uri="{FF2B5EF4-FFF2-40B4-BE49-F238E27FC236}">
                  <a16:creationId xmlns:a16="http://schemas.microsoft.com/office/drawing/2014/main" id="{1666E583-7362-407B-9085-7FA22454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76" y="3757613"/>
              <a:ext cx="720725" cy="692150"/>
            </a:xfrm>
            <a:custGeom>
              <a:avLst/>
              <a:gdLst>
                <a:gd name="T0" fmla="*/ 135 w 192"/>
                <a:gd name="T1" fmla="*/ 0 h 184"/>
                <a:gd name="T2" fmla="*/ 135 w 192"/>
                <a:gd name="T3" fmla="*/ 9 h 184"/>
                <a:gd name="T4" fmla="*/ 184 w 192"/>
                <a:gd name="T5" fmla="*/ 88 h 184"/>
                <a:gd name="T6" fmla="*/ 96 w 192"/>
                <a:gd name="T7" fmla="*/ 176 h 184"/>
                <a:gd name="T8" fmla="*/ 8 w 192"/>
                <a:gd name="T9" fmla="*/ 88 h 184"/>
                <a:gd name="T10" fmla="*/ 55 w 192"/>
                <a:gd name="T11" fmla="*/ 11 h 184"/>
                <a:gd name="T12" fmla="*/ 55 w 192"/>
                <a:gd name="T13" fmla="*/ 2 h 184"/>
                <a:gd name="T14" fmla="*/ 0 w 192"/>
                <a:gd name="T15" fmla="*/ 88 h 184"/>
                <a:gd name="T16" fmla="*/ 96 w 192"/>
                <a:gd name="T17" fmla="*/ 184 h 184"/>
                <a:gd name="T18" fmla="*/ 192 w 192"/>
                <a:gd name="T19" fmla="*/ 88 h 184"/>
                <a:gd name="T20" fmla="*/ 135 w 192"/>
                <a:gd name="T2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2" h="184">
                  <a:moveTo>
                    <a:pt x="135" y="0"/>
                  </a:moveTo>
                  <a:cubicBezTo>
                    <a:pt x="135" y="9"/>
                    <a:pt x="135" y="9"/>
                    <a:pt x="135" y="9"/>
                  </a:cubicBezTo>
                  <a:cubicBezTo>
                    <a:pt x="164" y="24"/>
                    <a:pt x="184" y="54"/>
                    <a:pt x="184" y="88"/>
                  </a:cubicBezTo>
                  <a:cubicBezTo>
                    <a:pt x="184" y="137"/>
                    <a:pt x="145" y="176"/>
                    <a:pt x="96" y="176"/>
                  </a:cubicBezTo>
                  <a:cubicBezTo>
                    <a:pt x="48" y="176"/>
                    <a:pt x="8" y="137"/>
                    <a:pt x="8" y="88"/>
                  </a:cubicBezTo>
                  <a:cubicBezTo>
                    <a:pt x="8" y="55"/>
                    <a:pt x="27" y="25"/>
                    <a:pt x="55" y="11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23" y="17"/>
                    <a:pt x="0" y="50"/>
                    <a:pt x="0" y="88"/>
                  </a:cubicBezTo>
                  <a:cubicBezTo>
                    <a:pt x="0" y="141"/>
                    <a:pt x="43" y="184"/>
                    <a:pt x="96" y="184"/>
                  </a:cubicBezTo>
                  <a:cubicBezTo>
                    <a:pt x="149" y="184"/>
                    <a:pt x="192" y="141"/>
                    <a:pt x="192" y="88"/>
                  </a:cubicBezTo>
                  <a:cubicBezTo>
                    <a:pt x="192" y="49"/>
                    <a:pt x="169" y="15"/>
                    <a:pt x="13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0">
              <a:extLst>
                <a:ext uri="{FF2B5EF4-FFF2-40B4-BE49-F238E27FC236}">
                  <a16:creationId xmlns:a16="http://schemas.microsoft.com/office/drawing/2014/main" id="{15623B89-AF7F-47D5-B626-6485B26878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5901" y="3694113"/>
              <a:ext cx="720725" cy="822325"/>
            </a:xfrm>
            <a:custGeom>
              <a:avLst/>
              <a:gdLst>
                <a:gd name="T0" fmla="*/ 192 w 192"/>
                <a:gd name="T1" fmla="*/ 0 h 219"/>
                <a:gd name="T2" fmla="*/ 60 w 192"/>
                <a:gd name="T3" fmla="*/ 47 h 219"/>
                <a:gd name="T4" fmla="*/ 60 w 192"/>
                <a:gd name="T5" fmla="*/ 163 h 219"/>
                <a:gd name="T6" fmla="*/ 34 w 192"/>
                <a:gd name="T7" fmla="*/ 151 h 219"/>
                <a:gd name="T8" fmla="*/ 0 w 192"/>
                <a:gd name="T9" fmla="*/ 185 h 219"/>
                <a:gd name="T10" fmla="*/ 34 w 192"/>
                <a:gd name="T11" fmla="*/ 219 h 219"/>
                <a:gd name="T12" fmla="*/ 68 w 192"/>
                <a:gd name="T13" fmla="*/ 185 h 219"/>
                <a:gd name="T14" fmla="*/ 68 w 192"/>
                <a:gd name="T15" fmla="*/ 185 h 219"/>
                <a:gd name="T16" fmla="*/ 68 w 192"/>
                <a:gd name="T17" fmla="*/ 53 h 219"/>
                <a:gd name="T18" fmla="*/ 184 w 192"/>
                <a:gd name="T19" fmla="*/ 12 h 219"/>
                <a:gd name="T20" fmla="*/ 184 w 192"/>
                <a:gd name="T21" fmla="*/ 119 h 219"/>
                <a:gd name="T22" fmla="*/ 158 w 192"/>
                <a:gd name="T23" fmla="*/ 107 h 219"/>
                <a:gd name="T24" fmla="*/ 124 w 192"/>
                <a:gd name="T25" fmla="*/ 141 h 219"/>
                <a:gd name="T26" fmla="*/ 158 w 192"/>
                <a:gd name="T27" fmla="*/ 175 h 219"/>
                <a:gd name="T28" fmla="*/ 192 w 192"/>
                <a:gd name="T29" fmla="*/ 141 h 219"/>
                <a:gd name="T30" fmla="*/ 192 w 192"/>
                <a:gd name="T31" fmla="*/ 139 h 219"/>
                <a:gd name="T32" fmla="*/ 192 w 192"/>
                <a:gd name="T33" fmla="*/ 139 h 219"/>
                <a:gd name="T34" fmla="*/ 192 w 192"/>
                <a:gd name="T35" fmla="*/ 0 h 219"/>
                <a:gd name="T36" fmla="*/ 34 w 192"/>
                <a:gd name="T37" fmla="*/ 211 h 219"/>
                <a:gd name="T38" fmla="*/ 8 w 192"/>
                <a:gd name="T39" fmla="*/ 185 h 219"/>
                <a:gd name="T40" fmla="*/ 34 w 192"/>
                <a:gd name="T41" fmla="*/ 159 h 219"/>
                <a:gd name="T42" fmla="*/ 60 w 192"/>
                <a:gd name="T43" fmla="*/ 185 h 219"/>
                <a:gd name="T44" fmla="*/ 34 w 192"/>
                <a:gd name="T45" fmla="*/ 211 h 219"/>
                <a:gd name="T46" fmla="*/ 158 w 192"/>
                <a:gd name="T47" fmla="*/ 167 h 219"/>
                <a:gd name="T48" fmla="*/ 132 w 192"/>
                <a:gd name="T49" fmla="*/ 141 h 219"/>
                <a:gd name="T50" fmla="*/ 158 w 192"/>
                <a:gd name="T51" fmla="*/ 115 h 219"/>
                <a:gd name="T52" fmla="*/ 184 w 192"/>
                <a:gd name="T53" fmla="*/ 141 h 219"/>
                <a:gd name="T54" fmla="*/ 158 w 192"/>
                <a:gd name="T55" fmla="*/ 16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19">
                  <a:moveTo>
                    <a:pt x="192" y="0"/>
                  </a:moveTo>
                  <a:cubicBezTo>
                    <a:pt x="60" y="47"/>
                    <a:pt x="60" y="47"/>
                    <a:pt x="60" y="47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4" y="155"/>
                    <a:pt x="45" y="151"/>
                    <a:pt x="34" y="151"/>
                  </a:cubicBezTo>
                  <a:cubicBezTo>
                    <a:pt x="15" y="151"/>
                    <a:pt x="0" y="166"/>
                    <a:pt x="0" y="185"/>
                  </a:cubicBezTo>
                  <a:cubicBezTo>
                    <a:pt x="0" y="203"/>
                    <a:pt x="15" y="219"/>
                    <a:pt x="34" y="219"/>
                  </a:cubicBezTo>
                  <a:cubicBezTo>
                    <a:pt x="53" y="219"/>
                    <a:pt x="68" y="204"/>
                    <a:pt x="68" y="185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184" y="12"/>
                    <a:pt x="184" y="12"/>
                    <a:pt x="184" y="12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78" y="111"/>
                    <a:pt x="169" y="107"/>
                    <a:pt x="158" y="107"/>
                  </a:cubicBezTo>
                  <a:cubicBezTo>
                    <a:pt x="139" y="107"/>
                    <a:pt x="124" y="122"/>
                    <a:pt x="124" y="141"/>
                  </a:cubicBezTo>
                  <a:cubicBezTo>
                    <a:pt x="124" y="159"/>
                    <a:pt x="139" y="175"/>
                    <a:pt x="158" y="175"/>
                  </a:cubicBezTo>
                  <a:cubicBezTo>
                    <a:pt x="177" y="175"/>
                    <a:pt x="192" y="159"/>
                    <a:pt x="192" y="141"/>
                  </a:cubicBezTo>
                  <a:cubicBezTo>
                    <a:pt x="192" y="140"/>
                    <a:pt x="192" y="139"/>
                    <a:pt x="192" y="139"/>
                  </a:cubicBezTo>
                  <a:cubicBezTo>
                    <a:pt x="192" y="139"/>
                    <a:pt x="192" y="139"/>
                    <a:pt x="192" y="139"/>
                  </a:cubicBezTo>
                  <a:lnTo>
                    <a:pt x="192" y="0"/>
                  </a:lnTo>
                  <a:close/>
                  <a:moveTo>
                    <a:pt x="34" y="211"/>
                  </a:moveTo>
                  <a:cubicBezTo>
                    <a:pt x="20" y="211"/>
                    <a:pt x="8" y="199"/>
                    <a:pt x="8" y="185"/>
                  </a:cubicBezTo>
                  <a:cubicBezTo>
                    <a:pt x="8" y="170"/>
                    <a:pt x="20" y="159"/>
                    <a:pt x="34" y="159"/>
                  </a:cubicBezTo>
                  <a:cubicBezTo>
                    <a:pt x="48" y="159"/>
                    <a:pt x="60" y="170"/>
                    <a:pt x="60" y="185"/>
                  </a:cubicBezTo>
                  <a:cubicBezTo>
                    <a:pt x="60" y="199"/>
                    <a:pt x="48" y="211"/>
                    <a:pt x="34" y="211"/>
                  </a:cubicBezTo>
                  <a:close/>
                  <a:moveTo>
                    <a:pt x="158" y="167"/>
                  </a:moveTo>
                  <a:cubicBezTo>
                    <a:pt x="144" y="167"/>
                    <a:pt x="132" y="155"/>
                    <a:pt x="132" y="141"/>
                  </a:cubicBezTo>
                  <a:cubicBezTo>
                    <a:pt x="132" y="126"/>
                    <a:pt x="144" y="115"/>
                    <a:pt x="158" y="115"/>
                  </a:cubicBezTo>
                  <a:cubicBezTo>
                    <a:pt x="172" y="115"/>
                    <a:pt x="184" y="126"/>
                    <a:pt x="184" y="141"/>
                  </a:cubicBezTo>
                  <a:cubicBezTo>
                    <a:pt x="184" y="155"/>
                    <a:pt x="172" y="167"/>
                    <a:pt x="158" y="1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1">
              <a:extLst>
                <a:ext uri="{FF2B5EF4-FFF2-40B4-BE49-F238E27FC236}">
                  <a16:creationId xmlns:a16="http://schemas.microsoft.com/office/drawing/2014/main" id="{ED0F5BB4-59E8-41C7-85A1-86D528B6E8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4175126"/>
              <a:ext cx="241300" cy="24130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32 w 64"/>
                <a:gd name="T11" fmla="*/ 56 h 64"/>
                <a:gd name="T12" fmla="*/ 8 w 64"/>
                <a:gd name="T13" fmla="*/ 32 h 64"/>
                <a:gd name="T14" fmla="*/ 32 w 64"/>
                <a:gd name="T15" fmla="*/ 8 h 64"/>
                <a:gd name="T16" fmla="*/ 56 w 64"/>
                <a:gd name="T17" fmla="*/ 32 h 64"/>
                <a:gd name="T18" fmla="*/ 32 w 64"/>
                <a:gd name="T19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32" y="56"/>
                  </a:moveTo>
                  <a:cubicBezTo>
                    <a:pt x="19" y="56"/>
                    <a:pt x="8" y="45"/>
                    <a:pt x="8" y="32"/>
                  </a:cubicBezTo>
                  <a:cubicBezTo>
                    <a:pt x="8" y="19"/>
                    <a:pt x="19" y="8"/>
                    <a:pt x="32" y="8"/>
                  </a:cubicBezTo>
                  <a:cubicBezTo>
                    <a:pt x="46" y="8"/>
                    <a:pt x="56" y="19"/>
                    <a:pt x="56" y="32"/>
                  </a:cubicBezTo>
                  <a:cubicBezTo>
                    <a:pt x="56" y="45"/>
                    <a:pt x="46" y="56"/>
                    <a:pt x="32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52">
              <a:extLst>
                <a:ext uri="{FF2B5EF4-FFF2-40B4-BE49-F238E27FC236}">
                  <a16:creationId xmlns:a16="http://schemas.microsoft.com/office/drawing/2014/main" id="{28F6A978-A55D-419C-B396-1F800B6E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3388" y="4040188"/>
              <a:ext cx="461963" cy="168275"/>
            </a:xfrm>
            <a:custGeom>
              <a:avLst/>
              <a:gdLst>
                <a:gd name="T0" fmla="*/ 61 w 123"/>
                <a:gd name="T1" fmla="*/ 0 h 45"/>
                <a:gd name="T2" fmla="*/ 0 w 123"/>
                <a:gd name="T3" fmla="*/ 39 h 45"/>
                <a:gd name="T4" fmla="*/ 6 w 123"/>
                <a:gd name="T5" fmla="*/ 45 h 45"/>
                <a:gd name="T6" fmla="*/ 61 w 123"/>
                <a:gd name="T7" fmla="*/ 8 h 45"/>
                <a:gd name="T8" fmla="*/ 117 w 123"/>
                <a:gd name="T9" fmla="*/ 45 h 45"/>
                <a:gd name="T10" fmla="*/ 123 w 123"/>
                <a:gd name="T11" fmla="*/ 39 h 45"/>
                <a:gd name="T12" fmla="*/ 61 w 123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45">
                  <a:moveTo>
                    <a:pt x="61" y="0"/>
                  </a:moveTo>
                  <a:cubicBezTo>
                    <a:pt x="34" y="0"/>
                    <a:pt x="11" y="16"/>
                    <a:pt x="0" y="39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15" y="23"/>
                    <a:pt x="37" y="8"/>
                    <a:pt x="61" y="8"/>
                  </a:cubicBezTo>
                  <a:cubicBezTo>
                    <a:pt x="86" y="8"/>
                    <a:pt x="108" y="23"/>
                    <a:pt x="117" y="45"/>
                  </a:cubicBezTo>
                  <a:cubicBezTo>
                    <a:pt x="123" y="39"/>
                    <a:pt x="123" y="39"/>
                    <a:pt x="123" y="39"/>
                  </a:cubicBezTo>
                  <a:cubicBezTo>
                    <a:pt x="112" y="16"/>
                    <a:pt x="89" y="0"/>
                    <a:pt x="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53">
              <a:extLst>
                <a:ext uri="{FF2B5EF4-FFF2-40B4-BE49-F238E27FC236}">
                  <a16:creationId xmlns:a16="http://schemas.microsoft.com/office/drawing/2014/main" id="{7FDA6CD9-0216-4B73-B701-4937EC799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351" y="3798888"/>
              <a:ext cx="811213" cy="233363"/>
            </a:xfrm>
            <a:custGeom>
              <a:avLst/>
              <a:gdLst>
                <a:gd name="T0" fmla="*/ 108 w 216"/>
                <a:gd name="T1" fmla="*/ 0 h 62"/>
                <a:gd name="T2" fmla="*/ 0 w 216"/>
                <a:gd name="T3" fmla="*/ 56 h 62"/>
                <a:gd name="T4" fmla="*/ 6 w 216"/>
                <a:gd name="T5" fmla="*/ 62 h 62"/>
                <a:gd name="T6" fmla="*/ 108 w 216"/>
                <a:gd name="T7" fmla="*/ 8 h 62"/>
                <a:gd name="T8" fmla="*/ 210 w 216"/>
                <a:gd name="T9" fmla="*/ 62 h 62"/>
                <a:gd name="T10" fmla="*/ 216 w 216"/>
                <a:gd name="T11" fmla="*/ 56 h 62"/>
                <a:gd name="T12" fmla="*/ 108 w 216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62">
                  <a:moveTo>
                    <a:pt x="108" y="0"/>
                  </a:moveTo>
                  <a:cubicBezTo>
                    <a:pt x="63" y="0"/>
                    <a:pt x="24" y="22"/>
                    <a:pt x="0" y="5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8" y="30"/>
                    <a:pt x="65" y="8"/>
                    <a:pt x="108" y="8"/>
                  </a:cubicBezTo>
                  <a:cubicBezTo>
                    <a:pt x="150" y="8"/>
                    <a:pt x="187" y="29"/>
                    <a:pt x="210" y="62"/>
                  </a:cubicBezTo>
                  <a:cubicBezTo>
                    <a:pt x="216" y="56"/>
                    <a:pt x="216" y="56"/>
                    <a:pt x="216" y="56"/>
                  </a:cubicBezTo>
                  <a:cubicBezTo>
                    <a:pt x="192" y="22"/>
                    <a:pt x="152" y="0"/>
                    <a:pt x="10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54">
              <a:extLst>
                <a:ext uri="{FF2B5EF4-FFF2-40B4-BE49-F238E27FC236}">
                  <a16:creationId xmlns:a16="http://schemas.microsoft.com/office/drawing/2014/main" id="{083F12CA-7911-4975-91FF-FBA35A5F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6076" y="3919538"/>
              <a:ext cx="638175" cy="198438"/>
            </a:xfrm>
            <a:custGeom>
              <a:avLst/>
              <a:gdLst>
                <a:gd name="T0" fmla="*/ 85 w 170"/>
                <a:gd name="T1" fmla="*/ 0 h 53"/>
                <a:gd name="T2" fmla="*/ 0 w 170"/>
                <a:gd name="T3" fmla="*/ 47 h 53"/>
                <a:gd name="T4" fmla="*/ 6 w 170"/>
                <a:gd name="T5" fmla="*/ 53 h 53"/>
                <a:gd name="T6" fmla="*/ 85 w 170"/>
                <a:gd name="T7" fmla="*/ 8 h 53"/>
                <a:gd name="T8" fmla="*/ 164 w 170"/>
                <a:gd name="T9" fmla="*/ 53 h 53"/>
                <a:gd name="T10" fmla="*/ 170 w 170"/>
                <a:gd name="T11" fmla="*/ 47 h 53"/>
                <a:gd name="T12" fmla="*/ 85 w 170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53">
                  <a:moveTo>
                    <a:pt x="85" y="0"/>
                  </a:moveTo>
                  <a:cubicBezTo>
                    <a:pt x="49" y="0"/>
                    <a:pt x="18" y="19"/>
                    <a:pt x="0" y="47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22" y="26"/>
                    <a:pt x="51" y="8"/>
                    <a:pt x="85" y="8"/>
                  </a:cubicBezTo>
                  <a:cubicBezTo>
                    <a:pt x="118" y="8"/>
                    <a:pt x="148" y="26"/>
                    <a:pt x="164" y="53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52" y="19"/>
                    <a:pt x="121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55">
              <a:extLst>
                <a:ext uri="{FF2B5EF4-FFF2-40B4-BE49-F238E27FC236}">
                  <a16:creationId xmlns:a16="http://schemas.microsoft.com/office/drawing/2014/main" id="{0BB9F543-236A-4BD3-B286-B61E6770B2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9126" y="3933826"/>
              <a:ext cx="241300" cy="24130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32 w 64"/>
                <a:gd name="T11" fmla="*/ 56 h 64"/>
                <a:gd name="T12" fmla="*/ 8 w 64"/>
                <a:gd name="T13" fmla="*/ 32 h 64"/>
                <a:gd name="T14" fmla="*/ 32 w 64"/>
                <a:gd name="T15" fmla="*/ 8 h 64"/>
                <a:gd name="T16" fmla="*/ 56 w 64"/>
                <a:gd name="T17" fmla="*/ 32 h 64"/>
                <a:gd name="T18" fmla="*/ 32 w 64"/>
                <a:gd name="T19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49" y="64"/>
                    <a:pt x="64" y="50"/>
                    <a:pt x="64" y="32"/>
                  </a:cubicBezTo>
                  <a:cubicBezTo>
                    <a:pt x="64" y="14"/>
                    <a:pt x="49" y="0"/>
                    <a:pt x="32" y="0"/>
                  </a:cubicBezTo>
                  <a:close/>
                  <a:moveTo>
                    <a:pt x="32" y="56"/>
                  </a:moveTo>
                  <a:cubicBezTo>
                    <a:pt x="19" y="56"/>
                    <a:pt x="8" y="45"/>
                    <a:pt x="8" y="32"/>
                  </a:cubicBezTo>
                  <a:cubicBezTo>
                    <a:pt x="8" y="19"/>
                    <a:pt x="19" y="8"/>
                    <a:pt x="32" y="8"/>
                  </a:cubicBezTo>
                  <a:cubicBezTo>
                    <a:pt x="45" y="8"/>
                    <a:pt x="56" y="19"/>
                    <a:pt x="56" y="32"/>
                  </a:cubicBezTo>
                  <a:cubicBezTo>
                    <a:pt x="56" y="45"/>
                    <a:pt x="45" y="56"/>
                    <a:pt x="32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56">
              <a:extLst>
                <a:ext uri="{FF2B5EF4-FFF2-40B4-BE49-F238E27FC236}">
                  <a16:creationId xmlns:a16="http://schemas.microsoft.com/office/drawing/2014/main" id="{490B6618-EC02-4DFB-8B7C-3E02CD55CC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0063" y="3814763"/>
              <a:ext cx="479425" cy="48101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20 h 128"/>
                <a:gd name="T12" fmla="*/ 8 w 128"/>
                <a:gd name="T13" fmla="*/ 64 h 128"/>
                <a:gd name="T14" fmla="*/ 64 w 128"/>
                <a:gd name="T15" fmla="*/ 8 h 128"/>
                <a:gd name="T16" fmla="*/ 120 w 128"/>
                <a:gd name="T17" fmla="*/ 64 h 128"/>
                <a:gd name="T18" fmla="*/ 64 w 128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8" y="0"/>
                    <a:pt x="0" y="29"/>
                    <a:pt x="0" y="64"/>
                  </a:cubicBezTo>
                  <a:cubicBezTo>
                    <a:pt x="0" y="99"/>
                    <a:pt x="28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20"/>
                  </a:moveTo>
                  <a:cubicBezTo>
                    <a:pt x="33" y="120"/>
                    <a:pt x="8" y="95"/>
                    <a:pt x="8" y="64"/>
                  </a:cubicBez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57">
              <a:extLst>
                <a:ext uri="{FF2B5EF4-FFF2-40B4-BE49-F238E27FC236}">
                  <a16:creationId xmlns:a16="http://schemas.microsoft.com/office/drawing/2014/main" id="{1F5931B0-8761-4D90-A07B-10AADEBAD6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36238" y="3694113"/>
              <a:ext cx="720725" cy="733425"/>
            </a:xfrm>
            <a:custGeom>
              <a:avLst/>
              <a:gdLst>
                <a:gd name="T0" fmla="*/ 192 w 192"/>
                <a:gd name="T1" fmla="*/ 96 h 195"/>
                <a:gd name="T2" fmla="*/ 96 w 192"/>
                <a:gd name="T3" fmla="*/ 0 h 195"/>
                <a:gd name="T4" fmla="*/ 0 w 192"/>
                <a:gd name="T5" fmla="*/ 96 h 195"/>
                <a:gd name="T6" fmla="*/ 34 w 192"/>
                <a:gd name="T7" fmla="*/ 169 h 195"/>
                <a:gd name="T8" fmla="*/ 18 w 192"/>
                <a:gd name="T9" fmla="*/ 190 h 195"/>
                <a:gd name="T10" fmla="*/ 24 w 192"/>
                <a:gd name="T11" fmla="*/ 195 h 195"/>
                <a:gd name="T12" fmla="*/ 40 w 192"/>
                <a:gd name="T13" fmla="*/ 174 h 195"/>
                <a:gd name="T14" fmla="*/ 96 w 192"/>
                <a:gd name="T15" fmla="*/ 192 h 195"/>
                <a:gd name="T16" fmla="*/ 152 w 192"/>
                <a:gd name="T17" fmla="*/ 174 h 195"/>
                <a:gd name="T18" fmla="*/ 169 w 192"/>
                <a:gd name="T19" fmla="*/ 195 h 195"/>
                <a:gd name="T20" fmla="*/ 175 w 192"/>
                <a:gd name="T21" fmla="*/ 190 h 195"/>
                <a:gd name="T22" fmla="*/ 159 w 192"/>
                <a:gd name="T23" fmla="*/ 169 h 195"/>
                <a:gd name="T24" fmla="*/ 192 w 192"/>
                <a:gd name="T25" fmla="*/ 96 h 195"/>
                <a:gd name="T26" fmla="*/ 8 w 192"/>
                <a:gd name="T27" fmla="*/ 96 h 195"/>
                <a:gd name="T28" fmla="*/ 96 w 192"/>
                <a:gd name="T29" fmla="*/ 8 h 195"/>
                <a:gd name="T30" fmla="*/ 184 w 192"/>
                <a:gd name="T31" fmla="*/ 96 h 195"/>
                <a:gd name="T32" fmla="*/ 96 w 192"/>
                <a:gd name="T33" fmla="*/ 184 h 195"/>
                <a:gd name="T34" fmla="*/ 8 w 192"/>
                <a:gd name="T35" fmla="*/ 96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2" h="195">
                  <a:moveTo>
                    <a:pt x="192" y="96"/>
                  </a:moveTo>
                  <a:cubicBezTo>
                    <a:pt x="192" y="43"/>
                    <a:pt x="149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25"/>
                    <a:pt x="13" y="151"/>
                    <a:pt x="34" y="16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5"/>
                    <a:pt x="24" y="195"/>
                    <a:pt x="24" y="195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56" y="185"/>
                    <a:pt x="75" y="192"/>
                    <a:pt x="96" y="192"/>
                  </a:cubicBezTo>
                  <a:cubicBezTo>
                    <a:pt x="117" y="192"/>
                    <a:pt x="136" y="185"/>
                    <a:pt x="152" y="174"/>
                  </a:cubicBezTo>
                  <a:cubicBezTo>
                    <a:pt x="169" y="195"/>
                    <a:pt x="169" y="195"/>
                    <a:pt x="169" y="195"/>
                  </a:cubicBezTo>
                  <a:cubicBezTo>
                    <a:pt x="175" y="190"/>
                    <a:pt x="175" y="190"/>
                    <a:pt x="175" y="190"/>
                  </a:cubicBezTo>
                  <a:cubicBezTo>
                    <a:pt x="159" y="169"/>
                    <a:pt x="159" y="169"/>
                    <a:pt x="159" y="169"/>
                  </a:cubicBezTo>
                  <a:cubicBezTo>
                    <a:pt x="179" y="152"/>
                    <a:pt x="192" y="125"/>
                    <a:pt x="192" y="96"/>
                  </a:cubicBezTo>
                  <a:close/>
                  <a:moveTo>
                    <a:pt x="8" y="96"/>
                  </a:moveTo>
                  <a:cubicBezTo>
                    <a:pt x="8" y="48"/>
                    <a:pt x="48" y="8"/>
                    <a:pt x="96" y="8"/>
                  </a:cubicBezTo>
                  <a:cubicBezTo>
                    <a:pt x="145" y="8"/>
                    <a:pt x="184" y="48"/>
                    <a:pt x="184" y="96"/>
                  </a:cubicBezTo>
                  <a:cubicBezTo>
                    <a:pt x="184" y="145"/>
                    <a:pt x="145" y="184"/>
                    <a:pt x="96" y="184"/>
                  </a:cubicBezTo>
                  <a:cubicBezTo>
                    <a:pt x="48" y="184"/>
                    <a:pt x="8" y="145"/>
                    <a:pt x="8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58">
              <a:extLst>
                <a:ext uri="{FF2B5EF4-FFF2-40B4-BE49-F238E27FC236}">
                  <a16:creationId xmlns:a16="http://schemas.microsoft.com/office/drawing/2014/main" id="{6CADC0B2-B4EA-4CBE-9C9D-4C459F102C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5051426"/>
              <a:ext cx="811213" cy="781050"/>
            </a:xfrm>
            <a:custGeom>
              <a:avLst/>
              <a:gdLst>
                <a:gd name="T0" fmla="*/ 184 w 216"/>
                <a:gd name="T1" fmla="*/ 0 h 208"/>
                <a:gd name="T2" fmla="*/ 152 w 216"/>
                <a:gd name="T3" fmla="*/ 32 h 208"/>
                <a:gd name="T4" fmla="*/ 154 w 216"/>
                <a:gd name="T5" fmla="*/ 41 h 208"/>
                <a:gd name="T6" fmla="*/ 60 w 216"/>
                <a:gd name="T7" fmla="*/ 80 h 208"/>
                <a:gd name="T8" fmla="*/ 32 w 216"/>
                <a:gd name="T9" fmla="*/ 64 h 208"/>
                <a:gd name="T10" fmla="*/ 0 w 216"/>
                <a:gd name="T11" fmla="*/ 96 h 208"/>
                <a:gd name="T12" fmla="*/ 32 w 216"/>
                <a:gd name="T13" fmla="*/ 128 h 208"/>
                <a:gd name="T14" fmla="*/ 56 w 216"/>
                <a:gd name="T15" fmla="*/ 118 h 208"/>
                <a:gd name="T16" fmla="*/ 116 w 216"/>
                <a:gd name="T17" fmla="*/ 161 h 208"/>
                <a:gd name="T18" fmla="*/ 112 w 216"/>
                <a:gd name="T19" fmla="*/ 176 h 208"/>
                <a:gd name="T20" fmla="*/ 144 w 216"/>
                <a:gd name="T21" fmla="*/ 208 h 208"/>
                <a:gd name="T22" fmla="*/ 176 w 216"/>
                <a:gd name="T23" fmla="*/ 176 h 208"/>
                <a:gd name="T24" fmla="*/ 144 w 216"/>
                <a:gd name="T25" fmla="*/ 144 h 208"/>
                <a:gd name="T26" fmla="*/ 121 w 216"/>
                <a:gd name="T27" fmla="*/ 154 h 208"/>
                <a:gd name="T28" fmla="*/ 61 w 216"/>
                <a:gd name="T29" fmla="*/ 111 h 208"/>
                <a:gd name="T30" fmla="*/ 64 w 216"/>
                <a:gd name="T31" fmla="*/ 96 h 208"/>
                <a:gd name="T32" fmla="*/ 63 w 216"/>
                <a:gd name="T33" fmla="*/ 87 h 208"/>
                <a:gd name="T34" fmla="*/ 157 w 216"/>
                <a:gd name="T35" fmla="*/ 48 h 208"/>
                <a:gd name="T36" fmla="*/ 184 w 216"/>
                <a:gd name="T37" fmla="*/ 64 h 208"/>
                <a:gd name="T38" fmla="*/ 216 w 216"/>
                <a:gd name="T39" fmla="*/ 32 h 208"/>
                <a:gd name="T40" fmla="*/ 184 w 216"/>
                <a:gd name="T41" fmla="*/ 0 h 208"/>
                <a:gd name="T42" fmla="*/ 144 w 216"/>
                <a:gd name="T43" fmla="*/ 152 h 208"/>
                <a:gd name="T44" fmla="*/ 168 w 216"/>
                <a:gd name="T45" fmla="*/ 176 h 208"/>
                <a:gd name="T46" fmla="*/ 144 w 216"/>
                <a:gd name="T47" fmla="*/ 200 h 208"/>
                <a:gd name="T48" fmla="*/ 120 w 216"/>
                <a:gd name="T49" fmla="*/ 176 h 208"/>
                <a:gd name="T50" fmla="*/ 144 w 216"/>
                <a:gd name="T51" fmla="*/ 152 h 208"/>
                <a:gd name="T52" fmla="*/ 32 w 216"/>
                <a:gd name="T53" fmla="*/ 120 h 208"/>
                <a:gd name="T54" fmla="*/ 8 w 216"/>
                <a:gd name="T55" fmla="*/ 96 h 208"/>
                <a:gd name="T56" fmla="*/ 32 w 216"/>
                <a:gd name="T57" fmla="*/ 72 h 208"/>
                <a:gd name="T58" fmla="*/ 56 w 216"/>
                <a:gd name="T59" fmla="*/ 96 h 208"/>
                <a:gd name="T60" fmla="*/ 32 w 216"/>
                <a:gd name="T61" fmla="*/ 120 h 208"/>
                <a:gd name="T62" fmla="*/ 184 w 216"/>
                <a:gd name="T63" fmla="*/ 56 h 208"/>
                <a:gd name="T64" fmla="*/ 160 w 216"/>
                <a:gd name="T65" fmla="*/ 32 h 208"/>
                <a:gd name="T66" fmla="*/ 184 w 216"/>
                <a:gd name="T67" fmla="*/ 8 h 208"/>
                <a:gd name="T68" fmla="*/ 208 w 216"/>
                <a:gd name="T69" fmla="*/ 32 h 208"/>
                <a:gd name="T70" fmla="*/ 184 w 216"/>
                <a:gd name="T71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6" h="208">
                  <a:moveTo>
                    <a:pt x="184" y="0"/>
                  </a:moveTo>
                  <a:cubicBezTo>
                    <a:pt x="167" y="0"/>
                    <a:pt x="152" y="14"/>
                    <a:pt x="152" y="32"/>
                  </a:cubicBezTo>
                  <a:cubicBezTo>
                    <a:pt x="152" y="35"/>
                    <a:pt x="153" y="38"/>
                    <a:pt x="154" y="41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5" y="70"/>
                    <a:pt x="44" y="64"/>
                    <a:pt x="32" y="64"/>
                  </a:cubicBezTo>
                  <a:cubicBezTo>
                    <a:pt x="15" y="64"/>
                    <a:pt x="0" y="78"/>
                    <a:pt x="0" y="96"/>
                  </a:cubicBezTo>
                  <a:cubicBezTo>
                    <a:pt x="0" y="113"/>
                    <a:pt x="15" y="128"/>
                    <a:pt x="32" y="128"/>
                  </a:cubicBezTo>
                  <a:cubicBezTo>
                    <a:pt x="42" y="128"/>
                    <a:pt x="50" y="124"/>
                    <a:pt x="56" y="118"/>
                  </a:cubicBezTo>
                  <a:cubicBezTo>
                    <a:pt x="116" y="161"/>
                    <a:pt x="116" y="161"/>
                    <a:pt x="116" y="161"/>
                  </a:cubicBezTo>
                  <a:cubicBezTo>
                    <a:pt x="114" y="165"/>
                    <a:pt x="112" y="170"/>
                    <a:pt x="112" y="176"/>
                  </a:cubicBezTo>
                  <a:cubicBezTo>
                    <a:pt x="112" y="193"/>
                    <a:pt x="127" y="208"/>
                    <a:pt x="144" y="208"/>
                  </a:cubicBezTo>
                  <a:cubicBezTo>
                    <a:pt x="162" y="208"/>
                    <a:pt x="176" y="193"/>
                    <a:pt x="176" y="176"/>
                  </a:cubicBezTo>
                  <a:cubicBezTo>
                    <a:pt x="176" y="158"/>
                    <a:pt x="162" y="144"/>
                    <a:pt x="144" y="144"/>
                  </a:cubicBezTo>
                  <a:cubicBezTo>
                    <a:pt x="135" y="144"/>
                    <a:pt x="127" y="148"/>
                    <a:pt x="121" y="154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3" y="106"/>
                    <a:pt x="64" y="101"/>
                    <a:pt x="64" y="96"/>
                  </a:cubicBezTo>
                  <a:cubicBezTo>
                    <a:pt x="64" y="93"/>
                    <a:pt x="64" y="90"/>
                    <a:pt x="63" y="87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62" y="57"/>
                    <a:pt x="173" y="64"/>
                    <a:pt x="184" y="64"/>
                  </a:cubicBezTo>
                  <a:cubicBezTo>
                    <a:pt x="202" y="64"/>
                    <a:pt x="216" y="49"/>
                    <a:pt x="216" y="32"/>
                  </a:cubicBezTo>
                  <a:cubicBezTo>
                    <a:pt x="216" y="14"/>
                    <a:pt x="202" y="0"/>
                    <a:pt x="184" y="0"/>
                  </a:cubicBezTo>
                  <a:close/>
                  <a:moveTo>
                    <a:pt x="144" y="152"/>
                  </a:moveTo>
                  <a:cubicBezTo>
                    <a:pt x="158" y="152"/>
                    <a:pt x="168" y="163"/>
                    <a:pt x="168" y="176"/>
                  </a:cubicBezTo>
                  <a:cubicBezTo>
                    <a:pt x="168" y="189"/>
                    <a:pt x="158" y="200"/>
                    <a:pt x="144" y="200"/>
                  </a:cubicBezTo>
                  <a:cubicBezTo>
                    <a:pt x="131" y="200"/>
                    <a:pt x="120" y="189"/>
                    <a:pt x="120" y="176"/>
                  </a:cubicBezTo>
                  <a:cubicBezTo>
                    <a:pt x="120" y="163"/>
                    <a:pt x="131" y="152"/>
                    <a:pt x="144" y="152"/>
                  </a:cubicBezTo>
                  <a:close/>
                  <a:moveTo>
                    <a:pt x="32" y="120"/>
                  </a:moveTo>
                  <a:cubicBezTo>
                    <a:pt x="19" y="120"/>
                    <a:pt x="8" y="109"/>
                    <a:pt x="8" y="96"/>
                  </a:cubicBezTo>
                  <a:cubicBezTo>
                    <a:pt x="8" y="83"/>
                    <a:pt x="19" y="72"/>
                    <a:pt x="32" y="72"/>
                  </a:cubicBezTo>
                  <a:cubicBezTo>
                    <a:pt x="46" y="72"/>
                    <a:pt x="56" y="83"/>
                    <a:pt x="56" y="96"/>
                  </a:cubicBezTo>
                  <a:cubicBezTo>
                    <a:pt x="56" y="109"/>
                    <a:pt x="46" y="120"/>
                    <a:pt x="32" y="120"/>
                  </a:cubicBezTo>
                  <a:close/>
                  <a:moveTo>
                    <a:pt x="184" y="56"/>
                  </a:moveTo>
                  <a:cubicBezTo>
                    <a:pt x="171" y="56"/>
                    <a:pt x="160" y="45"/>
                    <a:pt x="160" y="32"/>
                  </a:cubicBezTo>
                  <a:cubicBezTo>
                    <a:pt x="160" y="19"/>
                    <a:pt x="171" y="8"/>
                    <a:pt x="184" y="8"/>
                  </a:cubicBezTo>
                  <a:cubicBezTo>
                    <a:pt x="198" y="8"/>
                    <a:pt x="208" y="19"/>
                    <a:pt x="208" y="32"/>
                  </a:cubicBezTo>
                  <a:cubicBezTo>
                    <a:pt x="208" y="45"/>
                    <a:pt x="198" y="56"/>
                    <a:pt x="184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59">
              <a:extLst>
                <a:ext uri="{FF2B5EF4-FFF2-40B4-BE49-F238E27FC236}">
                  <a16:creationId xmlns:a16="http://schemas.microsoft.com/office/drawing/2014/main" id="{05387036-219B-4893-B5E1-D3D20989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5295901"/>
              <a:ext cx="282575" cy="280988"/>
            </a:xfrm>
            <a:custGeom>
              <a:avLst/>
              <a:gdLst>
                <a:gd name="T0" fmla="*/ 166 w 178"/>
                <a:gd name="T1" fmla="*/ 0 h 177"/>
                <a:gd name="T2" fmla="*/ 0 w 178"/>
                <a:gd name="T3" fmla="*/ 163 h 177"/>
                <a:gd name="T4" fmla="*/ 15 w 178"/>
                <a:gd name="T5" fmla="*/ 177 h 177"/>
                <a:gd name="T6" fmla="*/ 178 w 178"/>
                <a:gd name="T7" fmla="*/ 14 h 177"/>
                <a:gd name="T8" fmla="*/ 166 w 178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177">
                  <a:moveTo>
                    <a:pt x="166" y="0"/>
                  </a:moveTo>
                  <a:lnTo>
                    <a:pt x="0" y="163"/>
                  </a:lnTo>
                  <a:lnTo>
                    <a:pt x="15" y="177"/>
                  </a:lnTo>
                  <a:lnTo>
                    <a:pt x="178" y="1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60">
              <a:extLst>
                <a:ext uri="{FF2B5EF4-FFF2-40B4-BE49-F238E27FC236}">
                  <a16:creationId xmlns:a16="http://schemas.microsoft.com/office/drawing/2014/main" id="{CA103FB7-6CBF-4C41-B874-C05D2C0A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5246688"/>
              <a:ext cx="420688" cy="390525"/>
            </a:xfrm>
            <a:custGeom>
              <a:avLst/>
              <a:gdLst>
                <a:gd name="T0" fmla="*/ 52 w 112"/>
                <a:gd name="T1" fmla="*/ 96 h 104"/>
                <a:gd name="T2" fmla="*/ 8 w 112"/>
                <a:gd name="T3" fmla="*/ 52 h 104"/>
                <a:gd name="T4" fmla="*/ 52 w 112"/>
                <a:gd name="T5" fmla="*/ 8 h 104"/>
                <a:gd name="T6" fmla="*/ 82 w 112"/>
                <a:gd name="T7" fmla="*/ 20 h 104"/>
                <a:gd name="T8" fmla="*/ 82 w 112"/>
                <a:gd name="T9" fmla="*/ 20 h 104"/>
                <a:gd name="T10" fmla="*/ 83 w 112"/>
                <a:gd name="T11" fmla="*/ 20 h 104"/>
                <a:gd name="T12" fmla="*/ 98 w 112"/>
                <a:gd name="T13" fmla="*/ 36 h 104"/>
                <a:gd name="T14" fmla="*/ 84 w 112"/>
                <a:gd name="T15" fmla="*/ 36 h 104"/>
                <a:gd name="T16" fmla="*/ 84 w 112"/>
                <a:gd name="T17" fmla="*/ 44 h 104"/>
                <a:gd name="T18" fmla="*/ 112 w 112"/>
                <a:gd name="T19" fmla="*/ 44 h 104"/>
                <a:gd name="T20" fmla="*/ 112 w 112"/>
                <a:gd name="T21" fmla="*/ 16 h 104"/>
                <a:gd name="T22" fmla="*/ 104 w 112"/>
                <a:gd name="T23" fmla="*/ 16 h 104"/>
                <a:gd name="T24" fmla="*/ 104 w 112"/>
                <a:gd name="T25" fmla="*/ 30 h 104"/>
                <a:gd name="T26" fmla="*/ 88 w 112"/>
                <a:gd name="T27" fmla="*/ 15 h 104"/>
                <a:gd name="T28" fmla="*/ 88 w 112"/>
                <a:gd name="T29" fmla="*/ 15 h 104"/>
                <a:gd name="T30" fmla="*/ 52 w 112"/>
                <a:gd name="T31" fmla="*/ 0 h 104"/>
                <a:gd name="T32" fmla="*/ 0 w 112"/>
                <a:gd name="T33" fmla="*/ 52 h 104"/>
                <a:gd name="T34" fmla="*/ 52 w 112"/>
                <a:gd name="T35" fmla="*/ 104 h 104"/>
                <a:gd name="T36" fmla="*/ 90 w 112"/>
                <a:gd name="T37" fmla="*/ 88 h 104"/>
                <a:gd name="T38" fmla="*/ 84 w 112"/>
                <a:gd name="T39" fmla="*/ 82 h 104"/>
                <a:gd name="T40" fmla="*/ 52 w 112"/>
                <a:gd name="T4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4"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64" y="8"/>
                    <a:pt x="74" y="12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79" y="5"/>
                    <a:pt x="66" y="0"/>
                    <a:pt x="52" y="0"/>
                  </a:cubicBez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67" y="104"/>
                    <a:pt x="80" y="98"/>
                    <a:pt x="90" y="88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76" y="90"/>
                    <a:pt x="65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61">
              <a:extLst>
                <a:ext uri="{FF2B5EF4-FFF2-40B4-BE49-F238E27FC236}">
                  <a16:creationId xmlns:a16="http://schemas.microsoft.com/office/drawing/2014/main" id="{BB534B62-1A57-426A-BEFF-1B3F0534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213" y="5246688"/>
              <a:ext cx="427038" cy="390525"/>
            </a:xfrm>
            <a:custGeom>
              <a:avLst/>
              <a:gdLst>
                <a:gd name="T0" fmla="*/ 62 w 114"/>
                <a:gd name="T1" fmla="*/ 0 h 104"/>
                <a:gd name="T2" fmla="*/ 28 w 114"/>
                <a:gd name="T3" fmla="*/ 13 h 104"/>
                <a:gd name="T4" fmla="*/ 33 w 114"/>
                <a:gd name="T5" fmla="*/ 19 h 104"/>
                <a:gd name="T6" fmla="*/ 62 w 114"/>
                <a:gd name="T7" fmla="*/ 8 h 104"/>
                <a:gd name="T8" fmla="*/ 106 w 114"/>
                <a:gd name="T9" fmla="*/ 52 h 104"/>
                <a:gd name="T10" fmla="*/ 62 w 114"/>
                <a:gd name="T11" fmla="*/ 96 h 104"/>
                <a:gd name="T12" fmla="*/ 32 w 114"/>
                <a:gd name="T13" fmla="*/ 84 h 104"/>
                <a:gd name="T14" fmla="*/ 32 w 114"/>
                <a:gd name="T15" fmla="*/ 84 h 104"/>
                <a:gd name="T16" fmla="*/ 5 w 114"/>
                <a:gd name="T17" fmla="*/ 57 h 104"/>
                <a:gd name="T18" fmla="*/ 0 w 114"/>
                <a:gd name="T19" fmla="*/ 63 h 104"/>
                <a:gd name="T20" fmla="*/ 26 w 114"/>
                <a:gd name="T21" fmla="*/ 89 h 104"/>
                <a:gd name="T22" fmla="*/ 26 w 114"/>
                <a:gd name="T23" fmla="*/ 89 h 104"/>
                <a:gd name="T24" fmla="*/ 62 w 114"/>
                <a:gd name="T25" fmla="*/ 104 h 104"/>
                <a:gd name="T26" fmla="*/ 114 w 114"/>
                <a:gd name="T27" fmla="*/ 52 h 104"/>
                <a:gd name="T28" fmla="*/ 62 w 114"/>
                <a:gd name="T2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" h="104">
                  <a:moveTo>
                    <a:pt x="62" y="0"/>
                  </a:moveTo>
                  <a:cubicBezTo>
                    <a:pt x="49" y="0"/>
                    <a:pt x="37" y="5"/>
                    <a:pt x="28" y="13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41" y="12"/>
                    <a:pt x="51" y="8"/>
                    <a:pt x="62" y="8"/>
                  </a:cubicBezTo>
                  <a:cubicBezTo>
                    <a:pt x="86" y="8"/>
                    <a:pt x="106" y="27"/>
                    <a:pt x="106" y="52"/>
                  </a:cubicBezTo>
                  <a:cubicBezTo>
                    <a:pt x="106" y="76"/>
                    <a:pt x="86" y="96"/>
                    <a:pt x="62" y="96"/>
                  </a:cubicBezTo>
                  <a:cubicBezTo>
                    <a:pt x="50" y="96"/>
                    <a:pt x="40" y="91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36" y="98"/>
                    <a:pt x="48" y="104"/>
                    <a:pt x="62" y="104"/>
                  </a:cubicBezTo>
                  <a:cubicBezTo>
                    <a:pt x="91" y="104"/>
                    <a:pt x="114" y="80"/>
                    <a:pt x="114" y="52"/>
                  </a:cubicBezTo>
                  <a:cubicBezTo>
                    <a:pt x="114" y="23"/>
                    <a:pt x="91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62">
              <a:extLst>
                <a:ext uri="{FF2B5EF4-FFF2-40B4-BE49-F238E27FC236}">
                  <a16:creationId xmlns:a16="http://schemas.microsoft.com/office/drawing/2014/main" id="{EFCAD5B8-D267-4699-AA89-6F0F6E46A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0313" y="5029201"/>
              <a:ext cx="788988" cy="811213"/>
            </a:xfrm>
            <a:custGeom>
              <a:avLst/>
              <a:gdLst>
                <a:gd name="T0" fmla="*/ 210 w 210"/>
                <a:gd name="T1" fmla="*/ 172 h 216"/>
                <a:gd name="T2" fmla="*/ 194 w 210"/>
                <a:gd name="T3" fmla="*/ 139 h 216"/>
                <a:gd name="T4" fmla="*/ 158 w 210"/>
                <a:gd name="T5" fmla="*/ 154 h 216"/>
                <a:gd name="T6" fmla="*/ 161 w 210"/>
                <a:gd name="T7" fmla="*/ 161 h 216"/>
                <a:gd name="T8" fmla="*/ 185 w 210"/>
                <a:gd name="T9" fmla="*/ 151 h 216"/>
                <a:gd name="T10" fmla="*/ 110 w 210"/>
                <a:gd name="T11" fmla="*/ 208 h 216"/>
                <a:gd name="T12" fmla="*/ 110 w 210"/>
                <a:gd name="T13" fmla="*/ 64 h 216"/>
                <a:gd name="T14" fmla="*/ 138 w 210"/>
                <a:gd name="T15" fmla="*/ 32 h 216"/>
                <a:gd name="T16" fmla="*/ 106 w 210"/>
                <a:gd name="T17" fmla="*/ 0 h 216"/>
                <a:gd name="T18" fmla="*/ 74 w 210"/>
                <a:gd name="T19" fmla="*/ 32 h 216"/>
                <a:gd name="T20" fmla="*/ 102 w 210"/>
                <a:gd name="T21" fmla="*/ 64 h 216"/>
                <a:gd name="T22" fmla="*/ 102 w 210"/>
                <a:gd name="T23" fmla="*/ 208 h 216"/>
                <a:gd name="T24" fmla="*/ 27 w 210"/>
                <a:gd name="T25" fmla="*/ 152 h 216"/>
                <a:gd name="T26" fmla="*/ 48 w 210"/>
                <a:gd name="T27" fmla="*/ 161 h 216"/>
                <a:gd name="T28" fmla="*/ 51 w 210"/>
                <a:gd name="T29" fmla="*/ 154 h 216"/>
                <a:gd name="T30" fmla="*/ 16 w 210"/>
                <a:gd name="T31" fmla="*/ 139 h 216"/>
                <a:gd name="T32" fmla="*/ 0 w 210"/>
                <a:gd name="T33" fmla="*/ 172 h 216"/>
                <a:gd name="T34" fmla="*/ 7 w 210"/>
                <a:gd name="T35" fmla="*/ 176 h 216"/>
                <a:gd name="T36" fmla="*/ 18 w 210"/>
                <a:gd name="T37" fmla="*/ 153 h 216"/>
                <a:gd name="T38" fmla="*/ 106 w 210"/>
                <a:gd name="T39" fmla="*/ 216 h 216"/>
                <a:gd name="T40" fmla="*/ 192 w 210"/>
                <a:gd name="T41" fmla="*/ 155 h 216"/>
                <a:gd name="T42" fmla="*/ 203 w 210"/>
                <a:gd name="T43" fmla="*/ 176 h 216"/>
                <a:gd name="T44" fmla="*/ 210 w 210"/>
                <a:gd name="T45" fmla="*/ 172 h 216"/>
                <a:gd name="T46" fmla="*/ 82 w 210"/>
                <a:gd name="T47" fmla="*/ 32 h 216"/>
                <a:gd name="T48" fmla="*/ 106 w 210"/>
                <a:gd name="T49" fmla="*/ 8 h 216"/>
                <a:gd name="T50" fmla="*/ 130 w 210"/>
                <a:gd name="T51" fmla="*/ 32 h 216"/>
                <a:gd name="T52" fmla="*/ 106 w 210"/>
                <a:gd name="T53" fmla="*/ 56 h 216"/>
                <a:gd name="T54" fmla="*/ 82 w 210"/>
                <a:gd name="T55" fmla="*/ 3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0" h="216">
                  <a:moveTo>
                    <a:pt x="210" y="172"/>
                  </a:moveTo>
                  <a:cubicBezTo>
                    <a:pt x="194" y="139"/>
                    <a:pt x="194" y="139"/>
                    <a:pt x="194" y="139"/>
                  </a:cubicBezTo>
                  <a:cubicBezTo>
                    <a:pt x="158" y="154"/>
                    <a:pt x="158" y="154"/>
                    <a:pt x="158" y="154"/>
                  </a:cubicBezTo>
                  <a:cubicBezTo>
                    <a:pt x="161" y="161"/>
                    <a:pt x="161" y="161"/>
                    <a:pt x="161" y="161"/>
                  </a:cubicBezTo>
                  <a:cubicBezTo>
                    <a:pt x="185" y="151"/>
                    <a:pt x="185" y="151"/>
                    <a:pt x="185" y="151"/>
                  </a:cubicBezTo>
                  <a:cubicBezTo>
                    <a:pt x="174" y="183"/>
                    <a:pt x="145" y="206"/>
                    <a:pt x="110" y="208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25" y="62"/>
                    <a:pt x="138" y="49"/>
                    <a:pt x="138" y="32"/>
                  </a:cubicBezTo>
                  <a:cubicBezTo>
                    <a:pt x="138" y="15"/>
                    <a:pt x="123" y="0"/>
                    <a:pt x="106" y="0"/>
                  </a:cubicBezTo>
                  <a:cubicBezTo>
                    <a:pt x="88" y="0"/>
                    <a:pt x="74" y="15"/>
                    <a:pt x="74" y="32"/>
                  </a:cubicBezTo>
                  <a:cubicBezTo>
                    <a:pt x="74" y="49"/>
                    <a:pt x="86" y="62"/>
                    <a:pt x="102" y="64"/>
                  </a:cubicBezTo>
                  <a:cubicBezTo>
                    <a:pt x="102" y="208"/>
                    <a:pt x="102" y="208"/>
                    <a:pt x="102" y="208"/>
                  </a:cubicBezTo>
                  <a:cubicBezTo>
                    <a:pt x="67" y="206"/>
                    <a:pt x="38" y="184"/>
                    <a:pt x="27" y="15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51" y="154"/>
                    <a:pt x="51" y="154"/>
                    <a:pt x="51" y="154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30" y="189"/>
                    <a:pt x="65" y="216"/>
                    <a:pt x="106" y="216"/>
                  </a:cubicBezTo>
                  <a:cubicBezTo>
                    <a:pt x="146" y="216"/>
                    <a:pt x="180" y="191"/>
                    <a:pt x="192" y="155"/>
                  </a:cubicBezTo>
                  <a:cubicBezTo>
                    <a:pt x="203" y="176"/>
                    <a:pt x="203" y="176"/>
                    <a:pt x="203" y="176"/>
                  </a:cubicBezTo>
                  <a:lnTo>
                    <a:pt x="210" y="172"/>
                  </a:lnTo>
                  <a:close/>
                  <a:moveTo>
                    <a:pt x="82" y="32"/>
                  </a:moveTo>
                  <a:cubicBezTo>
                    <a:pt x="82" y="19"/>
                    <a:pt x="92" y="8"/>
                    <a:pt x="106" y="8"/>
                  </a:cubicBezTo>
                  <a:cubicBezTo>
                    <a:pt x="119" y="8"/>
                    <a:pt x="130" y="19"/>
                    <a:pt x="130" y="32"/>
                  </a:cubicBezTo>
                  <a:cubicBezTo>
                    <a:pt x="130" y="45"/>
                    <a:pt x="119" y="56"/>
                    <a:pt x="106" y="56"/>
                  </a:cubicBezTo>
                  <a:cubicBezTo>
                    <a:pt x="92" y="56"/>
                    <a:pt x="82" y="45"/>
                    <a:pt x="82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63">
              <a:extLst>
                <a:ext uri="{FF2B5EF4-FFF2-40B4-BE49-F238E27FC236}">
                  <a16:creationId xmlns:a16="http://schemas.microsoft.com/office/drawing/2014/main" id="{988854F6-62D8-4321-805E-A9713235D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4763" y="5081588"/>
              <a:ext cx="811213" cy="706438"/>
            </a:xfrm>
            <a:custGeom>
              <a:avLst/>
              <a:gdLst>
                <a:gd name="T0" fmla="*/ 255 w 511"/>
                <a:gd name="T1" fmla="*/ 0 h 445"/>
                <a:gd name="T2" fmla="*/ 0 w 511"/>
                <a:gd name="T3" fmla="*/ 445 h 445"/>
                <a:gd name="T4" fmla="*/ 511 w 511"/>
                <a:gd name="T5" fmla="*/ 445 h 445"/>
                <a:gd name="T6" fmla="*/ 255 w 511"/>
                <a:gd name="T7" fmla="*/ 0 h 445"/>
                <a:gd name="T8" fmla="*/ 255 w 511"/>
                <a:gd name="T9" fmla="*/ 38 h 445"/>
                <a:gd name="T10" fmla="*/ 480 w 511"/>
                <a:gd name="T11" fmla="*/ 426 h 445"/>
                <a:gd name="T12" fmla="*/ 33 w 511"/>
                <a:gd name="T13" fmla="*/ 426 h 445"/>
                <a:gd name="T14" fmla="*/ 255 w 511"/>
                <a:gd name="T15" fmla="*/ 38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1" h="445">
                  <a:moveTo>
                    <a:pt x="255" y="0"/>
                  </a:moveTo>
                  <a:lnTo>
                    <a:pt x="0" y="445"/>
                  </a:lnTo>
                  <a:lnTo>
                    <a:pt x="511" y="445"/>
                  </a:lnTo>
                  <a:lnTo>
                    <a:pt x="255" y="0"/>
                  </a:lnTo>
                  <a:close/>
                  <a:moveTo>
                    <a:pt x="255" y="38"/>
                  </a:moveTo>
                  <a:lnTo>
                    <a:pt x="480" y="426"/>
                  </a:lnTo>
                  <a:lnTo>
                    <a:pt x="33" y="426"/>
                  </a:lnTo>
                  <a:lnTo>
                    <a:pt x="255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Rectangle 64">
              <a:extLst>
                <a:ext uri="{FF2B5EF4-FFF2-40B4-BE49-F238E27FC236}">
                  <a16:creationId xmlns:a16="http://schemas.microsoft.com/office/drawing/2014/main" id="{2C35F326-7741-4AFA-BE64-A765F328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5288" y="5367338"/>
              <a:ext cx="30163" cy="2095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Oval 65">
              <a:extLst>
                <a:ext uri="{FF2B5EF4-FFF2-40B4-BE49-F238E27FC236}">
                  <a16:creationId xmlns:a16="http://schemas.microsoft.com/office/drawing/2014/main" id="{648180B6-6C4A-45D3-9A37-8B4EB4006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1" y="5622926"/>
              <a:ext cx="44450" cy="444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66">
              <a:extLst>
                <a:ext uri="{FF2B5EF4-FFF2-40B4-BE49-F238E27FC236}">
                  <a16:creationId xmlns:a16="http://schemas.microsoft.com/office/drawing/2014/main" id="{00096D12-86A7-4AF2-983C-DA4CE67292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7788" y="5035551"/>
              <a:ext cx="811213" cy="812800"/>
            </a:xfrm>
            <a:custGeom>
              <a:avLst/>
              <a:gdLst>
                <a:gd name="T0" fmla="*/ 412 w 511"/>
                <a:gd name="T1" fmla="*/ 0 h 512"/>
                <a:gd name="T2" fmla="*/ 287 w 511"/>
                <a:gd name="T3" fmla="*/ 0 h 512"/>
                <a:gd name="T4" fmla="*/ 0 w 511"/>
                <a:gd name="T5" fmla="*/ 287 h 512"/>
                <a:gd name="T6" fmla="*/ 225 w 511"/>
                <a:gd name="T7" fmla="*/ 512 h 512"/>
                <a:gd name="T8" fmla="*/ 511 w 511"/>
                <a:gd name="T9" fmla="*/ 225 h 512"/>
                <a:gd name="T10" fmla="*/ 511 w 511"/>
                <a:gd name="T11" fmla="*/ 100 h 512"/>
                <a:gd name="T12" fmla="*/ 412 w 511"/>
                <a:gd name="T13" fmla="*/ 0 h 512"/>
                <a:gd name="T14" fmla="*/ 492 w 511"/>
                <a:gd name="T15" fmla="*/ 218 h 512"/>
                <a:gd name="T16" fmla="*/ 225 w 511"/>
                <a:gd name="T17" fmla="*/ 483 h 512"/>
                <a:gd name="T18" fmla="*/ 29 w 511"/>
                <a:gd name="T19" fmla="*/ 287 h 512"/>
                <a:gd name="T20" fmla="*/ 296 w 511"/>
                <a:gd name="T21" fmla="*/ 19 h 512"/>
                <a:gd name="T22" fmla="*/ 405 w 511"/>
                <a:gd name="T23" fmla="*/ 19 h 512"/>
                <a:gd name="T24" fmla="*/ 492 w 511"/>
                <a:gd name="T25" fmla="*/ 107 h 512"/>
                <a:gd name="T26" fmla="*/ 492 w 511"/>
                <a:gd name="T27" fmla="*/ 218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1" h="512">
                  <a:moveTo>
                    <a:pt x="412" y="0"/>
                  </a:moveTo>
                  <a:lnTo>
                    <a:pt x="287" y="0"/>
                  </a:lnTo>
                  <a:lnTo>
                    <a:pt x="0" y="287"/>
                  </a:lnTo>
                  <a:lnTo>
                    <a:pt x="225" y="512"/>
                  </a:lnTo>
                  <a:lnTo>
                    <a:pt x="511" y="225"/>
                  </a:lnTo>
                  <a:lnTo>
                    <a:pt x="511" y="100"/>
                  </a:lnTo>
                  <a:lnTo>
                    <a:pt x="412" y="0"/>
                  </a:lnTo>
                  <a:close/>
                  <a:moveTo>
                    <a:pt x="492" y="218"/>
                  </a:moveTo>
                  <a:lnTo>
                    <a:pt x="225" y="483"/>
                  </a:lnTo>
                  <a:lnTo>
                    <a:pt x="29" y="287"/>
                  </a:lnTo>
                  <a:lnTo>
                    <a:pt x="296" y="19"/>
                  </a:lnTo>
                  <a:lnTo>
                    <a:pt x="405" y="19"/>
                  </a:lnTo>
                  <a:lnTo>
                    <a:pt x="492" y="107"/>
                  </a:lnTo>
                  <a:lnTo>
                    <a:pt x="492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67">
              <a:extLst>
                <a:ext uri="{FF2B5EF4-FFF2-40B4-BE49-F238E27FC236}">
                  <a16:creationId xmlns:a16="http://schemas.microsoft.com/office/drawing/2014/main" id="{1744F874-AFC7-4C2D-A906-9DAA1586BA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99288" y="5156201"/>
              <a:ext cx="120650" cy="120650"/>
            </a:xfrm>
            <a:custGeom>
              <a:avLst/>
              <a:gdLst>
                <a:gd name="T0" fmla="*/ 0 w 32"/>
                <a:gd name="T1" fmla="*/ 16 h 32"/>
                <a:gd name="T2" fmla="*/ 16 w 32"/>
                <a:gd name="T3" fmla="*/ 32 h 32"/>
                <a:gd name="T4" fmla="*/ 32 w 32"/>
                <a:gd name="T5" fmla="*/ 16 h 32"/>
                <a:gd name="T6" fmla="*/ 16 w 32"/>
                <a:gd name="T7" fmla="*/ 0 h 32"/>
                <a:gd name="T8" fmla="*/ 0 w 32"/>
                <a:gd name="T9" fmla="*/ 16 h 32"/>
                <a:gd name="T10" fmla="*/ 24 w 32"/>
                <a:gd name="T11" fmla="*/ 16 h 32"/>
                <a:gd name="T12" fmla="*/ 16 w 32"/>
                <a:gd name="T13" fmla="*/ 24 h 32"/>
                <a:gd name="T14" fmla="*/ 8 w 32"/>
                <a:gd name="T15" fmla="*/ 16 h 32"/>
                <a:gd name="T16" fmla="*/ 16 w 32"/>
                <a:gd name="T17" fmla="*/ 8 h 32"/>
                <a:gd name="T18" fmla="*/ 24 w 32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cubicBezTo>
                    <a:pt x="0" y="25"/>
                    <a:pt x="7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lose/>
                  <a:moveTo>
                    <a:pt x="24" y="16"/>
                  </a:moveTo>
                  <a:cubicBezTo>
                    <a:pt x="24" y="20"/>
                    <a:pt x="21" y="24"/>
                    <a:pt x="16" y="24"/>
                  </a:cubicBezTo>
                  <a:cubicBezTo>
                    <a:pt x="12" y="24"/>
                    <a:pt x="8" y="20"/>
                    <a:pt x="8" y="16"/>
                  </a:cubicBezTo>
                  <a:cubicBezTo>
                    <a:pt x="8" y="11"/>
                    <a:pt x="12" y="8"/>
                    <a:pt x="16" y="8"/>
                  </a:cubicBezTo>
                  <a:cubicBezTo>
                    <a:pt x="21" y="8"/>
                    <a:pt x="24" y="11"/>
                    <a:pt x="2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68">
              <a:extLst>
                <a:ext uri="{FF2B5EF4-FFF2-40B4-BE49-F238E27FC236}">
                  <a16:creationId xmlns:a16="http://schemas.microsoft.com/office/drawing/2014/main" id="{44011851-A74E-4232-B6C8-FE5E6F648F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86688" y="5065713"/>
              <a:ext cx="827088" cy="815975"/>
            </a:xfrm>
            <a:custGeom>
              <a:avLst/>
              <a:gdLst>
                <a:gd name="T0" fmla="*/ 57 w 220"/>
                <a:gd name="T1" fmla="*/ 217 h 217"/>
                <a:gd name="T2" fmla="*/ 47 w 220"/>
                <a:gd name="T3" fmla="*/ 170 h 217"/>
                <a:gd name="T4" fmla="*/ 0 w 220"/>
                <a:gd name="T5" fmla="*/ 159 h 217"/>
                <a:gd name="T6" fmla="*/ 10 w 220"/>
                <a:gd name="T7" fmla="*/ 141 h 217"/>
                <a:gd name="T8" fmla="*/ 53 w 220"/>
                <a:gd name="T9" fmla="*/ 138 h 217"/>
                <a:gd name="T10" fmla="*/ 63 w 220"/>
                <a:gd name="T11" fmla="*/ 126 h 217"/>
                <a:gd name="T12" fmla="*/ 103 w 220"/>
                <a:gd name="T13" fmla="*/ 86 h 217"/>
                <a:gd name="T14" fmla="*/ 21 w 220"/>
                <a:gd name="T15" fmla="*/ 46 h 217"/>
                <a:gd name="T16" fmla="*/ 41 w 220"/>
                <a:gd name="T17" fmla="*/ 25 h 217"/>
                <a:gd name="T18" fmla="*/ 146 w 220"/>
                <a:gd name="T19" fmla="*/ 43 h 217"/>
                <a:gd name="T20" fmla="*/ 183 w 220"/>
                <a:gd name="T21" fmla="*/ 6 h 217"/>
                <a:gd name="T22" fmla="*/ 203 w 220"/>
                <a:gd name="T23" fmla="*/ 0 h 217"/>
                <a:gd name="T24" fmla="*/ 213 w 220"/>
                <a:gd name="T25" fmla="*/ 1 h 217"/>
                <a:gd name="T26" fmla="*/ 216 w 220"/>
                <a:gd name="T27" fmla="*/ 1 h 217"/>
                <a:gd name="T28" fmla="*/ 216 w 220"/>
                <a:gd name="T29" fmla="*/ 4 h 217"/>
                <a:gd name="T30" fmla="*/ 211 w 220"/>
                <a:gd name="T31" fmla="*/ 35 h 217"/>
                <a:gd name="T32" fmla="*/ 174 w 220"/>
                <a:gd name="T33" fmla="*/ 72 h 217"/>
                <a:gd name="T34" fmla="*/ 192 w 220"/>
                <a:gd name="T35" fmla="*/ 176 h 217"/>
                <a:gd name="T36" fmla="*/ 172 w 220"/>
                <a:gd name="T37" fmla="*/ 197 h 217"/>
                <a:gd name="T38" fmla="*/ 131 w 220"/>
                <a:gd name="T39" fmla="*/ 115 h 217"/>
                <a:gd name="T40" fmla="*/ 94 w 220"/>
                <a:gd name="T41" fmla="*/ 152 h 217"/>
                <a:gd name="T42" fmla="*/ 79 w 220"/>
                <a:gd name="T43" fmla="*/ 166 h 217"/>
                <a:gd name="T44" fmla="*/ 76 w 220"/>
                <a:gd name="T45" fmla="*/ 207 h 217"/>
                <a:gd name="T46" fmla="*/ 57 w 220"/>
                <a:gd name="T47" fmla="*/ 217 h 217"/>
                <a:gd name="T48" fmla="*/ 12 w 220"/>
                <a:gd name="T49" fmla="*/ 154 h 217"/>
                <a:gd name="T50" fmla="*/ 54 w 220"/>
                <a:gd name="T51" fmla="*/ 163 h 217"/>
                <a:gd name="T52" fmla="*/ 63 w 220"/>
                <a:gd name="T53" fmla="*/ 205 h 217"/>
                <a:gd name="T54" fmla="*/ 68 w 220"/>
                <a:gd name="T55" fmla="*/ 202 h 217"/>
                <a:gd name="T56" fmla="*/ 71 w 220"/>
                <a:gd name="T57" fmla="*/ 162 h 217"/>
                <a:gd name="T58" fmla="*/ 72 w 220"/>
                <a:gd name="T59" fmla="*/ 161 h 217"/>
                <a:gd name="T60" fmla="*/ 89 w 220"/>
                <a:gd name="T61" fmla="*/ 146 h 217"/>
                <a:gd name="T62" fmla="*/ 134 w 220"/>
                <a:gd name="T63" fmla="*/ 101 h 217"/>
                <a:gd name="T64" fmla="*/ 174 w 220"/>
                <a:gd name="T65" fmla="*/ 183 h 217"/>
                <a:gd name="T66" fmla="*/ 184 w 220"/>
                <a:gd name="T67" fmla="*/ 173 h 217"/>
                <a:gd name="T68" fmla="*/ 166 w 220"/>
                <a:gd name="T69" fmla="*/ 69 h 217"/>
                <a:gd name="T70" fmla="*/ 206 w 220"/>
                <a:gd name="T71" fmla="*/ 29 h 217"/>
                <a:gd name="T72" fmla="*/ 209 w 220"/>
                <a:gd name="T73" fmla="*/ 8 h 217"/>
                <a:gd name="T74" fmla="*/ 203 w 220"/>
                <a:gd name="T75" fmla="*/ 8 h 217"/>
                <a:gd name="T76" fmla="*/ 189 w 220"/>
                <a:gd name="T77" fmla="*/ 12 h 217"/>
                <a:gd name="T78" fmla="*/ 149 w 220"/>
                <a:gd name="T79" fmla="*/ 52 h 217"/>
                <a:gd name="T80" fmla="*/ 44 w 220"/>
                <a:gd name="T81" fmla="*/ 34 h 217"/>
                <a:gd name="T82" fmla="*/ 34 w 220"/>
                <a:gd name="T83" fmla="*/ 44 h 217"/>
                <a:gd name="T84" fmla="*/ 117 w 220"/>
                <a:gd name="T85" fmla="*/ 84 h 217"/>
                <a:gd name="T86" fmla="*/ 69 w 220"/>
                <a:gd name="T87" fmla="*/ 132 h 217"/>
                <a:gd name="T88" fmla="*/ 58 w 220"/>
                <a:gd name="T89" fmla="*/ 145 h 217"/>
                <a:gd name="T90" fmla="*/ 57 w 220"/>
                <a:gd name="T91" fmla="*/ 146 h 217"/>
                <a:gd name="T92" fmla="*/ 15 w 220"/>
                <a:gd name="T93" fmla="*/ 148 h 217"/>
                <a:gd name="T94" fmla="*/ 12 w 220"/>
                <a:gd name="T95" fmla="*/ 15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0" h="217">
                  <a:moveTo>
                    <a:pt x="57" y="217"/>
                  </a:moveTo>
                  <a:cubicBezTo>
                    <a:pt x="47" y="170"/>
                    <a:pt x="47" y="170"/>
                    <a:pt x="47" y="170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5" y="135"/>
                    <a:pt x="60" y="129"/>
                    <a:pt x="63" y="126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7" y="2"/>
                    <a:pt x="194" y="0"/>
                    <a:pt x="203" y="0"/>
                  </a:cubicBezTo>
                  <a:cubicBezTo>
                    <a:pt x="209" y="0"/>
                    <a:pt x="213" y="1"/>
                    <a:pt x="213" y="1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20" y="15"/>
                    <a:pt x="218" y="28"/>
                    <a:pt x="211" y="35"/>
                  </a:cubicBezTo>
                  <a:cubicBezTo>
                    <a:pt x="174" y="72"/>
                    <a:pt x="174" y="72"/>
                    <a:pt x="174" y="72"/>
                  </a:cubicBezTo>
                  <a:cubicBezTo>
                    <a:pt x="192" y="176"/>
                    <a:pt x="192" y="176"/>
                    <a:pt x="192" y="176"/>
                  </a:cubicBezTo>
                  <a:cubicBezTo>
                    <a:pt x="172" y="197"/>
                    <a:pt x="172" y="197"/>
                    <a:pt x="172" y="197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0" y="156"/>
                    <a:pt x="82" y="163"/>
                    <a:pt x="79" y="166"/>
                  </a:cubicBezTo>
                  <a:cubicBezTo>
                    <a:pt x="76" y="207"/>
                    <a:pt x="76" y="207"/>
                    <a:pt x="76" y="207"/>
                  </a:cubicBezTo>
                  <a:lnTo>
                    <a:pt x="57" y="217"/>
                  </a:lnTo>
                  <a:close/>
                  <a:moveTo>
                    <a:pt x="12" y="154"/>
                  </a:moveTo>
                  <a:cubicBezTo>
                    <a:pt x="54" y="163"/>
                    <a:pt x="54" y="163"/>
                    <a:pt x="54" y="163"/>
                  </a:cubicBezTo>
                  <a:cubicBezTo>
                    <a:pt x="63" y="205"/>
                    <a:pt x="63" y="205"/>
                    <a:pt x="63" y="205"/>
                  </a:cubicBezTo>
                  <a:cubicBezTo>
                    <a:pt x="68" y="202"/>
                    <a:pt x="68" y="202"/>
                    <a:pt x="68" y="202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2" y="161"/>
                    <a:pt x="72" y="161"/>
                    <a:pt x="72" y="161"/>
                  </a:cubicBezTo>
                  <a:cubicBezTo>
                    <a:pt x="73" y="161"/>
                    <a:pt x="84" y="151"/>
                    <a:pt x="89" y="146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74" y="183"/>
                    <a:pt x="174" y="183"/>
                    <a:pt x="174" y="183"/>
                  </a:cubicBezTo>
                  <a:cubicBezTo>
                    <a:pt x="184" y="173"/>
                    <a:pt x="184" y="173"/>
                    <a:pt x="184" y="173"/>
                  </a:cubicBezTo>
                  <a:cubicBezTo>
                    <a:pt x="166" y="69"/>
                    <a:pt x="166" y="69"/>
                    <a:pt x="166" y="69"/>
                  </a:cubicBezTo>
                  <a:cubicBezTo>
                    <a:pt x="206" y="29"/>
                    <a:pt x="206" y="29"/>
                    <a:pt x="206" y="29"/>
                  </a:cubicBezTo>
                  <a:cubicBezTo>
                    <a:pt x="209" y="26"/>
                    <a:pt x="211" y="17"/>
                    <a:pt x="209" y="8"/>
                  </a:cubicBezTo>
                  <a:cubicBezTo>
                    <a:pt x="208" y="8"/>
                    <a:pt x="205" y="8"/>
                    <a:pt x="203" y="8"/>
                  </a:cubicBezTo>
                  <a:cubicBezTo>
                    <a:pt x="198" y="8"/>
                    <a:pt x="192" y="8"/>
                    <a:pt x="189" y="12"/>
                  </a:cubicBezTo>
                  <a:cubicBezTo>
                    <a:pt x="149" y="52"/>
                    <a:pt x="149" y="52"/>
                    <a:pt x="149" y="52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6" y="135"/>
                    <a:pt x="58" y="145"/>
                    <a:pt x="58" y="145"/>
                  </a:cubicBezTo>
                  <a:cubicBezTo>
                    <a:pt x="57" y="146"/>
                    <a:pt x="57" y="146"/>
                    <a:pt x="57" y="146"/>
                  </a:cubicBezTo>
                  <a:cubicBezTo>
                    <a:pt x="15" y="148"/>
                    <a:pt x="15" y="148"/>
                    <a:pt x="15" y="148"/>
                  </a:cubicBezTo>
                  <a:lnTo>
                    <a:pt x="12" y="1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69">
              <a:extLst>
                <a:ext uri="{FF2B5EF4-FFF2-40B4-BE49-F238E27FC236}">
                  <a16:creationId xmlns:a16="http://schemas.microsoft.com/office/drawing/2014/main" id="{EE91027A-8F99-4A3B-A4F7-75F4BB4759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91626" y="5043488"/>
              <a:ext cx="720725" cy="782638"/>
            </a:xfrm>
            <a:custGeom>
              <a:avLst/>
              <a:gdLst>
                <a:gd name="T0" fmla="*/ 146 w 192"/>
                <a:gd name="T1" fmla="*/ 56 h 208"/>
                <a:gd name="T2" fmla="*/ 156 w 192"/>
                <a:gd name="T3" fmla="*/ 32 h 208"/>
                <a:gd name="T4" fmla="*/ 124 w 192"/>
                <a:gd name="T5" fmla="*/ 0 h 208"/>
                <a:gd name="T6" fmla="*/ 96 w 192"/>
                <a:gd name="T7" fmla="*/ 17 h 208"/>
                <a:gd name="T8" fmla="*/ 68 w 192"/>
                <a:gd name="T9" fmla="*/ 0 h 208"/>
                <a:gd name="T10" fmla="*/ 36 w 192"/>
                <a:gd name="T11" fmla="*/ 32 h 208"/>
                <a:gd name="T12" fmla="*/ 47 w 192"/>
                <a:gd name="T13" fmla="*/ 56 h 208"/>
                <a:gd name="T14" fmla="*/ 0 w 192"/>
                <a:gd name="T15" fmla="*/ 56 h 208"/>
                <a:gd name="T16" fmla="*/ 0 w 192"/>
                <a:gd name="T17" fmla="*/ 208 h 208"/>
                <a:gd name="T18" fmla="*/ 192 w 192"/>
                <a:gd name="T19" fmla="*/ 208 h 208"/>
                <a:gd name="T20" fmla="*/ 192 w 192"/>
                <a:gd name="T21" fmla="*/ 56 h 208"/>
                <a:gd name="T22" fmla="*/ 146 w 192"/>
                <a:gd name="T23" fmla="*/ 56 h 208"/>
                <a:gd name="T24" fmla="*/ 184 w 192"/>
                <a:gd name="T25" fmla="*/ 64 h 208"/>
                <a:gd name="T26" fmla="*/ 184 w 192"/>
                <a:gd name="T27" fmla="*/ 128 h 208"/>
                <a:gd name="T28" fmla="*/ 100 w 192"/>
                <a:gd name="T29" fmla="*/ 128 h 208"/>
                <a:gd name="T30" fmla="*/ 100 w 192"/>
                <a:gd name="T31" fmla="*/ 64 h 208"/>
                <a:gd name="T32" fmla="*/ 106 w 192"/>
                <a:gd name="T33" fmla="*/ 64 h 208"/>
                <a:gd name="T34" fmla="*/ 125 w 192"/>
                <a:gd name="T35" fmla="*/ 98 h 208"/>
                <a:gd name="T36" fmla="*/ 132 w 192"/>
                <a:gd name="T37" fmla="*/ 94 h 208"/>
                <a:gd name="T38" fmla="*/ 115 w 192"/>
                <a:gd name="T39" fmla="*/ 64 h 208"/>
                <a:gd name="T40" fmla="*/ 184 w 192"/>
                <a:gd name="T41" fmla="*/ 64 h 208"/>
                <a:gd name="T42" fmla="*/ 96 w 192"/>
                <a:gd name="T43" fmla="*/ 48 h 208"/>
                <a:gd name="T44" fmla="*/ 101 w 192"/>
                <a:gd name="T45" fmla="*/ 56 h 208"/>
                <a:gd name="T46" fmla="*/ 92 w 192"/>
                <a:gd name="T47" fmla="*/ 56 h 208"/>
                <a:gd name="T48" fmla="*/ 96 w 192"/>
                <a:gd name="T49" fmla="*/ 48 h 208"/>
                <a:gd name="T50" fmla="*/ 124 w 192"/>
                <a:gd name="T51" fmla="*/ 8 h 208"/>
                <a:gd name="T52" fmla="*/ 148 w 192"/>
                <a:gd name="T53" fmla="*/ 32 h 208"/>
                <a:gd name="T54" fmla="*/ 124 w 192"/>
                <a:gd name="T55" fmla="*/ 56 h 208"/>
                <a:gd name="T56" fmla="*/ 100 w 192"/>
                <a:gd name="T57" fmla="*/ 32 h 208"/>
                <a:gd name="T58" fmla="*/ 124 w 192"/>
                <a:gd name="T59" fmla="*/ 8 h 208"/>
                <a:gd name="T60" fmla="*/ 44 w 192"/>
                <a:gd name="T61" fmla="*/ 32 h 208"/>
                <a:gd name="T62" fmla="*/ 68 w 192"/>
                <a:gd name="T63" fmla="*/ 8 h 208"/>
                <a:gd name="T64" fmla="*/ 92 w 192"/>
                <a:gd name="T65" fmla="*/ 32 h 208"/>
                <a:gd name="T66" fmla="*/ 68 w 192"/>
                <a:gd name="T67" fmla="*/ 56 h 208"/>
                <a:gd name="T68" fmla="*/ 44 w 192"/>
                <a:gd name="T69" fmla="*/ 32 h 208"/>
                <a:gd name="T70" fmla="*/ 78 w 192"/>
                <a:gd name="T71" fmla="*/ 64 h 208"/>
                <a:gd name="T72" fmla="*/ 61 w 192"/>
                <a:gd name="T73" fmla="*/ 94 h 208"/>
                <a:gd name="T74" fmla="*/ 68 w 192"/>
                <a:gd name="T75" fmla="*/ 98 h 208"/>
                <a:gd name="T76" fmla="*/ 87 w 192"/>
                <a:gd name="T77" fmla="*/ 64 h 208"/>
                <a:gd name="T78" fmla="*/ 92 w 192"/>
                <a:gd name="T79" fmla="*/ 64 h 208"/>
                <a:gd name="T80" fmla="*/ 92 w 192"/>
                <a:gd name="T81" fmla="*/ 128 h 208"/>
                <a:gd name="T82" fmla="*/ 8 w 192"/>
                <a:gd name="T83" fmla="*/ 128 h 208"/>
                <a:gd name="T84" fmla="*/ 8 w 192"/>
                <a:gd name="T85" fmla="*/ 64 h 208"/>
                <a:gd name="T86" fmla="*/ 78 w 192"/>
                <a:gd name="T87" fmla="*/ 64 h 208"/>
                <a:gd name="T88" fmla="*/ 8 w 192"/>
                <a:gd name="T89" fmla="*/ 136 h 208"/>
                <a:gd name="T90" fmla="*/ 92 w 192"/>
                <a:gd name="T91" fmla="*/ 136 h 208"/>
                <a:gd name="T92" fmla="*/ 92 w 192"/>
                <a:gd name="T93" fmla="*/ 200 h 208"/>
                <a:gd name="T94" fmla="*/ 8 w 192"/>
                <a:gd name="T95" fmla="*/ 200 h 208"/>
                <a:gd name="T96" fmla="*/ 8 w 192"/>
                <a:gd name="T97" fmla="*/ 136 h 208"/>
                <a:gd name="T98" fmla="*/ 100 w 192"/>
                <a:gd name="T99" fmla="*/ 200 h 208"/>
                <a:gd name="T100" fmla="*/ 100 w 192"/>
                <a:gd name="T101" fmla="*/ 136 h 208"/>
                <a:gd name="T102" fmla="*/ 184 w 192"/>
                <a:gd name="T103" fmla="*/ 136 h 208"/>
                <a:gd name="T104" fmla="*/ 184 w 192"/>
                <a:gd name="T105" fmla="*/ 200 h 208"/>
                <a:gd name="T106" fmla="*/ 100 w 192"/>
                <a:gd name="T107" fmla="*/ 2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" h="208">
                  <a:moveTo>
                    <a:pt x="146" y="56"/>
                  </a:moveTo>
                  <a:cubicBezTo>
                    <a:pt x="152" y="50"/>
                    <a:pt x="156" y="42"/>
                    <a:pt x="156" y="32"/>
                  </a:cubicBezTo>
                  <a:cubicBezTo>
                    <a:pt x="156" y="15"/>
                    <a:pt x="142" y="0"/>
                    <a:pt x="124" y="0"/>
                  </a:cubicBezTo>
                  <a:cubicBezTo>
                    <a:pt x="112" y="0"/>
                    <a:pt x="102" y="7"/>
                    <a:pt x="96" y="17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51" y="0"/>
                    <a:pt x="36" y="15"/>
                    <a:pt x="36" y="32"/>
                  </a:cubicBezTo>
                  <a:cubicBezTo>
                    <a:pt x="36" y="42"/>
                    <a:pt x="41" y="50"/>
                    <a:pt x="47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192" y="208"/>
                    <a:pt x="192" y="208"/>
                    <a:pt x="192" y="208"/>
                  </a:cubicBezTo>
                  <a:cubicBezTo>
                    <a:pt x="192" y="56"/>
                    <a:pt x="192" y="56"/>
                    <a:pt x="192" y="56"/>
                  </a:cubicBezTo>
                  <a:lnTo>
                    <a:pt x="146" y="56"/>
                  </a:lnTo>
                  <a:close/>
                  <a:moveTo>
                    <a:pt x="184" y="64"/>
                  </a:moveTo>
                  <a:cubicBezTo>
                    <a:pt x="184" y="128"/>
                    <a:pt x="184" y="128"/>
                    <a:pt x="184" y="128"/>
                  </a:cubicBezTo>
                  <a:cubicBezTo>
                    <a:pt x="100" y="128"/>
                    <a:pt x="100" y="128"/>
                    <a:pt x="100" y="128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32" y="94"/>
                    <a:pt x="132" y="94"/>
                    <a:pt x="132" y="94"/>
                  </a:cubicBezTo>
                  <a:cubicBezTo>
                    <a:pt x="115" y="64"/>
                    <a:pt x="115" y="64"/>
                    <a:pt x="115" y="64"/>
                  </a:cubicBezTo>
                  <a:lnTo>
                    <a:pt x="184" y="64"/>
                  </a:lnTo>
                  <a:close/>
                  <a:moveTo>
                    <a:pt x="96" y="48"/>
                  </a:moveTo>
                  <a:cubicBezTo>
                    <a:pt x="101" y="56"/>
                    <a:pt x="101" y="56"/>
                    <a:pt x="101" y="56"/>
                  </a:cubicBezTo>
                  <a:cubicBezTo>
                    <a:pt x="92" y="56"/>
                    <a:pt x="92" y="56"/>
                    <a:pt x="92" y="56"/>
                  </a:cubicBezTo>
                  <a:lnTo>
                    <a:pt x="96" y="48"/>
                  </a:lnTo>
                  <a:close/>
                  <a:moveTo>
                    <a:pt x="124" y="8"/>
                  </a:moveTo>
                  <a:cubicBezTo>
                    <a:pt x="138" y="8"/>
                    <a:pt x="148" y="19"/>
                    <a:pt x="148" y="32"/>
                  </a:cubicBezTo>
                  <a:cubicBezTo>
                    <a:pt x="148" y="45"/>
                    <a:pt x="138" y="56"/>
                    <a:pt x="124" y="56"/>
                  </a:cubicBezTo>
                  <a:cubicBezTo>
                    <a:pt x="111" y="56"/>
                    <a:pt x="100" y="45"/>
                    <a:pt x="100" y="32"/>
                  </a:cubicBezTo>
                  <a:cubicBezTo>
                    <a:pt x="100" y="19"/>
                    <a:pt x="111" y="8"/>
                    <a:pt x="124" y="8"/>
                  </a:cubicBezTo>
                  <a:close/>
                  <a:moveTo>
                    <a:pt x="44" y="32"/>
                  </a:moveTo>
                  <a:cubicBezTo>
                    <a:pt x="44" y="19"/>
                    <a:pt x="55" y="8"/>
                    <a:pt x="68" y="8"/>
                  </a:cubicBezTo>
                  <a:cubicBezTo>
                    <a:pt x="82" y="8"/>
                    <a:pt x="92" y="19"/>
                    <a:pt x="92" y="32"/>
                  </a:cubicBezTo>
                  <a:cubicBezTo>
                    <a:pt x="92" y="45"/>
                    <a:pt x="82" y="56"/>
                    <a:pt x="68" y="56"/>
                  </a:cubicBezTo>
                  <a:cubicBezTo>
                    <a:pt x="55" y="56"/>
                    <a:pt x="44" y="45"/>
                    <a:pt x="44" y="32"/>
                  </a:cubicBezTo>
                  <a:close/>
                  <a:moveTo>
                    <a:pt x="78" y="64"/>
                  </a:moveTo>
                  <a:cubicBezTo>
                    <a:pt x="61" y="94"/>
                    <a:pt x="61" y="94"/>
                    <a:pt x="61" y="94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64"/>
                    <a:pt x="8" y="64"/>
                    <a:pt x="8" y="64"/>
                  </a:cubicBezTo>
                  <a:lnTo>
                    <a:pt x="78" y="64"/>
                  </a:lnTo>
                  <a:close/>
                  <a:moveTo>
                    <a:pt x="8" y="136"/>
                  </a:moveTo>
                  <a:cubicBezTo>
                    <a:pt x="92" y="136"/>
                    <a:pt x="92" y="136"/>
                    <a:pt x="92" y="136"/>
                  </a:cubicBezTo>
                  <a:cubicBezTo>
                    <a:pt x="92" y="200"/>
                    <a:pt x="92" y="200"/>
                    <a:pt x="92" y="200"/>
                  </a:cubicBezTo>
                  <a:cubicBezTo>
                    <a:pt x="8" y="200"/>
                    <a:pt x="8" y="200"/>
                    <a:pt x="8" y="200"/>
                  </a:cubicBezTo>
                  <a:lnTo>
                    <a:pt x="8" y="136"/>
                  </a:lnTo>
                  <a:close/>
                  <a:moveTo>
                    <a:pt x="100" y="200"/>
                  </a:moveTo>
                  <a:cubicBezTo>
                    <a:pt x="100" y="136"/>
                    <a:pt x="100" y="136"/>
                    <a:pt x="100" y="136"/>
                  </a:cubicBezTo>
                  <a:cubicBezTo>
                    <a:pt x="184" y="136"/>
                    <a:pt x="184" y="136"/>
                    <a:pt x="184" y="136"/>
                  </a:cubicBezTo>
                  <a:cubicBezTo>
                    <a:pt x="184" y="200"/>
                    <a:pt x="184" y="200"/>
                    <a:pt x="184" y="200"/>
                  </a:cubicBezTo>
                  <a:lnTo>
                    <a:pt x="100" y="2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70">
              <a:extLst>
                <a:ext uri="{FF2B5EF4-FFF2-40B4-BE49-F238E27FC236}">
                  <a16:creationId xmlns:a16="http://schemas.microsoft.com/office/drawing/2014/main" id="{E3AF4FF0-7618-457C-BA5A-D4712DBF1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36238" y="5065713"/>
              <a:ext cx="731838" cy="812800"/>
            </a:xfrm>
            <a:custGeom>
              <a:avLst/>
              <a:gdLst>
                <a:gd name="T0" fmla="*/ 152 w 195"/>
                <a:gd name="T1" fmla="*/ 216 h 216"/>
                <a:gd name="T2" fmla="*/ 52 w 195"/>
                <a:gd name="T3" fmla="*/ 143 h 216"/>
                <a:gd name="T4" fmla="*/ 0 w 195"/>
                <a:gd name="T5" fmla="*/ 39 h 216"/>
                <a:gd name="T6" fmla="*/ 19 w 195"/>
                <a:gd name="T7" fmla="*/ 8 h 216"/>
                <a:gd name="T8" fmla="*/ 21 w 195"/>
                <a:gd name="T9" fmla="*/ 7 h 216"/>
                <a:gd name="T10" fmla="*/ 44 w 195"/>
                <a:gd name="T11" fmla="*/ 0 h 216"/>
                <a:gd name="T12" fmla="*/ 57 w 195"/>
                <a:gd name="T13" fmla="*/ 9 h 216"/>
                <a:gd name="T14" fmla="*/ 74 w 195"/>
                <a:gd name="T15" fmla="*/ 45 h 216"/>
                <a:gd name="T16" fmla="*/ 69 w 195"/>
                <a:gd name="T17" fmla="*/ 64 h 216"/>
                <a:gd name="T18" fmla="*/ 68 w 195"/>
                <a:gd name="T19" fmla="*/ 65 h 216"/>
                <a:gd name="T20" fmla="*/ 57 w 195"/>
                <a:gd name="T21" fmla="*/ 76 h 216"/>
                <a:gd name="T22" fmla="*/ 60 w 195"/>
                <a:gd name="T23" fmla="*/ 84 h 216"/>
                <a:gd name="T24" fmla="*/ 111 w 195"/>
                <a:gd name="T25" fmla="*/ 147 h 216"/>
                <a:gd name="T26" fmla="*/ 126 w 195"/>
                <a:gd name="T27" fmla="*/ 148 h 216"/>
                <a:gd name="T28" fmla="*/ 132 w 195"/>
                <a:gd name="T29" fmla="*/ 143 h 216"/>
                <a:gd name="T30" fmla="*/ 133 w 195"/>
                <a:gd name="T31" fmla="*/ 142 h 216"/>
                <a:gd name="T32" fmla="*/ 142 w 195"/>
                <a:gd name="T33" fmla="*/ 139 h 216"/>
                <a:gd name="T34" fmla="*/ 154 w 195"/>
                <a:gd name="T35" fmla="*/ 143 h 216"/>
                <a:gd name="T36" fmla="*/ 187 w 195"/>
                <a:gd name="T37" fmla="*/ 166 h 216"/>
                <a:gd name="T38" fmla="*/ 188 w 195"/>
                <a:gd name="T39" fmla="*/ 166 h 216"/>
                <a:gd name="T40" fmla="*/ 190 w 195"/>
                <a:gd name="T41" fmla="*/ 186 h 216"/>
                <a:gd name="T42" fmla="*/ 152 w 195"/>
                <a:gd name="T43" fmla="*/ 216 h 216"/>
                <a:gd name="T44" fmla="*/ 44 w 195"/>
                <a:gd name="T45" fmla="*/ 8 h 216"/>
                <a:gd name="T46" fmla="*/ 26 w 195"/>
                <a:gd name="T47" fmla="*/ 14 h 216"/>
                <a:gd name="T48" fmla="*/ 24 w 195"/>
                <a:gd name="T49" fmla="*/ 15 h 216"/>
                <a:gd name="T50" fmla="*/ 8 w 195"/>
                <a:gd name="T51" fmla="*/ 39 h 216"/>
                <a:gd name="T52" fmla="*/ 59 w 195"/>
                <a:gd name="T53" fmla="*/ 138 h 216"/>
                <a:gd name="T54" fmla="*/ 152 w 195"/>
                <a:gd name="T55" fmla="*/ 208 h 216"/>
                <a:gd name="T56" fmla="*/ 183 w 195"/>
                <a:gd name="T57" fmla="*/ 182 h 216"/>
                <a:gd name="T58" fmla="*/ 183 w 195"/>
                <a:gd name="T59" fmla="*/ 172 h 216"/>
                <a:gd name="T60" fmla="*/ 149 w 195"/>
                <a:gd name="T61" fmla="*/ 150 h 216"/>
                <a:gd name="T62" fmla="*/ 142 w 195"/>
                <a:gd name="T63" fmla="*/ 147 h 216"/>
                <a:gd name="T64" fmla="*/ 138 w 195"/>
                <a:gd name="T65" fmla="*/ 148 h 216"/>
                <a:gd name="T66" fmla="*/ 131 w 195"/>
                <a:gd name="T67" fmla="*/ 155 h 216"/>
                <a:gd name="T68" fmla="*/ 105 w 195"/>
                <a:gd name="T69" fmla="*/ 153 h 216"/>
                <a:gd name="T70" fmla="*/ 53 w 195"/>
                <a:gd name="T71" fmla="*/ 89 h 216"/>
                <a:gd name="T72" fmla="*/ 49 w 195"/>
                <a:gd name="T73" fmla="*/ 75 h 216"/>
                <a:gd name="T74" fmla="*/ 63 w 195"/>
                <a:gd name="T75" fmla="*/ 58 h 216"/>
                <a:gd name="T76" fmla="*/ 64 w 195"/>
                <a:gd name="T77" fmla="*/ 57 h 216"/>
                <a:gd name="T78" fmla="*/ 66 w 195"/>
                <a:gd name="T79" fmla="*/ 48 h 216"/>
                <a:gd name="T80" fmla="*/ 50 w 195"/>
                <a:gd name="T81" fmla="*/ 12 h 216"/>
                <a:gd name="T82" fmla="*/ 44 w 195"/>
                <a:gd name="T83" fmla="*/ 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5" h="216">
                  <a:moveTo>
                    <a:pt x="152" y="216"/>
                  </a:moveTo>
                  <a:cubicBezTo>
                    <a:pt x="134" y="216"/>
                    <a:pt x="89" y="193"/>
                    <a:pt x="52" y="143"/>
                  </a:cubicBezTo>
                  <a:cubicBezTo>
                    <a:pt x="17" y="96"/>
                    <a:pt x="0" y="62"/>
                    <a:pt x="0" y="39"/>
                  </a:cubicBezTo>
                  <a:cubicBezTo>
                    <a:pt x="0" y="22"/>
                    <a:pt x="13" y="13"/>
                    <a:pt x="19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8" y="2"/>
                    <a:pt x="40" y="0"/>
                    <a:pt x="44" y="0"/>
                  </a:cubicBezTo>
                  <a:cubicBezTo>
                    <a:pt x="52" y="0"/>
                    <a:pt x="55" y="5"/>
                    <a:pt x="57" y="9"/>
                  </a:cubicBezTo>
                  <a:cubicBezTo>
                    <a:pt x="59" y="12"/>
                    <a:pt x="73" y="42"/>
                    <a:pt x="74" y="45"/>
                  </a:cubicBezTo>
                  <a:cubicBezTo>
                    <a:pt x="76" y="51"/>
                    <a:pt x="75" y="59"/>
                    <a:pt x="69" y="64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4" y="67"/>
                    <a:pt x="58" y="71"/>
                    <a:pt x="57" y="76"/>
                  </a:cubicBezTo>
                  <a:cubicBezTo>
                    <a:pt x="57" y="79"/>
                    <a:pt x="58" y="82"/>
                    <a:pt x="60" y="84"/>
                  </a:cubicBezTo>
                  <a:cubicBezTo>
                    <a:pt x="71" y="99"/>
                    <a:pt x="105" y="141"/>
                    <a:pt x="111" y="147"/>
                  </a:cubicBezTo>
                  <a:cubicBezTo>
                    <a:pt x="116" y="151"/>
                    <a:pt x="122" y="152"/>
                    <a:pt x="126" y="148"/>
                  </a:cubicBezTo>
                  <a:cubicBezTo>
                    <a:pt x="130" y="145"/>
                    <a:pt x="132" y="143"/>
                    <a:pt x="132" y="143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2"/>
                    <a:pt x="136" y="139"/>
                    <a:pt x="142" y="139"/>
                  </a:cubicBezTo>
                  <a:cubicBezTo>
                    <a:pt x="146" y="139"/>
                    <a:pt x="150" y="141"/>
                    <a:pt x="154" y="143"/>
                  </a:cubicBezTo>
                  <a:cubicBezTo>
                    <a:pt x="164" y="150"/>
                    <a:pt x="187" y="166"/>
                    <a:pt x="187" y="166"/>
                  </a:cubicBezTo>
                  <a:cubicBezTo>
                    <a:pt x="188" y="166"/>
                    <a:pt x="188" y="166"/>
                    <a:pt x="188" y="166"/>
                  </a:cubicBezTo>
                  <a:cubicBezTo>
                    <a:pt x="191" y="169"/>
                    <a:pt x="195" y="176"/>
                    <a:pt x="190" y="186"/>
                  </a:cubicBezTo>
                  <a:cubicBezTo>
                    <a:pt x="185" y="196"/>
                    <a:pt x="169" y="216"/>
                    <a:pt x="152" y="216"/>
                  </a:cubicBezTo>
                  <a:close/>
                  <a:moveTo>
                    <a:pt x="44" y="8"/>
                  </a:moveTo>
                  <a:cubicBezTo>
                    <a:pt x="40" y="8"/>
                    <a:pt x="31" y="10"/>
                    <a:pt x="26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8" y="19"/>
                    <a:pt x="8" y="26"/>
                    <a:pt x="8" y="39"/>
                  </a:cubicBezTo>
                  <a:cubicBezTo>
                    <a:pt x="8" y="60"/>
                    <a:pt x="25" y="93"/>
                    <a:pt x="59" y="138"/>
                  </a:cubicBezTo>
                  <a:cubicBezTo>
                    <a:pt x="95" y="188"/>
                    <a:pt x="138" y="208"/>
                    <a:pt x="152" y="208"/>
                  </a:cubicBezTo>
                  <a:cubicBezTo>
                    <a:pt x="164" y="208"/>
                    <a:pt x="178" y="191"/>
                    <a:pt x="183" y="182"/>
                  </a:cubicBezTo>
                  <a:cubicBezTo>
                    <a:pt x="186" y="176"/>
                    <a:pt x="184" y="173"/>
                    <a:pt x="183" y="172"/>
                  </a:cubicBezTo>
                  <a:cubicBezTo>
                    <a:pt x="180" y="171"/>
                    <a:pt x="159" y="157"/>
                    <a:pt x="149" y="150"/>
                  </a:cubicBezTo>
                  <a:cubicBezTo>
                    <a:pt x="147" y="148"/>
                    <a:pt x="144" y="147"/>
                    <a:pt x="142" y="147"/>
                  </a:cubicBezTo>
                  <a:cubicBezTo>
                    <a:pt x="140" y="147"/>
                    <a:pt x="138" y="148"/>
                    <a:pt x="138" y="148"/>
                  </a:cubicBezTo>
                  <a:cubicBezTo>
                    <a:pt x="137" y="149"/>
                    <a:pt x="135" y="151"/>
                    <a:pt x="131" y="155"/>
                  </a:cubicBezTo>
                  <a:cubicBezTo>
                    <a:pt x="124" y="161"/>
                    <a:pt x="113" y="160"/>
                    <a:pt x="105" y="153"/>
                  </a:cubicBezTo>
                  <a:cubicBezTo>
                    <a:pt x="98" y="146"/>
                    <a:pt x="63" y="103"/>
                    <a:pt x="53" y="89"/>
                  </a:cubicBezTo>
                  <a:cubicBezTo>
                    <a:pt x="50" y="85"/>
                    <a:pt x="49" y="80"/>
                    <a:pt x="49" y="75"/>
                  </a:cubicBezTo>
                  <a:cubicBezTo>
                    <a:pt x="51" y="67"/>
                    <a:pt x="59" y="61"/>
                    <a:pt x="63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8" y="55"/>
                    <a:pt x="67" y="50"/>
                    <a:pt x="66" y="48"/>
                  </a:cubicBezTo>
                  <a:cubicBezTo>
                    <a:pt x="65" y="45"/>
                    <a:pt x="52" y="16"/>
                    <a:pt x="50" y="12"/>
                  </a:cubicBezTo>
                  <a:cubicBezTo>
                    <a:pt x="49" y="9"/>
                    <a:pt x="47" y="8"/>
                    <a:pt x="4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18" name="组合 217">
            <a:extLst>
              <a:ext uri="{FF2B5EF4-FFF2-40B4-BE49-F238E27FC236}">
                <a16:creationId xmlns:a16="http://schemas.microsoft.com/office/drawing/2014/main" id="{BF807419-CD4E-448E-9B49-7103A5C77F68}"/>
              </a:ext>
            </a:extLst>
          </p:cNvPr>
          <p:cNvGrpSpPr/>
          <p:nvPr/>
        </p:nvGrpSpPr>
        <p:grpSpPr>
          <a:xfrm>
            <a:off x="919164" y="3738740"/>
            <a:ext cx="4536246" cy="2193747"/>
            <a:chOff x="919163" y="922338"/>
            <a:chExt cx="10360025" cy="5010150"/>
          </a:xfrm>
          <a:solidFill>
            <a:schemeClr val="bg1"/>
          </a:solidFill>
        </p:grpSpPr>
        <p:sp>
          <p:nvSpPr>
            <p:cNvPr id="147" name="Oval 5">
              <a:extLst>
                <a:ext uri="{FF2B5EF4-FFF2-40B4-BE49-F238E27FC236}">
                  <a16:creationId xmlns:a16="http://schemas.microsoft.com/office/drawing/2014/main" id="{49B9174B-A445-4EF7-B99F-0101CE621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751" y="1554163"/>
              <a:ext cx="179388" cy="17938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Oval 6">
              <a:extLst>
                <a:ext uri="{FF2B5EF4-FFF2-40B4-BE49-F238E27FC236}">
                  <a16:creationId xmlns:a16="http://schemas.microsoft.com/office/drawing/2014/main" id="{F29504EE-9103-48C6-837C-E9A88CF2D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751" y="1041401"/>
              <a:ext cx="179388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Oval 7">
              <a:extLst>
                <a:ext uri="{FF2B5EF4-FFF2-40B4-BE49-F238E27FC236}">
                  <a16:creationId xmlns:a16="http://schemas.microsoft.com/office/drawing/2014/main" id="{50CA111A-177C-4152-A6B4-2D38EDE5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751" y="1296988"/>
              <a:ext cx="179388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Oval 8">
              <a:extLst>
                <a:ext uri="{FF2B5EF4-FFF2-40B4-BE49-F238E27FC236}">
                  <a16:creationId xmlns:a16="http://schemas.microsoft.com/office/drawing/2014/main" id="{63050392-1C47-403B-9169-81C162F2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338" y="1554163"/>
              <a:ext cx="179388" cy="17938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Oval 9">
              <a:extLst>
                <a:ext uri="{FF2B5EF4-FFF2-40B4-BE49-F238E27FC236}">
                  <a16:creationId xmlns:a16="http://schemas.microsoft.com/office/drawing/2014/main" id="{F0EB770D-AC8C-4658-B009-C026A7358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338" y="1041401"/>
              <a:ext cx="179388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Oval 10">
              <a:extLst>
                <a:ext uri="{FF2B5EF4-FFF2-40B4-BE49-F238E27FC236}">
                  <a16:creationId xmlns:a16="http://schemas.microsoft.com/office/drawing/2014/main" id="{DF44F40C-EA4E-45CA-BA59-D2DF6C247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338" y="1296988"/>
              <a:ext cx="179388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Oval 11">
              <a:extLst>
                <a:ext uri="{FF2B5EF4-FFF2-40B4-BE49-F238E27FC236}">
                  <a16:creationId xmlns:a16="http://schemas.microsoft.com/office/drawing/2014/main" id="{F76F2C3F-81E7-4602-835C-CFFBE5B3D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338" y="1554163"/>
              <a:ext cx="180975" cy="17938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Oval 12">
              <a:extLst>
                <a:ext uri="{FF2B5EF4-FFF2-40B4-BE49-F238E27FC236}">
                  <a16:creationId xmlns:a16="http://schemas.microsoft.com/office/drawing/2014/main" id="{8FA1CDE5-A446-4E3A-8F41-B8A5930B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338" y="1041401"/>
              <a:ext cx="180975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Oval 13">
              <a:extLst>
                <a:ext uri="{FF2B5EF4-FFF2-40B4-BE49-F238E27FC236}">
                  <a16:creationId xmlns:a16="http://schemas.microsoft.com/office/drawing/2014/main" id="{6D468458-B0FB-43F3-B7C8-3A5D6F6F0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338" y="1296988"/>
              <a:ext cx="180975" cy="1809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4">
              <a:extLst>
                <a:ext uri="{FF2B5EF4-FFF2-40B4-BE49-F238E27FC236}">
                  <a16:creationId xmlns:a16="http://schemas.microsoft.com/office/drawing/2014/main" id="{7A2E4E7C-F934-4755-A3A8-6B1EE9FC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988" y="922338"/>
              <a:ext cx="330200" cy="631825"/>
            </a:xfrm>
            <a:custGeom>
              <a:avLst/>
              <a:gdLst>
                <a:gd name="T0" fmla="*/ 44 w 88"/>
                <a:gd name="T1" fmla="*/ 168 h 168"/>
                <a:gd name="T2" fmla="*/ 88 w 88"/>
                <a:gd name="T3" fmla="*/ 124 h 168"/>
                <a:gd name="T4" fmla="*/ 88 w 88"/>
                <a:gd name="T5" fmla="*/ 44 h 168"/>
                <a:gd name="T6" fmla="*/ 44 w 88"/>
                <a:gd name="T7" fmla="*/ 0 h 168"/>
                <a:gd name="T8" fmla="*/ 0 w 88"/>
                <a:gd name="T9" fmla="*/ 44 h 168"/>
                <a:gd name="T10" fmla="*/ 0 w 88"/>
                <a:gd name="T11" fmla="*/ 124 h 168"/>
                <a:gd name="T12" fmla="*/ 44 w 88"/>
                <a:gd name="T1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168">
                  <a:moveTo>
                    <a:pt x="44" y="168"/>
                  </a:moveTo>
                  <a:cubicBezTo>
                    <a:pt x="69" y="168"/>
                    <a:pt x="88" y="148"/>
                    <a:pt x="88" y="12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8" y="20"/>
                    <a:pt x="69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48"/>
                    <a:pt x="20" y="168"/>
                    <a:pt x="44" y="1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5">
              <a:extLst>
                <a:ext uri="{FF2B5EF4-FFF2-40B4-BE49-F238E27FC236}">
                  <a16:creationId xmlns:a16="http://schemas.microsoft.com/office/drawing/2014/main" id="{9E81C211-D95C-4DA1-AB5C-51DD60B53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088" y="1238251"/>
              <a:ext cx="509588" cy="585788"/>
            </a:xfrm>
            <a:custGeom>
              <a:avLst/>
              <a:gdLst>
                <a:gd name="T0" fmla="*/ 128 w 136"/>
                <a:gd name="T1" fmla="*/ 0 h 156"/>
                <a:gd name="T2" fmla="*/ 128 w 136"/>
                <a:gd name="T3" fmla="*/ 40 h 156"/>
                <a:gd name="T4" fmla="*/ 68 w 136"/>
                <a:gd name="T5" fmla="*/ 100 h 156"/>
                <a:gd name="T6" fmla="*/ 8 w 136"/>
                <a:gd name="T7" fmla="*/ 40 h 156"/>
                <a:gd name="T8" fmla="*/ 8 w 136"/>
                <a:gd name="T9" fmla="*/ 0 h 156"/>
                <a:gd name="T10" fmla="*/ 0 w 136"/>
                <a:gd name="T11" fmla="*/ 0 h 156"/>
                <a:gd name="T12" fmla="*/ 0 w 136"/>
                <a:gd name="T13" fmla="*/ 40 h 156"/>
                <a:gd name="T14" fmla="*/ 65 w 136"/>
                <a:gd name="T15" fmla="*/ 108 h 156"/>
                <a:gd name="T16" fmla="*/ 64 w 136"/>
                <a:gd name="T17" fmla="*/ 108 h 156"/>
                <a:gd name="T18" fmla="*/ 64 w 136"/>
                <a:gd name="T19" fmla="*/ 148 h 156"/>
                <a:gd name="T20" fmla="*/ 28 w 136"/>
                <a:gd name="T21" fmla="*/ 148 h 156"/>
                <a:gd name="T22" fmla="*/ 28 w 136"/>
                <a:gd name="T23" fmla="*/ 156 h 156"/>
                <a:gd name="T24" fmla="*/ 108 w 136"/>
                <a:gd name="T25" fmla="*/ 156 h 156"/>
                <a:gd name="T26" fmla="*/ 108 w 136"/>
                <a:gd name="T27" fmla="*/ 148 h 156"/>
                <a:gd name="T28" fmla="*/ 72 w 136"/>
                <a:gd name="T29" fmla="*/ 148 h 156"/>
                <a:gd name="T30" fmla="*/ 72 w 136"/>
                <a:gd name="T31" fmla="*/ 108 h 156"/>
                <a:gd name="T32" fmla="*/ 72 w 136"/>
                <a:gd name="T33" fmla="*/ 108 h 156"/>
                <a:gd name="T34" fmla="*/ 136 w 136"/>
                <a:gd name="T35" fmla="*/ 40 h 156"/>
                <a:gd name="T36" fmla="*/ 136 w 136"/>
                <a:gd name="T37" fmla="*/ 0 h 156"/>
                <a:gd name="T38" fmla="*/ 128 w 136"/>
                <a:gd name="T3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6" h="156">
                  <a:moveTo>
                    <a:pt x="128" y="0"/>
                  </a:moveTo>
                  <a:cubicBezTo>
                    <a:pt x="128" y="40"/>
                    <a:pt x="128" y="40"/>
                    <a:pt x="128" y="40"/>
                  </a:cubicBezTo>
                  <a:cubicBezTo>
                    <a:pt x="128" y="73"/>
                    <a:pt x="101" y="100"/>
                    <a:pt x="68" y="100"/>
                  </a:cubicBezTo>
                  <a:cubicBezTo>
                    <a:pt x="35" y="100"/>
                    <a:pt x="8" y="73"/>
                    <a:pt x="8" y="4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76"/>
                    <a:pt x="29" y="106"/>
                    <a:pt x="65" y="108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28" y="148"/>
                    <a:pt x="28" y="148"/>
                    <a:pt x="28" y="148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48"/>
                    <a:pt x="108" y="148"/>
                    <a:pt x="108" y="148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108" y="106"/>
                    <a:pt x="136" y="76"/>
                    <a:pt x="136" y="40"/>
                  </a:cubicBezTo>
                  <a:cubicBezTo>
                    <a:pt x="136" y="0"/>
                    <a:pt x="136" y="0"/>
                    <a:pt x="136" y="0"/>
                  </a:cubicBezTo>
                  <a:lnTo>
                    <a:pt x="1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6">
              <a:extLst>
                <a:ext uri="{FF2B5EF4-FFF2-40B4-BE49-F238E27FC236}">
                  <a16:creationId xmlns:a16="http://schemas.microsoft.com/office/drawing/2014/main" id="{7304ECEB-EAA3-40AC-B4EB-F9F4BCE1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065213"/>
              <a:ext cx="750888" cy="676275"/>
            </a:xfrm>
            <a:custGeom>
              <a:avLst/>
              <a:gdLst>
                <a:gd name="T0" fmla="*/ 145 w 200"/>
                <a:gd name="T1" fmla="*/ 0 h 180"/>
                <a:gd name="T2" fmla="*/ 100 w 200"/>
                <a:gd name="T3" fmla="*/ 22 h 180"/>
                <a:gd name="T4" fmla="*/ 56 w 200"/>
                <a:gd name="T5" fmla="*/ 0 h 180"/>
                <a:gd name="T6" fmla="*/ 0 w 200"/>
                <a:gd name="T7" fmla="*/ 56 h 180"/>
                <a:gd name="T8" fmla="*/ 16 w 200"/>
                <a:gd name="T9" fmla="*/ 95 h 180"/>
                <a:gd name="T10" fmla="*/ 95 w 200"/>
                <a:gd name="T11" fmla="*/ 174 h 180"/>
                <a:gd name="T12" fmla="*/ 100 w 200"/>
                <a:gd name="T13" fmla="*/ 180 h 180"/>
                <a:gd name="T14" fmla="*/ 106 w 200"/>
                <a:gd name="T15" fmla="*/ 174 h 180"/>
                <a:gd name="T16" fmla="*/ 183 w 200"/>
                <a:gd name="T17" fmla="*/ 96 h 180"/>
                <a:gd name="T18" fmla="*/ 200 w 200"/>
                <a:gd name="T19" fmla="*/ 56 h 180"/>
                <a:gd name="T20" fmla="*/ 145 w 200"/>
                <a:gd name="T2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0" h="180">
                  <a:moveTo>
                    <a:pt x="145" y="0"/>
                  </a:moveTo>
                  <a:cubicBezTo>
                    <a:pt x="127" y="0"/>
                    <a:pt x="111" y="8"/>
                    <a:pt x="100" y="22"/>
                  </a:cubicBezTo>
                  <a:cubicBezTo>
                    <a:pt x="90" y="8"/>
                    <a:pt x="74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71"/>
                    <a:pt x="6" y="84"/>
                    <a:pt x="16" y="95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100" y="180"/>
                    <a:pt x="100" y="180"/>
                    <a:pt x="100" y="180"/>
                  </a:cubicBezTo>
                  <a:cubicBezTo>
                    <a:pt x="106" y="174"/>
                    <a:pt x="106" y="174"/>
                    <a:pt x="106" y="174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94" y="86"/>
                    <a:pt x="200" y="71"/>
                    <a:pt x="200" y="56"/>
                  </a:cubicBezTo>
                  <a:cubicBezTo>
                    <a:pt x="200" y="25"/>
                    <a:pt x="175" y="0"/>
                    <a:pt x="1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7">
              <a:extLst>
                <a:ext uri="{FF2B5EF4-FFF2-40B4-BE49-F238E27FC236}">
                  <a16:creationId xmlns:a16="http://schemas.microsoft.com/office/drawing/2014/main" id="{B65D171C-E36F-4D07-ABB5-C4A9AC82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6" y="1200151"/>
              <a:ext cx="900113" cy="406400"/>
            </a:xfrm>
            <a:custGeom>
              <a:avLst/>
              <a:gdLst>
                <a:gd name="T0" fmla="*/ 186 w 240"/>
                <a:gd name="T1" fmla="*/ 0 h 108"/>
                <a:gd name="T2" fmla="*/ 132 w 240"/>
                <a:gd name="T3" fmla="*/ 54 h 108"/>
                <a:gd name="T4" fmla="*/ 158 w 240"/>
                <a:gd name="T5" fmla="*/ 100 h 108"/>
                <a:gd name="T6" fmla="*/ 83 w 240"/>
                <a:gd name="T7" fmla="*/ 100 h 108"/>
                <a:gd name="T8" fmla="*/ 108 w 240"/>
                <a:gd name="T9" fmla="*/ 54 h 108"/>
                <a:gd name="T10" fmla="*/ 54 w 240"/>
                <a:gd name="T11" fmla="*/ 0 h 108"/>
                <a:gd name="T12" fmla="*/ 0 w 240"/>
                <a:gd name="T13" fmla="*/ 54 h 108"/>
                <a:gd name="T14" fmla="*/ 54 w 240"/>
                <a:gd name="T15" fmla="*/ 108 h 108"/>
                <a:gd name="T16" fmla="*/ 186 w 240"/>
                <a:gd name="T17" fmla="*/ 108 h 108"/>
                <a:gd name="T18" fmla="*/ 240 w 240"/>
                <a:gd name="T19" fmla="*/ 54 h 108"/>
                <a:gd name="T20" fmla="*/ 186 w 240"/>
                <a:gd name="T2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0" h="108">
                  <a:moveTo>
                    <a:pt x="186" y="0"/>
                  </a:moveTo>
                  <a:cubicBezTo>
                    <a:pt x="157" y="0"/>
                    <a:pt x="132" y="24"/>
                    <a:pt x="132" y="54"/>
                  </a:cubicBezTo>
                  <a:cubicBezTo>
                    <a:pt x="132" y="73"/>
                    <a:pt x="143" y="90"/>
                    <a:pt x="158" y="100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98" y="90"/>
                    <a:pt x="108" y="73"/>
                    <a:pt x="108" y="54"/>
                  </a:cubicBezTo>
                  <a:cubicBezTo>
                    <a:pt x="108" y="24"/>
                    <a:pt x="84" y="0"/>
                    <a:pt x="54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8"/>
                    <a:pt x="54" y="108"/>
                  </a:cubicBezTo>
                  <a:cubicBezTo>
                    <a:pt x="186" y="108"/>
                    <a:pt x="186" y="108"/>
                    <a:pt x="186" y="108"/>
                  </a:cubicBezTo>
                  <a:cubicBezTo>
                    <a:pt x="216" y="108"/>
                    <a:pt x="240" y="84"/>
                    <a:pt x="240" y="54"/>
                  </a:cubicBezTo>
                  <a:cubicBezTo>
                    <a:pt x="240" y="24"/>
                    <a:pt x="216" y="0"/>
                    <a:pt x="1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8">
              <a:extLst>
                <a:ext uri="{FF2B5EF4-FFF2-40B4-BE49-F238E27FC236}">
                  <a16:creationId xmlns:a16="http://schemas.microsoft.com/office/drawing/2014/main" id="{7422F36B-92F1-437E-8DE8-E245567E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1087438"/>
              <a:ext cx="541338" cy="631825"/>
            </a:xfrm>
            <a:custGeom>
              <a:avLst/>
              <a:gdLst>
                <a:gd name="T0" fmla="*/ 0 w 341"/>
                <a:gd name="T1" fmla="*/ 0 h 398"/>
                <a:gd name="T2" fmla="*/ 0 w 341"/>
                <a:gd name="T3" fmla="*/ 398 h 398"/>
                <a:gd name="T4" fmla="*/ 341 w 341"/>
                <a:gd name="T5" fmla="*/ 199 h 398"/>
                <a:gd name="T6" fmla="*/ 0 w 341"/>
                <a:gd name="T7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398">
                  <a:moveTo>
                    <a:pt x="0" y="0"/>
                  </a:moveTo>
                  <a:lnTo>
                    <a:pt x="0" y="398"/>
                  </a:lnTo>
                  <a:lnTo>
                    <a:pt x="341" y="199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9">
              <a:extLst>
                <a:ext uri="{FF2B5EF4-FFF2-40B4-BE49-F238E27FC236}">
                  <a16:creationId xmlns:a16="http://schemas.microsoft.com/office/drawing/2014/main" id="{5BD87345-B682-4B35-9E8E-E16338E4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8801" y="1162051"/>
              <a:ext cx="419100" cy="481013"/>
            </a:xfrm>
            <a:custGeom>
              <a:avLst/>
              <a:gdLst>
                <a:gd name="T0" fmla="*/ 0 w 264"/>
                <a:gd name="T1" fmla="*/ 152 h 303"/>
                <a:gd name="T2" fmla="*/ 264 w 264"/>
                <a:gd name="T3" fmla="*/ 303 h 303"/>
                <a:gd name="T4" fmla="*/ 264 w 264"/>
                <a:gd name="T5" fmla="*/ 0 h 303"/>
                <a:gd name="T6" fmla="*/ 0 w 264"/>
                <a:gd name="T7" fmla="*/ 15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4" h="303">
                  <a:moveTo>
                    <a:pt x="0" y="152"/>
                  </a:moveTo>
                  <a:lnTo>
                    <a:pt x="264" y="303"/>
                  </a:lnTo>
                  <a:lnTo>
                    <a:pt x="264" y="0"/>
                  </a:lnTo>
                  <a:lnTo>
                    <a:pt x="0" y="1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">
              <a:extLst>
                <a:ext uri="{FF2B5EF4-FFF2-40B4-BE49-F238E27FC236}">
                  <a16:creationId xmlns:a16="http://schemas.microsoft.com/office/drawing/2014/main" id="{7CE7E511-33E0-4630-8F7D-875267B37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8113" y="1162051"/>
              <a:ext cx="420688" cy="481013"/>
            </a:xfrm>
            <a:custGeom>
              <a:avLst/>
              <a:gdLst>
                <a:gd name="T0" fmla="*/ 0 w 265"/>
                <a:gd name="T1" fmla="*/ 152 h 303"/>
                <a:gd name="T2" fmla="*/ 265 w 265"/>
                <a:gd name="T3" fmla="*/ 303 h 303"/>
                <a:gd name="T4" fmla="*/ 265 w 265"/>
                <a:gd name="T5" fmla="*/ 152 h 303"/>
                <a:gd name="T6" fmla="*/ 265 w 265"/>
                <a:gd name="T7" fmla="*/ 0 h 303"/>
                <a:gd name="T8" fmla="*/ 0 w 265"/>
                <a:gd name="T9" fmla="*/ 15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303">
                  <a:moveTo>
                    <a:pt x="0" y="152"/>
                  </a:moveTo>
                  <a:lnTo>
                    <a:pt x="265" y="303"/>
                  </a:lnTo>
                  <a:lnTo>
                    <a:pt x="265" y="152"/>
                  </a:lnTo>
                  <a:lnTo>
                    <a:pt x="265" y="0"/>
                  </a:lnTo>
                  <a:lnTo>
                    <a:pt x="0" y="1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1">
              <a:extLst>
                <a:ext uri="{FF2B5EF4-FFF2-40B4-BE49-F238E27FC236}">
                  <a16:creationId xmlns:a16="http://schemas.microsoft.com/office/drawing/2014/main" id="{2834E06E-5D0E-4803-8795-D674C356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9401" y="1147763"/>
              <a:ext cx="420688" cy="481013"/>
            </a:xfrm>
            <a:custGeom>
              <a:avLst/>
              <a:gdLst>
                <a:gd name="T0" fmla="*/ 0 w 265"/>
                <a:gd name="T1" fmla="*/ 303 h 303"/>
                <a:gd name="T2" fmla="*/ 265 w 265"/>
                <a:gd name="T3" fmla="*/ 151 h 303"/>
                <a:gd name="T4" fmla="*/ 0 w 265"/>
                <a:gd name="T5" fmla="*/ 0 h 303"/>
                <a:gd name="T6" fmla="*/ 0 w 265"/>
                <a:gd name="T7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" h="303">
                  <a:moveTo>
                    <a:pt x="0" y="303"/>
                  </a:moveTo>
                  <a:lnTo>
                    <a:pt x="265" y="151"/>
                  </a:lnTo>
                  <a:lnTo>
                    <a:pt x="0" y="0"/>
                  </a:lnTo>
                  <a:lnTo>
                    <a:pt x="0" y="3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2">
              <a:extLst>
                <a:ext uri="{FF2B5EF4-FFF2-40B4-BE49-F238E27FC236}">
                  <a16:creationId xmlns:a16="http://schemas.microsoft.com/office/drawing/2014/main" id="{7D109D7D-1244-40BF-9CE9-0391765A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0088" y="1147763"/>
              <a:ext cx="419100" cy="481013"/>
            </a:xfrm>
            <a:custGeom>
              <a:avLst/>
              <a:gdLst>
                <a:gd name="T0" fmla="*/ 264 w 264"/>
                <a:gd name="T1" fmla="*/ 151 h 303"/>
                <a:gd name="T2" fmla="*/ 0 w 264"/>
                <a:gd name="T3" fmla="*/ 0 h 303"/>
                <a:gd name="T4" fmla="*/ 0 w 264"/>
                <a:gd name="T5" fmla="*/ 151 h 303"/>
                <a:gd name="T6" fmla="*/ 0 w 264"/>
                <a:gd name="T7" fmla="*/ 303 h 303"/>
                <a:gd name="T8" fmla="*/ 264 w 264"/>
                <a:gd name="T9" fmla="*/ 151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303">
                  <a:moveTo>
                    <a:pt x="264" y="151"/>
                  </a:moveTo>
                  <a:lnTo>
                    <a:pt x="0" y="0"/>
                  </a:lnTo>
                  <a:lnTo>
                    <a:pt x="0" y="151"/>
                  </a:lnTo>
                  <a:lnTo>
                    <a:pt x="0" y="303"/>
                  </a:lnTo>
                  <a:lnTo>
                    <a:pt x="264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3">
              <a:extLst>
                <a:ext uri="{FF2B5EF4-FFF2-40B4-BE49-F238E27FC236}">
                  <a16:creationId xmlns:a16="http://schemas.microsoft.com/office/drawing/2014/main" id="{6643ECA0-96C4-4163-9E49-0EA2B8C0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2551" y="2549526"/>
              <a:ext cx="900113" cy="376238"/>
            </a:xfrm>
            <a:custGeom>
              <a:avLst/>
              <a:gdLst>
                <a:gd name="T0" fmla="*/ 234 w 240"/>
                <a:gd name="T1" fmla="*/ 44 h 100"/>
                <a:gd name="T2" fmla="*/ 232 w 240"/>
                <a:gd name="T3" fmla="*/ 44 h 100"/>
                <a:gd name="T4" fmla="*/ 182 w 240"/>
                <a:gd name="T5" fmla="*/ 0 h 100"/>
                <a:gd name="T6" fmla="*/ 134 w 240"/>
                <a:gd name="T7" fmla="*/ 39 h 100"/>
                <a:gd name="T8" fmla="*/ 122 w 240"/>
                <a:gd name="T9" fmla="*/ 33 h 100"/>
                <a:gd name="T10" fmla="*/ 119 w 240"/>
                <a:gd name="T11" fmla="*/ 33 h 100"/>
                <a:gd name="T12" fmla="*/ 107 w 240"/>
                <a:gd name="T13" fmla="*/ 39 h 100"/>
                <a:gd name="T14" fmla="*/ 58 w 240"/>
                <a:gd name="T15" fmla="*/ 0 h 100"/>
                <a:gd name="T16" fmla="*/ 9 w 240"/>
                <a:gd name="T17" fmla="*/ 44 h 100"/>
                <a:gd name="T18" fmla="*/ 6 w 240"/>
                <a:gd name="T19" fmla="*/ 44 h 100"/>
                <a:gd name="T20" fmla="*/ 0 w 240"/>
                <a:gd name="T21" fmla="*/ 50 h 100"/>
                <a:gd name="T22" fmla="*/ 6 w 240"/>
                <a:gd name="T23" fmla="*/ 56 h 100"/>
                <a:gd name="T24" fmla="*/ 9 w 240"/>
                <a:gd name="T25" fmla="*/ 56 h 100"/>
                <a:gd name="T26" fmla="*/ 58 w 240"/>
                <a:gd name="T27" fmla="*/ 100 h 100"/>
                <a:gd name="T28" fmla="*/ 108 w 240"/>
                <a:gd name="T29" fmla="*/ 50 h 100"/>
                <a:gd name="T30" fmla="*/ 108 w 240"/>
                <a:gd name="T31" fmla="*/ 47 h 100"/>
                <a:gd name="T32" fmla="*/ 120 w 240"/>
                <a:gd name="T33" fmla="*/ 41 h 100"/>
                <a:gd name="T34" fmla="*/ 133 w 240"/>
                <a:gd name="T35" fmla="*/ 47 h 100"/>
                <a:gd name="T36" fmla="*/ 132 w 240"/>
                <a:gd name="T37" fmla="*/ 50 h 100"/>
                <a:gd name="T38" fmla="*/ 182 w 240"/>
                <a:gd name="T39" fmla="*/ 100 h 100"/>
                <a:gd name="T40" fmla="*/ 232 w 240"/>
                <a:gd name="T41" fmla="*/ 56 h 100"/>
                <a:gd name="T42" fmla="*/ 234 w 240"/>
                <a:gd name="T43" fmla="*/ 56 h 100"/>
                <a:gd name="T44" fmla="*/ 240 w 240"/>
                <a:gd name="T45" fmla="*/ 50 h 100"/>
                <a:gd name="T46" fmla="*/ 234 w 240"/>
                <a:gd name="T47" fmla="*/ 4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0" h="100">
                  <a:moveTo>
                    <a:pt x="234" y="44"/>
                  </a:moveTo>
                  <a:cubicBezTo>
                    <a:pt x="232" y="44"/>
                    <a:pt x="232" y="44"/>
                    <a:pt x="232" y="44"/>
                  </a:cubicBezTo>
                  <a:cubicBezTo>
                    <a:pt x="229" y="19"/>
                    <a:pt x="208" y="0"/>
                    <a:pt x="182" y="0"/>
                  </a:cubicBezTo>
                  <a:cubicBezTo>
                    <a:pt x="159" y="0"/>
                    <a:pt x="139" y="17"/>
                    <a:pt x="134" y="39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1" y="32"/>
                    <a:pt x="120" y="32"/>
                    <a:pt x="119" y="33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2" y="17"/>
                    <a:pt x="82" y="0"/>
                    <a:pt x="58" y="0"/>
                  </a:cubicBezTo>
                  <a:cubicBezTo>
                    <a:pt x="33" y="0"/>
                    <a:pt x="12" y="19"/>
                    <a:pt x="9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4"/>
                    <a:pt x="0" y="47"/>
                    <a:pt x="0" y="50"/>
                  </a:cubicBezTo>
                  <a:cubicBezTo>
                    <a:pt x="0" y="53"/>
                    <a:pt x="3" y="56"/>
                    <a:pt x="6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2" y="81"/>
                    <a:pt x="33" y="100"/>
                    <a:pt x="58" y="100"/>
                  </a:cubicBezTo>
                  <a:cubicBezTo>
                    <a:pt x="86" y="100"/>
                    <a:pt x="108" y="78"/>
                    <a:pt x="108" y="50"/>
                  </a:cubicBezTo>
                  <a:cubicBezTo>
                    <a:pt x="108" y="49"/>
                    <a:pt x="108" y="48"/>
                    <a:pt x="108" y="47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8"/>
                    <a:pt x="132" y="49"/>
                    <a:pt x="132" y="50"/>
                  </a:cubicBezTo>
                  <a:cubicBezTo>
                    <a:pt x="132" y="78"/>
                    <a:pt x="155" y="100"/>
                    <a:pt x="182" y="100"/>
                  </a:cubicBezTo>
                  <a:cubicBezTo>
                    <a:pt x="208" y="100"/>
                    <a:pt x="229" y="81"/>
                    <a:pt x="232" y="56"/>
                  </a:cubicBezTo>
                  <a:cubicBezTo>
                    <a:pt x="234" y="56"/>
                    <a:pt x="234" y="56"/>
                    <a:pt x="234" y="56"/>
                  </a:cubicBezTo>
                  <a:cubicBezTo>
                    <a:pt x="238" y="56"/>
                    <a:pt x="240" y="53"/>
                    <a:pt x="240" y="50"/>
                  </a:cubicBezTo>
                  <a:cubicBezTo>
                    <a:pt x="240" y="47"/>
                    <a:pt x="238" y="44"/>
                    <a:pt x="234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4">
              <a:extLst>
                <a:ext uri="{FF2B5EF4-FFF2-40B4-BE49-F238E27FC236}">
                  <a16:creationId xmlns:a16="http://schemas.microsoft.com/office/drawing/2014/main" id="{FB562D00-A488-4144-AD03-7502E39D5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426" y="2349501"/>
              <a:ext cx="811213" cy="812800"/>
            </a:xfrm>
            <a:custGeom>
              <a:avLst/>
              <a:gdLst>
                <a:gd name="T0" fmla="*/ 108 w 216"/>
                <a:gd name="T1" fmla="*/ 0 h 216"/>
                <a:gd name="T2" fmla="*/ 0 w 216"/>
                <a:gd name="T3" fmla="*/ 108 h 216"/>
                <a:gd name="T4" fmla="*/ 108 w 216"/>
                <a:gd name="T5" fmla="*/ 216 h 216"/>
                <a:gd name="T6" fmla="*/ 216 w 216"/>
                <a:gd name="T7" fmla="*/ 108 h 216"/>
                <a:gd name="T8" fmla="*/ 108 w 216"/>
                <a:gd name="T9" fmla="*/ 0 h 216"/>
                <a:gd name="T10" fmla="*/ 132 w 216"/>
                <a:gd name="T11" fmla="*/ 155 h 216"/>
                <a:gd name="T12" fmla="*/ 105 w 216"/>
                <a:gd name="T13" fmla="*/ 128 h 216"/>
                <a:gd name="T14" fmla="*/ 72 w 216"/>
                <a:gd name="T15" fmla="*/ 128 h 216"/>
                <a:gd name="T16" fmla="*/ 72 w 216"/>
                <a:gd name="T17" fmla="*/ 88 h 216"/>
                <a:gd name="T18" fmla="*/ 105 w 216"/>
                <a:gd name="T19" fmla="*/ 88 h 216"/>
                <a:gd name="T20" fmla="*/ 132 w 216"/>
                <a:gd name="T21" fmla="*/ 60 h 216"/>
                <a:gd name="T22" fmla="*/ 132 w 216"/>
                <a:gd name="T23" fmla="*/ 155 h 216"/>
                <a:gd name="T24" fmla="*/ 150 w 216"/>
                <a:gd name="T25" fmla="*/ 139 h 216"/>
                <a:gd name="T26" fmla="*/ 143 w 216"/>
                <a:gd name="T27" fmla="*/ 134 h 216"/>
                <a:gd name="T28" fmla="*/ 152 w 216"/>
                <a:gd name="T29" fmla="*/ 108 h 216"/>
                <a:gd name="T30" fmla="*/ 143 w 216"/>
                <a:gd name="T31" fmla="*/ 81 h 216"/>
                <a:gd name="T32" fmla="*/ 150 w 216"/>
                <a:gd name="T33" fmla="*/ 77 h 216"/>
                <a:gd name="T34" fmla="*/ 160 w 216"/>
                <a:gd name="T35" fmla="*/ 108 h 216"/>
                <a:gd name="T36" fmla="*/ 150 w 216"/>
                <a:gd name="T37" fmla="*/ 139 h 216"/>
                <a:gd name="T38" fmla="*/ 162 w 216"/>
                <a:gd name="T39" fmla="*/ 148 h 216"/>
                <a:gd name="T40" fmla="*/ 176 w 216"/>
                <a:gd name="T41" fmla="*/ 108 h 216"/>
                <a:gd name="T42" fmla="*/ 162 w 216"/>
                <a:gd name="T43" fmla="*/ 67 h 216"/>
                <a:gd name="T44" fmla="*/ 169 w 216"/>
                <a:gd name="T45" fmla="*/ 62 h 216"/>
                <a:gd name="T46" fmla="*/ 184 w 216"/>
                <a:gd name="T47" fmla="*/ 108 h 216"/>
                <a:gd name="T48" fmla="*/ 169 w 216"/>
                <a:gd name="T49" fmla="*/ 153 h 216"/>
                <a:gd name="T50" fmla="*/ 162 w 216"/>
                <a:gd name="T51" fmla="*/ 148 h 216"/>
                <a:gd name="T52" fmla="*/ 182 w 216"/>
                <a:gd name="T53" fmla="*/ 162 h 216"/>
                <a:gd name="T54" fmla="*/ 200 w 216"/>
                <a:gd name="T55" fmla="*/ 108 h 216"/>
                <a:gd name="T56" fmla="*/ 182 w 216"/>
                <a:gd name="T57" fmla="*/ 53 h 216"/>
                <a:gd name="T58" fmla="*/ 188 w 216"/>
                <a:gd name="T59" fmla="*/ 48 h 216"/>
                <a:gd name="T60" fmla="*/ 208 w 216"/>
                <a:gd name="T61" fmla="*/ 108 h 216"/>
                <a:gd name="T62" fmla="*/ 188 w 216"/>
                <a:gd name="T63" fmla="*/ 167 h 216"/>
                <a:gd name="T64" fmla="*/ 182 w 216"/>
                <a:gd name="T6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cubicBezTo>
                    <a:pt x="48" y="0"/>
                    <a:pt x="0" y="48"/>
                    <a:pt x="0" y="108"/>
                  </a:cubicBezTo>
                  <a:cubicBezTo>
                    <a:pt x="0" y="167"/>
                    <a:pt x="48" y="216"/>
                    <a:pt x="108" y="216"/>
                  </a:cubicBezTo>
                  <a:cubicBezTo>
                    <a:pt x="168" y="216"/>
                    <a:pt x="216" y="167"/>
                    <a:pt x="216" y="108"/>
                  </a:cubicBezTo>
                  <a:cubicBezTo>
                    <a:pt x="216" y="48"/>
                    <a:pt x="168" y="0"/>
                    <a:pt x="108" y="0"/>
                  </a:cubicBezTo>
                  <a:close/>
                  <a:moveTo>
                    <a:pt x="132" y="155"/>
                  </a:moveTo>
                  <a:cubicBezTo>
                    <a:pt x="105" y="128"/>
                    <a:pt x="105" y="128"/>
                    <a:pt x="105" y="128"/>
                  </a:cubicBezTo>
                  <a:cubicBezTo>
                    <a:pt x="72" y="128"/>
                    <a:pt x="72" y="128"/>
                    <a:pt x="72" y="128"/>
                  </a:cubicBezTo>
                  <a:cubicBezTo>
                    <a:pt x="72" y="88"/>
                    <a:pt x="72" y="88"/>
                    <a:pt x="72" y="88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32" y="60"/>
                    <a:pt x="132" y="60"/>
                    <a:pt x="132" y="60"/>
                  </a:cubicBezTo>
                  <a:lnTo>
                    <a:pt x="132" y="155"/>
                  </a:lnTo>
                  <a:close/>
                  <a:moveTo>
                    <a:pt x="150" y="139"/>
                  </a:moveTo>
                  <a:cubicBezTo>
                    <a:pt x="143" y="134"/>
                    <a:pt x="143" y="134"/>
                    <a:pt x="143" y="134"/>
                  </a:cubicBezTo>
                  <a:cubicBezTo>
                    <a:pt x="149" y="126"/>
                    <a:pt x="152" y="117"/>
                    <a:pt x="152" y="108"/>
                  </a:cubicBezTo>
                  <a:cubicBezTo>
                    <a:pt x="152" y="98"/>
                    <a:pt x="149" y="89"/>
                    <a:pt x="143" y="81"/>
                  </a:cubicBezTo>
                  <a:cubicBezTo>
                    <a:pt x="150" y="77"/>
                    <a:pt x="150" y="77"/>
                    <a:pt x="150" y="77"/>
                  </a:cubicBezTo>
                  <a:cubicBezTo>
                    <a:pt x="156" y="85"/>
                    <a:pt x="160" y="96"/>
                    <a:pt x="160" y="108"/>
                  </a:cubicBezTo>
                  <a:cubicBezTo>
                    <a:pt x="160" y="119"/>
                    <a:pt x="156" y="130"/>
                    <a:pt x="150" y="139"/>
                  </a:cubicBezTo>
                  <a:close/>
                  <a:moveTo>
                    <a:pt x="162" y="148"/>
                  </a:moveTo>
                  <a:cubicBezTo>
                    <a:pt x="171" y="137"/>
                    <a:pt x="176" y="123"/>
                    <a:pt x="176" y="108"/>
                  </a:cubicBezTo>
                  <a:cubicBezTo>
                    <a:pt x="176" y="92"/>
                    <a:pt x="171" y="78"/>
                    <a:pt x="162" y="67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78" y="75"/>
                    <a:pt x="184" y="91"/>
                    <a:pt x="184" y="108"/>
                  </a:cubicBezTo>
                  <a:cubicBezTo>
                    <a:pt x="184" y="125"/>
                    <a:pt x="178" y="140"/>
                    <a:pt x="169" y="153"/>
                  </a:cubicBezTo>
                  <a:lnTo>
                    <a:pt x="162" y="148"/>
                  </a:lnTo>
                  <a:close/>
                  <a:moveTo>
                    <a:pt x="182" y="162"/>
                  </a:moveTo>
                  <a:cubicBezTo>
                    <a:pt x="193" y="147"/>
                    <a:pt x="200" y="128"/>
                    <a:pt x="200" y="108"/>
                  </a:cubicBezTo>
                  <a:cubicBezTo>
                    <a:pt x="200" y="87"/>
                    <a:pt x="193" y="68"/>
                    <a:pt x="182" y="53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201" y="65"/>
                    <a:pt x="208" y="85"/>
                    <a:pt x="208" y="108"/>
                  </a:cubicBezTo>
                  <a:cubicBezTo>
                    <a:pt x="208" y="130"/>
                    <a:pt x="201" y="151"/>
                    <a:pt x="188" y="167"/>
                  </a:cubicBezTo>
                  <a:lnTo>
                    <a:pt x="182" y="1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5">
              <a:extLst>
                <a:ext uri="{FF2B5EF4-FFF2-40B4-BE49-F238E27FC236}">
                  <a16:creationId xmlns:a16="http://schemas.microsoft.com/office/drawing/2014/main" id="{D1EAEFE2-4DA7-42B2-B718-99C6148B05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1726" y="2346326"/>
              <a:ext cx="750888" cy="752475"/>
            </a:xfrm>
            <a:custGeom>
              <a:avLst/>
              <a:gdLst>
                <a:gd name="T0" fmla="*/ 100 w 200"/>
                <a:gd name="T1" fmla="*/ 0 h 200"/>
                <a:gd name="T2" fmla="*/ 0 w 200"/>
                <a:gd name="T3" fmla="*/ 100 h 200"/>
                <a:gd name="T4" fmla="*/ 100 w 200"/>
                <a:gd name="T5" fmla="*/ 200 h 200"/>
                <a:gd name="T6" fmla="*/ 200 w 200"/>
                <a:gd name="T7" fmla="*/ 100 h 200"/>
                <a:gd name="T8" fmla="*/ 100 w 200"/>
                <a:gd name="T9" fmla="*/ 0 h 200"/>
                <a:gd name="T10" fmla="*/ 124 w 200"/>
                <a:gd name="T11" fmla="*/ 147 h 200"/>
                <a:gd name="T12" fmla="*/ 97 w 200"/>
                <a:gd name="T13" fmla="*/ 120 h 200"/>
                <a:gd name="T14" fmla="*/ 64 w 200"/>
                <a:gd name="T15" fmla="*/ 120 h 200"/>
                <a:gd name="T16" fmla="*/ 64 w 200"/>
                <a:gd name="T17" fmla="*/ 80 h 200"/>
                <a:gd name="T18" fmla="*/ 97 w 200"/>
                <a:gd name="T19" fmla="*/ 80 h 200"/>
                <a:gd name="T20" fmla="*/ 124 w 200"/>
                <a:gd name="T21" fmla="*/ 53 h 200"/>
                <a:gd name="T22" fmla="*/ 124 w 200"/>
                <a:gd name="T23" fmla="*/ 147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6" y="200"/>
                    <a:pt x="200" y="155"/>
                    <a:pt x="200" y="100"/>
                  </a:cubicBezTo>
                  <a:cubicBezTo>
                    <a:pt x="200" y="45"/>
                    <a:pt x="156" y="0"/>
                    <a:pt x="100" y="0"/>
                  </a:cubicBezTo>
                  <a:close/>
                  <a:moveTo>
                    <a:pt x="124" y="147"/>
                  </a:moveTo>
                  <a:cubicBezTo>
                    <a:pt x="97" y="120"/>
                    <a:pt x="97" y="120"/>
                    <a:pt x="97" y="120"/>
                  </a:cubicBezTo>
                  <a:cubicBezTo>
                    <a:pt x="64" y="120"/>
                    <a:pt x="64" y="120"/>
                    <a:pt x="64" y="12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124" y="53"/>
                    <a:pt x="124" y="53"/>
                    <a:pt x="124" y="53"/>
                  </a:cubicBezTo>
                  <a:lnTo>
                    <a:pt x="124" y="1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6">
              <a:extLst>
                <a:ext uri="{FF2B5EF4-FFF2-40B4-BE49-F238E27FC236}">
                  <a16:creationId xmlns:a16="http://schemas.microsoft.com/office/drawing/2014/main" id="{957181BE-0A6D-4314-BFD2-6CDC99B90A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5401" y="2420938"/>
              <a:ext cx="720725" cy="631825"/>
            </a:xfrm>
            <a:custGeom>
              <a:avLst/>
              <a:gdLst>
                <a:gd name="T0" fmla="*/ 454 w 454"/>
                <a:gd name="T1" fmla="*/ 0 h 398"/>
                <a:gd name="T2" fmla="*/ 0 w 454"/>
                <a:gd name="T3" fmla="*/ 0 h 398"/>
                <a:gd name="T4" fmla="*/ 0 w 454"/>
                <a:gd name="T5" fmla="*/ 285 h 398"/>
                <a:gd name="T6" fmla="*/ 156 w 454"/>
                <a:gd name="T7" fmla="*/ 285 h 398"/>
                <a:gd name="T8" fmla="*/ 57 w 454"/>
                <a:gd name="T9" fmla="*/ 398 h 398"/>
                <a:gd name="T10" fmla="*/ 397 w 454"/>
                <a:gd name="T11" fmla="*/ 398 h 398"/>
                <a:gd name="T12" fmla="*/ 300 w 454"/>
                <a:gd name="T13" fmla="*/ 285 h 398"/>
                <a:gd name="T14" fmla="*/ 454 w 454"/>
                <a:gd name="T15" fmla="*/ 285 h 398"/>
                <a:gd name="T16" fmla="*/ 454 w 454"/>
                <a:gd name="T17" fmla="*/ 0 h 398"/>
                <a:gd name="T18" fmla="*/ 435 w 454"/>
                <a:gd name="T19" fmla="*/ 266 h 398"/>
                <a:gd name="T20" fmla="*/ 284 w 454"/>
                <a:gd name="T21" fmla="*/ 266 h 398"/>
                <a:gd name="T22" fmla="*/ 227 w 454"/>
                <a:gd name="T23" fmla="*/ 199 h 398"/>
                <a:gd name="T24" fmla="*/ 170 w 454"/>
                <a:gd name="T25" fmla="*/ 266 h 398"/>
                <a:gd name="T26" fmla="*/ 19 w 454"/>
                <a:gd name="T27" fmla="*/ 266 h 398"/>
                <a:gd name="T28" fmla="*/ 19 w 454"/>
                <a:gd name="T29" fmla="*/ 19 h 398"/>
                <a:gd name="T30" fmla="*/ 435 w 454"/>
                <a:gd name="T31" fmla="*/ 19 h 398"/>
                <a:gd name="T32" fmla="*/ 435 w 454"/>
                <a:gd name="T33" fmla="*/ 26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4" h="398">
                  <a:moveTo>
                    <a:pt x="454" y="0"/>
                  </a:moveTo>
                  <a:lnTo>
                    <a:pt x="0" y="0"/>
                  </a:lnTo>
                  <a:lnTo>
                    <a:pt x="0" y="285"/>
                  </a:lnTo>
                  <a:lnTo>
                    <a:pt x="156" y="285"/>
                  </a:lnTo>
                  <a:lnTo>
                    <a:pt x="57" y="398"/>
                  </a:lnTo>
                  <a:lnTo>
                    <a:pt x="397" y="398"/>
                  </a:lnTo>
                  <a:lnTo>
                    <a:pt x="300" y="285"/>
                  </a:lnTo>
                  <a:lnTo>
                    <a:pt x="454" y="285"/>
                  </a:lnTo>
                  <a:lnTo>
                    <a:pt x="454" y="0"/>
                  </a:lnTo>
                  <a:close/>
                  <a:moveTo>
                    <a:pt x="435" y="266"/>
                  </a:moveTo>
                  <a:lnTo>
                    <a:pt x="284" y="266"/>
                  </a:lnTo>
                  <a:lnTo>
                    <a:pt x="227" y="199"/>
                  </a:lnTo>
                  <a:lnTo>
                    <a:pt x="170" y="266"/>
                  </a:lnTo>
                  <a:lnTo>
                    <a:pt x="19" y="266"/>
                  </a:lnTo>
                  <a:lnTo>
                    <a:pt x="19" y="19"/>
                  </a:lnTo>
                  <a:lnTo>
                    <a:pt x="435" y="19"/>
                  </a:lnTo>
                  <a:lnTo>
                    <a:pt x="435" y="2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Rectangle 27">
              <a:extLst>
                <a:ext uri="{FF2B5EF4-FFF2-40B4-BE49-F238E27FC236}">
                  <a16:creationId xmlns:a16="http://schemas.microsoft.com/office/drawing/2014/main" id="{B5C2641D-13AA-4E24-A2F5-27B14F211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6" y="2486026"/>
              <a:ext cx="811213" cy="6016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Rectangle 28">
              <a:extLst>
                <a:ext uri="{FF2B5EF4-FFF2-40B4-BE49-F238E27FC236}">
                  <a16:creationId xmlns:a16="http://schemas.microsoft.com/office/drawing/2014/main" id="{5A7DADCD-A59C-459E-AE2F-2463DEEB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5251" y="2425701"/>
              <a:ext cx="690563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Rectangle 29">
              <a:extLst>
                <a:ext uri="{FF2B5EF4-FFF2-40B4-BE49-F238E27FC236}">
                  <a16:creationId xmlns:a16="http://schemas.microsoft.com/office/drawing/2014/main" id="{531E6C3D-3E3C-405B-A92C-8F27B8E51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6" y="2365376"/>
              <a:ext cx="569913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Rectangle 30">
              <a:extLst>
                <a:ext uri="{FF2B5EF4-FFF2-40B4-BE49-F238E27FC236}">
                  <a16:creationId xmlns:a16="http://schemas.microsoft.com/office/drawing/2014/main" id="{1B079A11-3DEE-4766-B79E-01B225D65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951" y="2500313"/>
              <a:ext cx="39052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Rectangle 31">
              <a:extLst>
                <a:ext uri="{FF2B5EF4-FFF2-40B4-BE49-F238E27FC236}">
                  <a16:creationId xmlns:a16="http://schemas.microsoft.com/office/drawing/2014/main" id="{F9832C12-11EE-4764-A2FB-9E78EB7E4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951" y="2635251"/>
              <a:ext cx="39052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Rectangle 32">
              <a:extLst>
                <a:ext uri="{FF2B5EF4-FFF2-40B4-BE49-F238E27FC236}">
                  <a16:creationId xmlns:a16="http://schemas.microsoft.com/office/drawing/2014/main" id="{07B5BC30-3EDC-4E68-AED0-7A4817F0B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951" y="2771776"/>
              <a:ext cx="39052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33">
              <a:extLst>
                <a:ext uri="{FF2B5EF4-FFF2-40B4-BE49-F238E27FC236}">
                  <a16:creationId xmlns:a16="http://schemas.microsoft.com/office/drawing/2014/main" id="{8A6495F7-5630-406B-B5FA-03C39C6B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2335213"/>
              <a:ext cx="450850" cy="752475"/>
            </a:xfrm>
            <a:custGeom>
              <a:avLst/>
              <a:gdLst>
                <a:gd name="T0" fmla="*/ 64 w 120"/>
                <a:gd name="T1" fmla="*/ 48 h 200"/>
                <a:gd name="T2" fmla="*/ 120 w 120"/>
                <a:gd name="T3" fmla="*/ 56 h 200"/>
                <a:gd name="T4" fmla="*/ 56 w 120"/>
                <a:gd name="T5" fmla="*/ 0 h 200"/>
                <a:gd name="T6" fmla="*/ 56 w 120"/>
                <a:gd name="T7" fmla="*/ 5 h 200"/>
                <a:gd name="T8" fmla="*/ 56 w 120"/>
                <a:gd name="T9" fmla="*/ 47 h 200"/>
                <a:gd name="T10" fmla="*/ 56 w 120"/>
                <a:gd name="T11" fmla="*/ 152 h 200"/>
                <a:gd name="T12" fmla="*/ 32 w 120"/>
                <a:gd name="T13" fmla="*/ 152 h 200"/>
                <a:gd name="T14" fmla="*/ 0 w 120"/>
                <a:gd name="T15" fmla="*/ 175 h 200"/>
                <a:gd name="T16" fmla="*/ 32 w 120"/>
                <a:gd name="T17" fmla="*/ 200 h 200"/>
                <a:gd name="T18" fmla="*/ 64 w 120"/>
                <a:gd name="T19" fmla="*/ 152 h 200"/>
                <a:gd name="T20" fmla="*/ 64 w 120"/>
                <a:gd name="T21" fmla="*/ 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200">
                  <a:moveTo>
                    <a:pt x="64" y="48"/>
                  </a:moveTo>
                  <a:cubicBezTo>
                    <a:pt x="120" y="56"/>
                    <a:pt x="120" y="56"/>
                    <a:pt x="120" y="56"/>
                  </a:cubicBezTo>
                  <a:cubicBezTo>
                    <a:pt x="120" y="16"/>
                    <a:pt x="88" y="8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1" y="152"/>
                    <a:pt x="44" y="152"/>
                    <a:pt x="32" y="152"/>
                  </a:cubicBezTo>
                  <a:cubicBezTo>
                    <a:pt x="8" y="152"/>
                    <a:pt x="0" y="164"/>
                    <a:pt x="0" y="175"/>
                  </a:cubicBezTo>
                  <a:cubicBezTo>
                    <a:pt x="0" y="185"/>
                    <a:pt x="7" y="200"/>
                    <a:pt x="32" y="200"/>
                  </a:cubicBezTo>
                  <a:cubicBezTo>
                    <a:pt x="68" y="200"/>
                    <a:pt x="64" y="171"/>
                    <a:pt x="64" y="152"/>
                  </a:cubicBezTo>
                  <a:lnTo>
                    <a:pt x="6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34">
              <a:extLst>
                <a:ext uri="{FF2B5EF4-FFF2-40B4-BE49-F238E27FC236}">
                  <a16:creationId xmlns:a16="http://schemas.microsoft.com/office/drawing/2014/main" id="{F286F8AD-B50B-4734-A393-527631FA34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9651" y="3717926"/>
              <a:ext cx="750888" cy="752475"/>
            </a:xfrm>
            <a:custGeom>
              <a:avLst/>
              <a:gdLst>
                <a:gd name="T0" fmla="*/ 100 w 200"/>
                <a:gd name="T1" fmla="*/ 0 h 200"/>
                <a:gd name="T2" fmla="*/ 0 w 200"/>
                <a:gd name="T3" fmla="*/ 100 h 200"/>
                <a:gd name="T4" fmla="*/ 100 w 200"/>
                <a:gd name="T5" fmla="*/ 200 h 200"/>
                <a:gd name="T6" fmla="*/ 200 w 200"/>
                <a:gd name="T7" fmla="*/ 100 h 200"/>
                <a:gd name="T8" fmla="*/ 100 w 200"/>
                <a:gd name="T9" fmla="*/ 0 h 200"/>
                <a:gd name="T10" fmla="*/ 100 w 200"/>
                <a:gd name="T11" fmla="*/ 152 h 200"/>
                <a:gd name="T12" fmla="*/ 92 w 200"/>
                <a:gd name="T13" fmla="*/ 144 h 200"/>
                <a:gd name="T14" fmla="*/ 100 w 200"/>
                <a:gd name="T15" fmla="*/ 136 h 200"/>
                <a:gd name="T16" fmla="*/ 108 w 200"/>
                <a:gd name="T17" fmla="*/ 144 h 200"/>
                <a:gd name="T18" fmla="*/ 100 w 200"/>
                <a:gd name="T19" fmla="*/ 152 h 200"/>
                <a:gd name="T20" fmla="*/ 116 w 200"/>
                <a:gd name="T21" fmla="*/ 97 h 200"/>
                <a:gd name="T22" fmla="*/ 105 w 200"/>
                <a:gd name="T23" fmla="*/ 120 h 200"/>
                <a:gd name="T24" fmla="*/ 96 w 200"/>
                <a:gd name="T25" fmla="*/ 120 h 200"/>
                <a:gd name="T26" fmla="*/ 110 w 200"/>
                <a:gd name="T27" fmla="*/ 92 h 200"/>
                <a:gd name="T28" fmla="*/ 119 w 200"/>
                <a:gd name="T29" fmla="*/ 74 h 200"/>
                <a:gd name="T30" fmla="*/ 99 w 200"/>
                <a:gd name="T31" fmla="*/ 55 h 200"/>
                <a:gd name="T32" fmla="*/ 77 w 200"/>
                <a:gd name="T33" fmla="*/ 80 h 200"/>
                <a:gd name="T34" fmla="*/ 68 w 200"/>
                <a:gd name="T35" fmla="*/ 80 h 200"/>
                <a:gd name="T36" fmla="*/ 100 w 200"/>
                <a:gd name="T37" fmla="*/ 47 h 200"/>
                <a:gd name="T38" fmla="*/ 128 w 200"/>
                <a:gd name="T39" fmla="*/ 73 h 200"/>
                <a:gd name="T40" fmla="*/ 116 w 200"/>
                <a:gd name="T41" fmla="*/ 97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5" y="200"/>
                    <a:pt x="200" y="155"/>
                    <a:pt x="200" y="100"/>
                  </a:cubicBezTo>
                  <a:cubicBezTo>
                    <a:pt x="200" y="45"/>
                    <a:pt x="155" y="0"/>
                    <a:pt x="100" y="0"/>
                  </a:cubicBezTo>
                  <a:close/>
                  <a:moveTo>
                    <a:pt x="100" y="152"/>
                  </a:moveTo>
                  <a:cubicBezTo>
                    <a:pt x="96" y="152"/>
                    <a:pt x="92" y="148"/>
                    <a:pt x="92" y="144"/>
                  </a:cubicBezTo>
                  <a:cubicBezTo>
                    <a:pt x="92" y="139"/>
                    <a:pt x="96" y="136"/>
                    <a:pt x="100" y="136"/>
                  </a:cubicBezTo>
                  <a:cubicBezTo>
                    <a:pt x="104" y="136"/>
                    <a:pt x="108" y="139"/>
                    <a:pt x="108" y="144"/>
                  </a:cubicBezTo>
                  <a:cubicBezTo>
                    <a:pt x="108" y="148"/>
                    <a:pt x="104" y="152"/>
                    <a:pt x="100" y="152"/>
                  </a:cubicBezTo>
                  <a:close/>
                  <a:moveTo>
                    <a:pt x="116" y="97"/>
                  </a:moveTo>
                  <a:cubicBezTo>
                    <a:pt x="105" y="108"/>
                    <a:pt x="105" y="108"/>
                    <a:pt x="105" y="120"/>
                  </a:cubicBezTo>
                  <a:cubicBezTo>
                    <a:pt x="96" y="120"/>
                    <a:pt x="96" y="120"/>
                    <a:pt x="96" y="120"/>
                  </a:cubicBezTo>
                  <a:cubicBezTo>
                    <a:pt x="97" y="106"/>
                    <a:pt x="100" y="102"/>
                    <a:pt x="110" y="92"/>
                  </a:cubicBezTo>
                  <a:cubicBezTo>
                    <a:pt x="115" y="87"/>
                    <a:pt x="119" y="81"/>
                    <a:pt x="119" y="74"/>
                  </a:cubicBezTo>
                  <a:cubicBezTo>
                    <a:pt x="119" y="63"/>
                    <a:pt x="110" y="55"/>
                    <a:pt x="99" y="55"/>
                  </a:cubicBezTo>
                  <a:cubicBezTo>
                    <a:pt x="84" y="55"/>
                    <a:pt x="76" y="65"/>
                    <a:pt x="77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60"/>
                    <a:pt x="79" y="47"/>
                    <a:pt x="100" y="47"/>
                  </a:cubicBezTo>
                  <a:cubicBezTo>
                    <a:pt x="115" y="47"/>
                    <a:pt x="128" y="57"/>
                    <a:pt x="128" y="73"/>
                  </a:cubicBezTo>
                  <a:cubicBezTo>
                    <a:pt x="128" y="84"/>
                    <a:pt x="123" y="90"/>
                    <a:pt x="116" y="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35">
              <a:extLst>
                <a:ext uri="{FF2B5EF4-FFF2-40B4-BE49-F238E27FC236}">
                  <a16:creationId xmlns:a16="http://schemas.microsoft.com/office/drawing/2014/main" id="{0F130D6A-A067-47A1-AE78-74629B5EC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7438" y="3778251"/>
              <a:ext cx="750888" cy="752475"/>
            </a:xfrm>
            <a:custGeom>
              <a:avLst/>
              <a:gdLst>
                <a:gd name="T0" fmla="*/ 100 w 200"/>
                <a:gd name="T1" fmla="*/ 0 h 200"/>
                <a:gd name="T2" fmla="*/ 0 w 200"/>
                <a:gd name="T3" fmla="*/ 100 h 200"/>
                <a:gd name="T4" fmla="*/ 100 w 200"/>
                <a:gd name="T5" fmla="*/ 200 h 200"/>
                <a:gd name="T6" fmla="*/ 200 w 200"/>
                <a:gd name="T7" fmla="*/ 100 h 200"/>
                <a:gd name="T8" fmla="*/ 100 w 200"/>
                <a:gd name="T9" fmla="*/ 0 h 200"/>
                <a:gd name="T10" fmla="*/ 159 w 200"/>
                <a:gd name="T11" fmla="*/ 73 h 200"/>
                <a:gd name="T12" fmla="*/ 90 w 200"/>
                <a:gd name="T13" fmla="*/ 139 h 200"/>
                <a:gd name="T14" fmla="*/ 86 w 200"/>
                <a:gd name="T15" fmla="*/ 141 h 200"/>
                <a:gd name="T16" fmla="*/ 82 w 200"/>
                <a:gd name="T17" fmla="*/ 139 h 200"/>
                <a:gd name="T18" fmla="*/ 55 w 200"/>
                <a:gd name="T19" fmla="*/ 112 h 200"/>
                <a:gd name="T20" fmla="*/ 55 w 200"/>
                <a:gd name="T21" fmla="*/ 104 h 200"/>
                <a:gd name="T22" fmla="*/ 64 w 200"/>
                <a:gd name="T23" fmla="*/ 104 h 200"/>
                <a:gd name="T24" fmla="*/ 86 w 200"/>
                <a:gd name="T25" fmla="*/ 126 h 200"/>
                <a:gd name="T26" fmla="*/ 150 w 200"/>
                <a:gd name="T27" fmla="*/ 64 h 200"/>
                <a:gd name="T28" fmla="*/ 159 w 200"/>
                <a:gd name="T29" fmla="*/ 64 h 200"/>
                <a:gd name="T30" fmla="*/ 159 w 200"/>
                <a:gd name="T31" fmla="*/ 7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6" y="200"/>
                    <a:pt x="200" y="155"/>
                    <a:pt x="200" y="100"/>
                  </a:cubicBezTo>
                  <a:cubicBezTo>
                    <a:pt x="200" y="45"/>
                    <a:pt x="156" y="0"/>
                    <a:pt x="100" y="0"/>
                  </a:cubicBezTo>
                  <a:close/>
                  <a:moveTo>
                    <a:pt x="159" y="73"/>
                  </a:moveTo>
                  <a:cubicBezTo>
                    <a:pt x="90" y="139"/>
                    <a:pt x="90" y="139"/>
                    <a:pt x="90" y="139"/>
                  </a:cubicBezTo>
                  <a:cubicBezTo>
                    <a:pt x="89" y="140"/>
                    <a:pt x="88" y="141"/>
                    <a:pt x="86" y="141"/>
                  </a:cubicBezTo>
                  <a:cubicBezTo>
                    <a:pt x="85" y="141"/>
                    <a:pt x="83" y="140"/>
                    <a:pt x="82" y="139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3" y="110"/>
                    <a:pt x="53" y="106"/>
                    <a:pt x="55" y="104"/>
                  </a:cubicBezTo>
                  <a:cubicBezTo>
                    <a:pt x="57" y="102"/>
                    <a:pt x="61" y="102"/>
                    <a:pt x="64" y="104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3" y="62"/>
                    <a:pt x="157" y="62"/>
                    <a:pt x="159" y="64"/>
                  </a:cubicBezTo>
                  <a:cubicBezTo>
                    <a:pt x="161" y="67"/>
                    <a:pt x="161" y="71"/>
                    <a:pt x="15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36">
              <a:extLst>
                <a:ext uri="{FF2B5EF4-FFF2-40B4-BE49-F238E27FC236}">
                  <a16:creationId xmlns:a16="http://schemas.microsoft.com/office/drawing/2014/main" id="{02B7588F-4332-47D5-91B4-7C91EF9D2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0951" y="3711576"/>
              <a:ext cx="601663" cy="781050"/>
            </a:xfrm>
            <a:custGeom>
              <a:avLst/>
              <a:gdLst>
                <a:gd name="T0" fmla="*/ 132 w 160"/>
                <a:gd name="T1" fmla="*/ 100 h 208"/>
                <a:gd name="T2" fmla="*/ 132 w 160"/>
                <a:gd name="T3" fmla="*/ 52 h 208"/>
                <a:gd name="T4" fmla="*/ 80 w 160"/>
                <a:gd name="T5" fmla="*/ 0 h 208"/>
                <a:gd name="T6" fmla="*/ 28 w 160"/>
                <a:gd name="T7" fmla="*/ 52 h 208"/>
                <a:gd name="T8" fmla="*/ 28 w 160"/>
                <a:gd name="T9" fmla="*/ 100 h 208"/>
                <a:gd name="T10" fmla="*/ 0 w 160"/>
                <a:gd name="T11" fmla="*/ 100 h 208"/>
                <a:gd name="T12" fmla="*/ 0 w 160"/>
                <a:gd name="T13" fmla="*/ 208 h 208"/>
                <a:gd name="T14" fmla="*/ 160 w 160"/>
                <a:gd name="T15" fmla="*/ 208 h 208"/>
                <a:gd name="T16" fmla="*/ 160 w 160"/>
                <a:gd name="T17" fmla="*/ 100 h 208"/>
                <a:gd name="T18" fmla="*/ 132 w 160"/>
                <a:gd name="T19" fmla="*/ 100 h 208"/>
                <a:gd name="T20" fmla="*/ 36 w 160"/>
                <a:gd name="T21" fmla="*/ 52 h 208"/>
                <a:gd name="T22" fmla="*/ 80 w 160"/>
                <a:gd name="T23" fmla="*/ 8 h 208"/>
                <a:gd name="T24" fmla="*/ 124 w 160"/>
                <a:gd name="T25" fmla="*/ 52 h 208"/>
                <a:gd name="T26" fmla="*/ 124 w 160"/>
                <a:gd name="T27" fmla="*/ 100 h 208"/>
                <a:gd name="T28" fmla="*/ 36 w 160"/>
                <a:gd name="T29" fmla="*/ 100 h 208"/>
                <a:gd name="T30" fmla="*/ 36 w 160"/>
                <a:gd name="T31" fmla="*/ 5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0" h="208">
                  <a:moveTo>
                    <a:pt x="132" y="100"/>
                  </a:moveTo>
                  <a:cubicBezTo>
                    <a:pt x="132" y="52"/>
                    <a:pt x="132" y="52"/>
                    <a:pt x="132" y="52"/>
                  </a:cubicBezTo>
                  <a:cubicBezTo>
                    <a:pt x="132" y="23"/>
                    <a:pt x="109" y="0"/>
                    <a:pt x="80" y="0"/>
                  </a:cubicBezTo>
                  <a:cubicBezTo>
                    <a:pt x="52" y="0"/>
                    <a:pt x="28" y="23"/>
                    <a:pt x="28" y="52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160" y="208"/>
                    <a:pt x="160" y="208"/>
                    <a:pt x="160" y="208"/>
                  </a:cubicBezTo>
                  <a:cubicBezTo>
                    <a:pt x="160" y="100"/>
                    <a:pt x="160" y="100"/>
                    <a:pt x="160" y="100"/>
                  </a:cubicBezTo>
                  <a:lnTo>
                    <a:pt x="132" y="100"/>
                  </a:lnTo>
                  <a:close/>
                  <a:moveTo>
                    <a:pt x="36" y="52"/>
                  </a:moveTo>
                  <a:cubicBezTo>
                    <a:pt x="36" y="28"/>
                    <a:pt x="56" y="8"/>
                    <a:pt x="80" y="8"/>
                  </a:cubicBezTo>
                  <a:cubicBezTo>
                    <a:pt x="105" y="8"/>
                    <a:pt x="124" y="28"/>
                    <a:pt x="124" y="52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36" y="100"/>
                    <a:pt x="36" y="100"/>
                    <a:pt x="36" y="100"/>
                  </a:cubicBezTo>
                  <a:lnTo>
                    <a:pt x="36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37">
              <a:extLst>
                <a:ext uri="{FF2B5EF4-FFF2-40B4-BE49-F238E27FC236}">
                  <a16:creationId xmlns:a16="http://schemas.microsoft.com/office/drawing/2014/main" id="{E7F4C581-7F6E-4568-8797-88088F7C2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6" y="3711576"/>
              <a:ext cx="600075" cy="781050"/>
            </a:xfrm>
            <a:custGeom>
              <a:avLst/>
              <a:gdLst>
                <a:gd name="T0" fmla="*/ 136 w 160"/>
                <a:gd name="T1" fmla="*/ 100 h 208"/>
                <a:gd name="T2" fmla="*/ 132 w 160"/>
                <a:gd name="T3" fmla="*/ 100 h 208"/>
                <a:gd name="T4" fmla="*/ 124 w 160"/>
                <a:gd name="T5" fmla="*/ 100 h 208"/>
                <a:gd name="T6" fmla="*/ 117 w 160"/>
                <a:gd name="T7" fmla="*/ 100 h 208"/>
                <a:gd name="T8" fmla="*/ 36 w 160"/>
                <a:gd name="T9" fmla="*/ 100 h 208"/>
                <a:gd name="T10" fmla="*/ 36 w 160"/>
                <a:gd name="T11" fmla="*/ 52 h 208"/>
                <a:gd name="T12" fmla="*/ 80 w 160"/>
                <a:gd name="T13" fmla="*/ 8 h 208"/>
                <a:gd name="T14" fmla="*/ 124 w 160"/>
                <a:gd name="T15" fmla="*/ 52 h 208"/>
                <a:gd name="T16" fmla="*/ 124 w 160"/>
                <a:gd name="T17" fmla="*/ 68 h 208"/>
                <a:gd name="T18" fmla="*/ 132 w 160"/>
                <a:gd name="T19" fmla="*/ 68 h 208"/>
                <a:gd name="T20" fmla="*/ 132 w 160"/>
                <a:gd name="T21" fmla="*/ 52 h 208"/>
                <a:gd name="T22" fmla="*/ 80 w 160"/>
                <a:gd name="T23" fmla="*/ 0 h 208"/>
                <a:gd name="T24" fmla="*/ 28 w 160"/>
                <a:gd name="T25" fmla="*/ 52 h 208"/>
                <a:gd name="T26" fmla="*/ 28 w 160"/>
                <a:gd name="T27" fmla="*/ 100 h 208"/>
                <a:gd name="T28" fmla="*/ 0 w 160"/>
                <a:gd name="T29" fmla="*/ 100 h 208"/>
                <a:gd name="T30" fmla="*/ 0 w 160"/>
                <a:gd name="T31" fmla="*/ 208 h 208"/>
                <a:gd name="T32" fmla="*/ 160 w 160"/>
                <a:gd name="T33" fmla="*/ 208 h 208"/>
                <a:gd name="T34" fmla="*/ 160 w 160"/>
                <a:gd name="T35" fmla="*/ 100 h 208"/>
                <a:gd name="T36" fmla="*/ 136 w 160"/>
                <a:gd name="T37" fmla="*/ 1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0" h="208">
                  <a:moveTo>
                    <a:pt x="136" y="100"/>
                  </a:moveTo>
                  <a:cubicBezTo>
                    <a:pt x="132" y="100"/>
                    <a:pt x="132" y="100"/>
                    <a:pt x="132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28"/>
                    <a:pt x="56" y="8"/>
                    <a:pt x="80" y="8"/>
                  </a:cubicBezTo>
                  <a:cubicBezTo>
                    <a:pt x="105" y="8"/>
                    <a:pt x="124" y="28"/>
                    <a:pt x="124" y="52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32" y="23"/>
                    <a:pt x="109" y="0"/>
                    <a:pt x="80" y="0"/>
                  </a:cubicBezTo>
                  <a:cubicBezTo>
                    <a:pt x="52" y="0"/>
                    <a:pt x="28" y="23"/>
                    <a:pt x="28" y="52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160" y="208"/>
                    <a:pt x="160" y="208"/>
                    <a:pt x="160" y="208"/>
                  </a:cubicBezTo>
                  <a:cubicBezTo>
                    <a:pt x="160" y="100"/>
                    <a:pt x="160" y="100"/>
                    <a:pt x="160" y="100"/>
                  </a:cubicBezTo>
                  <a:lnTo>
                    <a:pt x="136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Rectangle 38">
              <a:extLst>
                <a:ext uri="{FF2B5EF4-FFF2-40B4-BE49-F238E27FC236}">
                  <a16:creationId xmlns:a16="http://schemas.microsoft.com/office/drawing/2014/main" id="{B84588A7-CEA8-487F-AA5E-E0B3D0F62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5413" y="3860801"/>
              <a:ext cx="720725" cy="1206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Rectangle 39">
              <a:extLst>
                <a:ext uri="{FF2B5EF4-FFF2-40B4-BE49-F238E27FC236}">
                  <a16:creationId xmlns:a16="http://schemas.microsoft.com/office/drawing/2014/main" id="{115BB5E4-49E3-400A-9E2D-ED284E2D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5413" y="4057651"/>
              <a:ext cx="720725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Rectangle 40">
              <a:extLst>
                <a:ext uri="{FF2B5EF4-FFF2-40B4-BE49-F238E27FC236}">
                  <a16:creationId xmlns:a16="http://schemas.microsoft.com/office/drawing/2014/main" id="{F5CFAEF7-0808-478E-BEB1-A7D934E62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5413" y="4252913"/>
              <a:ext cx="720725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41">
              <a:extLst>
                <a:ext uri="{FF2B5EF4-FFF2-40B4-BE49-F238E27FC236}">
                  <a16:creationId xmlns:a16="http://schemas.microsoft.com/office/drawing/2014/main" id="{5A3FF58F-1692-44B8-99C0-E4C29F64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1" y="3733801"/>
              <a:ext cx="150813" cy="661988"/>
            </a:xfrm>
            <a:custGeom>
              <a:avLst/>
              <a:gdLst>
                <a:gd name="T0" fmla="*/ 20 w 40"/>
                <a:gd name="T1" fmla="*/ 0 h 176"/>
                <a:gd name="T2" fmla="*/ 0 w 40"/>
                <a:gd name="T3" fmla="*/ 20 h 176"/>
                <a:gd name="T4" fmla="*/ 16 w 40"/>
                <a:gd name="T5" fmla="*/ 39 h 176"/>
                <a:gd name="T6" fmla="*/ 16 w 40"/>
                <a:gd name="T7" fmla="*/ 176 h 176"/>
                <a:gd name="T8" fmla="*/ 24 w 40"/>
                <a:gd name="T9" fmla="*/ 176 h 176"/>
                <a:gd name="T10" fmla="*/ 24 w 40"/>
                <a:gd name="T11" fmla="*/ 39 h 176"/>
                <a:gd name="T12" fmla="*/ 40 w 40"/>
                <a:gd name="T13" fmla="*/ 20 h 176"/>
                <a:gd name="T14" fmla="*/ 20 w 40"/>
                <a:gd name="T15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76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39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24" y="176"/>
                    <a:pt x="24" y="176"/>
                    <a:pt x="24" y="17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34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42">
              <a:extLst>
                <a:ext uri="{FF2B5EF4-FFF2-40B4-BE49-F238E27FC236}">
                  <a16:creationId xmlns:a16="http://schemas.microsoft.com/office/drawing/2014/main" id="{477FA56C-F7CC-420B-92D7-AB9EF1C6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3201" y="3794126"/>
              <a:ext cx="149225" cy="661988"/>
            </a:xfrm>
            <a:custGeom>
              <a:avLst/>
              <a:gdLst>
                <a:gd name="T0" fmla="*/ 24 w 40"/>
                <a:gd name="T1" fmla="*/ 136 h 176"/>
                <a:gd name="T2" fmla="*/ 24 w 40"/>
                <a:gd name="T3" fmla="*/ 0 h 176"/>
                <a:gd name="T4" fmla="*/ 16 w 40"/>
                <a:gd name="T5" fmla="*/ 0 h 176"/>
                <a:gd name="T6" fmla="*/ 16 w 40"/>
                <a:gd name="T7" fmla="*/ 136 h 176"/>
                <a:gd name="T8" fmla="*/ 0 w 40"/>
                <a:gd name="T9" fmla="*/ 156 h 176"/>
                <a:gd name="T10" fmla="*/ 20 w 40"/>
                <a:gd name="T11" fmla="*/ 176 h 176"/>
                <a:gd name="T12" fmla="*/ 40 w 40"/>
                <a:gd name="T13" fmla="*/ 156 h 176"/>
                <a:gd name="T14" fmla="*/ 24 w 40"/>
                <a:gd name="T15" fmla="*/ 13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76">
                  <a:moveTo>
                    <a:pt x="24" y="136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36"/>
                    <a:pt x="16" y="136"/>
                    <a:pt x="16" y="136"/>
                  </a:cubicBezTo>
                  <a:cubicBezTo>
                    <a:pt x="7" y="138"/>
                    <a:pt x="0" y="146"/>
                    <a:pt x="0" y="156"/>
                  </a:cubicBezTo>
                  <a:cubicBezTo>
                    <a:pt x="0" y="167"/>
                    <a:pt x="9" y="176"/>
                    <a:pt x="20" y="176"/>
                  </a:cubicBezTo>
                  <a:cubicBezTo>
                    <a:pt x="31" y="176"/>
                    <a:pt x="40" y="167"/>
                    <a:pt x="40" y="156"/>
                  </a:cubicBezTo>
                  <a:cubicBezTo>
                    <a:pt x="40" y="146"/>
                    <a:pt x="34" y="138"/>
                    <a:pt x="24" y="1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43">
              <a:extLst>
                <a:ext uri="{FF2B5EF4-FFF2-40B4-BE49-F238E27FC236}">
                  <a16:creationId xmlns:a16="http://schemas.microsoft.com/office/drawing/2014/main" id="{9387B958-4043-4DBE-8E5D-5B6BE5E3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076" y="3794126"/>
              <a:ext cx="150813" cy="601663"/>
            </a:xfrm>
            <a:custGeom>
              <a:avLst/>
              <a:gdLst>
                <a:gd name="T0" fmla="*/ 24 w 40"/>
                <a:gd name="T1" fmla="*/ 60 h 160"/>
                <a:gd name="T2" fmla="*/ 24 w 40"/>
                <a:gd name="T3" fmla="*/ 0 h 160"/>
                <a:gd name="T4" fmla="*/ 16 w 40"/>
                <a:gd name="T5" fmla="*/ 0 h 160"/>
                <a:gd name="T6" fmla="*/ 16 w 40"/>
                <a:gd name="T7" fmla="*/ 60 h 160"/>
                <a:gd name="T8" fmla="*/ 0 w 40"/>
                <a:gd name="T9" fmla="*/ 80 h 160"/>
                <a:gd name="T10" fmla="*/ 16 w 40"/>
                <a:gd name="T11" fmla="*/ 100 h 160"/>
                <a:gd name="T12" fmla="*/ 16 w 40"/>
                <a:gd name="T13" fmla="*/ 160 h 160"/>
                <a:gd name="T14" fmla="*/ 24 w 40"/>
                <a:gd name="T15" fmla="*/ 160 h 160"/>
                <a:gd name="T16" fmla="*/ 24 w 40"/>
                <a:gd name="T17" fmla="*/ 100 h 160"/>
                <a:gd name="T18" fmla="*/ 40 w 40"/>
                <a:gd name="T19" fmla="*/ 80 h 160"/>
                <a:gd name="T20" fmla="*/ 24 w 40"/>
                <a:gd name="T21" fmla="*/ 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60">
                  <a:moveTo>
                    <a:pt x="24" y="6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7" y="62"/>
                    <a:pt x="0" y="70"/>
                    <a:pt x="0" y="80"/>
                  </a:cubicBezTo>
                  <a:cubicBezTo>
                    <a:pt x="0" y="90"/>
                    <a:pt x="7" y="98"/>
                    <a:pt x="16" y="100"/>
                  </a:cubicBezTo>
                  <a:cubicBezTo>
                    <a:pt x="16" y="160"/>
                    <a:pt x="16" y="160"/>
                    <a:pt x="16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4" y="98"/>
                    <a:pt x="40" y="90"/>
                    <a:pt x="40" y="80"/>
                  </a:cubicBezTo>
                  <a:cubicBezTo>
                    <a:pt x="40" y="70"/>
                    <a:pt x="34" y="62"/>
                    <a:pt x="24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44">
              <a:extLst>
                <a:ext uri="{FF2B5EF4-FFF2-40B4-BE49-F238E27FC236}">
                  <a16:creationId xmlns:a16="http://schemas.microsoft.com/office/drawing/2014/main" id="{09C21460-1042-4EBB-BF4B-14116D74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2563" y="3914776"/>
              <a:ext cx="420688" cy="390525"/>
            </a:xfrm>
            <a:custGeom>
              <a:avLst/>
              <a:gdLst>
                <a:gd name="T0" fmla="*/ 0 w 112"/>
                <a:gd name="T1" fmla="*/ 12 h 104"/>
                <a:gd name="T2" fmla="*/ 0 w 112"/>
                <a:gd name="T3" fmla="*/ 92 h 104"/>
                <a:gd name="T4" fmla="*/ 12 w 112"/>
                <a:gd name="T5" fmla="*/ 104 h 104"/>
                <a:gd name="T6" fmla="*/ 112 w 112"/>
                <a:gd name="T7" fmla="*/ 104 h 104"/>
                <a:gd name="T8" fmla="*/ 112 w 112"/>
                <a:gd name="T9" fmla="*/ 0 h 104"/>
                <a:gd name="T10" fmla="*/ 12 w 112"/>
                <a:gd name="T11" fmla="*/ 0 h 104"/>
                <a:gd name="T12" fmla="*/ 0 w 112"/>
                <a:gd name="T13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104">
                  <a:moveTo>
                    <a:pt x="0" y="1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9"/>
                    <a:pt x="5" y="104"/>
                    <a:pt x="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45">
              <a:extLst>
                <a:ext uri="{FF2B5EF4-FFF2-40B4-BE49-F238E27FC236}">
                  <a16:creationId xmlns:a16="http://schemas.microsoft.com/office/drawing/2014/main" id="{1CADDFB0-BBF0-4F70-AC6E-F46CB7B0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3413" y="3914776"/>
              <a:ext cx="450850" cy="390525"/>
            </a:xfrm>
            <a:custGeom>
              <a:avLst/>
              <a:gdLst>
                <a:gd name="T0" fmla="*/ 96 w 120"/>
                <a:gd name="T1" fmla="*/ 28 h 104"/>
                <a:gd name="T2" fmla="*/ 96 w 120"/>
                <a:gd name="T3" fmla="*/ 12 h 104"/>
                <a:gd name="T4" fmla="*/ 84 w 120"/>
                <a:gd name="T5" fmla="*/ 0 h 104"/>
                <a:gd name="T6" fmla="*/ 0 w 120"/>
                <a:gd name="T7" fmla="*/ 0 h 104"/>
                <a:gd name="T8" fmla="*/ 0 w 120"/>
                <a:gd name="T9" fmla="*/ 8 h 104"/>
                <a:gd name="T10" fmla="*/ 8 w 120"/>
                <a:gd name="T11" fmla="*/ 8 h 104"/>
                <a:gd name="T12" fmla="*/ 20 w 120"/>
                <a:gd name="T13" fmla="*/ 8 h 104"/>
                <a:gd name="T14" fmla="*/ 84 w 120"/>
                <a:gd name="T15" fmla="*/ 8 h 104"/>
                <a:gd name="T16" fmla="*/ 88 w 120"/>
                <a:gd name="T17" fmla="*/ 12 h 104"/>
                <a:gd name="T18" fmla="*/ 88 w 120"/>
                <a:gd name="T19" fmla="*/ 92 h 104"/>
                <a:gd name="T20" fmla="*/ 84 w 120"/>
                <a:gd name="T21" fmla="*/ 96 h 104"/>
                <a:gd name="T22" fmla="*/ 20 w 120"/>
                <a:gd name="T23" fmla="*/ 96 h 104"/>
                <a:gd name="T24" fmla="*/ 8 w 120"/>
                <a:gd name="T25" fmla="*/ 96 h 104"/>
                <a:gd name="T26" fmla="*/ 0 w 120"/>
                <a:gd name="T27" fmla="*/ 96 h 104"/>
                <a:gd name="T28" fmla="*/ 0 w 120"/>
                <a:gd name="T29" fmla="*/ 104 h 104"/>
                <a:gd name="T30" fmla="*/ 84 w 120"/>
                <a:gd name="T31" fmla="*/ 104 h 104"/>
                <a:gd name="T32" fmla="*/ 96 w 120"/>
                <a:gd name="T33" fmla="*/ 92 h 104"/>
                <a:gd name="T34" fmla="*/ 96 w 120"/>
                <a:gd name="T35" fmla="*/ 76 h 104"/>
                <a:gd name="T36" fmla="*/ 120 w 120"/>
                <a:gd name="T37" fmla="*/ 52 h 104"/>
                <a:gd name="T38" fmla="*/ 96 w 120"/>
                <a:gd name="T39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104">
                  <a:moveTo>
                    <a:pt x="96" y="28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5"/>
                    <a:pt x="91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6" y="8"/>
                    <a:pt x="88" y="10"/>
                    <a:pt x="88" y="1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4"/>
                    <a:pt x="86" y="96"/>
                    <a:pt x="84" y="96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91" y="104"/>
                    <a:pt x="96" y="99"/>
                    <a:pt x="96" y="92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109" y="76"/>
                    <a:pt x="120" y="65"/>
                    <a:pt x="120" y="52"/>
                  </a:cubicBezTo>
                  <a:cubicBezTo>
                    <a:pt x="120" y="39"/>
                    <a:pt x="109" y="28"/>
                    <a:pt x="9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46">
              <a:extLst>
                <a:ext uri="{FF2B5EF4-FFF2-40B4-BE49-F238E27FC236}">
                  <a16:creationId xmlns:a16="http://schemas.microsoft.com/office/drawing/2014/main" id="{D5711D42-38FA-4754-84A0-8859EC7D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3851" y="3629026"/>
              <a:ext cx="720725" cy="871538"/>
            </a:xfrm>
            <a:custGeom>
              <a:avLst/>
              <a:gdLst>
                <a:gd name="T0" fmla="*/ 184 w 192"/>
                <a:gd name="T1" fmla="*/ 136 h 232"/>
                <a:gd name="T2" fmla="*/ 96 w 192"/>
                <a:gd name="T3" fmla="*/ 224 h 232"/>
                <a:gd name="T4" fmla="*/ 8 w 192"/>
                <a:gd name="T5" fmla="*/ 136 h 232"/>
                <a:gd name="T6" fmla="*/ 95 w 192"/>
                <a:gd name="T7" fmla="*/ 48 h 232"/>
                <a:gd name="T8" fmla="*/ 95 w 192"/>
                <a:gd name="T9" fmla="*/ 88 h 232"/>
                <a:gd name="T10" fmla="*/ 171 w 192"/>
                <a:gd name="T11" fmla="*/ 44 h 232"/>
                <a:gd name="T12" fmla="*/ 95 w 192"/>
                <a:gd name="T13" fmla="*/ 0 h 232"/>
                <a:gd name="T14" fmla="*/ 95 w 192"/>
                <a:gd name="T15" fmla="*/ 40 h 232"/>
                <a:gd name="T16" fmla="*/ 0 w 192"/>
                <a:gd name="T17" fmla="*/ 136 h 232"/>
                <a:gd name="T18" fmla="*/ 96 w 192"/>
                <a:gd name="T19" fmla="*/ 232 h 232"/>
                <a:gd name="T20" fmla="*/ 192 w 192"/>
                <a:gd name="T21" fmla="*/ 136 h 232"/>
                <a:gd name="T22" fmla="*/ 184 w 192"/>
                <a:gd name="T23" fmla="*/ 13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232">
                  <a:moveTo>
                    <a:pt x="184" y="136"/>
                  </a:moveTo>
                  <a:cubicBezTo>
                    <a:pt x="184" y="184"/>
                    <a:pt x="144" y="224"/>
                    <a:pt x="96" y="224"/>
                  </a:cubicBezTo>
                  <a:cubicBezTo>
                    <a:pt x="47" y="224"/>
                    <a:pt x="8" y="184"/>
                    <a:pt x="8" y="136"/>
                  </a:cubicBezTo>
                  <a:cubicBezTo>
                    <a:pt x="8" y="87"/>
                    <a:pt x="47" y="48"/>
                    <a:pt x="95" y="4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42" y="40"/>
                    <a:pt x="0" y="83"/>
                    <a:pt x="0" y="136"/>
                  </a:cubicBezTo>
                  <a:cubicBezTo>
                    <a:pt x="0" y="189"/>
                    <a:pt x="43" y="232"/>
                    <a:pt x="96" y="232"/>
                  </a:cubicBezTo>
                  <a:cubicBezTo>
                    <a:pt x="149" y="232"/>
                    <a:pt x="192" y="189"/>
                    <a:pt x="192" y="136"/>
                  </a:cubicBezTo>
                  <a:lnTo>
                    <a:pt x="184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Oval 47">
              <a:extLst>
                <a:ext uri="{FF2B5EF4-FFF2-40B4-BE49-F238E27FC236}">
                  <a16:creationId xmlns:a16="http://schemas.microsoft.com/office/drawing/2014/main" id="{9B2B3B36-2F92-44B2-BAD8-22524C12D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5256213"/>
              <a:ext cx="450850" cy="4508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Rectangle 48">
              <a:extLst>
                <a:ext uri="{FF2B5EF4-FFF2-40B4-BE49-F238E27FC236}">
                  <a16:creationId xmlns:a16="http://schemas.microsoft.com/office/drawing/2014/main" id="{73FFA722-16D4-44E5-8363-218F75277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726" y="5030788"/>
              <a:ext cx="30163" cy="1793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Rectangle 49">
              <a:extLst>
                <a:ext uri="{FF2B5EF4-FFF2-40B4-BE49-F238E27FC236}">
                  <a16:creationId xmlns:a16="http://schemas.microsoft.com/office/drawing/2014/main" id="{9690E3E4-FFD0-4CCA-B95E-784F8C0E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726" y="5751513"/>
              <a:ext cx="30163" cy="1809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Rectangle 50">
              <a:extLst>
                <a:ext uri="{FF2B5EF4-FFF2-40B4-BE49-F238E27FC236}">
                  <a16:creationId xmlns:a16="http://schemas.microsoft.com/office/drawing/2014/main" id="{343BA9EA-55D5-47F8-B23D-E3DFDB7E6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163" y="5465763"/>
              <a:ext cx="18097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Rectangle 51">
              <a:extLst>
                <a:ext uri="{FF2B5EF4-FFF2-40B4-BE49-F238E27FC236}">
                  <a16:creationId xmlns:a16="http://schemas.microsoft.com/office/drawing/2014/main" id="{7F3EF0F1-5752-4E3A-8F13-7899AB940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888" y="5465763"/>
              <a:ext cx="180975" cy="301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52">
              <a:extLst>
                <a:ext uri="{FF2B5EF4-FFF2-40B4-BE49-F238E27FC236}">
                  <a16:creationId xmlns:a16="http://schemas.microsoft.com/office/drawing/2014/main" id="{6E16BCB9-4F01-469E-AE15-CA913213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163" y="5151438"/>
              <a:ext cx="146050" cy="146050"/>
            </a:xfrm>
            <a:custGeom>
              <a:avLst/>
              <a:gdLst>
                <a:gd name="T0" fmla="*/ 92 w 92"/>
                <a:gd name="T1" fmla="*/ 11 h 92"/>
                <a:gd name="T2" fmla="*/ 78 w 92"/>
                <a:gd name="T3" fmla="*/ 0 h 92"/>
                <a:gd name="T4" fmla="*/ 0 w 92"/>
                <a:gd name="T5" fmla="*/ 78 h 92"/>
                <a:gd name="T6" fmla="*/ 12 w 92"/>
                <a:gd name="T7" fmla="*/ 92 h 92"/>
                <a:gd name="T8" fmla="*/ 92 w 92"/>
                <a:gd name="T9" fmla="*/ 1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92" y="11"/>
                  </a:moveTo>
                  <a:lnTo>
                    <a:pt x="78" y="0"/>
                  </a:lnTo>
                  <a:lnTo>
                    <a:pt x="0" y="78"/>
                  </a:lnTo>
                  <a:lnTo>
                    <a:pt x="12" y="92"/>
                  </a:lnTo>
                  <a:lnTo>
                    <a:pt x="92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53">
              <a:extLst>
                <a:ext uri="{FF2B5EF4-FFF2-40B4-BE49-F238E27FC236}">
                  <a16:creationId xmlns:a16="http://schemas.microsoft.com/office/drawing/2014/main" id="{113DF30E-59F0-4243-8CC1-31A590C1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813" y="5662613"/>
              <a:ext cx="146050" cy="146050"/>
            </a:xfrm>
            <a:custGeom>
              <a:avLst/>
              <a:gdLst>
                <a:gd name="T0" fmla="*/ 0 w 92"/>
                <a:gd name="T1" fmla="*/ 78 h 92"/>
                <a:gd name="T2" fmla="*/ 14 w 92"/>
                <a:gd name="T3" fmla="*/ 92 h 92"/>
                <a:gd name="T4" fmla="*/ 92 w 92"/>
                <a:gd name="T5" fmla="*/ 14 h 92"/>
                <a:gd name="T6" fmla="*/ 80 w 92"/>
                <a:gd name="T7" fmla="*/ 0 h 92"/>
                <a:gd name="T8" fmla="*/ 0 w 92"/>
                <a:gd name="T9" fmla="*/ 7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0" y="78"/>
                  </a:moveTo>
                  <a:lnTo>
                    <a:pt x="14" y="92"/>
                  </a:lnTo>
                  <a:lnTo>
                    <a:pt x="92" y="14"/>
                  </a:lnTo>
                  <a:lnTo>
                    <a:pt x="80" y="0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54">
              <a:extLst>
                <a:ext uri="{FF2B5EF4-FFF2-40B4-BE49-F238E27FC236}">
                  <a16:creationId xmlns:a16="http://schemas.microsoft.com/office/drawing/2014/main" id="{364C7714-8173-49BC-8C96-EC0B9A00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813" y="5151438"/>
              <a:ext cx="146050" cy="146050"/>
            </a:xfrm>
            <a:custGeom>
              <a:avLst/>
              <a:gdLst>
                <a:gd name="T0" fmla="*/ 92 w 92"/>
                <a:gd name="T1" fmla="*/ 78 h 92"/>
                <a:gd name="T2" fmla="*/ 14 w 92"/>
                <a:gd name="T3" fmla="*/ 0 h 92"/>
                <a:gd name="T4" fmla="*/ 0 w 92"/>
                <a:gd name="T5" fmla="*/ 11 h 92"/>
                <a:gd name="T6" fmla="*/ 80 w 92"/>
                <a:gd name="T7" fmla="*/ 92 h 92"/>
                <a:gd name="T8" fmla="*/ 92 w 92"/>
                <a:gd name="T9" fmla="*/ 7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92" y="78"/>
                  </a:moveTo>
                  <a:lnTo>
                    <a:pt x="14" y="0"/>
                  </a:lnTo>
                  <a:lnTo>
                    <a:pt x="0" y="11"/>
                  </a:lnTo>
                  <a:lnTo>
                    <a:pt x="80" y="92"/>
                  </a:lnTo>
                  <a:lnTo>
                    <a:pt x="92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55">
              <a:extLst>
                <a:ext uri="{FF2B5EF4-FFF2-40B4-BE49-F238E27FC236}">
                  <a16:creationId xmlns:a16="http://schemas.microsoft.com/office/drawing/2014/main" id="{A269112B-73B9-495D-A2F7-CDB1F3AD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163" y="5662613"/>
              <a:ext cx="146050" cy="146050"/>
            </a:xfrm>
            <a:custGeom>
              <a:avLst/>
              <a:gdLst>
                <a:gd name="T0" fmla="*/ 0 w 92"/>
                <a:gd name="T1" fmla="*/ 14 h 92"/>
                <a:gd name="T2" fmla="*/ 78 w 92"/>
                <a:gd name="T3" fmla="*/ 92 h 92"/>
                <a:gd name="T4" fmla="*/ 92 w 92"/>
                <a:gd name="T5" fmla="*/ 78 h 92"/>
                <a:gd name="T6" fmla="*/ 12 w 92"/>
                <a:gd name="T7" fmla="*/ 0 h 92"/>
                <a:gd name="T8" fmla="*/ 0 w 92"/>
                <a:gd name="T9" fmla="*/ 1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0" y="14"/>
                  </a:moveTo>
                  <a:lnTo>
                    <a:pt x="78" y="92"/>
                  </a:lnTo>
                  <a:lnTo>
                    <a:pt x="92" y="78"/>
                  </a:lnTo>
                  <a:lnTo>
                    <a:pt x="12" y="0"/>
                  </a:lnTo>
                  <a:lnTo>
                    <a:pt x="0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56">
              <a:extLst>
                <a:ext uri="{FF2B5EF4-FFF2-40B4-BE49-F238E27FC236}">
                  <a16:creationId xmlns:a16="http://schemas.microsoft.com/office/drawing/2014/main" id="{5E70794A-066C-4BBC-9298-D7E2D86F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6" y="5113338"/>
              <a:ext cx="750888" cy="747713"/>
            </a:xfrm>
            <a:custGeom>
              <a:avLst/>
              <a:gdLst>
                <a:gd name="T0" fmla="*/ 140 w 200"/>
                <a:gd name="T1" fmla="*/ 146 h 199"/>
                <a:gd name="T2" fmla="*/ 53 w 200"/>
                <a:gd name="T3" fmla="*/ 59 h 199"/>
                <a:gd name="T4" fmla="*/ 76 w 200"/>
                <a:gd name="T5" fmla="*/ 0 h 199"/>
                <a:gd name="T6" fmla="*/ 0 w 200"/>
                <a:gd name="T7" fmla="*/ 98 h 199"/>
                <a:gd name="T8" fmla="*/ 102 w 200"/>
                <a:gd name="T9" fmla="*/ 199 h 199"/>
                <a:gd name="T10" fmla="*/ 200 w 200"/>
                <a:gd name="T11" fmla="*/ 121 h 199"/>
                <a:gd name="T12" fmla="*/ 140 w 200"/>
                <a:gd name="T13" fmla="*/ 14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99">
                  <a:moveTo>
                    <a:pt x="140" y="146"/>
                  </a:moveTo>
                  <a:cubicBezTo>
                    <a:pt x="92" y="146"/>
                    <a:pt x="53" y="107"/>
                    <a:pt x="53" y="59"/>
                  </a:cubicBezTo>
                  <a:cubicBezTo>
                    <a:pt x="53" y="36"/>
                    <a:pt x="62" y="15"/>
                    <a:pt x="76" y="0"/>
                  </a:cubicBezTo>
                  <a:cubicBezTo>
                    <a:pt x="33" y="11"/>
                    <a:pt x="0" y="51"/>
                    <a:pt x="0" y="98"/>
                  </a:cubicBezTo>
                  <a:cubicBezTo>
                    <a:pt x="0" y="154"/>
                    <a:pt x="46" y="199"/>
                    <a:pt x="102" y="199"/>
                  </a:cubicBezTo>
                  <a:cubicBezTo>
                    <a:pt x="150" y="199"/>
                    <a:pt x="190" y="166"/>
                    <a:pt x="200" y="121"/>
                  </a:cubicBezTo>
                  <a:cubicBezTo>
                    <a:pt x="185" y="137"/>
                    <a:pt x="163" y="146"/>
                    <a:pt x="140" y="1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57">
              <a:extLst>
                <a:ext uri="{FF2B5EF4-FFF2-40B4-BE49-F238E27FC236}">
                  <a16:creationId xmlns:a16="http://schemas.microsoft.com/office/drawing/2014/main" id="{B0EF078F-18EE-482E-88B5-3789A24721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5091113"/>
              <a:ext cx="720725" cy="720725"/>
            </a:xfrm>
            <a:custGeom>
              <a:avLst/>
              <a:gdLst>
                <a:gd name="T0" fmla="*/ 0 w 454"/>
                <a:gd name="T1" fmla="*/ 0 h 454"/>
                <a:gd name="T2" fmla="*/ 0 w 454"/>
                <a:gd name="T3" fmla="*/ 454 h 454"/>
                <a:gd name="T4" fmla="*/ 454 w 454"/>
                <a:gd name="T5" fmla="*/ 454 h 454"/>
                <a:gd name="T6" fmla="*/ 454 w 454"/>
                <a:gd name="T7" fmla="*/ 0 h 454"/>
                <a:gd name="T8" fmla="*/ 0 w 454"/>
                <a:gd name="T9" fmla="*/ 0 h 454"/>
                <a:gd name="T10" fmla="*/ 284 w 454"/>
                <a:gd name="T11" fmla="*/ 47 h 454"/>
                <a:gd name="T12" fmla="*/ 312 w 454"/>
                <a:gd name="T13" fmla="*/ 47 h 454"/>
                <a:gd name="T14" fmla="*/ 312 w 454"/>
                <a:gd name="T15" fmla="*/ 75 h 454"/>
                <a:gd name="T16" fmla="*/ 284 w 454"/>
                <a:gd name="T17" fmla="*/ 75 h 454"/>
                <a:gd name="T18" fmla="*/ 284 w 454"/>
                <a:gd name="T19" fmla="*/ 47 h 454"/>
                <a:gd name="T20" fmla="*/ 142 w 454"/>
                <a:gd name="T21" fmla="*/ 47 h 454"/>
                <a:gd name="T22" fmla="*/ 170 w 454"/>
                <a:gd name="T23" fmla="*/ 47 h 454"/>
                <a:gd name="T24" fmla="*/ 170 w 454"/>
                <a:gd name="T25" fmla="*/ 75 h 454"/>
                <a:gd name="T26" fmla="*/ 142 w 454"/>
                <a:gd name="T27" fmla="*/ 75 h 454"/>
                <a:gd name="T28" fmla="*/ 142 w 454"/>
                <a:gd name="T29" fmla="*/ 47 h 454"/>
                <a:gd name="T30" fmla="*/ 435 w 454"/>
                <a:gd name="T31" fmla="*/ 435 h 454"/>
                <a:gd name="T32" fmla="*/ 19 w 454"/>
                <a:gd name="T33" fmla="*/ 435 h 454"/>
                <a:gd name="T34" fmla="*/ 19 w 454"/>
                <a:gd name="T35" fmla="*/ 123 h 454"/>
                <a:gd name="T36" fmla="*/ 435 w 454"/>
                <a:gd name="T37" fmla="*/ 123 h 454"/>
                <a:gd name="T38" fmla="*/ 435 w 454"/>
                <a:gd name="T39" fmla="*/ 435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4" h="454">
                  <a:moveTo>
                    <a:pt x="0" y="0"/>
                  </a:moveTo>
                  <a:lnTo>
                    <a:pt x="0" y="454"/>
                  </a:lnTo>
                  <a:lnTo>
                    <a:pt x="454" y="454"/>
                  </a:lnTo>
                  <a:lnTo>
                    <a:pt x="454" y="0"/>
                  </a:lnTo>
                  <a:lnTo>
                    <a:pt x="0" y="0"/>
                  </a:lnTo>
                  <a:close/>
                  <a:moveTo>
                    <a:pt x="284" y="47"/>
                  </a:moveTo>
                  <a:lnTo>
                    <a:pt x="312" y="47"/>
                  </a:lnTo>
                  <a:lnTo>
                    <a:pt x="312" y="75"/>
                  </a:lnTo>
                  <a:lnTo>
                    <a:pt x="284" y="75"/>
                  </a:lnTo>
                  <a:lnTo>
                    <a:pt x="284" y="47"/>
                  </a:lnTo>
                  <a:close/>
                  <a:moveTo>
                    <a:pt x="142" y="47"/>
                  </a:moveTo>
                  <a:lnTo>
                    <a:pt x="170" y="47"/>
                  </a:lnTo>
                  <a:lnTo>
                    <a:pt x="170" y="75"/>
                  </a:lnTo>
                  <a:lnTo>
                    <a:pt x="142" y="75"/>
                  </a:lnTo>
                  <a:lnTo>
                    <a:pt x="142" y="47"/>
                  </a:lnTo>
                  <a:close/>
                  <a:moveTo>
                    <a:pt x="435" y="435"/>
                  </a:moveTo>
                  <a:lnTo>
                    <a:pt x="19" y="435"/>
                  </a:lnTo>
                  <a:lnTo>
                    <a:pt x="19" y="123"/>
                  </a:lnTo>
                  <a:lnTo>
                    <a:pt x="435" y="123"/>
                  </a:lnTo>
                  <a:lnTo>
                    <a:pt x="435" y="4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58">
              <a:extLst>
                <a:ext uri="{FF2B5EF4-FFF2-40B4-BE49-F238E27FC236}">
                  <a16:creationId xmlns:a16="http://schemas.microsoft.com/office/drawing/2014/main" id="{AA663D81-C719-4CC6-B74F-0891A4947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1" y="5387976"/>
              <a:ext cx="90488" cy="236538"/>
            </a:xfrm>
            <a:custGeom>
              <a:avLst/>
              <a:gdLst>
                <a:gd name="T0" fmla="*/ 16 w 24"/>
                <a:gd name="T1" fmla="*/ 63 h 63"/>
                <a:gd name="T2" fmla="*/ 24 w 24"/>
                <a:gd name="T3" fmla="*/ 63 h 63"/>
                <a:gd name="T4" fmla="*/ 24 w 24"/>
                <a:gd name="T5" fmla="*/ 0 h 63"/>
                <a:gd name="T6" fmla="*/ 17 w 24"/>
                <a:gd name="T7" fmla="*/ 0 h 63"/>
                <a:gd name="T8" fmla="*/ 17 w 24"/>
                <a:gd name="T9" fmla="*/ 1 h 63"/>
                <a:gd name="T10" fmla="*/ 1 w 24"/>
                <a:gd name="T11" fmla="*/ 11 h 63"/>
                <a:gd name="T12" fmla="*/ 0 w 24"/>
                <a:gd name="T13" fmla="*/ 11 h 63"/>
                <a:gd name="T14" fmla="*/ 0 w 24"/>
                <a:gd name="T15" fmla="*/ 18 h 63"/>
                <a:gd name="T16" fmla="*/ 16 w 24"/>
                <a:gd name="T17" fmla="*/ 18 h 63"/>
                <a:gd name="T18" fmla="*/ 16 w 24"/>
                <a:gd name="T1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63">
                  <a:moveTo>
                    <a:pt x="16" y="63"/>
                  </a:moveTo>
                  <a:cubicBezTo>
                    <a:pt x="24" y="63"/>
                    <a:pt x="24" y="63"/>
                    <a:pt x="24" y="6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1"/>
                    <a:pt x="1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6" y="18"/>
                    <a:pt x="16" y="18"/>
                    <a:pt x="16" y="18"/>
                  </a:cubicBezTo>
                  <a:lnTo>
                    <a:pt x="1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59">
              <a:extLst>
                <a:ext uri="{FF2B5EF4-FFF2-40B4-BE49-F238E27FC236}">
                  <a16:creationId xmlns:a16="http://schemas.microsoft.com/office/drawing/2014/main" id="{EEC821DA-C7CA-4B19-B1AB-72B90FE3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763" y="5391151"/>
              <a:ext cx="165100" cy="236538"/>
            </a:xfrm>
            <a:custGeom>
              <a:avLst/>
              <a:gdLst>
                <a:gd name="T0" fmla="*/ 22 w 44"/>
                <a:gd name="T1" fmla="*/ 55 h 63"/>
                <a:gd name="T2" fmla="*/ 9 w 44"/>
                <a:gd name="T3" fmla="*/ 43 h 63"/>
                <a:gd name="T4" fmla="*/ 9 w 44"/>
                <a:gd name="T5" fmla="*/ 41 h 63"/>
                <a:gd name="T6" fmla="*/ 0 w 44"/>
                <a:gd name="T7" fmla="*/ 41 h 63"/>
                <a:gd name="T8" fmla="*/ 0 w 44"/>
                <a:gd name="T9" fmla="*/ 43 h 63"/>
                <a:gd name="T10" fmla="*/ 21 w 44"/>
                <a:gd name="T11" fmla="*/ 63 h 63"/>
                <a:gd name="T12" fmla="*/ 44 w 44"/>
                <a:gd name="T13" fmla="*/ 41 h 63"/>
                <a:gd name="T14" fmla="*/ 22 w 44"/>
                <a:gd name="T15" fmla="*/ 19 h 63"/>
                <a:gd name="T16" fmla="*/ 12 w 44"/>
                <a:gd name="T17" fmla="*/ 22 h 63"/>
                <a:gd name="T18" fmla="*/ 14 w 44"/>
                <a:gd name="T19" fmla="*/ 8 h 63"/>
                <a:gd name="T20" fmla="*/ 41 w 44"/>
                <a:gd name="T21" fmla="*/ 8 h 63"/>
                <a:gd name="T22" fmla="*/ 41 w 44"/>
                <a:gd name="T23" fmla="*/ 0 h 63"/>
                <a:gd name="T24" fmla="*/ 8 w 44"/>
                <a:gd name="T25" fmla="*/ 0 h 63"/>
                <a:gd name="T26" fmla="*/ 2 w 44"/>
                <a:gd name="T27" fmla="*/ 34 h 63"/>
                <a:gd name="T28" fmla="*/ 9 w 44"/>
                <a:gd name="T29" fmla="*/ 34 h 63"/>
                <a:gd name="T30" fmla="*/ 9 w 44"/>
                <a:gd name="T31" fmla="*/ 33 h 63"/>
                <a:gd name="T32" fmla="*/ 21 w 44"/>
                <a:gd name="T33" fmla="*/ 26 h 63"/>
                <a:gd name="T34" fmla="*/ 35 w 44"/>
                <a:gd name="T35" fmla="*/ 40 h 63"/>
                <a:gd name="T36" fmla="*/ 22 w 44"/>
                <a:gd name="T37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63">
                  <a:moveTo>
                    <a:pt x="22" y="55"/>
                  </a:moveTo>
                  <a:cubicBezTo>
                    <a:pt x="14" y="55"/>
                    <a:pt x="9" y="50"/>
                    <a:pt x="9" y="43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55"/>
                    <a:pt x="9" y="63"/>
                    <a:pt x="21" y="63"/>
                  </a:cubicBezTo>
                  <a:cubicBezTo>
                    <a:pt x="34" y="63"/>
                    <a:pt x="44" y="53"/>
                    <a:pt x="44" y="41"/>
                  </a:cubicBezTo>
                  <a:cubicBezTo>
                    <a:pt x="44" y="28"/>
                    <a:pt x="35" y="19"/>
                    <a:pt x="22" y="19"/>
                  </a:cubicBezTo>
                  <a:cubicBezTo>
                    <a:pt x="18" y="19"/>
                    <a:pt x="15" y="20"/>
                    <a:pt x="12" y="2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2" y="29"/>
                    <a:pt x="17" y="26"/>
                    <a:pt x="21" y="26"/>
                  </a:cubicBezTo>
                  <a:cubicBezTo>
                    <a:pt x="29" y="26"/>
                    <a:pt x="35" y="32"/>
                    <a:pt x="35" y="40"/>
                  </a:cubicBezTo>
                  <a:cubicBezTo>
                    <a:pt x="35" y="48"/>
                    <a:pt x="31" y="55"/>
                    <a:pt x="22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60">
              <a:extLst>
                <a:ext uri="{FF2B5EF4-FFF2-40B4-BE49-F238E27FC236}">
                  <a16:creationId xmlns:a16="http://schemas.microsoft.com/office/drawing/2014/main" id="{F689D19C-2EEE-4A4B-ADA6-826C7140F8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75238" y="5060951"/>
              <a:ext cx="750888" cy="750888"/>
            </a:xfrm>
            <a:custGeom>
              <a:avLst/>
              <a:gdLst>
                <a:gd name="T0" fmla="*/ 200 w 200"/>
                <a:gd name="T1" fmla="*/ 120 h 200"/>
                <a:gd name="T2" fmla="*/ 200 w 200"/>
                <a:gd name="T3" fmla="*/ 80 h 200"/>
                <a:gd name="T4" fmla="*/ 178 w 200"/>
                <a:gd name="T5" fmla="*/ 80 h 200"/>
                <a:gd name="T6" fmla="*/ 170 w 200"/>
                <a:gd name="T7" fmla="*/ 59 h 200"/>
                <a:gd name="T8" fmla="*/ 185 w 200"/>
                <a:gd name="T9" fmla="*/ 43 h 200"/>
                <a:gd name="T10" fmla="*/ 157 w 200"/>
                <a:gd name="T11" fmla="*/ 15 h 200"/>
                <a:gd name="T12" fmla="*/ 142 w 200"/>
                <a:gd name="T13" fmla="*/ 30 h 200"/>
                <a:gd name="T14" fmla="*/ 120 w 200"/>
                <a:gd name="T15" fmla="*/ 21 h 200"/>
                <a:gd name="T16" fmla="*/ 120 w 200"/>
                <a:gd name="T17" fmla="*/ 0 h 200"/>
                <a:gd name="T18" fmla="*/ 80 w 200"/>
                <a:gd name="T19" fmla="*/ 0 h 200"/>
                <a:gd name="T20" fmla="*/ 80 w 200"/>
                <a:gd name="T21" fmla="*/ 21 h 200"/>
                <a:gd name="T22" fmla="*/ 59 w 200"/>
                <a:gd name="T23" fmla="*/ 30 h 200"/>
                <a:gd name="T24" fmla="*/ 44 w 200"/>
                <a:gd name="T25" fmla="*/ 15 h 200"/>
                <a:gd name="T26" fmla="*/ 16 w 200"/>
                <a:gd name="T27" fmla="*/ 43 h 200"/>
                <a:gd name="T28" fmla="*/ 31 w 200"/>
                <a:gd name="T29" fmla="*/ 59 h 200"/>
                <a:gd name="T30" fmla="*/ 23 w 200"/>
                <a:gd name="T31" fmla="*/ 80 h 200"/>
                <a:gd name="T32" fmla="*/ 0 w 200"/>
                <a:gd name="T33" fmla="*/ 80 h 200"/>
                <a:gd name="T34" fmla="*/ 0 w 200"/>
                <a:gd name="T35" fmla="*/ 120 h 200"/>
                <a:gd name="T36" fmla="*/ 23 w 200"/>
                <a:gd name="T37" fmla="*/ 120 h 200"/>
                <a:gd name="T38" fmla="*/ 32 w 200"/>
                <a:gd name="T39" fmla="*/ 140 h 200"/>
                <a:gd name="T40" fmla="*/ 16 w 200"/>
                <a:gd name="T41" fmla="*/ 156 h 200"/>
                <a:gd name="T42" fmla="*/ 44 w 200"/>
                <a:gd name="T43" fmla="*/ 184 h 200"/>
                <a:gd name="T44" fmla="*/ 61 w 200"/>
                <a:gd name="T45" fmla="*/ 168 h 200"/>
                <a:gd name="T46" fmla="*/ 80 w 200"/>
                <a:gd name="T47" fmla="*/ 176 h 200"/>
                <a:gd name="T48" fmla="*/ 80 w 200"/>
                <a:gd name="T49" fmla="*/ 200 h 200"/>
                <a:gd name="T50" fmla="*/ 120 w 200"/>
                <a:gd name="T51" fmla="*/ 200 h 200"/>
                <a:gd name="T52" fmla="*/ 120 w 200"/>
                <a:gd name="T53" fmla="*/ 176 h 200"/>
                <a:gd name="T54" fmla="*/ 140 w 200"/>
                <a:gd name="T55" fmla="*/ 168 h 200"/>
                <a:gd name="T56" fmla="*/ 157 w 200"/>
                <a:gd name="T57" fmla="*/ 184 h 200"/>
                <a:gd name="T58" fmla="*/ 185 w 200"/>
                <a:gd name="T59" fmla="*/ 156 h 200"/>
                <a:gd name="T60" fmla="*/ 169 w 200"/>
                <a:gd name="T61" fmla="*/ 140 h 200"/>
                <a:gd name="T62" fmla="*/ 177 w 200"/>
                <a:gd name="T63" fmla="*/ 120 h 200"/>
                <a:gd name="T64" fmla="*/ 200 w 200"/>
                <a:gd name="T65" fmla="*/ 120 h 200"/>
                <a:gd name="T66" fmla="*/ 100 w 200"/>
                <a:gd name="T67" fmla="*/ 128 h 200"/>
                <a:gd name="T68" fmla="*/ 72 w 200"/>
                <a:gd name="T69" fmla="*/ 100 h 200"/>
                <a:gd name="T70" fmla="*/ 100 w 200"/>
                <a:gd name="T71" fmla="*/ 72 h 200"/>
                <a:gd name="T72" fmla="*/ 128 w 200"/>
                <a:gd name="T73" fmla="*/ 100 h 200"/>
                <a:gd name="T74" fmla="*/ 100 w 200"/>
                <a:gd name="T75" fmla="*/ 12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200">
                  <a:moveTo>
                    <a:pt x="200" y="120"/>
                  </a:moveTo>
                  <a:cubicBezTo>
                    <a:pt x="200" y="80"/>
                    <a:pt x="200" y="80"/>
                    <a:pt x="200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76" y="72"/>
                    <a:pt x="174" y="65"/>
                    <a:pt x="170" y="59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5" y="26"/>
                    <a:pt x="128" y="23"/>
                    <a:pt x="120" y="21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3" y="23"/>
                    <a:pt x="66" y="26"/>
                    <a:pt x="59" y="30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7" y="65"/>
                    <a:pt x="25" y="72"/>
                    <a:pt x="23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5" y="127"/>
                    <a:pt x="28" y="133"/>
                    <a:pt x="32" y="140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61" y="168"/>
                    <a:pt x="61" y="168"/>
                    <a:pt x="61" y="168"/>
                  </a:cubicBezTo>
                  <a:cubicBezTo>
                    <a:pt x="67" y="171"/>
                    <a:pt x="73" y="174"/>
                    <a:pt x="80" y="176"/>
                  </a:cubicBezTo>
                  <a:cubicBezTo>
                    <a:pt x="80" y="200"/>
                    <a:pt x="80" y="200"/>
                    <a:pt x="80" y="200"/>
                  </a:cubicBezTo>
                  <a:cubicBezTo>
                    <a:pt x="120" y="200"/>
                    <a:pt x="120" y="200"/>
                    <a:pt x="120" y="200"/>
                  </a:cubicBezTo>
                  <a:cubicBezTo>
                    <a:pt x="120" y="176"/>
                    <a:pt x="120" y="176"/>
                    <a:pt x="120" y="176"/>
                  </a:cubicBezTo>
                  <a:cubicBezTo>
                    <a:pt x="127" y="174"/>
                    <a:pt x="134" y="171"/>
                    <a:pt x="140" y="168"/>
                  </a:cubicBezTo>
                  <a:cubicBezTo>
                    <a:pt x="157" y="184"/>
                    <a:pt x="157" y="184"/>
                    <a:pt x="157" y="184"/>
                  </a:cubicBezTo>
                  <a:cubicBezTo>
                    <a:pt x="185" y="156"/>
                    <a:pt x="185" y="156"/>
                    <a:pt x="185" y="156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73" y="133"/>
                    <a:pt x="175" y="127"/>
                    <a:pt x="177" y="120"/>
                  </a:cubicBezTo>
                  <a:lnTo>
                    <a:pt x="200" y="120"/>
                  </a:lnTo>
                  <a:close/>
                  <a:moveTo>
                    <a:pt x="100" y="128"/>
                  </a:moveTo>
                  <a:cubicBezTo>
                    <a:pt x="85" y="128"/>
                    <a:pt x="72" y="115"/>
                    <a:pt x="72" y="100"/>
                  </a:cubicBezTo>
                  <a:cubicBezTo>
                    <a:pt x="72" y="84"/>
                    <a:pt x="85" y="72"/>
                    <a:pt x="100" y="72"/>
                  </a:cubicBezTo>
                  <a:cubicBezTo>
                    <a:pt x="116" y="72"/>
                    <a:pt x="128" y="84"/>
                    <a:pt x="128" y="100"/>
                  </a:cubicBezTo>
                  <a:cubicBezTo>
                    <a:pt x="128" y="115"/>
                    <a:pt x="116" y="128"/>
                    <a:pt x="100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61">
              <a:extLst>
                <a:ext uri="{FF2B5EF4-FFF2-40B4-BE49-F238E27FC236}">
                  <a16:creationId xmlns:a16="http://schemas.microsoft.com/office/drawing/2014/main" id="{CCFCB5EE-7866-4591-A128-7F1F62ACA0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00813" y="4984751"/>
              <a:ext cx="601663" cy="903288"/>
            </a:xfrm>
            <a:custGeom>
              <a:avLst/>
              <a:gdLst>
                <a:gd name="T0" fmla="*/ 80 w 160"/>
                <a:gd name="T1" fmla="*/ 0 h 240"/>
                <a:gd name="T2" fmla="*/ 0 w 160"/>
                <a:gd name="T3" fmla="*/ 80 h 240"/>
                <a:gd name="T4" fmla="*/ 11 w 160"/>
                <a:gd name="T5" fmla="*/ 120 h 240"/>
                <a:gd name="T6" fmla="*/ 80 w 160"/>
                <a:gd name="T7" fmla="*/ 240 h 240"/>
                <a:gd name="T8" fmla="*/ 150 w 160"/>
                <a:gd name="T9" fmla="*/ 120 h 240"/>
                <a:gd name="T10" fmla="*/ 160 w 160"/>
                <a:gd name="T11" fmla="*/ 80 h 240"/>
                <a:gd name="T12" fmla="*/ 80 w 160"/>
                <a:gd name="T13" fmla="*/ 0 h 240"/>
                <a:gd name="T14" fmla="*/ 80 w 160"/>
                <a:gd name="T15" fmla="*/ 100 h 240"/>
                <a:gd name="T16" fmla="*/ 60 w 160"/>
                <a:gd name="T17" fmla="*/ 80 h 240"/>
                <a:gd name="T18" fmla="*/ 80 w 160"/>
                <a:gd name="T19" fmla="*/ 60 h 240"/>
                <a:gd name="T20" fmla="*/ 100 w 160"/>
                <a:gd name="T21" fmla="*/ 80 h 240"/>
                <a:gd name="T22" fmla="*/ 80 w 160"/>
                <a:gd name="T23" fmla="*/ 10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240">
                  <a:moveTo>
                    <a:pt x="80" y="0"/>
                  </a:moveTo>
                  <a:cubicBezTo>
                    <a:pt x="36" y="0"/>
                    <a:pt x="0" y="35"/>
                    <a:pt x="0" y="80"/>
                  </a:cubicBezTo>
                  <a:cubicBezTo>
                    <a:pt x="0" y="94"/>
                    <a:pt x="4" y="108"/>
                    <a:pt x="11" y="120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150" y="120"/>
                    <a:pt x="150" y="120"/>
                    <a:pt x="150" y="120"/>
                  </a:cubicBezTo>
                  <a:cubicBezTo>
                    <a:pt x="157" y="108"/>
                    <a:pt x="160" y="94"/>
                    <a:pt x="160" y="80"/>
                  </a:cubicBezTo>
                  <a:cubicBezTo>
                    <a:pt x="160" y="35"/>
                    <a:pt x="125" y="0"/>
                    <a:pt x="80" y="0"/>
                  </a:cubicBezTo>
                  <a:close/>
                  <a:moveTo>
                    <a:pt x="80" y="100"/>
                  </a:moveTo>
                  <a:cubicBezTo>
                    <a:pt x="69" y="100"/>
                    <a:pt x="60" y="91"/>
                    <a:pt x="60" y="80"/>
                  </a:cubicBezTo>
                  <a:cubicBezTo>
                    <a:pt x="60" y="69"/>
                    <a:pt x="69" y="60"/>
                    <a:pt x="80" y="60"/>
                  </a:cubicBezTo>
                  <a:cubicBezTo>
                    <a:pt x="91" y="60"/>
                    <a:pt x="100" y="69"/>
                    <a:pt x="100" y="80"/>
                  </a:cubicBezTo>
                  <a:cubicBezTo>
                    <a:pt x="100" y="91"/>
                    <a:pt x="91" y="100"/>
                    <a:pt x="8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62">
              <a:extLst>
                <a:ext uri="{FF2B5EF4-FFF2-40B4-BE49-F238E27FC236}">
                  <a16:creationId xmlns:a16="http://schemas.microsoft.com/office/drawing/2014/main" id="{9F8B94C2-7D6A-4230-970D-AB81749591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47176" y="5105401"/>
              <a:ext cx="720725" cy="722313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192 h 192"/>
                <a:gd name="T4" fmla="*/ 192 w 192"/>
                <a:gd name="T5" fmla="*/ 192 h 192"/>
                <a:gd name="T6" fmla="*/ 192 w 192"/>
                <a:gd name="T7" fmla="*/ 0 h 192"/>
                <a:gd name="T8" fmla="*/ 0 w 192"/>
                <a:gd name="T9" fmla="*/ 0 h 192"/>
                <a:gd name="T10" fmla="*/ 156 w 192"/>
                <a:gd name="T11" fmla="*/ 48 h 192"/>
                <a:gd name="T12" fmla="*/ 148 w 192"/>
                <a:gd name="T13" fmla="*/ 48 h 192"/>
                <a:gd name="T14" fmla="*/ 148 w 192"/>
                <a:gd name="T15" fmla="*/ 76 h 192"/>
                <a:gd name="T16" fmla="*/ 96 w 192"/>
                <a:gd name="T17" fmla="*/ 128 h 192"/>
                <a:gd name="T18" fmla="*/ 44 w 192"/>
                <a:gd name="T19" fmla="*/ 76 h 192"/>
                <a:gd name="T20" fmla="*/ 44 w 192"/>
                <a:gd name="T21" fmla="*/ 48 h 192"/>
                <a:gd name="T22" fmla="*/ 36 w 192"/>
                <a:gd name="T23" fmla="*/ 48 h 192"/>
                <a:gd name="T24" fmla="*/ 36 w 192"/>
                <a:gd name="T25" fmla="*/ 40 h 192"/>
                <a:gd name="T26" fmla="*/ 60 w 192"/>
                <a:gd name="T27" fmla="*/ 40 h 192"/>
                <a:gd name="T28" fmla="*/ 60 w 192"/>
                <a:gd name="T29" fmla="*/ 48 h 192"/>
                <a:gd name="T30" fmla="*/ 52 w 192"/>
                <a:gd name="T31" fmla="*/ 48 h 192"/>
                <a:gd name="T32" fmla="*/ 52 w 192"/>
                <a:gd name="T33" fmla="*/ 76 h 192"/>
                <a:gd name="T34" fmla="*/ 96 w 192"/>
                <a:gd name="T35" fmla="*/ 120 h 192"/>
                <a:gd name="T36" fmla="*/ 140 w 192"/>
                <a:gd name="T37" fmla="*/ 76 h 192"/>
                <a:gd name="T38" fmla="*/ 140 w 192"/>
                <a:gd name="T39" fmla="*/ 48 h 192"/>
                <a:gd name="T40" fmla="*/ 132 w 192"/>
                <a:gd name="T41" fmla="*/ 48 h 192"/>
                <a:gd name="T42" fmla="*/ 132 w 192"/>
                <a:gd name="T43" fmla="*/ 40 h 192"/>
                <a:gd name="T44" fmla="*/ 156 w 192"/>
                <a:gd name="T45" fmla="*/ 40 h 192"/>
                <a:gd name="T46" fmla="*/ 156 w 192"/>
                <a:gd name="T47" fmla="*/ 4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2" h="192">
                  <a:moveTo>
                    <a:pt x="0" y="0"/>
                  </a:moveTo>
                  <a:cubicBezTo>
                    <a:pt x="0" y="192"/>
                    <a:pt x="0" y="192"/>
                    <a:pt x="0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0" y="0"/>
                  </a:lnTo>
                  <a:close/>
                  <a:moveTo>
                    <a:pt x="156" y="48"/>
                  </a:moveTo>
                  <a:cubicBezTo>
                    <a:pt x="148" y="48"/>
                    <a:pt x="148" y="48"/>
                    <a:pt x="148" y="48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48" y="104"/>
                    <a:pt x="125" y="128"/>
                    <a:pt x="96" y="128"/>
                  </a:cubicBezTo>
                  <a:cubicBezTo>
                    <a:pt x="67" y="128"/>
                    <a:pt x="44" y="104"/>
                    <a:pt x="44" y="76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100"/>
                    <a:pt x="72" y="120"/>
                    <a:pt x="96" y="120"/>
                  </a:cubicBezTo>
                  <a:cubicBezTo>
                    <a:pt x="120" y="120"/>
                    <a:pt x="140" y="100"/>
                    <a:pt x="140" y="76"/>
                  </a:cubicBezTo>
                  <a:cubicBezTo>
                    <a:pt x="140" y="48"/>
                    <a:pt x="140" y="48"/>
                    <a:pt x="140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56" y="40"/>
                    <a:pt x="156" y="40"/>
                    <a:pt x="156" y="40"/>
                  </a:cubicBezTo>
                  <a:lnTo>
                    <a:pt x="156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63">
              <a:extLst>
                <a:ext uri="{FF2B5EF4-FFF2-40B4-BE49-F238E27FC236}">
                  <a16:creationId xmlns:a16="http://schemas.microsoft.com/office/drawing/2014/main" id="{1854E4DB-8947-4F0C-9141-7B3E7B6137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28301" y="5286376"/>
              <a:ext cx="692150" cy="511175"/>
            </a:xfrm>
            <a:custGeom>
              <a:avLst/>
              <a:gdLst>
                <a:gd name="T0" fmla="*/ 151 w 184"/>
                <a:gd name="T1" fmla="*/ 64 h 136"/>
                <a:gd name="T2" fmla="*/ 184 w 184"/>
                <a:gd name="T3" fmla="*/ 64 h 136"/>
                <a:gd name="T4" fmla="*/ 184 w 184"/>
                <a:gd name="T5" fmla="*/ 0 h 136"/>
                <a:gd name="T6" fmla="*/ 152 w 184"/>
                <a:gd name="T7" fmla="*/ 0 h 136"/>
                <a:gd name="T8" fmla="*/ 144 w 184"/>
                <a:gd name="T9" fmla="*/ 0 h 136"/>
                <a:gd name="T10" fmla="*/ 0 w 184"/>
                <a:gd name="T11" fmla="*/ 0 h 136"/>
                <a:gd name="T12" fmla="*/ 0 w 184"/>
                <a:gd name="T13" fmla="*/ 60 h 136"/>
                <a:gd name="T14" fmla="*/ 76 w 184"/>
                <a:gd name="T15" fmla="*/ 136 h 136"/>
                <a:gd name="T16" fmla="*/ 151 w 184"/>
                <a:gd name="T17" fmla="*/ 64 h 136"/>
                <a:gd name="T18" fmla="*/ 152 w 184"/>
                <a:gd name="T19" fmla="*/ 8 h 136"/>
                <a:gd name="T20" fmla="*/ 176 w 184"/>
                <a:gd name="T21" fmla="*/ 8 h 136"/>
                <a:gd name="T22" fmla="*/ 176 w 184"/>
                <a:gd name="T23" fmla="*/ 56 h 136"/>
                <a:gd name="T24" fmla="*/ 152 w 184"/>
                <a:gd name="T25" fmla="*/ 56 h 136"/>
                <a:gd name="T26" fmla="*/ 152 w 184"/>
                <a:gd name="T2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4" h="136">
                  <a:moveTo>
                    <a:pt x="151" y="64"/>
                  </a:moveTo>
                  <a:cubicBezTo>
                    <a:pt x="184" y="64"/>
                    <a:pt x="184" y="64"/>
                    <a:pt x="184" y="64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102"/>
                    <a:pt x="34" y="136"/>
                    <a:pt x="76" y="136"/>
                  </a:cubicBezTo>
                  <a:cubicBezTo>
                    <a:pt x="116" y="136"/>
                    <a:pt x="149" y="104"/>
                    <a:pt x="151" y="64"/>
                  </a:cubicBezTo>
                  <a:close/>
                  <a:moveTo>
                    <a:pt x="152" y="8"/>
                  </a:moveTo>
                  <a:cubicBezTo>
                    <a:pt x="176" y="8"/>
                    <a:pt x="176" y="8"/>
                    <a:pt x="176" y="8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52" y="56"/>
                    <a:pt x="152" y="56"/>
                    <a:pt x="152" y="56"/>
                  </a:cubicBezTo>
                  <a:lnTo>
                    <a:pt x="15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64">
              <a:extLst>
                <a:ext uri="{FF2B5EF4-FFF2-40B4-BE49-F238E27FC236}">
                  <a16:creationId xmlns:a16="http://schemas.microsoft.com/office/drawing/2014/main" id="{76C3E3C3-0D2D-4BB8-9773-2A63F860A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8301" y="5797551"/>
              <a:ext cx="571500" cy="30163"/>
            </a:xfrm>
            <a:custGeom>
              <a:avLst/>
              <a:gdLst>
                <a:gd name="T0" fmla="*/ 0 w 360"/>
                <a:gd name="T1" fmla="*/ 19 h 19"/>
                <a:gd name="T2" fmla="*/ 360 w 360"/>
                <a:gd name="T3" fmla="*/ 19 h 19"/>
                <a:gd name="T4" fmla="*/ 360 w 360"/>
                <a:gd name="T5" fmla="*/ 0 h 19"/>
                <a:gd name="T6" fmla="*/ 180 w 360"/>
                <a:gd name="T7" fmla="*/ 0 h 19"/>
                <a:gd name="T8" fmla="*/ 0 w 360"/>
                <a:gd name="T9" fmla="*/ 0 h 19"/>
                <a:gd name="T10" fmla="*/ 0 w 360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0" h="19">
                  <a:moveTo>
                    <a:pt x="0" y="19"/>
                  </a:moveTo>
                  <a:lnTo>
                    <a:pt x="360" y="19"/>
                  </a:lnTo>
                  <a:lnTo>
                    <a:pt x="360" y="0"/>
                  </a:lnTo>
                  <a:lnTo>
                    <a:pt x="180" y="0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E0896D9C-1727-4BFB-A267-2FC4DFDAE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9113" y="5060951"/>
              <a:ext cx="30163" cy="1349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F5969AF0-EB79-4B51-906A-725A1A39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8826" y="5060951"/>
              <a:ext cx="30163" cy="1349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802ACC1F-A6EB-4F0D-9571-E2045947F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9763" y="5014913"/>
              <a:ext cx="30163" cy="1809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0A3ED652-7555-4A4A-B658-8AF48EFB1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438" y="922338"/>
              <a:ext cx="420688" cy="904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DE99BD78-4374-4D8E-9081-2B2277EF2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213" y="1733551"/>
              <a:ext cx="211138" cy="904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70">
              <a:extLst>
                <a:ext uri="{FF2B5EF4-FFF2-40B4-BE49-F238E27FC236}">
                  <a16:creationId xmlns:a16="http://schemas.microsoft.com/office/drawing/2014/main" id="{F8D7CF64-9015-4DAA-A736-68956BB924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0488" y="1041401"/>
              <a:ext cx="385763" cy="661988"/>
            </a:xfrm>
            <a:custGeom>
              <a:avLst/>
              <a:gdLst>
                <a:gd name="T0" fmla="*/ 0 w 103"/>
                <a:gd name="T1" fmla="*/ 0 h 176"/>
                <a:gd name="T2" fmla="*/ 23 w 103"/>
                <a:gd name="T3" fmla="*/ 40 h 176"/>
                <a:gd name="T4" fmla="*/ 23 w 103"/>
                <a:gd name="T5" fmla="*/ 176 h 176"/>
                <a:gd name="T6" fmla="*/ 79 w 103"/>
                <a:gd name="T7" fmla="*/ 176 h 176"/>
                <a:gd name="T8" fmla="*/ 79 w 103"/>
                <a:gd name="T9" fmla="*/ 40 h 176"/>
                <a:gd name="T10" fmla="*/ 103 w 103"/>
                <a:gd name="T11" fmla="*/ 0 h 176"/>
                <a:gd name="T12" fmla="*/ 0 w 103"/>
                <a:gd name="T13" fmla="*/ 0 h 176"/>
                <a:gd name="T14" fmla="*/ 63 w 103"/>
                <a:gd name="T15" fmla="*/ 108 h 176"/>
                <a:gd name="T16" fmla="*/ 51 w 103"/>
                <a:gd name="T17" fmla="*/ 120 h 176"/>
                <a:gd name="T18" fmla="*/ 39 w 103"/>
                <a:gd name="T19" fmla="*/ 108 h 176"/>
                <a:gd name="T20" fmla="*/ 39 w 103"/>
                <a:gd name="T21" fmla="*/ 92 h 176"/>
                <a:gd name="T22" fmla="*/ 51 w 103"/>
                <a:gd name="T23" fmla="*/ 80 h 176"/>
                <a:gd name="T24" fmla="*/ 63 w 103"/>
                <a:gd name="T25" fmla="*/ 92 h 176"/>
                <a:gd name="T26" fmla="*/ 63 w 103"/>
                <a:gd name="T27" fmla="*/ 10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3" h="176">
                  <a:moveTo>
                    <a:pt x="0" y="0"/>
                  </a:moveTo>
                  <a:cubicBezTo>
                    <a:pt x="23" y="40"/>
                    <a:pt x="23" y="40"/>
                    <a:pt x="23" y="40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79" y="176"/>
                    <a:pt x="79" y="176"/>
                    <a:pt x="79" y="176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103" y="0"/>
                    <a:pt x="103" y="0"/>
                    <a:pt x="103" y="0"/>
                  </a:cubicBezTo>
                  <a:lnTo>
                    <a:pt x="0" y="0"/>
                  </a:lnTo>
                  <a:close/>
                  <a:moveTo>
                    <a:pt x="63" y="108"/>
                  </a:moveTo>
                  <a:cubicBezTo>
                    <a:pt x="63" y="115"/>
                    <a:pt x="58" y="120"/>
                    <a:pt x="51" y="120"/>
                  </a:cubicBezTo>
                  <a:cubicBezTo>
                    <a:pt x="45" y="120"/>
                    <a:pt x="39" y="115"/>
                    <a:pt x="39" y="108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9" y="85"/>
                    <a:pt x="45" y="80"/>
                    <a:pt x="51" y="80"/>
                  </a:cubicBezTo>
                  <a:cubicBezTo>
                    <a:pt x="58" y="80"/>
                    <a:pt x="63" y="85"/>
                    <a:pt x="63" y="92"/>
                  </a:cubicBezTo>
                  <a:lnTo>
                    <a:pt x="63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71">
              <a:extLst>
                <a:ext uri="{FF2B5EF4-FFF2-40B4-BE49-F238E27FC236}">
                  <a16:creationId xmlns:a16="http://schemas.microsoft.com/office/drawing/2014/main" id="{0AE57BC8-9585-4F02-8790-A5201D419C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47176" y="2459038"/>
              <a:ext cx="720725" cy="631825"/>
            </a:xfrm>
            <a:custGeom>
              <a:avLst/>
              <a:gdLst>
                <a:gd name="T0" fmla="*/ 176 w 192"/>
                <a:gd name="T1" fmla="*/ 0 h 168"/>
                <a:gd name="T2" fmla="*/ 16 w 192"/>
                <a:gd name="T3" fmla="*/ 0 h 168"/>
                <a:gd name="T4" fmla="*/ 0 w 192"/>
                <a:gd name="T5" fmla="*/ 16 h 168"/>
                <a:gd name="T6" fmla="*/ 0 w 192"/>
                <a:gd name="T7" fmla="*/ 120 h 168"/>
                <a:gd name="T8" fmla="*/ 16 w 192"/>
                <a:gd name="T9" fmla="*/ 136 h 168"/>
                <a:gd name="T10" fmla="*/ 128 w 192"/>
                <a:gd name="T11" fmla="*/ 136 h 168"/>
                <a:gd name="T12" fmla="*/ 160 w 192"/>
                <a:gd name="T13" fmla="*/ 168 h 168"/>
                <a:gd name="T14" fmla="*/ 160 w 192"/>
                <a:gd name="T15" fmla="*/ 136 h 168"/>
                <a:gd name="T16" fmla="*/ 176 w 192"/>
                <a:gd name="T17" fmla="*/ 136 h 168"/>
                <a:gd name="T18" fmla="*/ 192 w 192"/>
                <a:gd name="T19" fmla="*/ 120 h 168"/>
                <a:gd name="T20" fmla="*/ 192 w 192"/>
                <a:gd name="T21" fmla="*/ 16 h 168"/>
                <a:gd name="T22" fmla="*/ 176 w 192"/>
                <a:gd name="T23" fmla="*/ 0 h 168"/>
                <a:gd name="T24" fmla="*/ 65 w 192"/>
                <a:gd name="T25" fmla="*/ 76 h 168"/>
                <a:gd name="T26" fmla="*/ 57 w 192"/>
                <a:gd name="T27" fmla="*/ 68 h 168"/>
                <a:gd name="T28" fmla="*/ 65 w 192"/>
                <a:gd name="T29" fmla="*/ 60 h 168"/>
                <a:gd name="T30" fmla="*/ 73 w 192"/>
                <a:gd name="T31" fmla="*/ 68 h 168"/>
                <a:gd name="T32" fmla="*/ 65 w 192"/>
                <a:gd name="T33" fmla="*/ 76 h 168"/>
                <a:gd name="T34" fmla="*/ 96 w 192"/>
                <a:gd name="T35" fmla="*/ 76 h 168"/>
                <a:gd name="T36" fmla="*/ 88 w 192"/>
                <a:gd name="T37" fmla="*/ 68 h 168"/>
                <a:gd name="T38" fmla="*/ 96 w 192"/>
                <a:gd name="T39" fmla="*/ 60 h 168"/>
                <a:gd name="T40" fmla="*/ 104 w 192"/>
                <a:gd name="T41" fmla="*/ 68 h 168"/>
                <a:gd name="T42" fmla="*/ 96 w 192"/>
                <a:gd name="T43" fmla="*/ 76 h 168"/>
                <a:gd name="T44" fmla="*/ 128 w 192"/>
                <a:gd name="T45" fmla="*/ 76 h 168"/>
                <a:gd name="T46" fmla="*/ 120 w 192"/>
                <a:gd name="T47" fmla="*/ 68 h 168"/>
                <a:gd name="T48" fmla="*/ 128 w 192"/>
                <a:gd name="T49" fmla="*/ 60 h 168"/>
                <a:gd name="T50" fmla="*/ 136 w 192"/>
                <a:gd name="T51" fmla="*/ 68 h 168"/>
                <a:gd name="T52" fmla="*/ 128 w 192"/>
                <a:gd name="T53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168">
                  <a:moveTo>
                    <a:pt x="17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9"/>
                    <a:pt x="7" y="136"/>
                    <a:pt x="16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60" y="168"/>
                    <a:pt x="160" y="168"/>
                    <a:pt x="160" y="168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76" y="136"/>
                    <a:pt x="176" y="136"/>
                    <a:pt x="176" y="136"/>
                  </a:cubicBezTo>
                  <a:cubicBezTo>
                    <a:pt x="185" y="136"/>
                    <a:pt x="192" y="129"/>
                    <a:pt x="192" y="120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92" y="7"/>
                    <a:pt x="185" y="0"/>
                    <a:pt x="176" y="0"/>
                  </a:cubicBezTo>
                  <a:close/>
                  <a:moveTo>
                    <a:pt x="65" y="76"/>
                  </a:moveTo>
                  <a:cubicBezTo>
                    <a:pt x="60" y="76"/>
                    <a:pt x="57" y="72"/>
                    <a:pt x="57" y="68"/>
                  </a:cubicBezTo>
                  <a:cubicBezTo>
                    <a:pt x="57" y="63"/>
                    <a:pt x="60" y="60"/>
                    <a:pt x="65" y="60"/>
                  </a:cubicBezTo>
                  <a:cubicBezTo>
                    <a:pt x="69" y="60"/>
                    <a:pt x="73" y="63"/>
                    <a:pt x="73" y="68"/>
                  </a:cubicBezTo>
                  <a:cubicBezTo>
                    <a:pt x="73" y="72"/>
                    <a:pt x="69" y="76"/>
                    <a:pt x="65" y="76"/>
                  </a:cubicBezTo>
                  <a:close/>
                  <a:moveTo>
                    <a:pt x="96" y="76"/>
                  </a:moveTo>
                  <a:cubicBezTo>
                    <a:pt x="92" y="76"/>
                    <a:pt x="88" y="72"/>
                    <a:pt x="88" y="68"/>
                  </a:cubicBezTo>
                  <a:cubicBezTo>
                    <a:pt x="88" y="63"/>
                    <a:pt x="92" y="60"/>
                    <a:pt x="96" y="60"/>
                  </a:cubicBezTo>
                  <a:cubicBezTo>
                    <a:pt x="101" y="60"/>
                    <a:pt x="104" y="63"/>
                    <a:pt x="104" y="68"/>
                  </a:cubicBezTo>
                  <a:cubicBezTo>
                    <a:pt x="104" y="72"/>
                    <a:pt x="101" y="76"/>
                    <a:pt x="96" y="76"/>
                  </a:cubicBezTo>
                  <a:close/>
                  <a:moveTo>
                    <a:pt x="128" y="76"/>
                  </a:moveTo>
                  <a:cubicBezTo>
                    <a:pt x="124" y="76"/>
                    <a:pt x="120" y="72"/>
                    <a:pt x="120" y="68"/>
                  </a:cubicBezTo>
                  <a:cubicBezTo>
                    <a:pt x="120" y="63"/>
                    <a:pt x="124" y="60"/>
                    <a:pt x="128" y="60"/>
                  </a:cubicBezTo>
                  <a:cubicBezTo>
                    <a:pt x="133" y="60"/>
                    <a:pt x="136" y="63"/>
                    <a:pt x="136" y="68"/>
                  </a:cubicBezTo>
                  <a:cubicBezTo>
                    <a:pt x="136" y="72"/>
                    <a:pt x="133" y="76"/>
                    <a:pt x="128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72">
              <a:extLst>
                <a:ext uri="{FF2B5EF4-FFF2-40B4-BE49-F238E27FC236}">
                  <a16:creationId xmlns:a16="http://schemas.microsoft.com/office/drawing/2014/main" id="{FEFB7F07-F680-4209-8E3C-B296C801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9276" y="2620963"/>
              <a:ext cx="525463" cy="525463"/>
            </a:xfrm>
            <a:custGeom>
              <a:avLst/>
              <a:gdLst>
                <a:gd name="T0" fmla="*/ 213 w 331"/>
                <a:gd name="T1" fmla="*/ 0 h 331"/>
                <a:gd name="T2" fmla="*/ 189 w 331"/>
                <a:gd name="T3" fmla="*/ 0 h 331"/>
                <a:gd name="T4" fmla="*/ 170 w 331"/>
                <a:gd name="T5" fmla="*/ 0 h 331"/>
                <a:gd name="T6" fmla="*/ 0 w 331"/>
                <a:gd name="T7" fmla="*/ 0 h 331"/>
                <a:gd name="T8" fmla="*/ 0 w 331"/>
                <a:gd name="T9" fmla="*/ 95 h 331"/>
                <a:gd name="T10" fmla="*/ 0 w 331"/>
                <a:gd name="T11" fmla="*/ 114 h 331"/>
                <a:gd name="T12" fmla="*/ 0 w 331"/>
                <a:gd name="T13" fmla="*/ 142 h 331"/>
                <a:gd name="T14" fmla="*/ 0 w 331"/>
                <a:gd name="T15" fmla="*/ 256 h 331"/>
                <a:gd name="T16" fmla="*/ 196 w 331"/>
                <a:gd name="T17" fmla="*/ 256 h 331"/>
                <a:gd name="T18" fmla="*/ 272 w 331"/>
                <a:gd name="T19" fmla="*/ 331 h 331"/>
                <a:gd name="T20" fmla="*/ 284 w 331"/>
                <a:gd name="T21" fmla="*/ 331 h 331"/>
                <a:gd name="T22" fmla="*/ 284 w 331"/>
                <a:gd name="T23" fmla="*/ 256 h 331"/>
                <a:gd name="T24" fmla="*/ 331 w 331"/>
                <a:gd name="T25" fmla="*/ 256 h 331"/>
                <a:gd name="T26" fmla="*/ 331 w 331"/>
                <a:gd name="T27" fmla="*/ 0 h 331"/>
                <a:gd name="T28" fmla="*/ 213 w 331"/>
                <a:gd name="T29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" h="331">
                  <a:moveTo>
                    <a:pt x="213" y="0"/>
                  </a:moveTo>
                  <a:lnTo>
                    <a:pt x="189" y="0"/>
                  </a:lnTo>
                  <a:lnTo>
                    <a:pt x="170" y="0"/>
                  </a:lnTo>
                  <a:lnTo>
                    <a:pt x="0" y="0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0" y="142"/>
                  </a:lnTo>
                  <a:lnTo>
                    <a:pt x="0" y="256"/>
                  </a:lnTo>
                  <a:lnTo>
                    <a:pt x="196" y="256"/>
                  </a:lnTo>
                  <a:lnTo>
                    <a:pt x="272" y="331"/>
                  </a:lnTo>
                  <a:lnTo>
                    <a:pt x="284" y="331"/>
                  </a:lnTo>
                  <a:lnTo>
                    <a:pt x="284" y="256"/>
                  </a:lnTo>
                  <a:lnTo>
                    <a:pt x="331" y="256"/>
                  </a:lnTo>
                  <a:lnTo>
                    <a:pt x="331" y="0"/>
                  </a:lnTo>
                  <a:lnTo>
                    <a:pt x="2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73">
              <a:extLst>
                <a:ext uri="{FF2B5EF4-FFF2-40B4-BE49-F238E27FC236}">
                  <a16:creationId xmlns:a16="http://schemas.microsoft.com/office/drawing/2014/main" id="{2673DB9B-7198-4719-8806-4082305B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3851" y="2395538"/>
              <a:ext cx="525463" cy="406400"/>
            </a:xfrm>
            <a:custGeom>
              <a:avLst/>
              <a:gdLst>
                <a:gd name="T0" fmla="*/ 312 w 331"/>
                <a:gd name="T1" fmla="*/ 123 h 256"/>
                <a:gd name="T2" fmla="*/ 331 w 331"/>
                <a:gd name="T3" fmla="*/ 123 h 256"/>
                <a:gd name="T4" fmla="*/ 331 w 331"/>
                <a:gd name="T5" fmla="*/ 0 h 256"/>
                <a:gd name="T6" fmla="*/ 0 w 331"/>
                <a:gd name="T7" fmla="*/ 0 h 256"/>
                <a:gd name="T8" fmla="*/ 0 w 331"/>
                <a:gd name="T9" fmla="*/ 256 h 256"/>
                <a:gd name="T10" fmla="*/ 123 w 331"/>
                <a:gd name="T11" fmla="*/ 256 h 256"/>
                <a:gd name="T12" fmla="*/ 123 w 331"/>
                <a:gd name="T13" fmla="*/ 237 h 256"/>
                <a:gd name="T14" fmla="*/ 123 w 331"/>
                <a:gd name="T15" fmla="*/ 218 h 256"/>
                <a:gd name="T16" fmla="*/ 123 w 331"/>
                <a:gd name="T17" fmla="*/ 123 h 256"/>
                <a:gd name="T18" fmla="*/ 293 w 331"/>
                <a:gd name="T19" fmla="*/ 123 h 256"/>
                <a:gd name="T20" fmla="*/ 312 w 331"/>
                <a:gd name="T21" fmla="*/ 12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1" h="256">
                  <a:moveTo>
                    <a:pt x="312" y="123"/>
                  </a:moveTo>
                  <a:lnTo>
                    <a:pt x="331" y="123"/>
                  </a:lnTo>
                  <a:lnTo>
                    <a:pt x="331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123" y="256"/>
                  </a:lnTo>
                  <a:lnTo>
                    <a:pt x="123" y="237"/>
                  </a:lnTo>
                  <a:lnTo>
                    <a:pt x="123" y="218"/>
                  </a:lnTo>
                  <a:lnTo>
                    <a:pt x="123" y="123"/>
                  </a:lnTo>
                  <a:lnTo>
                    <a:pt x="293" y="123"/>
                  </a:lnTo>
                  <a:lnTo>
                    <a:pt x="312" y="1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74">
              <a:extLst>
                <a:ext uri="{FF2B5EF4-FFF2-40B4-BE49-F238E27FC236}">
                  <a16:creationId xmlns:a16="http://schemas.microsoft.com/office/drawing/2014/main" id="{7E80026F-611D-4123-988C-6AA71531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5503863"/>
              <a:ext cx="720725" cy="271463"/>
            </a:xfrm>
            <a:custGeom>
              <a:avLst/>
              <a:gdLst>
                <a:gd name="T0" fmla="*/ 294 w 454"/>
                <a:gd name="T1" fmla="*/ 0 h 171"/>
                <a:gd name="T2" fmla="*/ 275 w 454"/>
                <a:gd name="T3" fmla="*/ 0 h 171"/>
                <a:gd name="T4" fmla="*/ 275 w 454"/>
                <a:gd name="T5" fmla="*/ 19 h 171"/>
                <a:gd name="T6" fmla="*/ 180 w 454"/>
                <a:gd name="T7" fmla="*/ 19 h 171"/>
                <a:gd name="T8" fmla="*/ 180 w 454"/>
                <a:gd name="T9" fmla="*/ 0 h 171"/>
                <a:gd name="T10" fmla="*/ 161 w 454"/>
                <a:gd name="T11" fmla="*/ 0 h 171"/>
                <a:gd name="T12" fmla="*/ 19 w 454"/>
                <a:gd name="T13" fmla="*/ 0 h 171"/>
                <a:gd name="T14" fmla="*/ 0 w 454"/>
                <a:gd name="T15" fmla="*/ 0 h 171"/>
                <a:gd name="T16" fmla="*/ 0 w 454"/>
                <a:gd name="T17" fmla="*/ 171 h 171"/>
                <a:gd name="T18" fmla="*/ 454 w 454"/>
                <a:gd name="T19" fmla="*/ 171 h 171"/>
                <a:gd name="T20" fmla="*/ 454 w 454"/>
                <a:gd name="T21" fmla="*/ 0 h 171"/>
                <a:gd name="T22" fmla="*/ 435 w 454"/>
                <a:gd name="T23" fmla="*/ 0 h 171"/>
                <a:gd name="T24" fmla="*/ 294 w 454"/>
                <a:gd name="T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4" h="171">
                  <a:moveTo>
                    <a:pt x="294" y="0"/>
                  </a:moveTo>
                  <a:lnTo>
                    <a:pt x="275" y="0"/>
                  </a:lnTo>
                  <a:lnTo>
                    <a:pt x="275" y="19"/>
                  </a:lnTo>
                  <a:lnTo>
                    <a:pt x="180" y="19"/>
                  </a:lnTo>
                  <a:lnTo>
                    <a:pt x="180" y="0"/>
                  </a:lnTo>
                  <a:lnTo>
                    <a:pt x="161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71"/>
                  </a:lnTo>
                  <a:lnTo>
                    <a:pt x="454" y="171"/>
                  </a:lnTo>
                  <a:lnTo>
                    <a:pt x="454" y="0"/>
                  </a:lnTo>
                  <a:lnTo>
                    <a:pt x="435" y="0"/>
                  </a:lnTo>
                  <a:lnTo>
                    <a:pt x="2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75">
              <a:extLst>
                <a:ext uri="{FF2B5EF4-FFF2-40B4-BE49-F238E27FC236}">
                  <a16:creationId xmlns:a16="http://schemas.microsoft.com/office/drawing/2014/main" id="{2B0FAC02-1AFD-46FB-B223-E5C1F03DE0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7163" y="5127626"/>
              <a:ext cx="720725" cy="346075"/>
            </a:xfrm>
            <a:custGeom>
              <a:avLst/>
              <a:gdLst>
                <a:gd name="T0" fmla="*/ 294 w 454"/>
                <a:gd name="T1" fmla="*/ 48 h 218"/>
                <a:gd name="T2" fmla="*/ 294 w 454"/>
                <a:gd name="T3" fmla="*/ 0 h 218"/>
                <a:gd name="T4" fmla="*/ 161 w 454"/>
                <a:gd name="T5" fmla="*/ 0 h 218"/>
                <a:gd name="T6" fmla="*/ 161 w 454"/>
                <a:gd name="T7" fmla="*/ 48 h 218"/>
                <a:gd name="T8" fmla="*/ 0 w 454"/>
                <a:gd name="T9" fmla="*/ 48 h 218"/>
                <a:gd name="T10" fmla="*/ 0 w 454"/>
                <a:gd name="T11" fmla="*/ 218 h 218"/>
                <a:gd name="T12" fmla="*/ 19 w 454"/>
                <a:gd name="T13" fmla="*/ 218 h 218"/>
                <a:gd name="T14" fmla="*/ 161 w 454"/>
                <a:gd name="T15" fmla="*/ 218 h 218"/>
                <a:gd name="T16" fmla="*/ 180 w 454"/>
                <a:gd name="T17" fmla="*/ 218 h 218"/>
                <a:gd name="T18" fmla="*/ 180 w 454"/>
                <a:gd name="T19" fmla="*/ 199 h 218"/>
                <a:gd name="T20" fmla="*/ 275 w 454"/>
                <a:gd name="T21" fmla="*/ 199 h 218"/>
                <a:gd name="T22" fmla="*/ 275 w 454"/>
                <a:gd name="T23" fmla="*/ 218 h 218"/>
                <a:gd name="T24" fmla="*/ 294 w 454"/>
                <a:gd name="T25" fmla="*/ 218 h 218"/>
                <a:gd name="T26" fmla="*/ 435 w 454"/>
                <a:gd name="T27" fmla="*/ 218 h 218"/>
                <a:gd name="T28" fmla="*/ 454 w 454"/>
                <a:gd name="T29" fmla="*/ 218 h 218"/>
                <a:gd name="T30" fmla="*/ 454 w 454"/>
                <a:gd name="T31" fmla="*/ 48 h 218"/>
                <a:gd name="T32" fmla="*/ 294 w 454"/>
                <a:gd name="T33" fmla="*/ 48 h 218"/>
                <a:gd name="T34" fmla="*/ 180 w 454"/>
                <a:gd name="T35" fmla="*/ 19 h 218"/>
                <a:gd name="T36" fmla="*/ 275 w 454"/>
                <a:gd name="T37" fmla="*/ 19 h 218"/>
                <a:gd name="T38" fmla="*/ 275 w 454"/>
                <a:gd name="T39" fmla="*/ 48 h 218"/>
                <a:gd name="T40" fmla="*/ 180 w 454"/>
                <a:gd name="T41" fmla="*/ 48 h 218"/>
                <a:gd name="T42" fmla="*/ 180 w 454"/>
                <a:gd name="T43" fmla="*/ 1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4" h="218">
                  <a:moveTo>
                    <a:pt x="294" y="48"/>
                  </a:moveTo>
                  <a:lnTo>
                    <a:pt x="294" y="0"/>
                  </a:lnTo>
                  <a:lnTo>
                    <a:pt x="161" y="0"/>
                  </a:lnTo>
                  <a:lnTo>
                    <a:pt x="161" y="48"/>
                  </a:lnTo>
                  <a:lnTo>
                    <a:pt x="0" y="48"/>
                  </a:lnTo>
                  <a:lnTo>
                    <a:pt x="0" y="218"/>
                  </a:lnTo>
                  <a:lnTo>
                    <a:pt x="19" y="218"/>
                  </a:lnTo>
                  <a:lnTo>
                    <a:pt x="161" y="218"/>
                  </a:lnTo>
                  <a:lnTo>
                    <a:pt x="180" y="218"/>
                  </a:lnTo>
                  <a:lnTo>
                    <a:pt x="180" y="199"/>
                  </a:lnTo>
                  <a:lnTo>
                    <a:pt x="275" y="199"/>
                  </a:lnTo>
                  <a:lnTo>
                    <a:pt x="275" y="218"/>
                  </a:lnTo>
                  <a:lnTo>
                    <a:pt x="294" y="218"/>
                  </a:lnTo>
                  <a:lnTo>
                    <a:pt x="435" y="218"/>
                  </a:lnTo>
                  <a:lnTo>
                    <a:pt x="454" y="218"/>
                  </a:lnTo>
                  <a:lnTo>
                    <a:pt x="454" y="48"/>
                  </a:lnTo>
                  <a:lnTo>
                    <a:pt x="294" y="48"/>
                  </a:lnTo>
                  <a:close/>
                  <a:moveTo>
                    <a:pt x="180" y="19"/>
                  </a:moveTo>
                  <a:lnTo>
                    <a:pt x="275" y="19"/>
                  </a:lnTo>
                  <a:lnTo>
                    <a:pt x="275" y="48"/>
                  </a:lnTo>
                  <a:lnTo>
                    <a:pt x="180" y="48"/>
                  </a:lnTo>
                  <a:lnTo>
                    <a:pt x="18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9" name="Freeform 33">
            <a:extLst>
              <a:ext uri="{FF2B5EF4-FFF2-40B4-BE49-F238E27FC236}">
                <a16:creationId xmlns:a16="http://schemas.microsoft.com/office/drawing/2014/main" id="{E1C1BAE2-2E22-4AF3-B667-FBC0756FA71D}"/>
              </a:ext>
            </a:extLst>
          </p:cNvPr>
          <p:cNvSpPr>
            <a:spLocks noEditPoints="1"/>
          </p:cNvSpPr>
          <p:nvPr/>
        </p:nvSpPr>
        <p:spPr bwMode="auto">
          <a:xfrm>
            <a:off x="10946971" y="5829302"/>
            <a:ext cx="306388" cy="306388"/>
          </a:xfrm>
          <a:custGeom>
            <a:avLst/>
            <a:gdLst>
              <a:gd name="T0" fmla="*/ 60 w 188"/>
              <a:gd name="T1" fmla="*/ 94 h 188"/>
              <a:gd name="T2" fmla="*/ 70 w 188"/>
              <a:gd name="T3" fmla="*/ 104 h 188"/>
              <a:gd name="T4" fmla="*/ 80 w 188"/>
              <a:gd name="T5" fmla="*/ 94 h 188"/>
              <a:gd name="T6" fmla="*/ 70 w 188"/>
              <a:gd name="T7" fmla="*/ 84 h 188"/>
              <a:gd name="T8" fmla="*/ 60 w 188"/>
              <a:gd name="T9" fmla="*/ 94 h 188"/>
              <a:gd name="T10" fmla="*/ 108 w 188"/>
              <a:gd name="T11" fmla="*/ 94 h 188"/>
              <a:gd name="T12" fmla="*/ 118 w 188"/>
              <a:gd name="T13" fmla="*/ 104 h 188"/>
              <a:gd name="T14" fmla="*/ 128 w 188"/>
              <a:gd name="T15" fmla="*/ 94 h 188"/>
              <a:gd name="T16" fmla="*/ 118 w 188"/>
              <a:gd name="T17" fmla="*/ 84 h 188"/>
              <a:gd name="T18" fmla="*/ 108 w 188"/>
              <a:gd name="T19" fmla="*/ 94 h 188"/>
              <a:gd name="T20" fmla="*/ 0 w 188"/>
              <a:gd name="T21" fmla="*/ 172 h 188"/>
              <a:gd name="T22" fmla="*/ 16 w 188"/>
              <a:gd name="T23" fmla="*/ 188 h 188"/>
              <a:gd name="T24" fmla="*/ 172 w 188"/>
              <a:gd name="T25" fmla="*/ 188 h 188"/>
              <a:gd name="T26" fmla="*/ 188 w 188"/>
              <a:gd name="T27" fmla="*/ 172 h 188"/>
              <a:gd name="T28" fmla="*/ 188 w 188"/>
              <a:gd name="T29" fmla="*/ 16 h 188"/>
              <a:gd name="T30" fmla="*/ 172 w 188"/>
              <a:gd name="T31" fmla="*/ 0 h 188"/>
              <a:gd name="T32" fmla="*/ 16 w 188"/>
              <a:gd name="T33" fmla="*/ 0 h 188"/>
              <a:gd name="T34" fmla="*/ 0 w 188"/>
              <a:gd name="T35" fmla="*/ 16 h 188"/>
              <a:gd name="T36" fmla="*/ 0 w 188"/>
              <a:gd name="T37" fmla="*/ 172 h 188"/>
              <a:gd name="T38" fmla="*/ 40 w 188"/>
              <a:gd name="T39" fmla="*/ 94 h 188"/>
              <a:gd name="T40" fmla="*/ 94 w 188"/>
              <a:gd name="T41" fmla="*/ 40 h 188"/>
              <a:gd name="T42" fmla="*/ 148 w 188"/>
              <a:gd name="T43" fmla="*/ 94 h 188"/>
              <a:gd name="T44" fmla="*/ 94 w 188"/>
              <a:gd name="T45" fmla="*/ 148 h 188"/>
              <a:gd name="T46" fmla="*/ 40 w 188"/>
              <a:gd name="T47" fmla="*/ 9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8" h="188">
                <a:moveTo>
                  <a:pt x="60" y="94"/>
                </a:moveTo>
                <a:cubicBezTo>
                  <a:pt x="60" y="100"/>
                  <a:pt x="64" y="104"/>
                  <a:pt x="70" y="104"/>
                </a:cubicBezTo>
                <a:cubicBezTo>
                  <a:pt x="76" y="104"/>
                  <a:pt x="80" y="100"/>
                  <a:pt x="80" y="94"/>
                </a:cubicBezTo>
                <a:cubicBezTo>
                  <a:pt x="80" y="88"/>
                  <a:pt x="76" y="84"/>
                  <a:pt x="70" y="84"/>
                </a:cubicBezTo>
                <a:cubicBezTo>
                  <a:pt x="64" y="84"/>
                  <a:pt x="60" y="88"/>
                  <a:pt x="60" y="94"/>
                </a:cubicBezTo>
                <a:close/>
                <a:moveTo>
                  <a:pt x="108" y="94"/>
                </a:moveTo>
                <a:cubicBezTo>
                  <a:pt x="108" y="100"/>
                  <a:pt x="112" y="104"/>
                  <a:pt x="118" y="104"/>
                </a:cubicBezTo>
                <a:cubicBezTo>
                  <a:pt x="124" y="104"/>
                  <a:pt x="128" y="100"/>
                  <a:pt x="128" y="94"/>
                </a:cubicBezTo>
                <a:cubicBezTo>
                  <a:pt x="128" y="88"/>
                  <a:pt x="124" y="84"/>
                  <a:pt x="118" y="84"/>
                </a:cubicBezTo>
                <a:cubicBezTo>
                  <a:pt x="112" y="84"/>
                  <a:pt x="108" y="88"/>
                  <a:pt x="108" y="94"/>
                </a:cubicBezTo>
                <a:close/>
                <a:moveTo>
                  <a:pt x="0" y="172"/>
                </a:moveTo>
                <a:cubicBezTo>
                  <a:pt x="0" y="181"/>
                  <a:pt x="7" y="188"/>
                  <a:pt x="16" y="188"/>
                </a:cubicBezTo>
                <a:cubicBezTo>
                  <a:pt x="172" y="188"/>
                  <a:pt x="172" y="188"/>
                  <a:pt x="172" y="188"/>
                </a:cubicBezTo>
                <a:cubicBezTo>
                  <a:pt x="181" y="188"/>
                  <a:pt x="188" y="181"/>
                  <a:pt x="188" y="172"/>
                </a:cubicBezTo>
                <a:cubicBezTo>
                  <a:pt x="188" y="16"/>
                  <a:pt x="188" y="16"/>
                  <a:pt x="188" y="16"/>
                </a:cubicBezTo>
                <a:cubicBezTo>
                  <a:pt x="188" y="7"/>
                  <a:pt x="181" y="0"/>
                  <a:pt x="17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2"/>
                </a:lnTo>
                <a:close/>
                <a:moveTo>
                  <a:pt x="40" y="94"/>
                </a:moveTo>
                <a:cubicBezTo>
                  <a:pt x="40" y="64"/>
                  <a:pt x="64" y="40"/>
                  <a:pt x="94" y="40"/>
                </a:cubicBezTo>
                <a:cubicBezTo>
                  <a:pt x="124" y="40"/>
                  <a:pt x="148" y="64"/>
                  <a:pt x="148" y="94"/>
                </a:cubicBezTo>
                <a:cubicBezTo>
                  <a:pt x="148" y="124"/>
                  <a:pt x="124" y="148"/>
                  <a:pt x="94" y="148"/>
                </a:cubicBezTo>
                <a:cubicBezTo>
                  <a:pt x="64" y="148"/>
                  <a:pt x="40" y="124"/>
                  <a:pt x="40" y="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0" name="Freeform 34">
            <a:extLst>
              <a:ext uri="{FF2B5EF4-FFF2-40B4-BE49-F238E27FC236}">
                <a16:creationId xmlns:a16="http://schemas.microsoft.com/office/drawing/2014/main" id="{3E2492AC-2ACB-4497-89F8-CA384F4357BE}"/>
              </a:ext>
            </a:extLst>
          </p:cNvPr>
          <p:cNvSpPr>
            <a:spLocks/>
          </p:cNvSpPr>
          <p:nvPr/>
        </p:nvSpPr>
        <p:spPr bwMode="auto">
          <a:xfrm>
            <a:off x="10240534" y="5827715"/>
            <a:ext cx="317500" cy="317500"/>
          </a:xfrm>
          <a:custGeom>
            <a:avLst/>
            <a:gdLst>
              <a:gd name="T0" fmla="*/ 125 w 195"/>
              <a:gd name="T1" fmla="*/ 4 h 195"/>
              <a:gd name="T2" fmla="*/ 90 w 195"/>
              <a:gd name="T3" fmla="*/ 39 h 195"/>
              <a:gd name="T4" fmla="*/ 75 w 195"/>
              <a:gd name="T5" fmla="*/ 24 h 195"/>
              <a:gd name="T6" fmla="*/ 61 w 195"/>
              <a:gd name="T7" fmla="*/ 24 h 195"/>
              <a:gd name="T8" fmla="*/ 61 w 195"/>
              <a:gd name="T9" fmla="*/ 38 h 195"/>
              <a:gd name="T10" fmla="*/ 63 w 195"/>
              <a:gd name="T11" fmla="*/ 40 h 195"/>
              <a:gd name="T12" fmla="*/ 46 w 195"/>
              <a:gd name="T13" fmla="*/ 57 h 195"/>
              <a:gd name="T14" fmla="*/ 35 w 195"/>
              <a:gd name="T15" fmla="*/ 137 h 195"/>
              <a:gd name="T16" fmla="*/ 7 w 195"/>
              <a:gd name="T17" fmla="*/ 166 h 195"/>
              <a:gd name="T18" fmla="*/ 7 w 195"/>
              <a:gd name="T19" fmla="*/ 188 h 195"/>
              <a:gd name="T20" fmla="*/ 29 w 195"/>
              <a:gd name="T21" fmla="*/ 188 h 195"/>
              <a:gd name="T22" fmla="*/ 58 w 195"/>
              <a:gd name="T23" fmla="*/ 160 h 195"/>
              <a:gd name="T24" fmla="*/ 138 w 195"/>
              <a:gd name="T25" fmla="*/ 149 h 195"/>
              <a:gd name="T26" fmla="*/ 155 w 195"/>
              <a:gd name="T27" fmla="*/ 132 h 195"/>
              <a:gd name="T28" fmla="*/ 157 w 195"/>
              <a:gd name="T29" fmla="*/ 134 h 195"/>
              <a:gd name="T30" fmla="*/ 171 w 195"/>
              <a:gd name="T31" fmla="*/ 134 h 195"/>
              <a:gd name="T32" fmla="*/ 171 w 195"/>
              <a:gd name="T33" fmla="*/ 120 h 195"/>
              <a:gd name="T34" fmla="*/ 154 w 195"/>
              <a:gd name="T35" fmla="*/ 103 h 195"/>
              <a:gd name="T36" fmla="*/ 191 w 195"/>
              <a:gd name="T37" fmla="*/ 66 h 195"/>
              <a:gd name="T38" fmla="*/ 191 w 195"/>
              <a:gd name="T39" fmla="*/ 52 h 195"/>
              <a:gd name="T40" fmla="*/ 177 w 195"/>
              <a:gd name="T41" fmla="*/ 52 h 195"/>
              <a:gd name="T42" fmla="*/ 140 w 195"/>
              <a:gd name="T43" fmla="*/ 89 h 195"/>
              <a:gd name="T44" fmla="*/ 104 w 195"/>
              <a:gd name="T45" fmla="*/ 53 h 195"/>
              <a:gd name="T46" fmla="*/ 139 w 195"/>
              <a:gd name="T47" fmla="*/ 18 h 195"/>
              <a:gd name="T48" fmla="*/ 139 w 195"/>
              <a:gd name="T49" fmla="*/ 4 h 195"/>
              <a:gd name="T50" fmla="*/ 125 w 195"/>
              <a:gd name="T51" fmla="*/ 4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95" h="195">
                <a:moveTo>
                  <a:pt x="125" y="4"/>
                </a:moveTo>
                <a:cubicBezTo>
                  <a:pt x="90" y="39"/>
                  <a:pt x="90" y="39"/>
                  <a:pt x="90" y="39"/>
                </a:cubicBezTo>
                <a:cubicBezTo>
                  <a:pt x="75" y="24"/>
                  <a:pt x="75" y="24"/>
                  <a:pt x="75" y="24"/>
                </a:cubicBezTo>
                <a:cubicBezTo>
                  <a:pt x="71" y="20"/>
                  <a:pt x="65" y="20"/>
                  <a:pt x="61" y="24"/>
                </a:cubicBezTo>
                <a:cubicBezTo>
                  <a:pt x="57" y="28"/>
                  <a:pt x="57" y="34"/>
                  <a:pt x="61" y="38"/>
                </a:cubicBezTo>
                <a:cubicBezTo>
                  <a:pt x="63" y="40"/>
                  <a:pt x="63" y="40"/>
                  <a:pt x="63" y="40"/>
                </a:cubicBezTo>
                <a:cubicBezTo>
                  <a:pt x="46" y="57"/>
                  <a:pt x="46" y="57"/>
                  <a:pt x="46" y="57"/>
                </a:cubicBezTo>
                <a:cubicBezTo>
                  <a:pt x="24" y="79"/>
                  <a:pt x="19" y="111"/>
                  <a:pt x="35" y="137"/>
                </a:cubicBezTo>
                <a:cubicBezTo>
                  <a:pt x="7" y="166"/>
                  <a:pt x="7" y="166"/>
                  <a:pt x="7" y="166"/>
                </a:cubicBezTo>
                <a:cubicBezTo>
                  <a:pt x="0" y="172"/>
                  <a:pt x="0" y="182"/>
                  <a:pt x="7" y="188"/>
                </a:cubicBezTo>
                <a:cubicBezTo>
                  <a:pt x="13" y="195"/>
                  <a:pt x="23" y="195"/>
                  <a:pt x="29" y="188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84" y="176"/>
                  <a:pt x="116" y="171"/>
                  <a:pt x="138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4"/>
                  <a:pt x="157" y="134"/>
                  <a:pt x="157" y="134"/>
                </a:cubicBezTo>
                <a:cubicBezTo>
                  <a:pt x="161" y="138"/>
                  <a:pt x="167" y="138"/>
                  <a:pt x="171" y="134"/>
                </a:cubicBezTo>
                <a:cubicBezTo>
                  <a:pt x="175" y="130"/>
                  <a:pt x="175" y="124"/>
                  <a:pt x="171" y="120"/>
                </a:cubicBezTo>
                <a:cubicBezTo>
                  <a:pt x="154" y="103"/>
                  <a:pt x="154" y="103"/>
                  <a:pt x="154" y="103"/>
                </a:cubicBezTo>
                <a:cubicBezTo>
                  <a:pt x="191" y="66"/>
                  <a:pt x="191" y="66"/>
                  <a:pt x="191" y="66"/>
                </a:cubicBezTo>
                <a:cubicBezTo>
                  <a:pt x="195" y="62"/>
                  <a:pt x="195" y="56"/>
                  <a:pt x="191" y="52"/>
                </a:cubicBezTo>
                <a:cubicBezTo>
                  <a:pt x="187" y="48"/>
                  <a:pt x="181" y="48"/>
                  <a:pt x="177" y="52"/>
                </a:cubicBezTo>
                <a:cubicBezTo>
                  <a:pt x="140" y="89"/>
                  <a:pt x="140" y="89"/>
                  <a:pt x="140" y="89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39" y="18"/>
                  <a:pt x="139" y="18"/>
                  <a:pt x="139" y="18"/>
                </a:cubicBezTo>
                <a:cubicBezTo>
                  <a:pt x="143" y="14"/>
                  <a:pt x="143" y="8"/>
                  <a:pt x="139" y="4"/>
                </a:cubicBezTo>
                <a:cubicBezTo>
                  <a:pt x="135" y="0"/>
                  <a:pt x="129" y="0"/>
                  <a:pt x="125" y="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1" name="Freeform 35">
            <a:extLst>
              <a:ext uri="{FF2B5EF4-FFF2-40B4-BE49-F238E27FC236}">
                <a16:creationId xmlns:a16="http://schemas.microsoft.com/office/drawing/2014/main" id="{23B1A6F2-ADDB-4EA2-A601-E3B4168F929B}"/>
              </a:ext>
            </a:extLst>
          </p:cNvPr>
          <p:cNvSpPr>
            <a:spLocks noEditPoints="1"/>
          </p:cNvSpPr>
          <p:nvPr/>
        </p:nvSpPr>
        <p:spPr bwMode="auto">
          <a:xfrm>
            <a:off x="9535684" y="5826127"/>
            <a:ext cx="319088" cy="319088"/>
          </a:xfrm>
          <a:custGeom>
            <a:avLst/>
            <a:gdLst>
              <a:gd name="T0" fmla="*/ 140 w 196"/>
              <a:gd name="T1" fmla="*/ 7 h 196"/>
              <a:gd name="T2" fmla="*/ 118 w 196"/>
              <a:gd name="T3" fmla="*/ 7 h 196"/>
              <a:gd name="T4" fmla="*/ 70 w 196"/>
              <a:gd name="T5" fmla="*/ 54 h 196"/>
              <a:gd name="T6" fmla="*/ 60 w 196"/>
              <a:gd name="T7" fmla="*/ 44 h 196"/>
              <a:gd name="T8" fmla="*/ 24 w 196"/>
              <a:gd name="T9" fmla="*/ 80 h 196"/>
              <a:gd name="T10" fmla="*/ 18 w 196"/>
              <a:gd name="T11" fmla="*/ 94 h 196"/>
              <a:gd name="T12" fmla="*/ 18 w 196"/>
              <a:gd name="T13" fmla="*/ 142 h 196"/>
              <a:gd name="T14" fmla="*/ 18 w 196"/>
              <a:gd name="T15" fmla="*/ 142 h 196"/>
              <a:gd name="T16" fmla="*/ 7 w 196"/>
              <a:gd name="T17" fmla="*/ 154 h 196"/>
              <a:gd name="T18" fmla="*/ 7 w 196"/>
              <a:gd name="T19" fmla="*/ 176 h 196"/>
              <a:gd name="T20" fmla="*/ 20 w 196"/>
              <a:gd name="T21" fmla="*/ 189 h 196"/>
              <a:gd name="T22" fmla="*/ 42 w 196"/>
              <a:gd name="T23" fmla="*/ 189 h 196"/>
              <a:gd name="T24" fmla="*/ 54 w 196"/>
              <a:gd name="T25" fmla="*/ 178 h 196"/>
              <a:gd name="T26" fmla="*/ 54 w 196"/>
              <a:gd name="T27" fmla="*/ 178 h 196"/>
              <a:gd name="T28" fmla="*/ 102 w 196"/>
              <a:gd name="T29" fmla="*/ 178 h 196"/>
              <a:gd name="T30" fmla="*/ 116 w 196"/>
              <a:gd name="T31" fmla="*/ 172 h 196"/>
              <a:gd name="T32" fmla="*/ 152 w 196"/>
              <a:gd name="T33" fmla="*/ 136 h 196"/>
              <a:gd name="T34" fmla="*/ 142 w 196"/>
              <a:gd name="T35" fmla="*/ 126 h 196"/>
              <a:gd name="T36" fmla="*/ 189 w 196"/>
              <a:gd name="T37" fmla="*/ 78 h 196"/>
              <a:gd name="T38" fmla="*/ 189 w 196"/>
              <a:gd name="T39" fmla="*/ 56 h 196"/>
              <a:gd name="T40" fmla="*/ 140 w 196"/>
              <a:gd name="T41" fmla="*/ 7 h 196"/>
              <a:gd name="T42" fmla="*/ 156 w 196"/>
              <a:gd name="T43" fmla="*/ 64 h 196"/>
              <a:gd name="T44" fmla="*/ 160 w 196"/>
              <a:gd name="T45" fmla="*/ 68 h 196"/>
              <a:gd name="T46" fmla="*/ 160 w 196"/>
              <a:gd name="T47" fmla="*/ 80 h 196"/>
              <a:gd name="T48" fmla="*/ 156 w 196"/>
              <a:gd name="T49" fmla="*/ 84 h 196"/>
              <a:gd name="T50" fmla="*/ 144 w 196"/>
              <a:gd name="T51" fmla="*/ 84 h 196"/>
              <a:gd name="T52" fmla="*/ 140 w 196"/>
              <a:gd name="T53" fmla="*/ 80 h 196"/>
              <a:gd name="T54" fmla="*/ 140 w 196"/>
              <a:gd name="T55" fmla="*/ 68 h 196"/>
              <a:gd name="T56" fmla="*/ 144 w 196"/>
              <a:gd name="T57" fmla="*/ 64 h 196"/>
              <a:gd name="T58" fmla="*/ 156 w 196"/>
              <a:gd name="T59" fmla="*/ 64 h 196"/>
              <a:gd name="T60" fmla="*/ 128 w 196"/>
              <a:gd name="T61" fmla="*/ 36 h 196"/>
              <a:gd name="T62" fmla="*/ 132 w 196"/>
              <a:gd name="T63" fmla="*/ 40 h 196"/>
              <a:gd name="T64" fmla="*/ 132 w 196"/>
              <a:gd name="T65" fmla="*/ 52 h 196"/>
              <a:gd name="T66" fmla="*/ 128 w 196"/>
              <a:gd name="T67" fmla="*/ 56 h 196"/>
              <a:gd name="T68" fmla="*/ 116 w 196"/>
              <a:gd name="T69" fmla="*/ 56 h 196"/>
              <a:gd name="T70" fmla="*/ 112 w 196"/>
              <a:gd name="T71" fmla="*/ 52 h 196"/>
              <a:gd name="T72" fmla="*/ 112 w 196"/>
              <a:gd name="T73" fmla="*/ 40 h 196"/>
              <a:gd name="T74" fmla="*/ 116 w 196"/>
              <a:gd name="T75" fmla="*/ 36 h 196"/>
              <a:gd name="T76" fmla="*/ 128 w 196"/>
              <a:gd name="T77" fmla="*/ 3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196">
                <a:moveTo>
                  <a:pt x="140" y="7"/>
                </a:moveTo>
                <a:cubicBezTo>
                  <a:pt x="134" y="0"/>
                  <a:pt x="124" y="0"/>
                  <a:pt x="118" y="7"/>
                </a:cubicBezTo>
                <a:cubicBezTo>
                  <a:pt x="70" y="54"/>
                  <a:pt x="70" y="54"/>
                  <a:pt x="70" y="54"/>
                </a:cubicBezTo>
                <a:cubicBezTo>
                  <a:pt x="60" y="44"/>
                  <a:pt x="60" y="44"/>
                  <a:pt x="60" y="44"/>
                </a:cubicBezTo>
                <a:cubicBezTo>
                  <a:pt x="24" y="80"/>
                  <a:pt x="24" y="80"/>
                  <a:pt x="24" y="80"/>
                </a:cubicBezTo>
                <a:cubicBezTo>
                  <a:pt x="20" y="84"/>
                  <a:pt x="18" y="89"/>
                  <a:pt x="18" y="94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7" y="154"/>
                  <a:pt x="7" y="154"/>
                  <a:pt x="7" y="154"/>
                </a:cubicBezTo>
                <a:cubicBezTo>
                  <a:pt x="0" y="160"/>
                  <a:pt x="0" y="170"/>
                  <a:pt x="7" y="176"/>
                </a:cubicBezTo>
                <a:cubicBezTo>
                  <a:pt x="20" y="189"/>
                  <a:pt x="20" y="189"/>
                  <a:pt x="20" y="189"/>
                </a:cubicBezTo>
                <a:cubicBezTo>
                  <a:pt x="26" y="196"/>
                  <a:pt x="36" y="196"/>
                  <a:pt x="42" y="189"/>
                </a:cubicBezTo>
                <a:cubicBezTo>
                  <a:pt x="54" y="178"/>
                  <a:pt x="54" y="178"/>
                  <a:pt x="54" y="178"/>
                </a:cubicBezTo>
                <a:cubicBezTo>
                  <a:pt x="54" y="178"/>
                  <a:pt x="54" y="178"/>
                  <a:pt x="54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7" y="178"/>
                  <a:pt x="112" y="176"/>
                  <a:pt x="116" y="172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89" y="78"/>
                  <a:pt x="189" y="78"/>
                  <a:pt x="189" y="78"/>
                </a:cubicBezTo>
                <a:cubicBezTo>
                  <a:pt x="196" y="72"/>
                  <a:pt x="196" y="62"/>
                  <a:pt x="189" y="56"/>
                </a:cubicBezTo>
                <a:lnTo>
                  <a:pt x="140" y="7"/>
                </a:lnTo>
                <a:close/>
                <a:moveTo>
                  <a:pt x="156" y="64"/>
                </a:moveTo>
                <a:cubicBezTo>
                  <a:pt x="160" y="68"/>
                  <a:pt x="160" y="68"/>
                  <a:pt x="160" y="68"/>
                </a:cubicBezTo>
                <a:cubicBezTo>
                  <a:pt x="163" y="71"/>
                  <a:pt x="163" y="77"/>
                  <a:pt x="160" y="80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3" y="87"/>
                  <a:pt x="147" y="87"/>
                  <a:pt x="144" y="84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37" y="77"/>
                  <a:pt x="137" y="71"/>
                  <a:pt x="140" y="68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47" y="61"/>
                  <a:pt x="153" y="61"/>
                  <a:pt x="156" y="64"/>
                </a:cubicBezTo>
                <a:close/>
                <a:moveTo>
                  <a:pt x="128" y="36"/>
                </a:moveTo>
                <a:cubicBezTo>
                  <a:pt x="132" y="40"/>
                  <a:pt x="132" y="40"/>
                  <a:pt x="132" y="40"/>
                </a:cubicBezTo>
                <a:cubicBezTo>
                  <a:pt x="135" y="43"/>
                  <a:pt x="135" y="49"/>
                  <a:pt x="132" y="52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5" y="59"/>
                  <a:pt x="119" y="59"/>
                  <a:pt x="116" y="56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09" y="49"/>
                  <a:pt x="109" y="43"/>
                  <a:pt x="112" y="4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9" y="33"/>
                  <a:pt x="125" y="33"/>
                  <a:pt x="128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2" name="Freeform 36">
            <a:extLst>
              <a:ext uri="{FF2B5EF4-FFF2-40B4-BE49-F238E27FC236}">
                <a16:creationId xmlns:a16="http://schemas.microsoft.com/office/drawing/2014/main" id="{7F412C93-B49E-4552-8DAF-88B562110246}"/>
              </a:ext>
            </a:extLst>
          </p:cNvPr>
          <p:cNvSpPr>
            <a:spLocks noEditPoints="1"/>
          </p:cNvSpPr>
          <p:nvPr/>
        </p:nvSpPr>
        <p:spPr bwMode="auto">
          <a:xfrm>
            <a:off x="8835596" y="5829302"/>
            <a:ext cx="306388" cy="306388"/>
          </a:xfrm>
          <a:custGeom>
            <a:avLst/>
            <a:gdLst>
              <a:gd name="T0" fmla="*/ 40 w 188"/>
              <a:gd name="T1" fmla="*/ 164 h 188"/>
              <a:gd name="T2" fmla="*/ 44 w 188"/>
              <a:gd name="T3" fmla="*/ 178 h 188"/>
              <a:gd name="T4" fmla="*/ 64 w 188"/>
              <a:gd name="T5" fmla="*/ 178 h 188"/>
              <a:gd name="T6" fmla="*/ 84 w 188"/>
              <a:gd name="T7" fmla="*/ 164 h 188"/>
              <a:gd name="T8" fmla="*/ 94 w 188"/>
              <a:gd name="T9" fmla="*/ 188 h 188"/>
              <a:gd name="T10" fmla="*/ 104 w 188"/>
              <a:gd name="T11" fmla="*/ 164 h 188"/>
              <a:gd name="T12" fmla="*/ 124 w 188"/>
              <a:gd name="T13" fmla="*/ 178 h 188"/>
              <a:gd name="T14" fmla="*/ 144 w 188"/>
              <a:gd name="T15" fmla="*/ 178 h 188"/>
              <a:gd name="T16" fmla="*/ 148 w 188"/>
              <a:gd name="T17" fmla="*/ 164 h 188"/>
              <a:gd name="T18" fmla="*/ 164 w 188"/>
              <a:gd name="T19" fmla="*/ 144 h 188"/>
              <a:gd name="T20" fmla="*/ 188 w 188"/>
              <a:gd name="T21" fmla="*/ 134 h 188"/>
              <a:gd name="T22" fmla="*/ 164 w 188"/>
              <a:gd name="T23" fmla="*/ 124 h 188"/>
              <a:gd name="T24" fmla="*/ 178 w 188"/>
              <a:gd name="T25" fmla="*/ 104 h 188"/>
              <a:gd name="T26" fmla="*/ 178 w 188"/>
              <a:gd name="T27" fmla="*/ 84 h 188"/>
              <a:gd name="T28" fmla="*/ 164 w 188"/>
              <a:gd name="T29" fmla="*/ 64 h 188"/>
              <a:gd name="T30" fmla="*/ 188 w 188"/>
              <a:gd name="T31" fmla="*/ 54 h 188"/>
              <a:gd name="T32" fmla="*/ 164 w 188"/>
              <a:gd name="T33" fmla="*/ 44 h 188"/>
              <a:gd name="T34" fmla="*/ 148 w 188"/>
              <a:gd name="T35" fmla="*/ 24 h 188"/>
              <a:gd name="T36" fmla="*/ 144 w 188"/>
              <a:gd name="T37" fmla="*/ 10 h 188"/>
              <a:gd name="T38" fmla="*/ 124 w 188"/>
              <a:gd name="T39" fmla="*/ 10 h 188"/>
              <a:gd name="T40" fmla="*/ 104 w 188"/>
              <a:gd name="T41" fmla="*/ 24 h 188"/>
              <a:gd name="T42" fmla="*/ 94 w 188"/>
              <a:gd name="T43" fmla="*/ 0 h 188"/>
              <a:gd name="T44" fmla="*/ 84 w 188"/>
              <a:gd name="T45" fmla="*/ 24 h 188"/>
              <a:gd name="T46" fmla="*/ 64 w 188"/>
              <a:gd name="T47" fmla="*/ 10 h 188"/>
              <a:gd name="T48" fmla="*/ 44 w 188"/>
              <a:gd name="T49" fmla="*/ 10 h 188"/>
              <a:gd name="T50" fmla="*/ 40 w 188"/>
              <a:gd name="T51" fmla="*/ 24 h 188"/>
              <a:gd name="T52" fmla="*/ 24 w 188"/>
              <a:gd name="T53" fmla="*/ 44 h 188"/>
              <a:gd name="T54" fmla="*/ 0 w 188"/>
              <a:gd name="T55" fmla="*/ 54 h 188"/>
              <a:gd name="T56" fmla="*/ 24 w 188"/>
              <a:gd name="T57" fmla="*/ 64 h 188"/>
              <a:gd name="T58" fmla="*/ 10 w 188"/>
              <a:gd name="T59" fmla="*/ 84 h 188"/>
              <a:gd name="T60" fmla="*/ 10 w 188"/>
              <a:gd name="T61" fmla="*/ 104 h 188"/>
              <a:gd name="T62" fmla="*/ 24 w 188"/>
              <a:gd name="T63" fmla="*/ 124 h 188"/>
              <a:gd name="T64" fmla="*/ 0 w 188"/>
              <a:gd name="T65" fmla="*/ 134 h 188"/>
              <a:gd name="T66" fmla="*/ 24 w 188"/>
              <a:gd name="T67" fmla="*/ 144 h 188"/>
              <a:gd name="T68" fmla="*/ 124 w 188"/>
              <a:gd name="T69" fmla="*/ 73 h 188"/>
              <a:gd name="T70" fmla="*/ 115 w 188"/>
              <a:gd name="T71" fmla="*/ 124 h 188"/>
              <a:gd name="T72" fmla="*/ 64 w 188"/>
              <a:gd name="T73" fmla="*/ 115 h 188"/>
              <a:gd name="T74" fmla="*/ 73 w 188"/>
              <a:gd name="T75" fmla="*/ 64 h 188"/>
              <a:gd name="T76" fmla="*/ 124 w 188"/>
              <a:gd name="T77" fmla="*/ 73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8">
                <a:moveTo>
                  <a:pt x="24" y="148"/>
                </a:moveTo>
                <a:cubicBezTo>
                  <a:pt x="24" y="157"/>
                  <a:pt x="31" y="164"/>
                  <a:pt x="40" y="164"/>
                </a:cubicBezTo>
                <a:cubicBezTo>
                  <a:pt x="44" y="164"/>
                  <a:pt x="44" y="164"/>
                  <a:pt x="44" y="164"/>
                </a:cubicBezTo>
                <a:cubicBezTo>
                  <a:pt x="44" y="178"/>
                  <a:pt x="44" y="178"/>
                  <a:pt x="44" y="178"/>
                </a:cubicBezTo>
                <a:cubicBezTo>
                  <a:pt x="44" y="184"/>
                  <a:pt x="48" y="188"/>
                  <a:pt x="54" y="188"/>
                </a:cubicBezTo>
                <a:cubicBezTo>
                  <a:pt x="60" y="188"/>
                  <a:pt x="64" y="184"/>
                  <a:pt x="64" y="178"/>
                </a:cubicBezTo>
                <a:cubicBezTo>
                  <a:pt x="64" y="164"/>
                  <a:pt x="64" y="164"/>
                  <a:pt x="64" y="164"/>
                </a:cubicBezTo>
                <a:cubicBezTo>
                  <a:pt x="84" y="164"/>
                  <a:pt x="84" y="164"/>
                  <a:pt x="84" y="164"/>
                </a:cubicBezTo>
                <a:cubicBezTo>
                  <a:pt x="84" y="178"/>
                  <a:pt x="84" y="178"/>
                  <a:pt x="84" y="178"/>
                </a:cubicBezTo>
                <a:cubicBezTo>
                  <a:pt x="84" y="184"/>
                  <a:pt x="88" y="188"/>
                  <a:pt x="94" y="188"/>
                </a:cubicBezTo>
                <a:cubicBezTo>
                  <a:pt x="100" y="188"/>
                  <a:pt x="104" y="184"/>
                  <a:pt x="104" y="178"/>
                </a:cubicBezTo>
                <a:cubicBezTo>
                  <a:pt x="104" y="164"/>
                  <a:pt x="104" y="164"/>
                  <a:pt x="104" y="164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4" y="178"/>
                  <a:pt x="124" y="178"/>
                  <a:pt x="124" y="178"/>
                </a:cubicBezTo>
                <a:cubicBezTo>
                  <a:pt x="124" y="184"/>
                  <a:pt x="128" y="188"/>
                  <a:pt x="134" y="188"/>
                </a:cubicBezTo>
                <a:cubicBezTo>
                  <a:pt x="140" y="188"/>
                  <a:pt x="144" y="184"/>
                  <a:pt x="144" y="178"/>
                </a:cubicBezTo>
                <a:cubicBezTo>
                  <a:pt x="144" y="164"/>
                  <a:pt x="144" y="164"/>
                  <a:pt x="144" y="164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57" y="164"/>
                  <a:pt x="164" y="157"/>
                  <a:pt x="164" y="148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78" y="144"/>
                  <a:pt x="178" y="144"/>
                  <a:pt x="178" y="144"/>
                </a:cubicBezTo>
                <a:cubicBezTo>
                  <a:pt x="184" y="144"/>
                  <a:pt x="188" y="140"/>
                  <a:pt x="188" y="134"/>
                </a:cubicBezTo>
                <a:cubicBezTo>
                  <a:pt x="188" y="128"/>
                  <a:pt x="184" y="124"/>
                  <a:pt x="178" y="12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84" y="104"/>
                  <a:pt x="188" y="100"/>
                  <a:pt x="188" y="94"/>
                </a:cubicBezTo>
                <a:cubicBezTo>
                  <a:pt x="188" y="88"/>
                  <a:pt x="184" y="84"/>
                  <a:pt x="178" y="84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78" y="64"/>
                  <a:pt x="178" y="64"/>
                  <a:pt x="178" y="64"/>
                </a:cubicBezTo>
                <a:cubicBezTo>
                  <a:pt x="184" y="64"/>
                  <a:pt x="188" y="60"/>
                  <a:pt x="188" y="54"/>
                </a:cubicBezTo>
                <a:cubicBezTo>
                  <a:pt x="188" y="48"/>
                  <a:pt x="184" y="44"/>
                  <a:pt x="178" y="44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31"/>
                  <a:pt x="157" y="24"/>
                  <a:pt x="148" y="24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4" y="4"/>
                  <a:pt x="140" y="0"/>
                  <a:pt x="134" y="0"/>
                </a:cubicBezTo>
                <a:cubicBezTo>
                  <a:pt x="128" y="0"/>
                  <a:pt x="124" y="4"/>
                  <a:pt x="124" y="10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4"/>
                  <a:pt x="100" y="0"/>
                  <a:pt x="94" y="0"/>
                </a:cubicBezTo>
                <a:cubicBezTo>
                  <a:pt x="88" y="0"/>
                  <a:pt x="84" y="4"/>
                  <a:pt x="84" y="10"/>
                </a:cubicBezTo>
                <a:cubicBezTo>
                  <a:pt x="84" y="24"/>
                  <a:pt x="84" y="24"/>
                  <a:pt x="84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4"/>
                  <a:pt x="60" y="0"/>
                  <a:pt x="54" y="0"/>
                </a:cubicBezTo>
                <a:cubicBezTo>
                  <a:pt x="48" y="0"/>
                  <a:pt x="44" y="4"/>
                  <a:pt x="44" y="10"/>
                </a:cubicBezTo>
                <a:cubicBezTo>
                  <a:pt x="44" y="24"/>
                  <a:pt x="44" y="24"/>
                  <a:pt x="44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31" y="24"/>
                  <a:pt x="24" y="31"/>
                  <a:pt x="24" y="40"/>
                </a:cubicBezTo>
                <a:cubicBezTo>
                  <a:pt x="24" y="44"/>
                  <a:pt x="24" y="44"/>
                  <a:pt x="24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4" y="44"/>
                  <a:pt x="0" y="48"/>
                  <a:pt x="0" y="54"/>
                </a:cubicBezTo>
                <a:cubicBezTo>
                  <a:pt x="0" y="60"/>
                  <a:pt x="4" y="64"/>
                  <a:pt x="10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84"/>
                  <a:pt x="24" y="84"/>
                  <a:pt x="24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4" y="84"/>
                  <a:pt x="0" y="88"/>
                  <a:pt x="0" y="94"/>
                </a:cubicBezTo>
                <a:cubicBezTo>
                  <a:pt x="0" y="100"/>
                  <a:pt x="4" y="104"/>
                  <a:pt x="1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4" y="124"/>
                  <a:pt x="0" y="128"/>
                  <a:pt x="0" y="134"/>
                </a:cubicBezTo>
                <a:cubicBezTo>
                  <a:pt x="0" y="140"/>
                  <a:pt x="4" y="144"/>
                  <a:pt x="10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48"/>
                </a:lnTo>
                <a:close/>
                <a:moveTo>
                  <a:pt x="124" y="73"/>
                </a:moveTo>
                <a:cubicBezTo>
                  <a:pt x="124" y="115"/>
                  <a:pt x="124" y="115"/>
                  <a:pt x="124" y="115"/>
                </a:cubicBezTo>
                <a:cubicBezTo>
                  <a:pt x="124" y="120"/>
                  <a:pt x="120" y="124"/>
                  <a:pt x="115" y="124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68" y="124"/>
                  <a:pt x="64" y="120"/>
                  <a:pt x="64" y="115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68"/>
                  <a:pt x="68" y="64"/>
                  <a:pt x="73" y="64"/>
                </a:cubicBezTo>
                <a:cubicBezTo>
                  <a:pt x="115" y="64"/>
                  <a:pt x="115" y="64"/>
                  <a:pt x="115" y="64"/>
                </a:cubicBezTo>
                <a:cubicBezTo>
                  <a:pt x="120" y="64"/>
                  <a:pt x="124" y="68"/>
                  <a:pt x="124" y="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3" name="Freeform 37">
            <a:extLst>
              <a:ext uri="{FF2B5EF4-FFF2-40B4-BE49-F238E27FC236}">
                <a16:creationId xmlns:a16="http://schemas.microsoft.com/office/drawing/2014/main" id="{414BF259-9BBE-4363-A3E8-DC9C516189A3}"/>
              </a:ext>
            </a:extLst>
          </p:cNvPr>
          <p:cNvSpPr>
            <a:spLocks noEditPoints="1"/>
          </p:cNvSpPr>
          <p:nvPr/>
        </p:nvSpPr>
        <p:spPr bwMode="auto">
          <a:xfrm>
            <a:off x="8132334" y="5829302"/>
            <a:ext cx="312738" cy="312738"/>
          </a:xfrm>
          <a:custGeom>
            <a:avLst/>
            <a:gdLst>
              <a:gd name="T0" fmla="*/ 84 w 192"/>
              <a:gd name="T1" fmla="*/ 134 h 192"/>
              <a:gd name="T2" fmla="*/ 94 w 192"/>
              <a:gd name="T3" fmla="*/ 144 h 192"/>
              <a:gd name="T4" fmla="*/ 104 w 192"/>
              <a:gd name="T5" fmla="*/ 134 h 192"/>
              <a:gd name="T6" fmla="*/ 94 w 192"/>
              <a:gd name="T7" fmla="*/ 124 h 192"/>
              <a:gd name="T8" fmla="*/ 84 w 192"/>
              <a:gd name="T9" fmla="*/ 134 h 192"/>
              <a:gd name="T10" fmla="*/ 16 w 192"/>
              <a:gd name="T11" fmla="*/ 0 h 192"/>
              <a:gd name="T12" fmla="*/ 0 w 192"/>
              <a:gd name="T13" fmla="*/ 16 h 192"/>
              <a:gd name="T14" fmla="*/ 0 w 192"/>
              <a:gd name="T15" fmla="*/ 176 h 192"/>
              <a:gd name="T16" fmla="*/ 16 w 192"/>
              <a:gd name="T17" fmla="*/ 192 h 192"/>
              <a:gd name="T18" fmla="*/ 176 w 192"/>
              <a:gd name="T19" fmla="*/ 192 h 192"/>
              <a:gd name="T20" fmla="*/ 192 w 192"/>
              <a:gd name="T21" fmla="*/ 176 h 192"/>
              <a:gd name="T22" fmla="*/ 192 w 192"/>
              <a:gd name="T23" fmla="*/ 40 h 192"/>
              <a:gd name="T24" fmla="*/ 186 w 192"/>
              <a:gd name="T25" fmla="*/ 26 h 192"/>
              <a:gd name="T26" fmla="*/ 166 w 192"/>
              <a:gd name="T27" fmla="*/ 6 h 192"/>
              <a:gd name="T28" fmla="*/ 152 w 192"/>
              <a:gd name="T29" fmla="*/ 0 h 192"/>
              <a:gd name="T30" fmla="*/ 16 w 192"/>
              <a:gd name="T31" fmla="*/ 0 h 192"/>
              <a:gd name="T32" fmla="*/ 29 w 192"/>
              <a:gd name="T33" fmla="*/ 20 h 192"/>
              <a:gd name="T34" fmla="*/ 40 w 192"/>
              <a:gd name="T35" fmla="*/ 20 h 192"/>
              <a:gd name="T36" fmla="*/ 40 w 192"/>
              <a:gd name="T37" fmla="*/ 51 h 192"/>
              <a:gd name="T38" fmla="*/ 49 w 192"/>
              <a:gd name="T39" fmla="*/ 60 h 192"/>
              <a:gd name="T40" fmla="*/ 59 w 192"/>
              <a:gd name="T41" fmla="*/ 60 h 192"/>
              <a:gd name="T42" fmla="*/ 68 w 192"/>
              <a:gd name="T43" fmla="*/ 51 h 192"/>
              <a:gd name="T44" fmla="*/ 68 w 192"/>
              <a:gd name="T45" fmla="*/ 20 h 192"/>
              <a:gd name="T46" fmla="*/ 143 w 192"/>
              <a:gd name="T47" fmla="*/ 20 h 192"/>
              <a:gd name="T48" fmla="*/ 152 w 192"/>
              <a:gd name="T49" fmla="*/ 29 h 192"/>
              <a:gd name="T50" fmla="*/ 152 w 192"/>
              <a:gd name="T51" fmla="*/ 67 h 192"/>
              <a:gd name="T52" fmla="*/ 143 w 192"/>
              <a:gd name="T53" fmla="*/ 76 h 192"/>
              <a:gd name="T54" fmla="*/ 29 w 192"/>
              <a:gd name="T55" fmla="*/ 76 h 192"/>
              <a:gd name="T56" fmla="*/ 20 w 192"/>
              <a:gd name="T57" fmla="*/ 67 h 192"/>
              <a:gd name="T58" fmla="*/ 20 w 192"/>
              <a:gd name="T59" fmla="*/ 29 h 192"/>
              <a:gd name="T60" fmla="*/ 29 w 192"/>
              <a:gd name="T61" fmla="*/ 20 h 192"/>
              <a:gd name="T62" fmla="*/ 68 w 192"/>
              <a:gd name="T63" fmla="*/ 134 h 192"/>
              <a:gd name="T64" fmla="*/ 94 w 192"/>
              <a:gd name="T65" fmla="*/ 108 h 192"/>
              <a:gd name="T66" fmla="*/ 120 w 192"/>
              <a:gd name="T67" fmla="*/ 134 h 192"/>
              <a:gd name="T68" fmla="*/ 94 w 192"/>
              <a:gd name="T69" fmla="*/ 160 h 192"/>
              <a:gd name="T70" fmla="*/ 68 w 192"/>
              <a:gd name="T71" fmla="*/ 13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2" h="192">
                <a:moveTo>
                  <a:pt x="84" y="134"/>
                </a:moveTo>
                <a:cubicBezTo>
                  <a:pt x="84" y="140"/>
                  <a:pt x="88" y="144"/>
                  <a:pt x="94" y="144"/>
                </a:cubicBezTo>
                <a:cubicBezTo>
                  <a:pt x="100" y="144"/>
                  <a:pt x="104" y="140"/>
                  <a:pt x="104" y="134"/>
                </a:cubicBezTo>
                <a:cubicBezTo>
                  <a:pt x="104" y="128"/>
                  <a:pt x="100" y="124"/>
                  <a:pt x="94" y="124"/>
                </a:cubicBezTo>
                <a:cubicBezTo>
                  <a:pt x="88" y="124"/>
                  <a:pt x="84" y="128"/>
                  <a:pt x="84" y="134"/>
                </a:cubicBezTo>
                <a:close/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92" y="34"/>
                  <a:pt x="190" y="30"/>
                  <a:pt x="186" y="26"/>
                </a:cubicBezTo>
                <a:cubicBezTo>
                  <a:pt x="166" y="6"/>
                  <a:pt x="166" y="6"/>
                  <a:pt x="166" y="6"/>
                </a:cubicBezTo>
                <a:cubicBezTo>
                  <a:pt x="163" y="2"/>
                  <a:pt x="158" y="0"/>
                  <a:pt x="152" y="0"/>
                </a:cubicBezTo>
                <a:lnTo>
                  <a:pt x="16" y="0"/>
                </a:lnTo>
                <a:close/>
                <a:moveTo>
                  <a:pt x="29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6"/>
                  <a:pt x="44" y="60"/>
                  <a:pt x="49" y="60"/>
                </a:cubicBezTo>
                <a:cubicBezTo>
                  <a:pt x="59" y="60"/>
                  <a:pt x="59" y="60"/>
                  <a:pt x="59" y="60"/>
                </a:cubicBezTo>
                <a:cubicBezTo>
                  <a:pt x="64" y="60"/>
                  <a:pt x="68" y="56"/>
                  <a:pt x="68" y="51"/>
                </a:cubicBezTo>
                <a:cubicBezTo>
                  <a:pt x="68" y="20"/>
                  <a:pt x="68" y="20"/>
                  <a:pt x="68" y="20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148" y="20"/>
                  <a:pt x="152" y="24"/>
                  <a:pt x="152" y="29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2" y="72"/>
                  <a:pt x="148" y="76"/>
                  <a:pt x="14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24" y="76"/>
                  <a:pt x="20" y="72"/>
                  <a:pt x="20" y="67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68" y="134"/>
                </a:moveTo>
                <a:cubicBezTo>
                  <a:pt x="68" y="120"/>
                  <a:pt x="80" y="108"/>
                  <a:pt x="94" y="108"/>
                </a:cubicBezTo>
                <a:cubicBezTo>
                  <a:pt x="108" y="108"/>
                  <a:pt x="120" y="120"/>
                  <a:pt x="120" y="134"/>
                </a:cubicBezTo>
                <a:cubicBezTo>
                  <a:pt x="120" y="148"/>
                  <a:pt x="108" y="160"/>
                  <a:pt x="94" y="160"/>
                </a:cubicBezTo>
                <a:cubicBezTo>
                  <a:pt x="80" y="160"/>
                  <a:pt x="68" y="148"/>
                  <a:pt x="68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4" name="Freeform 38">
            <a:extLst>
              <a:ext uri="{FF2B5EF4-FFF2-40B4-BE49-F238E27FC236}">
                <a16:creationId xmlns:a16="http://schemas.microsoft.com/office/drawing/2014/main" id="{D1A6F541-6288-4B53-977F-11EF7885C27B}"/>
              </a:ext>
            </a:extLst>
          </p:cNvPr>
          <p:cNvSpPr>
            <a:spLocks noEditPoints="1"/>
          </p:cNvSpPr>
          <p:nvPr/>
        </p:nvSpPr>
        <p:spPr bwMode="auto">
          <a:xfrm>
            <a:off x="7427484" y="5829302"/>
            <a:ext cx="306388" cy="306388"/>
          </a:xfrm>
          <a:custGeom>
            <a:avLst/>
            <a:gdLst>
              <a:gd name="T0" fmla="*/ 84 w 188"/>
              <a:gd name="T1" fmla="*/ 94 h 188"/>
              <a:gd name="T2" fmla="*/ 94 w 188"/>
              <a:gd name="T3" fmla="*/ 84 h 188"/>
              <a:gd name="T4" fmla="*/ 104 w 188"/>
              <a:gd name="T5" fmla="*/ 94 h 188"/>
              <a:gd name="T6" fmla="*/ 94 w 188"/>
              <a:gd name="T7" fmla="*/ 104 h 188"/>
              <a:gd name="T8" fmla="*/ 84 w 188"/>
              <a:gd name="T9" fmla="*/ 94 h 188"/>
              <a:gd name="T10" fmla="*/ 94 w 188"/>
              <a:gd name="T11" fmla="*/ 68 h 188"/>
              <a:gd name="T12" fmla="*/ 68 w 188"/>
              <a:gd name="T13" fmla="*/ 94 h 188"/>
              <a:gd name="T14" fmla="*/ 94 w 188"/>
              <a:gd name="T15" fmla="*/ 120 h 188"/>
              <a:gd name="T16" fmla="*/ 120 w 188"/>
              <a:gd name="T17" fmla="*/ 94 h 188"/>
              <a:gd name="T18" fmla="*/ 94 w 188"/>
              <a:gd name="T19" fmla="*/ 68 h 188"/>
              <a:gd name="T20" fmla="*/ 0 w 188"/>
              <a:gd name="T21" fmla="*/ 94 h 188"/>
              <a:gd name="T22" fmla="*/ 94 w 188"/>
              <a:gd name="T23" fmla="*/ 188 h 188"/>
              <a:gd name="T24" fmla="*/ 188 w 188"/>
              <a:gd name="T25" fmla="*/ 94 h 188"/>
              <a:gd name="T26" fmla="*/ 94 w 188"/>
              <a:gd name="T27" fmla="*/ 0 h 188"/>
              <a:gd name="T28" fmla="*/ 0 w 188"/>
              <a:gd name="T29" fmla="*/ 94 h 188"/>
              <a:gd name="T30" fmla="*/ 94 w 188"/>
              <a:gd name="T31" fmla="*/ 52 h 188"/>
              <a:gd name="T32" fmla="*/ 136 w 188"/>
              <a:gd name="T33" fmla="*/ 94 h 188"/>
              <a:gd name="T34" fmla="*/ 94 w 188"/>
              <a:gd name="T35" fmla="*/ 136 h 188"/>
              <a:gd name="T36" fmla="*/ 52 w 188"/>
              <a:gd name="T37" fmla="*/ 94 h 188"/>
              <a:gd name="T38" fmla="*/ 94 w 188"/>
              <a:gd name="T39" fmla="*/ 52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8" h="188">
                <a:moveTo>
                  <a:pt x="84" y="94"/>
                </a:moveTo>
                <a:cubicBezTo>
                  <a:pt x="84" y="88"/>
                  <a:pt x="88" y="84"/>
                  <a:pt x="94" y="84"/>
                </a:cubicBezTo>
                <a:cubicBezTo>
                  <a:pt x="100" y="84"/>
                  <a:pt x="104" y="88"/>
                  <a:pt x="104" y="94"/>
                </a:cubicBezTo>
                <a:cubicBezTo>
                  <a:pt x="104" y="100"/>
                  <a:pt x="100" y="104"/>
                  <a:pt x="94" y="104"/>
                </a:cubicBezTo>
                <a:cubicBezTo>
                  <a:pt x="88" y="104"/>
                  <a:pt x="84" y="100"/>
                  <a:pt x="84" y="94"/>
                </a:cubicBezTo>
                <a:close/>
                <a:moveTo>
                  <a:pt x="94" y="68"/>
                </a:moveTo>
                <a:cubicBezTo>
                  <a:pt x="80" y="68"/>
                  <a:pt x="68" y="80"/>
                  <a:pt x="68" y="94"/>
                </a:cubicBezTo>
                <a:cubicBezTo>
                  <a:pt x="68" y="108"/>
                  <a:pt x="80" y="120"/>
                  <a:pt x="94" y="120"/>
                </a:cubicBezTo>
                <a:cubicBezTo>
                  <a:pt x="108" y="120"/>
                  <a:pt x="120" y="108"/>
                  <a:pt x="120" y="94"/>
                </a:cubicBezTo>
                <a:cubicBezTo>
                  <a:pt x="120" y="80"/>
                  <a:pt x="108" y="68"/>
                  <a:pt x="94" y="68"/>
                </a:cubicBezTo>
                <a:close/>
                <a:moveTo>
                  <a:pt x="0" y="94"/>
                </a:moveTo>
                <a:cubicBezTo>
                  <a:pt x="0" y="146"/>
                  <a:pt x="42" y="188"/>
                  <a:pt x="94" y="188"/>
                </a:cubicBezTo>
                <a:cubicBezTo>
                  <a:pt x="146" y="188"/>
                  <a:pt x="188" y="146"/>
                  <a:pt x="188" y="94"/>
                </a:cubicBezTo>
                <a:cubicBezTo>
                  <a:pt x="188" y="42"/>
                  <a:pt x="146" y="0"/>
                  <a:pt x="94" y="0"/>
                </a:cubicBezTo>
                <a:cubicBezTo>
                  <a:pt x="42" y="0"/>
                  <a:pt x="0" y="42"/>
                  <a:pt x="0" y="94"/>
                </a:cubicBezTo>
                <a:close/>
                <a:moveTo>
                  <a:pt x="94" y="52"/>
                </a:moveTo>
                <a:cubicBezTo>
                  <a:pt x="117" y="52"/>
                  <a:pt x="136" y="71"/>
                  <a:pt x="136" y="94"/>
                </a:cubicBezTo>
                <a:cubicBezTo>
                  <a:pt x="136" y="117"/>
                  <a:pt x="117" y="136"/>
                  <a:pt x="94" y="136"/>
                </a:cubicBezTo>
                <a:cubicBezTo>
                  <a:pt x="71" y="136"/>
                  <a:pt x="52" y="117"/>
                  <a:pt x="52" y="94"/>
                </a:cubicBezTo>
                <a:cubicBezTo>
                  <a:pt x="52" y="71"/>
                  <a:pt x="71" y="52"/>
                  <a:pt x="94" y="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5" name="Freeform 39">
            <a:extLst>
              <a:ext uri="{FF2B5EF4-FFF2-40B4-BE49-F238E27FC236}">
                <a16:creationId xmlns:a16="http://schemas.microsoft.com/office/drawing/2014/main" id="{DB299712-6739-4FA1-BEE9-1151B5241870}"/>
              </a:ext>
            </a:extLst>
          </p:cNvPr>
          <p:cNvSpPr>
            <a:spLocks noEditPoints="1"/>
          </p:cNvSpPr>
          <p:nvPr/>
        </p:nvSpPr>
        <p:spPr bwMode="auto">
          <a:xfrm>
            <a:off x="6736921" y="5829302"/>
            <a:ext cx="280988" cy="312738"/>
          </a:xfrm>
          <a:custGeom>
            <a:avLst/>
            <a:gdLst>
              <a:gd name="T0" fmla="*/ 172 w 172"/>
              <a:gd name="T1" fmla="*/ 96 h 192"/>
              <a:gd name="T2" fmla="*/ 132 w 172"/>
              <a:gd name="T3" fmla="*/ 49 h 192"/>
              <a:gd name="T4" fmla="*/ 82 w 172"/>
              <a:gd name="T5" fmla="*/ 0 h 192"/>
              <a:gd name="T6" fmla="*/ 32 w 172"/>
              <a:gd name="T7" fmla="*/ 50 h 192"/>
              <a:gd name="T8" fmla="*/ 32 w 172"/>
              <a:gd name="T9" fmla="*/ 112 h 192"/>
              <a:gd name="T10" fmla="*/ 12 w 172"/>
              <a:gd name="T11" fmla="*/ 132 h 192"/>
              <a:gd name="T12" fmla="*/ 10 w 172"/>
              <a:gd name="T13" fmla="*/ 132 h 192"/>
              <a:gd name="T14" fmla="*/ 0 w 172"/>
              <a:gd name="T15" fmla="*/ 142 h 192"/>
              <a:gd name="T16" fmla="*/ 10 w 172"/>
              <a:gd name="T17" fmla="*/ 152 h 192"/>
              <a:gd name="T18" fmla="*/ 12 w 172"/>
              <a:gd name="T19" fmla="*/ 152 h 192"/>
              <a:gd name="T20" fmla="*/ 52 w 172"/>
              <a:gd name="T21" fmla="*/ 112 h 192"/>
              <a:gd name="T22" fmla="*/ 52 w 172"/>
              <a:gd name="T23" fmla="*/ 50 h 192"/>
              <a:gd name="T24" fmla="*/ 82 w 172"/>
              <a:gd name="T25" fmla="*/ 20 h 192"/>
              <a:gd name="T26" fmla="*/ 112 w 172"/>
              <a:gd name="T27" fmla="*/ 50 h 192"/>
              <a:gd name="T28" fmla="*/ 76 w 172"/>
              <a:gd name="T29" fmla="*/ 96 h 192"/>
              <a:gd name="T30" fmla="*/ 76 w 172"/>
              <a:gd name="T31" fmla="*/ 144 h 192"/>
              <a:gd name="T32" fmla="*/ 124 w 172"/>
              <a:gd name="T33" fmla="*/ 192 h 192"/>
              <a:gd name="T34" fmla="*/ 172 w 172"/>
              <a:gd name="T35" fmla="*/ 144 h 192"/>
              <a:gd name="T36" fmla="*/ 172 w 172"/>
              <a:gd name="T37" fmla="*/ 96 h 192"/>
              <a:gd name="T38" fmla="*/ 132 w 172"/>
              <a:gd name="T39" fmla="*/ 76 h 192"/>
              <a:gd name="T40" fmla="*/ 132 w 172"/>
              <a:gd name="T41" fmla="*/ 100 h 192"/>
              <a:gd name="T42" fmla="*/ 124 w 172"/>
              <a:gd name="T43" fmla="*/ 108 h 192"/>
              <a:gd name="T44" fmla="*/ 116 w 172"/>
              <a:gd name="T45" fmla="*/ 100 h 192"/>
              <a:gd name="T46" fmla="*/ 116 w 172"/>
              <a:gd name="T47" fmla="*/ 76 h 192"/>
              <a:gd name="T48" fmla="*/ 124 w 172"/>
              <a:gd name="T49" fmla="*/ 68 h 192"/>
              <a:gd name="T50" fmla="*/ 132 w 172"/>
              <a:gd name="T51" fmla="*/ 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2" h="192">
                <a:moveTo>
                  <a:pt x="172" y="96"/>
                </a:moveTo>
                <a:cubicBezTo>
                  <a:pt x="172" y="72"/>
                  <a:pt x="155" y="52"/>
                  <a:pt x="132" y="49"/>
                </a:cubicBezTo>
                <a:cubicBezTo>
                  <a:pt x="131" y="22"/>
                  <a:pt x="109" y="0"/>
                  <a:pt x="82" y="0"/>
                </a:cubicBezTo>
                <a:cubicBezTo>
                  <a:pt x="54" y="0"/>
                  <a:pt x="32" y="22"/>
                  <a:pt x="32" y="50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23"/>
                  <a:pt x="23" y="132"/>
                  <a:pt x="12" y="132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4" y="132"/>
                  <a:pt x="0" y="136"/>
                  <a:pt x="0" y="142"/>
                </a:cubicBezTo>
                <a:cubicBezTo>
                  <a:pt x="0" y="148"/>
                  <a:pt x="4" y="152"/>
                  <a:pt x="10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34" y="152"/>
                  <a:pt x="52" y="134"/>
                  <a:pt x="52" y="112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33"/>
                  <a:pt x="65" y="20"/>
                  <a:pt x="82" y="20"/>
                </a:cubicBezTo>
                <a:cubicBezTo>
                  <a:pt x="98" y="20"/>
                  <a:pt x="112" y="33"/>
                  <a:pt x="112" y="50"/>
                </a:cubicBezTo>
                <a:cubicBezTo>
                  <a:pt x="91" y="55"/>
                  <a:pt x="76" y="74"/>
                  <a:pt x="76" y="96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6" y="170"/>
                  <a:pt x="97" y="192"/>
                  <a:pt x="124" y="192"/>
                </a:cubicBezTo>
                <a:cubicBezTo>
                  <a:pt x="151" y="192"/>
                  <a:pt x="172" y="170"/>
                  <a:pt x="172" y="144"/>
                </a:cubicBezTo>
                <a:lnTo>
                  <a:pt x="172" y="96"/>
                </a:lnTo>
                <a:close/>
                <a:moveTo>
                  <a:pt x="132" y="76"/>
                </a:moveTo>
                <a:cubicBezTo>
                  <a:pt x="132" y="100"/>
                  <a:pt x="132" y="100"/>
                  <a:pt x="132" y="100"/>
                </a:cubicBezTo>
                <a:cubicBezTo>
                  <a:pt x="132" y="104"/>
                  <a:pt x="128" y="108"/>
                  <a:pt x="124" y="108"/>
                </a:cubicBezTo>
                <a:cubicBezTo>
                  <a:pt x="120" y="108"/>
                  <a:pt x="116" y="104"/>
                  <a:pt x="116" y="100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72"/>
                  <a:pt x="120" y="68"/>
                  <a:pt x="124" y="68"/>
                </a:cubicBezTo>
                <a:cubicBezTo>
                  <a:pt x="128" y="68"/>
                  <a:pt x="132" y="72"/>
                  <a:pt x="132" y="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6" name="Freeform 40">
            <a:extLst>
              <a:ext uri="{FF2B5EF4-FFF2-40B4-BE49-F238E27FC236}">
                <a16:creationId xmlns:a16="http://schemas.microsoft.com/office/drawing/2014/main" id="{33806372-9509-41F7-BBD5-9B61CF71001D}"/>
              </a:ext>
            </a:extLst>
          </p:cNvPr>
          <p:cNvSpPr>
            <a:spLocks noEditPoints="1"/>
          </p:cNvSpPr>
          <p:nvPr/>
        </p:nvSpPr>
        <p:spPr bwMode="auto">
          <a:xfrm>
            <a:off x="10946971" y="5126040"/>
            <a:ext cx="312738" cy="312738"/>
          </a:xfrm>
          <a:custGeom>
            <a:avLst/>
            <a:gdLst>
              <a:gd name="T0" fmla="*/ 128 w 192"/>
              <a:gd name="T1" fmla="*/ 24 h 192"/>
              <a:gd name="T2" fmla="*/ 49 w 192"/>
              <a:gd name="T3" fmla="*/ 12 h 192"/>
              <a:gd name="T4" fmla="*/ 38 w 192"/>
              <a:gd name="T5" fmla="*/ 0 h 192"/>
              <a:gd name="T6" fmla="*/ 28 w 192"/>
              <a:gd name="T7" fmla="*/ 12 h 192"/>
              <a:gd name="T8" fmla="*/ 128 w 192"/>
              <a:gd name="T9" fmla="*/ 44 h 192"/>
              <a:gd name="T10" fmla="*/ 16 w 192"/>
              <a:gd name="T11" fmla="*/ 60 h 192"/>
              <a:gd name="T12" fmla="*/ 0 w 192"/>
              <a:gd name="T13" fmla="*/ 176 h 192"/>
              <a:gd name="T14" fmla="*/ 176 w 192"/>
              <a:gd name="T15" fmla="*/ 192 h 192"/>
              <a:gd name="T16" fmla="*/ 192 w 192"/>
              <a:gd name="T17" fmla="*/ 76 h 192"/>
              <a:gd name="T18" fmla="*/ 164 w 192"/>
              <a:gd name="T19" fmla="*/ 60 h 192"/>
              <a:gd name="T20" fmla="*/ 128 w 192"/>
              <a:gd name="T21" fmla="*/ 90 h 192"/>
              <a:gd name="T22" fmla="*/ 108 w 192"/>
              <a:gd name="T23" fmla="*/ 90 h 192"/>
              <a:gd name="T24" fmla="*/ 118 w 192"/>
              <a:gd name="T25" fmla="*/ 116 h 192"/>
              <a:gd name="T26" fmla="*/ 118 w 192"/>
              <a:gd name="T27" fmla="*/ 136 h 192"/>
              <a:gd name="T28" fmla="*/ 118 w 192"/>
              <a:gd name="T29" fmla="*/ 116 h 192"/>
              <a:gd name="T30" fmla="*/ 84 w 192"/>
              <a:gd name="T31" fmla="*/ 90 h 192"/>
              <a:gd name="T32" fmla="*/ 64 w 192"/>
              <a:gd name="T33" fmla="*/ 90 h 192"/>
              <a:gd name="T34" fmla="*/ 74 w 192"/>
              <a:gd name="T35" fmla="*/ 116 h 192"/>
              <a:gd name="T36" fmla="*/ 74 w 192"/>
              <a:gd name="T37" fmla="*/ 136 h 192"/>
              <a:gd name="T38" fmla="*/ 74 w 192"/>
              <a:gd name="T39" fmla="*/ 116 h 192"/>
              <a:gd name="T40" fmla="*/ 40 w 192"/>
              <a:gd name="T41" fmla="*/ 90 h 192"/>
              <a:gd name="T42" fmla="*/ 20 w 192"/>
              <a:gd name="T43" fmla="*/ 90 h 192"/>
              <a:gd name="T44" fmla="*/ 30 w 192"/>
              <a:gd name="T45" fmla="*/ 116 h 192"/>
              <a:gd name="T46" fmla="*/ 30 w 192"/>
              <a:gd name="T47" fmla="*/ 136 h 192"/>
              <a:gd name="T48" fmla="*/ 30 w 192"/>
              <a:gd name="T49" fmla="*/ 116 h 192"/>
              <a:gd name="T50" fmla="*/ 40 w 192"/>
              <a:gd name="T51" fmla="*/ 162 h 192"/>
              <a:gd name="T52" fmla="*/ 20 w 192"/>
              <a:gd name="T53" fmla="*/ 162 h 192"/>
              <a:gd name="T54" fmla="*/ 162 w 192"/>
              <a:gd name="T55" fmla="*/ 80 h 192"/>
              <a:gd name="T56" fmla="*/ 162 w 192"/>
              <a:gd name="T57" fmla="*/ 100 h 192"/>
              <a:gd name="T58" fmla="*/ 162 w 192"/>
              <a:gd name="T59" fmla="*/ 80 h 192"/>
              <a:gd name="T60" fmla="*/ 172 w 192"/>
              <a:gd name="T61" fmla="*/ 126 h 192"/>
              <a:gd name="T62" fmla="*/ 152 w 192"/>
              <a:gd name="T63" fmla="*/ 126 h 192"/>
              <a:gd name="T64" fmla="*/ 162 w 192"/>
              <a:gd name="T65" fmla="*/ 152 h 192"/>
              <a:gd name="T66" fmla="*/ 162 w 192"/>
              <a:gd name="T67" fmla="*/ 172 h 192"/>
              <a:gd name="T68" fmla="*/ 162 w 192"/>
              <a:gd name="T69" fmla="*/ 152 h 192"/>
              <a:gd name="T70" fmla="*/ 64 w 192"/>
              <a:gd name="T71" fmla="*/ 172 h 192"/>
              <a:gd name="T72" fmla="*/ 64 w 192"/>
              <a:gd name="T73" fmla="*/ 156 h 192"/>
              <a:gd name="T74" fmla="*/ 136 w 192"/>
              <a:gd name="T75" fmla="*/ 16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2" h="192">
                <a:moveTo>
                  <a:pt x="164" y="60"/>
                </a:moveTo>
                <a:cubicBezTo>
                  <a:pt x="164" y="40"/>
                  <a:pt x="148" y="24"/>
                  <a:pt x="128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57" y="24"/>
                  <a:pt x="50" y="19"/>
                  <a:pt x="49" y="12"/>
                </a:cubicBezTo>
                <a:cubicBezTo>
                  <a:pt x="49" y="12"/>
                  <a:pt x="48" y="11"/>
                  <a:pt x="48" y="10"/>
                </a:cubicBezTo>
                <a:cubicBezTo>
                  <a:pt x="48" y="4"/>
                  <a:pt x="44" y="0"/>
                  <a:pt x="38" y="0"/>
                </a:cubicBezTo>
                <a:cubicBezTo>
                  <a:pt x="32" y="0"/>
                  <a:pt x="28" y="4"/>
                  <a:pt x="28" y="10"/>
                </a:cubicBezTo>
                <a:cubicBezTo>
                  <a:pt x="28" y="11"/>
                  <a:pt x="28" y="11"/>
                  <a:pt x="28" y="12"/>
                </a:cubicBezTo>
                <a:cubicBezTo>
                  <a:pt x="30" y="30"/>
                  <a:pt x="46" y="44"/>
                  <a:pt x="64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37" y="44"/>
                  <a:pt x="144" y="51"/>
                  <a:pt x="144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7" y="60"/>
                  <a:pt x="0" y="67"/>
                  <a:pt x="0" y="76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67"/>
                  <a:pt x="185" y="60"/>
                  <a:pt x="176" y="60"/>
                </a:cubicBezTo>
                <a:lnTo>
                  <a:pt x="164" y="60"/>
                </a:lnTo>
                <a:close/>
                <a:moveTo>
                  <a:pt x="118" y="80"/>
                </a:moveTo>
                <a:cubicBezTo>
                  <a:pt x="124" y="80"/>
                  <a:pt x="128" y="84"/>
                  <a:pt x="128" y="90"/>
                </a:cubicBezTo>
                <a:cubicBezTo>
                  <a:pt x="128" y="96"/>
                  <a:pt x="124" y="100"/>
                  <a:pt x="118" y="100"/>
                </a:cubicBezTo>
                <a:cubicBezTo>
                  <a:pt x="112" y="100"/>
                  <a:pt x="108" y="96"/>
                  <a:pt x="108" y="90"/>
                </a:cubicBezTo>
                <a:cubicBezTo>
                  <a:pt x="108" y="84"/>
                  <a:pt x="112" y="80"/>
                  <a:pt x="118" y="80"/>
                </a:cubicBezTo>
                <a:close/>
                <a:moveTo>
                  <a:pt x="118" y="116"/>
                </a:moveTo>
                <a:cubicBezTo>
                  <a:pt x="124" y="116"/>
                  <a:pt x="128" y="120"/>
                  <a:pt x="128" y="126"/>
                </a:cubicBezTo>
                <a:cubicBezTo>
                  <a:pt x="128" y="132"/>
                  <a:pt x="124" y="136"/>
                  <a:pt x="118" y="136"/>
                </a:cubicBezTo>
                <a:cubicBezTo>
                  <a:pt x="112" y="136"/>
                  <a:pt x="108" y="132"/>
                  <a:pt x="108" y="126"/>
                </a:cubicBezTo>
                <a:cubicBezTo>
                  <a:pt x="108" y="120"/>
                  <a:pt x="112" y="116"/>
                  <a:pt x="118" y="116"/>
                </a:cubicBezTo>
                <a:close/>
                <a:moveTo>
                  <a:pt x="74" y="80"/>
                </a:moveTo>
                <a:cubicBezTo>
                  <a:pt x="80" y="80"/>
                  <a:pt x="84" y="84"/>
                  <a:pt x="84" y="90"/>
                </a:cubicBezTo>
                <a:cubicBezTo>
                  <a:pt x="84" y="96"/>
                  <a:pt x="80" y="100"/>
                  <a:pt x="74" y="100"/>
                </a:cubicBezTo>
                <a:cubicBezTo>
                  <a:pt x="68" y="100"/>
                  <a:pt x="64" y="96"/>
                  <a:pt x="64" y="90"/>
                </a:cubicBezTo>
                <a:cubicBezTo>
                  <a:pt x="64" y="84"/>
                  <a:pt x="68" y="80"/>
                  <a:pt x="74" y="80"/>
                </a:cubicBezTo>
                <a:close/>
                <a:moveTo>
                  <a:pt x="74" y="116"/>
                </a:moveTo>
                <a:cubicBezTo>
                  <a:pt x="80" y="116"/>
                  <a:pt x="84" y="120"/>
                  <a:pt x="84" y="126"/>
                </a:cubicBezTo>
                <a:cubicBezTo>
                  <a:pt x="84" y="132"/>
                  <a:pt x="80" y="136"/>
                  <a:pt x="74" y="136"/>
                </a:cubicBezTo>
                <a:cubicBezTo>
                  <a:pt x="68" y="136"/>
                  <a:pt x="64" y="132"/>
                  <a:pt x="64" y="126"/>
                </a:cubicBezTo>
                <a:cubicBezTo>
                  <a:pt x="64" y="120"/>
                  <a:pt x="68" y="116"/>
                  <a:pt x="74" y="116"/>
                </a:cubicBezTo>
                <a:close/>
                <a:moveTo>
                  <a:pt x="30" y="80"/>
                </a:moveTo>
                <a:cubicBezTo>
                  <a:pt x="36" y="80"/>
                  <a:pt x="40" y="84"/>
                  <a:pt x="40" y="90"/>
                </a:cubicBezTo>
                <a:cubicBezTo>
                  <a:pt x="40" y="96"/>
                  <a:pt x="36" y="100"/>
                  <a:pt x="30" y="100"/>
                </a:cubicBezTo>
                <a:cubicBezTo>
                  <a:pt x="24" y="100"/>
                  <a:pt x="20" y="96"/>
                  <a:pt x="20" y="90"/>
                </a:cubicBezTo>
                <a:cubicBezTo>
                  <a:pt x="20" y="84"/>
                  <a:pt x="24" y="80"/>
                  <a:pt x="30" y="80"/>
                </a:cubicBezTo>
                <a:close/>
                <a:moveTo>
                  <a:pt x="30" y="116"/>
                </a:moveTo>
                <a:cubicBezTo>
                  <a:pt x="36" y="116"/>
                  <a:pt x="40" y="120"/>
                  <a:pt x="40" y="126"/>
                </a:cubicBezTo>
                <a:cubicBezTo>
                  <a:pt x="40" y="132"/>
                  <a:pt x="36" y="136"/>
                  <a:pt x="30" y="136"/>
                </a:cubicBezTo>
                <a:cubicBezTo>
                  <a:pt x="24" y="136"/>
                  <a:pt x="20" y="132"/>
                  <a:pt x="20" y="126"/>
                </a:cubicBezTo>
                <a:cubicBezTo>
                  <a:pt x="20" y="120"/>
                  <a:pt x="24" y="116"/>
                  <a:pt x="30" y="116"/>
                </a:cubicBezTo>
                <a:close/>
                <a:moveTo>
                  <a:pt x="30" y="152"/>
                </a:moveTo>
                <a:cubicBezTo>
                  <a:pt x="36" y="152"/>
                  <a:pt x="40" y="156"/>
                  <a:pt x="40" y="162"/>
                </a:cubicBezTo>
                <a:cubicBezTo>
                  <a:pt x="40" y="168"/>
                  <a:pt x="36" y="172"/>
                  <a:pt x="30" y="172"/>
                </a:cubicBezTo>
                <a:cubicBezTo>
                  <a:pt x="24" y="172"/>
                  <a:pt x="20" y="168"/>
                  <a:pt x="20" y="162"/>
                </a:cubicBezTo>
                <a:cubicBezTo>
                  <a:pt x="20" y="156"/>
                  <a:pt x="24" y="152"/>
                  <a:pt x="30" y="152"/>
                </a:cubicBezTo>
                <a:close/>
                <a:moveTo>
                  <a:pt x="162" y="80"/>
                </a:moveTo>
                <a:cubicBezTo>
                  <a:pt x="168" y="80"/>
                  <a:pt x="172" y="84"/>
                  <a:pt x="172" y="90"/>
                </a:cubicBezTo>
                <a:cubicBezTo>
                  <a:pt x="172" y="96"/>
                  <a:pt x="168" y="100"/>
                  <a:pt x="162" y="100"/>
                </a:cubicBezTo>
                <a:cubicBezTo>
                  <a:pt x="156" y="100"/>
                  <a:pt x="152" y="96"/>
                  <a:pt x="152" y="90"/>
                </a:cubicBezTo>
                <a:cubicBezTo>
                  <a:pt x="152" y="84"/>
                  <a:pt x="156" y="80"/>
                  <a:pt x="162" y="80"/>
                </a:cubicBezTo>
                <a:close/>
                <a:moveTo>
                  <a:pt x="162" y="116"/>
                </a:moveTo>
                <a:cubicBezTo>
                  <a:pt x="168" y="116"/>
                  <a:pt x="172" y="120"/>
                  <a:pt x="172" y="126"/>
                </a:cubicBezTo>
                <a:cubicBezTo>
                  <a:pt x="172" y="132"/>
                  <a:pt x="168" y="136"/>
                  <a:pt x="162" y="136"/>
                </a:cubicBezTo>
                <a:cubicBezTo>
                  <a:pt x="156" y="136"/>
                  <a:pt x="152" y="132"/>
                  <a:pt x="152" y="126"/>
                </a:cubicBezTo>
                <a:cubicBezTo>
                  <a:pt x="152" y="120"/>
                  <a:pt x="156" y="116"/>
                  <a:pt x="162" y="116"/>
                </a:cubicBezTo>
                <a:close/>
                <a:moveTo>
                  <a:pt x="162" y="152"/>
                </a:moveTo>
                <a:cubicBezTo>
                  <a:pt x="168" y="152"/>
                  <a:pt x="172" y="156"/>
                  <a:pt x="172" y="162"/>
                </a:cubicBezTo>
                <a:cubicBezTo>
                  <a:pt x="172" y="168"/>
                  <a:pt x="168" y="172"/>
                  <a:pt x="162" y="172"/>
                </a:cubicBezTo>
                <a:cubicBezTo>
                  <a:pt x="156" y="172"/>
                  <a:pt x="152" y="168"/>
                  <a:pt x="152" y="162"/>
                </a:cubicBezTo>
                <a:cubicBezTo>
                  <a:pt x="152" y="156"/>
                  <a:pt x="156" y="152"/>
                  <a:pt x="162" y="152"/>
                </a:cubicBezTo>
                <a:close/>
                <a:moveTo>
                  <a:pt x="128" y="172"/>
                </a:moveTo>
                <a:cubicBezTo>
                  <a:pt x="64" y="172"/>
                  <a:pt x="64" y="172"/>
                  <a:pt x="64" y="172"/>
                </a:cubicBezTo>
                <a:cubicBezTo>
                  <a:pt x="60" y="172"/>
                  <a:pt x="56" y="168"/>
                  <a:pt x="56" y="164"/>
                </a:cubicBezTo>
                <a:cubicBezTo>
                  <a:pt x="56" y="160"/>
                  <a:pt x="60" y="156"/>
                  <a:pt x="64" y="156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32" y="156"/>
                  <a:pt x="136" y="160"/>
                  <a:pt x="136" y="164"/>
                </a:cubicBezTo>
                <a:cubicBezTo>
                  <a:pt x="136" y="168"/>
                  <a:pt x="132" y="172"/>
                  <a:pt x="128" y="1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7" name="Freeform 41">
            <a:extLst>
              <a:ext uri="{FF2B5EF4-FFF2-40B4-BE49-F238E27FC236}">
                <a16:creationId xmlns:a16="http://schemas.microsoft.com/office/drawing/2014/main" id="{C4B86113-D1CC-4D91-87C8-3019DD63FDAF}"/>
              </a:ext>
            </a:extLst>
          </p:cNvPr>
          <p:cNvSpPr>
            <a:spLocks noEditPoints="1"/>
          </p:cNvSpPr>
          <p:nvPr/>
        </p:nvSpPr>
        <p:spPr bwMode="auto">
          <a:xfrm>
            <a:off x="10262759" y="5126040"/>
            <a:ext cx="266700" cy="312738"/>
          </a:xfrm>
          <a:custGeom>
            <a:avLst/>
            <a:gdLst>
              <a:gd name="T0" fmla="*/ 92 w 164"/>
              <a:gd name="T1" fmla="*/ 74 h 192"/>
              <a:gd name="T2" fmla="*/ 82 w 164"/>
              <a:gd name="T3" fmla="*/ 64 h 192"/>
              <a:gd name="T4" fmla="*/ 72 w 164"/>
              <a:gd name="T5" fmla="*/ 74 h 192"/>
              <a:gd name="T6" fmla="*/ 82 w 164"/>
              <a:gd name="T7" fmla="*/ 84 h 192"/>
              <a:gd name="T8" fmla="*/ 92 w 164"/>
              <a:gd name="T9" fmla="*/ 74 h 192"/>
              <a:gd name="T10" fmla="*/ 20 w 164"/>
              <a:gd name="T11" fmla="*/ 0 h 192"/>
              <a:gd name="T12" fmla="*/ 0 w 164"/>
              <a:gd name="T13" fmla="*/ 20 h 192"/>
              <a:gd name="T14" fmla="*/ 0 w 164"/>
              <a:gd name="T15" fmla="*/ 172 h 192"/>
              <a:gd name="T16" fmla="*/ 20 w 164"/>
              <a:gd name="T17" fmla="*/ 192 h 192"/>
              <a:gd name="T18" fmla="*/ 144 w 164"/>
              <a:gd name="T19" fmla="*/ 192 h 192"/>
              <a:gd name="T20" fmla="*/ 164 w 164"/>
              <a:gd name="T21" fmla="*/ 172 h 192"/>
              <a:gd name="T22" fmla="*/ 164 w 164"/>
              <a:gd name="T23" fmla="*/ 20 h 192"/>
              <a:gd name="T24" fmla="*/ 144 w 164"/>
              <a:gd name="T25" fmla="*/ 0 h 192"/>
              <a:gd name="T26" fmla="*/ 20 w 164"/>
              <a:gd name="T27" fmla="*/ 0 h 192"/>
              <a:gd name="T28" fmla="*/ 82 w 164"/>
              <a:gd name="T29" fmla="*/ 20 h 192"/>
              <a:gd name="T30" fmla="*/ 136 w 164"/>
              <a:gd name="T31" fmla="*/ 74 h 192"/>
              <a:gd name="T32" fmla="*/ 119 w 164"/>
              <a:gd name="T33" fmla="*/ 113 h 192"/>
              <a:gd name="T34" fmla="*/ 106 w 164"/>
              <a:gd name="T35" fmla="*/ 102 h 192"/>
              <a:gd name="T36" fmla="*/ 74 w 164"/>
              <a:gd name="T37" fmla="*/ 102 h 192"/>
              <a:gd name="T38" fmla="*/ 70 w 164"/>
              <a:gd name="T39" fmla="*/ 127 h 192"/>
              <a:gd name="T40" fmla="*/ 28 w 164"/>
              <a:gd name="T41" fmla="*/ 74 h 192"/>
              <a:gd name="T42" fmla="*/ 82 w 164"/>
              <a:gd name="T43" fmla="*/ 20 h 192"/>
              <a:gd name="T44" fmla="*/ 20 w 164"/>
              <a:gd name="T45" fmla="*/ 162 h 192"/>
              <a:gd name="T46" fmla="*/ 30 w 164"/>
              <a:gd name="T47" fmla="*/ 152 h 192"/>
              <a:gd name="T48" fmla="*/ 40 w 164"/>
              <a:gd name="T49" fmla="*/ 162 h 192"/>
              <a:gd name="T50" fmla="*/ 30 w 164"/>
              <a:gd name="T51" fmla="*/ 172 h 192"/>
              <a:gd name="T52" fmla="*/ 20 w 164"/>
              <a:gd name="T53" fmla="*/ 162 h 192"/>
              <a:gd name="T54" fmla="*/ 86 w 164"/>
              <a:gd name="T55" fmla="*/ 114 h 192"/>
              <a:gd name="T56" fmla="*/ 95 w 164"/>
              <a:gd name="T57" fmla="*/ 114 h 192"/>
              <a:gd name="T58" fmla="*/ 140 w 164"/>
              <a:gd name="T59" fmla="*/ 147 h 192"/>
              <a:gd name="T60" fmla="*/ 140 w 164"/>
              <a:gd name="T61" fmla="*/ 168 h 192"/>
              <a:gd name="T62" fmla="*/ 119 w 164"/>
              <a:gd name="T63" fmla="*/ 168 h 192"/>
              <a:gd name="T64" fmla="*/ 86 w 164"/>
              <a:gd name="T65" fmla="*/ 123 h 192"/>
              <a:gd name="T66" fmla="*/ 86 w 164"/>
              <a:gd name="T67" fmla="*/ 11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4" h="192">
                <a:moveTo>
                  <a:pt x="92" y="74"/>
                </a:moveTo>
                <a:cubicBezTo>
                  <a:pt x="92" y="68"/>
                  <a:pt x="88" y="64"/>
                  <a:pt x="82" y="64"/>
                </a:cubicBezTo>
                <a:cubicBezTo>
                  <a:pt x="76" y="64"/>
                  <a:pt x="72" y="68"/>
                  <a:pt x="72" y="74"/>
                </a:cubicBezTo>
                <a:cubicBezTo>
                  <a:pt x="72" y="80"/>
                  <a:pt x="76" y="84"/>
                  <a:pt x="82" y="84"/>
                </a:cubicBezTo>
                <a:cubicBezTo>
                  <a:pt x="88" y="84"/>
                  <a:pt x="92" y="80"/>
                  <a:pt x="92" y="74"/>
                </a:cubicBezTo>
                <a:close/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83"/>
                  <a:pt x="9" y="192"/>
                  <a:pt x="20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55" y="192"/>
                  <a:pt x="164" y="183"/>
                  <a:pt x="164" y="172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4" y="9"/>
                  <a:pt x="155" y="0"/>
                  <a:pt x="144" y="0"/>
                </a:cubicBezTo>
                <a:lnTo>
                  <a:pt x="20" y="0"/>
                </a:lnTo>
                <a:close/>
                <a:moveTo>
                  <a:pt x="82" y="20"/>
                </a:moveTo>
                <a:cubicBezTo>
                  <a:pt x="112" y="20"/>
                  <a:pt x="136" y="44"/>
                  <a:pt x="136" y="74"/>
                </a:cubicBezTo>
                <a:cubicBezTo>
                  <a:pt x="136" y="90"/>
                  <a:pt x="129" y="104"/>
                  <a:pt x="119" y="113"/>
                </a:cubicBezTo>
                <a:cubicBezTo>
                  <a:pt x="113" y="109"/>
                  <a:pt x="108" y="105"/>
                  <a:pt x="106" y="102"/>
                </a:cubicBezTo>
                <a:cubicBezTo>
                  <a:pt x="97" y="94"/>
                  <a:pt x="83" y="94"/>
                  <a:pt x="74" y="102"/>
                </a:cubicBezTo>
                <a:cubicBezTo>
                  <a:pt x="68" y="109"/>
                  <a:pt x="66" y="119"/>
                  <a:pt x="70" y="127"/>
                </a:cubicBezTo>
                <a:cubicBezTo>
                  <a:pt x="46" y="121"/>
                  <a:pt x="28" y="100"/>
                  <a:pt x="28" y="74"/>
                </a:cubicBezTo>
                <a:cubicBezTo>
                  <a:pt x="28" y="44"/>
                  <a:pt x="52" y="20"/>
                  <a:pt x="82" y="20"/>
                </a:cubicBezTo>
                <a:close/>
                <a:moveTo>
                  <a:pt x="20" y="162"/>
                </a:moveTo>
                <a:cubicBezTo>
                  <a:pt x="20" y="156"/>
                  <a:pt x="24" y="152"/>
                  <a:pt x="30" y="152"/>
                </a:cubicBezTo>
                <a:cubicBezTo>
                  <a:pt x="36" y="152"/>
                  <a:pt x="40" y="156"/>
                  <a:pt x="40" y="162"/>
                </a:cubicBezTo>
                <a:cubicBezTo>
                  <a:pt x="40" y="168"/>
                  <a:pt x="36" y="172"/>
                  <a:pt x="30" y="172"/>
                </a:cubicBezTo>
                <a:cubicBezTo>
                  <a:pt x="24" y="172"/>
                  <a:pt x="20" y="168"/>
                  <a:pt x="20" y="162"/>
                </a:cubicBezTo>
                <a:close/>
                <a:moveTo>
                  <a:pt x="86" y="114"/>
                </a:moveTo>
                <a:cubicBezTo>
                  <a:pt x="88" y="111"/>
                  <a:pt x="92" y="111"/>
                  <a:pt x="95" y="114"/>
                </a:cubicBezTo>
                <a:cubicBezTo>
                  <a:pt x="96" y="115"/>
                  <a:pt x="135" y="143"/>
                  <a:pt x="140" y="147"/>
                </a:cubicBezTo>
                <a:cubicBezTo>
                  <a:pt x="145" y="153"/>
                  <a:pt x="145" y="162"/>
                  <a:pt x="140" y="168"/>
                </a:cubicBezTo>
                <a:cubicBezTo>
                  <a:pt x="134" y="173"/>
                  <a:pt x="125" y="173"/>
                  <a:pt x="119" y="168"/>
                </a:cubicBezTo>
                <a:cubicBezTo>
                  <a:pt x="115" y="163"/>
                  <a:pt x="87" y="124"/>
                  <a:pt x="86" y="123"/>
                </a:cubicBezTo>
                <a:cubicBezTo>
                  <a:pt x="83" y="120"/>
                  <a:pt x="83" y="116"/>
                  <a:pt x="86" y="1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8" name="Freeform 42">
            <a:extLst>
              <a:ext uri="{FF2B5EF4-FFF2-40B4-BE49-F238E27FC236}">
                <a16:creationId xmlns:a16="http://schemas.microsoft.com/office/drawing/2014/main" id="{64F6B946-5C17-41F4-9EB9-D75DBAA3421B}"/>
              </a:ext>
            </a:extLst>
          </p:cNvPr>
          <p:cNvSpPr>
            <a:spLocks noEditPoints="1"/>
          </p:cNvSpPr>
          <p:nvPr/>
        </p:nvSpPr>
        <p:spPr bwMode="auto">
          <a:xfrm>
            <a:off x="9538859" y="5126040"/>
            <a:ext cx="312738" cy="312738"/>
          </a:xfrm>
          <a:custGeom>
            <a:avLst/>
            <a:gdLst>
              <a:gd name="T0" fmla="*/ 140 w 192"/>
              <a:gd name="T1" fmla="*/ 42 h 192"/>
              <a:gd name="T2" fmla="*/ 150 w 192"/>
              <a:gd name="T3" fmla="*/ 52 h 192"/>
              <a:gd name="T4" fmla="*/ 160 w 192"/>
              <a:gd name="T5" fmla="*/ 42 h 192"/>
              <a:gd name="T6" fmla="*/ 150 w 192"/>
              <a:gd name="T7" fmla="*/ 32 h 192"/>
              <a:gd name="T8" fmla="*/ 140 w 192"/>
              <a:gd name="T9" fmla="*/ 42 h 192"/>
              <a:gd name="T10" fmla="*/ 140 w 192"/>
              <a:gd name="T11" fmla="*/ 106 h 192"/>
              <a:gd name="T12" fmla="*/ 150 w 192"/>
              <a:gd name="T13" fmla="*/ 116 h 192"/>
              <a:gd name="T14" fmla="*/ 160 w 192"/>
              <a:gd name="T15" fmla="*/ 106 h 192"/>
              <a:gd name="T16" fmla="*/ 150 w 192"/>
              <a:gd name="T17" fmla="*/ 96 h 192"/>
              <a:gd name="T18" fmla="*/ 140 w 192"/>
              <a:gd name="T19" fmla="*/ 106 h 192"/>
              <a:gd name="T20" fmla="*/ 0 w 192"/>
              <a:gd name="T21" fmla="*/ 132 h 192"/>
              <a:gd name="T22" fmla="*/ 16 w 192"/>
              <a:gd name="T23" fmla="*/ 148 h 192"/>
              <a:gd name="T24" fmla="*/ 84 w 192"/>
              <a:gd name="T25" fmla="*/ 148 h 192"/>
              <a:gd name="T26" fmla="*/ 84 w 192"/>
              <a:gd name="T27" fmla="*/ 159 h 192"/>
              <a:gd name="T28" fmla="*/ 79 w 192"/>
              <a:gd name="T29" fmla="*/ 164 h 192"/>
              <a:gd name="T30" fmla="*/ 30 w 192"/>
              <a:gd name="T31" fmla="*/ 164 h 192"/>
              <a:gd name="T32" fmla="*/ 20 w 192"/>
              <a:gd name="T33" fmla="*/ 174 h 192"/>
              <a:gd name="T34" fmla="*/ 30 w 192"/>
              <a:gd name="T35" fmla="*/ 184 h 192"/>
              <a:gd name="T36" fmla="*/ 79 w 192"/>
              <a:gd name="T37" fmla="*/ 184 h 192"/>
              <a:gd name="T38" fmla="*/ 94 w 192"/>
              <a:gd name="T39" fmla="*/ 192 h 192"/>
              <a:gd name="T40" fmla="*/ 109 w 192"/>
              <a:gd name="T41" fmla="*/ 184 h 192"/>
              <a:gd name="T42" fmla="*/ 162 w 192"/>
              <a:gd name="T43" fmla="*/ 184 h 192"/>
              <a:gd name="T44" fmla="*/ 172 w 192"/>
              <a:gd name="T45" fmla="*/ 174 h 192"/>
              <a:gd name="T46" fmla="*/ 162 w 192"/>
              <a:gd name="T47" fmla="*/ 164 h 192"/>
              <a:gd name="T48" fmla="*/ 109 w 192"/>
              <a:gd name="T49" fmla="*/ 164 h 192"/>
              <a:gd name="T50" fmla="*/ 104 w 192"/>
              <a:gd name="T51" fmla="*/ 159 h 192"/>
              <a:gd name="T52" fmla="*/ 104 w 192"/>
              <a:gd name="T53" fmla="*/ 148 h 192"/>
              <a:gd name="T54" fmla="*/ 176 w 192"/>
              <a:gd name="T55" fmla="*/ 148 h 192"/>
              <a:gd name="T56" fmla="*/ 192 w 192"/>
              <a:gd name="T57" fmla="*/ 132 h 192"/>
              <a:gd name="T58" fmla="*/ 192 w 192"/>
              <a:gd name="T59" fmla="*/ 16 h 192"/>
              <a:gd name="T60" fmla="*/ 176 w 192"/>
              <a:gd name="T61" fmla="*/ 0 h 192"/>
              <a:gd name="T62" fmla="*/ 16 w 192"/>
              <a:gd name="T63" fmla="*/ 0 h 192"/>
              <a:gd name="T64" fmla="*/ 0 w 192"/>
              <a:gd name="T65" fmla="*/ 16 h 192"/>
              <a:gd name="T66" fmla="*/ 0 w 192"/>
              <a:gd name="T67" fmla="*/ 132 h 192"/>
              <a:gd name="T68" fmla="*/ 29 w 192"/>
              <a:gd name="T69" fmla="*/ 20 h 192"/>
              <a:gd name="T70" fmla="*/ 163 w 192"/>
              <a:gd name="T71" fmla="*/ 20 h 192"/>
              <a:gd name="T72" fmla="*/ 172 w 192"/>
              <a:gd name="T73" fmla="*/ 29 h 192"/>
              <a:gd name="T74" fmla="*/ 172 w 192"/>
              <a:gd name="T75" fmla="*/ 55 h 192"/>
              <a:gd name="T76" fmla="*/ 163 w 192"/>
              <a:gd name="T77" fmla="*/ 64 h 192"/>
              <a:gd name="T78" fmla="*/ 29 w 192"/>
              <a:gd name="T79" fmla="*/ 64 h 192"/>
              <a:gd name="T80" fmla="*/ 20 w 192"/>
              <a:gd name="T81" fmla="*/ 55 h 192"/>
              <a:gd name="T82" fmla="*/ 20 w 192"/>
              <a:gd name="T83" fmla="*/ 29 h 192"/>
              <a:gd name="T84" fmla="*/ 29 w 192"/>
              <a:gd name="T85" fmla="*/ 20 h 192"/>
              <a:gd name="T86" fmla="*/ 29 w 192"/>
              <a:gd name="T87" fmla="*/ 84 h 192"/>
              <a:gd name="T88" fmla="*/ 163 w 192"/>
              <a:gd name="T89" fmla="*/ 84 h 192"/>
              <a:gd name="T90" fmla="*/ 172 w 192"/>
              <a:gd name="T91" fmla="*/ 93 h 192"/>
              <a:gd name="T92" fmla="*/ 172 w 192"/>
              <a:gd name="T93" fmla="*/ 119 h 192"/>
              <a:gd name="T94" fmla="*/ 163 w 192"/>
              <a:gd name="T95" fmla="*/ 128 h 192"/>
              <a:gd name="T96" fmla="*/ 29 w 192"/>
              <a:gd name="T97" fmla="*/ 128 h 192"/>
              <a:gd name="T98" fmla="*/ 20 w 192"/>
              <a:gd name="T99" fmla="*/ 119 h 192"/>
              <a:gd name="T100" fmla="*/ 20 w 192"/>
              <a:gd name="T101" fmla="*/ 93 h 192"/>
              <a:gd name="T102" fmla="*/ 29 w 192"/>
              <a:gd name="T103" fmla="*/ 8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2" h="192">
                <a:moveTo>
                  <a:pt x="140" y="42"/>
                </a:moveTo>
                <a:cubicBezTo>
                  <a:pt x="140" y="48"/>
                  <a:pt x="144" y="52"/>
                  <a:pt x="150" y="52"/>
                </a:cubicBezTo>
                <a:cubicBezTo>
                  <a:pt x="156" y="52"/>
                  <a:pt x="160" y="48"/>
                  <a:pt x="160" y="42"/>
                </a:cubicBezTo>
                <a:cubicBezTo>
                  <a:pt x="160" y="36"/>
                  <a:pt x="156" y="32"/>
                  <a:pt x="150" y="32"/>
                </a:cubicBezTo>
                <a:cubicBezTo>
                  <a:pt x="144" y="32"/>
                  <a:pt x="140" y="36"/>
                  <a:pt x="140" y="42"/>
                </a:cubicBezTo>
                <a:close/>
                <a:moveTo>
                  <a:pt x="140" y="106"/>
                </a:moveTo>
                <a:cubicBezTo>
                  <a:pt x="140" y="112"/>
                  <a:pt x="144" y="116"/>
                  <a:pt x="150" y="116"/>
                </a:cubicBezTo>
                <a:cubicBezTo>
                  <a:pt x="156" y="116"/>
                  <a:pt x="160" y="112"/>
                  <a:pt x="160" y="106"/>
                </a:cubicBezTo>
                <a:cubicBezTo>
                  <a:pt x="160" y="100"/>
                  <a:pt x="156" y="96"/>
                  <a:pt x="150" y="96"/>
                </a:cubicBezTo>
                <a:cubicBezTo>
                  <a:pt x="144" y="96"/>
                  <a:pt x="140" y="100"/>
                  <a:pt x="140" y="106"/>
                </a:cubicBezTo>
                <a:close/>
                <a:moveTo>
                  <a:pt x="0" y="132"/>
                </a:moveTo>
                <a:cubicBezTo>
                  <a:pt x="0" y="141"/>
                  <a:pt x="7" y="148"/>
                  <a:pt x="16" y="148"/>
                </a:cubicBezTo>
                <a:cubicBezTo>
                  <a:pt x="84" y="148"/>
                  <a:pt x="84" y="148"/>
                  <a:pt x="84" y="148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2" y="160"/>
                  <a:pt x="80" y="162"/>
                  <a:pt x="79" y="164"/>
                </a:cubicBezTo>
                <a:cubicBezTo>
                  <a:pt x="30" y="164"/>
                  <a:pt x="30" y="164"/>
                  <a:pt x="30" y="164"/>
                </a:cubicBezTo>
                <a:cubicBezTo>
                  <a:pt x="24" y="164"/>
                  <a:pt x="20" y="168"/>
                  <a:pt x="20" y="174"/>
                </a:cubicBezTo>
                <a:cubicBezTo>
                  <a:pt x="20" y="180"/>
                  <a:pt x="24" y="184"/>
                  <a:pt x="30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82" y="189"/>
                  <a:pt x="88" y="192"/>
                  <a:pt x="94" y="192"/>
                </a:cubicBezTo>
                <a:cubicBezTo>
                  <a:pt x="100" y="192"/>
                  <a:pt x="106" y="189"/>
                  <a:pt x="109" y="184"/>
                </a:cubicBezTo>
                <a:cubicBezTo>
                  <a:pt x="162" y="184"/>
                  <a:pt x="162" y="184"/>
                  <a:pt x="162" y="184"/>
                </a:cubicBezTo>
                <a:cubicBezTo>
                  <a:pt x="168" y="184"/>
                  <a:pt x="172" y="180"/>
                  <a:pt x="172" y="174"/>
                </a:cubicBezTo>
                <a:cubicBezTo>
                  <a:pt x="172" y="168"/>
                  <a:pt x="168" y="164"/>
                  <a:pt x="162" y="164"/>
                </a:cubicBezTo>
                <a:cubicBezTo>
                  <a:pt x="109" y="164"/>
                  <a:pt x="109" y="164"/>
                  <a:pt x="109" y="164"/>
                </a:cubicBezTo>
                <a:cubicBezTo>
                  <a:pt x="108" y="162"/>
                  <a:pt x="106" y="160"/>
                  <a:pt x="104" y="15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76" y="148"/>
                  <a:pt x="176" y="148"/>
                  <a:pt x="176" y="148"/>
                </a:cubicBezTo>
                <a:cubicBezTo>
                  <a:pt x="185" y="148"/>
                  <a:pt x="192" y="141"/>
                  <a:pt x="192" y="132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32"/>
                </a:lnTo>
                <a:close/>
                <a:moveTo>
                  <a:pt x="29" y="20"/>
                </a:moveTo>
                <a:cubicBezTo>
                  <a:pt x="163" y="20"/>
                  <a:pt x="163" y="20"/>
                  <a:pt x="163" y="20"/>
                </a:cubicBezTo>
                <a:cubicBezTo>
                  <a:pt x="168" y="20"/>
                  <a:pt x="172" y="24"/>
                  <a:pt x="172" y="29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60"/>
                  <a:pt x="168" y="64"/>
                  <a:pt x="163" y="64"/>
                </a:cubicBezTo>
                <a:cubicBezTo>
                  <a:pt x="29" y="64"/>
                  <a:pt x="29" y="64"/>
                  <a:pt x="29" y="64"/>
                </a:cubicBezTo>
                <a:cubicBezTo>
                  <a:pt x="24" y="64"/>
                  <a:pt x="20" y="60"/>
                  <a:pt x="20" y="55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29" y="84"/>
                </a:moveTo>
                <a:cubicBezTo>
                  <a:pt x="163" y="84"/>
                  <a:pt x="163" y="84"/>
                  <a:pt x="163" y="84"/>
                </a:cubicBezTo>
                <a:cubicBezTo>
                  <a:pt x="168" y="84"/>
                  <a:pt x="172" y="88"/>
                  <a:pt x="172" y="93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4"/>
                  <a:pt x="168" y="128"/>
                  <a:pt x="163" y="128"/>
                </a:cubicBezTo>
                <a:cubicBezTo>
                  <a:pt x="29" y="128"/>
                  <a:pt x="29" y="128"/>
                  <a:pt x="29" y="128"/>
                </a:cubicBezTo>
                <a:cubicBezTo>
                  <a:pt x="24" y="128"/>
                  <a:pt x="20" y="124"/>
                  <a:pt x="20" y="119"/>
                </a:cubicBezTo>
                <a:cubicBezTo>
                  <a:pt x="20" y="93"/>
                  <a:pt x="20" y="93"/>
                  <a:pt x="20" y="93"/>
                </a:cubicBezTo>
                <a:cubicBezTo>
                  <a:pt x="20" y="88"/>
                  <a:pt x="24" y="84"/>
                  <a:pt x="29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9" name="Freeform 43">
            <a:extLst>
              <a:ext uri="{FF2B5EF4-FFF2-40B4-BE49-F238E27FC236}">
                <a16:creationId xmlns:a16="http://schemas.microsoft.com/office/drawing/2014/main" id="{21F1AFE3-70A1-4DAB-BCCA-F69D10315A1A}"/>
              </a:ext>
            </a:extLst>
          </p:cNvPr>
          <p:cNvSpPr>
            <a:spLocks noEditPoints="1"/>
          </p:cNvSpPr>
          <p:nvPr/>
        </p:nvSpPr>
        <p:spPr bwMode="auto">
          <a:xfrm>
            <a:off x="8835596" y="5132390"/>
            <a:ext cx="312738" cy="292100"/>
          </a:xfrm>
          <a:custGeom>
            <a:avLst/>
            <a:gdLst>
              <a:gd name="T0" fmla="*/ 108 w 192"/>
              <a:gd name="T1" fmla="*/ 125 h 180"/>
              <a:gd name="T2" fmla="*/ 119 w 192"/>
              <a:gd name="T3" fmla="*/ 137 h 180"/>
              <a:gd name="T4" fmla="*/ 133 w 192"/>
              <a:gd name="T5" fmla="*/ 137 h 180"/>
              <a:gd name="T6" fmla="*/ 133 w 192"/>
              <a:gd name="T7" fmla="*/ 123 h 180"/>
              <a:gd name="T8" fmla="*/ 122 w 192"/>
              <a:gd name="T9" fmla="*/ 112 h 180"/>
              <a:gd name="T10" fmla="*/ 133 w 192"/>
              <a:gd name="T11" fmla="*/ 100 h 180"/>
              <a:gd name="T12" fmla="*/ 87 w 192"/>
              <a:gd name="T13" fmla="*/ 81 h 180"/>
              <a:gd name="T14" fmla="*/ 84 w 192"/>
              <a:gd name="T15" fmla="*/ 80 h 180"/>
              <a:gd name="T16" fmla="*/ 76 w 192"/>
              <a:gd name="T17" fmla="*/ 88 h 180"/>
              <a:gd name="T18" fmla="*/ 77 w 192"/>
              <a:gd name="T19" fmla="*/ 91 h 180"/>
              <a:gd name="T20" fmla="*/ 96 w 192"/>
              <a:gd name="T21" fmla="*/ 137 h 180"/>
              <a:gd name="T22" fmla="*/ 108 w 192"/>
              <a:gd name="T23" fmla="*/ 125 h 180"/>
              <a:gd name="T24" fmla="*/ 0 w 192"/>
              <a:gd name="T25" fmla="*/ 164 h 180"/>
              <a:gd name="T26" fmla="*/ 16 w 192"/>
              <a:gd name="T27" fmla="*/ 180 h 180"/>
              <a:gd name="T28" fmla="*/ 176 w 192"/>
              <a:gd name="T29" fmla="*/ 180 h 180"/>
              <a:gd name="T30" fmla="*/ 192 w 192"/>
              <a:gd name="T31" fmla="*/ 164 h 180"/>
              <a:gd name="T32" fmla="*/ 192 w 192"/>
              <a:gd name="T33" fmla="*/ 16 h 180"/>
              <a:gd name="T34" fmla="*/ 176 w 192"/>
              <a:gd name="T35" fmla="*/ 0 h 180"/>
              <a:gd name="T36" fmla="*/ 16 w 192"/>
              <a:gd name="T37" fmla="*/ 0 h 180"/>
              <a:gd name="T38" fmla="*/ 0 w 192"/>
              <a:gd name="T39" fmla="*/ 16 h 180"/>
              <a:gd name="T40" fmla="*/ 0 w 192"/>
              <a:gd name="T41" fmla="*/ 164 h 180"/>
              <a:gd name="T42" fmla="*/ 29 w 192"/>
              <a:gd name="T43" fmla="*/ 56 h 180"/>
              <a:gd name="T44" fmla="*/ 163 w 192"/>
              <a:gd name="T45" fmla="*/ 56 h 180"/>
              <a:gd name="T46" fmla="*/ 172 w 192"/>
              <a:gd name="T47" fmla="*/ 65 h 180"/>
              <a:gd name="T48" fmla="*/ 172 w 192"/>
              <a:gd name="T49" fmla="*/ 151 h 180"/>
              <a:gd name="T50" fmla="*/ 163 w 192"/>
              <a:gd name="T51" fmla="*/ 160 h 180"/>
              <a:gd name="T52" fmla="*/ 29 w 192"/>
              <a:gd name="T53" fmla="*/ 160 h 180"/>
              <a:gd name="T54" fmla="*/ 20 w 192"/>
              <a:gd name="T55" fmla="*/ 151 h 180"/>
              <a:gd name="T56" fmla="*/ 20 w 192"/>
              <a:gd name="T57" fmla="*/ 65 h 180"/>
              <a:gd name="T58" fmla="*/ 29 w 192"/>
              <a:gd name="T59" fmla="*/ 56 h 180"/>
              <a:gd name="T60" fmla="*/ 20 w 192"/>
              <a:gd name="T61" fmla="*/ 30 h 180"/>
              <a:gd name="T62" fmla="*/ 30 w 192"/>
              <a:gd name="T63" fmla="*/ 20 h 180"/>
              <a:gd name="T64" fmla="*/ 40 w 192"/>
              <a:gd name="T65" fmla="*/ 30 h 180"/>
              <a:gd name="T66" fmla="*/ 30 w 192"/>
              <a:gd name="T67" fmla="*/ 40 h 180"/>
              <a:gd name="T68" fmla="*/ 20 w 192"/>
              <a:gd name="T69" fmla="*/ 30 h 180"/>
              <a:gd name="T70" fmla="*/ 56 w 192"/>
              <a:gd name="T71" fmla="*/ 30 h 180"/>
              <a:gd name="T72" fmla="*/ 66 w 192"/>
              <a:gd name="T73" fmla="*/ 20 h 180"/>
              <a:gd name="T74" fmla="*/ 76 w 192"/>
              <a:gd name="T75" fmla="*/ 30 h 180"/>
              <a:gd name="T76" fmla="*/ 66 w 192"/>
              <a:gd name="T77" fmla="*/ 40 h 180"/>
              <a:gd name="T78" fmla="*/ 56 w 192"/>
              <a:gd name="T79" fmla="*/ 30 h 180"/>
              <a:gd name="T80" fmla="*/ 92 w 192"/>
              <a:gd name="T81" fmla="*/ 30 h 180"/>
              <a:gd name="T82" fmla="*/ 102 w 192"/>
              <a:gd name="T83" fmla="*/ 20 h 180"/>
              <a:gd name="T84" fmla="*/ 112 w 192"/>
              <a:gd name="T85" fmla="*/ 30 h 180"/>
              <a:gd name="T86" fmla="*/ 102 w 192"/>
              <a:gd name="T87" fmla="*/ 40 h 180"/>
              <a:gd name="T88" fmla="*/ 92 w 192"/>
              <a:gd name="T89" fmla="*/ 3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2" h="180">
                <a:moveTo>
                  <a:pt x="108" y="125"/>
                </a:moveTo>
                <a:cubicBezTo>
                  <a:pt x="119" y="137"/>
                  <a:pt x="119" y="137"/>
                  <a:pt x="119" y="137"/>
                </a:cubicBezTo>
                <a:cubicBezTo>
                  <a:pt x="123" y="141"/>
                  <a:pt x="129" y="141"/>
                  <a:pt x="133" y="137"/>
                </a:cubicBezTo>
                <a:cubicBezTo>
                  <a:pt x="137" y="133"/>
                  <a:pt x="137" y="127"/>
                  <a:pt x="133" y="123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33" y="100"/>
                  <a:pt x="133" y="100"/>
                  <a:pt x="133" y="100"/>
                </a:cubicBezTo>
                <a:cubicBezTo>
                  <a:pt x="133" y="100"/>
                  <a:pt x="89" y="81"/>
                  <a:pt x="87" y="81"/>
                </a:cubicBezTo>
                <a:cubicBezTo>
                  <a:pt x="86" y="80"/>
                  <a:pt x="85" y="80"/>
                  <a:pt x="84" y="80"/>
                </a:cubicBezTo>
                <a:cubicBezTo>
                  <a:pt x="80" y="80"/>
                  <a:pt x="76" y="84"/>
                  <a:pt x="76" y="88"/>
                </a:cubicBezTo>
                <a:cubicBezTo>
                  <a:pt x="76" y="89"/>
                  <a:pt x="76" y="90"/>
                  <a:pt x="77" y="91"/>
                </a:cubicBezTo>
                <a:cubicBezTo>
                  <a:pt x="77" y="93"/>
                  <a:pt x="96" y="137"/>
                  <a:pt x="96" y="137"/>
                </a:cubicBezTo>
                <a:lnTo>
                  <a:pt x="108" y="125"/>
                </a:lnTo>
                <a:close/>
                <a:moveTo>
                  <a:pt x="0" y="164"/>
                </a:moveTo>
                <a:cubicBezTo>
                  <a:pt x="0" y="173"/>
                  <a:pt x="7" y="180"/>
                  <a:pt x="16" y="180"/>
                </a:cubicBezTo>
                <a:cubicBezTo>
                  <a:pt x="176" y="180"/>
                  <a:pt x="176" y="180"/>
                  <a:pt x="176" y="180"/>
                </a:cubicBezTo>
                <a:cubicBezTo>
                  <a:pt x="185" y="180"/>
                  <a:pt x="192" y="173"/>
                  <a:pt x="192" y="164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64"/>
                </a:lnTo>
                <a:close/>
                <a:moveTo>
                  <a:pt x="29" y="56"/>
                </a:moveTo>
                <a:cubicBezTo>
                  <a:pt x="163" y="56"/>
                  <a:pt x="163" y="56"/>
                  <a:pt x="163" y="56"/>
                </a:cubicBezTo>
                <a:cubicBezTo>
                  <a:pt x="168" y="56"/>
                  <a:pt x="172" y="60"/>
                  <a:pt x="172" y="65"/>
                </a:cubicBezTo>
                <a:cubicBezTo>
                  <a:pt x="172" y="151"/>
                  <a:pt x="172" y="151"/>
                  <a:pt x="172" y="151"/>
                </a:cubicBezTo>
                <a:cubicBezTo>
                  <a:pt x="172" y="156"/>
                  <a:pt x="168" y="160"/>
                  <a:pt x="163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24" y="160"/>
                  <a:pt x="20" y="156"/>
                  <a:pt x="20" y="151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0"/>
                  <a:pt x="24" y="56"/>
                  <a:pt x="29" y="56"/>
                </a:cubicBezTo>
                <a:close/>
                <a:moveTo>
                  <a:pt x="20" y="30"/>
                </a:moveTo>
                <a:cubicBezTo>
                  <a:pt x="20" y="24"/>
                  <a:pt x="24" y="20"/>
                  <a:pt x="30" y="20"/>
                </a:cubicBezTo>
                <a:cubicBezTo>
                  <a:pt x="36" y="20"/>
                  <a:pt x="40" y="24"/>
                  <a:pt x="40" y="30"/>
                </a:cubicBezTo>
                <a:cubicBezTo>
                  <a:pt x="40" y="36"/>
                  <a:pt x="36" y="40"/>
                  <a:pt x="30" y="40"/>
                </a:cubicBezTo>
                <a:cubicBezTo>
                  <a:pt x="24" y="40"/>
                  <a:pt x="20" y="36"/>
                  <a:pt x="20" y="30"/>
                </a:cubicBezTo>
                <a:close/>
                <a:moveTo>
                  <a:pt x="56" y="30"/>
                </a:moveTo>
                <a:cubicBezTo>
                  <a:pt x="56" y="24"/>
                  <a:pt x="60" y="20"/>
                  <a:pt x="66" y="20"/>
                </a:cubicBezTo>
                <a:cubicBezTo>
                  <a:pt x="72" y="20"/>
                  <a:pt x="76" y="24"/>
                  <a:pt x="76" y="30"/>
                </a:cubicBezTo>
                <a:cubicBezTo>
                  <a:pt x="76" y="36"/>
                  <a:pt x="72" y="40"/>
                  <a:pt x="66" y="40"/>
                </a:cubicBezTo>
                <a:cubicBezTo>
                  <a:pt x="60" y="40"/>
                  <a:pt x="56" y="36"/>
                  <a:pt x="56" y="30"/>
                </a:cubicBezTo>
                <a:close/>
                <a:moveTo>
                  <a:pt x="92" y="30"/>
                </a:moveTo>
                <a:cubicBezTo>
                  <a:pt x="92" y="24"/>
                  <a:pt x="96" y="20"/>
                  <a:pt x="102" y="20"/>
                </a:cubicBezTo>
                <a:cubicBezTo>
                  <a:pt x="108" y="20"/>
                  <a:pt x="112" y="24"/>
                  <a:pt x="112" y="30"/>
                </a:cubicBezTo>
                <a:cubicBezTo>
                  <a:pt x="112" y="36"/>
                  <a:pt x="108" y="40"/>
                  <a:pt x="102" y="40"/>
                </a:cubicBezTo>
                <a:cubicBezTo>
                  <a:pt x="96" y="40"/>
                  <a:pt x="92" y="36"/>
                  <a:pt x="92" y="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0" name="Freeform 44">
            <a:extLst>
              <a:ext uri="{FF2B5EF4-FFF2-40B4-BE49-F238E27FC236}">
                <a16:creationId xmlns:a16="http://schemas.microsoft.com/office/drawing/2014/main" id="{5298B2B8-0E5A-4730-BF4C-87E9F1A650BB}"/>
              </a:ext>
            </a:extLst>
          </p:cNvPr>
          <p:cNvSpPr>
            <a:spLocks noEditPoints="1"/>
          </p:cNvSpPr>
          <p:nvPr/>
        </p:nvSpPr>
        <p:spPr bwMode="auto">
          <a:xfrm>
            <a:off x="8191071" y="5126040"/>
            <a:ext cx="201613" cy="312738"/>
          </a:xfrm>
          <a:custGeom>
            <a:avLst/>
            <a:gdLst>
              <a:gd name="T0" fmla="*/ 52 w 124"/>
              <a:gd name="T1" fmla="*/ 62 h 192"/>
              <a:gd name="T2" fmla="*/ 62 w 124"/>
              <a:gd name="T3" fmla="*/ 52 h 192"/>
              <a:gd name="T4" fmla="*/ 72 w 124"/>
              <a:gd name="T5" fmla="*/ 62 h 192"/>
              <a:gd name="T6" fmla="*/ 62 w 124"/>
              <a:gd name="T7" fmla="*/ 72 h 192"/>
              <a:gd name="T8" fmla="*/ 52 w 124"/>
              <a:gd name="T9" fmla="*/ 62 h 192"/>
              <a:gd name="T10" fmla="*/ 62 w 124"/>
              <a:gd name="T11" fmla="*/ 36 h 192"/>
              <a:gd name="T12" fmla="*/ 36 w 124"/>
              <a:gd name="T13" fmla="*/ 62 h 192"/>
              <a:gd name="T14" fmla="*/ 62 w 124"/>
              <a:gd name="T15" fmla="*/ 88 h 192"/>
              <a:gd name="T16" fmla="*/ 88 w 124"/>
              <a:gd name="T17" fmla="*/ 62 h 192"/>
              <a:gd name="T18" fmla="*/ 62 w 124"/>
              <a:gd name="T19" fmla="*/ 36 h 192"/>
              <a:gd name="T20" fmla="*/ 40 w 124"/>
              <a:gd name="T21" fmla="*/ 156 h 192"/>
              <a:gd name="T22" fmla="*/ 48 w 124"/>
              <a:gd name="T23" fmla="*/ 164 h 192"/>
              <a:gd name="T24" fmla="*/ 40 w 124"/>
              <a:gd name="T25" fmla="*/ 172 h 192"/>
              <a:gd name="T26" fmla="*/ 10 w 124"/>
              <a:gd name="T27" fmla="*/ 172 h 192"/>
              <a:gd name="T28" fmla="*/ 0 w 124"/>
              <a:gd name="T29" fmla="*/ 182 h 192"/>
              <a:gd name="T30" fmla="*/ 10 w 124"/>
              <a:gd name="T31" fmla="*/ 192 h 192"/>
              <a:gd name="T32" fmla="*/ 114 w 124"/>
              <a:gd name="T33" fmla="*/ 192 h 192"/>
              <a:gd name="T34" fmla="*/ 124 w 124"/>
              <a:gd name="T35" fmla="*/ 182 h 192"/>
              <a:gd name="T36" fmla="*/ 114 w 124"/>
              <a:gd name="T37" fmla="*/ 172 h 192"/>
              <a:gd name="T38" fmla="*/ 84 w 124"/>
              <a:gd name="T39" fmla="*/ 172 h 192"/>
              <a:gd name="T40" fmla="*/ 76 w 124"/>
              <a:gd name="T41" fmla="*/ 164 h 192"/>
              <a:gd name="T42" fmla="*/ 84 w 124"/>
              <a:gd name="T43" fmla="*/ 156 h 192"/>
              <a:gd name="T44" fmla="*/ 108 w 124"/>
              <a:gd name="T45" fmla="*/ 156 h 192"/>
              <a:gd name="T46" fmla="*/ 124 w 124"/>
              <a:gd name="T47" fmla="*/ 140 h 192"/>
              <a:gd name="T48" fmla="*/ 124 w 124"/>
              <a:gd name="T49" fmla="*/ 16 h 192"/>
              <a:gd name="T50" fmla="*/ 108 w 124"/>
              <a:gd name="T51" fmla="*/ 0 h 192"/>
              <a:gd name="T52" fmla="*/ 16 w 124"/>
              <a:gd name="T53" fmla="*/ 0 h 192"/>
              <a:gd name="T54" fmla="*/ 0 w 124"/>
              <a:gd name="T55" fmla="*/ 16 h 192"/>
              <a:gd name="T56" fmla="*/ 0 w 124"/>
              <a:gd name="T57" fmla="*/ 140 h 192"/>
              <a:gd name="T58" fmla="*/ 16 w 124"/>
              <a:gd name="T59" fmla="*/ 156 h 192"/>
              <a:gd name="T60" fmla="*/ 40 w 124"/>
              <a:gd name="T61" fmla="*/ 156 h 192"/>
              <a:gd name="T62" fmla="*/ 84 w 124"/>
              <a:gd name="T63" fmla="*/ 126 h 192"/>
              <a:gd name="T64" fmla="*/ 94 w 124"/>
              <a:gd name="T65" fmla="*/ 116 h 192"/>
              <a:gd name="T66" fmla="*/ 104 w 124"/>
              <a:gd name="T67" fmla="*/ 126 h 192"/>
              <a:gd name="T68" fmla="*/ 94 w 124"/>
              <a:gd name="T69" fmla="*/ 136 h 192"/>
              <a:gd name="T70" fmla="*/ 84 w 124"/>
              <a:gd name="T71" fmla="*/ 126 h 192"/>
              <a:gd name="T72" fmla="*/ 62 w 124"/>
              <a:gd name="T73" fmla="*/ 20 h 192"/>
              <a:gd name="T74" fmla="*/ 104 w 124"/>
              <a:gd name="T75" fmla="*/ 62 h 192"/>
              <a:gd name="T76" fmla="*/ 62 w 124"/>
              <a:gd name="T77" fmla="*/ 104 h 192"/>
              <a:gd name="T78" fmla="*/ 20 w 124"/>
              <a:gd name="T79" fmla="*/ 62 h 192"/>
              <a:gd name="T80" fmla="*/ 62 w 124"/>
              <a:gd name="T81" fmla="*/ 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4" h="192">
                <a:moveTo>
                  <a:pt x="52" y="62"/>
                </a:moveTo>
                <a:cubicBezTo>
                  <a:pt x="52" y="56"/>
                  <a:pt x="56" y="52"/>
                  <a:pt x="62" y="52"/>
                </a:cubicBezTo>
                <a:cubicBezTo>
                  <a:pt x="68" y="52"/>
                  <a:pt x="72" y="56"/>
                  <a:pt x="72" y="62"/>
                </a:cubicBezTo>
                <a:cubicBezTo>
                  <a:pt x="72" y="68"/>
                  <a:pt x="68" y="72"/>
                  <a:pt x="62" y="72"/>
                </a:cubicBezTo>
                <a:cubicBezTo>
                  <a:pt x="56" y="72"/>
                  <a:pt x="52" y="68"/>
                  <a:pt x="52" y="62"/>
                </a:cubicBezTo>
                <a:close/>
                <a:moveTo>
                  <a:pt x="62" y="36"/>
                </a:moveTo>
                <a:cubicBezTo>
                  <a:pt x="48" y="36"/>
                  <a:pt x="36" y="48"/>
                  <a:pt x="36" y="62"/>
                </a:cubicBezTo>
                <a:cubicBezTo>
                  <a:pt x="36" y="76"/>
                  <a:pt x="48" y="88"/>
                  <a:pt x="62" y="88"/>
                </a:cubicBezTo>
                <a:cubicBezTo>
                  <a:pt x="76" y="88"/>
                  <a:pt x="88" y="76"/>
                  <a:pt x="88" y="62"/>
                </a:cubicBezTo>
                <a:cubicBezTo>
                  <a:pt x="88" y="48"/>
                  <a:pt x="76" y="36"/>
                  <a:pt x="62" y="36"/>
                </a:cubicBezTo>
                <a:close/>
                <a:moveTo>
                  <a:pt x="40" y="156"/>
                </a:moveTo>
                <a:cubicBezTo>
                  <a:pt x="44" y="156"/>
                  <a:pt x="48" y="160"/>
                  <a:pt x="48" y="164"/>
                </a:cubicBezTo>
                <a:cubicBezTo>
                  <a:pt x="48" y="168"/>
                  <a:pt x="44" y="172"/>
                  <a:pt x="4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4" y="172"/>
                  <a:pt x="0" y="176"/>
                  <a:pt x="0" y="182"/>
                </a:cubicBezTo>
                <a:cubicBezTo>
                  <a:pt x="0" y="188"/>
                  <a:pt x="4" y="192"/>
                  <a:pt x="10" y="192"/>
                </a:cubicBezTo>
                <a:cubicBezTo>
                  <a:pt x="114" y="192"/>
                  <a:pt x="114" y="192"/>
                  <a:pt x="114" y="192"/>
                </a:cubicBezTo>
                <a:cubicBezTo>
                  <a:pt x="120" y="192"/>
                  <a:pt x="124" y="188"/>
                  <a:pt x="124" y="182"/>
                </a:cubicBezTo>
                <a:cubicBezTo>
                  <a:pt x="124" y="176"/>
                  <a:pt x="120" y="172"/>
                  <a:pt x="114" y="172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0" y="172"/>
                  <a:pt x="76" y="168"/>
                  <a:pt x="76" y="164"/>
                </a:cubicBezTo>
                <a:cubicBezTo>
                  <a:pt x="76" y="160"/>
                  <a:pt x="80" y="156"/>
                  <a:pt x="84" y="156"/>
                </a:cubicBezTo>
                <a:cubicBezTo>
                  <a:pt x="108" y="156"/>
                  <a:pt x="108" y="156"/>
                  <a:pt x="108" y="156"/>
                </a:cubicBezTo>
                <a:cubicBezTo>
                  <a:pt x="117" y="156"/>
                  <a:pt x="124" y="149"/>
                  <a:pt x="124" y="140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4" y="7"/>
                  <a:pt x="117" y="0"/>
                  <a:pt x="108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9"/>
                  <a:pt x="7" y="156"/>
                  <a:pt x="16" y="156"/>
                </a:cubicBezTo>
                <a:lnTo>
                  <a:pt x="40" y="156"/>
                </a:lnTo>
                <a:close/>
                <a:moveTo>
                  <a:pt x="84" y="126"/>
                </a:moveTo>
                <a:cubicBezTo>
                  <a:pt x="84" y="120"/>
                  <a:pt x="88" y="116"/>
                  <a:pt x="94" y="116"/>
                </a:cubicBezTo>
                <a:cubicBezTo>
                  <a:pt x="100" y="116"/>
                  <a:pt x="104" y="120"/>
                  <a:pt x="104" y="126"/>
                </a:cubicBezTo>
                <a:cubicBezTo>
                  <a:pt x="104" y="132"/>
                  <a:pt x="100" y="136"/>
                  <a:pt x="94" y="136"/>
                </a:cubicBezTo>
                <a:cubicBezTo>
                  <a:pt x="88" y="136"/>
                  <a:pt x="84" y="132"/>
                  <a:pt x="84" y="126"/>
                </a:cubicBezTo>
                <a:close/>
                <a:moveTo>
                  <a:pt x="62" y="20"/>
                </a:moveTo>
                <a:cubicBezTo>
                  <a:pt x="85" y="20"/>
                  <a:pt x="104" y="39"/>
                  <a:pt x="104" y="62"/>
                </a:cubicBezTo>
                <a:cubicBezTo>
                  <a:pt x="104" y="85"/>
                  <a:pt x="85" y="104"/>
                  <a:pt x="62" y="104"/>
                </a:cubicBezTo>
                <a:cubicBezTo>
                  <a:pt x="39" y="104"/>
                  <a:pt x="20" y="85"/>
                  <a:pt x="20" y="62"/>
                </a:cubicBezTo>
                <a:cubicBezTo>
                  <a:pt x="20" y="39"/>
                  <a:pt x="39" y="20"/>
                  <a:pt x="62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1" name="Freeform 45">
            <a:extLst>
              <a:ext uri="{FF2B5EF4-FFF2-40B4-BE49-F238E27FC236}">
                <a16:creationId xmlns:a16="http://schemas.microsoft.com/office/drawing/2014/main" id="{D50E9CA9-3F10-4066-A99D-56A54ECE8BA7}"/>
              </a:ext>
            </a:extLst>
          </p:cNvPr>
          <p:cNvSpPr>
            <a:spLocks noEditPoints="1"/>
          </p:cNvSpPr>
          <p:nvPr/>
        </p:nvSpPr>
        <p:spPr bwMode="auto">
          <a:xfrm>
            <a:off x="7427484" y="5126040"/>
            <a:ext cx="312738" cy="312738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132 h 192"/>
              <a:gd name="T10" fmla="*/ 176 w 192"/>
              <a:gd name="T11" fmla="*/ 116 h 192"/>
              <a:gd name="T12" fmla="*/ 128 w 192"/>
              <a:gd name="T13" fmla="*/ 116 h 192"/>
              <a:gd name="T14" fmla="*/ 128 w 192"/>
              <a:gd name="T15" fmla="*/ 74 h 192"/>
              <a:gd name="T16" fmla="*/ 118 w 192"/>
              <a:gd name="T17" fmla="*/ 64 h 192"/>
              <a:gd name="T18" fmla="*/ 108 w 192"/>
              <a:gd name="T19" fmla="*/ 74 h 192"/>
              <a:gd name="T20" fmla="*/ 108 w 192"/>
              <a:gd name="T21" fmla="*/ 116 h 192"/>
              <a:gd name="T22" fmla="*/ 16 w 192"/>
              <a:gd name="T23" fmla="*/ 116 h 192"/>
              <a:gd name="T24" fmla="*/ 0 w 192"/>
              <a:gd name="T25" fmla="*/ 132 h 192"/>
              <a:gd name="T26" fmla="*/ 0 w 192"/>
              <a:gd name="T27" fmla="*/ 176 h 192"/>
              <a:gd name="T28" fmla="*/ 20 w 192"/>
              <a:gd name="T29" fmla="*/ 154 h 192"/>
              <a:gd name="T30" fmla="*/ 30 w 192"/>
              <a:gd name="T31" fmla="*/ 144 h 192"/>
              <a:gd name="T32" fmla="*/ 40 w 192"/>
              <a:gd name="T33" fmla="*/ 154 h 192"/>
              <a:gd name="T34" fmla="*/ 30 w 192"/>
              <a:gd name="T35" fmla="*/ 164 h 192"/>
              <a:gd name="T36" fmla="*/ 20 w 192"/>
              <a:gd name="T37" fmla="*/ 154 h 192"/>
              <a:gd name="T38" fmla="*/ 56 w 192"/>
              <a:gd name="T39" fmla="*/ 154 h 192"/>
              <a:gd name="T40" fmla="*/ 66 w 192"/>
              <a:gd name="T41" fmla="*/ 144 h 192"/>
              <a:gd name="T42" fmla="*/ 76 w 192"/>
              <a:gd name="T43" fmla="*/ 154 h 192"/>
              <a:gd name="T44" fmla="*/ 66 w 192"/>
              <a:gd name="T45" fmla="*/ 164 h 192"/>
              <a:gd name="T46" fmla="*/ 56 w 192"/>
              <a:gd name="T47" fmla="*/ 154 h 192"/>
              <a:gd name="T48" fmla="*/ 118 w 192"/>
              <a:gd name="T49" fmla="*/ 32 h 192"/>
              <a:gd name="T50" fmla="*/ 76 w 192"/>
              <a:gd name="T51" fmla="*/ 74 h 192"/>
              <a:gd name="T52" fmla="*/ 86 w 192"/>
              <a:gd name="T53" fmla="*/ 84 h 192"/>
              <a:gd name="T54" fmla="*/ 96 w 192"/>
              <a:gd name="T55" fmla="*/ 74 h 192"/>
              <a:gd name="T56" fmla="*/ 118 w 192"/>
              <a:gd name="T57" fmla="*/ 52 h 192"/>
              <a:gd name="T58" fmla="*/ 140 w 192"/>
              <a:gd name="T59" fmla="*/ 74 h 192"/>
              <a:gd name="T60" fmla="*/ 150 w 192"/>
              <a:gd name="T61" fmla="*/ 84 h 192"/>
              <a:gd name="T62" fmla="*/ 160 w 192"/>
              <a:gd name="T63" fmla="*/ 74 h 192"/>
              <a:gd name="T64" fmla="*/ 118 w 192"/>
              <a:gd name="T65" fmla="*/ 32 h 192"/>
              <a:gd name="T66" fmla="*/ 118 w 192"/>
              <a:gd name="T67" fmla="*/ 0 h 192"/>
              <a:gd name="T68" fmla="*/ 44 w 192"/>
              <a:gd name="T69" fmla="*/ 74 h 192"/>
              <a:gd name="T70" fmla="*/ 54 w 192"/>
              <a:gd name="T71" fmla="*/ 84 h 192"/>
              <a:gd name="T72" fmla="*/ 64 w 192"/>
              <a:gd name="T73" fmla="*/ 74 h 192"/>
              <a:gd name="T74" fmla="*/ 118 w 192"/>
              <a:gd name="T75" fmla="*/ 20 h 192"/>
              <a:gd name="T76" fmla="*/ 172 w 192"/>
              <a:gd name="T77" fmla="*/ 74 h 192"/>
              <a:gd name="T78" fmla="*/ 182 w 192"/>
              <a:gd name="T79" fmla="*/ 84 h 192"/>
              <a:gd name="T80" fmla="*/ 192 w 192"/>
              <a:gd name="T81" fmla="*/ 74 h 192"/>
              <a:gd name="T82" fmla="*/ 118 w 192"/>
              <a:gd name="T8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2" y="123"/>
                  <a:pt x="185" y="116"/>
                  <a:pt x="176" y="116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8" y="68"/>
                  <a:pt x="124" y="64"/>
                  <a:pt x="118" y="64"/>
                </a:cubicBezTo>
                <a:cubicBezTo>
                  <a:pt x="112" y="64"/>
                  <a:pt x="108" y="68"/>
                  <a:pt x="108" y="74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7" y="116"/>
                  <a:pt x="0" y="123"/>
                  <a:pt x="0" y="132"/>
                </a:cubicBezTo>
                <a:lnTo>
                  <a:pt x="0" y="176"/>
                </a:lnTo>
                <a:close/>
                <a:moveTo>
                  <a:pt x="20" y="154"/>
                </a:moveTo>
                <a:cubicBezTo>
                  <a:pt x="20" y="148"/>
                  <a:pt x="24" y="144"/>
                  <a:pt x="30" y="144"/>
                </a:cubicBezTo>
                <a:cubicBezTo>
                  <a:pt x="36" y="144"/>
                  <a:pt x="40" y="148"/>
                  <a:pt x="40" y="154"/>
                </a:cubicBezTo>
                <a:cubicBezTo>
                  <a:pt x="40" y="160"/>
                  <a:pt x="36" y="164"/>
                  <a:pt x="30" y="164"/>
                </a:cubicBezTo>
                <a:cubicBezTo>
                  <a:pt x="24" y="164"/>
                  <a:pt x="20" y="160"/>
                  <a:pt x="20" y="154"/>
                </a:cubicBezTo>
                <a:close/>
                <a:moveTo>
                  <a:pt x="56" y="154"/>
                </a:moveTo>
                <a:cubicBezTo>
                  <a:pt x="56" y="148"/>
                  <a:pt x="60" y="144"/>
                  <a:pt x="66" y="144"/>
                </a:cubicBezTo>
                <a:cubicBezTo>
                  <a:pt x="72" y="144"/>
                  <a:pt x="76" y="148"/>
                  <a:pt x="76" y="154"/>
                </a:cubicBezTo>
                <a:cubicBezTo>
                  <a:pt x="76" y="160"/>
                  <a:pt x="72" y="164"/>
                  <a:pt x="66" y="164"/>
                </a:cubicBezTo>
                <a:cubicBezTo>
                  <a:pt x="60" y="164"/>
                  <a:pt x="56" y="160"/>
                  <a:pt x="56" y="154"/>
                </a:cubicBezTo>
                <a:close/>
                <a:moveTo>
                  <a:pt x="118" y="32"/>
                </a:moveTo>
                <a:cubicBezTo>
                  <a:pt x="95" y="32"/>
                  <a:pt x="76" y="51"/>
                  <a:pt x="76" y="74"/>
                </a:cubicBezTo>
                <a:cubicBezTo>
                  <a:pt x="76" y="80"/>
                  <a:pt x="80" y="84"/>
                  <a:pt x="86" y="84"/>
                </a:cubicBezTo>
                <a:cubicBezTo>
                  <a:pt x="92" y="84"/>
                  <a:pt x="96" y="80"/>
                  <a:pt x="96" y="74"/>
                </a:cubicBezTo>
                <a:cubicBezTo>
                  <a:pt x="96" y="62"/>
                  <a:pt x="106" y="52"/>
                  <a:pt x="118" y="52"/>
                </a:cubicBezTo>
                <a:cubicBezTo>
                  <a:pt x="130" y="52"/>
                  <a:pt x="140" y="62"/>
                  <a:pt x="140" y="74"/>
                </a:cubicBezTo>
                <a:cubicBezTo>
                  <a:pt x="140" y="80"/>
                  <a:pt x="144" y="84"/>
                  <a:pt x="150" y="84"/>
                </a:cubicBezTo>
                <a:cubicBezTo>
                  <a:pt x="156" y="84"/>
                  <a:pt x="160" y="80"/>
                  <a:pt x="160" y="74"/>
                </a:cubicBezTo>
                <a:cubicBezTo>
                  <a:pt x="160" y="51"/>
                  <a:pt x="141" y="32"/>
                  <a:pt x="118" y="32"/>
                </a:cubicBezTo>
                <a:close/>
                <a:moveTo>
                  <a:pt x="118" y="0"/>
                </a:moveTo>
                <a:cubicBezTo>
                  <a:pt x="77" y="0"/>
                  <a:pt x="44" y="33"/>
                  <a:pt x="44" y="74"/>
                </a:cubicBezTo>
                <a:cubicBezTo>
                  <a:pt x="44" y="80"/>
                  <a:pt x="48" y="84"/>
                  <a:pt x="54" y="84"/>
                </a:cubicBezTo>
                <a:cubicBezTo>
                  <a:pt x="60" y="84"/>
                  <a:pt x="64" y="80"/>
                  <a:pt x="64" y="74"/>
                </a:cubicBezTo>
                <a:cubicBezTo>
                  <a:pt x="64" y="44"/>
                  <a:pt x="88" y="20"/>
                  <a:pt x="118" y="20"/>
                </a:cubicBezTo>
                <a:cubicBezTo>
                  <a:pt x="148" y="20"/>
                  <a:pt x="172" y="44"/>
                  <a:pt x="172" y="74"/>
                </a:cubicBezTo>
                <a:cubicBezTo>
                  <a:pt x="172" y="80"/>
                  <a:pt x="176" y="84"/>
                  <a:pt x="182" y="84"/>
                </a:cubicBezTo>
                <a:cubicBezTo>
                  <a:pt x="188" y="84"/>
                  <a:pt x="192" y="80"/>
                  <a:pt x="192" y="74"/>
                </a:cubicBezTo>
                <a:cubicBezTo>
                  <a:pt x="192" y="33"/>
                  <a:pt x="159" y="0"/>
                  <a:pt x="1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2" name="Freeform 46">
            <a:extLst>
              <a:ext uri="{FF2B5EF4-FFF2-40B4-BE49-F238E27FC236}">
                <a16:creationId xmlns:a16="http://schemas.microsoft.com/office/drawing/2014/main" id="{37659636-165C-48ED-8C73-DC974E88E216}"/>
              </a:ext>
            </a:extLst>
          </p:cNvPr>
          <p:cNvSpPr>
            <a:spLocks noEditPoints="1"/>
          </p:cNvSpPr>
          <p:nvPr/>
        </p:nvSpPr>
        <p:spPr bwMode="auto">
          <a:xfrm>
            <a:off x="6724221" y="5138740"/>
            <a:ext cx="312738" cy="285750"/>
          </a:xfrm>
          <a:custGeom>
            <a:avLst/>
            <a:gdLst>
              <a:gd name="T0" fmla="*/ 172 w 192"/>
              <a:gd name="T1" fmla="*/ 112 h 176"/>
              <a:gd name="T2" fmla="*/ 172 w 192"/>
              <a:gd name="T3" fmla="*/ 16 h 176"/>
              <a:gd name="T4" fmla="*/ 156 w 192"/>
              <a:gd name="T5" fmla="*/ 0 h 176"/>
              <a:gd name="T6" fmla="*/ 36 w 192"/>
              <a:gd name="T7" fmla="*/ 0 h 176"/>
              <a:gd name="T8" fmla="*/ 20 w 192"/>
              <a:gd name="T9" fmla="*/ 16 h 176"/>
              <a:gd name="T10" fmla="*/ 20 w 192"/>
              <a:gd name="T11" fmla="*/ 112 h 176"/>
              <a:gd name="T12" fmla="*/ 0 w 192"/>
              <a:gd name="T13" fmla="*/ 152 h 176"/>
              <a:gd name="T14" fmla="*/ 0 w 192"/>
              <a:gd name="T15" fmla="*/ 160 h 176"/>
              <a:gd name="T16" fmla="*/ 16 w 192"/>
              <a:gd name="T17" fmla="*/ 176 h 176"/>
              <a:gd name="T18" fmla="*/ 176 w 192"/>
              <a:gd name="T19" fmla="*/ 176 h 176"/>
              <a:gd name="T20" fmla="*/ 192 w 192"/>
              <a:gd name="T21" fmla="*/ 160 h 176"/>
              <a:gd name="T22" fmla="*/ 192 w 192"/>
              <a:gd name="T23" fmla="*/ 152 h 176"/>
              <a:gd name="T24" fmla="*/ 172 w 192"/>
              <a:gd name="T25" fmla="*/ 112 h 176"/>
              <a:gd name="T26" fmla="*/ 49 w 192"/>
              <a:gd name="T27" fmla="*/ 20 h 176"/>
              <a:gd name="T28" fmla="*/ 143 w 192"/>
              <a:gd name="T29" fmla="*/ 20 h 176"/>
              <a:gd name="T30" fmla="*/ 152 w 192"/>
              <a:gd name="T31" fmla="*/ 29 h 176"/>
              <a:gd name="T32" fmla="*/ 152 w 192"/>
              <a:gd name="T33" fmla="*/ 91 h 176"/>
              <a:gd name="T34" fmla="*/ 143 w 192"/>
              <a:gd name="T35" fmla="*/ 100 h 176"/>
              <a:gd name="T36" fmla="*/ 49 w 192"/>
              <a:gd name="T37" fmla="*/ 100 h 176"/>
              <a:gd name="T38" fmla="*/ 40 w 192"/>
              <a:gd name="T39" fmla="*/ 91 h 176"/>
              <a:gd name="T40" fmla="*/ 40 w 192"/>
              <a:gd name="T41" fmla="*/ 29 h 176"/>
              <a:gd name="T42" fmla="*/ 49 w 192"/>
              <a:gd name="T43" fmla="*/ 20 h 176"/>
              <a:gd name="T44" fmla="*/ 72 w 192"/>
              <a:gd name="T45" fmla="*/ 136 h 176"/>
              <a:gd name="T46" fmla="*/ 120 w 192"/>
              <a:gd name="T47" fmla="*/ 136 h 176"/>
              <a:gd name="T48" fmla="*/ 124 w 192"/>
              <a:gd name="T49" fmla="*/ 152 h 176"/>
              <a:gd name="T50" fmla="*/ 68 w 192"/>
              <a:gd name="T51" fmla="*/ 152 h 176"/>
              <a:gd name="T52" fmla="*/ 72 w 192"/>
              <a:gd name="T53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2" h="176">
                <a:moveTo>
                  <a:pt x="172" y="112"/>
                </a:moveTo>
                <a:cubicBezTo>
                  <a:pt x="172" y="16"/>
                  <a:pt x="172" y="16"/>
                  <a:pt x="172" y="16"/>
                </a:cubicBezTo>
                <a:cubicBezTo>
                  <a:pt x="172" y="7"/>
                  <a:pt x="165" y="0"/>
                  <a:pt x="15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7" y="0"/>
                  <a:pt x="20" y="7"/>
                  <a:pt x="20" y="16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76" y="176"/>
                  <a:pt x="176" y="176"/>
                  <a:pt x="176" y="176"/>
                </a:cubicBezTo>
                <a:cubicBezTo>
                  <a:pt x="185" y="176"/>
                  <a:pt x="192" y="169"/>
                  <a:pt x="192" y="160"/>
                </a:cubicBezTo>
                <a:cubicBezTo>
                  <a:pt x="192" y="152"/>
                  <a:pt x="192" y="152"/>
                  <a:pt x="192" y="152"/>
                </a:cubicBezTo>
                <a:lnTo>
                  <a:pt x="172" y="112"/>
                </a:lnTo>
                <a:close/>
                <a:moveTo>
                  <a:pt x="49" y="20"/>
                </a:moveTo>
                <a:cubicBezTo>
                  <a:pt x="143" y="20"/>
                  <a:pt x="143" y="20"/>
                  <a:pt x="143" y="20"/>
                </a:cubicBezTo>
                <a:cubicBezTo>
                  <a:pt x="148" y="20"/>
                  <a:pt x="152" y="24"/>
                  <a:pt x="152" y="29"/>
                </a:cubicBezTo>
                <a:cubicBezTo>
                  <a:pt x="152" y="91"/>
                  <a:pt x="152" y="91"/>
                  <a:pt x="152" y="91"/>
                </a:cubicBezTo>
                <a:cubicBezTo>
                  <a:pt x="152" y="96"/>
                  <a:pt x="148" y="100"/>
                  <a:pt x="143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4" y="100"/>
                  <a:pt x="40" y="96"/>
                  <a:pt x="40" y="91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4"/>
                  <a:pt x="44" y="20"/>
                  <a:pt x="49" y="20"/>
                </a:cubicBezTo>
                <a:close/>
                <a:moveTo>
                  <a:pt x="72" y="136"/>
                </a:moveTo>
                <a:cubicBezTo>
                  <a:pt x="120" y="136"/>
                  <a:pt x="120" y="136"/>
                  <a:pt x="120" y="136"/>
                </a:cubicBezTo>
                <a:cubicBezTo>
                  <a:pt x="124" y="152"/>
                  <a:pt x="124" y="152"/>
                  <a:pt x="124" y="152"/>
                </a:cubicBezTo>
                <a:cubicBezTo>
                  <a:pt x="68" y="152"/>
                  <a:pt x="68" y="152"/>
                  <a:pt x="68" y="152"/>
                </a:cubicBezTo>
                <a:lnTo>
                  <a:pt x="72" y="1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3" name="Freeform 47">
            <a:extLst>
              <a:ext uri="{FF2B5EF4-FFF2-40B4-BE49-F238E27FC236}">
                <a16:creationId xmlns:a16="http://schemas.microsoft.com/office/drawing/2014/main" id="{E2CAAB23-4DE4-42B2-81BD-C59AAC576CAD}"/>
              </a:ext>
            </a:extLst>
          </p:cNvPr>
          <p:cNvSpPr>
            <a:spLocks noEditPoints="1"/>
          </p:cNvSpPr>
          <p:nvPr/>
        </p:nvSpPr>
        <p:spPr bwMode="auto">
          <a:xfrm>
            <a:off x="10946971" y="4421190"/>
            <a:ext cx="306388" cy="312738"/>
          </a:xfrm>
          <a:custGeom>
            <a:avLst/>
            <a:gdLst>
              <a:gd name="T0" fmla="*/ 68 w 188"/>
              <a:gd name="T1" fmla="*/ 156 h 192"/>
              <a:gd name="T2" fmla="*/ 76 w 188"/>
              <a:gd name="T3" fmla="*/ 164 h 192"/>
              <a:gd name="T4" fmla="*/ 68 w 188"/>
              <a:gd name="T5" fmla="*/ 172 h 192"/>
              <a:gd name="T6" fmla="*/ 38 w 188"/>
              <a:gd name="T7" fmla="*/ 172 h 192"/>
              <a:gd name="T8" fmla="*/ 28 w 188"/>
              <a:gd name="T9" fmla="*/ 182 h 192"/>
              <a:gd name="T10" fmla="*/ 38 w 188"/>
              <a:gd name="T11" fmla="*/ 192 h 192"/>
              <a:gd name="T12" fmla="*/ 150 w 188"/>
              <a:gd name="T13" fmla="*/ 192 h 192"/>
              <a:gd name="T14" fmla="*/ 160 w 188"/>
              <a:gd name="T15" fmla="*/ 182 h 192"/>
              <a:gd name="T16" fmla="*/ 150 w 188"/>
              <a:gd name="T17" fmla="*/ 172 h 192"/>
              <a:gd name="T18" fmla="*/ 120 w 188"/>
              <a:gd name="T19" fmla="*/ 172 h 192"/>
              <a:gd name="T20" fmla="*/ 112 w 188"/>
              <a:gd name="T21" fmla="*/ 164 h 192"/>
              <a:gd name="T22" fmla="*/ 120 w 188"/>
              <a:gd name="T23" fmla="*/ 156 h 192"/>
              <a:gd name="T24" fmla="*/ 172 w 188"/>
              <a:gd name="T25" fmla="*/ 156 h 192"/>
              <a:gd name="T26" fmla="*/ 188 w 188"/>
              <a:gd name="T27" fmla="*/ 140 h 192"/>
              <a:gd name="T28" fmla="*/ 188 w 188"/>
              <a:gd name="T29" fmla="*/ 16 h 192"/>
              <a:gd name="T30" fmla="*/ 172 w 188"/>
              <a:gd name="T31" fmla="*/ 0 h 192"/>
              <a:gd name="T32" fmla="*/ 16 w 188"/>
              <a:gd name="T33" fmla="*/ 0 h 192"/>
              <a:gd name="T34" fmla="*/ 0 w 188"/>
              <a:gd name="T35" fmla="*/ 16 h 192"/>
              <a:gd name="T36" fmla="*/ 0 w 188"/>
              <a:gd name="T37" fmla="*/ 140 h 192"/>
              <a:gd name="T38" fmla="*/ 16 w 188"/>
              <a:gd name="T39" fmla="*/ 156 h 192"/>
              <a:gd name="T40" fmla="*/ 68 w 188"/>
              <a:gd name="T41" fmla="*/ 156 h 192"/>
              <a:gd name="T42" fmla="*/ 84 w 188"/>
              <a:gd name="T43" fmla="*/ 126 h 192"/>
              <a:gd name="T44" fmla="*/ 94 w 188"/>
              <a:gd name="T45" fmla="*/ 116 h 192"/>
              <a:gd name="T46" fmla="*/ 104 w 188"/>
              <a:gd name="T47" fmla="*/ 126 h 192"/>
              <a:gd name="T48" fmla="*/ 94 w 188"/>
              <a:gd name="T49" fmla="*/ 136 h 192"/>
              <a:gd name="T50" fmla="*/ 84 w 188"/>
              <a:gd name="T51" fmla="*/ 126 h 192"/>
              <a:gd name="T52" fmla="*/ 29 w 188"/>
              <a:gd name="T53" fmla="*/ 20 h 192"/>
              <a:gd name="T54" fmla="*/ 159 w 188"/>
              <a:gd name="T55" fmla="*/ 20 h 192"/>
              <a:gd name="T56" fmla="*/ 168 w 188"/>
              <a:gd name="T57" fmla="*/ 29 h 192"/>
              <a:gd name="T58" fmla="*/ 168 w 188"/>
              <a:gd name="T59" fmla="*/ 91 h 192"/>
              <a:gd name="T60" fmla="*/ 159 w 188"/>
              <a:gd name="T61" fmla="*/ 100 h 192"/>
              <a:gd name="T62" fmla="*/ 29 w 188"/>
              <a:gd name="T63" fmla="*/ 100 h 192"/>
              <a:gd name="T64" fmla="*/ 20 w 188"/>
              <a:gd name="T65" fmla="*/ 91 h 192"/>
              <a:gd name="T66" fmla="*/ 20 w 188"/>
              <a:gd name="T67" fmla="*/ 29 h 192"/>
              <a:gd name="T68" fmla="*/ 29 w 188"/>
              <a:gd name="T69" fmla="*/ 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8" h="192">
                <a:moveTo>
                  <a:pt x="68" y="156"/>
                </a:moveTo>
                <a:cubicBezTo>
                  <a:pt x="72" y="156"/>
                  <a:pt x="76" y="160"/>
                  <a:pt x="76" y="164"/>
                </a:cubicBezTo>
                <a:cubicBezTo>
                  <a:pt x="76" y="168"/>
                  <a:pt x="72" y="172"/>
                  <a:pt x="68" y="172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32" y="172"/>
                  <a:pt x="28" y="176"/>
                  <a:pt x="28" y="182"/>
                </a:cubicBezTo>
                <a:cubicBezTo>
                  <a:pt x="28" y="188"/>
                  <a:pt x="32" y="192"/>
                  <a:pt x="38" y="192"/>
                </a:cubicBezTo>
                <a:cubicBezTo>
                  <a:pt x="150" y="192"/>
                  <a:pt x="150" y="192"/>
                  <a:pt x="150" y="192"/>
                </a:cubicBezTo>
                <a:cubicBezTo>
                  <a:pt x="156" y="192"/>
                  <a:pt x="160" y="188"/>
                  <a:pt x="160" y="182"/>
                </a:cubicBezTo>
                <a:cubicBezTo>
                  <a:pt x="160" y="176"/>
                  <a:pt x="156" y="172"/>
                  <a:pt x="150" y="172"/>
                </a:cubicBezTo>
                <a:cubicBezTo>
                  <a:pt x="120" y="172"/>
                  <a:pt x="120" y="172"/>
                  <a:pt x="120" y="172"/>
                </a:cubicBezTo>
                <a:cubicBezTo>
                  <a:pt x="116" y="172"/>
                  <a:pt x="112" y="168"/>
                  <a:pt x="112" y="164"/>
                </a:cubicBezTo>
                <a:cubicBezTo>
                  <a:pt x="112" y="160"/>
                  <a:pt x="116" y="156"/>
                  <a:pt x="12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81" y="156"/>
                  <a:pt x="188" y="149"/>
                  <a:pt x="188" y="140"/>
                </a:cubicBezTo>
                <a:cubicBezTo>
                  <a:pt x="188" y="16"/>
                  <a:pt x="188" y="16"/>
                  <a:pt x="188" y="16"/>
                </a:cubicBezTo>
                <a:cubicBezTo>
                  <a:pt x="188" y="7"/>
                  <a:pt x="181" y="0"/>
                  <a:pt x="17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9"/>
                  <a:pt x="7" y="156"/>
                  <a:pt x="16" y="156"/>
                </a:cubicBezTo>
                <a:lnTo>
                  <a:pt x="68" y="156"/>
                </a:lnTo>
                <a:close/>
                <a:moveTo>
                  <a:pt x="84" y="126"/>
                </a:moveTo>
                <a:cubicBezTo>
                  <a:pt x="84" y="120"/>
                  <a:pt x="88" y="116"/>
                  <a:pt x="94" y="116"/>
                </a:cubicBezTo>
                <a:cubicBezTo>
                  <a:pt x="100" y="116"/>
                  <a:pt x="104" y="120"/>
                  <a:pt x="104" y="126"/>
                </a:cubicBezTo>
                <a:cubicBezTo>
                  <a:pt x="104" y="132"/>
                  <a:pt x="100" y="136"/>
                  <a:pt x="94" y="136"/>
                </a:cubicBezTo>
                <a:cubicBezTo>
                  <a:pt x="88" y="136"/>
                  <a:pt x="84" y="132"/>
                  <a:pt x="84" y="126"/>
                </a:cubicBezTo>
                <a:close/>
                <a:moveTo>
                  <a:pt x="29" y="20"/>
                </a:moveTo>
                <a:cubicBezTo>
                  <a:pt x="159" y="20"/>
                  <a:pt x="159" y="20"/>
                  <a:pt x="159" y="20"/>
                </a:cubicBezTo>
                <a:cubicBezTo>
                  <a:pt x="164" y="20"/>
                  <a:pt x="168" y="24"/>
                  <a:pt x="168" y="29"/>
                </a:cubicBezTo>
                <a:cubicBezTo>
                  <a:pt x="168" y="91"/>
                  <a:pt x="168" y="91"/>
                  <a:pt x="168" y="91"/>
                </a:cubicBezTo>
                <a:cubicBezTo>
                  <a:pt x="168" y="96"/>
                  <a:pt x="164" y="100"/>
                  <a:pt x="159" y="100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4" y="100"/>
                  <a:pt x="20" y="96"/>
                  <a:pt x="20" y="91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4" name="Freeform 48">
            <a:extLst>
              <a:ext uri="{FF2B5EF4-FFF2-40B4-BE49-F238E27FC236}">
                <a16:creationId xmlns:a16="http://schemas.microsoft.com/office/drawing/2014/main" id="{05A924C6-2639-4EFB-ACD5-20379DFF07CD}"/>
              </a:ext>
            </a:extLst>
          </p:cNvPr>
          <p:cNvSpPr>
            <a:spLocks noEditPoints="1"/>
          </p:cNvSpPr>
          <p:nvPr/>
        </p:nvSpPr>
        <p:spPr bwMode="auto">
          <a:xfrm>
            <a:off x="10288159" y="4421190"/>
            <a:ext cx="228600" cy="312738"/>
          </a:xfrm>
          <a:custGeom>
            <a:avLst/>
            <a:gdLst>
              <a:gd name="T0" fmla="*/ 60 w 140"/>
              <a:gd name="T1" fmla="*/ 146 h 192"/>
              <a:gd name="T2" fmla="*/ 70 w 140"/>
              <a:gd name="T3" fmla="*/ 156 h 192"/>
              <a:gd name="T4" fmla="*/ 80 w 140"/>
              <a:gd name="T5" fmla="*/ 146 h 192"/>
              <a:gd name="T6" fmla="*/ 70 w 140"/>
              <a:gd name="T7" fmla="*/ 136 h 192"/>
              <a:gd name="T8" fmla="*/ 60 w 140"/>
              <a:gd name="T9" fmla="*/ 146 h 192"/>
              <a:gd name="T10" fmla="*/ 0 w 140"/>
              <a:gd name="T11" fmla="*/ 176 h 192"/>
              <a:gd name="T12" fmla="*/ 16 w 140"/>
              <a:gd name="T13" fmla="*/ 192 h 192"/>
              <a:gd name="T14" fmla="*/ 124 w 140"/>
              <a:gd name="T15" fmla="*/ 192 h 192"/>
              <a:gd name="T16" fmla="*/ 140 w 140"/>
              <a:gd name="T17" fmla="*/ 176 h 192"/>
              <a:gd name="T18" fmla="*/ 140 w 140"/>
              <a:gd name="T19" fmla="*/ 16 h 192"/>
              <a:gd name="T20" fmla="*/ 124 w 140"/>
              <a:gd name="T21" fmla="*/ 0 h 192"/>
              <a:gd name="T22" fmla="*/ 16 w 140"/>
              <a:gd name="T23" fmla="*/ 0 h 192"/>
              <a:gd name="T24" fmla="*/ 0 w 140"/>
              <a:gd name="T25" fmla="*/ 16 h 192"/>
              <a:gd name="T26" fmla="*/ 0 w 140"/>
              <a:gd name="T27" fmla="*/ 176 h 192"/>
              <a:gd name="T28" fmla="*/ 29 w 140"/>
              <a:gd name="T29" fmla="*/ 20 h 192"/>
              <a:gd name="T30" fmla="*/ 111 w 140"/>
              <a:gd name="T31" fmla="*/ 20 h 192"/>
              <a:gd name="T32" fmla="*/ 120 w 140"/>
              <a:gd name="T33" fmla="*/ 29 h 192"/>
              <a:gd name="T34" fmla="*/ 120 w 140"/>
              <a:gd name="T35" fmla="*/ 95 h 192"/>
              <a:gd name="T36" fmla="*/ 111 w 140"/>
              <a:gd name="T37" fmla="*/ 104 h 192"/>
              <a:gd name="T38" fmla="*/ 29 w 140"/>
              <a:gd name="T39" fmla="*/ 104 h 192"/>
              <a:gd name="T40" fmla="*/ 20 w 140"/>
              <a:gd name="T41" fmla="*/ 95 h 192"/>
              <a:gd name="T42" fmla="*/ 20 w 140"/>
              <a:gd name="T43" fmla="*/ 29 h 192"/>
              <a:gd name="T44" fmla="*/ 29 w 140"/>
              <a:gd name="T45" fmla="*/ 20 h 192"/>
              <a:gd name="T46" fmla="*/ 44 w 140"/>
              <a:gd name="T47" fmla="*/ 146 h 192"/>
              <a:gd name="T48" fmla="*/ 70 w 140"/>
              <a:gd name="T49" fmla="*/ 120 h 192"/>
              <a:gd name="T50" fmla="*/ 96 w 140"/>
              <a:gd name="T51" fmla="*/ 146 h 192"/>
              <a:gd name="T52" fmla="*/ 70 w 140"/>
              <a:gd name="T53" fmla="*/ 172 h 192"/>
              <a:gd name="T54" fmla="*/ 44 w 140"/>
              <a:gd name="T55" fmla="*/ 14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0" h="192">
                <a:moveTo>
                  <a:pt x="60" y="146"/>
                </a:moveTo>
                <a:cubicBezTo>
                  <a:pt x="60" y="152"/>
                  <a:pt x="64" y="156"/>
                  <a:pt x="70" y="156"/>
                </a:cubicBezTo>
                <a:cubicBezTo>
                  <a:pt x="76" y="156"/>
                  <a:pt x="80" y="152"/>
                  <a:pt x="80" y="146"/>
                </a:cubicBezTo>
                <a:cubicBezTo>
                  <a:pt x="80" y="140"/>
                  <a:pt x="76" y="136"/>
                  <a:pt x="70" y="136"/>
                </a:cubicBezTo>
                <a:cubicBezTo>
                  <a:pt x="64" y="136"/>
                  <a:pt x="60" y="140"/>
                  <a:pt x="60" y="146"/>
                </a:cubicBezTo>
                <a:close/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3" y="192"/>
                  <a:pt x="140" y="185"/>
                  <a:pt x="140" y="176"/>
                </a:cubicBezTo>
                <a:cubicBezTo>
                  <a:pt x="140" y="16"/>
                  <a:pt x="140" y="16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29" y="20"/>
                </a:moveTo>
                <a:cubicBezTo>
                  <a:pt x="111" y="20"/>
                  <a:pt x="111" y="20"/>
                  <a:pt x="111" y="20"/>
                </a:cubicBezTo>
                <a:cubicBezTo>
                  <a:pt x="116" y="20"/>
                  <a:pt x="120" y="24"/>
                  <a:pt x="120" y="29"/>
                </a:cubicBezTo>
                <a:cubicBezTo>
                  <a:pt x="120" y="95"/>
                  <a:pt x="120" y="95"/>
                  <a:pt x="120" y="95"/>
                </a:cubicBezTo>
                <a:cubicBezTo>
                  <a:pt x="120" y="100"/>
                  <a:pt x="116" y="104"/>
                  <a:pt x="111" y="104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4" y="104"/>
                  <a:pt x="20" y="100"/>
                  <a:pt x="20" y="95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44" y="146"/>
                </a:moveTo>
                <a:cubicBezTo>
                  <a:pt x="44" y="132"/>
                  <a:pt x="56" y="120"/>
                  <a:pt x="70" y="120"/>
                </a:cubicBezTo>
                <a:cubicBezTo>
                  <a:pt x="84" y="120"/>
                  <a:pt x="96" y="132"/>
                  <a:pt x="96" y="146"/>
                </a:cubicBezTo>
                <a:cubicBezTo>
                  <a:pt x="96" y="160"/>
                  <a:pt x="84" y="172"/>
                  <a:pt x="70" y="172"/>
                </a:cubicBezTo>
                <a:cubicBezTo>
                  <a:pt x="56" y="172"/>
                  <a:pt x="44" y="160"/>
                  <a:pt x="44" y="1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5" name="Freeform 49">
            <a:extLst>
              <a:ext uri="{FF2B5EF4-FFF2-40B4-BE49-F238E27FC236}">
                <a16:creationId xmlns:a16="http://schemas.microsoft.com/office/drawing/2014/main" id="{8DA04885-9D63-4ECB-BD8D-E7FDD26AA7D6}"/>
              </a:ext>
            </a:extLst>
          </p:cNvPr>
          <p:cNvSpPr>
            <a:spLocks noEditPoints="1"/>
          </p:cNvSpPr>
          <p:nvPr/>
        </p:nvSpPr>
        <p:spPr bwMode="auto">
          <a:xfrm>
            <a:off x="9584896" y="4421190"/>
            <a:ext cx="228600" cy="312738"/>
          </a:xfrm>
          <a:custGeom>
            <a:avLst/>
            <a:gdLst>
              <a:gd name="T0" fmla="*/ 0 w 140"/>
              <a:gd name="T1" fmla="*/ 176 h 192"/>
              <a:gd name="T2" fmla="*/ 16 w 140"/>
              <a:gd name="T3" fmla="*/ 192 h 192"/>
              <a:gd name="T4" fmla="*/ 124 w 140"/>
              <a:gd name="T5" fmla="*/ 192 h 192"/>
              <a:gd name="T6" fmla="*/ 140 w 140"/>
              <a:gd name="T7" fmla="*/ 176 h 192"/>
              <a:gd name="T8" fmla="*/ 140 w 140"/>
              <a:gd name="T9" fmla="*/ 16 h 192"/>
              <a:gd name="T10" fmla="*/ 124 w 140"/>
              <a:gd name="T11" fmla="*/ 0 h 192"/>
              <a:gd name="T12" fmla="*/ 16 w 140"/>
              <a:gd name="T13" fmla="*/ 0 h 192"/>
              <a:gd name="T14" fmla="*/ 0 w 140"/>
              <a:gd name="T15" fmla="*/ 16 h 192"/>
              <a:gd name="T16" fmla="*/ 0 w 140"/>
              <a:gd name="T17" fmla="*/ 176 h 192"/>
              <a:gd name="T18" fmla="*/ 29 w 140"/>
              <a:gd name="T19" fmla="*/ 20 h 192"/>
              <a:gd name="T20" fmla="*/ 111 w 140"/>
              <a:gd name="T21" fmla="*/ 20 h 192"/>
              <a:gd name="T22" fmla="*/ 120 w 140"/>
              <a:gd name="T23" fmla="*/ 29 h 192"/>
              <a:gd name="T24" fmla="*/ 120 w 140"/>
              <a:gd name="T25" fmla="*/ 127 h 192"/>
              <a:gd name="T26" fmla="*/ 111 w 140"/>
              <a:gd name="T27" fmla="*/ 136 h 192"/>
              <a:gd name="T28" fmla="*/ 29 w 140"/>
              <a:gd name="T29" fmla="*/ 136 h 192"/>
              <a:gd name="T30" fmla="*/ 20 w 140"/>
              <a:gd name="T31" fmla="*/ 127 h 192"/>
              <a:gd name="T32" fmla="*/ 20 w 140"/>
              <a:gd name="T33" fmla="*/ 29 h 192"/>
              <a:gd name="T34" fmla="*/ 29 w 140"/>
              <a:gd name="T35" fmla="*/ 20 h 192"/>
              <a:gd name="T36" fmla="*/ 60 w 140"/>
              <a:gd name="T37" fmla="*/ 162 h 192"/>
              <a:gd name="T38" fmla="*/ 70 w 140"/>
              <a:gd name="T39" fmla="*/ 152 h 192"/>
              <a:gd name="T40" fmla="*/ 80 w 140"/>
              <a:gd name="T41" fmla="*/ 162 h 192"/>
              <a:gd name="T42" fmla="*/ 70 w 140"/>
              <a:gd name="T43" fmla="*/ 172 h 192"/>
              <a:gd name="T44" fmla="*/ 60 w 140"/>
              <a:gd name="T45" fmla="*/ 16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0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3" y="192"/>
                  <a:pt x="140" y="185"/>
                  <a:pt x="140" y="176"/>
                </a:cubicBezTo>
                <a:cubicBezTo>
                  <a:pt x="140" y="16"/>
                  <a:pt x="140" y="16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29" y="20"/>
                </a:moveTo>
                <a:cubicBezTo>
                  <a:pt x="111" y="20"/>
                  <a:pt x="111" y="20"/>
                  <a:pt x="111" y="20"/>
                </a:cubicBezTo>
                <a:cubicBezTo>
                  <a:pt x="116" y="20"/>
                  <a:pt x="120" y="24"/>
                  <a:pt x="120" y="29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20" y="132"/>
                  <a:pt x="116" y="136"/>
                  <a:pt x="111" y="136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24" y="136"/>
                  <a:pt x="20" y="132"/>
                  <a:pt x="20" y="127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4"/>
                  <a:pt x="24" y="20"/>
                  <a:pt x="29" y="20"/>
                </a:cubicBezTo>
                <a:close/>
                <a:moveTo>
                  <a:pt x="60" y="162"/>
                </a:moveTo>
                <a:cubicBezTo>
                  <a:pt x="60" y="156"/>
                  <a:pt x="64" y="152"/>
                  <a:pt x="70" y="152"/>
                </a:cubicBezTo>
                <a:cubicBezTo>
                  <a:pt x="76" y="152"/>
                  <a:pt x="80" y="156"/>
                  <a:pt x="80" y="162"/>
                </a:cubicBezTo>
                <a:cubicBezTo>
                  <a:pt x="80" y="168"/>
                  <a:pt x="76" y="172"/>
                  <a:pt x="70" y="172"/>
                </a:cubicBezTo>
                <a:cubicBezTo>
                  <a:pt x="64" y="172"/>
                  <a:pt x="60" y="168"/>
                  <a:pt x="60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6" name="Freeform 50">
            <a:extLst>
              <a:ext uri="{FF2B5EF4-FFF2-40B4-BE49-F238E27FC236}">
                <a16:creationId xmlns:a16="http://schemas.microsoft.com/office/drawing/2014/main" id="{4DD10DEA-EFF9-4072-8F44-F6F6DAB42B84}"/>
              </a:ext>
            </a:extLst>
          </p:cNvPr>
          <p:cNvSpPr>
            <a:spLocks noEditPoints="1"/>
          </p:cNvSpPr>
          <p:nvPr/>
        </p:nvSpPr>
        <p:spPr bwMode="auto">
          <a:xfrm>
            <a:off x="8887984" y="4421190"/>
            <a:ext cx="214313" cy="312738"/>
          </a:xfrm>
          <a:custGeom>
            <a:avLst/>
            <a:gdLst>
              <a:gd name="T0" fmla="*/ 0 w 132"/>
              <a:gd name="T1" fmla="*/ 176 h 192"/>
              <a:gd name="T2" fmla="*/ 16 w 132"/>
              <a:gd name="T3" fmla="*/ 192 h 192"/>
              <a:gd name="T4" fmla="*/ 116 w 132"/>
              <a:gd name="T5" fmla="*/ 192 h 192"/>
              <a:gd name="T6" fmla="*/ 132 w 132"/>
              <a:gd name="T7" fmla="*/ 176 h 192"/>
              <a:gd name="T8" fmla="*/ 132 w 132"/>
              <a:gd name="T9" fmla="*/ 10 h 192"/>
              <a:gd name="T10" fmla="*/ 122 w 132"/>
              <a:gd name="T11" fmla="*/ 0 h 192"/>
              <a:gd name="T12" fmla="*/ 112 w 132"/>
              <a:gd name="T13" fmla="*/ 10 h 192"/>
              <a:gd name="T14" fmla="*/ 112 w 132"/>
              <a:gd name="T15" fmla="*/ 20 h 192"/>
              <a:gd name="T16" fmla="*/ 16 w 132"/>
              <a:gd name="T17" fmla="*/ 20 h 192"/>
              <a:gd name="T18" fmla="*/ 0 w 132"/>
              <a:gd name="T19" fmla="*/ 36 h 192"/>
              <a:gd name="T20" fmla="*/ 0 w 132"/>
              <a:gd name="T21" fmla="*/ 176 h 192"/>
              <a:gd name="T22" fmla="*/ 29 w 132"/>
              <a:gd name="T23" fmla="*/ 40 h 192"/>
              <a:gd name="T24" fmla="*/ 103 w 132"/>
              <a:gd name="T25" fmla="*/ 40 h 192"/>
              <a:gd name="T26" fmla="*/ 112 w 132"/>
              <a:gd name="T27" fmla="*/ 49 h 192"/>
              <a:gd name="T28" fmla="*/ 112 w 132"/>
              <a:gd name="T29" fmla="*/ 91 h 192"/>
              <a:gd name="T30" fmla="*/ 103 w 132"/>
              <a:gd name="T31" fmla="*/ 100 h 192"/>
              <a:gd name="T32" fmla="*/ 29 w 132"/>
              <a:gd name="T33" fmla="*/ 100 h 192"/>
              <a:gd name="T34" fmla="*/ 20 w 132"/>
              <a:gd name="T35" fmla="*/ 91 h 192"/>
              <a:gd name="T36" fmla="*/ 20 w 132"/>
              <a:gd name="T37" fmla="*/ 49 h 192"/>
              <a:gd name="T38" fmla="*/ 29 w 132"/>
              <a:gd name="T39" fmla="*/ 40 h 192"/>
              <a:gd name="T40" fmla="*/ 20 w 132"/>
              <a:gd name="T41" fmla="*/ 126 h 192"/>
              <a:gd name="T42" fmla="*/ 30 w 132"/>
              <a:gd name="T43" fmla="*/ 116 h 192"/>
              <a:gd name="T44" fmla="*/ 40 w 132"/>
              <a:gd name="T45" fmla="*/ 126 h 192"/>
              <a:gd name="T46" fmla="*/ 30 w 132"/>
              <a:gd name="T47" fmla="*/ 136 h 192"/>
              <a:gd name="T48" fmla="*/ 20 w 132"/>
              <a:gd name="T49" fmla="*/ 126 h 192"/>
              <a:gd name="T50" fmla="*/ 56 w 132"/>
              <a:gd name="T51" fmla="*/ 126 h 192"/>
              <a:gd name="T52" fmla="*/ 66 w 132"/>
              <a:gd name="T53" fmla="*/ 116 h 192"/>
              <a:gd name="T54" fmla="*/ 76 w 132"/>
              <a:gd name="T55" fmla="*/ 126 h 192"/>
              <a:gd name="T56" fmla="*/ 66 w 132"/>
              <a:gd name="T57" fmla="*/ 136 h 192"/>
              <a:gd name="T58" fmla="*/ 56 w 132"/>
              <a:gd name="T59" fmla="*/ 126 h 192"/>
              <a:gd name="T60" fmla="*/ 92 w 132"/>
              <a:gd name="T61" fmla="*/ 126 h 192"/>
              <a:gd name="T62" fmla="*/ 102 w 132"/>
              <a:gd name="T63" fmla="*/ 116 h 192"/>
              <a:gd name="T64" fmla="*/ 112 w 132"/>
              <a:gd name="T65" fmla="*/ 126 h 192"/>
              <a:gd name="T66" fmla="*/ 102 w 132"/>
              <a:gd name="T67" fmla="*/ 136 h 192"/>
              <a:gd name="T68" fmla="*/ 92 w 132"/>
              <a:gd name="T69" fmla="*/ 126 h 192"/>
              <a:gd name="T70" fmla="*/ 20 w 132"/>
              <a:gd name="T71" fmla="*/ 162 h 192"/>
              <a:gd name="T72" fmla="*/ 30 w 132"/>
              <a:gd name="T73" fmla="*/ 152 h 192"/>
              <a:gd name="T74" fmla="*/ 40 w 132"/>
              <a:gd name="T75" fmla="*/ 162 h 192"/>
              <a:gd name="T76" fmla="*/ 30 w 132"/>
              <a:gd name="T77" fmla="*/ 172 h 192"/>
              <a:gd name="T78" fmla="*/ 20 w 132"/>
              <a:gd name="T79" fmla="*/ 162 h 192"/>
              <a:gd name="T80" fmla="*/ 56 w 132"/>
              <a:gd name="T81" fmla="*/ 162 h 192"/>
              <a:gd name="T82" fmla="*/ 66 w 132"/>
              <a:gd name="T83" fmla="*/ 152 h 192"/>
              <a:gd name="T84" fmla="*/ 76 w 132"/>
              <a:gd name="T85" fmla="*/ 162 h 192"/>
              <a:gd name="T86" fmla="*/ 66 w 132"/>
              <a:gd name="T87" fmla="*/ 172 h 192"/>
              <a:gd name="T88" fmla="*/ 56 w 132"/>
              <a:gd name="T89" fmla="*/ 162 h 192"/>
              <a:gd name="T90" fmla="*/ 92 w 132"/>
              <a:gd name="T91" fmla="*/ 162 h 192"/>
              <a:gd name="T92" fmla="*/ 102 w 132"/>
              <a:gd name="T93" fmla="*/ 152 h 192"/>
              <a:gd name="T94" fmla="*/ 112 w 132"/>
              <a:gd name="T95" fmla="*/ 162 h 192"/>
              <a:gd name="T96" fmla="*/ 102 w 132"/>
              <a:gd name="T97" fmla="*/ 172 h 192"/>
              <a:gd name="T98" fmla="*/ 92 w 132"/>
              <a:gd name="T99" fmla="*/ 16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25" y="192"/>
                  <a:pt x="132" y="185"/>
                  <a:pt x="132" y="176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32" y="4"/>
                  <a:pt x="128" y="0"/>
                  <a:pt x="122" y="0"/>
                </a:cubicBezTo>
                <a:cubicBezTo>
                  <a:pt x="116" y="0"/>
                  <a:pt x="112" y="4"/>
                  <a:pt x="112" y="10"/>
                </a:cubicBezTo>
                <a:cubicBezTo>
                  <a:pt x="112" y="20"/>
                  <a:pt x="112" y="20"/>
                  <a:pt x="112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7" y="20"/>
                  <a:pt x="0" y="27"/>
                  <a:pt x="0" y="36"/>
                </a:cubicBezTo>
                <a:lnTo>
                  <a:pt x="0" y="176"/>
                </a:lnTo>
                <a:close/>
                <a:moveTo>
                  <a:pt x="29" y="40"/>
                </a:moveTo>
                <a:cubicBezTo>
                  <a:pt x="103" y="40"/>
                  <a:pt x="103" y="40"/>
                  <a:pt x="103" y="40"/>
                </a:cubicBezTo>
                <a:cubicBezTo>
                  <a:pt x="108" y="40"/>
                  <a:pt x="112" y="44"/>
                  <a:pt x="112" y="49"/>
                </a:cubicBezTo>
                <a:cubicBezTo>
                  <a:pt x="112" y="91"/>
                  <a:pt x="112" y="91"/>
                  <a:pt x="112" y="91"/>
                </a:cubicBezTo>
                <a:cubicBezTo>
                  <a:pt x="112" y="96"/>
                  <a:pt x="108" y="100"/>
                  <a:pt x="103" y="100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4" y="100"/>
                  <a:pt x="20" y="96"/>
                  <a:pt x="20" y="91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4"/>
                  <a:pt x="24" y="40"/>
                  <a:pt x="29" y="40"/>
                </a:cubicBezTo>
                <a:close/>
                <a:moveTo>
                  <a:pt x="20" y="126"/>
                </a:moveTo>
                <a:cubicBezTo>
                  <a:pt x="20" y="120"/>
                  <a:pt x="24" y="116"/>
                  <a:pt x="30" y="116"/>
                </a:cubicBezTo>
                <a:cubicBezTo>
                  <a:pt x="36" y="116"/>
                  <a:pt x="40" y="120"/>
                  <a:pt x="40" y="126"/>
                </a:cubicBezTo>
                <a:cubicBezTo>
                  <a:pt x="40" y="132"/>
                  <a:pt x="36" y="136"/>
                  <a:pt x="30" y="136"/>
                </a:cubicBezTo>
                <a:cubicBezTo>
                  <a:pt x="24" y="136"/>
                  <a:pt x="20" y="132"/>
                  <a:pt x="20" y="126"/>
                </a:cubicBezTo>
                <a:close/>
                <a:moveTo>
                  <a:pt x="56" y="126"/>
                </a:moveTo>
                <a:cubicBezTo>
                  <a:pt x="56" y="120"/>
                  <a:pt x="60" y="116"/>
                  <a:pt x="66" y="116"/>
                </a:cubicBezTo>
                <a:cubicBezTo>
                  <a:pt x="72" y="116"/>
                  <a:pt x="76" y="120"/>
                  <a:pt x="76" y="126"/>
                </a:cubicBezTo>
                <a:cubicBezTo>
                  <a:pt x="76" y="132"/>
                  <a:pt x="72" y="136"/>
                  <a:pt x="66" y="136"/>
                </a:cubicBezTo>
                <a:cubicBezTo>
                  <a:pt x="60" y="136"/>
                  <a:pt x="56" y="132"/>
                  <a:pt x="56" y="126"/>
                </a:cubicBezTo>
                <a:close/>
                <a:moveTo>
                  <a:pt x="92" y="126"/>
                </a:moveTo>
                <a:cubicBezTo>
                  <a:pt x="92" y="120"/>
                  <a:pt x="96" y="116"/>
                  <a:pt x="102" y="116"/>
                </a:cubicBezTo>
                <a:cubicBezTo>
                  <a:pt x="108" y="116"/>
                  <a:pt x="112" y="120"/>
                  <a:pt x="112" y="126"/>
                </a:cubicBezTo>
                <a:cubicBezTo>
                  <a:pt x="112" y="132"/>
                  <a:pt x="108" y="136"/>
                  <a:pt x="102" y="136"/>
                </a:cubicBezTo>
                <a:cubicBezTo>
                  <a:pt x="96" y="136"/>
                  <a:pt x="92" y="132"/>
                  <a:pt x="92" y="126"/>
                </a:cubicBezTo>
                <a:close/>
                <a:moveTo>
                  <a:pt x="20" y="162"/>
                </a:moveTo>
                <a:cubicBezTo>
                  <a:pt x="20" y="156"/>
                  <a:pt x="24" y="152"/>
                  <a:pt x="30" y="152"/>
                </a:cubicBezTo>
                <a:cubicBezTo>
                  <a:pt x="36" y="152"/>
                  <a:pt x="40" y="156"/>
                  <a:pt x="40" y="162"/>
                </a:cubicBezTo>
                <a:cubicBezTo>
                  <a:pt x="40" y="168"/>
                  <a:pt x="36" y="172"/>
                  <a:pt x="30" y="172"/>
                </a:cubicBezTo>
                <a:cubicBezTo>
                  <a:pt x="24" y="172"/>
                  <a:pt x="20" y="168"/>
                  <a:pt x="20" y="162"/>
                </a:cubicBezTo>
                <a:close/>
                <a:moveTo>
                  <a:pt x="56" y="162"/>
                </a:moveTo>
                <a:cubicBezTo>
                  <a:pt x="56" y="156"/>
                  <a:pt x="60" y="152"/>
                  <a:pt x="66" y="152"/>
                </a:cubicBezTo>
                <a:cubicBezTo>
                  <a:pt x="72" y="152"/>
                  <a:pt x="76" y="156"/>
                  <a:pt x="76" y="162"/>
                </a:cubicBezTo>
                <a:cubicBezTo>
                  <a:pt x="76" y="168"/>
                  <a:pt x="72" y="172"/>
                  <a:pt x="66" y="172"/>
                </a:cubicBezTo>
                <a:cubicBezTo>
                  <a:pt x="60" y="172"/>
                  <a:pt x="56" y="168"/>
                  <a:pt x="56" y="162"/>
                </a:cubicBezTo>
                <a:close/>
                <a:moveTo>
                  <a:pt x="92" y="162"/>
                </a:moveTo>
                <a:cubicBezTo>
                  <a:pt x="92" y="156"/>
                  <a:pt x="96" y="152"/>
                  <a:pt x="102" y="152"/>
                </a:cubicBezTo>
                <a:cubicBezTo>
                  <a:pt x="108" y="152"/>
                  <a:pt x="112" y="156"/>
                  <a:pt x="112" y="162"/>
                </a:cubicBezTo>
                <a:cubicBezTo>
                  <a:pt x="112" y="168"/>
                  <a:pt x="108" y="172"/>
                  <a:pt x="102" y="172"/>
                </a:cubicBezTo>
                <a:cubicBezTo>
                  <a:pt x="96" y="172"/>
                  <a:pt x="92" y="168"/>
                  <a:pt x="92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7" name="Freeform 51">
            <a:extLst>
              <a:ext uri="{FF2B5EF4-FFF2-40B4-BE49-F238E27FC236}">
                <a16:creationId xmlns:a16="http://schemas.microsoft.com/office/drawing/2014/main" id="{52914E0F-64C6-4BA6-9252-4A18D6CF542C}"/>
              </a:ext>
            </a:extLst>
          </p:cNvPr>
          <p:cNvSpPr>
            <a:spLocks/>
          </p:cNvSpPr>
          <p:nvPr/>
        </p:nvSpPr>
        <p:spPr bwMode="auto">
          <a:xfrm>
            <a:off x="8146621" y="4421190"/>
            <a:ext cx="298450" cy="320675"/>
          </a:xfrm>
          <a:custGeom>
            <a:avLst/>
            <a:gdLst>
              <a:gd name="T0" fmla="*/ 95 w 183"/>
              <a:gd name="T1" fmla="*/ 180 h 196"/>
              <a:gd name="T2" fmla="*/ 155 w 183"/>
              <a:gd name="T3" fmla="*/ 180 h 196"/>
              <a:gd name="T4" fmla="*/ 166 w 183"/>
              <a:gd name="T5" fmla="*/ 142 h 196"/>
              <a:gd name="T6" fmla="*/ 178 w 183"/>
              <a:gd name="T7" fmla="*/ 135 h 196"/>
              <a:gd name="T8" fmla="*/ 180 w 183"/>
              <a:gd name="T9" fmla="*/ 133 h 196"/>
              <a:gd name="T10" fmla="*/ 183 w 183"/>
              <a:gd name="T11" fmla="*/ 127 h 196"/>
              <a:gd name="T12" fmla="*/ 180 w 183"/>
              <a:gd name="T13" fmla="*/ 121 h 196"/>
              <a:gd name="T14" fmla="*/ 147 w 183"/>
              <a:gd name="T15" fmla="*/ 94 h 196"/>
              <a:gd name="T16" fmla="*/ 142 w 183"/>
              <a:gd name="T17" fmla="*/ 92 h 196"/>
              <a:gd name="T18" fmla="*/ 137 w 183"/>
              <a:gd name="T19" fmla="*/ 94 h 196"/>
              <a:gd name="T20" fmla="*/ 131 w 183"/>
              <a:gd name="T21" fmla="*/ 100 h 196"/>
              <a:gd name="T22" fmla="*/ 119 w 183"/>
              <a:gd name="T23" fmla="*/ 100 h 196"/>
              <a:gd name="T24" fmla="*/ 85 w 183"/>
              <a:gd name="T25" fmla="*/ 66 h 196"/>
              <a:gd name="T26" fmla="*/ 85 w 183"/>
              <a:gd name="T27" fmla="*/ 54 h 196"/>
              <a:gd name="T28" fmla="*/ 91 w 183"/>
              <a:gd name="T29" fmla="*/ 48 h 196"/>
              <a:gd name="T30" fmla="*/ 93 w 183"/>
              <a:gd name="T31" fmla="*/ 43 h 196"/>
              <a:gd name="T32" fmla="*/ 91 w 183"/>
              <a:gd name="T33" fmla="*/ 37 h 196"/>
              <a:gd name="T34" fmla="*/ 62 w 183"/>
              <a:gd name="T35" fmla="*/ 3 h 196"/>
              <a:gd name="T36" fmla="*/ 56 w 183"/>
              <a:gd name="T37" fmla="*/ 0 h 196"/>
              <a:gd name="T38" fmla="*/ 50 w 183"/>
              <a:gd name="T39" fmla="*/ 3 h 196"/>
              <a:gd name="T40" fmla="*/ 49 w 183"/>
              <a:gd name="T41" fmla="*/ 4 h 196"/>
              <a:gd name="T42" fmla="*/ 35 w 183"/>
              <a:gd name="T43" fmla="*/ 38 h 196"/>
              <a:gd name="T44" fmla="*/ 145 w 183"/>
              <a:gd name="T45" fmla="*/ 148 h 196"/>
              <a:gd name="T46" fmla="*/ 147 w 183"/>
              <a:gd name="T47" fmla="*/ 148 h 196"/>
              <a:gd name="T48" fmla="*/ 141 w 183"/>
              <a:gd name="T49" fmla="*/ 166 h 196"/>
              <a:gd name="T50" fmla="*/ 109 w 183"/>
              <a:gd name="T51" fmla="*/ 166 h 196"/>
              <a:gd name="T52" fmla="*/ 54 w 183"/>
              <a:gd name="T53" fmla="*/ 109 h 196"/>
              <a:gd name="T54" fmla="*/ 12 w 183"/>
              <a:gd name="T55" fmla="*/ 109 h 196"/>
              <a:gd name="T56" fmla="*/ 12 w 183"/>
              <a:gd name="T57" fmla="*/ 151 h 196"/>
              <a:gd name="T58" fmla="*/ 30 w 183"/>
              <a:gd name="T59" fmla="*/ 169 h 196"/>
              <a:gd name="T60" fmla="*/ 44 w 183"/>
              <a:gd name="T61" fmla="*/ 169 h 196"/>
              <a:gd name="T62" fmla="*/ 44 w 183"/>
              <a:gd name="T63" fmla="*/ 155 h 196"/>
              <a:gd name="T64" fmla="*/ 26 w 183"/>
              <a:gd name="T65" fmla="*/ 137 h 196"/>
              <a:gd name="T66" fmla="*/ 26 w 183"/>
              <a:gd name="T67" fmla="*/ 123 h 196"/>
              <a:gd name="T68" fmla="*/ 40 w 183"/>
              <a:gd name="T69" fmla="*/ 123 h 196"/>
              <a:gd name="T70" fmla="*/ 95 w 183"/>
              <a:gd name="T71" fmla="*/ 18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3" h="196">
                <a:moveTo>
                  <a:pt x="95" y="180"/>
                </a:moveTo>
                <a:cubicBezTo>
                  <a:pt x="112" y="196"/>
                  <a:pt x="138" y="196"/>
                  <a:pt x="155" y="180"/>
                </a:cubicBezTo>
                <a:cubicBezTo>
                  <a:pt x="165" y="169"/>
                  <a:pt x="169" y="155"/>
                  <a:pt x="166" y="142"/>
                </a:cubicBezTo>
                <a:cubicBezTo>
                  <a:pt x="171" y="140"/>
                  <a:pt x="174" y="137"/>
                  <a:pt x="178" y="135"/>
                </a:cubicBezTo>
                <a:cubicBezTo>
                  <a:pt x="178" y="135"/>
                  <a:pt x="180" y="134"/>
                  <a:pt x="180" y="133"/>
                </a:cubicBezTo>
                <a:cubicBezTo>
                  <a:pt x="182" y="132"/>
                  <a:pt x="183" y="130"/>
                  <a:pt x="183" y="127"/>
                </a:cubicBezTo>
                <a:cubicBezTo>
                  <a:pt x="183" y="125"/>
                  <a:pt x="182" y="122"/>
                  <a:pt x="180" y="121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6" y="93"/>
                  <a:pt x="144" y="92"/>
                  <a:pt x="142" y="92"/>
                </a:cubicBezTo>
                <a:cubicBezTo>
                  <a:pt x="140" y="92"/>
                  <a:pt x="138" y="93"/>
                  <a:pt x="137" y="94"/>
                </a:cubicBezTo>
                <a:cubicBezTo>
                  <a:pt x="136" y="95"/>
                  <a:pt x="131" y="100"/>
                  <a:pt x="131" y="100"/>
                </a:cubicBezTo>
                <a:cubicBezTo>
                  <a:pt x="128" y="103"/>
                  <a:pt x="122" y="103"/>
                  <a:pt x="119" y="100"/>
                </a:cubicBezTo>
                <a:cubicBezTo>
                  <a:pt x="85" y="66"/>
                  <a:pt x="85" y="66"/>
                  <a:pt x="85" y="66"/>
                </a:cubicBezTo>
                <a:cubicBezTo>
                  <a:pt x="82" y="63"/>
                  <a:pt x="82" y="57"/>
                  <a:pt x="85" y="54"/>
                </a:cubicBezTo>
                <a:cubicBezTo>
                  <a:pt x="91" y="48"/>
                  <a:pt x="91" y="48"/>
                  <a:pt x="91" y="48"/>
                </a:cubicBezTo>
                <a:cubicBezTo>
                  <a:pt x="92" y="47"/>
                  <a:pt x="93" y="45"/>
                  <a:pt x="93" y="43"/>
                </a:cubicBezTo>
                <a:cubicBezTo>
                  <a:pt x="93" y="40"/>
                  <a:pt x="92" y="39"/>
                  <a:pt x="91" y="37"/>
                </a:cubicBezTo>
                <a:cubicBezTo>
                  <a:pt x="62" y="3"/>
                  <a:pt x="62" y="3"/>
                  <a:pt x="62" y="3"/>
                </a:cubicBezTo>
                <a:cubicBezTo>
                  <a:pt x="61" y="1"/>
                  <a:pt x="59" y="0"/>
                  <a:pt x="56" y="0"/>
                </a:cubicBezTo>
                <a:cubicBezTo>
                  <a:pt x="53" y="0"/>
                  <a:pt x="51" y="1"/>
                  <a:pt x="50" y="3"/>
                </a:cubicBezTo>
                <a:cubicBezTo>
                  <a:pt x="49" y="4"/>
                  <a:pt x="49" y="4"/>
                  <a:pt x="49" y="4"/>
                </a:cubicBezTo>
                <a:cubicBezTo>
                  <a:pt x="43" y="12"/>
                  <a:pt x="35" y="25"/>
                  <a:pt x="35" y="38"/>
                </a:cubicBezTo>
                <a:cubicBezTo>
                  <a:pt x="35" y="72"/>
                  <a:pt x="111" y="148"/>
                  <a:pt x="145" y="148"/>
                </a:cubicBezTo>
                <a:cubicBezTo>
                  <a:pt x="146" y="148"/>
                  <a:pt x="146" y="148"/>
                  <a:pt x="147" y="148"/>
                </a:cubicBezTo>
                <a:cubicBezTo>
                  <a:pt x="147" y="154"/>
                  <a:pt x="145" y="161"/>
                  <a:pt x="141" y="166"/>
                </a:cubicBezTo>
                <a:cubicBezTo>
                  <a:pt x="132" y="174"/>
                  <a:pt x="118" y="174"/>
                  <a:pt x="109" y="166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42" y="97"/>
                  <a:pt x="24" y="97"/>
                  <a:pt x="12" y="109"/>
                </a:cubicBezTo>
                <a:cubicBezTo>
                  <a:pt x="0" y="121"/>
                  <a:pt x="0" y="139"/>
                  <a:pt x="12" y="151"/>
                </a:cubicBezTo>
                <a:cubicBezTo>
                  <a:pt x="30" y="169"/>
                  <a:pt x="30" y="169"/>
                  <a:pt x="30" y="169"/>
                </a:cubicBezTo>
                <a:cubicBezTo>
                  <a:pt x="34" y="173"/>
                  <a:pt x="40" y="173"/>
                  <a:pt x="44" y="169"/>
                </a:cubicBezTo>
                <a:cubicBezTo>
                  <a:pt x="48" y="165"/>
                  <a:pt x="48" y="159"/>
                  <a:pt x="44" y="155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2" y="133"/>
                  <a:pt x="22" y="127"/>
                  <a:pt x="26" y="123"/>
                </a:cubicBezTo>
                <a:cubicBezTo>
                  <a:pt x="30" y="119"/>
                  <a:pt x="36" y="119"/>
                  <a:pt x="40" y="123"/>
                </a:cubicBezTo>
                <a:lnTo>
                  <a:pt x="95" y="1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8" name="Freeform 52">
            <a:extLst>
              <a:ext uri="{FF2B5EF4-FFF2-40B4-BE49-F238E27FC236}">
                <a16:creationId xmlns:a16="http://schemas.microsoft.com/office/drawing/2014/main" id="{271B73C4-B7FB-4B9C-8F10-38FF2C265FF3}"/>
              </a:ext>
            </a:extLst>
          </p:cNvPr>
          <p:cNvSpPr>
            <a:spLocks noEditPoints="1"/>
          </p:cNvSpPr>
          <p:nvPr/>
        </p:nvSpPr>
        <p:spPr bwMode="auto">
          <a:xfrm>
            <a:off x="7427484" y="4421190"/>
            <a:ext cx="312738" cy="312738"/>
          </a:xfrm>
          <a:custGeom>
            <a:avLst/>
            <a:gdLst>
              <a:gd name="T0" fmla="*/ 96 w 192"/>
              <a:gd name="T1" fmla="*/ 0 h 192"/>
              <a:gd name="T2" fmla="*/ 15 w 192"/>
              <a:gd name="T3" fmla="*/ 18 h 192"/>
              <a:gd name="T4" fmla="*/ 0 w 192"/>
              <a:gd name="T5" fmla="*/ 58 h 192"/>
              <a:gd name="T6" fmla="*/ 0 w 192"/>
              <a:gd name="T7" fmla="*/ 59 h 192"/>
              <a:gd name="T8" fmla="*/ 8 w 192"/>
              <a:gd name="T9" fmla="*/ 67 h 192"/>
              <a:gd name="T10" fmla="*/ 39 w 192"/>
              <a:gd name="T11" fmla="*/ 65 h 192"/>
              <a:gd name="T12" fmla="*/ 40 w 192"/>
              <a:gd name="T13" fmla="*/ 65 h 192"/>
              <a:gd name="T14" fmla="*/ 48 w 192"/>
              <a:gd name="T15" fmla="*/ 57 h 192"/>
              <a:gd name="T16" fmla="*/ 48 w 192"/>
              <a:gd name="T17" fmla="*/ 41 h 192"/>
              <a:gd name="T18" fmla="*/ 57 w 192"/>
              <a:gd name="T19" fmla="*/ 32 h 192"/>
              <a:gd name="T20" fmla="*/ 135 w 192"/>
              <a:gd name="T21" fmla="*/ 32 h 192"/>
              <a:gd name="T22" fmla="*/ 144 w 192"/>
              <a:gd name="T23" fmla="*/ 41 h 192"/>
              <a:gd name="T24" fmla="*/ 144 w 192"/>
              <a:gd name="T25" fmla="*/ 57 h 192"/>
              <a:gd name="T26" fmla="*/ 152 w 192"/>
              <a:gd name="T27" fmla="*/ 65 h 192"/>
              <a:gd name="T28" fmla="*/ 153 w 192"/>
              <a:gd name="T29" fmla="*/ 65 h 192"/>
              <a:gd name="T30" fmla="*/ 184 w 192"/>
              <a:gd name="T31" fmla="*/ 67 h 192"/>
              <a:gd name="T32" fmla="*/ 192 w 192"/>
              <a:gd name="T33" fmla="*/ 59 h 192"/>
              <a:gd name="T34" fmla="*/ 192 w 192"/>
              <a:gd name="T35" fmla="*/ 58 h 192"/>
              <a:gd name="T36" fmla="*/ 177 w 192"/>
              <a:gd name="T37" fmla="*/ 18 h 192"/>
              <a:gd name="T38" fmla="*/ 96 w 192"/>
              <a:gd name="T39" fmla="*/ 0 h 192"/>
              <a:gd name="T40" fmla="*/ 96 w 192"/>
              <a:gd name="T41" fmla="*/ 104 h 192"/>
              <a:gd name="T42" fmla="*/ 80 w 192"/>
              <a:gd name="T43" fmla="*/ 120 h 192"/>
              <a:gd name="T44" fmla="*/ 96 w 192"/>
              <a:gd name="T45" fmla="*/ 136 h 192"/>
              <a:gd name="T46" fmla="*/ 112 w 192"/>
              <a:gd name="T47" fmla="*/ 120 h 192"/>
              <a:gd name="T48" fmla="*/ 96 w 192"/>
              <a:gd name="T49" fmla="*/ 104 h 192"/>
              <a:gd name="T50" fmla="*/ 84 w 192"/>
              <a:gd name="T51" fmla="*/ 68 h 192"/>
              <a:gd name="T52" fmla="*/ 84 w 192"/>
              <a:gd name="T53" fmla="*/ 58 h 192"/>
              <a:gd name="T54" fmla="*/ 74 w 192"/>
              <a:gd name="T55" fmla="*/ 48 h 192"/>
              <a:gd name="T56" fmla="*/ 64 w 192"/>
              <a:gd name="T57" fmla="*/ 58 h 192"/>
              <a:gd name="T58" fmla="*/ 64 w 192"/>
              <a:gd name="T59" fmla="*/ 68 h 192"/>
              <a:gd name="T60" fmla="*/ 10 w 192"/>
              <a:gd name="T61" fmla="*/ 126 h 192"/>
              <a:gd name="T62" fmla="*/ 4 w 192"/>
              <a:gd name="T63" fmla="*/ 140 h 192"/>
              <a:gd name="T64" fmla="*/ 4 w 192"/>
              <a:gd name="T65" fmla="*/ 156 h 192"/>
              <a:gd name="T66" fmla="*/ 20 w 192"/>
              <a:gd name="T67" fmla="*/ 172 h 192"/>
              <a:gd name="T68" fmla="*/ 24 w 192"/>
              <a:gd name="T69" fmla="*/ 172 h 192"/>
              <a:gd name="T70" fmla="*/ 24 w 192"/>
              <a:gd name="T71" fmla="*/ 182 h 192"/>
              <a:gd name="T72" fmla="*/ 34 w 192"/>
              <a:gd name="T73" fmla="*/ 192 h 192"/>
              <a:gd name="T74" fmla="*/ 44 w 192"/>
              <a:gd name="T75" fmla="*/ 182 h 192"/>
              <a:gd name="T76" fmla="*/ 44 w 192"/>
              <a:gd name="T77" fmla="*/ 172 h 192"/>
              <a:gd name="T78" fmla="*/ 148 w 192"/>
              <a:gd name="T79" fmla="*/ 172 h 192"/>
              <a:gd name="T80" fmla="*/ 148 w 192"/>
              <a:gd name="T81" fmla="*/ 182 h 192"/>
              <a:gd name="T82" fmla="*/ 158 w 192"/>
              <a:gd name="T83" fmla="*/ 192 h 192"/>
              <a:gd name="T84" fmla="*/ 168 w 192"/>
              <a:gd name="T85" fmla="*/ 182 h 192"/>
              <a:gd name="T86" fmla="*/ 168 w 192"/>
              <a:gd name="T87" fmla="*/ 172 h 192"/>
              <a:gd name="T88" fmla="*/ 172 w 192"/>
              <a:gd name="T89" fmla="*/ 172 h 192"/>
              <a:gd name="T90" fmla="*/ 188 w 192"/>
              <a:gd name="T91" fmla="*/ 156 h 192"/>
              <a:gd name="T92" fmla="*/ 188 w 192"/>
              <a:gd name="T93" fmla="*/ 140 h 192"/>
              <a:gd name="T94" fmla="*/ 182 w 192"/>
              <a:gd name="T95" fmla="*/ 126 h 192"/>
              <a:gd name="T96" fmla="*/ 128 w 192"/>
              <a:gd name="T97" fmla="*/ 68 h 192"/>
              <a:gd name="T98" fmla="*/ 128 w 192"/>
              <a:gd name="T99" fmla="*/ 58 h 192"/>
              <a:gd name="T100" fmla="*/ 118 w 192"/>
              <a:gd name="T101" fmla="*/ 48 h 192"/>
              <a:gd name="T102" fmla="*/ 108 w 192"/>
              <a:gd name="T103" fmla="*/ 58 h 192"/>
              <a:gd name="T104" fmla="*/ 108 w 192"/>
              <a:gd name="T105" fmla="*/ 68 h 192"/>
              <a:gd name="T106" fmla="*/ 84 w 192"/>
              <a:gd name="T107" fmla="*/ 68 h 192"/>
              <a:gd name="T108" fmla="*/ 96 w 192"/>
              <a:gd name="T109" fmla="*/ 88 h 192"/>
              <a:gd name="T110" fmla="*/ 128 w 192"/>
              <a:gd name="T111" fmla="*/ 120 h 192"/>
              <a:gd name="T112" fmla="*/ 96 w 192"/>
              <a:gd name="T113" fmla="*/ 152 h 192"/>
              <a:gd name="T114" fmla="*/ 64 w 192"/>
              <a:gd name="T115" fmla="*/ 120 h 192"/>
              <a:gd name="T116" fmla="*/ 96 w 192"/>
              <a:gd name="T117" fmla="*/ 8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92">
                <a:moveTo>
                  <a:pt x="96" y="0"/>
                </a:moveTo>
                <a:cubicBezTo>
                  <a:pt x="62" y="0"/>
                  <a:pt x="28" y="6"/>
                  <a:pt x="15" y="18"/>
                </a:cubicBezTo>
                <a:cubicBezTo>
                  <a:pt x="5" y="28"/>
                  <a:pt x="1" y="46"/>
                  <a:pt x="0" y="58"/>
                </a:cubicBezTo>
                <a:cubicBezTo>
                  <a:pt x="0" y="58"/>
                  <a:pt x="0" y="59"/>
                  <a:pt x="0" y="59"/>
                </a:cubicBezTo>
                <a:cubicBezTo>
                  <a:pt x="0" y="64"/>
                  <a:pt x="4" y="67"/>
                  <a:pt x="8" y="67"/>
                </a:cubicBezTo>
                <a:cubicBezTo>
                  <a:pt x="9" y="67"/>
                  <a:pt x="28" y="66"/>
                  <a:pt x="39" y="65"/>
                </a:cubicBezTo>
                <a:cubicBezTo>
                  <a:pt x="40" y="65"/>
                  <a:pt x="40" y="65"/>
                  <a:pt x="40" y="65"/>
                </a:cubicBezTo>
                <a:cubicBezTo>
                  <a:pt x="45" y="64"/>
                  <a:pt x="48" y="61"/>
                  <a:pt x="48" y="57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36"/>
                  <a:pt x="52" y="32"/>
                  <a:pt x="57" y="32"/>
                </a:cubicBezTo>
                <a:cubicBezTo>
                  <a:pt x="135" y="32"/>
                  <a:pt x="135" y="32"/>
                  <a:pt x="135" y="32"/>
                </a:cubicBezTo>
                <a:cubicBezTo>
                  <a:pt x="140" y="32"/>
                  <a:pt x="144" y="36"/>
                  <a:pt x="144" y="41"/>
                </a:cubicBezTo>
                <a:cubicBezTo>
                  <a:pt x="144" y="57"/>
                  <a:pt x="144" y="57"/>
                  <a:pt x="144" y="57"/>
                </a:cubicBezTo>
                <a:cubicBezTo>
                  <a:pt x="144" y="61"/>
                  <a:pt x="147" y="64"/>
                  <a:pt x="152" y="65"/>
                </a:cubicBezTo>
                <a:cubicBezTo>
                  <a:pt x="152" y="65"/>
                  <a:pt x="152" y="65"/>
                  <a:pt x="153" y="65"/>
                </a:cubicBezTo>
                <a:cubicBezTo>
                  <a:pt x="164" y="66"/>
                  <a:pt x="183" y="67"/>
                  <a:pt x="184" y="67"/>
                </a:cubicBezTo>
                <a:cubicBezTo>
                  <a:pt x="188" y="67"/>
                  <a:pt x="192" y="64"/>
                  <a:pt x="192" y="59"/>
                </a:cubicBezTo>
                <a:cubicBezTo>
                  <a:pt x="192" y="59"/>
                  <a:pt x="192" y="58"/>
                  <a:pt x="192" y="58"/>
                </a:cubicBezTo>
                <a:cubicBezTo>
                  <a:pt x="191" y="46"/>
                  <a:pt x="187" y="28"/>
                  <a:pt x="177" y="18"/>
                </a:cubicBezTo>
                <a:cubicBezTo>
                  <a:pt x="164" y="6"/>
                  <a:pt x="130" y="0"/>
                  <a:pt x="96" y="0"/>
                </a:cubicBezTo>
                <a:close/>
                <a:moveTo>
                  <a:pt x="96" y="104"/>
                </a:moveTo>
                <a:cubicBezTo>
                  <a:pt x="87" y="104"/>
                  <a:pt x="80" y="111"/>
                  <a:pt x="80" y="120"/>
                </a:cubicBezTo>
                <a:cubicBezTo>
                  <a:pt x="80" y="129"/>
                  <a:pt x="87" y="136"/>
                  <a:pt x="96" y="136"/>
                </a:cubicBezTo>
                <a:cubicBezTo>
                  <a:pt x="105" y="136"/>
                  <a:pt x="112" y="129"/>
                  <a:pt x="112" y="120"/>
                </a:cubicBezTo>
                <a:cubicBezTo>
                  <a:pt x="112" y="111"/>
                  <a:pt x="105" y="104"/>
                  <a:pt x="96" y="104"/>
                </a:cubicBezTo>
                <a:close/>
                <a:moveTo>
                  <a:pt x="84" y="68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2"/>
                  <a:pt x="80" y="48"/>
                  <a:pt x="74" y="48"/>
                </a:cubicBezTo>
                <a:cubicBezTo>
                  <a:pt x="68" y="48"/>
                  <a:pt x="64" y="52"/>
                  <a:pt x="64" y="58"/>
                </a:cubicBezTo>
                <a:cubicBezTo>
                  <a:pt x="64" y="68"/>
                  <a:pt x="64" y="68"/>
                  <a:pt x="64" y="68"/>
                </a:cubicBezTo>
                <a:cubicBezTo>
                  <a:pt x="10" y="126"/>
                  <a:pt x="10" y="126"/>
                  <a:pt x="10" y="126"/>
                </a:cubicBezTo>
                <a:cubicBezTo>
                  <a:pt x="6" y="129"/>
                  <a:pt x="4" y="134"/>
                  <a:pt x="4" y="140"/>
                </a:cubicBezTo>
                <a:cubicBezTo>
                  <a:pt x="4" y="156"/>
                  <a:pt x="4" y="156"/>
                  <a:pt x="4" y="156"/>
                </a:cubicBezTo>
                <a:cubicBezTo>
                  <a:pt x="4" y="165"/>
                  <a:pt x="11" y="172"/>
                  <a:pt x="20" y="17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82"/>
                  <a:pt x="24" y="182"/>
                  <a:pt x="24" y="182"/>
                </a:cubicBezTo>
                <a:cubicBezTo>
                  <a:pt x="24" y="188"/>
                  <a:pt x="28" y="192"/>
                  <a:pt x="34" y="192"/>
                </a:cubicBezTo>
                <a:cubicBezTo>
                  <a:pt x="40" y="192"/>
                  <a:pt x="44" y="188"/>
                  <a:pt x="44" y="182"/>
                </a:cubicBezTo>
                <a:cubicBezTo>
                  <a:pt x="44" y="172"/>
                  <a:pt x="44" y="172"/>
                  <a:pt x="44" y="172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148" y="182"/>
                  <a:pt x="148" y="182"/>
                  <a:pt x="148" y="182"/>
                </a:cubicBezTo>
                <a:cubicBezTo>
                  <a:pt x="148" y="188"/>
                  <a:pt x="152" y="192"/>
                  <a:pt x="158" y="192"/>
                </a:cubicBezTo>
                <a:cubicBezTo>
                  <a:pt x="164" y="192"/>
                  <a:pt x="168" y="188"/>
                  <a:pt x="168" y="182"/>
                </a:cubicBezTo>
                <a:cubicBezTo>
                  <a:pt x="168" y="172"/>
                  <a:pt x="168" y="172"/>
                  <a:pt x="168" y="172"/>
                </a:cubicBezTo>
                <a:cubicBezTo>
                  <a:pt x="172" y="172"/>
                  <a:pt x="172" y="172"/>
                  <a:pt x="172" y="172"/>
                </a:cubicBezTo>
                <a:cubicBezTo>
                  <a:pt x="181" y="172"/>
                  <a:pt x="188" y="165"/>
                  <a:pt x="188" y="156"/>
                </a:cubicBezTo>
                <a:cubicBezTo>
                  <a:pt x="188" y="140"/>
                  <a:pt x="188" y="140"/>
                  <a:pt x="188" y="140"/>
                </a:cubicBezTo>
                <a:cubicBezTo>
                  <a:pt x="188" y="134"/>
                  <a:pt x="186" y="129"/>
                  <a:pt x="182" y="126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2"/>
                  <a:pt x="124" y="48"/>
                  <a:pt x="118" y="48"/>
                </a:cubicBezTo>
                <a:cubicBezTo>
                  <a:pt x="112" y="48"/>
                  <a:pt x="108" y="52"/>
                  <a:pt x="108" y="58"/>
                </a:cubicBezTo>
                <a:cubicBezTo>
                  <a:pt x="108" y="68"/>
                  <a:pt x="108" y="68"/>
                  <a:pt x="108" y="68"/>
                </a:cubicBezTo>
                <a:lnTo>
                  <a:pt x="84" y="68"/>
                </a:lnTo>
                <a:close/>
                <a:moveTo>
                  <a:pt x="96" y="88"/>
                </a:moveTo>
                <a:cubicBezTo>
                  <a:pt x="114" y="88"/>
                  <a:pt x="128" y="102"/>
                  <a:pt x="128" y="120"/>
                </a:cubicBezTo>
                <a:cubicBezTo>
                  <a:pt x="128" y="138"/>
                  <a:pt x="114" y="152"/>
                  <a:pt x="96" y="152"/>
                </a:cubicBezTo>
                <a:cubicBezTo>
                  <a:pt x="78" y="152"/>
                  <a:pt x="64" y="138"/>
                  <a:pt x="64" y="120"/>
                </a:cubicBezTo>
                <a:cubicBezTo>
                  <a:pt x="64" y="102"/>
                  <a:pt x="78" y="88"/>
                  <a:pt x="96" y="8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9" name="Freeform 53">
            <a:extLst>
              <a:ext uri="{FF2B5EF4-FFF2-40B4-BE49-F238E27FC236}">
                <a16:creationId xmlns:a16="http://schemas.microsoft.com/office/drawing/2014/main" id="{E95A8E9A-BEDF-4208-BD8C-5BC46AB64604}"/>
              </a:ext>
            </a:extLst>
          </p:cNvPr>
          <p:cNvSpPr>
            <a:spLocks noEditPoints="1"/>
          </p:cNvSpPr>
          <p:nvPr/>
        </p:nvSpPr>
        <p:spPr bwMode="auto">
          <a:xfrm>
            <a:off x="6724221" y="4418015"/>
            <a:ext cx="312738" cy="315913"/>
          </a:xfrm>
          <a:custGeom>
            <a:avLst/>
            <a:gdLst>
              <a:gd name="T0" fmla="*/ 192 w 192"/>
              <a:gd name="T1" fmla="*/ 86 h 194"/>
              <a:gd name="T2" fmla="*/ 186 w 192"/>
              <a:gd name="T3" fmla="*/ 72 h 194"/>
              <a:gd name="T4" fmla="*/ 110 w 192"/>
              <a:gd name="T5" fmla="*/ 8 h 194"/>
              <a:gd name="T6" fmla="*/ 82 w 192"/>
              <a:gd name="T7" fmla="*/ 8 h 194"/>
              <a:gd name="T8" fmla="*/ 6 w 192"/>
              <a:gd name="T9" fmla="*/ 72 h 194"/>
              <a:gd name="T10" fmla="*/ 0 w 192"/>
              <a:gd name="T11" fmla="*/ 86 h 194"/>
              <a:gd name="T12" fmla="*/ 0 w 192"/>
              <a:gd name="T13" fmla="*/ 178 h 194"/>
              <a:gd name="T14" fmla="*/ 16 w 192"/>
              <a:gd name="T15" fmla="*/ 194 h 194"/>
              <a:gd name="T16" fmla="*/ 176 w 192"/>
              <a:gd name="T17" fmla="*/ 194 h 194"/>
              <a:gd name="T18" fmla="*/ 192 w 192"/>
              <a:gd name="T19" fmla="*/ 178 h 194"/>
              <a:gd name="T20" fmla="*/ 192 w 192"/>
              <a:gd name="T21" fmla="*/ 86 h 194"/>
              <a:gd name="T22" fmla="*/ 41 w 192"/>
              <a:gd name="T23" fmla="*/ 70 h 194"/>
              <a:gd name="T24" fmla="*/ 151 w 192"/>
              <a:gd name="T25" fmla="*/ 70 h 194"/>
              <a:gd name="T26" fmla="*/ 160 w 192"/>
              <a:gd name="T27" fmla="*/ 79 h 194"/>
              <a:gd name="T28" fmla="*/ 160 w 192"/>
              <a:gd name="T29" fmla="*/ 94 h 194"/>
              <a:gd name="T30" fmla="*/ 158 w 192"/>
              <a:gd name="T31" fmla="*/ 99 h 194"/>
              <a:gd name="T32" fmla="*/ 133 w 192"/>
              <a:gd name="T33" fmla="*/ 124 h 194"/>
              <a:gd name="T34" fmla="*/ 170 w 192"/>
              <a:gd name="T35" fmla="*/ 161 h 194"/>
              <a:gd name="T36" fmla="*/ 170 w 192"/>
              <a:gd name="T37" fmla="*/ 172 h 194"/>
              <a:gd name="T38" fmla="*/ 159 w 192"/>
              <a:gd name="T39" fmla="*/ 172 h 194"/>
              <a:gd name="T40" fmla="*/ 121 w 192"/>
              <a:gd name="T41" fmla="*/ 134 h 194"/>
              <a:gd name="T42" fmla="*/ 71 w 192"/>
              <a:gd name="T43" fmla="*/ 134 h 194"/>
              <a:gd name="T44" fmla="*/ 33 w 192"/>
              <a:gd name="T45" fmla="*/ 172 h 194"/>
              <a:gd name="T46" fmla="*/ 22 w 192"/>
              <a:gd name="T47" fmla="*/ 172 h 194"/>
              <a:gd name="T48" fmla="*/ 22 w 192"/>
              <a:gd name="T49" fmla="*/ 161 h 194"/>
              <a:gd name="T50" fmla="*/ 59 w 192"/>
              <a:gd name="T51" fmla="*/ 124 h 194"/>
              <a:gd name="T52" fmla="*/ 34 w 192"/>
              <a:gd name="T53" fmla="*/ 99 h 194"/>
              <a:gd name="T54" fmla="*/ 32 w 192"/>
              <a:gd name="T55" fmla="*/ 93 h 194"/>
              <a:gd name="T56" fmla="*/ 32 w 192"/>
              <a:gd name="T57" fmla="*/ 79 h 194"/>
              <a:gd name="T58" fmla="*/ 41 w 192"/>
              <a:gd name="T59" fmla="*/ 7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92" h="194">
                <a:moveTo>
                  <a:pt x="192" y="86"/>
                </a:moveTo>
                <a:cubicBezTo>
                  <a:pt x="192" y="80"/>
                  <a:pt x="190" y="75"/>
                  <a:pt x="186" y="72"/>
                </a:cubicBezTo>
                <a:cubicBezTo>
                  <a:pt x="110" y="8"/>
                  <a:pt x="110" y="8"/>
                  <a:pt x="110" y="8"/>
                </a:cubicBezTo>
                <a:cubicBezTo>
                  <a:pt x="102" y="0"/>
                  <a:pt x="90" y="0"/>
                  <a:pt x="82" y="8"/>
                </a:cubicBezTo>
                <a:cubicBezTo>
                  <a:pt x="6" y="72"/>
                  <a:pt x="6" y="72"/>
                  <a:pt x="6" y="72"/>
                </a:cubicBezTo>
                <a:cubicBezTo>
                  <a:pt x="2" y="75"/>
                  <a:pt x="0" y="80"/>
                  <a:pt x="0" y="86"/>
                </a:cubicBezTo>
                <a:cubicBezTo>
                  <a:pt x="0" y="178"/>
                  <a:pt x="0" y="178"/>
                  <a:pt x="0" y="178"/>
                </a:cubicBezTo>
                <a:cubicBezTo>
                  <a:pt x="0" y="187"/>
                  <a:pt x="7" y="194"/>
                  <a:pt x="1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85" y="194"/>
                  <a:pt x="192" y="187"/>
                  <a:pt x="192" y="178"/>
                </a:cubicBezTo>
                <a:lnTo>
                  <a:pt x="192" y="86"/>
                </a:lnTo>
                <a:close/>
                <a:moveTo>
                  <a:pt x="41" y="70"/>
                </a:moveTo>
                <a:cubicBezTo>
                  <a:pt x="151" y="70"/>
                  <a:pt x="151" y="70"/>
                  <a:pt x="151" y="70"/>
                </a:cubicBezTo>
                <a:cubicBezTo>
                  <a:pt x="156" y="70"/>
                  <a:pt x="160" y="74"/>
                  <a:pt x="160" y="79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60" y="96"/>
                  <a:pt x="159" y="98"/>
                  <a:pt x="158" y="99"/>
                </a:cubicBezTo>
                <a:cubicBezTo>
                  <a:pt x="133" y="124"/>
                  <a:pt x="133" y="124"/>
                  <a:pt x="133" y="124"/>
                </a:cubicBezTo>
                <a:cubicBezTo>
                  <a:pt x="170" y="161"/>
                  <a:pt x="170" y="161"/>
                  <a:pt x="170" y="161"/>
                </a:cubicBezTo>
                <a:cubicBezTo>
                  <a:pt x="173" y="164"/>
                  <a:pt x="173" y="169"/>
                  <a:pt x="170" y="172"/>
                </a:cubicBezTo>
                <a:cubicBezTo>
                  <a:pt x="167" y="175"/>
                  <a:pt x="162" y="175"/>
                  <a:pt x="159" y="172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71" y="134"/>
                  <a:pt x="71" y="134"/>
                  <a:pt x="71" y="134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0" y="175"/>
                  <a:pt x="25" y="175"/>
                  <a:pt x="22" y="172"/>
                </a:cubicBezTo>
                <a:cubicBezTo>
                  <a:pt x="19" y="169"/>
                  <a:pt x="19" y="164"/>
                  <a:pt x="22" y="161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34" y="99"/>
                  <a:pt x="34" y="99"/>
                  <a:pt x="34" y="99"/>
                </a:cubicBezTo>
                <a:cubicBezTo>
                  <a:pt x="33" y="98"/>
                  <a:pt x="32" y="96"/>
                  <a:pt x="32" y="93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4"/>
                  <a:pt x="36" y="70"/>
                  <a:pt x="4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0" name="Freeform 54">
            <a:extLst>
              <a:ext uri="{FF2B5EF4-FFF2-40B4-BE49-F238E27FC236}">
                <a16:creationId xmlns:a16="http://schemas.microsoft.com/office/drawing/2014/main" id="{25657A32-C463-417C-8726-BAE51C85D768}"/>
              </a:ext>
            </a:extLst>
          </p:cNvPr>
          <p:cNvSpPr>
            <a:spLocks noEditPoints="1"/>
          </p:cNvSpPr>
          <p:nvPr/>
        </p:nvSpPr>
        <p:spPr bwMode="auto">
          <a:xfrm>
            <a:off x="10946971" y="3757615"/>
            <a:ext cx="312738" cy="227013"/>
          </a:xfrm>
          <a:custGeom>
            <a:avLst/>
            <a:gdLst>
              <a:gd name="T0" fmla="*/ 0 w 192"/>
              <a:gd name="T1" fmla="*/ 124 h 140"/>
              <a:gd name="T2" fmla="*/ 16 w 192"/>
              <a:gd name="T3" fmla="*/ 140 h 140"/>
              <a:gd name="T4" fmla="*/ 176 w 192"/>
              <a:gd name="T5" fmla="*/ 140 h 140"/>
              <a:gd name="T6" fmla="*/ 192 w 192"/>
              <a:gd name="T7" fmla="*/ 124 h 140"/>
              <a:gd name="T8" fmla="*/ 192 w 192"/>
              <a:gd name="T9" fmla="*/ 16 h 140"/>
              <a:gd name="T10" fmla="*/ 176 w 192"/>
              <a:gd name="T11" fmla="*/ 0 h 140"/>
              <a:gd name="T12" fmla="*/ 16 w 192"/>
              <a:gd name="T13" fmla="*/ 0 h 140"/>
              <a:gd name="T14" fmla="*/ 0 w 192"/>
              <a:gd name="T15" fmla="*/ 16 h 140"/>
              <a:gd name="T16" fmla="*/ 0 w 192"/>
              <a:gd name="T17" fmla="*/ 124 h 140"/>
              <a:gd name="T18" fmla="*/ 59 w 192"/>
              <a:gd name="T19" fmla="*/ 70 h 140"/>
              <a:gd name="T20" fmla="*/ 22 w 192"/>
              <a:gd name="T21" fmla="*/ 33 h 140"/>
              <a:gd name="T22" fmla="*/ 22 w 192"/>
              <a:gd name="T23" fmla="*/ 22 h 140"/>
              <a:gd name="T24" fmla="*/ 33 w 192"/>
              <a:gd name="T25" fmla="*/ 22 h 140"/>
              <a:gd name="T26" fmla="*/ 92 w 192"/>
              <a:gd name="T27" fmla="*/ 81 h 140"/>
              <a:gd name="T28" fmla="*/ 100 w 192"/>
              <a:gd name="T29" fmla="*/ 81 h 140"/>
              <a:gd name="T30" fmla="*/ 159 w 192"/>
              <a:gd name="T31" fmla="*/ 22 h 140"/>
              <a:gd name="T32" fmla="*/ 170 w 192"/>
              <a:gd name="T33" fmla="*/ 22 h 140"/>
              <a:gd name="T34" fmla="*/ 170 w 192"/>
              <a:gd name="T35" fmla="*/ 33 h 140"/>
              <a:gd name="T36" fmla="*/ 133 w 192"/>
              <a:gd name="T37" fmla="*/ 70 h 140"/>
              <a:gd name="T38" fmla="*/ 170 w 192"/>
              <a:gd name="T39" fmla="*/ 107 h 140"/>
              <a:gd name="T40" fmla="*/ 170 w 192"/>
              <a:gd name="T41" fmla="*/ 118 h 140"/>
              <a:gd name="T42" fmla="*/ 159 w 192"/>
              <a:gd name="T43" fmla="*/ 118 h 140"/>
              <a:gd name="T44" fmla="*/ 122 w 192"/>
              <a:gd name="T45" fmla="*/ 81 h 140"/>
              <a:gd name="T46" fmla="*/ 109 w 192"/>
              <a:gd name="T47" fmla="*/ 95 h 140"/>
              <a:gd name="T48" fmla="*/ 96 w 192"/>
              <a:gd name="T49" fmla="*/ 100 h 140"/>
              <a:gd name="T50" fmla="*/ 83 w 192"/>
              <a:gd name="T51" fmla="*/ 95 h 140"/>
              <a:gd name="T52" fmla="*/ 70 w 192"/>
              <a:gd name="T53" fmla="*/ 81 h 140"/>
              <a:gd name="T54" fmla="*/ 33 w 192"/>
              <a:gd name="T55" fmla="*/ 118 h 140"/>
              <a:gd name="T56" fmla="*/ 22 w 192"/>
              <a:gd name="T57" fmla="*/ 118 h 140"/>
              <a:gd name="T58" fmla="*/ 22 w 192"/>
              <a:gd name="T59" fmla="*/ 107 h 140"/>
              <a:gd name="T60" fmla="*/ 59 w 192"/>
              <a:gd name="T61" fmla="*/ 7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2" h="140">
                <a:moveTo>
                  <a:pt x="0" y="124"/>
                </a:moveTo>
                <a:cubicBezTo>
                  <a:pt x="0" y="133"/>
                  <a:pt x="7" y="140"/>
                  <a:pt x="16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85" y="140"/>
                  <a:pt x="192" y="133"/>
                  <a:pt x="192" y="124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24"/>
                </a:lnTo>
                <a:close/>
                <a:moveTo>
                  <a:pt x="59" y="70"/>
                </a:moveTo>
                <a:cubicBezTo>
                  <a:pt x="22" y="33"/>
                  <a:pt x="22" y="33"/>
                  <a:pt x="22" y="33"/>
                </a:cubicBezTo>
                <a:cubicBezTo>
                  <a:pt x="19" y="30"/>
                  <a:pt x="19" y="25"/>
                  <a:pt x="22" y="22"/>
                </a:cubicBezTo>
                <a:cubicBezTo>
                  <a:pt x="25" y="19"/>
                  <a:pt x="30" y="19"/>
                  <a:pt x="33" y="22"/>
                </a:cubicBezTo>
                <a:cubicBezTo>
                  <a:pt x="92" y="81"/>
                  <a:pt x="92" y="81"/>
                  <a:pt x="92" y="81"/>
                </a:cubicBezTo>
                <a:cubicBezTo>
                  <a:pt x="94" y="83"/>
                  <a:pt x="98" y="83"/>
                  <a:pt x="100" y="81"/>
                </a:cubicBezTo>
                <a:cubicBezTo>
                  <a:pt x="159" y="22"/>
                  <a:pt x="159" y="22"/>
                  <a:pt x="159" y="22"/>
                </a:cubicBezTo>
                <a:cubicBezTo>
                  <a:pt x="162" y="19"/>
                  <a:pt x="167" y="19"/>
                  <a:pt x="170" y="22"/>
                </a:cubicBezTo>
                <a:cubicBezTo>
                  <a:pt x="173" y="25"/>
                  <a:pt x="173" y="30"/>
                  <a:pt x="170" y="33"/>
                </a:cubicBezTo>
                <a:cubicBezTo>
                  <a:pt x="133" y="70"/>
                  <a:pt x="133" y="70"/>
                  <a:pt x="133" y="70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3" y="110"/>
                  <a:pt x="173" y="115"/>
                  <a:pt x="170" y="118"/>
                </a:cubicBezTo>
                <a:cubicBezTo>
                  <a:pt x="167" y="121"/>
                  <a:pt x="162" y="121"/>
                  <a:pt x="159" y="118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11" y="93"/>
                  <a:pt x="109" y="95"/>
                </a:cubicBezTo>
                <a:cubicBezTo>
                  <a:pt x="105" y="98"/>
                  <a:pt x="101" y="100"/>
                  <a:pt x="96" y="100"/>
                </a:cubicBezTo>
                <a:cubicBezTo>
                  <a:pt x="91" y="100"/>
                  <a:pt x="87" y="98"/>
                  <a:pt x="83" y="95"/>
                </a:cubicBezTo>
                <a:cubicBezTo>
                  <a:pt x="81" y="93"/>
                  <a:pt x="70" y="81"/>
                  <a:pt x="70" y="81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0" y="121"/>
                  <a:pt x="25" y="121"/>
                  <a:pt x="22" y="118"/>
                </a:cubicBezTo>
                <a:cubicBezTo>
                  <a:pt x="19" y="115"/>
                  <a:pt x="19" y="110"/>
                  <a:pt x="22" y="107"/>
                </a:cubicBezTo>
                <a:lnTo>
                  <a:pt x="59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1" name="Freeform 55">
            <a:extLst>
              <a:ext uri="{FF2B5EF4-FFF2-40B4-BE49-F238E27FC236}">
                <a16:creationId xmlns:a16="http://schemas.microsoft.com/office/drawing/2014/main" id="{92461D1B-0D1D-4375-B5DC-E024FE0A6BE3}"/>
              </a:ext>
            </a:extLst>
          </p:cNvPr>
          <p:cNvSpPr>
            <a:spLocks noEditPoints="1"/>
          </p:cNvSpPr>
          <p:nvPr/>
        </p:nvSpPr>
        <p:spPr bwMode="auto">
          <a:xfrm>
            <a:off x="10243709" y="3744915"/>
            <a:ext cx="306388" cy="268288"/>
          </a:xfrm>
          <a:custGeom>
            <a:avLst/>
            <a:gdLst>
              <a:gd name="T0" fmla="*/ 0 w 188"/>
              <a:gd name="T1" fmla="*/ 116 h 165"/>
              <a:gd name="T2" fmla="*/ 16 w 188"/>
              <a:gd name="T3" fmla="*/ 132 h 165"/>
              <a:gd name="T4" fmla="*/ 40 w 188"/>
              <a:gd name="T5" fmla="*/ 132 h 165"/>
              <a:gd name="T6" fmla="*/ 40 w 188"/>
              <a:gd name="T7" fmla="*/ 157 h 165"/>
              <a:gd name="T8" fmla="*/ 48 w 188"/>
              <a:gd name="T9" fmla="*/ 165 h 165"/>
              <a:gd name="T10" fmla="*/ 54 w 188"/>
              <a:gd name="T11" fmla="*/ 162 h 165"/>
              <a:gd name="T12" fmla="*/ 84 w 188"/>
              <a:gd name="T13" fmla="*/ 132 h 165"/>
              <a:gd name="T14" fmla="*/ 172 w 188"/>
              <a:gd name="T15" fmla="*/ 132 h 165"/>
              <a:gd name="T16" fmla="*/ 188 w 188"/>
              <a:gd name="T17" fmla="*/ 116 h 165"/>
              <a:gd name="T18" fmla="*/ 188 w 188"/>
              <a:gd name="T19" fmla="*/ 16 h 165"/>
              <a:gd name="T20" fmla="*/ 172 w 188"/>
              <a:gd name="T21" fmla="*/ 0 h 165"/>
              <a:gd name="T22" fmla="*/ 16 w 188"/>
              <a:gd name="T23" fmla="*/ 0 h 165"/>
              <a:gd name="T24" fmla="*/ 0 w 188"/>
              <a:gd name="T25" fmla="*/ 16 h 165"/>
              <a:gd name="T26" fmla="*/ 0 w 188"/>
              <a:gd name="T27" fmla="*/ 116 h 165"/>
              <a:gd name="T28" fmla="*/ 48 w 188"/>
              <a:gd name="T29" fmla="*/ 70 h 165"/>
              <a:gd name="T30" fmla="*/ 58 w 188"/>
              <a:gd name="T31" fmla="*/ 60 h 165"/>
              <a:gd name="T32" fmla="*/ 68 w 188"/>
              <a:gd name="T33" fmla="*/ 70 h 165"/>
              <a:gd name="T34" fmla="*/ 58 w 188"/>
              <a:gd name="T35" fmla="*/ 80 h 165"/>
              <a:gd name="T36" fmla="*/ 48 w 188"/>
              <a:gd name="T37" fmla="*/ 70 h 165"/>
              <a:gd name="T38" fmla="*/ 84 w 188"/>
              <a:gd name="T39" fmla="*/ 70 h 165"/>
              <a:gd name="T40" fmla="*/ 94 w 188"/>
              <a:gd name="T41" fmla="*/ 60 h 165"/>
              <a:gd name="T42" fmla="*/ 104 w 188"/>
              <a:gd name="T43" fmla="*/ 70 h 165"/>
              <a:gd name="T44" fmla="*/ 94 w 188"/>
              <a:gd name="T45" fmla="*/ 80 h 165"/>
              <a:gd name="T46" fmla="*/ 84 w 188"/>
              <a:gd name="T47" fmla="*/ 70 h 165"/>
              <a:gd name="T48" fmla="*/ 120 w 188"/>
              <a:gd name="T49" fmla="*/ 70 h 165"/>
              <a:gd name="T50" fmla="*/ 130 w 188"/>
              <a:gd name="T51" fmla="*/ 60 h 165"/>
              <a:gd name="T52" fmla="*/ 140 w 188"/>
              <a:gd name="T53" fmla="*/ 70 h 165"/>
              <a:gd name="T54" fmla="*/ 130 w 188"/>
              <a:gd name="T55" fmla="*/ 80 h 165"/>
              <a:gd name="T56" fmla="*/ 120 w 188"/>
              <a:gd name="T57" fmla="*/ 7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8" h="165">
                <a:moveTo>
                  <a:pt x="0" y="116"/>
                </a:moveTo>
                <a:cubicBezTo>
                  <a:pt x="0" y="125"/>
                  <a:pt x="7" y="132"/>
                  <a:pt x="16" y="132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57"/>
                  <a:pt x="40" y="157"/>
                  <a:pt x="40" y="157"/>
                </a:cubicBezTo>
                <a:cubicBezTo>
                  <a:pt x="40" y="161"/>
                  <a:pt x="44" y="165"/>
                  <a:pt x="48" y="165"/>
                </a:cubicBezTo>
                <a:cubicBezTo>
                  <a:pt x="50" y="165"/>
                  <a:pt x="52" y="164"/>
                  <a:pt x="54" y="16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172" y="132"/>
                  <a:pt x="172" y="132"/>
                  <a:pt x="172" y="132"/>
                </a:cubicBezTo>
                <a:cubicBezTo>
                  <a:pt x="181" y="132"/>
                  <a:pt x="188" y="125"/>
                  <a:pt x="188" y="116"/>
                </a:cubicBezTo>
                <a:cubicBezTo>
                  <a:pt x="188" y="16"/>
                  <a:pt x="188" y="16"/>
                  <a:pt x="188" y="16"/>
                </a:cubicBezTo>
                <a:cubicBezTo>
                  <a:pt x="188" y="7"/>
                  <a:pt x="181" y="0"/>
                  <a:pt x="17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16"/>
                </a:lnTo>
                <a:close/>
                <a:moveTo>
                  <a:pt x="48" y="70"/>
                </a:moveTo>
                <a:cubicBezTo>
                  <a:pt x="48" y="64"/>
                  <a:pt x="52" y="60"/>
                  <a:pt x="58" y="60"/>
                </a:cubicBezTo>
                <a:cubicBezTo>
                  <a:pt x="64" y="60"/>
                  <a:pt x="68" y="64"/>
                  <a:pt x="68" y="70"/>
                </a:cubicBezTo>
                <a:cubicBezTo>
                  <a:pt x="68" y="76"/>
                  <a:pt x="64" y="80"/>
                  <a:pt x="58" y="80"/>
                </a:cubicBezTo>
                <a:cubicBezTo>
                  <a:pt x="52" y="80"/>
                  <a:pt x="48" y="76"/>
                  <a:pt x="48" y="70"/>
                </a:cubicBezTo>
                <a:close/>
                <a:moveTo>
                  <a:pt x="84" y="70"/>
                </a:moveTo>
                <a:cubicBezTo>
                  <a:pt x="84" y="64"/>
                  <a:pt x="88" y="60"/>
                  <a:pt x="94" y="60"/>
                </a:cubicBezTo>
                <a:cubicBezTo>
                  <a:pt x="100" y="60"/>
                  <a:pt x="104" y="64"/>
                  <a:pt x="104" y="70"/>
                </a:cubicBezTo>
                <a:cubicBezTo>
                  <a:pt x="104" y="76"/>
                  <a:pt x="100" y="80"/>
                  <a:pt x="94" y="80"/>
                </a:cubicBezTo>
                <a:cubicBezTo>
                  <a:pt x="88" y="80"/>
                  <a:pt x="84" y="76"/>
                  <a:pt x="84" y="70"/>
                </a:cubicBezTo>
                <a:close/>
                <a:moveTo>
                  <a:pt x="120" y="70"/>
                </a:moveTo>
                <a:cubicBezTo>
                  <a:pt x="120" y="64"/>
                  <a:pt x="124" y="60"/>
                  <a:pt x="130" y="60"/>
                </a:cubicBezTo>
                <a:cubicBezTo>
                  <a:pt x="136" y="60"/>
                  <a:pt x="140" y="64"/>
                  <a:pt x="140" y="70"/>
                </a:cubicBezTo>
                <a:cubicBezTo>
                  <a:pt x="140" y="76"/>
                  <a:pt x="136" y="80"/>
                  <a:pt x="130" y="80"/>
                </a:cubicBezTo>
                <a:cubicBezTo>
                  <a:pt x="124" y="80"/>
                  <a:pt x="120" y="76"/>
                  <a:pt x="120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2" name="Freeform 56">
            <a:extLst>
              <a:ext uri="{FF2B5EF4-FFF2-40B4-BE49-F238E27FC236}">
                <a16:creationId xmlns:a16="http://schemas.microsoft.com/office/drawing/2014/main" id="{DE6C7A5E-20C1-4CEC-8A65-3A8A463533CD}"/>
              </a:ext>
            </a:extLst>
          </p:cNvPr>
          <p:cNvSpPr>
            <a:spLocks noEditPoints="1"/>
          </p:cNvSpPr>
          <p:nvPr/>
        </p:nvSpPr>
        <p:spPr bwMode="auto">
          <a:xfrm>
            <a:off x="9538859" y="3717927"/>
            <a:ext cx="312738" cy="312738"/>
          </a:xfrm>
          <a:custGeom>
            <a:avLst/>
            <a:gdLst>
              <a:gd name="T0" fmla="*/ 176 w 192"/>
              <a:gd name="T1" fmla="*/ 72 h 192"/>
              <a:gd name="T2" fmla="*/ 188 w 192"/>
              <a:gd name="T3" fmla="*/ 72 h 192"/>
              <a:gd name="T4" fmla="*/ 191 w 192"/>
              <a:gd name="T5" fmla="*/ 71 h 192"/>
              <a:gd name="T6" fmla="*/ 191 w 192"/>
              <a:gd name="T7" fmla="*/ 65 h 192"/>
              <a:gd name="T8" fmla="*/ 176 w 192"/>
              <a:gd name="T9" fmla="*/ 48 h 192"/>
              <a:gd name="T10" fmla="*/ 191 w 192"/>
              <a:gd name="T11" fmla="*/ 31 h 192"/>
              <a:gd name="T12" fmla="*/ 191 w 192"/>
              <a:gd name="T13" fmla="*/ 25 h 192"/>
              <a:gd name="T14" fmla="*/ 188 w 192"/>
              <a:gd name="T15" fmla="*/ 24 h 192"/>
              <a:gd name="T16" fmla="*/ 169 w 192"/>
              <a:gd name="T17" fmla="*/ 24 h 192"/>
              <a:gd name="T18" fmla="*/ 126 w 192"/>
              <a:gd name="T19" fmla="*/ 0 h 192"/>
              <a:gd name="T20" fmla="*/ 76 w 192"/>
              <a:gd name="T21" fmla="*/ 50 h 192"/>
              <a:gd name="T22" fmla="*/ 46 w 192"/>
              <a:gd name="T23" fmla="*/ 80 h 192"/>
              <a:gd name="T24" fmla="*/ 46 w 192"/>
              <a:gd name="T25" fmla="*/ 80 h 192"/>
              <a:gd name="T26" fmla="*/ 8 w 192"/>
              <a:gd name="T27" fmla="*/ 80 h 192"/>
              <a:gd name="T28" fmla="*/ 0 w 192"/>
              <a:gd name="T29" fmla="*/ 88 h 192"/>
              <a:gd name="T30" fmla="*/ 0 w 192"/>
              <a:gd name="T31" fmla="*/ 89 h 192"/>
              <a:gd name="T32" fmla="*/ 60 w 192"/>
              <a:gd name="T33" fmla="*/ 163 h 192"/>
              <a:gd name="T34" fmla="*/ 60 w 192"/>
              <a:gd name="T35" fmla="*/ 182 h 192"/>
              <a:gd name="T36" fmla="*/ 70 w 192"/>
              <a:gd name="T37" fmla="*/ 192 h 192"/>
              <a:gd name="T38" fmla="*/ 80 w 192"/>
              <a:gd name="T39" fmla="*/ 182 h 192"/>
              <a:gd name="T40" fmla="*/ 80 w 192"/>
              <a:gd name="T41" fmla="*/ 168 h 192"/>
              <a:gd name="T42" fmla="*/ 88 w 192"/>
              <a:gd name="T43" fmla="*/ 168 h 192"/>
              <a:gd name="T44" fmla="*/ 96 w 192"/>
              <a:gd name="T45" fmla="*/ 168 h 192"/>
              <a:gd name="T46" fmla="*/ 96 w 192"/>
              <a:gd name="T47" fmla="*/ 182 h 192"/>
              <a:gd name="T48" fmla="*/ 106 w 192"/>
              <a:gd name="T49" fmla="*/ 192 h 192"/>
              <a:gd name="T50" fmla="*/ 116 w 192"/>
              <a:gd name="T51" fmla="*/ 182 h 192"/>
              <a:gd name="T52" fmla="*/ 116 w 192"/>
              <a:gd name="T53" fmla="*/ 163 h 192"/>
              <a:gd name="T54" fmla="*/ 176 w 192"/>
              <a:gd name="T55" fmla="*/ 80 h 192"/>
              <a:gd name="T56" fmla="*/ 176 w 192"/>
              <a:gd name="T57" fmla="*/ 72 h 192"/>
              <a:gd name="T58" fmla="*/ 128 w 192"/>
              <a:gd name="T59" fmla="*/ 34 h 192"/>
              <a:gd name="T60" fmla="*/ 138 w 192"/>
              <a:gd name="T61" fmla="*/ 24 h 192"/>
              <a:gd name="T62" fmla="*/ 148 w 192"/>
              <a:gd name="T63" fmla="*/ 34 h 192"/>
              <a:gd name="T64" fmla="*/ 138 w 192"/>
              <a:gd name="T65" fmla="*/ 44 h 192"/>
              <a:gd name="T66" fmla="*/ 128 w 192"/>
              <a:gd name="T67" fmla="*/ 34 h 192"/>
              <a:gd name="T68" fmla="*/ 97 w 192"/>
              <a:gd name="T69" fmla="*/ 93 h 192"/>
              <a:gd name="T70" fmla="*/ 90 w 192"/>
              <a:gd name="T71" fmla="*/ 130 h 192"/>
              <a:gd name="T72" fmla="*/ 54 w 192"/>
              <a:gd name="T73" fmla="*/ 137 h 192"/>
              <a:gd name="T74" fmla="*/ 52 w 192"/>
              <a:gd name="T75" fmla="*/ 136 h 192"/>
              <a:gd name="T76" fmla="*/ 48 w 192"/>
              <a:gd name="T77" fmla="*/ 129 h 192"/>
              <a:gd name="T78" fmla="*/ 51 w 192"/>
              <a:gd name="T79" fmla="*/ 123 h 192"/>
              <a:gd name="T80" fmla="*/ 84 w 192"/>
              <a:gd name="T81" fmla="*/ 90 h 192"/>
              <a:gd name="T82" fmla="*/ 95 w 192"/>
              <a:gd name="T83" fmla="*/ 90 h 192"/>
              <a:gd name="T84" fmla="*/ 96 w 192"/>
              <a:gd name="T85" fmla="*/ 92 h 192"/>
              <a:gd name="T86" fmla="*/ 97 w 192"/>
              <a:gd name="T87" fmla="*/ 9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2" h="192">
                <a:moveTo>
                  <a:pt x="176" y="72"/>
                </a:moveTo>
                <a:cubicBezTo>
                  <a:pt x="188" y="72"/>
                  <a:pt x="188" y="72"/>
                  <a:pt x="188" y="72"/>
                </a:cubicBezTo>
                <a:cubicBezTo>
                  <a:pt x="189" y="72"/>
                  <a:pt x="190" y="72"/>
                  <a:pt x="191" y="71"/>
                </a:cubicBezTo>
                <a:cubicBezTo>
                  <a:pt x="192" y="69"/>
                  <a:pt x="192" y="67"/>
                  <a:pt x="191" y="65"/>
                </a:cubicBezTo>
                <a:cubicBezTo>
                  <a:pt x="190" y="64"/>
                  <a:pt x="176" y="48"/>
                  <a:pt x="176" y="48"/>
                </a:cubicBezTo>
                <a:cubicBezTo>
                  <a:pt x="176" y="48"/>
                  <a:pt x="190" y="32"/>
                  <a:pt x="191" y="31"/>
                </a:cubicBezTo>
                <a:cubicBezTo>
                  <a:pt x="192" y="29"/>
                  <a:pt x="192" y="27"/>
                  <a:pt x="191" y="25"/>
                </a:cubicBezTo>
                <a:cubicBezTo>
                  <a:pt x="190" y="24"/>
                  <a:pt x="189" y="24"/>
                  <a:pt x="188" y="24"/>
                </a:cubicBezTo>
                <a:cubicBezTo>
                  <a:pt x="169" y="24"/>
                  <a:pt x="169" y="24"/>
                  <a:pt x="169" y="24"/>
                </a:cubicBezTo>
                <a:cubicBezTo>
                  <a:pt x="160" y="10"/>
                  <a:pt x="144" y="0"/>
                  <a:pt x="126" y="0"/>
                </a:cubicBezTo>
                <a:cubicBezTo>
                  <a:pt x="98" y="0"/>
                  <a:pt x="76" y="22"/>
                  <a:pt x="76" y="50"/>
                </a:cubicBezTo>
                <a:cubicBezTo>
                  <a:pt x="76" y="67"/>
                  <a:pt x="63" y="80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4" y="80"/>
                  <a:pt x="0" y="84"/>
                  <a:pt x="0" y="88"/>
                </a:cubicBezTo>
                <a:cubicBezTo>
                  <a:pt x="0" y="89"/>
                  <a:pt x="0" y="89"/>
                  <a:pt x="0" y="89"/>
                </a:cubicBezTo>
                <a:cubicBezTo>
                  <a:pt x="4" y="124"/>
                  <a:pt x="28" y="153"/>
                  <a:pt x="60" y="163"/>
                </a:cubicBezTo>
                <a:cubicBezTo>
                  <a:pt x="60" y="182"/>
                  <a:pt x="60" y="182"/>
                  <a:pt x="60" y="182"/>
                </a:cubicBezTo>
                <a:cubicBezTo>
                  <a:pt x="60" y="188"/>
                  <a:pt x="64" y="192"/>
                  <a:pt x="70" y="192"/>
                </a:cubicBezTo>
                <a:cubicBezTo>
                  <a:pt x="76" y="192"/>
                  <a:pt x="80" y="188"/>
                  <a:pt x="80" y="182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83" y="168"/>
                  <a:pt x="85" y="168"/>
                  <a:pt x="88" y="168"/>
                </a:cubicBezTo>
                <a:cubicBezTo>
                  <a:pt x="91" y="168"/>
                  <a:pt x="93" y="168"/>
                  <a:pt x="96" y="168"/>
                </a:cubicBezTo>
                <a:cubicBezTo>
                  <a:pt x="96" y="182"/>
                  <a:pt x="96" y="182"/>
                  <a:pt x="96" y="182"/>
                </a:cubicBezTo>
                <a:cubicBezTo>
                  <a:pt x="96" y="188"/>
                  <a:pt x="100" y="192"/>
                  <a:pt x="106" y="192"/>
                </a:cubicBezTo>
                <a:cubicBezTo>
                  <a:pt x="112" y="192"/>
                  <a:pt x="116" y="188"/>
                  <a:pt x="116" y="182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51" y="152"/>
                  <a:pt x="176" y="119"/>
                  <a:pt x="176" y="80"/>
                </a:cubicBezTo>
                <a:lnTo>
                  <a:pt x="176" y="72"/>
                </a:lnTo>
                <a:close/>
                <a:moveTo>
                  <a:pt x="128" y="34"/>
                </a:moveTo>
                <a:cubicBezTo>
                  <a:pt x="128" y="28"/>
                  <a:pt x="132" y="24"/>
                  <a:pt x="138" y="24"/>
                </a:cubicBezTo>
                <a:cubicBezTo>
                  <a:pt x="144" y="24"/>
                  <a:pt x="148" y="28"/>
                  <a:pt x="148" y="34"/>
                </a:cubicBezTo>
                <a:cubicBezTo>
                  <a:pt x="148" y="40"/>
                  <a:pt x="144" y="44"/>
                  <a:pt x="138" y="44"/>
                </a:cubicBezTo>
                <a:cubicBezTo>
                  <a:pt x="132" y="44"/>
                  <a:pt x="128" y="40"/>
                  <a:pt x="128" y="34"/>
                </a:cubicBezTo>
                <a:close/>
                <a:moveTo>
                  <a:pt x="97" y="93"/>
                </a:moveTo>
                <a:cubicBezTo>
                  <a:pt x="103" y="105"/>
                  <a:pt x="100" y="120"/>
                  <a:pt x="90" y="130"/>
                </a:cubicBezTo>
                <a:cubicBezTo>
                  <a:pt x="80" y="140"/>
                  <a:pt x="66" y="143"/>
                  <a:pt x="54" y="137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0" y="135"/>
                  <a:pt x="48" y="132"/>
                  <a:pt x="48" y="129"/>
                </a:cubicBezTo>
                <a:cubicBezTo>
                  <a:pt x="48" y="127"/>
                  <a:pt x="49" y="125"/>
                  <a:pt x="51" y="123"/>
                </a:cubicBezTo>
                <a:cubicBezTo>
                  <a:pt x="51" y="123"/>
                  <a:pt x="84" y="90"/>
                  <a:pt x="84" y="90"/>
                </a:cubicBezTo>
                <a:cubicBezTo>
                  <a:pt x="87" y="87"/>
                  <a:pt x="92" y="87"/>
                  <a:pt x="95" y="90"/>
                </a:cubicBezTo>
                <a:cubicBezTo>
                  <a:pt x="96" y="91"/>
                  <a:pt x="96" y="91"/>
                  <a:pt x="96" y="92"/>
                </a:cubicBezTo>
                <a:lnTo>
                  <a:pt x="97" y="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3" name="Freeform 57">
            <a:extLst>
              <a:ext uri="{FF2B5EF4-FFF2-40B4-BE49-F238E27FC236}">
                <a16:creationId xmlns:a16="http://schemas.microsoft.com/office/drawing/2014/main" id="{A17832DE-DF2F-46A7-83FC-2A13F0F6DE03}"/>
              </a:ext>
            </a:extLst>
          </p:cNvPr>
          <p:cNvSpPr>
            <a:spLocks noEditPoints="1"/>
          </p:cNvSpPr>
          <p:nvPr/>
        </p:nvSpPr>
        <p:spPr bwMode="auto">
          <a:xfrm>
            <a:off x="8835596" y="3717927"/>
            <a:ext cx="312738" cy="312738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16 h 192"/>
              <a:gd name="T10" fmla="*/ 176 w 192"/>
              <a:gd name="T11" fmla="*/ 0 h 192"/>
              <a:gd name="T12" fmla="*/ 16 w 192"/>
              <a:gd name="T13" fmla="*/ 0 h 192"/>
              <a:gd name="T14" fmla="*/ 0 w 192"/>
              <a:gd name="T15" fmla="*/ 16 h 192"/>
              <a:gd name="T16" fmla="*/ 0 w 192"/>
              <a:gd name="T17" fmla="*/ 176 h 192"/>
              <a:gd name="T18" fmla="*/ 156 w 192"/>
              <a:gd name="T19" fmla="*/ 142 h 192"/>
              <a:gd name="T20" fmla="*/ 146 w 192"/>
              <a:gd name="T21" fmla="*/ 152 h 192"/>
              <a:gd name="T22" fmla="*/ 136 w 192"/>
              <a:gd name="T23" fmla="*/ 142 h 192"/>
              <a:gd name="T24" fmla="*/ 54 w 192"/>
              <a:gd name="T25" fmla="*/ 60 h 192"/>
              <a:gd name="T26" fmla="*/ 44 w 192"/>
              <a:gd name="T27" fmla="*/ 50 h 192"/>
              <a:gd name="T28" fmla="*/ 54 w 192"/>
              <a:gd name="T29" fmla="*/ 40 h 192"/>
              <a:gd name="T30" fmla="*/ 127 w 192"/>
              <a:gd name="T31" fmla="*/ 69 h 192"/>
              <a:gd name="T32" fmla="*/ 156 w 192"/>
              <a:gd name="T33" fmla="*/ 142 h 192"/>
              <a:gd name="T34" fmla="*/ 120 w 192"/>
              <a:gd name="T35" fmla="*/ 142 h 192"/>
              <a:gd name="T36" fmla="*/ 110 w 192"/>
              <a:gd name="T37" fmla="*/ 152 h 192"/>
              <a:gd name="T38" fmla="*/ 100 w 192"/>
              <a:gd name="T39" fmla="*/ 142 h 192"/>
              <a:gd name="T40" fmla="*/ 54 w 192"/>
              <a:gd name="T41" fmla="*/ 96 h 192"/>
              <a:gd name="T42" fmla="*/ 44 w 192"/>
              <a:gd name="T43" fmla="*/ 86 h 192"/>
              <a:gd name="T44" fmla="*/ 54 w 192"/>
              <a:gd name="T45" fmla="*/ 76 h 192"/>
              <a:gd name="T46" fmla="*/ 120 w 192"/>
              <a:gd name="T47" fmla="*/ 142 h 192"/>
              <a:gd name="T48" fmla="*/ 44 w 192"/>
              <a:gd name="T49" fmla="*/ 134 h 192"/>
              <a:gd name="T50" fmla="*/ 62 w 192"/>
              <a:gd name="T51" fmla="*/ 116 h 192"/>
              <a:gd name="T52" fmla="*/ 80 w 192"/>
              <a:gd name="T53" fmla="*/ 134 h 192"/>
              <a:gd name="T54" fmla="*/ 62 w 192"/>
              <a:gd name="T55" fmla="*/ 152 h 192"/>
              <a:gd name="T56" fmla="*/ 44 w 192"/>
              <a:gd name="T57" fmla="*/ 13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156" y="142"/>
                </a:moveTo>
                <a:cubicBezTo>
                  <a:pt x="156" y="148"/>
                  <a:pt x="152" y="152"/>
                  <a:pt x="146" y="152"/>
                </a:cubicBezTo>
                <a:cubicBezTo>
                  <a:pt x="140" y="152"/>
                  <a:pt x="136" y="148"/>
                  <a:pt x="136" y="142"/>
                </a:cubicBezTo>
                <a:cubicBezTo>
                  <a:pt x="136" y="97"/>
                  <a:pt x="99" y="60"/>
                  <a:pt x="54" y="60"/>
                </a:cubicBezTo>
                <a:cubicBezTo>
                  <a:pt x="48" y="60"/>
                  <a:pt x="44" y="56"/>
                  <a:pt x="44" y="50"/>
                </a:cubicBezTo>
                <a:cubicBezTo>
                  <a:pt x="44" y="44"/>
                  <a:pt x="48" y="40"/>
                  <a:pt x="54" y="40"/>
                </a:cubicBezTo>
                <a:cubicBezTo>
                  <a:pt x="84" y="40"/>
                  <a:pt x="108" y="50"/>
                  <a:pt x="127" y="69"/>
                </a:cubicBezTo>
                <a:cubicBezTo>
                  <a:pt x="147" y="89"/>
                  <a:pt x="156" y="113"/>
                  <a:pt x="156" y="142"/>
                </a:cubicBezTo>
                <a:close/>
                <a:moveTo>
                  <a:pt x="120" y="142"/>
                </a:moveTo>
                <a:cubicBezTo>
                  <a:pt x="120" y="148"/>
                  <a:pt x="116" y="152"/>
                  <a:pt x="110" y="152"/>
                </a:cubicBezTo>
                <a:cubicBezTo>
                  <a:pt x="104" y="152"/>
                  <a:pt x="100" y="148"/>
                  <a:pt x="100" y="142"/>
                </a:cubicBezTo>
                <a:cubicBezTo>
                  <a:pt x="100" y="117"/>
                  <a:pt x="79" y="96"/>
                  <a:pt x="54" y="96"/>
                </a:cubicBezTo>
                <a:cubicBezTo>
                  <a:pt x="48" y="96"/>
                  <a:pt x="44" y="92"/>
                  <a:pt x="44" y="86"/>
                </a:cubicBezTo>
                <a:cubicBezTo>
                  <a:pt x="44" y="80"/>
                  <a:pt x="48" y="76"/>
                  <a:pt x="54" y="76"/>
                </a:cubicBezTo>
                <a:cubicBezTo>
                  <a:pt x="90" y="76"/>
                  <a:pt x="120" y="106"/>
                  <a:pt x="120" y="142"/>
                </a:cubicBezTo>
                <a:close/>
                <a:moveTo>
                  <a:pt x="44" y="134"/>
                </a:moveTo>
                <a:cubicBezTo>
                  <a:pt x="44" y="124"/>
                  <a:pt x="52" y="116"/>
                  <a:pt x="62" y="116"/>
                </a:cubicBezTo>
                <a:cubicBezTo>
                  <a:pt x="72" y="116"/>
                  <a:pt x="80" y="124"/>
                  <a:pt x="80" y="134"/>
                </a:cubicBezTo>
                <a:cubicBezTo>
                  <a:pt x="80" y="144"/>
                  <a:pt x="72" y="152"/>
                  <a:pt x="62" y="152"/>
                </a:cubicBezTo>
                <a:cubicBezTo>
                  <a:pt x="52" y="152"/>
                  <a:pt x="44" y="144"/>
                  <a:pt x="44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4" name="Freeform 58">
            <a:extLst>
              <a:ext uri="{FF2B5EF4-FFF2-40B4-BE49-F238E27FC236}">
                <a16:creationId xmlns:a16="http://schemas.microsoft.com/office/drawing/2014/main" id="{0E110342-3A86-4EC5-A210-A263EDABC09C}"/>
              </a:ext>
            </a:extLst>
          </p:cNvPr>
          <p:cNvSpPr>
            <a:spLocks noEditPoints="1"/>
          </p:cNvSpPr>
          <p:nvPr/>
        </p:nvSpPr>
        <p:spPr bwMode="auto">
          <a:xfrm>
            <a:off x="8132334" y="3717927"/>
            <a:ext cx="312738" cy="312738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16 h 192"/>
              <a:gd name="T10" fmla="*/ 176 w 192"/>
              <a:gd name="T11" fmla="*/ 0 h 192"/>
              <a:gd name="T12" fmla="*/ 16 w 192"/>
              <a:gd name="T13" fmla="*/ 0 h 192"/>
              <a:gd name="T14" fmla="*/ 0 w 192"/>
              <a:gd name="T15" fmla="*/ 16 h 192"/>
              <a:gd name="T16" fmla="*/ 0 w 192"/>
              <a:gd name="T17" fmla="*/ 176 h 192"/>
              <a:gd name="T18" fmla="*/ 36 w 192"/>
              <a:gd name="T19" fmla="*/ 96 h 192"/>
              <a:gd name="T20" fmla="*/ 60 w 192"/>
              <a:gd name="T21" fmla="*/ 72 h 192"/>
              <a:gd name="T22" fmla="*/ 75 w 192"/>
              <a:gd name="T23" fmla="*/ 77 h 192"/>
              <a:gd name="T24" fmla="*/ 108 w 192"/>
              <a:gd name="T25" fmla="*/ 62 h 192"/>
              <a:gd name="T26" fmla="*/ 108 w 192"/>
              <a:gd name="T27" fmla="*/ 60 h 192"/>
              <a:gd name="T28" fmla="*/ 132 w 192"/>
              <a:gd name="T29" fmla="*/ 36 h 192"/>
              <a:gd name="T30" fmla="*/ 156 w 192"/>
              <a:gd name="T31" fmla="*/ 60 h 192"/>
              <a:gd name="T32" fmla="*/ 132 w 192"/>
              <a:gd name="T33" fmla="*/ 84 h 192"/>
              <a:gd name="T34" fmla="*/ 116 w 192"/>
              <a:gd name="T35" fmla="*/ 78 h 192"/>
              <a:gd name="T36" fmla="*/ 84 w 192"/>
              <a:gd name="T37" fmla="*/ 92 h 192"/>
              <a:gd name="T38" fmla="*/ 84 w 192"/>
              <a:gd name="T39" fmla="*/ 96 h 192"/>
              <a:gd name="T40" fmla="*/ 84 w 192"/>
              <a:gd name="T41" fmla="*/ 100 h 192"/>
              <a:gd name="T42" fmla="*/ 116 w 192"/>
              <a:gd name="T43" fmla="*/ 114 h 192"/>
              <a:gd name="T44" fmla="*/ 132 w 192"/>
              <a:gd name="T45" fmla="*/ 108 h 192"/>
              <a:gd name="T46" fmla="*/ 156 w 192"/>
              <a:gd name="T47" fmla="*/ 132 h 192"/>
              <a:gd name="T48" fmla="*/ 132 w 192"/>
              <a:gd name="T49" fmla="*/ 156 h 192"/>
              <a:gd name="T50" fmla="*/ 108 w 192"/>
              <a:gd name="T51" fmla="*/ 132 h 192"/>
              <a:gd name="T52" fmla="*/ 108 w 192"/>
              <a:gd name="T53" fmla="*/ 130 h 192"/>
              <a:gd name="T54" fmla="*/ 75 w 192"/>
              <a:gd name="T55" fmla="*/ 115 h 192"/>
              <a:gd name="T56" fmla="*/ 60 w 192"/>
              <a:gd name="T57" fmla="*/ 120 h 192"/>
              <a:gd name="T58" fmla="*/ 36 w 192"/>
              <a:gd name="T59" fmla="*/ 9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36" y="96"/>
                </a:moveTo>
                <a:cubicBezTo>
                  <a:pt x="36" y="83"/>
                  <a:pt x="47" y="72"/>
                  <a:pt x="60" y="72"/>
                </a:cubicBezTo>
                <a:cubicBezTo>
                  <a:pt x="66" y="72"/>
                  <a:pt x="71" y="74"/>
                  <a:pt x="75" y="77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8" y="61"/>
                  <a:pt x="108" y="61"/>
                  <a:pt x="108" y="60"/>
                </a:cubicBezTo>
                <a:cubicBezTo>
                  <a:pt x="108" y="47"/>
                  <a:pt x="119" y="36"/>
                  <a:pt x="132" y="36"/>
                </a:cubicBezTo>
                <a:cubicBezTo>
                  <a:pt x="145" y="36"/>
                  <a:pt x="156" y="47"/>
                  <a:pt x="156" y="60"/>
                </a:cubicBezTo>
                <a:cubicBezTo>
                  <a:pt x="156" y="73"/>
                  <a:pt x="145" y="84"/>
                  <a:pt x="132" y="84"/>
                </a:cubicBezTo>
                <a:cubicBezTo>
                  <a:pt x="126" y="84"/>
                  <a:pt x="120" y="82"/>
                  <a:pt x="116" y="78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4" y="95"/>
                  <a:pt x="84" y="96"/>
                </a:cubicBezTo>
                <a:cubicBezTo>
                  <a:pt x="84" y="97"/>
                  <a:pt x="84" y="98"/>
                  <a:pt x="84" y="100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20" y="110"/>
                  <a:pt x="126" y="108"/>
                  <a:pt x="132" y="108"/>
                </a:cubicBezTo>
                <a:cubicBezTo>
                  <a:pt x="145" y="108"/>
                  <a:pt x="156" y="119"/>
                  <a:pt x="156" y="132"/>
                </a:cubicBezTo>
                <a:cubicBezTo>
                  <a:pt x="156" y="145"/>
                  <a:pt x="145" y="156"/>
                  <a:pt x="132" y="156"/>
                </a:cubicBezTo>
                <a:cubicBezTo>
                  <a:pt x="119" y="156"/>
                  <a:pt x="108" y="145"/>
                  <a:pt x="108" y="132"/>
                </a:cubicBezTo>
                <a:cubicBezTo>
                  <a:pt x="108" y="131"/>
                  <a:pt x="108" y="131"/>
                  <a:pt x="108" y="130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1" y="118"/>
                  <a:pt x="66" y="120"/>
                  <a:pt x="60" y="120"/>
                </a:cubicBezTo>
                <a:cubicBezTo>
                  <a:pt x="47" y="120"/>
                  <a:pt x="36" y="109"/>
                  <a:pt x="36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5" name="Freeform 59">
            <a:extLst>
              <a:ext uri="{FF2B5EF4-FFF2-40B4-BE49-F238E27FC236}">
                <a16:creationId xmlns:a16="http://schemas.microsoft.com/office/drawing/2014/main" id="{B4ECA5BB-0AD2-445B-9A15-950B64B0F6B2}"/>
              </a:ext>
            </a:extLst>
          </p:cNvPr>
          <p:cNvSpPr>
            <a:spLocks noEditPoints="1"/>
          </p:cNvSpPr>
          <p:nvPr/>
        </p:nvSpPr>
        <p:spPr bwMode="auto">
          <a:xfrm>
            <a:off x="7427484" y="3717927"/>
            <a:ext cx="312738" cy="312738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16 h 192"/>
              <a:gd name="T10" fmla="*/ 176 w 192"/>
              <a:gd name="T11" fmla="*/ 0 h 192"/>
              <a:gd name="T12" fmla="*/ 16 w 192"/>
              <a:gd name="T13" fmla="*/ 0 h 192"/>
              <a:gd name="T14" fmla="*/ 0 w 192"/>
              <a:gd name="T15" fmla="*/ 16 h 192"/>
              <a:gd name="T16" fmla="*/ 0 w 192"/>
              <a:gd name="T17" fmla="*/ 176 h 192"/>
              <a:gd name="T18" fmla="*/ 124 w 192"/>
              <a:gd name="T19" fmla="*/ 100 h 192"/>
              <a:gd name="T20" fmla="*/ 84 w 192"/>
              <a:gd name="T21" fmla="*/ 100 h 192"/>
              <a:gd name="T22" fmla="*/ 84 w 192"/>
              <a:gd name="T23" fmla="*/ 112 h 192"/>
              <a:gd name="T24" fmla="*/ 92 w 192"/>
              <a:gd name="T25" fmla="*/ 120 h 192"/>
              <a:gd name="T26" fmla="*/ 124 w 192"/>
              <a:gd name="T27" fmla="*/ 120 h 192"/>
              <a:gd name="T28" fmla="*/ 140 w 192"/>
              <a:gd name="T29" fmla="*/ 136 h 192"/>
              <a:gd name="T30" fmla="*/ 124 w 192"/>
              <a:gd name="T31" fmla="*/ 152 h 192"/>
              <a:gd name="T32" fmla="*/ 84 w 192"/>
              <a:gd name="T33" fmla="*/ 152 h 192"/>
              <a:gd name="T34" fmla="*/ 52 w 192"/>
              <a:gd name="T35" fmla="*/ 120 h 192"/>
              <a:gd name="T36" fmla="*/ 52 w 192"/>
              <a:gd name="T37" fmla="*/ 52 h 192"/>
              <a:gd name="T38" fmla="*/ 68 w 192"/>
              <a:gd name="T39" fmla="*/ 36 h 192"/>
              <a:gd name="T40" fmla="*/ 84 w 192"/>
              <a:gd name="T41" fmla="*/ 52 h 192"/>
              <a:gd name="T42" fmla="*/ 84 w 192"/>
              <a:gd name="T43" fmla="*/ 68 h 192"/>
              <a:gd name="T44" fmla="*/ 124 w 192"/>
              <a:gd name="T45" fmla="*/ 68 h 192"/>
              <a:gd name="T46" fmla="*/ 140 w 192"/>
              <a:gd name="T47" fmla="*/ 84 h 192"/>
              <a:gd name="T48" fmla="*/ 124 w 192"/>
              <a:gd name="T49" fmla="*/ 10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124" y="100"/>
                </a:moveTo>
                <a:cubicBezTo>
                  <a:pt x="84" y="100"/>
                  <a:pt x="84" y="100"/>
                  <a:pt x="84" y="100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4" y="116"/>
                  <a:pt x="88" y="120"/>
                  <a:pt x="92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33" y="120"/>
                  <a:pt x="140" y="127"/>
                  <a:pt x="140" y="136"/>
                </a:cubicBezTo>
                <a:cubicBezTo>
                  <a:pt x="140" y="145"/>
                  <a:pt x="133" y="152"/>
                  <a:pt x="124" y="152"/>
                </a:cubicBezTo>
                <a:cubicBezTo>
                  <a:pt x="84" y="152"/>
                  <a:pt x="84" y="152"/>
                  <a:pt x="84" y="152"/>
                </a:cubicBezTo>
                <a:cubicBezTo>
                  <a:pt x="66" y="152"/>
                  <a:pt x="52" y="138"/>
                  <a:pt x="52" y="120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43"/>
                  <a:pt x="59" y="36"/>
                  <a:pt x="68" y="36"/>
                </a:cubicBezTo>
                <a:cubicBezTo>
                  <a:pt x="77" y="36"/>
                  <a:pt x="84" y="43"/>
                  <a:pt x="84" y="52"/>
                </a:cubicBezTo>
                <a:cubicBezTo>
                  <a:pt x="84" y="68"/>
                  <a:pt x="84" y="68"/>
                  <a:pt x="84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33" y="68"/>
                  <a:pt x="140" y="75"/>
                  <a:pt x="140" y="84"/>
                </a:cubicBezTo>
                <a:cubicBezTo>
                  <a:pt x="140" y="93"/>
                  <a:pt x="133" y="100"/>
                  <a:pt x="124" y="1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6" name="Freeform 60">
            <a:extLst>
              <a:ext uri="{FF2B5EF4-FFF2-40B4-BE49-F238E27FC236}">
                <a16:creationId xmlns:a16="http://schemas.microsoft.com/office/drawing/2014/main" id="{29E54A0E-8ABB-4695-B75C-6BF3967F8847}"/>
              </a:ext>
            </a:extLst>
          </p:cNvPr>
          <p:cNvSpPr>
            <a:spLocks noEditPoints="1"/>
          </p:cNvSpPr>
          <p:nvPr/>
        </p:nvSpPr>
        <p:spPr bwMode="auto">
          <a:xfrm>
            <a:off x="6724221" y="3717927"/>
            <a:ext cx="312738" cy="312738"/>
          </a:xfrm>
          <a:custGeom>
            <a:avLst/>
            <a:gdLst>
              <a:gd name="T0" fmla="*/ 0 w 192"/>
              <a:gd name="T1" fmla="*/ 176 h 192"/>
              <a:gd name="T2" fmla="*/ 16 w 192"/>
              <a:gd name="T3" fmla="*/ 192 h 192"/>
              <a:gd name="T4" fmla="*/ 176 w 192"/>
              <a:gd name="T5" fmla="*/ 192 h 192"/>
              <a:gd name="T6" fmla="*/ 192 w 192"/>
              <a:gd name="T7" fmla="*/ 176 h 192"/>
              <a:gd name="T8" fmla="*/ 192 w 192"/>
              <a:gd name="T9" fmla="*/ 16 h 192"/>
              <a:gd name="T10" fmla="*/ 176 w 192"/>
              <a:gd name="T11" fmla="*/ 0 h 192"/>
              <a:gd name="T12" fmla="*/ 16 w 192"/>
              <a:gd name="T13" fmla="*/ 0 h 192"/>
              <a:gd name="T14" fmla="*/ 0 w 192"/>
              <a:gd name="T15" fmla="*/ 16 h 192"/>
              <a:gd name="T16" fmla="*/ 0 w 192"/>
              <a:gd name="T17" fmla="*/ 176 h 192"/>
              <a:gd name="T18" fmla="*/ 100 w 192"/>
              <a:gd name="T19" fmla="*/ 168 h 192"/>
              <a:gd name="T20" fmla="*/ 100 w 192"/>
              <a:gd name="T21" fmla="*/ 104 h 192"/>
              <a:gd name="T22" fmla="*/ 84 w 192"/>
              <a:gd name="T23" fmla="*/ 104 h 192"/>
              <a:gd name="T24" fmla="*/ 84 w 192"/>
              <a:gd name="T25" fmla="*/ 80 h 192"/>
              <a:gd name="T26" fmla="*/ 100 w 192"/>
              <a:gd name="T27" fmla="*/ 80 h 192"/>
              <a:gd name="T28" fmla="*/ 152 w 192"/>
              <a:gd name="T29" fmla="*/ 36 h 192"/>
              <a:gd name="T30" fmla="*/ 152 w 192"/>
              <a:gd name="T31" fmla="*/ 60 h 192"/>
              <a:gd name="T32" fmla="*/ 128 w 192"/>
              <a:gd name="T33" fmla="*/ 80 h 192"/>
              <a:gd name="T34" fmla="*/ 152 w 192"/>
              <a:gd name="T35" fmla="*/ 80 h 192"/>
              <a:gd name="T36" fmla="*/ 152 w 192"/>
              <a:gd name="T37" fmla="*/ 104 h 192"/>
              <a:gd name="T38" fmla="*/ 128 w 192"/>
              <a:gd name="T39" fmla="*/ 104 h 192"/>
              <a:gd name="T40" fmla="*/ 128 w 192"/>
              <a:gd name="T41" fmla="*/ 168 h 192"/>
              <a:gd name="T42" fmla="*/ 100 w 192"/>
              <a:gd name="T43" fmla="*/ 16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92" h="192">
                <a:moveTo>
                  <a:pt x="0" y="176"/>
                </a:moveTo>
                <a:cubicBezTo>
                  <a:pt x="0" y="185"/>
                  <a:pt x="7" y="192"/>
                  <a:pt x="16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185" y="192"/>
                  <a:pt x="192" y="185"/>
                  <a:pt x="192" y="176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lnTo>
                  <a:pt x="0" y="176"/>
                </a:lnTo>
                <a:close/>
                <a:moveTo>
                  <a:pt x="100" y="168"/>
                </a:moveTo>
                <a:cubicBezTo>
                  <a:pt x="100" y="104"/>
                  <a:pt x="100" y="104"/>
                  <a:pt x="100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80"/>
                  <a:pt x="84" y="80"/>
                  <a:pt x="84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0" y="39"/>
                  <a:pt x="102" y="36"/>
                  <a:pt x="152" y="36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26" y="60"/>
                  <a:pt x="128" y="61"/>
                  <a:pt x="128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68"/>
                  <a:pt x="128" y="168"/>
                  <a:pt x="128" y="168"/>
                </a:cubicBezTo>
                <a:lnTo>
                  <a:pt x="100" y="1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4014621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O_Shape"/>
          <p:cNvSpPr>
            <a:spLocks/>
          </p:cNvSpPr>
          <p:nvPr/>
        </p:nvSpPr>
        <p:spPr bwMode="auto">
          <a:xfrm>
            <a:off x="449216" y="2766966"/>
            <a:ext cx="1527175" cy="1905000"/>
          </a:xfrm>
          <a:custGeom>
            <a:avLst/>
            <a:gdLst>
              <a:gd name="T0" fmla="*/ 96246 w 2036763"/>
              <a:gd name="T1" fmla="*/ 326710 h 2541587"/>
              <a:gd name="T2" fmla="*/ 131785 w 2036763"/>
              <a:gd name="T3" fmla="*/ 361057 h 2541587"/>
              <a:gd name="T4" fmla="*/ 233812 w 2036763"/>
              <a:gd name="T5" fmla="*/ 465800 h 2541587"/>
              <a:gd name="T6" fmla="*/ 322065 w 2036763"/>
              <a:gd name="T7" fmla="*/ 512221 h 2541587"/>
              <a:gd name="T8" fmla="*/ 396885 w 2036763"/>
              <a:gd name="T9" fmla="*/ 521233 h 2541587"/>
              <a:gd name="T10" fmla="*/ 461162 w 2036763"/>
              <a:gd name="T11" fmla="*/ 507629 h 2541587"/>
              <a:gd name="T12" fmla="*/ 541424 w 2036763"/>
              <a:gd name="T13" fmla="*/ 462229 h 2541587"/>
              <a:gd name="T14" fmla="*/ 580364 w 2036763"/>
              <a:gd name="T15" fmla="*/ 438424 h 2541587"/>
              <a:gd name="T16" fmla="*/ 946811 w 2036763"/>
              <a:gd name="T17" fmla="*/ 438424 h 2541587"/>
              <a:gd name="T18" fmla="*/ 983201 w 2036763"/>
              <a:gd name="T19" fmla="*/ 460019 h 2541587"/>
              <a:gd name="T20" fmla="*/ 1048158 w 2036763"/>
              <a:gd name="T21" fmla="*/ 500318 h 2541587"/>
              <a:gd name="T22" fmla="*/ 1134371 w 2036763"/>
              <a:gd name="T23" fmla="*/ 521233 h 2541587"/>
              <a:gd name="T24" fmla="*/ 1212422 w 2036763"/>
              <a:gd name="T25" fmla="*/ 509670 h 2541587"/>
              <a:gd name="T26" fmla="*/ 1302036 w 2036763"/>
              <a:gd name="T27" fmla="*/ 459169 h 2541587"/>
              <a:gd name="T28" fmla="*/ 1405253 w 2036763"/>
              <a:gd name="T29" fmla="*/ 347794 h 2541587"/>
              <a:gd name="T30" fmla="*/ 1433650 w 2036763"/>
              <a:gd name="T31" fmla="*/ 325349 h 2541587"/>
              <a:gd name="T32" fmla="*/ 1468680 w 2036763"/>
              <a:gd name="T33" fmla="*/ 320758 h 2541587"/>
              <a:gd name="T34" fmla="*/ 1502179 w 2036763"/>
              <a:gd name="T35" fmla="*/ 335041 h 2541587"/>
              <a:gd name="T36" fmla="*/ 1523094 w 2036763"/>
              <a:gd name="T37" fmla="*/ 364288 h 2541587"/>
              <a:gd name="T38" fmla="*/ 1526155 w 2036763"/>
              <a:gd name="T39" fmla="*/ 399485 h 2541587"/>
              <a:gd name="T40" fmla="*/ 1491466 w 2036763"/>
              <a:gd name="T41" fmla="*/ 457298 h 2541587"/>
              <a:gd name="T42" fmla="*/ 1362402 w 2036763"/>
              <a:gd name="T43" fmla="*/ 582276 h 2541587"/>
              <a:gd name="T44" fmla="*/ 1232827 w 2036763"/>
              <a:gd name="T45" fmla="*/ 644340 h 2541587"/>
              <a:gd name="T46" fmla="*/ 1121108 w 2036763"/>
              <a:gd name="T47" fmla="*/ 655393 h 2541587"/>
              <a:gd name="T48" fmla="*/ 1015510 w 2036763"/>
              <a:gd name="T49" fmla="*/ 632608 h 2541587"/>
              <a:gd name="T50" fmla="*/ 988132 w 2036763"/>
              <a:gd name="T51" fmla="*/ 1826953 h 2541587"/>
              <a:gd name="T52" fmla="*/ 960925 w 2036763"/>
              <a:gd name="T53" fmla="*/ 1874563 h 2541587"/>
              <a:gd name="T54" fmla="*/ 913313 w 2036763"/>
              <a:gd name="T55" fmla="*/ 1901770 h 2541587"/>
              <a:gd name="T56" fmla="*/ 856178 w 2036763"/>
              <a:gd name="T57" fmla="*/ 1900409 h 2541587"/>
              <a:gd name="T58" fmla="*/ 810095 w 2036763"/>
              <a:gd name="T59" fmla="*/ 1870992 h 2541587"/>
              <a:gd name="T60" fmla="*/ 785268 w 2036763"/>
              <a:gd name="T61" fmla="*/ 1822022 h 2541587"/>
              <a:gd name="T62" fmla="*/ 742077 w 2036763"/>
              <a:gd name="T63" fmla="*/ 1822022 h 2541587"/>
              <a:gd name="T64" fmla="*/ 717080 w 2036763"/>
              <a:gd name="T65" fmla="*/ 1870992 h 2541587"/>
              <a:gd name="T66" fmla="*/ 670828 w 2036763"/>
              <a:gd name="T67" fmla="*/ 1900409 h 2541587"/>
              <a:gd name="T68" fmla="*/ 614033 w 2036763"/>
              <a:gd name="T69" fmla="*/ 1901770 h 2541587"/>
              <a:gd name="T70" fmla="*/ 566250 w 2036763"/>
              <a:gd name="T71" fmla="*/ 1874563 h 2541587"/>
              <a:gd name="T72" fmla="*/ 539043 w 2036763"/>
              <a:gd name="T73" fmla="*/ 1826953 h 2541587"/>
              <a:gd name="T74" fmla="*/ 511836 w 2036763"/>
              <a:gd name="T75" fmla="*/ 632608 h 2541587"/>
              <a:gd name="T76" fmla="*/ 406068 w 2036763"/>
              <a:gd name="T77" fmla="*/ 655393 h 2541587"/>
              <a:gd name="T78" fmla="*/ 294348 w 2036763"/>
              <a:gd name="T79" fmla="*/ 644340 h 2541587"/>
              <a:gd name="T80" fmla="*/ 164944 w 2036763"/>
              <a:gd name="T81" fmla="*/ 582276 h 2541587"/>
              <a:gd name="T82" fmla="*/ 35880 w 2036763"/>
              <a:gd name="T83" fmla="*/ 457298 h 2541587"/>
              <a:gd name="T84" fmla="*/ 1191 w 2036763"/>
              <a:gd name="T85" fmla="*/ 399485 h 2541587"/>
              <a:gd name="T86" fmla="*/ 4081 w 2036763"/>
              <a:gd name="T87" fmla="*/ 364458 h 2541587"/>
              <a:gd name="T88" fmla="*/ 24997 w 2036763"/>
              <a:gd name="T89" fmla="*/ 335041 h 2541587"/>
              <a:gd name="T90" fmla="*/ 58495 w 2036763"/>
              <a:gd name="T91" fmla="*/ 320758 h 2541587"/>
              <a:gd name="T92" fmla="*/ 801184 w 2036763"/>
              <a:gd name="T93" fmla="*/ 4085 h 2541587"/>
              <a:gd name="T94" fmla="*/ 850748 w 2036763"/>
              <a:gd name="T95" fmla="*/ 21616 h 2541587"/>
              <a:gd name="T96" fmla="*/ 918644 w 2036763"/>
              <a:gd name="T97" fmla="*/ 82042 h 2541587"/>
              <a:gd name="T98" fmla="*/ 951743 w 2036763"/>
              <a:gd name="T99" fmla="*/ 175999 h 2541587"/>
              <a:gd name="T100" fmla="*/ 948348 w 2036763"/>
              <a:gd name="T101" fmla="*/ 228084 h 2541587"/>
              <a:gd name="T102" fmla="*/ 930865 w 2036763"/>
              <a:gd name="T103" fmla="*/ 277615 h 2541587"/>
              <a:gd name="T104" fmla="*/ 870608 w 2036763"/>
              <a:gd name="T105" fmla="*/ 345871 h 2541587"/>
              <a:gd name="T106" fmla="*/ 776911 w 2036763"/>
              <a:gd name="T107" fmla="*/ 379062 h 2541587"/>
              <a:gd name="T108" fmla="*/ 724971 w 2036763"/>
              <a:gd name="T109" fmla="*/ 375488 h 2541587"/>
              <a:gd name="T110" fmla="*/ 675576 w 2036763"/>
              <a:gd name="T111" fmla="*/ 357956 h 2541587"/>
              <a:gd name="T112" fmla="*/ 607341 w 2036763"/>
              <a:gd name="T113" fmla="*/ 297530 h 2541587"/>
              <a:gd name="T114" fmla="*/ 574750 w 2036763"/>
              <a:gd name="T115" fmla="*/ 208339 h 2541587"/>
              <a:gd name="T116" fmla="*/ 576787 w 2036763"/>
              <a:gd name="T117" fmla="*/ 156254 h 2541587"/>
              <a:gd name="T118" fmla="*/ 593252 w 2036763"/>
              <a:gd name="T119" fmla="*/ 106212 h 2541587"/>
              <a:gd name="T120" fmla="*/ 648248 w 2036763"/>
              <a:gd name="T121" fmla="*/ 39149 h 2541587"/>
              <a:gd name="T122" fmla="*/ 740077 w 2036763"/>
              <a:gd name="T123" fmla="*/ 1532 h 2541587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036763" h="2541587">
                <a:moveTo>
                  <a:pt x="86632" y="427037"/>
                </a:moveTo>
                <a:lnTo>
                  <a:pt x="90941" y="427037"/>
                </a:lnTo>
                <a:lnTo>
                  <a:pt x="95477" y="427037"/>
                </a:lnTo>
                <a:lnTo>
                  <a:pt x="99786" y="427491"/>
                </a:lnTo>
                <a:lnTo>
                  <a:pt x="103868" y="428172"/>
                </a:lnTo>
                <a:lnTo>
                  <a:pt x="108177" y="428852"/>
                </a:lnTo>
                <a:lnTo>
                  <a:pt x="112259" y="429986"/>
                </a:lnTo>
                <a:lnTo>
                  <a:pt x="116341" y="430894"/>
                </a:lnTo>
                <a:lnTo>
                  <a:pt x="120423" y="432482"/>
                </a:lnTo>
                <a:lnTo>
                  <a:pt x="124506" y="434070"/>
                </a:lnTo>
                <a:lnTo>
                  <a:pt x="128361" y="435885"/>
                </a:lnTo>
                <a:lnTo>
                  <a:pt x="132670" y="437926"/>
                </a:lnTo>
                <a:lnTo>
                  <a:pt x="136072" y="439968"/>
                </a:lnTo>
                <a:lnTo>
                  <a:pt x="139927" y="442237"/>
                </a:lnTo>
                <a:lnTo>
                  <a:pt x="143556" y="444732"/>
                </a:lnTo>
                <a:lnTo>
                  <a:pt x="147184" y="447681"/>
                </a:lnTo>
                <a:lnTo>
                  <a:pt x="150586" y="450404"/>
                </a:lnTo>
                <a:lnTo>
                  <a:pt x="153534" y="453580"/>
                </a:lnTo>
                <a:lnTo>
                  <a:pt x="156709" y="456756"/>
                </a:lnTo>
                <a:lnTo>
                  <a:pt x="159657" y="460385"/>
                </a:lnTo>
                <a:lnTo>
                  <a:pt x="162606" y="464015"/>
                </a:lnTo>
                <a:lnTo>
                  <a:pt x="175759" y="481710"/>
                </a:lnTo>
                <a:lnTo>
                  <a:pt x="188686" y="498271"/>
                </a:lnTo>
                <a:lnTo>
                  <a:pt x="201613" y="514378"/>
                </a:lnTo>
                <a:lnTo>
                  <a:pt x="214313" y="529124"/>
                </a:lnTo>
                <a:lnTo>
                  <a:pt x="227013" y="543416"/>
                </a:lnTo>
                <a:lnTo>
                  <a:pt x="239486" y="556800"/>
                </a:lnTo>
                <a:lnTo>
                  <a:pt x="251732" y="569505"/>
                </a:lnTo>
                <a:lnTo>
                  <a:pt x="264206" y="581301"/>
                </a:lnTo>
                <a:lnTo>
                  <a:pt x="276452" y="592417"/>
                </a:lnTo>
                <a:lnTo>
                  <a:pt x="288472" y="602853"/>
                </a:lnTo>
                <a:lnTo>
                  <a:pt x="300265" y="612608"/>
                </a:lnTo>
                <a:lnTo>
                  <a:pt x="311831" y="621455"/>
                </a:lnTo>
                <a:lnTo>
                  <a:pt x="323397" y="630076"/>
                </a:lnTo>
                <a:lnTo>
                  <a:pt x="334963" y="637562"/>
                </a:lnTo>
                <a:lnTo>
                  <a:pt x="345848" y="644822"/>
                </a:lnTo>
                <a:lnTo>
                  <a:pt x="356961" y="651627"/>
                </a:lnTo>
                <a:lnTo>
                  <a:pt x="368073" y="657526"/>
                </a:lnTo>
                <a:lnTo>
                  <a:pt x="378732" y="662970"/>
                </a:lnTo>
                <a:lnTo>
                  <a:pt x="389165" y="667961"/>
                </a:lnTo>
                <a:lnTo>
                  <a:pt x="399597" y="672498"/>
                </a:lnTo>
                <a:lnTo>
                  <a:pt x="409802" y="676355"/>
                </a:lnTo>
                <a:lnTo>
                  <a:pt x="419781" y="679985"/>
                </a:lnTo>
                <a:lnTo>
                  <a:pt x="429532" y="683388"/>
                </a:lnTo>
                <a:lnTo>
                  <a:pt x="439284" y="686110"/>
                </a:lnTo>
                <a:lnTo>
                  <a:pt x="449036" y="688378"/>
                </a:lnTo>
                <a:lnTo>
                  <a:pt x="458334" y="690420"/>
                </a:lnTo>
                <a:lnTo>
                  <a:pt x="467859" y="692008"/>
                </a:lnTo>
                <a:lnTo>
                  <a:pt x="476931" y="693369"/>
                </a:lnTo>
                <a:lnTo>
                  <a:pt x="486002" y="694277"/>
                </a:lnTo>
                <a:lnTo>
                  <a:pt x="494847" y="695184"/>
                </a:lnTo>
                <a:lnTo>
                  <a:pt x="503691" y="695638"/>
                </a:lnTo>
                <a:lnTo>
                  <a:pt x="512309" y="695638"/>
                </a:lnTo>
                <a:lnTo>
                  <a:pt x="520927" y="695638"/>
                </a:lnTo>
                <a:lnTo>
                  <a:pt x="529318" y="695411"/>
                </a:lnTo>
                <a:lnTo>
                  <a:pt x="537482" y="694731"/>
                </a:lnTo>
                <a:lnTo>
                  <a:pt x="545647" y="693823"/>
                </a:lnTo>
                <a:lnTo>
                  <a:pt x="553811" y="692916"/>
                </a:lnTo>
                <a:lnTo>
                  <a:pt x="562202" y="691328"/>
                </a:lnTo>
                <a:lnTo>
                  <a:pt x="569913" y="689966"/>
                </a:lnTo>
                <a:lnTo>
                  <a:pt x="577850" y="688152"/>
                </a:lnTo>
                <a:lnTo>
                  <a:pt x="585561" y="686110"/>
                </a:lnTo>
                <a:lnTo>
                  <a:pt x="592818" y="684068"/>
                </a:lnTo>
                <a:lnTo>
                  <a:pt x="600302" y="682026"/>
                </a:lnTo>
                <a:lnTo>
                  <a:pt x="607786" y="679531"/>
                </a:lnTo>
                <a:lnTo>
                  <a:pt x="615043" y="677262"/>
                </a:lnTo>
                <a:lnTo>
                  <a:pt x="621847" y="674313"/>
                </a:lnTo>
                <a:lnTo>
                  <a:pt x="635454" y="668869"/>
                </a:lnTo>
                <a:lnTo>
                  <a:pt x="648381" y="662970"/>
                </a:lnTo>
                <a:lnTo>
                  <a:pt x="660627" y="656845"/>
                </a:lnTo>
                <a:lnTo>
                  <a:pt x="671966" y="650720"/>
                </a:lnTo>
                <a:lnTo>
                  <a:pt x="682399" y="644595"/>
                </a:lnTo>
                <a:lnTo>
                  <a:pt x="692150" y="638470"/>
                </a:lnTo>
                <a:lnTo>
                  <a:pt x="701222" y="632571"/>
                </a:lnTo>
                <a:lnTo>
                  <a:pt x="708706" y="626900"/>
                </a:lnTo>
                <a:lnTo>
                  <a:pt x="715736" y="621682"/>
                </a:lnTo>
                <a:lnTo>
                  <a:pt x="722086" y="616691"/>
                </a:lnTo>
                <a:lnTo>
                  <a:pt x="727075" y="612608"/>
                </a:lnTo>
                <a:lnTo>
                  <a:pt x="732518" y="607844"/>
                </a:lnTo>
                <a:lnTo>
                  <a:pt x="732745" y="607617"/>
                </a:lnTo>
                <a:lnTo>
                  <a:pt x="732972" y="607390"/>
                </a:lnTo>
                <a:lnTo>
                  <a:pt x="737961" y="602853"/>
                </a:lnTo>
                <a:lnTo>
                  <a:pt x="743404" y="598316"/>
                </a:lnTo>
                <a:lnTo>
                  <a:pt x="749300" y="594913"/>
                </a:lnTo>
                <a:lnTo>
                  <a:pt x="755197" y="591510"/>
                </a:lnTo>
                <a:lnTo>
                  <a:pt x="761320" y="589014"/>
                </a:lnTo>
                <a:lnTo>
                  <a:pt x="767443" y="586519"/>
                </a:lnTo>
                <a:lnTo>
                  <a:pt x="774020" y="584931"/>
                </a:lnTo>
                <a:lnTo>
                  <a:pt x="780597" y="583343"/>
                </a:lnTo>
                <a:lnTo>
                  <a:pt x="785586" y="582209"/>
                </a:lnTo>
                <a:lnTo>
                  <a:pt x="790575" y="581528"/>
                </a:lnTo>
                <a:lnTo>
                  <a:pt x="796018" y="581074"/>
                </a:lnTo>
                <a:lnTo>
                  <a:pt x="801461" y="580621"/>
                </a:lnTo>
                <a:lnTo>
                  <a:pt x="1235529" y="580621"/>
                </a:lnTo>
                <a:lnTo>
                  <a:pt x="1240745" y="581074"/>
                </a:lnTo>
                <a:lnTo>
                  <a:pt x="1246188" y="581528"/>
                </a:lnTo>
                <a:lnTo>
                  <a:pt x="1251177" y="582209"/>
                </a:lnTo>
                <a:lnTo>
                  <a:pt x="1256393" y="583343"/>
                </a:lnTo>
                <a:lnTo>
                  <a:pt x="1262743" y="584931"/>
                </a:lnTo>
                <a:lnTo>
                  <a:pt x="1269093" y="586519"/>
                </a:lnTo>
                <a:lnTo>
                  <a:pt x="1275217" y="589014"/>
                </a:lnTo>
                <a:lnTo>
                  <a:pt x="1281567" y="591510"/>
                </a:lnTo>
                <a:lnTo>
                  <a:pt x="1287690" y="594913"/>
                </a:lnTo>
                <a:lnTo>
                  <a:pt x="1293359" y="598316"/>
                </a:lnTo>
                <a:lnTo>
                  <a:pt x="1298576" y="602853"/>
                </a:lnTo>
                <a:lnTo>
                  <a:pt x="1304018" y="607390"/>
                </a:lnTo>
                <a:lnTo>
                  <a:pt x="1304018" y="607617"/>
                </a:lnTo>
                <a:lnTo>
                  <a:pt x="1304245" y="607617"/>
                </a:lnTo>
                <a:lnTo>
                  <a:pt x="1306513" y="609659"/>
                </a:lnTo>
                <a:lnTo>
                  <a:pt x="1311276" y="613742"/>
                </a:lnTo>
                <a:lnTo>
                  <a:pt x="1317852" y="619187"/>
                </a:lnTo>
                <a:lnTo>
                  <a:pt x="1326924" y="626219"/>
                </a:lnTo>
                <a:lnTo>
                  <a:pt x="1337583" y="633932"/>
                </a:lnTo>
                <a:lnTo>
                  <a:pt x="1343706" y="638016"/>
                </a:lnTo>
                <a:lnTo>
                  <a:pt x="1350509" y="642099"/>
                </a:lnTo>
                <a:lnTo>
                  <a:pt x="1357313" y="646410"/>
                </a:lnTo>
                <a:lnTo>
                  <a:pt x="1364797" y="650720"/>
                </a:lnTo>
                <a:lnTo>
                  <a:pt x="1372508" y="655030"/>
                </a:lnTo>
                <a:lnTo>
                  <a:pt x="1380672" y="659114"/>
                </a:lnTo>
                <a:lnTo>
                  <a:pt x="1389290" y="663651"/>
                </a:lnTo>
                <a:lnTo>
                  <a:pt x="1397908" y="667507"/>
                </a:lnTo>
                <a:lnTo>
                  <a:pt x="1407206" y="671591"/>
                </a:lnTo>
                <a:lnTo>
                  <a:pt x="1416731" y="675221"/>
                </a:lnTo>
                <a:lnTo>
                  <a:pt x="1426256" y="678624"/>
                </a:lnTo>
                <a:lnTo>
                  <a:pt x="1436461" y="682026"/>
                </a:lnTo>
                <a:lnTo>
                  <a:pt x="1446440" y="684976"/>
                </a:lnTo>
                <a:lnTo>
                  <a:pt x="1456872" y="687698"/>
                </a:lnTo>
                <a:lnTo>
                  <a:pt x="1467758" y="689966"/>
                </a:lnTo>
                <a:lnTo>
                  <a:pt x="1478643" y="692008"/>
                </a:lnTo>
                <a:lnTo>
                  <a:pt x="1489756" y="693596"/>
                </a:lnTo>
                <a:lnTo>
                  <a:pt x="1501322" y="694957"/>
                </a:lnTo>
                <a:lnTo>
                  <a:pt x="1512888" y="695411"/>
                </a:lnTo>
                <a:lnTo>
                  <a:pt x="1524227" y="695638"/>
                </a:lnTo>
                <a:lnTo>
                  <a:pt x="1533072" y="695638"/>
                </a:lnTo>
                <a:lnTo>
                  <a:pt x="1541917" y="695184"/>
                </a:lnTo>
                <a:lnTo>
                  <a:pt x="1550761" y="694277"/>
                </a:lnTo>
                <a:lnTo>
                  <a:pt x="1560059" y="693369"/>
                </a:lnTo>
                <a:lnTo>
                  <a:pt x="1569131" y="692008"/>
                </a:lnTo>
                <a:lnTo>
                  <a:pt x="1578429" y="690420"/>
                </a:lnTo>
                <a:lnTo>
                  <a:pt x="1587954" y="688378"/>
                </a:lnTo>
                <a:lnTo>
                  <a:pt x="1597479" y="686110"/>
                </a:lnTo>
                <a:lnTo>
                  <a:pt x="1607231" y="683388"/>
                </a:lnTo>
                <a:lnTo>
                  <a:pt x="1616983" y="679985"/>
                </a:lnTo>
                <a:lnTo>
                  <a:pt x="1627188" y="676355"/>
                </a:lnTo>
                <a:lnTo>
                  <a:pt x="1637167" y="672498"/>
                </a:lnTo>
                <a:lnTo>
                  <a:pt x="1647599" y="667961"/>
                </a:lnTo>
                <a:lnTo>
                  <a:pt x="1658258" y="662970"/>
                </a:lnTo>
                <a:lnTo>
                  <a:pt x="1668690" y="657526"/>
                </a:lnTo>
                <a:lnTo>
                  <a:pt x="1679802" y="651627"/>
                </a:lnTo>
                <a:lnTo>
                  <a:pt x="1690688" y="644822"/>
                </a:lnTo>
                <a:lnTo>
                  <a:pt x="1701801" y="637562"/>
                </a:lnTo>
                <a:lnTo>
                  <a:pt x="1713367" y="630076"/>
                </a:lnTo>
                <a:lnTo>
                  <a:pt x="1724933" y="621455"/>
                </a:lnTo>
                <a:lnTo>
                  <a:pt x="1736499" y="612608"/>
                </a:lnTo>
                <a:lnTo>
                  <a:pt x="1748518" y="602853"/>
                </a:lnTo>
                <a:lnTo>
                  <a:pt x="1760538" y="592417"/>
                </a:lnTo>
                <a:lnTo>
                  <a:pt x="1772558" y="581301"/>
                </a:lnTo>
                <a:lnTo>
                  <a:pt x="1784804" y="569505"/>
                </a:lnTo>
                <a:lnTo>
                  <a:pt x="1797277" y="556800"/>
                </a:lnTo>
                <a:lnTo>
                  <a:pt x="1809751" y="543416"/>
                </a:lnTo>
                <a:lnTo>
                  <a:pt x="1822677" y="529124"/>
                </a:lnTo>
                <a:lnTo>
                  <a:pt x="1835151" y="514378"/>
                </a:lnTo>
                <a:lnTo>
                  <a:pt x="1848304" y="498271"/>
                </a:lnTo>
                <a:lnTo>
                  <a:pt x="1861004" y="481710"/>
                </a:lnTo>
                <a:lnTo>
                  <a:pt x="1874158" y="464015"/>
                </a:lnTo>
                <a:lnTo>
                  <a:pt x="1876879" y="460385"/>
                </a:lnTo>
                <a:lnTo>
                  <a:pt x="1880054" y="456756"/>
                </a:lnTo>
                <a:lnTo>
                  <a:pt x="1883002" y="453580"/>
                </a:lnTo>
                <a:lnTo>
                  <a:pt x="1886404" y="450404"/>
                </a:lnTo>
                <a:lnTo>
                  <a:pt x="1889806" y="447681"/>
                </a:lnTo>
                <a:lnTo>
                  <a:pt x="1893208" y="444732"/>
                </a:lnTo>
                <a:lnTo>
                  <a:pt x="1896610" y="442237"/>
                </a:lnTo>
                <a:lnTo>
                  <a:pt x="1900465" y="439968"/>
                </a:lnTo>
                <a:lnTo>
                  <a:pt x="1904320" y="437926"/>
                </a:lnTo>
                <a:lnTo>
                  <a:pt x="1908176" y="435885"/>
                </a:lnTo>
                <a:lnTo>
                  <a:pt x="1912031" y="434070"/>
                </a:lnTo>
                <a:lnTo>
                  <a:pt x="1916113" y="432482"/>
                </a:lnTo>
                <a:lnTo>
                  <a:pt x="1920195" y="430894"/>
                </a:lnTo>
                <a:lnTo>
                  <a:pt x="1924504" y="429986"/>
                </a:lnTo>
                <a:lnTo>
                  <a:pt x="1928813" y="428852"/>
                </a:lnTo>
                <a:lnTo>
                  <a:pt x="1932895" y="428172"/>
                </a:lnTo>
                <a:lnTo>
                  <a:pt x="1937204" y="427491"/>
                </a:lnTo>
                <a:lnTo>
                  <a:pt x="1941513" y="427037"/>
                </a:lnTo>
                <a:lnTo>
                  <a:pt x="1945595" y="427037"/>
                </a:lnTo>
                <a:lnTo>
                  <a:pt x="1950131" y="427037"/>
                </a:lnTo>
                <a:lnTo>
                  <a:pt x="1954440" y="427264"/>
                </a:lnTo>
                <a:lnTo>
                  <a:pt x="1958749" y="427945"/>
                </a:lnTo>
                <a:lnTo>
                  <a:pt x="1963058" y="428398"/>
                </a:lnTo>
                <a:lnTo>
                  <a:pt x="1967140" y="429306"/>
                </a:lnTo>
                <a:lnTo>
                  <a:pt x="1971676" y="430440"/>
                </a:lnTo>
                <a:lnTo>
                  <a:pt x="1975758" y="431574"/>
                </a:lnTo>
                <a:lnTo>
                  <a:pt x="1980067" y="433162"/>
                </a:lnTo>
                <a:lnTo>
                  <a:pt x="1984149" y="434977"/>
                </a:lnTo>
                <a:lnTo>
                  <a:pt x="1988004" y="437019"/>
                </a:lnTo>
                <a:lnTo>
                  <a:pt x="1992086" y="439061"/>
                </a:lnTo>
                <a:lnTo>
                  <a:pt x="1995942" y="441783"/>
                </a:lnTo>
                <a:lnTo>
                  <a:pt x="1999797" y="444279"/>
                </a:lnTo>
                <a:lnTo>
                  <a:pt x="2003426" y="447001"/>
                </a:lnTo>
                <a:lnTo>
                  <a:pt x="2007054" y="449950"/>
                </a:lnTo>
                <a:lnTo>
                  <a:pt x="2010229" y="453126"/>
                </a:lnTo>
                <a:lnTo>
                  <a:pt x="2013404" y="456302"/>
                </a:lnTo>
                <a:lnTo>
                  <a:pt x="2016126" y="459705"/>
                </a:lnTo>
                <a:lnTo>
                  <a:pt x="2019074" y="463335"/>
                </a:lnTo>
                <a:lnTo>
                  <a:pt x="2021569" y="466738"/>
                </a:lnTo>
                <a:lnTo>
                  <a:pt x="2023836" y="470367"/>
                </a:lnTo>
                <a:lnTo>
                  <a:pt x="2025877" y="474224"/>
                </a:lnTo>
                <a:lnTo>
                  <a:pt x="2027919" y="478080"/>
                </a:lnTo>
                <a:lnTo>
                  <a:pt x="2029733" y="482164"/>
                </a:lnTo>
                <a:lnTo>
                  <a:pt x="2031320" y="486021"/>
                </a:lnTo>
                <a:lnTo>
                  <a:pt x="2032908" y="490104"/>
                </a:lnTo>
                <a:lnTo>
                  <a:pt x="2033815" y="494641"/>
                </a:lnTo>
                <a:lnTo>
                  <a:pt x="2034949" y="498725"/>
                </a:lnTo>
                <a:lnTo>
                  <a:pt x="2035629" y="503035"/>
                </a:lnTo>
                <a:lnTo>
                  <a:pt x="2036310" y="507118"/>
                </a:lnTo>
                <a:lnTo>
                  <a:pt x="2036763" y="511429"/>
                </a:lnTo>
                <a:lnTo>
                  <a:pt x="2036763" y="515739"/>
                </a:lnTo>
                <a:lnTo>
                  <a:pt x="2036763" y="520276"/>
                </a:lnTo>
                <a:lnTo>
                  <a:pt x="2036536" y="524586"/>
                </a:lnTo>
                <a:lnTo>
                  <a:pt x="2035856" y="528670"/>
                </a:lnTo>
                <a:lnTo>
                  <a:pt x="2035402" y="532980"/>
                </a:lnTo>
                <a:lnTo>
                  <a:pt x="2034495" y="537291"/>
                </a:lnTo>
                <a:lnTo>
                  <a:pt x="2033361" y="541374"/>
                </a:lnTo>
                <a:lnTo>
                  <a:pt x="2032001" y="545911"/>
                </a:lnTo>
                <a:lnTo>
                  <a:pt x="2030640" y="549995"/>
                </a:lnTo>
                <a:lnTo>
                  <a:pt x="2028826" y="554078"/>
                </a:lnTo>
                <a:lnTo>
                  <a:pt x="2026785" y="558162"/>
                </a:lnTo>
                <a:lnTo>
                  <a:pt x="2024744" y="562018"/>
                </a:lnTo>
                <a:lnTo>
                  <a:pt x="2022022" y="566102"/>
                </a:lnTo>
                <a:lnTo>
                  <a:pt x="2019527" y="569731"/>
                </a:lnTo>
                <a:lnTo>
                  <a:pt x="2004333" y="590376"/>
                </a:lnTo>
                <a:lnTo>
                  <a:pt x="1989138" y="610112"/>
                </a:lnTo>
                <a:lnTo>
                  <a:pt x="1973490" y="629168"/>
                </a:lnTo>
                <a:lnTo>
                  <a:pt x="1958069" y="647317"/>
                </a:lnTo>
                <a:lnTo>
                  <a:pt x="1942420" y="664785"/>
                </a:lnTo>
                <a:lnTo>
                  <a:pt x="1926999" y="681346"/>
                </a:lnTo>
                <a:lnTo>
                  <a:pt x="1911351" y="697226"/>
                </a:lnTo>
                <a:lnTo>
                  <a:pt x="1895702" y="712425"/>
                </a:lnTo>
                <a:lnTo>
                  <a:pt x="1880054" y="726718"/>
                </a:lnTo>
                <a:lnTo>
                  <a:pt x="1864179" y="740329"/>
                </a:lnTo>
                <a:lnTo>
                  <a:pt x="1848531" y="753033"/>
                </a:lnTo>
                <a:lnTo>
                  <a:pt x="1832656" y="765510"/>
                </a:lnTo>
                <a:lnTo>
                  <a:pt x="1817008" y="776853"/>
                </a:lnTo>
                <a:lnTo>
                  <a:pt x="1801133" y="787743"/>
                </a:lnTo>
                <a:lnTo>
                  <a:pt x="1785258" y="797724"/>
                </a:lnTo>
                <a:lnTo>
                  <a:pt x="1769156" y="807252"/>
                </a:lnTo>
                <a:lnTo>
                  <a:pt x="1753508" y="816100"/>
                </a:lnTo>
                <a:lnTo>
                  <a:pt x="1737633" y="824267"/>
                </a:lnTo>
                <a:lnTo>
                  <a:pt x="1721985" y="831526"/>
                </a:lnTo>
                <a:lnTo>
                  <a:pt x="1706336" y="838559"/>
                </a:lnTo>
                <a:lnTo>
                  <a:pt x="1690688" y="844684"/>
                </a:lnTo>
                <a:lnTo>
                  <a:pt x="1675040" y="850356"/>
                </a:lnTo>
                <a:lnTo>
                  <a:pt x="1659392" y="855120"/>
                </a:lnTo>
                <a:lnTo>
                  <a:pt x="1644197" y="859657"/>
                </a:lnTo>
                <a:lnTo>
                  <a:pt x="1628776" y="863513"/>
                </a:lnTo>
                <a:lnTo>
                  <a:pt x="1613581" y="866689"/>
                </a:lnTo>
                <a:lnTo>
                  <a:pt x="1598386" y="869639"/>
                </a:lnTo>
                <a:lnTo>
                  <a:pt x="1583645" y="871680"/>
                </a:lnTo>
                <a:lnTo>
                  <a:pt x="1568677" y="873495"/>
                </a:lnTo>
                <a:lnTo>
                  <a:pt x="1554163" y="874403"/>
                </a:lnTo>
                <a:lnTo>
                  <a:pt x="1539649" y="875310"/>
                </a:lnTo>
                <a:lnTo>
                  <a:pt x="1525361" y="875537"/>
                </a:lnTo>
                <a:lnTo>
                  <a:pt x="1524227" y="875537"/>
                </a:lnTo>
                <a:lnTo>
                  <a:pt x="1509713" y="875310"/>
                </a:lnTo>
                <a:lnTo>
                  <a:pt x="1495199" y="874403"/>
                </a:lnTo>
                <a:lnTo>
                  <a:pt x="1480911" y="873495"/>
                </a:lnTo>
                <a:lnTo>
                  <a:pt x="1466851" y="871907"/>
                </a:lnTo>
                <a:lnTo>
                  <a:pt x="1453243" y="870092"/>
                </a:lnTo>
                <a:lnTo>
                  <a:pt x="1439636" y="867824"/>
                </a:lnTo>
                <a:lnTo>
                  <a:pt x="1426709" y="865101"/>
                </a:lnTo>
                <a:lnTo>
                  <a:pt x="1413783" y="862152"/>
                </a:lnTo>
                <a:lnTo>
                  <a:pt x="1401309" y="858976"/>
                </a:lnTo>
                <a:lnTo>
                  <a:pt x="1389290" y="855346"/>
                </a:lnTo>
                <a:lnTo>
                  <a:pt x="1377043" y="851944"/>
                </a:lnTo>
                <a:lnTo>
                  <a:pt x="1365477" y="848087"/>
                </a:lnTo>
                <a:lnTo>
                  <a:pt x="1354365" y="844004"/>
                </a:lnTo>
                <a:lnTo>
                  <a:pt x="1343252" y="839466"/>
                </a:lnTo>
                <a:lnTo>
                  <a:pt x="1332593" y="835156"/>
                </a:lnTo>
                <a:lnTo>
                  <a:pt x="1322161" y="830619"/>
                </a:lnTo>
                <a:lnTo>
                  <a:pt x="1322161" y="1223311"/>
                </a:lnTo>
                <a:lnTo>
                  <a:pt x="1322161" y="1436332"/>
                </a:lnTo>
                <a:lnTo>
                  <a:pt x="1322161" y="2402750"/>
                </a:lnTo>
                <a:lnTo>
                  <a:pt x="1321934" y="2410009"/>
                </a:lnTo>
                <a:lnTo>
                  <a:pt x="1321481" y="2416815"/>
                </a:lnTo>
                <a:lnTo>
                  <a:pt x="1320801" y="2423848"/>
                </a:lnTo>
                <a:lnTo>
                  <a:pt x="1319440" y="2430880"/>
                </a:lnTo>
                <a:lnTo>
                  <a:pt x="1317852" y="2437459"/>
                </a:lnTo>
                <a:lnTo>
                  <a:pt x="1316038" y="2444038"/>
                </a:lnTo>
                <a:lnTo>
                  <a:pt x="1313770" y="2450617"/>
                </a:lnTo>
                <a:lnTo>
                  <a:pt x="1311276" y="2456969"/>
                </a:lnTo>
                <a:lnTo>
                  <a:pt x="1308554" y="2463094"/>
                </a:lnTo>
                <a:lnTo>
                  <a:pt x="1305606" y="2468992"/>
                </a:lnTo>
                <a:lnTo>
                  <a:pt x="1302204" y="2474891"/>
                </a:lnTo>
                <a:lnTo>
                  <a:pt x="1298349" y="2480562"/>
                </a:lnTo>
                <a:lnTo>
                  <a:pt x="1294493" y="2486007"/>
                </a:lnTo>
                <a:lnTo>
                  <a:pt x="1290411" y="2490998"/>
                </a:lnTo>
                <a:lnTo>
                  <a:pt x="1286102" y="2496215"/>
                </a:lnTo>
                <a:lnTo>
                  <a:pt x="1281567" y="2500979"/>
                </a:lnTo>
                <a:lnTo>
                  <a:pt x="1276804" y="2505744"/>
                </a:lnTo>
                <a:lnTo>
                  <a:pt x="1271815" y="2510054"/>
                </a:lnTo>
                <a:lnTo>
                  <a:pt x="1266372" y="2514137"/>
                </a:lnTo>
                <a:lnTo>
                  <a:pt x="1260929" y="2517994"/>
                </a:lnTo>
                <a:lnTo>
                  <a:pt x="1255259" y="2521624"/>
                </a:lnTo>
                <a:lnTo>
                  <a:pt x="1249590" y="2525026"/>
                </a:lnTo>
                <a:lnTo>
                  <a:pt x="1243467" y="2527976"/>
                </a:lnTo>
                <a:lnTo>
                  <a:pt x="1237343" y="2530925"/>
                </a:lnTo>
                <a:lnTo>
                  <a:pt x="1231220" y="2533193"/>
                </a:lnTo>
                <a:lnTo>
                  <a:pt x="1224643" y="2535462"/>
                </a:lnTo>
                <a:lnTo>
                  <a:pt x="1218067" y="2537277"/>
                </a:lnTo>
                <a:lnTo>
                  <a:pt x="1211490" y="2538865"/>
                </a:lnTo>
                <a:lnTo>
                  <a:pt x="1204459" y="2539999"/>
                </a:lnTo>
                <a:lnTo>
                  <a:pt x="1197656" y="2541133"/>
                </a:lnTo>
                <a:lnTo>
                  <a:pt x="1190399" y="2541587"/>
                </a:lnTo>
                <a:lnTo>
                  <a:pt x="1183142" y="2541587"/>
                </a:lnTo>
                <a:lnTo>
                  <a:pt x="1176111" y="2541587"/>
                </a:lnTo>
                <a:lnTo>
                  <a:pt x="1169081" y="2541133"/>
                </a:lnTo>
                <a:lnTo>
                  <a:pt x="1162277" y="2539999"/>
                </a:lnTo>
                <a:lnTo>
                  <a:pt x="1155247" y="2538865"/>
                </a:lnTo>
                <a:lnTo>
                  <a:pt x="1148670" y="2537277"/>
                </a:lnTo>
                <a:lnTo>
                  <a:pt x="1141867" y="2535462"/>
                </a:lnTo>
                <a:lnTo>
                  <a:pt x="1135517" y="2533193"/>
                </a:lnTo>
                <a:lnTo>
                  <a:pt x="1129393" y="2530925"/>
                </a:lnTo>
                <a:lnTo>
                  <a:pt x="1123270" y="2527976"/>
                </a:lnTo>
                <a:lnTo>
                  <a:pt x="1117147" y="2525026"/>
                </a:lnTo>
                <a:lnTo>
                  <a:pt x="1111477" y="2521624"/>
                </a:lnTo>
                <a:lnTo>
                  <a:pt x="1105808" y="2517994"/>
                </a:lnTo>
                <a:lnTo>
                  <a:pt x="1100138" y="2514137"/>
                </a:lnTo>
                <a:lnTo>
                  <a:pt x="1094922" y="2510054"/>
                </a:lnTo>
                <a:lnTo>
                  <a:pt x="1089933" y="2505744"/>
                </a:lnTo>
                <a:lnTo>
                  <a:pt x="1084943" y="2500979"/>
                </a:lnTo>
                <a:lnTo>
                  <a:pt x="1080408" y="2496215"/>
                </a:lnTo>
                <a:lnTo>
                  <a:pt x="1076099" y="2490998"/>
                </a:lnTo>
                <a:lnTo>
                  <a:pt x="1072017" y="2486007"/>
                </a:lnTo>
                <a:lnTo>
                  <a:pt x="1068161" y="2480562"/>
                </a:lnTo>
                <a:lnTo>
                  <a:pt x="1064533" y="2474891"/>
                </a:lnTo>
                <a:lnTo>
                  <a:pt x="1061131" y="2468992"/>
                </a:lnTo>
                <a:lnTo>
                  <a:pt x="1058183" y="2463094"/>
                </a:lnTo>
                <a:lnTo>
                  <a:pt x="1055234" y="2456969"/>
                </a:lnTo>
                <a:lnTo>
                  <a:pt x="1052967" y="2450617"/>
                </a:lnTo>
                <a:lnTo>
                  <a:pt x="1050699" y="2444038"/>
                </a:lnTo>
                <a:lnTo>
                  <a:pt x="1048884" y="2437459"/>
                </a:lnTo>
                <a:lnTo>
                  <a:pt x="1047297" y="2430880"/>
                </a:lnTo>
                <a:lnTo>
                  <a:pt x="1046163" y="2423848"/>
                </a:lnTo>
                <a:lnTo>
                  <a:pt x="1045256" y="2416815"/>
                </a:lnTo>
                <a:lnTo>
                  <a:pt x="1044575" y="2410009"/>
                </a:lnTo>
                <a:lnTo>
                  <a:pt x="1044575" y="2402750"/>
                </a:lnTo>
                <a:lnTo>
                  <a:pt x="1044575" y="1523218"/>
                </a:lnTo>
                <a:lnTo>
                  <a:pt x="992415" y="1523218"/>
                </a:lnTo>
                <a:lnTo>
                  <a:pt x="992415" y="2402750"/>
                </a:lnTo>
                <a:lnTo>
                  <a:pt x="992188" y="2410009"/>
                </a:lnTo>
                <a:lnTo>
                  <a:pt x="991734" y="2416815"/>
                </a:lnTo>
                <a:lnTo>
                  <a:pt x="990600" y="2423848"/>
                </a:lnTo>
                <a:lnTo>
                  <a:pt x="989693" y="2430880"/>
                </a:lnTo>
                <a:lnTo>
                  <a:pt x="988106" y="2437459"/>
                </a:lnTo>
                <a:lnTo>
                  <a:pt x="986065" y="2444038"/>
                </a:lnTo>
                <a:lnTo>
                  <a:pt x="984024" y="2450617"/>
                </a:lnTo>
                <a:lnTo>
                  <a:pt x="981529" y="2456969"/>
                </a:lnTo>
                <a:lnTo>
                  <a:pt x="978581" y="2463094"/>
                </a:lnTo>
                <a:lnTo>
                  <a:pt x="975633" y="2468992"/>
                </a:lnTo>
                <a:lnTo>
                  <a:pt x="972231" y="2474891"/>
                </a:lnTo>
                <a:lnTo>
                  <a:pt x="968602" y="2480562"/>
                </a:lnTo>
                <a:lnTo>
                  <a:pt x="964747" y="2486007"/>
                </a:lnTo>
                <a:lnTo>
                  <a:pt x="960665" y="2490998"/>
                </a:lnTo>
                <a:lnTo>
                  <a:pt x="956356" y="2496215"/>
                </a:lnTo>
                <a:lnTo>
                  <a:pt x="951593" y="2500979"/>
                </a:lnTo>
                <a:lnTo>
                  <a:pt x="946831" y="2505744"/>
                </a:lnTo>
                <a:lnTo>
                  <a:pt x="941841" y="2510054"/>
                </a:lnTo>
                <a:lnTo>
                  <a:pt x="936625" y="2514137"/>
                </a:lnTo>
                <a:lnTo>
                  <a:pt x="931183" y="2517994"/>
                </a:lnTo>
                <a:lnTo>
                  <a:pt x="925513" y="2521624"/>
                </a:lnTo>
                <a:lnTo>
                  <a:pt x="919616" y="2525026"/>
                </a:lnTo>
                <a:lnTo>
                  <a:pt x="913720" y="2527976"/>
                </a:lnTo>
                <a:lnTo>
                  <a:pt x="907597" y="2530925"/>
                </a:lnTo>
                <a:lnTo>
                  <a:pt x="901247" y="2533193"/>
                </a:lnTo>
                <a:lnTo>
                  <a:pt x="894670" y="2535462"/>
                </a:lnTo>
                <a:lnTo>
                  <a:pt x="888093" y="2537277"/>
                </a:lnTo>
                <a:lnTo>
                  <a:pt x="881516" y="2538865"/>
                </a:lnTo>
                <a:lnTo>
                  <a:pt x="874486" y="2539999"/>
                </a:lnTo>
                <a:lnTo>
                  <a:pt x="867456" y="2541133"/>
                </a:lnTo>
                <a:lnTo>
                  <a:pt x="860652" y="2541587"/>
                </a:lnTo>
                <a:lnTo>
                  <a:pt x="853395" y="2541587"/>
                </a:lnTo>
                <a:lnTo>
                  <a:pt x="846365" y="2541587"/>
                </a:lnTo>
                <a:lnTo>
                  <a:pt x="839334" y="2541133"/>
                </a:lnTo>
                <a:lnTo>
                  <a:pt x="832077" y="2539999"/>
                </a:lnTo>
                <a:lnTo>
                  <a:pt x="825500" y="2538865"/>
                </a:lnTo>
                <a:lnTo>
                  <a:pt x="818924" y="2537277"/>
                </a:lnTo>
                <a:lnTo>
                  <a:pt x="812120" y="2535462"/>
                </a:lnTo>
                <a:lnTo>
                  <a:pt x="805770" y="2533193"/>
                </a:lnTo>
                <a:lnTo>
                  <a:pt x="799420" y="2530925"/>
                </a:lnTo>
                <a:lnTo>
                  <a:pt x="793297" y="2527976"/>
                </a:lnTo>
                <a:lnTo>
                  <a:pt x="787400" y="2525026"/>
                </a:lnTo>
                <a:lnTo>
                  <a:pt x="781504" y="2521624"/>
                </a:lnTo>
                <a:lnTo>
                  <a:pt x="775834" y="2517994"/>
                </a:lnTo>
                <a:lnTo>
                  <a:pt x="770391" y="2514137"/>
                </a:lnTo>
                <a:lnTo>
                  <a:pt x="764949" y="2510054"/>
                </a:lnTo>
                <a:lnTo>
                  <a:pt x="760186" y="2505744"/>
                </a:lnTo>
                <a:lnTo>
                  <a:pt x="755197" y="2500979"/>
                </a:lnTo>
                <a:lnTo>
                  <a:pt x="750661" y="2496215"/>
                </a:lnTo>
                <a:lnTo>
                  <a:pt x="746352" y="2490998"/>
                </a:lnTo>
                <a:lnTo>
                  <a:pt x="742043" y="2486007"/>
                </a:lnTo>
                <a:lnTo>
                  <a:pt x="738415" y="2480562"/>
                </a:lnTo>
                <a:lnTo>
                  <a:pt x="734786" y="2474891"/>
                </a:lnTo>
                <a:lnTo>
                  <a:pt x="731384" y="2468992"/>
                </a:lnTo>
                <a:lnTo>
                  <a:pt x="728209" y="2463094"/>
                </a:lnTo>
                <a:lnTo>
                  <a:pt x="725488" y="2456969"/>
                </a:lnTo>
                <a:lnTo>
                  <a:pt x="722993" y="2450617"/>
                </a:lnTo>
                <a:lnTo>
                  <a:pt x="720952" y="2444038"/>
                </a:lnTo>
                <a:lnTo>
                  <a:pt x="718911" y="2437459"/>
                </a:lnTo>
                <a:lnTo>
                  <a:pt x="717324" y="2430880"/>
                </a:lnTo>
                <a:lnTo>
                  <a:pt x="716190" y="2423848"/>
                </a:lnTo>
                <a:lnTo>
                  <a:pt x="715282" y="2416815"/>
                </a:lnTo>
                <a:lnTo>
                  <a:pt x="714602" y="2410009"/>
                </a:lnTo>
                <a:lnTo>
                  <a:pt x="714375" y="2402750"/>
                </a:lnTo>
                <a:lnTo>
                  <a:pt x="714375" y="1436332"/>
                </a:lnTo>
                <a:lnTo>
                  <a:pt x="714375" y="1223311"/>
                </a:lnTo>
                <a:lnTo>
                  <a:pt x="714375" y="830619"/>
                </a:lnTo>
                <a:lnTo>
                  <a:pt x="704170" y="835156"/>
                </a:lnTo>
                <a:lnTo>
                  <a:pt x="693511" y="839466"/>
                </a:lnTo>
                <a:lnTo>
                  <a:pt x="682625" y="844004"/>
                </a:lnTo>
                <a:lnTo>
                  <a:pt x="671286" y="848087"/>
                </a:lnTo>
                <a:lnTo>
                  <a:pt x="659493" y="851944"/>
                </a:lnTo>
                <a:lnTo>
                  <a:pt x="647700" y="855346"/>
                </a:lnTo>
                <a:lnTo>
                  <a:pt x="635454" y="858976"/>
                </a:lnTo>
                <a:lnTo>
                  <a:pt x="622981" y="862152"/>
                </a:lnTo>
                <a:lnTo>
                  <a:pt x="610054" y="865101"/>
                </a:lnTo>
                <a:lnTo>
                  <a:pt x="596900" y="867824"/>
                </a:lnTo>
                <a:lnTo>
                  <a:pt x="583747" y="870092"/>
                </a:lnTo>
                <a:lnTo>
                  <a:pt x="569913" y="871907"/>
                </a:lnTo>
                <a:lnTo>
                  <a:pt x="556079" y="873495"/>
                </a:lnTo>
                <a:lnTo>
                  <a:pt x="541565" y="874403"/>
                </a:lnTo>
                <a:lnTo>
                  <a:pt x="527277" y="875310"/>
                </a:lnTo>
                <a:lnTo>
                  <a:pt x="512309" y="875537"/>
                </a:lnTo>
                <a:lnTo>
                  <a:pt x="511402" y="875537"/>
                </a:lnTo>
                <a:lnTo>
                  <a:pt x="497341" y="875310"/>
                </a:lnTo>
                <a:lnTo>
                  <a:pt x="482600" y="874403"/>
                </a:lnTo>
                <a:lnTo>
                  <a:pt x="468086" y="873495"/>
                </a:lnTo>
                <a:lnTo>
                  <a:pt x="453118" y="871680"/>
                </a:lnTo>
                <a:lnTo>
                  <a:pt x="438150" y="869639"/>
                </a:lnTo>
                <a:lnTo>
                  <a:pt x="423182" y="866689"/>
                </a:lnTo>
                <a:lnTo>
                  <a:pt x="407988" y="863513"/>
                </a:lnTo>
                <a:lnTo>
                  <a:pt x="392566" y="859657"/>
                </a:lnTo>
                <a:lnTo>
                  <a:pt x="377145" y="855120"/>
                </a:lnTo>
                <a:lnTo>
                  <a:pt x="361497" y="850356"/>
                </a:lnTo>
                <a:lnTo>
                  <a:pt x="345848" y="844684"/>
                </a:lnTo>
                <a:lnTo>
                  <a:pt x="330200" y="838559"/>
                </a:lnTo>
                <a:lnTo>
                  <a:pt x="314552" y="831526"/>
                </a:lnTo>
                <a:lnTo>
                  <a:pt x="298904" y="824267"/>
                </a:lnTo>
                <a:lnTo>
                  <a:pt x="283029" y="816100"/>
                </a:lnTo>
                <a:lnTo>
                  <a:pt x="267381" y="807252"/>
                </a:lnTo>
                <a:lnTo>
                  <a:pt x="251506" y="797724"/>
                </a:lnTo>
                <a:lnTo>
                  <a:pt x="235631" y="787743"/>
                </a:lnTo>
                <a:lnTo>
                  <a:pt x="219982" y="776853"/>
                </a:lnTo>
                <a:lnTo>
                  <a:pt x="204107" y="765510"/>
                </a:lnTo>
                <a:lnTo>
                  <a:pt x="188232" y="753033"/>
                </a:lnTo>
                <a:lnTo>
                  <a:pt x="172584" y="740329"/>
                </a:lnTo>
                <a:lnTo>
                  <a:pt x="156936" y="726718"/>
                </a:lnTo>
                <a:lnTo>
                  <a:pt x="141061" y="712425"/>
                </a:lnTo>
                <a:lnTo>
                  <a:pt x="125413" y="697226"/>
                </a:lnTo>
                <a:lnTo>
                  <a:pt x="109991" y="681346"/>
                </a:lnTo>
                <a:lnTo>
                  <a:pt x="94343" y="664785"/>
                </a:lnTo>
                <a:lnTo>
                  <a:pt x="78695" y="647317"/>
                </a:lnTo>
                <a:lnTo>
                  <a:pt x="63273" y="629168"/>
                </a:lnTo>
                <a:lnTo>
                  <a:pt x="47852" y="610112"/>
                </a:lnTo>
                <a:lnTo>
                  <a:pt x="32657" y="590376"/>
                </a:lnTo>
                <a:lnTo>
                  <a:pt x="17236" y="569731"/>
                </a:lnTo>
                <a:lnTo>
                  <a:pt x="14514" y="566102"/>
                </a:lnTo>
                <a:lnTo>
                  <a:pt x="12247" y="562018"/>
                </a:lnTo>
                <a:lnTo>
                  <a:pt x="9979" y="558162"/>
                </a:lnTo>
                <a:lnTo>
                  <a:pt x="7938" y="554078"/>
                </a:lnTo>
                <a:lnTo>
                  <a:pt x="6350" y="549995"/>
                </a:lnTo>
                <a:lnTo>
                  <a:pt x="4763" y="545911"/>
                </a:lnTo>
                <a:lnTo>
                  <a:pt x="3402" y="541374"/>
                </a:lnTo>
                <a:lnTo>
                  <a:pt x="2268" y="537291"/>
                </a:lnTo>
                <a:lnTo>
                  <a:pt x="1588" y="532980"/>
                </a:lnTo>
                <a:lnTo>
                  <a:pt x="680" y="528670"/>
                </a:lnTo>
                <a:lnTo>
                  <a:pt x="227" y="524586"/>
                </a:lnTo>
                <a:lnTo>
                  <a:pt x="0" y="520276"/>
                </a:lnTo>
                <a:lnTo>
                  <a:pt x="0" y="515739"/>
                </a:lnTo>
                <a:lnTo>
                  <a:pt x="227" y="511429"/>
                </a:lnTo>
                <a:lnTo>
                  <a:pt x="454" y="507118"/>
                </a:lnTo>
                <a:lnTo>
                  <a:pt x="907" y="503035"/>
                </a:lnTo>
                <a:lnTo>
                  <a:pt x="1814" y="498725"/>
                </a:lnTo>
                <a:lnTo>
                  <a:pt x="2722" y="494641"/>
                </a:lnTo>
                <a:lnTo>
                  <a:pt x="4082" y="490331"/>
                </a:lnTo>
                <a:lnTo>
                  <a:pt x="5443" y="486247"/>
                </a:lnTo>
                <a:lnTo>
                  <a:pt x="6804" y="482164"/>
                </a:lnTo>
                <a:lnTo>
                  <a:pt x="8618" y="478080"/>
                </a:lnTo>
                <a:lnTo>
                  <a:pt x="10659" y="474224"/>
                </a:lnTo>
                <a:lnTo>
                  <a:pt x="12700" y="470367"/>
                </a:lnTo>
                <a:lnTo>
                  <a:pt x="15422" y="466738"/>
                </a:lnTo>
                <a:lnTo>
                  <a:pt x="17689" y="463335"/>
                </a:lnTo>
                <a:lnTo>
                  <a:pt x="20411" y="459705"/>
                </a:lnTo>
                <a:lnTo>
                  <a:pt x="23586" y="456302"/>
                </a:lnTo>
                <a:lnTo>
                  <a:pt x="26761" y="453126"/>
                </a:lnTo>
                <a:lnTo>
                  <a:pt x="29936" y="449950"/>
                </a:lnTo>
                <a:lnTo>
                  <a:pt x="33338" y="447001"/>
                </a:lnTo>
                <a:lnTo>
                  <a:pt x="36966" y="444279"/>
                </a:lnTo>
                <a:lnTo>
                  <a:pt x="40822" y="441783"/>
                </a:lnTo>
                <a:lnTo>
                  <a:pt x="44677" y="439061"/>
                </a:lnTo>
                <a:lnTo>
                  <a:pt x="48759" y="437019"/>
                </a:lnTo>
                <a:lnTo>
                  <a:pt x="52841" y="434977"/>
                </a:lnTo>
                <a:lnTo>
                  <a:pt x="56923" y="433162"/>
                </a:lnTo>
                <a:lnTo>
                  <a:pt x="61005" y="431574"/>
                </a:lnTo>
                <a:lnTo>
                  <a:pt x="65088" y="430440"/>
                </a:lnTo>
                <a:lnTo>
                  <a:pt x="69397" y="429306"/>
                </a:lnTo>
                <a:lnTo>
                  <a:pt x="73932" y="428398"/>
                </a:lnTo>
                <a:lnTo>
                  <a:pt x="78014" y="427945"/>
                </a:lnTo>
                <a:lnTo>
                  <a:pt x="82323" y="427264"/>
                </a:lnTo>
                <a:lnTo>
                  <a:pt x="86632" y="427037"/>
                </a:lnTo>
                <a:close/>
                <a:moveTo>
                  <a:pt x="1018040" y="0"/>
                </a:moveTo>
                <a:lnTo>
                  <a:pt x="1024379" y="227"/>
                </a:lnTo>
                <a:lnTo>
                  <a:pt x="1030491" y="681"/>
                </a:lnTo>
                <a:lnTo>
                  <a:pt x="1036830" y="908"/>
                </a:lnTo>
                <a:lnTo>
                  <a:pt x="1043168" y="1362"/>
                </a:lnTo>
                <a:lnTo>
                  <a:pt x="1049507" y="2044"/>
                </a:lnTo>
                <a:lnTo>
                  <a:pt x="1055846" y="3179"/>
                </a:lnTo>
                <a:lnTo>
                  <a:pt x="1062184" y="4087"/>
                </a:lnTo>
                <a:lnTo>
                  <a:pt x="1068523" y="5450"/>
                </a:lnTo>
                <a:lnTo>
                  <a:pt x="1075088" y="6812"/>
                </a:lnTo>
                <a:lnTo>
                  <a:pt x="1081200" y="8175"/>
                </a:lnTo>
                <a:lnTo>
                  <a:pt x="1087539" y="9992"/>
                </a:lnTo>
                <a:lnTo>
                  <a:pt x="1093651" y="11808"/>
                </a:lnTo>
                <a:lnTo>
                  <a:pt x="1099763" y="13852"/>
                </a:lnTo>
                <a:lnTo>
                  <a:pt x="1105649" y="15896"/>
                </a:lnTo>
                <a:lnTo>
                  <a:pt x="1111535" y="18394"/>
                </a:lnTo>
                <a:lnTo>
                  <a:pt x="1117421" y="20892"/>
                </a:lnTo>
                <a:lnTo>
                  <a:pt x="1123307" y="23390"/>
                </a:lnTo>
                <a:lnTo>
                  <a:pt x="1128966" y="25888"/>
                </a:lnTo>
                <a:lnTo>
                  <a:pt x="1134626" y="28840"/>
                </a:lnTo>
                <a:lnTo>
                  <a:pt x="1140059" y="31792"/>
                </a:lnTo>
                <a:lnTo>
                  <a:pt x="1145492" y="34972"/>
                </a:lnTo>
                <a:lnTo>
                  <a:pt x="1155905" y="41330"/>
                </a:lnTo>
                <a:lnTo>
                  <a:pt x="1166092" y="48597"/>
                </a:lnTo>
                <a:lnTo>
                  <a:pt x="1175827" y="56091"/>
                </a:lnTo>
                <a:lnTo>
                  <a:pt x="1185108" y="64039"/>
                </a:lnTo>
                <a:lnTo>
                  <a:pt x="1194163" y="72215"/>
                </a:lnTo>
                <a:lnTo>
                  <a:pt x="1202539" y="80844"/>
                </a:lnTo>
                <a:lnTo>
                  <a:pt x="1210689" y="90155"/>
                </a:lnTo>
                <a:lnTo>
                  <a:pt x="1218159" y="99693"/>
                </a:lnTo>
                <a:lnTo>
                  <a:pt x="1225177" y="109458"/>
                </a:lnTo>
                <a:lnTo>
                  <a:pt x="1231968" y="119450"/>
                </a:lnTo>
                <a:lnTo>
                  <a:pt x="1238081" y="129896"/>
                </a:lnTo>
                <a:lnTo>
                  <a:pt x="1243740" y="140796"/>
                </a:lnTo>
                <a:lnTo>
                  <a:pt x="1248721" y="151924"/>
                </a:lnTo>
                <a:lnTo>
                  <a:pt x="1253474" y="163051"/>
                </a:lnTo>
                <a:lnTo>
                  <a:pt x="1257549" y="174406"/>
                </a:lnTo>
                <a:lnTo>
                  <a:pt x="1261171" y="186214"/>
                </a:lnTo>
                <a:lnTo>
                  <a:pt x="1263888" y="198023"/>
                </a:lnTo>
                <a:lnTo>
                  <a:pt x="1266604" y="210059"/>
                </a:lnTo>
                <a:lnTo>
                  <a:pt x="1268189" y="222549"/>
                </a:lnTo>
                <a:lnTo>
                  <a:pt x="1269321" y="234812"/>
                </a:lnTo>
                <a:lnTo>
                  <a:pt x="1269774" y="240943"/>
                </a:lnTo>
                <a:lnTo>
                  <a:pt x="1270000" y="247302"/>
                </a:lnTo>
                <a:lnTo>
                  <a:pt x="1270000" y="253433"/>
                </a:lnTo>
                <a:lnTo>
                  <a:pt x="1270000" y="260019"/>
                </a:lnTo>
                <a:lnTo>
                  <a:pt x="1269774" y="266150"/>
                </a:lnTo>
                <a:lnTo>
                  <a:pt x="1269321" y="272509"/>
                </a:lnTo>
                <a:lnTo>
                  <a:pt x="1268868" y="278640"/>
                </a:lnTo>
                <a:lnTo>
                  <a:pt x="1267963" y="284999"/>
                </a:lnTo>
                <a:lnTo>
                  <a:pt x="1267057" y="291585"/>
                </a:lnTo>
                <a:lnTo>
                  <a:pt x="1265925" y="297943"/>
                </a:lnTo>
                <a:lnTo>
                  <a:pt x="1264793" y="304302"/>
                </a:lnTo>
                <a:lnTo>
                  <a:pt x="1263435" y="310660"/>
                </a:lnTo>
                <a:lnTo>
                  <a:pt x="1261850" y="317019"/>
                </a:lnTo>
                <a:lnTo>
                  <a:pt x="1260039" y="323377"/>
                </a:lnTo>
                <a:lnTo>
                  <a:pt x="1258228" y="329509"/>
                </a:lnTo>
                <a:lnTo>
                  <a:pt x="1256191" y="335640"/>
                </a:lnTo>
                <a:lnTo>
                  <a:pt x="1254154" y="341545"/>
                </a:lnTo>
                <a:lnTo>
                  <a:pt x="1251890" y="347449"/>
                </a:lnTo>
                <a:lnTo>
                  <a:pt x="1249400" y="353353"/>
                </a:lnTo>
                <a:lnTo>
                  <a:pt x="1246683" y="359031"/>
                </a:lnTo>
                <a:lnTo>
                  <a:pt x="1244193" y="364935"/>
                </a:lnTo>
                <a:lnTo>
                  <a:pt x="1241476" y="370385"/>
                </a:lnTo>
                <a:lnTo>
                  <a:pt x="1238307" y="376063"/>
                </a:lnTo>
                <a:lnTo>
                  <a:pt x="1235364" y="381286"/>
                </a:lnTo>
                <a:lnTo>
                  <a:pt x="1228799" y="391959"/>
                </a:lnTo>
                <a:lnTo>
                  <a:pt x="1222008" y="402178"/>
                </a:lnTo>
                <a:lnTo>
                  <a:pt x="1214311" y="411943"/>
                </a:lnTo>
                <a:lnTo>
                  <a:pt x="1206614" y="421254"/>
                </a:lnTo>
                <a:lnTo>
                  <a:pt x="1198238" y="430111"/>
                </a:lnTo>
                <a:lnTo>
                  <a:pt x="1189409" y="438740"/>
                </a:lnTo>
                <a:lnTo>
                  <a:pt x="1180580" y="446688"/>
                </a:lnTo>
                <a:lnTo>
                  <a:pt x="1171073" y="454409"/>
                </a:lnTo>
                <a:lnTo>
                  <a:pt x="1161112" y="461449"/>
                </a:lnTo>
                <a:lnTo>
                  <a:pt x="1151151" y="468262"/>
                </a:lnTo>
                <a:lnTo>
                  <a:pt x="1140511" y="474393"/>
                </a:lnTo>
                <a:lnTo>
                  <a:pt x="1129872" y="480071"/>
                </a:lnTo>
                <a:lnTo>
                  <a:pt x="1118779" y="485067"/>
                </a:lnTo>
                <a:lnTo>
                  <a:pt x="1107460" y="489836"/>
                </a:lnTo>
                <a:lnTo>
                  <a:pt x="1096368" y="493923"/>
                </a:lnTo>
                <a:lnTo>
                  <a:pt x="1084596" y="497557"/>
                </a:lnTo>
                <a:lnTo>
                  <a:pt x="1072598" y="500282"/>
                </a:lnTo>
                <a:lnTo>
                  <a:pt x="1060600" y="502553"/>
                </a:lnTo>
                <a:lnTo>
                  <a:pt x="1048375" y="504369"/>
                </a:lnTo>
                <a:lnTo>
                  <a:pt x="1036151" y="505732"/>
                </a:lnTo>
                <a:lnTo>
                  <a:pt x="1030038" y="506186"/>
                </a:lnTo>
                <a:lnTo>
                  <a:pt x="1023926" y="506186"/>
                </a:lnTo>
                <a:lnTo>
                  <a:pt x="1017361" y="506413"/>
                </a:lnTo>
                <a:lnTo>
                  <a:pt x="1011249" y="506186"/>
                </a:lnTo>
                <a:lnTo>
                  <a:pt x="1004910" y="505959"/>
                </a:lnTo>
                <a:lnTo>
                  <a:pt x="998572" y="505732"/>
                </a:lnTo>
                <a:lnTo>
                  <a:pt x="992233" y="505051"/>
                </a:lnTo>
                <a:lnTo>
                  <a:pt x="985895" y="504369"/>
                </a:lnTo>
                <a:lnTo>
                  <a:pt x="979556" y="503461"/>
                </a:lnTo>
                <a:lnTo>
                  <a:pt x="973217" y="502326"/>
                </a:lnTo>
                <a:lnTo>
                  <a:pt x="966879" y="500963"/>
                </a:lnTo>
                <a:lnTo>
                  <a:pt x="960540" y="499828"/>
                </a:lnTo>
                <a:lnTo>
                  <a:pt x="954202" y="498238"/>
                </a:lnTo>
                <a:lnTo>
                  <a:pt x="948089" y="496421"/>
                </a:lnTo>
                <a:lnTo>
                  <a:pt x="941977" y="494605"/>
                </a:lnTo>
                <a:lnTo>
                  <a:pt x="935865" y="492561"/>
                </a:lnTo>
                <a:lnTo>
                  <a:pt x="929526" y="490517"/>
                </a:lnTo>
                <a:lnTo>
                  <a:pt x="923640" y="488246"/>
                </a:lnTo>
                <a:lnTo>
                  <a:pt x="917755" y="485748"/>
                </a:lnTo>
                <a:lnTo>
                  <a:pt x="912095" y="483023"/>
                </a:lnTo>
                <a:lnTo>
                  <a:pt x="906662" y="480525"/>
                </a:lnTo>
                <a:lnTo>
                  <a:pt x="901002" y="477573"/>
                </a:lnTo>
                <a:lnTo>
                  <a:pt x="895343" y="474620"/>
                </a:lnTo>
                <a:lnTo>
                  <a:pt x="889910" y="471441"/>
                </a:lnTo>
                <a:lnTo>
                  <a:pt x="879496" y="465083"/>
                </a:lnTo>
                <a:lnTo>
                  <a:pt x="869536" y="457816"/>
                </a:lnTo>
                <a:lnTo>
                  <a:pt x="859802" y="450549"/>
                </a:lnTo>
                <a:lnTo>
                  <a:pt x="850294" y="442601"/>
                </a:lnTo>
                <a:lnTo>
                  <a:pt x="841238" y="434198"/>
                </a:lnTo>
                <a:lnTo>
                  <a:pt x="832862" y="425568"/>
                </a:lnTo>
                <a:lnTo>
                  <a:pt x="824939" y="416258"/>
                </a:lnTo>
                <a:lnTo>
                  <a:pt x="817242" y="407174"/>
                </a:lnTo>
                <a:lnTo>
                  <a:pt x="809998" y="396955"/>
                </a:lnTo>
                <a:lnTo>
                  <a:pt x="803433" y="386963"/>
                </a:lnTo>
                <a:lnTo>
                  <a:pt x="797321" y="376517"/>
                </a:lnTo>
                <a:lnTo>
                  <a:pt x="791661" y="365616"/>
                </a:lnTo>
                <a:lnTo>
                  <a:pt x="786455" y="354716"/>
                </a:lnTo>
                <a:lnTo>
                  <a:pt x="781927" y="343361"/>
                </a:lnTo>
                <a:lnTo>
                  <a:pt x="777852" y="332007"/>
                </a:lnTo>
                <a:lnTo>
                  <a:pt x="774457" y="320198"/>
                </a:lnTo>
                <a:lnTo>
                  <a:pt x="771514" y="308389"/>
                </a:lnTo>
                <a:lnTo>
                  <a:pt x="769024" y="296354"/>
                </a:lnTo>
                <a:lnTo>
                  <a:pt x="767213" y="284091"/>
                </a:lnTo>
                <a:lnTo>
                  <a:pt x="766533" y="277959"/>
                </a:lnTo>
                <a:lnTo>
                  <a:pt x="766081" y="271828"/>
                </a:lnTo>
                <a:lnTo>
                  <a:pt x="765854" y="265469"/>
                </a:lnTo>
                <a:lnTo>
                  <a:pt x="765628" y="259111"/>
                </a:lnTo>
                <a:lnTo>
                  <a:pt x="765175" y="252979"/>
                </a:lnTo>
                <a:lnTo>
                  <a:pt x="765628" y="246848"/>
                </a:lnTo>
                <a:lnTo>
                  <a:pt x="765854" y="240489"/>
                </a:lnTo>
                <a:lnTo>
                  <a:pt x="766081" y="233904"/>
                </a:lnTo>
                <a:lnTo>
                  <a:pt x="766760" y="227772"/>
                </a:lnTo>
                <a:lnTo>
                  <a:pt x="767213" y="221414"/>
                </a:lnTo>
                <a:lnTo>
                  <a:pt x="768344" y="215055"/>
                </a:lnTo>
                <a:lnTo>
                  <a:pt x="769250" y="208469"/>
                </a:lnTo>
                <a:lnTo>
                  <a:pt x="770608" y="202111"/>
                </a:lnTo>
                <a:lnTo>
                  <a:pt x="771966" y="195979"/>
                </a:lnTo>
                <a:lnTo>
                  <a:pt x="773551" y="189621"/>
                </a:lnTo>
                <a:lnTo>
                  <a:pt x="775136" y="183262"/>
                </a:lnTo>
                <a:lnTo>
                  <a:pt x="776947" y="176904"/>
                </a:lnTo>
                <a:lnTo>
                  <a:pt x="778984" y="170999"/>
                </a:lnTo>
                <a:lnTo>
                  <a:pt x="781474" y="164868"/>
                </a:lnTo>
                <a:lnTo>
                  <a:pt x="783512" y="158963"/>
                </a:lnTo>
                <a:lnTo>
                  <a:pt x="786002" y="153059"/>
                </a:lnTo>
                <a:lnTo>
                  <a:pt x="788492" y="147382"/>
                </a:lnTo>
                <a:lnTo>
                  <a:pt x="791209" y="141705"/>
                </a:lnTo>
                <a:lnTo>
                  <a:pt x="793925" y="136254"/>
                </a:lnTo>
                <a:lnTo>
                  <a:pt x="797095" y="130577"/>
                </a:lnTo>
                <a:lnTo>
                  <a:pt x="800037" y="125127"/>
                </a:lnTo>
                <a:lnTo>
                  <a:pt x="806376" y="114681"/>
                </a:lnTo>
                <a:lnTo>
                  <a:pt x="813620" y="104462"/>
                </a:lnTo>
                <a:lnTo>
                  <a:pt x="821091" y="94470"/>
                </a:lnTo>
                <a:lnTo>
                  <a:pt x="829014" y="85386"/>
                </a:lnTo>
                <a:lnTo>
                  <a:pt x="837164" y="76302"/>
                </a:lnTo>
                <a:lnTo>
                  <a:pt x="845992" y="67900"/>
                </a:lnTo>
                <a:lnTo>
                  <a:pt x="855048" y="59952"/>
                </a:lnTo>
                <a:lnTo>
                  <a:pt x="864555" y="52231"/>
                </a:lnTo>
                <a:lnTo>
                  <a:pt x="874290" y="44964"/>
                </a:lnTo>
                <a:lnTo>
                  <a:pt x="884477" y="38378"/>
                </a:lnTo>
                <a:lnTo>
                  <a:pt x="894890" y="32247"/>
                </a:lnTo>
                <a:lnTo>
                  <a:pt x="905530" y="26569"/>
                </a:lnTo>
                <a:lnTo>
                  <a:pt x="916623" y="21346"/>
                </a:lnTo>
                <a:lnTo>
                  <a:pt x="927715" y="16804"/>
                </a:lnTo>
                <a:lnTo>
                  <a:pt x="939261" y="12717"/>
                </a:lnTo>
                <a:lnTo>
                  <a:pt x="950806" y="9310"/>
                </a:lnTo>
                <a:lnTo>
                  <a:pt x="962804" y="6131"/>
                </a:lnTo>
                <a:lnTo>
                  <a:pt x="975028" y="3860"/>
                </a:lnTo>
                <a:lnTo>
                  <a:pt x="987026" y="2044"/>
                </a:lnTo>
                <a:lnTo>
                  <a:pt x="999251" y="908"/>
                </a:lnTo>
                <a:lnTo>
                  <a:pt x="1005363" y="227"/>
                </a:lnTo>
                <a:lnTo>
                  <a:pt x="1011702" y="227"/>
                </a:lnTo>
                <a:lnTo>
                  <a:pt x="1018040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KSO_Shape"/>
          <p:cNvSpPr>
            <a:spLocks/>
          </p:cNvSpPr>
          <p:nvPr/>
        </p:nvSpPr>
        <p:spPr bwMode="auto">
          <a:xfrm flipH="1">
            <a:off x="4383282" y="517525"/>
            <a:ext cx="854075" cy="1905000"/>
          </a:xfrm>
          <a:custGeom>
            <a:avLst/>
            <a:gdLst/>
            <a:ahLst/>
            <a:cxnLst/>
            <a:rect l="0" t="0" r="r" b="b"/>
            <a:pathLst>
              <a:path w="1476375" h="3292475">
                <a:moveTo>
                  <a:pt x="350928" y="1040693"/>
                </a:moveTo>
                <a:lnTo>
                  <a:pt x="339188" y="1048946"/>
                </a:lnTo>
                <a:lnTo>
                  <a:pt x="327766" y="1058151"/>
                </a:lnTo>
                <a:lnTo>
                  <a:pt x="316978" y="1068309"/>
                </a:lnTo>
                <a:lnTo>
                  <a:pt x="306190" y="1078466"/>
                </a:lnTo>
                <a:lnTo>
                  <a:pt x="301113" y="1084180"/>
                </a:lnTo>
                <a:lnTo>
                  <a:pt x="296036" y="1089893"/>
                </a:lnTo>
                <a:lnTo>
                  <a:pt x="290960" y="1095607"/>
                </a:lnTo>
                <a:lnTo>
                  <a:pt x="286517" y="1101638"/>
                </a:lnTo>
                <a:lnTo>
                  <a:pt x="281758" y="1107986"/>
                </a:lnTo>
                <a:lnTo>
                  <a:pt x="277316" y="1114335"/>
                </a:lnTo>
                <a:lnTo>
                  <a:pt x="273191" y="1121001"/>
                </a:lnTo>
                <a:lnTo>
                  <a:pt x="269066" y="1127666"/>
                </a:lnTo>
                <a:lnTo>
                  <a:pt x="265259" y="1134650"/>
                </a:lnTo>
                <a:lnTo>
                  <a:pt x="261451" y="1141950"/>
                </a:lnTo>
                <a:lnTo>
                  <a:pt x="257961" y="1149568"/>
                </a:lnTo>
                <a:lnTo>
                  <a:pt x="254471" y="1157187"/>
                </a:lnTo>
                <a:lnTo>
                  <a:pt x="251298" y="1165439"/>
                </a:lnTo>
                <a:lnTo>
                  <a:pt x="248125" y="1173692"/>
                </a:lnTo>
                <a:lnTo>
                  <a:pt x="245586" y="1182580"/>
                </a:lnTo>
                <a:lnTo>
                  <a:pt x="243048" y="1191468"/>
                </a:lnTo>
                <a:lnTo>
                  <a:pt x="240510" y="1200673"/>
                </a:lnTo>
                <a:lnTo>
                  <a:pt x="238606" y="1210513"/>
                </a:lnTo>
                <a:lnTo>
                  <a:pt x="237019" y="1220353"/>
                </a:lnTo>
                <a:lnTo>
                  <a:pt x="235116" y="1230828"/>
                </a:lnTo>
                <a:lnTo>
                  <a:pt x="234164" y="1241620"/>
                </a:lnTo>
                <a:lnTo>
                  <a:pt x="233212" y="1253048"/>
                </a:lnTo>
                <a:lnTo>
                  <a:pt x="232577" y="1264792"/>
                </a:lnTo>
                <a:lnTo>
                  <a:pt x="232577" y="1276854"/>
                </a:lnTo>
                <a:lnTo>
                  <a:pt x="232895" y="1293360"/>
                </a:lnTo>
                <a:lnTo>
                  <a:pt x="233846" y="1311136"/>
                </a:lnTo>
                <a:lnTo>
                  <a:pt x="235750" y="1329229"/>
                </a:lnTo>
                <a:lnTo>
                  <a:pt x="238289" y="1348591"/>
                </a:lnTo>
                <a:lnTo>
                  <a:pt x="241779" y="1368906"/>
                </a:lnTo>
                <a:lnTo>
                  <a:pt x="246221" y="1390173"/>
                </a:lnTo>
                <a:lnTo>
                  <a:pt x="251615" y="1412075"/>
                </a:lnTo>
                <a:lnTo>
                  <a:pt x="257961" y="1434930"/>
                </a:lnTo>
                <a:lnTo>
                  <a:pt x="265576" y="1458736"/>
                </a:lnTo>
                <a:lnTo>
                  <a:pt x="273826" y="1483812"/>
                </a:lnTo>
                <a:lnTo>
                  <a:pt x="283662" y="1509841"/>
                </a:lnTo>
                <a:lnTo>
                  <a:pt x="294450" y="1536187"/>
                </a:lnTo>
                <a:lnTo>
                  <a:pt x="306507" y="1564120"/>
                </a:lnTo>
                <a:lnTo>
                  <a:pt x="319833" y="1592688"/>
                </a:lnTo>
                <a:lnTo>
                  <a:pt x="334429" y="1622208"/>
                </a:lnTo>
                <a:lnTo>
                  <a:pt x="350928" y="1653315"/>
                </a:lnTo>
                <a:lnTo>
                  <a:pt x="350928" y="1585070"/>
                </a:lnTo>
                <a:lnTo>
                  <a:pt x="350928" y="1040693"/>
                </a:lnTo>
                <a:close/>
                <a:moveTo>
                  <a:pt x="444848" y="752475"/>
                </a:moveTo>
                <a:lnTo>
                  <a:pt x="452781" y="752475"/>
                </a:lnTo>
                <a:lnTo>
                  <a:pt x="460713" y="752793"/>
                </a:lnTo>
                <a:lnTo>
                  <a:pt x="462934" y="752793"/>
                </a:lnTo>
                <a:lnTo>
                  <a:pt x="1025181" y="752793"/>
                </a:lnTo>
                <a:lnTo>
                  <a:pt x="1032479" y="752793"/>
                </a:lnTo>
                <a:lnTo>
                  <a:pt x="1039777" y="753745"/>
                </a:lnTo>
                <a:lnTo>
                  <a:pt x="1041046" y="753745"/>
                </a:lnTo>
                <a:lnTo>
                  <a:pt x="1053420" y="754062"/>
                </a:lnTo>
                <a:lnTo>
                  <a:pt x="1060084" y="754697"/>
                </a:lnTo>
                <a:lnTo>
                  <a:pt x="1067064" y="755332"/>
                </a:lnTo>
                <a:lnTo>
                  <a:pt x="1074362" y="756284"/>
                </a:lnTo>
                <a:lnTo>
                  <a:pt x="1081977" y="757237"/>
                </a:lnTo>
                <a:lnTo>
                  <a:pt x="1089909" y="758824"/>
                </a:lnTo>
                <a:lnTo>
                  <a:pt x="1098159" y="760411"/>
                </a:lnTo>
                <a:lnTo>
                  <a:pt x="1106726" y="762950"/>
                </a:lnTo>
                <a:lnTo>
                  <a:pt x="1115293" y="765172"/>
                </a:lnTo>
                <a:lnTo>
                  <a:pt x="1124495" y="768029"/>
                </a:lnTo>
                <a:lnTo>
                  <a:pt x="1133379" y="771520"/>
                </a:lnTo>
                <a:lnTo>
                  <a:pt x="1142580" y="775012"/>
                </a:lnTo>
                <a:lnTo>
                  <a:pt x="1152417" y="779456"/>
                </a:lnTo>
                <a:lnTo>
                  <a:pt x="1161935" y="784217"/>
                </a:lnTo>
                <a:lnTo>
                  <a:pt x="1171454" y="788979"/>
                </a:lnTo>
                <a:lnTo>
                  <a:pt x="1181290" y="794692"/>
                </a:lnTo>
                <a:lnTo>
                  <a:pt x="1191127" y="801041"/>
                </a:lnTo>
                <a:lnTo>
                  <a:pt x="1200645" y="807389"/>
                </a:lnTo>
                <a:lnTo>
                  <a:pt x="1210481" y="814690"/>
                </a:lnTo>
                <a:lnTo>
                  <a:pt x="1220318" y="822308"/>
                </a:lnTo>
                <a:lnTo>
                  <a:pt x="1230154" y="830243"/>
                </a:lnTo>
                <a:lnTo>
                  <a:pt x="1239673" y="839131"/>
                </a:lnTo>
                <a:lnTo>
                  <a:pt x="1249192" y="848336"/>
                </a:lnTo>
                <a:lnTo>
                  <a:pt x="1259028" y="858176"/>
                </a:lnTo>
                <a:lnTo>
                  <a:pt x="1268229" y="868651"/>
                </a:lnTo>
                <a:lnTo>
                  <a:pt x="1277431" y="879126"/>
                </a:lnTo>
                <a:lnTo>
                  <a:pt x="1286632" y="890871"/>
                </a:lnTo>
                <a:lnTo>
                  <a:pt x="1295834" y="902615"/>
                </a:lnTo>
                <a:lnTo>
                  <a:pt x="1304401" y="915312"/>
                </a:lnTo>
                <a:lnTo>
                  <a:pt x="1313285" y="928326"/>
                </a:lnTo>
                <a:lnTo>
                  <a:pt x="1321535" y="942293"/>
                </a:lnTo>
                <a:lnTo>
                  <a:pt x="1329785" y="956577"/>
                </a:lnTo>
                <a:lnTo>
                  <a:pt x="1338351" y="971495"/>
                </a:lnTo>
                <a:lnTo>
                  <a:pt x="1346284" y="987049"/>
                </a:lnTo>
                <a:lnTo>
                  <a:pt x="1354216" y="1003238"/>
                </a:lnTo>
                <a:lnTo>
                  <a:pt x="1361831" y="1020061"/>
                </a:lnTo>
                <a:lnTo>
                  <a:pt x="1369129" y="1037519"/>
                </a:lnTo>
                <a:lnTo>
                  <a:pt x="1376427" y="1055929"/>
                </a:lnTo>
                <a:lnTo>
                  <a:pt x="1383725" y="1074340"/>
                </a:lnTo>
                <a:lnTo>
                  <a:pt x="1390388" y="1094020"/>
                </a:lnTo>
                <a:lnTo>
                  <a:pt x="1397369" y="1114652"/>
                </a:lnTo>
                <a:lnTo>
                  <a:pt x="1403714" y="1135602"/>
                </a:lnTo>
                <a:lnTo>
                  <a:pt x="1410060" y="1157504"/>
                </a:lnTo>
                <a:lnTo>
                  <a:pt x="1415772" y="1180041"/>
                </a:lnTo>
                <a:lnTo>
                  <a:pt x="1421483" y="1203530"/>
                </a:lnTo>
                <a:lnTo>
                  <a:pt x="1427194" y="1227971"/>
                </a:lnTo>
                <a:lnTo>
                  <a:pt x="1432588" y="1253048"/>
                </a:lnTo>
                <a:lnTo>
                  <a:pt x="1437665" y="1278759"/>
                </a:lnTo>
                <a:lnTo>
                  <a:pt x="1442107" y="1305739"/>
                </a:lnTo>
                <a:lnTo>
                  <a:pt x="1446867" y="1333672"/>
                </a:lnTo>
                <a:lnTo>
                  <a:pt x="1450674" y="1362240"/>
                </a:lnTo>
                <a:lnTo>
                  <a:pt x="1454799" y="1391760"/>
                </a:lnTo>
                <a:lnTo>
                  <a:pt x="1458289" y="1422233"/>
                </a:lnTo>
                <a:lnTo>
                  <a:pt x="1461779" y="1453975"/>
                </a:lnTo>
                <a:lnTo>
                  <a:pt x="1464635" y="1486352"/>
                </a:lnTo>
                <a:lnTo>
                  <a:pt x="1467491" y="1519998"/>
                </a:lnTo>
                <a:lnTo>
                  <a:pt x="1469712" y="1554597"/>
                </a:lnTo>
                <a:lnTo>
                  <a:pt x="1471616" y="1590148"/>
                </a:lnTo>
                <a:lnTo>
                  <a:pt x="1473519" y="1626652"/>
                </a:lnTo>
                <a:lnTo>
                  <a:pt x="1474789" y="1664425"/>
                </a:lnTo>
                <a:lnTo>
                  <a:pt x="1475740" y="1703467"/>
                </a:lnTo>
                <a:lnTo>
                  <a:pt x="1476058" y="1743145"/>
                </a:lnTo>
                <a:lnTo>
                  <a:pt x="1476375" y="1784410"/>
                </a:lnTo>
                <a:lnTo>
                  <a:pt x="1476375" y="1826944"/>
                </a:lnTo>
                <a:lnTo>
                  <a:pt x="1475740" y="1870113"/>
                </a:lnTo>
                <a:lnTo>
                  <a:pt x="1474789" y="1915187"/>
                </a:lnTo>
                <a:lnTo>
                  <a:pt x="1472885" y="1960896"/>
                </a:lnTo>
                <a:lnTo>
                  <a:pt x="1472567" y="1966927"/>
                </a:lnTo>
                <a:lnTo>
                  <a:pt x="1471933" y="1972640"/>
                </a:lnTo>
                <a:lnTo>
                  <a:pt x="1471298" y="1978036"/>
                </a:lnTo>
                <a:lnTo>
                  <a:pt x="1470029" y="1983750"/>
                </a:lnTo>
                <a:lnTo>
                  <a:pt x="1468760" y="1989146"/>
                </a:lnTo>
                <a:lnTo>
                  <a:pt x="1467173" y="1994860"/>
                </a:lnTo>
                <a:lnTo>
                  <a:pt x="1464952" y="1999621"/>
                </a:lnTo>
                <a:lnTo>
                  <a:pt x="1462731" y="2005017"/>
                </a:lnTo>
                <a:lnTo>
                  <a:pt x="1460510" y="2010096"/>
                </a:lnTo>
                <a:lnTo>
                  <a:pt x="1457655" y="2014857"/>
                </a:lnTo>
                <a:lnTo>
                  <a:pt x="1455116" y="2019618"/>
                </a:lnTo>
                <a:lnTo>
                  <a:pt x="1451943" y="2024062"/>
                </a:lnTo>
                <a:lnTo>
                  <a:pt x="1448453" y="2028189"/>
                </a:lnTo>
                <a:lnTo>
                  <a:pt x="1445280" y="2032633"/>
                </a:lnTo>
                <a:lnTo>
                  <a:pt x="1441473" y="2036759"/>
                </a:lnTo>
                <a:lnTo>
                  <a:pt x="1437665" y="2040568"/>
                </a:lnTo>
                <a:lnTo>
                  <a:pt x="1433540" y="2044377"/>
                </a:lnTo>
                <a:lnTo>
                  <a:pt x="1429415" y="2047869"/>
                </a:lnTo>
                <a:lnTo>
                  <a:pt x="1425291" y="2051360"/>
                </a:lnTo>
                <a:lnTo>
                  <a:pt x="1420531" y="2054217"/>
                </a:lnTo>
                <a:lnTo>
                  <a:pt x="1415772" y="2057391"/>
                </a:lnTo>
                <a:lnTo>
                  <a:pt x="1411329" y="2059931"/>
                </a:lnTo>
                <a:lnTo>
                  <a:pt x="1406253" y="2062153"/>
                </a:lnTo>
                <a:lnTo>
                  <a:pt x="1400859" y="2064692"/>
                </a:lnTo>
                <a:lnTo>
                  <a:pt x="1396099" y="2066597"/>
                </a:lnTo>
                <a:lnTo>
                  <a:pt x="1390705" y="2068184"/>
                </a:lnTo>
                <a:lnTo>
                  <a:pt x="1385311" y="2069771"/>
                </a:lnTo>
                <a:lnTo>
                  <a:pt x="1379600" y="2070723"/>
                </a:lnTo>
                <a:lnTo>
                  <a:pt x="1374206" y="2071993"/>
                </a:lnTo>
                <a:lnTo>
                  <a:pt x="1368495" y="2072628"/>
                </a:lnTo>
                <a:lnTo>
                  <a:pt x="1362783" y="2073262"/>
                </a:lnTo>
                <a:lnTo>
                  <a:pt x="1356755" y="2073262"/>
                </a:lnTo>
                <a:lnTo>
                  <a:pt x="1352947" y="2073262"/>
                </a:lnTo>
                <a:lnTo>
                  <a:pt x="1346919" y="2072945"/>
                </a:lnTo>
                <a:lnTo>
                  <a:pt x="1340890" y="2072310"/>
                </a:lnTo>
                <a:lnTo>
                  <a:pt x="1335179" y="2071041"/>
                </a:lnTo>
                <a:lnTo>
                  <a:pt x="1329467" y="2069771"/>
                </a:lnTo>
                <a:lnTo>
                  <a:pt x="1324073" y="2068501"/>
                </a:lnTo>
                <a:lnTo>
                  <a:pt x="1318362" y="2066914"/>
                </a:lnTo>
                <a:lnTo>
                  <a:pt x="1312968" y="2064692"/>
                </a:lnTo>
                <a:lnTo>
                  <a:pt x="1307891" y="2062470"/>
                </a:lnTo>
                <a:lnTo>
                  <a:pt x="1302815" y="2059931"/>
                </a:lnTo>
                <a:lnTo>
                  <a:pt x="1297738" y="2057391"/>
                </a:lnTo>
                <a:lnTo>
                  <a:pt x="1292978" y="2054217"/>
                </a:lnTo>
                <a:lnTo>
                  <a:pt x="1288536" y="2051043"/>
                </a:lnTo>
                <a:lnTo>
                  <a:pt x="1284094" y="2047551"/>
                </a:lnTo>
                <a:lnTo>
                  <a:pt x="1279652" y="2044060"/>
                </a:lnTo>
                <a:lnTo>
                  <a:pt x="1275844" y="2040251"/>
                </a:lnTo>
                <a:lnTo>
                  <a:pt x="1271719" y="2036442"/>
                </a:lnTo>
                <a:lnTo>
                  <a:pt x="1268229" y="2031998"/>
                </a:lnTo>
                <a:lnTo>
                  <a:pt x="1264422" y="2027554"/>
                </a:lnTo>
                <a:lnTo>
                  <a:pt x="1261249" y="2023110"/>
                </a:lnTo>
                <a:lnTo>
                  <a:pt x="1258076" y="2018349"/>
                </a:lnTo>
                <a:lnTo>
                  <a:pt x="1255220" y="2013587"/>
                </a:lnTo>
                <a:lnTo>
                  <a:pt x="1252682" y="2008826"/>
                </a:lnTo>
                <a:lnTo>
                  <a:pt x="1250143" y="2003430"/>
                </a:lnTo>
                <a:lnTo>
                  <a:pt x="1248240" y="1998351"/>
                </a:lnTo>
                <a:lnTo>
                  <a:pt x="1246336" y="1992955"/>
                </a:lnTo>
                <a:lnTo>
                  <a:pt x="1244749" y="1987559"/>
                </a:lnTo>
                <a:lnTo>
                  <a:pt x="1243163" y="1981845"/>
                </a:lnTo>
                <a:lnTo>
                  <a:pt x="1242211" y="1976132"/>
                </a:lnTo>
                <a:lnTo>
                  <a:pt x="1241259" y="1970418"/>
                </a:lnTo>
                <a:lnTo>
                  <a:pt x="1240625" y="1964387"/>
                </a:lnTo>
                <a:lnTo>
                  <a:pt x="1240625" y="1958674"/>
                </a:lnTo>
                <a:lnTo>
                  <a:pt x="1240625" y="1952643"/>
                </a:lnTo>
                <a:lnTo>
                  <a:pt x="1241894" y="1908839"/>
                </a:lnTo>
                <a:lnTo>
                  <a:pt x="1242846" y="1866304"/>
                </a:lnTo>
                <a:lnTo>
                  <a:pt x="1243480" y="1824722"/>
                </a:lnTo>
                <a:lnTo>
                  <a:pt x="1243480" y="1784410"/>
                </a:lnTo>
                <a:lnTo>
                  <a:pt x="1243163" y="1730448"/>
                </a:lnTo>
                <a:lnTo>
                  <a:pt x="1242211" y="1678074"/>
                </a:lnTo>
                <a:lnTo>
                  <a:pt x="1240625" y="1628556"/>
                </a:lnTo>
                <a:lnTo>
                  <a:pt x="1238403" y="1581261"/>
                </a:lnTo>
                <a:lnTo>
                  <a:pt x="1235231" y="1536187"/>
                </a:lnTo>
                <a:lnTo>
                  <a:pt x="1231740" y="1493335"/>
                </a:lnTo>
                <a:lnTo>
                  <a:pt x="1227298" y="1452705"/>
                </a:lnTo>
                <a:lnTo>
                  <a:pt x="1223173" y="1413980"/>
                </a:lnTo>
                <a:lnTo>
                  <a:pt x="1217779" y="1377476"/>
                </a:lnTo>
                <a:lnTo>
                  <a:pt x="1212385" y="1343195"/>
                </a:lnTo>
                <a:lnTo>
                  <a:pt x="1206357" y="1310818"/>
                </a:lnTo>
                <a:lnTo>
                  <a:pt x="1200328" y="1280028"/>
                </a:lnTo>
                <a:lnTo>
                  <a:pt x="1193665" y="1251460"/>
                </a:lnTo>
                <a:lnTo>
                  <a:pt x="1186684" y="1225115"/>
                </a:lnTo>
                <a:lnTo>
                  <a:pt x="1179704" y="1200038"/>
                </a:lnTo>
                <a:lnTo>
                  <a:pt x="1172406" y="1176867"/>
                </a:lnTo>
                <a:lnTo>
                  <a:pt x="1168281" y="1163852"/>
                </a:lnTo>
                <a:lnTo>
                  <a:pt x="1163839" y="1151473"/>
                </a:lnTo>
                <a:lnTo>
                  <a:pt x="1159714" y="1140046"/>
                </a:lnTo>
                <a:lnTo>
                  <a:pt x="1154955" y="1128619"/>
                </a:lnTo>
                <a:lnTo>
                  <a:pt x="1150513" y="1118461"/>
                </a:lnTo>
                <a:lnTo>
                  <a:pt x="1146388" y="1108304"/>
                </a:lnTo>
                <a:lnTo>
                  <a:pt x="1141946" y="1098781"/>
                </a:lnTo>
                <a:lnTo>
                  <a:pt x="1137504" y="1089893"/>
                </a:lnTo>
                <a:lnTo>
                  <a:pt x="1137504" y="1860591"/>
                </a:lnTo>
                <a:lnTo>
                  <a:pt x="1137504" y="1868209"/>
                </a:lnTo>
                <a:lnTo>
                  <a:pt x="1136235" y="1875192"/>
                </a:lnTo>
                <a:lnTo>
                  <a:pt x="1135283" y="1882493"/>
                </a:lnTo>
                <a:lnTo>
                  <a:pt x="1133696" y="1889476"/>
                </a:lnTo>
                <a:lnTo>
                  <a:pt x="1374206" y="3075994"/>
                </a:lnTo>
                <a:lnTo>
                  <a:pt x="1375792" y="3085199"/>
                </a:lnTo>
                <a:lnTo>
                  <a:pt x="1376744" y="3094087"/>
                </a:lnTo>
                <a:lnTo>
                  <a:pt x="1377379" y="3102975"/>
                </a:lnTo>
                <a:lnTo>
                  <a:pt x="1377696" y="3112498"/>
                </a:lnTo>
                <a:lnTo>
                  <a:pt x="1377379" y="3121068"/>
                </a:lnTo>
                <a:lnTo>
                  <a:pt x="1376744" y="3129956"/>
                </a:lnTo>
                <a:lnTo>
                  <a:pt x="1375792" y="3138526"/>
                </a:lnTo>
                <a:lnTo>
                  <a:pt x="1374206" y="3147414"/>
                </a:lnTo>
                <a:lnTo>
                  <a:pt x="1371985" y="3155984"/>
                </a:lnTo>
                <a:lnTo>
                  <a:pt x="1369764" y="3164237"/>
                </a:lnTo>
                <a:lnTo>
                  <a:pt x="1367225" y="3172490"/>
                </a:lnTo>
                <a:lnTo>
                  <a:pt x="1363735" y="3180743"/>
                </a:lnTo>
                <a:lnTo>
                  <a:pt x="1360562" y="3188361"/>
                </a:lnTo>
                <a:lnTo>
                  <a:pt x="1356437" y="3196614"/>
                </a:lnTo>
                <a:lnTo>
                  <a:pt x="1352313" y="3203915"/>
                </a:lnTo>
                <a:lnTo>
                  <a:pt x="1347553" y="3211215"/>
                </a:lnTo>
                <a:lnTo>
                  <a:pt x="1342476" y="3218516"/>
                </a:lnTo>
                <a:lnTo>
                  <a:pt x="1337717" y="3225182"/>
                </a:lnTo>
                <a:lnTo>
                  <a:pt x="1332006" y="3231530"/>
                </a:lnTo>
                <a:lnTo>
                  <a:pt x="1325977" y="3237879"/>
                </a:lnTo>
                <a:lnTo>
                  <a:pt x="1319631" y="3243910"/>
                </a:lnTo>
                <a:lnTo>
                  <a:pt x="1313285" y="3249623"/>
                </a:lnTo>
                <a:lnTo>
                  <a:pt x="1306305" y="3255337"/>
                </a:lnTo>
                <a:lnTo>
                  <a:pt x="1299324" y="3260098"/>
                </a:lnTo>
                <a:lnTo>
                  <a:pt x="1291709" y="3265177"/>
                </a:lnTo>
                <a:lnTo>
                  <a:pt x="1284411" y="3269621"/>
                </a:lnTo>
                <a:lnTo>
                  <a:pt x="1276479" y="3273430"/>
                </a:lnTo>
                <a:lnTo>
                  <a:pt x="1268229" y="3277239"/>
                </a:lnTo>
                <a:lnTo>
                  <a:pt x="1259980" y="3280413"/>
                </a:lnTo>
                <a:lnTo>
                  <a:pt x="1251095" y="3283587"/>
                </a:lnTo>
                <a:lnTo>
                  <a:pt x="1242528" y="3286127"/>
                </a:lnTo>
                <a:lnTo>
                  <a:pt x="1233644" y="3288031"/>
                </a:lnTo>
                <a:lnTo>
                  <a:pt x="1224443" y="3289936"/>
                </a:lnTo>
                <a:lnTo>
                  <a:pt x="1215241" y="3290888"/>
                </a:lnTo>
                <a:lnTo>
                  <a:pt x="1206039" y="3291523"/>
                </a:lnTo>
                <a:lnTo>
                  <a:pt x="1197155" y="3291840"/>
                </a:lnTo>
                <a:lnTo>
                  <a:pt x="1188271" y="3291523"/>
                </a:lnTo>
                <a:lnTo>
                  <a:pt x="1179387" y="3290888"/>
                </a:lnTo>
                <a:lnTo>
                  <a:pt x="1170502" y="3289936"/>
                </a:lnTo>
                <a:lnTo>
                  <a:pt x="1161935" y="3288031"/>
                </a:lnTo>
                <a:lnTo>
                  <a:pt x="1153686" y="3286127"/>
                </a:lnTo>
                <a:lnTo>
                  <a:pt x="1145119" y="3283905"/>
                </a:lnTo>
                <a:lnTo>
                  <a:pt x="1137186" y="3281048"/>
                </a:lnTo>
                <a:lnTo>
                  <a:pt x="1128619" y="3277874"/>
                </a:lnTo>
                <a:lnTo>
                  <a:pt x="1121004" y="3274382"/>
                </a:lnTo>
                <a:lnTo>
                  <a:pt x="1113072" y="3270573"/>
                </a:lnTo>
                <a:lnTo>
                  <a:pt x="1105774" y="3266129"/>
                </a:lnTo>
                <a:lnTo>
                  <a:pt x="1098476" y="3261685"/>
                </a:lnTo>
                <a:lnTo>
                  <a:pt x="1091179" y="3256924"/>
                </a:lnTo>
                <a:lnTo>
                  <a:pt x="1084515" y="3251528"/>
                </a:lnTo>
                <a:lnTo>
                  <a:pt x="1077852" y="3245814"/>
                </a:lnTo>
                <a:lnTo>
                  <a:pt x="1071506" y="3240101"/>
                </a:lnTo>
                <a:lnTo>
                  <a:pt x="1065795" y="3233752"/>
                </a:lnTo>
                <a:lnTo>
                  <a:pt x="1059766" y="3227404"/>
                </a:lnTo>
                <a:lnTo>
                  <a:pt x="1054372" y="3220421"/>
                </a:lnTo>
                <a:lnTo>
                  <a:pt x="1049295" y="3213437"/>
                </a:lnTo>
                <a:lnTo>
                  <a:pt x="1044536" y="3206137"/>
                </a:lnTo>
                <a:lnTo>
                  <a:pt x="1040094" y="3198519"/>
                </a:lnTo>
                <a:lnTo>
                  <a:pt x="1035969" y="3190583"/>
                </a:lnTo>
                <a:lnTo>
                  <a:pt x="1032479" y="3182330"/>
                </a:lnTo>
                <a:lnTo>
                  <a:pt x="1028989" y="3173760"/>
                </a:lnTo>
                <a:lnTo>
                  <a:pt x="1026133" y="3165189"/>
                </a:lnTo>
                <a:lnTo>
                  <a:pt x="1023595" y="3156619"/>
                </a:lnTo>
                <a:lnTo>
                  <a:pt x="1021374" y="3147731"/>
                </a:lnTo>
                <a:lnTo>
                  <a:pt x="783719" y="1973275"/>
                </a:lnTo>
                <a:lnTo>
                  <a:pt x="710424" y="1973275"/>
                </a:lnTo>
                <a:lnTo>
                  <a:pt x="710424" y="3112498"/>
                </a:lnTo>
                <a:lnTo>
                  <a:pt x="710107" y="3121703"/>
                </a:lnTo>
                <a:lnTo>
                  <a:pt x="709472" y="3130591"/>
                </a:lnTo>
                <a:lnTo>
                  <a:pt x="708521" y="3139796"/>
                </a:lnTo>
                <a:lnTo>
                  <a:pt x="706617" y="3148684"/>
                </a:lnTo>
                <a:lnTo>
                  <a:pt x="704713" y="3157254"/>
                </a:lnTo>
                <a:lnTo>
                  <a:pt x="702492" y="3165824"/>
                </a:lnTo>
                <a:lnTo>
                  <a:pt x="699319" y="3174077"/>
                </a:lnTo>
                <a:lnTo>
                  <a:pt x="696146" y="3182648"/>
                </a:lnTo>
                <a:lnTo>
                  <a:pt x="692656" y="3190583"/>
                </a:lnTo>
                <a:lnTo>
                  <a:pt x="688848" y="3198201"/>
                </a:lnTo>
                <a:lnTo>
                  <a:pt x="684406" y="3205819"/>
                </a:lnTo>
                <a:lnTo>
                  <a:pt x="679647" y="3213120"/>
                </a:lnTo>
                <a:lnTo>
                  <a:pt x="674570" y="3220103"/>
                </a:lnTo>
                <a:lnTo>
                  <a:pt x="669176" y="3227086"/>
                </a:lnTo>
                <a:lnTo>
                  <a:pt x="663465" y="3233435"/>
                </a:lnTo>
                <a:lnTo>
                  <a:pt x="657753" y="3239783"/>
                </a:lnTo>
                <a:lnTo>
                  <a:pt x="651407" y="3245497"/>
                </a:lnTo>
                <a:lnTo>
                  <a:pt x="645062" y="3251210"/>
                </a:lnTo>
                <a:lnTo>
                  <a:pt x="638081" y="3256607"/>
                </a:lnTo>
                <a:lnTo>
                  <a:pt x="631101" y="3261685"/>
                </a:lnTo>
                <a:lnTo>
                  <a:pt x="623803" y="3266129"/>
                </a:lnTo>
                <a:lnTo>
                  <a:pt x="616188" y="3270573"/>
                </a:lnTo>
                <a:lnTo>
                  <a:pt x="608573" y="3274382"/>
                </a:lnTo>
                <a:lnTo>
                  <a:pt x="600640" y="3278191"/>
                </a:lnTo>
                <a:lnTo>
                  <a:pt x="592391" y="3281365"/>
                </a:lnTo>
                <a:lnTo>
                  <a:pt x="583824" y="3284222"/>
                </a:lnTo>
                <a:lnTo>
                  <a:pt x="575574" y="3286762"/>
                </a:lnTo>
                <a:lnTo>
                  <a:pt x="566690" y="3288666"/>
                </a:lnTo>
                <a:lnTo>
                  <a:pt x="558123" y="3290253"/>
                </a:lnTo>
                <a:lnTo>
                  <a:pt x="548921" y="3291523"/>
                </a:lnTo>
                <a:lnTo>
                  <a:pt x="539720" y="3292158"/>
                </a:lnTo>
                <a:lnTo>
                  <a:pt x="530518" y="3292475"/>
                </a:lnTo>
                <a:lnTo>
                  <a:pt x="520999" y="3292158"/>
                </a:lnTo>
                <a:lnTo>
                  <a:pt x="512115" y="3291523"/>
                </a:lnTo>
                <a:lnTo>
                  <a:pt x="503231" y="3290253"/>
                </a:lnTo>
                <a:lnTo>
                  <a:pt x="494346" y="3288666"/>
                </a:lnTo>
                <a:lnTo>
                  <a:pt x="485462" y="3286762"/>
                </a:lnTo>
                <a:lnTo>
                  <a:pt x="476895" y="3284222"/>
                </a:lnTo>
                <a:lnTo>
                  <a:pt x="468645" y="3281365"/>
                </a:lnTo>
                <a:lnTo>
                  <a:pt x="460396" y="3278191"/>
                </a:lnTo>
                <a:lnTo>
                  <a:pt x="452463" y="3274382"/>
                </a:lnTo>
                <a:lnTo>
                  <a:pt x="444848" y="3270573"/>
                </a:lnTo>
                <a:lnTo>
                  <a:pt x="437233" y="3266129"/>
                </a:lnTo>
                <a:lnTo>
                  <a:pt x="429935" y="3261685"/>
                </a:lnTo>
                <a:lnTo>
                  <a:pt x="422955" y="3256607"/>
                </a:lnTo>
                <a:lnTo>
                  <a:pt x="416292" y="3251210"/>
                </a:lnTo>
                <a:lnTo>
                  <a:pt x="409628" y="3245497"/>
                </a:lnTo>
                <a:lnTo>
                  <a:pt x="403282" y="3239783"/>
                </a:lnTo>
                <a:lnTo>
                  <a:pt x="397253" y="3233435"/>
                </a:lnTo>
                <a:lnTo>
                  <a:pt x="391542" y="3227086"/>
                </a:lnTo>
                <a:lnTo>
                  <a:pt x="386465" y="3220103"/>
                </a:lnTo>
                <a:lnTo>
                  <a:pt x="381389" y="3213120"/>
                </a:lnTo>
                <a:lnTo>
                  <a:pt x="376629" y="3205819"/>
                </a:lnTo>
                <a:lnTo>
                  <a:pt x="372504" y="3198201"/>
                </a:lnTo>
                <a:lnTo>
                  <a:pt x="368380" y="3190583"/>
                </a:lnTo>
                <a:lnTo>
                  <a:pt x="364889" y="3182648"/>
                </a:lnTo>
                <a:lnTo>
                  <a:pt x="361716" y="3174077"/>
                </a:lnTo>
                <a:lnTo>
                  <a:pt x="358861" y="3165824"/>
                </a:lnTo>
                <a:lnTo>
                  <a:pt x="356322" y="3157254"/>
                </a:lnTo>
                <a:lnTo>
                  <a:pt x="354419" y="3148684"/>
                </a:lnTo>
                <a:lnTo>
                  <a:pt x="352832" y="3139796"/>
                </a:lnTo>
                <a:lnTo>
                  <a:pt x="351563" y="3130591"/>
                </a:lnTo>
                <a:lnTo>
                  <a:pt x="350928" y="3121703"/>
                </a:lnTo>
                <a:lnTo>
                  <a:pt x="350928" y="3112498"/>
                </a:lnTo>
                <a:lnTo>
                  <a:pt x="350928" y="1937089"/>
                </a:lnTo>
                <a:lnTo>
                  <a:pt x="342361" y="1939311"/>
                </a:lnTo>
                <a:lnTo>
                  <a:pt x="333794" y="1940898"/>
                </a:lnTo>
                <a:lnTo>
                  <a:pt x="325545" y="1941850"/>
                </a:lnTo>
                <a:lnTo>
                  <a:pt x="316978" y="1942168"/>
                </a:lnTo>
                <a:lnTo>
                  <a:pt x="309680" y="1941850"/>
                </a:lnTo>
                <a:lnTo>
                  <a:pt x="302699" y="1941216"/>
                </a:lnTo>
                <a:lnTo>
                  <a:pt x="295402" y="1940263"/>
                </a:lnTo>
                <a:lnTo>
                  <a:pt x="288421" y="1938676"/>
                </a:lnTo>
                <a:lnTo>
                  <a:pt x="281441" y="1936772"/>
                </a:lnTo>
                <a:lnTo>
                  <a:pt x="274777" y="1934232"/>
                </a:lnTo>
                <a:lnTo>
                  <a:pt x="268114" y="1931693"/>
                </a:lnTo>
                <a:lnTo>
                  <a:pt x="261451" y="1928201"/>
                </a:lnTo>
                <a:lnTo>
                  <a:pt x="255105" y="1924710"/>
                </a:lnTo>
                <a:lnTo>
                  <a:pt x="249077" y="1920583"/>
                </a:lnTo>
                <a:lnTo>
                  <a:pt x="243365" y="1916139"/>
                </a:lnTo>
                <a:lnTo>
                  <a:pt x="237654" y="1911061"/>
                </a:lnTo>
                <a:lnTo>
                  <a:pt x="232260" y="1905982"/>
                </a:lnTo>
                <a:lnTo>
                  <a:pt x="227183" y="1900268"/>
                </a:lnTo>
                <a:lnTo>
                  <a:pt x="222741" y="1894237"/>
                </a:lnTo>
                <a:lnTo>
                  <a:pt x="218299" y="1887889"/>
                </a:lnTo>
                <a:lnTo>
                  <a:pt x="204021" y="1864717"/>
                </a:lnTo>
                <a:lnTo>
                  <a:pt x="190377" y="1842180"/>
                </a:lnTo>
                <a:lnTo>
                  <a:pt x="177051" y="1819643"/>
                </a:lnTo>
                <a:lnTo>
                  <a:pt x="164676" y="1797741"/>
                </a:lnTo>
                <a:lnTo>
                  <a:pt x="152301" y="1775839"/>
                </a:lnTo>
                <a:lnTo>
                  <a:pt x="140562" y="1754255"/>
                </a:lnTo>
                <a:lnTo>
                  <a:pt x="129774" y="1732988"/>
                </a:lnTo>
                <a:lnTo>
                  <a:pt x="118985" y="1711720"/>
                </a:lnTo>
                <a:lnTo>
                  <a:pt x="108832" y="1691088"/>
                </a:lnTo>
                <a:lnTo>
                  <a:pt x="98996" y="1670456"/>
                </a:lnTo>
                <a:lnTo>
                  <a:pt x="89794" y="1650141"/>
                </a:lnTo>
                <a:lnTo>
                  <a:pt x="81227" y="1629826"/>
                </a:lnTo>
                <a:lnTo>
                  <a:pt x="72978" y="1610463"/>
                </a:lnTo>
                <a:lnTo>
                  <a:pt x="65363" y="1590783"/>
                </a:lnTo>
                <a:lnTo>
                  <a:pt x="58065" y="1571420"/>
                </a:lnTo>
                <a:lnTo>
                  <a:pt x="51084" y="1552375"/>
                </a:lnTo>
                <a:lnTo>
                  <a:pt x="44738" y="1533647"/>
                </a:lnTo>
                <a:lnTo>
                  <a:pt x="38710" y="1514920"/>
                </a:lnTo>
                <a:lnTo>
                  <a:pt x="33316" y="1496509"/>
                </a:lnTo>
                <a:lnTo>
                  <a:pt x="28239" y="1478416"/>
                </a:lnTo>
                <a:lnTo>
                  <a:pt x="23797" y="1460641"/>
                </a:lnTo>
                <a:lnTo>
                  <a:pt x="19355" y="1442548"/>
                </a:lnTo>
                <a:lnTo>
                  <a:pt x="15865" y="1425407"/>
                </a:lnTo>
                <a:lnTo>
                  <a:pt x="12057" y="1407949"/>
                </a:lnTo>
                <a:lnTo>
                  <a:pt x="9519" y="1390808"/>
                </a:lnTo>
                <a:lnTo>
                  <a:pt x="6980" y="1373985"/>
                </a:lnTo>
                <a:lnTo>
                  <a:pt x="4442" y="1357162"/>
                </a:lnTo>
                <a:lnTo>
                  <a:pt x="2855" y="1340973"/>
                </a:lnTo>
                <a:lnTo>
                  <a:pt x="1586" y="1324785"/>
                </a:lnTo>
                <a:lnTo>
                  <a:pt x="634" y="1308279"/>
                </a:lnTo>
                <a:lnTo>
                  <a:pt x="0" y="1292408"/>
                </a:lnTo>
                <a:lnTo>
                  <a:pt x="0" y="1276854"/>
                </a:lnTo>
                <a:lnTo>
                  <a:pt x="317" y="1257491"/>
                </a:lnTo>
                <a:lnTo>
                  <a:pt x="952" y="1238129"/>
                </a:lnTo>
                <a:lnTo>
                  <a:pt x="2538" y="1219718"/>
                </a:lnTo>
                <a:lnTo>
                  <a:pt x="4442" y="1201308"/>
                </a:lnTo>
                <a:lnTo>
                  <a:pt x="7298" y="1183532"/>
                </a:lnTo>
                <a:lnTo>
                  <a:pt x="10153" y="1165439"/>
                </a:lnTo>
                <a:lnTo>
                  <a:pt x="13961" y="1148299"/>
                </a:lnTo>
                <a:lnTo>
                  <a:pt x="18086" y="1131475"/>
                </a:lnTo>
                <a:lnTo>
                  <a:pt x="22845" y="1114970"/>
                </a:lnTo>
                <a:lnTo>
                  <a:pt x="28239" y="1098781"/>
                </a:lnTo>
                <a:lnTo>
                  <a:pt x="33633" y="1083228"/>
                </a:lnTo>
                <a:lnTo>
                  <a:pt x="39662" y="1067991"/>
                </a:lnTo>
                <a:lnTo>
                  <a:pt x="46008" y="1052755"/>
                </a:lnTo>
                <a:lnTo>
                  <a:pt x="52988" y="1038471"/>
                </a:lnTo>
                <a:lnTo>
                  <a:pt x="60286" y="1024187"/>
                </a:lnTo>
                <a:lnTo>
                  <a:pt x="67901" y="1011173"/>
                </a:lnTo>
                <a:lnTo>
                  <a:pt x="75833" y="997841"/>
                </a:lnTo>
                <a:lnTo>
                  <a:pt x="83766" y="984827"/>
                </a:lnTo>
                <a:lnTo>
                  <a:pt x="92650" y="972448"/>
                </a:lnTo>
                <a:lnTo>
                  <a:pt x="101217" y="961021"/>
                </a:lnTo>
                <a:lnTo>
                  <a:pt x="110101" y="949276"/>
                </a:lnTo>
                <a:lnTo>
                  <a:pt x="119303" y="938166"/>
                </a:lnTo>
                <a:lnTo>
                  <a:pt x="128822" y="927691"/>
                </a:lnTo>
                <a:lnTo>
                  <a:pt x="138023" y="917534"/>
                </a:lnTo>
                <a:lnTo>
                  <a:pt x="147542" y="907694"/>
                </a:lnTo>
                <a:lnTo>
                  <a:pt x="157378" y="898489"/>
                </a:lnTo>
                <a:lnTo>
                  <a:pt x="167214" y="889284"/>
                </a:lnTo>
                <a:lnTo>
                  <a:pt x="176733" y="880713"/>
                </a:lnTo>
                <a:lnTo>
                  <a:pt x="186887" y="872460"/>
                </a:lnTo>
                <a:lnTo>
                  <a:pt x="196723" y="864525"/>
                </a:lnTo>
                <a:lnTo>
                  <a:pt x="206559" y="857224"/>
                </a:lnTo>
                <a:lnTo>
                  <a:pt x="216712" y="849923"/>
                </a:lnTo>
                <a:lnTo>
                  <a:pt x="226231" y="843258"/>
                </a:lnTo>
                <a:lnTo>
                  <a:pt x="236385" y="836592"/>
                </a:lnTo>
                <a:lnTo>
                  <a:pt x="245904" y="830561"/>
                </a:lnTo>
                <a:lnTo>
                  <a:pt x="255422" y="824530"/>
                </a:lnTo>
                <a:lnTo>
                  <a:pt x="274460" y="813737"/>
                </a:lnTo>
                <a:lnTo>
                  <a:pt x="293181" y="803897"/>
                </a:lnTo>
                <a:lnTo>
                  <a:pt x="310632" y="795327"/>
                </a:lnTo>
                <a:lnTo>
                  <a:pt x="327449" y="787709"/>
                </a:lnTo>
                <a:lnTo>
                  <a:pt x="343631" y="781043"/>
                </a:lnTo>
                <a:lnTo>
                  <a:pt x="358861" y="775330"/>
                </a:lnTo>
                <a:lnTo>
                  <a:pt x="372822" y="770568"/>
                </a:lnTo>
                <a:lnTo>
                  <a:pt x="385196" y="766124"/>
                </a:lnTo>
                <a:lnTo>
                  <a:pt x="396619" y="762950"/>
                </a:lnTo>
                <a:lnTo>
                  <a:pt x="406455" y="760093"/>
                </a:lnTo>
                <a:lnTo>
                  <a:pt x="421051" y="756284"/>
                </a:lnTo>
                <a:lnTo>
                  <a:pt x="428349" y="754697"/>
                </a:lnTo>
                <a:lnTo>
                  <a:pt x="436916" y="753110"/>
                </a:lnTo>
                <a:lnTo>
                  <a:pt x="444848" y="752475"/>
                </a:lnTo>
                <a:close/>
                <a:moveTo>
                  <a:pt x="736113" y="0"/>
                </a:moveTo>
                <a:lnTo>
                  <a:pt x="744380" y="0"/>
                </a:lnTo>
                <a:lnTo>
                  <a:pt x="752329" y="0"/>
                </a:lnTo>
                <a:lnTo>
                  <a:pt x="760596" y="317"/>
                </a:lnTo>
                <a:lnTo>
                  <a:pt x="768545" y="951"/>
                </a:lnTo>
                <a:lnTo>
                  <a:pt x="776812" y="1585"/>
                </a:lnTo>
                <a:lnTo>
                  <a:pt x="785079" y="2536"/>
                </a:lnTo>
                <a:lnTo>
                  <a:pt x="793664" y="3488"/>
                </a:lnTo>
                <a:lnTo>
                  <a:pt x="801613" y="4756"/>
                </a:lnTo>
                <a:lnTo>
                  <a:pt x="809880" y="6658"/>
                </a:lnTo>
                <a:lnTo>
                  <a:pt x="818147" y="8560"/>
                </a:lnTo>
                <a:lnTo>
                  <a:pt x="826414" y="10462"/>
                </a:lnTo>
                <a:lnTo>
                  <a:pt x="834363" y="12365"/>
                </a:lnTo>
                <a:lnTo>
                  <a:pt x="842312" y="15218"/>
                </a:lnTo>
                <a:lnTo>
                  <a:pt x="850261" y="17437"/>
                </a:lnTo>
                <a:lnTo>
                  <a:pt x="858210" y="20608"/>
                </a:lnTo>
                <a:lnTo>
                  <a:pt x="866159" y="23461"/>
                </a:lnTo>
                <a:lnTo>
                  <a:pt x="873473" y="26314"/>
                </a:lnTo>
                <a:lnTo>
                  <a:pt x="881104" y="29802"/>
                </a:lnTo>
                <a:lnTo>
                  <a:pt x="888417" y="33289"/>
                </a:lnTo>
                <a:lnTo>
                  <a:pt x="895730" y="37094"/>
                </a:lnTo>
                <a:lnTo>
                  <a:pt x="902725" y="40581"/>
                </a:lnTo>
                <a:lnTo>
                  <a:pt x="909720" y="44703"/>
                </a:lnTo>
                <a:lnTo>
                  <a:pt x="923393" y="53263"/>
                </a:lnTo>
                <a:lnTo>
                  <a:pt x="936429" y="62140"/>
                </a:lnTo>
                <a:lnTo>
                  <a:pt x="949148" y="71968"/>
                </a:lnTo>
                <a:lnTo>
                  <a:pt x="961548" y="82113"/>
                </a:lnTo>
                <a:lnTo>
                  <a:pt x="972995" y="92892"/>
                </a:lnTo>
                <a:lnTo>
                  <a:pt x="983805" y="103989"/>
                </a:lnTo>
                <a:lnTo>
                  <a:pt x="994616" y="116036"/>
                </a:lnTo>
                <a:lnTo>
                  <a:pt x="1004155" y="128401"/>
                </a:lnTo>
                <a:lnTo>
                  <a:pt x="1013376" y="140765"/>
                </a:lnTo>
                <a:lnTo>
                  <a:pt x="1021961" y="154081"/>
                </a:lnTo>
                <a:lnTo>
                  <a:pt x="1030228" y="167396"/>
                </a:lnTo>
                <a:lnTo>
                  <a:pt x="1037541" y="181346"/>
                </a:lnTo>
                <a:lnTo>
                  <a:pt x="1043900" y="195613"/>
                </a:lnTo>
                <a:lnTo>
                  <a:pt x="1049942" y="210197"/>
                </a:lnTo>
                <a:lnTo>
                  <a:pt x="1055347" y="225097"/>
                </a:lnTo>
                <a:lnTo>
                  <a:pt x="1060116" y="239998"/>
                </a:lnTo>
                <a:lnTo>
                  <a:pt x="1063932" y="255850"/>
                </a:lnTo>
                <a:lnTo>
                  <a:pt x="1067111" y="271385"/>
                </a:lnTo>
                <a:lnTo>
                  <a:pt x="1069337" y="286920"/>
                </a:lnTo>
                <a:lnTo>
                  <a:pt x="1070927" y="302772"/>
                </a:lnTo>
                <a:lnTo>
                  <a:pt x="1071245" y="311015"/>
                </a:lnTo>
                <a:lnTo>
                  <a:pt x="1071563" y="318941"/>
                </a:lnTo>
                <a:lnTo>
                  <a:pt x="1071563" y="327184"/>
                </a:lnTo>
                <a:lnTo>
                  <a:pt x="1071563" y="335427"/>
                </a:lnTo>
                <a:lnTo>
                  <a:pt x="1071245" y="343353"/>
                </a:lnTo>
                <a:lnTo>
                  <a:pt x="1070609" y="351596"/>
                </a:lnTo>
                <a:lnTo>
                  <a:pt x="1069973" y="359839"/>
                </a:lnTo>
                <a:lnTo>
                  <a:pt x="1069019" y="368082"/>
                </a:lnTo>
                <a:lnTo>
                  <a:pt x="1068065" y="376325"/>
                </a:lnTo>
                <a:lnTo>
                  <a:pt x="1066794" y="384568"/>
                </a:lnTo>
                <a:lnTo>
                  <a:pt x="1064886" y="392811"/>
                </a:lnTo>
                <a:lnTo>
                  <a:pt x="1062978" y="401054"/>
                </a:lnTo>
                <a:lnTo>
                  <a:pt x="1061070" y="409297"/>
                </a:lnTo>
                <a:lnTo>
                  <a:pt x="1059163" y="417223"/>
                </a:lnTo>
                <a:lnTo>
                  <a:pt x="1056301" y="425148"/>
                </a:lnTo>
                <a:lnTo>
                  <a:pt x="1053757" y="433391"/>
                </a:lnTo>
                <a:lnTo>
                  <a:pt x="1050895" y="441000"/>
                </a:lnTo>
                <a:lnTo>
                  <a:pt x="1048034" y="448609"/>
                </a:lnTo>
                <a:lnTo>
                  <a:pt x="1045172" y="456218"/>
                </a:lnTo>
                <a:lnTo>
                  <a:pt x="1041675" y="463827"/>
                </a:lnTo>
                <a:lnTo>
                  <a:pt x="1038177" y="471119"/>
                </a:lnTo>
                <a:lnTo>
                  <a:pt x="1034361" y="478411"/>
                </a:lnTo>
                <a:lnTo>
                  <a:pt x="1030864" y="485386"/>
                </a:lnTo>
                <a:lnTo>
                  <a:pt x="1026730" y="492361"/>
                </a:lnTo>
                <a:lnTo>
                  <a:pt x="1018145" y="505993"/>
                </a:lnTo>
                <a:lnTo>
                  <a:pt x="1009242" y="519309"/>
                </a:lnTo>
                <a:lnTo>
                  <a:pt x="999386" y="531673"/>
                </a:lnTo>
                <a:lnTo>
                  <a:pt x="989211" y="543721"/>
                </a:lnTo>
                <a:lnTo>
                  <a:pt x="978082" y="555451"/>
                </a:lnTo>
                <a:lnTo>
                  <a:pt x="966953" y="566231"/>
                </a:lnTo>
                <a:lnTo>
                  <a:pt x="955189" y="577010"/>
                </a:lnTo>
                <a:lnTo>
                  <a:pt x="942788" y="586521"/>
                </a:lnTo>
                <a:lnTo>
                  <a:pt x="930388" y="595715"/>
                </a:lnTo>
                <a:lnTo>
                  <a:pt x="917033" y="604592"/>
                </a:lnTo>
                <a:lnTo>
                  <a:pt x="903361" y="612518"/>
                </a:lnTo>
                <a:lnTo>
                  <a:pt x="889689" y="619810"/>
                </a:lnTo>
                <a:lnTo>
                  <a:pt x="875380" y="626468"/>
                </a:lnTo>
                <a:lnTo>
                  <a:pt x="860754" y="632492"/>
                </a:lnTo>
                <a:lnTo>
                  <a:pt x="845810" y="637564"/>
                </a:lnTo>
                <a:lnTo>
                  <a:pt x="830548" y="642320"/>
                </a:lnTo>
                <a:lnTo>
                  <a:pt x="815285" y="645807"/>
                </a:lnTo>
                <a:lnTo>
                  <a:pt x="799387" y="649295"/>
                </a:lnTo>
                <a:lnTo>
                  <a:pt x="783807" y="651514"/>
                </a:lnTo>
                <a:lnTo>
                  <a:pt x="767591" y="652782"/>
                </a:lnTo>
                <a:lnTo>
                  <a:pt x="759642" y="653733"/>
                </a:lnTo>
                <a:lnTo>
                  <a:pt x="751693" y="654050"/>
                </a:lnTo>
                <a:lnTo>
                  <a:pt x="743426" y="654050"/>
                </a:lnTo>
                <a:lnTo>
                  <a:pt x="735159" y="654050"/>
                </a:lnTo>
                <a:lnTo>
                  <a:pt x="726892" y="653733"/>
                </a:lnTo>
                <a:lnTo>
                  <a:pt x="718943" y="652782"/>
                </a:lnTo>
                <a:lnTo>
                  <a:pt x="710676" y="652148"/>
                </a:lnTo>
                <a:lnTo>
                  <a:pt x="702409" y="651197"/>
                </a:lnTo>
                <a:lnTo>
                  <a:pt x="694460" y="650246"/>
                </a:lnTo>
                <a:lnTo>
                  <a:pt x="686193" y="648661"/>
                </a:lnTo>
                <a:lnTo>
                  <a:pt x="677608" y="647392"/>
                </a:lnTo>
                <a:lnTo>
                  <a:pt x="669341" y="645173"/>
                </a:lnTo>
                <a:lnTo>
                  <a:pt x="661074" y="643271"/>
                </a:lnTo>
                <a:lnTo>
                  <a:pt x="653125" y="641052"/>
                </a:lnTo>
                <a:lnTo>
                  <a:pt x="645176" y="638515"/>
                </a:lnTo>
                <a:lnTo>
                  <a:pt x="637227" y="635979"/>
                </a:lnTo>
                <a:lnTo>
                  <a:pt x="629596" y="633443"/>
                </a:lnTo>
                <a:lnTo>
                  <a:pt x="621647" y="630272"/>
                </a:lnTo>
                <a:lnTo>
                  <a:pt x="614334" y="627419"/>
                </a:lnTo>
                <a:lnTo>
                  <a:pt x="606385" y="623932"/>
                </a:lnTo>
                <a:lnTo>
                  <a:pt x="599071" y="620444"/>
                </a:lnTo>
                <a:lnTo>
                  <a:pt x="591758" y="616640"/>
                </a:lnTo>
                <a:lnTo>
                  <a:pt x="584763" y="613152"/>
                </a:lnTo>
                <a:lnTo>
                  <a:pt x="577768" y="609031"/>
                </a:lnTo>
                <a:lnTo>
                  <a:pt x="564414" y="600471"/>
                </a:lnTo>
                <a:lnTo>
                  <a:pt x="551059" y="591594"/>
                </a:lnTo>
                <a:lnTo>
                  <a:pt x="538341" y="581765"/>
                </a:lnTo>
                <a:lnTo>
                  <a:pt x="525940" y="571620"/>
                </a:lnTo>
                <a:lnTo>
                  <a:pt x="514811" y="560524"/>
                </a:lnTo>
                <a:lnTo>
                  <a:pt x="503683" y="549428"/>
                </a:lnTo>
                <a:lnTo>
                  <a:pt x="493190" y="537697"/>
                </a:lnTo>
                <a:lnTo>
                  <a:pt x="483015" y="525650"/>
                </a:lnTo>
                <a:lnTo>
                  <a:pt x="474112" y="512968"/>
                </a:lnTo>
                <a:lnTo>
                  <a:pt x="465527" y="499652"/>
                </a:lnTo>
                <a:lnTo>
                  <a:pt x="457578" y="486020"/>
                </a:lnTo>
                <a:lnTo>
                  <a:pt x="450265" y="472070"/>
                </a:lnTo>
                <a:lnTo>
                  <a:pt x="443588" y="458120"/>
                </a:lnTo>
                <a:lnTo>
                  <a:pt x="437547" y="443537"/>
                </a:lnTo>
                <a:lnTo>
                  <a:pt x="432141" y="428636"/>
                </a:lnTo>
                <a:lnTo>
                  <a:pt x="427372" y="413418"/>
                </a:lnTo>
                <a:lnTo>
                  <a:pt x="423556" y="398200"/>
                </a:lnTo>
                <a:lnTo>
                  <a:pt x="420695" y="382348"/>
                </a:lnTo>
                <a:lnTo>
                  <a:pt x="418151" y="366496"/>
                </a:lnTo>
                <a:lnTo>
                  <a:pt x="416561" y="350644"/>
                </a:lnTo>
                <a:lnTo>
                  <a:pt x="416243" y="342719"/>
                </a:lnTo>
                <a:lnTo>
                  <a:pt x="415925" y="334793"/>
                </a:lnTo>
                <a:lnTo>
                  <a:pt x="415925" y="326550"/>
                </a:lnTo>
                <a:lnTo>
                  <a:pt x="415925" y="318307"/>
                </a:lnTo>
                <a:lnTo>
                  <a:pt x="416243" y="310064"/>
                </a:lnTo>
                <a:lnTo>
                  <a:pt x="416879" y="302138"/>
                </a:lnTo>
                <a:lnTo>
                  <a:pt x="417515" y="293895"/>
                </a:lnTo>
                <a:lnTo>
                  <a:pt x="418469" y="285652"/>
                </a:lnTo>
                <a:lnTo>
                  <a:pt x="419423" y="277409"/>
                </a:lnTo>
                <a:lnTo>
                  <a:pt x="421013" y="269166"/>
                </a:lnTo>
                <a:lnTo>
                  <a:pt x="422602" y="260923"/>
                </a:lnTo>
                <a:lnTo>
                  <a:pt x="424510" y="252680"/>
                </a:lnTo>
                <a:lnTo>
                  <a:pt x="426418" y="244437"/>
                </a:lnTo>
                <a:lnTo>
                  <a:pt x="428644" y="236511"/>
                </a:lnTo>
                <a:lnTo>
                  <a:pt x="431187" y="228585"/>
                </a:lnTo>
                <a:lnTo>
                  <a:pt x="433413" y="220659"/>
                </a:lnTo>
                <a:lnTo>
                  <a:pt x="436593" y="212733"/>
                </a:lnTo>
                <a:lnTo>
                  <a:pt x="439454" y="204807"/>
                </a:lnTo>
                <a:lnTo>
                  <a:pt x="442634" y="197198"/>
                </a:lnTo>
                <a:lnTo>
                  <a:pt x="445814" y="189906"/>
                </a:lnTo>
                <a:lnTo>
                  <a:pt x="449629" y="182614"/>
                </a:lnTo>
                <a:lnTo>
                  <a:pt x="453127" y="175322"/>
                </a:lnTo>
                <a:lnTo>
                  <a:pt x="456942" y="168347"/>
                </a:lnTo>
                <a:lnTo>
                  <a:pt x="460758" y="161056"/>
                </a:lnTo>
                <a:lnTo>
                  <a:pt x="469343" y="147423"/>
                </a:lnTo>
                <a:lnTo>
                  <a:pt x="478564" y="134741"/>
                </a:lnTo>
                <a:lnTo>
                  <a:pt x="488103" y="122060"/>
                </a:lnTo>
                <a:lnTo>
                  <a:pt x="498277" y="109695"/>
                </a:lnTo>
                <a:lnTo>
                  <a:pt x="509406" y="97965"/>
                </a:lnTo>
                <a:lnTo>
                  <a:pt x="520535" y="87186"/>
                </a:lnTo>
                <a:lnTo>
                  <a:pt x="532299" y="76723"/>
                </a:lnTo>
                <a:lnTo>
                  <a:pt x="544700" y="66895"/>
                </a:lnTo>
                <a:lnTo>
                  <a:pt x="557418" y="58018"/>
                </a:lnTo>
                <a:lnTo>
                  <a:pt x="570455" y="49458"/>
                </a:lnTo>
                <a:lnTo>
                  <a:pt x="584127" y="41215"/>
                </a:lnTo>
                <a:lnTo>
                  <a:pt x="597800" y="33923"/>
                </a:lnTo>
                <a:lnTo>
                  <a:pt x="612108" y="26948"/>
                </a:lnTo>
                <a:lnTo>
                  <a:pt x="626734" y="21242"/>
                </a:lnTo>
                <a:lnTo>
                  <a:pt x="641678" y="16169"/>
                </a:lnTo>
                <a:lnTo>
                  <a:pt x="657259" y="11414"/>
                </a:lnTo>
                <a:lnTo>
                  <a:pt x="672521" y="7609"/>
                </a:lnTo>
                <a:lnTo>
                  <a:pt x="688101" y="4439"/>
                </a:lnTo>
                <a:lnTo>
                  <a:pt x="703681" y="2219"/>
                </a:lnTo>
                <a:lnTo>
                  <a:pt x="719897" y="634"/>
                </a:lnTo>
                <a:lnTo>
                  <a:pt x="727846" y="317"/>
                </a:lnTo>
                <a:lnTo>
                  <a:pt x="736113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KSO_Shape"/>
          <p:cNvSpPr>
            <a:spLocks/>
          </p:cNvSpPr>
          <p:nvPr/>
        </p:nvSpPr>
        <p:spPr bwMode="auto">
          <a:xfrm flipH="1">
            <a:off x="2734277" y="510849"/>
            <a:ext cx="800100" cy="1905000"/>
          </a:xfrm>
          <a:custGeom>
            <a:avLst/>
            <a:gdLst/>
            <a:ahLst/>
            <a:cxnLst/>
            <a:rect l="0" t="0" r="r" b="b"/>
            <a:pathLst>
              <a:path w="1390650" h="3306762">
                <a:moveTo>
                  <a:pt x="661988" y="3024187"/>
                </a:moveTo>
                <a:lnTo>
                  <a:pt x="661988" y="3126740"/>
                </a:lnTo>
                <a:lnTo>
                  <a:pt x="661670" y="3135947"/>
                </a:lnTo>
                <a:lnTo>
                  <a:pt x="661034" y="3144837"/>
                </a:lnTo>
                <a:lnTo>
                  <a:pt x="659761" y="3154045"/>
                </a:lnTo>
                <a:lnTo>
                  <a:pt x="658489" y="3162935"/>
                </a:lnTo>
                <a:lnTo>
                  <a:pt x="656580" y="3171507"/>
                </a:lnTo>
                <a:lnTo>
                  <a:pt x="653717" y="3180080"/>
                </a:lnTo>
                <a:lnTo>
                  <a:pt x="651172" y="3188335"/>
                </a:lnTo>
                <a:lnTo>
                  <a:pt x="647672" y="3196907"/>
                </a:lnTo>
                <a:lnTo>
                  <a:pt x="644173" y="3204845"/>
                </a:lnTo>
                <a:lnTo>
                  <a:pt x="640037" y="3212465"/>
                </a:lnTo>
                <a:lnTo>
                  <a:pt x="635901" y="3220085"/>
                </a:lnTo>
                <a:lnTo>
                  <a:pt x="631129" y="3227387"/>
                </a:lnTo>
                <a:lnTo>
                  <a:pt x="626039" y="3234372"/>
                </a:lnTo>
                <a:lnTo>
                  <a:pt x="620949" y="3241357"/>
                </a:lnTo>
                <a:lnTo>
                  <a:pt x="615222" y="3247707"/>
                </a:lnTo>
                <a:lnTo>
                  <a:pt x="609178" y="3254057"/>
                </a:lnTo>
                <a:lnTo>
                  <a:pt x="602815" y="3259772"/>
                </a:lnTo>
                <a:lnTo>
                  <a:pt x="596452" y="3265487"/>
                </a:lnTo>
                <a:lnTo>
                  <a:pt x="589453" y="3270885"/>
                </a:lnTo>
                <a:lnTo>
                  <a:pt x="582454" y="3275965"/>
                </a:lnTo>
                <a:lnTo>
                  <a:pt x="575137" y="3280410"/>
                </a:lnTo>
                <a:lnTo>
                  <a:pt x="567502" y="3284855"/>
                </a:lnTo>
                <a:lnTo>
                  <a:pt x="559866" y="3288665"/>
                </a:lnTo>
                <a:lnTo>
                  <a:pt x="551913" y="3292475"/>
                </a:lnTo>
                <a:lnTo>
                  <a:pt x="543641" y="3295650"/>
                </a:lnTo>
                <a:lnTo>
                  <a:pt x="535370" y="3298507"/>
                </a:lnTo>
                <a:lnTo>
                  <a:pt x="526780" y="3301047"/>
                </a:lnTo>
                <a:lnTo>
                  <a:pt x="517872" y="3302952"/>
                </a:lnTo>
                <a:lnTo>
                  <a:pt x="509283" y="3304540"/>
                </a:lnTo>
                <a:lnTo>
                  <a:pt x="500057" y="3305810"/>
                </a:lnTo>
                <a:lnTo>
                  <a:pt x="491149" y="3306445"/>
                </a:lnTo>
                <a:lnTo>
                  <a:pt x="481605" y="3306762"/>
                </a:lnTo>
                <a:lnTo>
                  <a:pt x="471425" y="3306445"/>
                </a:lnTo>
                <a:lnTo>
                  <a:pt x="461244" y="3305492"/>
                </a:lnTo>
                <a:lnTo>
                  <a:pt x="451382" y="3304222"/>
                </a:lnTo>
                <a:lnTo>
                  <a:pt x="441838" y="3302000"/>
                </a:lnTo>
                <a:lnTo>
                  <a:pt x="431976" y="3299777"/>
                </a:lnTo>
                <a:lnTo>
                  <a:pt x="422750" y="3296920"/>
                </a:lnTo>
                <a:lnTo>
                  <a:pt x="413842" y="3293427"/>
                </a:lnTo>
                <a:lnTo>
                  <a:pt x="404934" y="3289617"/>
                </a:lnTo>
                <a:lnTo>
                  <a:pt x="396026" y="3285172"/>
                </a:lnTo>
                <a:lnTo>
                  <a:pt x="387755" y="3280092"/>
                </a:lnTo>
                <a:lnTo>
                  <a:pt x="379801" y="3275330"/>
                </a:lnTo>
                <a:lnTo>
                  <a:pt x="372166" y="3269615"/>
                </a:lnTo>
                <a:lnTo>
                  <a:pt x="364531" y="3263582"/>
                </a:lnTo>
                <a:lnTo>
                  <a:pt x="357532" y="3256915"/>
                </a:lnTo>
                <a:lnTo>
                  <a:pt x="350851" y="3250247"/>
                </a:lnTo>
                <a:lnTo>
                  <a:pt x="344488" y="3243262"/>
                </a:lnTo>
                <a:lnTo>
                  <a:pt x="353396" y="3239770"/>
                </a:lnTo>
                <a:lnTo>
                  <a:pt x="362622" y="3235960"/>
                </a:lnTo>
                <a:lnTo>
                  <a:pt x="371530" y="3232150"/>
                </a:lnTo>
                <a:lnTo>
                  <a:pt x="380119" y="3227387"/>
                </a:lnTo>
                <a:lnTo>
                  <a:pt x="400480" y="3215957"/>
                </a:lnTo>
                <a:lnTo>
                  <a:pt x="420841" y="3204210"/>
                </a:lnTo>
                <a:lnTo>
                  <a:pt x="440565" y="3192462"/>
                </a:lnTo>
                <a:lnTo>
                  <a:pt x="459653" y="3180080"/>
                </a:lnTo>
                <a:lnTo>
                  <a:pt x="478742" y="3168332"/>
                </a:lnTo>
                <a:lnTo>
                  <a:pt x="496875" y="3155632"/>
                </a:lnTo>
                <a:lnTo>
                  <a:pt x="515327" y="3143250"/>
                </a:lnTo>
                <a:lnTo>
                  <a:pt x="532825" y="3130232"/>
                </a:lnTo>
                <a:lnTo>
                  <a:pt x="550322" y="3117532"/>
                </a:lnTo>
                <a:lnTo>
                  <a:pt x="567184" y="3104832"/>
                </a:lnTo>
                <a:lnTo>
                  <a:pt x="584363" y="3091497"/>
                </a:lnTo>
                <a:lnTo>
                  <a:pt x="600270" y="3078480"/>
                </a:lnTo>
                <a:lnTo>
                  <a:pt x="616177" y="3065145"/>
                </a:lnTo>
                <a:lnTo>
                  <a:pt x="631765" y="3051492"/>
                </a:lnTo>
                <a:lnTo>
                  <a:pt x="647036" y="3037840"/>
                </a:lnTo>
                <a:lnTo>
                  <a:pt x="661988" y="3024187"/>
                </a:lnTo>
                <a:close/>
                <a:moveTo>
                  <a:pt x="407353" y="752475"/>
                </a:moveTo>
                <a:lnTo>
                  <a:pt x="414338" y="752475"/>
                </a:lnTo>
                <a:lnTo>
                  <a:pt x="976630" y="752475"/>
                </a:lnTo>
                <a:lnTo>
                  <a:pt x="983298" y="752475"/>
                </a:lnTo>
                <a:lnTo>
                  <a:pt x="990283" y="753110"/>
                </a:lnTo>
                <a:lnTo>
                  <a:pt x="996950" y="754062"/>
                </a:lnTo>
                <a:lnTo>
                  <a:pt x="1003300" y="755966"/>
                </a:lnTo>
                <a:lnTo>
                  <a:pt x="1009015" y="755966"/>
                </a:lnTo>
                <a:lnTo>
                  <a:pt x="1017905" y="756601"/>
                </a:lnTo>
                <a:lnTo>
                  <a:pt x="1029970" y="757553"/>
                </a:lnTo>
                <a:lnTo>
                  <a:pt x="1044893" y="759458"/>
                </a:lnTo>
                <a:lnTo>
                  <a:pt x="1053465" y="760728"/>
                </a:lnTo>
                <a:lnTo>
                  <a:pt x="1062355" y="762315"/>
                </a:lnTo>
                <a:lnTo>
                  <a:pt x="1072198" y="764219"/>
                </a:lnTo>
                <a:lnTo>
                  <a:pt x="1082040" y="766441"/>
                </a:lnTo>
                <a:lnTo>
                  <a:pt x="1093153" y="769298"/>
                </a:lnTo>
                <a:lnTo>
                  <a:pt x="1103948" y="772472"/>
                </a:lnTo>
                <a:lnTo>
                  <a:pt x="1115695" y="776281"/>
                </a:lnTo>
                <a:lnTo>
                  <a:pt x="1127443" y="780090"/>
                </a:lnTo>
                <a:lnTo>
                  <a:pt x="1140143" y="784851"/>
                </a:lnTo>
                <a:lnTo>
                  <a:pt x="1152843" y="790248"/>
                </a:lnTo>
                <a:lnTo>
                  <a:pt x="1166178" y="795961"/>
                </a:lnTo>
                <a:lnTo>
                  <a:pt x="1179830" y="802944"/>
                </a:lnTo>
                <a:lnTo>
                  <a:pt x="1193483" y="810245"/>
                </a:lnTo>
                <a:lnTo>
                  <a:pt x="1207135" y="819133"/>
                </a:lnTo>
                <a:lnTo>
                  <a:pt x="1220470" y="828020"/>
                </a:lnTo>
                <a:lnTo>
                  <a:pt x="1234123" y="837860"/>
                </a:lnTo>
                <a:lnTo>
                  <a:pt x="1241108" y="843256"/>
                </a:lnTo>
                <a:lnTo>
                  <a:pt x="1247775" y="848970"/>
                </a:lnTo>
                <a:lnTo>
                  <a:pt x="1254443" y="854684"/>
                </a:lnTo>
                <a:lnTo>
                  <a:pt x="1261110" y="860397"/>
                </a:lnTo>
                <a:lnTo>
                  <a:pt x="1267778" y="866745"/>
                </a:lnTo>
                <a:lnTo>
                  <a:pt x="1274445" y="873411"/>
                </a:lnTo>
                <a:lnTo>
                  <a:pt x="1280795" y="880077"/>
                </a:lnTo>
                <a:lnTo>
                  <a:pt x="1287145" y="887060"/>
                </a:lnTo>
                <a:lnTo>
                  <a:pt x="1293495" y="894361"/>
                </a:lnTo>
                <a:lnTo>
                  <a:pt x="1299210" y="901661"/>
                </a:lnTo>
                <a:lnTo>
                  <a:pt x="1305243" y="909279"/>
                </a:lnTo>
                <a:lnTo>
                  <a:pt x="1311275" y="917215"/>
                </a:lnTo>
                <a:lnTo>
                  <a:pt x="1316990" y="925785"/>
                </a:lnTo>
                <a:lnTo>
                  <a:pt x="1322705" y="934356"/>
                </a:lnTo>
                <a:lnTo>
                  <a:pt x="1327785" y="942926"/>
                </a:lnTo>
                <a:lnTo>
                  <a:pt x="1333183" y="951814"/>
                </a:lnTo>
                <a:lnTo>
                  <a:pt x="1339850" y="964510"/>
                </a:lnTo>
                <a:lnTo>
                  <a:pt x="1346200" y="977207"/>
                </a:lnTo>
                <a:lnTo>
                  <a:pt x="1352233" y="990221"/>
                </a:lnTo>
                <a:lnTo>
                  <a:pt x="1357948" y="1003870"/>
                </a:lnTo>
                <a:lnTo>
                  <a:pt x="1362710" y="1017519"/>
                </a:lnTo>
                <a:lnTo>
                  <a:pt x="1367473" y="1031803"/>
                </a:lnTo>
                <a:lnTo>
                  <a:pt x="1371918" y="1046722"/>
                </a:lnTo>
                <a:lnTo>
                  <a:pt x="1375728" y="1061640"/>
                </a:lnTo>
                <a:lnTo>
                  <a:pt x="1379538" y="1077194"/>
                </a:lnTo>
                <a:lnTo>
                  <a:pt x="1382395" y="1092747"/>
                </a:lnTo>
                <a:lnTo>
                  <a:pt x="1384935" y="1108936"/>
                </a:lnTo>
                <a:lnTo>
                  <a:pt x="1387158" y="1125759"/>
                </a:lnTo>
                <a:lnTo>
                  <a:pt x="1388745" y="1142265"/>
                </a:lnTo>
                <a:lnTo>
                  <a:pt x="1390015" y="1159405"/>
                </a:lnTo>
                <a:lnTo>
                  <a:pt x="1390650" y="1177181"/>
                </a:lnTo>
                <a:lnTo>
                  <a:pt x="1390650" y="1194956"/>
                </a:lnTo>
                <a:lnTo>
                  <a:pt x="1390650" y="1211462"/>
                </a:lnTo>
                <a:lnTo>
                  <a:pt x="1390015" y="1227650"/>
                </a:lnTo>
                <a:lnTo>
                  <a:pt x="1389063" y="1244156"/>
                </a:lnTo>
                <a:lnTo>
                  <a:pt x="1387793" y="1261297"/>
                </a:lnTo>
                <a:lnTo>
                  <a:pt x="1386205" y="1278437"/>
                </a:lnTo>
                <a:lnTo>
                  <a:pt x="1383983" y="1296213"/>
                </a:lnTo>
                <a:lnTo>
                  <a:pt x="1381443" y="1313988"/>
                </a:lnTo>
                <a:lnTo>
                  <a:pt x="1378903" y="1332081"/>
                </a:lnTo>
                <a:lnTo>
                  <a:pt x="1375410" y="1350491"/>
                </a:lnTo>
                <a:lnTo>
                  <a:pt x="1371918" y="1369536"/>
                </a:lnTo>
                <a:lnTo>
                  <a:pt x="1367473" y="1388899"/>
                </a:lnTo>
                <a:lnTo>
                  <a:pt x="1363028" y="1407944"/>
                </a:lnTo>
                <a:lnTo>
                  <a:pt x="1358265" y="1427941"/>
                </a:lnTo>
                <a:lnTo>
                  <a:pt x="1352868" y="1448256"/>
                </a:lnTo>
                <a:lnTo>
                  <a:pt x="1346835" y="1469206"/>
                </a:lnTo>
                <a:lnTo>
                  <a:pt x="1340485" y="1490155"/>
                </a:lnTo>
                <a:lnTo>
                  <a:pt x="1333818" y="1511422"/>
                </a:lnTo>
                <a:lnTo>
                  <a:pt x="1326833" y="1533324"/>
                </a:lnTo>
                <a:lnTo>
                  <a:pt x="1319213" y="1555544"/>
                </a:lnTo>
                <a:lnTo>
                  <a:pt x="1310958" y="1578080"/>
                </a:lnTo>
                <a:lnTo>
                  <a:pt x="1302385" y="1600934"/>
                </a:lnTo>
                <a:lnTo>
                  <a:pt x="1293495" y="1624423"/>
                </a:lnTo>
                <a:lnTo>
                  <a:pt x="1283653" y="1648230"/>
                </a:lnTo>
                <a:lnTo>
                  <a:pt x="1273810" y="1672354"/>
                </a:lnTo>
                <a:lnTo>
                  <a:pt x="1263015" y="1697112"/>
                </a:lnTo>
                <a:lnTo>
                  <a:pt x="1252220" y="1722188"/>
                </a:lnTo>
                <a:lnTo>
                  <a:pt x="1240473" y="1747899"/>
                </a:lnTo>
                <a:lnTo>
                  <a:pt x="1228408" y="1773928"/>
                </a:lnTo>
                <a:lnTo>
                  <a:pt x="1215708" y="1800273"/>
                </a:lnTo>
                <a:lnTo>
                  <a:pt x="1202373" y="1827254"/>
                </a:lnTo>
                <a:lnTo>
                  <a:pt x="1188720" y="1854869"/>
                </a:lnTo>
                <a:lnTo>
                  <a:pt x="1174433" y="1882802"/>
                </a:lnTo>
                <a:lnTo>
                  <a:pt x="1169988" y="1890420"/>
                </a:lnTo>
                <a:lnTo>
                  <a:pt x="1165225" y="1897721"/>
                </a:lnTo>
                <a:lnTo>
                  <a:pt x="1159510" y="1904704"/>
                </a:lnTo>
                <a:lnTo>
                  <a:pt x="1153795" y="1911052"/>
                </a:lnTo>
                <a:lnTo>
                  <a:pt x="1147445" y="1916766"/>
                </a:lnTo>
                <a:lnTo>
                  <a:pt x="1140778" y="1922162"/>
                </a:lnTo>
                <a:lnTo>
                  <a:pt x="1133793" y="1926923"/>
                </a:lnTo>
                <a:lnTo>
                  <a:pt x="1126490" y="1931367"/>
                </a:lnTo>
                <a:lnTo>
                  <a:pt x="1126808" y="1909783"/>
                </a:lnTo>
                <a:lnTo>
                  <a:pt x="1127125" y="1888516"/>
                </a:lnTo>
                <a:lnTo>
                  <a:pt x="1126808" y="1864074"/>
                </a:lnTo>
                <a:lnTo>
                  <a:pt x="1126490" y="1840268"/>
                </a:lnTo>
                <a:lnTo>
                  <a:pt x="1125855" y="1816779"/>
                </a:lnTo>
                <a:lnTo>
                  <a:pt x="1124903" y="1792973"/>
                </a:lnTo>
                <a:lnTo>
                  <a:pt x="1123633" y="1769801"/>
                </a:lnTo>
                <a:lnTo>
                  <a:pt x="1122363" y="1746630"/>
                </a:lnTo>
                <a:lnTo>
                  <a:pt x="1120140" y="1723775"/>
                </a:lnTo>
                <a:lnTo>
                  <a:pt x="1118235" y="1700921"/>
                </a:lnTo>
                <a:lnTo>
                  <a:pt x="1118235" y="1420958"/>
                </a:lnTo>
                <a:lnTo>
                  <a:pt x="1123315" y="1403183"/>
                </a:lnTo>
                <a:lnTo>
                  <a:pt x="1128395" y="1386042"/>
                </a:lnTo>
                <a:lnTo>
                  <a:pt x="1132523" y="1369536"/>
                </a:lnTo>
                <a:lnTo>
                  <a:pt x="1136650" y="1353348"/>
                </a:lnTo>
                <a:lnTo>
                  <a:pt x="1140143" y="1337160"/>
                </a:lnTo>
                <a:lnTo>
                  <a:pt x="1143635" y="1322241"/>
                </a:lnTo>
                <a:lnTo>
                  <a:pt x="1146493" y="1307322"/>
                </a:lnTo>
                <a:lnTo>
                  <a:pt x="1149350" y="1293038"/>
                </a:lnTo>
                <a:lnTo>
                  <a:pt x="1151255" y="1279072"/>
                </a:lnTo>
                <a:lnTo>
                  <a:pt x="1153160" y="1265740"/>
                </a:lnTo>
                <a:lnTo>
                  <a:pt x="1154748" y="1253044"/>
                </a:lnTo>
                <a:lnTo>
                  <a:pt x="1155700" y="1240664"/>
                </a:lnTo>
                <a:lnTo>
                  <a:pt x="1156970" y="1228603"/>
                </a:lnTo>
                <a:lnTo>
                  <a:pt x="1157605" y="1216858"/>
                </a:lnTo>
                <a:lnTo>
                  <a:pt x="1157923" y="1205748"/>
                </a:lnTo>
                <a:lnTo>
                  <a:pt x="1157923" y="1194956"/>
                </a:lnTo>
                <a:lnTo>
                  <a:pt x="1157923" y="1184164"/>
                </a:lnTo>
                <a:lnTo>
                  <a:pt x="1157605" y="1173689"/>
                </a:lnTo>
                <a:lnTo>
                  <a:pt x="1156970" y="1163532"/>
                </a:lnTo>
                <a:lnTo>
                  <a:pt x="1155700" y="1154327"/>
                </a:lnTo>
                <a:lnTo>
                  <a:pt x="1154748" y="1144804"/>
                </a:lnTo>
                <a:lnTo>
                  <a:pt x="1153478" y="1136234"/>
                </a:lnTo>
                <a:lnTo>
                  <a:pt x="1152208" y="1128298"/>
                </a:lnTo>
                <a:lnTo>
                  <a:pt x="1150620" y="1120363"/>
                </a:lnTo>
                <a:lnTo>
                  <a:pt x="1148398" y="1113062"/>
                </a:lnTo>
                <a:lnTo>
                  <a:pt x="1146810" y="1106079"/>
                </a:lnTo>
                <a:lnTo>
                  <a:pt x="1144905" y="1099413"/>
                </a:lnTo>
                <a:lnTo>
                  <a:pt x="1142683" y="1093065"/>
                </a:lnTo>
                <a:lnTo>
                  <a:pt x="1140143" y="1087034"/>
                </a:lnTo>
                <a:lnTo>
                  <a:pt x="1137920" y="1081638"/>
                </a:lnTo>
                <a:lnTo>
                  <a:pt x="1133158" y="1071480"/>
                </a:lnTo>
                <a:lnTo>
                  <a:pt x="1128395" y="1062910"/>
                </a:lnTo>
                <a:lnTo>
                  <a:pt x="1123315" y="1054975"/>
                </a:lnTo>
                <a:lnTo>
                  <a:pt x="1117918" y="1047991"/>
                </a:lnTo>
                <a:lnTo>
                  <a:pt x="1112520" y="1041326"/>
                </a:lnTo>
                <a:lnTo>
                  <a:pt x="1107123" y="1035295"/>
                </a:lnTo>
                <a:lnTo>
                  <a:pt x="1101090" y="1029899"/>
                </a:lnTo>
                <a:lnTo>
                  <a:pt x="1095375" y="1025137"/>
                </a:lnTo>
                <a:lnTo>
                  <a:pt x="1089025" y="1020376"/>
                </a:lnTo>
                <a:lnTo>
                  <a:pt x="1089025" y="1268280"/>
                </a:lnTo>
                <a:lnTo>
                  <a:pt x="1089025" y="1506344"/>
                </a:lnTo>
                <a:lnTo>
                  <a:pt x="1089025" y="1702508"/>
                </a:lnTo>
                <a:lnTo>
                  <a:pt x="1090613" y="1720919"/>
                </a:lnTo>
                <a:lnTo>
                  <a:pt x="1092518" y="1740916"/>
                </a:lnTo>
                <a:lnTo>
                  <a:pt x="1094105" y="1762183"/>
                </a:lnTo>
                <a:lnTo>
                  <a:pt x="1095375" y="1785037"/>
                </a:lnTo>
                <a:lnTo>
                  <a:pt x="1096328" y="1809161"/>
                </a:lnTo>
                <a:lnTo>
                  <a:pt x="1097280" y="1834237"/>
                </a:lnTo>
                <a:lnTo>
                  <a:pt x="1097915" y="1860583"/>
                </a:lnTo>
                <a:lnTo>
                  <a:pt x="1097915" y="1888198"/>
                </a:lnTo>
                <a:lnTo>
                  <a:pt x="1097915" y="1915179"/>
                </a:lnTo>
                <a:lnTo>
                  <a:pt x="1097280" y="1942159"/>
                </a:lnTo>
                <a:lnTo>
                  <a:pt x="1096010" y="1973901"/>
                </a:lnTo>
                <a:lnTo>
                  <a:pt x="1094423" y="2005643"/>
                </a:lnTo>
                <a:lnTo>
                  <a:pt x="1091565" y="2038655"/>
                </a:lnTo>
                <a:lnTo>
                  <a:pt x="1088708" y="2071984"/>
                </a:lnTo>
                <a:lnTo>
                  <a:pt x="1084898" y="2105947"/>
                </a:lnTo>
                <a:lnTo>
                  <a:pt x="1080135" y="2140863"/>
                </a:lnTo>
                <a:lnTo>
                  <a:pt x="1076960" y="2158639"/>
                </a:lnTo>
                <a:lnTo>
                  <a:pt x="1074103" y="2176097"/>
                </a:lnTo>
                <a:lnTo>
                  <a:pt x="1071245" y="2194507"/>
                </a:lnTo>
                <a:lnTo>
                  <a:pt x="1067435" y="2212283"/>
                </a:lnTo>
                <a:lnTo>
                  <a:pt x="1063943" y="2231010"/>
                </a:lnTo>
                <a:lnTo>
                  <a:pt x="1059815" y="2249103"/>
                </a:lnTo>
                <a:lnTo>
                  <a:pt x="1055370" y="2267831"/>
                </a:lnTo>
                <a:lnTo>
                  <a:pt x="1051243" y="2286876"/>
                </a:lnTo>
                <a:lnTo>
                  <a:pt x="1046163" y="2305604"/>
                </a:lnTo>
                <a:lnTo>
                  <a:pt x="1041083" y="2324966"/>
                </a:lnTo>
                <a:lnTo>
                  <a:pt x="1035685" y="2344329"/>
                </a:lnTo>
                <a:lnTo>
                  <a:pt x="1029970" y="2364009"/>
                </a:lnTo>
                <a:lnTo>
                  <a:pt x="1023938" y="2383371"/>
                </a:lnTo>
                <a:lnTo>
                  <a:pt x="1017588" y="2403368"/>
                </a:lnTo>
                <a:lnTo>
                  <a:pt x="1010603" y="2423683"/>
                </a:lnTo>
                <a:lnTo>
                  <a:pt x="1003618" y="2443681"/>
                </a:lnTo>
                <a:lnTo>
                  <a:pt x="996315" y="2464313"/>
                </a:lnTo>
                <a:lnTo>
                  <a:pt x="988378" y="2484945"/>
                </a:lnTo>
                <a:lnTo>
                  <a:pt x="980440" y="2505260"/>
                </a:lnTo>
                <a:lnTo>
                  <a:pt x="971868" y="2526209"/>
                </a:lnTo>
                <a:lnTo>
                  <a:pt x="959168" y="2556047"/>
                </a:lnTo>
                <a:lnTo>
                  <a:pt x="945833" y="2585567"/>
                </a:lnTo>
                <a:lnTo>
                  <a:pt x="931545" y="2615087"/>
                </a:lnTo>
                <a:lnTo>
                  <a:pt x="923925" y="2629688"/>
                </a:lnTo>
                <a:lnTo>
                  <a:pt x="916305" y="2644607"/>
                </a:lnTo>
                <a:lnTo>
                  <a:pt x="908685" y="2659208"/>
                </a:lnTo>
                <a:lnTo>
                  <a:pt x="900430" y="2673809"/>
                </a:lnTo>
                <a:lnTo>
                  <a:pt x="892175" y="2688728"/>
                </a:lnTo>
                <a:lnTo>
                  <a:pt x="883285" y="2703329"/>
                </a:lnTo>
                <a:lnTo>
                  <a:pt x="874713" y="2717930"/>
                </a:lnTo>
                <a:lnTo>
                  <a:pt x="865505" y="2732531"/>
                </a:lnTo>
                <a:lnTo>
                  <a:pt x="856298" y="2747133"/>
                </a:lnTo>
                <a:lnTo>
                  <a:pt x="846773" y="2761417"/>
                </a:lnTo>
                <a:lnTo>
                  <a:pt x="836930" y="2776018"/>
                </a:lnTo>
                <a:lnTo>
                  <a:pt x="826770" y="2790302"/>
                </a:lnTo>
                <a:lnTo>
                  <a:pt x="816928" y="2804585"/>
                </a:lnTo>
                <a:lnTo>
                  <a:pt x="806450" y="2818869"/>
                </a:lnTo>
                <a:lnTo>
                  <a:pt x="795655" y="2833471"/>
                </a:lnTo>
                <a:lnTo>
                  <a:pt x="784860" y="2847754"/>
                </a:lnTo>
                <a:lnTo>
                  <a:pt x="773748" y="2861403"/>
                </a:lnTo>
                <a:lnTo>
                  <a:pt x="762000" y="2875370"/>
                </a:lnTo>
                <a:lnTo>
                  <a:pt x="750570" y="2889336"/>
                </a:lnTo>
                <a:lnTo>
                  <a:pt x="738505" y="2903303"/>
                </a:lnTo>
                <a:lnTo>
                  <a:pt x="726123" y="2916952"/>
                </a:lnTo>
                <a:lnTo>
                  <a:pt x="714058" y="2930601"/>
                </a:lnTo>
                <a:lnTo>
                  <a:pt x="701358" y="2944250"/>
                </a:lnTo>
                <a:lnTo>
                  <a:pt x="688340" y="2957581"/>
                </a:lnTo>
                <a:lnTo>
                  <a:pt x="675005" y="2970913"/>
                </a:lnTo>
                <a:lnTo>
                  <a:pt x="661670" y="2984244"/>
                </a:lnTo>
                <a:lnTo>
                  <a:pt x="645795" y="2999163"/>
                </a:lnTo>
                <a:lnTo>
                  <a:pt x="629920" y="3014082"/>
                </a:lnTo>
                <a:lnTo>
                  <a:pt x="613410" y="3028683"/>
                </a:lnTo>
                <a:lnTo>
                  <a:pt x="596583" y="3043284"/>
                </a:lnTo>
                <a:lnTo>
                  <a:pt x="579438" y="3057568"/>
                </a:lnTo>
                <a:lnTo>
                  <a:pt x="561658" y="3071852"/>
                </a:lnTo>
                <a:lnTo>
                  <a:pt x="543878" y="3085819"/>
                </a:lnTo>
                <a:lnTo>
                  <a:pt x="525463" y="3099468"/>
                </a:lnTo>
                <a:lnTo>
                  <a:pt x="507048" y="3113117"/>
                </a:lnTo>
                <a:lnTo>
                  <a:pt x="487998" y="3126448"/>
                </a:lnTo>
                <a:lnTo>
                  <a:pt x="468630" y="3139780"/>
                </a:lnTo>
                <a:lnTo>
                  <a:pt x="449263" y="3152476"/>
                </a:lnTo>
                <a:lnTo>
                  <a:pt x="428943" y="3165173"/>
                </a:lnTo>
                <a:lnTo>
                  <a:pt x="408305" y="3177870"/>
                </a:lnTo>
                <a:lnTo>
                  <a:pt x="387350" y="3189932"/>
                </a:lnTo>
                <a:lnTo>
                  <a:pt x="366078" y="3201676"/>
                </a:lnTo>
                <a:lnTo>
                  <a:pt x="356553" y="3206755"/>
                </a:lnTo>
                <a:lnTo>
                  <a:pt x="346710" y="3211199"/>
                </a:lnTo>
                <a:lnTo>
                  <a:pt x="336867" y="3214690"/>
                </a:lnTo>
                <a:lnTo>
                  <a:pt x="327025" y="3218182"/>
                </a:lnTo>
                <a:lnTo>
                  <a:pt x="320357" y="3219769"/>
                </a:lnTo>
                <a:lnTo>
                  <a:pt x="314007" y="3221356"/>
                </a:lnTo>
                <a:lnTo>
                  <a:pt x="307340" y="3222626"/>
                </a:lnTo>
                <a:lnTo>
                  <a:pt x="300990" y="3223578"/>
                </a:lnTo>
                <a:lnTo>
                  <a:pt x="294322" y="3224530"/>
                </a:lnTo>
                <a:lnTo>
                  <a:pt x="287655" y="3225483"/>
                </a:lnTo>
                <a:lnTo>
                  <a:pt x="280987" y="3225800"/>
                </a:lnTo>
                <a:lnTo>
                  <a:pt x="274637" y="3225800"/>
                </a:lnTo>
                <a:lnTo>
                  <a:pt x="268287" y="3225800"/>
                </a:lnTo>
                <a:lnTo>
                  <a:pt x="262255" y="3225483"/>
                </a:lnTo>
                <a:lnTo>
                  <a:pt x="256222" y="3224530"/>
                </a:lnTo>
                <a:lnTo>
                  <a:pt x="249872" y="3223896"/>
                </a:lnTo>
                <a:lnTo>
                  <a:pt x="243840" y="3222943"/>
                </a:lnTo>
                <a:lnTo>
                  <a:pt x="237490" y="3221991"/>
                </a:lnTo>
                <a:lnTo>
                  <a:pt x="231457" y="3220721"/>
                </a:lnTo>
                <a:lnTo>
                  <a:pt x="225742" y="3219452"/>
                </a:lnTo>
                <a:lnTo>
                  <a:pt x="219710" y="3217547"/>
                </a:lnTo>
                <a:lnTo>
                  <a:pt x="213677" y="3215643"/>
                </a:lnTo>
                <a:lnTo>
                  <a:pt x="207962" y="3213738"/>
                </a:lnTo>
                <a:lnTo>
                  <a:pt x="201930" y="3211516"/>
                </a:lnTo>
                <a:lnTo>
                  <a:pt x="196215" y="3208660"/>
                </a:lnTo>
                <a:lnTo>
                  <a:pt x="190817" y="3206120"/>
                </a:lnTo>
                <a:lnTo>
                  <a:pt x="185420" y="3203263"/>
                </a:lnTo>
                <a:lnTo>
                  <a:pt x="179705" y="3200407"/>
                </a:lnTo>
                <a:lnTo>
                  <a:pt x="174307" y="3197232"/>
                </a:lnTo>
                <a:lnTo>
                  <a:pt x="169227" y="3193741"/>
                </a:lnTo>
                <a:lnTo>
                  <a:pt x="164147" y="3190249"/>
                </a:lnTo>
                <a:lnTo>
                  <a:pt x="159067" y="3186440"/>
                </a:lnTo>
                <a:lnTo>
                  <a:pt x="154305" y="3182631"/>
                </a:lnTo>
                <a:lnTo>
                  <a:pt x="149225" y="3178505"/>
                </a:lnTo>
                <a:lnTo>
                  <a:pt x="144462" y="3174061"/>
                </a:lnTo>
                <a:lnTo>
                  <a:pt x="140335" y="3169934"/>
                </a:lnTo>
                <a:lnTo>
                  <a:pt x="135572" y="3165173"/>
                </a:lnTo>
                <a:lnTo>
                  <a:pt x="131445" y="3160094"/>
                </a:lnTo>
                <a:lnTo>
                  <a:pt x="127317" y="3155651"/>
                </a:lnTo>
                <a:lnTo>
                  <a:pt x="123190" y="3150255"/>
                </a:lnTo>
                <a:lnTo>
                  <a:pt x="119697" y="3144858"/>
                </a:lnTo>
                <a:lnTo>
                  <a:pt x="115887" y="3139780"/>
                </a:lnTo>
                <a:lnTo>
                  <a:pt x="112395" y="3134066"/>
                </a:lnTo>
                <a:lnTo>
                  <a:pt x="108902" y="3128353"/>
                </a:lnTo>
                <a:lnTo>
                  <a:pt x="104457" y="3119782"/>
                </a:lnTo>
                <a:lnTo>
                  <a:pt x="100330" y="3110577"/>
                </a:lnTo>
                <a:lnTo>
                  <a:pt x="97155" y="3102007"/>
                </a:lnTo>
                <a:lnTo>
                  <a:pt x="93662" y="3093119"/>
                </a:lnTo>
                <a:lnTo>
                  <a:pt x="91440" y="3084231"/>
                </a:lnTo>
                <a:lnTo>
                  <a:pt x="88900" y="3074709"/>
                </a:lnTo>
                <a:lnTo>
                  <a:pt x="87312" y="3065821"/>
                </a:lnTo>
                <a:lnTo>
                  <a:pt x="86360" y="3056616"/>
                </a:lnTo>
                <a:lnTo>
                  <a:pt x="85407" y="3047728"/>
                </a:lnTo>
                <a:lnTo>
                  <a:pt x="85090" y="3038206"/>
                </a:lnTo>
                <a:lnTo>
                  <a:pt x="85407" y="3029001"/>
                </a:lnTo>
                <a:lnTo>
                  <a:pt x="86042" y="3020113"/>
                </a:lnTo>
                <a:lnTo>
                  <a:pt x="86995" y="3010908"/>
                </a:lnTo>
                <a:lnTo>
                  <a:pt x="88265" y="3002020"/>
                </a:lnTo>
                <a:lnTo>
                  <a:pt x="90487" y="2993132"/>
                </a:lnTo>
                <a:lnTo>
                  <a:pt x="92710" y="2984562"/>
                </a:lnTo>
                <a:lnTo>
                  <a:pt x="95250" y="2975992"/>
                </a:lnTo>
                <a:lnTo>
                  <a:pt x="98425" y="2967104"/>
                </a:lnTo>
                <a:lnTo>
                  <a:pt x="101917" y="2958851"/>
                </a:lnTo>
                <a:lnTo>
                  <a:pt x="106045" y="2950598"/>
                </a:lnTo>
                <a:lnTo>
                  <a:pt x="110172" y="2942663"/>
                </a:lnTo>
                <a:lnTo>
                  <a:pt x="114935" y="2934727"/>
                </a:lnTo>
                <a:lnTo>
                  <a:pt x="120015" y="2927109"/>
                </a:lnTo>
                <a:lnTo>
                  <a:pt x="125730" y="2919808"/>
                </a:lnTo>
                <a:lnTo>
                  <a:pt x="131127" y="2912825"/>
                </a:lnTo>
                <a:lnTo>
                  <a:pt x="137477" y="2905842"/>
                </a:lnTo>
                <a:lnTo>
                  <a:pt x="144145" y="2899176"/>
                </a:lnTo>
                <a:lnTo>
                  <a:pt x="151130" y="2892828"/>
                </a:lnTo>
                <a:lnTo>
                  <a:pt x="158432" y="2886797"/>
                </a:lnTo>
                <a:lnTo>
                  <a:pt x="166052" y="2881083"/>
                </a:lnTo>
                <a:lnTo>
                  <a:pt x="174307" y="2875687"/>
                </a:lnTo>
                <a:lnTo>
                  <a:pt x="182880" y="2870926"/>
                </a:lnTo>
                <a:lnTo>
                  <a:pt x="198755" y="2862038"/>
                </a:lnTo>
                <a:lnTo>
                  <a:pt x="214312" y="2852516"/>
                </a:lnTo>
                <a:lnTo>
                  <a:pt x="229870" y="2843311"/>
                </a:lnTo>
                <a:lnTo>
                  <a:pt x="244792" y="2833788"/>
                </a:lnTo>
                <a:lnTo>
                  <a:pt x="259397" y="2823948"/>
                </a:lnTo>
                <a:lnTo>
                  <a:pt x="273685" y="2814425"/>
                </a:lnTo>
                <a:lnTo>
                  <a:pt x="287972" y="2804268"/>
                </a:lnTo>
                <a:lnTo>
                  <a:pt x="301625" y="2794111"/>
                </a:lnTo>
                <a:lnTo>
                  <a:pt x="316547" y="2783001"/>
                </a:lnTo>
                <a:lnTo>
                  <a:pt x="331152" y="2771574"/>
                </a:lnTo>
                <a:lnTo>
                  <a:pt x="345123" y="2760147"/>
                </a:lnTo>
                <a:lnTo>
                  <a:pt x="359093" y="2748720"/>
                </a:lnTo>
                <a:lnTo>
                  <a:pt x="372428" y="2736658"/>
                </a:lnTo>
                <a:lnTo>
                  <a:pt x="385445" y="2724913"/>
                </a:lnTo>
                <a:lnTo>
                  <a:pt x="398463" y="2712852"/>
                </a:lnTo>
                <a:lnTo>
                  <a:pt x="410528" y="2700790"/>
                </a:lnTo>
                <a:lnTo>
                  <a:pt x="422593" y="2688410"/>
                </a:lnTo>
                <a:lnTo>
                  <a:pt x="434658" y="2676031"/>
                </a:lnTo>
                <a:lnTo>
                  <a:pt x="445770" y="2663652"/>
                </a:lnTo>
                <a:lnTo>
                  <a:pt x="457200" y="2650955"/>
                </a:lnTo>
                <a:lnTo>
                  <a:pt x="467678" y="2638258"/>
                </a:lnTo>
                <a:lnTo>
                  <a:pt x="478473" y="2625244"/>
                </a:lnTo>
                <a:lnTo>
                  <a:pt x="488315" y="2612230"/>
                </a:lnTo>
                <a:lnTo>
                  <a:pt x="498475" y="2599533"/>
                </a:lnTo>
                <a:lnTo>
                  <a:pt x="508000" y="2586519"/>
                </a:lnTo>
                <a:lnTo>
                  <a:pt x="517525" y="2573187"/>
                </a:lnTo>
                <a:lnTo>
                  <a:pt x="526733" y="2559856"/>
                </a:lnTo>
                <a:lnTo>
                  <a:pt x="535623" y="2546524"/>
                </a:lnTo>
                <a:lnTo>
                  <a:pt x="543878" y="2532875"/>
                </a:lnTo>
                <a:lnTo>
                  <a:pt x="552133" y="2519544"/>
                </a:lnTo>
                <a:lnTo>
                  <a:pt x="560388" y="2506212"/>
                </a:lnTo>
                <a:lnTo>
                  <a:pt x="568008" y="2492246"/>
                </a:lnTo>
                <a:lnTo>
                  <a:pt x="575628" y="2478597"/>
                </a:lnTo>
                <a:lnTo>
                  <a:pt x="582930" y="2464948"/>
                </a:lnTo>
                <a:lnTo>
                  <a:pt x="589915" y="2450981"/>
                </a:lnTo>
                <a:lnTo>
                  <a:pt x="596900" y="2437015"/>
                </a:lnTo>
                <a:lnTo>
                  <a:pt x="603568" y="2423048"/>
                </a:lnTo>
                <a:lnTo>
                  <a:pt x="610235" y="2409082"/>
                </a:lnTo>
                <a:lnTo>
                  <a:pt x="616585" y="2394798"/>
                </a:lnTo>
                <a:lnTo>
                  <a:pt x="622618" y="2380832"/>
                </a:lnTo>
                <a:lnTo>
                  <a:pt x="633413" y="2353851"/>
                </a:lnTo>
                <a:lnTo>
                  <a:pt x="643573" y="2327188"/>
                </a:lnTo>
                <a:lnTo>
                  <a:pt x="653098" y="2301160"/>
                </a:lnTo>
                <a:lnTo>
                  <a:pt x="661670" y="2275449"/>
                </a:lnTo>
                <a:lnTo>
                  <a:pt x="668020" y="2255451"/>
                </a:lnTo>
                <a:lnTo>
                  <a:pt x="673735" y="2236089"/>
                </a:lnTo>
                <a:lnTo>
                  <a:pt x="679450" y="2216409"/>
                </a:lnTo>
                <a:lnTo>
                  <a:pt x="684530" y="2197046"/>
                </a:lnTo>
                <a:lnTo>
                  <a:pt x="688975" y="2177684"/>
                </a:lnTo>
                <a:lnTo>
                  <a:pt x="693103" y="2158956"/>
                </a:lnTo>
                <a:lnTo>
                  <a:pt x="696913" y="2139911"/>
                </a:lnTo>
                <a:lnTo>
                  <a:pt x="700723" y="2121501"/>
                </a:lnTo>
                <a:lnTo>
                  <a:pt x="703580" y="2102456"/>
                </a:lnTo>
                <a:lnTo>
                  <a:pt x="706755" y="2083728"/>
                </a:lnTo>
                <a:lnTo>
                  <a:pt x="709295" y="2065318"/>
                </a:lnTo>
                <a:lnTo>
                  <a:pt x="711200" y="2046907"/>
                </a:lnTo>
                <a:lnTo>
                  <a:pt x="713423" y="2028180"/>
                </a:lnTo>
                <a:lnTo>
                  <a:pt x="715010" y="2009770"/>
                </a:lnTo>
                <a:lnTo>
                  <a:pt x="716280" y="1991359"/>
                </a:lnTo>
                <a:lnTo>
                  <a:pt x="717550" y="1972949"/>
                </a:lnTo>
                <a:lnTo>
                  <a:pt x="661670" y="1972949"/>
                </a:lnTo>
                <a:lnTo>
                  <a:pt x="661670" y="2005960"/>
                </a:lnTo>
                <a:lnTo>
                  <a:pt x="661670" y="2083093"/>
                </a:lnTo>
                <a:lnTo>
                  <a:pt x="661670" y="2166892"/>
                </a:lnTo>
                <a:lnTo>
                  <a:pt x="656273" y="2190063"/>
                </a:lnTo>
                <a:lnTo>
                  <a:pt x="649923" y="2214504"/>
                </a:lnTo>
                <a:lnTo>
                  <a:pt x="642938" y="2238628"/>
                </a:lnTo>
                <a:lnTo>
                  <a:pt x="635000" y="2264022"/>
                </a:lnTo>
                <a:lnTo>
                  <a:pt x="626110" y="2289098"/>
                </a:lnTo>
                <a:lnTo>
                  <a:pt x="616903" y="2315444"/>
                </a:lnTo>
                <a:lnTo>
                  <a:pt x="607060" y="2342424"/>
                </a:lnTo>
                <a:lnTo>
                  <a:pt x="595630" y="2369405"/>
                </a:lnTo>
                <a:lnTo>
                  <a:pt x="589280" y="2384006"/>
                </a:lnTo>
                <a:lnTo>
                  <a:pt x="582613" y="2398607"/>
                </a:lnTo>
                <a:lnTo>
                  <a:pt x="575945" y="2413526"/>
                </a:lnTo>
                <a:lnTo>
                  <a:pt x="568960" y="2427810"/>
                </a:lnTo>
                <a:lnTo>
                  <a:pt x="562293" y="2441459"/>
                </a:lnTo>
                <a:lnTo>
                  <a:pt x="554673" y="2455425"/>
                </a:lnTo>
                <a:lnTo>
                  <a:pt x="547370" y="2469074"/>
                </a:lnTo>
                <a:lnTo>
                  <a:pt x="539750" y="2482723"/>
                </a:lnTo>
                <a:lnTo>
                  <a:pt x="531813" y="2496372"/>
                </a:lnTo>
                <a:lnTo>
                  <a:pt x="523875" y="2509386"/>
                </a:lnTo>
                <a:lnTo>
                  <a:pt x="515938" y="2522718"/>
                </a:lnTo>
                <a:lnTo>
                  <a:pt x="507683" y="2535415"/>
                </a:lnTo>
                <a:lnTo>
                  <a:pt x="499110" y="2547794"/>
                </a:lnTo>
                <a:lnTo>
                  <a:pt x="490220" y="2560491"/>
                </a:lnTo>
                <a:lnTo>
                  <a:pt x="481330" y="2572870"/>
                </a:lnTo>
                <a:lnTo>
                  <a:pt x="472440" y="2585249"/>
                </a:lnTo>
                <a:lnTo>
                  <a:pt x="463233" y="2596994"/>
                </a:lnTo>
                <a:lnTo>
                  <a:pt x="453708" y="2609056"/>
                </a:lnTo>
                <a:lnTo>
                  <a:pt x="444183" y="2620800"/>
                </a:lnTo>
                <a:lnTo>
                  <a:pt x="434340" y="2631910"/>
                </a:lnTo>
                <a:lnTo>
                  <a:pt x="424180" y="2643654"/>
                </a:lnTo>
                <a:lnTo>
                  <a:pt x="414020" y="2654447"/>
                </a:lnTo>
                <a:lnTo>
                  <a:pt x="403543" y="2665556"/>
                </a:lnTo>
                <a:lnTo>
                  <a:pt x="393065" y="2676348"/>
                </a:lnTo>
                <a:lnTo>
                  <a:pt x="382270" y="2687141"/>
                </a:lnTo>
                <a:lnTo>
                  <a:pt x="371475" y="2697615"/>
                </a:lnTo>
                <a:lnTo>
                  <a:pt x="360363" y="2708090"/>
                </a:lnTo>
                <a:lnTo>
                  <a:pt x="348933" y="2718248"/>
                </a:lnTo>
                <a:lnTo>
                  <a:pt x="337502" y="2728405"/>
                </a:lnTo>
                <a:lnTo>
                  <a:pt x="326072" y="2738245"/>
                </a:lnTo>
                <a:lnTo>
                  <a:pt x="314007" y="2748085"/>
                </a:lnTo>
                <a:lnTo>
                  <a:pt x="301625" y="2757608"/>
                </a:lnTo>
                <a:lnTo>
                  <a:pt x="301625" y="2053891"/>
                </a:lnTo>
                <a:lnTo>
                  <a:pt x="301625" y="2025006"/>
                </a:lnTo>
                <a:lnTo>
                  <a:pt x="301625" y="1944064"/>
                </a:lnTo>
                <a:lnTo>
                  <a:pt x="301625" y="1860583"/>
                </a:lnTo>
                <a:lnTo>
                  <a:pt x="301625" y="1584746"/>
                </a:lnTo>
                <a:lnTo>
                  <a:pt x="301625" y="1506344"/>
                </a:lnTo>
                <a:lnTo>
                  <a:pt x="301625" y="1268280"/>
                </a:lnTo>
                <a:lnTo>
                  <a:pt x="301625" y="1249870"/>
                </a:lnTo>
                <a:lnTo>
                  <a:pt x="301625" y="1020376"/>
                </a:lnTo>
                <a:lnTo>
                  <a:pt x="295910" y="1024502"/>
                </a:lnTo>
                <a:lnTo>
                  <a:pt x="290512" y="1029264"/>
                </a:lnTo>
                <a:lnTo>
                  <a:pt x="285115" y="1034342"/>
                </a:lnTo>
                <a:lnTo>
                  <a:pt x="279717" y="1039739"/>
                </a:lnTo>
                <a:lnTo>
                  <a:pt x="274637" y="1045452"/>
                </a:lnTo>
                <a:lnTo>
                  <a:pt x="269875" y="1051800"/>
                </a:lnTo>
                <a:lnTo>
                  <a:pt x="265112" y="1058784"/>
                </a:lnTo>
                <a:lnTo>
                  <a:pt x="260350" y="1066402"/>
                </a:lnTo>
                <a:lnTo>
                  <a:pt x="257810" y="1071480"/>
                </a:lnTo>
                <a:lnTo>
                  <a:pt x="255270" y="1076876"/>
                </a:lnTo>
                <a:lnTo>
                  <a:pt x="252412" y="1082590"/>
                </a:lnTo>
                <a:lnTo>
                  <a:pt x="250190" y="1088304"/>
                </a:lnTo>
                <a:lnTo>
                  <a:pt x="247967" y="1094652"/>
                </a:lnTo>
                <a:lnTo>
                  <a:pt x="245427" y="1101635"/>
                </a:lnTo>
                <a:lnTo>
                  <a:pt x="243205" y="1108618"/>
                </a:lnTo>
                <a:lnTo>
                  <a:pt x="241300" y="1116236"/>
                </a:lnTo>
                <a:lnTo>
                  <a:pt x="239395" y="1124807"/>
                </a:lnTo>
                <a:lnTo>
                  <a:pt x="237807" y="1133060"/>
                </a:lnTo>
                <a:lnTo>
                  <a:pt x="236537" y="1142265"/>
                </a:lnTo>
                <a:lnTo>
                  <a:pt x="235267" y="1151470"/>
                </a:lnTo>
                <a:lnTo>
                  <a:pt x="234315" y="1161945"/>
                </a:lnTo>
                <a:lnTo>
                  <a:pt x="233680" y="1172102"/>
                </a:lnTo>
                <a:lnTo>
                  <a:pt x="233362" y="1183529"/>
                </a:lnTo>
                <a:lnTo>
                  <a:pt x="233045" y="1194956"/>
                </a:lnTo>
                <a:lnTo>
                  <a:pt x="233045" y="1205748"/>
                </a:lnTo>
                <a:lnTo>
                  <a:pt x="233362" y="1216858"/>
                </a:lnTo>
                <a:lnTo>
                  <a:pt x="233997" y="1228603"/>
                </a:lnTo>
                <a:lnTo>
                  <a:pt x="234950" y="1240664"/>
                </a:lnTo>
                <a:lnTo>
                  <a:pt x="236220" y="1253044"/>
                </a:lnTo>
                <a:lnTo>
                  <a:pt x="237490" y="1265740"/>
                </a:lnTo>
                <a:lnTo>
                  <a:pt x="239395" y="1279072"/>
                </a:lnTo>
                <a:lnTo>
                  <a:pt x="241935" y="1293038"/>
                </a:lnTo>
                <a:lnTo>
                  <a:pt x="244157" y="1307322"/>
                </a:lnTo>
                <a:lnTo>
                  <a:pt x="247332" y="1322241"/>
                </a:lnTo>
                <a:lnTo>
                  <a:pt x="250507" y="1337477"/>
                </a:lnTo>
                <a:lnTo>
                  <a:pt x="254000" y="1353348"/>
                </a:lnTo>
                <a:lnTo>
                  <a:pt x="258127" y="1369536"/>
                </a:lnTo>
                <a:lnTo>
                  <a:pt x="262572" y="1386042"/>
                </a:lnTo>
                <a:lnTo>
                  <a:pt x="267335" y="1403500"/>
                </a:lnTo>
                <a:lnTo>
                  <a:pt x="272732" y="1420958"/>
                </a:lnTo>
                <a:lnTo>
                  <a:pt x="272732" y="1935494"/>
                </a:lnTo>
                <a:lnTo>
                  <a:pt x="264160" y="1931367"/>
                </a:lnTo>
                <a:lnTo>
                  <a:pt x="255905" y="1926288"/>
                </a:lnTo>
                <a:lnTo>
                  <a:pt x="251777" y="1923749"/>
                </a:lnTo>
                <a:lnTo>
                  <a:pt x="247967" y="1920575"/>
                </a:lnTo>
                <a:lnTo>
                  <a:pt x="244157" y="1917718"/>
                </a:lnTo>
                <a:lnTo>
                  <a:pt x="240665" y="1914227"/>
                </a:lnTo>
                <a:lnTo>
                  <a:pt x="237172" y="1911052"/>
                </a:lnTo>
                <a:lnTo>
                  <a:pt x="233680" y="1907243"/>
                </a:lnTo>
                <a:lnTo>
                  <a:pt x="230505" y="1903752"/>
                </a:lnTo>
                <a:lnTo>
                  <a:pt x="227330" y="1899943"/>
                </a:lnTo>
                <a:lnTo>
                  <a:pt x="224155" y="1895816"/>
                </a:lnTo>
                <a:lnTo>
                  <a:pt x="221615" y="1891690"/>
                </a:lnTo>
                <a:lnTo>
                  <a:pt x="219075" y="1887563"/>
                </a:lnTo>
                <a:lnTo>
                  <a:pt x="216535" y="1882802"/>
                </a:lnTo>
                <a:lnTo>
                  <a:pt x="202247" y="1854869"/>
                </a:lnTo>
                <a:lnTo>
                  <a:pt x="188277" y="1827254"/>
                </a:lnTo>
                <a:lnTo>
                  <a:pt x="174942" y="1800273"/>
                </a:lnTo>
                <a:lnTo>
                  <a:pt x="162560" y="1773928"/>
                </a:lnTo>
                <a:lnTo>
                  <a:pt x="150495" y="1747899"/>
                </a:lnTo>
                <a:lnTo>
                  <a:pt x="138747" y="1722188"/>
                </a:lnTo>
                <a:lnTo>
                  <a:pt x="127635" y="1697112"/>
                </a:lnTo>
                <a:lnTo>
                  <a:pt x="116840" y="1672354"/>
                </a:lnTo>
                <a:lnTo>
                  <a:pt x="106997" y="1648230"/>
                </a:lnTo>
                <a:lnTo>
                  <a:pt x="97472" y="1624423"/>
                </a:lnTo>
                <a:lnTo>
                  <a:pt x="88265" y="1600934"/>
                </a:lnTo>
                <a:lnTo>
                  <a:pt x="79692" y="1578080"/>
                </a:lnTo>
                <a:lnTo>
                  <a:pt x="71755" y="1555544"/>
                </a:lnTo>
                <a:lnTo>
                  <a:pt x="64135" y="1533324"/>
                </a:lnTo>
                <a:lnTo>
                  <a:pt x="56832" y="1511422"/>
                </a:lnTo>
                <a:lnTo>
                  <a:pt x="50165" y="1490155"/>
                </a:lnTo>
                <a:lnTo>
                  <a:pt x="43815" y="1469206"/>
                </a:lnTo>
                <a:lnTo>
                  <a:pt x="38100" y="1448256"/>
                </a:lnTo>
                <a:lnTo>
                  <a:pt x="32702" y="1427941"/>
                </a:lnTo>
                <a:lnTo>
                  <a:pt x="27940" y="1407944"/>
                </a:lnTo>
                <a:lnTo>
                  <a:pt x="23177" y="1388899"/>
                </a:lnTo>
                <a:lnTo>
                  <a:pt x="19367" y="1369536"/>
                </a:lnTo>
                <a:lnTo>
                  <a:pt x="15557" y="1350491"/>
                </a:lnTo>
                <a:lnTo>
                  <a:pt x="12382" y="1332081"/>
                </a:lnTo>
                <a:lnTo>
                  <a:pt x="9207" y="1313988"/>
                </a:lnTo>
                <a:lnTo>
                  <a:pt x="6985" y="1296213"/>
                </a:lnTo>
                <a:lnTo>
                  <a:pt x="5080" y="1278437"/>
                </a:lnTo>
                <a:lnTo>
                  <a:pt x="2857" y="1261297"/>
                </a:lnTo>
                <a:lnTo>
                  <a:pt x="1587" y="1244156"/>
                </a:lnTo>
                <a:lnTo>
                  <a:pt x="952" y="1227650"/>
                </a:lnTo>
                <a:lnTo>
                  <a:pt x="317" y="1211462"/>
                </a:lnTo>
                <a:lnTo>
                  <a:pt x="0" y="1194956"/>
                </a:lnTo>
                <a:lnTo>
                  <a:pt x="317" y="1177181"/>
                </a:lnTo>
                <a:lnTo>
                  <a:pt x="952" y="1159405"/>
                </a:lnTo>
                <a:lnTo>
                  <a:pt x="1905" y="1142265"/>
                </a:lnTo>
                <a:lnTo>
                  <a:pt x="3810" y="1125759"/>
                </a:lnTo>
                <a:lnTo>
                  <a:pt x="6032" y="1108936"/>
                </a:lnTo>
                <a:lnTo>
                  <a:pt x="8572" y="1092747"/>
                </a:lnTo>
                <a:lnTo>
                  <a:pt x="11747" y="1077194"/>
                </a:lnTo>
                <a:lnTo>
                  <a:pt x="14922" y="1061640"/>
                </a:lnTo>
                <a:lnTo>
                  <a:pt x="19050" y="1046722"/>
                </a:lnTo>
                <a:lnTo>
                  <a:pt x="23177" y="1031803"/>
                </a:lnTo>
                <a:lnTo>
                  <a:pt x="27940" y="1017519"/>
                </a:lnTo>
                <a:lnTo>
                  <a:pt x="33337" y="1003870"/>
                </a:lnTo>
                <a:lnTo>
                  <a:pt x="38417" y="990221"/>
                </a:lnTo>
                <a:lnTo>
                  <a:pt x="44450" y="977207"/>
                </a:lnTo>
                <a:lnTo>
                  <a:pt x="50800" y="964510"/>
                </a:lnTo>
                <a:lnTo>
                  <a:pt x="57467" y="951814"/>
                </a:lnTo>
                <a:lnTo>
                  <a:pt x="64452" y="940387"/>
                </a:lnTo>
                <a:lnTo>
                  <a:pt x="71755" y="928642"/>
                </a:lnTo>
                <a:lnTo>
                  <a:pt x="79375" y="917532"/>
                </a:lnTo>
                <a:lnTo>
                  <a:pt x="87312" y="907058"/>
                </a:lnTo>
                <a:lnTo>
                  <a:pt x="95250" y="896900"/>
                </a:lnTo>
                <a:lnTo>
                  <a:pt x="103505" y="887060"/>
                </a:lnTo>
                <a:lnTo>
                  <a:pt x="112395" y="877855"/>
                </a:lnTo>
                <a:lnTo>
                  <a:pt x="120967" y="869285"/>
                </a:lnTo>
                <a:lnTo>
                  <a:pt x="129540" y="860397"/>
                </a:lnTo>
                <a:lnTo>
                  <a:pt x="138430" y="852462"/>
                </a:lnTo>
                <a:lnTo>
                  <a:pt x="147637" y="844844"/>
                </a:lnTo>
                <a:lnTo>
                  <a:pt x="156527" y="837860"/>
                </a:lnTo>
                <a:lnTo>
                  <a:pt x="165735" y="830877"/>
                </a:lnTo>
                <a:lnTo>
                  <a:pt x="174625" y="824529"/>
                </a:lnTo>
                <a:lnTo>
                  <a:pt x="184150" y="818815"/>
                </a:lnTo>
                <a:lnTo>
                  <a:pt x="193040" y="813419"/>
                </a:lnTo>
                <a:lnTo>
                  <a:pt x="201930" y="808023"/>
                </a:lnTo>
                <a:lnTo>
                  <a:pt x="210820" y="803262"/>
                </a:lnTo>
                <a:lnTo>
                  <a:pt x="220027" y="798818"/>
                </a:lnTo>
                <a:lnTo>
                  <a:pt x="228600" y="794691"/>
                </a:lnTo>
                <a:lnTo>
                  <a:pt x="237172" y="790882"/>
                </a:lnTo>
                <a:lnTo>
                  <a:pt x="245427" y="787073"/>
                </a:lnTo>
                <a:lnTo>
                  <a:pt x="262255" y="780408"/>
                </a:lnTo>
                <a:lnTo>
                  <a:pt x="278130" y="775011"/>
                </a:lnTo>
                <a:lnTo>
                  <a:pt x="293370" y="770568"/>
                </a:lnTo>
                <a:lnTo>
                  <a:pt x="307975" y="766759"/>
                </a:lnTo>
                <a:lnTo>
                  <a:pt x="321310" y="763584"/>
                </a:lnTo>
                <a:lnTo>
                  <a:pt x="334010" y="761045"/>
                </a:lnTo>
                <a:lnTo>
                  <a:pt x="345440" y="759458"/>
                </a:lnTo>
                <a:lnTo>
                  <a:pt x="355918" y="758188"/>
                </a:lnTo>
                <a:lnTo>
                  <a:pt x="365125" y="757236"/>
                </a:lnTo>
                <a:lnTo>
                  <a:pt x="379095" y="756284"/>
                </a:lnTo>
                <a:lnTo>
                  <a:pt x="387350" y="755966"/>
                </a:lnTo>
                <a:lnTo>
                  <a:pt x="394018" y="754697"/>
                </a:lnTo>
                <a:lnTo>
                  <a:pt x="400685" y="753110"/>
                </a:lnTo>
                <a:lnTo>
                  <a:pt x="407353" y="752475"/>
                </a:lnTo>
                <a:close/>
                <a:moveTo>
                  <a:pt x="686924" y="0"/>
                </a:moveTo>
                <a:lnTo>
                  <a:pt x="694850" y="0"/>
                </a:lnTo>
                <a:lnTo>
                  <a:pt x="703093" y="0"/>
                </a:lnTo>
                <a:lnTo>
                  <a:pt x="711019" y="317"/>
                </a:lnTo>
                <a:lnTo>
                  <a:pt x="718944" y="634"/>
                </a:lnTo>
                <a:lnTo>
                  <a:pt x="735113" y="2219"/>
                </a:lnTo>
                <a:lnTo>
                  <a:pt x="750965" y="4438"/>
                </a:lnTo>
                <a:lnTo>
                  <a:pt x="766500" y="7609"/>
                </a:lnTo>
                <a:lnTo>
                  <a:pt x="781718" y="11413"/>
                </a:lnTo>
                <a:lnTo>
                  <a:pt x="796936" y="16169"/>
                </a:lnTo>
                <a:lnTo>
                  <a:pt x="811837" y="21558"/>
                </a:lnTo>
                <a:lnTo>
                  <a:pt x="826103" y="27265"/>
                </a:lnTo>
                <a:lnTo>
                  <a:pt x="840370" y="33923"/>
                </a:lnTo>
                <a:lnTo>
                  <a:pt x="854320" y="41215"/>
                </a:lnTo>
                <a:lnTo>
                  <a:pt x="867952" y="49458"/>
                </a:lnTo>
                <a:lnTo>
                  <a:pt x="880951" y="58018"/>
                </a:lnTo>
                <a:lnTo>
                  <a:pt x="893950" y="66895"/>
                </a:lnTo>
                <a:lnTo>
                  <a:pt x="906314" y="76723"/>
                </a:lnTo>
                <a:lnTo>
                  <a:pt x="917728" y="87502"/>
                </a:lnTo>
                <a:lnTo>
                  <a:pt x="929141" y="98282"/>
                </a:lnTo>
                <a:lnTo>
                  <a:pt x="939920" y="109695"/>
                </a:lnTo>
                <a:lnTo>
                  <a:pt x="950382" y="122060"/>
                </a:lnTo>
                <a:lnTo>
                  <a:pt x="959894" y="134741"/>
                </a:lnTo>
                <a:lnTo>
                  <a:pt x="968771" y="147740"/>
                </a:lnTo>
                <a:lnTo>
                  <a:pt x="977331" y="161372"/>
                </a:lnTo>
                <a:lnTo>
                  <a:pt x="981135" y="168347"/>
                </a:lnTo>
                <a:lnTo>
                  <a:pt x="985257" y="175322"/>
                </a:lnTo>
                <a:lnTo>
                  <a:pt x="988744" y="182614"/>
                </a:lnTo>
                <a:lnTo>
                  <a:pt x="992549" y="189906"/>
                </a:lnTo>
                <a:lnTo>
                  <a:pt x="995719" y="197515"/>
                </a:lnTo>
                <a:lnTo>
                  <a:pt x="998889" y="204807"/>
                </a:lnTo>
                <a:lnTo>
                  <a:pt x="1001743" y="213050"/>
                </a:lnTo>
                <a:lnTo>
                  <a:pt x="1004279" y="220659"/>
                </a:lnTo>
                <a:lnTo>
                  <a:pt x="1007132" y="228584"/>
                </a:lnTo>
                <a:lnTo>
                  <a:pt x="1009352" y="236510"/>
                </a:lnTo>
                <a:lnTo>
                  <a:pt x="1011571" y="244436"/>
                </a:lnTo>
                <a:lnTo>
                  <a:pt x="1013790" y="252679"/>
                </a:lnTo>
                <a:lnTo>
                  <a:pt x="1015692" y="260922"/>
                </a:lnTo>
                <a:lnTo>
                  <a:pt x="1016961" y="269165"/>
                </a:lnTo>
                <a:lnTo>
                  <a:pt x="1018229" y="277408"/>
                </a:lnTo>
                <a:lnTo>
                  <a:pt x="1019814" y="285651"/>
                </a:lnTo>
                <a:lnTo>
                  <a:pt x="1020765" y="293894"/>
                </a:lnTo>
                <a:lnTo>
                  <a:pt x="1021399" y="302137"/>
                </a:lnTo>
                <a:lnTo>
                  <a:pt x="1022033" y="310063"/>
                </a:lnTo>
                <a:lnTo>
                  <a:pt x="1022350" y="318306"/>
                </a:lnTo>
                <a:lnTo>
                  <a:pt x="1022350" y="326232"/>
                </a:lnTo>
                <a:lnTo>
                  <a:pt x="1022350" y="334792"/>
                </a:lnTo>
                <a:lnTo>
                  <a:pt x="1022033" y="342718"/>
                </a:lnTo>
                <a:lnTo>
                  <a:pt x="1021399" y="350644"/>
                </a:lnTo>
                <a:lnTo>
                  <a:pt x="1020131" y="366813"/>
                </a:lnTo>
                <a:lnTo>
                  <a:pt x="1017595" y="382348"/>
                </a:lnTo>
                <a:lnTo>
                  <a:pt x="1014424" y="398200"/>
                </a:lnTo>
                <a:lnTo>
                  <a:pt x="1010620" y="413418"/>
                </a:lnTo>
                <a:lnTo>
                  <a:pt x="1006181" y="428636"/>
                </a:lnTo>
                <a:lnTo>
                  <a:pt x="1000792" y="443536"/>
                </a:lnTo>
                <a:lnTo>
                  <a:pt x="994768" y="458120"/>
                </a:lnTo>
                <a:lnTo>
                  <a:pt x="988110" y="472387"/>
                </a:lnTo>
                <a:lnTo>
                  <a:pt x="980818" y="486020"/>
                </a:lnTo>
                <a:lnTo>
                  <a:pt x="972892" y="499652"/>
                </a:lnTo>
                <a:lnTo>
                  <a:pt x="964332" y="512968"/>
                </a:lnTo>
                <a:lnTo>
                  <a:pt x="954821" y="525332"/>
                </a:lnTo>
                <a:lnTo>
                  <a:pt x="945310" y="537697"/>
                </a:lnTo>
                <a:lnTo>
                  <a:pt x="934848" y="549427"/>
                </a:lnTo>
                <a:lnTo>
                  <a:pt x="923751" y="560524"/>
                </a:lnTo>
                <a:lnTo>
                  <a:pt x="912021" y="571620"/>
                </a:lnTo>
                <a:lnTo>
                  <a:pt x="900290" y="581765"/>
                </a:lnTo>
                <a:lnTo>
                  <a:pt x="887609" y="591593"/>
                </a:lnTo>
                <a:lnTo>
                  <a:pt x="874293" y="600470"/>
                </a:lnTo>
                <a:lnTo>
                  <a:pt x="860661" y="609030"/>
                </a:lnTo>
                <a:lnTo>
                  <a:pt x="853686" y="613152"/>
                </a:lnTo>
                <a:lnTo>
                  <a:pt x="846711" y="616639"/>
                </a:lnTo>
                <a:lnTo>
                  <a:pt x="839419" y="620444"/>
                </a:lnTo>
                <a:lnTo>
                  <a:pt x="832127" y="623931"/>
                </a:lnTo>
                <a:lnTo>
                  <a:pt x="824518" y="627419"/>
                </a:lnTo>
                <a:lnTo>
                  <a:pt x="816909" y="630272"/>
                </a:lnTo>
                <a:lnTo>
                  <a:pt x="809300" y="633442"/>
                </a:lnTo>
                <a:lnTo>
                  <a:pt x="801691" y="636296"/>
                </a:lnTo>
                <a:lnTo>
                  <a:pt x="793766" y="638515"/>
                </a:lnTo>
                <a:lnTo>
                  <a:pt x="785840" y="641368"/>
                </a:lnTo>
                <a:lnTo>
                  <a:pt x="777597" y="643270"/>
                </a:lnTo>
                <a:lnTo>
                  <a:pt x="769671" y="645173"/>
                </a:lnTo>
                <a:lnTo>
                  <a:pt x="761111" y="647392"/>
                </a:lnTo>
                <a:lnTo>
                  <a:pt x="752868" y="648977"/>
                </a:lnTo>
                <a:lnTo>
                  <a:pt x="744625" y="650245"/>
                </a:lnTo>
                <a:lnTo>
                  <a:pt x="736382" y="651196"/>
                </a:lnTo>
                <a:lnTo>
                  <a:pt x="728456" y="652148"/>
                </a:lnTo>
                <a:lnTo>
                  <a:pt x="720213" y="652782"/>
                </a:lnTo>
                <a:lnTo>
                  <a:pt x="711653" y="653416"/>
                </a:lnTo>
                <a:lnTo>
                  <a:pt x="703727" y="654050"/>
                </a:lnTo>
                <a:lnTo>
                  <a:pt x="695484" y="654050"/>
                </a:lnTo>
                <a:lnTo>
                  <a:pt x="687558" y="654050"/>
                </a:lnTo>
                <a:lnTo>
                  <a:pt x="679315" y="653416"/>
                </a:lnTo>
                <a:lnTo>
                  <a:pt x="671389" y="653099"/>
                </a:lnTo>
                <a:lnTo>
                  <a:pt x="655537" y="651513"/>
                </a:lnTo>
                <a:lnTo>
                  <a:pt x="639685" y="649294"/>
                </a:lnTo>
                <a:lnTo>
                  <a:pt x="624150" y="646124"/>
                </a:lnTo>
                <a:lnTo>
                  <a:pt x="608615" y="642319"/>
                </a:lnTo>
                <a:lnTo>
                  <a:pt x="593714" y="637564"/>
                </a:lnTo>
                <a:lnTo>
                  <a:pt x="578814" y="632174"/>
                </a:lnTo>
                <a:lnTo>
                  <a:pt x="564230" y="626468"/>
                </a:lnTo>
                <a:lnTo>
                  <a:pt x="549963" y="619810"/>
                </a:lnTo>
                <a:lnTo>
                  <a:pt x="536013" y="612518"/>
                </a:lnTo>
                <a:lnTo>
                  <a:pt x="522698" y="604592"/>
                </a:lnTo>
                <a:lnTo>
                  <a:pt x="509382" y="595715"/>
                </a:lnTo>
                <a:lnTo>
                  <a:pt x="496701" y="586521"/>
                </a:lnTo>
                <a:lnTo>
                  <a:pt x="484653" y="577010"/>
                </a:lnTo>
                <a:lnTo>
                  <a:pt x="472606" y="566230"/>
                </a:lnTo>
                <a:lnTo>
                  <a:pt x="461192" y="555451"/>
                </a:lnTo>
                <a:lnTo>
                  <a:pt x="450730" y="544038"/>
                </a:lnTo>
                <a:lnTo>
                  <a:pt x="440268" y="531673"/>
                </a:lnTo>
                <a:lnTo>
                  <a:pt x="430757" y="519309"/>
                </a:lnTo>
                <a:lnTo>
                  <a:pt x="421563" y="505993"/>
                </a:lnTo>
                <a:lnTo>
                  <a:pt x="413320" y="492360"/>
                </a:lnTo>
                <a:lnTo>
                  <a:pt x="409198" y="485385"/>
                </a:lnTo>
                <a:lnTo>
                  <a:pt x="405394" y="478411"/>
                </a:lnTo>
                <a:lnTo>
                  <a:pt x="401589" y="471119"/>
                </a:lnTo>
                <a:lnTo>
                  <a:pt x="398419" y="463827"/>
                </a:lnTo>
                <a:lnTo>
                  <a:pt x="394931" y="456218"/>
                </a:lnTo>
                <a:lnTo>
                  <a:pt x="392078" y="448926"/>
                </a:lnTo>
                <a:lnTo>
                  <a:pt x="388908" y="441000"/>
                </a:lnTo>
                <a:lnTo>
                  <a:pt x="386054" y="433074"/>
                </a:lnTo>
                <a:lnTo>
                  <a:pt x="383518" y="425148"/>
                </a:lnTo>
                <a:lnTo>
                  <a:pt x="380982" y="417222"/>
                </a:lnTo>
                <a:lnTo>
                  <a:pt x="378762" y="409296"/>
                </a:lnTo>
                <a:lnTo>
                  <a:pt x="376860" y="401053"/>
                </a:lnTo>
                <a:lnTo>
                  <a:pt x="374958" y="392810"/>
                </a:lnTo>
                <a:lnTo>
                  <a:pt x="373373" y="384567"/>
                </a:lnTo>
                <a:lnTo>
                  <a:pt x="372105" y="376007"/>
                </a:lnTo>
                <a:lnTo>
                  <a:pt x="371153" y="368081"/>
                </a:lnTo>
                <a:lnTo>
                  <a:pt x="370202" y="359838"/>
                </a:lnTo>
                <a:lnTo>
                  <a:pt x="369251" y="351595"/>
                </a:lnTo>
                <a:lnTo>
                  <a:pt x="368617" y="343669"/>
                </a:lnTo>
                <a:lnTo>
                  <a:pt x="368300" y="335426"/>
                </a:lnTo>
                <a:lnTo>
                  <a:pt x="368300" y="327183"/>
                </a:lnTo>
                <a:lnTo>
                  <a:pt x="368300" y="318940"/>
                </a:lnTo>
                <a:lnTo>
                  <a:pt x="368617" y="311014"/>
                </a:lnTo>
                <a:lnTo>
                  <a:pt x="369251" y="303088"/>
                </a:lnTo>
                <a:lnTo>
                  <a:pt x="370836" y="286920"/>
                </a:lnTo>
                <a:lnTo>
                  <a:pt x="373056" y="271385"/>
                </a:lnTo>
                <a:lnTo>
                  <a:pt x="375909" y="255850"/>
                </a:lnTo>
                <a:lnTo>
                  <a:pt x="380031" y="240315"/>
                </a:lnTo>
                <a:lnTo>
                  <a:pt x="384469" y="225097"/>
                </a:lnTo>
                <a:lnTo>
                  <a:pt x="389542" y="210196"/>
                </a:lnTo>
                <a:lnTo>
                  <a:pt x="395565" y="195612"/>
                </a:lnTo>
                <a:lnTo>
                  <a:pt x="402223" y="181346"/>
                </a:lnTo>
                <a:lnTo>
                  <a:pt x="409832" y="167713"/>
                </a:lnTo>
                <a:lnTo>
                  <a:pt x="417758" y="154080"/>
                </a:lnTo>
                <a:lnTo>
                  <a:pt x="426001" y="140765"/>
                </a:lnTo>
                <a:lnTo>
                  <a:pt x="435512" y="128400"/>
                </a:lnTo>
                <a:lnTo>
                  <a:pt x="445340" y="116036"/>
                </a:lnTo>
                <a:lnTo>
                  <a:pt x="455803" y="104305"/>
                </a:lnTo>
                <a:lnTo>
                  <a:pt x="466582" y="93209"/>
                </a:lnTo>
                <a:lnTo>
                  <a:pt x="478312" y="82113"/>
                </a:lnTo>
                <a:lnTo>
                  <a:pt x="490360" y="71968"/>
                </a:lnTo>
                <a:lnTo>
                  <a:pt x="503041" y="62139"/>
                </a:lnTo>
                <a:lnTo>
                  <a:pt x="516040" y="53262"/>
                </a:lnTo>
                <a:lnTo>
                  <a:pt x="529673" y="44702"/>
                </a:lnTo>
                <a:lnTo>
                  <a:pt x="536647" y="40581"/>
                </a:lnTo>
                <a:lnTo>
                  <a:pt x="543939" y="37093"/>
                </a:lnTo>
                <a:lnTo>
                  <a:pt x="551231" y="33289"/>
                </a:lnTo>
                <a:lnTo>
                  <a:pt x="558523" y="29801"/>
                </a:lnTo>
                <a:lnTo>
                  <a:pt x="565815" y="26314"/>
                </a:lnTo>
                <a:lnTo>
                  <a:pt x="573424" y="23461"/>
                </a:lnTo>
                <a:lnTo>
                  <a:pt x="581033" y="20290"/>
                </a:lnTo>
                <a:lnTo>
                  <a:pt x="588959" y="17437"/>
                </a:lnTo>
                <a:lnTo>
                  <a:pt x="596885" y="15218"/>
                </a:lnTo>
                <a:lnTo>
                  <a:pt x="605128" y="12364"/>
                </a:lnTo>
                <a:lnTo>
                  <a:pt x="613054" y="10462"/>
                </a:lnTo>
                <a:lnTo>
                  <a:pt x="621297" y="8560"/>
                </a:lnTo>
                <a:lnTo>
                  <a:pt x="629540" y="6341"/>
                </a:lnTo>
                <a:lnTo>
                  <a:pt x="637466" y="4755"/>
                </a:lnTo>
                <a:lnTo>
                  <a:pt x="645709" y="3487"/>
                </a:lnTo>
                <a:lnTo>
                  <a:pt x="653952" y="2536"/>
                </a:lnTo>
                <a:lnTo>
                  <a:pt x="662512" y="1585"/>
                </a:lnTo>
                <a:lnTo>
                  <a:pt x="670438" y="951"/>
                </a:lnTo>
                <a:lnTo>
                  <a:pt x="678681" y="317"/>
                </a:lnTo>
                <a:lnTo>
                  <a:pt x="686924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KSO_Shape"/>
          <p:cNvSpPr>
            <a:spLocks/>
          </p:cNvSpPr>
          <p:nvPr/>
        </p:nvSpPr>
        <p:spPr bwMode="auto">
          <a:xfrm flipH="1">
            <a:off x="10659783" y="4775817"/>
            <a:ext cx="714375" cy="1905000"/>
          </a:xfrm>
          <a:custGeom>
            <a:avLst/>
            <a:gdLst/>
            <a:ahLst/>
            <a:cxnLst/>
            <a:rect l="0" t="0" r="r" b="b"/>
            <a:pathLst>
              <a:path w="1235075" h="3292476">
                <a:moveTo>
                  <a:pt x="1011238" y="1751013"/>
                </a:moveTo>
                <a:lnTo>
                  <a:pt x="1011238" y="1860823"/>
                </a:lnTo>
                <a:lnTo>
                  <a:pt x="1011238" y="3112528"/>
                </a:lnTo>
                <a:lnTo>
                  <a:pt x="1010920" y="3121731"/>
                </a:lnTo>
                <a:lnTo>
                  <a:pt x="1010284" y="3130618"/>
                </a:lnTo>
                <a:lnTo>
                  <a:pt x="1009330" y="3139822"/>
                </a:lnTo>
                <a:lnTo>
                  <a:pt x="1007422" y="3148708"/>
                </a:lnTo>
                <a:lnTo>
                  <a:pt x="1005513" y="3157277"/>
                </a:lnTo>
                <a:lnTo>
                  <a:pt x="1002969" y="3165846"/>
                </a:lnTo>
                <a:lnTo>
                  <a:pt x="1000106" y="3174097"/>
                </a:lnTo>
                <a:lnTo>
                  <a:pt x="996925" y="3182666"/>
                </a:lnTo>
                <a:lnTo>
                  <a:pt x="993109" y="3190601"/>
                </a:lnTo>
                <a:lnTo>
                  <a:pt x="989292" y="3198217"/>
                </a:lnTo>
                <a:lnTo>
                  <a:pt x="984839" y="3205834"/>
                </a:lnTo>
                <a:lnTo>
                  <a:pt x="980386" y="3213134"/>
                </a:lnTo>
                <a:lnTo>
                  <a:pt x="975297" y="3220116"/>
                </a:lnTo>
                <a:lnTo>
                  <a:pt x="969890" y="3227098"/>
                </a:lnTo>
                <a:lnTo>
                  <a:pt x="964165" y="3233445"/>
                </a:lnTo>
                <a:lnTo>
                  <a:pt x="958440" y="3239793"/>
                </a:lnTo>
                <a:lnTo>
                  <a:pt x="952079" y="3245506"/>
                </a:lnTo>
                <a:lnTo>
                  <a:pt x="945718" y="3251218"/>
                </a:lnTo>
                <a:lnTo>
                  <a:pt x="938720" y="3256613"/>
                </a:lnTo>
                <a:lnTo>
                  <a:pt x="931723" y="3261691"/>
                </a:lnTo>
                <a:lnTo>
                  <a:pt x="924408" y="3266135"/>
                </a:lnTo>
                <a:lnTo>
                  <a:pt x="916774" y="3270578"/>
                </a:lnTo>
                <a:lnTo>
                  <a:pt x="909141" y="3274386"/>
                </a:lnTo>
                <a:lnTo>
                  <a:pt x="901189" y="3278195"/>
                </a:lnTo>
                <a:lnTo>
                  <a:pt x="892602" y="3281368"/>
                </a:lnTo>
                <a:lnTo>
                  <a:pt x="884332" y="3284225"/>
                </a:lnTo>
                <a:lnTo>
                  <a:pt x="876062" y="3286764"/>
                </a:lnTo>
                <a:lnTo>
                  <a:pt x="867157" y="3288668"/>
                </a:lnTo>
                <a:lnTo>
                  <a:pt x="858569" y="3290255"/>
                </a:lnTo>
                <a:lnTo>
                  <a:pt x="849345" y="3291524"/>
                </a:lnTo>
                <a:lnTo>
                  <a:pt x="840121" y="3292159"/>
                </a:lnTo>
                <a:lnTo>
                  <a:pt x="830898" y="3292476"/>
                </a:lnTo>
                <a:lnTo>
                  <a:pt x="821356" y="3292159"/>
                </a:lnTo>
                <a:lnTo>
                  <a:pt x="812450" y="3291524"/>
                </a:lnTo>
                <a:lnTo>
                  <a:pt x="803544" y="3290255"/>
                </a:lnTo>
                <a:lnTo>
                  <a:pt x="794639" y="3288668"/>
                </a:lnTo>
                <a:lnTo>
                  <a:pt x="785733" y="3286764"/>
                </a:lnTo>
                <a:lnTo>
                  <a:pt x="777145" y="3284225"/>
                </a:lnTo>
                <a:lnTo>
                  <a:pt x="768876" y="3281368"/>
                </a:lnTo>
                <a:lnTo>
                  <a:pt x="760606" y="3278195"/>
                </a:lnTo>
                <a:lnTo>
                  <a:pt x="752655" y="3274386"/>
                </a:lnTo>
                <a:lnTo>
                  <a:pt x="745021" y="3270578"/>
                </a:lnTo>
                <a:lnTo>
                  <a:pt x="737388" y="3266135"/>
                </a:lnTo>
                <a:lnTo>
                  <a:pt x="730072" y="3261691"/>
                </a:lnTo>
                <a:lnTo>
                  <a:pt x="723075" y="3256613"/>
                </a:lnTo>
                <a:lnTo>
                  <a:pt x="716396" y="3251218"/>
                </a:lnTo>
                <a:lnTo>
                  <a:pt x="709717" y="3245506"/>
                </a:lnTo>
                <a:lnTo>
                  <a:pt x="703355" y="3239793"/>
                </a:lnTo>
                <a:lnTo>
                  <a:pt x="697312" y="3233445"/>
                </a:lnTo>
                <a:lnTo>
                  <a:pt x="691587" y="3227098"/>
                </a:lnTo>
                <a:lnTo>
                  <a:pt x="686498" y="3220116"/>
                </a:lnTo>
                <a:lnTo>
                  <a:pt x="681409" y="3213134"/>
                </a:lnTo>
                <a:lnTo>
                  <a:pt x="676638" y="3205834"/>
                </a:lnTo>
                <a:lnTo>
                  <a:pt x="672503" y="3198217"/>
                </a:lnTo>
                <a:lnTo>
                  <a:pt x="668369" y="3190601"/>
                </a:lnTo>
                <a:lnTo>
                  <a:pt x="664870" y="3182666"/>
                </a:lnTo>
                <a:lnTo>
                  <a:pt x="661371" y="3174097"/>
                </a:lnTo>
                <a:lnTo>
                  <a:pt x="658827" y="3165846"/>
                </a:lnTo>
                <a:lnTo>
                  <a:pt x="656282" y="3157277"/>
                </a:lnTo>
                <a:lnTo>
                  <a:pt x="654374" y="3148708"/>
                </a:lnTo>
                <a:lnTo>
                  <a:pt x="652784" y="3139822"/>
                </a:lnTo>
                <a:lnTo>
                  <a:pt x="651511" y="3130618"/>
                </a:lnTo>
                <a:lnTo>
                  <a:pt x="650875" y="3121731"/>
                </a:lnTo>
                <a:lnTo>
                  <a:pt x="650875" y="3112528"/>
                </a:lnTo>
                <a:lnTo>
                  <a:pt x="650875" y="2028711"/>
                </a:lnTo>
                <a:lnTo>
                  <a:pt x="658509" y="2027125"/>
                </a:lnTo>
                <a:lnTo>
                  <a:pt x="666142" y="2025220"/>
                </a:lnTo>
                <a:lnTo>
                  <a:pt x="673776" y="2022999"/>
                </a:lnTo>
                <a:lnTo>
                  <a:pt x="681091" y="2019825"/>
                </a:lnTo>
                <a:lnTo>
                  <a:pt x="688406" y="2016651"/>
                </a:lnTo>
                <a:lnTo>
                  <a:pt x="695722" y="2012843"/>
                </a:lnTo>
                <a:lnTo>
                  <a:pt x="702401" y="2009035"/>
                </a:lnTo>
                <a:lnTo>
                  <a:pt x="709398" y="2004591"/>
                </a:lnTo>
                <a:lnTo>
                  <a:pt x="731027" y="1989040"/>
                </a:lnTo>
                <a:lnTo>
                  <a:pt x="752655" y="1973489"/>
                </a:lnTo>
                <a:lnTo>
                  <a:pt x="771102" y="1959525"/>
                </a:lnTo>
                <a:lnTo>
                  <a:pt x="789868" y="1945561"/>
                </a:lnTo>
                <a:lnTo>
                  <a:pt x="808315" y="1931596"/>
                </a:lnTo>
                <a:lnTo>
                  <a:pt x="825809" y="1917632"/>
                </a:lnTo>
                <a:lnTo>
                  <a:pt x="843620" y="1903668"/>
                </a:lnTo>
                <a:lnTo>
                  <a:pt x="860477" y="1889704"/>
                </a:lnTo>
                <a:lnTo>
                  <a:pt x="877017" y="1875739"/>
                </a:lnTo>
                <a:lnTo>
                  <a:pt x="893238" y="1861775"/>
                </a:lnTo>
                <a:lnTo>
                  <a:pt x="909459" y="1848128"/>
                </a:lnTo>
                <a:lnTo>
                  <a:pt x="925044" y="1834164"/>
                </a:lnTo>
                <a:lnTo>
                  <a:pt x="940311" y="1820200"/>
                </a:lnTo>
                <a:lnTo>
                  <a:pt x="955260" y="1806236"/>
                </a:lnTo>
                <a:lnTo>
                  <a:pt x="969572" y="1792589"/>
                </a:lnTo>
                <a:lnTo>
                  <a:pt x="983885" y="1778624"/>
                </a:lnTo>
                <a:lnTo>
                  <a:pt x="997562" y="1764660"/>
                </a:lnTo>
                <a:lnTo>
                  <a:pt x="1011238" y="1751013"/>
                </a:lnTo>
                <a:close/>
                <a:moveTo>
                  <a:pt x="223837" y="1751013"/>
                </a:moveTo>
                <a:lnTo>
                  <a:pt x="237454" y="1764660"/>
                </a:lnTo>
                <a:lnTo>
                  <a:pt x="251070" y="1778624"/>
                </a:lnTo>
                <a:lnTo>
                  <a:pt x="265320" y="1792589"/>
                </a:lnTo>
                <a:lnTo>
                  <a:pt x="279569" y="1806236"/>
                </a:lnTo>
                <a:lnTo>
                  <a:pt x="294452" y="1820200"/>
                </a:lnTo>
                <a:lnTo>
                  <a:pt x="309652" y="1834164"/>
                </a:lnTo>
                <a:lnTo>
                  <a:pt x="325168" y="1848128"/>
                </a:lnTo>
                <a:lnTo>
                  <a:pt x="341001" y="1861775"/>
                </a:lnTo>
                <a:lnTo>
                  <a:pt x="357467" y="1875739"/>
                </a:lnTo>
                <a:lnTo>
                  <a:pt x="373934" y="1889704"/>
                </a:lnTo>
                <a:lnTo>
                  <a:pt x="390717" y="1903668"/>
                </a:lnTo>
                <a:lnTo>
                  <a:pt x="408450" y="1917632"/>
                </a:lnTo>
                <a:lnTo>
                  <a:pt x="425866" y="1931596"/>
                </a:lnTo>
                <a:lnTo>
                  <a:pt x="444232" y="1945561"/>
                </a:lnTo>
                <a:lnTo>
                  <a:pt x="462598" y="1959525"/>
                </a:lnTo>
                <a:lnTo>
                  <a:pt x="481281" y="1973489"/>
                </a:lnTo>
                <a:lnTo>
                  <a:pt x="502814" y="1989040"/>
                </a:lnTo>
                <a:lnTo>
                  <a:pt x="524347" y="2004591"/>
                </a:lnTo>
                <a:lnTo>
                  <a:pt x="531313" y="2009035"/>
                </a:lnTo>
                <a:lnTo>
                  <a:pt x="537963" y="2012843"/>
                </a:lnTo>
                <a:lnTo>
                  <a:pt x="545246" y="2016651"/>
                </a:lnTo>
                <a:lnTo>
                  <a:pt x="552530" y="2019825"/>
                </a:lnTo>
                <a:lnTo>
                  <a:pt x="559813" y="2022999"/>
                </a:lnTo>
                <a:lnTo>
                  <a:pt x="567413" y="2025220"/>
                </a:lnTo>
                <a:lnTo>
                  <a:pt x="575012" y="2027125"/>
                </a:lnTo>
                <a:lnTo>
                  <a:pt x="582612" y="2028711"/>
                </a:lnTo>
                <a:lnTo>
                  <a:pt x="582612" y="3112528"/>
                </a:lnTo>
                <a:lnTo>
                  <a:pt x="582612" y="3121731"/>
                </a:lnTo>
                <a:lnTo>
                  <a:pt x="581979" y="3130618"/>
                </a:lnTo>
                <a:lnTo>
                  <a:pt x="580712" y="3139822"/>
                </a:lnTo>
                <a:lnTo>
                  <a:pt x="579129" y="3148708"/>
                </a:lnTo>
                <a:lnTo>
                  <a:pt x="576912" y="3157277"/>
                </a:lnTo>
                <a:lnTo>
                  <a:pt x="574696" y="3165846"/>
                </a:lnTo>
                <a:lnTo>
                  <a:pt x="572162" y="3174097"/>
                </a:lnTo>
                <a:lnTo>
                  <a:pt x="568679" y="3182666"/>
                </a:lnTo>
                <a:lnTo>
                  <a:pt x="565196" y="3190601"/>
                </a:lnTo>
                <a:lnTo>
                  <a:pt x="561079" y="3198217"/>
                </a:lnTo>
                <a:lnTo>
                  <a:pt x="556963" y="3205834"/>
                </a:lnTo>
                <a:lnTo>
                  <a:pt x="552213" y="3213134"/>
                </a:lnTo>
                <a:lnTo>
                  <a:pt x="547146" y="3220116"/>
                </a:lnTo>
                <a:lnTo>
                  <a:pt x="541763" y="3227098"/>
                </a:lnTo>
                <a:lnTo>
                  <a:pt x="536380" y="3233445"/>
                </a:lnTo>
                <a:lnTo>
                  <a:pt x="530363" y="3239793"/>
                </a:lnTo>
                <a:lnTo>
                  <a:pt x="524030" y="3245506"/>
                </a:lnTo>
                <a:lnTo>
                  <a:pt x="517380" y="3251218"/>
                </a:lnTo>
                <a:lnTo>
                  <a:pt x="510731" y="3256613"/>
                </a:lnTo>
                <a:lnTo>
                  <a:pt x="503764" y="3261691"/>
                </a:lnTo>
                <a:lnTo>
                  <a:pt x="496481" y="3266135"/>
                </a:lnTo>
                <a:lnTo>
                  <a:pt x="488881" y="3270578"/>
                </a:lnTo>
                <a:lnTo>
                  <a:pt x="481281" y="3274386"/>
                </a:lnTo>
                <a:lnTo>
                  <a:pt x="473365" y="3278195"/>
                </a:lnTo>
                <a:lnTo>
                  <a:pt x="465132" y="3281368"/>
                </a:lnTo>
                <a:lnTo>
                  <a:pt x="456898" y="3284225"/>
                </a:lnTo>
                <a:lnTo>
                  <a:pt x="448032" y="3286764"/>
                </a:lnTo>
                <a:lnTo>
                  <a:pt x="439482" y="3288668"/>
                </a:lnTo>
                <a:lnTo>
                  <a:pt x="430616" y="3290255"/>
                </a:lnTo>
                <a:lnTo>
                  <a:pt x="421749" y="3291524"/>
                </a:lnTo>
                <a:lnTo>
                  <a:pt x="412566" y="3292159"/>
                </a:lnTo>
                <a:lnTo>
                  <a:pt x="403383" y="3292476"/>
                </a:lnTo>
                <a:lnTo>
                  <a:pt x="394200" y="3292159"/>
                </a:lnTo>
                <a:lnTo>
                  <a:pt x="384700" y="3291524"/>
                </a:lnTo>
                <a:lnTo>
                  <a:pt x="375834" y="3290255"/>
                </a:lnTo>
                <a:lnTo>
                  <a:pt x="367284" y="3288668"/>
                </a:lnTo>
                <a:lnTo>
                  <a:pt x="358417" y="3286764"/>
                </a:lnTo>
                <a:lnTo>
                  <a:pt x="350184" y="3284225"/>
                </a:lnTo>
                <a:lnTo>
                  <a:pt x="341635" y="3281368"/>
                </a:lnTo>
                <a:lnTo>
                  <a:pt x="333401" y="3278195"/>
                </a:lnTo>
                <a:lnTo>
                  <a:pt x="325485" y="3274386"/>
                </a:lnTo>
                <a:lnTo>
                  <a:pt x="317885" y="3270578"/>
                </a:lnTo>
                <a:lnTo>
                  <a:pt x="310285" y="3266135"/>
                </a:lnTo>
                <a:lnTo>
                  <a:pt x="303002" y="3261691"/>
                </a:lnTo>
                <a:lnTo>
                  <a:pt x="296036" y="3256613"/>
                </a:lnTo>
                <a:lnTo>
                  <a:pt x="289069" y="3251218"/>
                </a:lnTo>
                <a:lnTo>
                  <a:pt x="282736" y="3245506"/>
                </a:lnTo>
                <a:lnTo>
                  <a:pt x="276403" y="3239793"/>
                </a:lnTo>
                <a:lnTo>
                  <a:pt x="270386" y="3233445"/>
                </a:lnTo>
                <a:lnTo>
                  <a:pt x="265003" y="3227098"/>
                </a:lnTo>
                <a:lnTo>
                  <a:pt x="259620" y="3220116"/>
                </a:lnTo>
                <a:lnTo>
                  <a:pt x="254553" y="3213134"/>
                </a:lnTo>
                <a:lnTo>
                  <a:pt x="250120" y="3205834"/>
                </a:lnTo>
                <a:lnTo>
                  <a:pt x="245687" y="3198217"/>
                </a:lnTo>
                <a:lnTo>
                  <a:pt x="241570" y="3190601"/>
                </a:lnTo>
                <a:lnTo>
                  <a:pt x="238087" y="3182666"/>
                </a:lnTo>
                <a:lnTo>
                  <a:pt x="234604" y="3174097"/>
                </a:lnTo>
                <a:lnTo>
                  <a:pt x="232070" y="3165846"/>
                </a:lnTo>
                <a:lnTo>
                  <a:pt x="229537" y="3157277"/>
                </a:lnTo>
                <a:lnTo>
                  <a:pt x="227321" y="3148708"/>
                </a:lnTo>
                <a:lnTo>
                  <a:pt x="225737" y="3139822"/>
                </a:lnTo>
                <a:lnTo>
                  <a:pt x="224787" y="3130618"/>
                </a:lnTo>
                <a:lnTo>
                  <a:pt x="224154" y="3121731"/>
                </a:lnTo>
                <a:lnTo>
                  <a:pt x="223837" y="3112528"/>
                </a:lnTo>
                <a:lnTo>
                  <a:pt x="223837" y="1860823"/>
                </a:lnTo>
                <a:lnTo>
                  <a:pt x="223837" y="1751013"/>
                </a:lnTo>
                <a:close/>
                <a:moveTo>
                  <a:pt x="330518" y="752475"/>
                </a:moveTo>
                <a:lnTo>
                  <a:pt x="336550" y="752475"/>
                </a:lnTo>
                <a:lnTo>
                  <a:pt x="898525" y="752475"/>
                </a:lnTo>
                <a:lnTo>
                  <a:pt x="904558" y="752475"/>
                </a:lnTo>
                <a:lnTo>
                  <a:pt x="910590" y="752793"/>
                </a:lnTo>
                <a:lnTo>
                  <a:pt x="916623" y="753745"/>
                </a:lnTo>
                <a:lnTo>
                  <a:pt x="922020" y="755015"/>
                </a:lnTo>
                <a:lnTo>
                  <a:pt x="928053" y="755650"/>
                </a:lnTo>
                <a:lnTo>
                  <a:pt x="934403" y="756920"/>
                </a:lnTo>
                <a:lnTo>
                  <a:pt x="940435" y="758190"/>
                </a:lnTo>
                <a:lnTo>
                  <a:pt x="946468" y="760095"/>
                </a:lnTo>
                <a:lnTo>
                  <a:pt x="952500" y="762318"/>
                </a:lnTo>
                <a:lnTo>
                  <a:pt x="958533" y="764858"/>
                </a:lnTo>
                <a:lnTo>
                  <a:pt x="964248" y="767398"/>
                </a:lnTo>
                <a:lnTo>
                  <a:pt x="969963" y="770890"/>
                </a:lnTo>
                <a:lnTo>
                  <a:pt x="975043" y="773748"/>
                </a:lnTo>
                <a:lnTo>
                  <a:pt x="984250" y="780098"/>
                </a:lnTo>
                <a:lnTo>
                  <a:pt x="997903" y="789305"/>
                </a:lnTo>
                <a:lnTo>
                  <a:pt x="1005523" y="795338"/>
                </a:lnTo>
                <a:lnTo>
                  <a:pt x="1014413" y="802005"/>
                </a:lnTo>
                <a:lnTo>
                  <a:pt x="1023938" y="809625"/>
                </a:lnTo>
                <a:lnTo>
                  <a:pt x="1033780" y="817880"/>
                </a:lnTo>
                <a:lnTo>
                  <a:pt x="1044575" y="827088"/>
                </a:lnTo>
                <a:lnTo>
                  <a:pt x="1055370" y="836930"/>
                </a:lnTo>
                <a:lnTo>
                  <a:pt x="1066800" y="848043"/>
                </a:lnTo>
                <a:lnTo>
                  <a:pt x="1078230" y="859473"/>
                </a:lnTo>
                <a:lnTo>
                  <a:pt x="1090295" y="872173"/>
                </a:lnTo>
                <a:lnTo>
                  <a:pt x="1102360" y="885508"/>
                </a:lnTo>
                <a:lnTo>
                  <a:pt x="1114108" y="899795"/>
                </a:lnTo>
                <a:lnTo>
                  <a:pt x="1126173" y="915035"/>
                </a:lnTo>
                <a:lnTo>
                  <a:pt x="1138238" y="930910"/>
                </a:lnTo>
                <a:lnTo>
                  <a:pt x="1149668" y="948373"/>
                </a:lnTo>
                <a:lnTo>
                  <a:pt x="1155700" y="956945"/>
                </a:lnTo>
                <a:lnTo>
                  <a:pt x="1161415" y="966153"/>
                </a:lnTo>
                <a:lnTo>
                  <a:pt x="1166813" y="975678"/>
                </a:lnTo>
                <a:lnTo>
                  <a:pt x="1172210" y="985203"/>
                </a:lnTo>
                <a:lnTo>
                  <a:pt x="1177608" y="995045"/>
                </a:lnTo>
                <a:lnTo>
                  <a:pt x="1182688" y="1005205"/>
                </a:lnTo>
                <a:lnTo>
                  <a:pt x="1187768" y="1015365"/>
                </a:lnTo>
                <a:lnTo>
                  <a:pt x="1192530" y="1026160"/>
                </a:lnTo>
                <a:lnTo>
                  <a:pt x="1197293" y="1036955"/>
                </a:lnTo>
                <a:lnTo>
                  <a:pt x="1201420" y="1048068"/>
                </a:lnTo>
                <a:lnTo>
                  <a:pt x="1205865" y="1059180"/>
                </a:lnTo>
                <a:lnTo>
                  <a:pt x="1209993" y="1070610"/>
                </a:lnTo>
                <a:lnTo>
                  <a:pt x="1213485" y="1082358"/>
                </a:lnTo>
                <a:lnTo>
                  <a:pt x="1217295" y="1094105"/>
                </a:lnTo>
                <a:lnTo>
                  <a:pt x="1220153" y="1106488"/>
                </a:lnTo>
                <a:lnTo>
                  <a:pt x="1223328" y="1118870"/>
                </a:lnTo>
                <a:lnTo>
                  <a:pt x="1225868" y="1131253"/>
                </a:lnTo>
                <a:lnTo>
                  <a:pt x="1228090" y="1144270"/>
                </a:lnTo>
                <a:lnTo>
                  <a:pt x="1229995" y="1157288"/>
                </a:lnTo>
                <a:lnTo>
                  <a:pt x="1232218" y="1170623"/>
                </a:lnTo>
                <a:lnTo>
                  <a:pt x="1233488" y="1183958"/>
                </a:lnTo>
                <a:lnTo>
                  <a:pt x="1234440" y="1197610"/>
                </a:lnTo>
                <a:lnTo>
                  <a:pt x="1234758" y="1211580"/>
                </a:lnTo>
                <a:lnTo>
                  <a:pt x="1235075" y="1225868"/>
                </a:lnTo>
                <a:lnTo>
                  <a:pt x="1235075" y="1236028"/>
                </a:lnTo>
                <a:lnTo>
                  <a:pt x="1234758" y="1246505"/>
                </a:lnTo>
                <a:lnTo>
                  <a:pt x="1234123" y="1256665"/>
                </a:lnTo>
                <a:lnTo>
                  <a:pt x="1233488" y="1267460"/>
                </a:lnTo>
                <a:lnTo>
                  <a:pt x="1232535" y="1277938"/>
                </a:lnTo>
                <a:lnTo>
                  <a:pt x="1231265" y="1288733"/>
                </a:lnTo>
                <a:lnTo>
                  <a:pt x="1229678" y="1299210"/>
                </a:lnTo>
                <a:lnTo>
                  <a:pt x="1228090" y="1310323"/>
                </a:lnTo>
                <a:lnTo>
                  <a:pt x="1226185" y="1320800"/>
                </a:lnTo>
                <a:lnTo>
                  <a:pt x="1223963" y="1331913"/>
                </a:lnTo>
                <a:lnTo>
                  <a:pt x="1221423" y="1342708"/>
                </a:lnTo>
                <a:lnTo>
                  <a:pt x="1218883" y="1353820"/>
                </a:lnTo>
                <a:lnTo>
                  <a:pt x="1215708" y="1364933"/>
                </a:lnTo>
                <a:lnTo>
                  <a:pt x="1212850" y="1376045"/>
                </a:lnTo>
                <a:lnTo>
                  <a:pt x="1209675" y="1387158"/>
                </a:lnTo>
                <a:lnTo>
                  <a:pt x="1205865" y="1398270"/>
                </a:lnTo>
                <a:lnTo>
                  <a:pt x="1202055" y="1409700"/>
                </a:lnTo>
                <a:lnTo>
                  <a:pt x="1197610" y="1420813"/>
                </a:lnTo>
                <a:lnTo>
                  <a:pt x="1193165" y="1432243"/>
                </a:lnTo>
                <a:lnTo>
                  <a:pt x="1188720" y="1443673"/>
                </a:lnTo>
                <a:lnTo>
                  <a:pt x="1183640" y="1455103"/>
                </a:lnTo>
                <a:lnTo>
                  <a:pt x="1178560" y="1466533"/>
                </a:lnTo>
                <a:lnTo>
                  <a:pt x="1172845" y="1477963"/>
                </a:lnTo>
                <a:lnTo>
                  <a:pt x="1167448" y="1489711"/>
                </a:lnTo>
                <a:lnTo>
                  <a:pt x="1161415" y="1500823"/>
                </a:lnTo>
                <a:lnTo>
                  <a:pt x="1155065" y="1512571"/>
                </a:lnTo>
                <a:lnTo>
                  <a:pt x="1148398" y="1524318"/>
                </a:lnTo>
                <a:lnTo>
                  <a:pt x="1141730" y="1535748"/>
                </a:lnTo>
                <a:lnTo>
                  <a:pt x="1134428" y="1547496"/>
                </a:lnTo>
                <a:lnTo>
                  <a:pt x="1127125" y="1559561"/>
                </a:lnTo>
                <a:lnTo>
                  <a:pt x="1119505" y="1570991"/>
                </a:lnTo>
                <a:lnTo>
                  <a:pt x="1111568" y="1582738"/>
                </a:lnTo>
                <a:lnTo>
                  <a:pt x="1100773" y="1597978"/>
                </a:lnTo>
                <a:lnTo>
                  <a:pt x="1089978" y="1613218"/>
                </a:lnTo>
                <a:lnTo>
                  <a:pt x="1078230" y="1628458"/>
                </a:lnTo>
                <a:lnTo>
                  <a:pt x="1066483" y="1643698"/>
                </a:lnTo>
                <a:lnTo>
                  <a:pt x="1053465" y="1659891"/>
                </a:lnTo>
                <a:lnTo>
                  <a:pt x="1039813" y="1675766"/>
                </a:lnTo>
                <a:lnTo>
                  <a:pt x="1025843" y="1691958"/>
                </a:lnTo>
                <a:lnTo>
                  <a:pt x="1011238" y="1707833"/>
                </a:lnTo>
                <a:lnTo>
                  <a:pt x="997903" y="1722756"/>
                </a:lnTo>
                <a:lnTo>
                  <a:pt x="983933" y="1737043"/>
                </a:lnTo>
                <a:lnTo>
                  <a:pt x="969645" y="1751331"/>
                </a:lnTo>
                <a:lnTo>
                  <a:pt x="955040" y="1765936"/>
                </a:lnTo>
                <a:lnTo>
                  <a:pt x="940118" y="1780541"/>
                </a:lnTo>
                <a:lnTo>
                  <a:pt x="924560" y="1795146"/>
                </a:lnTo>
                <a:lnTo>
                  <a:pt x="908368" y="1809751"/>
                </a:lnTo>
                <a:lnTo>
                  <a:pt x="891858" y="1824673"/>
                </a:lnTo>
                <a:lnTo>
                  <a:pt x="874713" y="1839278"/>
                </a:lnTo>
                <a:lnTo>
                  <a:pt x="857250" y="1854201"/>
                </a:lnTo>
                <a:lnTo>
                  <a:pt x="839470" y="1869123"/>
                </a:lnTo>
                <a:lnTo>
                  <a:pt x="820738" y="1884046"/>
                </a:lnTo>
                <a:lnTo>
                  <a:pt x="802005" y="1899286"/>
                </a:lnTo>
                <a:lnTo>
                  <a:pt x="782638" y="1914208"/>
                </a:lnTo>
                <a:lnTo>
                  <a:pt x="762318" y="1929766"/>
                </a:lnTo>
                <a:lnTo>
                  <a:pt x="741998" y="1945006"/>
                </a:lnTo>
                <a:lnTo>
                  <a:pt x="744220" y="1939926"/>
                </a:lnTo>
                <a:lnTo>
                  <a:pt x="746125" y="1934846"/>
                </a:lnTo>
                <a:lnTo>
                  <a:pt x="749300" y="1924686"/>
                </a:lnTo>
                <a:lnTo>
                  <a:pt x="752158" y="1914208"/>
                </a:lnTo>
                <a:lnTo>
                  <a:pt x="752793" y="1909128"/>
                </a:lnTo>
                <a:lnTo>
                  <a:pt x="753745" y="1903731"/>
                </a:lnTo>
                <a:lnTo>
                  <a:pt x="754380" y="1898333"/>
                </a:lnTo>
                <a:lnTo>
                  <a:pt x="754698" y="1892936"/>
                </a:lnTo>
                <a:lnTo>
                  <a:pt x="754698" y="1887856"/>
                </a:lnTo>
                <a:lnTo>
                  <a:pt x="754698" y="1882458"/>
                </a:lnTo>
                <a:lnTo>
                  <a:pt x="754380" y="1876743"/>
                </a:lnTo>
                <a:lnTo>
                  <a:pt x="754063" y="1871346"/>
                </a:lnTo>
                <a:lnTo>
                  <a:pt x="753428" y="1866266"/>
                </a:lnTo>
                <a:lnTo>
                  <a:pt x="752793" y="1860551"/>
                </a:lnTo>
                <a:lnTo>
                  <a:pt x="751523" y="1853566"/>
                </a:lnTo>
                <a:lnTo>
                  <a:pt x="749300" y="1846581"/>
                </a:lnTo>
                <a:lnTo>
                  <a:pt x="747395" y="1839596"/>
                </a:lnTo>
                <a:lnTo>
                  <a:pt x="745173" y="1832928"/>
                </a:lnTo>
                <a:lnTo>
                  <a:pt x="742315" y="1826261"/>
                </a:lnTo>
                <a:lnTo>
                  <a:pt x="739458" y="1819911"/>
                </a:lnTo>
                <a:lnTo>
                  <a:pt x="735965" y="1813561"/>
                </a:lnTo>
                <a:lnTo>
                  <a:pt x="732473" y="1807528"/>
                </a:lnTo>
                <a:lnTo>
                  <a:pt x="728345" y="1801813"/>
                </a:lnTo>
                <a:lnTo>
                  <a:pt x="724218" y="1796098"/>
                </a:lnTo>
                <a:lnTo>
                  <a:pt x="719773" y="1790383"/>
                </a:lnTo>
                <a:lnTo>
                  <a:pt x="715010" y="1784986"/>
                </a:lnTo>
                <a:lnTo>
                  <a:pt x="709930" y="1780223"/>
                </a:lnTo>
                <a:lnTo>
                  <a:pt x="704533" y="1775461"/>
                </a:lnTo>
                <a:lnTo>
                  <a:pt x="698818" y="1770698"/>
                </a:lnTo>
                <a:lnTo>
                  <a:pt x="693103" y="1766571"/>
                </a:lnTo>
                <a:lnTo>
                  <a:pt x="672783" y="1751966"/>
                </a:lnTo>
                <a:lnTo>
                  <a:pt x="651510" y="1736091"/>
                </a:lnTo>
                <a:lnTo>
                  <a:pt x="641350" y="1728788"/>
                </a:lnTo>
                <a:lnTo>
                  <a:pt x="651510" y="1721486"/>
                </a:lnTo>
                <a:lnTo>
                  <a:pt x="672783" y="1704341"/>
                </a:lnTo>
                <a:lnTo>
                  <a:pt x="693738" y="1687831"/>
                </a:lnTo>
                <a:lnTo>
                  <a:pt x="713105" y="1671003"/>
                </a:lnTo>
                <a:lnTo>
                  <a:pt x="732473" y="1654493"/>
                </a:lnTo>
                <a:lnTo>
                  <a:pt x="750888" y="1638301"/>
                </a:lnTo>
                <a:lnTo>
                  <a:pt x="768033" y="1622108"/>
                </a:lnTo>
                <a:lnTo>
                  <a:pt x="784860" y="1606551"/>
                </a:lnTo>
                <a:lnTo>
                  <a:pt x="801053" y="1590993"/>
                </a:lnTo>
                <a:lnTo>
                  <a:pt x="815975" y="1575753"/>
                </a:lnTo>
                <a:lnTo>
                  <a:pt x="830580" y="1560513"/>
                </a:lnTo>
                <a:lnTo>
                  <a:pt x="844233" y="1545591"/>
                </a:lnTo>
                <a:lnTo>
                  <a:pt x="857250" y="1530986"/>
                </a:lnTo>
                <a:lnTo>
                  <a:pt x="869633" y="1516698"/>
                </a:lnTo>
                <a:lnTo>
                  <a:pt x="881380" y="1502411"/>
                </a:lnTo>
                <a:lnTo>
                  <a:pt x="892175" y="1488441"/>
                </a:lnTo>
                <a:lnTo>
                  <a:pt x="902970" y="1474788"/>
                </a:lnTo>
                <a:lnTo>
                  <a:pt x="890270" y="1486218"/>
                </a:lnTo>
                <a:lnTo>
                  <a:pt x="876935" y="1498601"/>
                </a:lnTo>
                <a:lnTo>
                  <a:pt x="848678" y="1524001"/>
                </a:lnTo>
                <a:lnTo>
                  <a:pt x="818515" y="1550353"/>
                </a:lnTo>
                <a:lnTo>
                  <a:pt x="786130" y="1577341"/>
                </a:lnTo>
                <a:lnTo>
                  <a:pt x="753110" y="1604963"/>
                </a:lnTo>
                <a:lnTo>
                  <a:pt x="719138" y="1632268"/>
                </a:lnTo>
                <a:lnTo>
                  <a:pt x="684848" y="1659573"/>
                </a:lnTo>
                <a:lnTo>
                  <a:pt x="651510" y="1685291"/>
                </a:lnTo>
                <a:lnTo>
                  <a:pt x="617538" y="1711326"/>
                </a:lnTo>
                <a:lnTo>
                  <a:pt x="583565" y="1685291"/>
                </a:lnTo>
                <a:lnTo>
                  <a:pt x="549910" y="1659573"/>
                </a:lnTo>
                <a:lnTo>
                  <a:pt x="515938" y="1632268"/>
                </a:lnTo>
                <a:lnTo>
                  <a:pt x="481965" y="1604963"/>
                </a:lnTo>
                <a:lnTo>
                  <a:pt x="448628" y="1577341"/>
                </a:lnTo>
                <a:lnTo>
                  <a:pt x="416560" y="1550353"/>
                </a:lnTo>
                <a:lnTo>
                  <a:pt x="386398" y="1524001"/>
                </a:lnTo>
                <a:lnTo>
                  <a:pt x="358140" y="1498601"/>
                </a:lnTo>
                <a:lnTo>
                  <a:pt x="344805" y="1486218"/>
                </a:lnTo>
                <a:lnTo>
                  <a:pt x="332105" y="1474788"/>
                </a:lnTo>
                <a:lnTo>
                  <a:pt x="342900" y="1488441"/>
                </a:lnTo>
                <a:lnTo>
                  <a:pt x="353695" y="1502411"/>
                </a:lnTo>
                <a:lnTo>
                  <a:pt x="365443" y="1516698"/>
                </a:lnTo>
                <a:lnTo>
                  <a:pt x="377508" y="1530986"/>
                </a:lnTo>
                <a:lnTo>
                  <a:pt x="390843" y="1545591"/>
                </a:lnTo>
                <a:lnTo>
                  <a:pt x="404495" y="1560513"/>
                </a:lnTo>
                <a:lnTo>
                  <a:pt x="419100" y="1575753"/>
                </a:lnTo>
                <a:lnTo>
                  <a:pt x="434023" y="1590993"/>
                </a:lnTo>
                <a:lnTo>
                  <a:pt x="450215" y="1606551"/>
                </a:lnTo>
                <a:lnTo>
                  <a:pt x="467043" y="1622108"/>
                </a:lnTo>
                <a:lnTo>
                  <a:pt x="484188" y="1638301"/>
                </a:lnTo>
                <a:lnTo>
                  <a:pt x="502603" y="1654493"/>
                </a:lnTo>
                <a:lnTo>
                  <a:pt x="521970" y="1671003"/>
                </a:lnTo>
                <a:lnTo>
                  <a:pt x="541338" y="1687831"/>
                </a:lnTo>
                <a:lnTo>
                  <a:pt x="562293" y="1704341"/>
                </a:lnTo>
                <a:lnTo>
                  <a:pt x="583565" y="1721486"/>
                </a:lnTo>
                <a:lnTo>
                  <a:pt x="593725" y="1728788"/>
                </a:lnTo>
                <a:lnTo>
                  <a:pt x="617538" y="1747203"/>
                </a:lnTo>
                <a:lnTo>
                  <a:pt x="651510" y="1771968"/>
                </a:lnTo>
                <a:lnTo>
                  <a:pt x="676275" y="1790066"/>
                </a:lnTo>
                <a:lnTo>
                  <a:pt x="681355" y="1793558"/>
                </a:lnTo>
                <a:lnTo>
                  <a:pt x="685483" y="1797686"/>
                </a:lnTo>
                <a:lnTo>
                  <a:pt x="689928" y="1801813"/>
                </a:lnTo>
                <a:lnTo>
                  <a:pt x="694373" y="1805623"/>
                </a:lnTo>
                <a:lnTo>
                  <a:pt x="697865" y="1810068"/>
                </a:lnTo>
                <a:lnTo>
                  <a:pt x="701675" y="1814196"/>
                </a:lnTo>
                <a:lnTo>
                  <a:pt x="704850" y="1818958"/>
                </a:lnTo>
                <a:lnTo>
                  <a:pt x="708343" y="1824038"/>
                </a:lnTo>
                <a:lnTo>
                  <a:pt x="710883" y="1828483"/>
                </a:lnTo>
                <a:lnTo>
                  <a:pt x="713423" y="1833563"/>
                </a:lnTo>
                <a:lnTo>
                  <a:pt x="715963" y="1838961"/>
                </a:lnTo>
                <a:lnTo>
                  <a:pt x="718185" y="1844041"/>
                </a:lnTo>
                <a:lnTo>
                  <a:pt x="719773" y="1849121"/>
                </a:lnTo>
                <a:lnTo>
                  <a:pt x="721360" y="1854518"/>
                </a:lnTo>
                <a:lnTo>
                  <a:pt x="722948" y="1860233"/>
                </a:lnTo>
                <a:lnTo>
                  <a:pt x="723900" y="1865631"/>
                </a:lnTo>
                <a:lnTo>
                  <a:pt x="724853" y="1871028"/>
                </a:lnTo>
                <a:lnTo>
                  <a:pt x="725488" y="1876743"/>
                </a:lnTo>
                <a:lnTo>
                  <a:pt x="725488" y="1882141"/>
                </a:lnTo>
                <a:lnTo>
                  <a:pt x="725488" y="1887856"/>
                </a:lnTo>
                <a:lnTo>
                  <a:pt x="725488" y="1893253"/>
                </a:lnTo>
                <a:lnTo>
                  <a:pt x="724853" y="1898968"/>
                </a:lnTo>
                <a:lnTo>
                  <a:pt x="724218" y="1904683"/>
                </a:lnTo>
                <a:lnTo>
                  <a:pt x="723265" y="1910398"/>
                </a:lnTo>
                <a:lnTo>
                  <a:pt x="721360" y="1915796"/>
                </a:lnTo>
                <a:lnTo>
                  <a:pt x="720090" y="1921193"/>
                </a:lnTo>
                <a:lnTo>
                  <a:pt x="718185" y="1926591"/>
                </a:lnTo>
                <a:lnTo>
                  <a:pt x="715963" y="1931988"/>
                </a:lnTo>
                <a:lnTo>
                  <a:pt x="713423" y="1937386"/>
                </a:lnTo>
                <a:lnTo>
                  <a:pt x="710883" y="1942466"/>
                </a:lnTo>
                <a:lnTo>
                  <a:pt x="707390" y="1947546"/>
                </a:lnTo>
                <a:lnTo>
                  <a:pt x="704215" y="1952626"/>
                </a:lnTo>
                <a:lnTo>
                  <a:pt x="700088" y="1958341"/>
                </a:lnTo>
                <a:lnTo>
                  <a:pt x="695643" y="1963421"/>
                </a:lnTo>
                <a:lnTo>
                  <a:pt x="690563" y="1968501"/>
                </a:lnTo>
                <a:lnTo>
                  <a:pt x="685483" y="1973263"/>
                </a:lnTo>
                <a:lnTo>
                  <a:pt x="681673" y="1976438"/>
                </a:lnTo>
                <a:lnTo>
                  <a:pt x="677545" y="1979613"/>
                </a:lnTo>
                <a:lnTo>
                  <a:pt x="673735" y="1982471"/>
                </a:lnTo>
                <a:lnTo>
                  <a:pt x="669290" y="1985011"/>
                </a:lnTo>
                <a:lnTo>
                  <a:pt x="665163" y="1987551"/>
                </a:lnTo>
                <a:lnTo>
                  <a:pt x="660400" y="1989773"/>
                </a:lnTo>
                <a:lnTo>
                  <a:pt x="655638" y="1991996"/>
                </a:lnTo>
                <a:lnTo>
                  <a:pt x="651510" y="1993901"/>
                </a:lnTo>
                <a:lnTo>
                  <a:pt x="642938" y="1996758"/>
                </a:lnTo>
                <a:lnTo>
                  <a:pt x="634683" y="1998663"/>
                </a:lnTo>
                <a:lnTo>
                  <a:pt x="626110" y="2000568"/>
                </a:lnTo>
                <a:lnTo>
                  <a:pt x="617538" y="2001521"/>
                </a:lnTo>
                <a:lnTo>
                  <a:pt x="613093" y="2001838"/>
                </a:lnTo>
                <a:lnTo>
                  <a:pt x="609283" y="2001838"/>
                </a:lnTo>
                <a:lnTo>
                  <a:pt x="602933" y="2001838"/>
                </a:lnTo>
                <a:lnTo>
                  <a:pt x="596265" y="2001203"/>
                </a:lnTo>
                <a:lnTo>
                  <a:pt x="589915" y="1999933"/>
                </a:lnTo>
                <a:lnTo>
                  <a:pt x="583565" y="1998663"/>
                </a:lnTo>
                <a:lnTo>
                  <a:pt x="578168" y="1997393"/>
                </a:lnTo>
                <a:lnTo>
                  <a:pt x="573088" y="1995806"/>
                </a:lnTo>
                <a:lnTo>
                  <a:pt x="567690" y="1993901"/>
                </a:lnTo>
                <a:lnTo>
                  <a:pt x="562293" y="1991678"/>
                </a:lnTo>
                <a:lnTo>
                  <a:pt x="556895" y="1989456"/>
                </a:lnTo>
                <a:lnTo>
                  <a:pt x="552133" y="1986916"/>
                </a:lnTo>
                <a:lnTo>
                  <a:pt x="547053" y="1983741"/>
                </a:lnTo>
                <a:lnTo>
                  <a:pt x="541973" y="1980566"/>
                </a:lnTo>
                <a:lnTo>
                  <a:pt x="531813" y="1973263"/>
                </a:lnTo>
                <a:lnTo>
                  <a:pt x="512128" y="1958976"/>
                </a:lnTo>
                <a:lnTo>
                  <a:pt x="493078" y="1945006"/>
                </a:lnTo>
                <a:lnTo>
                  <a:pt x="472758" y="1929766"/>
                </a:lnTo>
                <a:lnTo>
                  <a:pt x="452755" y="1914208"/>
                </a:lnTo>
                <a:lnTo>
                  <a:pt x="433070" y="1899286"/>
                </a:lnTo>
                <a:lnTo>
                  <a:pt x="414338" y="1884046"/>
                </a:lnTo>
                <a:lnTo>
                  <a:pt x="395605" y="1869123"/>
                </a:lnTo>
                <a:lnTo>
                  <a:pt x="377508" y="1854201"/>
                </a:lnTo>
                <a:lnTo>
                  <a:pt x="360363" y="1839278"/>
                </a:lnTo>
                <a:lnTo>
                  <a:pt x="343218" y="1824673"/>
                </a:lnTo>
                <a:lnTo>
                  <a:pt x="326708" y="1809751"/>
                </a:lnTo>
                <a:lnTo>
                  <a:pt x="310515" y="1795146"/>
                </a:lnTo>
                <a:lnTo>
                  <a:pt x="294958" y="1780541"/>
                </a:lnTo>
                <a:lnTo>
                  <a:pt x="280035" y="1765936"/>
                </a:lnTo>
                <a:lnTo>
                  <a:pt x="265430" y="1751331"/>
                </a:lnTo>
                <a:lnTo>
                  <a:pt x="251143" y="1737043"/>
                </a:lnTo>
                <a:lnTo>
                  <a:pt x="237173" y="1722756"/>
                </a:lnTo>
                <a:lnTo>
                  <a:pt x="223838" y="1707833"/>
                </a:lnTo>
                <a:lnTo>
                  <a:pt x="209233" y="1691958"/>
                </a:lnTo>
                <a:lnTo>
                  <a:pt x="195263" y="1675766"/>
                </a:lnTo>
                <a:lnTo>
                  <a:pt x="181610" y="1659891"/>
                </a:lnTo>
                <a:lnTo>
                  <a:pt x="168593" y="1643698"/>
                </a:lnTo>
                <a:lnTo>
                  <a:pt x="156845" y="1628458"/>
                </a:lnTo>
                <a:lnTo>
                  <a:pt x="145098" y="1613218"/>
                </a:lnTo>
                <a:lnTo>
                  <a:pt x="133985" y="1597978"/>
                </a:lnTo>
                <a:lnTo>
                  <a:pt x="123508" y="1582738"/>
                </a:lnTo>
                <a:lnTo>
                  <a:pt x="115570" y="1570991"/>
                </a:lnTo>
                <a:lnTo>
                  <a:pt x="107950" y="1559561"/>
                </a:lnTo>
                <a:lnTo>
                  <a:pt x="100648" y="1547496"/>
                </a:lnTo>
                <a:lnTo>
                  <a:pt x="93345" y="1535748"/>
                </a:lnTo>
                <a:lnTo>
                  <a:pt x="86678" y="1524318"/>
                </a:lnTo>
                <a:lnTo>
                  <a:pt x="80010" y="1512571"/>
                </a:lnTo>
                <a:lnTo>
                  <a:pt x="73660" y="1500823"/>
                </a:lnTo>
                <a:lnTo>
                  <a:pt x="67628" y="1489711"/>
                </a:lnTo>
                <a:lnTo>
                  <a:pt x="61913" y="1477963"/>
                </a:lnTo>
                <a:lnTo>
                  <a:pt x="56515" y="1466533"/>
                </a:lnTo>
                <a:lnTo>
                  <a:pt x="51435" y="1455103"/>
                </a:lnTo>
                <a:lnTo>
                  <a:pt x="46355" y="1443673"/>
                </a:lnTo>
                <a:lnTo>
                  <a:pt x="41593" y="1432243"/>
                </a:lnTo>
                <a:lnTo>
                  <a:pt x="37465" y="1420813"/>
                </a:lnTo>
                <a:lnTo>
                  <a:pt x="33020" y="1409700"/>
                </a:lnTo>
                <a:lnTo>
                  <a:pt x="29210" y="1398270"/>
                </a:lnTo>
                <a:lnTo>
                  <a:pt x="25400" y="1387158"/>
                </a:lnTo>
                <a:lnTo>
                  <a:pt x="22225" y="1376045"/>
                </a:lnTo>
                <a:lnTo>
                  <a:pt x="19050" y="1364933"/>
                </a:lnTo>
                <a:lnTo>
                  <a:pt x="16193" y="1353820"/>
                </a:lnTo>
                <a:lnTo>
                  <a:pt x="13653" y="1342708"/>
                </a:lnTo>
                <a:lnTo>
                  <a:pt x="11113" y="1331913"/>
                </a:lnTo>
                <a:lnTo>
                  <a:pt x="8890" y="1320800"/>
                </a:lnTo>
                <a:lnTo>
                  <a:pt x="6985" y="1310323"/>
                </a:lnTo>
                <a:lnTo>
                  <a:pt x="5080" y="1299210"/>
                </a:lnTo>
                <a:lnTo>
                  <a:pt x="3810" y="1288733"/>
                </a:lnTo>
                <a:lnTo>
                  <a:pt x="2540" y="1277938"/>
                </a:lnTo>
                <a:lnTo>
                  <a:pt x="1588" y="1267460"/>
                </a:lnTo>
                <a:lnTo>
                  <a:pt x="953" y="1256665"/>
                </a:lnTo>
                <a:lnTo>
                  <a:pt x="318" y="1246505"/>
                </a:lnTo>
                <a:lnTo>
                  <a:pt x="0" y="1236028"/>
                </a:lnTo>
                <a:lnTo>
                  <a:pt x="0" y="1225868"/>
                </a:lnTo>
                <a:lnTo>
                  <a:pt x="318" y="1211580"/>
                </a:lnTo>
                <a:lnTo>
                  <a:pt x="635" y="1197610"/>
                </a:lnTo>
                <a:lnTo>
                  <a:pt x="1588" y="1183958"/>
                </a:lnTo>
                <a:lnTo>
                  <a:pt x="2858" y="1170623"/>
                </a:lnTo>
                <a:lnTo>
                  <a:pt x="4763" y="1157288"/>
                </a:lnTo>
                <a:lnTo>
                  <a:pt x="6985" y="1144270"/>
                </a:lnTo>
                <a:lnTo>
                  <a:pt x="9208" y="1131253"/>
                </a:lnTo>
                <a:lnTo>
                  <a:pt x="11748" y="1118870"/>
                </a:lnTo>
                <a:lnTo>
                  <a:pt x="14923" y="1106488"/>
                </a:lnTo>
                <a:lnTo>
                  <a:pt x="17780" y="1094105"/>
                </a:lnTo>
                <a:lnTo>
                  <a:pt x="21590" y="1082358"/>
                </a:lnTo>
                <a:lnTo>
                  <a:pt x="25083" y="1070610"/>
                </a:lnTo>
                <a:lnTo>
                  <a:pt x="29210" y="1059180"/>
                </a:lnTo>
                <a:lnTo>
                  <a:pt x="33338" y="1048068"/>
                </a:lnTo>
                <a:lnTo>
                  <a:pt x="37783" y="1036955"/>
                </a:lnTo>
                <a:lnTo>
                  <a:pt x="42545" y="1026160"/>
                </a:lnTo>
                <a:lnTo>
                  <a:pt x="47308" y="1015365"/>
                </a:lnTo>
                <a:lnTo>
                  <a:pt x="52388" y="1005205"/>
                </a:lnTo>
                <a:lnTo>
                  <a:pt x="57468" y="995045"/>
                </a:lnTo>
                <a:lnTo>
                  <a:pt x="62548" y="985203"/>
                </a:lnTo>
                <a:lnTo>
                  <a:pt x="68263" y="975678"/>
                </a:lnTo>
                <a:lnTo>
                  <a:pt x="73660" y="966153"/>
                </a:lnTo>
                <a:lnTo>
                  <a:pt x="79375" y="956945"/>
                </a:lnTo>
                <a:lnTo>
                  <a:pt x="85408" y="948373"/>
                </a:lnTo>
                <a:lnTo>
                  <a:pt x="96838" y="930910"/>
                </a:lnTo>
                <a:lnTo>
                  <a:pt x="108903" y="915035"/>
                </a:lnTo>
                <a:lnTo>
                  <a:pt x="120968" y="899795"/>
                </a:lnTo>
                <a:lnTo>
                  <a:pt x="132715" y="885508"/>
                </a:lnTo>
                <a:lnTo>
                  <a:pt x="144780" y="872173"/>
                </a:lnTo>
                <a:lnTo>
                  <a:pt x="156845" y="859473"/>
                </a:lnTo>
                <a:lnTo>
                  <a:pt x="168275" y="848043"/>
                </a:lnTo>
                <a:lnTo>
                  <a:pt x="179705" y="836930"/>
                </a:lnTo>
                <a:lnTo>
                  <a:pt x="190500" y="827088"/>
                </a:lnTo>
                <a:lnTo>
                  <a:pt x="201295" y="817880"/>
                </a:lnTo>
                <a:lnTo>
                  <a:pt x="211138" y="809625"/>
                </a:lnTo>
                <a:lnTo>
                  <a:pt x="220345" y="802005"/>
                </a:lnTo>
                <a:lnTo>
                  <a:pt x="229553" y="795338"/>
                </a:lnTo>
                <a:lnTo>
                  <a:pt x="237490" y="789305"/>
                </a:lnTo>
                <a:lnTo>
                  <a:pt x="250825" y="780098"/>
                </a:lnTo>
                <a:lnTo>
                  <a:pt x="260033" y="773748"/>
                </a:lnTo>
                <a:lnTo>
                  <a:pt x="265113" y="770890"/>
                </a:lnTo>
                <a:lnTo>
                  <a:pt x="270510" y="767398"/>
                </a:lnTo>
                <a:lnTo>
                  <a:pt x="276543" y="764858"/>
                </a:lnTo>
                <a:lnTo>
                  <a:pt x="282575" y="762318"/>
                </a:lnTo>
                <a:lnTo>
                  <a:pt x="288608" y="760095"/>
                </a:lnTo>
                <a:lnTo>
                  <a:pt x="294640" y="758190"/>
                </a:lnTo>
                <a:lnTo>
                  <a:pt x="300673" y="756920"/>
                </a:lnTo>
                <a:lnTo>
                  <a:pt x="307023" y="755650"/>
                </a:lnTo>
                <a:lnTo>
                  <a:pt x="312738" y="755015"/>
                </a:lnTo>
                <a:lnTo>
                  <a:pt x="318453" y="753745"/>
                </a:lnTo>
                <a:lnTo>
                  <a:pt x="324485" y="752793"/>
                </a:lnTo>
                <a:lnTo>
                  <a:pt x="330518" y="752475"/>
                </a:lnTo>
                <a:close/>
                <a:moveTo>
                  <a:pt x="609121" y="0"/>
                </a:moveTo>
                <a:lnTo>
                  <a:pt x="617062" y="0"/>
                </a:lnTo>
                <a:lnTo>
                  <a:pt x="625321" y="0"/>
                </a:lnTo>
                <a:lnTo>
                  <a:pt x="633262" y="317"/>
                </a:lnTo>
                <a:lnTo>
                  <a:pt x="641521" y="951"/>
                </a:lnTo>
                <a:lnTo>
                  <a:pt x="650098" y="1585"/>
                </a:lnTo>
                <a:lnTo>
                  <a:pt x="658039" y="2536"/>
                </a:lnTo>
                <a:lnTo>
                  <a:pt x="666298" y="3487"/>
                </a:lnTo>
                <a:lnTo>
                  <a:pt x="674557" y="4755"/>
                </a:lnTo>
                <a:lnTo>
                  <a:pt x="682816" y="6658"/>
                </a:lnTo>
                <a:lnTo>
                  <a:pt x="691075" y="8243"/>
                </a:lnTo>
                <a:lnTo>
                  <a:pt x="699017" y="10462"/>
                </a:lnTo>
                <a:lnTo>
                  <a:pt x="707593" y="12364"/>
                </a:lnTo>
                <a:lnTo>
                  <a:pt x="715535" y="14901"/>
                </a:lnTo>
                <a:lnTo>
                  <a:pt x="723476" y="17437"/>
                </a:lnTo>
                <a:lnTo>
                  <a:pt x="731100" y="20607"/>
                </a:lnTo>
                <a:lnTo>
                  <a:pt x="738723" y="23461"/>
                </a:lnTo>
                <a:lnTo>
                  <a:pt x="746347" y="26314"/>
                </a:lnTo>
                <a:lnTo>
                  <a:pt x="753653" y="29801"/>
                </a:lnTo>
                <a:lnTo>
                  <a:pt x="761277" y="33289"/>
                </a:lnTo>
                <a:lnTo>
                  <a:pt x="768265" y="37093"/>
                </a:lnTo>
                <a:lnTo>
                  <a:pt x="775571" y="40581"/>
                </a:lnTo>
                <a:lnTo>
                  <a:pt x="782560" y="44702"/>
                </a:lnTo>
                <a:lnTo>
                  <a:pt x="796219" y="53262"/>
                </a:lnTo>
                <a:lnTo>
                  <a:pt x="809560" y="62139"/>
                </a:lnTo>
                <a:lnTo>
                  <a:pt x="822266" y="71968"/>
                </a:lnTo>
                <a:lnTo>
                  <a:pt x="834020" y="82113"/>
                </a:lnTo>
                <a:lnTo>
                  <a:pt x="845773" y="92892"/>
                </a:lnTo>
                <a:lnTo>
                  <a:pt x="856573" y="103988"/>
                </a:lnTo>
                <a:lnTo>
                  <a:pt x="867056" y="116036"/>
                </a:lnTo>
                <a:lnTo>
                  <a:pt x="876903" y="128400"/>
                </a:lnTo>
                <a:lnTo>
                  <a:pt x="886433" y="140765"/>
                </a:lnTo>
                <a:lnTo>
                  <a:pt x="895009" y="154080"/>
                </a:lnTo>
                <a:lnTo>
                  <a:pt x="902951" y="167396"/>
                </a:lnTo>
                <a:lnTo>
                  <a:pt x="910257" y="181346"/>
                </a:lnTo>
                <a:lnTo>
                  <a:pt x="916927" y="195612"/>
                </a:lnTo>
                <a:lnTo>
                  <a:pt x="922963" y="210196"/>
                </a:lnTo>
                <a:lnTo>
                  <a:pt x="928045" y="225097"/>
                </a:lnTo>
                <a:lnTo>
                  <a:pt x="932810" y="239998"/>
                </a:lnTo>
                <a:lnTo>
                  <a:pt x="936622" y="255850"/>
                </a:lnTo>
                <a:lnTo>
                  <a:pt x="939481" y="271385"/>
                </a:lnTo>
                <a:lnTo>
                  <a:pt x="941704" y="286920"/>
                </a:lnTo>
                <a:lnTo>
                  <a:pt x="943610" y="302771"/>
                </a:lnTo>
                <a:lnTo>
                  <a:pt x="944246" y="311014"/>
                </a:lnTo>
                <a:lnTo>
                  <a:pt x="944246" y="318940"/>
                </a:lnTo>
                <a:lnTo>
                  <a:pt x="944563" y="327183"/>
                </a:lnTo>
                <a:lnTo>
                  <a:pt x="944246" y="335426"/>
                </a:lnTo>
                <a:lnTo>
                  <a:pt x="943928" y="343352"/>
                </a:lnTo>
                <a:lnTo>
                  <a:pt x="943610" y="351595"/>
                </a:lnTo>
                <a:lnTo>
                  <a:pt x="942657" y="359838"/>
                </a:lnTo>
                <a:lnTo>
                  <a:pt x="941704" y="368081"/>
                </a:lnTo>
                <a:lnTo>
                  <a:pt x="940434" y="376324"/>
                </a:lnTo>
                <a:lnTo>
                  <a:pt x="939163" y="384567"/>
                </a:lnTo>
                <a:lnTo>
                  <a:pt x="937575" y="392810"/>
                </a:lnTo>
                <a:lnTo>
                  <a:pt x="935669" y="401053"/>
                </a:lnTo>
                <a:lnTo>
                  <a:pt x="933763" y="408979"/>
                </a:lnTo>
                <a:lnTo>
                  <a:pt x="931539" y="417222"/>
                </a:lnTo>
                <a:lnTo>
                  <a:pt x="929316" y="425148"/>
                </a:lnTo>
                <a:lnTo>
                  <a:pt x="926457" y="433391"/>
                </a:lnTo>
                <a:lnTo>
                  <a:pt x="923916" y="441000"/>
                </a:lnTo>
                <a:lnTo>
                  <a:pt x="920739" y="448609"/>
                </a:lnTo>
                <a:lnTo>
                  <a:pt x="917563" y="456218"/>
                </a:lnTo>
                <a:lnTo>
                  <a:pt x="914068" y="463827"/>
                </a:lnTo>
                <a:lnTo>
                  <a:pt x="910892" y="471119"/>
                </a:lnTo>
                <a:lnTo>
                  <a:pt x="907080" y="478411"/>
                </a:lnTo>
                <a:lnTo>
                  <a:pt x="903268" y="485385"/>
                </a:lnTo>
                <a:lnTo>
                  <a:pt x="899139" y="492360"/>
                </a:lnTo>
                <a:lnTo>
                  <a:pt x="890880" y="505993"/>
                </a:lnTo>
                <a:lnTo>
                  <a:pt x="881668" y="519309"/>
                </a:lnTo>
                <a:lnTo>
                  <a:pt x="872138" y="531673"/>
                </a:lnTo>
                <a:lnTo>
                  <a:pt x="861656" y="543721"/>
                </a:lnTo>
                <a:lnTo>
                  <a:pt x="851173" y="555451"/>
                </a:lnTo>
                <a:lnTo>
                  <a:pt x="839737" y="566230"/>
                </a:lnTo>
                <a:lnTo>
                  <a:pt x="827667" y="577010"/>
                </a:lnTo>
                <a:lnTo>
                  <a:pt x="815596" y="586521"/>
                </a:lnTo>
                <a:lnTo>
                  <a:pt x="802890" y="595715"/>
                </a:lnTo>
                <a:lnTo>
                  <a:pt x="789866" y="604592"/>
                </a:lnTo>
                <a:lnTo>
                  <a:pt x="776207" y="612518"/>
                </a:lnTo>
                <a:lnTo>
                  <a:pt x="762230" y="619810"/>
                </a:lnTo>
                <a:lnTo>
                  <a:pt x="747935" y="626468"/>
                </a:lnTo>
                <a:lnTo>
                  <a:pt x="733323" y="632491"/>
                </a:lnTo>
                <a:lnTo>
                  <a:pt x="718711" y="637564"/>
                </a:lnTo>
                <a:lnTo>
                  <a:pt x="703464" y="642319"/>
                </a:lnTo>
                <a:lnTo>
                  <a:pt x="688216" y="645807"/>
                </a:lnTo>
                <a:lnTo>
                  <a:pt x="672651" y="649294"/>
                </a:lnTo>
                <a:lnTo>
                  <a:pt x="656451" y="651513"/>
                </a:lnTo>
                <a:lnTo>
                  <a:pt x="640568" y="652782"/>
                </a:lnTo>
                <a:lnTo>
                  <a:pt x="632627" y="653733"/>
                </a:lnTo>
                <a:lnTo>
                  <a:pt x="624368" y="654050"/>
                </a:lnTo>
                <a:lnTo>
                  <a:pt x="616427" y="654050"/>
                </a:lnTo>
                <a:lnTo>
                  <a:pt x="608485" y="654050"/>
                </a:lnTo>
                <a:lnTo>
                  <a:pt x="600226" y="653733"/>
                </a:lnTo>
                <a:lnTo>
                  <a:pt x="591650" y="652782"/>
                </a:lnTo>
                <a:lnTo>
                  <a:pt x="583708" y="652148"/>
                </a:lnTo>
                <a:lnTo>
                  <a:pt x="575449" y="651196"/>
                </a:lnTo>
                <a:lnTo>
                  <a:pt x="567190" y="650245"/>
                </a:lnTo>
                <a:lnTo>
                  <a:pt x="558931" y="648660"/>
                </a:lnTo>
                <a:lnTo>
                  <a:pt x="550672" y="647392"/>
                </a:lnTo>
                <a:lnTo>
                  <a:pt x="542731" y="645173"/>
                </a:lnTo>
                <a:lnTo>
                  <a:pt x="534154" y="643270"/>
                </a:lnTo>
                <a:lnTo>
                  <a:pt x="525895" y="641051"/>
                </a:lnTo>
                <a:lnTo>
                  <a:pt x="517954" y="638515"/>
                </a:lnTo>
                <a:lnTo>
                  <a:pt x="510330" y="635979"/>
                </a:lnTo>
                <a:lnTo>
                  <a:pt x="502389" y="633442"/>
                </a:lnTo>
                <a:lnTo>
                  <a:pt x="494765" y="630272"/>
                </a:lnTo>
                <a:lnTo>
                  <a:pt x="487141" y="627419"/>
                </a:lnTo>
                <a:lnTo>
                  <a:pt x="479835" y="623931"/>
                </a:lnTo>
                <a:lnTo>
                  <a:pt x="472529" y="620444"/>
                </a:lnTo>
                <a:lnTo>
                  <a:pt x="465223" y="616639"/>
                </a:lnTo>
                <a:lnTo>
                  <a:pt x="457917" y="613152"/>
                </a:lnTo>
                <a:lnTo>
                  <a:pt x="450929" y="609030"/>
                </a:lnTo>
                <a:lnTo>
                  <a:pt x="437270" y="600470"/>
                </a:lnTo>
                <a:lnTo>
                  <a:pt x="423928" y="591593"/>
                </a:lnTo>
                <a:lnTo>
                  <a:pt x="411222" y="581765"/>
                </a:lnTo>
                <a:lnTo>
                  <a:pt x="399469" y="571620"/>
                </a:lnTo>
                <a:lnTo>
                  <a:pt x="387716" y="560524"/>
                </a:lnTo>
                <a:lnTo>
                  <a:pt x="376598" y="549427"/>
                </a:lnTo>
                <a:lnTo>
                  <a:pt x="366433" y="537697"/>
                </a:lnTo>
                <a:lnTo>
                  <a:pt x="356586" y="525649"/>
                </a:lnTo>
                <a:lnTo>
                  <a:pt x="347056" y="512968"/>
                </a:lnTo>
                <a:lnTo>
                  <a:pt x="338479" y="499652"/>
                </a:lnTo>
                <a:lnTo>
                  <a:pt x="330538" y="486020"/>
                </a:lnTo>
                <a:lnTo>
                  <a:pt x="323232" y="472070"/>
                </a:lnTo>
                <a:lnTo>
                  <a:pt x="316561" y="457803"/>
                </a:lnTo>
                <a:lnTo>
                  <a:pt x="310526" y="443536"/>
                </a:lnTo>
                <a:lnTo>
                  <a:pt x="305126" y="428636"/>
                </a:lnTo>
                <a:lnTo>
                  <a:pt x="300678" y="413418"/>
                </a:lnTo>
                <a:lnTo>
                  <a:pt x="296867" y="398200"/>
                </a:lnTo>
                <a:lnTo>
                  <a:pt x="294008" y="382348"/>
                </a:lnTo>
                <a:lnTo>
                  <a:pt x="291784" y="366496"/>
                </a:lnTo>
                <a:lnTo>
                  <a:pt x="289878" y="350644"/>
                </a:lnTo>
                <a:lnTo>
                  <a:pt x="289243" y="342718"/>
                </a:lnTo>
                <a:lnTo>
                  <a:pt x="289243" y="334792"/>
                </a:lnTo>
                <a:lnTo>
                  <a:pt x="288925" y="326549"/>
                </a:lnTo>
                <a:lnTo>
                  <a:pt x="289243" y="318306"/>
                </a:lnTo>
                <a:lnTo>
                  <a:pt x="289561" y="310063"/>
                </a:lnTo>
                <a:lnTo>
                  <a:pt x="289878" y="302137"/>
                </a:lnTo>
                <a:lnTo>
                  <a:pt x="290514" y="293894"/>
                </a:lnTo>
                <a:lnTo>
                  <a:pt x="291784" y="285651"/>
                </a:lnTo>
                <a:lnTo>
                  <a:pt x="293055" y="277408"/>
                </a:lnTo>
                <a:lnTo>
                  <a:pt x="294325" y="268848"/>
                </a:lnTo>
                <a:lnTo>
                  <a:pt x="295914" y="260922"/>
                </a:lnTo>
                <a:lnTo>
                  <a:pt x="297502" y="252679"/>
                </a:lnTo>
                <a:lnTo>
                  <a:pt x="299725" y="244436"/>
                </a:lnTo>
                <a:lnTo>
                  <a:pt x="301949" y="236510"/>
                </a:lnTo>
                <a:lnTo>
                  <a:pt x="304173" y="228584"/>
                </a:lnTo>
                <a:lnTo>
                  <a:pt x="307032" y="220659"/>
                </a:lnTo>
                <a:lnTo>
                  <a:pt x="309573" y="212733"/>
                </a:lnTo>
                <a:lnTo>
                  <a:pt x="312432" y="204807"/>
                </a:lnTo>
                <a:lnTo>
                  <a:pt x="315926" y="197198"/>
                </a:lnTo>
                <a:lnTo>
                  <a:pt x="319102" y="189906"/>
                </a:lnTo>
                <a:lnTo>
                  <a:pt x="322597" y="182614"/>
                </a:lnTo>
                <a:lnTo>
                  <a:pt x="326091" y="175322"/>
                </a:lnTo>
                <a:lnTo>
                  <a:pt x="330220" y="168347"/>
                </a:lnTo>
                <a:lnTo>
                  <a:pt x="334032" y="161055"/>
                </a:lnTo>
                <a:lnTo>
                  <a:pt x="342609" y="147423"/>
                </a:lnTo>
                <a:lnTo>
                  <a:pt x="351821" y="134741"/>
                </a:lnTo>
                <a:lnTo>
                  <a:pt x="361350" y="122060"/>
                </a:lnTo>
                <a:lnTo>
                  <a:pt x="371833" y="109695"/>
                </a:lnTo>
                <a:lnTo>
                  <a:pt x="382316" y="97965"/>
                </a:lnTo>
                <a:lnTo>
                  <a:pt x="393751" y="87185"/>
                </a:lnTo>
                <a:lnTo>
                  <a:pt x="405504" y="76723"/>
                </a:lnTo>
                <a:lnTo>
                  <a:pt x="417893" y="66895"/>
                </a:lnTo>
                <a:lnTo>
                  <a:pt x="430599" y="58018"/>
                </a:lnTo>
                <a:lnTo>
                  <a:pt x="443623" y="49458"/>
                </a:lnTo>
                <a:lnTo>
                  <a:pt x="457282" y="41215"/>
                </a:lnTo>
                <a:lnTo>
                  <a:pt x="471259" y="33606"/>
                </a:lnTo>
                <a:lnTo>
                  <a:pt x="485553" y="26948"/>
                </a:lnTo>
                <a:lnTo>
                  <a:pt x="500165" y="21241"/>
                </a:lnTo>
                <a:lnTo>
                  <a:pt x="514777" y="16169"/>
                </a:lnTo>
                <a:lnTo>
                  <a:pt x="530025" y="11413"/>
                </a:lnTo>
                <a:lnTo>
                  <a:pt x="545272" y="7609"/>
                </a:lnTo>
                <a:lnTo>
                  <a:pt x="560837" y="4438"/>
                </a:lnTo>
                <a:lnTo>
                  <a:pt x="576720" y="2219"/>
                </a:lnTo>
                <a:lnTo>
                  <a:pt x="592920" y="634"/>
                </a:lnTo>
                <a:lnTo>
                  <a:pt x="600862" y="317"/>
                </a:lnTo>
                <a:lnTo>
                  <a:pt x="609121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KSO_Shape"/>
          <p:cNvSpPr>
            <a:spLocks/>
          </p:cNvSpPr>
          <p:nvPr/>
        </p:nvSpPr>
        <p:spPr bwMode="auto">
          <a:xfrm flipH="1">
            <a:off x="8758442" y="4807360"/>
            <a:ext cx="901700" cy="1905000"/>
          </a:xfrm>
          <a:custGeom>
            <a:avLst/>
            <a:gdLst/>
            <a:ahLst/>
            <a:cxnLst/>
            <a:rect l="0" t="0" r="r" b="b"/>
            <a:pathLst>
              <a:path w="1558925" h="3292476">
                <a:moveTo>
                  <a:pt x="1055688" y="141288"/>
                </a:moveTo>
                <a:lnTo>
                  <a:pt x="1078548" y="151445"/>
                </a:lnTo>
                <a:lnTo>
                  <a:pt x="1100773" y="161919"/>
                </a:lnTo>
                <a:lnTo>
                  <a:pt x="1122363" y="172076"/>
                </a:lnTo>
                <a:lnTo>
                  <a:pt x="1143635" y="182551"/>
                </a:lnTo>
                <a:lnTo>
                  <a:pt x="1163955" y="192708"/>
                </a:lnTo>
                <a:lnTo>
                  <a:pt x="1183958" y="202864"/>
                </a:lnTo>
                <a:lnTo>
                  <a:pt x="1203008" y="213021"/>
                </a:lnTo>
                <a:lnTo>
                  <a:pt x="1221740" y="223178"/>
                </a:lnTo>
                <a:lnTo>
                  <a:pt x="1240155" y="233335"/>
                </a:lnTo>
                <a:lnTo>
                  <a:pt x="1257300" y="243175"/>
                </a:lnTo>
                <a:lnTo>
                  <a:pt x="1274128" y="253014"/>
                </a:lnTo>
                <a:lnTo>
                  <a:pt x="1290955" y="263171"/>
                </a:lnTo>
                <a:lnTo>
                  <a:pt x="1306513" y="272693"/>
                </a:lnTo>
                <a:lnTo>
                  <a:pt x="1322070" y="282850"/>
                </a:lnTo>
                <a:lnTo>
                  <a:pt x="1336675" y="292690"/>
                </a:lnTo>
                <a:lnTo>
                  <a:pt x="1350963" y="302212"/>
                </a:lnTo>
                <a:lnTo>
                  <a:pt x="1365250" y="312686"/>
                </a:lnTo>
                <a:lnTo>
                  <a:pt x="1378903" y="322843"/>
                </a:lnTo>
                <a:lnTo>
                  <a:pt x="1392238" y="333000"/>
                </a:lnTo>
                <a:lnTo>
                  <a:pt x="1405255" y="343157"/>
                </a:lnTo>
                <a:lnTo>
                  <a:pt x="1417003" y="353631"/>
                </a:lnTo>
                <a:lnTo>
                  <a:pt x="1429068" y="363788"/>
                </a:lnTo>
                <a:lnTo>
                  <a:pt x="1440498" y="373945"/>
                </a:lnTo>
                <a:lnTo>
                  <a:pt x="1450975" y="384737"/>
                </a:lnTo>
                <a:lnTo>
                  <a:pt x="1461453" y="395211"/>
                </a:lnTo>
                <a:lnTo>
                  <a:pt x="1471295" y="406003"/>
                </a:lnTo>
                <a:lnTo>
                  <a:pt x="1480503" y="416477"/>
                </a:lnTo>
                <a:lnTo>
                  <a:pt x="1489393" y="427587"/>
                </a:lnTo>
                <a:lnTo>
                  <a:pt x="1497965" y="438696"/>
                </a:lnTo>
                <a:lnTo>
                  <a:pt x="1505903" y="449805"/>
                </a:lnTo>
                <a:lnTo>
                  <a:pt x="1513523" y="461231"/>
                </a:lnTo>
                <a:lnTo>
                  <a:pt x="1520508" y="472658"/>
                </a:lnTo>
                <a:lnTo>
                  <a:pt x="1524635" y="480276"/>
                </a:lnTo>
                <a:lnTo>
                  <a:pt x="1529080" y="488528"/>
                </a:lnTo>
                <a:lnTo>
                  <a:pt x="1533208" y="496463"/>
                </a:lnTo>
                <a:lnTo>
                  <a:pt x="1536700" y="504398"/>
                </a:lnTo>
                <a:lnTo>
                  <a:pt x="1540193" y="512651"/>
                </a:lnTo>
                <a:lnTo>
                  <a:pt x="1543368" y="520903"/>
                </a:lnTo>
                <a:lnTo>
                  <a:pt x="1545908" y="529156"/>
                </a:lnTo>
                <a:lnTo>
                  <a:pt x="1548765" y="537726"/>
                </a:lnTo>
                <a:lnTo>
                  <a:pt x="1550988" y="546296"/>
                </a:lnTo>
                <a:lnTo>
                  <a:pt x="1552893" y="554866"/>
                </a:lnTo>
                <a:lnTo>
                  <a:pt x="1554798" y="563436"/>
                </a:lnTo>
                <a:lnTo>
                  <a:pt x="1556385" y="572005"/>
                </a:lnTo>
                <a:lnTo>
                  <a:pt x="1557338" y="580575"/>
                </a:lnTo>
                <a:lnTo>
                  <a:pt x="1558290" y="589780"/>
                </a:lnTo>
                <a:lnTo>
                  <a:pt x="1558608" y="598350"/>
                </a:lnTo>
                <a:lnTo>
                  <a:pt x="1558925" y="606920"/>
                </a:lnTo>
                <a:lnTo>
                  <a:pt x="1558608" y="615172"/>
                </a:lnTo>
                <a:lnTo>
                  <a:pt x="1558290" y="623425"/>
                </a:lnTo>
                <a:lnTo>
                  <a:pt x="1557655" y="631995"/>
                </a:lnTo>
                <a:lnTo>
                  <a:pt x="1556703" y="639930"/>
                </a:lnTo>
                <a:lnTo>
                  <a:pt x="1555433" y="647865"/>
                </a:lnTo>
                <a:lnTo>
                  <a:pt x="1553528" y="655800"/>
                </a:lnTo>
                <a:lnTo>
                  <a:pt x="1551940" y="663418"/>
                </a:lnTo>
                <a:lnTo>
                  <a:pt x="1550035" y="671036"/>
                </a:lnTo>
                <a:lnTo>
                  <a:pt x="1547813" y="678653"/>
                </a:lnTo>
                <a:lnTo>
                  <a:pt x="1545273" y="685954"/>
                </a:lnTo>
                <a:lnTo>
                  <a:pt x="1542733" y="693254"/>
                </a:lnTo>
                <a:lnTo>
                  <a:pt x="1539558" y="700554"/>
                </a:lnTo>
                <a:lnTo>
                  <a:pt x="1536700" y="707537"/>
                </a:lnTo>
                <a:lnTo>
                  <a:pt x="1533525" y="714203"/>
                </a:lnTo>
                <a:lnTo>
                  <a:pt x="1530033" y="720868"/>
                </a:lnTo>
                <a:lnTo>
                  <a:pt x="1526540" y="727533"/>
                </a:lnTo>
                <a:lnTo>
                  <a:pt x="1518920" y="739912"/>
                </a:lnTo>
                <a:lnTo>
                  <a:pt x="1510665" y="751974"/>
                </a:lnTo>
                <a:lnTo>
                  <a:pt x="1502410" y="763083"/>
                </a:lnTo>
                <a:lnTo>
                  <a:pt x="1493838" y="774192"/>
                </a:lnTo>
                <a:lnTo>
                  <a:pt x="1484948" y="784031"/>
                </a:lnTo>
                <a:lnTo>
                  <a:pt x="1475105" y="793871"/>
                </a:lnTo>
                <a:lnTo>
                  <a:pt x="1465898" y="803393"/>
                </a:lnTo>
                <a:lnTo>
                  <a:pt x="1456055" y="811963"/>
                </a:lnTo>
                <a:lnTo>
                  <a:pt x="1445895" y="820533"/>
                </a:lnTo>
                <a:lnTo>
                  <a:pt x="1436053" y="828468"/>
                </a:lnTo>
                <a:lnTo>
                  <a:pt x="1425893" y="836086"/>
                </a:lnTo>
                <a:lnTo>
                  <a:pt x="1415415" y="843703"/>
                </a:lnTo>
                <a:lnTo>
                  <a:pt x="1404938" y="850686"/>
                </a:lnTo>
                <a:lnTo>
                  <a:pt x="1394143" y="857669"/>
                </a:lnTo>
                <a:lnTo>
                  <a:pt x="1383665" y="864335"/>
                </a:lnTo>
                <a:lnTo>
                  <a:pt x="1372870" y="870683"/>
                </a:lnTo>
                <a:lnTo>
                  <a:pt x="1362075" y="877031"/>
                </a:lnTo>
                <a:lnTo>
                  <a:pt x="1351280" y="882744"/>
                </a:lnTo>
                <a:lnTo>
                  <a:pt x="1329690" y="893853"/>
                </a:lnTo>
                <a:lnTo>
                  <a:pt x="1307783" y="904328"/>
                </a:lnTo>
                <a:lnTo>
                  <a:pt x="1286193" y="913850"/>
                </a:lnTo>
                <a:lnTo>
                  <a:pt x="1267143" y="921785"/>
                </a:lnTo>
                <a:lnTo>
                  <a:pt x="1248410" y="929085"/>
                </a:lnTo>
                <a:lnTo>
                  <a:pt x="1229678" y="936068"/>
                </a:lnTo>
                <a:lnTo>
                  <a:pt x="1211580" y="942733"/>
                </a:lnTo>
                <a:lnTo>
                  <a:pt x="1194118" y="948764"/>
                </a:lnTo>
                <a:lnTo>
                  <a:pt x="1177290" y="954160"/>
                </a:lnTo>
                <a:lnTo>
                  <a:pt x="1161098" y="959238"/>
                </a:lnTo>
                <a:lnTo>
                  <a:pt x="1145540" y="963682"/>
                </a:lnTo>
                <a:lnTo>
                  <a:pt x="1145540" y="1585477"/>
                </a:lnTo>
                <a:lnTo>
                  <a:pt x="1145540" y="1860666"/>
                </a:lnTo>
                <a:lnTo>
                  <a:pt x="1145540" y="3112508"/>
                </a:lnTo>
                <a:lnTo>
                  <a:pt x="1145223" y="3121713"/>
                </a:lnTo>
                <a:lnTo>
                  <a:pt x="1144588" y="3130917"/>
                </a:lnTo>
                <a:lnTo>
                  <a:pt x="1143635" y="3139805"/>
                </a:lnTo>
                <a:lnTo>
                  <a:pt x="1142048" y="3148692"/>
                </a:lnTo>
                <a:lnTo>
                  <a:pt x="1140143" y="3157262"/>
                </a:lnTo>
                <a:lnTo>
                  <a:pt x="1137603" y="3166149"/>
                </a:lnTo>
                <a:lnTo>
                  <a:pt x="1134745" y="3174402"/>
                </a:lnTo>
                <a:lnTo>
                  <a:pt x="1131253" y="3182654"/>
                </a:lnTo>
                <a:lnTo>
                  <a:pt x="1128078" y="3190589"/>
                </a:lnTo>
                <a:lnTo>
                  <a:pt x="1123950" y="3198207"/>
                </a:lnTo>
                <a:lnTo>
                  <a:pt x="1119823" y="3205825"/>
                </a:lnTo>
                <a:lnTo>
                  <a:pt x="1114743" y="3213125"/>
                </a:lnTo>
                <a:lnTo>
                  <a:pt x="1109663" y="3220108"/>
                </a:lnTo>
                <a:lnTo>
                  <a:pt x="1104583" y="3226773"/>
                </a:lnTo>
                <a:lnTo>
                  <a:pt x="1098868" y="3233439"/>
                </a:lnTo>
                <a:lnTo>
                  <a:pt x="1092835" y="3239787"/>
                </a:lnTo>
                <a:lnTo>
                  <a:pt x="1086803" y="3245818"/>
                </a:lnTo>
                <a:lnTo>
                  <a:pt x="1080135" y="3251531"/>
                </a:lnTo>
                <a:lnTo>
                  <a:pt x="1073150" y="3256609"/>
                </a:lnTo>
                <a:lnTo>
                  <a:pt x="1066165" y="3261688"/>
                </a:lnTo>
                <a:lnTo>
                  <a:pt x="1058863" y="3266449"/>
                </a:lnTo>
                <a:lnTo>
                  <a:pt x="1051560" y="3270575"/>
                </a:lnTo>
                <a:lnTo>
                  <a:pt x="1043623" y="3274701"/>
                </a:lnTo>
                <a:lnTo>
                  <a:pt x="1035685" y="3278193"/>
                </a:lnTo>
                <a:lnTo>
                  <a:pt x="1027748" y="3281684"/>
                </a:lnTo>
                <a:lnTo>
                  <a:pt x="1019175" y="3284224"/>
                </a:lnTo>
                <a:lnTo>
                  <a:pt x="1010920" y="3287080"/>
                </a:lnTo>
                <a:lnTo>
                  <a:pt x="1002030" y="3288985"/>
                </a:lnTo>
                <a:lnTo>
                  <a:pt x="993140" y="3290254"/>
                </a:lnTo>
                <a:lnTo>
                  <a:pt x="984250" y="3291524"/>
                </a:lnTo>
                <a:lnTo>
                  <a:pt x="975043" y="3292159"/>
                </a:lnTo>
                <a:lnTo>
                  <a:pt x="965518" y="3292476"/>
                </a:lnTo>
                <a:lnTo>
                  <a:pt x="956310" y="3292159"/>
                </a:lnTo>
                <a:lnTo>
                  <a:pt x="947420" y="3291524"/>
                </a:lnTo>
                <a:lnTo>
                  <a:pt x="938213" y="3290254"/>
                </a:lnTo>
                <a:lnTo>
                  <a:pt x="929323" y="3288985"/>
                </a:lnTo>
                <a:lnTo>
                  <a:pt x="920750" y="3287080"/>
                </a:lnTo>
                <a:lnTo>
                  <a:pt x="912178" y="3284224"/>
                </a:lnTo>
                <a:lnTo>
                  <a:pt x="903923" y="3281684"/>
                </a:lnTo>
                <a:lnTo>
                  <a:pt x="895985" y="3278193"/>
                </a:lnTo>
                <a:lnTo>
                  <a:pt x="887730" y="3274701"/>
                </a:lnTo>
                <a:lnTo>
                  <a:pt x="879793" y="3270575"/>
                </a:lnTo>
                <a:lnTo>
                  <a:pt x="872173" y="3266449"/>
                </a:lnTo>
                <a:lnTo>
                  <a:pt x="865188" y="3261688"/>
                </a:lnTo>
                <a:lnTo>
                  <a:pt x="857885" y="3256609"/>
                </a:lnTo>
                <a:lnTo>
                  <a:pt x="851218" y="3251531"/>
                </a:lnTo>
                <a:lnTo>
                  <a:pt x="844550" y="3245818"/>
                </a:lnTo>
                <a:lnTo>
                  <a:pt x="838518" y="3239787"/>
                </a:lnTo>
                <a:lnTo>
                  <a:pt x="832485" y="3233439"/>
                </a:lnTo>
                <a:lnTo>
                  <a:pt x="826770" y="3226773"/>
                </a:lnTo>
                <a:lnTo>
                  <a:pt x="821373" y="3220108"/>
                </a:lnTo>
                <a:lnTo>
                  <a:pt x="816293" y="3213125"/>
                </a:lnTo>
                <a:lnTo>
                  <a:pt x="811848" y="3205825"/>
                </a:lnTo>
                <a:lnTo>
                  <a:pt x="807403" y="3198207"/>
                </a:lnTo>
                <a:lnTo>
                  <a:pt x="803593" y="3190589"/>
                </a:lnTo>
                <a:lnTo>
                  <a:pt x="799783" y="3182654"/>
                </a:lnTo>
                <a:lnTo>
                  <a:pt x="796925" y="3174402"/>
                </a:lnTo>
                <a:lnTo>
                  <a:pt x="793750" y="3166149"/>
                </a:lnTo>
                <a:lnTo>
                  <a:pt x="791528" y="3157262"/>
                </a:lnTo>
                <a:lnTo>
                  <a:pt x="789623" y="3148692"/>
                </a:lnTo>
                <a:lnTo>
                  <a:pt x="787718" y="3139805"/>
                </a:lnTo>
                <a:lnTo>
                  <a:pt x="786765" y="3130917"/>
                </a:lnTo>
                <a:lnTo>
                  <a:pt x="785813" y="3121713"/>
                </a:lnTo>
                <a:lnTo>
                  <a:pt x="785813" y="3112508"/>
                </a:lnTo>
                <a:lnTo>
                  <a:pt x="785813" y="1973345"/>
                </a:lnTo>
                <a:lnTo>
                  <a:pt x="718503" y="1973345"/>
                </a:lnTo>
                <a:lnTo>
                  <a:pt x="718503" y="3112508"/>
                </a:lnTo>
                <a:lnTo>
                  <a:pt x="718185" y="3121713"/>
                </a:lnTo>
                <a:lnTo>
                  <a:pt x="717550" y="3130917"/>
                </a:lnTo>
                <a:lnTo>
                  <a:pt x="715963" y="3139805"/>
                </a:lnTo>
                <a:lnTo>
                  <a:pt x="714693" y="3148692"/>
                </a:lnTo>
                <a:lnTo>
                  <a:pt x="712788" y="3157262"/>
                </a:lnTo>
                <a:lnTo>
                  <a:pt x="710248" y="3166149"/>
                </a:lnTo>
                <a:lnTo>
                  <a:pt x="707390" y="3174402"/>
                </a:lnTo>
                <a:lnTo>
                  <a:pt x="704215" y="3182654"/>
                </a:lnTo>
                <a:lnTo>
                  <a:pt x="700405" y="3190589"/>
                </a:lnTo>
                <a:lnTo>
                  <a:pt x="696595" y="3198207"/>
                </a:lnTo>
                <a:lnTo>
                  <a:pt x="692150" y="3205825"/>
                </a:lnTo>
                <a:lnTo>
                  <a:pt x="687388" y="3213125"/>
                </a:lnTo>
                <a:lnTo>
                  <a:pt x="682625" y="3220108"/>
                </a:lnTo>
                <a:lnTo>
                  <a:pt x="677228" y="3226773"/>
                </a:lnTo>
                <a:lnTo>
                  <a:pt x="671513" y="3233439"/>
                </a:lnTo>
                <a:lnTo>
                  <a:pt x="665480" y="3239787"/>
                </a:lnTo>
                <a:lnTo>
                  <a:pt x="659448" y="3245818"/>
                </a:lnTo>
                <a:lnTo>
                  <a:pt x="652780" y="3251531"/>
                </a:lnTo>
                <a:lnTo>
                  <a:pt x="646113" y="3256609"/>
                </a:lnTo>
                <a:lnTo>
                  <a:pt x="639128" y="3261688"/>
                </a:lnTo>
                <a:lnTo>
                  <a:pt x="631825" y="3266449"/>
                </a:lnTo>
                <a:lnTo>
                  <a:pt x="624205" y="3270575"/>
                </a:lnTo>
                <a:lnTo>
                  <a:pt x="616585" y="3274701"/>
                </a:lnTo>
                <a:lnTo>
                  <a:pt x="608330" y="3278193"/>
                </a:lnTo>
                <a:lnTo>
                  <a:pt x="600075" y="3281684"/>
                </a:lnTo>
                <a:lnTo>
                  <a:pt x="591820" y="3284224"/>
                </a:lnTo>
                <a:lnTo>
                  <a:pt x="583248" y="3287080"/>
                </a:lnTo>
                <a:lnTo>
                  <a:pt x="574675" y="3288985"/>
                </a:lnTo>
                <a:lnTo>
                  <a:pt x="565468" y="3290254"/>
                </a:lnTo>
                <a:lnTo>
                  <a:pt x="556578" y="3291524"/>
                </a:lnTo>
                <a:lnTo>
                  <a:pt x="547688" y="3292159"/>
                </a:lnTo>
                <a:lnTo>
                  <a:pt x="538480" y="3292476"/>
                </a:lnTo>
                <a:lnTo>
                  <a:pt x="528955" y="3292159"/>
                </a:lnTo>
                <a:lnTo>
                  <a:pt x="520065" y="3291524"/>
                </a:lnTo>
                <a:lnTo>
                  <a:pt x="510858" y="3290254"/>
                </a:lnTo>
                <a:lnTo>
                  <a:pt x="502285" y="3288985"/>
                </a:lnTo>
                <a:lnTo>
                  <a:pt x="493395" y="3287080"/>
                </a:lnTo>
                <a:lnTo>
                  <a:pt x="484823" y="3284224"/>
                </a:lnTo>
                <a:lnTo>
                  <a:pt x="476568" y="3281684"/>
                </a:lnTo>
                <a:lnTo>
                  <a:pt x="468313" y="3278193"/>
                </a:lnTo>
                <a:lnTo>
                  <a:pt x="460375" y="3274701"/>
                </a:lnTo>
                <a:lnTo>
                  <a:pt x="452755" y="3270575"/>
                </a:lnTo>
                <a:lnTo>
                  <a:pt x="445135" y="3266449"/>
                </a:lnTo>
                <a:lnTo>
                  <a:pt x="437833" y="3261688"/>
                </a:lnTo>
                <a:lnTo>
                  <a:pt x="430848" y="3256609"/>
                </a:lnTo>
                <a:lnTo>
                  <a:pt x="423863" y="3251531"/>
                </a:lnTo>
                <a:lnTo>
                  <a:pt x="417513" y="3245818"/>
                </a:lnTo>
                <a:lnTo>
                  <a:pt x="411163" y="3239787"/>
                </a:lnTo>
                <a:lnTo>
                  <a:pt x="405130" y="3233439"/>
                </a:lnTo>
                <a:lnTo>
                  <a:pt x="399415" y="3226773"/>
                </a:lnTo>
                <a:lnTo>
                  <a:pt x="394018" y="3220108"/>
                </a:lnTo>
                <a:lnTo>
                  <a:pt x="389255" y="3213125"/>
                </a:lnTo>
                <a:lnTo>
                  <a:pt x="384493" y="3205825"/>
                </a:lnTo>
                <a:lnTo>
                  <a:pt x="380365" y="3198207"/>
                </a:lnTo>
                <a:lnTo>
                  <a:pt x="376238" y="3190589"/>
                </a:lnTo>
                <a:lnTo>
                  <a:pt x="372428" y="3182654"/>
                </a:lnTo>
                <a:lnTo>
                  <a:pt x="369253" y="3174402"/>
                </a:lnTo>
                <a:lnTo>
                  <a:pt x="366713" y="3166149"/>
                </a:lnTo>
                <a:lnTo>
                  <a:pt x="363855" y="3157262"/>
                </a:lnTo>
                <a:lnTo>
                  <a:pt x="361950" y="3148692"/>
                </a:lnTo>
                <a:lnTo>
                  <a:pt x="360680" y="3139805"/>
                </a:lnTo>
                <a:lnTo>
                  <a:pt x="359410" y="3130917"/>
                </a:lnTo>
                <a:lnTo>
                  <a:pt x="358775" y="3121713"/>
                </a:lnTo>
                <a:lnTo>
                  <a:pt x="358140" y="3112508"/>
                </a:lnTo>
                <a:lnTo>
                  <a:pt x="358140" y="1860666"/>
                </a:lnTo>
                <a:lnTo>
                  <a:pt x="358140" y="1585477"/>
                </a:lnTo>
                <a:lnTo>
                  <a:pt x="358140" y="1022084"/>
                </a:lnTo>
                <a:lnTo>
                  <a:pt x="353060" y="1026845"/>
                </a:lnTo>
                <a:lnTo>
                  <a:pt x="347345" y="1031924"/>
                </a:lnTo>
                <a:lnTo>
                  <a:pt x="341948" y="1037637"/>
                </a:lnTo>
                <a:lnTo>
                  <a:pt x="336233" y="1043351"/>
                </a:lnTo>
                <a:lnTo>
                  <a:pt x="330518" y="1050016"/>
                </a:lnTo>
                <a:lnTo>
                  <a:pt x="324803" y="1057316"/>
                </a:lnTo>
                <a:lnTo>
                  <a:pt x="319088" y="1065251"/>
                </a:lnTo>
                <a:lnTo>
                  <a:pt x="313373" y="1073821"/>
                </a:lnTo>
                <a:lnTo>
                  <a:pt x="307658" y="1082709"/>
                </a:lnTo>
                <a:lnTo>
                  <a:pt x="302260" y="1092548"/>
                </a:lnTo>
                <a:lnTo>
                  <a:pt x="296545" y="1103340"/>
                </a:lnTo>
                <a:lnTo>
                  <a:pt x="290830" y="1115084"/>
                </a:lnTo>
                <a:lnTo>
                  <a:pt x="285433" y="1127145"/>
                </a:lnTo>
                <a:lnTo>
                  <a:pt x="280353" y="1140476"/>
                </a:lnTo>
                <a:lnTo>
                  <a:pt x="274955" y="1154759"/>
                </a:lnTo>
                <a:lnTo>
                  <a:pt x="269875" y="1169677"/>
                </a:lnTo>
                <a:lnTo>
                  <a:pt x="266065" y="1182691"/>
                </a:lnTo>
                <a:lnTo>
                  <a:pt x="261938" y="1196339"/>
                </a:lnTo>
                <a:lnTo>
                  <a:pt x="258128" y="1210305"/>
                </a:lnTo>
                <a:lnTo>
                  <a:pt x="254953" y="1225223"/>
                </a:lnTo>
                <a:lnTo>
                  <a:pt x="251778" y="1240776"/>
                </a:lnTo>
                <a:lnTo>
                  <a:pt x="248603" y="1256646"/>
                </a:lnTo>
                <a:lnTo>
                  <a:pt x="246063" y="1273786"/>
                </a:lnTo>
                <a:lnTo>
                  <a:pt x="243205" y="1291243"/>
                </a:lnTo>
                <a:lnTo>
                  <a:pt x="240983" y="1309970"/>
                </a:lnTo>
                <a:lnTo>
                  <a:pt x="239078" y="1329014"/>
                </a:lnTo>
                <a:lnTo>
                  <a:pt x="237490" y="1348693"/>
                </a:lnTo>
                <a:lnTo>
                  <a:pt x="235585" y="1369325"/>
                </a:lnTo>
                <a:lnTo>
                  <a:pt x="234633" y="1390591"/>
                </a:lnTo>
                <a:lnTo>
                  <a:pt x="233680" y="1412809"/>
                </a:lnTo>
                <a:lnTo>
                  <a:pt x="233045" y="1435979"/>
                </a:lnTo>
                <a:lnTo>
                  <a:pt x="233045" y="1459467"/>
                </a:lnTo>
                <a:lnTo>
                  <a:pt x="233363" y="1488351"/>
                </a:lnTo>
                <a:lnTo>
                  <a:pt x="233998" y="1517870"/>
                </a:lnTo>
                <a:lnTo>
                  <a:pt x="235268" y="1548658"/>
                </a:lnTo>
                <a:lnTo>
                  <a:pt x="237173" y="1580716"/>
                </a:lnTo>
                <a:lnTo>
                  <a:pt x="239395" y="1614043"/>
                </a:lnTo>
                <a:lnTo>
                  <a:pt x="242253" y="1648005"/>
                </a:lnTo>
                <a:lnTo>
                  <a:pt x="246063" y="1683555"/>
                </a:lnTo>
                <a:lnTo>
                  <a:pt x="250190" y="1720374"/>
                </a:lnTo>
                <a:lnTo>
                  <a:pt x="254953" y="1758145"/>
                </a:lnTo>
                <a:lnTo>
                  <a:pt x="260668" y="1797185"/>
                </a:lnTo>
                <a:lnTo>
                  <a:pt x="266700" y="1837496"/>
                </a:lnTo>
                <a:lnTo>
                  <a:pt x="273685" y="1879076"/>
                </a:lnTo>
                <a:lnTo>
                  <a:pt x="281305" y="1921925"/>
                </a:lnTo>
                <a:lnTo>
                  <a:pt x="289243" y="1966044"/>
                </a:lnTo>
                <a:lnTo>
                  <a:pt x="298450" y="2011433"/>
                </a:lnTo>
                <a:lnTo>
                  <a:pt x="307975" y="2058409"/>
                </a:lnTo>
                <a:lnTo>
                  <a:pt x="309245" y="2064440"/>
                </a:lnTo>
                <a:lnTo>
                  <a:pt x="310198" y="2070153"/>
                </a:lnTo>
                <a:lnTo>
                  <a:pt x="310515" y="2076184"/>
                </a:lnTo>
                <a:lnTo>
                  <a:pt x="310833" y="2081579"/>
                </a:lnTo>
                <a:lnTo>
                  <a:pt x="310833" y="2087610"/>
                </a:lnTo>
                <a:lnTo>
                  <a:pt x="310515" y="2093323"/>
                </a:lnTo>
                <a:lnTo>
                  <a:pt x="309880" y="2099037"/>
                </a:lnTo>
                <a:lnTo>
                  <a:pt x="308928" y="2104750"/>
                </a:lnTo>
                <a:lnTo>
                  <a:pt x="307340" y="2110146"/>
                </a:lnTo>
                <a:lnTo>
                  <a:pt x="306070" y="2115542"/>
                </a:lnTo>
                <a:lnTo>
                  <a:pt x="304483" y="2120938"/>
                </a:lnTo>
                <a:lnTo>
                  <a:pt x="302578" y="2126333"/>
                </a:lnTo>
                <a:lnTo>
                  <a:pt x="300038" y="2131412"/>
                </a:lnTo>
                <a:lnTo>
                  <a:pt x="297815" y="2136490"/>
                </a:lnTo>
                <a:lnTo>
                  <a:pt x="295275" y="2141251"/>
                </a:lnTo>
                <a:lnTo>
                  <a:pt x="292100" y="2146013"/>
                </a:lnTo>
                <a:lnTo>
                  <a:pt x="288925" y="2150774"/>
                </a:lnTo>
                <a:lnTo>
                  <a:pt x="285433" y="2155217"/>
                </a:lnTo>
                <a:lnTo>
                  <a:pt x="281940" y="2159344"/>
                </a:lnTo>
                <a:lnTo>
                  <a:pt x="278130" y="2163470"/>
                </a:lnTo>
                <a:lnTo>
                  <a:pt x="274320" y="2167279"/>
                </a:lnTo>
                <a:lnTo>
                  <a:pt x="269875" y="2171405"/>
                </a:lnTo>
                <a:lnTo>
                  <a:pt x="265748" y="2174579"/>
                </a:lnTo>
                <a:lnTo>
                  <a:pt x="261303" y="2178388"/>
                </a:lnTo>
                <a:lnTo>
                  <a:pt x="256223" y="2181244"/>
                </a:lnTo>
                <a:lnTo>
                  <a:pt x="251778" y="2184418"/>
                </a:lnTo>
                <a:lnTo>
                  <a:pt x="246380" y="2186958"/>
                </a:lnTo>
                <a:lnTo>
                  <a:pt x="241300" y="2189180"/>
                </a:lnTo>
                <a:lnTo>
                  <a:pt x="235585" y="2191719"/>
                </a:lnTo>
                <a:lnTo>
                  <a:pt x="230505" y="2193623"/>
                </a:lnTo>
                <a:lnTo>
                  <a:pt x="224473" y="2195210"/>
                </a:lnTo>
                <a:lnTo>
                  <a:pt x="218758" y="2196480"/>
                </a:lnTo>
                <a:lnTo>
                  <a:pt x="212408" y="2198067"/>
                </a:lnTo>
                <a:lnTo>
                  <a:pt x="206375" y="2198702"/>
                </a:lnTo>
                <a:lnTo>
                  <a:pt x="200025" y="2199336"/>
                </a:lnTo>
                <a:lnTo>
                  <a:pt x="194310" y="2199336"/>
                </a:lnTo>
                <a:lnTo>
                  <a:pt x="189230" y="2199336"/>
                </a:lnTo>
                <a:lnTo>
                  <a:pt x="184150" y="2199019"/>
                </a:lnTo>
                <a:lnTo>
                  <a:pt x="179070" y="2198384"/>
                </a:lnTo>
                <a:lnTo>
                  <a:pt x="174308" y="2197749"/>
                </a:lnTo>
                <a:lnTo>
                  <a:pt x="169545" y="2196480"/>
                </a:lnTo>
                <a:lnTo>
                  <a:pt x="164465" y="2195210"/>
                </a:lnTo>
                <a:lnTo>
                  <a:pt x="160020" y="2193941"/>
                </a:lnTo>
                <a:lnTo>
                  <a:pt x="155258" y="2192671"/>
                </a:lnTo>
                <a:lnTo>
                  <a:pt x="151130" y="2191084"/>
                </a:lnTo>
                <a:lnTo>
                  <a:pt x="146368" y="2188862"/>
                </a:lnTo>
                <a:lnTo>
                  <a:pt x="141923" y="2186958"/>
                </a:lnTo>
                <a:lnTo>
                  <a:pt x="137795" y="2184736"/>
                </a:lnTo>
                <a:lnTo>
                  <a:pt x="133350" y="2181879"/>
                </a:lnTo>
                <a:lnTo>
                  <a:pt x="129223" y="2179340"/>
                </a:lnTo>
                <a:lnTo>
                  <a:pt x="125413" y="2176801"/>
                </a:lnTo>
                <a:lnTo>
                  <a:pt x="121603" y="2173627"/>
                </a:lnTo>
                <a:lnTo>
                  <a:pt x="117793" y="2170770"/>
                </a:lnTo>
                <a:lnTo>
                  <a:pt x="113983" y="2167279"/>
                </a:lnTo>
                <a:lnTo>
                  <a:pt x="110808" y="2164105"/>
                </a:lnTo>
                <a:lnTo>
                  <a:pt x="107315" y="2160296"/>
                </a:lnTo>
                <a:lnTo>
                  <a:pt x="104140" y="2156804"/>
                </a:lnTo>
                <a:lnTo>
                  <a:pt x="101283" y="2152678"/>
                </a:lnTo>
                <a:lnTo>
                  <a:pt x="98425" y="2148869"/>
                </a:lnTo>
                <a:lnTo>
                  <a:pt x="95568" y="2144743"/>
                </a:lnTo>
                <a:lnTo>
                  <a:pt x="93028" y="2140617"/>
                </a:lnTo>
                <a:lnTo>
                  <a:pt x="90805" y="2136173"/>
                </a:lnTo>
                <a:lnTo>
                  <a:pt x="88583" y="2131412"/>
                </a:lnTo>
                <a:lnTo>
                  <a:pt x="86678" y="2126968"/>
                </a:lnTo>
                <a:lnTo>
                  <a:pt x="84455" y="2122207"/>
                </a:lnTo>
                <a:lnTo>
                  <a:pt x="83185" y="2117129"/>
                </a:lnTo>
                <a:lnTo>
                  <a:pt x="81598" y="2112368"/>
                </a:lnTo>
                <a:lnTo>
                  <a:pt x="80645" y="2107289"/>
                </a:lnTo>
                <a:lnTo>
                  <a:pt x="70168" y="2058091"/>
                </a:lnTo>
                <a:lnTo>
                  <a:pt x="60643" y="2010163"/>
                </a:lnTo>
                <a:lnTo>
                  <a:pt x="52070" y="1963822"/>
                </a:lnTo>
                <a:lnTo>
                  <a:pt x="44133" y="1918116"/>
                </a:lnTo>
                <a:lnTo>
                  <a:pt x="36830" y="1873997"/>
                </a:lnTo>
                <a:lnTo>
                  <a:pt x="30163" y="1830830"/>
                </a:lnTo>
                <a:lnTo>
                  <a:pt x="24130" y="1788933"/>
                </a:lnTo>
                <a:lnTo>
                  <a:pt x="19050" y="1747988"/>
                </a:lnTo>
                <a:lnTo>
                  <a:pt x="14288" y="1708630"/>
                </a:lnTo>
                <a:lnTo>
                  <a:pt x="10478" y="1669589"/>
                </a:lnTo>
                <a:lnTo>
                  <a:pt x="7303" y="1632135"/>
                </a:lnTo>
                <a:lnTo>
                  <a:pt x="4763" y="1595634"/>
                </a:lnTo>
                <a:lnTo>
                  <a:pt x="2858" y="1560084"/>
                </a:lnTo>
                <a:lnTo>
                  <a:pt x="1270" y="1525487"/>
                </a:lnTo>
                <a:lnTo>
                  <a:pt x="318" y="1491843"/>
                </a:lnTo>
                <a:lnTo>
                  <a:pt x="0" y="1459467"/>
                </a:lnTo>
                <a:lnTo>
                  <a:pt x="0" y="1439153"/>
                </a:lnTo>
                <a:lnTo>
                  <a:pt x="318" y="1418840"/>
                </a:lnTo>
                <a:lnTo>
                  <a:pt x="1270" y="1399161"/>
                </a:lnTo>
                <a:lnTo>
                  <a:pt x="1905" y="1380116"/>
                </a:lnTo>
                <a:lnTo>
                  <a:pt x="2858" y="1360755"/>
                </a:lnTo>
                <a:lnTo>
                  <a:pt x="4128" y="1342028"/>
                </a:lnTo>
                <a:lnTo>
                  <a:pt x="5398" y="1323936"/>
                </a:lnTo>
                <a:lnTo>
                  <a:pt x="6985" y="1305844"/>
                </a:lnTo>
                <a:lnTo>
                  <a:pt x="9208" y="1288704"/>
                </a:lnTo>
                <a:lnTo>
                  <a:pt x="11113" y="1271247"/>
                </a:lnTo>
                <a:lnTo>
                  <a:pt x="13335" y="1254424"/>
                </a:lnTo>
                <a:lnTo>
                  <a:pt x="15875" y="1237919"/>
                </a:lnTo>
                <a:lnTo>
                  <a:pt x="18415" y="1221414"/>
                </a:lnTo>
                <a:lnTo>
                  <a:pt x="21273" y="1205861"/>
                </a:lnTo>
                <a:lnTo>
                  <a:pt x="24448" y="1190309"/>
                </a:lnTo>
                <a:lnTo>
                  <a:pt x="27623" y="1175073"/>
                </a:lnTo>
                <a:lnTo>
                  <a:pt x="31115" y="1160155"/>
                </a:lnTo>
                <a:lnTo>
                  <a:pt x="34608" y="1145555"/>
                </a:lnTo>
                <a:lnTo>
                  <a:pt x="38418" y="1131272"/>
                </a:lnTo>
                <a:lnTo>
                  <a:pt x="42228" y="1117306"/>
                </a:lnTo>
                <a:lnTo>
                  <a:pt x="46355" y="1103657"/>
                </a:lnTo>
                <a:lnTo>
                  <a:pt x="50483" y="1090326"/>
                </a:lnTo>
                <a:lnTo>
                  <a:pt x="55245" y="1077313"/>
                </a:lnTo>
                <a:lnTo>
                  <a:pt x="59690" y="1064617"/>
                </a:lnTo>
                <a:lnTo>
                  <a:pt x="64453" y="1052238"/>
                </a:lnTo>
                <a:lnTo>
                  <a:pt x="69533" y="1039859"/>
                </a:lnTo>
                <a:lnTo>
                  <a:pt x="74613" y="1027798"/>
                </a:lnTo>
                <a:lnTo>
                  <a:pt x="80010" y="1016689"/>
                </a:lnTo>
                <a:lnTo>
                  <a:pt x="85090" y="1004945"/>
                </a:lnTo>
                <a:lnTo>
                  <a:pt x="90805" y="994153"/>
                </a:lnTo>
                <a:lnTo>
                  <a:pt x="96520" y="983044"/>
                </a:lnTo>
                <a:lnTo>
                  <a:pt x="102553" y="972887"/>
                </a:lnTo>
                <a:lnTo>
                  <a:pt x="108585" y="962413"/>
                </a:lnTo>
                <a:lnTo>
                  <a:pt x="114300" y="952573"/>
                </a:lnTo>
                <a:lnTo>
                  <a:pt x="120650" y="942416"/>
                </a:lnTo>
                <a:lnTo>
                  <a:pt x="127000" y="933211"/>
                </a:lnTo>
                <a:lnTo>
                  <a:pt x="133668" y="924324"/>
                </a:lnTo>
                <a:lnTo>
                  <a:pt x="140335" y="915119"/>
                </a:lnTo>
                <a:lnTo>
                  <a:pt x="147003" y="906549"/>
                </a:lnTo>
                <a:lnTo>
                  <a:pt x="153988" y="898297"/>
                </a:lnTo>
                <a:lnTo>
                  <a:pt x="160973" y="890362"/>
                </a:lnTo>
                <a:lnTo>
                  <a:pt x="167958" y="882744"/>
                </a:lnTo>
                <a:lnTo>
                  <a:pt x="175260" y="875126"/>
                </a:lnTo>
                <a:lnTo>
                  <a:pt x="182245" y="867826"/>
                </a:lnTo>
                <a:lnTo>
                  <a:pt x="189548" y="860843"/>
                </a:lnTo>
                <a:lnTo>
                  <a:pt x="196850" y="854178"/>
                </a:lnTo>
                <a:lnTo>
                  <a:pt x="204153" y="847830"/>
                </a:lnTo>
                <a:lnTo>
                  <a:pt x="211773" y="841482"/>
                </a:lnTo>
                <a:lnTo>
                  <a:pt x="219075" y="835451"/>
                </a:lnTo>
                <a:lnTo>
                  <a:pt x="226695" y="829738"/>
                </a:lnTo>
                <a:lnTo>
                  <a:pt x="233998" y="824342"/>
                </a:lnTo>
                <a:lnTo>
                  <a:pt x="241618" y="819263"/>
                </a:lnTo>
                <a:lnTo>
                  <a:pt x="249238" y="814185"/>
                </a:lnTo>
                <a:lnTo>
                  <a:pt x="256540" y="809741"/>
                </a:lnTo>
                <a:lnTo>
                  <a:pt x="271463" y="800536"/>
                </a:lnTo>
                <a:lnTo>
                  <a:pt x="286385" y="792919"/>
                </a:lnTo>
                <a:lnTo>
                  <a:pt x="301625" y="785936"/>
                </a:lnTo>
                <a:lnTo>
                  <a:pt x="315913" y="779905"/>
                </a:lnTo>
                <a:lnTo>
                  <a:pt x="330200" y="774827"/>
                </a:lnTo>
                <a:lnTo>
                  <a:pt x="339408" y="771653"/>
                </a:lnTo>
                <a:lnTo>
                  <a:pt x="348298" y="768796"/>
                </a:lnTo>
                <a:lnTo>
                  <a:pt x="357188" y="766574"/>
                </a:lnTo>
                <a:lnTo>
                  <a:pt x="366078" y="764035"/>
                </a:lnTo>
                <a:lnTo>
                  <a:pt x="374650" y="762131"/>
                </a:lnTo>
                <a:lnTo>
                  <a:pt x="382905" y="760544"/>
                </a:lnTo>
                <a:lnTo>
                  <a:pt x="398463" y="757687"/>
                </a:lnTo>
                <a:lnTo>
                  <a:pt x="413385" y="755782"/>
                </a:lnTo>
                <a:lnTo>
                  <a:pt x="427038" y="754830"/>
                </a:lnTo>
                <a:lnTo>
                  <a:pt x="439420" y="754195"/>
                </a:lnTo>
                <a:lnTo>
                  <a:pt x="450215" y="753878"/>
                </a:lnTo>
                <a:lnTo>
                  <a:pt x="456883" y="753878"/>
                </a:lnTo>
                <a:lnTo>
                  <a:pt x="463868" y="753243"/>
                </a:lnTo>
                <a:lnTo>
                  <a:pt x="470853" y="752926"/>
                </a:lnTo>
                <a:lnTo>
                  <a:pt x="1032828" y="752926"/>
                </a:lnTo>
                <a:lnTo>
                  <a:pt x="1039178" y="751339"/>
                </a:lnTo>
                <a:lnTo>
                  <a:pt x="1052513" y="747847"/>
                </a:lnTo>
                <a:lnTo>
                  <a:pt x="1068388" y="743404"/>
                </a:lnTo>
                <a:lnTo>
                  <a:pt x="1086168" y="738643"/>
                </a:lnTo>
                <a:lnTo>
                  <a:pt x="1105218" y="732612"/>
                </a:lnTo>
                <a:lnTo>
                  <a:pt x="1125855" y="726264"/>
                </a:lnTo>
                <a:lnTo>
                  <a:pt x="1147128" y="718646"/>
                </a:lnTo>
                <a:lnTo>
                  <a:pt x="1168718" y="710711"/>
                </a:lnTo>
                <a:lnTo>
                  <a:pt x="1190308" y="701506"/>
                </a:lnTo>
                <a:lnTo>
                  <a:pt x="1211898" y="692302"/>
                </a:lnTo>
                <a:lnTo>
                  <a:pt x="1222058" y="687223"/>
                </a:lnTo>
                <a:lnTo>
                  <a:pt x="1232535" y="682462"/>
                </a:lnTo>
                <a:lnTo>
                  <a:pt x="1242060" y="677066"/>
                </a:lnTo>
                <a:lnTo>
                  <a:pt x="1251585" y="671670"/>
                </a:lnTo>
                <a:lnTo>
                  <a:pt x="1261110" y="666592"/>
                </a:lnTo>
                <a:lnTo>
                  <a:pt x="1269683" y="661196"/>
                </a:lnTo>
                <a:lnTo>
                  <a:pt x="1280478" y="653896"/>
                </a:lnTo>
                <a:lnTo>
                  <a:pt x="1290638" y="646913"/>
                </a:lnTo>
                <a:lnTo>
                  <a:pt x="1299210" y="639930"/>
                </a:lnTo>
                <a:lnTo>
                  <a:pt x="1306513" y="633264"/>
                </a:lnTo>
                <a:lnTo>
                  <a:pt x="1312863" y="627234"/>
                </a:lnTo>
                <a:lnTo>
                  <a:pt x="1317625" y="621520"/>
                </a:lnTo>
                <a:lnTo>
                  <a:pt x="1321435" y="617077"/>
                </a:lnTo>
                <a:lnTo>
                  <a:pt x="1323340" y="612951"/>
                </a:lnTo>
                <a:lnTo>
                  <a:pt x="1324928" y="610094"/>
                </a:lnTo>
                <a:lnTo>
                  <a:pt x="1325880" y="608190"/>
                </a:lnTo>
                <a:lnTo>
                  <a:pt x="1325880" y="606920"/>
                </a:lnTo>
                <a:lnTo>
                  <a:pt x="1325880" y="605650"/>
                </a:lnTo>
                <a:lnTo>
                  <a:pt x="1324928" y="602794"/>
                </a:lnTo>
                <a:lnTo>
                  <a:pt x="1324293" y="600254"/>
                </a:lnTo>
                <a:lnTo>
                  <a:pt x="1323023" y="597398"/>
                </a:lnTo>
                <a:lnTo>
                  <a:pt x="1321435" y="593589"/>
                </a:lnTo>
                <a:lnTo>
                  <a:pt x="1319213" y="589463"/>
                </a:lnTo>
                <a:lnTo>
                  <a:pt x="1315720" y="584384"/>
                </a:lnTo>
                <a:lnTo>
                  <a:pt x="1312228" y="578354"/>
                </a:lnTo>
                <a:lnTo>
                  <a:pt x="1307148" y="572005"/>
                </a:lnTo>
                <a:lnTo>
                  <a:pt x="1301433" y="565340"/>
                </a:lnTo>
                <a:lnTo>
                  <a:pt x="1294448" y="557722"/>
                </a:lnTo>
                <a:lnTo>
                  <a:pt x="1286828" y="549787"/>
                </a:lnTo>
                <a:lnTo>
                  <a:pt x="1278255" y="541535"/>
                </a:lnTo>
                <a:lnTo>
                  <a:pt x="1268413" y="532647"/>
                </a:lnTo>
                <a:lnTo>
                  <a:pt x="1253808" y="520269"/>
                </a:lnTo>
                <a:lnTo>
                  <a:pt x="1237298" y="507572"/>
                </a:lnTo>
                <a:lnTo>
                  <a:pt x="1218883" y="493924"/>
                </a:lnTo>
                <a:lnTo>
                  <a:pt x="1198563" y="480276"/>
                </a:lnTo>
                <a:lnTo>
                  <a:pt x="1176020" y="465675"/>
                </a:lnTo>
                <a:lnTo>
                  <a:pt x="1151573" y="451074"/>
                </a:lnTo>
                <a:lnTo>
                  <a:pt x="1125220" y="435522"/>
                </a:lnTo>
                <a:lnTo>
                  <a:pt x="1096328" y="419969"/>
                </a:lnTo>
                <a:lnTo>
                  <a:pt x="1097915" y="414256"/>
                </a:lnTo>
                <a:lnTo>
                  <a:pt x="1099185" y="408860"/>
                </a:lnTo>
                <a:lnTo>
                  <a:pt x="1101090" y="400290"/>
                </a:lnTo>
                <a:lnTo>
                  <a:pt x="1102678" y="391720"/>
                </a:lnTo>
                <a:lnTo>
                  <a:pt x="1104583" y="382833"/>
                </a:lnTo>
                <a:lnTo>
                  <a:pt x="1105535" y="373945"/>
                </a:lnTo>
                <a:lnTo>
                  <a:pt x="1106488" y="365375"/>
                </a:lnTo>
                <a:lnTo>
                  <a:pt x="1107440" y="356805"/>
                </a:lnTo>
                <a:lnTo>
                  <a:pt x="1108075" y="348236"/>
                </a:lnTo>
                <a:lnTo>
                  <a:pt x="1108393" y="339666"/>
                </a:lnTo>
                <a:lnTo>
                  <a:pt x="1108710" y="330778"/>
                </a:lnTo>
                <a:lnTo>
                  <a:pt x="1108710" y="322208"/>
                </a:lnTo>
                <a:lnTo>
                  <a:pt x="1108393" y="313639"/>
                </a:lnTo>
                <a:lnTo>
                  <a:pt x="1107758" y="305069"/>
                </a:lnTo>
                <a:lnTo>
                  <a:pt x="1107440" y="296499"/>
                </a:lnTo>
                <a:lnTo>
                  <a:pt x="1106488" y="287611"/>
                </a:lnTo>
                <a:lnTo>
                  <a:pt x="1105535" y="279041"/>
                </a:lnTo>
                <a:lnTo>
                  <a:pt x="1104265" y="270472"/>
                </a:lnTo>
                <a:lnTo>
                  <a:pt x="1102360" y="262219"/>
                </a:lnTo>
                <a:lnTo>
                  <a:pt x="1100773" y="253649"/>
                </a:lnTo>
                <a:lnTo>
                  <a:pt x="1098868" y="245079"/>
                </a:lnTo>
                <a:lnTo>
                  <a:pt x="1096963" y="236827"/>
                </a:lnTo>
                <a:lnTo>
                  <a:pt x="1094423" y="228574"/>
                </a:lnTo>
                <a:lnTo>
                  <a:pt x="1091883" y="220322"/>
                </a:lnTo>
                <a:lnTo>
                  <a:pt x="1089343" y="212069"/>
                </a:lnTo>
                <a:lnTo>
                  <a:pt x="1086168" y="204134"/>
                </a:lnTo>
                <a:lnTo>
                  <a:pt x="1083310" y="195564"/>
                </a:lnTo>
                <a:lnTo>
                  <a:pt x="1079818" y="187629"/>
                </a:lnTo>
                <a:lnTo>
                  <a:pt x="1076325" y="179694"/>
                </a:lnTo>
                <a:lnTo>
                  <a:pt x="1072515" y="171759"/>
                </a:lnTo>
                <a:lnTo>
                  <a:pt x="1068705" y="164141"/>
                </a:lnTo>
                <a:lnTo>
                  <a:pt x="1064578" y="156523"/>
                </a:lnTo>
                <a:lnTo>
                  <a:pt x="1059815" y="148588"/>
                </a:lnTo>
                <a:lnTo>
                  <a:pt x="1055688" y="141288"/>
                </a:lnTo>
                <a:close/>
                <a:moveTo>
                  <a:pt x="743895" y="0"/>
                </a:moveTo>
                <a:lnTo>
                  <a:pt x="752158" y="0"/>
                </a:lnTo>
                <a:lnTo>
                  <a:pt x="760421" y="0"/>
                </a:lnTo>
                <a:lnTo>
                  <a:pt x="768366" y="318"/>
                </a:lnTo>
                <a:lnTo>
                  <a:pt x="776629" y="636"/>
                </a:lnTo>
                <a:lnTo>
                  <a:pt x="784892" y="1589"/>
                </a:lnTo>
                <a:lnTo>
                  <a:pt x="792837" y="2543"/>
                </a:lnTo>
                <a:lnTo>
                  <a:pt x="801100" y="3814"/>
                </a:lnTo>
                <a:lnTo>
                  <a:pt x="809681" y="5085"/>
                </a:lnTo>
                <a:lnTo>
                  <a:pt x="817944" y="6674"/>
                </a:lnTo>
                <a:lnTo>
                  <a:pt x="826207" y="8263"/>
                </a:lnTo>
                <a:lnTo>
                  <a:pt x="840191" y="12077"/>
                </a:lnTo>
                <a:lnTo>
                  <a:pt x="853857" y="16208"/>
                </a:lnTo>
                <a:lnTo>
                  <a:pt x="867204" y="20975"/>
                </a:lnTo>
                <a:lnTo>
                  <a:pt x="880235" y="26378"/>
                </a:lnTo>
                <a:lnTo>
                  <a:pt x="892947" y="31781"/>
                </a:lnTo>
                <a:lnTo>
                  <a:pt x="905341" y="38137"/>
                </a:lnTo>
                <a:lnTo>
                  <a:pt x="917736" y="44811"/>
                </a:lnTo>
                <a:lnTo>
                  <a:pt x="929177" y="52121"/>
                </a:lnTo>
                <a:lnTo>
                  <a:pt x="940618" y="59748"/>
                </a:lnTo>
                <a:lnTo>
                  <a:pt x="951424" y="68011"/>
                </a:lnTo>
                <a:lnTo>
                  <a:pt x="962229" y="76592"/>
                </a:lnTo>
                <a:lnTo>
                  <a:pt x="972399" y="85490"/>
                </a:lnTo>
                <a:lnTo>
                  <a:pt x="982251" y="94707"/>
                </a:lnTo>
                <a:lnTo>
                  <a:pt x="991785" y="104559"/>
                </a:lnTo>
                <a:lnTo>
                  <a:pt x="1000684" y="114729"/>
                </a:lnTo>
                <a:lnTo>
                  <a:pt x="1008947" y="125216"/>
                </a:lnTo>
                <a:lnTo>
                  <a:pt x="1014667" y="132208"/>
                </a:lnTo>
                <a:lnTo>
                  <a:pt x="1020070" y="139518"/>
                </a:lnTo>
                <a:lnTo>
                  <a:pt x="1025155" y="147145"/>
                </a:lnTo>
                <a:lnTo>
                  <a:pt x="1029604" y="154455"/>
                </a:lnTo>
                <a:lnTo>
                  <a:pt x="1034371" y="162400"/>
                </a:lnTo>
                <a:lnTo>
                  <a:pt x="1039139" y="170027"/>
                </a:lnTo>
                <a:lnTo>
                  <a:pt x="1043270" y="177973"/>
                </a:lnTo>
                <a:lnTo>
                  <a:pt x="1047402" y="185918"/>
                </a:lnTo>
                <a:lnTo>
                  <a:pt x="1050897" y="194181"/>
                </a:lnTo>
                <a:lnTo>
                  <a:pt x="1054711" y="202444"/>
                </a:lnTo>
                <a:lnTo>
                  <a:pt x="1057889" y="211025"/>
                </a:lnTo>
                <a:lnTo>
                  <a:pt x="1061067" y="219288"/>
                </a:lnTo>
                <a:lnTo>
                  <a:pt x="1063928" y="227868"/>
                </a:lnTo>
                <a:lnTo>
                  <a:pt x="1066470" y="236449"/>
                </a:lnTo>
                <a:lnTo>
                  <a:pt x="1069013" y="245030"/>
                </a:lnTo>
                <a:lnTo>
                  <a:pt x="1071237" y="254247"/>
                </a:lnTo>
                <a:lnTo>
                  <a:pt x="1072826" y="263145"/>
                </a:lnTo>
                <a:lnTo>
                  <a:pt x="1074733" y="271726"/>
                </a:lnTo>
                <a:lnTo>
                  <a:pt x="1076322" y="280942"/>
                </a:lnTo>
                <a:lnTo>
                  <a:pt x="1077276" y="290159"/>
                </a:lnTo>
                <a:lnTo>
                  <a:pt x="1078229" y="299057"/>
                </a:lnTo>
                <a:lnTo>
                  <a:pt x="1078865" y="308274"/>
                </a:lnTo>
                <a:lnTo>
                  <a:pt x="1079182" y="317808"/>
                </a:lnTo>
                <a:lnTo>
                  <a:pt x="1079500" y="327025"/>
                </a:lnTo>
                <a:lnTo>
                  <a:pt x="1079182" y="336241"/>
                </a:lnTo>
                <a:lnTo>
                  <a:pt x="1078865" y="345457"/>
                </a:lnTo>
                <a:lnTo>
                  <a:pt x="1078229" y="354992"/>
                </a:lnTo>
                <a:lnTo>
                  <a:pt x="1077593" y="364208"/>
                </a:lnTo>
                <a:lnTo>
                  <a:pt x="1076322" y="373742"/>
                </a:lnTo>
                <a:lnTo>
                  <a:pt x="1074733" y="383277"/>
                </a:lnTo>
                <a:lnTo>
                  <a:pt x="1072826" y="392493"/>
                </a:lnTo>
                <a:lnTo>
                  <a:pt x="1070919" y="402027"/>
                </a:lnTo>
                <a:lnTo>
                  <a:pt x="1069966" y="405841"/>
                </a:lnTo>
                <a:lnTo>
                  <a:pt x="1068059" y="414104"/>
                </a:lnTo>
                <a:lnTo>
                  <a:pt x="1065517" y="422049"/>
                </a:lnTo>
                <a:lnTo>
                  <a:pt x="1062974" y="429994"/>
                </a:lnTo>
                <a:lnTo>
                  <a:pt x="1060432" y="437622"/>
                </a:lnTo>
                <a:lnTo>
                  <a:pt x="1057571" y="445249"/>
                </a:lnTo>
                <a:lnTo>
                  <a:pt x="1054711" y="453194"/>
                </a:lnTo>
                <a:lnTo>
                  <a:pt x="1051215" y="460822"/>
                </a:lnTo>
                <a:lnTo>
                  <a:pt x="1048037" y="468131"/>
                </a:lnTo>
                <a:lnTo>
                  <a:pt x="1044224" y="475441"/>
                </a:lnTo>
                <a:lnTo>
                  <a:pt x="1040728" y="482433"/>
                </a:lnTo>
                <a:lnTo>
                  <a:pt x="1032782" y="496416"/>
                </a:lnTo>
                <a:lnTo>
                  <a:pt x="1024519" y="510082"/>
                </a:lnTo>
                <a:lnTo>
                  <a:pt x="1014985" y="522794"/>
                </a:lnTo>
                <a:lnTo>
                  <a:pt x="1005451" y="535189"/>
                </a:lnTo>
                <a:lnTo>
                  <a:pt x="994963" y="547266"/>
                </a:lnTo>
                <a:lnTo>
                  <a:pt x="984476" y="558389"/>
                </a:lnTo>
                <a:lnTo>
                  <a:pt x="973035" y="569512"/>
                </a:lnTo>
                <a:lnTo>
                  <a:pt x="961276" y="579682"/>
                </a:lnTo>
                <a:lnTo>
                  <a:pt x="949199" y="589534"/>
                </a:lnTo>
                <a:lnTo>
                  <a:pt x="936169" y="598433"/>
                </a:lnTo>
                <a:lnTo>
                  <a:pt x="923139" y="607013"/>
                </a:lnTo>
                <a:lnTo>
                  <a:pt x="909473" y="614959"/>
                </a:lnTo>
                <a:lnTo>
                  <a:pt x="896125" y="621950"/>
                </a:lnTo>
                <a:lnTo>
                  <a:pt x="881824" y="628624"/>
                </a:lnTo>
                <a:lnTo>
                  <a:pt x="867204" y="634663"/>
                </a:lnTo>
                <a:lnTo>
                  <a:pt x="852585" y="639748"/>
                </a:lnTo>
                <a:lnTo>
                  <a:pt x="837331" y="644197"/>
                </a:lnTo>
                <a:lnTo>
                  <a:pt x="822076" y="648011"/>
                </a:lnTo>
                <a:lnTo>
                  <a:pt x="806503" y="650871"/>
                </a:lnTo>
                <a:lnTo>
                  <a:pt x="790931" y="653413"/>
                </a:lnTo>
                <a:lnTo>
                  <a:pt x="775040" y="655002"/>
                </a:lnTo>
                <a:lnTo>
                  <a:pt x="758832" y="655638"/>
                </a:lnTo>
                <a:lnTo>
                  <a:pt x="750887" y="655638"/>
                </a:lnTo>
                <a:lnTo>
                  <a:pt x="742624" y="655638"/>
                </a:lnTo>
                <a:lnTo>
                  <a:pt x="734679" y="655320"/>
                </a:lnTo>
                <a:lnTo>
                  <a:pt x="726415" y="654685"/>
                </a:lnTo>
                <a:lnTo>
                  <a:pt x="718470" y="654049"/>
                </a:lnTo>
                <a:lnTo>
                  <a:pt x="710207" y="653096"/>
                </a:lnTo>
                <a:lnTo>
                  <a:pt x="702262" y="651507"/>
                </a:lnTo>
                <a:lnTo>
                  <a:pt x="693681" y="650235"/>
                </a:lnTo>
                <a:lnTo>
                  <a:pt x="685418" y="648964"/>
                </a:lnTo>
                <a:lnTo>
                  <a:pt x="677473" y="647057"/>
                </a:lnTo>
                <a:lnTo>
                  <a:pt x="669210" y="644833"/>
                </a:lnTo>
                <a:lnTo>
                  <a:pt x="661265" y="642608"/>
                </a:lnTo>
                <a:lnTo>
                  <a:pt x="653002" y="640383"/>
                </a:lnTo>
                <a:lnTo>
                  <a:pt x="645374" y="637523"/>
                </a:lnTo>
                <a:lnTo>
                  <a:pt x="637111" y="634981"/>
                </a:lnTo>
                <a:lnTo>
                  <a:pt x="629484" y="632120"/>
                </a:lnTo>
                <a:lnTo>
                  <a:pt x="621857" y="628942"/>
                </a:lnTo>
                <a:lnTo>
                  <a:pt x="614547" y="625764"/>
                </a:lnTo>
                <a:lnTo>
                  <a:pt x="607237" y="621950"/>
                </a:lnTo>
                <a:lnTo>
                  <a:pt x="599928" y="618455"/>
                </a:lnTo>
                <a:lnTo>
                  <a:pt x="592618" y="614641"/>
                </a:lnTo>
                <a:lnTo>
                  <a:pt x="585627" y="610827"/>
                </a:lnTo>
                <a:lnTo>
                  <a:pt x="571961" y="601929"/>
                </a:lnTo>
                <a:lnTo>
                  <a:pt x="559248" y="593030"/>
                </a:lnTo>
                <a:lnTo>
                  <a:pt x="546536" y="583496"/>
                </a:lnTo>
                <a:lnTo>
                  <a:pt x="534142" y="573008"/>
                </a:lnTo>
                <a:lnTo>
                  <a:pt x="522383" y="562202"/>
                </a:lnTo>
                <a:lnTo>
                  <a:pt x="511577" y="550761"/>
                </a:lnTo>
                <a:lnTo>
                  <a:pt x="501407" y="539320"/>
                </a:lnTo>
                <a:lnTo>
                  <a:pt x="491238" y="526926"/>
                </a:lnTo>
                <a:lnTo>
                  <a:pt x="482021" y="513896"/>
                </a:lnTo>
                <a:lnTo>
                  <a:pt x="473440" y="500866"/>
                </a:lnTo>
                <a:lnTo>
                  <a:pt x="465495" y="487200"/>
                </a:lnTo>
                <a:lnTo>
                  <a:pt x="457868" y="473216"/>
                </a:lnTo>
                <a:lnTo>
                  <a:pt x="451512" y="458915"/>
                </a:lnTo>
                <a:lnTo>
                  <a:pt x="445473" y="444614"/>
                </a:lnTo>
                <a:lnTo>
                  <a:pt x="440070" y="429677"/>
                </a:lnTo>
                <a:lnTo>
                  <a:pt x="435621" y="414422"/>
                </a:lnTo>
                <a:lnTo>
                  <a:pt x="431807" y="399167"/>
                </a:lnTo>
                <a:lnTo>
                  <a:pt x="428629" y="383594"/>
                </a:lnTo>
                <a:lnTo>
                  <a:pt x="426405" y="367704"/>
                </a:lnTo>
                <a:lnTo>
                  <a:pt x="424816" y="351496"/>
                </a:lnTo>
                <a:lnTo>
                  <a:pt x="424498" y="343551"/>
                </a:lnTo>
                <a:lnTo>
                  <a:pt x="424180" y="335605"/>
                </a:lnTo>
                <a:lnTo>
                  <a:pt x="423862" y="327342"/>
                </a:lnTo>
                <a:lnTo>
                  <a:pt x="424180" y="319397"/>
                </a:lnTo>
                <a:lnTo>
                  <a:pt x="424498" y="311134"/>
                </a:lnTo>
                <a:lnTo>
                  <a:pt x="424816" y="303189"/>
                </a:lnTo>
                <a:lnTo>
                  <a:pt x="425769" y="294608"/>
                </a:lnTo>
                <a:lnTo>
                  <a:pt x="426405" y="286345"/>
                </a:lnTo>
                <a:lnTo>
                  <a:pt x="427676" y="278082"/>
                </a:lnTo>
                <a:lnTo>
                  <a:pt x="428947" y="269819"/>
                </a:lnTo>
                <a:lnTo>
                  <a:pt x="430854" y="261874"/>
                </a:lnTo>
                <a:lnTo>
                  <a:pt x="432443" y="253611"/>
                </a:lnTo>
                <a:lnTo>
                  <a:pt x="434350" y="245030"/>
                </a:lnTo>
                <a:lnTo>
                  <a:pt x="436892" y="237085"/>
                </a:lnTo>
                <a:lnTo>
                  <a:pt x="439117" y="229140"/>
                </a:lnTo>
                <a:lnTo>
                  <a:pt x="441659" y="221194"/>
                </a:lnTo>
                <a:lnTo>
                  <a:pt x="444520" y="213249"/>
                </a:lnTo>
                <a:lnTo>
                  <a:pt x="447380" y="205622"/>
                </a:lnTo>
                <a:lnTo>
                  <a:pt x="450558" y="197994"/>
                </a:lnTo>
                <a:lnTo>
                  <a:pt x="454054" y="190685"/>
                </a:lnTo>
                <a:lnTo>
                  <a:pt x="457232" y="183375"/>
                </a:lnTo>
                <a:lnTo>
                  <a:pt x="461046" y="176066"/>
                </a:lnTo>
                <a:lnTo>
                  <a:pt x="464859" y="169074"/>
                </a:lnTo>
                <a:lnTo>
                  <a:pt x="468991" y="161764"/>
                </a:lnTo>
                <a:lnTo>
                  <a:pt x="477254" y="148099"/>
                </a:lnTo>
                <a:lnTo>
                  <a:pt x="486470" y="135068"/>
                </a:lnTo>
                <a:lnTo>
                  <a:pt x="496322" y="122356"/>
                </a:lnTo>
                <a:lnTo>
                  <a:pt x="506492" y="109962"/>
                </a:lnTo>
                <a:lnTo>
                  <a:pt x="517298" y="98521"/>
                </a:lnTo>
                <a:lnTo>
                  <a:pt x="528421" y="87397"/>
                </a:lnTo>
                <a:lnTo>
                  <a:pt x="540498" y="77227"/>
                </a:lnTo>
                <a:lnTo>
                  <a:pt x="552892" y="67058"/>
                </a:lnTo>
                <a:lnTo>
                  <a:pt x="565287" y="57841"/>
                </a:lnTo>
                <a:lnTo>
                  <a:pt x="578635" y="49578"/>
                </a:lnTo>
                <a:lnTo>
                  <a:pt x="591983" y="41633"/>
                </a:lnTo>
                <a:lnTo>
                  <a:pt x="605966" y="34006"/>
                </a:lnTo>
                <a:lnTo>
                  <a:pt x="620268" y="27332"/>
                </a:lnTo>
                <a:lnTo>
                  <a:pt x="634887" y="21293"/>
                </a:lnTo>
                <a:lnTo>
                  <a:pt x="649824" y="16208"/>
                </a:lnTo>
                <a:lnTo>
                  <a:pt x="664761" y="11759"/>
                </a:lnTo>
                <a:lnTo>
                  <a:pt x="680651" y="7627"/>
                </a:lnTo>
                <a:lnTo>
                  <a:pt x="696224" y="4767"/>
                </a:lnTo>
                <a:lnTo>
                  <a:pt x="711796" y="2225"/>
                </a:lnTo>
                <a:lnTo>
                  <a:pt x="727687" y="636"/>
                </a:lnTo>
                <a:lnTo>
                  <a:pt x="735632" y="318"/>
                </a:lnTo>
                <a:lnTo>
                  <a:pt x="743895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KSO_Shape"/>
          <p:cNvSpPr>
            <a:spLocks/>
          </p:cNvSpPr>
          <p:nvPr/>
        </p:nvSpPr>
        <p:spPr bwMode="auto">
          <a:xfrm flipH="1">
            <a:off x="2474673" y="4829456"/>
            <a:ext cx="898525" cy="1905000"/>
          </a:xfrm>
          <a:custGeom>
            <a:avLst/>
            <a:gdLst/>
            <a:ahLst/>
            <a:cxnLst/>
            <a:rect l="0" t="0" r="r" b="b"/>
            <a:pathLst>
              <a:path w="1616075" h="3432175">
                <a:moveTo>
                  <a:pt x="838526" y="268288"/>
                </a:moveTo>
                <a:lnTo>
                  <a:pt x="846138" y="268288"/>
                </a:lnTo>
                <a:lnTo>
                  <a:pt x="854068" y="268288"/>
                </a:lnTo>
                <a:lnTo>
                  <a:pt x="862314" y="268605"/>
                </a:lnTo>
                <a:lnTo>
                  <a:pt x="869927" y="269240"/>
                </a:lnTo>
                <a:lnTo>
                  <a:pt x="877856" y="269874"/>
                </a:lnTo>
                <a:lnTo>
                  <a:pt x="885786" y="270826"/>
                </a:lnTo>
                <a:lnTo>
                  <a:pt x="893398" y="271777"/>
                </a:lnTo>
                <a:lnTo>
                  <a:pt x="901327" y="273363"/>
                </a:lnTo>
                <a:lnTo>
                  <a:pt x="909257" y="274632"/>
                </a:lnTo>
                <a:lnTo>
                  <a:pt x="917504" y="276535"/>
                </a:lnTo>
                <a:lnTo>
                  <a:pt x="925433" y="278438"/>
                </a:lnTo>
                <a:lnTo>
                  <a:pt x="933045" y="280658"/>
                </a:lnTo>
                <a:lnTo>
                  <a:pt x="940658" y="282878"/>
                </a:lnTo>
                <a:lnTo>
                  <a:pt x="948270" y="285416"/>
                </a:lnTo>
                <a:lnTo>
                  <a:pt x="955565" y="287953"/>
                </a:lnTo>
                <a:lnTo>
                  <a:pt x="962860" y="290808"/>
                </a:lnTo>
                <a:lnTo>
                  <a:pt x="970473" y="293662"/>
                </a:lnTo>
                <a:lnTo>
                  <a:pt x="977768" y="296834"/>
                </a:lnTo>
                <a:lnTo>
                  <a:pt x="984746" y="300323"/>
                </a:lnTo>
                <a:lnTo>
                  <a:pt x="991724" y="303812"/>
                </a:lnTo>
                <a:lnTo>
                  <a:pt x="998384" y="307618"/>
                </a:lnTo>
                <a:lnTo>
                  <a:pt x="1005045" y="311425"/>
                </a:lnTo>
                <a:lnTo>
                  <a:pt x="1018050" y="319671"/>
                </a:lnTo>
                <a:lnTo>
                  <a:pt x="1031054" y="328235"/>
                </a:lnTo>
                <a:lnTo>
                  <a:pt x="1043107" y="337433"/>
                </a:lnTo>
                <a:lnTo>
                  <a:pt x="1054525" y="347266"/>
                </a:lnTo>
                <a:lnTo>
                  <a:pt x="1065627" y="357733"/>
                </a:lnTo>
                <a:lnTo>
                  <a:pt x="1076411" y="368834"/>
                </a:lnTo>
                <a:lnTo>
                  <a:pt x="1086560" y="379935"/>
                </a:lnTo>
                <a:lnTo>
                  <a:pt x="1095759" y="391671"/>
                </a:lnTo>
                <a:lnTo>
                  <a:pt x="1104640" y="403724"/>
                </a:lnTo>
                <a:lnTo>
                  <a:pt x="1112886" y="416728"/>
                </a:lnTo>
                <a:lnTo>
                  <a:pt x="1120499" y="429733"/>
                </a:lnTo>
                <a:lnTo>
                  <a:pt x="1127477" y="443054"/>
                </a:lnTo>
                <a:lnTo>
                  <a:pt x="1134137" y="456376"/>
                </a:lnTo>
                <a:lnTo>
                  <a:pt x="1139847" y="470649"/>
                </a:lnTo>
                <a:lnTo>
                  <a:pt x="1144921" y="484922"/>
                </a:lnTo>
                <a:lnTo>
                  <a:pt x="1149362" y="499512"/>
                </a:lnTo>
                <a:lnTo>
                  <a:pt x="1152851" y="514102"/>
                </a:lnTo>
                <a:lnTo>
                  <a:pt x="1156023" y="529327"/>
                </a:lnTo>
                <a:lnTo>
                  <a:pt x="1158243" y="544552"/>
                </a:lnTo>
                <a:lnTo>
                  <a:pt x="1159512" y="559776"/>
                </a:lnTo>
                <a:lnTo>
                  <a:pt x="1160146" y="567388"/>
                </a:lnTo>
                <a:lnTo>
                  <a:pt x="1160463" y="575001"/>
                </a:lnTo>
                <a:lnTo>
                  <a:pt x="1160463" y="583247"/>
                </a:lnTo>
                <a:lnTo>
                  <a:pt x="1160463" y="590860"/>
                </a:lnTo>
                <a:lnTo>
                  <a:pt x="1160146" y="598789"/>
                </a:lnTo>
                <a:lnTo>
                  <a:pt x="1159512" y="606402"/>
                </a:lnTo>
                <a:lnTo>
                  <a:pt x="1158877" y="614331"/>
                </a:lnTo>
                <a:lnTo>
                  <a:pt x="1157926" y="622261"/>
                </a:lnTo>
                <a:lnTo>
                  <a:pt x="1156974" y="630190"/>
                </a:lnTo>
                <a:lnTo>
                  <a:pt x="1155388" y="638120"/>
                </a:lnTo>
                <a:lnTo>
                  <a:pt x="1154120" y="646049"/>
                </a:lnTo>
                <a:lnTo>
                  <a:pt x="1152217" y="653978"/>
                </a:lnTo>
                <a:lnTo>
                  <a:pt x="1150313" y="661908"/>
                </a:lnTo>
                <a:lnTo>
                  <a:pt x="1148093" y="669520"/>
                </a:lnTo>
                <a:lnTo>
                  <a:pt x="1145873" y="677133"/>
                </a:lnTo>
                <a:lnTo>
                  <a:pt x="1143336" y="684745"/>
                </a:lnTo>
                <a:lnTo>
                  <a:pt x="1140798" y="692674"/>
                </a:lnTo>
                <a:lnTo>
                  <a:pt x="1137943" y="699970"/>
                </a:lnTo>
                <a:lnTo>
                  <a:pt x="1135089" y="707265"/>
                </a:lnTo>
                <a:lnTo>
                  <a:pt x="1131917" y="714243"/>
                </a:lnTo>
                <a:lnTo>
                  <a:pt x="1128111" y="721221"/>
                </a:lnTo>
                <a:lnTo>
                  <a:pt x="1124622" y="728199"/>
                </a:lnTo>
                <a:lnTo>
                  <a:pt x="1121133" y="734859"/>
                </a:lnTo>
                <a:lnTo>
                  <a:pt x="1117327" y="741837"/>
                </a:lnTo>
                <a:lnTo>
                  <a:pt x="1109080" y="755159"/>
                </a:lnTo>
                <a:lnTo>
                  <a:pt x="1100516" y="767529"/>
                </a:lnTo>
                <a:lnTo>
                  <a:pt x="1091318" y="779582"/>
                </a:lnTo>
                <a:lnTo>
                  <a:pt x="1081485" y="791317"/>
                </a:lnTo>
                <a:lnTo>
                  <a:pt x="1070701" y="802419"/>
                </a:lnTo>
                <a:lnTo>
                  <a:pt x="1059917" y="813203"/>
                </a:lnTo>
                <a:lnTo>
                  <a:pt x="1048816" y="823035"/>
                </a:lnTo>
                <a:lnTo>
                  <a:pt x="1037080" y="832551"/>
                </a:lnTo>
                <a:lnTo>
                  <a:pt x="1025028" y="841114"/>
                </a:lnTo>
                <a:lnTo>
                  <a:pt x="1012023" y="849361"/>
                </a:lnTo>
                <a:lnTo>
                  <a:pt x="999019" y="857291"/>
                </a:lnTo>
                <a:lnTo>
                  <a:pt x="985697" y="864269"/>
                </a:lnTo>
                <a:lnTo>
                  <a:pt x="972376" y="870612"/>
                </a:lnTo>
                <a:lnTo>
                  <a:pt x="958103" y="876321"/>
                </a:lnTo>
                <a:lnTo>
                  <a:pt x="943830" y="881396"/>
                </a:lnTo>
                <a:lnTo>
                  <a:pt x="929239" y="885837"/>
                </a:lnTo>
                <a:lnTo>
                  <a:pt x="914649" y="889643"/>
                </a:lnTo>
                <a:lnTo>
                  <a:pt x="899424" y="892498"/>
                </a:lnTo>
                <a:lnTo>
                  <a:pt x="884200" y="894718"/>
                </a:lnTo>
                <a:lnTo>
                  <a:pt x="868975" y="896304"/>
                </a:lnTo>
                <a:lnTo>
                  <a:pt x="861363" y="896621"/>
                </a:lnTo>
                <a:lnTo>
                  <a:pt x="853433" y="896938"/>
                </a:lnTo>
                <a:lnTo>
                  <a:pt x="845504" y="896938"/>
                </a:lnTo>
                <a:lnTo>
                  <a:pt x="837891" y="896938"/>
                </a:lnTo>
                <a:lnTo>
                  <a:pt x="829962" y="896621"/>
                </a:lnTo>
                <a:lnTo>
                  <a:pt x="822350" y="895987"/>
                </a:lnTo>
                <a:lnTo>
                  <a:pt x="814420" y="895352"/>
                </a:lnTo>
                <a:lnTo>
                  <a:pt x="806491" y="894401"/>
                </a:lnTo>
                <a:lnTo>
                  <a:pt x="798244" y="893449"/>
                </a:lnTo>
                <a:lnTo>
                  <a:pt x="790632" y="892180"/>
                </a:lnTo>
                <a:lnTo>
                  <a:pt x="782702" y="890595"/>
                </a:lnTo>
                <a:lnTo>
                  <a:pt x="774773" y="888691"/>
                </a:lnTo>
                <a:lnTo>
                  <a:pt x="766843" y="886788"/>
                </a:lnTo>
                <a:lnTo>
                  <a:pt x="759231" y="884885"/>
                </a:lnTo>
                <a:lnTo>
                  <a:pt x="751619" y="882348"/>
                </a:lnTo>
                <a:lnTo>
                  <a:pt x="743689" y="880128"/>
                </a:lnTo>
                <a:lnTo>
                  <a:pt x="736077" y="877273"/>
                </a:lnTo>
                <a:lnTo>
                  <a:pt x="728782" y="874418"/>
                </a:lnTo>
                <a:lnTo>
                  <a:pt x="721487" y="871564"/>
                </a:lnTo>
                <a:lnTo>
                  <a:pt x="714509" y="868392"/>
                </a:lnTo>
                <a:lnTo>
                  <a:pt x="707531" y="864903"/>
                </a:lnTo>
                <a:lnTo>
                  <a:pt x="700553" y="861414"/>
                </a:lnTo>
                <a:lnTo>
                  <a:pt x="693892" y="857925"/>
                </a:lnTo>
                <a:lnTo>
                  <a:pt x="686914" y="853802"/>
                </a:lnTo>
                <a:lnTo>
                  <a:pt x="673592" y="845555"/>
                </a:lnTo>
                <a:lnTo>
                  <a:pt x="661222" y="836991"/>
                </a:lnTo>
                <a:lnTo>
                  <a:pt x="649170" y="827793"/>
                </a:lnTo>
                <a:lnTo>
                  <a:pt x="637434" y="817960"/>
                </a:lnTo>
                <a:lnTo>
                  <a:pt x="626333" y="807811"/>
                </a:lnTo>
                <a:lnTo>
                  <a:pt x="615549" y="796709"/>
                </a:lnTo>
                <a:lnTo>
                  <a:pt x="605716" y="785291"/>
                </a:lnTo>
                <a:lnTo>
                  <a:pt x="596201" y="773555"/>
                </a:lnTo>
                <a:lnTo>
                  <a:pt x="587637" y="761502"/>
                </a:lnTo>
                <a:lnTo>
                  <a:pt x="579390" y="748815"/>
                </a:lnTo>
                <a:lnTo>
                  <a:pt x="571461" y="735811"/>
                </a:lnTo>
                <a:lnTo>
                  <a:pt x="564483" y="722489"/>
                </a:lnTo>
                <a:lnTo>
                  <a:pt x="557822" y="708851"/>
                </a:lnTo>
                <a:lnTo>
                  <a:pt x="552113" y="694895"/>
                </a:lnTo>
                <a:lnTo>
                  <a:pt x="547355" y="680304"/>
                </a:lnTo>
                <a:lnTo>
                  <a:pt x="542914" y="666031"/>
                </a:lnTo>
                <a:lnTo>
                  <a:pt x="539108" y="651124"/>
                </a:lnTo>
                <a:lnTo>
                  <a:pt x="536254" y="636216"/>
                </a:lnTo>
                <a:lnTo>
                  <a:pt x="534033" y="620992"/>
                </a:lnTo>
                <a:lnTo>
                  <a:pt x="532447" y="605767"/>
                </a:lnTo>
                <a:lnTo>
                  <a:pt x="532130" y="597838"/>
                </a:lnTo>
                <a:lnTo>
                  <a:pt x="531813" y="590225"/>
                </a:lnTo>
                <a:lnTo>
                  <a:pt x="531813" y="582613"/>
                </a:lnTo>
                <a:lnTo>
                  <a:pt x="531813" y="574366"/>
                </a:lnTo>
                <a:lnTo>
                  <a:pt x="532130" y="566754"/>
                </a:lnTo>
                <a:lnTo>
                  <a:pt x="532765" y="558825"/>
                </a:lnTo>
                <a:lnTo>
                  <a:pt x="533399" y="550895"/>
                </a:lnTo>
                <a:lnTo>
                  <a:pt x="534351" y="542966"/>
                </a:lnTo>
                <a:lnTo>
                  <a:pt x="535302" y="535353"/>
                </a:lnTo>
                <a:lnTo>
                  <a:pt x="536571" y="527424"/>
                </a:lnTo>
                <a:lnTo>
                  <a:pt x="538157" y="519177"/>
                </a:lnTo>
                <a:lnTo>
                  <a:pt x="540060" y="511248"/>
                </a:lnTo>
                <a:lnTo>
                  <a:pt x="541963" y="503318"/>
                </a:lnTo>
                <a:lnTo>
                  <a:pt x="543866" y="495706"/>
                </a:lnTo>
                <a:lnTo>
                  <a:pt x="546403" y="488094"/>
                </a:lnTo>
                <a:lnTo>
                  <a:pt x="548624" y="480481"/>
                </a:lnTo>
                <a:lnTo>
                  <a:pt x="551478" y="473186"/>
                </a:lnTo>
                <a:lnTo>
                  <a:pt x="554333" y="465574"/>
                </a:lnTo>
                <a:lnTo>
                  <a:pt x="557187" y="458279"/>
                </a:lnTo>
                <a:lnTo>
                  <a:pt x="560359" y="450984"/>
                </a:lnTo>
                <a:lnTo>
                  <a:pt x="563848" y="444006"/>
                </a:lnTo>
                <a:lnTo>
                  <a:pt x="567337" y="437028"/>
                </a:lnTo>
                <a:lnTo>
                  <a:pt x="570826" y="430367"/>
                </a:lnTo>
                <a:lnTo>
                  <a:pt x="574632" y="423706"/>
                </a:lnTo>
                <a:lnTo>
                  <a:pt x="583196" y="410385"/>
                </a:lnTo>
                <a:lnTo>
                  <a:pt x="591760" y="397697"/>
                </a:lnTo>
                <a:lnTo>
                  <a:pt x="600958" y="385645"/>
                </a:lnTo>
                <a:lnTo>
                  <a:pt x="610791" y="374226"/>
                </a:lnTo>
                <a:lnTo>
                  <a:pt x="620941" y="363125"/>
                </a:lnTo>
                <a:lnTo>
                  <a:pt x="631725" y="352341"/>
                </a:lnTo>
                <a:lnTo>
                  <a:pt x="643460" y="342191"/>
                </a:lnTo>
                <a:lnTo>
                  <a:pt x="655196" y="332993"/>
                </a:lnTo>
                <a:lnTo>
                  <a:pt x="667249" y="324112"/>
                </a:lnTo>
                <a:lnTo>
                  <a:pt x="679936" y="315865"/>
                </a:lnTo>
                <a:lnTo>
                  <a:pt x="692940" y="308253"/>
                </a:lnTo>
                <a:lnTo>
                  <a:pt x="706262" y="300958"/>
                </a:lnTo>
                <a:lnTo>
                  <a:pt x="719901" y="294614"/>
                </a:lnTo>
                <a:lnTo>
                  <a:pt x="733857" y="288905"/>
                </a:lnTo>
                <a:lnTo>
                  <a:pt x="748447" y="283830"/>
                </a:lnTo>
                <a:lnTo>
                  <a:pt x="762720" y="279389"/>
                </a:lnTo>
                <a:lnTo>
                  <a:pt x="777627" y="275900"/>
                </a:lnTo>
                <a:lnTo>
                  <a:pt x="792535" y="272729"/>
                </a:lnTo>
                <a:lnTo>
                  <a:pt x="807759" y="270508"/>
                </a:lnTo>
                <a:lnTo>
                  <a:pt x="822984" y="269240"/>
                </a:lnTo>
                <a:lnTo>
                  <a:pt x="830914" y="268605"/>
                </a:lnTo>
                <a:lnTo>
                  <a:pt x="838526" y="268288"/>
                </a:lnTo>
                <a:close/>
                <a:moveTo>
                  <a:pt x="112735" y="0"/>
                </a:moveTo>
                <a:lnTo>
                  <a:pt x="118451" y="0"/>
                </a:lnTo>
                <a:lnTo>
                  <a:pt x="124167" y="635"/>
                </a:lnTo>
                <a:lnTo>
                  <a:pt x="129883" y="1270"/>
                </a:lnTo>
                <a:lnTo>
                  <a:pt x="135282" y="2223"/>
                </a:lnTo>
                <a:lnTo>
                  <a:pt x="140998" y="3175"/>
                </a:lnTo>
                <a:lnTo>
                  <a:pt x="146396" y="4763"/>
                </a:lnTo>
                <a:lnTo>
                  <a:pt x="151795" y="6350"/>
                </a:lnTo>
                <a:lnTo>
                  <a:pt x="156876" y="8573"/>
                </a:lnTo>
                <a:lnTo>
                  <a:pt x="161639" y="10478"/>
                </a:lnTo>
                <a:lnTo>
                  <a:pt x="166403" y="13018"/>
                </a:lnTo>
                <a:lnTo>
                  <a:pt x="171166" y="15558"/>
                </a:lnTo>
                <a:lnTo>
                  <a:pt x="175612" y="18733"/>
                </a:lnTo>
                <a:lnTo>
                  <a:pt x="180058" y="21590"/>
                </a:lnTo>
                <a:lnTo>
                  <a:pt x="184504" y="25083"/>
                </a:lnTo>
                <a:lnTo>
                  <a:pt x="188315" y="28575"/>
                </a:lnTo>
                <a:lnTo>
                  <a:pt x="192443" y="32385"/>
                </a:lnTo>
                <a:lnTo>
                  <a:pt x="196254" y="36195"/>
                </a:lnTo>
                <a:lnTo>
                  <a:pt x="199747" y="40323"/>
                </a:lnTo>
                <a:lnTo>
                  <a:pt x="203240" y="44450"/>
                </a:lnTo>
                <a:lnTo>
                  <a:pt x="206416" y="48895"/>
                </a:lnTo>
                <a:lnTo>
                  <a:pt x="209274" y="53340"/>
                </a:lnTo>
                <a:lnTo>
                  <a:pt x="211814" y="57785"/>
                </a:lnTo>
                <a:lnTo>
                  <a:pt x="214355" y="62548"/>
                </a:lnTo>
                <a:lnTo>
                  <a:pt x="216578" y="67628"/>
                </a:lnTo>
                <a:lnTo>
                  <a:pt x="218801" y="72708"/>
                </a:lnTo>
                <a:lnTo>
                  <a:pt x="220388" y="77788"/>
                </a:lnTo>
                <a:lnTo>
                  <a:pt x="221976" y="83185"/>
                </a:lnTo>
                <a:lnTo>
                  <a:pt x="223246" y="88583"/>
                </a:lnTo>
                <a:lnTo>
                  <a:pt x="224199" y="93980"/>
                </a:lnTo>
                <a:lnTo>
                  <a:pt x="225152" y="99695"/>
                </a:lnTo>
                <a:lnTo>
                  <a:pt x="225469" y="105093"/>
                </a:lnTo>
                <a:lnTo>
                  <a:pt x="225787" y="110808"/>
                </a:lnTo>
                <a:lnTo>
                  <a:pt x="225787" y="116523"/>
                </a:lnTo>
                <a:lnTo>
                  <a:pt x="224834" y="137160"/>
                </a:lnTo>
                <a:lnTo>
                  <a:pt x="224517" y="157480"/>
                </a:lnTo>
                <a:lnTo>
                  <a:pt x="224199" y="177483"/>
                </a:lnTo>
                <a:lnTo>
                  <a:pt x="223882" y="197168"/>
                </a:lnTo>
                <a:lnTo>
                  <a:pt x="224199" y="222250"/>
                </a:lnTo>
                <a:lnTo>
                  <a:pt x="224834" y="246380"/>
                </a:lnTo>
                <a:lnTo>
                  <a:pt x="225469" y="270510"/>
                </a:lnTo>
                <a:lnTo>
                  <a:pt x="226740" y="293688"/>
                </a:lnTo>
                <a:lnTo>
                  <a:pt x="228010" y="316548"/>
                </a:lnTo>
                <a:lnTo>
                  <a:pt x="229598" y="338773"/>
                </a:lnTo>
                <a:lnTo>
                  <a:pt x="231821" y="360680"/>
                </a:lnTo>
                <a:lnTo>
                  <a:pt x="234044" y="381953"/>
                </a:lnTo>
                <a:lnTo>
                  <a:pt x="236584" y="402590"/>
                </a:lnTo>
                <a:lnTo>
                  <a:pt x="239442" y="423228"/>
                </a:lnTo>
                <a:lnTo>
                  <a:pt x="242300" y="442913"/>
                </a:lnTo>
                <a:lnTo>
                  <a:pt x="245476" y="461963"/>
                </a:lnTo>
                <a:lnTo>
                  <a:pt x="249287" y="481330"/>
                </a:lnTo>
                <a:lnTo>
                  <a:pt x="253097" y="499428"/>
                </a:lnTo>
                <a:lnTo>
                  <a:pt x="256908" y="517525"/>
                </a:lnTo>
                <a:lnTo>
                  <a:pt x="261036" y="534988"/>
                </a:lnTo>
                <a:lnTo>
                  <a:pt x="265482" y="552133"/>
                </a:lnTo>
                <a:lnTo>
                  <a:pt x="269928" y="568643"/>
                </a:lnTo>
                <a:lnTo>
                  <a:pt x="274692" y="585153"/>
                </a:lnTo>
                <a:lnTo>
                  <a:pt x="279455" y="600710"/>
                </a:lnTo>
                <a:lnTo>
                  <a:pt x="284536" y="615950"/>
                </a:lnTo>
                <a:lnTo>
                  <a:pt x="289617" y="630873"/>
                </a:lnTo>
                <a:lnTo>
                  <a:pt x="295016" y="645478"/>
                </a:lnTo>
                <a:lnTo>
                  <a:pt x="300414" y="659448"/>
                </a:lnTo>
                <a:lnTo>
                  <a:pt x="306448" y="673100"/>
                </a:lnTo>
                <a:lnTo>
                  <a:pt x="312164" y="686435"/>
                </a:lnTo>
                <a:lnTo>
                  <a:pt x="317880" y="699770"/>
                </a:lnTo>
                <a:lnTo>
                  <a:pt x="323596" y="712153"/>
                </a:lnTo>
                <a:lnTo>
                  <a:pt x="329630" y="724218"/>
                </a:lnTo>
                <a:lnTo>
                  <a:pt x="335664" y="735965"/>
                </a:lnTo>
                <a:lnTo>
                  <a:pt x="342015" y="747713"/>
                </a:lnTo>
                <a:lnTo>
                  <a:pt x="348049" y="758825"/>
                </a:lnTo>
                <a:lnTo>
                  <a:pt x="354400" y="769620"/>
                </a:lnTo>
                <a:lnTo>
                  <a:pt x="361069" y="779780"/>
                </a:lnTo>
                <a:lnTo>
                  <a:pt x="367420" y="789940"/>
                </a:lnTo>
                <a:lnTo>
                  <a:pt x="373771" y="799783"/>
                </a:lnTo>
                <a:lnTo>
                  <a:pt x="380440" y="809308"/>
                </a:lnTo>
                <a:lnTo>
                  <a:pt x="386791" y="818515"/>
                </a:lnTo>
                <a:lnTo>
                  <a:pt x="393460" y="827405"/>
                </a:lnTo>
                <a:lnTo>
                  <a:pt x="400129" y="835978"/>
                </a:lnTo>
                <a:lnTo>
                  <a:pt x="413149" y="852170"/>
                </a:lnTo>
                <a:lnTo>
                  <a:pt x="426486" y="867410"/>
                </a:lnTo>
                <a:lnTo>
                  <a:pt x="439824" y="881380"/>
                </a:lnTo>
                <a:lnTo>
                  <a:pt x="452527" y="894398"/>
                </a:lnTo>
                <a:lnTo>
                  <a:pt x="465547" y="906145"/>
                </a:lnTo>
                <a:lnTo>
                  <a:pt x="478249" y="917575"/>
                </a:lnTo>
                <a:lnTo>
                  <a:pt x="490634" y="927418"/>
                </a:lnTo>
                <a:lnTo>
                  <a:pt x="502701" y="936625"/>
                </a:lnTo>
                <a:lnTo>
                  <a:pt x="514134" y="945198"/>
                </a:lnTo>
                <a:lnTo>
                  <a:pt x="525566" y="952500"/>
                </a:lnTo>
                <a:lnTo>
                  <a:pt x="536363" y="959485"/>
                </a:lnTo>
                <a:lnTo>
                  <a:pt x="546525" y="965518"/>
                </a:lnTo>
                <a:lnTo>
                  <a:pt x="556052" y="970915"/>
                </a:lnTo>
                <a:lnTo>
                  <a:pt x="564944" y="975678"/>
                </a:lnTo>
                <a:lnTo>
                  <a:pt x="572883" y="979805"/>
                </a:lnTo>
                <a:lnTo>
                  <a:pt x="580504" y="982980"/>
                </a:lnTo>
                <a:lnTo>
                  <a:pt x="592572" y="988060"/>
                </a:lnTo>
                <a:lnTo>
                  <a:pt x="600828" y="991235"/>
                </a:lnTo>
                <a:lnTo>
                  <a:pt x="1116867" y="991235"/>
                </a:lnTo>
                <a:lnTo>
                  <a:pt x="1124171" y="991553"/>
                </a:lnTo>
                <a:lnTo>
                  <a:pt x="1131793" y="992188"/>
                </a:lnTo>
                <a:lnTo>
                  <a:pt x="1133063" y="992188"/>
                </a:lnTo>
                <a:lnTo>
                  <a:pt x="1144813" y="992505"/>
                </a:lnTo>
                <a:lnTo>
                  <a:pt x="1158150" y="993458"/>
                </a:lnTo>
                <a:lnTo>
                  <a:pt x="1165137" y="994093"/>
                </a:lnTo>
                <a:lnTo>
                  <a:pt x="1172758" y="995045"/>
                </a:lnTo>
                <a:lnTo>
                  <a:pt x="1180697" y="996315"/>
                </a:lnTo>
                <a:lnTo>
                  <a:pt x="1189271" y="997903"/>
                </a:lnTo>
                <a:lnTo>
                  <a:pt x="1197846" y="999808"/>
                </a:lnTo>
                <a:lnTo>
                  <a:pt x="1206737" y="1002030"/>
                </a:lnTo>
                <a:lnTo>
                  <a:pt x="1215629" y="1004570"/>
                </a:lnTo>
                <a:lnTo>
                  <a:pt x="1225156" y="1007428"/>
                </a:lnTo>
                <a:lnTo>
                  <a:pt x="1234683" y="1010603"/>
                </a:lnTo>
                <a:lnTo>
                  <a:pt x="1244845" y="1014413"/>
                </a:lnTo>
                <a:lnTo>
                  <a:pt x="1255007" y="1018223"/>
                </a:lnTo>
                <a:lnTo>
                  <a:pt x="1265169" y="1022985"/>
                </a:lnTo>
                <a:lnTo>
                  <a:pt x="1275331" y="1028383"/>
                </a:lnTo>
                <a:lnTo>
                  <a:pt x="1285810" y="1033780"/>
                </a:lnTo>
                <a:lnTo>
                  <a:pt x="1296290" y="1039813"/>
                </a:lnTo>
                <a:lnTo>
                  <a:pt x="1307405" y="1046163"/>
                </a:lnTo>
                <a:lnTo>
                  <a:pt x="1317884" y="1053465"/>
                </a:lnTo>
                <a:lnTo>
                  <a:pt x="1328681" y="1061085"/>
                </a:lnTo>
                <a:lnTo>
                  <a:pt x="1339478" y="1069023"/>
                </a:lnTo>
                <a:lnTo>
                  <a:pt x="1349958" y="1077913"/>
                </a:lnTo>
                <a:lnTo>
                  <a:pt x="1361073" y="1087438"/>
                </a:lnTo>
                <a:lnTo>
                  <a:pt x="1371552" y="1097280"/>
                </a:lnTo>
                <a:lnTo>
                  <a:pt x="1382349" y="1107440"/>
                </a:lnTo>
                <a:lnTo>
                  <a:pt x="1392829" y="1118553"/>
                </a:lnTo>
                <a:lnTo>
                  <a:pt x="1402991" y="1129983"/>
                </a:lnTo>
                <a:lnTo>
                  <a:pt x="1413470" y="1142683"/>
                </a:lnTo>
                <a:lnTo>
                  <a:pt x="1423632" y="1155383"/>
                </a:lnTo>
                <a:lnTo>
                  <a:pt x="1433477" y="1169035"/>
                </a:lnTo>
                <a:lnTo>
                  <a:pt x="1443321" y="1183005"/>
                </a:lnTo>
                <a:lnTo>
                  <a:pt x="1452848" y="1198245"/>
                </a:lnTo>
                <a:lnTo>
                  <a:pt x="1462375" y="1213485"/>
                </a:lnTo>
                <a:lnTo>
                  <a:pt x="1471584" y="1229678"/>
                </a:lnTo>
                <a:lnTo>
                  <a:pt x="1480476" y="1246505"/>
                </a:lnTo>
                <a:lnTo>
                  <a:pt x="1489368" y="1263968"/>
                </a:lnTo>
                <a:lnTo>
                  <a:pt x="1497942" y="1282065"/>
                </a:lnTo>
                <a:lnTo>
                  <a:pt x="1506199" y="1301115"/>
                </a:lnTo>
                <a:lnTo>
                  <a:pt x="1514455" y="1320483"/>
                </a:lnTo>
                <a:lnTo>
                  <a:pt x="1522712" y="1340485"/>
                </a:lnTo>
                <a:lnTo>
                  <a:pt x="1530016" y="1361758"/>
                </a:lnTo>
                <a:lnTo>
                  <a:pt x="1537637" y="1383665"/>
                </a:lnTo>
                <a:lnTo>
                  <a:pt x="1544624" y="1406208"/>
                </a:lnTo>
                <a:lnTo>
                  <a:pt x="1551292" y="1429703"/>
                </a:lnTo>
                <a:lnTo>
                  <a:pt x="1557961" y="1453833"/>
                </a:lnTo>
                <a:lnTo>
                  <a:pt x="1563995" y="1479233"/>
                </a:lnTo>
                <a:lnTo>
                  <a:pt x="1570029" y="1504950"/>
                </a:lnTo>
                <a:lnTo>
                  <a:pt x="1575745" y="1531938"/>
                </a:lnTo>
                <a:lnTo>
                  <a:pt x="1581143" y="1559560"/>
                </a:lnTo>
                <a:lnTo>
                  <a:pt x="1586224" y="1588453"/>
                </a:lnTo>
                <a:lnTo>
                  <a:pt x="1590670" y="1617980"/>
                </a:lnTo>
                <a:lnTo>
                  <a:pt x="1594799" y="1648778"/>
                </a:lnTo>
                <a:lnTo>
                  <a:pt x="1598927" y="1680210"/>
                </a:lnTo>
                <a:lnTo>
                  <a:pt x="1602420" y="1712595"/>
                </a:lnTo>
                <a:lnTo>
                  <a:pt x="1605596" y="1746250"/>
                </a:lnTo>
                <a:lnTo>
                  <a:pt x="1608136" y="1780858"/>
                </a:lnTo>
                <a:lnTo>
                  <a:pt x="1610677" y="1816418"/>
                </a:lnTo>
                <a:lnTo>
                  <a:pt x="1612582" y="1853248"/>
                </a:lnTo>
                <a:lnTo>
                  <a:pt x="1614170" y="1890713"/>
                </a:lnTo>
                <a:lnTo>
                  <a:pt x="1615123" y="1929448"/>
                </a:lnTo>
                <a:lnTo>
                  <a:pt x="1616075" y="1969453"/>
                </a:lnTo>
                <a:lnTo>
                  <a:pt x="1616075" y="2010410"/>
                </a:lnTo>
                <a:lnTo>
                  <a:pt x="1616075" y="2045653"/>
                </a:lnTo>
                <a:lnTo>
                  <a:pt x="1615440" y="2081848"/>
                </a:lnTo>
                <a:lnTo>
                  <a:pt x="1614805" y="2118360"/>
                </a:lnTo>
                <a:lnTo>
                  <a:pt x="1613535" y="2156460"/>
                </a:lnTo>
                <a:lnTo>
                  <a:pt x="1613217" y="2161858"/>
                </a:lnTo>
                <a:lnTo>
                  <a:pt x="1612582" y="2167573"/>
                </a:lnTo>
                <a:lnTo>
                  <a:pt x="1611947" y="2172970"/>
                </a:lnTo>
                <a:lnTo>
                  <a:pt x="1610677" y="2178050"/>
                </a:lnTo>
                <a:lnTo>
                  <a:pt x="1609406" y="2183448"/>
                </a:lnTo>
                <a:lnTo>
                  <a:pt x="1607819" y="2188845"/>
                </a:lnTo>
                <a:lnTo>
                  <a:pt x="1605913" y="2193925"/>
                </a:lnTo>
                <a:lnTo>
                  <a:pt x="1603690" y="2198688"/>
                </a:lnTo>
                <a:lnTo>
                  <a:pt x="1601467" y="2203450"/>
                </a:lnTo>
                <a:lnTo>
                  <a:pt x="1598927" y="2208213"/>
                </a:lnTo>
                <a:lnTo>
                  <a:pt x="1596069" y="2212658"/>
                </a:lnTo>
                <a:lnTo>
                  <a:pt x="1593211" y="2217103"/>
                </a:lnTo>
                <a:lnTo>
                  <a:pt x="1590035" y="2221230"/>
                </a:lnTo>
                <a:lnTo>
                  <a:pt x="1586859" y="2225358"/>
                </a:lnTo>
                <a:lnTo>
                  <a:pt x="1583366" y="2229168"/>
                </a:lnTo>
                <a:lnTo>
                  <a:pt x="1579556" y="2232978"/>
                </a:lnTo>
                <a:lnTo>
                  <a:pt x="1575745" y="2236470"/>
                </a:lnTo>
                <a:lnTo>
                  <a:pt x="1571299" y="2239645"/>
                </a:lnTo>
                <a:lnTo>
                  <a:pt x="1567171" y="2243138"/>
                </a:lnTo>
                <a:lnTo>
                  <a:pt x="1563042" y="2246313"/>
                </a:lnTo>
                <a:lnTo>
                  <a:pt x="1558596" y="2248853"/>
                </a:lnTo>
                <a:lnTo>
                  <a:pt x="1553833" y="2251393"/>
                </a:lnTo>
                <a:lnTo>
                  <a:pt x="1549070" y="2253933"/>
                </a:lnTo>
                <a:lnTo>
                  <a:pt x="1544306" y="2256155"/>
                </a:lnTo>
                <a:lnTo>
                  <a:pt x="1539543" y="2258060"/>
                </a:lnTo>
                <a:lnTo>
                  <a:pt x="1534462" y="2259648"/>
                </a:lnTo>
                <a:lnTo>
                  <a:pt x="1529063" y="2260918"/>
                </a:lnTo>
                <a:lnTo>
                  <a:pt x="1523982" y="2262188"/>
                </a:lnTo>
                <a:lnTo>
                  <a:pt x="1518584" y="2263140"/>
                </a:lnTo>
                <a:lnTo>
                  <a:pt x="1512867" y="2263775"/>
                </a:lnTo>
                <a:lnTo>
                  <a:pt x="1507469" y="2264093"/>
                </a:lnTo>
                <a:lnTo>
                  <a:pt x="1501753" y="2264410"/>
                </a:lnTo>
                <a:lnTo>
                  <a:pt x="1497942" y="2264410"/>
                </a:lnTo>
                <a:lnTo>
                  <a:pt x="1492226" y="2264093"/>
                </a:lnTo>
                <a:lnTo>
                  <a:pt x="1486510" y="2263458"/>
                </a:lnTo>
                <a:lnTo>
                  <a:pt x="1480794" y="2262505"/>
                </a:lnTo>
                <a:lnTo>
                  <a:pt x="1475395" y="2261235"/>
                </a:lnTo>
                <a:lnTo>
                  <a:pt x="1470314" y="2259648"/>
                </a:lnTo>
                <a:lnTo>
                  <a:pt x="1464915" y="2258060"/>
                </a:lnTo>
                <a:lnTo>
                  <a:pt x="1459517" y="2256155"/>
                </a:lnTo>
                <a:lnTo>
                  <a:pt x="1454436" y="2253933"/>
                </a:lnTo>
                <a:lnTo>
                  <a:pt x="1449672" y="2251710"/>
                </a:lnTo>
                <a:lnTo>
                  <a:pt x="1444909" y="2248853"/>
                </a:lnTo>
                <a:lnTo>
                  <a:pt x="1440463" y="2246313"/>
                </a:lnTo>
                <a:lnTo>
                  <a:pt x="1436017" y="2243138"/>
                </a:lnTo>
                <a:lnTo>
                  <a:pt x="1431889" y="2239645"/>
                </a:lnTo>
                <a:lnTo>
                  <a:pt x="1427761" y="2236153"/>
                </a:lnTo>
                <a:lnTo>
                  <a:pt x="1423632" y="2232343"/>
                </a:lnTo>
                <a:lnTo>
                  <a:pt x="1420139" y="2228533"/>
                </a:lnTo>
                <a:lnTo>
                  <a:pt x="1416328" y="2224723"/>
                </a:lnTo>
                <a:lnTo>
                  <a:pt x="1413153" y="2220595"/>
                </a:lnTo>
                <a:lnTo>
                  <a:pt x="1409977" y="2216150"/>
                </a:lnTo>
                <a:lnTo>
                  <a:pt x="1407119" y="2211705"/>
                </a:lnTo>
                <a:lnTo>
                  <a:pt x="1403944" y="2206943"/>
                </a:lnTo>
                <a:lnTo>
                  <a:pt x="1401403" y="2202498"/>
                </a:lnTo>
                <a:lnTo>
                  <a:pt x="1399180" y="2197418"/>
                </a:lnTo>
                <a:lnTo>
                  <a:pt x="1396957" y="2192338"/>
                </a:lnTo>
                <a:lnTo>
                  <a:pt x="1395369" y="2187258"/>
                </a:lnTo>
                <a:lnTo>
                  <a:pt x="1393782" y="2181860"/>
                </a:lnTo>
                <a:lnTo>
                  <a:pt x="1392511" y="2176463"/>
                </a:lnTo>
                <a:lnTo>
                  <a:pt x="1391241" y="2171065"/>
                </a:lnTo>
                <a:lnTo>
                  <a:pt x="1390606" y="2165668"/>
                </a:lnTo>
                <a:lnTo>
                  <a:pt x="1389971" y="2159953"/>
                </a:lnTo>
                <a:lnTo>
                  <a:pt x="1389971" y="2154238"/>
                </a:lnTo>
                <a:lnTo>
                  <a:pt x="1389971" y="2148523"/>
                </a:lnTo>
                <a:lnTo>
                  <a:pt x="1390923" y="2112645"/>
                </a:lnTo>
                <a:lnTo>
                  <a:pt x="1391876" y="2077720"/>
                </a:lnTo>
                <a:lnTo>
                  <a:pt x="1392194" y="2043748"/>
                </a:lnTo>
                <a:lnTo>
                  <a:pt x="1392194" y="2010410"/>
                </a:lnTo>
                <a:lnTo>
                  <a:pt x="1392194" y="1981518"/>
                </a:lnTo>
                <a:lnTo>
                  <a:pt x="1391876" y="1952943"/>
                </a:lnTo>
                <a:lnTo>
                  <a:pt x="1391241" y="1925638"/>
                </a:lnTo>
                <a:lnTo>
                  <a:pt x="1390606" y="1898333"/>
                </a:lnTo>
                <a:lnTo>
                  <a:pt x="1389336" y="1872298"/>
                </a:lnTo>
                <a:lnTo>
                  <a:pt x="1388065" y="1846263"/>
                </a:lnTo>
                <a:lnTo>
                  <a:pt x="1386795" y="1821498"/>
                </a:lnTo>
                <a:lnTo>
                  <a:pt x="1384890" y="1797050"/>
                </a:lnTo>
                <a:lnTo>
                  <a:pt x="1383302" y="1773555"/>
                </a:lnTo>
                <a:lnTo>
                  <a:pt x="1381079" y="1750378"/>
                </a:lnTo>
                <a:lnTo>
                  <a:pt x="1378856" y="1727835"/>
                </a:lnTo>
                <a:lnTo>
                  <a:pt x="1376316" y="1706245"/>
                </a:lnTo>
                <a:lnTo>
                  <a:pt x="1373775" y="1684655"/>
                </a:lnTo>
                <a:lnTo>
                  <a:pt x="1371235" y="1664335"/>
                </a:lnTo>
                <a:lnTo>
                  <a:pt x="1368059" y="1644333"/>
                </a:lnTo>
                <a:lnTo>
                  <a:pt x="1365201" y="1624965"/>
                </a:lnTo>
                <a:lnTo>
                  <a:pt x="1362025" y="1606233"/>
                </a:lnTo>
                <a:lnTo>
                  <a:pt x="1358532" y="1587818"/>
                </a:lnTo>
                <a:lnTo>
                  <a:pt x="1355039" y="1570038"/>
                </a:lnTo>
                <a:lnTo>
                  <a:pt x="1351228" y="1552893"/>
                </a:lnTo>
                <a:lnTo>
                  <a:pt x="1347417" y="1536700"/>
                </a:lnTo>
                <a:lnTo>
                  <a:pt x="1343607" y="1520190"/>
                </a:lnTo>
                <a:lnTo>
                  <a:pt x="1339796" y="1504950"/>
                </a:lnTo>
                <a:lnTo>
                  <a:pt x="1335668" y="1490028"/>
                </a:lnTo>
                <a:lnTo>
                  <a:pt x="1331539" y="1475740"/>
                </a:lnTo>
                <a:lnTo>
                  <a:pt x="1327411" y="1461770"/>
                </a:lnTo>
                <a:lnTo>
                  <a:pt x="1322965" y="1448435"/>
                </a:lnTo>
                <a:lnTo>
                  <a:pt x="1318837" y="1435418"/>
                </a:lnTo>
                <a:lnTo>
                  <a:pt x="1314391" y="1423353"/>
                </a:lnTo>
                <a:lnTo>
                  <a:pt x="1309945" y="1411288"/>
                </a:lnTo>
                <a:lnTo>
                  <a:pt x="1305182" y="1399858"/>
                </a:lnTo>
                <a:lnTo>
                  <a:pt x="1300736" y="1389063"/>
                </a:lnTo>
                <a:lnTo>
                  <a:pt x="1295655" y="1377950"/>
                </a:lnTo>
                <a:lnTo>
                  <a:pt x="1290891" y="1367790"/>
                </a:lnTo>
                <a:lnTo>
                  <a:pt x="1285810" y="1357630"/>
                </a:lnTo>
                <a:lnTo>
                  <a:pt x="1281047" y="1348105"/>
                </a:lnTo>
                <a:lnTo>
                  <a:pt x="1276283" y="1338898"/>
                </a:lnTo>
                <a:lnTo>
                  <a:pt x="1271520" y="1330643"/>
                </a:lnTo>
                <a:lnTo>
                  <a:pt x="1266439" y="1322388"/>
                </a:lnTo>
                <a:lnTo>
                  <a:pt x="1261676" y="1314768"/>
                </a:lnTo>
                <a:lnTo>
                  <a:pt x="1257230" y="1307465"/>
                </a:lnTo>
                <a:lnTo>
                  <a:pt x="1252466" y="1300798"/>
                </a:lnTo>
                <a:lnTo>
                  <a:pt x="1243257" y="1287780"/>
                </a:lnTo>
                <a:lnTo>
                  <a:pt x="1233730" y="1276668"/>
                </a:lnTo>
                <a:lnTo>
                  <a:pt x="1224838" y="1266825"/>
                </a:lnTo>
                <a:lnTo>
                  <a:pt x="1224838" y="1791018"/>
                </a:lnTo>
                <a:lnTo>
                  <a:pt x="1224838" y="2056130"/>
                </a:lnTo>
                <a:lnTo>
                  <a:pt x="1224838" y="3259138"/>
                </a:lnTo>
                <a:lnTo>
                  <a:pt x="1224521" y="3268028"/>
                </a:lnTo>
                <a:lnTo>
                  <a:pt x="1223886" y="3276918"/>
                </a:lnTo>
                <a:lnTo>
                  <a:pt x="1222933" y="3285490"/>
                </a:lnTo>
                <a:lnTo>
                  <a:pt x="1221345" y="3294063"/>
                </a:lnTo>
                <a:lnTo>
                  <a:pt x="1219440" y="3302635"/>
                </a:lnTo>
                <a:lnTo>
                  <a:pt x="1217217" y="3310573"/>
                </a:lnTo>
                <a:lnTo>
                  <a:pt x="1214359" y="3318828"/>
                </a:lnTo>
                <a:lnTo>
                  <a:pt x="1211501" y="3326448"/>
                </a:lnTo>
                <a:lnTo>
                  <a:pt x="1208008" y="3334068"/>
                </a:lnTo>
                <a:lnTo>
                  <a:pt x="1204197" y="3341370"/>
                </a:lnTo>
                <a:lnTo>
                  <a:pt x="1200068" y="3348990"/>
                </a:lnTo>
                <a:lnTo>
                  <a:pt x="1195623" y="3355975"/>
                </a:lnTo>
                <a:lnTo>
                  <a:pt x="1190859" y="3362643"/>
                </a:lnTo>
                <a:lnTo>
                  <a:pt x="1185461" y="3369310"/>
                </a:lnTo>
                <a:lnTo>
                  <a:pt x="1179744" y="3375343"/>
                </a:lnTo>
                <a:lnTo>
                  <a:pt x="1174346" y="3381375"/>
                </a:lnTo>
                <a:lnTo>
                  <a:pt x="1168312" y="3387090"/>
                </a:lnTo>
                <a:lnTo>
                  <a:pt x="1161961" y="3392488"/>
                </a:lnTo>
                <a:lnTo>
                  <a:pt x="1155610" y="3397568"/>
                </a:lnTo>
                <a:lnTo>
                  <a:pt x="1148623" y="3402648"/>
                </a:lnTo>
                <a:lnTo>
                  <a:pt x="1141637" y="3407410"/>
                </a:lnTo>
                <a:lnTo>
                  <a:pt x="1134651" y="3411538"/>
                </a:lnTo>
                <a:lnTo>
                  <a:pt x="1126712" y="3415348"/>
                </a:lnTo>
                <a:lnTo>
                  <a:pt x="1119090" y="3418523"/>
                </a:lnTo>
                <a:lnTo>
                  <a:pt x="1111469" y="3421698"/>
                </a:lnTo>
                <a:lnTo>
                  <a:pt x="1103529" y="3424555"/>
                </a:lnTo>
                <a:lnTo>
                  <a:pt x="1095273" y="3426778"/>
                </a:lnTo>
                <a:lnTo>
                  <a:pt x="1087016" y="3428683"/>
                </a:lnTo>
                <a:lnTo>
                  <a:pt x="1078442" y="3430270"/>
                </a:lnTo>
                <a:lnTo>
                  <a:pt x="1069550" y="3431223"/>
                </a:lnTo>
                <a:lnTo>
                  <a:pt x="1060659" y="3431858"/>
                </a:lnTo>
                <a:lnTo>
                  <a:pt x="1052084" y="3432175"/>
                </a:lnTo>
                <a:lnTo>
                  <a:pt x="1043193" y="3431858"/>
                </a:lnTo>
                <a:lnTo>
                  <a:pt x="1034301" y="3431223"/>
                </a:lnTo>
                <a:lnTo>
                  <a:pt x="1025727" y="3430270"/>
                </a:lnTo>
                <a:lnTo>
                  <a:pt x="1016835" y="3428683"/>
                </a:lnTo>
                <a:lnTo>
                  <a:pt x="1008578" y="3426778"/>
                </a:lnTo>
                <a:lnTo>
                  <a:pt x="1000322" y="3424555"/>
                </a:lnTo>
                <a:lnTo>
                  <a:pt x="992383" y="3421698"/>
                </a:lnTo>
                <a:lnTo>
                  <a:pt x="984761" y="3418523"/>
                </a:lnTo>
                <a:lnTo>
                  <a:pt x="977140" y="3415348"/>
                </a:lnTo>
                <a:lnTo>
                  <a:pt x="969518" y="3411538"/>
                </a:lnTo>
                <a:lnTo>
                  <a:pt x="962214" y="3407410"/>
                </a:lnTo>
                <a:lnTo>
                  <a:pt x="955228" y="3402648"/>
                </a:lnTo>
                <a:lnTo>
                  <a:pt x="948242" y="3397568"/>
                </a:lnTo>
                <a:lnTo>
                  <a:pt x="941890" y="3392488"/>
                </a:lnTo>
                <a:lnTo>
                  <a:pt x="935539" y="3387090"/>
                </a:lnTo>
                <a:lnTo>
                  <a:pt x="929823" y="3381375"/>
                </a:lnTo>
                <a:lnTo>
                  <a:pt x="924107" y="3375343"/>
                </a:lnTo>
                <a:lnTo>
                  <a:pt x="918708" y="3369310"/>
                </a:lnTo>
                <a:lnTo>
                  <a:pt x="913627" y="3362643"/>
                </a:lnTo>
                <a:lnTo>
                  <a:pt x="908229" y="3355975"/>
                </a:lnTo>
                <a:lnTo>
                  <a:pt x="903783" y="3348990"/>
                </a:lnTo>
                <a:lnTo>
                  <a:pt x="899654" y="3341370"/>
                </a:lnTo>
                <a:lnTo>
                  <a:pt x="895844" y="3334068"/>
                </a:lnTo>
                <a:lnTo>
                  <a:pt x="892350" y="3326448"/>
                </a:lnTo>
                <a:lnTo>
                  <a:pt x="889492" y="3318828"/>
                </a:lnTo>
                <a:lnTo>
                  <a:pt x="886634" y="3310573"/>
                </a:lnTo>
                <a:lnTo>
                  <a:pt x="884411" y="3302635"/>
                </a:lnTo>
                <a:lnTo>
                  <a:pt x="882506" y="3294063"/>
                </a:lnTo>
                <a:lnTo>
                  <a:pt x="880918" y="3285490"/>
                </a:lnTo>
                <a:lnTo>
                  <a:pt x="879966" y="3276918"/>
                </a:lnTo>
                <a:lnTo>
                  <a:pt x="879330" y="3268028"/>
                </a:lnTo>
                <a:lnTo>
                  <a:pt x="879013" y="3259138"/>
                </a:lnTo>
                <a:lnTo>
                  <a:pt x="879013" y="2164080"/>
                </a:lnTo>
                <a:lnTo>
                  <a:pt x="814230" y="2164080"/>
                </a:lnTo>
                <a:lnTo>
                  <a:pt x="814230" y="3259138"/>
                </a:lnTo>
                <a:lnTo>
                  <a:pt x="813913" y="3268028"/>
                </a:lnTo>
                <a:lnTo>
                  <a:pt x="813277" y="3276918"/>
                </a:lnTo>
                <a:lnTo>
                  <a:pt x="812325" y="3285490"/>
                </a:lnTo>
                <a:lnTo>
                  <a:pt x="810737" y="3294063"/>
                </a:lnTo>
                <a:lnTo>
                  <a:pt x="808832" y="3302635"/>
                </a:lnTo>
                <a:lnTo>
                  <a:pt x="806291" y="3310573"/>
                </a:lnTo>
                <a:lnTo>
                  <a:pt x="803751" y="3318828"/>
                </a:lnTo>
                <a:lnTo>
                  <a:pt x="800575" y="3326448"/>
                </a:lnTo>
                <a:lnTo>
                  <a:pt x="796764" y="3334068"/>
                </a:lnTo>
                <a:lnTo>
                  <a:pt x="792953" y="3341370"/>
                </a:lnTo>
                <a:lnTo>
                  <a:pt x="788825" y="3348990"/>
                </a:lnTo>
                <a:lnTo>
                  <a:pt x="784379" y="3355975"/>
                </a:lnTo>
                <a:lnTo>
                  <a:pt x="779616" y="3362643"/>
                </a:lnTo>
                <a:lnTo>
                  <a:pt x="774535" y="3369310"/>
                </a:lnTo>
                <a:lnTo>
                  <a:pt x="769136" y="3375343"/>
                </a:lnTo>
                <a:lnTo>
                  <a:pt x="763420" y="3381375"/>
                </a:lnTo>
                <a:lnTo>
                  <a:pt x="757386" y="3387090"/>
                </a:lnTo>
                <a:lnTo>
                  <a:pt x="751353" y="3392488"/>
                </a:lnTo>
                <a:lnTo>
                  <a:pt x="744366" y="3397568"/>
                </a:lnTo>
                <a:lnTo>
                  <a:pt x="737698" y="3402648"/>
                </a:lnTo>
                <a:lnTo>
                  <a:pt x="730711" y="3407410"/>
                </a:lnTo>
                <a:lnTo>
                  <a:pt x="723407" y="3411538"/>
                </a:lnTo>
                <a:lnTo>
                  <a:pt x="716103" y="3415348"/>
                </a:lnTo>
                <a:lnTo>
                  <a:pt x="708482" y="3418523"/>
                </a:lnTo>
                <a:lnTo>
                  <a:pt x="700543" y="3421698"/>
                </a:lnTo>
                <a:lnTo>
                  <a:pt x="692604" y="3424555"/>
                </a:lnTo>
                <a:lnTo>
                  <a:pt x="684347" y="3426778"/>
                </a:lnTo>
                <a:lnTo>
                  <a:pt x="675773" y="3428683"/>
                </a:lnTo>
                <a:lnTo>
                  <a:pt x="667516" y="3430270"/>
                </a:lnTo>
                <a:lnTo>
                  <a:pt x="658942" y="3431223"/>
                </a:lnTo>
                <a:lnTo>
                  <a:pt x="650050" y="3431858"/>
                </a:lnTo>
                <a:lnTo>
                  <a:pt x="641159" y="3432175"/>
                </a:lnTo>
                <a:lnTo>
                  <a:pt x="631949" y="3431858"/>
                </a:lnTo>
                <a:lnTo>
                  <a:pt x="623375" y="3431223"/>
                </a:lnTo>
                <a:lnTo>
                  <a:pt x="614801" y="3430270"/>
                </a:lnTo>
                <a:lnTo>
                  <a:pt x="606227" y="3428683"/>
                </a:lnTo>
                <a:lnTo>
                  <a:pt x="597970" y="3426778"/>
                </a:lnTo>
                <a:lnTo>
                  <a:pt x="589714" y="3424555"/>
                </a:lnTo>
                <a:lnTo>
                  <a:pt x="581774" y="3421698"/>
                </a:lnTo>
                <a:lnTo>
                  <a:pt x="573518" y="3418523"/>
                </a:lnTo>
                <a:lnTo>
                  <a:pt x="565896" y="3415348"/>
                </a:lnTo>
                <a:lnTo>
                  <a:pt x="558592" y="3411538"/>
                </a:lnTo>
                <a:lnTo>
                  <a:pt x="551288" y="3407410"/>
                </a:lnTo>
                <a:lnTo>
                  <a:pt x="544302" y="3402648"/>
                </a:lnTo>
                <a:lnTo>
                  <a:pt x="537633" y="3397568"/>
                </a:lnTo>
                <a:lnTo>
                  <a:pt x="531282" y="3392488"/>
                </a:lnTo>
                <a:lnTo>
                  <a:pt x="524931" y="3387090"/>
                </a:lnTo>
                <a:lnTo>
                  <a:pt x="518580" y="3381375"/>
                </a:lnTo>
                <a:lnTo>
                  <a:pt x="512863" y="3375343"/>
                </a:lnTo>
                <a:lnTo>
                  <a:pt x="507465" y="3369310"/>
                </a:lnTo>
                <a:lnTo>
                  <a:pt x="502384" y="3362643"/>
                </a:lnTo>
                <a:lnTo>
                  <a:pt x="497620" y="3355975"/>
                </a:lnTo>
                <a:lnTo>
                  <a:pt x="493175" y="3348990"/>
                </a:lnTo>
                <a:lnTo>
                  <a:pt x="489046" y="3341370"/>
                </a:lnTo>
                <a:lnTo>
                  <a:pt x="485235" y="3334068"/>
                </a:lnTo>
                <a:lnTo>
                  <a:pt x="481742" y="3326448"/>
                </a:lnTo>
                <a:lnTo>
                  <a:pt x="478567" y="3318828"/>
                </a:lnTo>
                <a:lnTo>
                  <a:pt x="476026" y="3310573"/>
                </a:lnTo>
                <a:lnTo>
                  <a:pt x="473803" y="3302635"/>
                </a:lnTo>
                <a:lnTo>
                  <a:pt x="471898" y="3294063"/>
                </a:lnTo>
                <a:lnTo>
                  <a:pt x="470310" y="3285490"/>
                </a:lnTo>
                <a:lnTo>
                  <a:pt x="468722" y="3276918"/>
                </a:lnTo>
                <a:lnTo>
                  <a:pt x="468087" y="3268028"/>
                </a:lnTo>
                <a:lnTo>
                  <a:pt x="468087" y="3259138"/>
                </a:lnTo>
                <a:lnTo>
                  <a:pt x="468087" y="2056130"/>
                </a:lnTo>
                <a:lnTo>
                  <a:pt x="468087" y="1791018"/>
                </a:lnTo>
                <a:lnTo>
                  <a:pt x="468087" y="1177290"/>
                </a:lnTo>
                <a:lnTo>
                  <a:pt x="457290" y="1171893"/>
                </a:lnTo>
                <a:lnTo>
                  <a:pt x="446493" y="1166178"/>
                </a:lnTo>
                <a:lnTo>
                  <a:pt x="435061" y="1159828"/>
                </a:lnTo>
                <a:lnTo>
                  <a:pt x="423311" y="1152843"/>
                </a:lnTo>
                <a:lnTo>
                  <a:pt x="410926" y="1145223"/>
                </a:lnTo>
                <a:lnTo>
                  <a:pt x="398223" y="1136968"/>
                </a:lnTo>
                <a:lnTo>
                  <a:pt x="385521" y="1128078"/>
                </a:lnTo>
                <a:lnTo>
                  <a:pt x="372501" y="1118553"/>
                </a:lnTo>
                <a:lnTo>
                  <a:pt x="359163" y="1108710"/>
                </a:lnTo>
                <a:lnTo>
                  <a:pt x="345190" y="1097915"/>
                </a:lnTo>
                <a:lnTo>
                  <a:pt x="331535" y="1086485"/>
                </a:lnTo>
                <a:lnTo>
                  <a:pt x="317563" y="1074103"/>
                </a:lnTo>
                <a:lnTo>
                  <a:pt x="303590" y="1061085"/>
                </a:lnTo>
                <a:lnTo>
                  <a:pt x="289299" y="1047750"/>
                </a:lnTo>
                <a:lnTo>
                  <a:pt x="275009" y="1033145"/>
                </a:lnTo>
                <a:lnTo>
                  <a:pt x="261036" y="1017588"/>
                </a:lnTo>
                <a:lnTo>
                  <a:pt x="248016" y="1003618"/>
                </a:lnTo>
                <a:lnTo>
                  <a:pt x="235314" y="988695"/>
                </a:lnTo>
                <a:lnTo>
                  <a:pt x="222929" y="973138"/>
                </a:lnTo>
                <a:lnTo>
                  <a:pt x="210544" y="956628"/>
                </a:lnTo>
                <a:lnTo>
                  <a:pt x="198477" y="939800"/>
                </a:lnTo>
                <a:lnTo>
                  <a:pt x="186092" y="922338"/>
                </a:lnTo>
                <a:lnTo>
                  <a:pt x="174342" y="903923"/>
                </a:lnTo>
                <a:lnTo>
                  <a:pt x="162592" y="884873"/>
                </a:lnTo>
                <a:lnTo>
                  <a:pt x="151160" y="865188"/>
                </a:lnTo>
                <a:lnTo>
                  <a:pt x="140045" y="844550"/>
                </a:lnTo>
                <a:lnTo>
                  <a:pt x="128930" y="823595"/>
                </a:lnTo>
                <a:lnTo>
                  <a:pt x="118451" y="801688"/>
                </a:lnTo>
                <a:lnTo>
                  <a:pt x="107971" y="779145"/>
                </a:lnTo>
                <a:lnTo>
                  <a:pt x="98127" y="755968"/>
                </a:lnTo>
                <a:lnTo>
                  <a:pt x="88600" y="731520"/>
                </a:lnTo>
                <a:lnTo>
                  <a:pt x="79073" y="706755"/>
                </a:lnTo>
                <a:lnTo>
                  <a:pt x="70181" y="681038"/>
                </a:lnTo>
                <a:lnTo>
                  <a:pt x="61925" y="654685"/>
                </a:lnTo>
                <a:lnTo>
                  <a:pt x="53986" y="627063"/>
                </a:lnTo>
                <a:lnTo>
                  <a:pt x="46364" y="599440"/>
                </a:lnTo>
                <a:lnTo>
                  <a:pt x="39378" y="570230"/>
                </a:lnTo>
                <a:lnTo>
                  <a:pt x="33027" y="540703"/>
                </a:lnTo>
                <a:lnTo>
                  <a:pt x="26675" y="510223"/>
                </a:lnTo>
                <a:lnTo>
                  <a:pt x="21277" y="479108"/>
                </a:lnTo>
                <a:lnTo>
                  <a:pt x="16513" y="446723"/>
                </a:lnTo>
                <a:lnTo>
                  <a:pt x="12067" y="413385"/>
                </a:lnTo>
                <a:lnTo>
                  <a:pt x="8574" y="379730"/>
                </a:lnTo>
                <a:lnTo>
                  <a:pt x="5399" y="344805"/>
                </a:lnTo>
                <a:lnTo>
                  <a:pt x="3176" y="309563"/>
                </a:lnTo>
                <a:lnTo>
                  <a:pt x="1588" y="273050"/>
                </a:lnTo>
                <a:lnTo>
                  <a:pt x="318" y="235268"/>
                </a:lnTo>
                <a:lnTo>
                  <a:pt x="0" y="197168"/>
                </a:lnTo>
                <a:lnTo>
                  <a:pt x="318" y="175260"/>
                </a:lnTo>
                <a:lnTo>
                  <a:pt x="635" y="153035"/>
                </a:lnTo>
                <a:lnTo>
                  <a:pt x="1270" y="130175"/>
                </a:lnTo>
                <a:lnTo>
                  <a:pt x="1905" y="107315"/>
                </a:lnTo>
                <a:lnTo>
                  <a:pt x="2541" y="101600"/>
                </a:lnTo>
                <a:lnTo>
                  <a:pt x="3176" y="95885"/>
                </a:lnTo>
                <a:lnTo>
                  <a:pt x="4128" y="90488"/>
                </a:lnTo>
                <a:lnTo>
                  <a:pt x="5081" y="85090"/>
                </a:lnTo>
                <a:lnTo>
                  <a:pt x="6669" y="79375"/>
                </a:lnTo>
                <a:lnTo>
                  <a:pt x="8257" y="73978"/>
                </a:lnTo>
                <a:lnTo>
                  <a:pt x="10480" y="68898"/>
                </a:lnTo>
                <a:lnTo>
                  <a:pt x="12703" y="64135"/>
                </a:lnTo>
                <a:lnTo>
                  <a:pt x="14926" y="59373"/>
                </a:lnTo>
                <a:lnTo>
                  <a:pt x="17784" y="54610"/>
                </a:lnTo>
                <a:lnTo>
                  <a:pt x="20642" y="49848"/>
                </a:lnTo>
                <a:lnTo>
                  <a:pt x="23500" y="45720"/>
                </a:lnTo>
                <a:lnTo>
                  <a:pt x="26993" y="41275"/>
                </a:lnTo>
                <a:lnTo>
                  <a:pt x="30804" y="37465"/>
                </a:lnTo>
                <a:lnTo>
                  <a:pt x="34297" y="33338"/>
                </a:lnTo>
                <a:lnTo>
                  <a:pt x="38108" y="29845"/>
                </a:lnTo>
                <a:lnTo>
                  <a:pt x="42236" y="25718"/>
                </a:lnTo>
                <a:lnTo>
                  <a:pt x="46364" y="22543"/>
                </a:lnTo>
                <a:lnTo>
                  <a:pt x="50810" y="19368"/>
                </a:lnTo>
                <a:lnTo>
                  <a:pt x="55256" y="16510"/>
                </a:lnTo>
                <a:lnTo>
                  <a:pt x="59702" y="13653"/>
                </a:lnTo>
                <a:lnTo>
                  <a:pt x="64465" y="11430"/>
                </a:lnTo>
                <a:lnTo>
                  <a:pt x="69546" y="9208"/>
                </a:lnTo>
                <a:lnTo>
                  <a:pt x="74627" y="6985"/>
                </a:lnTo>
                <a:lnTo>
                  <a:pt x="79708" y="5398"/>
                </a:lnTo>
                <a:lnTo>
                  <a:pt x="85107" y="3810"/>
                </a:lnTo>
                <a:lnTo>
                  <a:pt x="90505" y="2540"/>
                </a:lnTo>
                <a:lnTo>
                  <a:pt x="95904" y="1588"/>
                </a:lnTo>
                <a:lnTo>
                  <a:pt x="101620" y="635"/>
                </a:lnTo>
                <a:lnTo>
                  <a:pt x="107019" y="318"/>
                </a:lnTo>
                <a:lnTo>
                  <a:pt x="112735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KSO_Shape"/>
          <p:cNvSpPr>
            <a:spLocks/>
          </p:cNvSpPr>
          <p:nvPr/>
        </p:nvSpPr>
        <p:spPr bwMode="auto">
          <a:xfrm flipH="1">
            <a:off x="741317" y="4829456"/>
            <a:ext cx="942975" cy="1905000"/>
          </a:xfrm>
          <a:custGeom>
            <a:avLst/>
            <a:gdLst/>
            <a:ahLst/>
            <a:cxnLst/>
            <a:rect l="0" t="0" r="r" b="b"/>
            <a:pathLst>
              <a:path w="1627188" h="3292475">
                <a:moveTo>
                  <a:pt x="463232" y="260350"/>
                </a:moveTo>
                <a:lnTo>
                  <a:pt x="460692" y="275590"/>
                </a:lnTo>
                <a:lnTo>
                  <a:pt x="458787" y="291148"/>
                </a:lnTo>
                <a:lnTo>
                  <a:pt x="457835" y="306388"/>
                </a:lnTo>
                <a:lnTo>
                  <a:pt x="457200" y="321945"/>
                </a:lnTo>
                <a:lnTo>
                  <a:pt x="457200" y="337185"/>
                </a:lnTo>
                <a:lnTo>
                  <a:pt x="457835" y="353060"/>
                </a:lnTo>
                <a:lnTo>
                  <a:pt x="459422" y="368300"/>
                </a:lnTo>
                <a:lnTo>
                  <a:pt x="461327" y="383540"/>
                </a:lnTo>
                <a:lnTo>
                  <a:pt x="464185" y="398463"/>
                </a:lnTo>
                <a:lnTo>
                  <a:pt x="467360" y="413385"/>
                </a:lnTo>
                <a:lnTo>
                  <a:pt x="471805" y="428308"/>
                </a:lnTo>
                <a:lnTo>
                  <a:pt x="476250" y="442913"/>
                </a:lnTo>
                <a:lnTo>
                  <a:pt x="481647" y="457518"/>
                </a:lnTo>
                <a:lnTo>
                  <a:pt x="487680" y="471805"/>
                </a:lnTo>
                <a:lnTo>
                  <a:pt x="494348" y="485775"/>
                </a:lnTo>
                <a:lnTo>
                  <a:pt x="501650" y="499745"/>
                </a:lnTo>
                <a:lnTo>
                  <a:pt x="475297" y="513080"/>
                </a:lnTo>
                <a:lnTo>
                  <a:pt x="450532" y="526098"/>
                </a:lnTo>
                <a:lnTo>
                  <a:pt x="427037" y="538798"/>
                </a:lnTo>
                <a:lnTo>
                  <a:pt x="405130" y="550863"/>
                </a:lnTo>
                <a:lnTo>
                  <a:pt x="384492" y="562928"/>
                </a:lnTo>
                <a:lnTo>
                  <a:pt x="365442" y="574358"/>
                </a:lnTo>
                <a:lnTo>
                  <a:pt x="347662" y="585470"/>
                </a:lnTo>
                <a:lnTo>
                  <a:pt x="331470" y="596265"/>
                </a:lnTo>
                <a:lnTo>
                  <a:pt x="316230" y="606425"/>
                </a:lnTo>
                <a:lnTo>
                  <a:pt x="302577" y="616585"/>
                </a:lnTo>
                <a:lnTo>
                  <a:pt x="290195" y="625793"/>
                </a:lnTo>
                <a:lnTo>
                  <a:pt x="279082" y="634683"/>
                </a:lnTo>
                <a:lnTo>
                  <a:pt x="269240" y="642938"/>
                </a:lnTo>
                <a:lnTo>
                  <a:pt x="260667" y="650875"/>
                </a:lnTo>
                <a:lnTo>
                  <a:pt x="253365" y="658178"/>
                </a:lnTo>
                <a:lnTo>
                  <a:pt x="247015" y="664845"/>
                </a:lnTo>
                <a:lnTo>
                  <a:pt x="243205" y="669608"/>
                </a:lnTo>
                <a:lnTo>
                  <a:pt x="239712" y="674053"/>
                </a:lnTo>
                <a:lnTo>
                  <a:pt x="247015" y="678498"/>
                </a:lnTo>
                <a:lnTo>
                  <a:pt x="255905" y="683895"/>
                </a:lnTo>
                <a:lnTo>
                  <a:pt x="266700" y="689293"/>
                </a:lnTo>
                <a:lnTo>
                  <a:pt x="278447" y="694690"/>
                </a:lnTo>
                <a:lnTo>
                  <a:pt x="290830" y="699770"/>
                </a:lnTo>
                <a:lnTo>
                  <a:pt x="304482" y="705168"/>
                </a:lnTo>
                <a:lnTo>
                  <a:pt x="318770" y="710248"/>
                </a:lnTo>
                <a:lnTo>
                  <a:pt x="333692" y="714693"/>
                </a:lnTo>
                <a:lnTo>
                  <a:pt x="347345" y="719138"/>
                </a:lnTo>
                <a:lnTo>
                  <a:pt x="360997" y="722948"/>
                </a:lnTo>
                <a:lnTo>
                  <a:pt x="374650" y="726440"/>
                </a:lnTo>
                <a:lnTo>
                  <a:pt x="388620" y="729933"/>
                </a:lnTo>
                <a:lnTo>
                  <a:pt x="415607" y="735648"/>
                </a:lnTo>
                <a:lnTo>
                  <a:pt x="441642" y="741045"/>
                </a:lnTo>
                <a:lnTo>
                  <a:pt x="465772" y="745490"/>
                </a:lnTo>
                <a:lnTo>
                  <a:pt x="487045" y="748665"/>
                </a:lnTo>
                <a:lnTo>
                  <a:pt x="504825" y="751523"/>
                </a:lnTo>
                <a:lnTo>
                  <a:pt x="518795" y="753110"/>
                </a:lnTo>
                <a:lnTo>
                  <a:pt x="525463" y="752475"/>
                </a:lnTo>
                <a:lnTo>
                  <a:pt x="532448" y="752158"/>
                </a:lnTo>
                <a:lnTo>
                  <a:pt x="1094740" y="752158"/>
                </a:lnTo>
                <a:lnTo>
                  <a:pt x="1101725" y="752475"/>
                </a:lnTo>
                <a:lnTo>
                  <a:pt x="1107758" y="753110"/>
                </a:lnTo>
                <a:lnTo>
                  <a:pt x="1129030" y="750253"/>
                </a:lnTo>
                <a:lnTo>
                  <a:pt x="1147128" y="747713"/>
                </a:lnTo>
                <a:lnTo>
                  <a:pt x="1167765" y="744220"/>
                </a:lnTo>
                <a:lnTo>
                  <a:pt x="1190625" y="740093"/>
                </a:lnTo>
                <a:lnTo>
                  <a:pt x="1214755" y="735013"/>
                </a:lnTo>
                <a:lnTo>
                  <a:pt x="1227138" y="732473"/>
                </a:lnTo>
                <a:lnTo>
                  <a:pt x="1239838" y="729933"/>
                </a:lnTo>
                <a:lnTo>
                  <a:pt x="1252538" y="726440"/>
                </a:lnTo>
                <a:lnTo>
                  <a:pt x="1265238" y="723265"/>
                </a:lnTo>
                <a:lnTo>
                  <a:pt x="1277938" y="719455"/>
                </a:lnTo>
                <a:lnTo>
                  <a:pt x="1290638" y="715963"/>
                </a:lnTo>
                <a:lnTo>
                  <a:pt x="1303020" y="711835"/>
                </a:lnTo>
                <a:lnTo>
                  <a:pt x="1314768" y="707708"/>
                </a:lnTo>
                <a:lnTo>
                  <a:pt x="1326198" y="703580"/>
                </a:lnTo>
                <a:lnTo>
                  <a:pt x="1336993" y="699453"/>
                </a:lnTo>
                <a:lnTo>
                  <a:pt x="1347788" y="695325"/>
                </a:lnTo>
                <a:lnTo>
                  <a:pt x="1357313" y="690880"/>
                </a:lnTo>
                <a:lnTo>
                  <a:pt x="1366203" y="686435"/>
                </a:lnTo>
                <a:lnTo>
                  <a:pt x="1374140" y="682308"/>
                </a:lnTo>
                <a:lnTo>
                  <a:pt x="1381443" y="677863"/>
                </a:lnTo>
                <a:lnTo>
                  <a:pt x="1386840" y="674053"/>
                </a:lnTo>
                <a:lnTo>
                  <a:pt x="1383665" y="669608"/>
                </a:lnTo>
                <a:lnTo>
                  <a:pt x="1379538" y="664845"/>
                </a:lnTo>
                <a:lnTo>
                  <a:pt x="1375093" y="660083"/>
                </a:lnTo>
                <a:lnTo>
                  <a:pt x="1369695" y="654368"/>
                </a:lnTo>
                <a:lnTo>
                  <a:pt x="1363345" y="648653"/>
                </a:lnTo>
                <a:lnTo>
                  <a:pt x="1356678" y="642303"/>
                </a:lnTo>
                <a:lnTo>
                  <a:pt x="1348740" y="635635"/>
                </a:lnTo>
                <a:lnTo>
                  <a:pt x="1340485" y="628650"/>
                </a:lnTo>
                <a:lnTo>
                  <a:pt x="1332230" y="621983"/>
                </a:lnTo>
                <a:lnTo>
                  <a:pt x="1323340" y="615315"/>
                </a:lnTo>
                <a:lnTo>
                  <a:pt x="1313498" y="608330"/>
                </a:lnTo>
                <a:lnTo>
                  <a:pt x="1303020" y="601028"/>
                </a:lnTo>
                <a:lnTo>
                  <a:pt x="1291908" y="593725"/>
                </a:lnTo>
                <a:lnTo>
                  <a:pt x="1280478" y="586105"/>
                </a:lnTo>
                <a:lnTo>
                  <a:pt x="1268095" y="578168"/>
                </a:lnTo>
                <a:lnTo>
                  <a:pt x="1255078" y="570230"/>
                </a:lnTo>
                <a:lnTo>
                  <a:pt x="1226820" y="553720"/>
                </a:lnTo>
                <a:lnTo>
                  <a:pt x="1196023" y="536258"/>
                </a:lnTo>
                <a:lnTo>
                  <a:pt x="1162050" y="518478"/>
                </a:lnTo>
                <a:lnTo>
                  <a:pt x="1125538" y="499745"/>
                </a:lnTo>
                <a:lnTo>
                  <a:pt x="1131253" y="489268"/>
                </a:lnTo>
                <a:lnTo>
                  <a:pt x="1136333" y="478155"/>
                </a:lnTo>
                <a:lnTo>
                  <a:pt x="1141413" y="467043"/>
                </a:lnTo>
                <a:lnTo>
                  <a:pt x="1146175" y="455613"/>
                </a:lnTo>
                <a:lnTo>
                  <a:pt x="1150303" y="443865"/>
                </a:lnTo>
                <a:lnTo>
                  <a:pt x="1154113" y="432435"/>
                </a:lnTo>
                <a:lnTo>
                  <a:pt x="1157605" y="420370"/>
                </a:lnTo>
                <a:lnTo>
                  <a:pt x="1160780" y="407988"/>
                </a:lnTo>
                <a:lnTo>
                  <a:pt x="1162685" y="398780"/>
                </a:lnTo>
                <a:lnTo>
                  <a:pt x="1164590" y="389573"/>
                </a:lnTo>
                <a:lnTo>
                  <a:pt x="1166178" y="380048"/>
                </a:lnTo>
                <a:lnTo>
                  <a:pt x="1167448" y="370840"/>
                </a:lnTo>
                <a:lnTo>
                  <a:pt x="1168400" y="361633"/>
                </a:lnTo>
                <a:lnTo>
                  <a:pt x="1169353" y="352425"/>
                </a:lnTo>
                <a:lnTo>
                  <a:pt x="1169670" y="342900"/>
                </a:lnTo>
                <a:lnTo>
                  <a:pt x="1169988" y="333693"/>
                </a:lnTo>
                <a:lnTo>
                  <a:pt x="1169988" y="324485"/>
                </a:lnTo>
                <a:lnTo>
                  <a:pt x="1169988" y="314960"/>
                </a:lnTo>
                <a:lnTo>
                  <a:pt x="1169353" y="305753"/>
                </a:lnTo>
                <a:lnTo>
                  <a:pt x="1168718" y="296863"/>
                </a:lnTo>
                <a:lnTo>
                  <a:pt x="1168083" y="287338"/>
                </a:lnTo>
                <a:lnTo>
                  <a:pt x="1166813" y="278448"/>
                </a:lnTo>
                <a:lnTo>
                  <a:pt x="1165225" y="269240"/>
                </a:lnTo>
                <a:lnTo>
                  <a:pt x="1163638" y="260350"/>
                </a:lnTo>
                <a:lnTo>
                  <a:pt x="1202055" y="278130"/>
                </a:lnTo>
                <a:lnTo>
                  <a:pt x="1238250" y="295910"/>
                </a:lnTo>
                <a:lnTo>
                  <a:pt x="1272223" y="313373"/>
                </a:lnTo>
                <a:lnTo>
                  <a:pt x="1304608" y="330518"/>
                </a:lnTo>
                <a:lnTo>
                  <a:pt x="1335088" y="347345"/>
                </a:lnTo>
                <a:lnTo>
                  <a:pt x="1363980" y="364173"/>
                </a:lnTo>
                <a:lnTo>
                  <a:pt x="1391285" y="380365"/>
                </a:lnTo>
                <a:lnTo>
                  <a:pt x="1416685" y="396875"/>
                </a:lnTo>
                <a:lnTo>
                  <a:pt x="1430973" y="406400"/>
                </a:lnTo>
                <a:lnTo>
                  <a:pt x="1443990" y="415608"/>
                </a:lnTo>
                <a:lnTo>
                  <a:pt x="1457326" y="425133"/>
                </a:lnTo>
                <a:lnTo>
                  <a:pt x="1470026" y="434340"/>
                </a:lnTo>
                <a:lnTo>
                  <a:pt x="1482090" y="443548"/>
                </a:lnTo>
                <a:lnTo>
                  <a:pt x="1493520" y="453073"/>
                </a:lnTo>
                <a:lnTo>
                  <a:pt x="1504950" y="462280"/>
                </a:lnTo>
                <a:lnTo>
                  <a:pt x="1515428" y="471805"/>
                </a:lnTo>
                <a:lnTo>
                  <a:pt x="1525906" y="481330"/>
                </a:lnTo>
                <a:lnTo>
                  <a:pt x="1535430" y="490855"/>
                </a:lnTo>
                <a:lnTo>
                  <a:pt x="1544638" y="500380"/>
                </a:lnTo>
                <a:lnTo>
                  <a:pt x="1553846" y="510223"/>
                </a:lnTo>
                <a:lnTo>
                  <a:pt x="1562418" y="520065"/>
                </a:lnTo>
                <a:lnTo>
                  <a:pt x="1570356" y="530543"/>
                </a:lnTo>
                <a:lnTo>
                  <a:pt x="1577976" y="540385"/>
                </a:lnTo>
                <a:lnTo>
                  <a:pt x="1585278" y="550863"/>
                </a:lnTo>
                <a:lnTo>
                  <a:pt x="1590040" y="557848"/>
                </a:lnTo>
                <a:lnTo>
                  <a:pt x="1594168" y="565150"/>
                </a:lnTo>
                <a:lnTo>
                  <a:pt x="1598296" y="572453"/>
                </a:lnTo>
                <a:lnTo>
                  <a:pt x="1602423" y="580390"/>
                </a:lnTo>
                <a:lnTo>
                  <a:pt x="1605916" y="588010"/>
                </a:lnTo>
                <a:lnTo>
                  <a:pt x="1609726" y="595630"/>
                </a:lnTo>
                <a:lnTo>
                  <a:pt x="1612583" y="603568"/>
                </a:lnTo>
                <a:lnTo>
                  <a:pt x="1615440" y="611823"/>
                </a:lnTo>
                <a:lnTo>
                  <a:pt x="1618298" y="619760"/>
                </a:lnTo>
                <a:lnTo>
                  <a:pt x="1620520" y="628333"/>
                </a:lnTo>
                <a:lnTo>
                  <a:pt x="1622426" y="636588"/>
                </a:lnTo>
                <a:lnTo>
                  <a:pt x="1624330" y="645478"/>
                </a:lnTo>
                <a:lnTo>
                  <a:pt x="1625600" y="654050"/>
                </a:lnTo>
                <a:lnTo>
                  <a:pt x="1626553" y="662623"/>
                </a:lnTo>
                <a:lnTo>
                  <a:pt x="1627188" y="671195"/>
                </a:lnTo>
                <a:lnTo>
                  <a:pt x="1627188" y="680403"/>
                </a:lnTo>
                <a:lnTo>
                  <a:pt x="1627188" y="688658"/>
                </a:lnTo>
                <a:lnTo>
                  <a:pt x="1626553" y="697230"/>
                </a:lnTo>
                <a:lnTo>
                  <a:pt x="1625600" y="705485"/>
                </a:lnTo>
                <a:lnTo>
                  <a:pt x="1624648" y="713423"/>
                </a:lnTo>
                <a:lnTo>
                  <a:pt x="1622743" y="721678"/>
                </a:lnTo>
                <a:lnTo>
                  <a:pt x="1620838" y="729933"/>
                </a:lnTo>
                <a:lnTo>
                  <a:pt x="1618933" y="737553"/>
                </a:lnTo>
                <a:lnTo>
                  <a:pt x="1616076" y="745173"/>
                </a:lnTo>
                <a:lnTo>
                  <a:pt x="1613536" y="752793"/>
                </a:lnTo>
                <a:lnTo>
                  <a:pt x="1610678" y="760095"/>
                </a:lnTo>
                <a:lnTo>
                  <a:pt x="1607186" y="767080"/>
                </a:lnTo>
                <a:lnTo>
                  <a:pt x="1604010" y="774065"/>
                </a:lnTo>
                <a:lnTo>
                  <a:pt x="1600200" y="780733"/>
                </a:lnTo>
                <a:lnTo>
                  <a:pt x="1596390" y="787400"/>
                </a:lnTo>
                <a:lnTo>
                  <a:pt x="1592263" y="793115"/>
                </a:lnTo>
                <a:lnTo>
                  <a:pt x="1588453" y="799148"/>
                </a:lnTo>
                <a:lnTo>
                  <a:pt x="1584008" y="805180"/>
                </a:lnTo>
                <a:lnTo>
                  <a:pt x="1579563" y="810578"/>
                </a:lnTo>
                <a:lnTo>
                  <a:pt x="1570673" y="821055"/>
                </a:lnTo>
                <a:lnTo>
                  <a:pt x="1561466" y="831215"/>
                </a:lnTo>
                <a:lnTo>
                  <a:pt x="1551623" y="840105"/>
                </a:lnTo>
                <a:lnTo>
                  <a:pt x="1541780" y="848360"/>
                </a:lnTo>
                <a:lnTo>
                  <a:pt x="1531938" y="856298"/>
                </a:lnTo>
                <a:lnTo>
                  <a:pt x="1521778" y="863918"/>
                </a:lnTo>
                <a:lnTo>
                  <a:pt x="1511618" y="870903"/>
                </a:lnTo>
                <a:lnTo>
                  <a:pt x="1501140" y="877253"/>
                </a:lnTo>
                <a:lnTo>
                  <a:pt x="1490980" y="883603"/>
                </a:lnTo>
                <a:lnTo>
                  <a:pt x="1480186" y="889318"/>
                </a:lnTo>
                <a:lnTo>
                  <a:pt x="1469708" y="895033"/>
                </a:lnTo>
                <a:lnTo>
                  <a:pt x="1459230" y="900113"/>
                </a:lnTo>
                <a:lnTo>
                  <a:pt x="1448436" y="905193"/>
                </a:lnTo>
                <a:lnTo>
                  <a:pt x="1437958" y="909955"/>
                </a:lnTo>
                <a:lnTo>
                  <a:pt x="1426846" y="914400"/>
                </a:lnTo>
                <a:lnTo>
                  <a:pt x="1416368" y="918845"/>
                </a:lnTo>
                <a:lnTo>
                  <a:pt x="1405255" y="922973"/>
                </a:lnTo>
                <a:lnTo>
                  <a:pt x="1383665" y="930593"/>
                </a:lnTo>
                <a:lnTo>
                  <a:pt x="1362075" y="937578"/>
                </a:lnTo>
                <a:lnTo>
                  <a:pt x="1340485" y="943928"/>
                </a:lnTo>
                <a:lnTo>
                  <a:pt x="1322388" y="948690"/>
                </a:lnTo>
                <a:lnTo>
                  <a:pt x="1304608" y="953453"/>
                </a:lnTo>
                <a:lnTo>
                  <a:pt x="1287463" y="957898"/>
                </a:lnTo>
                <a:lnTo>
                  <a:pt x="1270000" y="961390"/>
                </a:lnTo>
                <a:lnTo>
                  <a:pt x="1253490" y="965200"/>
                </a:lnTo>
                <a:lnTo>
                  <a:pt x="1237615" y="968375"/>
                </a:lnTo>
                <a:lnTo>
                  <a:pt x="1207135" y="973773"/>
                </a:lnTo>
                <a:lnTo>
                  <a:pt x="1207135" y="1584960"/>
                </a:lnTo>
                <a:lnTo>
                  <a:pt x="1207135" y="1860233"/>
                </a:lnTo>
                <a:lnTo>
                  <a:pt x="1207135" y="3112453"/>
                </a:lnTo>
                <a:lnTo>
                  <a:pt x="1206818" y="3121660"/>
                </a:lnTo>
                <a:lnTo>
                  <a:pt x="1206183" y="3130868"/>
                </a:lnTo>
                <a:lnTo>
                  <a:pt x="1205230" y="3139758"/>
                </a:lnTo>
                <a:lnTo>
                  <a:pt x="1203643" y="3148648"/>
                </a:lnTo>
                <a:lnTo>
                  <a:pt x="1201738" y="3157220"/>
                </a:lnTo>
                <a:lnTo>
                  <a:pt x="1198880" y="3166110"/>
                </a:lnTo>
                <a:lnTo>
                  <a:pt x="1196340" y="3174365"/>
                </a:lnTo>
                <a:lnTo>
                  <a:pt x="1192848" y="3182620"/>
                </a:lnTo>
                <a:lnTo>
                  <a:pt x="1189355" y="3190558"/>
                </a:lnTo>
                <a:lnTo>
                  <a:pt x="1185228" y="3198178"/>
                </a:lnTo>
                <a:lnTo>
                  <a:pt x="1181100" y="3205798"/>
                </a:lnTo>
                <a:lnTo>
                  <a:pt x="1176338" y="3213100"/>
                </a:lnTo>
                <a:lnTo>
                  <a:pt x="1171258" y="3220085"/>
                </a:lnTo>
                <a:lnTo>
                  <a:pt x="1166178" y="3226753"/>
                </a:lnTo>
                <a:lnTo>
                  <a:pt x="1160463" y="3233420"/>
                </a:lnTo>
                <a:lnTo>
                  <a:pt x="1154430" y="3239770"/>
                </a:lnTo>
                <a:lnTo>
                  <a:pt x="1148080" y="3245803"/>
                </a:lnTo>
                <a:lnTo>
                  <a:pt x="1141730" y="3251518"/>
                </a:lnTo>
                <a:lnTo>
                  <a:pt x="1134745" y="3256598"/>
                </a:lnTo>
                <a:lnTo>
                  <a:pt x="1127760" y="3261678"/>
                </a:lnTo>
                <a:lnTo>
                  <a:pt x="1120458" y="3266440"/>
                </a:lnTo>
                <a:lnTo>
                  <a:pt x="1112838" y="3270568"/>
                </a:lnTo>
                <a:lnTo>
                  <a:pt x="1105218" y="3274695"/>
                </a:lnTo>
                <a:lnTo>
                  <a:pt x="1097280" y="3278188"/>
                </a:lnTo>
                <a:lnTo>
                  <a:pt x="1089025" y="3281680"/>
                </a:lnTo>
                <a:lnTo>
                  <a:pt x="1080770" y="3284220"/>
                </a:lnTo>
                <a:lnTo>
                  <a:pt x="1071880" y="3287078"/>
                </a:lnTo>
                <a:lnTo>
                  <a:pt x="1063308" y="3288983"/>
                </a:lnTo>
                <a:lnTo>
                  <a:pt x="1054735" y="3290253"/>
                </a:lnTo>
                <a:lnTo>
                  <a:pt x="1045845" y="3291523"/>
                </a:lnTo>
                <a:lnTo>
                  <a:pt x="1036320" y="3292158"/>
                </a:lnTo>
                <a:lnTo>
                  <a:pt x="1027113" y="3292475"/>
                </a:lnTo>
                <a:lnTo>
                  <a:pt x="1017905" y="3292158"/>
                </a:lnTo>
                <a:lnTo>
                  <a:pt x="1009015" y="3291523"/>
                </a:lnTo>
                <a:lnTo>
                  <a:pt x="999808" y="3290253"/>
                </a:lnTo>
                <a:lnTo>
                  <a:pt x="990918" y="3288983"/>
                </a:lnTo>
                <a:lnTo>
                  <a:pt x="982345" y="3287078"/>
                </a:lnTo>
                <a:lnTo>
                  <a:pt x="973773" y="3284220"/>
                </a:lnTo>
                <a:lnTo>
                  <a:pt x="965518" y="3281680"/>
                </a:lnTo>
                <a:lnTo>
                  <a:pt x="956945" y="3278188"/>
                </a:lnTo>
                <a:lnTo>
                  <a:pt x="949008" y="3274695"/>
                </a:lnTo>
                <a:lnTo>
                  <a:pt x="941388" y="3270568"/>
                </a:lnTo>
                <a:lnTo>
                  <a:pt x="933768" y="3266440"/>
                </a:lnTo>
                <a:lnTo>
                  <a:pt x="926465" y="3261678"/>
                </a:lnTo>
                <a:lnTo>
                  <a:pt x="919480" y="3256598"/>
                </a:lnTo>
                <a:lnTo>
                  <a:pt x="912813" y="3251518"/>
                </a:lnTo>
                <a:lnTo>
                  <a:pt x="906145" y="3245803"/>
                </a:lnTo>
                <a:lnTo>
                  <a:pt x="899795" y="3239770"/>
                </a:lnTo>
                <a:lnTo>
                  <a:pt x="894080" y="3233420"/>
                </a:lnTo>
                <a:lnTo>
                  <a:pt x="888365" y="3226753"/>
                </a:lnTo>
                <a:lnTo>
                  <a:pt x="882968" y="3220085"/>
                </a:lnTo>
                <a:lnTo>
                  <a:pt x="877888" y="3213100"/>
                </a:lnTo>
                <a:lnTo>
                  <a:pt x="873443" y="3205798"/>
                </a:lnTo>
                <a:lnTo>
                  <a:pt x="868998" y="3198178"/>
                </a:lnTo>
                <a:lnTo>
                  <a:pt x="865188" y="3190558"/>
                </a:lnTo>
                <a:lnTo>
                  <a:pt x="861378" y="3182620"/>
                </a:lnTo>
                <a:lnTo>
                  <a:pt x="858203" y="3174365"/>
                </a:lnTo>
                <a:lnTo>
                  <a:pt x="855345" y="3166110"/>
                </a:lnTo>
                <a:lnTo>
                  <a:pt x="853123" y="3157220"/>
                </a:lnTo>
                <a:lnTo>
                  <a:pt x="851218" y="3148648"/>
                </a:lnTo>
                <a:lnTo>
                  <a:pt x="849313" y="3139758"/>
                </a:lnTo>
                <a:lnTo>
                  <a:pt x="848043" y="3130868"/>
                </a:lnTo>
                <a:lnTo>
                  <a:pt x="847408" y="3121660"/>
                </a:lnTo>
                <a:lnTo>
                  <a:pt x="847090" y="3112453"/>
                </a:lnTo>
                <a:lnTo>
                  <a:pt x="847090" y="1972945"/>
                </a:lnTo>
                <a:lnTo>
                  <a:pt x="779780" y="1972945"/>
                </a:lnTo>
                <a:lnTo>
                  <a:pt x="779780" y="3112453"/>
                </a:lnTo>
                <a:lnTo>
                  <a:pt x="779780" y="3121660"/>
                </a:lnTo>
                <a:lnTo>
                  <a:pt x="779145" y="3130868"/>
                </a:lnTo>
                <a:lnTo>
                  <a:pt x="777558" y="3139758"/>
                </a:lnTo>
                <a:lnTo>
                  <a:pt x="775970" y="3148648"/>
                </a:lnTo>
                <a:lnTo>
                  <a:pt x="774065" y="3157220"/>
                </a:lnTo>
                <a:lnTo>
                  <a:pt x="771843" y="3166110"/>
                </a:lnTo>
                <a:lnTo>
                  <a:pt x="768985" y="3174365"/>
                </a:lnTo>
                <a:lnTo>
                  <a:pt x="765810" y="3182620"/>
                </a:lnTo>
                <a:lnTo>
                  <a:pt x="762000" y="3190558"/>
                </a:lnTo>
                <a:lnTo>
                  <a:pt x="758190" y="3198178"/>
                </a:lnTo>
                <a:lnTo>
                  <a:pt x="753745" y="3205798"/>
                </a:lnTo>
                <a:lnTo>
                  <a:pt x="748983" y="3213100"/>
                </a:lnTo>
                <a:lnTo>
                  <a:pt x="744220" y="3220085"/>
                </a:lnTo>
                <a:lnTo>
                  <a:pt x="738823" y="3226753"/>
                </a:lnTo>
                <a:lnTo>
                  <a:pt x="733108" y="3233420"/>
                </a:lnTo>
                <a:lnTo>
                  <a:pt x="727075" y="3239770"/>
                </a:lnTo>
                <a:lnTo>
                  <a:pt x="720725" y="3245803"/>
                </a:lnTo>
                <a:lnTo>
                  <a:pt x="714058" y="3251518"/>
                </a:lnTo>
                <a:lnTo>
                  <a:pt x="707708" y="3256598"/>
                </a:lnTo>
                <a:lnTo>
                  <a:pt x="700723" y="3261678"/>
                </a:lnTo>
                <a:lnTo>
                  <a:pt x="693420" y="3266440"/>
                </a:lnTo>
                <a:lnTo>
                  <a:pt x="685483" y="3270568"/>
                </a:lnTo>
                <a:lnTo>
                  <a:pt x="677863" y="3274695"/>
                </a:lnTo>
                <a:lnTo>
                  <a:pt x="669925" y="3278188"/>
                </a:lnTo>
                <a:lnTo>
                  <a:pt x="661670" y="3281680"/>
                </a:lnTo>
                <a:lnTo>
                  <a:pt x="653415" y="3284220"/>
                </a:lnTo>
                <a:lnTo>
                  <a:pt x="644843" y="3287078"/>
                </a:lnTo>
                <a:lnTo>
                  <a:pt x="636270" y="3288983"/>
                </a:lnTo>
                <a:lnTo>
                  <a:pt x="627063" y="3290253"/>
                </a:lnTo>
                <a:lnTo>
                  <a:pt x="618173" y="3291523"/>
                </a:lnTo>
                <a:lnTo>
                  <a:pt x="609283" y="3292158"/>
                </a:lnTo>
                <a:lnTo>
                  <a:pt x="600075" y="3292475"/>
                </a:lnTo>
                <a:lnTo>
                  <a:pt x="590550" y="3292158"/>
                </a:lnTo>
                <a:lnTo>
                  <a:pt x="581343" y="3291523"/>
                </a:lnTo>
                <a:lnTo>
                  <a:pt x="572453" y="3290253"/>
                </a:lnTo>
                <a:lnTo>
                  <a:pt x="563563" y="3288983"/>
                </a:lnTo>
                <a:lnTo>
                  <a:pt x="554673" y="3287078"/>
                </a:lnTo>
                <a:lnTo>
                  <a:pt x="546418" y="3284220"/>
                </a:lnTo>
                <a:lnTo>
                  <a:pt x="538163" y="3281680"/>
                </a:lnTo>
                <a:lnTo>
                  <a:pt x="529908" y="3278188"/>
                </a:lnTo>
                <a:lnTo>
                  <a:pt x="521970" y="3274695"/>
                </a:lnTo>
                <a:lnTo>
                  <a:pt x="514350" y="3270568"/>
                </a:lnTo>
                <a:lnTo>
                  <a:pt x="506413" y="3266440"/>
                </a:lnTo>
                <a:lnTo>
                  <a:pt x="499110" y="3261678"/>
                </a:lnTo>
                <a:lnTo>
                  <a:pt x="492125" y="3256598"/>
                </a:lnTo>
                <a:lnTo>
                  <a:pt x="485457" y="3251518"/>
                </a:lnTo>
                <a:lnTo>
                  <a:pt x="479107" y="3245803"/>
                </a:lnTo>
                <a:lnTo>
                  <a:pt x="472757" y="3239770"/>
                </a:lnTo>
                <a:lnTo>
                  <a:pt x="466725" y="3233420"/>
                </a:lnTo>
                <a:lnTo>
                  <a:pt x="461010" y="3226753"/>
                </a:lnTo>
                <a:lnTo>
                  <a:pt x="455612" y="3220085"/>
                </a:lnTo>
                <a:lnTo>
                  <a:pt x="450850" y="3213100"/>
                </a:lnTo>
                <a:lnTo>
                  <a:pt x="446087" y="3205798"/>
                </a:lnTo>
                <a:lnTo>
                  <a:pt x="441325" y="3198178"/>
                </a:lnTo>
                <a:lnTo>
                  <a:pt x="437832" y="3190558"/>
                </a:lnTo>
                <a:lnTo>
                  <a:pt x="434022" y="3182620"/>
                </a:lnTo>
                <a:lnTo>
                  <a:pt x="430847" y="3174365"/>
                </a:lnTo>
                <a:lnTo>
                  <a:pt x="427672" y="3166110"/>
                </a:lnTo>
                <a:lnTo>
                  <a:pt x="425450" y="3157220"/>
                </a:lnTo>
                <a:lnTo>
                  <a:pt x="423545" y="3148648"/>
                </a:lnTo>
                <a:lnTo>
                  <a:pt x="421957" y="3139758"/>
                </a:lnTo>
                <a:lnTo>
                  <a:pt x="421005" y="3130868"/>
                </a:lnTo>
                <a:lnTo>
                  <a:pt x="420052" y="3121660"/>
                </a:lnTo>
                <a:lnTo>
                  <a:pt x="419735" y="3112453"/>
                </a:lnTo>
                <a:lnTo>
                  <a:pt x="419735" y="1860233"/>
                </a:lnTo>
                <a:lnTo>
                  <a:pt x="419735" y="1584960"/>
                </a:lnTo>
                <a:lnTo>
                  <a:pt x="419735" y="973773"/>
                </a:lnTo>
                <a:lnTo>
                  <a:pt x="396557" y="969645"/>
                </a:lnTo>
                <a:lnTo>
                  <a:pt x="372110" y="964883"/>
                </a:lnTo>
                <a:lnTo>
                  <a:pt x="346075" y="959168"/>
                </a:lnTo>
                <a:lnTo>
                  <a:pt x="319405" y="952818"/>
                </a:lnTo>
                <a:lnTo>
                  <a:pt x="291465" y="945515"/>
                </a:lnTo>
                <a:lnTo>
                  <a:pt x="277812" y="941388"/>
                </a:lnTo>
                <a:lnTo>
                  <a:pt x="263842" y="937260"/>
                </a:lnTo>
                <a:lnTo>
                  <a:pt x="249555" y="932498"/>
                </a:lnTo>
                <a:lnTo>
                  <a:pt x="235267" y="927735"/>
                </a:lnTo>
                <a:lnTo>
                  <a:pt x="220980" y="922655"/>
                </a:lnTo>
                <a:lnTo>
                  <a:pt x="207010" y="917258"/>
                </a:lnTo>
                <a:lnTo>
                  <a:pt x="192722" y="911225"/>
                </a:lnTo>
                <a:lnTo>
                  <a:pt x="178752" y="905193"/>
                </a:lnTo>
                <a:lnTo>
                  <a:pt x="160020" y="896303"/>
                </a:lnTo>
                <a:lnTo>
                  <a:pt x="150812" y="891540"/>
                </a:lnTo>
                <a:lnTo>
                  <a:pt x="141287" y="886778"/>
                </a:lnTo>
                <a:lnTo>
                  <a:pt x="132080" y="881380"/>
                </a:lnTo>
                <a:lnTo>
                  <a:pt x="123190" y="875983"/>
                </a:lnTo>
                <a:lnTo>
                  <a:pt x="114300" y="869950"/>
                </a:lnTo>
                <a:lnTo>
                  <a:pt x="105092" y="863918"/>
                </a:lnTo>
                <a:lnTo>
                  <a:pt x="96202" y="857250"/>
                </a:lnTo>
                <a:lnTo>
                  <a:pt x="87630" y="850900"/>
                </a:lnTo>
                <a:lnTo>
                  <a:pt x="79057" y="843280"/>
                </a:lnTo>
                <a:lnTo>
                  <a:pt x="70802" y="835343"/>
                </a:lnTo>
                <a:lnTo>
                  <a:pt x="62230" y="827088"/>
                </a:lnTo>
                <a:lnTo>
                  <a:pt x="54292" y="818515"/>
                </a:lnTo>
                <a:lnTo>
                  <a:pt x="46355" y="809308"/>
                </a:lnTo>
                <a:lnTo>
                  <a:pt x="38735" y="799148"/>
                </a:lnTo>
                <a:lnTo>
                  <a:pt x="34607" y="793115"/>
                </a:lnTo>
                <a:lnTo>
                  <a:pt x="30480" y="787400"/>
                </a:lnTo>
                <a:lnTo>
                  <a:pt x="26670" y="780733"/>
                </a:lnTo>
                <a:lnTo>
                  <a:pt x="23177" y="774065"/>
                </a:lnTo>
                <a:lnTo>
                  <a:pt x="20002" y="767080"/>
                </a:lnTo>
                <a:lnTo>
                  <a:pt x="16510" y="760095"/>
                </a:lnTo>
                <a:lnTo>
                  <a:pt x="13652" y="752793"/>
                </a:lnTo>
                <a:lnTo>
                  <a:pt x="10795" y="745173"/>
                </a:lnTo>
                <a:lnTo>
                  <a:pt x="8255" y="737553"/>
                </a:lnTo>
                <a:lnTo>
                  <a:pt x="6032" y="729933"/>
                </a:lnTo>
                <a:lnTo>
                  <a:pt x="4127" y="721678"/>
                </a:lnTo>
                <a:lnTo>
                  <a:pt x="2540" y="713423"/>
                </a:lnTo>
                <a:lnTo>
                  <a:pt x="1270" y="705485"/>
                </a:lnTo>
                <a:lnTo>
                  <a:pt x="635" y="697230"/>
                </a:lnTo>
                <a:lnTo>
                  <a:pt x="0" y="688658"/>
                </a:lnTo>
                <a:lnTo>
                  <a:pt x="0" y="680403"/>
                </a:lnTo>
                <a:lnTo>
                  <a:pt x="0" y="671195"/>
                </a:lnTo>
                <a:lnTo>
                  <a:pt x="635" y="662623"/>
                </a:lnTo>
                <a:lnTo>
                  <a:pt x="1587" y="653733"/>
                </a:lnTo>
                <a:lnTo>
                  <a:pt x="2857" y="645478"/>
                </a:lnTo>
                <a:lnTo>
                  <a:pt x="4445" y="636588"/>
                </a:lnTo>
                <a:lnTo>
                  <a:pt x="6667" y="628015"/>
                </a:lnTo>
                <a:lnTo>
                  <a:pt x="8890" y="619760"/>
                </a:lnTo>
                <a:lnTo>
                  <a:pt x="11430" y="611823"/>
                </a:lnTo>
                <a:lnTo>
                  <a:pt x="14287" y="603568"/>
                </a:lnTo>
                <a:lnTo>
                  <a:pt x="17462" y="595948"/>
                </a:lnTo>
                <a:lnTo>
                  <a:pt x="20955" y="588010"/>
                </a:lnTo>
                <a:lnTo>
                  <a:pt x="24765" y="580390"/>
                </a:lnTo>
                <a:lnTo>
                  <a:pt x="28575" y="572453"/>
                </a:lnTo>
                <a:lnTo>
                  <a:pt x="32702" y="565150"/>
                </a:lnTo>
                <a:lnTo>
                  <a:pt x="37147" y="557848"/>
                </a:lnTo>
                <a:lnTo>
                  <a:pt x="41910" y="550863"/>
                </a:lnTo>
                <a:lnTo>
                  <a:pt x="46355" y="543878"/>
                </a:lnTo>
                <a:lnTo>
                  <a:pt x="51435" y="536893"/>
                </a:lnTo>
                <a:lnTo>
                  <a:pt x="56832" y="530543"/>
                </a:lnTo>
                <a:lnTo>
                  <a:pt x="61912" y="523558"/>
                </a:lnTo>
                <a:lnTo>
                  <a:pt x="73342" y="510223"/>
                </a:lnTo>
                <a:lnTo>
                  <a:pt x="85407" y="497205"/>
                </a:lnTo>
                <a:lnTo>
                  <a:pt x="97790" y="484505"/>
                </a:lnTo>
                <a:lnTo>
                  <a:pt x="111442" y="471805"/>
                </a:lnTo>
                <a:lnTo>
                  <a:pt x="125730" y="459423"/>
                </a:lnTo>
                <a:lnTo>
                  <a:pt x="140970" y="447040"/>
                </a:lnTo>
                <a:lnTo>
                  <a:pt x="155257" y="435610"/>
                </a:lnTo>
                <a:lnTo>
                  <a:pt x="170497" y="424815"/>
                </a:lnTo>
                <a:lnTo>
                  <a:pt x="186055" y="413385"/>
                </a:lnTo>
                <a:lnTo>
                  <a:pt x="202247" y="402273"/>
                </a:lnTo>
                <a:lnTo>
                  <a:pt x="219392" y="390843"/>
                </a:lnTo>
                <a:lnTo>
                  <a:pt x="237490" y="379413"/>
                </a:lnTo>
                <a:lnTo>
                  <a:pt x="255905" y="368300"/>
                </a:lnTo>
                <a:lnTo>
                  <a:pt x="275590" y="356553"/>
                </a:lnTo>
                <a:lnTo>
                  <a:pt x="295910" y="344805"/>
                </a:lnTo>
                <a:lnTo>
                  <a:pt x="317182" y="333375"/>
                </a:lnTo>
                <a:lnTo>
                  <a:pt x="339090" y="321310"/>
                </a:lnTo>
                <a:lnTo>
                  <a:pt x="362267" y="309245"/>
                </a:lnTo>
                <a:lnTo>
                  <a:pt x="386080" y="297498"/>
                </a:lnTo>
                <a:lnTo>
                  <a:pt x="410845" y="285115"/>
                </a:lnTo>
                <a:lnTo>
                  <a:pt x="436880" y="272415"/>
                </a:lnTo>
                <a:lnTo>
                  <a:pt x="463232" y="260350"/>
                </a:lnTo>
                <a:close/>
                <a:moveTo>
                  <a:pt x="806917" y="0"/>
                </a:moveTo>
                <a:lnTo>
                  <a:pt x="823451" y="0"/>
                </a:lnTo>
                <a:lnTo>
                  <a:pt x="831400" y="318"/>
                </a:lnTo>
                <a:lnTo>
                  <a:pt x="839349" y="953"/>
                </a:lnTo>
                <a:lnTo>
                  <a:pt x="847298" y="1589"/>
                </a:lnTo>
                <a:lnTo>
                  <a:pt x="855565" y="2543"/>
                </a:lnTo>
                <a:lnTo>
                  <a:pt x="863514" y="3814"/>
                </a:lnTo>
                <a:lnTo>
                  <a:pt x="871781" y="5085"/>
                </a:lnTo>
                <a:lnTo>
                  <a:pt x="880048" y="6674"/>
                </a:lnTo>
                <a:lnTo>
                  <a:pt x="887997" y="8263"/>
                </a:lnTo>
                <a:lnTo>
                  <a:pt x="899444" y="11441"/>
                </a:lnTo>
                <a:lnTo>
                  <a:pt x="910890" y="14619"/>
                </a:lnTo>
                <a:lnTo>
                  <a:pt x="921701" y="18433"/>
                </a:lnTo>
                <a:lnTo>
                  <a:pt x="932512" y="22247"/>
                </a:lnTo>
                <a:lnTo>
                  <a:pt x="943005" y="26696"/>
                </a:lnTo>
                <a:lnTo>
                  <a:pt x="953497" y="31145"/>
                </a:lnTo>
                <a:lnTo>
                  <a:pt x="963672" y="36230"/>
                </a:lnTo>
                <a:lnTo>
                  <a:pt x="973847" y="41633"/>
                </a:lnTo>
                <a:lnTo>
                  <a:pt x="983386" y="47353"/>
                </a:lnTo>
                <a:lnTo>
                  <a:pt x="992925" y="53074"/>
                </a:lnTo>
                <a:lnTo>
                  <a:pt x="1002146" y="59430"/>
                </a:lnTo>
                <a:lnTo>
                  <a:pt x="1011048" y="65786"/>
                </a:lnTo>
                <a:lnTo>
                  <a:pt x="1019951" y="72778"/>
                </a:lnTo>
                <a:lnTo>
                  <a:pt x="1028218" y="79770"/>
                </a:lnTo>
                <a:lnTo>
                  <a:pt x="1036486" y="87079"/>
                </a:lnTo>
                <a:lnTo>
                  <a:pt x="1044752" y="94707"/>
                </a:lnTo>
                <a:lnTo>
                  <a:pt x="1052384" y="102652"/>
                </a:lnTo>
                <a:lnTo>
                  <a:pt x="1059697" y="110915"/>
                </a:lnTo>
                <a:lnTo>
                  <a:pt x="1066692" y="119496"/>
                </a:lnTo>
                <a:lnTo>
                  <a:pt x="1073687" y="127759"/>
                </a:lnTo>
                <a:lnTo>
                  <a:pt x="1079728" y="136657"/>
                </a:lnTo>
                <a:lnTo>
                  <a:pt x="1086088" y="145556"/>
                </a:lnTo>
                <a:lnTo>
                  <a:pt x="1092129" y="155090"/>
                </a:lnTo>
                <a:lnTo>
                  <a:pt x="1097852" y="164307"/>
                </a:lnTo>
                <a:lnTo>
                  <a:pt x="1103258" y="173841"/>
                </a:lnTo>
                <a:lnTo>
                  <a:pt x="1108027" y="183693"/>
                </a:lnTo>
                <a:lnTo>
                  <a:pt x="1112796" y="193545"/>
                </a:lnTo>
                <a:lnTo>
                  <a:pt x="1117248" y="203715"/>
                </a:lnTo>
                <a:lnTo>
                  <a:pt x="1121063" y="213885"/>
                </a:lnTo>
                <a:lnTo>
                  <a:pt x="1124879" y="224055"/>
                </a:lnTo>
                <a:lnTo>
                  <a:pt x="1128059" y="234860"/>
                </a:lnTo>
                <a:lnTo>
                  <a:pt x="1131238" y="245348"/>
                </a:lnTo>
                <a:lnTo>
                  <a:pt x="1133464" y="254882"/>
                </a:lnTo>
                <a:lnTo>
                  <a:pt x="1135372" y="264099"/>
                </a:lnTo>
                <a:lnTo>
                  <a:pt x="1136962" y="273633"/>
                </a:lnTo>
                <a:lnTo>
                  <a:pt x="1138551" y="283485"/>
                </a:lnTo>
                <a:lnTo>
                  <a:pt x="1139823" y="293019"/>
                </a:lnTo>
                <a:lnTo>
                  <a:pt x="1140777" y="302553"/>
                </a:lnTo>
                <a:lnTo>
                  <a:pt x="1141095" y="312723"/>
                </a:lnTo>
                <a:lnTo>
                  <a:pt x="1141413" y="322257"/>
                </a:lnTo>
                <a:lnTo>
                  <a:pt x="1141413" y="332427"/>
                </a:lnTo>
                <a:lnTo>
                  <a:pt x="1141413" y="342279"/>
                </a:lnTo>
                <a:lnTo>
                  <a:pt x="1140777" y="351814"/>
                </a:lnTo>
                <a:lnTo>
                  <a:pt x="1139823" y="361983"/>
                </a:lnTo>
                <a:lnTo>
                  <a:pt x="1138551" y="371835"/>
                </a:lnTo>
                <a:lnTo>
                  <a:pt x="1136962" y="382323"/>
                </a:lnTo>
                <a:lnTo>
                  <a:pt x="1135054" y="392175"/>
                </a:lnTo>
                <a:lnTo>
                  <a:pt x="1133146" y="402027"/>
                </a:lnTo>
                <a:lnTo>
                  <a:pt x="1129966" y="413468"/>
                </a:lnTo>
                <a:lnTo>
                  <a:pt x="1126787" y="424909"/>
                </a:lnTo>
                <a:lnTo>
                  <a:pt x="1123289" y="435715"/>
                </a:lnTo>
                <a:lnTo>
                  <a:pt x="1119156" y="446838"/>
                </a:lnTo>
                <a:lnTo>
                  <a:pt x="1114704" y="457326"/>
                </a:lnTo>
                <a:lnTo>
                  <a:pt x="1110253" y="467813"/>
                </a:lnTo>
                <a:lnTo>
                  <a:pt x="1105165" y="477983"/>
                </a:lnTo>
                <a:lnTo>
                  <a:pt x="1099760" y="487835"/>
                </a:lnTo>
                <a:lnTo>
                  <a:pt x="1092765" y="499277"/>
                </a:lnTo>
                <a:lnTo>
                  <a:pt x="1085770" y="510718"/>
                </a:lnTo>
                <a:lnTo>
                  <a:pt x="1078138" y="521205"/>
                </a:lnTo>
                <a:lnTo>
                  <a:pt x="1070190" y="532011"/>
                </a:lnTo>
                <a:lnTo>
                  <a:pt x="1061922" y="541863"/>
                </a:lnTo>
                <a:lnTo>
                  <a:pt x="1053338" y="551397"/>
                </a:lnTo>
                <a:lnTo>
                  <a:pt x="1043799" y="560931"/>
                </a:lnTo>
                <a:lnTo>
                  <a:pt x="1034578" y="569830"/>
                </a:lnTo>
                <a:lnTo>
                  <a:pt x="1024721" y="578411"/>
                </a:lnTo>
                <a:lnTo>
                  <a:pt x="1014546" y="586674"/>
                </a:lnTo>
                <a:lnTo>
                  <a:pt x="1004371" y="594301"/>
                </a:lnTo>
                <a:lnTo>
                  <a:pt x="993561" y="601611"/>
                </a:lnTo>
                <a:lnTo>
                  <a:pt x="982432" y="608603"/>
                </a:lnTo>
                <a:lnTo>
                  <a:pt x="971303" y="614959"/>
                </a:lnTo>
                <a:lnTo>
                  <a:pt x="959857" y="620997"/>
                </a:lnTo>
                <a:lnTo>
                  <a:pt x="948092" y="626718"/>
                </a:lnTo>
                <a:lnTo>
                  <a:pt x="936009" y="632120"/>
                </a:lnTo>
                <a:lnTo>
                  <a:pt x="923927" y="636252"/>
                </a:lnTo>
                <a:lnTo>
                  <a:pt x="911526" y="640701"/>
                </a:lnTo>
                <a:lnTo>
                  <a:pt x="898808" y="644197"/>
                </a:lnTo>
                <a:lnTo>
                  <a:pt x="886090" y="647693"/>
                </a:lnTo>
                <a:lnTo>
                  <a:pt x="873371" y="650235"/>
                </a:lnTo>
                <a:lnTo>
                  <a:pt x="860335" y="652460"/>
                </a:lnTo>
                <a:lnTo>
                  <a:pt x="847298" y="654049"/>
                </a:lnTo>
                <a:lnTo>
                  <a:pt x="833944" y="655002"/>
                </a:lnTo>
                <a:lnTo>
                  <a:pt x="820589" y="655638"/>
                </a:lnTo>
                <a:lnTo>
                  <a:pt x="807235" y="655638"/>
                </a:lnTo>
                <a:lnTo>
                  <a:pt x="793881" y="655002"/>
                </a:lnTo>
                <a:lnTo>
                  <a:pt x="780208" y="654049"/>
                </a:lnTo>
                <a:lnTo>
                  <a:pt x="766536" y="652460"/>
                </a:lnTo>
                <a:lnTo>
                  <a:pt x="752863" y="649918"/>
                </a:lnTo>
                <a:lnTo>
                  <a:pt x="739191" y="647057"/>
                </a:lnTo>
                <a:lnTo>
                  <a:pt x="730606" y="644833"/>
                </a:lnTo>
                <a:lnTo>
                  <a:pt x="722021" y="642608"/>
                </a:lnTo>
                <a:lnTo>
                  <a:pt x="713436" y="640065"/>
                </a:lnTo>
                <a:lnTo>
                  <a:pt x="705169" y="636887"/>
                </a:lnTo>
                <a:lnTo>
                  <a:pt x="696902" y="634027"/>
                </a:lnTo>
                <a:lnTo>
                  <a:pt x="688953" y="631167"/>
                </a:lnTo>
                <a:lnTo>
                  <a:pt x="681004" y="627353"/>
                </a:lnTo>
                <a:lnTo>
                  <a:pt x="673055" y="624175"/>
                </a:lnTo>
                <a:lnTo>
                  <a:pt x="665424" y="620044"/>
                </a:lnTo>
                <a:lnTo>
                  <a:pt x="657793" y="615912"/>
                </a:lnTo>
                <a:lnTo>
                  <a:pt x="650162" y="612098"/>
                </a:lnTo>
                <a:lnTo>
                  <a:pt x="642849" y="607331"/>
                </a:lnTo>
                <a:lnTo>
                  <a:pt x="635217" y="603200"/>
                </a:lnTo>
                <a:lnTo>
                  <a:pt x="628540" y="598433"/>
                </a:lnTo>
                <a:lnTo>
                  <a:pt x="621545" y="593348"/>
                </a:lnTo>
                <a:lnTo>
                  <a:pt x="614868" y="588581"/>
                </a:lnTo>
                <a:lnTo>
                  <a:pt x="608191" y="583178"/>
                </a:lnTo>
                <a:lnTo>
                  <a:pt x="601513" y="577775"/>
                </a:lnTo>
                <a:lnTo>
                  <a:pt x="595154" y="572055"/>
                </a:lnTo>
                <a:lnTo>
                  <a:pt x="589113" y="566334"/>
                </a:lnTo>
                <a:lnTo>
                  <a:pt x="583072" y="560931"/>
                </a:lnTo>
                <a:lnTo>
                  <a:pt x="577030" y="554893"/>
                </a:lnTo>
                <a:lnTo>
                  <a:pt x="571625" y="548537"/>
                </a:lnTo>
                <a:lnTo>
                  <a:pt x="565902" y="542498"/>
                </a:lnTo>
                <a:lnTo>
                  <a:pt x="560496" y="535824"/>
                </a:lnTo>
                <a:lnTo>
                  <a:pt x="555091" y="529468"/>
                </a:lnTo>
                <a:lnTo>
                  <a:pt x="550322" y="522794"/>
                </a:lnTo>
                <a:lnTo>
                  <a:pt x="545234" y="516120"/>
                </a:lnTo>
                <a:lnTo>
                  <a:pt x="540465" y="509129"/>
                </a:lnTo>
                <a:lnTo>
                  <a:pt x="536331" y="502137"/>
                </a:lnTo>
                <a:lnTo>
                  <a:pt x="531880" y="494827"/>
                </a:lnTo>
                <a:lnTo>
                  <a:pt x="527428" y="487835"/>
                </a:lnTo>
                <a:lnTo>
                  <a:pt x="520433" y="474805"/>
                </a:lnTo>
                <a:lnTo>
                  <a:pt x="514392" y="461457"/>
                </a:lnTo>
                <a:lnTo>
                  <a:pt x="508669" y="447792"/>
                </a:lnTo>
                <a:lnTo>
                  <a:pt x="503263" y="433808"/>
                </a:lnTo>
                <a:lnTo>
                  <a:pt x="498812" y="419825"/>
                </a:lnTo>
                <a:lnTo>
                  <a:pt x="494996" y="405205"/>
                </a:lnTo>
                <a:lnTo>
                  <a:pt x="491817" y="390904"/>
                </a:lnTo>
                <a:lnTo>
                  <a:pt x="489273" y="375967"/>
                </a:lnTo>
                <a:lnTo>
                  <a:pt x="487365" y="361030"/>
                </a:lnTo>
                <a:lnTo>
                  <a:pt x="486411" y="346093"/>
                </a:lnTo>
                <a:lnTo>
                  <a:pt x="485775" y="330520"/>
                </a:lnTo>
                <a:lnTo>
                  <a:pt x="486093" y="315266"/>
                </a:lnTo>
                <a:lnTo>
                  <a:pt x="487047" y="300011"/>
                </a:lnTo>
                <a:lnTo>
                  <a:pt x="488637" y="284438"/>
                </a:lnTo>
                <a:lnTo>
                  <a:pt x="490863" y="268866"/>
                </a:lnTo>
                <a:lnTo>
                  <a:pt x="494360" y="253611"/>
                </a:lnTo>
                <a:lnTo>
                  <a:pt x="496268" y="245348"/>
                </a:lnTo>
                <a:lnTo>
                  <a:pt x="498494" y="237403"/>
                </a:lnTo>
                <a:lnTo>
                  <a:pt x="501037" y="229457"/>
                </a:lnTo>
                <a:lnTo>
                  <a:pt x="503581" y="221512"/>
                </a:lnTo>
                <a:lnTo>
                  <a:pt x="506125" y="213885"/>
                </a:lnTo>
                <a:lnTo>
                  <a:pt x="509304" y="206257"/>
                </a:lnTo>
                <a:lnTo>
                  <a:pt x="512166" y="198948"/>
                </a:lnTo>
                <a:lnTo>
                  <a:pt x="518843" y="184329"/>
                </a:lnTo>
                <a:lnTo>
                  <a:pt x="526156" y="170027"/>
                </a:lnTo>
                <a:lnTo>
                  <a:pt x="534105" y="156362"/>
                </a:lnTo>
                <a:lnTo>
                  <a:pt x="543008" y="143014"/>
                </a:lnTo>
                <a:lnTo>
                  <a:pt x="551911" y="130301"/>
                </a:lnTo>
                <a:lnTo>
                  <a:pt x="561768" y="118225"/>
                </a:lnTo>
                <a:lnTo>
                  <a:pt x="572261" y="106148"/>
                </a:lnTo>
                <a:lnTo>
                  <a:pt x="582754" y="95025"/>
                </a:lnTo>
                <a:lnTo>
                  <a:pt x="594200" y="84537"/>
                </a:lnTo>
                <a:lnTo>
                  <a:pt x="605647" y="74049"/>
                </a:lnTo>
                <a:lnTo>
                  <a:pt x="618048" y="64833"/>
                </a:lnTo>
                <a:lnTo>
                  <a:pt x="630766" y="55934"/>
                </a:lnTo>
                <a:lnTo>
                  <a:pt x="643802" y="47671"/>
                </a:lnTo>
                <a:lnTo>
                  <a:pt x="657475" y="39726"/>
                </a:lnTo>
                <a:lnTo>
                  <a:pt x="670829" y="32734"/>
                </a:lnTo>
                <a:lnTo>
                  <a:pt x="685138" y="26378"/>
                </a:lnTo>
                <a:lnTo>
                  <a:pt x="699446" y="20340"/>
                </a:lnTo>
                <a:lnTo>
                  <a:pt x="714072" y="15255"/>
                </a:lnTo>
                <a:lnTo>
                  <a:pt x="729334" y="11123"/>
                </a:lnTo>
                <a:lnTo>
                  <a:pt x="744596" y="7310"/>
                </a:lnTo>
                <a:lnTo>
                  <a:pt x="759859" y="4449"/>
                </a:lnTo>
                <a:lnTo>
                  <a:pt x="775439" y="1907"/>
                </a:lnTo>
                <a:lnTo>
                  <a:pt x="791019" y="636"/>
                </a:lnTo>
                <a:lnTo>
                  <a:pt x="806917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KSO_Shape"/>
          <p:cNvSpPr>
            <a:spLocks/>
          </p:cNvSpPr>
          <p:nvPr/>
        </p:nvSpPr>
        <p:spPr bwMode="auto">
          <a:xfrm flipH="1">
            <a:off x="10696799" y="326126"/>
            <a:ext cx="857809" cy="2109366"/>
          </a:xfrm>
          <a:custGeom>
            <a:avLst/>
            <a:gdLst/>
            <a:ahLst/>
            <a:cxnLst/>
            <a:rect l="0" t="0" r="r" b="b"/>
            <a:pathLst>
              <a:path w="1289050" h="3163887">
                <a:moveTo>
                  <a:pt x="369888" y="722312"/>
                </a:moveTo>
                <a:lnTo>
                  <a:pt x="374650" y="722312"/>
                </a:lnTo>
                <a:lnTo>
                  <a:pt x="915035" y="722312"/>
                </a:lnTo>
                <a:lnTo>
                  <a:pt x="919798" y="722312"/>
                </a:lnTo>
                <a:lnTo>
                  <a:pt x="924560" y="722630"/>
                </a:lnTo>
                <a:lnTo>
                  <a:pt x="933768" y="723900"/>
                </a:lnTo>
                <a:lnTo>
                  <a:pt x="935038" y="723900"/>
                </a:lnTo>
                <a:lnTo>
                  <a:pt x="944562" y="724218"/>
                </a:lnTo>
                <a:lnTo>
                  <a:pt x="953770" y="725170"/>
                </a:lnTo>
                <a:lnTo>
                  <a:pt x="962025" y="726123"/>
                </a:lnTo>
                <a:lnTo>
                  <a:pt x="970598" y="727711"/>
                </a:lnTo>
                <a:lnTo>
                  <a:pt x="977900" y="729616"/>
                </a:lnTo>
                <a:lnTo>
                  <a:pt x="985202" y="731522"/>
                </a:lnTo>
                <a:lnTo>
                  <a:pt x="999490" y="736286"/>
                </a:lnTo>
                <a:lnTo>
                  <a:pt x="1006475" y="738826"/>
                </a:lnTo>
                <a:lnTo>
                  <a:pt x="1013142" y="741685"/>
                </a:lnTo>
                <a:lnTo>
                  <a:pt x="1027112" y="747719"/>
                </a:lnTo>
                <a:lnTo>
                  <a:pt x="1040448" y="755023"/>
                </a:lnTo>
                <a:lnTo>
                  <a:pt x="1053782" y="762645"/>
                </a:lnTo>
                <a:lnTo>
                  <a:pt x="1067118" y="771220"/>
                </a:lnTo>
                <a:lnTo>
                  <a:pt x="1080770" y="780430"/>
                </a:lnTo>
                <a:lnTo>
                  <a:pt x="1094422" y="790275"/>
                </a:lnTo>
                <a:lnTo>
                  <a:pt x="1107758" y="801390"/>
                </a:lnTo>
                <a:lnTo>
                  <a:pt x="1121092" y="813141"/>
                </a:lnTo>
                <a:lnTo>
                  <a:pt x="1134745" y="825844"/>
                </a:lnTo>
                <a:lnTo>
                  <a:pt x="1148080" y="839182"/>
                </a:lnTo>
                <a:lnTo>
                  <a:pt x="1161098" y="853474"/>
                </a:lnTo>
                <a:lnTo>
                  <a:pt x="1167448" y="860778"/>
                </a:lnTo>
                <a:lnTo>
                  <a:pt x="1173798" y="868718"/>
                </a:lnTo>
                <a:lnTo>
                  <a:pt x="1180148" y="876657"/>
                </a:lnTo>
                <a:lnTo>
                  <a:pt x="1186180" y="884914"/>
                </a:lnTo>
                <a:lnTo>
                  <a:pt x="1192530" y="893172"/>
                </a:lnTo>
                <a:lnTo>
                  <a:pt x="1198562" y="902064"/>
                </a:lnTo>
                <a:lnTo>
                  <a:pt x="1204595" y="910639"/>
                </a:lnTo>
                <a:lnTo>
                  <a:pt x="1210310" y="919848"/>
                </a:lnTo>
                <a:lnTo>
                  <a:pt x="1216025" y="929376"/>
                </a:lnTo>
                <a:lnTo>
                  <a:pt x="1221422" y="939221"/>
                </a:lnTo>
                <a:lnTo>
                  <a:pt x="1226820" y="948749"/>
                </a:lnTo>
                <a:lnTo>
                  <a:pt x="1231900" y="958911"/>
                </a:lnTo>
                <a:lnTo>
                  <a:pt x="1236980" y="969074"/>
                </a:lnTo>
                <a:lnTo>
                  <a:pt x="1241742" y="979872"/>
                </a:lnTo>
                <a:lnTo>
                  <a:pt x="1246822" y="990669"/>
                </a:lnTo>
                <a:lnTo>
                  <a:pt x="1251268" y="1001467"/>
                </a:lnTo>
                <a:lnTo>
                  <a:pt x="1255712" y="1012583"/>
                </a:lnTo>
                <a:lnTo>
                  <a:pt x="1259522" y="1024016"/>
                </a:lnTo>
                <a:lnTo>
                  <a:pt x="1263332" y="1035766"/>
                </a:lnTo>
                <a:lnTo>
                  <a:pt x="1267142" y="1047517"/>
                </a:lnTo>
                <a:lnTo>
                  <a:pt x="1270318" y="1059585"/>
                </a:lnTo>
                <a:lnTo>
                  <a:pt x="1273492" y="1071653"/>
                </a:lnTo>
                <a:lnTo>
                  <a:pt x="1276350" y="1084039"/>
                </a:lnTo>
                <a:lnTo>
                  <a:pt x="1278890" y="1097060"/>
                </a:lnTo>
                <a:lnTo>
                  <a:pt x="1281430" y="1109763"/>
                </a:lnTo>
                <a:lnTo>
                  <a:pt x="1283335" y="1122784"/>
                </a:lnTo>
                <a:lnTo>
                  <a:pt x="1285240" y="1136122"/>
                </a:lnTo>
                <a:lnTo>
                  <a:pt x="1286510" y="1149778"/>
                </a:lnTo>
                <a:lnTo>
                  <a:pt x="1287780" y="1163434"/>
                </a:lnTo>
                <a:lnTo>
                  <a:pt x="1288415" y="1177090"/>
                </a:lnTo>
                <a:lnTo>
                  <a:pt x="1289050" y="1191064"/>
                </a:lnTo>
                <a:lnTo>
                  <a:pt x="1289050" y="1205673"/>
                </a:lnTo>
                <a:lnTo>
                  <a:pt x="1289050" y="1221234"/>
                </a:lnTo>
                <a:lnTo>
                  <a:pt x="1288415" y="1236796"/>
                </a:lnTo>
                <a:lnTo>
                  <a:pt x="1287462" y="1253310"/>
                </a:lnTo>
                <a:lnTo>
                  <a:pt x="1285875" y="1269189"/>
                </a:lnTo>
                <a:lnTo>
                  <a:pt x="1283970" y="1285386"/>
                </a:lnTo>
                <a:lnTo>
                  <a:pt x="1281748" y="1301900"/>
                </a:lnTo>
                <a:lnTo>
                  <a:pt x="1279208" y="1318732"/>
                </a:lnTo>
                <a:lnTo>
                  <a:pt x="1276032" y="1335564"/>
                </a:lnTo>
                <a:lnTo>
                  <a:pt x="1272222" y="1352714"/>
                </a:lnTo>
                <a:lnTo>
                  <a:pt x="1268412" y="1369863"/>
                </a:lnTo>
                <a:lnTo>
                  <a:pt x="1263968" y="1387330"/>
                </a:lnTo>
                <a:lnTo>
                  <a:pt x="1258888" y="1404797"/>
                </a:lnTo>
                <a:lnTo>
                  <a:pt x="1253490" y="1422582"/>
                </a:lnTo>
                <a:lnTo>
                  <a:pt x="1247458" y="1440366"/>
                </a:lnTo>
                <a:lnTo>
                  <a:pt x="1240790" y="1458469"/>
                </a:lnTo>
                <a:lnTo>
                  <a:pt x="1234122" y="1476888"/>
                </a:lnTo>
                <a:lnTo>
                  <a:pt x="1226502" y="1494991"/>
                </a:lnTo>
                <a:lnTo>
                  <a:pt x="1218882" y="1513728"/>
                </a:lnTo>
                <a:lnTo>
                  <a:pt x="1210310" y="1532465"/>
                </a:lnTo>
                <a:lnTo>
                  <a:pt x="1201420" y="1551203"/>
                </a:lnTo>
                <a:lnTo>
                  <a:pt x="1191895" y="1570258"/>
                </a:lnTo>
                <a:lnTo>
                  <a:pt x="1181735" y="1589630"/>
                </a:lnTo>
                <a:lnTo>
                  <a:pt x="1171258" y="1609003"/>
                </a:lnTo>
                <a:lnTo>
                  <a:pt x="1160145" y="1628693"/>
                </a:lnTo>
                <a:lnTo>
                  <a:pt x="1148715" y="1648701"/>
                </a:lnTo>
                <a:lnTo>
                  <a:pt x="1136650" y="1668391"/>
                </a:lnTo>
                <a:lnTo>
                  <a:pt x="1123632" y="1688398"/>
                </a:lnTo>
                <a:lnTo>
                  <a:pt x="1110298" y="1709041"/>
                </a:lnTo>
                <a:lnTo>
                  <a:pt x="1096328" y="1729367"/>
                </a:lnTo>
                <a:lnTo>
                  <a:pt x="1082040" y="1749692"/>
                </a:lnTo>
                <a:lnTo>
                  <a:pt x="1066800" y="1770652"/>
                </a:lnTo>
                <a:lnTo>
                  <a:pt x="1051242" y="1791613"/>
                </a:lnTo>
                <a:lnTo>
                  <a:pt x="1051242" y="1315874"/>
                </a:lnTo>
                <a:lnTo>
                  <a:pt x="1054735" y="1300630"/>
                </a:lnTo>
                <a:lnTo>
                  <a:pt x="1057592" y="1285704"/>
                </a:lnTo>
                <a:lnTo>
                  <a:pt x="1060132" y="1271412"/>
                </a:lnTo>
                <a:lnTo>
                  <a:pt x="1062038" y="1257439"/>
                </a:lnTo>
                <a:lnTo>
                  <a:pt x="1063625" y="1243465"/>
                </a:lnTo>
                <a:lnTo>
                  <a:pt x="1064578" y="1230444"/>
                </a:lnTo>
                <a:lnTo>
                  <a:pt x="1065212" y="1217741"/>
                </a:lnTo>
                <a:lnTo>
                  <a:pt x="1065212" y="1205673"/>
                </a:lnTo>
                <a:lnTo>
                  <a:pt x="1065212" y="1193287"/>
                </a:lnTo>
                <a:lnTo>
                  <a:pt x="1064578" y="1181537"/>
                </a:lnTo>
                <a:lnTo>
                  <a:pt x="1063625" y="1170104"/>
                </a:lnTo>
                <a:lnTo>
                  <a:pt x="1062355" y="1159306"/>
                </a:lnTo>
                <a:lnTo>
                  <a:pt x="1060768" y="1148508"/>
                </a:lnTo>
                <a:lnTo>
                  <a:pt x="1058862" y="1138028"/>
                </a:lnTo>
                <a:lnTo>
                  <a:pt x="1056958" y="1127865"/>
                </a:lnTo>
                <a:lnTo>
                  <a:pt x="1054418" y="1118020"/>
                </a:lnTo>
                <a:lnTo>
                  <a:pt x="1051878" y="1108810"/>
                </a:lnTo>
                <a:lnTo>
                  <a:pt x="1049020" y="1099600"/>
                </a:lnTo>
                <a:lnTo>
                  <a:pt x="1045845" y="1090708"/>
                </a:lnTo>
                <a:lnTo>
                  <a:pt x="1042352" y="1081816"/>
                </a:lnTo>
                <a:lnTo>
                  <a:pt x="1038860" y="1073558"/>
                </a:lnTo>
                <a:lnTo>
                  <a:pt x="1035050" y="1065301"/>
                </a:lnTo>
                <a:lnTo>
                  <a:pt x="1031240" y="1057679"/>
                </a:lnTo>
                <a:lnTo>
                  <a:pt x="1027112" y="1050057"/>
                </a:lnTo>
                <a:lnTo>
                  <a:pt x="1023302" y="1043388"/>
                </a:lnTo>
                <a:lnTo>
                  <a:pt x="1023302" y="1251405"/>
                </a:lnTo>
                <a:lnTo>
                  <a:pt x="1023302" y="1401304"/>
                </a:lnTo>
                <a:lnTo>
                  <a:pt x="1023302" y="1827817"/>
                </a:lnTo>
                <a:lnTo>
                  <a:pt x="1023302" y="2990805"/>
                </a:lnTo>
                <a:lnTo>
                  <a:pt x="1022985" y="2999697"/>
                </a:lnTo>
                <a:lnTo>
                  <a:pt x="1022032" y="3008589"/>
                </a:lnTo>
                <a:lnTo>
                  <a:pt x="1021080" y="3017164"/>
                </a:lnTo>
                <a:lnTo>
                  <a:pt x="1019492" y="3025739"/>
                </a:lnTo>
                <a:lnTo>
                  <a:pt x="1017588" y="3034313"/>
                </a:lnTo>
                <a:lnTo>
                  <a:pt x="1015365" y="3042253"/>
                </a:lnTo>
                <a:lnTo>
                  <a:pt x="1012508" y="3050510"/>
                </a:lnTo>
                <a:lnTo>
                  <a:pt x="1009332" y="3058132"/>
                </a:lnTo>
                <a:lnTo>
                  <a:pt x="1005840" y="3065754"/>
                </a:lnTo>
                <a:lnTo>
                  <a:pt x="1002348" y="3073059"/>
                </a:lnTo>
                <a:lnTo>
                  <a:pt x="997902" y="3080680"/>
                </a:lnTo>
                <a:lnTo>
                  <a:pt x="993458" y="3087667"/>
                </a:lnTo>
                <a:lnTo>
                  <a:pt x="988695" y="3094337"/>
                </a:lnTo>
                <a:lnTo>
                  <a:pt x="983615" y="3101006"/>
                </a:lnTo>
                <a:lnTo>
                  <a:pt x="978218" y="3107040"/>
                </a:lnTo>
                <a:lnTo>
                  <a:pt x="972502" y="3113074"/>
                </a:lnTo>
                <a:lnTo>
                  <a:pt x="966152" y="3118790"/>
                </a:lnTo>
                <a:lnTo>
                  <a:pt x="960120" y="3124189"/>
                </a:lnTo>
                <a:lnTo>
                  <a:pt x="953452" y="3129271"/>
                </a:lnTo>
                <a:lnTo>
                  <a:pt x="946785" y="3134352"/>
                </a:lnTo>
                <a:lnTo>
                  <a:pt x="939800" y="3139116"/>
                </a:lnTo>
                <a:lnTo>
                  <a:pt x="932498" y="3143244"/>
                </a:lnTo>
                <a:lnTo>
                  <a:pt x="925195" y="3147055"/>
                </a:lnTo>
                <a:lnTo>
                  <a:pt x="917575" y="3150231"/>
                </a:lnTo>
                <a:lnTo>
                  <a:pt x="909320" y="3153407"/>
                </a:lnTo>
                <a:lnTo>
                  <a:pt x="901382" y="3156265"/>
                </a:lnTo>
                <a:lnTo>
                  <a:pt x="893445" y="3158488"/>
                </a:lnTo>
                <a:lnTo>
                  <a:pt x="884872" y="3160394"/>
                </a:lnTo>
                <a:lnTo>
                  <a:pt x="876618" y="3161982"/>
                </a:lnTo>
                <a:lnTo>
                  <a:pt x="868045" y="3162934"/>
                </a:lnTo>
                <a:lnTo>
                  <a:pt x="859155" y="3163570"/>
                </a:lnTo>
                <a:lnTo>
                  <a:pt x="849948" y="3163887"/>
                </a:lnTo>
                <a:lnTo>
                  <a:pt x="841058" y="3163570"/>
                </a:lnTo>
                <a:lnTo>
                  <a:pt x="832485" y="3162934"/>
                </a:lnTo>
                <a:lnTo>
                  <a:pt x="823912" y="3161982"/>
                </a:lnTo>
                <a:lnTo>
                  <a:pt x="815340" y="3160394"/>
                </a:lnTo>
                <a:lnTo>
                  <a:pt x="807085" y="3158488"/>
                </a:lnTo>
                <a:lnTo>
                  <a:pt x="798513" y="3156265"/>
                </a:lnTo>
                <a:lnTo>
                  <a:pt x="790575" y="3153407"/>
                </a:lnTo>
                <a:lnTo>
                  <a:pt x="782638" y="3150231"/>
                </a:lnTo>
                <a:lnTo>
                  <a:pt x="775018" y="3147055"/>
                </a:lnTo>
                <a:lnTo>
                  <a:pt x="767715" y="3143244"/>
                </a:lnTo>
                <a:lnTo>
                  <a:pt x="760413" y="3139116"/>
                </a:lnTo>
                <a:lnTo>
                  <a:pt x="753428" y="3134352"/>
                </a:lnTo>
                <a:lnTo>
                  <a:pt x="746443" y="3129271"/>
                </a:lnTo>
                <a:lnTo>
                  <a:pt x="740093" y="3124189"/>
                </a:lnTo>
                <a:lnTo>
                  <a:pt x="733743" y="3118790"/>
                </a:lnTo>
                <a:lnTo>
                  <a:pt x="727710" y="3113074"/>
                </a:lnTo>
                <a:lnTo>
                  <a:pt x="721995" y="3107040"/>
                </a:lnTo>
                <a:lnTo>
                  <a:pt x="716598" y="3101006"/>
                </a:lnTo>
                <a:lnTo>
                  <a:pt x="711518" y="3094337"/>
                </a:lnTo>
                <a:lnTo>
                  <a:pt x="706755" y="3087667"/>
                </a:lnTo>
                <a:lnTo>
                  <a:pt x="702310" y="3080680"/>
                </a:lnTo>
                <a:lnTo>
                  <a:pt x="698183" y="3073059"/>
                </a:lnTo>
                <a:lnTo>
                  <a:pt x="694373" y="3065754"/>
                </a:lnTo>
                <a:lnTo>
                  <a:pt x="690563" y="3058132"/>
                </a:lnTo>
                <a:lnTo>
                  <a:pt x="687388" y="3050510"/>
                </a:lnTo>
                <a:lnTo>
                  <a:pt x="684848" y="3042253"/>
                </a:lnTo>
                <a:lnTo>
                  <a:pt x="682625" y="3034313"/>
                </a:lnTo>
                <a:lnTo>
                  <a:pt x="680720" y="3025739"/>
                </a:lnTo>
                <a:lnTo>
                  <a:pt x="679133" y="3017164"/>
                </a:lnTo>
                <a:lnTo>
                  <a:pt x="677863" y="3008589"/>
                </a:lnTo>
                <a:lnTo>
                  <a:pt x="677228" y="2999697"/>
                </a:lnTo>
                <a:lnTo>
                  <a:pt x="677228" y="2990805"/>
                </a:lnTo>
                <a:lnTo>
                  <a:pt x="677228" y="1895462"/>
                </a:lnTo>
                <a:lnTo>
                  <a:pt x="612458" y="1895462"/>
                </a:lnTo>
                <a:lnTo>
                  <a:pt x="612458" y="2990805"/>
                </a:lnTo>
                <a:lnTo>
                  <a:pt x="612140" y="2999697"/>
                </a:lnTo>
                <a:lnTo>
                  <a:pt x="611505" y="3008589"/>
                </a:lnTo>
                <a:lnTo>
                  <a:pt x="610235" y="3017164"/>
                </a:lnTo>
                <a:lnTo>
                  <a:pt x="608648" y="3025739"/>
                </a:lnTo>
                <a:lnTo>
                  <a:pt x="606743" y="3034313"/>
                </a:lnTo>
                <a:lnTo>
                  <a:pt x="604520" y="3042253"/>
                </a:lnTo>
                <a:lnTo>
                  <a:pt x="601980" y="3050510"/>
                </a:lnTo>
                <a:lnTo>
                  <a:pt x="598805" y="3058132"/>
                </a:lnTo>
                <a:lnTo>
                  <a:pt x="595313" y="3065754"/>
                </a:lnTo>
                <a:lnTo>
                  <a:pt x="591503" y="3073059"/>
                </a:lnTo>
                <a:lnTo>
                  <a:pt x="587375" y="3080680"/>
                </a:lnTo>
                <a:lnTo>
                  <a:pt x="582930" y="3087667"/>
                </a:lnTo>
                <a:lnTo>
                  <a:pt x="577850" y="3094337"/>
                </a:lnTo>
                <a:lnTo>
                  <a:pt x="572770" y="3101006"/>
                </a:lnTo>
                <a:lnTo>
                  <a:pt x="567373" y="3107040"/>
                </a:lnTo>
                <a:lnTo>
                  <a:pt x="561658" y="3113074"/>
                </a:lnTo>
                <a:lnTo>
                  <a:pt x="555625" y="3118790"/>
                </a:lnTo>
                <a:lnTo>
                  <a:pt x="549275" y="3124189"/>
                </a:lnTo>
                <a:lnTo>
                  <a:pt x="542925" y="3129271"/>
                </a:lnTo>
                <a:lnTo>
                  <a:pt x="536258" y="3134352"/>
                </a:lnTo>
                <a:lnTo>
                  <a:pt x="529273" y="3139116"/>
                </a:lnTo>
                <a:lnTo>
                  <a:pt x="521653" y="3143244"/>
                </a:lnTo>
                <a:lnTo>
                  <a:pt x="514350" y="3147055"/>
                </a:lnTo>
                <a:lnTo>
                  <a:pt x="506730" y="3150231"/>
                </a:lnTo>
                <a:lnTo>
                  <a:pt x="498793" y="3153407"/>
                </a:lnTo>
                <a:lnTo>
                  <a:pt x="490855" y="3156265"/>
                </a:lnTo>
                <a:lnTo>
                  <a:pt x="482600" y="3158488"/>
                </a:lnTo>
                <a:lnTo>
                  <a:pt x="474345" y="3160394"/>
                </a:lnTo>
                <a:lnTo>
                  <a:pt x="465455" y="3161982"/>
                </a:lnTo>
                <a:lnTo>
                  <a:pt x="456883" y="3162934"/>
                </a:lnTo>
                <a:lnTo>
                  <a:pt x="448310" y="3163570"/>
                </a:lnTo>
                <a:lnTo>
                  <a:pt x="439420" y="3163887"/>
                </a:lnTo>
                <a:lnTo>
                  <a:pt x="430530" y="3163570"/>
                </a:lnTo>
                <a:lnTo>
                  <a:pt x="421640" y="3162934"/>
                </a:lnTo>
                <a:lnTo>
                  <a:pt x="412750" y="3161982"/>
                </a:lnTo>
                <a:lnTo>
                  <a:pt x="404495" y="3160394"/>
                </a:lnTo>
                <a:lnTo>
                  <a:pt x="395923" y="3158488"/>
                </a:lnTo>
                <a:lnTo>
                  <a:pt x="387985" y="3156265"/>
                </a:lnTo>
                <a:lnTo>
                  <a:pt x="380048" y="3153407"/>
                </a:lnTo>
                <a:lnTo>
                  <a:pt x="372110" y="3150231"/>
                </a:lnTo>
                <a:lnTo>
                  <a:pt x="364490" y="3147055"/>
                </a:lnTo>
                <a:lnTo>
                  <a:pt x="356870" y="3143244"/>
                </a:lnTo>
                <a:lnTo>
                  <a:pt x="349568" y="3139116"/>
                </a:lnTo>
                <a:lnTo>
                  <a:pt x="342583" y="3134352"/>
                </a:lnTo>
                <a:lnTo>
                  <a:pt x="335915" y="3129271"/>
                </a:lnTo>
                <a:lnTo>
                  <a:pt x="329248" y="3124189"/>
                </a:lnTo>
                <a:lnTo>
                  <a:pt x="323215" y="3118790"/>
                </a:lnTo>
                <a:lnTo>
                  <a:pt x="317183" y="3113074"/>
                </a:lnTo>
                <a:lnTo>
                  <a:pt x="311468" y="3107040"/>
                </a:lnTo>
                <a:lnTo>
                  <a:pt x="306070" y="3101006"/>
                </a:lnTo>
                <a:lnTo>
                  <a:pt x="300673" y="3094337"/>
                </a:lnTo>
                <a:lnTo>
                  <a:pt x="295910" y="3087667"/>
                </a:lnTo>
                <a:lnTo>
                  <a:pt x="291465" y="3080680"/>
                </a:lnTo>
                <a:lnTo>
                  <a:pt x="287338" y="3073059"/>
                </a:lnTo>
                <a:lnTo>
                  <a:pt x="283528" y="3065754"/>
                </a:lnTo>
                <a:lnTo>
                  <a:pt x="280035" y="3058132"/>
                </a:lnTo>
                <a:lnTo>
                  <a:pt x="276860" y="3050510"/>
                </a:lnTo>
                <a:lnTo>
                  <a:pt x="274320" y="3042253"/>
                </a:lnTo>
                <a:lnTo>
                  <a:pt x="271780" y="3034313"/>
                </a:lnTo>
                <a:lnTo>
                  <a:pt x="269875" y="3025739"/>
                </a:lnTo>
                <a:lnTo>
                  <a:pt x="268288" y="3017164"/>
                </a:lnTo>
                <a:lnTo>
                  <a:pt x="267335" y="3008589"/>
                </a:lnTo>
                <a:lnTo>
                  <a:pt x="266700" y="2999697"/>
                </a:lnTo>
                <a:lnTo>
                  <a:pt x="266383" y="2990805"/>
                </a:lnTo>
                <a:lnTo>
                  <a:pt x="266383" y="1827817"/>
                </a:lnTo>
                <a:lnTo>
                  <a:pt x="266383" y="1401621"/>
                </a:lnTo>
                <a:lnTo>
                  <a:pt x="266383" y="1251405"/>
                </a:lnTo>
                <a:lnTo>
                  <a:pt x="266383" y="1043388"/>
                </a:lnTo>
                <a:lnTo>
                  <a:pt x="261938" y="1051328"/>
                </a:lnTo>
                <a:lnTo>
                  <a:pt x="257810" y="1059267"/>
                </a:lnTo>
                <a:lnTo>
                  <a:pt x="253683" y="1067524"/>
                </a:lnTo>
                <a:lnTo>
                  <a:pt x="249555" y="1076099"/>
                </a:lnTo>
                <a:lnTo>
                  <a:pt x="245745" y="1084991"/>
                </a:lnTo>
                <a:lnTo>
                  <a:pt x="242253" y="1094519"/>
                </a:lnTo>
                <a:lnTo>
                  <a:pt x="239078" y="1104046"/>
                </a:lnTo>
                <a:lnTo>
                  <a:pt x="236220" y="1113891"/>
                </a:lnTo>
                <a:lnTo>
                  <a:pt x="233363" y="1124054"/>
                </a:lnTo>
                <a:lnTo>
                  <a:pt x="231140" y="1134534"/>
                </a:lnTo>
                <a:lnTo>
                  <a:pt x="228918" y="1145650"/>
                </a:lnTo>
                <a:lnTo>
                  <a:pt x="227330" y="1156765"/>
                </a:lnTo>
                <a:lnTo>
                  <a:pt x="226060" y="1168516"/>
                </a:lnTo>
                <a:lnTo>
                  <a:pt x="224790" y="1180266"/>
                </a:lnTo>
                <a:lnTo>
                  <a:pt x="224155" y="1192652"/>
                </a:lnTo>
                <a:lnTo>
                  <a:pt x="223838" y="1205673"/>
                </a:lnTo>
                <a:lnTo>
                  <a:pt x="224155" y="1218059"/>
                </a:lnTo>
                <a:lnTo>
                  <a:pt x="224790" y="1230762"/>
                </a:lnTo>
                <a:lnTo>
                  <a:pt x="225743" y="1243783"/>
                </a:lnTo>
                <a:lnTo>
                  <a:pt x="227330" y="1257756"/>
                </a:lnTo>
                <a:lnTo>
                  <a:pt x="229235" y="1271730"/>
                </a:lnTo>
                <a:lnTo>
                  <a:pt x="231775" y="1286021"/>
                </a:lnTo>
                <a:lnTo>
                  <a:pt x="234633" y="1300948"/>
                </a:lnTo>
                <a:lnTo>
                  <a:pt x="238443" y="1316509"/>
                </a:lnTo>
                <a:lnTo>
                  <a:pt x="238443" y="1791613"/>
                </a:lnTo>
                <a:lnTo>
                  <a:pt x="222568" y="1770970"/>
                </a:lnTo>
                <a:lnTo>
                  <a:pt x="207645" y="1749692"/>
                </a:lnTo>
                <a:lnTo>
                  <a:pt x="193040" y="1729367"/>
                </a:lnTo>
                <a:lnTo>
                  <a:pt x="179070" y="1709041"/>
                </a:lnTo>
                <a:lnTo>
                  <a:pt x="165735" y="1688398"/>
                </a:lnTo>
                <a:lnTo>
                  <a:pt x="153035" y="1668391"/>
                </a:lnTo>
                <a:lnTo>
                  <a:pt x="140970" y="1648701"/>
                </a:lnTo>
                <a:lnTo>
                  <a:pt x="129223" y="1628693"/>
                </a:lnTo>
                <a:lnTo>
                  <a:pt x="118110" y="1609003"/>
                </a:lnTo>
                <a:lnTo>
                  <a:pt x="107633" y="1589948"/>
                </a:lnTo>
                <a:lnTo>
                  <a:pt x="97473" y="1570258"/>
                </a:lnTo>
                <a:lnTo>
                  <a:pt x="88265" y="1551520"/>
                </a:lnTo>
                <a:lnTo>
                  <a:pt x="79058" y="1532465"/>
                </a:lnTo>
                <a:lnTo>
                  <a:pt x="70485" y="1513728"/>
                </a:lnTo>
                <a:lnTo>
                  <a:pt x="62548" y="1495308"/>
                </a:lnTo>
                <a:lnTo>
                  <a:pt x="55245" y="1476888"/>
                </a:lnTo>
                <a:lnTo>
                  <a:pt x="48578" y="1458469"/>
                </a:lnTo>
                <a:lnTo>
                  <a:pt x="41910" y="1440366"/>
                </a:lnTo>
                <a:lnTo>
                  <a:pt x="36195" y="1422582"/>
                </a:lnTo>
                <a:lnTo>
                  <a:pt x="30798" y="1404797"/>
                </a:lnTo>
                <a:lnTo>
                  <a:pt x="25400" y="1387330"/>
                </a:lnTo>
                <a:lnTo>
                  <a:pt x="20955" y="1369863"/>
                </a:lnTo>
                <a:lnTo>
                  <a:pt x="16828" y="1352714"/>
                </a:lnTo>
                <a:lnTo>
                  <a:pt x="13335" y="1335564"/>
                </a:lnTo>
                <a:lnTo>
                  <a:pt x="10160" y="1318732"/>
                </a:lnTo>
                <a:lnTo>
                  <a:pt x="7620" y="1301900"/>
                </a:lnTo>
                <a:lnTo>
                  <a:pt x="5398" y="1285386"/>
                </a:lnTo>
                <a:lnTo>
                  <a:pt x="3493" y="1269189"/>
                </a:lnTo>
                <a:lnTo>
                  <a:pt x="1905" y="1253310"/>
                </a:lnTo>
                <a:lnTo>
                  <a:pt x="953" y="1236796"/>
                </a:lnTo>
                <a:lnTo>
                  <a:pt x="318" y="1221234"/>
                </a:lnTo>
                <a:lnTo>
                  <a:pt x="0" y="1205673"/>
                </a:lnTo>
                <a:lnTo>
                  <a:pt x="318" y="1192969"/>
                </a:lnTo>
                <a:lnTo>
                  <a:pt x="635" y="1180584"/>
                </a:lnTo>
                <a:lnTo>
                  <a:pt x="1270" y="1168516"/>
                </a:lnTo>
                <a:lnTo>
                  <a:pt x="2223" y="1156448"/>
                </a:lnTo>
                <a:lnTo>
                  <a:pt x="3175" y="1144697"/>
                </a:lnTo>
                <a:lnTo>
                  <a:pt x="4445" y="1132629"/>
                </a:lnTo>
                <a:lnTo>
                  <a:pt x="6033" y="1121196"/>
                </a:lnTo>
                <a:lnTo>
                  <a:pt x="7938" y="1109763"/>
                </a:lnTo>
                <a:lnTo>
                  <a:pt x="9843" y="1098647"/>
                </a:lnTo>
                <a:lnTo>
                  <a:pt x="12065" y="1087532"/>
                </a:lnTo>
                <a:lnTo>
                  <a:pt x="14605" y="1076417"/>
                </a:lnTo>
                <a:lnTo>
                  <a:pt x="17145" y="1065619"/>
                </a:lnTo>
                <a:lnTo>
                  <a:pt x="20003" y="1055139"/>
                </a:lnTo>
                <a:lnTo>
                  <a:pt x="23178" y="1044658"/>
                </a:lnTo>
                <a:lnTo>
                  <a:pt x="26353" y="1034178"/>
                </a:lnTo>
                <a:lnTo>
                  <a:pt x="29845" y="1024016"/>
                </a:lnTo>
                <a:lnTo>
                  <a:pt x="33655" y="1013853"/>
                </a:lnTo>
                <a:lnTo>
                  <a:pt x="37148" y="1004325"/>
                </a:lnTo>
                <a:lnTo>
                  <a:pt x="40958" y="994480"/>
                </a:lnTo>
                <a:lnTo>
                  <a:pt x="45085" y="985270"/>
                </a:lnTo>
                <a:lnTo>
                  <a:pt x="49213" y="975743"/>
                </a:lnTo>
                <a:lnTo>
                  <a:pt x="53658" y="966533"/>
                </a:lnTo>
                <a:lnTo>
                  <a:pt x="58103" y="957641"/>
                </a:lnTo>
                <a:lnTo>
                  <a:pt x="62548" y="948749"/>
                </a:lnTo>
                <a:lnTo>
                  <a:pt x="72073" y="931917"/>
                </a:lnTo>
                <a:lnTo>
                  <a:pt x="81915" y="915402"/>
                </a:lnTo>
                <a:lnTo>
                  <a:pt x="92393" y="899841"/>
                </a:lnTo>
                <a:lnTo>
                  <a:pt x="103188" y="884914"/>
                </a:lnTo>
                <a:lnTo>
                  <a:pt x="113983" y="870941"/>
                </a:lnTo>
                <a:lnTo>
                  <a:pt x="125413" y="857285"/>
                </a:lnTo>
                <a:lnTo>
                  <a:pt x="136525" y="844264"/>
                </a:lnTo>
                <a:lnTo>
                  <a:pt x="148273" y="832513"/>
                </a:lnTo>
                <a:lnTo>
                  <a:pt x="160020" y="821080"/>
                </a:lnTo>
                <a:lnTo>
                  <a:pt x="171450" y="810282"/>
                </a:lnTo>
                <a:lnTo>
                  <a:pt x="183198" y="799802"/>
                </a:lnTo>
                <a:lnTo>
                  <a:pt x="194945" y="790275"/>
                </a:lnTo>
                <a:lnTo>
                  <a:pt x="207010" y="781700"/>
                </a:lnTo>
                <a:lnTo>
                  <a:pt x="218758" y="773443"/>
                </a:lnTo>
                <a:lnTo>
                  <a:pt x="230505" y="765821"/>
                </a:lnTo>
                <a:lnTo>
                  <a:pt x="242570" y="758834"/>
                </a:lnTo>
                <a:lnTo>
                  <a:pt x="254635" y="752165"/>
                </a:lnTo>
                <a:lnTo>
                  <a:pt x="266383" y="746131"/>
                </a:lnTo>
                <a:lnTo>
                  <a:pt x="278130" y="741049"/>
                </a:lnTo>
                <a:lnTo>
                  <a:pt x="289878" y="736286"/>
                </a:lnTo>
                <a:lnTo>
                  <a:pt x="304165" y="731522"/>
                </a:lnTo>
                <a:lnTo>
                  <a:pt x="311785" y="729616"/>
                </a:lnTo>
                <a:lnTo>
                  <a:pt x="319088" y="727711"/>
                </a:lnTo>
                <a:lnTo>
                  <a:pt x="327343" y="726123"/>
                </a:lnTo>
                <a:lnTo>
                  <a:pt x="335598" y="725170"/>
                </a:lnTo>
                <a:lnTo>
                  <a:pt x="344805" y="724218"/>
                </a:lnTo>
                <a:lnTo>
                  <a:pt x="354330" y="723900"/>
                </a:lnTo>
                <a:lnTo>
                  <a:pt x="355600" y="723900"/>
                </a:lnTo>
                <a:lnTo>
                  <a:pt x="360045" y="723265"/>
                </a:lnTo>
                <a:lnTo>
                  <a:pt x="365125" y="722630"/>
                </a:lnTo>
                <a:lnTo>
                  <a:pt x="369888" y="722312"/>
                </a:lnTo>
                <a:close/>
                <a:moveTo>
                  <a:pt x="637392" y="0"/>
                </a:moveTo>
                <a:lnTo>
                  <a:pt x="645001" y="0"/>
                </a:lnTo>
                <a:lnTo>
                  <a:pt x="652926" y="0"/>
                </a:lnTo>
                <a:lnTo>
                  <a:pt x="660535" y="317"/>
                </a:lnTo>
                <a:lnTo>
                  <a:pt x="668460" y="952"/>
                </a:lnTo>
                <a:lnTo>
                  <a:pt x="676386" y="1586"/>
                </a:lnTo>
                <a:lnTo>
                  <a:pt x="683994" y="2537"/>
                </a:lnTo>
                <a:lnTo>
                  <a:pt x="692237" y="3489"/>
                </a:lnTo>
                <a:lnTo>
                  <a:pt x="700162" y="5075"/>
                </a:lnTo>
                <a:lnTo>
                  <a:pt x="708088" y="6344"/>
                </a:lnTo>
                <a:lnTo>
                  <a:pt x="716013" y="8247"/>
                </a:lnTo>
                <a:lnTo>
                  <a:pt x="723622" y="10150"/>
                </a:lnTo>
                <a:lnTo>
                  <a:pt x="731547" y="12370"/>
                </a:lnTo>
                <a:lnTo>
                  <a:pt x="739156" y="14590"/>
                </a:lnTo>
                <a:lnTo>
                  <a:pt x="747081" y="17128"/>
                </a:lnTo>
                <a:lnTo>
                  <a:pt x="754373" y="19665"/>
                </a:lnTo>
                <a:lnTo>
                  <a:pt x="761664" y="22520"/>
                </a:lnTo>
                <a:lnTo>
                  <a:pt x="768955" y="25374"/>
                </a:lnTo>
                <a:lnTo>
                  <a:pt x="775930" y="28546"/>
                </a:lnTo>
                <a:lnTo>
                  <a:pt x="783221" y="32035"/>
                </a:lnTo>
                <a:lnTo>
                  <a:pt x="789879" y="35524"/>
                </a:lnTo>
                <a:lnTo>
                  <a:pt x="796853" y="39330"/>
                </a:lnTo>
                <a:lnTo>
                  <a:pt x="803828" y="43136"/>
                </a:lnTo>
                <a:lnTo>
                  <a:pt x="810485" y="47260"/>
                </a:lnTo>
                <a:lnTo>
                  <a:pt x="816825" y="51383"/>
                </a:lnTo>
                <a:lnTo>
                  <a:pt x="829506" y="59947"/>
                </a:lnTo>
                <a:lnTo>
                  <a:pt x="841553" y="69145"/>
                </a:lnTo>
                <a:lnTo>
                  <a:pt x="852965" y="78978"/>
                </a:lnTo>
                <a:lnTo>
                  <a:pt x="864378" y="89445"/>
                </a:lnTo>
                <a:lnTo>
                  <a:pt x="874840" y="100546"/>
                </a:lnTo>
                <a:lnTo>
                  <a:pt x="884667" y="111647"/>
                </a:lnTo>
                <a:lnTo>
                  <a:pt x="894178" y="123383"/>
                </a:lnTo>
                <a:lnTo>
                  <a:pt x="903055" y="135436"/>
                </a:lnTo>
                <a:lnTo>
                  <a:pt x="911297" y="148440"/>
                </a:lnTo>
                <a:lnTo>
                  <a:pt x="919223" y="161444"/>
                </a:lnTo>
                <a:lnTo>
                  <a:pt x="926197" y="174766"/>
                </a:lnTo>
                <a:lnTo>
                  <a:pt x="932537" y="188087"/>
                </a:lnTo>
                <a:lnTo>
                  <a:pt x="938244" y="202361"/>
                </a:lnTo>
                <a:lnTo>
                  <a:pt x="943316" y="216634"/>
                </a:lnTo>
                <a:lnTo>
                  <a:pt x="947754" y="231224"/>
                </a:lnTo>
                <a:lnTo>
                  <a:pt x="951242" y="245814"/>
                </a:lnTo>
                <a:lnTo>
                  <a:pt x="954095" y="261039"/>
                </a:lnTo>
                <a:lnTo>
                  <a:pt x="956314" y="276263"/>
                </a:lnTo>
                <a:lnTo>
                  <a:pt x="957899" y="291488"/>
                </a:lnTo>
                <a:lnTo>
                  <a:pt x="958533" y="299100"/>
                </a:lnTo>
                <a:lnTo>
                  <a:pt x="958533" y="306713"/>
                </a:lnTo>
                <a:lnTo>
                  <a:pt x="958850" y="314959"/>
                </a:lnTo>
                <a:lnTo>
                  <a:pt x="958533" y="322572"/>
                </a:lnTo>
                <a:lnTo>
                  <a:pt x="958216" y="330501"/>
                </a:lnTo>
                <a:lnTo>
                  <a:pt x="957899" y="338113"/>
                </a:lnTo>
                <a:lnTo>
                  <a:pt x="957265" y="346043"/>
                </a:lnTo>
                <a:lnTo>
                  <a:pt x="956314" y="353972"/>
                </a:lnTo>
                <a:lnTo>
                  <a:pt x="955046" y="361902"/>
                </a:lnTo>
                <a:lnTo>
                  <a:pt x="953778" y="369831"/>
                </a:lnTo>
                <a:lnTo>
                  <a:pt x="952193" y="377761"/>
                </a:lnTo>
                <a:lnTo>
                  <a:pt x="950608" y="385690"/>
                </a:lnTo>
                <a:lnTo>
                  <a:pt x="948705" y="393620"/>
                </a:lnTo>
                <a:lnTo>
                  <a:pt x="946486" y="401232"/>
                </a:lnTo>
                <a:lnTo>
                  <a:pt x="944267" y="408845"/>
                </a:lnTo>
                <a:lnTo>
                  <a:pt x="941731" y="416457"/>
                </a:lnTo>
                <a:lnTo>
                  <a:pt x="939195" y="424386"/>
                </a:lnTo>
                <a:lnTo>
                  <a:pt x="936342" y="431682"/>
                </a:lnTo>
                <a:lnTo>
                  <a:pt x="933171" y="438977"/>
                </a:lnTo>
                <a:lnTo>
                  <a:pt x="930001" y="445955"/>
                </a:lnTo>
                <a:lnTo>
                  <a:pt x="926831" y="452933"/>
                </a:lnTo>
                <a:lnTo>
                  <a:pt x="923344" y="459910"/>
                </a:lnTo>
                <a:lnTo>
                  <a:pt x="919540" y="466571"/>
                </a:lnTo>
                <a:lnTo>
                  <a:pt x="915735" y="473549"/>
                </a:lnTo>
                <a:lnTo>
                  <a:pt x="907493" y="486871"/>
                </a:lnTo>
                <a:lnTo>
                  <a:pt x="898616" y="499241"/>
                </a:lnTo>
                <a:lnTo>
                  <a:pt x="889423" y="511294"/>
                </a:lnTo>
                <a:lnTo>
                  <a:pt x="879595" y="523029"/>
                </a:lnTo>
                <a:lnTo>
                  <a:pt x="869450" y="534131"/>
                </a:lnTo>
                <a:lnTo>
                  <a:pt x="858672" y="544915"/>
                </a:lnTo>
                <a:lnTo>
                  <a:pt x="846942" y="554747"/>
                </a:lnTo>
                <a:lnTo>
                  <a:pt x="835529" y="564263"/>
                </a:lnTo>
                <a:lnTo>
                  <a:pt x="823166" y="572826"/>
                </a:lnTo>
                <a:lnTo>
                  <a:pt x="810802" y="581073"/>
                </a:lnTo>
                <a:lnTo>
                  <a:pt x="797487" y="589003"/>
                </a:lnTo>
                <a:lnTo>
                  <a:pt x="784172" y="595980"/>
                </a:lnTo>
                <a:lnTo>
                  <a:pt x="770541" y="602324"/>
                </a:lnTo>
                <a:lnTo>
                  <a:pt x="756592" y="608033"/>
                </a:lnTo>
                <a:lnTo>
                  <a:pt x="742326" y="613108"/>
                </a:lnTo>
                <a:lnTo>
                  <a:pt x="727743" y="617549"/>
                </a:lnTo>
                <a:lnTo>
                  <a:pt x="713160" y="621355"/>
                </a:lnTo>
                <a:lnTo>
                  <a:pt x="698260" y="624210"/>
                </a:lnTo>
                <a:lnTo>
                  <a:pt x="682726" y="626430"/>
                </a:lnTo>
                <a:lnTo>
                  <a:pt x="667509" y="628016"/>
                </a:lnTo>
                <a:lnTo>
                  <a:pt x="659901" y="628333"/>
                </a:lnTo>
                <a:lnTo>
                  <a:pt x="651975" y="628650"/>
                </a:lnTo>
                <a:lnTo>
                  <a:pt x="644367" y="628650"/>
                </a:lnTo>
                <a:lnTo>
                  <a:pt x="636758" y="628650"/>
                </a:lnTo>
                <a:lnTo>
                  <a:pt x="628516" y="628333"/>
                </a:lnTo>
                <a:lnTo>
                  <a:pt x="620590" y="627698"/>
                </a:lnTo>
                <a:lnTo>
                  <a:pt x="612982" y="627064"/>
                </a:lnTo>
                <a:lnTo>
                  <a:pt x="605056" y="626113"/>
                </a:lnTo>
                <a:lnTo>
                  <a:pt x="597131" y="625161"/>
                </a:lnTo>
                <a:lnTo>
                  <a:pt x="589205" y="623892"/>
                </a:lnTo>
                <a:lnTo>
                  <a:pt x="580963" y="622306"/>
                </a:lnTo>
                <a:lnTo>
                  <a:pt x="573354" y="620403"/>
                </a:lnTo>
                <a:lnTo>
                  <a:pt x="565429" y="618500"/>
                </a:lnTo>
                <a:lnTo>
                  <a:pt x="557820" y="616597"/>
                </a:lnTo>
                <a:lnTo>
                  <a:pt x="549895" y="614060"/>
                </a:lnTo>
                <a:lnTo>
                  <a:pt x="542603" y="611840"/>
                </a:lnTo>
                <a:lnTo>
                  <a:pt x="534995" y="608985"/>
                </a:lnTo>
                <a:lnTo>
                  <a:pt x="527703" y="606130"/>
                </a:lnTo>
                <a:lnTo>
                  <a:pt x="520095" y="603276"/>
                </a:lnTo>
                <a:lnTo>
                  <a:pt x="513121" y="600104"/>
                </a:lnTo>
                <a:lnTo>
                  <a:pt x="506146" y="596615"/>
                </a:lnTo>
                <a:lnTo>
                  <a:pt x="499172" y="593126"/>
                </a:lnTo>
                <a:lnTo>
                  <a:pt x="492197" y="589637"/>
                </a:lnTo>
                <a:lnTo>
                  <a:pt x="485540" y="585514"/>
                </a:lnTo>
                <a:lnTo>
                  <a:pt x="478882" y="581390"/>
                </a:lnTo>
                <a:lnTo>
                  <a:pt x="472542" y="577267"/>
                </a:lnTo>
                <a:lnTo>
                  <a:pt x="459861" y="568703"/>
                </a:lnTo>
                <a:lnTo>
                  <a:pt x="447498" y="559505"/>
                </a:lnTo>
                <a:lnTo>
                  <a:pt x="436085" y="549672"/>
                </a:lnTo>
                <a:lnTo>
                  <a:pt x="424989" y="539523"/>
                </a:lnTo>
                <a:lnTo>
                  <a:pt x="414210" y="528421"/>
                </a:lnTo>
                <a:lnTo>
                  <a:pt x="404383" y="517003"/>
                </a:lnTo>
                <a:lnTo>
                  <a:pt x="394872" y="505267"/>
                </a:lnTo>
                <a:lnTo>
                  <a:pt x="385996" y="493214"/>
                </a:lnTo>
                <a:lnTo>
                  <a:pt x="377753" y="480527"/>
                </a:lnTo>
                <a:lnTo>
                  <a:pt x="370145" y="467523"/>
                </a:lnTo>
                <a:lnTo>
                  <a:pt x="363170" y="454201"/>
                </a:lnTo>
                <a:lnTo>
                  <a:pt x="356513" y="440563"/>
                </a:lnTo>
                <a:lnTo>
                  <a:pt x="350807" y="426607"/>
                </a:lnTo>
                <a:lnTo>
                  <a:pt x="345734" y="412016"/>
                </a:lnTo>
                <a:lnTo>
                  <a:pt x="341613" y="397743"/>
                </a:lnTo>
                <a:lnTo>
                  <a:pt x="337809" y="382836"/>
                </a:lnTo>
                <a:lnTo>
                  <a:pt x="334956" y="367928"/>
                </a:lnTo>
                <a:lnTo>
                  <a:pt x="332736" y="352704"/>
                </a:lnTo>
                <a:lnTo>
                  <a:pt x="331151" y="337479"/>
                </a:lnTo>
                <a:lnTo>
                  <a:pt x="330517" y="329550"/>
                </a:lnTo>
                <a:lnTo>
                  <a:pt x="330517" y="321937"/>
                </a:lnTo>
                <a:lnTo>
                  <a:pt x="330200" y="314325"/>
                </a:lnTo>
                <a:lnTo>
                  <a:pt x="330517" y="306078"/>
                </a:lnTo>
                <a:lnTo>
                  <a:pt x="330834" y="298466"/>
                </a:lnTo>
                <a:lnTo>
                  <a:pt x="331151" y="290537"/>
                </a:lnTo>
                <a:lnTo>
                  <a:pt x="331785" y="282607"/>
                </a:lnTo>
                <a:lnTo>
                  <a:pt x="332736" y="274678"/>
                </a:lnTo>
                <a:lnTo>
                  <a:pt x="334004" y="267065"/>
                </a:lnTo>
                <a:lnTo>
                  <a:pt x="335273" y="259136"/>
                </a:lnTo>
                <a:lnTo>
                  <a:pt x="336858" y="250889"/>
                </a:lnTo>
                <a:lnTo>
                  <a:pt x="338443" y="242960"/>
                </a:lnTo>
                <a:lnTo>
                  <a:pt x="340345" y="235030"/>
                </a:lnTo>
                <a:lnTo>
                  <a:pt x="342564" y="227418"/>
                </a:lnTo>
                <a:lnTo>
                  <a:pt x="344783" y="219806"/>
                </a:lnTo>
                <a:lnTo>
                  <a:pt x="347319" y="212193"/>
                </a:lnTo>
                <a:lnTo>
                  <a:pt x="349855" y="204898"/>
                </a:lnTo>
                <a:lnTo>
                  <a:pt x="352709" y="197286"/>
                </a:lnTo>
                <a:lnTo>
                  <a:pt x="355879" y="189991"/>
                </a:lnTo>
                <a:lnTo>
                  <a:pt x="359049" y="182695"/>
                </a:lnTo>
                <a:lnTo>
                  <a:pt x="362536" y="175718"/>
                </a:lnTo>
                <a:lnTo>
                  <a:pt x="366023" y="168740"/>
                </a:lnTo>
                <a:lnTo>
                  <a:pt x="369828" y="162079"/>
                </a:lnTo>
                <a:lnTo>
                  <a:pt x="373632" y="155418"/>
                </a:lnTo>
                <a:lnTo>
                  <a:pt x="381557" y="142096"/>
                </a:lnTo>
                <a:lnTo>
                  <a:pt x="390434" y="129409"/>
                </a:lnTo>
                <a:lnTo>
                  <a:pt x="399628" y="117356"/>
                </a:lnTo>
                <a:lnTo>
                  <a:pt x="409455" y="105938"/>
                </a:lnTo>
                <a:lnTo>
                  <a:pt x="419917" y="94837"/>
                </a:lnTo>
                <a:lnTo>
                  <a:pt x="430695" y="84053"/>
                </a:lnTo>
                <a:lnTo>
                  <a:pt x="442108" y="73903"/>
                </a:lnTo>
                <a:lnTo>
                  <a:pt x="453838" y="64705"/>
                </a:lnTo>
                <a:lnTo>
                  <a:pt x="465885" y="55824"/>
                </a:lnTo>
                <a:lnTo>
                  <a:pt x="478565" y="47577"/>
                </a:lnTo>
                <a:lnTo>
                  <a:pt x="491563" y="39965"/>
                </a:lnTo>
                <a:lnTo>
                  <a:pt x="504878" y="32670"/>
                </a:lnTo>
                <a:lnTo>
                  <a:pt x="518510" y="26326"/>
                </a:lnTo>
                <a:lnTo>
                  <a:pt x="532776" y="20617"/>
                </a:lnTo>
                <a:lnTo>
                  <a:pt x="547042" y="15542"/>
                </a:lnTo>
                <a:lnTo>
                  <a:pt x="561308" y="11101"/>
                </a:lnTo>
                <a:lnTo>
                  <a:pt x="575890" y="7612"/>
                </a:lnTo>
                <a:lnTo>
                  <a:pt x="591107" y="4441"/>
                </a:lnTo>
                <a:lnTo>
                  <a:pt x="606324" y="2220"/>
                </a:lnTo>
                <a:lnTo>
                  <a:pt x="621541" y="952"/>
                </a:lnTo>
                <a:lnTo>
                  <a:pt x="629150" y="317"/>
                </a:lnTo>
                <a:lnTo>
                  <a:pt x="637392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任意多边形 9"/>
          <p:cNvSpPr/>
          <p:nvPr/>
        </p:nvSpPr>
        <p:spPr>
          <a:xfrm>
            <a:off x="4109590" y="4884176"/>
            <a:ext cx="1026236" cy="1850279"/>
          </a:xfrm>
          <a:custGeom>
            <a:avLst/>
            <a:gdLst>
              <a:gd name="connsiteX0" fmla="*/ 2404995 w 4832442"/>
              <a:gd name="connsiteY0" fmla="*/ 84290 h 8712780"/>
              <a:gd name="connsiteX1" fmla="*/ 2845969 w 4832442"/>
              <a:gd name="connsiteY1" fmla="*/ 183591 h 8712780"/>
              <a:gd name="connsiteX2" fmla="*/ 3243133 w 4832442"/>
              <a:gd name="connsiteY2" fmla="*/ 812910 h 8712780"/>
              <a:gd name="connsiteX3" fmla="*/ 2951929 w 4832442"/>
              <a:gd name="connsiteY3" fmla="*/ 1519787 h 8712780"/>
              <a:gd name="connsiteX4" fmla="*/ 2811884 w 4832442"/>
              <a:gd name="connsiteY4" fmla="*/ 1624673 h 8712780"/>
              <a:gd name="connsiteX5" fmla="*/ 2443619 w 4832442"/>
              <a:gd name="connsiteY5" fmla="*/ 1707401 h 8712780"/>
              <a:gd name="connsiteX6" fmla="*/ 1969393 w 4832442"/>
              <a:gd name="connsiteY6" fmla="*/ 1601037 h 8712780"/>
              <a:gd name="connsiteX7" fmla="*/ 1617429 w 4832442"/>
              <a:gd name="connsiteY7" fmla="*/ 1097286 h 8712780"/>
              <a:gd name="connsiteX8" fmla="*/ 1884922 w 4832442"/>
              <a:gd name="connsiteY8" fmla="*/ 271489 h 8712780"/>
              <a:gd name="connsiteX9" fmla="*/ 2253928 w 4832442"/>
              <a:gd name="connsiteY9" fmla="*/ 102341 h 8712780"/>
              <a:gd name="connsiteX10" fmla="*/ 2404995 w 4832442"/>
              <a:gd name="connsiteY10" fmla="*/ 84290 h 8712780"/>
              <a:gd name="connsiteX11" fmla="*/ 4117693 w 4832442"/>
              <a:gd name="connsiteY11" fmla="*/ 947 h 8712780"/>
              <a:gd name="connsiteX12" fmla="*/ 4324507 w 4832442"/>
              <a:gd name="connsiteY12" fmla="*/ 102678 h 8712780"/>
              <a:gd name="connsiteX13" fmla="*/ 4505913 w 4832442"/>
              <a:gd name="connsiteY13" fmla="*/ 631553 h 8712780"/>
              <a:gd name="connsiteX14" fmla="*/ 4688799 w 4832442"/>
              <a:gd name="connsiteY14" fmla="*/ 1172264 h 8712780"/>
              <a:gd name="connsiteX15" fmla="*/ 4832442 w 4832442"/>
              <a:gd name="connsiteY15" fmla="*/ 1698921 h 8712780"/>
              <a:gd name="connsiteX16" fmla="*/ 4755438 w 4832442"/>
              <a:gd name="connsiteY16" fmla="*/ 1886061 h 8712780"/>
              <a:gd name="connsiteX17" fmla="*/ 4390405 w 4832442"/>
              <a:gd name="connsiteY17" fmla="*/ 2054710 h 8712780"/>
              <a:gd name="connsiteX18" fmla="*/ 4117927 w 4832442"/>
              <a:gd name="connsiteY18" fmla="*/ 2138295 h 8712780"/>
              <a:gd name="connsiteX19" fmla="*/ 3396008 w 4832442"/>
              <a:gd name="connsiteY19" fmla="*/ 2417156 h 8712780"/>
              <a:gd name="connsiteX20" fmla="*/ 3396008 w 4832442"/>
              <a:gd name="connsiteY20" fmla="*/ 5330043 h 8712780"/>
              <a:gd name="connsiteX21" fmla="*/ 3392385 w 4832442"/>
              <a:gd name="connsiteY21" fmla="*/ 5333676 h 8712780"/>
              <a:gd name="connsiteX22" fmla="*/ 3381013 w 4832442"/>
              <a:gd name="connsiteY22" fmla="*/ 5345081 h 8712780"/>
              <a:gd name="connsiteX23" fmla="*/ 3381013 w 4832442"/>
              <a:gd name="connsiteY23" fmla="*/ 5383935 h 8712780"/>
              <a:gd name="connsiteX24" fmla="*/ 3395300 w 4832442"/>
              <a:gd name="connsiteY24" fmla="*/ 5374743 h 8712780"/>
              <a:gd name="connsiteX25" fmla="*/ 3394567 w 4832442"/>
              <a:gd name="connsiteY25" fmla="*/ 5839701 h 8712780"/>
              <a:gd name="connsiteX26" fmla="*/ 3381013 w 4832442"/>
              <a:gd name="connsiteY26" fmla="*/ 5826757 h 8712780"/>
              <a:gd name="connsiteX27" fmla="*/ 3381013 w 4832442"/>
              <a:gd name="connsiteY27" fmla="*/ 5854173 h 8712780"/>
              <a:gd name="connsiteX28" fmla="*/ 3391899 w 4832442"/>
              <a:gd name="connsiteY28" fmla="*/ 5863056 h 8712780"/>
              <a:gd name="connsiteX29" fmla="*/ 3394856 w 4832442"/>
              <a:gd name="connsiteY29" fmla="*/ 8191974 h 8712780"/>
              <a:gd name="connsiteX30" fmla="*/ 3349033 w 4832442"/>
              <a:gd name="connsiteY30" fmla="*/ 8489283 h 8712780"/>
              <a:gd name="connsiteX31" fmla="*/ 2997229 w 4832442"/>
              <a:gd name="connsiteY31" fmla="*/ 8708197 h 8712780"/>
              <a:gd name="connsiteX32" fmla="*/ 2491696 w 4832442"/>
              <a:gd name="connsiteY32" fmla="*/ 8215640 h 8712780"/>
              <a:gd name="connsiteX33" fmla="*/ 2491696 w 4832442"/>
              <a:gd name="connsiteY33" fmla="*/ 5048785 h 8712780"/>
              <a:gd name="connsiteX34" fmla="*/ 2491696 w 4832442"/>
              <a:gd name="connsiteY34" fmla="*/ 5000898 h 8712780"/>
              <a:gd name="connsiteX35" fmla="*/ 2495642 w 4832442"/>
              <a:gd name="connsiteY35" fmla="*/ 4998170 h 8712780"/>
              <a:gd name="connsiteX36" fmla="*/ 2495642 w 4832442"/>
              <a:gd name="connsiteY36" fmla="*/ 4972322 h 8712780"/>
              <a:gd name="connsiteX37" fmla="*/ 2492683 w 4832442"/>
              <a:gd name="connsiteY37" fmla="*/ 4972774 h 8712780"/>
              <a:gd name="connsiteX38" fmla="*/ 2481877 w 4832442"/>
              <a:gd name="connsiteY38" fmla="*/ 4952333 h 8712780"/>
              <a:gd name="connsiteX39" fmla="*/ 2462498 w 4832442"/>
              <a:gd name="connsiteY39" fmla="*/ 4956640 h 8712780"/>
              <a:gd name="connsiteX40" fmla="*/ 2467508 w 4832442"/>
              <a:gd name="connsiteY40" fmla="*/ 4963158 h 8712780"/>
              <a:gd name="connsiteX41" fmla="*/ 2345337 w 4832442"/>
              <a:gd name="connsiteY41" fmla="*/ 4989047 h 8712780"/>
              <a:gd name="connsiteX42" fmla="*/ 2346078 w 4832442"/>
              <a:gd name="connsiteY42" fmla="*/ 8218519 h 8712780"/>
              <a:gd name="connsiteX43" fmla="*/ 1841845 w 4832442"/>
              <a:gd name="connsiteY43" fmla="*/ 8710411 h 8712780"/>
              <a:gd name="connsiteX44" fmla="*/ 1434608 w 4832442"/>
              <a:gd name="connsiteY44" fmla="*/ 8273256 h 8712780"/>
              <a:gd name="connsiteX45" fmla="*/ 1439051 w 4832442"/>
              <a:gd name="connsiteY45" fmla="*/ 7305746 h 8712780"/>
              <a:gd name="connsiteX46" fmla="*/ 1487179 w 4832442"/>
              <a:gd name="connsiteY46" fmla="*/ 7263584 h 8712780"/>
              <a:gd name="connsiteX47" fmla="*/ 1430906 w 4832442"/>
              <a:gd name="connsiteY47" fmla="*/ 7277638 h 8712780"/>
              <a:gd name="connsiteX48" fmla="*/ 1434654 w 4832442"/>
              <a:gd name="connsiteY48" fmla="*/ 4782547 h 8712780"/>
              <a:gd name="connsiteX49" fmla="*/ 1438277 w 4832442"/>
              <a:gd name="connsiteY49" fmla="*/ 4196369 h 8712780"/>
              <a:gd name="connsiteX50" fmla="*/ 1436099 w 4832442"/>
              <a:gd name="connsiteY50" fmla="*/ 4194532 h 8712780"/>
              <a:gd name="connsiteX51" fmla="*/ 1439544 w 4832442"/>
              <a:gd name="connsiteY51" fmla="*/ 3991295 h 8712780"/>
              <a:gd name="connsiteX52" fmla="*/ 1439791 w 4832442"/>
              <a:gd name="connsiteY52" fmla="*/ 3951267 h 8712780"/>
              <a:gd name="connsiteX53" fmla="*/ 1440227 w 4832442"/>
              <a:gd name="connsiteY53" fmla="*/ 3950996 h 8712780"/>
              <a:gd name="connsiteX54" fmla="*/ 1441386 w 4832442"/>
              <a:gd name="connsiteY54" fmla="*/ 3882584 h 8712780"/>
              <a:gd name="connsiteX55" fmla="*/ 1436829 w 4832442"/>
              <a:gd name="connsiteY55" fmla="*/ 3877298 h 8712780"/>
              <a:gd name="connsiteX56" fmla="*/ 1436089 w 4832442"/>
              <a:gd name="connsiteY56" fmla="*/ 2419376 h 8712780"/>
              <a:gd name="connsiteX57" fmla="*/ 905941 w 4832442"/>
              <a:gd name="connsiteY57" fmla="*/ 2209305 h 8712780"/>
              <a:gd name="connsiteX58" fmla="*/ 699361 w 4832442"/>
              <a:gd name="connsiteY58" fmla="*/ 2130898 h 8712780"/>
              <a:gd name="connsiteX59" fmla="*/ 437248 w 4832442"/>
              <a:gd name="connsiteY59" fmla="*/ 2053231 h 8712780"/>
              <a:gd name="connsiteX60" fmla="*/ 115161 w 4832442"/>
              <a:gd name="connsiteY60" fmla="*/ 1911211 h 8712780"/>
              <a:gd name="connsiteX61" fmla="*/ 16684 w 4832442"/>
              <a:gd name="connsiteY61" fmla="*/ 1592406 h 8712780"/>
              <a:gd name="connsiteX62" fmla="*/ 181060 w 4832442"/>
              <a:gd name="connsiteY62" fmla="*/ 1092378 h 8712780"/>
              <a:gd name="connsiteX63" fmla="*/ 326924 w 4832442"/>
              <a:gd name="connsiteY63" fmla="*/ 647826 h 8712780"/>
              <a:gd name="connsiteX64" fmla="*/ 459461 w 4832442"/>
              <a:gd name="connsiteY64" fmla="*/ 180344 h 8712780"/>
              <a:gd name="connsiteX65" fmla="*/ 913345 w 4832442"/>
              <a:gd name="connsiteY65" fmla="*/ 49419 h 8712780"/>
              <a:gd name="connsiteX66" fmla="*/ 1013303 w 4832442"/>
              <a:gd name="connsiteY66" fmla="*/ 366005 h 8712780"/>
              <a:gd name="connsiteX67" fmla="*/ 868179 w 4832442"/>
              <a:gd name="connsiteY67" fmla="*/ 888224 h 8712780"/>
              <a:gd name="connsiteX68" fmla="*/ 670484 w 4832442"/>
              <a:gd name="connsiteY68" fmla="*/ 1516958 h 8712780"/>
              <a:gd name="connsiteX69" fmla="*/ 958511 w 4832442"/>
              <a:gd name="connsiteY69" fmla="*/ 1619774 h 8712780"/>
              <a:gd name="connsiteX70" fmla="*/ 1757436 w 4832442"/>
              <a:gd name="connsiteY70" fmla="*/ 1912691 h 8712780"/>
              <a:gd name="connsiteX71" fmla="*/ 1871462 w 4832442"/>
              <a:gd name="connsiteY71" fmla="*/ 1924525 h 8712780"/>
              <a:gd name="connsiteX72" fmla="*/ 2968039 w 4832442"/>
              <a:gd name="connsiteY72" fmla="*/ 1924525 h 8712780"/>
              <a:gd name="connsiteX73" fmla="*/ 3308637 w 4832442"/>
              <a:gd name="connsiteY73" fmla="*/ 1827626 h 8712780"/>
              <a:gd name="connsiteX74" fmla="*/ 4168276 w 4832442"/>
              <a:gd name="connsiteY74" fmla="*/ 1516958 h 8712780"/>
              <a:gd name="connsiteX75" fmla="*/ 3935781 w 4832442"/>
              <a:gd name="connsiteY75" fmla="*/ 778011 h 8712780"/>
              <a:gd name="connsiteX76" fmla="*/ 3821015 w 4832442"/>
              <a:gd name="connsiteY76" fmla="*/ 207713 h 8712780"/>
              <a:gd name="connsiteX77" fmla="*/ 4117693 w 4832442"/>
              <a:gd name="connsiteY77" fmla="*/ 947 h 8712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4832442" h="8712780">
                <a:moveTo>
                  <a:pt x="2404995" y="84290"/>
                </a:moveTo>
                <a:cubicBezTo>
                  <a:pt x="2555738" y="84152"/>
                  <a:pt x="2704813" y="132625"/>
                  <a:pt x="2845969" y="183591"/>
                </a:cubicBezTo>
                <a:cubicBezTo>
                  <a:pt x="3050479" y="332796"/>
                  <a:pt x="3216458" y="556603"/>
                  <a:pt x="3243133" y="812910"/>
                </a:cubicBezTo>
                <a:cubicBezTo>
                  <a:pt x="3274995" y="1078081"/>
                  <a:pt x="3148288" y="1344730"/>
                  <a:pt x="2951929" y="1519787"/>
                </a:cubicBezTo>
                <a:cubicBezTo>
                  <a:pt x="2905988" y="1555241"/>
                  <a:pt x="2870421" y="1608423"/>
                  <a:pt x="2811884" y="1624673"/>
                </a:cubicBezTo>
                <a:cubicBezTo>
                  <a:pt x="2691105" y="1659389"/>
                  <a:pt x="2570326" y="1705185"/>
                  <a:pt x="2443619" y="1707401"/>
                </a:cubicBezTo>
                <a:cubicBezTo>
                  <a:pt x="2279122" y="1710355"/>
                  <a:pt x="2121293" y="1657173"/>
                  <a:pt x="1969393" y="1601037"/>
                </a:cubicBezTo>
                <a:cubicBezTo>
                  <a:pt x="1809342" y="1470298"/>
                  <a:pt x="1679671" y="1296718"/>
                  <a:pt x="1617429" y="1097286"/>
                </a:cubicBezTo>
                <a:cubicBezTo>
                  <a:pt x="1532216" y="798138"/>
                  <a:pt x="1659664" y="475353"/>
                  <a:pt x="1884922" y="271489"/>
                </a:cubicBezTo>
                <a:cubicBezTo>
                  <a:pt x="1968652" y="152568"/>
                  <a:pt x="2127221" y="148136"/>
                  <a:pt x="2253928" y="102341"/>
                </a:cubicBezTo>
                <a:cubicBezTo>
                  <a:pt x="2304315" y="89784"/>
                  <a:pt x="2354748" y="84336"/>
                  <a:pt x="2404995" y="84290"/>
                </a:cubicBezTo>
                <a:close/>
                <a:moveTo>
                  <a:pt x="4117693" y="947"/>
                </a:moveTo>
                <a:cubicBezTo>
                  <a:pt x="4197824" y="5420"/>
                  <a:pt x="4275639" y="38602"/>
                  <a:pt x="4324507" y="102678"/>
                </a:cubicBezTo>
                <a:cubicBezTo>
                  <a:pt x="4406695" y="271325"/>
                  <a:pt x="4438533" y="457726"/>
                  <a:pt x="4505913" y="631553"/>
                </a:cubicBezTo>
                <a:cubicBezTo>
                  <a:pt x="4577734" y="807598"/>
                  <a:pt x="4614756" y="996218"/>
                  <a:pt x="4688799" y="1172264"/>
                </a:cubicBezTo>
                <a:cubicBezTo>
                  <a:pt x="4745812" y="1344611"/>
                  <a:pt x="4803565" y="1518438"/>
                  <a:pt x="4832442" y="1698921"/>
                </a:cubicBezTo>
                <a:cubicBezTo>
                  <a:pt x="4803565" y="1759575"/>
                  <a:pt x="4808748" y="1837982"/>
                  <a:pt x="4755438" y="1886061"/>
                </a:cubicBezTo>
                <a:cubicBezTo>
                  <a:pt x="4654739" y="1979262"/>
                  <a:pt x="4510355" y="1995536"/>
                  <a:pt x="4390405" y="2054710"/>
                </a:cubicBezTo>
                <a:cubicBezTo>
                  <a:pt x="4305256" y="2099091"/>
                  <a:pt x="4206779" y="2102790"/>
                  <a:pt x="4117927" y="2138295"/>
                </a:cubicBezTo>
                <a:cubicBezTo>
                  <a:pt x="3875806" y="2227797"/>
                  <a:pt x="3641090" y="2335791"/>
                  <a:pt x="3396008" y="2417156"/>
                </a:cubicBezTo>
                <a:cubicBezTo>
                  <a:pt x="3394527" y="3388365"/>
                  <a:pt x="3394527" y="4358834"/>
                  <a:pt x="3396008" y="5330043"/>
                </a:cubicBezTo>
                <a:lnTo>
                  <a:pt x="3392385" y="5333676"/>
                </a:lnTo>
                <a:lnTo>
                  <a:pt x="3381013" y="5345081"/>
                </a:lnTo>
                <a:lnTo>
                  <a:pt x="3381013" y="5383935"/>
                </a:lnTo>
                <a:lnTo>
                  <a:pt x="3395300" y="5374743"/>
                </a:lnTo>
                <a:cubicBezTo>
                  <a:pt x="3393100" y="5529976"/>
                  <a:pt x="3395300" y="5684469"/>
                  <a:pt x="3394567" y="5839701"/>
                </a:cubicBezTo>
                <a:lnTo>
                  <a:pt x="3381013" y="5826757"/>
                </a:lnTo>
                <a:lnTo>
                  <a:pt x="3381013" y="5854173"/>
                </a:lnTo>
                <a:lnTo>
                  <a:pt x="3391899" y="5863056"/>
                </a:lnTo>
                <a:cubicBezTo>
                  <a:pt x="3398551" y="6638869"/>
                  <a:pt x="3392639" y="7415421"/>
                  <a:pt x="3394856" y="8191974"/>
                </a:cubicBezTo>
                <a:cubicBezTo>
                  <a:pt x="3394117" y="8291816"/>
                  <a:pt x="3393378" y="8397576"/>
                  <a:pt x="3349033" y="8489283"/>
                </a:cubicBezTo>
                <a:cubicBezTo>
                  <a:pt x="3272168" y="8609094"/>
                  <a:pt x="3139872" y="8693405"/>
                  <a:pt x="2997229" y="8708197"/>
                </a:cubicBezTo>
                <a:cubicBezTo>
                  <a:pt x="2727463" y="8739998"/>
                  <a:pt x="2471001" y="8483366"/>
                  <a:pt x="2491696" y="8215640"/>
                </a:cubicBezTo>
                <a:cubicBezTo>
                  <a:pt x="2492435" y="7159529"/>
                  <a:pt x="2493174" y="6104157"/>
                  <a:pt x="2491696" y="5048785"/>
                </a:cubicBezTo>
                <a:cubicBezTo>
                  <a:pt x="2476914" y="5037692"/>
                  <a:pt x="2481348" y="5015134"/>
                  <a:pt x="2491696" y="5000898"/>
                </a:cubicBezTo>
                <a:lnTo>
                  <a:pt x="2495642" y="4998170"/>
                </a:lnTo>
                <a:lnTo>
                  <a:pt x="2495642" y="4972322"/>
                </a:lnTo>
                <a:lnTo>
                  <a:pt x="2492683" y="4972774"/>
                </a:lnTo>
                <a:lnTo>
                  <a:pt x="2481877" y="4952333"/>
                </a:lnTo>
                <a:lnTo>
                  <a:pt x="2462498" y="4956640"/>
                </a:lnTo>
                <a:lnTo>
                  <a:pt x="2467508" y="4963158"/>
                </a:lnTo>
                <a:cubicBezTo>
                  <a:pt x="2457883" y="5012717"/>
                  <a:pt x="2381618" y="4977952"/>
                  <a:pt x="2345337" y="4989047"/>
                </a:cubicBezTo>
                <a:cubicBezTo>
                  <a:pt x="2344597" y="6066031"/>
                  <a:pt x="2344597" y="7141535"/>
                  <a:pt x="2346078" y="8218519"/>
                </a:cubicBezTo>
                <a:cubicBezTo>
                  <a:pt x="2370512" y="8487765"/>
                  <a:pt x="2109880" y="8739998"/>
                  <a:pt x="1841845" y="8710411"/>
                </a:cubicBezTo>
                <a:cubicBezTo>
                  <a:pt x="1625639" y="8692658"/>
                  <a:pt x="1419799" y="8497381"/>
                  <a:pt x="1434608" y="8273256"/>
                </a:cubicBezTo>
                <a:cubicBezTo>
                  <a:pt x="1438310" y="7950753"/>
                  <a:pt x="1430165" y="7627509"/>
                  <a:pt x="1439051" y="7305746"/>
                </a:cubicBezTo>
                <a:cubicBezTo>
                  <a:pt x="1450898" y="7295390"/>
                  <a:pt x="1474591" y="7273939"/>
                  <a:pt x="1487179" y="7263584"/>
                </a:cubicBezTo>
                <a:cubicBezTo>
                  <a:pt x="1473111" y="7267282"/>
                  <a:pt x="1444974" y="7273939"/>
                  <a:pt x="1430906" y="7277638"/>
                </a:cubicBezTo>
                <a:cubicBezTo>
                  <a:pt x="1440902" y="6446045"/>
                  <a:pt x="1433404" y="5614036"/>
                  <a:pt x="1434654" y="4782547"/>
                </a:cubicBezTo>
                <a:lnTo>
                  <a:pt x="1438277" y="4196369"/>
                </a:lnTo>
                <a:lnTo>
                  <a:pt x="1436099" y="4194532"/>
                </a:lnTo>
                <a:lnTo>
                  <a:pt x="1439544" y="3991295"/>
                </a:lnTo>
                <a:lnTo>
                  <a:pt x="1439791" y="3951267"/>
                </a:lnTo>
                <a:lnTo>
                  <a:pt x="1440227" y="3950996"/>
                </a:lnTo>
                <a:lnTo>
                  <a:pt x="1441386" y="3882584"/>
                </a:lnTo>
                <a:lnTo>
                  <a:pt x="1436829" y="3877298"/>
                </a:lnTo>
                <a:cubicBezTo>
                  <a:pt x="1433867" y="3391324"/>
                  <a:pt x="1435348" y="2905350"/>
                  <a:pt x="1436089" y="2419376"/>
                </a:cubicBezTo>
                <a:cubicBezTo>
                  <a:pt x="1262088" y="2343188"/>
                  <a:pt x="1076980" y="2292890"/>
                  <a:pt x="905941" y="2209305"/>
                </a:cubicBezTo>
                <a:cubicBezTo>
                  <a:pt x="838561" y="2179718"/>
                  <a:pt x="768221" y="2156047"/>
                  <a:pt x="699361" y="2130898"/>
                </a:cubicBezTo>
                <a:cubicBezTo>
                  <a:pt x="613471" y="2098352"/>
                  <a:pt x="517955" y="2100571"/>
                  <a:pt x="437248" y="2053231"/>
                </a:cubicBezTo>
                <a:cubicBezTo>
                  <a:pt x="332848" y="1998494"/>
                  <a:pt x="210677" y="1981481"/>
                  <a:pt x="115161" y="1911211"/>
                </a:cubicBezTo>
                <a:cubicBezTo>
                  <a:pt x="22608" y="1837982"/>
                  <a:pt x="-28482" y="1705578"/>
                  <a:pt x="16684" y="1592406"/>
                </a:cubicBezTo>
                <a:cubicBezTo>
                  <a:pt x="72216" y="1425976"/>
                  <a:pt x="115902" y="1255848"/>
                  <a:pt x="181060" y="1092378"/>
                </a:cubicBezTo>
                <a:cubicBezTo>
                  <a:pt x="235111" y="945920"/>
                  <a:pt x="267690" y="792065"/>
                  <a:pt x="326924" y="647826"/>
                </a:cubicBezTo>
                <a:cubicBezTo>
                  <a:pt x="382457" y="495451"/>
                  <a:pt x="430585" y="340116"/>
                  <a:pt x="459461" y="180344"/>
                </a:cubicBezTo>
                <a:cubicBezTo>
                  <a:pt x="530543" y="12435"/>
                  <a:pt x="763778" y="-54137"/>
                  <a:pt x="913345" y="49419"/>
                </a:cubicBezTo>
                <a:cubicBezTo>
                  <a:pt x="992571" y="132264"/>
                  <a:pt x="1053286" y="249135"/>
                  <a:pt x="1013303" y="366005"/>
                </a:cubicBezTo>
                <a:cubicBezTo>
                  <a:pt x="954809" y="536873"/>
                  <a:pt x="932596" y="718096"/>
                  <a:pt x="868179" y="888224"/>
                </a:cubicBezTo>
                <a:cubicBezTo>
                  <a:pt x="808944" y="1099775"/>
                  <a:pt x="714169" y="1300969"/>
                  <a:pt x="670484" y="1516958"/>
                </a:cubicBezTo>
                <a:cubicBezTo>
                  <a:pt x="769702" y="1542847"/>
                  <a:pt x="862255" y="1587228"/>
                  <a:pt x="958511" y="1619774"/>
                </a:cubicBezTo>
                <a:cubicBezTo>
                  <a:pt x="1236913" y="1682648"/>
                  <a:pt x="1487919" y="1823188"/>
                  <a:pt x="1757436" y="1912691"/>
                </a:cubicBezTo>
                <a:cubicBezTo>
                  <a:pt x="1793717" y="1925265"/>
                  <a:pt x="1832960" y="1923785"/>
                  <a:pt x="1871462" y="1924525"/>
                </a:cubicBezTo>
                <a:cubicBezTo>
                  <a:pt x="2237234" y="1924525"/>
                  <a:pt x="2602266" y="1923785"/>
                  <a:pt x="2968039" y="1924525"/>
                </a:cubicBezTo>
                <a:cubicBezTo>
                  <a:pt x="3090210" y="1933401"/>
                  <a:pt x="3196091" y="1862391"/>
                  <a:pt x="3308637" y="1827626"/>
                </a:cubicBezTo>
                <a:cubicBezTo>
                  <a:pt x="3584817" y="1695222"/>
                  <a:pt x="3882470" y="1621993"/>
                  <a:pt x="4168276" y="1516958"/>
                </a:cubicBezTo>
                <a:cubicBezTo>
                  <a:pt x="4109782" y="1264725"/>
                  <a:pt x="4005382" y="1026546"/>
                  <a:pt x="3935781" y="778011"/>
                </a:cubicBezTo>
                <a:cubicBezTo>
                  <a:pt x="3867662" y="596788"/>
                  <a:pt x="3801763" y="402990"/>
                  <a:pt x="3821015" y="207713"/>
                </a:cubicBezTo>
                <a:cubicBezTo>
                  <a:pt x="3844153" y="65785"/>
                  <a:pt x="3984141" y="-6508"/>
                  <a:pt x="4117693" y="947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5770360" y="4760633"/>
            <a:ext cx="945722" cy="2028544"/>
            <a:chOff x="6454717" y="-3876675"/>
            <a:chExt cx="4331715" cy="9291389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2" name="Freeform 23"/>
            <p:cNvSpPr>
              <a:spLocks/>
            </p:cNvSpPr>
            <p:nvPr/>
          </p:nvSpPr>
          <p:spPr bwMode="auto">
            <a:xfrm flipV="1">
              <a:off x="7334250" y="-3876675"/>
              <a:ext cx="1968500" cy="1416050"/>
            </a:xfrm>
            <a:custGeom>
              <a:avLst/>
              <a:gdLst>
                <a:gd name="T0" fmla="*/ 829 w 2252"/>
                <a:gd name="T1" fmla="*/ 1594 h 1625"/>
                <a:gd name="T2" fmla="*/ 1381 w 2252"/>
                <a:gd name="T3" fmla="*/ 1594 h 1625"/>
                <a:gd name="T4" fmla="*/ 2067 w 2252"/>
                <a:gd name="T5" fmla="*/ 1041 h 1625"/>
                <a:gd name="T6" fmla="*/ 2126 w 2252"/>
                <a:gd name="T7" fmla="*/ 74 h 1625"/>
                <a:gd name="T8" fmla="*/ 508 w 2252"/>
                <a:gd name="T9" fmla="*/ 76 h 1625"/>
                <a:gd name="T10" fmla="*/ 117 w 2252"/>
                <a:gd name="T11" fmla="*/ 0 h 1625"/>
                <a:gd name="T12" fmla="*/ 74 w 2252"/>
                <a:gd name="T13" fmla="*/ 109 h 1625"/>
                <a:gd name="T14" fmla="*/ 80 w 2252"/>
                <a:gd name="T15" fmla="*/ 921 h 1625"/>
                <a:gd name="T16" fmla="*/ 829 w 2252"/>
                <a:gd name="T17" fmla="*/ 1594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52" h="1625">
                  <a:moveTo>
                    <a:pt x="829" y="1594"/>
                  </a:moveTo>
                  <a:cubicBezTo>
                    <a:pt x="1011" y="1619"/>
                    <a:pt x="1199" y="1625"/>
                    <a:pt x="1381" y="1594"/>
                  </a:cubicBezTo>
                  <a:cubicBezTo>
                    <a:pt x="1663" y="1504"/>
                    <a:pt x="1959" y="1332"/>
                    <a:pt x="2067" y="1041"/>
                  </a:cubicBezTo>
                  <a:cubicBezTo>
                    <a:pt x="2248" y="755"/>
                    <a:pt x="2252" y="383"/>
                    <a:pt x="2126" y="74"/>
                  </a:cubicBezTo>
                  <a:cubicBezTo>
                    <a:pt x="1587" y="77"/>
                    <a:pt x="1047" y="73"/>
                    <a:pt x="508" y="76"/>
                  </a:cubicBezTo>
                  <a:cubicBezTo>
                    <a:pt x="373" y="78"/>
                    <a:pt x="243" y="40"/>
                    <a:pt x="117" y="0"/>
                  </a:cubicBezTo>
                  <a:cubicBezTo>
                    <a:pt x="104" y="37"/>
                    <a:pt x="90" y="73"/>
                    <a:pt x="74" y="109"/>
                  </a:cubicBezTo>
                  <a:cubicBezTo>
                    <a:pt x="4" y="375"/>
                    <a:pt x="0" y="658"/>
                    <a:pt x="80" y="921"/>
                  </a:cubicBezTo>
                  <a:cubicBezTo>
                    <a:pt x="208" y="1247"/>
                    <a:pt x="502" y="1485"/>
                    <a:pt x="829" y="15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任意多边形 12"/>
            <p:cNvSpPr>
              <a:spLocks/>
            </p:cNvSpPr>
            <p:nvPr/>
          </p:nvSpPr>
          <p:spPr bwMode="auto">
            <a:xfrm flipV="1">
              <a:off x="6454717" y="-2481377"/>
              <a:ext cx="4331715" cy="7896091"/>
            </a:xfrm>
            <a:custGeom>
              <a:avLst/>
              <a:gdLst>
                <a:gd name="connsiteX0" fmla="*/ 2986934 w 4331715"/>
                <a:gd name="connsiteY0" fmla="*/ 7893713 h 7896091"/>
                <a:gd name="connsiteX1" fmla="*/ 3620591 w 4331715"/>
                <a:gd name="connsiteY1" fmla="*/ 7732623 h 7896091"/>
                <a:gd name="connsiteX2" fmla="*/ 3807267 w 4331715"/>
                <a:gd name="connsiteY2" fmla="*/ 7515466 h 7896091"/>
                <a:gd name="connsiteX3" fmla="*/ 4045917 w 4331715"/>
                <a:gd name="connsiteY3" fmla="*/ 7042459 h 7896091"/>
                <a:gd name="connsiteX4" fmla="*/ 4288032 w 4331715"/>
                <a:gd name="connsiteY4" fmla="*/ 5944041 h 7896091"/>
                <a:gd name="connsiteX5" fmla="*/ 4298427 w 4331715"/>
                <a:gd name="connsiteY5" fmla="*/ 4188626 h 7896091"/>
                <a:gd name="connsiteX6" fmla="*/ 3846681 w 4331715"/>
                <a:gd name="connsiteY6" fmla="*/ 3897241 h 7896091"/>
                <a:gd name="connsiteX7" fmla="*/ 3607164 w 4331715"/>
                <a:gd name="connsiteY7" fmla="*/ 4250220 h 7896091"/>
                <a:gd name="connsiteX8" fmla="*/ 3487623 w 4331715"/>
                <a:gd name="connsiteY8" fmla="*/ 6503911 h 7896091"/>
                <a:gd name="connsiteX9" fmla="*/ 3323903 w 4331715"/>
                <a:gd name="connsiteY9" fmla="*/ 6955597 h 7896091"/>
                <a:gd name="connsiteX10" fmla="*/ 3319138 w 4331715"/>
                <a:gd name="connsiteY10" fmla="*/ 500912 h 7896091"/>
                <a:gd name="connsiteX11" fmla="*/ 3154119 w 4331715"/>
                <a:gd name="connsiteY11" fmla="*/ 132140 h 7896091"/>
                <a:gd name="connsiteX12" fmla="*/ 2753481 w 4331715"/>
                <a:gd name="connsiteY12" fmla="*/ 1057 h 7896091"/>
                <a:gd name="connsiteX13" fmla="*/ 2292207 w 4331715"/>
                <a:gd name="connsiteY13" fmla="*/ 342190 h 7896091"/>
                <a:gd name="connsiteX14" fmla="*/ 2256691 w 4331715"/>
                <a:gd name="connsiteY14" fmla="*/ 653316 h 7896091"/>
                <a:gd name="connsiteX15" fmla="*/ 2256691 w 4331715"/>
                <a:gd name="connsiteY15" fmla="*/ 2343189 h 7896091"/>
                <a:gd name="connsiteX16" fmla="*/ 2256691 w 4331715"/>
                <a:gd name="connsiteY16" fmla="*/ 2620360 h 7896091"/>
                <a:gd name="connsiteX17" fmla="*/ 2257557 w 4331715"/>
                <a:gd name="connsiteY17" fmla="*/ 4391569 h 7896091"/>
                <a:gd name="connsiteX18" fmla="*/ 2082143 w 4331715"/>
                <a:gd name="connsiteY18" fmla="*/ 4392359 h 7896091"/>
                <a:gd name="connsiteX19" fmla="*/ 2080410 w 4331715"/>
                <a:gd name="connsiteY19" fmla="*/ 3019929 h 7896091"/>
                <a:gd name="connsiteX20" fmla="*/ 2069149 w 4331715"/>
                <a:gd name="connsiteY20" fmla="*/ 2694588 h 7896091"/>
                <a:gd name="connsiteX21" fmla="*/ 2081276 w 4331715"/>
                <a:gd name="connsiteY21" fmla="*/ 2561136 h 7896091"/>
                <a:gd name="connsiteX22" fmla="*/ 2080410 w 4331715"/>
                <a:gd name="connsiteY22" fmla="*/ 562505 h 7896091"/>
                <a:gd name="connsiteX23" fmla="*/ 1379619 w 4331715"/>
                <a:gd name="connsiteY23" fmla="*/ 24746 h 7896091"/>
                <a:gd name="connsiteX24" fmla="*/ 991975 w 4331715"/>
                <a:gd name="connsiteY24" fmla="*/ 530129 h 7896091"/>
                <a:gd name="connsiteX25" fmla="*/ 991109 w 4331715"/>
                <a:gd name="connsiteY25" fmla="*/ 3235506 h 7896091"/>
                <a:gd name="connsiteX26" fmla="*/ 1003669 w 4331715"/>
                <a:gd name="connsiteY26" fmla="*/ 3744837 h 7896091"/>
                <a:gd name="connsiteX27" fmla="*/ 991109 w 4331715"/>
                <a:gd name="connsiteY27" fmla="*/ 4067018 h 7896091"/>
                <a:gd name="connsiteX28" fmla="*/ 991975 w 4331715"/>
                <a:gd name="connsiteY28" fmla="*/ 6583666 h 7896091"/>
                <a:gd name="connsiteX29" fmla="*/ 978115 w 4331715"/>
                <a:gd name="connsiteY29" fmla="*/ 6930327 h 7896091"/>
                <a:gd name="connsiteX30" fmla="*/ 806599 w 4331715"/>
                <a:gd name="connsiteY30" fmla="*/ 6282806 h 7896091"/>
                <a:gd name="connsiteX31" fmla="*/ 729936 w 4331715"/>
                <a:gd name="connsiteY31" fmla="*/ 4309444 h 7896091"/>
                <a:gd name="connsiteX32" fmla="*/ 678395 w 4331715"/>
                <a:gd name="connsiteY32" fmla="*/ 4078074 h 7896091"/>
                <a:gd name="connsiteX33" fmla="*/ 143490 w 4331715"/>
                <a:gd name="connsiteY33" fmla="*/ 3988052 h 7896091"/>
                <a:gd name="connsiteX34" fmla="*/ 10521 w 4331715"/>
                <a:gd name="connsiteY34" fmla="*/ 4675847 h 7896091"/>
                <a:gd name="connsiteX35" fmla="*/ 36942 w 4331715"/>
                <a:gd name="connsiteY35" fmla="*/ 5788478 h 7896091"/>
                <a:gd name="connsiteX36" fmla="*/ 178309 w 4331715"/>
                <a:gd name="connsiteY36" fmla="*/ 6667074 h 7896091"/>
                <a:gd name="connsiteX37" fmla="*/ 257848 w 4331715"/>
                <a:gd name="connsiteY37" fmla="*/ 6934239 h 7896091"/>
                <a:gd name="connsiteX38" fmla="*/ 247708 w 4331715"/>
                <a:gd name="connsiteY38" fmla="*/ 6924426 h 7896091"/>
                <a:gd name="connsiteX39" fmla="*/ 339465 w 4331715"/>
                <a:gd name="connsiteY39" fmla="*/ 7129217 h 7896091"/>
                <a:gd name="connsiteX40" fmla="*/ 658556 w 4331715"/>
                <a:gd name="connsiteY40" fmla="*/ 7617394 h 7896091"/>
                <a:gd name="connsiteX41" fmla="*/ 1031137 w 4331715"/>
                <a:gd name="connsiteY41" fmla="*/ 7818217 h 7896091"/>
                <a:gd name="connsiteX42" fmla="*/ 1257234 w 4331715"/>
                <a:gd name="connsiteY42" fmla="*/ 7861999 h 7896091"/>
                <a:gd name="connsiteX43" fmla="*/ 1259413 w 4331715"/>
                <a:gd name="connsiteY43" fmla="*/ 7861915 h 7896091"/>
                <a:gd name="connsiteX44" fmla="*/ 1259644 w 4331715"/>
                <a:gd name="connsiteY44" fmla="*/ 7862127 h 78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331715" h="7896091">
                  <a:moveTo>
                    <a:pt x="2986934" y="7893713"/>
                  </a:moveTo>
                  <a:cubicBezTo>
                    <a:pt x="3224718" y="7907927"/>
                    <a:pt x="3435648" y="7858968"/>
                    <a:pt x="3620591" y="7732623"/>
                  </a:cubicBezTo>
                  <a:cubicBezTo>
                    <a:pt x="3698986" y="7677346"/>
                    <a:pt x="3766553" y="7603907"/>
                    <a:pt x="3807267" y="7515466"/>
                  </a:cubicBezTo>
                  <a:cubicBezTo>
                    <a:pt x="3879165" y="7354375"/>
                    <a:pt x="3979649" y="7205919"/>
                    <a:pt x="4045917" y="7042459"/>
                  </a:cubicBezTo>
                  <a:cubicBezTo>
                    <a:pt x="4173688" y="6687902"/>
                    <a:pt x="4249484" y="6317551"/>
                    <a:pt x="4288032" y="5944041"/>
                  </a:cubicBezTo>
                  <a:cubicBezTo>
                    <a:pt x="4343039" y="5360482"/>
                    <a:pt x="4345637" y="4772975"/>
                    <a:pt x="4298427" y="4188626"/>
                  </a:cubicBezTo>
                  <a:cubicBezTo>
                    <a:pt x="4273739" y="3980945"/>
                    <a:pt x="4045917" y="3838017"/>
                    <a:pt x="3846681" y="3897241"/>
                  </a:cubicBezTo>
                  <a:cubicBezTo>
                    <a:pt x="3711980" y="3959625"/>
                    <a:pt x="3599368" y="4094656"/>
                    <a:pt x="3607164" y="4250220"/>
                  </a:cubicBezTo>
                  <a:cubicBezTo>
                    <a:pt x="3650477" y="5001977"/>
                    <a:pt x="3656540" y="5766368"/>
                    <a:pt x="3487623" y="6503911"/>
                  </a:cubicBezTo>
                  <a:cubicBezTo>
                    <a:pt x="3435648" y="6655526"/>
                    <a:pt x="3393635" y="6811878"/>
                    <a:pt x="3323903" y="6955597"/>
                  </a:cubicBezTo>
                  <a:cubicBezTo>
                    <a:pt x="3313941" y="4804561"/>
                    <a:pt x="3323037" y="2652736"/>
                    <a:pt x="3319138" y="500912"/>
                  </a:cubicBezTo>
                  <a:cubicBezTo>
                    <a:pt x="3309177" y="366669"/>
                    <a:pt x="3264565" y="221372"/>
                    <a:pt x="3154119" y="132140"/>
                  </a:cubicBezTo>
                  <a:cubicBezTo>
                    <a:pt x="3046705" y="37381"/>
                    <a:pt x="2897711" y="-7630"/>
                    <a:pt x="2753481" y="1057"/>
                  </a:cubicBezTo>
                  <a:cubicBezTo>
                    <a:pt x="2552946" y="21588"/>
                    <a:pt x="2381863" y="166096"/>
                    <a:pt x="2292207" y="342190"/>
                  </a:cubicBezTo>
                  <a:cubicBezTo>
                    <a:pt x="2250627" y="440108"/>
                    <a:pt x="2255824" y="549081"/>
                    <a:pt x="2256691" y="653316"/>
                  </a:cubicBezTo>
                  <a:cubicBezTo>
                    <a:pt x="2257557" y="1215554"/>
                    <a:pt x="2255824" y="1779372"/>
                    <a:pt x="2256691" y="2343189"/>
                  </a:cubicBezTo>
                  <a:cubicBezTo>
                    <a:pt x="2265786" y="2436369"/>
                    <a:pt x="2265353" y="2527970"/>
                    <a:pt x="2256691" y="2620360"/>
                  </a:cubicBezTo>
                  <a:cubicBezTo>
                    <a:pt x="2256691" y="3211816"/>
                    <a:pt x="2256691" y="3800903"/>
                    <a:pt x="2257557" y="4391569"/>
                  </a:cubicBezTo>
                  <a:lnTo>
                    <a:pt x="2082143" y="4392359"/>
                  </a:lnTo>
                  <a:cubicBezTo>
                    <a:pt x="2077811" y="3933566"/>
                    <a:pt x="2081276" y="3477142"/>
                    <a:pt x="2080410" y="3019929"/>
                  </a:cubicBezTo>
                  <a:cubicBezTo>
                    <a:pt x="2078677" y="2910166"/>
                    <a:pt x="2087340" y="2800403"/>
                    <a:pt x="2069149" y="2694588"/>
                  </a:cubicBezTo>
                  <a:cubicBezTo>
                    <a:pt x="2076079" y="2649578"/>
                    <a:pt x="2080410" y="2604567"/>
                    <a:pt x="2081276" y="2561136"/>
                  </a:cubicBezTo>
                  <a:cubicBezTo>
                    <a:pt x="2079544" y="1894662"/>
                    <a:pt x="2080410" y="1228189"/>
                    <a:pt x="2080410" y="562505"/>
                  </a:cubicBezTo>
                  <a:cubicBezTo>
                    <a:pt x="2112894" y="210317"/>
                    <a:pt x="1711390" y="-88965"/>
                    <a:pt x="1379619" y="24746"/>
                  </a:cubicBezTo>
                  <a:cubicBezTo>
                    <a:pt x="1168256" y="95026"/>
                    <a:pt x="978115" y="298759"/>
                    <a:pt x="991975" y="530129"/>
                  </a:cubicBezTo>
                  <a:cubicBezTo>
                    <a:pt x="991109" y="1432711"/>
                    <a:pt x="991975" y="2333714"/>
                    <a:pt x="991109" y="3235506"/>
                  </a:cubicBezTo>
                  <a:cubicBezTo>
                    <a:pt x="996739" y="3405283"/>
                    <a:pt x="978981" y="3576639"/>
                    <a:pt x="1003669" y="3744837"/>
                  </a:cubicBezTo>
                  <a:cubicBezTo>
                    <a:pt x="984179" y="3851441"/>
                    <a:pt x="993275" y="3959625"/>
                    <a:pt x="991109" y="4067018"/>
                  </a:cubicBezTo>
                  <a:cubicBezTo>
                    <a:pt x="991975" y="4906428"/>
                    <a:pt x="991109" y="5744257"/>
                    <a:pt x="991975" y="6583666"/>
                  </a:cubicBezTo>
                  <a:cubicBezTo>
                    <a:pt x="991109" y="6698957"/>
                    <a:pt x="998472" y="6815037"/>
                    <a:pt x="978115" y="6930327"/>
                  </a:cubicBezTo>
                  <a:cubicBezTo>
                    <a:pt x="928739" y="6711591"/>
                    <a:pt x="840816" y="6503911"/>
                    <a:pt x="806599" y="6282806"/>
                  </a:cubicBezTo>
                  <a:cubicBezTo>
                    <a:pt x="687491" y="5632126"/>
                    <a:pt x="693554" y="4968021"/>
                    <a:pt x="729936" y="4309444"/>
                  </a:cubicBezTo>
                  <a:cubicBezTo>
                    <a:pt x="731669" y="4230478"/>
                    <a:pt x="741631" y="4138088"/>
                    <a:pt x="678395" y="4078074"/>
                  </a:cubicBezTo>
                  <a:cubicBezTo>
                    <a:pt x="603032" y="3866445"/>
                    <a:pt x="289452" y="3826962"/>
                    <a:pt x="143490" y="3988052"/>
                  </a:cubicBezTo>
                  <a:cubicBezTo>
                    <a:pt x="-34091" y="4170464"/>
                    <a:pt x="51668" y="4449214"/>
                    <a:pt x="10521" y="4675847"/>
                  </a:cubicBezTo>
                  <a:cubicBezTo>
                    <a:pt x="-7237" y="4975918"/>
                    <a:pt x="-5072" y="5409441"/>
                    <a:pt x="36942" y="5788478"/>
                  </a:cubicBezTo>
                  <a:cubicBezTo>
                    <a:pt x="61954" y="6084008"/>
                    <a:pt x="104509" y="6379539"/>
                    <a:pt x="178309" y="6667074"/>
                  </a:cubicBezTo>
                  <a:lnTo>
                    <a:pt x="257848" y="6934239"/>
                  </a:lnTo>
                  <a:lnTo>
                    <a:pt x="247708" y="6924426"/>
                  </a:lnTo>
                  <a:cubicBezTo>
                    <a:pt x="272190" y="6995918"/>
                    <a:pt x="313234" y="7058739"/>
                    <a:pt x="339465" y="7129217"/>
                  </a:cubicBezTo>
                  <a:cubicBezTo>
                    <a:pt x="390178" y="7319248"/>
                    <a:pt x="511663" y="7489261"/>
                    <a:pt x="658556" y="7617394"/>
                  </a:cubicBezTo>
                  <a:cubicBezTo>
                    <a:pt x="800100" y="7709734"/>
                    <a:pt x="924979" y="7778090"/>
                    <a:pt x="1031137" y="7818217"/>
                  </a:cubicBezTo>
                  <a:cubicBezTo>
                    <a:pt x="1110755" y="7848313"/>
                    <a:pt x="1203856" y="7861649"/>
                    <a:pt x="1257234" y="7861999"/>
                  </a:cubicBezTo>
                  <a:lnTo>
                    <a:pt x="1259413" y="7861915"/>
                  </a:lnTo>
                  <a:lnTo>
                    <a:pt x="1259644" y="78621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" name="组合 13"/>
          <p:cNvGrpSpPr/>
          <p:nvPr/>
        </p:nvGrpSpPr>
        <p:grpSpPr>
          <a:xfrm>
            <a:off x="5610515" y="276041"/>
            <a:ext cx="1326375" cy="2139808"/>
            <a:chOff x="8974508" y="795426"/>
            <a:chExt cx="2705641" cy="4364945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5" name="Freeform 34"/>
            <p:cNvSpPr>
              <a:spLocks/>
            </p:cNvSpPr>
            <p:nvPr/>
          </p:nvSpPr>
          <p:spPr bwMode="auto">
            <a:xfrm flipV="1">
              <a:off x="10931878" y="795426"/>
              <a:ext cx="369301" cy="427609"/>
            </a:xfrm>
            <a:custGeom>
              <a:avLst/>
              <a:gdLst>
                <a:gd name="T0" fmla="*/ 387 w 1069"/>
                <a:gd name="T1" fmla="*/ 1154 h 1228"/>
                <a:gd name="T2" fmla="*/ 757 w 1069"/>
                <a:gd name="T3" fmla="*/ 1163 h 1228"/>
                <a:gd name="T4" fmla="*/ 1040 w 1069"/>
                <a:gd name="T5" fmla="*/ 922 h 1228"/>
                <a:gd name="T6" fmla="*/ 960 w 1069"/>
                <a:gd name="T7" fmla="*/ 507 h 1228"/>
                <a:gd name="T8" fmla="*/ 980 w 1069"/>
                <a:gd name="T9" fmla="*/ 425 h 1228"/>
                <a:gd name="T10" fmla="*/ 898 w 1069"/>
                <a:gd name="T11" fmla="*/ 438 h 1228"/>
                <a:gd name="T12" fmla="*/ 365 w 1069"/>
                <a:gd name="T13" fmla="*/ 267 h 1228"/>
                <a:gd name="T14" fmla="*/ 238 w 1069"/>
                <a:gd name="T15" fmla="*/ 35 h 1228"/>
                <a:gd name="T16" fmla="*/ 42 w 1069"/>
                <a:gd name="T17" fmla="*/ 29 h 1228"/>
                <a:gd name="T18" fmla="*/ 198 w 1069"/>
                <a:gd name="T19" fmla="*/ 432 h 1228"/>
                <a:gd name="T20" fmla="*/ 667 w 1069"/>
                <a:gd name="T21" fmla="*/ 567 h 1228"/>
                <a:gd name="T22" fmla="*/ 782 w 1069"/>
                <a:gd name="T23" fmla="*/ 679 h 1228"/>
                <a:gd name="T24" fmla="*/ 777 w 1069"/>
                <a:gd name="T25" fmla="*/ 858 h 1228"/>
                <a:gd name="T26" fmla="*/ 730 w 1069"/>
                <a:gd name="T27" fmla="*/ 928 h 1228"/>
                <a:gd name="T28" fmla="*/ 591 w 1069"/>
                <a:gd name="T29" fmla="*/ 969 h 1228"/>
                <a:gd name="T30" fmla="*/ 412 w 1069"/>
                <a:gd name="T31" fmla="*/ 837 h 1228"/>
                <a:gd name="T32" fmla="*/ 187 w 1069"/>
                <a:gd name="T33" fmla="*/ 848 h 1228"/>
                <a:gd name="T34" fmla="*/ 387 w 1069"/>
                <a:gd name="T35" fmla="*/ 1154 h 1228"/>
                <a:gd name="connsiteX0" fmla="*/ 3325 w 9535"/>
                <a:gd name="connsiteY0" fmla="*/ 9269 h 9620"/>
                <a:gd name="connsiteX1" fmla="*/ 6786 w 9535"/>
                <a:gd name="connsiteY1" fmla="*/ 9343 h 9620"/>
                <a:gd name="connsiteX2" fmla="*/ 9434 w 9535"/>
                <a:gd name="connsiteY2" fmla="*/ 7380 h 9620"/>
                <a:gd name="connsiteX3" fmla="*/ 8685 w 9535"/>
                <a:gd name="connsiteY3" fmla="*/ 4001 h 9620"/>
                <a:gd name="connsiteX4" fmla="*/ 8872 w 9535"/>
                <a:gd name="connsiteY4" fmla="*/ 3333 h 9620"/>
                <a:gd name="connsiteX5" fmla="*/ 3119 w 9535"/>
                <a:gd name="connsiteY5" fmla="*/ 2046 h 9620"/>
                <a:gd name="connsiteX6" fmla="*/ 1931 w 9535"/>
                <a:gd name="connsiteY6" fmla="*/ 157 h 9620"/>
                <a:gd name="connsiteX7" fmla="*/ 98 w 9535"/>
                <a:gd name="connsiteY7" fmla="*/ 108 h 9620"/>
                <a:gd name="connsiteX8" fmla="*/ 1557 w 9535"/>
                <a:gd name="connsiteY8" fmla="*/ 3390 h 9620"/>
                <a:gd name="connsiteX9" fmla="*/ 5944 w 9535"/>
                <a:gd name="connsiteY9" fmla="*/ 4489 h 9620"/>
                <a:gd name="connsiteX10" fmla="*/ 7020 w 9535"/>
                <a:gd name="connsiteY10" fmla="*/ 5401 h 9620"/>
                <a:gd name="connsiteX11" fmla="*/ 6973 w 9535"/>
                <a:gd name="connsiteY11" fmla="*/ 6859 h 9620"/>
                <a:gd name="connsiteX12" fmla="*/ 6534 w 9535"/>
                <a:gd name="connsiteY12" fmla="*/ 7429 h 9620"/>
                <a:gd name="connsiteX13" fmla="*/ 5234 w 9535"/>
                <a:gd name="connsiteY13" fmla="*/ 7763 h 9620"/>
                <a:gd name="connsiteX14" fmla="*/ 3559 w 9535"/>
                <a:gd name="connsiteY14" fmla="*/ 6688 h 9620"/>
                <a:gd name="connsiteX15" fmla="*/ 1454 w 9535"/>
                <a:gd name="connsiteY15" fmla="*/ 6778 h 9620"/>
                <a:gd name="connsiteX16" fmla="*/ 3325 w 9535"/>
                <a:gd name="connsiteY16" fmla="*/ 9269 h 9620"/>
                <a:gd name="connsiteX0" fmla="*/ 3486 w 9999"/>
                <a:gd name="connsiteY0" fmla="*/ 9635 h 10000"/>
                <a:gd name="connsiteX1" fmla="*/ 7116 w 9999"/>
                <a:gd name="connsiteY1" fmla="*/ 9712 h 10000"/>
                <a:gd name="connsiteX2" fmla="*/ 9893 w 9999"/>
                <a:gd name="connsiteY2" fmla="*/ 7672 h 10000"/>
                <a:gd name="connsiteX3" fmla="*/ 9108 w 9999"/>
                <a:gd name="connsiteY3" fmla="*/ 4159 h 10000"/>
                <a:gd name="connsiteX4" fmla="*/ 3270 w 9999"/>
                <a:gd name="connsiteY4" fmla="*/ 2127 h 10000"/>
                <a:gd name="connsiteX5" fmla="*/ 2024 w 9999"/>
                <a:gd name="connsiteY5" fmla="*/ 163 h 10000"/>
                <a:gd name="connsiteX6" fmla="*/ 102 w 9999"/>
                <a:gd name="connsiteY6" fmla="*/ 112 h 10000"/>
                <a:gd name="connsiteX7" fmla="*/ 1632 w 9999"/>
                <a:gd name="connsiteY7" fmla="*/ 3524 h 10000"/>
                <a:gd name="connsiteX8" fmla="*/ 6233 w 9999"/>
                <a:gd name="connsiteY8" fmla="*/ 4666 h 10000"/>
                <a:gd name="connsiteX9" fmla="*/ 7361 w 9999"/>
                <a:gd name="connsiteY9" fmla="*/ 5614 h 10000"/>
                <a:gd name="connsiteX10" fmla="*/ 7312 w 9999"/>
                <a:gd name="connsiteY10" fmla="*/ 7130 h 10000"/>
                <a:gd name="connsiteX11" fmla="*/ 6852 w 9999"/>
                <a:gd name="connsiteY11" fmla="*/ 7722 h 10000"/>
                <a:gd name="connsiteX12" fmla="*/ 5488 w 9999"/>
                <a:gd name="connsiteY12" fmla="*/ 8070 h 10000"/>
                <a:gd name="connsiteX13" fmla="*/ 3732 w 9999"/>
                <a:gd name="connsiteY13" fmla="*/ 6952 h 10000"/>
                <a:gd name="connsiteX14" fmla="*/ 1524 w 9999"/>
                <a:gd name="connsiteY14" fmla="*/ 7046 h 10000"/>
                <a:gd name="connsiteX15" fmla="*/ 3486 w 9999"/>
                <a:gd name="connsiteY15" fmla="*/ 96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99" h="10000">
                  <a:moveTo>
                    <a:pt x="3486" y="9635"/>
                  </a:moveTo>
                  <a:cubicBezTo>
                    <a:pt x="4585" y="10262"/>
                    <a:pt x="5929" y="9941"/>
                    <a:pt x="7116" y="9712"/>
                  </a:cubicBezTo>
                  <a:cubicBezTo>
                    <a:pt x="8352" y="9475"/>
                    <a:pt x="9441" y="8687"/>
                    <a:pt x="9893" y="7672"/>
                  </a:cubicBezTo>
                  <a:cubicBezTo>
                    <a:pt x="10177" y="6462"/>
                    <a:pt x="9883" y="5191"/>
                    <a:pt x="9108" y="4159"/>
                  </a:cubicBezTo>
                  <a:cubicBezTo>
                    <a:pt x="8004" y="3235"/>
                    <a:pt x="4451" y="2793"/>
                    <a:pt x="3270" y="2127"/>
                  </a:cubicBezTo>
                  <a:cubicBezTo>
                    <a:pt x="2868" y="1475"/>
                    <a:pt x="2574" y="747"/>
                    <a:pt x="2024" y="163"/>
                  </a:cubicBezTo>
                  <a:cubicBezTo>
                    <a:pt x="1436" y="-133"/>
                    <a:pt x="739" y="53"/>
                    <a:pt x="102" y="112"/>
                  </a:cubicBezTo>
                  <a:cubicBezTo>
                    <a:pt x="-310" y="1433"/>
                    <a:pt x="593" y="2635"/>
                    <a:pt x="1632" y="3524"/>
                  </a:cubicBezTo>
                  <a:cubicBezTo>
                    <a:pt x="2995" y="4302"/>
                    <a:pt x="4693" y="4337"/>
                    <a:pt x="6233" y="4666"/>
                  </a:cubicBezTo>
                  <a:cubicBezTo>
                    <a:pt x="6704" y="4887"/>
                    <a:pt x="6989" y="5301"/>
                    <a:pt x="7361" y="5614"/>
                  </a:cubicBezTo>
                  <a:cubicBezTo>
                    <a:pt x="7352" y="6123"/>
                    <a:pt x="7332" y="6622"/>
                    <a:pt x="7312" y="7130"/>
                  </a:cubicBezTo>
                  <a:cubicBezTo>
                    <a:pt x="7205" y="7273"/>
                    <a:pt x="6969" y="7570"/>
                    <a:pt x="6852" y="7722"/>
                  </a:cubicBezTo>
                  <a:cubicBezTo>
                    <a:pt x="6390" y="7824"/>
                    <a:pt x="5939" y="7935"/>
                    <a:pt x="5488" y="8070"/>
                  </a:cubicBezTo>
                  <a:cubicBezTo>
                    <a:pt x="4653" y="8010"/>
                    <a:pt x="3712" y="7841"/>
                    <a:pt x="3732" y="6952"/>
                  </a:cubicBezTo>
                  <a:cubicBezTo>
                    <a:pt x="2995" y="6834"/>
                    <a:pt x="2251" y="6901"/>
                    <a:pt x="1524" y="7046"/>
                  </a:cubicBezTo>
                  <a:cubicBezTo>
                    <a:pt x="857" y="8315"/>
                    <a:pt x="2339" y="9179"/>
                    <a:pt x="3486" y="963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42"/>
            <p:cNvSpPr>
              <a:spLocks/>
            </p:cNvSpPr>
            <p:nvPr/>
          </p:nvSpPr>
          <p:spPr bwMode="auto">
            <a:xfrm flipV="1">
              <a:off x="9883776" y="1135063"/>
              <a:ext cx="863600" cy="811213"/>
            </a:xfrm>
            <a:custGeom>
              <a:avLst/>
              <a:gdLst>
                <a:gd name="T0" fmla="*/ 1042 w 2391"/>
                <a:gd name="T1" fmla="*/ 2179 h 2250"/>
                <a:gd name="T2" fmla="*/ 1964 w 2391"/>
                <a:gd name="T3" fmla="*/ 1950 h 2250"/>
                <a:gd name="T4" fmla="*/ 2340 w 2391"/>
                <a:gd name="T5" fmla="*/ 977 h 2250"/>
                <a:gd name="T6" fmla="*/ 1963 w 2391"/>
                <a:gd name="T7" fmla="*/ 244 h 2250"/>
                <a:gd name="T8" fmla="*/ 1167 w 2391"/>
                <a:gd name="T9" fmla="*/ 3 h 2250"/>
                <a:gd name="T10" fmla="*/ 634 w 2391"/>
                <a:gd name="T11" fmla="*/ 161 h 2250"/>
                <a:gd name="T12" fmla="*/ 176 w 2391"/>
                <a:gd name="T13" fmla="*/ 728 h 2250"/>
                <a:gd name="T14" fmla="*/ 669 w 2391"/>
                <a:gd name="T15" fmla="*/ 2032 h 2250"/>
                <a:gd name="T16" fmla="*/ 1042 w 2391"/>
                <a:gd name="T17" fmla="*/ 2179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91" h="2250">
                  <a:moveTo>
                    <a:pt x="1042" y="2179"/>
                  </a:moveTo>
                  <a:cubicBezTo>
                    <a:pt x="1368" y="2250"/>
                    <a:pt x="1692" y="2121"/>
                    <a:pt x="1964" y="1950"/>
                  </a:cubicBezTo>
                  <a:cubicBezTo>
                    <a:pt x="2203" y="1689"/>
                    <a:pt x="2391" y="1342"/>
                    <a:pt x="2340" y="977"/>
                  </a:cubicBezTo>
                  <a:cubicBezTo>
                    <a:pt x="2325" y="689"/>
                    <a:pt x="2136" y="458"/>
                    <a:pt x="1963" y="244"/>
                  </a:cubicBezTo>
                  <a:cubicBezTo>
                    <a:pt x="1757" y="33"/>
                    <a:pt x="1446" y="0"/>
                    <a:pt x="1167" y="3"/>
                  </a:cubicBezTo>
                  <a:cubicBezTo>
                    <a:pt x="984" y="30"/>
                    <a:pt x="772" y="18"/>
                    <a:pt x="634" y="161"/>
                  </a:cubicBezTo>
                  <a:cubicBezTo>
                    <a:pt x="425" y="296"/>
                    <a:pt x="275" y="503"/>
                    <a:pt x="176" y="728"/>
                  </a:cubicBezTo>
                  <a:cubicBezTo>
                    <a:pt x="0" y="1202"/>
                    <a:pt x="210" y="1806"/>
                    <a:pt x="669" y="2032"/>
                  </a:cubicBezTo>
                  <a:cubicBezTo>
                    <a:pt x="775" y="2120"/>
                    <a:pt x="911" y="2152"/>
                    <a:pt x="1042" y="21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43"/>
            <p:cNvSpPr>
              <a:spLocks/>
            </p:cNvSpPr>
            <p:nvPr/>
          </p:nvSpPr>
          <p:spPr bwMode="auto">
            <a:xfrm flipV="1">
              <a:off x="8974508" y="1755651"/>
              <a:ext cx="2705641" cy="3404720"/>
            </a:xfrm>
            <a:custGeom>
              <a:avLst/>
              <a:gdLst>
                <a:gd name="T0" fmla="*/ 2257 w 7605"/>
                <a:gd name="T1" fmla="*/ 9297 h 9488"/>
                <a:gd name="T2" fmla="*/ 2857 w 7605"/>
                <a:gd name="T3" fmla="*/ 9284 h 9488"/>
                <a:gd name="T4" fmla="*/ 3784 w 7605"/>
                <a:gd name="T5" fmla="*/ 8816 h 9488"/>
                <a:gd name="T6" fmla="*/ 4405 w 7605"/>
                <a:gd name="T7" fmla="*/ 8955 h 9488"/>
                <a:gd name="T8" fmla="*/ 5017 w 7605"/>
                <a:gd name="T9" fmla="*/ 9438 h 9488"/>
                <a:gd name="T10" fmla="*/ 5399 w 7605"/>
                <a:gd name="T11" fmla="*/ 9250 h 9488"/>
                <a:gd name="T12" fmla="*/ 5922 w 7605"/>
                <a:gd name="T13" fmla="*/ 8350 h 9488"/>
                <a:gd name="T14" fmla="*/ 6128 w 7605"/>
                <a:gd name="T15" fmla="*/ 8040 h 9488"/>
                <a:gd name="T16" fmla="*/ 7095 w 7605"/>
                <a:gd name="T17" fmla="*/ 7784 h 9488"/>
                <a:gd name="T18" fmla="*/ 7537 w 7605"/>
                <a:gd name="T19" fmla="*/ 7489 h 9488"/>
                <a:gd name="T20" fmla="*/ 7238 w 7605"/>
                <a:gd name="T21" fmla="*/ 6978 h 9488"/>
                <a:gd name="T22" fmla="*/ 6571 w 7605"/>
                <a:gd name="T23" fmla="*/ 7095 h 9488"/>
                <a:gd name="T24" fmla="*/ 5738 w 7605"/>
                <a:gd name="T25" fmla="*/ 7329 h 9488"/>
                <a:gd name="T26" fmla="*/ 5558 w 7605"/>
                <a:gd name="T27" fmla="*/ 7470 h 9488"/>
                <a:gd name="T28" fmla="*/ 5175 w 7605"/>
                <a:gd name="T29" fmla="*/ 8158 h 9488"/>
                <a:gd name="T30" fmla="*/ 5166 w 7605"/>
                <a:gd name="T31" fmla="*/ 8019 h 9488"/>
                <a:gd name="T32" fmla="*/ 5166 w 7605"/>
                <a:gd name="T33" fmla="*/ 788 h 9488"/>
                <a:gd name="T34" fmla="*/ 5155 w 7605"/>
                <a:gd name="T35" fmla="*/ 502 h 9488"/>
                <a:gd name="T36" fmla="*/ 4521 w 7605"/>
                <a:gd name="T37" fmla="*/ 13 h 9488"/>
                <a:gd name="T38" fmla="*/ 3930 w 7605"/>
                <a:gd name="T39" fmla="*/ 471 h 9488"/>
                <a:gd name="T40" fmla="*/ 3932 w 7605"/>
                <a:gd name="T41" fmla="*/ 1053 h 9488"/>
                <a:gd name="T42" fmla="*/ 3919 w 7605"/>
                <a:gd name="T43" fmla="*/ 1352 h 9488"/>
                <a:gd name="T44" fmla="*/ 3920 w 7605"/>
                <a:gd name="T45" fmla="*/ 5049 h 9488"/>
                <a:gd name="T46" fmla="*/ 3707 w 7605"/>
                <a:gd name="T47" fmla="*/ 5049 h 9488"/>
                <a:gd name="T48" fmla="*/ 3709 w 7605"/>
                <a:gd name="T49" fmla="*/ 819 h 9488"/>
                <a:gd name="T50" fmla="*/ 3695 w 7605"/>
                <a:gd name="T51" fmla="*/ 468 h 9488"/>
                <a:gd name="T52" fmla="*/ 3189 w 7605"/>
                <a:gd name="T53" fmla="*/ 16 h 9488"/>
                <a:gd name="T54" fmla="*/ 2777 w 7605"/>
                <a:gd name="T55" fmla="*/ 99 h 9488"/>
                <a:gd name="T56" fmla="*/ 2501 w 7605"/>
                <a:gd name="T57" fmla="*/ 543 h 9488"/>
                <a:gd name="T58" fmla="*/ 2495 w 7605"/>
                <a:gd name="T59" fmla="*/ 2478 h 9488"/>
                <a:gd name="T60" fmla="*/ 3252 w 7605"/>
                <a:gd name="T61" fmla="*/ 1735 h 9488"/>
                <a:gd name="T62" fmla="*/ 3383 w 7605"/>
                <a:gd name="T63" fmla="*/ 1562 h 9488"/>
                <a:gd name="T64" fmla="*/ 3417 w 7605"/>
                <a:gd name="T65" fmla="*/ 1565 h 9488"/>
                <a:gd name="T66" fmla="*/ 3661 w 7605"/>
                <a:gd name="T67" fmla="*/ 1322 h 9488"/>
                <a:gd name="T68" fmla="*/ 3677 w 7605"/>
                <a:gd name="T69" fmla="*/ 1331 h 9488"/>
                <a:gd name="T70" fmla="*/ 3188 w 7605"/>
                <a:gd name="T71" fmla="*/ 1812 h 9488"/>
                <a:gd name="T72" fmla="*/ 2981 w 7605"/>
                <a:gd name="T73" fmla="*/ 2056 h 9488"/>
                <a:gd name="T74" fmla="*/ 2757 w 7605"/>
                <a:gd name="T75" fmla="*/ 2261 h 9488"/>
                <a:gd name="T76" fmla="*/ 2504 w 7605"/>
                <a:gd name="T77" fmla="*/ 2483 h 9488"/>
                <a:gd name="T78" fmla="*/ 2496 w 7605"/>
                <a:gd name="T79" fmla="*/ 2690 h 9488"/>
                <a:gd name="T80" fmla="*/ 2500 w 7605"/>
                <a:gd name="T81" fmla="*/ 6579 h 9488"/>
                <a:gd name="T82" fmla="*/ 2728 w 7605"/>
                <a:gd name="T83" fmla="*/ 6779 h 9488"/>
                <a:gd name="T84" fmla="*/ 3414 w 7605"/>
                <a:gd name="T85" fmla="*/ 7462 h 9488"/>
                <a:gd name="T86" fmla="*/ 4055 w 7605"/>
                <a:gd name="T87" fmla="*/ 8109 h 9488"/>
                <a:gd name="T88" fmla="*/ 4047 w 7605"/>
                <a:gd name="T89" fmla="*/ 8123 h 9488"/>
                <a:gd name="T90" fmla="*/ 3817 w 7605"/>
                <a:gd name="T91" fmla="*/ 7922 h 9488"/>
                <a:gd name="T92" fmla="*/ 3725 w 7605"/>
                <a:gd name="T93" fmla="*/ 7791 h 9488"/>
                <a:gd name="T94" fmla="*/ 2965 w 7605"/>
                <a:gd name="T95" fmla="*/ 7046 h 9488"/>
                <a:gd name="T96" fmla="*/ 2497 w 7605"/>
                <a:gd name="T97" fmla="*/ 6587 h 9488"/>
                <a:gd name="T98" fmla="*/ 2496 w 7605"/>
                <a:gd name="T99" fmla="*/ 8155 h 9488"/>
                <a:gd name="T100" fmla="*/ 2125 w 7605"/>
                <a:gd name="T101" fmla="*/ 7561 h 9488"/>
                <a:gd name="T102" fmla="*/ 1826 w 7605"/>
                <a:gd name="T103" fmla="*/ 7300 h 9488"/>
                <a:gd name="T104" fmla="*/ 858 w 7605"/>
                <a:gd name="T105" fmla="*/ 7043 h 9488"/>
                <a:gd name="T106" fmla="*/ 293 w 7605"/>
                <a:gd name="T107" fmla="*/ 6999 h 9488"/>
                <a:gd name="T108" fmla="*/ 127 w 7605"/>
                <a:gd name="T109" fmla="*/ 7580 h 9488"/>
                <a:gd name="T110" fmla="*/ 662 w 7605"/>
                <a:gd name="T111" fmla="*/ 7817 h 9488"/>
                <a:gd name="T112" fmla="*/ 1494 w 7605"/>
                <a:gd name="T113" fmla="*/ 8044 h 9488"/>
                <a:gd name="T114" fmla="*/ 1993 w 7605"/>
                <a:gd name="T115" fmla="*/ 8893 h 9488"/>
                <a:gd name="T116" fmla="*/ 2257 w 7605"/>
                <a:gd name="T117" fmla="*/ 9297 h 9488"/>
                <a:gd name="connsiteX0" fmla="*/ 2880 w 9845"/>
                <a:gd name="connsiteY0" fmla="*/ 9788 h 9943"/>
                <a:gd name="connsiteX1" fmla="*/ 3669 w 9845"/>
                <a:gd name="connsiteY1" fmla="*/ 9774 h 9943"/>
                <a:gd name="connsiteX2" fmla="*/ 4888 w 9845"/>
                <a:gd name="connsiteY2" fmla="*/ 9281 h 9943"/>
                <a:gd name="connsiteX3" fmla="*/ 5704 w 9845"/>
                <a:gd name="connsiteY3" fmla="*/ 9427 h 9943"/>
                <a:gd name="connsiteX4" fmla="*/ 6509 w 9845"/>
                <a:gd name="connsiteY4" fmla="*/ 9936 h 9943"/>
                <a:gd name="connsiteX5" fmla="*/ 7011 w 9845"/>
                <a:gd name="connsiteY5" fmla="*/ 9738 h 9943"/>
                <a:gd name="connsiteX6" fmla="*/ 7699 w 9845"/>
                <a:gd name="connsiteY6" fmla="*/ 8790 h 9943"/>
                <a:gd name="connsiteX7" fmla="*/ 7970 w 9845"/>
                <a:gd name="connsiteY7" fmla="*/ 8463 h 9943"/>
                <a:gd name="connsiteX8" fmla="*/ 9241 w 9845"/>
                <a:gd name="connsiteY8" fmla="*/ 8193 h 9943"/>
                <a:gd name="connsiteX9" fmla="*/ 9823 w 9845"/>
                <a:gd name="connsiteY9" fmla="*/ 7882 h 9943"/>
                <a:gd name="connsiteX10" fmla="*/ 9429 w 9845"/>
                <a:gd name="connsiteY10" fmla="*/ 7344 h 9943"/>
                <a:gd name="connsiteX11" fmla="*/ 8552 w 9845"/>
                <a:gd name="connsiteY11" fmla="*/ 7467 h 9943"/>
                <a:gd name="connsiteX12" fmla="*/ 7457 w 9845"/>
                <a:gd name="connsiteY12" fmla="*/ 7713 h 9943"/>
                <a:gd name="connsiteX13" fmla="*/ 7220 w 9845"/>
                <a:gd name="connsiteY13" fmla="*/ 7862 h 9943"/>
                <a:gd name="connsiteX14" fmla="*/ 6717 w 9845"/>
                <a:gd name="connsiteY14" fmla="*/ 8587 h 9943"/>
                <a:gd name="connsiteX15" fmla="*/ 6705 w 9845"/>
                <a:gd name="connsiteY15" fmla="*/ 8441 h 9943"/>
                <a:gd name="connsiteX16" fmla="*/ 6705 w 9845"/>
                <a:gd name="connsiteY16" fmla="*/ 820 h 9943"/>
                <a:gd name="connsiteX17" fmla="*/ 6690 w 9845"/>
                <a:gd name="connsiteY17" fmla="*/ 518 h 9943"/>
                <a:gd name="connsiteX18" fmla="*/ 5857 w 9845"/>
                <a:gd name="connsiteY18" fmla="*/ 3 h 9943"/>
                <a:gd name="connsiteX19" fmla="*/ 5080 w 9845"/>
                <a:gd name="connsiteY19" fmla="*/ 485 h 9943"/>
                <a:gd name="connsiteX20" fmla="*/ 5082 w 9845"/>
                <a:gd name="connsiteY20" fmla="*/ 1099 h 9943"/>
                <a:gd name="connsiteX21" fmla="*/ 5065 w 9845"/>
                <a:gd name="connsiteY21" fmla="*/ 1414 h 9943"/>
                <a:gd name="connsiteX22" fmla="*/ 5067 w 9845"/>
                <a:gd name="connsiteY22" fmla="*/ 5310 h 9943"/>
                <a:gd name="connsiteX23" fmla="*/ 4786 w 9845"/>
                <a:gd name="connsiteY23" fmla="*/ 5310 h 9943"/>
                <a:gd name="connsiteX24" fmla="*/ 4789 w 9845"/>
                <a:gd name="connsiteY24" fmla="*/ 852 h 9943"/>
                <a:gd name="connsiteX25" fmla="*/ 4771 w 9845"/>
                <a:gd name="connsiteY25" fmla="*/ 482 h 9943"/>
                <a:gd name="connsiteX26" fmla="*/ 4105 w 9845"/>
                <a:gd name="connsiteY26" fmla="*/ 6 h 9943"/>
                <a:gd name="connsiteX27" fmla="*/ 3564 w 9845"/>
                <a:gd name="connsiteY27" fmla="*/ 93 h 9943"/>
                <a:gd name="connsiteX28" fmla="*/ 3201 w 9845"/>
                <a:gd name="connsiteY28" fmla="*/ 561 h 9943"/>
                <a:gd name="connsiteX29" fmla="*/ 3193 w 9845"/>
                <a:gd name="connsiteY29" fmla="*/ 2601 h 9943"/>
                <a:gd name="connsiteX30" fmla="*/ 4188 w 9845"/>
                <a:gd name="connsiteY30" fmla="*/ 1818 h 9943"/>
                <a:gd name="connsiteX31" fmla="*/ 4360 w 9845"/>
                <a:gd name="connsiteY31" fmla="*/ 1635 h 9943"/>
                <a:gd name="connsiteX32" fmla="*/ 4405 w 9845"/>
                <a:gd name="connsiteY32" fmla="*/ 1638 h 9943"/>
                <a:gd name="connsiteX33" fmla="*/ 4726 w 9845"/>
                <a:gd name="connsiteY33" fmla="*/ 1382 h 9943"/>
                <a:gd name="connsiteX34" fmla="*/ 4747 w 9845"/>
                <a:gd name="connsiteY34" fmla="*/ 1392 h 9943"/>
                <a:gd name="connsiteX35" fmla="*/ 4104 w 9845"/>
                <a:gd name="connsiteY35" fmla="*/ 1899 h 9943"/>
                <a:gd name="connsiteX36" fmla="*/ 3832 w 9845"/>
                <a:gd name="connsiteY36" fmla="*/ 2156 h 9943"/>
                <a:gd name="connsiteX37" fmla="*/ 3537 w 9845"/>
                <a:gd name="connsiteY37" fmla="*/ 2372 h 9943"/>
                <a:gd name="connsiteX38" fmla="*/ 3205 w 9845"/>
                <a:gd name="connsiteY38" fmla="*/ 2606 h 9943"/>
                <a:gd name="connsiteX39" fmla="*/ 3194 w 9845"/>
                <a:gd name="connsiteY39" fmla="*/ 2824 h 9943"/>
                <a:gd name="connsiteX40" fmla="*/ 3199 w 9845"/>
                <a:gd name="connsiteY40" fmla="*/ 6923 h 9943"/>
                <a:gd name="connsiteX41" fmla="*/ 3499 w 9845"/>
                <a:gd name="connsiteY41" fmla="*/ 7134 h 9943"/>
                <a:gd name="connsiteX42" fmla="*/ 4401 w 9845"/>
                <a:gd name="connsiteY42" fmla="*/ 7854 h 9943"/>
                <a:gd name="connsiteX43" fmla="*/ 5244 w 9845"/>
                <a:gd name="connsiteY43" fmla="*/ 8536 h 9943"/>
                <a:gd name="connsiteX44" fmla="*/ 4931 w 9845"/>
                <a:gd name="connsiteY44" fmla="*/ 8338 h 9943"/>
                <a:gd name="connsiteX45" fmla="*/ 4810 w 9845"/>
                <a:gd name="connsiteY45" fmla="*/ 8200 h 9943"/>
                <a:gd name="connsiteX46" fmla="*/ 3811 w 9845"/>
                <a:gd name="connsiteY46" fmla="*/ 7415 h 9943"/>
                <a:gd name="connsiteX47" fmla="*/ 3195 w 9845"/>
                <a:gd name="connsiteY47" fmla="*/ 6931 h 9943"/>
                <a:gd name="connsiteX48" fmla="*/ 3194 w 9845"/>
                <a:gd name="connsiteY48" fmla="*/ 8584 h 9943"/>
                <a:gd name="connsiteX49" fmla="*/ 2706 w 9845"/>
                <a:gd name="connsiteY49" fmla="*/ 7958 h 9943"/>
                <a:gd name="connsiteX50" fmla="*/ 2313 w 9845"/>
                <a:gd name="connsiteY50" fmla="*/ 7683 h 9943"/>
                <a:gd name="connsiteX51" fmla="*/ 1040 w 9845"/>
                <a:gd name="connsiteY51" fmla="*/ 7412 h 9943"/>
                <a:gd name="connsiteX52" fmla="*/ 297 w 9845"/>
                <a:gd name="connsiteY52" fmla="*/ 7366 h 9943"/>
                <a:gd name="connsiteX53" fmla="*/ 79 w 9845"/>
                <a:gd name="connsiteY53" fmla="*/ 7978 h 9943"/>
                <a:gd name="connsiteX54" fmla="*/ 782 w 9845"/>
                <a:gd name="connsiteY54" fmla="*/ 8228 h 9943"/>
                <a:gd name="connsiteX55" fmla="*/ 1876 w 9845"/>
                <a:gd name="connsiteY55" fmla="*/ 8467 h 9943"/>
                <a:gd name="connsiteX56" fmla="*/ 2533 w 9845"/>
                <a:gd name="connsiteY56" fmla="*/ 9362 h 9943"/>
                <a:gd name="connsiteX57" fmla="*/ 2880 w 9845"/>
                <a:gd name="connsiteY57" fmla="*/ 9788 h 9943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554 w 10001"/>
                <a:gd name="connsiteY41" fmla="*/ 7175 h 10000"/>
                <a:gd name="connsiteX42" fmla="*/ 4470 w 10001"/>
                <a:gd name="connsiteY42" fmla="*/ 7899 h 10000"/>
                <a:gd name="connsiteX43" fmla="*/ 5327 w 10001"/>
                <a:gd name="connsiteY43" fmla="*/ 8585 h 10000"/>
                <a:gd name="connsiteX44" fmla="*/ 4886 w 10001"/>
                <a:gd name="connsiteY44" fmla="*/ 8247 h 10000"/>
                <a:gd name="connsiteX45" fmla="*/ 3871 w 10001"/>
                <a:gd name="connsiteY45" fmla="*/ 7458 h 10000"/>
                <a:gd name="connsiteX46" fmla="*/ 3245 w 10001"/>
                <a:gd name="connsiteY46" fmla="*/ 6971 h 10000"/>
                <a:gd name="connsiteX47" fmla="*/ 3244 w 10001"/>
                <a:gd name="connsiteY47" fmla="*/ 8633 h 10000"/>
                <a:gd name="connsiteX48" fmla="*/ 2749 w 10001"/>
                <a:gd name="connsiteY48" fmla="*/ 8004 h 10000"/>
                <a:gd name="connsiteX49" fmla="*/ 2349 w 10001"/>
                <a:gd name="connsiteY49" fmla="*/ 7727 h 10000"/>
                <a:gd name="connsiteX50" fmla="*/ 1056 w 10001"/>
                <a:gd name="connsiteY50" fmla="*/ 7454 h 10000"/>
                <a:gd name="connsiteX51" fmla="*/ 302 w 10001"/>
                <a:gd name="connsiteY51" fmla="*/ 7408 h 10000"/>
                <a:gd name="connsiteX52" fmla="*/ 80 w 10001"/>
                <a:gd name="connsiteY52" fmla="*/ 8024 h 10000"/>
                <a:gd name="connsiteX53" fmla="*/ 794 w 10001"/>
                <a:gd name="connsiteY53" fmla="*/ 8275 h 10000"/>
                <a:gd name="connsiteX54" fmla="*/ 1906 w 10001"/>
                <a:gd name="connsiteY54" fmla="*/ 8516 h 10000"/>
                <a:gd name="connsiteX55" fmla="*/ 2573 w 10001"/>
                <a:gd name="connsiteY55" fmla="*/ 9416 h 10000"/>
                <a:gd name="connsiteX56" fmla="*/ 2925 w 10001"/>
                <a:gd name="connsiteY56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554 w 10001"/>
                <a:gd name="connsiteY41" fmla="*/ 7175 h 10000"/>
                <a:gd name="connsiteX42" fmla="*/ 4470 w 10001"/>
                <a:gd name="connsiteY42" fmla="*/ 7899 h 10000"/>
                <a:gd name="connsiteX43" fmla="*/ 4886 w 10001"/>
                <a:gd name="connsiteY43" fmla="*/ 8247 h 10000"/>
                <a:gd name="connsiteX44" fmla="*/ 3871 w 10001"/>
                <a:gd name="connsiteY44" fmla="*/ 7458 h 10000"/>
                <a:gd name="connsiteX45" fmla="*/ 3245 w 10001"/>
                <a:gd name="connsiteY45" fmla="*/ 6971 h 10000"/>
                <a:gd name="connsiteX46" fmla="*/ 3244 w 10001"/>
                <a:gd name="connsiteY46" fmla="*/ 8633 h 10000"/>
                <a:gd name="connsiteX47" fmla="*/ 2749 w 10001"/>
                <a:gd name="connsiteY47" fmla="*/ 8004 h 10000"/>
                <a:gd name="connsiteX48" fmla="*/ 2349 w 10001"/>
                <a:gd name="connsiteY48" fmla="*/ 7727 h 10000"/>
                <a:gd name="connsiteX49" fmla="*/ 1056 w 10001"/>
                <a:gd name="connsiteY49" fmla="*/ 7454 h 10000"/>
                <a:gd name="connsiteX50" fmla="*/ 302 w 10001"/>
                <a:gd name="connsiteY50" fmla="*/ 7408 h 10000"/>
                <a:gd name="connsiteX51" fmla="*/ 80 w 10001"/>
                <a:gd name="connsiteY51" fmla="*/ 8024 h 10000"/>
                <a:gd name="connsiteX52" fmla="*/ 794 w 10001"/>
                <a:gd name="connsiteY52" fmla="*/ 8275 h 10000"/>
                <a:gd name="connsiteX53" fmla="*/ 1906 w 10001"/>
                <a:gd name="connsiteY53" fmla="*/ 8516 h 10000"/>
                <a:gd name="connsiteX54" fmla="*/ 2573 w 10001"/>
                <a:gd name="connsiteY54" fmla="*/ 9416 h 10000"/>
                <a:gd name="connsiteX55" fmla="*/ 2925 w 10001"/>
                <a:gd name="connsiteY55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554 w 10001"/>
                <a:gd name="connsiteY41" fmla="*/ 7175 h 10000"/>
                <a:gd name="connsiteX42" fmla="*/ 4470 w 10001"/>
                <a:gd name="connsiteY42" fmla="*/ 7899 h 10000"/>
                <a:gd name="connsiteX43" fmla="*/ 3871 w 10001"/>
                <a:gd name="connsiteY43" fmla="*/ 7458 h 10000"/>
                <a:gd name="connsiteX44" fmla="*/ 3245 w 10001"/>
                <a:gd name="connsiteY44" fmla="*/ 6971 h 10000"/>
                <a:gd name="connsiteX45" fmla="*/ 3244 w 10001"/>
                <a:gd name="connsiteY45" fmla="*/ 8633 h 10000"/>
                <a:gd name="connsiteX46" fmla="*/ 2749 w 10001"/>
                <a:gd name="connsiteY46" fmla="*/ 8004 h 10000"/>
                <a:gd name="connsiteX47" fmla="*/ 2349 w 10001"/>
                <a:gd name="connsiteY47" fmla="*/ 7727 h 10000"/>
                <a:gd name="connsiteX48" fmla="*/ 1056 w 10001"/>
                <a:gd name="connsiteY48" fmla="*/ 7454 h 10000"/>
                <a:gd name="connsiteX49" fmla="*/ 302 w 10001"/>
                <a:gd name="connsiteY49" fmla="*/ 7408 h 10000"/>
                <a:gd name="connsiteX50" fmla="*/ 80 w 10001"/>
                <a:gd name="connsiteY50" fmla="*/ 8024 h 10000"/>
                <a:gd name="connsiteX51" fmla="*/ 794 w 10001"/>
                <a:gd name="connsiteY51" fmla="*/ 8275 h 10000"/>
                <a:gd name="connsiteX52" fmla="*/ 1906 w 10001"/>
                <a:gd name="connsiteY52" fmla="*/ 8516 h 10000"/>
                <a:gd name="connsiteX53" fmla="*/ 2573 w 10001"/>
                <a:gd name="connsiteY53" fmla="*/ 9416 h 10000"/>
                <a:gd name="connsiteX54" fmla="*/ 2925 w 10001"/>
                <a:gd name="connsiteY54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554 w 10001"/>
                <a:gd name="connsiteY41" fmla="*/ 7175 h 10000"/>
                <a:gd name="connsiteX42" fmla="*/ 3871 w 10001"/>
                <a:gd name="connsiteY42" fmla="*/ 7458 h 10000"/>
                <a:gd name="connsiteX43" fmla="*/ 3245 w 10001"/>
                <a:gd name="connsiteY43" fmla="*/ 6971 h 10000"/>
                <a:gd name="connsiteX44" fmla="*/ 3244 w 10001"/>
                <a:gd name="connsiteY44" fmla="*/ 8633 h 10000"/>
                <a:gd name="connsiteX45" fmla="*/ 2749 w 10001"/>
                <a:gd name="connsiteY45" fmla="*/ 8004 h 10000"/>
                <a:gd name="connsiteX46" fmla="*/ 2349 w 10001"/>
                <a:gd name="connsiteY46" fmla="*/ 7727 h 10000"/>
                <a:gd name="connsiteX47" fmla="*/ 1056 w 10001"/>
                <a:gd name="connsiteY47" fmla="*/ 7454 h 10000"/>
                <a:gd name="connsiteX48" fmla="*/ 302 w 10001"/>
                <a:gd name="connsiteY48" fmla="*/ 7408 h 10000"/>
                <a:gd name="connsiteX49" fmla="*/ 80 w 10001"/>
                <a:gd name="connsiteY49" fmla="*/ 8024 h 10000"/>
                <a:gd name="connsiteX50" fmla="*/ 794 w 10001"/>
                <a:gd name="connsiteY50" fmla="*/ 8275 h 10000"/>
                <a:gd name="connsiteX51" fmla="*/ 1906 w 10001"/>
                <a:gd name="connsiteY51" fmla="*/ 8516 h 10000"/>
                <a:gd name="connsiteX52" fmla="*/ 2573 w 10001"/>
                <a:gd name="connsiteY52" fmla="*/ 9416 h 10000"/>
                <a:gd name="connsiteX53" fmla="*/ 2925 w 10001"/>
                <a:gd name="connsiteY53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554 w 10001"/>
                <a:gd name="connsiteY41" fmla="*/ 7175 h 10000"/>
                <a:gd name="connsiteX42" fmla="*/ 3245 w 10001"/>
                <a:gd name="connsiteY42" fmla="*/ 6971 h 10000"/>
                <a:gd name="connsiteX43" fmla="*/ 3244 w 10001"/>
                <a:gd name="connsiteY43" fmla="*/ 8633 h 10000"/>
                <a:gd name="connsiteX44" fmla="*/ 2749 w 10001"/>
                <a:gd name="connsiteY44" fmla="*/ 8004 h 10000"/>
                <a:gd name="connsiteX45" fmla="*/ 2349 w 10001"/>
                <a:gd name="connsiteY45" fmla="*/ 7727 h 10000"/>
                <a:gd name="connsiteX46" fmla="*/ 1056 w 10001"/>
                <a:gd name="connsiteY46" fmla="*/ 7454 h 10000"/>
                <a:gd name="connsiteX47" fmla="*/ 302 w 10001"/>
                <a:gd name="connsiteY47" fmla="*/ 7408 h 10000"/>
                <a:gd name="connsiteX48" fmla="*/ 80 w 10001"/>
                <a:gd name="connsiteY48" fmla="*/ 8024 h 10000"/>
                <a:gd name="connsiteX49" fmla="*/ 794 w 10001"/>
                <a:gd name="connsiteY49" fmla="*/ 8275 h 10000"/>
                <a:gd name="connsiteX50" fmla="*/ 1906 w 10001"/>
                <a:gd name="connsiteY50" fmla="*/ 8516 h 10000"/>
                <a:gd name="connsiteX51" fmla="*/ 2573 w 10001"/>
                <a:gd name="connsiteY51" fmla="*/ 9416 h 10000"/>
                <a:gd name="connsiteX52" fmla="*/ 2925 w 10001"/>
                <a:gd name="connsiteY52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474 w 10001"/>
                <a:gd name="connsiteY32" fmla="*/ 1647 h 10000"/>
                <a:gd name="connsiteX33" fmla="*/ 4800 w 10001"/>
                <a:gd name="connsiteY33" fmla="*/ 1390 h 10000"/>
                <a:gd name="connsiteX34" fmla="*/ 4822 w 10001"/>
                <a:gd name="connsiteY34" fmla="*/ 1400 h 10000"/>
                <a:gd name="connsiteX35" fmla="*/ 4169 w 10001"/>
                <a:gd name="connsiteY35" fmla="*/ 1910 h 10000"/>
                <a:gd name="connsiteX36" fmla="*/ 3892 w 10001"/>
                <a:gd name="connsiteY36" fmla="*/ 2168 h 10000"/>
                <a:gd name="connsiteX37" fmla="*/ 3593 w 10001"/>
                <a:gd name="connsiteY37" fmla="*/ 2386 h 10000"/>
                <a:gd name="connsiteX38" fmla="*/ 3255 w 10001"/>
                <a:gd name="connsiteY38" fmla="*/ 2621 h 10000"/>
                <a:gd name="connsiteX39" fmla="*/ 3244 w 10001"/>
                <a:gd name="connsiteY39" fmla="*/ 2840 h 10000"/>
                <a:gd name="connsiteX40" fmla="*/ 3249 w 10001"/>
                <a:gd name="connsiteY40" fmla="*/ 6963 h 10000"/>
                <a:gd name="connsiteX41" fmla="*/ 3245 w 10001"/>
                <a:gd name="connsiteY41" fmla="*/ 6971 h 10000"/>
                <a:gd name="connsiteX42" fmla="*/ 3244 w 10001"/>
                <a:gd name="connsiteY42" fmla="*/ 8633 h 10000"/>
                <a:gd name="connsiteX43" fmla="*/ 2749 w 10001"/>
                <a:gd name="connsiteY43" fmla="*/ 8004 h 10000"/>
                <a:gd name="connsiteX44" fmla="*/ 2349 w 10001"/>
                <a:gd name="connsiteY44" fmla="*/ 7727 h 10000"/>
                <a:gd name="connsiteX45" fmla="*/ 1056 w 10001"/>
                <a:gd name="connsiteY45" fmla="*/ 7454 h 10000"/>
                <a:gd name="connsiteX46" fmla="*/ 302 w 10001"/>
                <a:gd name="connsiteY46" fmla="*/ 7408 h 10000"/>
                <a:gd name="connsiteX47" fmla="*/ 80 w 10001"/>
                <a:gd name="connsiteY47" fmla="*/ 8024 h 10000"/>
                <a:gd name="connsiteX48" fmla="*/ 794 w 10001"/>
                <a:gd name="connsiteY48" fmla="*/ 8275 h 10000"/>
                <a:gd name="connsiteX49" fmla="*/ 1906 w 10001"/>
                <a:gd name="connsiteY49" fmla="*/ 8516 h 10000"/>
                <a:gd name="connsiteX50" fmla="*/ 2573 w 10001"/>
                <a:gd name="connsiteY50" fmla="*/ 9416 h 10000"/>
                <a:gd name="connsiteX51" fmla="*/ 2925 w 10001"/>
                <a:gd name="connsiteY51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429 w 10001"/>
                <a:gd name="connsiteY31" fmla="*/ 1644 h 10000"/>
                <a:gd name="connsiteX32" fmla="*/ 4800 w 10001"/>
                <a:gd name="connsiteY32" fmla="*/ 1390 h 10000"/>
                <a:gd name="connsiteX33" fmla="*/ 4822 w 10001"/>
                <a:gd name="connsiteY33" fmla="*/ 1400 h 10000"/>
                <a:gd name="connsiteX34" fmla="*/ 4169 w 10001"/>
                <a:gd name="connsiteY34" fmla="*/ 1910 h 10000"/>
                <a:gd name="connsiteX35" fmla="*/ 3892 w 10001"/>
                <a:gd name="connsiteY35" fmla="*/ 2168 h 10000"/>
                <a:gd name="connsiteX36" fmla="*/ 3593 w 10001"/>
                <a:gd name="connsiteY36" fmla="*/ 2386 h 10000"/>
                <a:gd name="connsiteX37" fmla="*/ 3255 w 10001"/>
                <a:gd name="connsiteY37" fmla="*/ 2621 h 10000"/>
                <a:gd name="connsiteX38" fmla="*/ 3244 w 10001"/>
                <a:gd name="connsiteY38" fmla="*/ 2840 h 10000"/>
                <a:gd name="connsiteX39" fmla="*/ 3249 w 10001"/>
                <a:gd name="connsiteY39" fmla="*/ 6963 h 10000"/>
                <a:gd name="connsiteX40" fmla="*/ 3245 w 10001"/>
                <a:gd name="connsiteY40" fmla="*/ 6971 h 10000"/>
                <a:gd name="connsiteX41" fmla="*/ 3244 w 10001"/>
                <a:gd name="connsiteY41" fmla="*/ 8633 h 10000"/>
                <a:gd name="connsiteX42" fmla="*/ 2749 w 10001"/>
                <a:gd name="connsiteY42" fmla="*/ 8004 h 10000"/>
                <a:gd name="connsiteX43" fmla="*/ 2349 w 10001"/>
                <a:gd name="connsiteY43" fmla="*/ 7727 h 10000"/>
                <a:gd name="connsiteX44" fmla="*/ 1056 w 10001"/>
                <a:gd name="connsiteY44" fmla="*/ 7454 h 10000"/>
                <a:gd name="connsiteX45" fmla="*/ 302 w 10001"/>
                <a:gd name="connsiteY45" fmla="*/ 7408 h 10000"/>
                <a:gd name="connsiteX46" fmla="*/ 80 w 10001"/>
                <a:gd name="connsiteY46" fmla="*/ 8024 h 10000"/>
                <a:gd name="connsiteX47" fmla="*/ 794 w 10001"/>
                <a:gd name="connsiteY47" fmla="*/ 8275 h 10000"/>
                <a:gd name="connsiteX48" fmla="*/ 1906 w 10001"/>
                <a:gd name="connsiteY48" fmla="*/ 8516 h 10000"/>
                <a:gd name="connsiteX49" fmla="*/ 2573 w 10001"/>
                <a:gd name="connsiteY49" fmla="*/ 9416 h 10000"/>
                <a:gd name="connsiteX50" fmla="*/ 2925 w 10001"/>
                <a:gd name="connsiteY50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800 w 10001"/>
                <a:gd name="connsiteY31" fmla="*/ 1390 h 10000"/>
                <a:gd name="connsiteX32" fmla="*/ 4822 w 10001"/>
                <a:gd name="connsiteY32" fmla="*/ 1400 h 10000"/>
                <a:gd name="connsiteX33" fmla="*/ 4169 w 10001"/>
                <a:gd name="connsiteY33" fmla="*/ 1910 h 10000"/>
                <a:gd name="connsiteX34" fmla="*/ 3892 w 10001"/>
                <a:gd name="connsiteY34" fmla="*/ 2168 h 10000"/>
                <a:gd name="connsiteX35" fmla="*/ 3593 w 10001"/>
                <a:gd name="connsiteY35" fmla="*/ 2386 h 10000"/>
                <a:gd name="connsiteX36" fmla="*/ 3255 w 10001"/>
                <a:gd name="connsiteY36" fmla="*/ 2621 h 10000"/>
                <a:gd name="connsiteX37" fmla="*/ 3244 w 10001"/>
                <a:gd name="connsiteY37" fmla="*/ 2840 h 10000"/>
                <a:gd name="connsiteX38" fmla="*/ 3249 w 10001"/>
                <a:gd name="connsiteY38" fmla="*/ 6963 h 10000"/>
                <a:gd name="connsiteX39" fmla="*/ 3245 w 10001"/>
                <a:gd name="connsiteY39" fmla="*/ 6971 h 10000"/>
                <a:gd name="connsiteX40" fmla="*/ 3244 w 10001"/>
                <a:gd name="connsiteY40" fmla="*/ 8633 h 10000"/>
                <a:gd name="connsiteX41" fmla="*/ 2749 w 10001"/>
                <a:gd name="connsiteY41" fmla="*/ 8004 h 10000"/>
                <a:gd name="connsiteX42" fmla="*/ 2349 w 10001"/>
                <a:gd name="connsiteY42" fmla="*/ 7727 h 10000"/>
                <a:gd name="connsiteX43" fmla="*/ 1056 w 10001"/>
                <a:gd name="connsiteY43" fmla="*/ 7454 h 10000"/>
                <a:gd name="connsiteX44" fmla="*/ 302 w 10001"/>
                <a:gd name="connsiteY44" fmla="*/ 7408 h 10000"/>
                <a:gd name="connsiteX45" fmla="*/ 80 w 10001"/>
                <a:gd name="connsiteY45" fmla="*/ 8024 h 10000"/>
                <a:gd name="connsiteX46" fmla="*/ 794 w 10001"/>
                <a:gd name="connsiteY46" fmla="*/ 8275 h 10000"/>
                <a:gd name="connsiteX47" fmla="*/ 1906 w 10001"/>
                <a:gd name="connsiteY47" fmla="*/ 8516 h 10000"/>
                <a:gd name="connsiteX48" fmla="*/ 2573 w 10001"/>
                <a:gd name="connsiteY48" fmla="*/ 9416 h 10000"/>
                <a:gd name="connsiteX49" fmla="*/ 2925 w 10001"/>
                <a:gd name="connsiteY49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800 w 10001"/>
                <a:gd name="connsiteY31" fmla="*/ 1390 h 10000"/>
                <a:gd name="connsiteX32" fmla="*/ 4822 w 10001"/>
                <a:gd name="connsiteY32" fmla="*/ 1400 h 10000"/>
                <a:gd name="connsiteX33" fmla="*/ 4169 w 10001"/>
                <a:gd name="connsiteY33" fmla="*/ 1910 h 10000"/>
                <a:gd name="connsiteX34" fmla="*/ 3593 w 10001"/>
                <a:gd name="connsiteY34" fmla="*/ 2386 h 10000"/>
                <a:gd name="connsiteX35" fmla="*/ 3255 w 10001"/>
                <a:gd name="connsiteY35" fmla="*/ 2621 h 10000"/>
                <a:gd name="connsiteX36" fmla="*/ 3244 w 10001"/>
                <a:gd name="connsiteY36" fmla="*/ 2840 h 10000"/>
                <a:gd name="connsiteX37" fmla="*/ 3249 w 10001"/>
                <a:gd name="connsiteY37" fmla="*/ 6963 h 10000"/>
                <a:gd name="connsiteX38" fmla="*/ 3245 w 10001"/>
                <a:gd name="connsiteY38" fmla="*/ 6971 h 10000"/>
                <a:gd name="connsiteX39" fmla="*/ 3244 w 10001"/>
                <a:gd name="connsiteY39" fmla="*/ 8633 h 10000"/>
                <a:gd name="connsiteX40" fmla="*/ 2749 w 10001"/>
                <a:gd name="connsiteY40" fmla="*/ 8004 h 10000"/>
                <a:gd name="connsiteX41" fmla="*/ 2349 w 10001"/>
                <a:gd name="connsiteY41" fmla="*/ 7727 h 10000"/>
                <a:gd name="connsiteX42" fmla="*/ 1056 w 10001"/>
                <a:gd name="connsiteY42" fmla="*/ 7454 h 10000"/>
                <a:gd name="connsiteX43" fmla="*/ 302 w 10001"/>
                <a:gd name="connsiteY43" fmla="*/ 7408 h 10000"/>
                <a:gd name="connsiteX44" fmla="*/ 80 w 10001"/>
                <a:gd name="connsiteY44" fmla="*/ 8024 h 10000"/>
                <a:gd name="connsiteX45" fmla="*/ 794 w 10001"/>
                <a:gd name="connsiteY45" fmla="*/ 8275 h 10000"/>
                <a:gd name="connsiteX46" fmla="*/ 1906 w 10001"/>
                <a:gd name="connsiteY46" fmla="*/ 8516 h 10000"/>
                <a:gd name="connsiteX47" fmla="*/ 2573 w 10001"/>
                <a:gd name="connsiteY47" fmla="*/ 9416 h 10000"/>
                <a:gd name="connsiteX48" fmla="*/ 2925 w 10001"/>
                <a:gd name="connsiteY48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800 w 10001"/>
                <a:gd name="connsiteY31" fmla="*/ 1390 h 10000"/>
                <a:gd name="connsiteX32" fmla="*/ 4822 w 10001"/>
                <a:gd name="connsiteY32" fmla="*/ 1400 h 10000"/>
                <a:gd name="connsiteX33" fmla="*/ 4169 w 10001"/>
                <a:gd name="connsiteY33" fmla="*/ 1910 h 10000"/>
                <a:gd name="connsiteX34" fmla="*/ 3255 w 10001"/>
                <a:gd name="connsiteY34" fmla="*/ 2621 h 10000"/>
                <a:gd name="connsiteX35" fmla="*/ 3244 w 10001"/>
                <a:gd name="connsiteY35" fmla="*/ 2840 h 10000"/>
                <a:gd name="connsiteX36" fmla="*/ 3249 w 10001"/>
                <a:gd name="connsiteY36" fmla="*/ 6963 h 10000"/>
                <a:gd name="connsiteX37" fmla="*/ 3245 w 10001"/>
                <a:gd name="connsiteY37" fmla="*/ 6971 h 10000"/>
                <a:gd name="connsiteX38" fmla="*/ 3244 w 10001"/>
                <a:gd name="connsiteY38" fmla="*/ 8633 h 10000"/>
                <a:gd name="connsiteX39" fmla="*/ 2749 w 10001"/>
                <a:gd name="connsiteY39" fmla="*/ 8004 h 10000"/>
                <a:gd name="connsiteX40" fmla="*/ 2349 w 10001"/>
                <a:gd name="connsiteY40" fmla="*/ 7727 h 10000"/>
                <a:gd name="connsiteX41" fmla="*/ 1056 w 10001"/>
                <a:gd name="connsiteY41" fmla="*/ 7454 h 10000"/>
                <a:gd name="connsiteX42" fmla="*/ 302 w 10001"/>
                <a:gd name="connsiteY42" fmla="*/ 7408 h 10000"/>
                <a:gd name="connsiteX43" fmla="*/ 80 w 10001"/>
                <a:gd name="connsiteY43" fmla="*/ 8024 h 10000"/>
                <a:gd name="connsiteX44" fmla="*/ 794 w 10001"/>
                <a:gd name="connsiteY44" fmla="*/ 8275 h 10000"/>
                <a:gd name="connsiteX45" fmla="*/ 1906 w 10001"/>
                <a:gd name="connsiteY45" fmla="*/ 8516 h 10000"/>
                <a:gd name="connsiteX46" fmla="*/ 2573 w 10001"/>
                <a:gd name="connsiteY46" fmla="*/ 9416 h 10000"/>
                <a:gd name="connsiteX47" fmla="*/ 2925 w 10001"/>
                <a:gd name="connsiteY47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254 w 10001"/>
                <a:gd name="connsiteY30" fmla="*/ 1828 h 10000"/>
                <a:gd name="connsiteX31" fmla="*/ 4800 w 10001"/>
                <a:gd name="connsiteY31" fmla="*/ 1390 h 10000"/>
                <a:gd name="connsiteX32" fmla="*/ 4822 w 10001"/>
                <a:gd name="connsiteY32" fmla="*/ 1400 h 10000"/>
                <a:gd name="connsiteX33" fmla="*/ 3255 w 10001"/>
                <a:gd name="connsiteY33" fmla="*/ 2621 h 10000"/>
                <a:gd name="connsiteX34" fmla="*/ 3244 w 10001"/>
                <a:gd name="connsiteY34" fmla="*/ 2840 h 10000"/>
                <a:gd name="connsiteX35" fmla="*/ 3249 w 10001"/>
                <a:gd name="connsiteY35" fmla="*/ 6963 h 10000"/>
                <a:gd name="connsiteX36" fmla="*/ 3245 w 10001"/>
                <a:gd name="connsiteY36" fmla="*/ 6971 h 10000"/>
                <a:gd name="connsiteX37" fmla="*/ 3244 w 10001"/>
                <a:gd name="connsiteY37" fmla="*/ 8633 h 10000"/>
                <a:gd name="connsiteX38" fmla="*/ 2749 w 10001"/>
                <a:gd name="connsiteY38" fmla="*/ 8004 h 10000"/>
                <a:gd name="connsiteX39" fmla="*/ 2349 w 10001"/>
                <a:gd name="connsiteY39" fmla="*/ 7727 h 10000"/>
                <a:gd name="connsiteX40" fmla="*/ 1056 w 10001"/>
                <a:gd name="connsiteY40" fmla="*/ 7454 h 10000"/>
                <a:gd name="connsiteX41" fmla="*/ 302 w 10001"/>
                <a:gd name="connsiteY41" fmla="*/ 7408 h 10000"/>
                <a:gd name="connsiteX42" fmla="*/ 80 w 10001"/>
                <a:gd name="connsiteY42" fmla="*/ 8024 h 10000"/>
                <a:gd name="connsiteX43" fmla="*/ 794 w 10001"/>
                <a:gd name="connsiteY43" fmla="*/ 8275 h 10000"/>
                <a:gd name="connsiteX44" fmla="*/ 1906 w 10001"/>
                <a:gd name="connsiteY44" fmla="*/ 8516 h 10000"/>
                <a:gd name="connsiteX45" fmla="*/ 2573 w 10001"/>
                <a:gd name="connsiteY45" fmla="*/ 9416 h 10000"/>
                <a:gd name="connsiteX46" fmla="*/ 2925 w 10001"/>
                <a:gd name="connsiteY46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800 w 10001"/>
                <a:gd name="connsiteY30" fmla="*/ 1390 h 10000"/>
                <a:gd name="connsiteX31" fmla="*/ 4822 w 10001"/>
                <a:gd name="connsiteY31" fmla="*/ 1400 h 10000"/>
                <a:gd name="connsiteX32" fmla="*/ 3255 w 10001"/>
                <a:gd name="connsiteY32" fmla="*/ 2621 h 10000"/>
                <a:gd name="connsiteX33" fmla="*/ 3244 w 10001"/>
                <a:gd name="connsiteY33" fmla="*/ 2840 h 10000"/>
                <a:gd name="connsiteX34" fmla="*/ 3249 w 10001"/>
                <a:gd name="connsiteY34" fmla="*/ 6963 h 10000"/>
                <a:gd name="connsiteX35" fmla="*/ 3245 w 10001"/>
                <a:gd name="connsiteY35" fmla="*/ 6971 h 10000"/>
                <a:gd name="connsiteX36" fmla="*/ 3244 w 10001"/>
                <a:gd name="connsiteY36" fmla="*/ 8633 h 10000"/>
                <a:gd name="connsiteX37" fmla="*/ 2749 w 10001"/>
                <a:gd name="connsiteY37" fmla="*/ 8004 h 10000"/>
                <a:gd name="connsiteX38" fmla="*/ 2349 w 10001"/>
                <a:gd name="connsiteY38" fmla="*/ 7727 h 10000"/>
                <a:gd name="connsiteX39" fmla="*/ 1056 w 10001"/>
                <a:gd name="connsiteY39" fmla="*/ 7454 h 10000"/>
                <a:gd name="connsiteX40" fmla="*/ 302 w 10001"/>
                <a:gd name="connsiteY40" fmla="*/ 7408 h 10000"/>
                <a:gd name="connsiteX41" fmla="*/ 80 w 10001"/>
                <a:gd name="connsiteY41" fmla="*/ 8024 h 10000"/>
                <a:gd name="connsiteX42" fmla="*/ 794 w 10001"/>
                <a:gd name="connsiteY42" fmla="*/ 8275 h 10000"/>
                <a:gd name="connsiteX43" fmla="*/ 1906 w 10001"/>
                <a:gd name="connsiteY43" fmla="*/ 8516 h 10000"/>
                <a:gd name="connsiteX44" fmla="*/ 2573 w 10001"/>
                <a:gd name="connsiteY44" fmla="*/ 9416 h 10000"/>
                <a:gd name="connsiteX45" fmla="*/ 2925 w 10001"/>
                <a:gd name="connsiteY45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800 w 10001"/>
                <a:gd name="connsiteY30" fmla="*/ 1390 h 10000"/>
                <a:gd name="connsiteX31" fmla="*/ 4664 w 10001"/>
                <a:gd name="connsiteY31" fmla="*/ 1288 h 10000"/>
                <a:gd name="connsiteX32" fmla="*/ 3255 w 10001"/>
                <a:gd name="connsiteY32" fmla="*/ 2621 h 10000"/>
                <a:gd name="connsiteX33" fmla="*/ 3244 w 10001"/>
                <a:gd name="connsiteY33" fmla="*/ 2840 h 10000"/>
                <a:gd name="connsiteX34" fmla="*/ 3249 w 10001"/>
                <a:gd name="connsiteY34" fmla="*/ 6963 h 10000"/>
                <a:gd name="connsiteX35" fmla="*/ 3245 w 10001"/>
                <a:gd name="connsiteY35" fmla="*/ 6971 h 10000"/>
                <a:gd name="connsiteX36" fmla="*/ 3244 w 10001"/>
                <a:gd name="connsiteY36" fmla="*/ 8633 h 10000"/>
                <a:gd name="connsiteX37" fmla="*/ 2749 w 10001"/>
                <a:gd name="connsiteY37" fmla="*/ 8004 h 10000"/>
                <a:gd name="connsiteX38" fmla="*/ 2349 w 10001"/>
                <a:gd name="connsiteY38" fmla="*/ 7727 h 10000"/>
                <a:gd name="connsiteX39" fmla="*/ 1056 w 10001"/>
                <a:gd name="connsiteY39" fmla="*/ 7454 h 10000"/>
                <a:gd name="connsiteX40" fmla="*/ 302 w 10001"/>
                <a:gd name="connsiteY40" fmla="*/ 7408 h 10000"/>
                <a:gd name="connsiteX41" fmla="*/ 80 w 10001"/>
                <a:gd name="connsiteY41" fmla="*/ 8024 h 10000"/>
                <a:gd name="connsiteX42" fmla="*/ 794 w 10001"/>
                <a:gd name="connsiteY42" fmla="*/ 8275 h 10000"/>
                <a:gd name="connsiteX43" fmla="*/ 1906 w 10001"/>
                <a:gd name="connsiteY43" fmla="*/ 8516 h 10000"/>
                <a:gd name="connsiteX44" fmla="*/ 2573 w 10001"/>
                <a:gd name="connsiteY44" fmla="*/ 9416 h 10000"/>
                <a:gd name="connsiteX45" fmla="*/ 2925 w 10001"/>
                <a:gd name="connsiteY45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4800 w 10001"/>
                <a:gd name="connsiteY30" fmla="*/ 1390 h 10000"/>
                <a:gd name="connsiteX31" fmla="*/ 3255 w 10001"/>
                <a:gd name="connsiteY31" fmla="*/ 2621 h 10000"/>
                <a:gd name="connsiteX32" fmla="*/ 3244 w 10001"/>
                <a:gd name="connsiteY32" fmla="*/ 2840 h 10000"/>
                <a:gd name="connsiteX33" fmla="*/ 3249 w 10001"/>
                <a:gd name="connsiteY33" fmla="*/ 6963 h 10000"/>
                <a:gd name="connsiteX34" fmla="*/ 3245 w 10001"/>
                <a:gd name="connsiteY34" fmla="*/ 6971 h 10000"/>
                <a:gd name="connsiteX35" fmla="*/ 3244 w 10001"/>
                <a:gd name="connsiteY35" fmla="*/ 8633 h 10000"/>
                <a:gd name="connsiteX36" fmla="*/ 2749 w 10001"/>
                <a:gd name="connsiteY36" fmla="*/ 8004 h 10000"/>
                <a:gd name="connsiteX37" fmla="*/ 2349 w 10001"/>
                <a:gd name="connsiteY37" fmla="*/ 7727 h 10000"/>
                <a:gd name="connsiteX38" fmla="*/ 1056 w 10001"/>
                <a:gd name="connsiteY38" fmla="*/ 7454 h 10000"/>
                <a:gd name="connsiteX39" fmla="*/ 302 w 10001"/>
                <a:gd name="connsiteY39" fmla="*/ 7408 h 10000"/>
                <a:gd name="connsiteX40" fmla="*/ 80 w 10001"/>
                <a:gd name="connsiteY40" fmla="*/ 8024 h 10000"/>
                <a:gd name="connsiteX41" fmla="*/ 794 w 10001"/>
                <a:gd name="connsiteY41" fmla="*/ 8275 h 10000"/>
                <a:gd name="connsiteX42" fmla="*/ 1906 w 10001"/>
                <a:gd name="connsiteY42" fmla="*/ 8516 h 10000"/>
                <a:gd name="connsiteX43" fmla="*/ 2573 w 10001"/>
                <a:gd name="connsiteY43" fmla="*/ 9416 h 10000"/>
                <a:gd name="connsiteX44" fmla="*/ 2925 w 10001"/>
                <a:gd name="connsiteY44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3255 w 10001"/>
                <a:gd name="connsiteY30" fmla="*/ 2621 h 10000"/>
                <a:gd name="connsiteX31" fmla="*/ 3244 w 10001"/>
                <a:gd name="connsiteY31" fmla="*/ 2840 h 10000"/>
                <a:gd name="connsiteX32" fmla="*/ 3249 w 10001"/>
                <a:gd name="connsiteY32" fmla="*/ 6963 h 10000"/>
                <a:gd name="connsiteX33" fmla="*/ 3245 w 10001"/>
                <a:gd name="connsiteY33" fmla="*/ 6971 h 10000"/>
                <a:gd name="connsiteX34" fmla="*/ 3244 w 10001"/>
                <a:gd name="connsiteY34" fmla="*/ 8633 h 10000"/>
                <a:gd name="connsiteX35" fmla="*/ 2749 w 10001"/>
                <a:gd name="connsiteY35" fmla="*/ 8004 h 10000"/>
                <a:gd name="connsiteX36" fmla="*/ 2349 w 10001"/>
                <a:gd name="connsiteY36" fmla="*/ 7727 h 10000"/>
                <a:gd name="connsiteX37" fmla="*/ 1056 w 10001"/>
                <a:gd name="connsiteY37" fmla="*/ 7454 h 10000"/>
                <a:gd name="connsiteX38" fmla="*/ 302 w 10001"/>
                <a:gd name="connsiteY38" fmla="*/ 7408 h 10000"/>
                <a:gd name="connsiteX39" fmla="*/ 80 w 10001"/>
                <a:gd name="connsiteY39" fmla="*/ 8024 h 10000"/>
                <a:gd name="connsiteX40" fmla="*/ 794 w 10001"/>
                <a:gd name="connsiteY40" fmla="*/ 8275 h 10000"/>
                <a:gd name="connsiteX41" fmla="*/ 1906 w 10001"/>
                <a:gd name="connsiteY41" fmla="*/ 8516 h 10000"/>
                <a:gd name="connsiteX42" fmla="*/ 2573 w 10001"/>
                <a:gd name="connsiteY42" fmla="*/ 9416 h 10000"/>
                <a:gd name="connsiteX43" fmla="*/ 2925 w 10001"/>
                <a:gd name="connsiteY43" fmla="*/ 9844 h 10000"/>
                <a:gd name="connsiteX0" fmla="*/ 2925 w 10001"/>
                <a:gd name="connsiteY0" fmla="*/ 9844 h 10000"/>
                <a:gd name="connsiteX1" fmla="*/ 3727 w 10001"/>
                <a:gd name="connsiteY1" fmla="*/ 9830 h 10000"/>
                <a:gd name="connsiteX2" fmla="*/ 4965 w 10001"/>
                <a:gd name="connsiteY2" fmla="*/ 9334 h 10000"/>
                <a:gd name="connsiteX3" fmla="*/ 5794 w 10001"/>
                <a:gd name="connsiteY3" fmla="*/ 9481 h 10000"/>
                <a:gd name="connsiteX4" fmla="*/ 6611 w 10001"/>
                <a:gd name="connsiteY4" fmla="*/ 9993 h 10000"/>
                <a:gd name="connsiteX5" fmla="*/ 7121 w 10001"/>
                <a:gd name="connsiteY5" fmla="*/ 9794 h 10000"/>
                <a:gd name="connsiteX6" fmla="*/ 7820 w 10001"/>
                <a:gd name="connsiteY6" fmla="*/ 8840 h 10000"/>
                <a:gd name="connsiteX7" fmla="*/ 8095 w 10001"/>
                <a:gd name="connsiteY7" fmla="*/ 8512 h 10000"/>
                <a:gd name="connsiteX8" fmla="*/ 9386 w 10001"/>
                <a:gd name="connsiteY8" fmla="*/ 8240 h 10000"/>
                <a:gd name="connsiteX9" fmla="*/ 9978 w 10001"/>
                <a:gd name="connsiteY9" fmla="*/ 7927 h 10000"/>
                <a:gd name="connsiteX10" fmla="*/ 9577 w 10001"/>
                <a:gd name="connsiteY10" fmla="*/ 7386 h 10000"/>
                <a:gd name="connsiteX11" fmla="*/ 8687 w 10001"/>
                <a:gd name="connsiteY11" fmla="*/ 7510 h 10000"/>
                <a:gd name="connsiteX12" fmla="*/ 7574 w 10001"/>
                <a:gd name="connsiteY12" fmla="*/ 7757 h 10000"/>
                <a:gd name="connsiteX13" fmla="*/ 7334 w 10001"/>
                <a:gd name="connsiteY13" fmla="*/ 7907 h 10000"/>
                <a:gd name="connsiteX14" fmla="*/ 6823 w 10001"/>
                <a:gd name="connsiteY14" fmla="*/ 8636 h 10000"/>
                <a:gd name="connsiteX15" fmla="*/ 6811 w 10001"/>
                <a:gd name="connsiteY15" fmla="*/ 8489 h 10000"/>
                <a:gd name="connsiteX16" fmla="*/ 6811 w 10001"/>
                <a:gd name="connsiteY16" fmla="*/ 825 h 10000"/>
                <a:gd name="connsiteX17" fmla="*/ 6795 w 10001"/>
                <a:gd name="connsiteY17" fmla="*/ 521 h 10000"/>
                <a:gd name="connsiteX18" fmla="*/ 5949 w 10001"/>
                <a:gd name="connsiteY18" fmla="*/ 3 h 10000"/>
                <a:gd name="connsiteX19" fmla="*/ 5160 w 10001"/>
                <a:gd name="connsiteY19" fmla="*/ 488 h 10000"/>
                <a:gd name="connsiteX20" fmla="*/ 5162 w 10001"/>
                <a:gd name="connsiteY20" fmla="*/ 1105 h 10000"/>
                <a:gd name="connsiteX21" fmla="*/ 5145 w 10001"/>
                <a:gd name="connsiteY21" fmla="*/ 1422 h 10000"/>
                <a:gd name="connsiteX22" fmla="*/ 5147 w 10001"/>
                <a:gd name="connsiteY22" fmla="*/ 5340 h 10000"/>
                <a:gd name="connsiteX23" fmla="*/ 4861 w 10001"/>
                <a:gd name="connsiteY23" fmla="*/ 5340 h 10000"/>
                <a:gd name="connsiteX24" fmla="*/ 4864 w 10001"/>
                <a:gd name="connsiteY24" fmla="*/ 857 h 10000"/>
                <a:gd name="connsiteX25" fmla="*/ 4846 w 10001"/>
                <a:gd name="connsiteY25" fmla="*/ 485 h 10000"/>
                <a:gd name="connsiteX26" fmla="*/ 4170 w 10001"/>
                <a:gd name="connsiteY26" fmla="*/ 6 h 10000"/>
                <a:gd name="connsiteX27" fmla="*/ 3620 w 10001"/>
                <a:gd name="connsiteY27" fmla="*/ 94 h 10000"/>
                <a:gd name="connsiteX28" fmla="*/ 3251 w 10001"/>
                <a:gd name="connsiteY28" fmla="*/ 564 h 10000"/>
                <a:gd name="connsiteX29" fmla="*/ 3243 w 10001"/>
                <a:gd name="connsiteY29" fmla="*/ 2616 h 10000"/>
                <a:gd name="connsiteX30" fmla="*/ 3244 w 10001"/>
                <a:gd name="connsiteY30" fmla="*/ 2840 h 10000"/>
                <a:gd name="connsiteX31" fmla="*/ 3249 w 10001"/>
                <a:gd name="connsiteY31" fmla="*/ 6963 h 10000"/>
                <a:gd name="connsiteX32" fmla="*/ 3245 w 10001"/>
                <a:gd name="connsiteY32" fmla="*/ 6971 h 10000"/>
                <a:gd name="connsiteX33" fmla="*/ 3244 w 10001"/>
                <a:gd name="connsiteY33" fmla="*/ 8633 h 10000"/>
                <a:gd name="connsiteX34" fmla="*/ 2749 w 10001"/>
                <a:gd name="connsiteY34" fmla="*/ 8004 h 10000"/>
                <a:gd name="connsiteX35" fmla="*/ 2349 w 10001"/>
                <a:gd name="connsiteY35" fmla="*/ 7727 h 10000"/>
                <a:gd name="connsiteX36" fmla="*/ 1056 w 10001"/>
                <a:gd name="connsiteY36" fmla="*/ 7454 h 10000"/>
                <a:gd name="connsiteX37" fmla="*/ 302 w 10001"/>
                <a:gd name="connsiteY37" fmla="*/ 7408 h 10000"/>
                <a:gd name="connsiteX38" fmla="*/ 80 w 10001"/>
                <a:gd name="connsiteY38" fmla="*/ 8024 h 10000"/>
                <a:gd name="connsiteX39" fmla="*/ 794 w 10001"/>
                <a:gd name="connsiteY39" fmla="*/ 8275 h 10000"/>
                <a:gd name="connsiteX40" fmla="*/ 1906 w 10001"/>
                <a:gd name="connsiteY40" fmla="*/ 8516 h 10000"/>
                <a:gd name="connsiteX41" fmla="*/ 2573 w 10001"/>
                <a:gd name="connsiteY41" fmla="*/ 9416 h 10000"/>
                <a:gd name="connsiteX42" fmla="*/ 2925 w 10001"/>
                <a:gd name="connsiteY42" fmla="*/ 984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01" h="10000">
                  <a:moveTo>
                    <a:pt x="2925" y="9844"/>
                  </a:moveTo>
                  <a:cubicBezTo>
                    <a:pt x="3118" y="10045"/>
                    <a:pt x="3550" y="10046"/>
                    <a:pt x="3727" y="9830"/>
                  </a:cubicBezTo>
                  <a:cubicBezTo>
                    <a:pt x="4003" y="9512"/>
                    <a:pt x="4492" y="9354"/>
                    <a:pt x="4965" y="9334"/>
                  </a:cubicBezTo>
                  <a:cubicBezTo>
                    <a:pt x="5253" y="9320"/>
                    <a:pt x="5527" y="9406"/>
                    <a:pt x="5794" y="9481"/>
                  </a:cubicBezTo>
                  <a:cubicBezTo>
                    <a:pt x="6149" y="9560"/>
                    <a:pt x="6231" y="9953"/>
                    <a:pt x="6611" y="9993"/>
                  </a:cubicBezTo>
                  <a:cubicBezTo>
                    <a:pt x="6816" y="10029"/>
                    <a:pt x="7010" y="9922"/>
                    <a:pt x="7121" y="9794"/>
                  </a:cubicBezTo>
                  <a:cubicBezTo>
                    <a:pt x="7351" y="9475"/>
                    <a:pt x="7667" y="9192"/>
                    <a:pt x="7820" y="8840"/>
                  </a:cubicBezTo>
                  <a:cubicBezTo>
                    <a:pt x="7923" y="8736"/>
                    <a:pt x="8020" y="8629"/>
                    <a:pt x="8095" y="8512"/>
                  </a:cubicBezTo>
                  <a:cubicBezTo>
                    <a:pt x="8529" y="8429"/>
                    <a:pt x="8953" y="8322"/>
                    <a:pt x="9386" y="8240"/>
                  </a:cubicBezTo>
                  <a:cubicBezTo>
                    <a:pt x="9609" y="8186"/>
                    <a:pt x="9912" y="8134"/>
                    <a:pt x="9978" y="7927"/>
                  </a:cubicBezTo>
                  <a:cubicBezTo>
                    <a:pt x="10068" y="7704"/>
                    <a:pt x="9887" y="7409"/>
                    <a:pt x="9577" y="7386"/>
                  </a:cubicBezTo>
                  <a:cubicBezTo>
                    <a:pt x="9274" y="7366"/>
                    <a:pt x="8978" y="7448"/>
                    <a:pt x="8687" y="7510"/>
                  </a:cubicBezTo>
                  <a:cubicBezTo>
                    <a:pt x="8320" y="7602"/>
                    <a:pt x="7939" y="7656"/>
                    <a:pt x="7574" y="7757"/>
                  </a:cubicBezTo>
                  <a:cubicBezTo>
                    <a:pt x="7480" y="7789"/>
                    <a:pt x="7393" y="7840"/>
                    <a:pt x="7334" y="7907"/>
                  </a:cubicBezTo>
                  <a:cubicBezTo>
                    <a:pt x="7138" y="8137"/>
                    <a:pt x="6905" y="8361"/>
                    <a:pt x="6823" y="8636"/>
                  </a:cubicBezTo>
                  <a:cubicBezTo>
                    <a:pt x="6816" y="8588"/>
                    <a:pt x="6812" y="8539"/>
                    <a:pt x="6811" y="8489"/>
                  </a:cubicBezTo>
                  <a:cubicBezTo>
                    <a:pt x="6811" y="5935"/>
                    <a:pt x="6810" y="3379"/>
                    <a:pt x="6811" y="825"/>
                  </a:cubicBezTo>
                  <a:cubicBezTo>
                    <a:pt x="6810" y="723"/>
                    <a:pt x="6819" y="622"/>
                    <a:pt x="6795" y="521"/>
                  </a:cubicBezTo>
                  <a:cubicBezTo>
                    <a:pt x="6696" y="228"/>
                    <a:pt x="6341" y="-10"/>
                    <a:pt x="5949" y="3"/>
                  </a:cubicBezTo>
                  <a:cubicBezTo>
                    <a:pt x="5589" y="5"/>
                    <a:pt x="5273" y="224"/>
                    <a:pt x="5160" y="488"/>
                  </a:cubicBezTo>
                  <a:cubicBezTo>
                    <a:pt x="5137" y="693"/>
                    <a:pt x="5135" y="901"/>
                    <a:pt x="5162" y="1105"/>
                  </a:cubicBezTo>
                  <a:cubicBezTo>
                    <a:pt x="5139" y="1210"/>
                    <a:pt x="5144" y="1317"/>
                    <a:pt x="5145" y="1422"/>
                  </a:cubicBezTo>
                  <a:cubicBezTo>
                    <a:pt x="5147" y="2728"/>
                    <a:pt x="5144" y="4035"/>
                    <a:pt x="5147" y="5340"/>
                  </a:cubicBezTo>
                  <a:cubicBezTo>
                    <a:pt x="5051" y="5342"/>
                    <a:pt x="4957" y="5342"/>
                    <a:pt x="4861" y="5340"/>
                  </a:cubicBezTo>
                  <a:cubicBezTo>
                    <a:pt x="4867" y="3846"/>
                    <a:pt x="4863" y="2351"/>
                    <a:pt x="4864" y="857"/>
                  </a:cubicBezTo>
                  <a:cubicBezTo>
                    <a:pt x="4861" y="733"/>
                    <a:pt x="4877" y="608"/>
                    <a:pt x="4846" y="485"/>
                  </a:cubicBezTo>
                  <a:cubicBezTo>
                    <a:pt x="4737" y="251"/>
                    <a:pt x="4483" y="53"/>
                    <a:pt x="4170" y="6"/>
                  </a:cubicBezTo>
                  <a:cubicBezTo>
                    <a:pt x="3982" y="-11"/>
                    <a:pt x="3784" y="14"/>
                    <a:pt x="3620" y="94"/>
                  </a:cubicBezTo>
                  <a:cubicBezTo>
                    <a:pt x="3397" y="182"/>
                    <a:pt x="3308" y="386"/>
                    <a:pt x="3251" y="564"/>
                  </a:cubicBezTo>
                  <a:cubicBezTo>
                    <a:pt x="3235" y="1248"/>
                    <a:pt x="3251" y="1932"/>
                    <a:pt x="3243" y="2616"/>
                  </a:cubicBezTo>
                  <a:cubicBezTo>
                    <a:pt x="3242" y="2995"/>
                    <a:pt x="3243" y="2116"/>
                    <a:pt x="3244" y="2840"/>
                  </a:cubicBezTo>
                  <a:cubicBezTo>
                    <a:pt x="3248" y="4214"/>
                    <a:pt x="3237" y="5589"/>
                    <a:pt x="3249" y="6963"/>
                  </a:cubicBezTo>
                  <a:cubicBezTo>
                    <a:pt x="3249" y="7651"/>
                    <a:pt x="3246" y="6693"/>
                    <a:pt x="3245" y="6971"/>
                  </a:cubicBezTo>
                  <a:cubicBezTo>
                    <a:pt x="3241" y="7525"/>
                    <a:pt x="3245" y="8079"/>
                    <a:pt x="3244" y="8633"/>
                  </a:cubicBezTo>
                  <a:cubicBezTo>
                    <a:pt x="3083" y="8421"/>
                    <a:pt x="2940" y="8200"/>
                    <a:pt x="2749" y="8004"/>
                  </a:cubicBezTo>
                  <a:cubicBezTo>
                    <a:pt x="2654" y="7885"/>
                    <a:pt x="2537" y="7751"/>
                    <a:pt x="2349" y="7727"/>
                  </a:cubicBezTo>
                  <a:cubicBezTo>
                    <a:pt x="1914" y="7647"/>
                    <a:pt x="1491" y="7538"/>
                    <a:pt x="1056" y="7454"/>
                  </a:cubicBezTo>
                  <a:cubicBezTo>
                    <a:pt x="814" y="7402"/>
                    <a:pt x="553" y="7347"/>
                    <a:pt x="302" y="7408"/>
                  </a:cubicBezTo>
                  <a:cubicBezTo>
                    <a:pt x="24" y="7513"/>
                    <a:pt x="-89" y="7820"/>
                    <a:pt x="80" y="8024"/>
                  </a:cubicBezTo>
                  <a:cubicBezTo>
                    <a:pt x="253" y="8198"/>
                    <a:pt x="552" y="8205"/>
                    <a:pt x="794" y="8275"/>
                  </a:cubicBezTo>
                  <a:cubicBezTo>
                    <a:pt x="1165" y="8356"/>
                    <a:pt x="1539" y="8425"/>
                    <a:pt x="1906" y="8516"/>
                  </a:cubicBezTo>
                  <a:cubicBezTo>
                    <a:pt x="2133" y="8812"/>
                    <a:pt x="2409" y="9088"/>
                    <a:pt x="2573" y="9416"/>
                  </a:cubicBezTo>
                  <a:cubicBezTo>
                    <a:pt x="2705" y="9550"/>
                    <a:pt x="2802" y="9704"/>
                    <a:pt x="2925" y="98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椭圆 17"/>
            <p:cNvSpPr/>
            <p:nvPr/>
          </p:nvSpPr>
          <p:spPr>
            <a:xfrm>
              <a:off x="10860406" y="1272699"/>
              <a:ext cx="106521" cy="1065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8847939" y="246479"/>
            <a:ext cx="1339044" cy="2169370"/>
            <a:chOff x="7575514" y="731838"/>
            <a:chExt cx="1339044" cy="2169370"/>
          </a:xfrm>
        </p:grpSpPr>
        <p:sp>
          <p:nvSpPr>
            <p:cNvPr id="20" name="Freeform 66"/>
            <p:cNvSpPr>
              <a:spLocks/>
            </p:cNvSpPr>
            <p:nvPr/>
          </p:nvSpPr>
          <p:spPr bwMode="auto">
            <a:xfrm flipV="1">
              <a:off x="7808913" y="731838"/>
              <a:ext cx="425450" cy="446088"/>
            </a:xfrm>
            <a:custGeom>
              <a:avLst/>
              <a:gdLst>
                <a:gd name="T0" fmla="*/ 1007 w 2304"/>
                <a:gd name="T1" fmla="*/ 2327 h 2417"/>
                <a:gd name="T2" fmla="*/ 2246 w 2304"/>
                <a:gd name="T3" fmla="*/ 1468 h 2417"/>
                <a:gd name="T4" fmla="*/ 2199 w 2304"/>
                <a:gd name="T5" fmla="*/ 804 h 2417"/>
                <a:gd name="T6" fmla="*/ 901 w 2304"/>
                <a:gd name="T7" fmla="*/ 142 h 2417"/>
                <a:gd name="T8" fmla="*/ 334 w 2304"/>
                <a:gd name="T9" fmla="*/ 498 h 2417"/>
                <a:gd name="T10" fmla="*/ 149 w 2304"/>
                <a:gd name="T11" fmla="*/ 1674 h 2417"/>
                <a:gd name="T12" fmla="*/ 1007 w 2304"/>
                <a:gd name="T13" fmla="*/ 2327 h 2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4" h="2417">
                  <a:moveTo>
                    <a:pt x="1007" y="2327"/>
                  </a:moveTo>
                  <a:cubicBezTo>
                    <a:pt x="1556" y="2417"/>
                    <a:pt x="2147" y="2020"/>
                    <a:pt x="2246" y="1468"/>
                  </a:cubicBezTo>
                  <a:cubicBezTo>
                    <a:pt x="2304" y="1247"/>
                    <a:pt x="2268" y="1017"/>
                    <a:pt x="2199" y="804"/>
                  </a:cubicBezTo>
                  <a:cubicBezTo>
                    <a:pt x="2003" y="309"/>
                    <a:pt x="1420" y="0"/>
                    <a:pt x="901" y="142"/>
                  </a:cubicBezTo>
                  <a:cubicBezTo>
                    <a:pt x="688" y="212"/>
                    <a:pt x="470" y="311"/>
                    <a:pt x="334" y="498"/>
                  </a:cubicBezTo>
                  <a:cubicBezTo>
                    <a:pt x="39" y="804"/>
                    <a:pt x="0" y="1289"/>
                    <a:pt x="149" y="1674"/>
                  </a:cubicBezTo>
                  <a:cubicBezTo>
                    <a:pt x="306" y="2014"/>
                    <a:pt x="636" y="2265"/>
                    <a:pt x="1007" y="232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67"/>
            <p:cNvSpPr>
              <a:spLocks/>
            </p:cNvSpPr>
            <p:nvPr/>
          </p:nvSpPr>
          <p:spPr bwMode="auto">
            <a:xfrm flipV="1">
              <a:off x="7575514" y="1208789"/>
              <a:ext cx="1339044" cy="1692419"/>
            </a:xfrm>
            <a:custGeom>
              <a:avLst/>
              <a:gdLst>
                <a:gd name="T0" fmla="*/ 1113 w 7352"/>
                <a:gd name="T1" fmla="*/ 9407 h 9515"/>
                <a:gd name="T2" fmla="*/ 1533 w 7352"/>
                <a:gd name="T3" fmla="*/ 9510 h 9515"/>
                <a:gd name="T4" fmla="*/ 3404 w 7352"/>
                <a:gd name="T5" fmla="*/ 9511 h 9515"/>
                <a:gd name="T6" fmla="*/ 3687 w 7352"/>
                <a:gd name="T7" fmla="*/ 9463 h 9515"/>
                <a:gd name="T8" fmla="*/ 5383 w 7352"/>
                <a:gd name="T9" fmla="*/ 8404 h 9515"/>
                <a:gd name="T10" fmla="*/ 6218 w 7352"/>
                <a:gd name="T11" fmla="*/ 8104 h 9515"/>
                <a:gd name="T12" fmla="*/ 7033 w 7352"/>
                <a:gd name="T13" fmla="*/ 7909 h 9515"/>
                <a:gd name="T14" fmla="*/ 7300 w 7352"/>
                <a:gd name="T15" fmla="*/ 7637 h 9515"/>
                <a:gd name="T16" fmla="*/ 7065 w 7352"/>
                <a:gd name="T17" fmla="*/ 7166 h 9515"/>
                <a:gd name="T18" fmla="*/ 6544 w 7352"/>
                <a:gd name="T19" fmla="*/ 7201 h 9515"/>
                <a:gd name="T20" fmla="*/ 5559 w 7352"/>
                <a:gd name="T21" fmla="*/ 7480 h 9515"/>
                <a:gd name="T22" fmla="*/ 3817 w 7352"/>
                <a:gd name="T23" fmla="*/ 8371 h 9515"/>
                <a:gd name="T24" fmla="*/ 3816 w 7352"/>
                <a:gd name="T25" fmla="*/ 913 h 9515"/>
                <a:gd name="T26" fmla="*/ 3446 w 7352"/>
                <a:gd name="T27" fmla="*/ 376 h 9515"/>
                <a:gd name="T28" fmla="*/ 2734 w 7352"/>
                <a:gd name="T29" fmla="*/ 587 h 9515"/>
                <a:gd name="T30" fmla="*/ 2616 w 7352"/>
                <a:gd name="T31" fmla="*/ 456 h 9515"/>
                <a:gd name="T32" fmla="*/ 2661 w 7352"/>
                <a:gd name="T33" fmla="*/ 171 h 9515"/>
                <a:gd name="T34" fmla="*/ 2608 w 7352"/>
                <a:gd name="T35" fmla="*/ 70 h 9515"/>
                <a:gd name="T36" fmla="*/ 2609 w 7352"/>
                <a:gd name="T37" fmla="*/ 88 h 9515"/>
                <a:gd name="T38" fmla="*/ 2601 w 7352"/>
                <a:gd name="T39" fmla="*/ 421 h 9515"/>
                <a:gd name="T40" fmla="*/ 2676 w 7352"/>
                <a:gd name="T41" fmla="*/ 643 h 9515"/>
                <a:gd name="T42" fmla="*/ 2602 w 7352"/>
                <a:gd name="T43" fmla="*/ 985 h 9515"/>
                <a:gd name="T44" fmla="*/ 2604 w 7352"/>
                <a:gd name="T45" fmla="*/ 5378 h 9515"/>
                <a:gd name="T46" fmla="*/ 2375 w 7352"/>
                <a:gd name="T47" fmla="*/ 5382 h 9515"/>
                <a:gd name="T48" fmla="*/ 2369 w 7352"/>
                <a:gd name="T49" fmla="*/ 880 h 9515"/>
                <a:gd name="T50" fmla="*/ 2097 w 7352"/>
                <a:gd name="T51" fmla="*/ 426 h 9515"/>
                <a:gd name="T52" fmla="*/ 1569 w 7352"/>
                <a:gd name="T53" fmla="*/ 359 h 9515"/>
                <a:gd name="T54" fmla="*/ 1159 w 7352"/>
                <a:gd name="T55" fmla="*/ 950 h 9515"/>
                <a:gd name="T56" fmla="*/ 1159 w 7352"/>
                <a:gd name="T57" fmla="*/ 8318 h 9515"/>
                <a:gd name="T58" fmla="*/ 899 w 7352"/>
                <a:gd name="T59" fmla="*/ 7370 h 9515"/>
                <a:gd name="T60" fmla="*/ 820 w 7352"/>
                <a:gd name="T61" fmla="*/ 6044 h 9515"/>
                <a:gd name="T62" fmla="*/ 727 w 7352"/>
                <a:gd name="T63" fmla="*/ 6057 h 9515"/>
                <a:gd name="T64" fmla="*/ 87 w 7352"/>
                <a:gd name="T65" fmla="*/ 6707 h 9515"/>
                <a:gd name="T66" fmla="*/ 398 w 7352"/>
                <a:gd name="T67" fmla="*/ 6381 h 9515"/>
                <a:gd name="T68" fmla="*/ 578 w 7352"/>
                <a:gd name="T69" fmla="*/ 6208 h 9515"/>
                <a:gd name="T70" fmla="*/ 811 w 7352"/>
                <a:gd name="T71" fmla="*/ 5961 h 9515"/>
                <a:gd name="T72" fmla="*/ 839 w 7352"/>
                <a:gd name="T73" fmla="*/ 5288 h 9515"/>
                <a:gd name="T74" fmla="*/ 758 w 7352"/>
                <a:gd name="T75" fmla="*/ 4936 h 9515"/>
                <a:gd name="T76" fmla="*/ 332 w 7352"/>
                <a:gd name="T77" fmla="*/ 4816 h 9515"/>
                <a:gd name="T78" fmla="*/ 61 w 7352"/>
                <a:gd name="T79" fmla="*/ 5143 h 9515"/>
                <a:gd name="T80" fmla="*/ 59 w 7352"/>
                <a:gd name="T81" fmla="*/ 6722 h 9515"/>
                <a:gd name="T82" fmla="*/ 348 w 7352"/>
                <a:gd name="T83" fmla="*/ 8451 h 9515"/>
                <a:gd name="T84" fmla="*/ 1113 w 7352"/>
                <a:gd name="T85" fmla="*/ 9407 h 9515"/>
                <a:gd name="connsiteX0" fmla="*/ 1476 w 9910"/>
                <a:gd name="connsiteY0" fmla="*/ 9833 h 9943"/>
                <a:gd name="connsiteX1" fmla="*/ 2047 w 9910"/>
                <a:gd name="connsiteY1" fmla="*/ 9942 h 9943"/>
                <a:gd name="connsiteX2" fmla="*/ 4592 w 9910"/>
                <a:gd name="connsiteY2" fmla="*/ 9943 h 9943"/>
                <a:gd name="connsiteX3" fmla="*/ 4977 w 9910"/>
                <a:gd name="connsiteY3" fmla="*/ 9892 h 9943"/>
                <a:gd name="connsiteX4" fmla="*/ 7284 w 9910"/>
                <a:gd name="connsiteY4" fmla="*/ 8779 h 9943"/>
                <a:gd name="connsiteX5" fmla="*/ 8420 w 9910"/>
                <a:gd name="connsiteY5" fmla="*/ 8464 h 9943"/>
                <a:gd name="connsiteX6" fmla="*/ 9528 w 9910"/>
                <a:gd name="connsiteY6" fmla="*/ 8259 h 9943"/>
                <a:gd name="connsiteX7" fmla="*/ 9891 w 9910"/>
                <a:gd name="connsiteY7" fmla="*/ 7973 h 9943"/>
                <a:gd name="connsiteX8" fmla="*/ 9572 w 9910"/>
                <a:gd name="connsiteY8" fmla="*/ 7478 h 9943"/>
                <a:gd name="connsiteX9" fmla="*/ 8863 w 9910"/>
                <a:gd name="connsiteY9" fmla="*/ 7515 h 9943"/>
                <a:gd name="connsiteX10" fmla="*/ 7523 w 9910"/>
                <a:gd name="connsiteY10" fmla="*/ 7808 h 9943"/>
                <a:gd name="connsiteX11" fmla="*/ 5154 w 9910"/>
                <a:gd name="connsiteY11" fmla="*/ 8745 h 9943"/>
                <a:gd name="connsiteX12" fmla="*/ 5152 w 9910"/>
                <a:gd name="connsiteY12" fmla="*/ 907 h 9943"/>
                <a:gd name="connsiteX13" fmla="*/ 4649 w 9910"/>
                <a:gd name="connsiteY13" fmla="*/ 342 h 9943"/>
                <a:gd name="connsiteX14" fmla="*/ 3681 w 9910"/>
                <a:gd name="connsiteY14" fmla="*/ 564 h 9943"/>
                <a:gd name="connsiteX15" fmla="*/ 3520 w 9910"/>
                <a:gd name="connsiteY15" fmla="*/ 426 h 9943"/>
                <a:gd name="connsiteX16" fmla="*/ 3581 w 9910"/>
                <a:gd name="connsiteY16" fmla="*/ 127 h 9943"/>
                <a:gd name="connsiteX17" fmla="*/ 3509 w 9910"/>
                <a:gd name="connsiteY17" fmla="*/ 21 h 9943"/>
                <a:gd name="connsiteX18" fmla="*/ 3511 w 9910"/>
                <a:gd name="connsiteY18" fmla="*/ 39 h 9943"/>
                <a:gd name="connsiteX19" fmla="*/ 3500 w 9910"/>
                <a:gd name="connsiteY19" fmla="*/ 389 h 9943"/>
                <a:gd name="connsiteX20" fmla="*/ 3602 w 9910"/>
                <a:gd name="connsiteY20" fmla="*/ 623 h 9943"/>
                <a:gd name="connsiteX21" fmla="*/ 3501 w 9910"/>
                <a:gd name="connsiteY21" fmla="*/ 982 h 9943"/>
                <a:gd name="connsiteX22" fmla="*/ 3504 w 9910"/>
                <a:gd name="connsiteY22" fmla="*/ 5599 h 9943"/>
                <a:gd name="connsiteX23" fmla="*/ 3192 w 9910"/>
                <a:gd name="connsiteY23" fmla="*/ 5603 h 9943"/>
                <a:gd name="connsiteX24" fmla="*/ 3184 w 9910"/>
                <a:gd name="connsiteY24" fmla="*/ 872 h 9943"/>
                <a:gd name="connsiteX25" fmla="*/ 2814 w 9910"/>
                <a:gd name="connsiteY25" fmla="*/ 395 h 9943"/>
                <a:gd name="connsiteX26" fmla="*/ 2096 w 9910"/>
                <a:gd name="connsiteY26" fmla="*/ 324 h 9943"/>
                <a:gd name="connsiteX27" fmla="*/ 1538 w 9910"/>
                <a:gd name="connsiteY27" fmla="*/ 945 h 9943"/>
                <a:gd name="connsiteX28" fmla="*/ 1538 w 9910"/>
                <a:gd name="connsiteY28" fmla="*/ 8689 h 9943"/>
                <a:gd name="connsiteX29" fmla="*/ 1185 w 9910"/>
                <a:gd name="connsiteY29" fmla="*/ 7693 h 9943"/>
                <a:gd name="connsiteX30" fmla="*/ 1077 w 9910"/>
                <a:gd name="connsiteY30" fmla="*/ 6299 h 9943"/>
                <a:gd name="connsiteX31" fmla="*/ 951 w 9910"/>
                <a:gd name="connsiteY31" fmla="*/ 6313 h 9943"/>
                <a:gd name="connsiteX32" fmla="*/ 80 w 9910"/>
                <a:gd name="connsiteY32" fmla="*/ 6996 h 9943"/>
                <a:gd name="connsiteX33" fmla="*/ 748 w 9910"/>
                <a:gd name="connsiteY33" fmla="*/ 6471 h 9943"/>
                <a:gd name="connsiteX34" fmla="*/ 1065 w 9910"/>
                <a:gd name="connsiteY34" fmla="*/ 6212 h 9943"/>
                <a:gd name="connsiteX35" fmla="*/ 1103 w 9910"/>
                <a:gd name="connsiteY35" fmla="*/ 5505 h 9943"/>
                <a:gd name="connsiteX36" fmla="*/ 993 w 9910"/>
                <a:gd name="connsiteY36" fmla="*/ 5135 h 9943"/>
                <a:gd name="connsiteX37" fmla="*/ 414 w 9910"/>
                <a:gd name="connsiteY37" fmla="*/ 5008 h 9943"/>
                <a:gd name="connsiteX38" fmla="*/ 45 w 9910"/>
                <a:gd name="connsiteY38" fmla="*/ 5352 h 9943"/>
                <a:gd name="connsiteX39" fmla="*/ 42 w 9910"/>
                <a:gd name="connsiteY39" fmla="*/ 7012 h 9943"/>
                <a:gd name="connsiteX40" fmla="*/ 435 w 9910"/>
                <a:gd name="connsiteY40" fmla="*/ 8829 h 9943"/>
                <a:gd name="connsiteX41" fmla="*/ 1476 w 9910"/>
                <a:gd name="connsiteY41" fmla="*/ 9833 h 9943"/>
                <a:gd name="connsiteX0" fmla="*/ 1445 w 9955"/>
                <a:gd name="connsiteY0" fmla="*/ 9889 h 10000"/>
                <a:gd name="connsiteX1" fmla="*/ 2022 w 9955"/>
                <a:gd name="connsiteY1" fmla="*/ 9999 h 10000"/>
                <a:gd name="connsiteX2" fmla="*/ 4590 w 9955"/>
                <a:gd name="connsiteY2" fmla="*/ 10000 h 10000"/>
                <a:gd name="connsiteX3" fmla="*/ 4978 w 9955"/>
                <a:gd name="connsiteY3" fmla="*/ 9949 h 10000"/>
                <a:gd name="connsiteX4" fmla="*/ 7306 w 9955"/>
                <a:gd name="connsiteY4" fmla="*/ 8829 h 10000"/>
                <a:gd name="connsiteX5" fmla="*/ 8452 w 9955"/>
                <a:gd name="connsiteY5" fmla="*/ 8513 h 10000"/>
                <a:gd name="connsiteX6" fmla="*/ 9571 w 9955"/>
                <a:gd name="connsiteY6" fmla="*/ 8306 h 10000"/>
                <a:gd name="connsiteX7" fmla="*/ 9937 w 9955"/>
                <a:gd name="connsiteY7" fmla="*/ 8019 h 10000"/>
                <a:gd name="connsiteX8" fmla="*/ 9615 w 9955"/>
                <a:gd name="connsiteY8" fmla="*/ 7521 h 10000"/>
                <a:gd name="connsiteX9" fmla="*/ 8899 w 9955"/>
                <a:gd name="connsiteY9" fmla="*/ 7558 h 10000"/>
                <a:gd name="connsiteX10" fmla="*/ 7547 w 9955"/>
                <a:gd name="connsiteY10" fmla="*/ 7853 h 10000"/>
                <a:gd name="connsiteX11" fmla="*/ 5157 w 9955"/>
                <a:gd name="connsiteY11" fmla="*/ 8795 h 10000"/>
                <a:gd name="connsiteX12" fmla="*/ 5155 w 9955"/>
                <a:gd name="connsiteY12" fmla="*/ 912 h 10000"/>
                <a:gd name="connsiteX13" fmla="*/ 4647 w 9955"/>
                <a:gd name="connsiteY13" fmla="*/ 344 h 10000"/>
                <a:gd name="connsiteX14" fmla="*/ 3670 w 9955"/>
                <a:gd name="connsiteY14" fmla="*/ 567 h 10000"/>
                <a:gd name="connsiteX15" fmla="*/ 3508 w 9955"/>
                <a:gd name="connsiteY15" fmla="*/ 428 h 10000"/>
                <a:gd name="connsiteX16" fmla="*/ 3570 w 9955"/>
                <a:gd name="connsiteY16" fmla="*/ 128 h 10000"/>
                <a:gd name="connsiteX17" fmla="*/ 3497 w 9955"/>
                <a:gd name="connsiteY17" fmla="*/ 21 h 10000"/>
                <a:gd name="connsiteX18" fmla="*/ 3499 w 9955"/>
                <a:gd name="connsiteY18" fmla="*/ 39 h 10000"/>
                <a:gd name="connsiteX19" fmla="*/ 3488 w 9955"/>
                <a:gd name="connsiteY19" fmla="*/ 391 h 10000"/>
                <a:gd name="connsiteX20" fmla="*/ 3591 w 9955"/>
                <a:gd name="connsiteY20" fmla="*/ 627 h 10000"/>
                <a:gd name="connsiteX21" fmla="*/ 3489 w 9955"/>
                <a:gd name="connsiteY21" fmla="*/ 988 h 10000"/>
                <a:gd name="connsiteX22" fmla="*/ 3492 w 9955"/>
                <a:gd name="connsiteY22" fmla="*/ 5631 h 10000"/>
                <a:gd name="connsiteX23" fmla="*/ 3177 w 9955"/>
                <a:gd name="connsiteY23" fmla="*/ 5635 h 10000"/>
                <a:gd name="connsiteX24" fmla="*/ 3169 w 9955"/>
                <a:gd name="connsiteY24" fmla="*/ 877 h 10000"/>
                <a:gd name="connsiteX25" fmla="*/ 2796 w 9955"/>
                <a:gd name="connsiteY25" fmla="*/ 397 h 10000"/>
                <a:gd name="connsiteX26" fmla="*/ 2071 w 9955"/>
                <a:gd name="connsiteY26" fmla="*/ 326 h 10000"/>
                <a:gd name="connsiteX27" fmla="*/ 1508 w 9955"/>
                <a:gd name="connsiteY27" fmla="*/ 950 h 10000"/>
                <a:gd name="connsiteX28" fmla="*/ 1508 w 9955"/>
                <a:gd name="connsiteY28" fmla="*/ 8739 h 10000"/>
                <a:gd name="connsiteX29" fmla="*/ 1152 w 9955"/>
                <a:gd name="connsiteY29" fmla="*/ 7737 h 10000"/>
                <a:gd name="connsiteX30" fmla="*/ 1043 w 9955"/>
                <a:gd name="connsiteY30" fmla="*/ 6335 h 10000"/>
                <a:gd name="connsiteX31" fmla="*/ 916 w 9955"/>
                <a:gd name="connsiteY31" fmla="*/ 6349 h 10000"/>
                <a:gd name="connsiteX32" fmla="*/ 37 w 9955"/>
                <a:gd name="connsiteY32" fmla="*/ 7036 h 10000"/>
                <a:gd name="connsiteX33" fmla="*/ 711 w 9955"/>
                <a:gd name="connsiteY33" fmla="*/ 6508 h 10000"/>
                <a:gd name="connsiteX34" fmla="*/ 1031 w 9955"/>
                <a:gd name="connsiteY34" fmla="*/ 6248 h 10000"/>
                <a:gd name="connsiteX35" fmla="*/ 1069 w 9955"/>
                <a:gd name="connsiteY35" fmla="*/ 5537 h 10000"/>
                <a:gd name="connsiteX36" fmla="*/ 958 w 9955"/>
                <a:gd name="connsiteY36" fmla="*/ 5164 h 10000"/>
                <a:gd name="connsiteX37" fmla="*/ 374 w 9955"/>
                <a:gd name="connsiteY37" fmla="*/ 5037 h 10000"/>
                <a:gd name="connsiteX38" fmla="*/ 1 w 9955"/>
                <a:gd name="connsiteY38" fmla="*/ 5383 h 10000"/>
                <a:gd name="connsiteX39" fmla="*/ 395 w 9955"/>
                <a:gd name="connsiteY39" fmla="*/ 8880 h 10000"/>
                <a:gd name="connsiteX40" fmla="*/ 1445 w 9955"/>
                <a:gd name="connsiteY40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515 w 10000"/>
                <a:gd name="connsiteY18" fmla="*/ 39 h 10000"/>
                <a:gd name="connsiteX19" fmla="*/ 3504 w 10000"/>
                <a:gd name="connsiteY19" fmla="*/ 391 h 10000"/>
                <a:gd name="connsiteX20" fmla="*/ 3607 w 10000"/>
                <a:gd name="connsiteY20" fmla="*/ 627 h 10000"/>
                <a:gd name="connsiteX21" fmla="*/ 3505 w 10000"/>
                <a:gd name="connsiteY21" fmla="*/ 988 h 10000"/>
                <a:gd name="connsiteX22" fmla="*/ 3508 w 10000"/>
                <a:gd name="connsiteY22" fmla="*/ 5631 h 10000"/>
                <a:gd name="connsiteX23" fmla="*/ 3191 w 10000"/>
                <a:gd name="connsiteY23" fmla="*/ 5635 h 10000"/>
                <a:gd name="connsiteX24" fmla="*/ 3183 w 10000"/>
                <a:gd name="connsiteY24" fmla="*/ 877 h 10000"/>
                <a:gd name="connsiteX25" fmla="*/ 2809 w 10000"/>
                <a:gd name="connsiteY25" fmla="*/ 397 h 10000"/>
                <a:gd name="connsiteX26" fmla="*/ 2080 w 10000"/>
                <a:gd name="connsiteY26" fmla="*/ 326 h 10000"/>
                <a:gd name="connsiteX27" fmla="*/ 1515 w 10000"/>
                <a:gd name="connsiteY27" fmla="*/ 950 h 10000"/>
                <a:gd name="connsiteX28" fmla="*/ 1515 w 10000"/>
                <a:gd name="connsiteY28" fmla="*/ 8739 h 10000"/>
                <a:gd name="connsiteX29" fmla="*/ 1157 w 10000"/>
                <a:gd name="connsiteY29" fmla="*/ 7737 h 10000"/>
                <a:gd name="connsiteX30" fmla="*/ 1048 w 10000"/>
                <a:gd name="connsiteY30" fmla="*/ 6335 h 10000"/>
                <a:gd name="connsiteX31" fmla="*/ 920 w 10000"/>
                <a:gd name="connsiteY31" fmla="*/ 6349 h 10000"/>
                <a:gd name="connsiteX32" fmla="*/ 37 w 10000"/>
                <a:gd name="connsiteY32" fmla="*/ 7036 h 10000"/>
                <a:gd name="connsiteX33" fmla="*/ 1036 w 10000"/>
                <a:gd name="connsiteY33" fmla="*/ 6248 h 10000"/>
                <a:gd name="connsiteX34" fmla="*/ 1074 w 10000"/>
                <a:gd name="connsiteY34" fmla="*/ 5537 h 10000"/>
                <a:gd name="connsiteX35" fmla="*/ 962 w 10000"/>
                <a:gd name="connsiteY35" fmla="*/ 5164 h 10000"/>
                <a:gd name="connsiteX36" fmla="*/ 376 w 10000"/>
                <a:gd name="connsiteY36" fmla="*/ 5037 h 10000"/>
                <a:gd name="connsiteX37" fmla="*/ 1 w 10000"/>
                <a:gd name="connsiteY37" fmla="*/ 5383 h 10000"/>
                <a:gd name="connsiteX38" fmla="*/ 397 w 10000"/>
                <a:gd name="connsiteY38" fmla="*/ 8880 h 10000"/>
                <a:gd name="connsiteX39" fmla="*/ 1452 w 10000"/>
                <a:gd name="connsiteY39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515 w 10000"/>
                <a:gd name="connsiteY18" fmla="*/ 39 h 10000"/>
                <a:gd name="connsiteX19" fmla="*/ 3504 w 10000"/>
                <a:gd name="connsiteY19" fmla="*/ 391 h 10000"/>
                <a:gd name="connsiteX20" fmla="*/ 3607 w 10000"/>
                <a:gd name="connsiteY20" fmla="*/ 627 h 10000"/>
                <a:gd name="connsiteX21" fmla="*/ 3505 w 10000"/>
                <a:gd name="connsiteY21" fmla="*/ 988 h 10000"/>
                <a:gd name="connsiteX22" fmla="*/ 3508 w 10000"/>
                <a:gd name="connsiteY22" fmla="*/ 5631 h 10000"/>
                <a:gd name="connsiteX23" fmla="*/ 3191 w 10000"/>
                <a:gd name="connsiteY23" fmla="*/ 5635 h 10000"/>
                <a:gd name="connsiteX24" fmla="*/ 3183 w 10000"/>
                <a:gd name="connsiteY24" fmla="*/ 877 h 10000"/>
                <a:gd name="connsiteX25" fmla="*/ 2809 w 10000"/>
                <a:gd name="connsiteY25" fmla="*/ 397 h 10000"/>
                <a:gd name="connsiteX26" fmla="*/ 2080 w 10000"/>
                <a:gd name="connsiteY26" fmla="*/ 326 h 10000"/>
                <a:gd name="connsiteX27" fmla="*/ 1515 w 10000"/>
                <a:gd name="connsiteY27" fmla="*/ 950 h 10000"/>
                <a:gd name="connsiteX28" fmla="*/ 1515 w 10000"/>
                <a:gd name="connsiteY28" fmla="*/ 8739 h 10000"/>
                <a:gd name="connsiteX29" fmla="*/ 1157 w 10000"/>
                <a:gd name="connsiteY29" fmla="*/ 7737 h 10000"/>
                <a:gd name="connsiteX30" fmla="*/ 1048 w 10000"/>
                <a:gd name="connsiteY30" fmla="*/ 6335 h 10000"/>
                <a:gd name="connsiteX31" fmla="*/ 920 w 10000"/>
                <a:gd name="connsiteY31" fmla="*/ 6349 h 10000"/>
                <a:gd name="connsiteX32" fmla="*/ 1036 w 10000"/>
                <a:gd name="connsiteY32" fmla="*/ 6248 h 10000"/>
                <a:gd name="connsiteX33" fmla="*/ 1074 w 10000"/>
                <a:gd name="connsiteY33" fmla="*/ 5537 h 10000"/>
                <a:gd name="connsiteX34" fmla="*/ 962 w 10000"/>
                <a:gd name="connsiteY34" fmla="*/ 5164 h 10000"/>
                <a:gd name="connsiteX35" fmla="*/ 376 w 10000"/>
                <a:gd name="connsiteY35" fmla="*/ 5037 h 10000"/>
                <a:gd name="connsiteX36" fmla="*/ 1 w 10000"/>
                <a:gd name="connsiteY36" fmla="*/ 5383 h 10000"/>
                <a:gd name="connsiteX37" fmla="*/ 397 w 10000"/>
                <a:gd name="connsiteY37" fmla="*/ 8880 h 10000"/>
                <a:gd name="connsiteX38" fmla="*/ 1452 w 10000"/>
                <a:gd name="connsiteY38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515 w 10000"/>
                <a:gd name="connsiteY18" fmla="*/ 39 h 10000"/>
                <a:gd name="connsiteX19" fmla="*/ 3504 w 10000"/>
                <a:gd name="connsiteY19" fmla="*/ 391 h 10000"/>
                <a:gd name="connsiteX20" fmla="*/ 3607 w 10000"/>
                <a:gd name="connsiteY20" fmla="*/ 627 h 10000"/>
                <a:gd name="connsiteX21" fmla="*/ 3505 w 10000"/>
                <a:gd name="connsiteY21" fmla="*/ 988 h 10000"/>
                <a:gd name="connsiteX22" fmla="*/ 3508 w 10000"/>
                <a:gd name="connsiteY22" fmla="*/ 5631 h 10000"/>
                <a:gd name="connsiteX23" fmla="*/ 3191 w 10000"/>
                <a:gd name="connsiteY23" fmla="*/ 5635 h 10000"/>
                <a:gd name="connsiteX24" fmla="*/ 3183 w 10000"/>
                <a:gd name="connsiteY24" fmla="*/ 877 h 10000"/>
                <a:gd name="connsiteX25" fmla="*/ 2809 w 10000"/>
                <a:gd name="connsiteY25" fmla="*/ 397 h 10000"/>
                <a:gd name="connsiteX26" fmla="*/ 2080 w 10000"/>
                <a:gd name="connsiteY26" fmla="*/ 326 h 10000"/>
                <a:gd name="connsiteX27" fmla="*/ 1515 w 10000"/>
                <a:gd name="connsiteY27" fmla="*/ 950 h 10000"/>
                <a:gd name="connsiteX28" fmla="*/ 1515 w 10000"/>
                <a:gd name="connsiteY28" fmla="*/ 8739 h 10000"/>
                <a:gd name="connsiteX29" fmla="*/ 1157 w 10000"/>
                <a:gd name="connsiteY29" fmla="*/ 7737 h 10000"/>
                <a:gd name="connsiteX30" fmla="*/ 1048 w 10000"/>
                <a:gd name="connsiteY30" fmla="*/ 6335 h 10000"/>
                <a:gd name="connsiteX31" fmla="*/ 920 w 10000"/>
                <a:gd name="connsiteY31" fmla="*/ 6349 h 10000"/>
                <a:gd name="connsiteX32" fmla="*/ 1074 w 10000"/>
                <a:gd name="connsiteY32" fmla="*/ 5537 h 10000"/>
                <a:gd name="connsiteX33" fmla="*/ 962 w 10000"/>
                <a:gd name="connsiteY33" fmla="*/ 5164 h 10000"/>
                <a:gd name="connsiteX34" fmla="*/ 376 w 10000"/>
                <a:gd name="connsiteY34" fmla="*/ 5037 h 10000"/>
                <a:gd name="connsiteX35" fmla="*/ 1 w 10000"/>
                <a:gd name="connsiteY35" fmla="*/ 5383 h 10000"/>
                <a:gd name="connsiteX36" fmla="*/ 397 w 10000"/>
                <a:gd name="connsiteY36" fmla="*/ 8880 h 10000"/>
                <a:gd name="connsiteX37" fmla="*/ 1452 w 10000"/>
                <a:gd name="connsiteY37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515 w 10000"/>
                <a:gd name="connsiteY18" fmla="*/ 39 h 10000"/>
                <a:gd name="connsiteX19" fmla="*/ 3504 w 10000"/>
                <a:gd name="connsiteY19" fmla="*/ 391 h 10000"/>
                <a:gd name="connsiteX20" fmla="*/ 3607 w 10000"/>
                <a:gd name="connsiteY20" fmla="*/ 627 h 10000"/>
                <a:gd name="connsiteX21" fmla="*/ 3505 w 10000"/>
                <a:gd name="connsiteY21" fmla="*/ 988 h 10000"/>
                <a:gd name="connsiteX22" fmla="*/ 3508 w 10000"/>
                <a:gd name="connsiteY22" fmla="*/ 5631 h 10000"/>
                <a:gd name="connsiteX23" fmla="*/ 3191 w 10000"/>
                <a:gd name="connsiteY23" fmla="*/ 5635 h 10000"/>
                <a:gd name="connsiteX24" fmla="*/ 3183 w 10000"/>
                <a:gd name="connsiteY24" fmla="*/ 877 h 10000"/>
                <a:gd name="connsiteX25" fmla="*/ 2809 w 10000"/>
                <a:gd name="connsiteY25" fmla="*/ 397 h 10000"/>
                <a:gd name="connsiteX26" fmla="*/ 2080 w 10000"/>
                <a:gd name="connsiteY26" fmla="*/ 326 h 10000"/>
                <a:gd name="connsiteX27" fmla="*/ 1515 w 10000"/>
                <a:gd name="connsiteY27" fmla="*/ 950 h 10000"/>
                <a:gd name="connsiteX28" fmla="*/ 1515 w 10000"/>
                <a:gd name="connsiteY28" fmla="*/ 8739 h 10000"/>
                <a:gd name="connsiteX29" fmla="*/ 1157 w 10000"/>
                <a:gd name="connsiteY29" fmla="*/ 7737 h 10000"/>
                <a:gd name="connsiteX30" fmla="*/ 1048 w 10000"/>
                <a:gd name="connsiteY30" fmla="*/ 6335 h 10000"/>
                <a:gd name="connsiteX31" fmla="*/ 1074 w 10000"/>
                <a:gd name="connsiteY31" fmla="*/ 5537 h 10000"/>
                <a:gd name="connsiteX32" fmla="*/ 962 w 10000"/>
                <a:gd name="connsiteY32" fmla="*/ 5164 h 10000"/>
                <a:gd name="connsiteX33" fmla="*/ 376 w 10000"/>
                <a:gd name="connsiteY33" fmla="*/ 5037 h 10000"/>
                <a:gd name="connsiteX34" fmla="*/ 1 w 10000"/>
                <a:gd name="connsiteY34" fmla="*/ 5383 h 10000"/>
                <a:gd name="connsiteX35" fmla="*/ 397 w 10000"/>
                <a:gd name="connsiteY35" fmla="*/ 8880 h 10000"/>
                <a:gd name="connsiteX36" fmla="*/ 1452 w 10000"/>
                <a:gd name="connsiteY36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504 w 10000"/>
                <a:gd name="connsiteY18" fmla="*/ 391 h 10000"/>
                <a:gd name="connsiteX19" fmla="*/ 3607 w 10000"/>
                <a:gd name="connsiteY19" fmla="*/ 627 h 10000"/>
                <a:gd name="connsiteX20" fmla="*/ 3505 w 10000"/>
                <a:gd name="connsiteY20" fmla="*/ 988 h 10000"/>
                <a:gd name="connsiteX21" fmla="*/ 3508 w 10000"/>
                <a:gd name="connsiteY21" fmla="*/ 5631 h 10000"/>
                <a:gd name="connsiteX22" fmla="*/ 3191 w 10000"/>
                <a:gd name="connsiteY22" fmla="*/ 5635 h 10000"/>
                <a:gd name="connsiteX23" fmla="*/ 3183 w 10000"/>
                <a:gd name="connsiteY23" fmla="*/ 877 h 10000"/>
                <a:gd name="connsiteX24" fmla="*/ 2809 w 10000"/>
                <a:gd name="connsiteY24" fmla="*/ 397 h 10000"/>
                <a:gd name="connsiteX25" fmla="*/ 2080 w 10000"/>
                <a:gd name="connsiteY25" fmla="*/ 326 h 10000"/>
                <a:gd name="connsiteX26" fmla="*/ 1515 w 10000"/>
                <a:gd name="connsiteY26" fmla="*/ 950 h 10000"/>
                <a:gd name="connsiteX27" fmla="*/ 1515 w 10000"/>
                <a:gd name="connsiteY27" fmla="*/ 8739 h 10000"/>
                <a:gd name="connsiteX28" fmla="*/ 1157 w 10000"/>
                <a:gd name="connsiteY28" fmla="*/ 7737 h 10000"/>
                <a:gd name="connsiteX29" fmla="*/ 1048 w 10000"/>
                <a:gd name="connsiteY29" fmla="*/ 6335 h 10000"/>
                <a:gd name="connsiteX30" fmla="*/ 1074 w 10000"/>
                <a:gd name="connsiteY30" fmla="*/ 5537 h 10000"/>
                <a:gd name="connsiteX31" fmla="*/ 962 w 10000"/>
                <a:gd name="connsiteY31" fmla="*/ 5164 h 10000"/>
                <a:gd name="connsiteX32" fmla="*/ 376 w 10000"/>
                <a:gd name="connsiteY32" fmla="*/ 5037 h 10000"/>
                <a:gd name="connsiteX33" fmla="*/ 1 w 10000"/>
                <a:gd name="connsiteY33" fmla="*/ 5383 h 10000"/>
                <a:gd name="connsiteX34" fmla="*/ 397 w 10000"/>
                <a:gd name="connsiteY34" fmla="*/ 8880 h 10000"/>
                <a:gd name="connsiteX35" fmla="*/ 1452 w 10000"/>
                <a:gd name="connsiteY35" fmla="*/ 9889 h 10000"/>
                <a:gd name="connsiteX0" fmla="*/ 1452 w 10000"/>
                <a:gd name="connsiteY0" fmla="*/ 9889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9 h 10000"/>
                <a:gd name="connsiteX4" fmla="*/ 7339 w 10000"/>
                <a:gd name="connsiteY4" fmla="*/ 8829 h 10000"/>
                <a:gd name="connsiteX5" fmla="*/ 8490 w 10000"/>
                <a:gd name="connsiteY5" fmla="*/ 8513 h 10000"/>
                <a:gd name="connsiteX6" fmla="*/ 9614 w 10000"/>
                <a:gd name="connsiteY6" fmla="*/ 8306 h 10000"/>
                <a:gd name="connsiteX7" fmla="*/ 9982 w 10000"/>
                <a:gd name="connsiteY7" fmla="*/ 8019 h 10000"/>
                <a:gd name="connsiteX8" fmla="*/ 9658 w 10000"/>
                <a:gd name="connsiteY8" fmla="*/ 7521 h 10000"/>
                <a:gd name="connsiteX9" fmla="*/ 8939 w 10000"/>
                <a:gd name="connsiteY9" fmla="*/ 7558 h 10000"/>
                <a:gd name="connsiteX10" fmla="*/ 7581 w 10000"/>
                <a:gd name="connsiteY10" fmla="*/ 7853 h 10000"/>
                <a:gd name="connsiteX11" fmla="*/ 5180 w 10000"/>
                <a:gd name="connsiteY11" fmla="*/ 8795 h 10000"/>
                <a:gd name="connsiteX12" fmla="*/ 5178 w 10000"/>
                <a:gd name="connsiteY12" fmla="*/ 912 h 10000"/>
                <a:gd name="connsiteX13" fmla="*/ 4668 w 10000"/>
                <a:gd name="connsiteY13" fmla="*/ 344 h 10000"/>
                <a:gd name="connsiteX14" fmla="*/ 3687 w 10000"/>
                <a:gd name="connsiteY14" fmla="*/ 567 h 10000"/>
                <a:gd name="connsiteX15" fmla="*/ 3524 w 10000"/>
                <a:gd name="connsiteY15" fmla="*/ 428 h 10000"/>
                <a:gd name="connsiteX16" fmla="*/ 3586 w 10000"/>
                <a:gd name="connsiteY16" fmla="*/ 128 h 10000"/>
                <a:gd name="connsiteX17" fmla="*/ 3513 w 10000"/>
                <a:gd name="connsiteY17" fmla="*/ 21 h 10000"/>
                <a:gd name="connsiteX18" fmla="*/ 3607 w 10000"/>
                <a:gd name="connsiteY18" fmla="*/ 627 h 10000"/>
                <a:gd name="connsiteX19" fmla="*/ 3505 w 10000"/>
                <a:gd name="connsiteY19" fmla="*/ 988 h 10000"/>
                <a:gd name="connsiteX20" fmla="*/ 3508 w 10000"/>
                <a:gd name="connsiteY20" fmla="*/ 5631 h 10000"/>
                <a:gd name="connsiteX21" fmla="*/ 3191 w 10000"/>
                <a:gd name="connsiteY21" fmla="*/ 5635 h 10000"/>
                <a:gd name="connsiteX22" fmla="*/ 3183 w 10000"/>
                <a:gd name="connsiteY22" fmla="*/ 877 h 10000"/>
                <a:gd name="connsiteX23" fmla="*/ 2809 w 10000"/>
                <a:gd name="connsiteY23" fmla="*/ 397 h 10000"/>
                <a:gd name="connsiteX24" fmla="*/ 2080 w 10000"/>
                <a:gd name="connsiteY24" fmla="*/ 326 h 10000"/>
                <a:gd name="connsiteX25" fmla="*/ 1515 w 10000"/>
                <a:gd name="connsiteY25" fmla="*/ 950 h 10000"/>
                <a:gd name="connsiteX26" fmla="*/ 1515 w 10000"/>
                <a:gd name="connsiteY26" fmla="*/ 8739 h 10000"/>
                <a:gd name="connsiteX27" fmla="*/ 1157 w 10000"/>
                <a:gd name="connsiteY27" fmla="*/ 7737 h 10000"/>
                <a:gd name="connsiteX28" fmla="*/ 1048 w 10000"/>
                <a:gd name="connsiteY28" fmla="*/ 6335 h 10000"/>
                <a:gd name="connsiteX29" fmla="*/ 1074 w 10000"/>
                <a:gd name="connsiteY29" fmla="*/ 5537 h 10000"/>
                <a:gd name="connsiteX30" fmla="*/ 962 w 10000"/>
                <a:gd name="connsiteY30" fmla="*/ 5164 h 10000"/>
                <a:gd name="connsiteX31" fmla="*/ 376 w 10000"/>
                <a:gd name="connsiteY31" fmla="*/ 5037 h 10000"/>
                <a:gd name="connsiteX32" fmla="*/ 1 w 10000"/>
                <a:gd name="connsiteY32" fmla="*/ 5383 h 10000"/>
                <a:gd name="connsiteX33" fmla="*/ 397 w 10000"/>
                <a:gd name="connsiteY33" fmla="*/ 8880 h 10000"/>
                <a:gd name="connsiteX34" fmla="*/ 1452 w 10000"/>
                <a:gd name="connsiteY34" fmla="*/ 9889 h 10000"/>
                <a:gd name="connsiteX0" fmla="*/ 1452 w 10000"/>
                <a:gd name="connsiteY0" fmla="*/ 9761 h 9872"/>
                <a:gd name="connsiteX1" fmla="*/ 2031 w 10000"/>
                <a:gd name="connsiteY1" fmla="*/ 9871 h 9872"/>
                <a:gd name="connsiteX2" fmla="*/ 4611 w 10000"/>
                <a:gd name="connsiteY2" fmla="*/ 9872 h 9872"/>
                <a:gd name="connsiteX3" fmla="*/ 5001 w 10000"/>
                <a:gd name="connsiteY3" fmla="*/ 9821 h 9872"/>
                <a:gd name="connsiteX4" fmla="*/ 7339 w 10000"/>
                <a:gd name="connsiteY4" fmla="*/ 8701 h 9872"/>
                <a:gd name="connsiteX5" fmla="*/ 8490 w 10000"/>
                <a:gd name="connsiteY5" fmla="*/ 8385 h 9872"/>
                <a:gd name="connsiteX6" fmla="*/ 9614 w 10000"/>
                <a:gd name="connsiteY6" fmla="*/ 8178 h 9872"/>
                <a:gd name="connsiteX7" fmla="*/ 9982 w 10000"/>
                <a:gd name="connsiteY7" fmla="*/ 7891 h 9872"/>
                <a:gd name="connsiteX8" fmla="*/ 9658 w 10000"/>
                <a:gd name="connsiteY8" fmla="*/ 7393 h 9872"/>
                <a:gd name="connsiteX9" fmla="*/ 8939 w 10000"/>
                <a:gd name="connsiteY9" fmla="*/ 7430 h 9872"/>
                <a:gd name="connsiteX10" fmla="*/ 7581 w 10000"/>
                <a:gd name="connsiteY10" fmla="*/ 7725 h 9872"/>
                <a:gd name="connsiteX11" fmla="*/ 5180 w 10000"/>
                <a:gd name="connsiteY11" fmla="*/ 8667 h 9872"/>
                <a:gd name="connsiteX12" fmla="*/ 5178 w 10000"/>
                <a:gd name="connsiteY12" fmla="*/ 784 h 9872"/>
                <a:gd name="connsiteX13" fmla="*/ 4668 w 10000"/>
                <a:gd name="connsiteY13" fmla="*/ 216 h 9872"/>
                <a:gd name="connsiteX14" fmla="*/ 3687 w 10000"/>
                <a:gd name="connsiteY14" fmla="*/ 439 h 9872"/>
                <a:gd name="connsiteX15" fmla="*/ 3524 w 10000"/>
                <a:gd name="connsiteY15" fmla="*/ 300 h 9872"/>
                <a:gd name="connsiteX16" fmla="*/ 3586 w 10000"/>
                <a:gd name="connsiteY16" fmla="*/ 0 h 9872"/>
                <a:gd name="connsiteX17" fmla="*/ 3607 w 10000"/>
                <a:gd name="connsiteY17" fmla="*/ 499 h 9872"/>
                <a:gd name="connsiteX18" fmla="*/ 3505 w 10000"/>
                <a:gd name="connsiteY18" fmla="*/ 860 h 9872"/>
                <a:gd name="connsiteX19" fmla="*/ 3508 w 10000"/>
                <a:gd name="connsiteY19" fmla="*/ 5503 h 9872"/>
                <a:gd name="connsiteX20" fmla="*/ 3191 w 10000"/>
                <a:gd name="connsiteY20" fmla="*/ 5507 h 9872"/>
                <a:gd name="connsiteX21" fmla="*/ 3183 w 10000"/>
                <a:gd name="connsiteY21" fmla="*/ 749 h 9872"/>
                <a:gd name="connsiteX22" fmla="*/ 2809 w 10000"/>
                <a:gd name="connsiteY22" fmla="*/ 269 h 9872"/>
                <a:gd name="connsiteX23" fmla="*/ 2080 w 10000"/>
                <a:gd name="connsiteY23" fmla="*/ 198 h 9872"/>
                <a:gd name="connsiteX24" fmla="*/ 1515 w 10000"/>
                <a:gd name="connsiteY24" fmla="*/ 822 h 9872"/>
                <a:gd name="connsiteX25" fmla="*/ 1515 w 10000"/>
                <a:gd name="connsiteY25" fmla="*/ 8611 h 9872"/>
                <a:gd name="connsiteX26" fmla="*/ 1157 w 10000"/>
                <a:gd name="connsiteY26" fmla="*/ 7609 h 9872"/>
                <a:gd name="connsiteX27" fmla="*/ 1048 w 10000"/>
                <a:gd name="connsiteY27" fmla="*/ 6207 h 9872"/>
                <a:gd name="connsiteX28" fmla="*/ 1074 w 10000"/>
                <a:gd name="connsiteY28" fmla="*/ 5409 h 9872"/>
                <a:gd name="connsiteX29" fmla="*/ 962 w 10000"/>
                <a:gd name="connsiteY29" fmla="*/ 5036 h 9872"/>
                <a:gd name="connsiteX30" fmla="*/ 376 w 10000"/>
                <a:gd name="connsiteY30" fmla="*/ 4909 h 9872"/>
                <a:gd name="connsiteX31" fmla="*/ 1 w 10000"/>
                <a:gd name="connsiteY31" fmla="*/ 5255 h 9872"/>
                <a:gd name="connsiteX32" fmla="*/ 397 w 10000"/>
                <a:gd name="connsiteY32" fmla="*/ 8752 h 9872"/>
                <a:gd name="connsiteX33" fmla="*/ 1452 w 10000"/>
                <a:gd name="connsiteY33" fmla="*/ 9761 h 9872"/>
                <a:gd name="connsiteX0" fmla="*/ 1452 w 10000"/>
                <a:gd name="connsiteY0" fmla="*/ 9717 h 9829"/>
                <a:gd name="connsiteX1" fmla="*/ 2031 w 10000"/>
                <a:gd name="connsiteY1" fmla="*/ 9828 h 9829"/>
                <a:gd name="connsiteX2" fmla="*/ 4611 w 10000"/>
                <a:gd name="connsiteY2" fmla="*/ 9829 h 9829"/>
                <a:gd name="connsiteX3" fmla="*/ 5001 w 10000"/>
                <a:gd name="connsiteY3" fmla="*/ 9777 h 9829"/>
                <a:gd name="connsiteX4" fmla="*/ 7339 w 10000"/>
                <a:gd name="connsiteY4" fmla="*/ 8643 h 9829"/>
                <a:gd name="connsiteX5" fmla="*/ 8490 w 10000"/>
                <a:gd name="connsiteY5" fmla="*/ 8323 h 9829"/>
                <a:gd name="connsiteX6" fmla="*/ 9614 w 10000"/>
                <a:gd name="connsiteY6" fmla="*/ 8113 h 9829"/>
                <a:gd name="connsiteX7" fmla="*/ 9982 w 10000"/>
                <a:gd name="connsiteY7" fmla="*/ 7822 h 9829"/>
                <a:gd name="connsiteX8" fmla="*/ 9658 w 10000"/>
                <a:gd name="connsiteY8" fmla="*/ 7318 h 9829"/>
                <a:gd name="connsiteX9" fmla="*/ 8939 w 10000"/>
                <a:gd name="connsiteY9" fmla="*/ 7355 h 9829"/>
                <a:gd name="connsiteX10" fmla="*/ 7581 w 10000"/>
                <a:gd name="connsiteY10" fmla="*/ 7654 h 9829"/>
                <a:gd name="connsiteX11" fmla="*/ 5180 w 10000"/>
                <a:gd name="connsiteY11" fmla="*/ 8608 h 9829"/>
                <a:gd name="connsiteX12" fmla="*/ 5178 w 10000"/>
                <a:gd name="connsiteY12" fmla="*/ 623 h 9829"/>
                <a:gd name="connsiteX13" fmla="*/ 4668 w 10000"/>
                <a:gd name="connsiteY13" fmla="*/ 48 h 9829"/>
                <a:gd name="connsiteX14" fmla="*/ 3687 w 10000"/>
                <a:gd name="connsiteY14" fmla="*/ 274 h 9829"/>
                <a:gd name="connsiteX15" fmla="*/ 3524 w 10000"/>
                <a:gd name="connsiteY15" fmla="*/ 133 h 9829"/>
                <a:gd name="connsiteX16" fmla="*/ 3607 w 10000"/>
                <a:gd name="connsiteY16" fmla="*/ 334 h 9829"/>
                <a:gd name="connsiteX17" fmla="*/ 3505 w 10000"/>
                <a:gd name="connsiteY17" fmla="*/ 700 h 9829"/>
                <a:gd name="connsiteX18" fmla="*/ 3508 w 10000"/>
                <a:gd name="connsiteY18" fmla="*/ 5403 h 9829"/>
                <a:gd name="connsiteX19" fmla="*/ 3191 w 10000"/>
                <a:gd name="connsiteY19" fmla="*/ 5407 h 9829"/>
                <a:gd name="connsiteX20" fmla="*/ 3183 w 10000"/>
                <a:gd name="connsiteY20" fmla="*/ 588 h 9829"/>
                <a:gd name="connsiteX21" fmla="*/ 2809 w 10000"/>
                <a:gd name="connsiteY21" fmla="*/ 101 h 9829"/>
                <a:gd name="connsiteX22" fmla="*/ 2080 w 10000"/>
                <a:gd name="connsiteY22" fmla="*/ 30 h 9829"/>
                <a:gd name="connsiteX23" fmla="*/ 1515 w 10000"/>
                <a:gd name="connsiteY23" fmla="*/ 662 h 9829"/>
                <a:gd name="connsiteX24" fmla="*/ 1515 w 10000"/>
                <a:gd name="connsiteY24" fmla="*/ 8552 h 9829"/>
                <a:gd name="connsiteX25" fmla="*/ 1157 w 10000"/>
                <a:gd name="connsiteY25" fmla="*/ 7537 h 9829"/>
                <a:gd name="connsiteX26" fmla="*/ 1048 w 10000"/>
                <a:gd name="connsiteY26" fmla="*/ 6116 h 9829"/>
                <a:gd name="connsiteX27" fmla="*/ 1074 w 10000"/>
                <a:gd name="connsiteY27" fmla="*/ 5308 h 9829"/>
                <a:gd name="connsiteX28" fmla="*/ 962 w 10000"/>
                <a:gd name="connsiteY28" fmla="*/ 4930 h 9829"/>
                <a:gd name="connsiteX29" fmla="*/ 376 w 10000"/>
                <a:gd name="connsiteY29" fmla="*/ 4802 h 9829"/>
                <a:gd name="connsiteX30" fmla="*/ 1 w 10000"/>
                <a:gd name="connsiteY30" fmla="*/ 5152 h 9829"/>
                <a:gd name="connsiteX31" fmla="*/ 397 w 10000"/>
                <a:gd name="connsiteY31" fmla="*/ 8694 h 9829"/>
                <a:gd name="connsiteX32" fmla="*/ 1452 w 10000"/>
                <a:gd name="connsiteY32" fmla="*/ 9717 h 9829"/>
                <a:gd name="connsiteX0" fmla="*/ 1452 w 10000"/>
                <a:gd name="connsiteY0" fmla="*/ 9886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7 h 10000"/>
                <a:gd name="connsiteX4" fmla="*/ 7339 w 10000"/>
                <a:gd name="connsiteY4" fmla="*/ 8793 h 10000"/>
                <a:gd name="connsiteX5" fmla="*/ 8490 w 10000"/>
                <a:gd name="connsiteY5" fmla="*/ 8468 h 10000"/>
                <a:gd name="connsiteX6" fmla="*/ 9614 w 10000"/>
                <a:gd name="connsiteY6" fmla="*/ 8254 h 10000"/>
                <a:gd name="connsiteX7" fmla="*/ 9982 w 10000"/>
                <a:gd name="connsiteY7" fmla="*/ 7958 h 10000"/>
                <a:gd name="connsiteX8" fmla="*/ 9658 w 10000"/>
                <a:gd name="connsiteY8" fmla="*/ 7445 h 10000"/>
                <a:gd name="connsiteX9" fmla="*/ 8939 w 10000"/>
                <a:gd name="connsiteY9" fmla="*/ 7483 h 10000"/>
                <a:gd name="connsiteX10" fmla="*/ 7581 w 10000"/>
                <a:gd name="connsiteY10" fmla="*/ 7787 h 10000"/>
                <a:gd name="connsiteX11" fmla="*/ 5180 w 10000"/>
                <a:gd name="connsiteY11" fmla="*/ 8758 h 10000"/>
                <a:gd name="connsiteX12" fmla="*/ 5178 w 10000"/>
                <a:gd name="connsiteY12" fmla="*/ 634 h 10000"/>
                <a:gd name="connsiteX13" fmla="*/ 4668 w 10000"/>
                <a:gd name="connsiteY13" fmla="*/ 49 h 10000"/>
                <a:gd name="connsiteX14" fmla="*/ 3687 w 10000"/>
                <a:gd name="connsiteY14" fmla="*/ 279 h 10000"/>
                <a:gd name="connsiteX15" fmla="*/ 3607 w 10000"/>
                <a:gd name="connsiteY15" fmla="*/ 340 h 10000"/>
                <a:gd name="connsiteX16" fmla="*/ 3505 w 10000"/>
                <a:gd name="connsiteY16" fmla="*/ 712 h 10000"/>
                <a:gd name="connsiteX17" fmla="*/ 3508 w 10000"/>
                <a:gd name="connsiteY17" fmla="*/ 5497 h 10000"/>
                <a:gd name="connsiteX18" fmla="*/ 3191 w 10000"/>
                <a:gd name="connsiteY18" fmla="*/ 5501 h 10000"/>
                <a:gd name="connsiteX19" fmla="*/ 3183 w 10000"/>
                <a:gd name="connsiteY19" fmla="*/ 598 h 10000"/>
                <a:gd name="connsiteX20" fmla="*/ 2809 w 10000"/>
                <a:gd name="connsiteY20" fmla="*/ 103 h 10000"/>
                <a:gd name="connsiteX21" fmla="*/ 2080 w 10000"/>
                <a:gd name="connsiteY21" fmla="*/ 31 h 10000"/>
                <a:gd name="connsiteX22" fmla="*/ 1515 w 10000"/>
                <a:gd name="connsiteY22" fmla="*/ 674 h 10000"/>
                <a:gd name="connsiteX23" fmla="*/ 1515 w 10000"/>
                <a:gd name="connsiteY23" fmla="*/ 8701 h 10000"/>
                <a:gd name="connsiteX24" fmla="*/ 1157 w 10000"/>
                <a:gd name="connsiteY24" fmla="*/ 7668 h 10000"/>
                <a:gd name="connsiteX25" fmla="*/ 1048 w 10000"/>
                <a:gd name="connsiteY25" fmla="*/ 6222 h 10000"/>
                <a:gd name="connsiteX26" fmla="*/ 1074 w 10000"/>
                <a:gd name="connsiteY26" fmla="*/ 5400 h 10000"/>
                <a:gd name="connsiteX27" fmla="*/ 962 w 10000"/>
                <a:gd name="connsiteY27" fmla="*/ 5016 h 10000"/>
                <a:gd name="connsiteX28" fmla="*/ 376 w 10000"/>
                <a:gd name="connsiteY28" fmla="*/ 4886 h 10000"/>
                <a:gd name="connsiteX29" fmla="*/ 1 w 10000"/>
                <a:gd name="connsiteY29" fmla="*/ 5242 h 10000"/>
                <a:gd name="connsiteX30" fmla="*/ 397 w 10000"/>
                <a:gd name="connsiteY30" fmla="*/ 8845 h 10000"/>
                <a:gd name="connsiteX31" fmla="*/ 1452 w 10000"/>
                <a:gd name="connsiteY31" fmla="*/ 9886 h 10000"/>
                <a:gd name="connsiteX0" fmla="*/ 1452 w 10000"/>
                <a:gd name="connsiteY0" fmla="*/ 9886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7 h 10000"/>
                <a:gd name="connsiteX4" fmla="*/ 7339 w 10000"/>
                <a:gd name="connsiteY4" fmla="*/ 8793 h 10000"/>
                <a:gd name="connsiteX5" fmla="*/ 8490 w 10000"/>
                <a:gd name="connsiteY5" fmla="*/ 8468 h 10000"/>
                <a:gd name="connsiteX6" fmla="*/ 9614 w 10000"/>
                <a:gd name="connsiteY6" fmla="*/ 8254 h 10000"/>
                <a:gd name="connsiteX7" fmla="*/ 9982 w 10000"/>
                <a:gd name="connsiteY7" fmla="*/ 7958 h 10000"/>
                <a:gd name="connsiteX8" fmla="*/ 9658 w 10000"/>
                <a:gd name="connsiteY8" fmla="*/ 7445 h 10000"/>
                <a:gd name="connsiteX9" fmla="*/ 8939 w 10000"/>
                <a:gd name="connsiteY9" fmla="*/ 7483 h 10000"/>
                <a:gd name="connsiteX10" fmla="*/ 7581 w 10000"/>
                <a:gd name="connsiteY10" fmla="*/ 7787 h 10000"/>
                <a:gd name="connsiteX11" fmla="*/ 5180 w 10000"/>
                <a:gd name="connsiteY11" fmla="*/ 8758 h 10000"/>
                <a:gd name="connsiteX12" fmla="*/ 5178 w 10000"/>
                <a:gd name="connsiteY12" fmla="*/ 634 h 10000"/>
                <a:gd name="connsiteX13" fmla="*/ 4668 w 10000"/>
                <a:gd name="connsiteY13" fmla="*/ 49 h 10000"/>
                <a:gd name="connsiteX14" fmla="*/ 3607 w 10000"/>
                <a:gd name="connsiteY14" fmla="*/ 340 h 10000"/>
                <a:gd name="connsiteX15" fmla="*/ 3505 w 10000"/>
                <a:gd name="connsiteY15" fmla="*/ 712 h 10000"/>
                <a:gd name="connsiteX16" fmla="*/ 3508 w 10000"/>
                <a:gd name="connsiteY16" fmla="*/ 5497 h 10000"/>
                <a:gd name="connsiteX17" fmla="*/ 3191 w 10000"/>
                <a:gd name="connsiteY17" fmla="*/ 5501 h 10000"/>
                <a:gd name="connsiteX18" fmla="*/ 3183 w 10000"/>
                <a:gd name="connsiteY18" fmla="*/ 598 h 10000"/>
                <a:gd name="connsiteX19" fmla="*/ 2809 w 10000"/>
                <a:gd name="connsiteY19" fmla="*/ 103 h 10000"/>
                <a:gd name="connsiteX20" fmla="*/ 2080 w 10000"/>
                <a:gd name="connsiteY20" fmla="*/ 31 h 10000"/>
                <a:gd name="connsiteX21" fmla="*/ 1515 w 10000"/>
                <a:gd name="connsiteY21" fmla="*/ 674 h 10000"/>
                <a:gd name="connsiteX22" fmla="*/ 1515 w 10000"/>
                <a:gd name="connsiteY22" fmla="*/ 8701 h 10000"/>
                <a:gd name="connsiteX23" fmla="*/ 1157 w 10000"/>
                <a:gd name="connsiteY23" fmla="*/ 7668 h 10000"/>
                <a:gd name="connsiteX24" fmla="*/ 1048 w 10000"/>
                <a:gd name="connsiteY24" fmla="*/ 6222 h 10000"/>
                <a:gd name="connsiteX25" fmla="*/ 1074 w 10000"/>
                <a:gd name="connsiteY25" fmla="*/ 5400 h 10000"/>
                <a:gd name="connsiteX26" fmla="*/ 962 w 10000"/>
                <a:gd name="connsiteY26" fmla="*/ 5016 h 10000"/>
                <a:gd name="connsiteX27" fmla="*/ 376 w 10000"/>
                <a:gd name="connsiteY27" fmla="*/ 4886 h 10000"/>
                <a:gd name="connsiteX28" fmla="*/ 1 w 10000"/>
                <a:gd name="connsiteY28" fmla="*/ 5242 h 10000"/>
                <a:gd name="connsiteX29" fmla="*/ 397 w 10000"/>
                <a:gd name="connsiteY29" fmla="*/ 8845 h 10000"/>
                <a:gd name="connsiteX30" fmla="*/ 1452 w 10000"/>
                <a:gd name="connsiteY30" fmla="*/ 9886 h 10000"/>
                <a:gd name="connsiteX0" fmla="*/ 1452 w 10000"/>
                <a:gd name="connsiteY0" fmla="*/ 9886 h 10000"/>
                <a:gd name="connsiteX1" fmla="*/ 2031 w 10000"/>
                <a:gd name="connsiteY1" fmla="*/ 9999 h 10000"/>
                <a:gd name="connsiteX2" fmla="*/ 4611 w 10000"/>
                <a:gd name="connsiteY2" fmla="*/ 10000 h 10000"/>
                <a:gd name="connsiteX3" fmla="*/ 5001 w 10000"/>
                <a:gd name="connsiteY3" fmla="*/ 9947 h 10000"/>
                <a:gd name="connsiteX4" fmla="*/ 7339 w 10000"/>
                <a:gd name="connsiteY4" fmla="*/ 8793 h 10000"/>
                <a:gd name="connsiteX5" fmla="*/ 8490 w 10000"/>
                <a:gd name="connsiteY5" fmla="*/ 8468 h 10000"/>
                <a:gd name="connsiteX6" fmla="*/ 9614 w 10000"/>
                <a:gd name="connsiteY6" fmla="*/ 8254 h 10000"/>
                <a:gd name="connsiteX7" fmla="*/ 9982 w 10000"/>
                <a:gd name="connsiteY7" fmla="*/ 7958 h 10000"/>
                <a:gd name="connsiteX8" fmla="*/ 9658 w 10000"/>
                <a:gd name="connsiteY8" fmla="*/ 7445 h 10000"/>
                <a:gd name="connsiteX9" fmla="*/ 8939 w 10000"/>
                <a:gd name="connsiteY9" fmla="*/ 7483 h 10000"/>
                <a:gd name="connsiteX10" fmla="*/ 7581 w 10000"/>
                <a:gd name="connsiteY10" fmla="*/ 7787 h 10000"/>
                <a:gd name="connsiteX11" fmla="*/ 5180 w 10000"/>
                <a:gd name="connsiteY11" fmla="*/ 8758 h 10000"/>
                <a:gd name="connsiteX12" fmla="*/ 5178 w 10000"/>
                <a:gd name="connsiteY12" fmla="*/ 634 h 10000"/>
                <a:gd name="connsiteX13" fmla="*/ 4668 w 10000"/>
                <a:gd name="connsiteY13" fmla="*/ 49 h 10000"/>
                <a:gd name="connsiteX14" fmla="*/ 3505 w 10000"/>
                <a:gd name="connsiteY14" fmla="*/ 712 h 10000"/>
                <a:gd name="connsiteX15" fmla="*/ 3508 w 10000"/>
                <a:gd name="connsiteY15" fmla="*/ 5497 h 10000"/>
                <a:gd name="connsiteX16" fmla="*/ 3191 w 10000"/>
                <a:gd name="connsiteY16" fmla="*/ 5501 h 10000"/>
                <a:gd name="connsiteX17" fmla="*/ 3183 w 10000"/>
                <a:gd name="connsiteY17" fmla="*/ 598 h 10000"/>
                <a:gd name="connsiteX18" fmla="*/ 2809 w 10000"/>
                <a:gd name="connsiteY18" fmla="*/ 103 h 10000"/>
                <a:gd name="connsiteX19" fmla="*/ 2080 w 10000"/>
                <a:gd name="connsiteY19" fmla="*/ 31 h 10000"/>
                <a:gd name="connsiteX20" fmla="*/ 1515 w 10000"/>
                <a:gd name="connsiteY20" fmla="*/ 674 h 10000"/>
                <a:gd name="connsiteX21" fmla="*/ 1515 w 10000"/>
                <a:gd name="connsiteY21" fmla="*/ 8701 h 10000"/>
                <a:gd name="connsiteX22" fmla="*/ 1157 w 10000"/>
                <a:gd name="connsiteY22" fmla="*/ 7668 h 10000"/>
                <a:gd name="connsiteX23" fmla="*/ 1048 w 10000"/>
                <a:gd name="connsiteY23" fmla="*/ 6222 h 10000"/>
                <a:gd name="connsiteX24" fmla="*/ 1074 w 10000"/>
                <a:gd name="connsiteY24" fmla="*/ 5400 h 10000"/>
                <a:gd name="connsiteX25" fmla="*/ 962 w 10000"/>
                <a:gd name="connsiteY25" fmla="*/ 5016 h 10000"/>
                <a:gd name="connsiteX26" fmla="*/ 376 w 10000"/>
                <a:gd name="connsiteY26" fmla="*/ 4886 h 10000"/>
                <a:gd name="connsiteX27" fmla="*/ 1 w 10000"/>
                <a:gd name="connsiteY27" fmla="*/ 5242 h 10000"/>
                <a:gd name="connsiteX28" fmla="*/ 397 w 10000"/>
                <a:gd name="connsiteY28" fmla="*/ 8845 h 10000"/>
                <a:gd name="connsiteX29" fmla="*/ 1452 w 10000"/>
                <a:gd name="connsiteY29" fmla="*/ 98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00" h="10000">
                  <a:moveTo>
                    <a:pt x="1452" y="9886"/>
                  </a:moveTo>
                  <a:cubicBezTo>
                    <a:pt x="1627" y="9968"/>
                    <a:pt x="1830" y="10000"/>
                    <a:pt x="2031" y="9999"/>
                  </a:cubicBezTo>
                  <a:lnTo>
                    <a:pt x="4611" y="10000"/>
                  </a:lnTo>
                  <a:cubicBezTo>
                    <a:pt x="4740" y="9997"/>
                    <a:pt x="4885" y="10004"/>
                    <a:pt x="5001" y="9947"/>
                  </a:cubicBezTo>
                  <a:cubicBezTo>
                    <a:pt x="5697" y="9469"/>
                    <a:pt x="6504" y="9100"/>
                    <a:pt x="7339" y="8793"/>
                  </a:cubicBezTo>
                  <a:cubicBezTo>
                    <a:pt x="7723" y="8685"/>
                    <a:pt x="8087" y="8533"/>
                    <a:pt x="8490" y="8468"/>
                  </a:cubicBezTo>
                  <a:cubicBezTo>
                    <a:pt x="8859" y="8378"/>
                    <a:pt x="9231" y="8296"/>
                    <a:pt x="9614" y="8254"/>
                  </a:cubicBezTo>
                  <a:cubicBezTo>
                    <a:pt x="9808" y="8236"/>
                    <a:pt x="9906" y="8082"/>
                    <a:pt x="9982" y="7958"/>
                  </a:cubicBezTo>
                  <a:cubicBezTo>
                    <a:pt x="10053" y="7761"/>
                    <a:pt x="9920" y="7505"/>
                    <a:pt x="9658" y="7445"/>
                  </a:cubicBezTo>
                  <a:cubicBezTo>
                    <a:pt x="9422" y="7363"/>
                    <a:pt x="9177" y="7463"/>
                    <a:pt x="8939" y="7483"/>
                  </a:cubicBezTo>
                  <a:cubicBezTo>
                    <a:pt x="8471" y="7533"/>
                    <a:pt x="8033" y="7686"/>
                    <a:pt x="7581" y="7787"/>
                  </a:cubicBezTo>
                  <a:cubicBezTo>
                    <a:pt x="6738" y="8036"/>
                    <a:pt x="5923" y="8355"/>
                    <a:pt x="5180" y="8758"/>
                  </a:cubicBezTo>
                  <a:cubicBezTo>
                    <a:pt x="5178" y="6049"/>
                    <a:pt x="5180" y="3341"/>
                    <a:pt x="5178" y="634"/>
                  </a:cubicBezTo>
                  <a:cubicBezTo>
                    <a:pt x="5166" y="382"/>
                    <a:pt x="4963" y="148"/>
                    <a:pt x="4668" y="49"/>
                  </a:cubicBezTo>
                  <a:cubicBezTo>
                    <a:pt x="4389" y="62"/>
                    <a:pt x="3698" y="-196"/>
                    <a:pt x="3505" y="712"/>
                  </a:cubicBezTo>
                  <a:cubicBezTo>
                    <a:pt x="3508" y="2306"/>
                    <a:pt x="3504" y="3903"/>
                    <a:pt x="3508" y="5497"/>
                  </a:cubicBezTo>
                  <a:lnTo>
                    <a:pt x="3191" y="5501"/>
                  </a:lnTo>
                  <a:cubicBezTo>
                    <a:pt x="3176" y="3868"/>
                    <a:pt x="3193" y="2232"/>
                    <a:pt x="3183" y="598"/>
                  </a:cubicBezTo>
                  <a:cubicBezTo>
                    <a:pt x="3190" y="389"/>
                    <a:pt x="3003" y="225"/>
                    <a:pt x="2809" y="103"/>
                  </a:cubicBezTo>
                  <a:cubicBezTo>
                    <a:pt x="2600" y="-13"/>
                    <a:pt x="2321" y="-20"/>
                    <a:pt x="2080" y="31"/>
                  </a:cubicBezTo>
                  <a:cubicBezTo>
                    <a:pt x="1743" y="124"/>
                    <a:pt x="1507" y="391"/>
                    <a:pt x="1515" y="674"/>
                  </a:cubicBezTo>
                  <a:cubicBezTo>
                    <a:pt x="1514" y="3349"/>
                    <a:pt x="1513" y="6025"/>
                    <a:pt x="1515" y="8701"/>
                  </a:cubicBezTo>
                  <a:cubicBezTo>
                    <a:pt x="1299" y="8380"/>
                    <a:pt x="1239" y="8018"/>
                    <a:pt x="1157" y="7668"/>
                  </a:cubicBezTo>
                  <a:cubicBezTo>
                    <a:pt x="1067" y="7189"/>
                    <a:pt x="1022" y="6707"/>
                    <a:pt x="1048" y="6222"/>
                  </a:cubicBezTo>
                  <a:cubicBezTo>
                    <a:pt x="1034" y="5845"/>
                    <a:pt x="1088" y="5602"/>
                    <a:pt x="1074" y="5400"/>
                  </a:cubicBezTo>
                  <a:cubicBezTo>
                    <a:pt x="1091" y="5266"/>
                    <a:pt x="1061" y="5127"/>
                    <a:pt x="962" y="5016"/>
                  </a:cubicBezTo>
                  <a:cubicBezTo>
                    <a:pt x="813" y="4898"/>
                    <a:pt x="584" y="4830"/>
                    <a:pt x="376" y="4886"/>
                  </a:cubicBezTo>
                  <a:cubicBezTo>
                    <a:pt x="186" y="4945"/>
                    <a:pt x="-7" y="5065"/>
                    <a:pt x="1" y="5242"/>
                  </a:cubicBezTo>
                  <a:cubicBezTo>
                    <a:pt x="4" y="5901"/>
                    <a:pt x="155" y="8072"/>
                    <a:pt x="397" y="8845"/>
                  </a:cubicBezTo>
                  <a:cubicBezTo>
                    <a:pt x="614" y="9260"/>
                    <a:pt x="928" y="9677"/>
                    <a:pt x="1452" y="9886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7195471" y="4760633"/>
            <a:ext cx="809203" cy="2033044"/>
            <a:chOff x="3679825" y="3329940"/>
            <a:chExt cx="1203325" cy="3023236"/>
          </a:xfrm>
        </p:grpSpPr>
        <p:sp>
          <p:nvSpPr>
            <p:cNvPr id="23" name="椭圆 22"/>
            <p:cNvSpPr/>
            <p:nvPr/>
          </p:nvSpPr>
          <p:spPr>
            <a:xfrm>
              <a:off x="3938767" y="3329940"/>
              <a:ext cx="692775" cy="692775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3679825" y="4116388"/>
              <a:ext cx="1203325" cy="2236788"/>
              <a:chOff x="3679825" y="4116388"/>
              <a:chExt cx="1203325" cy="2236788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3679825" y="4116388"/>
                <a:ext cx="1203325" cy="2236788"/>
                <a:chOff x="3679825" y="4116388"/>
                <a:chExt cx="1203325" cy="2236788"/>
              </a:xfrm>
              <a:solidFill>
                <a:schemeClr val="tx1">
                  <a:lumMod val="65000"/>
                  <a:lumOff val="35000"/>
                </a:schemeClr>
              </a:solidFill>
            </p:grpSpPr>
            <p:sp>
              <p:nvSpPr>
                <p:cNvPr id="27" name="Freeform 130"/>
                <p:cNvSpPr>
                  <a:spLocks noEditPoints="1"/>
                </p:cNvSpPr>
                <p:nvPr/>
              </p:nvSpPr>
              <p:spPr bwMode="auto">
                <a:xfrm flipV="1">
                  <a:off x="3679825" y="4116388"/>
                  <a:ext cx="1203325" cy="2236788"/>
                </a:xfrm>
                <a:custGeom>
                  <a:avLst/>
                  <a:gdLst>
                    <a:gd name="T0" fmla="*/ 123 w 4971"/>
                    <a:gd name="T1" fmla="*/ 8020 h 9263"/>
                    <a:gd name="T2" fmla="*/ 1427 w 4971"/>
                    <a:gd name="T3" fmla="*/ 9262 h 9263"/>
                    <a:gd name="T4" fmla="*/ 2611 w 4971"/>
                    <a:gd name="T5" fmla="*/ 9260 h 9263"/>
                    <a:gd name="T6" fmla="*/ 2628 w 4971"/>
                    <a:gd name="T7" fmla="*/ 8968 h 9263"/>
                    <a:gd name="T8" fmla="*/ 2972 w 4971"/>
                    <a:gd name="T9" fmla="*/ 8606 h 9263"/>
                    <a:gd name="T10" fmla="*/ 3190 w 4971"/>
                    <a:gd name="T11" fmla="*/ 8555 h 9263"/>
                    <a:gd name="T12" fmla="*/ 3744 w 4971"/>
                    <a:gd name="T13" fmla="*/ 9097 h 9263"/>
                    <a:gd name="T14" fmla="*/ 3890 w 4971"/>
                    <a:gd name="T15" fmla="*/ 9146 h 9263"/>
                    <a:gd name="T16" fmla="*/ 3892 w 4971"/>
                    <a:gd name="T17" fmla="*/ 9150 h 9263"/>
                    <a:gd name="T18" fmla="*/ 3907 w 4971"/>
                    <a:gd name="T19" fmla="*/ 9136 h 9263"/>
                    <a:gd name="T20" fmla="*/ 4559 w 4971"/>
                    <a:gd name="T21" fmla="*/ 8326 h 9263"/>
                    <a:gd name="T22" fmla="*/ 4779 w 4971"/>
                    <a:gd name="T23" fmla="*/ 7634 h 9263"/>
                    <a:gd name="T24" fmla="*/ 4916 w 4971"/>
                    <a:gd name="T25" fmla="*/ 4946 h 9263"/>
                    <a:gd name="T26" fmla="*/ 4640 w 4971"/>
                    <a:gd name="T27" fmla="*/ 4579 h 9263"/>
                    <a:gd name="T28" fmla="*/ 4156 w 4971"/>
                    <a:gd name="T29" fmla="*/ 4784 h 9263"/>
                    <a:gd name="T30" fmla="*/ 4120 w 4971"/>
                    <a:gd name="T31" fmla="*/ 5058 h 9263"/>
                    <a:gd name="T32" fmla="*/ 4068 w 4971"/>
                    <a:gd name="T33" fmla="*/ 7108 h 9263"/>
                    <a:gd name="T34" fmla="*/ 3820 w 4971"/>
                    <a:gd name="T35" fmla="*/ 8060 h 9263"/>
                    <a:gd name="T36" fmla="*/ 3817 w 4971"/>
                    <a:gd name="T37" fmla="*/ 5692 h 9263"/>
                    <a:gd name="T38" fmla="*/ 4033 w 4971"/>
                    <a:gd name="T39" fmla="*/ 4673 h 9263"/>
                    <a:gd name="T40" fmla="*/ 4371 w 4971"/>
                    <a:gd name="T41" fmla="*/ 3328 h 9263"/>
                    <a:gd name="T42" fmla="*/ 4163 w 4971"/>
                    <a:gd name="T43" fmla="*/ 2725 h 9263"/>
                    <a:gd name="T44" fmla="*/ 3121 w 4971"/>
                    <a:gd name="T45" fmla="*/ 511 h 9263"/>
                    <a:gd name="T46" fmla="*/ 2734 w 4971"/>
                    <a:gd name="T47" fmla="*/ 243 h 9263"/>
                    <a:gd name="T48" fmla="*/ 2327 w 4971"/>
                    <a:gd name="T49" fmla="*/ 279 h 9263"/>
                    <a:gd name="T50" fmla="*/ 2461 w 4971"/>
                    <a:gd name="T51" fmla="*/ 648 h 9263"/>
                    <a:gd name="T52" fmla="*/ 2462 w 4971"/>
                    <a:gd name="T53" fmla="*/ 1885 h 9263"/>
                    <a:gd name="T54" fmla="*/ 2658 w 4971"/>
                    <a:gd name="T55" fmla="*/ 2416 h 9263"/>
                    <a:gd name="T56" fmla="*/ 2940 w 4971"/>
                    <a:gd name="T57" fmla="*/ 3021 h 9263"/>
                    <a:gd name="T58" fmla="*/ 3107 w 4971"/>
                    <a:gd name="T59" fmla="*/ 3363 h 9263"/>
                    <a:gd name="T60" fmla="*/ 2959 w 4971"/>
                    <a:gd name="T61" fmla="*/ 3880 h 9263"/>
                    <a:gd name="T62" fmla="*/ 2632 w 4971"/>
                    <a:gd name="T63" fmla="*/ 5136 h 9263"/>
                    <a:gd name="T64" fmla="*/ 2367 w 4971"/>
                    <a:gd name="T65" fmla="*/ 5138 h 9263"/>
                    <a:gd name="T66" fmla="*/ 2367 w 4971"/>
                    <a:gd name="T67" fmla="*/ 718 h 9263"/>
                    <a:gd name="T68" fmla="*/ 2000 w 4971"/>
                    <a:gd name="T69" fmla="*/ 141 h 9263"/>
                    <a:gd name="T70" fmla="*/ 1211 w 4971"/>
                    <a:gd name="T71" fmla="*/ 426 h 9263"/>
                    <a:gd name="T72" fmla="*/ 1140 w 4971"/>
                    <a:gd name="T73" fmla="*/ 929 h 9263"/>
                    <a:gd name="T74" fmla="*/ 1138 w 4971"/>
                    <a:gd name="T75" fmla="*/ 4809 h 9263"/>
                    <a:gd name="T76" fmla="*/ 428 w 4971"/>
                    <a:gd name="T77" fmla="*/ 5972 h 9263"/>
                    <a:gd name="T78" fmla="*/ 152 w 4971"/>
                    <a:gd name="T79" fmla="*/ 6745 h 9263"/>
                    <a:gd name="T80" fmla="*/ 123 w 4971"/>
                    <a:gd name="T81" fmla="*/ 8020 h 9263"/>
                    <a:gd name="T82" fmla="*/ 876 w 4971"/>
                    <a:gd name="T83" fmla="*/ 7815 h 9263"/>
                    <a:gd name="T84" fmla="*/ 855 w 4971"/>
                    <a:gd name="T85" fmla="*/ 7211 h 9263"/>
                    <a:gd name="T86" fmla="*/ 1140 w 4971"/>
                    <a:gd name="T87" fmla="*/ 6316 h 9263"/>
                    <a:gd name="T88" fmla="*/ 1145 w 4971"/>
                    <a:gd name="T89" fmla="*/ 7181 h 9263"/>
                    <a:gd name="T90" fmla="*/ 2071 w 4971"/>
                    <a:gd name="T91" fmla="*/ 8128 h 9263"/>
                    <a:gd name="T92" fmla="*/ 1207 w 4971"/>
                    <a:gd name="T93" fmla="*/ 7272 h 9263"/>
                    <a:gd name="T94" fmla="*/ 1137 w 4971"/>
                    <a:gd name="T95" fmla="*/ 7264 h 9263"/>
                    <a:gd name="T96" fmla="*/ 1141 w 4971"/>
                    <a:gd name="T97" fmla="*/ 8277 h 9263"/>
                    <a:gd name="T98" fmla="*/ 876 w 4971"/>
                    <a:gd name="T99" fmla="*/ 7815 h 9263"/>
                    <a:gd name="T100" fmla="*/ 322 w 4971"/>
                    <a:gd name="T101" fmla="*/ 6393 h 9263"/>
                    <a:gd name="T102" fmla="*/ 813 w 4971"/>
                    <a:gd name="T103" fmla="*/ 6841 h 9263"/>
                    <a:gd name="T104" fmla="*/ 868 w 4971"/>
                    <a:gd name="T105" fmla="*/ 6933 h 9263"/>
                    <a:gd name="T106" fmla="*/ 322 w 4971"/>
                    <a:gd name="T107" fmla="*/ 6393 h 9263"/>
                    <a:gd name="T108" fmla="*/ 1182 w 4971"/>
                    <a:gd name="T109" fmla="*/ 1341 h 9263"/>
                    <a:gd name="T110" fmla="*/ 1556 w 4971"/>
                    <a:gd name="T111" fmla="*/ 950 h 9263"/>
                    <a:gd name="T112" fmla="*/ 1611 w 4971"/>
                    <a:gd name="T113" fmla="*/ 928 h 9263"/>
                    <a:gd name="T114" fmla="*/ 1201 w 4971"/>
                    <a:gd name="T115" fmla="*/ 1346 h 9263"/>
                    <a:gd name="T116" fmla="*/ 1182 w 4971"/>
                    <a:gd name="T117" fmla="*/ 1341 h 9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4971" h="9263">
                      <a:moveTo>
                        <a:pt x="123" y="8020"/>
                      </a:moveTo>
                      <a:cubicBezTo>
                        <a:pt x="270" y="8635"/>
                        <a:pt x="797" y="9161"/>
                        <a:pt x="1427" y="9262"/>
                      </a:cubicBezTo>
                      <a:cubicBezTo>
                        <a:pt x="1822" y="9263"/>
                        <a:pt x="2217" y="9261"/>
                        <a:pt x="2611" y="9260"/>
                      </a:cubicBezTo>
                      <a:cubicBezTo>
                        <a:pt x="2613" y="9163"/>
                        <a:pt x="2597" y="9062"/>
                        <a:pt x="2628" y="8968"/>
                      </a:cubicBezTo>
                      <a:cubicBezTo>
                        <a:pt x="2719" y="8828"/>
                        <a:pt x="2849" y="8718"/>
                        <a:pt x="2972" y="8606"/>
                      </a:cubicBezTo>
                      <a:cubicBezTo>
                        <a:pt x="3030" y="8559"/>
                        <a:pt x="3119" y="8491"/>
                        <a:pt x="3190" y="8555"/>
                      </a:cubicBezTo>
                      <a:cubicBezTo>
                        <a:pt x="3392" y="8716"/>
                        <a:pt x="3559" y="8918"/>
                        <a:pt x="3744" y="9097"/>
                      </a:cubicBezTo>
                      <a:cubicBezTo>
                        <a:pt x="3780" y="9142"/>
                        <a:pt x="3839" y="9139"/>
                        <a:pt x="3890" y="9146"/>
                      </a:cubicBezTo>
                      <a:lnTo>
                        <a:pt x="3892" y="9150"/>
                      </a:lnTo>
                      <a:lnTo>
                        <a:pt x="3907" y="9136"/>
                      </a:lnTo>
                      <a:cubicBezTo>
                        <a:pt x="4209" y="8950"/>
                        <a:pt x="4433" y="8656"/>
                        <a:pt x="4559" y="8326"/>
                      </a:cubicBezTo>
                      <a:cubicBezTo>
                        <a:pt x="4658" y="8105"/>
                        <a:pt x="4745" y="7875"/>
                        <a:pt x="4779" y="7634"/>
                      </a:cubicBezTo>
                      <a:cubicBezTo>
                        <a:pt x="4967" y="6752"/>
                        <a:pt x="4971" y="5843"/>
                        <a:pt x="4916" y="4946"/>
                      </a:cubicBezTo>
                      <a:cubicBezTo>
                        <a:pt x="4908" y="4786"/>
                        <a:pt x="4804" y="4615"/>
                        <a:pt x="4640" y="4579"/>
                      </a:cubicBezTo>
                      <a:cubicBezTo>
                        <a:pt x="4458" y="4517"/>
                        <a:pt x="4233" y="4604"/>
                        <a:pt x="4156" y="4784"/>
                      </a:cubicBezTo>
                      <a:cubicBezTo>
                        <a:pt x="4109" y="4867"/>
                        <a:pt x="4114" y="4965"/>
                        <a:pt x="4120" y="5058"/>
                      </a:cubicBezTo>
                      <a:cubicBezTo>
                        <a:pt x="4165" y="5741"/>
                        <a:pt x="4159" y="6429"/>
                        <a:pt x="4068" y="7108"/>
                      </a:cubicBezTo>
                      <a:cubicBezTo>
                        <a:pt x="4046" y="7438"/>
                        <a:pt x="3936" y="7753"/>
                        <a:pt x="3820" y="8060"/>
                      </a:cubicBezTo>
                      <a:cubicBezTo>
                        <a:pt x="3814" y="7271"/>
                        <a:pt x="3820" y="6482"/>
                        <a:pt x="3817" y="5692"/>
                      </a:cubicBezTo>
                      <a:cubicBezTo>
                        <a:pt x="3799" y="5339"/>
                        <a:pt x="3953" y="5010"/>
                        <a:pt x="4033" y="4673"/>
                      </a:cubicBezTo>
                      <a:cubicBezTo>
                        <a:pt x="4127" y="4220"/>
                        <a:pt x="4302" y="3787"/>
                        <a:pt x="4371" y="3328"/>
                      </a:cubicBezTo>
                      <a:cubicBezTo>
                        <a:pt x="4372" y="3110"/>
                        <a:pt x="4262" y="2913"/>
                        <a:pt x="4163" y="2725"/>
                      </a:cubicBezTo>
                      <a:cubicBezTo>
                        <a:pt x="3821" y="1984"/>
                        <a:pt x="3474" y="1247"/>
                        <a:pt x="3121" y="511"/>
                      </a:cubicBezTo>
                      <a:cubicBezTo>
                        <a:pt x="3027" y="385"/>
                        <a:pt x="2897" y="263"/>
                        <a:pt x="2734" y="243"/>
                      </a:cubicBezTo>
                      <a:cubicBezTo>
                        <a:pt x="2597" y="219"/>
                        <a:pt x="2458" y="237"/>
                        <a:pt x="2327" y="279"/>
                      </a:cubicBezTo>
                      <a:cubicBezTo>
                        <a:pt x="2393" y="393"/>
                        <a:pt x="2463" y="512"/>
                        <a:pt x="2461" y="648"/>
                      </a:cubicBezTo>
                      <a:cubicBezTo>
                        <a:pt x="2465" y="1060"/>
                        <a:pt x="2463" y="1473"/>
                        <a:pt x="2462" y="1885"/>
                      </a:cubicBezTo>
                      <a:cubicBezTo>
                        <a:pt x="2444" y="2084"/>
                        <a:pt x="2591" y="2240"/>
                        <a:pt x="2658" y="2416"/>
                      </a:cubicBezTo>
                      <a:cubicBezTo>
                        <a:pt x="2735" y="2625"/>
                        <a:pt x="2859" y="2813"/>
                        <a:pt x="2940" y="3021"/>
                      </a:cubicBezTo>
                      <a:cubicBezTo>
                        <a:pt x="2986" y="3140"/>
                        <a:pt x="3050" y="3250"/>
                        <a:pt x="3107" y="3363"/>
                      </a:cubicBezTo>
                      <a:cubicBezTo>
                        <a:pt x="3057" y="3535"/>
                        <a:pt x="3007" y="3707"/>
                        <a:pt x="2959" y="3880"/>
                      </a:cubicBezTo>
                      <a:cubicBezTo>
                        <a:pt x="2871" y="4304"/>
                        <a:pt x="2719" y="4712"/>
                        <a:pt x="2632" y="5136"/>
                      </a:cubicBezTo>
                      <a:cubicBezTo>
                        <a:pt x="2543" y="5137"/>
                        <a:pt x="2455" y="5137"/>
                        <a:pt x="2367" y="5138"/>
                      </a:cubicBezTo>
                      <a:cubicBezTo>
                        <a:pt x="2365" y="3665"/>
                        <a:pt x="2366" y="2191"/>
                        <a:pt x="2367" y="718"/>
                      </a:cubicBezTo>
                      <a:cubicBezTo>
                        <a:pt x="2369" y="477"/>
                        <a:pt x="2228" y="234"/>
                        <a:pt x="2000" y="141"/>
                      </a:cubicBezTo>
                      <a:cubicBezTo>
                        <a:pt x="1719" y="0"/>
                        <a:pt x="1340" y="143"/>
                        <a:pt x="1211" y="426"/>
                      </a:cubicBezTo>
                      <a:cubicBezTo>
                        <a:pt x="1118" y="577"/>
                        <a:pt x="1144" y="761"/>
                        <a:pt x="1140" y="929"/>
                      </a:cubicBezTo>
                      <a:cubicBezTo>
                        <a:pt x="1140" y="2222"/>
                        <a:pt x="1144" y="3516"/>
                        <a:pt x="1138" y="4809"/>
                      </a:cubicBezTo>
                      <a:cubicBezTo>
                        <a:pt x="853" y="5165"/>
                        <a:pt x="634" y="5567"/>
                        <a:pt x="428" y="5972"/>
                      </a:cubicBezTo>
                      <a:cubicBezTo>
                        <a:pt x="331" y="6228"/>
                        <a:pt x="200" y="6473"/>
                        <a:pt x="152" y="6745"/>
                      </a:cubicBezTo>
                      <a:cubicBezTo>
                        <a:pt x="37" y="7158"/>
                        <a:pt x="0" y="7605"/>
                        <a:pt x="123" y="8020"/>
                      </a:cubicBezTo>
                      <a:moveTo>
                        <a:pt x="876" y="7815"/>
                      </a:moveTo>
                      <a:cubicBezTo>
                        <a:pt x="831" y="7617"/>
                        <a:pt x="835" y="7412"/>
                        <a:pt x="855" y="7211"/>
                      </a:cubicBezTo>
                      <a:cubicBezTo>
                        <a:pt x="886" y="6896"/>
                        <a:pt x="1033" y="6610"/>
                        <a:pt x="1140" y="6316"/>
                      </a:cubicBezTo>
                      <a:cubicBezTo>
                        <a:pt x="1147" y="6605"/>
                        <a:pt x="1134" y="6893"/>
                        <a:pt x="1145" y="7181"/>
                      </a:cubicBezTo>
                      <a:cubicBezTo>
                        <a:pt x="1439" y="7510"/>
                        <a:pt x="1769" y="7806"/>
                        <a:pt x="2071" y="8128"/>
                      </a:cubicBezTo>
                      <a:cubicBezTo>
                        <a:pt x="1771" y="7855"/>
                        <a:pt x="1494" y="7558"/>
                        <a:pt x="1207" y="7272"/>
                      </a:cubicBezTo>
                      <a:cubicBezTo>
                        <a:pt x="1189" y="7270"/>
                        <a:pt x="1154" y="7266"/>
                        <a:pt x="1137" y="7264"/>
                      </a:cubicBezTo>
                      <a:cubicBezTo>
                        <a:pt x="1145" y="7602"/>
                        <a:pt x="1139" y="7939"/>
                        <a:pt x="1141" y="8277"/>
                      </a:cubicBezTo>
                      <a:cubicBezTo>
                        <a:pt x="1041" y="8131"/>
                        <a:pt x="918" y="7992"/>
                        <a:pt x="876" y="7815"/>
                      </a:cubicBezTo>
                      <a:moveTo>
                        <a:pt x="322" y="6393"/>
                      </a:moveTo>
                      <a:cubicBezTo>
                        <a:pt x="502" y="6524"/>
                        <a:pt x="631" y="6712"/>
                        <a:pt x="813" y="6841"/>
                      </a:cubicBezTo>
                      <a:cubicBezTo>
                        <a:pt x="834" y="6870"/>
                        <a:pt x="852" y="6901"/>
                        <a:pt x="868" y="6933"/>
                      </a:cubicBezTo>
                      <a:cubicBezTo>
                        <a:pt x="681" y="6759"/>
                        <a:pt x="506" y="6571"/>
                        <a:pt x="322" y="6393"/>
                      </a:cubicBezTo>
                      <a:moveTo>
                        <a:pt x="1182" y="1341"/>
                      </a:moveTo>
                      <a:cubicBezTo>
                        <a:pt x="1312" y="1216"/>
                        <a:pt x="1445" y="1093"/>
                        <a:pt x="1556" y="950"/>
                      </a:cubicBezTo>
                      <a:cubicBezTo>
                        <a:pt x="1570" y="945"/>
                        <a:pt x="1597" y="933"/>
                        <a:pt x="1611" y="928"/>
                      </a:cubicBezTo>
                      <a:cubicBezTo>
                        <a:pt x="1483" y="1074"/>
                        <a:pt x="1335" y="1204"/>
                        <a:pt x="1201" y="1346"/>
                      </a:cubicBezTo>
                      <a:lnTo>
                        <a:pt x="1182" y="1341"/>
                      </a:lnTo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8" name="任意多边形 27"/>
                <p:cNvSpPr/>
                <p:nvPr/>
              </p:nvSpPr>
              <p:spPr>
                <a:xfrm>
                  <a:off x="3962400" y="4343400"/>
                  <a:ext cx="396240" cy="472440"/>
                </a:xfrm>
                <a:custGeom>
                  <a:avLst/>
                  <a:gdLst>
                    <a:gd name="connsiteX0" fmla="*/ 0 w 396240"/>
                    <a:gd name="connsiteY0" fmla="*/ 99060 h 472440"/>
                    <a:gd name="connsiteX1" fmla="*/ 7620 w 396240"/>
                    <a:gd name="connsiteY1" fmla="*/ 472440 h 472440"/>
                    <a:gd name="connsiteX2" fmla="*/ 396240 w 396240"/>
                    <a:gd name="connsiteY2" fmla="*/ 129540 h 472440"/>
                    <a:gd name="connsiteX3" fmla="*/ 236220 w 396240"/>
                    <a:gd name="connsiteY3" fmla="*/ 0 h 472440"/>
                    <a:gd name="connsiteX4" fmla="*/ 0 w 396240"/>
                    <a:gd name="connsiteY4" fmla="*/ 99060 h 47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6240" h="472440">
                      <a:moveTo>
                        <a:pt x="0" y="99060"/>
                      </a:moveTo>
                      <a:lnTo>
                        <a:pt x="7620" y="472440"/>
                      </a:lnTo>
                      <a:lnTo>
                        <a:pt x="396240" y="129540"/>
                      </a:lnTo>
                      <a:lnTo>
                        <a:pt x="236220" y="0"/>
                      </a:lnTo>
                      <a:lnTo>
                        <a:pt x="0" y="990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9" name="任意多边形 28"/>
                <p:cNvSpPr/>
                <p:nvPr/>
              </p:nvSpPr>
              <p:spPr>
                <a:xfrm>
                  <a:off x="3764280" y="4655820"/>
                  <a:ext cx="144780" cy="198120"/>
                </a:xfrm>
                <a:custGeom>
                  <a:avLst/>
                  <a:gdLst>
                    <a:gd name="connsiteX0" fmla="*/ 45720 w 144780"/>
                    <a:gd name="connsiteY0" fmla="*/ 30480 h 198120"/>
                    <a:gd name="connsiteX1" fmla="*/ 0 w 144780"/>
                    <a:gd name="connsiteY1" fmla="*/ 106680 h 198120"/>
                    <a:gd name="connsiteX2" fmla="*/ 60960 w 144780"/>
                    <a:gd name="connsiteY2" fmla="*/ 198120 h 198120"/>
                    <a:gd name="connsiteX3" fmla="*/ 144780 w 144780"/>
                    <a:gd name="connsiteY3" fmla="*/ 91440 h 198120"/>
                    <a:gd name="connsiteX4" fmla="*/ 121920 w 144780"/>
                    <a:gd name="connsiteY4" fmla="*/ 0 h 198120"/>
                    <a:gd name="connsiteX5" fmla="*/ 45720 w 144780"/>
                    <a:gd name="connsiteY5" fmla="*/ 30480 h 198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4780" h="198120">
                      <a:moveTo>
                        <a:pt x="45720" y="30480"/>
                      </a:moveTo>
                      <a:lnTo>
                        <a:pt x="0" y="106680"/>
                      </a:lnTo>
                      <a:lnTo>
                        <a:pt x="60960" y="198120"/>
                      </a:lnTo>
                      <a:lnTo>
                        <a:pt x="144780" y="91440"/>
                      </a:lnTo>
                      <a:lnTo>
                        <a:pt x="121920" y="0"/>
                      </a:lnTo>
                      <a:lnTo>
                        <a:pt x="45720" y="304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" name="任意多边形 29"/>
                <p:cNvSpPr/>
                <p:nvPr/>
              </p:nvSpPr>
              <p:spPr>
                <a:xfrm>
                  <a:off x="3970020" y="5981700"/>
                  <a:ext cx="114300" cy="228600"/>
                </a:xfrm>
                <a:custGeom>
                  <a:avLst/>
                  <a:gdLst>
                    <a:gd name="connsiteX0" fmla="*/ 0 w 114300"/>
                    <a:gd name="connsiteY0" fmla="*/ 0 h 228600"/>
                    <a:gd name="connsiteX1" fmla="*/ 0 w 114300"/>
                    <a:gd name="connsiteY1" fmla="*/ 175260 h 228600"/>
                    <a:gd name="connsiteX2" fmla="*/ 114300 w 114300"/>
                    <a:gd name="connsiteY2" fmla="*/ 228600 h 228600"/>
                    <a:gd name="connsiteX3" fmla="*/ 114300 w 114300"/>
                    <a:gd name="connsiteY3" fmla="*/ 106680 h 228600"/>
                    <a:gd name="connsiteX4" fmla="*/ 0 w 114300"/>
                    <a:gd name="connsiteY4" fmla="*/ 0 h 22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00" h="228600">
                      <a:moveTo>
                        <a:pt x="0" y="0"/>
                      </a:moveTo>
                      <a:lnTo>
                        <a:pt x="0" y="175260"/>
                      </a:lnTo>
                      <a:lnTo>
                        <a:pt x="114300" y="228600"/>
                      </a:lnTo>
                      <a:lnTo>
                        <a:pt x="114300" y="1066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26" name="圆角矩形 25"/>
              <p:cNvSpPr/>
              <p:nvPr/>
            </p:nvSpPr>
            <p:spPr>
              <a:xfrm>
                <a:off x="4238786" y="4116388"/>
                <a:ext cx="392756" cy="198120"/>
              </a:xfrm>
              <a:prstGeom prst="roundRect">
                <a:avLst>
                  <a:gd name="adj" fmla="val 3974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1" name="组合 30"/>
          <p:cNvGrpSpPr/>
          <p:nvPr/>
        </p:nvGrpSpPr>
        <p:grpSpPr>
          <a:xfrm>
            <a:off x="7186194" y="30278"/>
            <a:ext cx="1024564" cy="2385571"/>
            <a:chOff x="-3596645" y="2265093"/>
            <a:chExt cx="2013514" cy="4688219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32" name="Freeform 151"/>
            <p:cNvSpPr>
              <a:spLocks/>
            </p:cNvSpPr>
            <p:nvPr/>
          </p:nvSpPr>
          <p:spPr bwMode="auto">
            <a:xfrm flipV="1">
              <a:off x="-1965719" y="2265093"/>
              <a:ext cx="382588" cy="434975"/>
            </a:xfrm>
            <a:custGeom>
              <a:avLst/>
              <a:gdLst>
                <a:gd name="T0" fmla="*/ 230 w 1057"/>
                <a:gd name="T1" fmla="*/ 1049 h 1207"/>
                <a:gd name="T2" fmla="*/ 831 w 1057"/>
                <a:gd name="T3" fmla="*/ 1139 h 1207"/>
                <a:gd name="T4" fmla="*/ 1049 w 1057"/>
                <a:gd name="T5" fmla="*/ 881 h 1207"/>
                <a:gd name="T6" fmla="*/ 876 w 1057"/>
                <a:gd name="T7" fmla="*/ 412 h 1207"/>
                <a:gd name="T8" fmla="*/ 373 w 1057"/>
                <a:gd name="T9" fmla="*/ 268 h 1207"/>
                <a:gd name="T10" fmla="*/ 244 w 1057"/>
                <a:gd name="T11" fmla="*/ 50 h 1207"/>
                <a:gd name="T12" fmla="*/ 48 w 1057"/>
                <a:gd name="T13" fmla="*/ 33 h 1207"/>
                <a:gd name="T14" fmla="*/ 201 w 1057"/>
                <a:gd name="T15" fmla="*/ 439 h 1207"/>
                <a:gd name="T16" fmla="*/ 688 w 1057"/>
                <a:gd name="T17" fmla="*/ 559 h 1207"/>
                <a:gd name="T18" fmla="*/ 791 w 1057"/>
                <a:gd name="T19" fmla="*/ 813 h 1207"/>
                <a:gd name="T20" fmla="*/ 577 w 1057"/>
                <a:gd name="T21" fmla="*/ 950 h 1207"/>
                <a:gd name="T22" fmla="*/ 365 w 1057"/>
                <a:gd name="T23" fmla="*/ 841 h 1207"/>
                <a:gd name="T24" fmla="*/ 167 w 1057"/>
                <a:gd name="T25" fmla="*/ 874 h 1207"/>
                <a:gd name="T26" fmla="*/ 230 w 1057"/>
                <a:gd name="T27" fmla="*/ 1049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57" h="1207">
                  <a:moveTo>
                    <a:pt x="230" y="1049"/>
                  </a:moveTo>
                  <a:cubicBezTo>
                    <a:pt x="387" y="1207"/>
                    <a:pt x="632" y="1193"/>
                    <a:pt x="831" y="1139"/>
                  </a:cubicBezTo>
                  <a:cubicBezTo>
                    <a:pt x="935" y="1091"/>
                    <a:pt x="1016" y="990"/>
                    <a:pt x="1049" y="881"/>
                  </a:cubicBezTo>
                  <a:cubicBezTo>
                    <a:pt x="1057" y="714"/>
                    <a:pt x="1018" y="517"/>
                    <a:pt x="876" y="412"/>
                  </a:cubicBezTo>
                  <a:cubicBezTo>
                    <a:pt x="741" y="286"/>
                    <a:pt x="540" y="313"/>
                    <a:pt x="373" y="268"/>
                  </a:cubicBezTo>
                  <a:cubicBezTo>
                    <a:pt x="316" y="204"/>
                    <a:pt x="292" y="120"/>
                    <a:pt x="244" y="50"/>
                  </a:cubicBezTo>
                  <a:cubicBezTo>
                    <a:pt x="189" y="0"/>
                    <a:pt x="113" y="30"/>
                    <a:pt x="48" y="33"/>
                  </a:cubicBezTo>
                  <a:cubicBezTo>
                    <a:pt x="0" y="189"/>
                    <a:pt x="104" y="328"/>
                    <a:pt x="201" y="439"/>
                  </a:cubicBezTo>
                  <a:cubicBezTo>
                    <a:pt x="357" y="501"/>
                    <a:pt x="528" y="511"/>
                    <a:pt x="688" y="559"/>
                  </a:cubicBezTo>
                  <a:cubicBezTo>
                    <a:pt x="769" y="613"/>
                    <a:pt x="807" y="718"/>
                    <a:pt x="791" y="813"/>
                  </a:cubicBezTo>
                  <a:cubicBezTo>
                    <a:pt x="801" y="924"/>
                    <a:pt x="658" y="935"/>
                    <a:pt x="577" y="950"/>
                  </a:cubicBezTo>
                  <a:cubicBezTo>
                    <a:pt x="485" y="970"/>
                    <a:pt x="430" y="887"/>
                    <a:pt x="365" y="841"/>
                  </a:cubicBezTo>
                  <a:cubicBezTo>
                    <a:pt x="297" y="822"/>
                    <a:pt x="231" y="856"/>
                    <a:pt x="167" y="874"/>
                  </a:cubicBezTo>
                  <a:cubicBezTo>
                    <a:pt x="175" y="936"/>
                    <a:pt x="174" y="1008"/>
                    <a:pt x="230" y="10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152"/>
            <p:cNvSpPr>
              <a:spLocks/>
            </p:cNvSpPr>
            <p:nvPr/>
          </p:nvSpPr>
          <p:spPr bwMode="auto">
            <a:xfrm flipV="1">
              <a:off x="-3024581" y="2674668"/>
              <a:ext cx="876300" cy="827088"/>
            </a:xfrm>
            <a:custGeom>
              <a:avLst/>
              <a:gdLst>
                <a:gd name="T0" fmla="*/ 1013 w 2422"/>
                <a:gd name="T1" fmla="*/ 2232 h 2291"/>
                <a:gd name="T2" fmla="*/ 1922 w 2422"/>
                <a:gd name="T3" fmla="*/ 2015 h 2291"/>
                <a:gd name="T4" fmla="*/ 2302 w 2422"/>
                <a:gd name="T5" fmla="*/ 1443 h 2291"/>
                <a:gd name="T6" fmla="*/ 1934 w 2422"/>
                <a:gd name="T7" fmla="*/ 296 h 2291"/>
                <a:gd name="T8" fmla="*/ 1439 w 2422"/>
                <a:gd name="T9" fmla="*/ 62 h 2291"/>
                <a:gd name="T10" fmla="*/ 659 w 2422"/>
                <a:gd name="T11" fmla="*/ 192 h 2291"/>
                <a:gd name="T12" fmla="*/ 137 w 2422"/>
                <a:gd name="T13" fmla="*/ 918 h 2291"/>
                <a:gd name="T14" fmla="*/ 1013 w 2422"/>
                <a:gd name="T15" fmla="*/ 2232 h 2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22" h="2291">
                  <a:moveTo>
                    <a:pt x="1013" y="2232"/>
                  </a:moveTo>
                  <a:cubicBezTo>
                    <a:pt x="1326" y="2291"/>
                    <a:pt x="1677" y="2229"/>
                    <a:pt x="1922" y="2015"/>
                  </a:cubicBezTo>
                  <a:cubicBezTo>
                    <a:pt x="2115" y="1879"/>
                    <a:pt x="2228" y="1663"/>
                    <a:pt x="2302" y="1443"/>
                  </a:cubicBezTo>
                  <a:cubicBezTo>
                    <a:pt x="2422" y="1035"/>
                    <a:pt x="2269" y="558"/>
                    <a:pt x="1934" y="296"/>
                  </a:cubicBezTo>
                  <a:cubicBezTo>
                    <a:pt x="1802" y="163"/>
                    <a:pt x="1615" y="109"/>
                    <a:pt x="1439" y="62"/>
                  </a:cubicBezTo>
                  <a:cubicBezTo>
                    <a:pt x="1173" y="0"/>
                    <a:pt x="899" y="74"/>
                    <a:pt x="659" y="192"/>
                  </a:cubicBezTo>
                  <a:cubicBezTo>
                    <a:pt x="399" y="355"/>
                    <a:pt x="211" y="621"/>
                    <a:pt x="137" y="918"/>
                  </a:cubicBezTo>
                  <a:cubicBezTo>
                    <a:pt x="0" y="1495"/>
                    <a:pt x="423" y="2145"/>
                    <a:pt x="1013" y="22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158"/>
            <p:cNvSpPr>
              <a:spLocks/>
            </p:cNvSpPr>
            <p:nvPr/>
          </p:nvSpPr>
          <p:spPr bwMode="auto">
            <a:xfrm flipV="1">
              <a:off x="-2045093" y="2728643"/>
              <a:ext cx="171450" cy="128587"/>
            </a:xfrm>
            <a:custGeom>
              <a:avLst/>
              <a:gdLst>
                <a:gd name="T0" fmla="*/ 170 w 473"/>
                <a:gd name="T1" fmla="*/ 314 h 354"/>
                <a:gd name="T2" fmla="*/ 384 w 473"/>
                <a:gd name="T3" fmla="*/ 93 h 354"/>
                <a:gd name="T4" fmla="*/ 43 w 473"/>
                <a:gd name="T5" fmla="*/ 143 h 354"/>
                <a:gd name="T6" fmla="*/ 170 w 473"/>
                <a:gd name="T7" fmla="*/ 31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3" h="354">
                  <a:moveTo>
                    <a:pt x="170" y="314"/>
                  </a:moveTo>
                  <a:cubicBezTo>
                    <a:pt x="286" y="354"/>
                    <a:pt x="473" y="222"/>
                    <a:pt x="384" y="93"/>
                  </a:cubicBezTo>
                  <a:cubicBezTo>
                    <a:pt x="292" y="2"/>
                    <a:pt x="88" y="0"/>
                    <a:pt x="43" y="143"/>
                  </a:cubicBezTo>
                  <a:cubicBezTo>
                    <a:pt x="0" y="228"/>
                    <a:pt x="110" y="280"/>
                    <a:pt x="170" y="3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161"/>
            <p:cNvSpPr>
              <a:spLocks/>
            </p:cNvSpPr>
            <p:nvPr/>
          </p:nvSpPr>
          <p:spPr bwMode="auto">
            <a:xfrm flipV="1">
              <a:off x="-2803900" y="6581526"/>
              <a:ext cx="153988" cy="153988"/>
            </a:xfrm>
            <a:custGeom>
              <a:avLst/>
              <a:gdLst>
                <a:gd name="T0" fmla="*/ 0 w 425"/>
                <a:gd name="T1" fmla="*/ 0 h 429"/>
                <a:gd name="T2" fmla="*/ 425 w 425"/>
                <a:gd name="T3" fmla="*/ 429 h 429"/>
                <a:gd name="T4" fmla="*/ 0 w 425"/>
                <a:gd name="T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5" h="429">
                  <a:moveTo>
                    <a:pt x="0" y="0"/>
                  </a:moveTo>
                  <a:cubicBezTo>
                    <a:pt x="131" y="153"/>
                    <a:pt x="278" y="292"/>
                    <a:pt x="425" y="429"/>
                  </a:cubicBezTo>
                  <a:cubicBezTo>
                    <a:pt x="294" y="276"/>
                    <a:pt x="148" y="136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6" name="组合 35"/>
            <p:cNvGrpSpPr/>
            <p:nvPr/>
          </p:nvGrpSpPr>
          <p:grpSpPr>
            <a:xfrm>
              <a:off x="-3596645" y="2947718"/>
              <a:ext cx="1879600" cy="4005594"/>
              <a:chOff x="-3596645" y="2947718"/>
              <a:chExt cx="1879600" cy="4005594"/>
            </a:xfrm>
            <a:grpFill/>
          </p:grpSpPr>
          <p:sp>
            <p:nvSpPr>
              <p:cNvPr id="37" name="Freeform 154"/>
              <p:cNvSpPr>
                <a:spLocks/>
              </p:cNvSpPr>
              <p:nvPr/>
            </p:nvSpPr>
            <p:spPr bwMode="auto">
              <a:xfrm flipV="1">
                <a:off x="-2587908" y="5885558"/>
                <a:ext cx="449263" cy="1067754"/>
              </a:xfrm>
              <a:custGeom>
                <a:avLst/>
                <a:gdLst>
                  <a:gd name="T0" fmla="*/ 724 w 1239"/>
                  <a:gd name="T1" fmla="*/ 1968 h 2472"/>
                  <a:gd name="T2" fmla="*/ 1239 w 1239"/>
                  <a:gd name="T3" fmla="*/ 2472 h 2472"/>
                  <a:gd name="T4" fmla="*/ 1235 w 1239"/>
                  <a:gd name="T5" fmla="*/ 702 h 2472"/>
                  <a:gd name="T6" fmla="*/ 871 w 1239"/>
                  <a:gd name="T7" fmla="*/ 128 h 2472"/>
                  <a:gd name="T8" fmla="*/ 155 w 1239"/>
                  <a:gd name="T9" fmla="*/ 278 h 2472"/>
                  <a:gd name="T10" fmla="*/ 9 w 1239"/>
                  <a:gd name="T11" fmla="*/ 668 h 2472"/>
                  <a:gd name="T12" fmla="*/ 11 w 1239"/>
                  <a:gd name="T13" fmla="*/ 1242 h 2472"/>
                  <a:gd name="T14" fmla="*/ 316 w 1239"/>
                  <a:gd name="T15" fmla="*/ 1533 h 2472"/>
                  <a:gd name="T16" fmla="*/ 582 w 1239"/>
                  <a:gd name="T17" fmla="*/ 1801 h 2472"/>
                  <a:gd name="T18" fmla="*/ 724 w 1239"/>
                  <a:gd name="T19" fmla="*/ 1968 h 2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39" h="2472">
                    <a:moveTo>
                      <a:pt x="724" y="1968"/>
                    </a:moveTo>
                    <a:cubicBezTo>
                      <a:pt x="904" y="2128"/>
                      <a:pt x="1062" y="2310"/>
                      <a:pt x="1239" y="2472"/>
                    </a:cubicBezTo>
                    <a:cubicBezTo>
                      <a:pt x="1230" y="1882"/>
                      <a:pt x="1238" y="1292"/>
                      <a:pt x="1235" y="702"/>
                    </a:cubicBezTo>
                    <a:cubicBezTo>
                      <a:pt x="1237" y="463"/>
                      <a:pt x="1094" y="222"/>
                      <a:pt x="871" y="128"/>
                    </a:cubicBezTo>
                    <a:cubicBezTo>
                      <a:pt x="633" y="0"/>
                      <a:pt x="334" y="92"/>
                      <a:pt x="155" y="278"/>
                    </a:cubicBezTo>
                    <a:cubicBezTo>
                      <a:pt x="78" y="395"/>
                      <a:pt x="6" y="524"/>
                      <a:pt x="9" y="668"/>
                    </a:cubicBezTo>
                    <a:cubicBezTo>
                      <a:pt x="5" y="859"/>
                      <a:pt x="0" y="1051"/>
                      <a:pt x="11" y="1242"/>
                    </a:cubicBezTo>
                    <a:cubicBezTo>
                      <a:pt x="106" y="1345"/>
                      <a:pt x="205" y="1446"/>
                      <a:pt x="316" y="1533"/>
                    </a:cubicBezTo>
                    <a:cubicBezTo>
                      <a:pt x="392" y="1634"/>
                      <a:pt x="474" y="1733"/>
                      <a:pt x="582" y="1801"/>
                    </a:cubicBezTo>
                    <a:cubicBezTo>
                      <a:pt x="646" y="1842"/>
                      <a:pt x="671" y="1918"/>
                      <a:pt x="724" y="19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8" name="组合 37"/>
              <p:cNvGrpSpPr/>
              <p:nvPr/>
            </p:nvGrpSpPr>
            <p:grpSpPr>
              <a:xfrm>
                <a:off x="-3596645" y="2947718"/>
                <a:ext cx="1879600" cy="3978275"/>
                <a:chOff x="-3596645" y="2947718"/>
                <a:chExt cx="1879600" cy="3978275"/>
              </a:xfrm>
              <a:grpFill/>
            </p:grpSpPr>
            <p:sp>
              <p:nvSpPr>
                <p:cNvPr id="39" name="Freeform 153"/>
                <p:cNvSpPr>
                  <a:spLocks noEditPoints="1"/>
                </p:cNvSpPr>
                <p:nvPr/>
              </p:nvSpPr>
              <p:spPr bwMode="auto">
                <a:xfrm flipV="1">
                  <a:off x="-3596645" y="2947718"/>
                  <a:ext cx="1879600" cy="3978275"/>
                </a:xfrm>
                <a:custGeom>
                  <a:avLst/>
                  <a:gdLst>
                    <a:gd name="T0" fmla="*/ 1575 w 5194"/>
                    <a:gd name="T1" fmla="*/ 11022 h 11022"/>
                    <a:gd name="T2" fmla="*/ 773 w 5194"/>
                    <a:gd name="T3" fmla="*/ 9725 h 11022"/>
                    <a:gd name="T4" fmla="*/ 1845 w 5194"/>
                    <a:gd name="T5" fmla="*/ 9240 h 11022"/>
                    <a:gd name="T6" fmla="*/ 4237 w 5194"/>
                    <a:gd name="T7" fmla="*/ 9048 h 11022"/>
                    <a:gd name="T8" fmla="*/ 5048 w 5194"/>
                    <a:gd name="T9" fmla="*/ 7437 h 11022"/>
                    <a:gd name="T10" fmla="*/ 4416 w 5194"/>
                    <a:gd name="T11" fmla="*/ 5714 h 11022"/>
                    <a:gd name="T12" fmla="*/ 5138 w 5194"/>
                    <a:gd name="T13" fmla="*/ 4998 h 11022"/>
                    <a:gd name="T14" fmla="*/ 4562 w 5194"/>
                    <a:gd name="T15" fmla="*/ 4582 h 11022"/>
                    <a:gd name="T16" fmla="*/ 4365 w 5194"/>
                    <a:gd name="T17" fmla="*/ 5270 h 11022"/>
                    <a:gd name="T18" fmla="*/ 4351 w 5194"/>
                    <a:gd name="T19" fmla="*/ 6587 h 11022"/>
                    <a:gd name="T20" fmla="*/ 4050 w 5194"/>
                    <a:gd name="T21" fmla="*/ 6090 h 11022"/>
                    <a:gd name="T22" fmla="*/ 1632 w 5194"/>
                    <a:gd name="T23" fmla="*/ 8491 h 11022"/>
                    <a:gd name="T24" fmla="*/ 1943 w 5194"/>
                    <a:gd name="T25" fmla="*/ 8159 h 11022"/>
                    <a:gd name="T26" fmla="*/ 2361 w 5194"/>
                    <a:gd name="T27" fmla="*/ 7743 h 11022"/>
                    <a:gd name="T28" fmla="*/ 2775 w 5194"/>
                    <a:gd name="T29" fmla="*/ 7341 h 11022"/>
                    <a:gd name="T30" fmla="*/ 3200 w 5194"/>
                    <a:gd name="T31" fmla="*/ 6936 h 11022"/>
                    <a:gd name="T32" fmla="*/ 3231 w 5194"/>
                    <a:gd name="T33" fmla="*/ 6901 h 11022"/>
                    <a:gd name="T34" fmla="*/ 3615 w 5194"/>
                    <a:gd name="T35" fmla="*/ 6484 h 11022"/>
                    <a:gd name="T36" fmla="*/ 4043 w 5194"/>
                    <a:gd name="T37" fmla="*/ 6089 h 11022"/>
                    <a:gd name="T38" fmla="*/ 4041 w 5194"/>
                    <a:gd name="T39" fmla="*/ 2466 h 11022"/>
                    <a:gd name="T40" fmla="*/ 3231 w 5194"/>
                    <a:gd name="T41" fmla="*/ 1667 h 11022"/>
                    <a:gd name="T42" fmla="*/ 3028 w 5194"/>
                    <a:gd name="T43" fmla="*/ 1453 h 11022"/>
                    <a:gd name="T44" fmla="*/ 2816 w 5194"/>
                    <a:gd name="T45" fmla="*/ 1309 h 11022"/>
                    <a:gd name="T46" fmla="*/ 2601 w 5194"/>
                    <a:gd name="T47" fmla="*/ 5114 h 11022"/>
                    <a:gd name="T48" fmla="*/ 2603 w 5194"/>
                    <a:gd name="T49" fmla="*/ 986 h 11022"/>
                    <a:gd name="T50" fmla="*/ 2595 w 5194"/>
                    <a:gd name="T51" fmla="*/ 961 h 11022"/>
                    <a:gd name="T52" fmla="*/ 2095 w 5194"/>
                    <a:gd name="T53" fmla="*/ 72 h 11022"/>
                    <a:gd name="T54" fmla="*/ 1375 w 5194"/>
                    <a:gd name="T55" fmla="*/ 8521 h 11022"/>
                    <a:gd name="T56" fmla="*/ 0 w 5194"/>
                    <a:gd name="T57" fmla="*/ 9525 h 11022"/>
                    <a:gd name="T58" fmla="*/ 933 w 5194"/>
                    <a:gd name="T59" fmla="*/ 10499 h 11022"/>
                    <a:gd name="T60" fmla="*/ 2095 w 5194"/>
                    <a:gd name="T61" fmla="*/ 520 h 11022"/>
                    <a:gd name="T62" fmla="*/ 2095 w 5194"/>
                    <a:gd name="T63" fmla="*/ 520 h 110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194" h="11022">
                      <a:moveTo>
                        <a:pt x="1347" y="10949"/>
                      </a:moveTo>
                      <a:cubicBezTo>
                        <a:pt x="1418" y="10988"/>
                        <a:pt x="1495" y="11012"/>
                        <a:pt x="1575" y="11022"/>
                      </a:cubicBezTo>
                      <a:cubicBezTo>
                        <a:pt x="1482" y="10752"/>
                        <a:pt x="1498" y="10460"/>
                        <a:pt x="1588" y="10192"/>
                      </a:cubicBezTo>
                      <a:cubicBezTo>
                        <a:pt x="1296" y="10079"/>
                        <a:pt x="990" y="9960"/>
                        <a:pt x="773" y="9725"/>
                      </a:cubicBezTo>
                      <a:cubicBezTo>
                        <a:pt x="936" y="9564"/>
                        <a:pt x="1135" y="9437"/>
                        <a:pt x="1355" y="9369"/>
                      </a:cubicBezTo>
                      <a:cubicBezTo>
                        <a:pt x="1515" y="9317"/>
                        <a:pt x="1673" y="9239"/>
                        <a:pt x="1845" y="9240"/>
                      </a:cubicBezTo>
                      <a:cubicBezTo>
                        <a:pt x="2467" y="9240"/>
                        <a:pt x="3090" y="9242"/>
                        <a:pt x="3713" y="9240"/>
                      </a:cubicBezTo>
                      <a:cubicBezTo>
                        <a:pt x="3899" y="9221"/>
                        <a:pt x="4092" y="9172"/>
                        <a:pt x="4237" y="9048"/>
                      </a:cubicBezTo>
                      <a:cubicBezTo>
                        <a:pt x="4476" y="8881"/>
                        <a:pt x="4638" y="8634"/>
                        <a:pt x="4766" y="8377"/>
                      </a:cubicBezTo>
                      <a:cubicBezTo>
                        <a:pt x="4887" y="8073"/>
                        <a:pt x="5014" y="7765"/>
                        <a:pt x="5048" y="7437"/>
                      </a:cubicBezTo>
                      <a:cubicBezTo>
                        <a:pt x="5194" y="6630"/>
                        <a:pt x="5192" y="5806"/>
                        <a:pt x="5153" y="4989"/>
                      </a:cubicBezTo>
                      <a:cubicBezTo>
                        <a:pt x="4900" y="5224"/>
                        <a:pt x="4666" y="5478"/>
                        <a:pt x="4416" y="5714"/>
                      </a:cubicBezTo>
                      <a:cubicBezTo>
                        <a:pt x="4479" y="5544"/>
                        <a:pt x="4677" y="5493"/>
                        <a:pt x="4758" y="5335"/>
                      </a:cubicBezTo>
                      <a:cubicBezTo>
                        <a:pt x="4883" y="5222"/>
                        <a:pt x="4979" y="5067"/>
                        <a:pt x="5138" y="4998"/>
                      </a:cubicBezTo>
                      <a:cubicBezTo>
                        <a:pt x="5170" y="4858"/>
                        <a:pt x="5099" y="4722"/>
                        <a:pt x="5011" y="4619"/>
                      </a:cubicBezTo>
                      <a:cubicBezTo>
                        <a:pt x="4880" y="4534"/>
                        <a:pt x="4703" y="4505"/>
                        <a:pt x="4562" y="4582"/>
                      </a:cubicBezTo>
                      <a:cubicBezTo>
                        <a:pt x="4451" y="4631"/>
                        <a:pt x="4379" y="4742"/>
                        <a:pt x="4352" y="4857"/>
                      </a:cubicBezTo>
                      <a:cubicBezTo>
                        <a:pt x="4340" y="4994"/>
                        <a:pt x="4361" y="5132"/>
                        <a:pt x="4365" y="5270"/>
                      </a:cubicBezTo>
                      <a:cubicBezTo>
                        <a:pt x="4375" y="5421"/>
                        <a:pt x="4362" y="5574"/>
                        <a:pt x="4394" y="5723"/>
                      </a:cubicBezTo>
                      <a:cubicBezTo>
                        <a:pt x="4358" y="6008"/>
                        <a:pt x="4383" y="6300"/>
                        <a:pt x="4351" y="6587"/>
                      </a:cubicBezTo>
                      <a:cubicBezTo>
                        <a:pt x="4335" y="7082"/>
                        <a:pt x="4243" y="7578"/>
                        <a:pt x="4053" y="8037"/>
                      </a:cubicBezTo>
                      <a:cubicBezTo>
                        <a:pt x="4044" y="7388"/>
                        <a:pt x="4050" y="6739"/>
                        <a:pt x="4050" y="6090"/>
                      </a:cubicBezTo>
                      <a:cubicBezTo>
                        <a:pt x="3302" y="6831"/>
                        <a:pt x="2559" y="7575"/>
                        <a:pt x="1815" y="8321"/>
                      </a:cubicBezTo>
                      <a:cubicBezTo>
                        <a:pt x="1754" y="8378"/>
                        <a:pt x="1701" y="8445"/>
                        <a:pt x="1632" y="8491"/>
                      </a:cubicBezTo>
                      <a:cubicBezTo>
                        <a:pt x="1638" y="8422"/>
                        <a:pt x="1717" y="8410"/>
                        <a:pt x="1750" y="8358"/>
                      </a:cubicBezTo>
                      <a:cubicBezTo>
                        <a:pt x="1796" y="8274"/>
                        <a:pt x="1899" y="8245"/>
                        <a:pt x="1943" y="8159"/>
                      </a:cubicBezTo>
                      <a:cubicBezTo>
                        <a:pt x="1991" y="8068"/>
                        <a:pt x="2101" y="8040"/>
                        <a:pt x="2158" y="7955"/>
                      </a:cubicBezTo>
                      <a:cubicBezTo>
                        <a:pt x="2215" y="7876"/>
                        <a:pt x="2275" y="7795"/>
                        <a:pt x="2361" y="7743"/>
                      </a:cubicBezTo>
                      <a:cubicBezTo>
                        <a:pt x="2464" y="7680"/>
                        <a:pt x="2503" y="7553"/>
                        <a:pt x="2607" y="7489"/>
                      </a:cubicBezTo>
                      <a:cubicBezTo>
                        <a:pt x="2650" y="7426"/>
                        <a:pt x="2718" y="7389"/>
                        <a:pt x="2775" y="7341"/>
                      </a:cubicBezTo>
                      <a:cubicBezTo>
                        <a:pt x="2845" y="7283"/>
                        <a:pt x="2876" y="7189"/>
                        <a:pt x="2957" y="7144"/>
                      </a:cubicBezTo>
                      <a:cubicBezTo>
                        <a:pt x="3037" y="7076"/>
                        <a:pt x="3086" y="6958"/>
                        <a:pt x="3200" y="6936"/>
                      </a:cubicBezTo>
                      <a:cubicBezTo>
                        <a:pt x="3198" y="6914"/>
                        <a:pt x="3195" y="6870"/>
                        <a:pt x="3193" y="6848"/>
                      </a:cubicBezTo>
                      <a:lnTo>
                        <a:pt x="3231" y="6901"/>
                      </a:lnTo>
                      <a:cubicBezTo>
                        <a:pt x="3290" y="6834"/>
                        <a:pt x="3325" y="6743"/>
                        <a:pt x="3409" y="6703"/>
                      </a:cubicBezTo>
                      <a:cubicBezTo>
                        <a:pt x="3449" y="6603"/>
                        <a:pt x="3565" y="6575"/>
                        <a:pt x="3615" y="6484"/>
                      </a:cubicBezTo>
                      <a:cubicBezTo>
                        <a:pt x="3684" y="6375"/>
                        <a:pt x="3814" y="6329"/>
                        <a:pt x="3875" y="6216"/>
                      </a:cubicBezTo>
                      <a:cubicBezTo>
                        <a:pt x="3921" y="6161"/>
                        <a:pt x="3988" y="6132"/>
                        <a:pt x="4043" y="6089"/>
                      </a:cubicBezTo>
                      <a:cubicBezTo>
                        <a:pt x="4057" y="5115"/>
                        <a:pt x="4045" y="4141"/>
                        <a:pt x="4049" y="3167"/>
                      </a:cubicBezTo>
                      <a:cubicBezTo>
                        <a:pt x="4045" y="2933"/>
                        <a:pt x="4058" y="2699"/>
                        <a:pt x="4041" y="2466"/>
                      </a:cubicBezTo>
                      <a:cubicBezTo>
                        <a:pt x="3859" y="2350"/>
                        <a:pt x="3758" y="2148"/>
                        <a:pt x="3574" y="2035"/>
                      </a:cubicBezTo>
                      <a:cubicBezTo>
                        <a:pt x="3475" y="1899"/>
                        <a:pt x="3347" y="1788"/>
                        <a:pt x="3231" y="1667"/>
                      </a:cubicBezTo>
                      <a:cubicBezTo>
                        <a:pt x="3158" y="1598"/>
                        <a:pt x="3093" y="1515"/>
                        <a:pt x="2997" y="1476"/>
                      </a:cubicBezTo>
                      <a:lnTo>
                        <a:pt x="3028" y="1453"/>
                      </a:lnTo>
                      <a:cubicBezTo>
                        <a:pt x="2982" y="1412"/>
                        <a:pt x="2937" y="1370"/>
                        <a:pt x="2893" y="1326"/>
                      </a:cubicBezTo>
                      <a:cubicBezTo>
                        <a:pt x="2874" y="1322"/>
                        <a:pt x="2835" y="1313"/>
                        <a:pt x="2816" y="1309"/>
                      </a:cubicBezTo>
                      <a:cubicBezTo>
                        <a:pt x="2823" y="2577"/>
                        <a:pt x="2820" y="3846"/>
                        <a:pt x="2817" y="5114"/>
                      </a:cubicBezTo>
                      <a:cubicBezTo>
                        <a:pt x="2745" y="5114"/>
                        <a:pt x="2673" y="5114"/>
                        <a:pt x="2601" y="5114"/>
                      </a:cubicBezTo>
                      <a:cubicBezTo>
                        <a:pt x="2595" y="3912"/>
                        <a:pt x="2600" y="2709"/>
                        <a:pt x="2598" y="1506"/>
                      </a:cubicBezTo>
                      <a:cubicBezTo>
                        <a:pt x="2601" y="1333"/>
                        <a:pt x="2591" y="1159"/>
                        <a:pt x="2603" y="986"/>
                      </a:cubicBezTo>
                      <a:cubicBezTo>
                        <a:pt x="2588" y="989"/>
                        <a:pt x="2557" y="995"/>
                        <a:pt x="2541" y="998"/>
                      </a:cubicBezTo>
                      <a:lnTo>
                        <a:pt x="2595" y="961"/>
                      </a:lnTo>
                      <a:cubicBezTo>
                        <a:pt x="2613" y="716"/>
                        <a:pt x="2607" y="443"/>
                        <a:pt x="2434" y="249"/>
                      </a:cubicBezTo>
                      <a:cubicBezTo>
                        <a:pt x="2333" y="172"/>
                        <a:pt x="2225" y="91"/>
                        <a:pt x="2095" y="72"/>
                      </a:cubicBezTo>
                      <a:cubicBezTo>
                        <a:pt x="1746" y="0"/>
                        <a:pt x="1370" y="300"/>
                        <a:pt x="1378" y="659"/>
                      </a:cubicBezTo>
                      <a:cubicBezTo>
                        <a:pt x="1376" y="3280"/>
                        <a:pt x="1381" y="5900"/>
                        <a:pt x="1375" y="8521"/>
                      </a:cubicBezTo>
                      <a:cubicBezTo>
                        <a:pt x="1016" y="8637"/>
                        <a:pt x="657" y="8782"/>
                        <a:pt x="361" y="9023"/>
                      </a:cubicBezTo>
                      <a:cubicBezTo>
                        <a:pt x="199" y="9155"/>
                        <a:pt x="80" y="9333"/>
                        <a:pt x="0" y="9525"/>
                      </a:cubicBezTo>
                      <a:cubicBezTo>
                        <a:pt x="66" y="9664"/>
                        <a:pt x="191" y="9757"/>
                        <a:pt x="298" y="9864"/>
                      </a:cubicBezTo>
                      <a:cubicBezTo>
                        <a:pt x="507" y="10078"/>
                        <a:pt x="720" y="10288"/>
                        <a:pt x="933" y="10499"/>
                      </a:cubicBezTo>
                      <a:cubicBezTo>
                        <a:pt x="1074" y="10646"/>
                        <a:pt x="1232" y="10779"/>
                        <a:pt x="1347" y="10949"/>
                      </a:cubicBezTo>
                      <a:moveTo>
                        <a:pt x="2095" y="520"/>
                      </a:moveTo>
                      <a:cubicBezTo>
                        <a:pt x="2243" y="656"/>
                        <a:pt x="2389" y="796"/>
                        <a:pt x="2520" y="949"/>
                      </a:cubicBezTo>
                      <a:cubicBezTo>
                        <a:pt x="2373" y="812"/>
                        <a:pt x="2226" y="673"/>
                        <a:pt x="2095" y="520"/>
                      </a:cubicBezTo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0" name="圆角矩形 39"/>
                <p:cNvSpPr/>
                <p:nvPr/>
              </p:nvSpPr>
              <p:spPr>
                <a:xfrm>
                  <a:off x="-2948940" y="6499860"/>
                  <a:ext cx="292095" cy="235634"/>
                </a:xfrm>
                <a:prstGeom prst="round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" name="任意多边形 40"/>
                <p:cNvSpPr/>
                <p:nvPr/>
              </p:nvSpPr>
              <p:spPr>
                <a:xfrm>
                  <a:off x="-2011680" y="4808220"/>
                  <a:ext cx="281940" cy="365760"/>
                </a:xfrm>
                <a:custGeom>
                  <a:avLst/>
                  <a:gdLst>
                    <a:gd name="connsiteX0" fmla="*/ 7620 w 281940"/>
                    <a:gd name="connsiteY0" fmla="*/ 0 h 365760"/>
                    <a:gd name="connsiteX1" fmla="*/ 0 w 281940"/>
                    <a:gd name="connsiteY1" fmla="*/ 259080 h 365760"/>
                    <a:gd name="connsiteX2" fmla="*/ 274320 w 281940"/>
                    <a:gd name="connsiteY2" fmla="*/ 365760 h 365760"/>
                    <a:gd name="connsiteX3" fmla="*/ 281940 w 281940"/>
                    <a:gd name="connsiteY3" fmla="*/ 274320 h 365760"/>
                    <a:gd name="connsiteX4" fmla="*/ 7620 w 281940"/>
                    <a:gd name="connsiteY4" fmla="*/ 0 h 365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940" h="365760">
                      <a:moveTo>
                        <a:pt x="7620" y="0"/>
                      </a:moveTo>
                      <a:lnTo>
                        <a:pt x="0" y="259080"/>
                      </a:lnTo>
                      <a:lnTo>
                        <a:pt x="274320" y="365760"/>
                      </a:lnTo>
                      <a:lnTo>
                        <a:pt x="281940" y="274320"/>
                      </a:lnTo>
                      <a:lnTo>
                        <a:pt x="762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" name="任意多边形 41"/>
                <p:cNvSpPr/>
                <p:nvPr/>
              </p:nvSpPr>
              <p:spPr>
                <a:xfrm>
                  <a:off x="-3086100" y="3771900"/>
                  <a:ext cx="952500" cy="1005840"/>
                </a:xfrm>
                <a:custGeom>
                  <a:avLst/>
                  <a:gdLst>
                    <a:gd name="connsiteX0" fmla="*/ 0 w 952500"/>
                    <a:gd name="connsiteY0" fmla="*/ 0 h 1005840"/>
                    <a:gd name="connsiteX1" fmla="*/ 83820 w 952500"/>
                    <a:gd name="connsiteY1" fmla="*/ 342900 h 1005840"/>
                    <a:gd name="connsiteX2" fmla="*/ 952500 w 952500"/>
                    <a:gd name="connsiteY2" fmla="*/ 1005840 h 1005840"/>
                    <a:gd name="connsiteX3" fmla="*/ 937260 w 952500"/>
                    <a:gd name="connsiteY3" fmla="*/ 586740 h 1005840"/>
                    <a:gd name="connsiteX4" fmla="*/ 0 w 952500"/>
                    <a:gd name="connsiteY4" fmla="*/ 0 h 1005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2500" h="1005840">
                      <a:moveTo>
                        <a:pt x="0" y="0"/>
                      </a:moveTo>
                      <a:lnTo>
                        <a:pt x="83820" y="342900"/>
                      </a:lnTo>
                      <a:lnTo>
                        <a:pt x="952500" y="1005840"/>
                      </a:lnTo>
                      <a:lnTo>
                        <a:pt x="937260" y="5867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43" name="组合 42"/>
          <p:cNvGrpSpPr/>
          <p:nvPr/>
        </p:nvGrpSpPr>
        <p:grpSpPr>
          <a:xfrm>
            <a:off x="645208" y="113070"/>
            <a:ext cx="1079806" cy="2422523"/>
            <a:chOff x="4986338" y="327025"/>
            <a:chExt cx="2124075" cy="4765318"/>
          </a:xfrm>
          <a:solidFill>
            <a:srgbClr val="595959"/>
          </a:solidFill>
        </p:grpSpPr>
        <p:sp>
          <p:nvSpPr>
            <p:cNvPr id="44" name="Freeform 41"/>
            <p:cNvSpPr>
              <a:spLocks/>
            </p:cNvSpPr>
            <p:nvPr/>
          </p:nvSpPr>
          <p:spPr bwMode="auto">
            <a:xfrm flipV="1">
              <a:off x="5613401" y="327025"/>
              <a:ext cx="212725" cy="247650"/>
            </a:xfrm>
            <a:custGeom>
              <a:avLst/>
              <a:gdLst>
                <a:gd name="T0" fmla="*/ 14 w 587"/>
                <a:gd name="T1" fmla="*/ 688 h 688"/>
                <a:gd name="T2" fmla="*/ 470 w 587"/>
                <a:gd name="T3" fmla="*/ 21 h 688"/>
                <a:gd name="T4" fmla="*/ 370 w 587"/>
                <a:gd name="T5" fmla="*/ 0 h 688"/>
                <a:gd name="T6" fmla="*/ 246 w 587"/>
                <a:gd name="T7" fmla="*/ 491 h 688"/>
                <a:gd name="T8" fmla="*/ 14 w 587"/>
                <a:gd name="T9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7" h="688">
                  <a:moveTo>
                    <a:pt x="14" y="688"/>
                  </a:moveTo>
                  <a:cubicBezTo>
                    <a:pt x="332" y="687"/>
                    <a:pt x="587" y="323"/>
                    <a:pt x="470" y="21"/>
                  </a:cubicBezTo>
                  <a:cubicBezTo>
                    <a:pt x="445" y="16"/>
                    <a:pt x="395" y="6"/>
                    <a:pt x="370" y="0"/>
                  </a:cubicBezTo>
                  <a:cubicBezTo>
                    <a:pt x="396" y="169"/>
                    <a:pt x="396" y="378"/>
                    <a:pt x="246" y="491"/>
                  </a:cubicBezTo>
                  <a:cubicBezTo>
                    <a:pt x="168" y="559"/>
                    <a:pt x="0" y="552"/>
                    <a:pt x="14" y="68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42"/>
            <p:cNvSpPr>
              <a:spLocks/>
            </p:cNvSpPr>
            <p:nvPr/>
          </p:nvSpPr>
          <p:spPr bwMode="auto">
            <a:xfrm flipV="1">
              <a:off x="5581651" y="382588"/>
              <a:ext cx="134938" cy="192088"/>
            </a:xfrm>
            <a:custGeom>
              <a:avLst/>
              <a:gdLst>
                <a:gd name="T0" fmla="*/ 0 w 374"/>
                <a:gd name="T1" fmla="*/ 432 h 533"/>
                <a:gd name="T2" fmla="*/ 213 w 374"/>
                <a:gd name="T3" fmla="*/ 418 h 533"/>
                <a:gd name="T4" fmla="*/ 325 w 374"/>
                <a:gd name="T5" fmla="*/ 12 h 533"/>
                <a:gd name="T6" fmla="*/ 221 w 374"/>
                <a:gd name="T7" fmla="*/ 0 h 533"/>
                <a:gd name="T8" fmla="*/ 191 w 374"/>
                <a:gd name="T9" fmla="*/ 289 h 533"/>
                <a:gd name="T10" fmla="*/ 0 w 374"/>
                <a:gd name="T11" fmla="*/ 4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4" h="533">
                  <a:moveTo>
                    <a:pt x="0" y="432"/>
                  </a:moveTo>
                  <a:cubicBezTo>
                    <a:pt x="34" y="533"/>
                    <a:pt x="160" y="467"/>
                    <a:pt x="213" y="418"/>
                  </a:cubicBezTo>
                  <a:cubicBezTo>
                    <a:pt x="339" y="324"/>
                    <a:pt x="374" y="157"/>
                    <a:pt x="325" y="12"/>
                  </a:cubicBezTo>
                  <a:cubicBezTo>
                    <a:pt x="299" y="9"/>
                    <a:pt x="247" y="3"/>
                    <a:pt x="221" y="0"/>
                  </a:cubicBezTo>
                  <a:cubicBezTo>
                    <a:pt x="223" y="96"/>
                    <a:pt x="261" y="208"/>
                    <a:pt x="191" y="289"/>
                  </a:cubicBezTo>
                  <a:cubicBezTo>
                    <a:pt x="146" y="360"/>
                    <a:pt x="51" y="368"/>
                    <a:pt x="0" y="4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任意多边形 45"/>
            <p:cNvSpPr>
              <a:spLocks/>
            </p:cNvSpPr>
            <p:nvPr/>
          </p:nvSpPr>
          <p:spPr bwMode="auto">
            <a:xfrm flipV="1">
              <a:off x="5238753" y="468219"/>
              <a:ext cx="1830559" cy="4624124"/>
            </a:xfrm>
            <a:custGeom>
              <a:avLst/>
              <a:gdLst>
                <a:gd name="connsiteX0" fmla="*/ 194111 w 1830559"/>
                <a:gd name="connsiteY0" fmla="*/ 4623568 h 4624124"/>
                <a:gd name="connsiteX1" fmla="*/ 299450 w 1830559"/>
                <a:gd name="connsiteY1" fmla="*/ 4597671 h 4624124"/>
                <a:gd name="connsiteX2" fmla="*/ 350334 w 1830559"/>
                <a:gd name="connsiteY2" fmla="*/ 4467726 h 4624124"/>
                <a:gd name="connsiteX3" fmla="*/ 289932 w 1830559"/>
                <a:gd name="connsiteY3" fmla="*/ 3983552 h 4624124"/>
                <a:gd name="connsiteX4" fmla="*/ 377607 w 1830559"/>
                <a:gd name="connsiteY4" fmla="*/ 3605740 h 4624124"/>
                <a:gd name="connsiteX5" fmla="*/ 642464 w 1830559"/>
                <a:gd name="connsiteY5" fmla="*/ 3313016 h 4624124"/>
                <a:gd name="connsiteX6" fmla="*/ 1292984 w 1830559"/>
                <a:gd name="connsiteY6" fmla="*/ 3312554 h 4624124"/>
                <a:gd name="connsiteX7" fmla="*/ 1515926 w 1830559"/>
                <a:gd name="connsiteY7" fmla="*/ 3224228 h 4624124"/>
                <a:gd name="connsiteX8" fmla="*/ 1718549 w 1830559"/>
                <a:gd name="connsiteY8" fmla="*/ 2925030 h 4624124"/>
                <a:gd name="connsiteX9" fmla="*/ 1810252 w 1830559"/>
                <a:gd name="connsiteY9" fmla="*/ 2506523 h 4624124"/>
                <a:gd name="connsiteX10" fmla="*/ 1827275 w 1830559"/>
                <a:gd name="connsiteY10" fmla="*/ 2018188 h 4624124"/>
                <a:gd name="connsiteX11" fmla="*/ 1817024 w 1830559"/>
                <a:gd name="connsiteY11" fmla="*/ 1730551 h 4624124"/>
                <a:gd name="connsiteX12" fmla="*/ 1741063 w 1830559"/>
                <a:gd name="connsiteY12" fmla="*/ 1629277 h 4624124"/>
                <a:gd name="connsiteX13" fmla="*/ 1581087 w 1830559"/>
                <a:gd name="connsiteY13" fmla="*/ 1648237 h 4624124"/>
                <a:gd name="connsiteX14" fmla="*/ 1537341 w 1830559"/>
                <a:gd name="connsiteY14" fmla="*/ 1768933 h 4624124"/>
                <a:gd name="connsiteX15" fmla="*/ 1482979 w 1830559"/>
                <a:gd name="connsiteY15" fmla="*/ 2705834 h 4624124"/>
                <a:gd name="connsiteX16" fmla="*/ 1423674 w 1830559"/>
                <a:gd name="connsiteY16" fmla="*/ 2880173 h 4624124"/>
                <a:gd name="connsiteX17" fmla="*/ 1422233 w 1830559"/>
                <a:gd name="connsiteY17" fmla="*/ 2254205 h 4624124"/>
                <a:gd name="connsiteX18" fmla="*/ 1419923 w 1830559"/>
                <a:gd name="connsiteY18" fmla="*/ 1763977 h 4624124"/>
                <a:gd name="connsiteX19" fmla="*/ 1420810 w 1830559"/>
                <a:gd name="connsiteY19" fmla="*/ 1764943 h 4624124"/>
                <a:gd name="connsiteX20" fmla="*/ 1420449 w 1830559"/>
                <a:gd name="connsiteY20" fmla="*/ 253295 h 4624124"/>
                <a:gd name="connsiteX21" fmla="*/ 1325545 w 1830559"/>
                <a:gd name="connsiteY21" fmla="*/ 48273 h 4624124"/>
                <a:gd name="connsiteX22" fmla="*/ 1005467 w 1830559"/>
                <a:gd name="connsiteY22" fmla="*/ 133042 h 4624124"/>
                <a:gd name="connsiteX23" fmla="*/ 979846 w 1830559"/>
                <a:gd name="connsiteY23" fmla="*/ 280895 h 4624124"/>
                <a:gd name="connsiteX24" fmla="*/ 980207 w 1830559"/>
                <a:gd name="connsiteY24" fmla="*/ 1285506 h 4624124"/>
                <a:gd name="connsiteX25" fmla="*/ 981256 w 1830559"/>
                <a:gd name="connsiteY25" fmla="*/ 1286647 h 4624124"/>
                <a:gd name="connsiteX26" fmla="*/ 980377 w 1830559"/>
                <a:gd name="connsiteY26" fmla="*/ 1507424 h 4624124"/>
                <a:gd name="connsiteX27" fmla="*/ 979805 w 1830559"/>
                <a:gd name="connsiteY27" fmla="*/ 1823501 h 4624124"/>
                <a:gd name="connsiteX28" fmla="*/ 901830 w 1830559"/>
                <a:gd name="connsiteY28" fmla="*/ 1823501 h 4624124"/>
                <a:gd name="connsiteX29" fmla="*/ 901830 w 1830559"/>
                <a:gd name="connsiteY29" fmla="*/ 1100709 h 4624124"/>
                <a:gd name="connsiteX30" fmla="*/ 901464 w 1830559"/>
                <a:gd name="connsiteY30" fmla="*/ 1092385 h 4624124"/>
                <a:gd name="connsiteX31" fmla="*/ 901281 w 1830559"/>
                <a:gd name="connsiteY31" fmla="*/ 216526 h 4624124"/>
                <a:gd name="connsiteX32" fmla="*/ 630750 w 1830559"/>
                <a:gd name="connsiteY32" fmla="*/ 6116 h 4624124"/>
                <a:gd name="connsiteX33" fmla="*/ 460524 w 1830559"/>
                <a:gd name="connsiteY33" fmla="*/ 215601 h 4624124"/>
                <a:gd name="connsiteX34" fmla="*/ 460524 w 1830559"/>
                <a:gd name="connsiteY34" fmla="*/ 2406174 h 4624124"/>
                <a:gd name="connsiteX35" fmla="*/ 465100 w 1830559"/>
                <a:gd name="connsiteY35" fmla="*/ 2591149 h 4624124"/>
                <a:gd name="connsiteX36" fmla="*/ 459609 w 1830559"/>
                <a:gd name="connsiteY36" fmla="*/ 3088271 h 4624124"/>
                <a:gd name="connsiteX37" fmla="*/ 159791 w 1830559"/>
                <a:gd name="connsiteY37" fmla="*/ 3399492 h 4624124"/>
                <a:gd name="connsiteX38" fmla="*/ 65526 w 1830559"/>
                <a:gd name="connsiteY38" fmla="*/ 3614989 h 4624124"/>
                <a:gd name="connsiteX39" fmla="*/ 58388 w 1830559"/>
                <a:gd name="connsiteY39" fmla="*/ 4461252 h 4624124"/>
                <a:gd name="connsiteX40" fmla="*/ 98107 w 1830559"/>
                <a:gd name="connsiteY40" fmla="*/ 4575937 h 4624124"/>
                <a:gd name="connsiteX41" fmla="*/ 194111 w 1830559"/>
                <a:gd name="connsiteY41" fmla="*/ 4623568 h 462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830559" h="4624124">
                  <a:moveTo>
                    <a:pt x="194111" y="4623568"/>
                  </a:moveTo>
                  <a:cubicBezTo>
                    <a:pt x="231039" y="4626574"/>
                    <a:pt x="269523" y="4617325"/>
                    <a:pt x="299450" y="4597671"/>
                  </a:cubicBezTo>
                  <a:cubicBezTo>
                    <a:pt x="331115" y="4562988"/>
                    <a:pt x="357290" y="4515820"/>
                    <a:pt x="350334" y="4467726"/>
                  </a:cubicBezTo>
                  <a:cubicBezTo>
                    <a:pt x="310981" y="4310034"/>
                    <a:pt x="286820" y="4146793"/>
                    <a:pt x="289932" y="3983552"/>
                  </a:cubicBezTo>
                  <a:cubicBezTo>
                    <a:pt x="299999" y="3854994"/>
                    <a:pt x="311896" y="3719962"/>
                    <a:pt x="377607" y="3605740"/>
                  </a:cubicBezTo>
                  <a:cubicBezTo>
                    <a:pt x="433983" y="3485506"/>
                    <a:pt x="524038" y="3376370"/>
                    <a:pt x="642464" y="3313016"/>
                  </a:cubicBezTo>
                  <a:lnTo>
                    <a:pt x="1292984" y="3312554"/>
                  </a:lnTo>
                  <a:cubicBezTo>
                    <a:pt x="1374437" y="3308854"/>
                    <a:pt x="1456438" y="3281570"/>
                    <a:pt x="1515926" y="3224228"/>
                  </a:cubicBezTo>
                  <a:cubicBezTo>
                    <a:pt x="1614766" y="3150238"/>
                    <a:pt x="1667848" y="3034166"/>
                    <a:pt x="1718549" y="2925030"/>
                  </a:cubicBezTo>
                  <a:cubicBezTo>
                    <a:pt x="1759184" y="2788611"/>
                    <a:pt x="1801100" y="2649879"/>
                    <a:pt x="1810252" y="2506523"/>
                  </a:cubicBezTo>
                  <a:cubicBezTo>
                    <a:pt x="1822149" y="2344207"/>
                    <a:pt x="1837342" y="2181428"/>
                    <a:pt x="1827275" y="2018188"/>
                  </a:cubicBezTo>
                  <a:cubicBezTo>
                    <a:pt x="1831118" y="1922463"/>
                    <a:pt x="1824163" y="1826275"/>
                    <a:pt x="1817024" y="1730551"/>
                  </a:cubicBezTo>
                  <a:cubicBezTo>
                    <a:pt x="1814828" y="1685232"/>
                    <a:pt x="1784443" y="1644537"/>
                    <a:pt x="1741063" y="1629277"/>
                  </a:cubicBezTo>
                  <a:cubicBezTo>
                    <a:pt x="1689629" y="1602918"/>
                    <a:pt x="1626664" y="1617253"/>
                    <a:pt x="1581087" y="1648237"/>
                  </a:cubicBezTo>
                  <a:cubicBezTo>
                    <a:pt x="1551618" y="1681070"/>
                    <a:pt x="1534595" y="1724539"/>
                    <a:pt x="1537341" y="1768933"/>
                  </a:cubicBezTo>
                  <a:cubicBezTo>
                    <a:pt x="1554730" y="2081542"/>
                    <a:pt x="1557841" y="2399699"/>
                    <a:pt x="1482979" y="2705834"/>
                  </a:cubicBezTo>
                  <a:cubicBezTo>
                    <a:pt x="1473461" y="2766876"/>
                    <a:pt x="1449299" y="2824681"/>
                    <a:pt x="1423674" y="2880173"/>
                  </a:cubicBezTo>
                  <a:cubicBezTo>
                    <a:pt x="1420928" y="2671613"/>
                    <a:pt x="1421706" y="2462938"/>
                    <a:pt x="1422233" y="2254205"/>
                  </a:cubicBezTo>
                  <a:lnTo>
                    <a:pt x="1419923" y="1763977"/>
                  </a:lnTo>
                  <a:lnTo>
                    <a:pt x="1420810" y="1764943"/>
                  </a:lnTo>
                  <a:cubicBezTo>
                    <a:pt x="1419728" y="1261061"/>
                    <a:pt x="1420810" y="757178"/>
                    <a:pt x="1420449" y="253295"/>
                  </a:cubicBezTo>
                  <a:cubicBezTo>
                    <a:pt x="1420089" y="174440"/>
                    <a:pt x="1392664" y="87700"/>
                    <a:pt x="1325545" y="48273"/>
                  </a:cubicBezTo>
                  <a:cubicBezTo>
                    <a:pt x="1224145" y="-40045"/>
                    <a:pt x="1062482" y="10422"/>
                    <a:pt x="1005467" y="133042"/>
                  </a:cubicBezTo>
                  <a:cubicBezTo>
                    <a:pt x="979485" y="177200"/>
                    <a:pt x="980207" y="230822"/>
                    <a:pt x="979846" y="280895"/>
                  </a:cubicBezTo>
                  <a:cubicBezTo>
                    <a:pt x="980207" y="616028"/>
                    <a:pt x="979485" y="950767"/>
                    <a:pt x="980207" y="1285506"/>
                  </a:cubicBezTo>
                  <a:lnTo>
                    <a:pt x="981256" y="1286647"/>
                  </a:lnTo>
                  <a:lnTo>
                    <a:pt x="980377" y="1507424"/>
                  </a:lnTo>
                  <a:cubicBezTo>
                    <a:pt x="980491" y="1612744"/>
                    <a:pt x="980720" y="1718065"/>
                    <a:pt x="979805" y="1823501"/>
                  </a:cubicBezTo>
                  <a:lnTo>
                    <a:pt x="901830" y="1823501"/>
                  </a:lnTo>
                  <a:cubicBezTo>
                    <a:pt x="901281" y="1582108"/>
                    <a:pt x="901281" y="1341640"/>
                    <a:pt x="901830" y="1100709"/>
                  </a:cubicBezTo>
                  <a:cubicBezTo>
                    <a:pt x="901830" y="979088"/>
                    <a:pt x="901647" y="1239903"/>
                    <a:pt x="901464" y="1092385"/>
                  </a:cubicBezTo>
                  <a:cubicBezTo>
                    <a:pt x="901281" y="800586"/>
                    <a:pt x="901830" y="508325"/>
                    <a:pt x="901281" y="216526"/>
                  </a:cubicBezTo>
                  <a:cubicBezTo>
                    <a:pt x="903295" y="83344"/>
                    <a:pt x="759243" y="-27642"/>
                    <a:pt x="630750" y="6116"/>
                  </a:cubicBezTo>
                  <a:cubicBezTo>
                    <a:pt x="534472" y="28313"/>
                    <a:pt x="457778" y="115252"/>
                    <a:pt x="460524" y="215601"/>
                  </a:cubicBezTo>
                  <a:cubicBezTo>
                    <a:pt x="460524" y="946254"/>
                    <a:pt x="460158" y="1675983"/>
                    <a:pt x="460524" y="2406174"/>
                  </a:cubicBezTo>
                  <a:cubicBezTo>
                    <a:pt x="462171" y="2468140"/>
                    <a:pt x="455033" y="2530107"/>
                    <a:pt x="465100" y="2591149"/>
                  </a:cubicBezTo>
                  <a:cubicBezTo>
                    <a:pt x="453568" y="2756240"/>
                    <a:pt x="464002" y="2922718"/>
                    <a:pt x="459609" y="3088271"/>
                  </a:cubicBezTo>
                  <a:cubicBezTo>
                    <a:pt x="334959" y="3164573"/>
                    <a:pt x="238315" y="3277871"/>
                    <a:pt x="159791" y="3399492"/>
                  </a:cubicBezTo>
                  <a:cubicBezTo>
                    <a:pt x="127027" y="3470708"/>
                    <a:pt x="81817" y="3537299"/>
                    <a:pt x="65526" y="3614989"/>
                  </a:cubicBezTo>
                  <a:cubicBezTo>
                    <a:pt x="-28556" y="3887365"/>
                    <a:pt x="-12632" y="4185638"/>
                    <a:pt x="58388" y="4461252"/>
                  </a:cubicBezTo>
                  <a:cubicBezTo>
                    <a:pt x="68821" y="4500097"/>
                    <a:pt x="69553" y="4544953"/>
                    <a:pt x="98107" y="4575937"/>
                  </a:cubicBezTo>
                  <a:cubicBezTo>
                    <a:pt x="121811" y="4605301"/>
                    <a:pt x="157183" y="4620562"/>
                    <a:pt x="194111" y="46235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44"/>
            <p:cNvSpPr>
              <a:spLocks/>
            </p:cNvSpPr>
            <p:nvPr/>
          </p:nvSpPr>
          <p:spPr bwMode="auto">
            <a:xfrm flipV="1">
              <a:off x="6216651" y="492125"/>
              <a:ext cx="285750" cy="263525"/>
            </a:xfrm>
            <a:custGeom>
              <a:avLst/>
              <a:gdLst>
                <a:gd name="T0" fmla="*/ 194 w 790"/>
                <a:gd name="T1" fmla="*/ 477 h 732"/>
                <a:gd name="T2" fmla="*/ 379 w 790"/>
                <a:gd name="T3" fmla="*/ 721 h 732"/>
                <a:gd name="T4" fmla="*/ 278 w 790"/>
                <a:gd name="T5" fmla="*/ 452 h 732"/>
                <a:gd name="T6" fmla="*/ 567 w 790"/>
                <a:gd name="T7" fmla="*/ 351 h 732"/>
                <a:gd name="T8" fmla="*/ 724 w 790"/>
                <a:gd name="T9" fmla="*/ 597 h 732"/>
                <a:gd name="T10" fmla="*/ 790 w 790"/>
                <a:gd name="T11" fmla="*/ 551 h 732"/>
                <a:gd name="T12" fmla="*/ 555 w 790"/>
                <a:gd name="T13" fmla="*/ 81 h 732"/>
                <a:gd name="T14" fmla="*/ 449 w 790"/>
                <a:gd name="T15" fmla="*/ 0 h 732"/>
                <a:gd name="T16" fmla="*/ 524 w 790"/>
                <a:gd name="T17" fmla="*/ 285 h 732"/>
                <a:gd name="T18" fmla="*/ 242 w 790"/>
                <a:gd name="T19" fmla="*/ 357 h 732"/>
                <a:gd name="T20" fmla="*/ 53 w 790"/>
                <a:gd name="T21" fmla="*/ 150 h 732"/>
                <a:gd name="T22" fmla="*/ 194 w 790"/>
                <a:gd name="T23" fmla="*/ 477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0" h="732">
                  <a:moveTo>
                    <a:pt x="194" y="477"/>
                  </a:moveTo>
                  <a:cubicBezTo>
                    <a:pt x="259" y="556"/>
                    <a:pt x="246" y="732"/>
                    <a:pt x="379" y="721"/>
                  </a:cubicBezTo>
                  <a:cubicBezTo>
                    <a:pt x="429" y="617"/>
                    <a:pt x="328" y="531"/>
                    <a:pt x="278" y="452"/>
                  </a:cubicBezTo>
                  <a:cubicBezTo>
                    <a:pt x="371" y="411"/>
                    <a:pt x="469" y="381"/>
                    <a:pt x="567" y="351"/>
                  </a:cubicBezTo>
                  <a:cubicBezTo>
                    <a:pt x="627" y="428"/>
                    <a:pt x="654" y="528"/>
                    <a:pt x="724" y="597"/>
                  </a:cubicBezTo>
                  <a:cubicBezTo>
                    <a:pt x="740" y="586"/>
                    <a:pt x="774" y="563"/>
                    <a:pt x="790" y="551"/>
                  </a:cubicBezTo>
                  <a:cubicBezTo>
                    <a:pt x="713" y="394"/>
                    <a:pt x="629" y="240"/>
                    <a:pt x="555" y="81"/>
                  </a:cubicBezTo>
                  <a:cubicBezTo>
                    <a:pt x="541" y="32"/>
                    <a:pt x="489" y="20"/>
                    <a:pt x="449" y="0"/>
                  </a:cubicBezTo>
                  <a:cubicBezTo>
                    <a:pt x="419" y="102"/>
                    <a:pt x="492" y="192"/>
                    <a:pt x="524" y="285"/>
                  </a:cubicBezTo>
                  <a:cubicBezTo>
                    <a:pt x="430" y="308"/>
                    <a:pt x="335" y="330"/>
                    <a:pt x="242" y="357"/>
                  </a:cubicBezTo>
                  <a:cubicBezTo>
                    <a:pt x="184" y="288"/>
                    <a:pt x="169" y="124"/>
                    <a:pt x="53" y="150"/>
                  </a:cubicBezTo>
                  <a:cubicBezTo>
                    <a:pt x="0" y="276"/>
                    <a:pt x="160" y="362"/>
                    <a:pt x="194" y="47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45"/>
            <p:cNvSpPr>
              <a:spLocks/>
            </p:cNvSpPr>
            <p:nvPr/>
          </p:nvSpPr>
          <p:spPr bwMode="auto">
            <a:xfrm flipV="1">
              <a:off x="6599238" y="598488"/>
              <a:ext cx="158750" cy="252413"/>
            </a:xfrm>
            <a:custGeom>
              <a:avLst/>
              <a:gdLst>
                <a:gd name="T0" fmla="*/ 321 w 438"/>
                <a:gd name="T1" fmla="*/ 647 h 702"/>
                <a:gd name="T2" fmla="*/ 397 w 438"/>
                <a:gd name="T3" fmla="*/ 602 h 702"/>
                <a:gd name="T4" fmla="*/ 116 w 438"/>
                <a:gd name="T5" fmla="*/ 66 h 702"/>
                <a:gd name="T6" fmla="*/ 15 w 438"/>
                <a:gd name="T7" fmla="*/ 65 h 702"/>
                <a:gd name="T8" fmla="*/ 321 w 438"/>
                <a:gd name="T9" fmla="*/ 647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702">
                  <a:moveTo>
                    <a:pt x="321" y="647"/>
                  </a:moveTo>
                  <a:cubicBezTo>
                    <a:pt x="336" y="702"/>
                    <a:pt x="438" y="642"/>
                    <a:pt x="397" y="602"/>
                  </a:cubicBezTo>
                  <a:cubicBezTo>
                    <a:pt x="298" y="426"/>
                    <a:pt x="164" y="266"/>
                    <a:pt x="116" y="66"/>
                  </a:cubicBezTo>
                  <a:cubicBezTo>
                    <a:pt x="126" y="0"/>
                    <a:pt x="0" y="0"/>
                    <a:pt x="15" y="65"/>
                  </a:cubicBezTo>
                  <a:cubicBezTo>
                    <a:pt x="75" y="276"/>
                    <a:pt x="175" y="481"/>
                    <a:pt x="321" y="64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46"/>
            <p:cNvSpPr>
              <a:spLocks noEditPoints="1"/>
            </p:cNvSpPr>
            <p:nvPr/>
          </p:nvSpPr>
          <p:spPr bwMode="auto">
            <a:xfrm flipV="1">
              <a:off x="6456363" y="620713"/>
              <a:ext cx="165100" cy="201613"/>
            </a:xfrm>
            <a:custGeom>
              <a:avLst/>
              <a:gdLst>
                <a:gd name="T0" fmla="*/ 14 w 456"/>
                <a:gd name="T1" fmla="*/ 194 h 558"/>
                <a:gd name="T2" fmla="*/ 421 w 456"/>
                <a:gd name="T3" fmla="*/ 485 h 558"/>
                <a:gd name="T4" fmla="*/ 410 w 456"/>
                <a:gd name="T5" fmla="*/ 314 h 558"/>
                <a:gd name="T6" fmla="*/ 96 w 456"/>
                <a:gd name="T7" fmla="*/ 235 h 558"/>
                <a:gd name="T8" fmla="*/ 375 w 456"/>
                <a:gd name="T9" fmla="*/ 191 h 558"/>
                <a:gd name="T10" fmla="*/ 14 w 456"/>
                <a:gd name="T11" fmla="*/ 194 h 558"/>
                <a:gd name="T12" fmla="*/ 144 w 456"/>
                <a:gd name="T13" fmla="*/ 305 h 558"/>
                <a:gd name="T14" fmla="*/ 352 w 456"/>
                <a:gd name="T15" fmla="*/ 377 h 558"/>
                <a:gd name="T16" fmla="*/ 313 w 456"/>
                <a:gd name="T17" fmla="*/ 432 h 558"/>
                <a:gd name="T18" fmla="*/ 144 w 456"/>
                <a:gd name="T19" fmla="*/ 305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6" h="558">
                  <a:moveTo>
                    <a:pt x="14" y="194"/>
                  </a:moveTo>
                  <a:cubicBezTo>
                    <a:pt x="0" y="402"/>
                    <a:pt x="229" y="558"/>
                    <a:pt x="421" y="485"/>
                  </a:cubicBezTo>
                  <a:cubicBezTo>
                    <a:pt x="437" y="429"/>
                    <a:pt x="456" y="362"/>
                    <a:pt x="410" y="314"/>
                  </a:cubicBezTo>
                  <a:cubicBezTo>
                    <a:pt x="330" y="226"/>
                    <a:pt x="202" y="242"/>
                    <a:pt x="96" y="235"/>
                  </a:cubicBezTo>
                  <a:cubicBezTo>
                    <a:pt x="131" y="93"/>
                    <a:pt x="280" y="174"/>
                    <a:pt x="375" y="191"/>
                  </a:cubicBezTo>
                  <a:cubicBezTo>
                    <a:pt x="373" y="21"/>
                    <a:pt x="21" y="0"/>
                    <a:pt x="14" y="194"/>
                  </a:cubicBezTo>
                  <a:moveTo>
                    <a:pt x="144" y="305"/>
                  </a:moveTo>
                  <a:cubicBezTo>
                    <a:pt x="222" y="298"/>
                    <a:pt x="292" y="330"/>
                    <a:pt x="352" y="377"/>
                  </a:cubicBezTo>
                  <a:cubicBezTo>
                    <a:pt x="342" y="391"/>
                    <a:pt x="323" y="418"/>
                    <a:pt x="313" y="432"/>
                  </a:cubicBezTo>
                  <a:cubicBezTo>
                    <a:pt x="248" y="401"/>
                    <a:pt x="190" y="360"/>
                    <a:pt x="144" y="30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47"/>
            <p:cNvSpPr>
              <a:spLocks/>
            </p:cNvSpPr>
            <p:nvPr/>
          </p:nvSpPr>
          <p:spPr bwMode="auto">
            <a:xfrm flipV="1">
              <a:off x="6680201" y="639763"/>
              <a:ext cx="144463" cy="238125"/>
            </a:xfrm>
            <a:custGeom>
              <a:avLst/>
              <a:gdLst>
                <a:gd name="T0" fmla="*/ 317 w 400"/>
                <a:gd name="T1" fmla="*/ 639 h 660"/>
                <a:gd name="T2" fmla="*/ 400 w 400"/>
                <a:gd name="T3" fmla="*/ 660 h 660"/>
                <a:gd name="T4" fmla="*/ 277 w 400"/>
                <a:gd name="T5" fmla="*/ 399 h 660"/>
                <a:gd name="T6" fmla="*/ 98 w 400"/>
                <a:gd name="T7" fmla="*/ 0 h 660"/>
                <a:gd name="T8" fmla="*/ 10 w 400"/>
                <a:gd name="T9" fmla="*/ 68 h 660"/>
                <a:gd name="T10" fmla="*/ 317 w 400"/>
                <a:gd name="T11" fmla="*/ 639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0" h="660">
                  <a:moveTo>
                    <a:pt x="317" y="639"/>
                  </a:moveTo>
                  <a:cubicBezTo>
                    <a:pt x="338" y="645"/>
                    <a:pt x="379" y="655"/>
                    <a:pt x="400" y="660"/>
                  </a:cubicBezTo>
                  <a:cubicBezTo>
                    <a:pt x="398" y="559"/>
                    <a:pt x="332" y="478"/>
                    <a:pt x="277" y="399"/>
                  </a:cubicBezTo>
                  <a:cubicBezTo>
                    <a:pt x="191" y="280"/>
                    <a:pt x="129" y="144"/>
                    <a:pt x="98" y="0"/>
                  </a:cubicBezTo>
                  <a:cubicBezTo>
                    <a:pt x="49" y="0"/>
                    <a:pt x="0" y="3"/>
                    <a:pt x="10" y="68"/>
                  </a:cubicBezTo>
                  <a:cubicBezTo>
                    <a:pt x="76" y="275"/>
                    <a:pt x="178" y="472"/>
                    <a:pt x="317" y="6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48"/>
            <p:cNvSpPr>
              <a:spLocks noEditPoints="1"/>
            </p:cNvSpPr>
            <p:nvPr/>
          </p:nvSpPr>
          <p:spPr bwMode="auto">
            <a:xfrm flipV="1">
              <a:off x="6743701" y="746125"/>
              <a:ext cx="187325" cy="190500"/>
            </a:xfrm>
            <a:custGeom>
              <a:avLst/>
              <a:gdLst>
                <a:gd name="T0" fmla="*/ 241 w 517"/>
                <a:gd name="T1" fmla="*/ 458 h 529"/>
                <a:gd name="T2" fmla="*/ 511 w 517"/>
                <a:gd name="T3" fmla="*/ 336 h 529"/>
                <a:gd name="T4" fmla="*/ 93 w 517"/>
                <a:gd name="T5" fmla="*/ 107 h 529"/>
                <a:gd name="T6" fmla="*/ 241 w 517"/>
                <a:gd name="T7" fmla="*/ 458 h 529"/>
                <a:gd name="T8" fmla="*/ 313 w 517"/>
                <a:gd name="T9" fmla="*/ 383 h 529"/>
                <a:gd name="T10" fmla="*/ 184 w 517"/>
                <a:gd name="T11" fmla="*/ 146 h 529"/>
                <a:gd name="T12" fmla="*/ 403 w 517"/>
                <a:gd name="T13" fmla="*/ 334 h 529"/>
                <a:gd name="T14" fmla="*/ 313 w 517"/>
                <a:gd name="T15" fmla="*/ 383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7" h="529">
                  <a:moveTo>
                    <a:pt x="241" y="458"/>
                  </a:moveTo>
                  <a:cubicBezTo>
                    <a:pt x="341" y="529"/>
                    <a:pt x="506" y="464"/>
                    <a:pt x="511" y="336"/>
                  </a:cubicBezTo>
                  <a:cubicBezTo>
                    <a:pt x="517" y="135"/>
                    <a:pt x="259" y="0"/>
                    <a:pt x="93" y="107"/>
                  </a:cubicBezTo>
                  <a:cubicBezTo>
                    <a:pt x="0" y="239"/>
                    <a:pt x="130" y="389"/>
                    <a:pt x="241" y="458"/>
                  </a:cubicBezTo>
                  <a:moveTo>
                    <a:pt x="313" y="383"/>
                  </a:moveTo>
                  <a:cubicBezTo>
                    <a:pt x="218" y="356"/>
                    <a:pt x="127" y="241"/>
                    <a:pt x="184" y="146"/>
                  </a:cubicBezTo>
                  <a:cubicBezTo>
                    <a:pt x="293" y="133"/>
                    <a:pt x="409" y="220"/>
                    <a:pt x="403" y="334"/>
                  </a:cubicBezTo>
                  <a:cubicBezTo>
                    <a:pt x="414" y="381"/>
                    <a:pt x="346" y="410"/>
                    <a:pt x="313" y="38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49"/>
            <p:cNvSpPr>
              <a:spLocks/>
            </p:cNvSpPr>
            <p:nvPr/>
          </p:nvSpPr>
          <p:spPr bwMode="auto">
            <a:xfrm flipV="1">
              <a:off x="4986338" y="773113"/>
              <a:ext cx="125413" cy="312738"/>
            </a:xfrm>
            <a:custGeom>
              <a:avLst/>
              <a:gdLst>
                <a:gd name="T0" fmla="*/ 121 w 345"/>
                <a:gd name="T1" fmla="*/ 632 h 866"/>
                <a:gd name="T2" fmla="*/ 345 w 345"/>
                <a:gd name="T3" fmla="*/ 761 h 866"/>
                <a:gd name="T4" fmla="*/ 174 w 345"/>
                <a:gd name="T5" fmla="*/ 471 h 866"/>
                <a:gd name="T6" fmla="*/ 317 w 345"/>
                <a:gd name="T7" fmla="*/ 50 h 866"/>
                <a:gd name="T8" fmla="*/ 211 w 345"/>
                <a:gd name="T9" fmla="*/ 40 h 866"/>
                <a:gd name="T10" fmla="*/ 121 w 345"/>
                <a:gd name="T11" fmla="*/ 632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5" h="866">
                  <a:moveTo>
                    <a:pt x="121" y="632"/>
                  </a:moveTo>
                  <a:cubicBezTo>
                    <a:pt x="164" y="711"/>
                    <a:pt x="245" y="866"/>
                    <a:pt x="345" y="761"/>
                  </a:cubicBezTo>
                  <a:cubicBezTo>
                    <a:pt x="267" y="679"/>
                    <a:pt x="185" y="589"/>
                    <a:pt x="174" y="471"/>
                  </a:cubicBezTo>
                  <a:cubicBezTo>
                    <a:pt x="142" y="313"/>
                    <a:pt x="230" y="172"/>
                    <a:pt x="317" y="50"/>
                  </a:cubicBezTo>
                  <a:cubicBezTo>
                    <a:pt x="285" y="44"/>
                    <a:pt x="238" y="0"/>
                    <a:pt x="211" y="40"/>
                  </a:cubicBezTo>
                  <a:cubicBezTo>
                    <a:pt x="70" y="198"/>
                    <a:pt x="0" y="442"/>
                    <a:pt x="121" y="6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 flipV="1">
              <a:off x="5076826" y="827088"/>
              <a:ext cx="111125" cy="215900"/>
            </a:xfrm>
            <a:custGeom>
              <a:avLst/>
              <a:gdLst>
                <a:gd name="T0" fmla="*/ 97 w 307"/>
                <a:gd name="T1" fmla="*/ 426 h 595"/>
                <a:gd name="T2" fmla="*/ 267 w 307"/>
                <a:gd name="T3" fmla="*/ 549 h 595"/>
                <a:gd name="T4" fmla="*/ 207 w 307"/>
                <a:gd name="T5" fmla="*/ 406 h 595"/>
                <a:gd name="T6" fmla="*/ 245 w 307"/>
                <a:gd name="T7" fmla="*/ 59 h 595"/>
                <a:gd name="T8" fmla="*/ 179 w 307"/>
                <a:gd name="T9" fmla="*/ 0 h 595"/>
                <a:gd name="T10" fmla="*/ 97 w 307"/>
                <a:gd name="T11" fmla="*/ 426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97" y="426"/>
                  </a:moveTo>
                  <a:cubicBezTo>
                    <a:pt x="143" y="476"/>
                    <a:pt x="182" y="595"/>
                    <a:pt x="267" y="549"/>
                  </a:cubicBezTo>
                  <a:cubicBezTo>
                    <a:pt x="307" y="491"/>
                    <a:pt x="233" y="449"/>
                    <a:pt x="207" y="406"/>
                  </a:cubicBezTo>
                  <a:cubicBezTo>
                    <a:pt x="120" y="302"/>
                    <a:pt x="182" y="159"/>
                    <a:pt x="245" y="59"/>
                  </a:cubicBezTo>
                  <a:cubicBezTo>
                    <a:pt x="223" y="39"/>
                    <a:pt x="201" y="19"/>
                    <a:pt x="179" y="0"/>
                  </a:cubicBezTo>
                  <a:cubicBezTo>
                    <a:pt x="80" y="114"/>
                    <a:pt x="0" y="285"/>
                    <a:pt x="97" y="42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51"/>
            <p:cNvSpPr>
              <a:spLocks/>
            </p:cNvSpPr>
            <p:nvPr/>
          </p:nvSpPr>
          <p:spPr bwMode="auto">
            <a:xfrm flipV="1">
              <a:off x="5743576" y="869950"/>
              <a:ext cx="850900" cy="846138"/>
            </a:xfrm>
            <a:custGeom>
              <a:avLst/>
              <a:gdLst>
                <a:gd name="T0" fmla="*/ 996 w 2352"/>
                <a:gd name="T1" fmla="*/ 2295 h 2341"/>
                <a:gd name="T2" fmla="*/ 1669 w 2352"/>
                <a:gd name="T3" fmla="*/ 2225 h 2341"/>
                <a:gd name="T4" fmla="*/ 1979 w 2352"/>
                <a:gd name="T5" fmla="*/ 2015 h 2341"/>
                <a:gd name="T6" fmla="*/ 2249 w 2352"/>
                <a:gd name="T7" fmla="*/ 1575 h 2341"/>
                <a:gd name="T8" fmla="*/ 2189 w 2352"/>
                <a:gd name="T9" fmla="*/ 691 h 2341"/>
                <a:gd name="T10" fmla="*/ 1597 w 2352"/>
                <a:gd name="T11" fmla="*/ 179 h 2341"/>
                <a:gd name="T12" fmla="*/ 339 w 2352"/>
                <a:gd name="T13" fmla="*/ 517 h 2341"/>
                <a:gd name="T14" fmla="*/ 387 w 2352"/>
                <a:gd name="T15" fmla="*/ 1965 h 2341"/>
                <a:gd name="T16" fmla="*/ 996 w 2352"/>
                <a:gd name="T17" fmla="*/ 2295 h 2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52" h="2341">
                  <a:moveTo>
                    <a:pt x="996" y="2295"/>
                  </a:moveTo>
                  <a:cubicBezTo>
                    <a:pt x="1221" y="2341"/>
                    <a:pt x="1457" y="2305"/>
                    <a:pt x="1669" y="2225"/>
                  </a:cubicBezTo>
                  <a:cubicBezTo>
                    <a:pt x="1780" y="2168"/>
                    <a:pt x="1878" y="2088"/>
                    <a:pt x="1979" y="2015"/>
                  </a:cubicBezTo>
                  <a:cubicBezTo>
                    <a:pt x="2085" y="1879"/>
                    <a:pt x="2210" y="1748"/>
                    <a:pt x="2249" y="1575"/>
                  </a:cubicBezTo>
                  <a:cubicBezTo>
                    <a:pt x="2352" y="1287"/>
                    <a:pt x="2316" y="965"/>
                    <a:pt x="2189" y="691"/>
                  </a:cubicBezTo>
                  <a:cubicBezTo>
                    <a:pt x="2053" y="465"/>
                    <a:pt x="1856" y="259"/>
                    <a:pt x="1597" y="179"/>
                  </a:cubicBezTo>
                  <a:cubicBezTo>
                    <a:pt x="1165" y="0"/>
                    <a:pt x="625" y="149"/>
                    <a:pt x="339" y="517"/>
                  </a:cubicBezTo>
                  <a:cubicBezTo>
                    <a:pt x="0" y="925"/>
                    <a:pt x="23" y="1579"/>
                    <a:pt x="387" y="1965"/>
                  </a:cubicBezTo>
                  <a:cubicBezTo>
                    <a:pt x="549" y="2132"/>
                    <a:pt x="759" y="2267"/>
                    <a:pt x="996" y="229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Freeform 52"/>
            <p:cNvSpPr>
              <a:spLocks/>
            </p:cNvSpPr>
            <p:nvPr/>
          </p:nvSpPr>
          <p:spPr bwMode="auto">
            <a:xfrm flipV="1">
              <a:off x="6911976" y="895350"/>
              <a:ext cx="58738" cy="61913"/>
            </a:xfrm>
            <a:custGeom>
              <a:avLst/>
              <a:gdLst>
                <a:gd name="T0" fmla="*/ 14 w 162"/>
                <a:gd name="T1" fmla="*/ 83 h 173"/>
                <a:gd name="T2" fmla="*/ 162 w 162"/>
                <a:gd name="T3" fmla="*/ 129 h 173"/>
                <a:gd name="T4" fmla="*/ 143 w 162"/>
                <a:gd name="T5" fmla="*/ 40 h 173"/>
                <a:gd name="T6" fmla="*/ 14 w 162"/>
                <a:gd name="T7" fmla="*/ 8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173">
                  <a:moveTo>
                    <a:pt x="14" y="83"/>
                  </a:moveTo>
                  <a:cubicBezTo>
                    <a:pt x="16" y="173"/>
                    <a:pt x="103" y="158"/>
                    <a:pt x="162" y="129"/>
                  </a:cubicBezTo>
                  <a:cubicBezTo>
                    <a:pt x="156" y="99"/>
                    <a:pt x="149" y="69"/>
                    <a:pt x="143" y="40"/>
                  </a:cubicBezTo>
                  <a:cubicBezTo>
                    <a:pt x="99" y="33"/>
                    <a:pt x="0" y="0"/>
                    <a:pt x="14" y="8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53"/>
            <p:cNvSpPr>
              <a:spLocks/>
            </p:cNvSpPr>
            <p:nvPr/>
          </p:nvSpPr>
          <p:spPr bwMode="auto">
            <a:xfrm flipV="1">
              <a:off x="6981826" y="928688"/>
              <a:ext cx="61913" cy="50800"/>
            </a:xfrm>
            <a:custGeom>
              <a:avLst/>
              <a:gdLst>
                <a:gd name="T0" fmla="*/ 0 w 174"/>
                <a:gd name="T1" fmla="*/ 27 h 138"/>
                <a:gd name="T2" fmla="*/ 63 w 174"/>
                <a:gd name="T3" fmla="*/ 138 h 138"/>
                <a:gd name="T4" fmla="*/ 174 w 174"/>
                <a:gd name="T5" fmla="*/ 102 h 138"/>
                <a:gd name="T6" fmla="*/ 0 w 174"/>
                <a:gd name="T7" fmla="*/ 2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38">
                  <a:moveTo>
                    <a:pt x="0" y="27"/>
                  </a:moveTo>
                  <a:cubicBezTo>
                    <a:pt x="20" y="64"/>
                    <a:pt x="20" y="119"/>
                    <a:pt x="63" y="138"/>
                  </a:cubicBezTo>
                  <a:cubicBezTo>
                    <a:pt x="100" y="127"/>
                    <a:pt x="137" y="115"/>
                    <a:pt x="174" y="102"/>
                  </a:cubicBezTo>
                  <a:cubicBezTo>
                    <a:pt x="163" y="11"/>
                    <a:pt x="70" y="0"/>
                    <a:pt x="0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54"/>
            <p:cNvSpPr>
              <a:spLocks/>
            </p:cNvSpPr>
            <p:nvPr/>
          </p:nvSpPr>
          <p:spPr bwMode="auto">
            <a:xfrm flipV="1">
              <a:off x="7050088" y="946150"/>
              <a:ext cx="60325" cy="58738"/>
            </a:xfrm>
            <a:custGeom>
              <a:avLst/>
              <a:gdLst>
                <a:gd name="T0" fmla="*/ 0 w 166"/>
                <a:gd name="T1" fmla="*/ 27 h 162"/>
                <a:gd name="T2" fmla="*/ 166 w 166"/>
                <a:gd name="T3" fmla="*/ 79 h 162"/>
                <a:gd name="T4" fmla="*/ 0 w 166"/>
                <a:gd name="T5" fmla="*/ 2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162">
                  <a:moveTo>
                    <a:pt x="0" y="27"/>
                  </a:moveTo>
                  <a:cubicBezTo>
                    <a:pt x="1" y="128"/>
                    <a:pt x="111" y="162"/>
                    <a:pt x="166" y="79"/>
                  </a:cubicBezTo>
                  <a:cubicBezTo>
                    <a:pt x="146" y="0"/>
                    <a:pt x="57" y="21"/>
                    <a:pt x="0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8" name="组合 57"/>
          <p:cNvGrpSpPr/>
          <p:nvPr/>
        </p:nvGrpSpPr>
        <p:grpSpPr>
          <a:xfrm>
            <a:off x="2647716" y="2781660"/>
            <a:ext cx="765145" cy="1890306"/>
            <a:chOff x="7053263" y="3330576"/>
            <a:chExt cx="1373187" cy="3392487"/>
          </a:xfrm>
          <a:solidFill>
            <a:srgbClr val="595959"/>
          </a:solidFill>
        </p:grpSpPr>
        <p:sp>
          <p:nvSpPr>
            <p:cNvPr id="59" name="Freeform 7"/>
            <p:cNvSpPr>
              <a:spLocks/>
            </p:cNvSpPr>
            <p:nvPr/>
          </p:nvSpPr>
          <p:spPr bwMode="auto">
            <a:xfrm flipV="1">
              <a:off x="7053263" y="4037013"/>
              <a:ext cx="1373187" cy="2686050"/>
            </a:xfrm>
            <a:custGeom>
              <a:avLst/>
              <a:gdLst>
                <a:gd name="T0" fmla="*/ 268 w 7135"/>
                <a:gd name="T1" fmla="*/ 13222 h 13986"/>
                <a:gd name="T2" fmla="*/ 1698 w 7135"/>
                <a:gd name="T3" fmla="*/ 13984 h 13986"/>
                <a:gd name="T4" fmla="*/ 5261 w 7135"/>
                <a:gd name="T5" fmla="*/ 13985 h 13986"/>
                <a:gd name="T6" fmla="*/ 5962 w 7135"/>
                <a:gd name="T7" fmla="*/ 13897 h 13986"/>
                <a:gd name="T8" fmla="*/ 7126 w 7135"/>
                <a:gd name="T9" fmla="*/ 12396 h 13986"/>
                <a:gd name="T10" fmla="*/ 7126 w 7135"/>
                <a:gd name="T11" fmla="*/ 7985 h 13986"/>
                <a:gd name="T12" fmla="*/ 6791 w 7135"/>
                <a:gd name="T13" fmla="*/ 7406 h 13986"/>
                <a:gd name="T14" fmla="*/ 5944 w 7135"/>
                <a:gd name="T15" fmla="*/ 7609 h 13986"/>
                <a:gd name="T16" fmla="*/ 5836 w 7135"/>
                <a:gd name="T17" fmla="*/ 8019 h 13986"/>
                <a:gd name="T18" fmla="*/ 5838 w 7135"/>
                <a:gd name="T19" fmla="*/ 11690 h 13986"/>
                <a:gd name="T20" fmla="*/ 5822 w 7135"/>
                <a:gd name="T21" fmla="*/ 11899 h 13986"/>
                <a:gd name="T22" fmla="*/ 5488 w 7135"/>
                <a:gd name="T23" fmla="*/ 11918 h 13986"/>
                <a:gd name="T24" fmla="*/ 5423 w 7135"/>
                <a:gd name="T25" fmla="*/ 11760 h 13986"/>
                <a:gd name="T26" fmla="*/ 5424 w 7135"/>
                <a:gd name="T27" fmla="*/ 928 h 13986"/>
                <a:gd name="T28" fmla="*/ 5234 w 7135"/>
                <a:gd name="T29" fmla="*/ 357 h 13986"/>
                <a:gd name="T30" fmla="*/ 4388 w 7135"/>
                <a:gd name="T31" fmla="*/ 87 h 13986"/>
                <a:gd name="T32" fmla="*/ 3783 w 7135"/>
                <a:gd name="T33" fmla="*/ 785 h 13986"/>
                <a:gd name="T34" fmla="*/ 3775 w 7135"/>
                <a:gd name="T35" fmla="*/ 1280 h 13986"/>
                <a:gd name="T36" fmla="*/ 3770 w 7135"/>
                <a:gd name="T37" fmla="*/ 7409 h 13986"/>
                <a:gd name="T38" fmla="*/ 3363 w 7135"/>
                <a:gd name="T39" fmla="*/ 7411 h 13986"/>
                <a:gd name="T40" fmla="*/ 3360 w 7135"/>
                <a:gd name="T41" fmla="*/ 1248 h 13986"/>
                <a:gd name="T42" fmla="*/ 3347 w 7135"/>
                <a:gd name="T43" fmla="*/ 748 h 13986"/>
                <a:gd name="T44" fmla="*/ 2757 w 7135"/>
                <a:gd name="T45" fmla="*/ 89 h 13986"/>
                <a:gd name="T46" fmla="*/ 1900 w 7135"/>
                <a:gd name="T47" fmla="*/ 358 h 13986"/>
                <a:gd name="T48" fmla="*/ 1709 w 7135"/>
                <a:gd name="T49" fmla="*/ 929 h 13986"/>
                <a:gd name="T50" fmla="*/ 1710 w 7135"/>
                <a:gd name="T51" fmla="*/ 11408 h 13986"/>
                <a:gd name="T52" fmla="*/ 1692 w 7135"/>
                <a:gd name="T53" fmla="*/ 11898 h 13986"/>
                <a:gd name="T54" fmla="*/ 1359 w 7135"/>
                <a:gd name="T55" fmla="*/ 11918 h 13986"/>
                <a:gd name="T56" fmla="*/ 1295 w 7135"/>
                <a:gd name="T57" fmla="*/ 11759 h 13986"/>
                <a:gd name="T58" fmla="*/ 1295 w 7135"/>
                <a:gd name="T59" fmla="*/ 7954 h 13986"/>
                <a:gd name="T60" fmla="*/ 642 w 7135"/>
                <a:gd name="T61" fmla="*/ 7332 h 13986"/>
                <a:gd name="T62" fmla="*/ 9 w 7135"/>
                <a:gd name="T63" fmla="*/ 7950 h 13986"/>
                <a:gd name="T64" fmla="*/ 7 w 7135"/>
                <a:gd name="T65" fmla="*/ 12360 h 13986"/>
                <a:gd name="T66" fmla="*/ 268 w 7135"/>
                <a:gd name="T67" fmla="*/ 13222 h 13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35" h="13986">
                  <a:moveTo>
                    <a:pt x="268" y="13222"/>
                  </a:moveTo>
                  <a:cubicBezTo>
                    <a:pt x="581" y="13690"/>
                    <a:pt x="1135" y="13984"/>
                    <a:pt x="1698" y="13984"/>
                  </a:cubicBezTo>
                  <a:cubicBezTo>
                    <a:pt x="2886" y="13986"/>
                    <a:pt x="4073" y="13984"/>
                    <a:pt x="5261" y="13985"/>
                  </a:cubicBezTo>
                  <a:cubicBezTo>
                    <a:pt x="5497" y="13986"/>
                    <a:pt x="5738" y="13977"/>
                    <a:pt x="5962" y="13897"/>
                  </a:cubicBezTo>
                  <a:cubicBezTo>
                    <a:pt x="6605" y="13697"/>
                    <a:pt x="7128" y="13085"/>
                    <a:pt x="7126" y="12396"/>
                  </a:cubicBezTo>
                  <a:cubicBezTo>
                    <a:pt x="7127" y="10926"/>
                    <a:pt x="7127" y="9455"/>
                    <a:pt x="7126" y="7985"/>
                  </a:cubicBezTo>
                  <a:cubicBezTo>
                    <a:pt x="7135" y="7749"/>
                    <a:pt x="7004" y="7512"/>
                    <a:pt x="6791" y="7406"/>
                  </a:cubicBezTo>
                  <a:cubicBezTo>
                    <a:pt x="6510" y="7253"/>
                    <a:pt x="6123" y="7342"/>
                    <a:pt x="5944" y="7609"/>
                  </a:cubicBezTo>
                  <a:cubicBezTo>
                    <a:pt x="5861" y="7728"/>
                    <a:pt x="5833" y="7876"/>
                    <a:pt x="5836" y="8019"/>
                  </a:cubicBezTo>
                  <a:cubicBezTo>
                    <a:pt x="5837" y="9243"/>
                    <a:pt x="5836" y="10466"/>
                    <a:pt x="5838" y="11690"/>
                  </a:cubicBezTo>
                  <a:cubicBezTo>
                    <a:pt x="5836" y="11760"/>
                    <a:pt x="5846" y="11832"/>
                    <a:pt x="5822" y="11899"/>
                  </a:cubicBezTo>
                  <a:cubicBezTo>
                    <a:pt x="5718" y="11944"/>
                    <a:pt x="5597" y="11919"/>
                    <a:pt x="5488" y="11918"/>
                  </a:cubicBezTo>
                  <a:cubicBezTo>
                    <a:pt x="5408" y="11913"/>
                    <a:pt x="5427" y="11814"/>
                    <a:pt x="5423" y="11760"/>
                  </a:cubicBezTo>
                  <a:cubicBezTo>
                    <a:pt x="5425" y="8149"/>
                    <a:pt x="5424" y="4538"/>
                    <a:pt x="5424" y="928"/>
                  </a:cubicBezTo>
                  <a:cubicBezTo>
                    <a:pt x="5426" y="723"/>
                    <a:pt x="5367" y="515"/>
                    <a:pt x="5234" y="357"/>
                  </a:cubicBezTo>
                  <a:cubicBezTo>
                    <a:pt x="5038" y="110"/>
                    <a:pt x="4691" y="2"/>
                    <a:pt x="4388" y="87"/>
                  </a:cubicBezTo>
                  <a:cubicBezTo>
                    <a:pt x="4070" y="167"/>
                    <a:pt x="3815" y="457"/>
                    <a:pt x="3783" y="785"/>
                  </a:cubicBezTo>
                  <a:cubicBezTo>
                    <a:pt x="3768" y="949"/>
                    <a:pt x="3777" y="1115"/>
                    <a:pt x="3775" y="1280"/>
                  </a:cubicBezTo>
                  <a:cubicBezTo>
                    <a:pt x="3772" y="3323"/>
                    <a:pt x="3779" y="5366"/>
                    <a:pt x="3770" y="7409"/>
                  </a:cubicBezTo>
                  <a:cubicBezTo>
                    <a:pt x="3639" y="7447"/>
                    <a:pt x="3495" y="7446"/>
                    <a:pt x="3363" y="7411"/>
                  </a:cubicBezTo>
                  <a:cubicBezTo>
                    <a:pt x="3356" y="5356"/>
                    <a:pt x="3362" y="3302"/>
                    <a:pt x="3360" y="1248"/>
                  </a:cubicBezTo>
                  <a:cubicBezTo>
                    <a:pt x="3357" y="1081"/>
                    <a:pt x="3370" y="914"/>
                    <a:pt x="3347" y="748"/>
                  </a:cubicBezTo>
                  <a:cubicBezTo>
                    <a:pt x="3301" y="439"/>
                    <a:pt x="3061" y="168"/>
                    <a:pt x="2757" y="89"/>
                  </a:cubicBezTo>
                  <a:cubicBezTo>
                    <a:pt x="2451" y="0"/>
                    <a:pt x="2099" y="109"/>
                    <a:pt x="1900" y="358"/>
                  </a:cubicBezTo>
                  <a:cubicBezTo>
                    <a:pt x="1767" y="517"/>
                    <a:pt x="1706" y="724"/>
                    <a:pt x="1709" y="929"/>
                  </a:cubicBezTo>
                  <a:cubicBezTo>
                    <a:pt x="1709" y="4422"/>
                    <a:pt x="1710" y="7915"/>
                    <a:pt x="1710" y="11408"/>
                  </a:cubicBezTo>
                  <a:cubicBezTo>
                    <a:pt x="1699" y="11571"/>
                    <a:pt x="1732" y="11740"/>
                    <a:pt x="1692" y="11898"/>
                  </a:cubicBezTo>
                  <a:cubicBezTo>
                    <a:pt x="1590" y="11945"/>
                    <a:pt x="1468" y="11918"/>
                    <a:pt x="1359" y="11918"/>
                  </a:cubicBezTo>
                  <a:cubicBezTo>
                    <a:pt x="1279" y="11912"/>
                    <a:pt x="1300" y="11814"/>
                    <a:pt x="1295" y="11759"/>
                  </a:cubicBezTo>
                  <a:cubicBezTo>
                    <a:pt x="1296" y="10491"/>
                    <a:pt x="1298" y="9223"/>
                    <a:pt x="1295" y="7954"/>
                  </a:cubicBezTo>
                  <a:cubicBezTo>
                    <a:pt x="1304" y="7609"/>
                    <a:pt x="983" y="7314"/>
                    <a:pt x="642" y="7332"/>
                  </a:cubicBezTo>
                  <a:cubicBezTo>
                    <a:pt x="310" y="7326"/>
                    <a:pt x="4" y="7614"/>
                    <a:pt x="9" y="7950"/>
                  </a:cubicBezTo>
                  <a:cubicBezTo>
                    <a:pt x="5" y="9420"/>
                    <a:pt x="9" y="10890"/>
                    <a:pt x="7" y="12360"/>
                  </a:cubicBezTo>
                  <a:cubicBezTo>
                    <a:pt x="0" y="12666"/>
                    <a:pt x="97" y="12970"/>
                    <a:pt x="268" y="132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椭圆 59"/>
            <p:cNvSpPr/>
            <p:nvPr/>
          </p:nvSpPr>
          <p:spPr>
            <a:xfrm>
              <a:off x="7464425" y="3330576"/>
              <a:ext cx="617538" cy="61753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4498837" y="2688342"/>
            <a:ext cx="622963" cy="1930017"/>
            <a:chOff x="8944298" y="3903155"/>
            <a:chExt cx="888677" cy="2753234"/>
          </a:xfrm>
        </p:grpSpPr>
        <p:sp>
          <p:nvSpPr>
            <p:cNvPr id="62" name="任意多边形 61"/>
            <p:cNvSpPr>
              <a:spLocks/>
            </p:cNvSpPr>
            <p:nvPr/>
          </p:nvSpPr>
          <p:spPr bwMode="auto">
            <a:xfrm flipV="1">
              <a:off x="8944298" y="4472509"/>
              <a:ext cx="525140" cy="594059"/>
            </a:xfrm>
            <a:custGeom>
              <a:avLst/>
              <a:gdLst>
                <a:gd name="connsiteX0" fmla="*/ 457321 w 525140"/>
                <a:gd name="connsiteY0" fmla="*/ 593225 h 594059"/>
                <a:gd name="connsiteX1" fmla="*/ 518227 w 525140"/>
                <a:gd name="connsiteY1" fmla="*/ 517971 h 594059"/>
                <a:gd name="connsiteX2" fmla="*/ 523799 w 525140"/>
                <a:gd name="connsiteY2" fmla="*/ 496969 h 594059"/>
                <a:gd name="connsiteX3" fmla="*/ 525140 w 525140"/>
                <a:gd name="connsiteY3" fmla="*/ 497879 h 594059"/>
                <a:gd name="connsiteX4" fmla="*/ 524288 w 525140"/>
                <a:gd name="connsiteY4" fmla="*/ 495125 h 594059"/>
                <a:gd name="connsiteX5" fmla="*/ 525140 w 525140"/>
                <a:gd name="connsiteY5" fmla="*/ 491914 h 594059"/>
                <a:gd name="connsiteX6" fmla="*/ 522168 w 525140"/>
                <a:gd name="connsiteY6" fmla="*/ 488270 h 594059"/>
                <a:gd name="connsiteX7" fmla="*/ 495362 w 525140"/>
                <a:gd name="connsiteY7" fmla="*/ 401610 h 594059"/>
                <a:gd name="connsiteX8" fmla="*/ 461966 w 525140"/>
                <a:gd name="connsiteY8" fmla="*/ 306543 h 594059"/>
                <a:gd name="connsiteX9" fmla="*/ 402697 w 525140"/>
                <a:gd name="connsiteY9" fmla="*/ 169907 h 594059"/>
                <a:gd name="connsiteX10" fmla="*/ 257511 w 525140"/>
                <a:gd name="connsiteY10" fmla="*/ 9011 h 594059"/>
                <a:gd name="connsiteX11" fmla="*/ 100379 w 525140"/>
                <a:gd name="connsiteY11" fmla="*/ 55014 h 594059"/>
                <a:gd name="connsiteX12" fmla="*/ 49839 w 525140"/>
                <a:gd name="connsiteY12" fmla="*/ 151597 h 594059"/>
                <a:gd name="connsiteX13" fmla="*/ 4354 w 525140"/>
                <a:gd name="connsiteY13" fmla="*/ 384130 h 594059"/>
                <a:gd name="connsiteX14" fmla="*/ 9408 w 525140"/>
                <a:gd name="connsiteY14" fmla="*/ 482316 h 594059"/>
                <a:gd name="connsiteX15" fmla="*/ 90271 w 525140"/>
                <a:gd name="connsiteY15" fmla="*/ 531981 h 594059"/>
                <a:gd name="connsiteX16" fmla="*/ 323671 w 525140"/>
                <a:gd name="connsiteY16" fmla="*/ 532667 h 594059"/>
                <a:gd name="connsiteX17" fmla="*/ 212714 w 525140"/>
                <a:gd name="connsiteY17" fmla="*/ 244977 h 594059"/>
                <a:gd name="connsiteX18" fmla="*/ 219147 w 525140"/>
                <a:gd name="connsiteY18" fmla="*/ 215681 h 594059"/>
                <a:gd name="connsiteX19" fmla="*/ 293807 w 525140"/>
                <a:gd name="connsiteY19" fmla="*/ 375204 h 594059"/>
                <a:gd name="connsiteX20" fmla="*/ 343428 w 525140"/>
                <a:gd name="connsiteY20" fmla="*/ 521224 h 594059"/>
                <a:gd name="connsiteX21" fmla="*/ 346314 w 525140"/>
                <a:gd name="connsiteY21" fmla="*/ 518475 h 594059"/>
                <a:gd name="connsiteX22" fmla="*/ 365370 w 525140"/>
                <a:gd name="connsiteY22" fmla="*/ 552373 h 594059"/>
                <a:gd name="connsiteX23" fmla="*/ 457321 w 525140"/>
                <a:gd name="connsiteY23" fmla="*/ 593225 h 59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25140" h="594059">
                  <a:moveTo>
                    <a:pt x="457321" y="593225"/>
                  </a:moveTo>
                  <a:cubicBezTo>
                    <a:pt x="497999" y="588955"/>
                    <a:pt x="510550" y="548806"/>
                    <a:pt x="518227" y="517971"/>
                  </a:cubicBezTo>
                  <a:lnTo>
                    <a:pt x="523799" y="496969"/>
                  </a:lnTo>
                  <a:lnTo>
                    <a:pt x="525140" y="497879"/>
                  </a:lnTo>
                  <a:lnTo>
                    <a:pt x="524288" y="495125"/>
                  </a:lnTo>
                  <a:lnTo>
                    <a:pt x="525140" y="491914"/>
                  </a:lnTo>
                  <a:lnTo>
                    <a:pt x="522168" y="488270"/>
                  </a:lnTo>
                  <a:lnTo>
                    <a:pt x="495362" y="401610"/>
                  </a:lnTo>
                  <a:cubicBezTo>
                    <a:pt x="483847" y="370055"/>
                    <a:pt x="471729" y="338699"/>
                    <a:pt x="461966" y="306543"/>
                  </a:cubicBezTo>
                  <a:cubicBezTo>
                    <a:pt x="445425" y="259624"/>
                    <a:pt x="421304" y="215910"/>
                    <a:pt x="402697" y="169907"/>
                  </a:cubicBezTo>
                  <a:cubicBezTo>
                    <a:pt x="367549" y="106739"/>
                    <a:pt x="328496" y="37162"/>
                    <a:pt x="257511" y="9011"/>
                  </a:cubicBezTo>
                  <a:cubicBezTo>
                    <a:pt x="201458" y="-15021"/>
                    <a:pt x="138283" y="11986"/>
                    <a:pt x="100379" y="55014"/>
                  </a:cubicBezTo>
                  <a:cubicBezTo>
                    <a:pt x="81541" y="86140"/>
                    <a:pt x="60636" y="116580"/>
                    <a:pt x="49839" y="151597"/>
                  </a:cubicBezTo>
                  <a:cubicBezTo>
                    <a:pt x="28475" y="227811"/>
                    <a:pt x="11016" y="305170"/>
                    <a:pt x="4354" y="384130"/>
                  </a:cubicBezTo>
                  <a:cubicBezTo>
                    <a:pt x="2286" y="416630"/>
                    <a:pt x="-6673" y="451876"/>
                    <a:pt x="9408" y="482316"/>
                  </a:cubicBezTo>
                  <a:cubicBezTo>
                    <a:pt x="23191" y="512984"/>
                    <a:pt x="56961" y="532438"/>
                    <a:pt x="90271" y="531981"/>
                  </a:cubicBezTo>
                  <a:cubicBezTo>
                    <a:pt x="168148" y="532667"/>
                    <a:pt x="246024" y="530836"/>
                    <a:pt x="323671" y="532667"/>
                  </a:cubicBezTo>
                  <a:cubicBezTo>
                    <a:pt x="292888" y="434711"/>
                    <a:pt x="259348" y="336754"/>
                    <a:pt x="212714" y="244977"/>
                  </a:cubicBezTo>
                  <a:cubicBezTo>
                    <a:pt x="213863" y="235135"/>
                    <a:pt x="216849" y="225523"/>
                    <a:pt x="219147" y="215681"/>
                  </a:cubicBezTo>
                  <a:cubicBezTo>
                    <a:pt x="252686" y="264659"/>
                    <a:pt x="268308" y="322335"/>
                    <a:pt x="293807" y="375204"/>
                  </a:cubicBezTo>
                  <a:cubicBezTo>
                    <a:pt x="308739" y="424411"/>
                    <a:pt x="327117" y="472474"/>
                    <a:pt x="343428" y="521224"/>
                  </a:cubicBezTo>
                  <a:lnTo>
                    <a:pt x="346314" y="518475"/>
                  </a:lnTo>
                  <a:lnTo>
                    <a:pt x="365370" y="552373"/>
                  </a:lnTo>
                  <a:cubicBezTo>
                    <a:pt x="389089" y="585601"/>
                    <a:pt x="416643" y="597495"/>
                    <a:pt x="457321" y="593225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20"/>
            <p:cNvSpPr>
              <a:spLocks/>
            </p:cNvSpPr>
            <p:nvPr/>
          </p:nvSpPr>
          <p:spPr bwMode="auto">
            <a:xfrm flipV="1">
              <a:off x="9077325" y="4533901"/>
              <a:ext cx="755650" cy="2122488"/>
            </a:xfrm>
            <a:custGeom>
              <a:avLst/>
              <a:gdLst>
                <a:gd name="T0" fmla="*/ 1847 w 3291"/>
                <a:gd name="T1" fmla="*/ 9283 h 9284"/>
                <a:gd name="T2" fmla="*/ 2914 w 3291"/>
                <a:gd name="T3" fmla="*/ 9278 h 9284"/>
                <a:gd name="T4" fmla="*/ 3272 w 3291"/>
                <a:gd name="T5" fmla="*/ 8917 h 9284"/>
                <a:gd name="T6" fmla="*/ 3199 w 3291"/>
                <a:gd name="T7" fmla="*/ 7787 h 9284"/>
                <a:gd name="T8" fmla="*/ 3021 w 3291"/>
                <a:gd name="T9" fmla="*/ 7195 h 9284"/>
                <a:gd name="T10" fmla="*/ 2363 w 3291"/>
                <a:gd name="T11" fmla="*/ 6292 h 9284"/>
                <a:gd name="T12" fmla="*/ 724 w 3291"/>
                <a:gd name="T13" fmla="*/ 5820 h 9284"/>
                <a:gd name="T14" fmla="*/ 372 w 3291"/>
                <a:gd name="T15" fmla="*/ 5953 h 9284"/>
                <a:gd name="T16" fmla="*/ 301 w 3291"/>
                <a:gd name="T17" fmla="*/ 6415 h 9284"/>
                <a:gd name="T18" fmla="*/ 693 w 3291"/>
                <a:gd name="T19" fmla="*/ 6623 h 9284"/>
                <a:gd name="T20" fmla="*/ 1500 w 3291"/>
                <a:gd name="T21" fmla="*/ 6704 h 9284"/>
                <a:gd name="T22" fmla="*/ 2085 w 3291"/>
                <a:gd name="T23" fmla="*/ 7139 h 9284"/>
                <a:gd name="T24" fmla="*/ 2412 w 3291"/>
                <a:gd name="T25" fmla="*/ 7935 h 9284"/>
                <a:gd name="T26" fmla="*/ 2334 w 3291"/>
                <a:gd name="T27" fmla="*/ 7958 h 9284"/>
                <a:gd name="T28" fmla="*/ 1986 w 3291"/>
                <a:gd name="T29" fmla="*/ 7167 h 9284"/>
                <a:gd name="T30" fmla="*/ 762 w 3291"/>
                <a:gd name="T31" fmla="*/ 6703 h 9284"/>
                <a:gd name="T32" fmla="*/ 257 w 3291"/>
                <a:gd name="T33" fmla="*/ 6499 h 9284"/>
                <a:gd name="T34" fmla="*/ 584 w 3291"/>
                <a:gd name="T35" fmla="*/ 5746 h 9284"/>
                <a:gd name="T36" fmla="*/ 1519 w 3291"/>
                <a:gd name="T37" fmla="*/ 5788 h 9284"/>
                <a:gd name="T38" fmla="*/ 2673 w 3291"/>
                <a:gd name="T39" fmla="*/ 6476 h 9284"/>
                <a:gd name="T40" fmla="*/ 2676 w 3291"/>
                <a:gd name="T41" fmla="*/ 771 h 9284"/>
                <a:gd name="T42" fmla="*/ 2386 w 3291"/>
                <a:gd name="T43" fmla="*/ 197 h 9284"/>
                <a:gd name="T44" fmla="*/ 1534 w 3291"/>
                <a:gd name="T45" fmla="*/ 414 h 9284"/>
                <a:gd name="T46" fmla="*/ 1456 w 3291"/>
                <a:gd name="T47" fmla="*/ 733 h 9284"/>
                <a:gd name="T48" fmla="*/ 1456 w 3291"/>
                <a:gd name="T49" fmla="*/ 5153 h 9284"/>
                <a:gd name="T50" fmla="*/ 1225 w 3291"/>
                <a:gd name="T51" fmla="*/ 5151 h 9284"/>
                <a:gd name="T52" fmla="*/ 1224 w 3291"/>
                <a:gd name="T53" fmla="*/ 698 h 9284"/>
                <a:gd name="T54" fmla="*/ 484 w 3291"/>
                <a:gd name="T55" fmla="*/ 118 h 9284"/>
                <a:gd name="T56" fmla="*/ 58 w 3291"/>
                <a:gd name="T57" fmla="*/ 492 h 9284"/>
                <a:gd name="T58" fmla="*/ 17 w 3291"/>
                <a:gd name="T59" fmla="*/ 945 h 9284"/>
                <a:gd name="T60" fmla="*/ 16 w 3291"/>
                <a:gd name="T61" fmla="*/ 6942 h 9284"/>
                <a:gd name="T62" fmla="*/ 689 w 3291"/>
                <a:gd name="T63" fmla="*/ 6960 h 9284"/>
                <a:gd name="T64" fmla="*/ 1256 w 3291"/>
                <a:gd name="T65" fmla="*/ 7678 h 9284"/>
                <a:gd name="T66" fmla="*/ 1446 w 3291"/>
                <a:gd name="T67" fmla="*/ 8089 h 9284"/>
                <a:gd name="T68" fmla="*/ 1660 w 3291"/>
                <a:gd name="T69" fmla="*/ 8674 h 9284"/>
                <a:gd name="T70" fmla="*/ 1847 w 3291"/>
                <a:gd name="T71" fmla="*/ 9283 h 9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91" h="9284">
                  <a:moveTo>
                    <a:pt x="1847" y="9283"/>
                  </a:moveTo>
                  <a:cubicBezTo>
                    <a:pt x="2203" y="9272"/>
                    <a:pt x="2558" y="9284"/>
                    <a:pt x="2914" y="9278"/>
                  </a:cubicBezTo>
                  <a:cubicBezTo>
                    <a:pt x="3102" y="9265"/>
                    <a:pt x="3266" y="9108"/>
                    <a:pt x="3272" y="8917"/>
                  </a:cubicBezTo>
                  <a:cubicBezTo>
                    <a:pt x="3291" y="8540"/>
                    <a:pt x="3285" y="8157"/>
                    <a:pt x="3199" y="7787"/>
                  </a:cubicBezTo>
                  <a:cubicBezTo>
                    <a:pt x="3159" y="7584"/>
                    <a:pt x="3082" y="7392"/>
                    <a:pt x="3021" y="7195"/>
                  </a:cubicBezTo>
                  <a:cubicBezTo>
                    <a:pt x="2873" y="6849"/>
                    <a:pt x="2652" y="6535"/>
                    <a:pt x="2363" y="6292"/>
                  </a:cubicBezTo>
                  <a:cubicBezTo>
                    <a:pt x="1902" y="5936"/>
                    <a:pt x="1301" y="5786"/>
                    <a:pt x="724" y="5820"/>
                  </a:cubicBezTo>
                  <a:cubicBezTo>
                    <a:pt x="594" y="5816"/>
                    <a:pt x="463" y="5857"/>
                    <a:pt x="372" y="5953"/>
                  </a:cubicBezTo>
                  <a:cubicBezTo>
                    <a:pt x="241" y="6065"/>
                    <a:pt x="253" y="6266"/>
                    <a:pt x="301" y="6415"/>
                  </a:cubicBezTo>
                  <a:cubicBezTo>
                    <a:pt x="385" y="6541"/>
                    <a:pt x="535" y="6640"/>
                    <a:pt x="693" y="6623"/>
                  </a:cubicBezTo>
                  <a:cubicBezTo>
                    <a:pt x="963" y="6603"/>
                    <a:pt x="1238" y="6630"/>
                    <a:pt x="1500" y="6704"/>
                  </a:cubicBezTo>
                  <a:cubicBezTo>
                    <a:pt x="1728" y="6794"/>
                    <a:pt x="1934" y="6945"/>
                    <a:pt x="2085" y="7139"/>
                  </a:cubicBezTo>
                  <a:cubicBezTo>
                    <a:pt x="2246" y="7379"/>
                    <a:pt x="2376" y="7645"/>
                    <a:pt x="2412" y="7935"/>
                  </a:cubicBezTo>
                  <a:cubicBezTo>
                    <a:pt x="2393" y="7941"/>
                    <a:pt x="2353" y="7952"/>
                    <a:pt x="2334" y="7958"/>
                  </a:cubicBezTo>
                  <a:cubicBezTo>
                    <a:pt x="2267" y="7678"/>
                    <a:pt x="2165" y="7395"/>
                    <a:pt x="1986" y="7167"/>
                  </a:cubicBezTo>
                  <a:cubicBezTo>
                    <a:pt x="1703" y="6799"/>
                    <a:pt x="1208" y="6674"/>
                    <a:pt x="762" y="6703"/>
                  </a:cubicBezTo>
                  <a:cubicBezTo>
                    <a:pt x="575" y="6726"/>
                    <a:pt x="352" y="6680"/>
                    <a:pt x="257" y="6499"/>
                  </a:cubicBezTo>
                  <a:cubicBezTo>
                    <a:pt x="43" y="6233"/>
                    <a:pt x="240" y="5764"/>
                    <a:pt x="584" y="5746"/>
                  </a:cubicBezTo>
                  <a:cubicBezTo>
                    <a:pt x="895" y="5724"/>
                    <a:pt x="1212" y="5729"/>
                    <a:pt x="1519" y="5788"/>
                  </a:cubicBezTo>
                  <a:cubicBezTo>
                    <a:pt x="1954" y="5907"/>
                    <a:pt x="2390" y="6114"/>
                    <a:pt x="2673" y="6476"/>
                  </a:cubicBezTo>
                  <a:cubicBezTo>
                    <a:pt x="2678" y="4575"/>
                    <a:pt x="2674" y="2673"/>
                    <a:pt x="2676" y="771"/>
                  </a:cubicBezTo>
                  <a:cubicBezTo>
                    <a:pt x="2685" y="550"/>
                    <a:pt x="2591" y="303"/>
                    <a:pt x="2386" y="197"/>
                  </a:cubicBezTo>
                  <a:cubicBezTo>
                    <a:pt x="2109" y="0"/>
                    <a:pt x="1693" y="124"/>
                    <a:pt x="1534" y="414"/>
                  </a:cubicBezTo>
                  <a:cubicBezTo>
                    <a:pt x="1471" y="508"/>
                    <a:pt x="1451" y="622"/>
                    <a:pt x="1456" y="733"/>
                  </a:cubicBezTo>
                  <a:cubicBezTo>
                    <a:pt x="1456" y="2207"/>
                    <a:pt x="1456" y="3680"/>
                    <a:pt x="1456" y="5153"/>
                  </a:cubicBezTo>
                  <a:cubicBezTo>
                    <a:pt x="1379" y="5152"/>
                    <a:pt x="1302" y="5151"/>
                    <a:pt x="1225" y="5151"/>
                  </a:cubicBezTo>
                  <a:cubicBezTo>
                    <a:pt x="1224" y="3667"/>
                    <a:pt x="1226" y="2183"/>
                    <a:pt x="1224" y="698"/>
                  </a:cubicBezTo>
                  <a:cubicBezTo>
                    <a:pt x="1247" y="323"/>
                    <a:pt x="838" y="21"/>
                    <a:pt x="484" y="118"/>
                  </a:cubicBezTo>
                  <a:cubicBezTo>
                    <a:pt x="296" y="167"/>
                    <a:pt x="115" y="300"/>
                    <a:pt x="58" y="492"/>
                  </a:cubicBezTo>
                  <a:cubicBezTo>
                    <a:pt x="0" y="636"/>
                    <a:pt x="20" y="794"/>
                    <a:pt x="17" y="945"/>
                  </a:cubicBezTo>
                  <a:cubicBezTo>
                    <a:pt x="17" y="2944"/>
                    <a:pt x="19" y="4943"/>
                    <a:pt x="16" y="6942"/>
                  </a:cubicBezTo>
                  <a:cubicBezTo>
                    <a:pt x="231" y="6848"/>
                    <a:pt x="481" y="6849"/>
                    <a:pt x="689" y="6960"/>
                  </a:cubicBezTo>
                  <a:cubicBezTo>
                    <a:pt x="952" y="7129"/>
                    <a:pt x="1127" y="7399"/>
                    <a:pt x="1256" y="7678"/>
                  </a:cubicBezTo>
                  <a:cubicBezTo>
                    <a:pt x="1323" y="7813"/>
                    <a:pt x="1400" y="7944"/>
                    <a:pt x="1446" y="8089"/>
                  </a:cubicBezTo>
                  <a:cubicBezTo>
                    <a:pt x="1507" y="8288"/>
                    <a:pt x="1609" y="8472"/>
                    <a:pt x="1660" y="8674"/>
                  </a:cubicBezTo>
                  <a:cubicBezTo>
                    <a:pt x="1712" y="8881"/>
                    <a:pt x="1806" y="9074"/>
                    <a:pt x="1847" y="9283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任意多边形 63"/>
            <p:cNvSpPr/>
            <p:nvPr/>
          </p:nvSpPr>
          <p:spPr>
            <a:xfrm>
              <a:off x="9073404" y="3903155"/>
              <a:ext cx="630746" cy="613788"/>
            </a:xfrm>
            <a:custGeom>
              <a:avLst/>
              <a:gdLst>
                <a:gd name="connsiteX0" fmla="*/ 315373 w 630746"/>
                <a:gd name="connsiteY0" fmla="*/ 0 h 613788"/>
                <a:gd name="connsiteX1" fmla="*/ 630746 w 630746"/>
                <a:gd name="connsiteY1" fmla="*/ 315373 h 613788"/>
                <a:gd name="connsiteX2" fmla="*/ 438131 w 630746"/>
                <a:gd name="connsiteY2" fmla="*/ 605963 h 613788"/>
                <a:gd name="connsiteX3" fmla="*/ 412921 w 630746"/>
                <a:gd name="connsiteY3" fmla="*/ 613788 h 613788"/>
                <a:gd name="connsiteX4" fmla="*/ 409268 w 630746"/>
                <a:gd name="connsiteY4" fmla="*/ 594804 h 613788"/>
                <a:gd name="connsiteX5" fmla="*/ 303824 w 630746"/>
                <a:gd name="connsiteY5" fmla="*/ 521479 h 613788"/>
                <a:gd name="connsiteX6" fmla="*/ 198380 w 630746"/>
                <a:gd name="connsiteY6" fmla="*/ 594804 h 613788"/>
                <a:gd name="connsiteX7" fmla="*/ 196029 w 630746"/>
                <a:gd name="connsiteY7" fmla="*/ 607022 h 613788"/>
                <a:gd name="connsiteX8" fmla="*/ 192615 w 630746"/>
                <a:gd name="connsiteY8" fmla="*/ 605963 h 613788"/>
                <a:gd name="connsiteX9" fmla="*/ 0 w 630746"/>
                <a:gd name="connsiteY9" fmla="*/ 315373 h 613788"/>
                <a:gd name="connsiteX10" fmla="*/ 315373 w 630746"/>
                <a:gd name="connsiteY10" fmla="*/ 0 h 61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0746" h="613788">
                  <a:moveTo>
                    <a:pt x="315373" y="0"/>
                  </a:moveTo>
                  <a:cubicBezTo>
                    <a:pt x="489549" y="0"/>
                    <a:pt x="630746" y="141197"/>
                    <a:pt x="630746" y="315373"/>
                  </a:cubicBezTo>
                  <a:cubicBezTo>
                    <a:pt x="630746" y="446005"/>
                    <a:pt x="551323" y="558087"/>
                    <a:pt x="438131" y="605963"/>
                  </a:cubicBezTo>
                  <a:lnTo>
                    <a:pt x="412921" y="613788"/>
                  </a:lnTo>
                  <a:lnTo>
                    <a:pt x="409268" y="594804"/>
                  </a:lnTo>
                  <a:cubicBezTo>
                    <a:pt x="391896" y="551714"/>
                    <a:pt x="351225" y="521479"/>
                    <a:pt x="303824" y="521479"/>
                  </a:cubicBezTo>
                  <a:cubicBezTo>
                    <a:pt x="256423" y="521479"/>
                    <a:pt x="215752" y="551714"/>
                    <a:pt x="198380" y="594804"/>
                  </a:cubicBezTo>
                  <a:lnTo>
                    <a:pt x="196029" y="607022"/>
                  </a:lnTo>
                  <a:lnTo>
                    <a:pt x="192615" y="605963"/>
                  </a:lnTo>
                  <a:cubicBezTo>
                    <a:pt x="79423" y="558087"/>
                    <a:pt x="0" y="446005"/>
                    <a:pt x="0" y="315373"/>
                  </a:cubicBezTo>
                  <a:cubicBezTo>
                    <a:pt x="0" y="141197"/>
                    <a:pt x="141197" y="0"/>
                    <a:pt x="31537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65" name="KSO_Shape"/>
          <p:cNvSpPr>
            <a:spLocks/>
          </p:cNvSpPr>
          <p:nvPr/>
        </p:nvSpPr>
        <p:spPr bwMode="auto">
          <a:xfrm flipH="1">
            <a:off x="7409388" y="2651494"/>
            <a:ext cx="682625" cy="1905000"/>
          </a:xfrm>
          <a:custGeom>
            <a:avLst/>
            <a:gdLst/>
            <a:ahLst/>
            <a:cxnLst/>
            <a:rect l="0" t="0" r="r" b="b"/>
            <a:pathLst>
              <a:path w="1135063" h="3163887">
                <a:moveTo>
                  <a:pt x="568325" y="1404937"/>
                </a:moveTo>
                <a:lnTo>
                  <a:pt x="570546" y="1405889"/>
                </a:lnTo>
                <a:lnTo>
                  <a:pt x="585456" y="1412237"/>
                </a:lnTo>
                <a:lnTo>
                  <a:pt x="600049" y="1418267"/>
                </a:lnTo>
                <a:lnTo>
                  <a:pt x="628917" y="1429376"/>
                </a:lnTo>
                <a:lnTo>
                  <a:pt x="645413" y="1435406"/>
                </a:lnTo>
                <a:lnTo>
                  <a:pt x="661592" y="1441119"/>
                </a:lnTo>
                <a:lnTo>
                  <a:pt x="677771" y="1446197"/>
                </a:lnTo>
                <a:lnTo>
                  <a:pt x="693315" y="1451276"/>
                </a:lnTo>
                <a:lnTo>
                  <a:pt x="708542" y="1455719"/>
                </a:lnTo>
                <a:lnTo>
                  <a:pt x="723770" y="1459528"/>
                </a:lnTo>
                <a:lnTo>
                  <a:pt x="738997" y="1463336"/>
                </a:lnTo>
                <a:lnTo>
                  <a:pt x="753590" y="1466510"/>
                </a:lnTo>
                <a:lnTo>
                  <a:pt x="767865" y="1469366"/>
                </a:lnTo>
                <a:lnTo>
                  <a:pt x="781823" y="1471906"/>
                </a:lnTo>
                <a:lnTo>
                  <a:pt x="796099" y="1474127"/>
                </a:lnTo>
                <a:lnTo>
                  <a:pt x="810057" y="1475714"/>
                </a:lnTo>
                <a:lnTo>
                  <a:pt x="823381" y="1477301"/>
                </a:lnTo>
                <a:lnTo>
                  <a:pt x="836705" y="1478571"/>
                </a:lnTo>
                <a:lnTo>
                  <a:pt x="850346" y="1479205"/>
                </a:lnTo>
                <a:lnTo>
                  <a:pt x="863352" y="1479523"/>
                </a:lnTo>
                <a:lnTo>
                  <a:pt x="873187" y="1479205"/>
                </a:lnTo>
                <a:lnTo>
                  <a:pt x="882704" y="1478888"/>
                </a:lnTo>
                <a:lnTo>
                  <a:pt x="892221" y="1478253"/>
                </a:lnTo>
                <a:lnTo>
                  <a:pt x="902055" y="1476984"/>
                </a:lnTo>
                <a:lnTo>
                  <a:pt x="911255" y="1476032"/>
                </a:lnTo>
                <a:lnTo>
                  <a:pt x="920454" y="1474762"/>
                </a:lnTo>
                <a:lnTo>
                  <a:pt x="929337" y="1473175"/>
                </a:lnTo>
                <a:lnTo>
                  <a:pt x="938219" y="1471271"/>
                </a:lnTo>
                <a:lnTo>
                  <a:pt x="946150" y="1469684"/>
                </a:lnTo>
                <a:lnTo>
                  <a:pt x="946150" y="1523322"/>
                </a:lnTo>
                <a:lnTo>
                  <a:pt x="946150" y="1782943"/>
                </a:lnTo>
                <a:lnTo>
                  <a:pt x="946150" y="2990912"/>
                </a:lnTo>
                <a:lnTo>
                  <a:pt x="945833" y="2999799"/>
                </a:lnTo>
                <a:lnTo>
                  <a:pt x="945199" y="3008686"/>
                </a:lnTo>
                <a:lnTo>
                  <a:pt x="944247" y="3017255"/>
                </a:lnTo>
                <a:lnTo>
                  <a:pt x="942661" y="3026142"/>
                </a:lnTo>
                <a:lnTo>
                  <a:pt x="940757" y="3034394"/>
                </a:lnTo>
                <a:lnTo>
                  <a:pt x="938537" y="3042329"/>
                </a:lnTo>
                <a:lnTo>
                  <a:pt x="935682" y="3050581"/>
                </a:lnTo>
                <a:lnTo>
                  <a:pt x="932826" y="3058198"/>
                </a:lnTo>
                <a:lnTo>
                  <a:pt x="929337" y="3065815"/>
                </a:lnTo>
                <a:lnTo>
                  <a:pt x="925530" y="3073432"/>
                </a:lnTo>
                <a:lnTo>
                  <a:pt x="921406" y="3080415"/>
                </a:lnTo>
                <a:lnTo>
                  <a:pt x="916965" y="3087715"/>
                </a:lnTo>
                <a:lnTo>
                  <a:pt x="912206" y="3094380"/>
                </a:lnTo>
                <a:lnTo>
                  <a:pt x="906813" y="3101045"/>
                </a:lnTo>
                <a:lnTo>
                  <a:pt x="901420" y="3107393"/>
                </a:lnTo>
                <a:lnTo>
                  <a:pt x="896027" y="3113106"/>
                </a:lnTo>
                <a:lnTo>
                  <a:pt x="889683" y="3118818"/>
                </a:lnTo>
                <a:lnTo>
                  <a:pt x="883338" y="3124214"/>
                </a:lnTo>
                <a:lnTo>
                  <a:pt x="876993" y="3129292"/>
                </a:lnTo>
                <a:lnTo>
                  <a:pt x="870014" y="3134053"/>
                </a:lnTo>
                <a:lnTo>
                  <a:pt x="863035" y="3139131"/>
                </a:lnTo>
                <a:lnTo>
                  <a:pt x="856056" y="3143257"/>
                </a:lnTo>
                <a:lnTo>
                  <a:pt x="848442" y="3147066"/>
                </a:lnTo>
                <a:lnTo>
                  <a:pt x="840829" y="3150240"/>
                </a:lnTo>
                <a:lnTo>
                  <a:pt x="832898" y="3153413"/>
                </a:lnTo>
                <a:lnTo>
                  <a:pt x="824967" y="3156270"/>
                </a:lnTo>
                <a:lnTo>
                  <a:pt x="816719" y="3158492"/>
                </a:lnTo>
                <a:lnTo>
                  <a:pt x="808471" y="3160396"/>
                </a:lnTo>
                <a:lnTo>
                  <a:pt x="799906" y="3161983"/>
                </a:lnTo>
                <a:lnTo>
                  <a:pt x="791340" y="3162935"/>
                </a:lnTo>
                <a:lnTo>
                  <a:pt x="782141" y="3163570"/>
                </a:lnTo>
                <a:lnTo>
                  <a:pt x="773575" y="3163887"/>
                </a:lnTo>
                <a:lnTo>
                  <a:pt x="764693" y="3163570"/>
                </a:lnTo>
                <a:lnTo>
                  <a:pt x="755810" y="3162935"/>
                </a:lnTo>
                <a:lnTo>
                  <a:pt x="747245" y="3161983"/>
                </a:lnTo>
                <a:lnTo>
                  <a:pt x="738680" y="3160396"/>
                </a:lnTo>
                <a:lnTo>
                  <a:pt x="730431" y="3158492"/>
                </a:lnTo>
                <a:lnTo>
                  <a:pt x="721866" y="3156270"/>
                </a:lnTo>
                <a:lnTo>
                  <a:pt x="713935" y="3153413"/>
                </a:lnTo>
                <a:lnTo>
                  <a:pt x="706322" y="3150240"/>
                </a:lnTo>
                <a:lnTo>
                  <a:pt x="698708" y="3147066"/>
                </a:lnTo>
                <a:lnTo>
                  <a:pt x="691095" y="3143257"/>
                </a:lnTo>
                <a:lnTo>
                  <a:pt x="684115" y="3139131"/>
                </a:lnTo>
                <a:lnTo>
                  <a:pt x="677136" y="3134053"/>
                </a:lnTo>
                <a:lnTo>
                  <a:pt x="669840" y="3129292"/>
                </a:lnTo>
                <a:lnTo>
                  <a:pt x="663495" y="3124214"/>
                </a:lnTo>
                <a:lnTo>
                  <a:pt x="657151" y="3118818"/>
                </a:lnTo>
                <a:lnTo>
                  <a:pt x="651440" y="3113106"/>
                </a:lnTo>
                <a:lnTo>
                  <a:pt x="645730" y="3107393"/>
                </a:lnTo>
                <a:lnTo>
                  <a:pt x="640337" y="3101045"/>
                </a:lnTo>
                <a:lnTo>
                  <a:pt x="635261" y="3094380"/>
                </a:lnTo>
                <a:lnTo>
                  <a:pt x="630186" y="3087715"/>
                </a:lnTo>
                <a:lnTo>
                  <a:pt x="625744" y="3080415"/>
                </a:lnTo>
                <a:lnTo>
                  <a:pt x="621620" y="3073432"/>
                </a:lnTo>
                <a:lnTo>
                  <a:pt x="617814" y="3065815"/>
                </a:lnTo>
                <a:lnTo>
                  <a:pt x="614007" y="3058198"/>
                </a:lnTo>
                <a:lnTo>
                  <a:pt x="611152" y="3050581"/>
                </a:lnTo>
                <a:lnTo>
                  <a:pt x="608297" y="3042329"/>
                </a:lnTo>
                <a:lnTo>
                  <a:pt x="606076" y="3034394"/>
                </a:lnTo>
                <a:lnTo>
                  <a:pt x="604173" y="3026142"/>
                </a:lnTo>
                <a:lnTo>
                  <a:pt x="602586" y="3017255"/>
                </a:lnTo>
                <a:lnTo>
                  <a:pt x="601635" y="3008686"/>
                </a:lnTo>
                <a:lnTo>
                  <a:pt x="601000" y="2999799"/>
                </a:lnTo>
                <a:lnTo>
                  <a:pt x="600683" y="2990912"/>
                </a:lnTo>
                <a:lnTo>
                  <a:pt x="600683" y="1891172"/>
                </a:lnTo>
                <a:lnTo>
                  <a:pt x="535967" y="1891172"/>
                </a:lnTo>
                <a:lnTo>
                  <a:pt x="535967" y="2990912"/>
                </a:lnTo>
                <a:lnTo>
                  <a:pt x="535650" y="2999799"/>
                </a:lnTo>
                <a:lnTo>
                  <a:pt x="535016" y="3008686"/>
                </a:lnTo>
                <a:lnTo>
                  <a:pt x="534064" y="3017255"/>
                </a:lnTo>
                <a:lnTo>
                  <a:pt x="532478" y="3026142"/>
                </a:lnTo>
                <a:lnTo>
                  <a:pt x="530574" y="3034394"/>
                </a:lnTo>
                <a:lnTo>
                  <a:pt x="528037" y="3042329"/>
                </a:lnTo>
                <a:lnTo>
                  <a:pt x="525499" y="3050581"/>
                </a:lnTo>
                <a:lnTo>
                  <a:pt x="522326" y="3058198"/>
                </a:lnTo>
                <a:lnTo>
                  <a:pt x="518837" y="3065815"/>
                </a:lnTo>
                <a:lnTo>
                  <a:pt x="515030" y="3073432"/>
                </a:lnTo>
                <a:lnTo>
                  <a:pt x="510906" y="3080415"/>
                </a:lnTo>
                <a:lnTo>
                  <a:pt x="506147" y="3087715"/>
                </a:lnTo>
                <a:lnTo>
                  <a:pt x="501389" y="3094380"/>
                </a:lnTo>
                <a:lnTo>
                  <a:pt x="496313" y="3101045"/>
                </a:lnTo>
                <a:lnTo>
                  <a:pt x="490920" y="3107393"/>
                </a:lnTo>
                <a:lnTo>
                  <a:pt x="485210" y="3113106"/>
                </a:lnTo>
                <a:lnTo>
                  <a:pt x="479183" y="3118818"/>
                </a:lnTo>
                <a:lnTo>
                  <a:pt x="473155" y="3124214"/>
                </a:lnTo>
                <a:lnTo>
                  <a:pt x="466493" y="3129292"/>
                </a:lnTo>
                <a:lnTo>
                  <a:pt x="459831" y="3134053"/>
                </a:lnTo>
                <a:lnTo>
                  <a:pt x="452852" y="3139131"/>
                </a:lnTo>
                <a:lnTo>
                  <a:pt x="445239" y="3143257"/>
                </a:lnTo>
                <a:lnTo>
                  <a:pt x="437942" y="3147066"/>
                </a:lnTo>
                <a:lnTo>
                  <a:pt x="430329" y="3150240"/>
                </a:lnTo>
                <a:lnTo>
                  <a:pt x="422398" y="3153413"/>
                </a:lnTo>
                <a:lnTo>
                  <a:pt x="414467" y="3156270"/>
                </a:lnTo>
                <a:lnTo>
                  <a:pt x="406536" y="3158492"/>
                </a:lnTo>
                <a:lnTo>
                  <a:pt x="397971" y="3160396"/>
                </a:lnTo>
                <a:lnTo>
                  <a:pt x="389406" y="3161983"/>
                </a:lnTo>
                <a:lnTo>
                  <a:pt x="380840" y="3162935"/>
                </a:lnTo>
                <a:lnTo>
                  <a:pt x="371958" y="3163570"/>
                </a:lnTo>
                <a:lnTo>
                  <a:pt x="363075" y="3163887"/>
                </a:lnTo>
                <a:lnTo>
                  <a:pt x="354193" y="3163570"/>
                </a:lnTo>
                <a:lnTo>
                  <a:pt x="345627" y="3162935"/>
                </a:lnTo>
                <a:lnTo>
                  <a:pt x="336745" y="3161983"/>
                </a:lnTo>
                <a:lnTo>
                  <a:pt x="328180" y="3160396"/>
                </a:lnTo>
                <a:lnTo>
                  <a:pt x="319931" y="3158492"/>
                </a:lnTo>
                <a:lnTo>
                  <a:pt x="311683" y="3156270"/>
                </a:lnTo>
                <a:lnTo>
                  <a:pt x="303753" y="3153413"/>
                </a:lnTo>
                <a:lnTo>
                  <a:pt x="295822" y="3150240"/>
                </a:lnTo>
                <a:lnTo>
                  <a:pt x="288208" y="3147066"/>
                </a:lnTo>
                <a:lnTo>
                  <a:pt x="280595" y="3143257"/>
                </a:lnTo>
                <a:lnTo>
                  <a:pt x="273298" y="3139131"/>
                </a:lnTo>
                <a:lnTo>
                  <a:pt x="266319" y="3134053"/>
                </a:lnTo>
                <a:lnTo>
                  <a:pt x="259657" y="3129292"/>
                </a:lnTo>
                <a:lnTo>
                  <a:pt x="253312" y="3124214"/>
                </a:lnTo>
                <a:lnTo>
                  <a:pt x="246968" y="3118818"/>
                </a:lnTo>
                <a:lnTo>
                  <a:pt x="240940" y="3113106"/>
                </a:lnTo>
                <a:lnTo>
                  <a:pt x="235230" y="3107393"/>
                </a:lnTo>
                <a:lnTo>
                  <a:pt x="229520" y="3101045"/>
                </a:lnTo>
                <a:lnTo>
                  <a:pt x="224444" y="3094380"/>
                </a:lnTo>
                <a:lnTo>
                  <a:pt x="219686" y="3087715"/>
                </a:lnTo>
                <a:lnTo>
                  <a:pt x="215244" y="3080415"/>
                </a:lnTo>
                <a:lnTo>
                  <a:pt x="211120" y="3073432"/>
                </a:lnTo>
                <a:lnTo>
                  <a:pt x="207314" y="3065815"/>
                </a:lnTo>
                <a:lnTo>
                  <a:pt x="203824" y="3058198"/>
                </a:lnTo>
                <a:lnTo>
                  <a:pt x="200652" y="3050581"/>
                </a:lnTo>
                <a:lnTo>
                  <a:pt x="198114" y="3042329"/>
                </a:lnTo>
                <a:lnTo>
                  <a:pt x="195893" y="3034394"/>
                </a:lnTo>
                <a:lnTo>
                  <a:pt x="193990" y="3026142"/>
                </a:lnTo>
                <a:lnTo>
                  <a:pt x="192404" y="3017255"/>
                </a:lnTo>
                <a:lnTo>
                  <a:pt x="191135" y="3008686"/>
                </a:lnTo>
                <a:lnTo>
                  <a:pt x="190500" y="2999799"/>
                </a:lnTo>
                <a:lnTo>
                  <a:pt x="190500" y="2990912"/>
                </a:lnTo>
                <a:lnTo>
                  <a:pt x="190500" y="1782943"/>
                </a:lnTo>
                <a:lnTo>
                  <a:pt x="190500" y="1523322"/>
                </a:lnTo>
                <a:lnTo>
                  <a:pt x="190500" y="1469684"/>
                </a:lnTo>
                <a:lnTo>
                  <a:pt x="198114" y="1471271"/>
                </a:lnTo>
                <a:lnTo>
                  <a:pt x="206996" y="1473175"/>
                </a:lnTo>
                <a:lnTo>
                  <a:pt x="216196" y="1474762"/>
                </a:lnTo>
                <a:lnTo>
                  <a:pt x="225396" y="1476032"/>
                </a:lnTo>
                <a:lnTo>
                  <a:pt x="234913" y="1476984"/>
                </a:lnTo>
                <a:lnTo>
                  <a:pt x="244113" y="1478253"/>
                </a:lnTo>
                <a:lnTo>
                  <a:pt x="253630" y="1478888"/>
                </a:lnTo>
                <a:lnTo>
                  <a:pt x="263147" y="1479205"/>
                </a:lnTo>
                <a:lnTo>
                  <a:pt x="272981" y="1479205"/>
                </a:lnTo>
                <a:lnTo>
                  <a:pt x="285988" y="1479205"/>
                </a:lnTo>
                <a:lnTo>
                  <a:pt x="299629" y="1478571"/>
                </a:lnTo>
                <a:lnTo>
                  <a:pt x="312952" y="1477301"/>
                </a:lnTo>
                <a:lnTo>
                  <a:pt x="326593" y="1475714"/>
                </a:lnTo>
                <a:lnTo>
                  <a:pt x="340234" y="1474127"/>
                </a:lnTo>
                <a:lnTo>
                  <a:pt x="354510" y="1471906"/>
                </a:lnTo>
                <a:lnTo>
                  <a:pt x="368468" y="1469366"/>
                </a:lnTo>
                <a:lnTo>
                  <a:pt x="383061" y="1466510"/>
                </a:lnTo>
                <a:lnTo>
                  <a:pt x="397971" y="1463336"/>
                </a:lnTo>
                <a:lnTo>
                  <a:pt x="412564" y="1459528"/>
                </a:lnTo>
                <a:lnTo>
                  <a:pt x="427791" y="1455402"/>
                </a:lnTo>
                <a:lnTo>
                  <a:pt x="443018" y="1450958"/>
                </a:lnTo>
                <a:lnTo>
                  <a:pt x="459197" y="1446197"/>
                </a:lnTo>
                <a:lnTo>
                  <a:pt x="475059" y="1441119"/>
                </a:lnTo>
                <a:lnTo>
                  <a:pt x="491238" y="1435406"/>
                </a:lnTo>
                <a:lnTo>
                  <a:pt x="508051" y="1429376"/>
                </a:lnTo>
                <a:lnTo>
                  <a:pt x="536285" y="1417950"/>
                </a:lnTo>
                <a:lnTo>
                  <a:pt x="550877" y="1412237"/>
                </a:lnTo>
                <a:lnTo>
                  <a:pt x="566105" y="1405889"/>
                </a:lnTo>
                <a:lnTo>
                  <a:pt x="568325" y="1404937"/>
                </a:lnTo>
                <a:close/>
                <a:moveTo>
                  <a:pt x="243290" y="952500"/>
                </a:moveTo>
                <a:lnTo>
                  <a:pt x="250280" y="952500"/>
                </a:lnTo>
                <a:lnTo>
                  <a:pt x="257271" y="952817"/>
                </a:lnTo>
                <a:lnTo>
                  <a:pt x="264261" y="953452"/>
                </a:lnTo>
                <a:lnTo>
                  <a:pt x="271252" y="954720"/>
                </a:lnTo>
                <a:lnTo>
                  <a:pt x="278242" y="956623"/>
                </a:lnTo>
                <a:lnTo>
                  <a:pt x="285233" y="958525"/>
                </a:lnTo>
                <a:lnTo>
                  <a:pt x="292541" y="961379"/>
                </a:lnTo>
                <a:lnTo>
                  <a:pt x="299214" y="964550"/>
                </a:lnTo>
                <a:lnTo>
                  <a:pt x="304934" y="967404"/>
                </a:lnTo>
                <a:lnTo>
                  <a:pt x="310335" y="970893"/>
                </a:lnTo>
                <a:lnTo>
                  <a:pt x="341475" y="991505"/>
                </a:lnTo>
                <a:lnTo>
                  <a:pt x="371979" y="1010849"/>
                </a:lnTo>
                <a:lnTo>
                  <a:pt x="401848" y="1029558"/>
                </a:lnTo>
                <a:lnTo>
                  <a:pt x="430763" y="1047634"/>
                </a:lnTo>
                <a:lnTo>
                  <a:pt x="459361" y="1064441"/>
                </a:lnTo>
                <a:lnTo>
                  <a:pt x="486687" y="1080296"/>
                </a:lnTo>
                <a:lnTo>
                  <a:pt x="513061" y="1095518"/>
                </a:lnTo>
                <a:lnTo>
                  <a:pt x="538163" y="1109470"/>
                </a:lnTo>
                <a:lnTo>
                  <a:pt x="517192" y="1119935"/>
                </a:lnTo>
                <a:lnTo>
                  <a:pt x="496538" y="1129766"/>
                </a:lnTo>
                <a:lnTo>
                  <a:pt x="495267" y="1130400"/>
                </a:lnTo>
                <a:lnTo>
                  <a:pt x="474931" y="1139596"/>
                </a:lnTo>
                <a:lnTo>
                  <a:pt x="455230" y="1148792"/>
                </a:lnTo>
                <a:lnTo>
                  <a:pt x="436483" y="1156403"/>
                </a:lnTo>
                <a:lnTo>
                  <a:pt x="430763" y="1158623"/>
                </a:lnTo>
                <a:lnTo>
                  <a:pt x="415511" y="1164331"/>
                </a:lnTo>
                <a:lnTo>
                  <a:pt x="409792" y="1166551"/>
                </a:lnTo>
                <a:lnTo>
                  <a:pt x="388502" y="1173844"/>
                </a:lnTo>
                <a:lnTo>
                  <a:pt x="384371" y="1175430"/>
                </a:lnTo>
                <a:lnTo>
                  <a:pt x="366260" y="1181455"/>
                </a:lnTo>
                <a:lnTo>
                  <a:pt x="359905" y="1183675"/>
                </a:lnTo>
                <a:lnTo>
                  <a:pt x="341793" y="1189383"/>
                </a:lnTo>
                <a:lnTo>
                  <a:pt x="337344" y="1190968"/>
                </a:lnTo>
                <a:lnTo>
                  <a:pt x="315737" y="1197627"/>
                </a:lnTo>
                <a:lnTo>
                  <a:pt x="310971" y="1198896"/>
                </a:lnTo>
                <a:lnTo>
                  <a:pt x="294448" y="1204287"/>
                </a:lnTo>
                <a:lnTo>
                  <a:pt x="289046" y="1205872"/>
                </a:lnTo>
                <a:lnTo>
                  <a:pt x="270934" y="1210946"/>
                </a:lnTo>
                <a:lnTo>
                  <a:pt x="269981" y="1211263"/>
                </a:lnTo>
                <a:lnTo>
                  <a:pt x="223907" y="1181772"/>
                </a:lnTo>
                <a:lnTo>
                  <a:pt x="214374" y="1175430"/>
                </a:lnTo>
                <a:lnTo>
                  <a:pt x="189590" y="1159257"/>
                </a:lnTo>
                <a:lnTo>
                  <a:pt x="186412" y="1157354"/>
                </a:lnTo>
                <a:lnTo>
                  <a:pt x="181646" y="1153866"/>
                </a:lnTo>
                <a:lnTo>
                  <a:pt x="177197" y="1150378"/>
                </a:lnTo>
                <a:lnTo>
                  <a:pt x="172749" y="1146890"/>
                </a:lnTo>
                <a:lnTo>
                  <a:pt x="168618" y="1142767"/>
                </a:lnTo>
                <a:lnTo>
                  <a:pt x="164805" y="1138645"/>
                </a:lnTo>
                <a:lnTo>
                  <a:pt x="161310" y="1134522"/>
                </a:lnTo>
                <a:lnTo>
                  <a:pt x="157815" y="1130083"/>
                </a:lnTo>
                <a:lnTo>
                  <a:pt x="154955" y="1125643"/>
                </a:lnTo>
                <a:lnTo>
                  <a:pt x="152095" y="1121204"/>
                </a:lnTo>
                <a:lnTo>
                  <a:pt x="149235" y="1116447"/>
                </a:lnTo>
                <a:lnTo>
                  <a:pt x="147011" y="1111690"/>
                </a:lnTo>
                <a:lnTo>
                  <a:pt x="144787" y="1106616"/>
                </a:lnTo>
                <a:lnTo>
                  <a:pt x="142880" y="1101860"/>
                </a:lnTo>
                <a:lnTo>
                  <a:pt x="141292" y="1096786"/>
                </a:lnTo>
                <a:lnTo>
                  <a:pt x="139703" y="1091712"/>
                </a:lnTo>
                <a:lnTo>
                  <a:pt x="138750" y="1086004"/>
                </a:lnTo>
                <a:lnTo>
                  <a:pt x="137796" y="1080930"/>
                </a:lnTo>
                <a:lnTo>
                  <a:pt x="136843" y="1075540"/>
                </a:lnTo>
                <a:lnTo>
                  <a:pt x="136525" y="1070149"/>
                </a:lnTo>
                <a:lnTo>
                  <a:pt x="136525" y="1064758"/>
                </a:lnTo>
                <a:lnTo>
                  <a:pt x="136525" y="1059367"/>
                </a:lnTo>
                <a:lnTo>
                  <a:pt x="136843" y="1053976"/>
                </a:lnTo>
                <a:lnTo>
                  <a:pt x="137479" y="1048902"/>
                </a:lnTo>
                <a:lnTo>
                  <a:pt x="138432" y="1043511"/>
                </a:lnTo>
                <a:lnTo>
                  <a:pt x="139385" y="1038120"/>
                </a:lnTo>
                <a:lnTo>
                  <a:pt x="140974" y="1032412"/>
                </a:lnTo>
                <a:lnTo>
                  <a:pt x="142563" y="1027339"/>
                </a:lnTo>
                <a:lnTo>
                  <a:pt x="144469" y="1022265"/>
                </a:lnTo>
                <a:lnTo>
                  <a:pt x="146693" y="1017191"/>
                </a:lnTo>
                <a:lnTo>
                  <a:pt x="149235" y="1012117"/>
                </a:lnTo>
                <a:lnTo>
                  <a:pt x="152095" y="1007043"/>
                </a:lnTo>
                <a:lnTo>
                  <a:pt x="154955" y="1002287"/>
                </a:lnTo>
                <a:lnTo>
                  <a:pt x="158450" y="997213"/>
                </a:lnTo>
                <a:lnTo>
                  <a:pt x="162263" y="992456"/>
                </a:lnTo>
                <a:lnTo>
                  <a:pt x="166394" y="988017"/>
                </a:lnTo>
                <a:lnTo>
                  <a:pt x="170525" y="983894"/>
                </a:lnTo>
                <a:lnTo>
                  <a:pt x="174973" y="979772"/>
                </a:lnTo>
                <a:lnTo>
                  <a:pt x="179739" y="975649"/>
                </a:lnTo>
                <a:lnTo>
                  <a:pt x="184506" y="972161"/>
                </a:lnTo>
                <a:lnTo>
                  <a:pt x="189590" y="968990"/>
                </a:lnTo>
                <a:lnTo>
                  <a:pt x="195627" y="965502"/>
                </a:lnTo>
                <a:lnTo>
                  <a:pt x="201982" y="962331"/>
                </a:lnTo>
                <a:lnTo>
                  <a:pt x="208337" y="959794"/>
                </a:lnTo>
                <a:lnTo>
                  <a:pt x="215010" y="957574"/>
                </a:lnTo>
                <a:lnTo>
                  <a:pt x="222000" y="955671"/>
                </a:lnTo>
                <a:lnTo>
                  <a:pt x="228991" y="954086"/>
                </a:lnTo>
                <a:lnTo>
                  <a:pt x="235981" y="953134"/>
                </a:lnTo>
                <a:lnTo>
                  <a:pt x="243290" y="952500"/>
                </a:lnTo>
                <a:close/>
                <a:moveTo>
                  <a:pt x="297415" y="717550"/>
                </a:moveTo>
                <a:lnTo>
                  <a:pt x="837966" y="717550"/>
                </a:lnTo>
                <a:lnTo>
                  <a:pt x="843362" y="717868"/>
                </a:lnTo>
                <a:lnTo>
                  <a:pt x="848758" y="718186"/>
                </a:lnTo>
                <a:lnTo>
                  <a:pt x="854154" y="718821"/>
                </a:lnTo>
                <a:lnTo>
                  <a:pt x="859233" y="719774"/>
                </a:lnTo>
                <a:lnTo>
                  <a:pt x="864629" y="721044"/>
                </a:lnTo>
                <a:lnTo>
                  <a:pt x="869707" y="722632"/>
                </a:lnTo>
                <a:lnTo>
                  <a:pt x="874468" y="724221"/>
                </a:lnTo>
                <a:lnTo>
                  <a:pt x="879547" y="726126"/>
                </a:lnTo>
                <a:lnTo>
                  <a:pt x="884943" y="727715"/>
                </a:lnTo>
                <a:lnTo>
                  <a:pt x="890656" y="729620"/>
                </a:lnTo>
                <a:lnTo>
                  <a:pt x="901131" y="733432"/>
                </a:lnTo>
                <a:lnTo>
                  <a:pt x="910971" y="737879"/>
                </a:lnTo>
                <a:lnTo>
                  <a:pt x="920176" y="742326"/>
                </a:lnTo>
                <a:lnTo>
                  <a:pt x="928111" y="747091"/>
                </a:lnTo>
                <a:lnTo>
                  <a:pt x="935729" y="751855"/>
                </a:lnTo>
                <a:lnTo>
                  <a:pt x="943347" y="756937"/>
                </a:lnTo>
                <a:lnTo>
                  <a:pt x="950647" y="762337"/>
                </a:lnTo>
                <a:lnTo>
                  <a:pt x="957313" y="767737"/>
                </a:lnTo>
                <a:lnTo>
                  <a:pt x="963661" y="773454"/>
                </a:lnTo>
                <a:lnTo>
                  <a:pt x="970009" y="778854"/>
                </a:lnTo>
                <a:lnTo>
                  <a:pt x="976040" y="784572"/>
                </a:lnTo>
                <a:lnTo>
                  <a:pt x="987467" y="796642"/>
                </a:lnTo>
                <a:lnTo>
                  <a:pt x="998576" y="809030"/>
                </a:lnTo>
                <a:lnTo>
                  <a:pt x="1009368" y="822053"/>
                </a:lnTo>
                <a:lnTo>
                  <a:pt x="1019525" y="835394"/>
                </a:lnTo>
                <a:lnTo>
                  <a:pt x="1029048" y="849370"/>
                </a:lnTo>
                <a:lnTo>
                  <a:pt x="1038253" y="863346"/>
                </a:lnTo>
                <a:lnTo>
                  <a:pt x="1047458" y="878592"/>
                </a:lnTo>
                <a:lnTo>
                  <a:pt x="1056028" y="893521"/>
                </a:lnTo>
                <a:lnTo>
                  <a:pt x="1062693" y="905592"/>
                </a:lnTo>
                <a:lnTo>
                  <a:pt x="1069042" y="917980"/>
                </a:lnTo>
                <a:lnTo>
                  <a:pt x="1075072" y="930685"/>
                </a:lnTo>
                <a:lnTo>
                  <a:pt x="1080786" y="943391"/>
                </a:lnTo>
                <a:lnTo>
                  <a:pt x="1086499" y="956414"/>
                </a:lnTo>
                <a:lnTo>
                  <a:pt x="1091895" y="969437"/>
                </a:lnTo>
                <a:lnTo>
                  <a:pt x="1096974" y="983095"/>
                </a:lnTo>
                <a:lnTo>
                  <a:pt x="1102052" y="996436"/>
                </a:lnTo>
                <a:lnTo>
                  <a:pt x="1105544" y="1006918"/>
                </a:lnTo>
                <a:lnTo>
                  <a:pt x="1109035" y="1017400"/>
                </a:lnTo>
                <a:lnTo>
                  <a:pt x="1112210" y="1028200"/>
                </a:lnTo>
                <a:lnTo>
                  <a:pt x="1115701" y="1039317"/>
                </a:lnTo>
                <a:lnTo>
                  <a:pt x="1118558" y="1050117"/>
                </a:lnTo>
                <a:lnTo>
                  <a:pt x="1121097" y="1060916"/>
                </a:lnTo>
                <a:lnTo>
                  <a:pt x="1123636" y="1072034"/>
                </a:lnTo>
                <a:lnTo>
                  <a:pt x="1125858" y="1083151"/>
                </a:lnTo>
                <a:lnTo>
                  <a:pt x="1127763" y="1094586"/>
                </a:lnTo>
                <a:lnTo>
                  <a:pt x="1129667" y="1105703"/>
                </a:lnTo>
                <a:lnTo>
                  <a:pt x="1131254" y="1116821"/>
                </a:lnTo>
                <a:lnTo>
                  <a:pt x="1132524" y="1128256"/>
                </a:lnTo>
                <a:lnTo>
                  <a:pt x="1133476" y="1139690"/>
                </a:lnTo>
                <a:lnTo>
                  <a:pt x="1134428" y="1151443"/>
                </a:lnTo>
                <a:lnTo>
                  <a:pt x="1134746" y="1162878"/>
                </a:lnTo>
                <a:lnTo>
                  <a:pt x="1135063" y="1174313"/>
                </a:lnTo>
                <a:lnTo>
                  <a:pt x="1135063" y="1183207"/>
                </a:lnTo>
                <a:lnTo>
                  <a:pt x="1134746" y="1191783"/>
                </a:lnTo>
                <a:lnTo>
                  <a:pt x="1134111" y="1200995"/>
                </a:lnTo>
                <a:lnTo>
                  <a:pt x="1133476" y="1209888"/>
                </a:lnTo>
                <a:lnTo>
                  <a:pt x="1132524" y="1218782"/>
                </a:lnTo>
                <a:lnTo>
                  <a:pt x="1131254" y="1227994"/>
                </a:lnTo>
                <a:lnTo>
                  <a:pt x="1129985" y="1236888"/>
                </a:lnTo>
                <a:lnTo>
                  <a:pt x="1128080" y="1245781"/>
                </a:lnTo>
                <a:lnTo>
                  <a:pt x="1126176" y="1254675"/>
                </a:lnTo>
                <a:lnTo>
                  <a:pt x="1123954" y="1264204"/>
                </a:lnTo>
                <a:lnTo>
                  <a:pt x="1121097" y="1273098"/>
                </a:lnTo>
                <a:lnTo>
                  <a:pt x="1118240" y="1281992"/>
                </a:lnTo>
                <a:lnTo>
                  <a:pt x="1115066" y="1291204"/>
                </a:lnTo>
                <a:lnTo>
                  <a:pt x="1111257" y="1300097"/>
                </a:lnTo>
                <a:lnTo>
                  <a:pt x="1107131" y="1308991"/>
                </a:lnTo>
                <a:lnTo>
                  <a:pt x="1102687" y="1318203"/>
                </a:lnTo>
                <a:lnTo>
                  <a:pt x="1098243" y="1326779"/>
                </a:lnTo>
                <a:lnTo>
                  <a:pt x="1092847" y="1335673"/>
                </a:lnTo>
                <a:lnTo>
                  <a:pt x="1087451" y="1343931"/>
                </a:lnTo>
                <a:lnTo>
                  <a:pt x="1081421" y="1352508"/>
                </a:lnTo>
                <a:lnTo>
                  <a:pt x="1074755" y="1360449"/>
                </a:lnTo>
                <a:lnTo>
                  <a:pt x="1068089" y="1368707"/>
                </a:lnTo>
                <a:lnTo>
                  <a:pt x="1060789" y="1376330"/>
                </a:lnTo>
                <a:lnTo>
                  <a:pt x="1052854" y="1383636"/>
                </a:lnTo>
                <a:lnTo>
                  <a:pt x="1044918" y="1390942"/>
                </a:lnTo>
                <a:lnTo>
                  <a:pt x="1036348" y="1397612"/>
                </a:lnTo>
                <a:lnTo>
                  <a:pt x="1027778" y="1403965"/>
                </a:lnTo>
                <a:lnTo>
                  <a:pt x="1018891" y="1410000"/>
                </a:lnTo>
                <a:lnTo>
                  <a:pt x="1009368" y="1415400"/>
                </a:lnTo>
                <a:lnTo>
                  <a:pt x="999529" y="1420800"/>
                </a:lnTo>
                <a:lnTo>
                  <a:pt x="989689" y="1425882"/>
                </a:lnTo>
                <a:lnTo>
                  <a:pt x="979532" y="1430011"/>
                </a:lnTo>
                <a:lnTo>
                  <a:pt x="971279" y="1433188"/>
                </a:lnTo>
                <a:lnTo>
                  <a:pt x="963026" y="1436046"/>
                </a:lnTo>
                <a:lnTo>
                  <a:pt x="954456" y="1438587"/>
                </a:lnTo>
                <a:lnTo>
                  <a:pt x="945569" y="1440811"/>
                </a:lnTo>
                <a:lnTo>
                  <a:pt x="936364" y="1443034"/>
                </a:lnTo>
                <a:lnTo>
                  <a:pt x="926841" y="1444940"/>
                </a:lnTo>
                <a:lnTo>
                  <a:pt x="911288" y="1447481"/>
                </a:lnTo>
                <a:lnTo>
                  <a:pt x="895418" y="1449387"/>
                </a:lnTo>
                <a:lnTo>
                  <a:pt x="879230" y="1450658"/>
                </a:lnTo>
                <a:lnTo>
                  <a:pt x="862724" y="1450975"/>
                </a:lnTo>
                <a:lnTo>
                  <a:pt x="850663" y="1450658"/>
                </a:lnTo>
                <a:lnTo>
                  <a:pt x="838284" y="1450022"/>
                </a:lnTo>
                <a:lnTo>
                  <a:pt x="825587" y="1449069"/>
                </a:lnTo>
                <a:lnTo>
                  <a:pt x="812891" y="1447799"/>
                </a:lnTo>
                <a:lnTo>
                  <a:pt x="800194" y="1446211"/>
                </a:lnTo>
                <a:lnTo>
                  <a:pt x="787180" y="1444305"/>
                </a:lnTo>
                <a:lnTo>
                  <a:pt x="773532" y="1442081"/>
                </a:lnTo>
                <a:lnTo>
                  <a:pt x="760518" y="1439540"/>
                </a:lnTo>
                <a:lnTo>
                  <a:pt x="746869" y="1436364"/>
                </a:lnTo>
                <a:lnTo>
                  <a:pt x="733220" y="1433188"/>
                </a:lnTo>
                <a:lnTo>
                  <a:pt x="718937" y="1429376"/>
                </a:lnTo>
                <a:lnTo>
                  <a:pt x="704971" y="1425564"/>
                </a:lnTo>
                <a:lnTo>
                  <a:pt x="690687" y="1420800"/>
                </a:lnTo>
                <a:lnTo>
                  <a:pt x="676086" y="1416035"/>
                </a:lnTo>
                <a:lnTo>
                  <a:pt x="661168" y="1411271"/>
                </a:lnTo>
                <a:lnTo>
                  <a:pt x="645932" y="1405871"/>
                </a:lnTo>
                <a:lnTo>
                  <a:pt x="624666" y="1397612"/>
                </a:lnTo>
                <a:lnTo>
                  <a:pt x="602447" y="1389036"/>
                </a:lnTo>
                <a:lnTo>
                  <a:pt x="621809" y="1380142"/>
                </a:lnTo>
                <a:lnTo>
                  <a:pt x="641171" y="1370613"/>
                </a:lnTo>
                <a:lnTo>
                  <a:pt x="660533" y="1360766"/>
                </a:lnTo>
                <a:lnTo>
                  <a:pt x="680848" y="1350284"/>
                </a:lnTo>
                <a:lnTo>
                  <a:pt x="701162" y="1339802"/>
                </a:lnTo>
                <a:lnTo>
                  <a:pt x="721476" y="1328685"/>
                </a:lnTo>
                <a:lnTo>
                  <a:pt x="742743" y="1317250"/>
                </a:lnTo>
                <a:lnTo>
                  <a:pt x="763692" y="1304862"/>
                </a:lnTo>
                <a:lnTo>
                  <a:pt x="785593" y="1292474"/>
                </a:lnTo>
                <a:lnTo>
                  <a:pt x="807177" y="1279769"/>
                </a:lnTo>
                <a:lnTo>
                  <a:pt x="829396" y="1266428"/>
                </a:lnTo>
                <a:lnTo>
                  <a:pt x="851932" y="1252452"/>
                </a:lnTo>
                <a:lnTo>
                  <a:pt x="874786" y="1238158"/>
                </a:lnTo>
                <a:lnTo>
                  <a:pt x="898274" y="1223547"/>
                </a:lnTo>
                <a:lnTo>
                  <a:pt x="921763" y="1208618"/>
                </a:lnTo>
                <a:lnTo>
                  <a:pt x="945569" y="1192736"/>
                </a:lnTo>
                <a:lnTo>
                  <a:pt x="964296" y="1180666"/>
                </a:lnTo>
                <a:lnTo>
                  <a:pt x="971279" y="1175584"/>
                </a:lnTo>
                <a:lnTo>
                  <a:pt x="977945" y="1170501"/>
                </a:lnTo>
                <a:lnTo>
                  <a:pt x="983975" y="1164784"/>
                </a:lnTo>
                <a:lnTo>
                  <a:pt x="989689" y="1158749"/>
                </a:lnTo>
                <a:lnTo>
                  <a:pt x="995085" y="1152714"/>
                </a:lnTo>
                <a:lnTo>
                  <a:pt x="999846" y="1146361"/>
                </a:lnTo>
                <a:lnTo>
                  <a:pt x="1004925" y="1139373"/>
                </a:lnTo>
                <a:lnTo>
                  <a:pt x="1009051" y="1132385"/>
                </a:lnTo>
                <a:lnTo>
                  <a:pt x="1012542" y="1125079"/>
                </a:lnTo>
                <a:lnTo>
                  <a:pt x="1015717" y="1117773"/>
                </a:lnTo>
                <a:lnTo>
                  <a:pt x="1018573" y="1110468"/>
                </a:lnTo>
                <a:lnTo>
                  <a:pt x="1021113" y="1102845"/>
                </a:lnTo>
                <a:lnTo>
                  <a:pt x="1023017" y="1095221"/>
                </a:lnTo>
                <a:lnTo>
                  <a:pt x="1024604" y="1086963"/>
                </a:lnTo>
                <a:lnTo>
                  <a:pt x="1025556" y="1079022"/>
                </a:lnTo>
                <a:lnTo>
                  <a:pt x="1026191" y="1071081"/>
                </a:lnTo>
                <a:lnTo>
                  <a:pt x="1026509" y="1065681"/>
                </a:lnTo>
                <a:lnTo>
                  <a:pt x="1026509" y="1060281"/>
                </a:lnTo>
                <a:lnTo>
                  <a:pt x="1026191" y="1054881"/>
                </a:lnTo>
                <a:lnTo>
                  <a:pt x="1025874" y="1049481"/>
                </a:lnTo>
                <a:lnTo>
                  <a:pt x="1025239" y="1044082"/>
                </a:lnTo>
                <a:lnTo>
                  <a:pt x="1024287" y="1038682"/>
                </a:lnTo>
                <a:lnTo>
                  <a:pt x="1023017" y="1032964"/>
                </a:lnTo>
                <a:lnTo>
                  <a:pt x="1021747" y="1027564"/>
                </a:lnTo>
                <a:lnTo>
                  <a:pt x="1020478" y="1022482"/>
                </a:lnTo>
                <a:lnTo>
                  <a:pt x="1018573" y="1017082"/>
                </a:lnTo>
                <a:lnTo>
                  <a:pt x="1016669" y="1012000"/>
                </a:lnTo>
                <a:lnTo>
                  <a:pt x="1014447" y="1006600"/>
                </a:lnTo>
                <a:lnTo>
                  <a:pt x="1011908" y="1001518"/>
                </a:lnTo>
                <a:lnTo>
                  <a:pt x="1009368" y="996436"/>
                </a:lnTo>
                <a:lnTo>
                  <a:pt x="1006512" y="991671"/>
                </a:lnTo>
                <a:lnTo>
                  <a:pt x="1003338" y="986589"/>
                </a:lnTo>
                <a:lnTo>
                  <a:pt x="997307" y="978648"/>
                </a:lnTo>
                <a:lnTo>
                  <a:pt x="991276" y="971025"/>
                </a:lnTo>
                <a:lnTo>
                  <a:pt x="984610" y="964355"/>
                </a:lnTo>
                <a:lnTo>
                  <a:pt x="977627" y="957684"/>
                </a:lnTo>
                <a:lnTo>
                  <a:pt x="970327" y="951967"/>
                </a:lnTo>
                <a:lnTo>
                  <a:pt x="962391" y="946567"/>
                </a:lnTo>
                <a:lnTo>
                  <a:pt x="954456" y="941802"/>
                </a:lnTo>
                <a:lnTo>
                  <a:pt x="945569" y="937673"/>
                </a:lnTo>
                <a:lnTo>
                  <a:pt x="938586" y="934497"/>
                </a:lnTo>
                <a:lnTo>
                  <a:pt x="931603" y="931956"/>
                </a:lnTo>
                <a:lnTo>
                  <a:pt x="924619" y="929732"/>
                </a:lnTo>
                <a:lnTo>
                  <a:pt x="917319" y="927826"/>
                </a:lnTo>
                <a:lnTo>
                  <a:pt x="909701" y="926238"/>
                </a:lnTo>
                <a:lnTo>
                  <a:pt x="902083" y="925285"/>
                </a:lnTo>
                <a:lnTo>
                  <a:pt x="894465" y="924650"/>
                </a:lnTo>
                <a:lnTo>
                  <a:pt x="886530" y="924332"/>
                </a:lnTo>
                <a:lnTo>
                  <a:pt x="877643" y="924650"/>
                </a:lnTo>
                <a:lnTo>
                  <a:pt x="868438" y="925603"/>
                </a:lnTo>
                <a:lnTo>
                  <a:pt x="859550" y="926873"/>
                </a:lnTo>
                <a:lnTo>
                  <a:pt x="850980" y="929097"/>
                </a:lnTo>
                <a:lnTo>
                  <a:pt x="842410" y="931638"/>
                </a:lnTo>
                <a:lnTo>
                  <a:pt x="833522" y="935132"/>
                </a:lnTo>
                <a:lnTo>
                  <a:pt x="825270" y="938626"/>
                </a:lnTo>
                <a:lnTo>
                  <a:pt x="817334" y="943073"/>
                </a:lnTo>
                <a:lnTo>
                  <a:pt x="813208" y="945296"/>
                </a:lnTo>
                <a:lnTo>
                  <a:pt x="809399" y="947520"/>
                </a:lnTo>
                <a:lnTo>
                  <a:pt x="776706" y="968802"/>
                </a:lnTo>
                <a:lnTo>
                  <a:pt x="744965" y="989766"/>
                </a:lnTo>
                <a:lnTo>
                  <a:pt x="713541" y="1009141"/>
                </a:lnTo>
                <a:lnTo>
                  <a:pt x="683069" y="1027882"/>
                </a:lnTo>
                <a:lnTo>
                  <a:pt x="653233" y="1045987"/>
                </a:lnTo>
                <a:lnTo>
                  <a:pt x="624031" y="1062505"/>
                </a:lnTo>
                <a:lnTo>
                  <a:pt x="595781" y="1078386"/>
                </a:lnTo>
                <a:lnTo>
                  <a:pt x="568167" y="1093633"/>
                </a:lnTo>
                <a:lnTo>
                  <a:pt x="540552" y="1078386"/>
                </a:lnTo>
                <a:lnTo>
                  <a:pt x="512302" y="1062505"/>
                </a:lnTo>
                <a:lnTo>
                  <a:pt x="482465" y="1045670"/>
                </a:lnTo>
                <a:lnTo>
                  <a:pt x="452311" y="1027564"/>
                </a:lnTo>
                <a:lnTo>
                  <a:pt x="421205" y="1008824"/>
                </a:lnTo>
                <a:lnTo>
                  <a:pt x="389781" y="989130"/>
                </a:lnTo>
                <a:lnTo>
                  <a:pt x="358040" y="968484"/>
                </a:lnTo>
                <a:lnTo>
                  <a:pt x="325664" y="947520"/>
                </a:lnTo>
                <a:lnTo>
                  <a:pt x="321538" y="945296"/>
                </a:lnTo>
                <a:lnTo>
                  <a:pt x="317412" y="943073"/>
                </a:lnTo>
                <a:lnTo>
                  <a:pt x="309476" y="938626"/>
                </a:lnTo>
                <a:lnTo>
                  <a:pt x="301224" y="934814"/>
                </a:lnTo>
                <a:lnTo>
                  <a:pt x="292971" y="931638"/>
                </a:lnTo>
                <a:lnTo>
                  <a:pt x="284083" y="929097"/>
                </a:lnTo>
                <a:lnTo>
                  <a:pt x="275196" y="926873"/>
                </a:lnTo>
                <a:lnTo>
                  <a:pt x="266308" y="925603"/>
                </a:lnTo>
                <a:lnTo>
                  <a:pt x="257421" y="924650"/>
                </a:lnTo>
                <a:lnTo>
                  <a:pt x="248216" y="924332"/>
                </a:lnTo>
                <a:lnTo>
                  <a:pt x="240598" y="924332"/>
                </a:lnTo>
                <a:lnTo>
                  <a:pt x="232980" y="925285"/>
                </a:lnTo>
                <a:lnTo>
                  <a:pt x="225045" y="926238"/>
                </a:lnTo>
                <a:lnTo>
                  <a:pt x="217744" y="927826"/>
                </a:lnTo>
                <a:lnTo>
                  <a:pt x="210444" y="929732"/>
                </a:lnTo>
                <a:lnTo>
                  <a:pt x="203144" y="931956"/>
                </a:lnTo>
                <a:lnTo>
                  <a:pt x="196160" y="934497"/>
                </a:lnTo>
                <a:lnTo>
                  <a:pt x="189495" y="937355"/>
                </a:lnTo>
                <a:lnTo>
                  <a:pt x="180925" y="941802"/>
                </a:lnTo>
                <a:lnTo>
                  <a:pt x="172355" y="946567"/>
                </a:lnTo>
                <a:lnTo>
                  <a:pt x="164737" y="951967"/>
                </a:lnTo>
                <a:lnTo>
                  <a:pt x="157119" y="957684"/>
                </a:lnTo>
                <a:lnTo>
                  <a:pt x="150136" y="964355"/>
                </a:lnTo>
                <a:lnTo>
                  <a:pt x="143470" y="971025"/>
                </a:lnTo>
                <a:lnTo>
                  <a:pt x="137439" y="978648"/>
                </a:lnTo>
                <a:lnTo>
                  <a:pt x="131726" y="986589"/>
                </a:lnTo>
                <a:lnTo>
                  <a:pt x="127917" y="992624"/>
                </a:lnTo>
                <a:lnTo>
                  <a:pt x="124425" y="998977"/>
                </a:lnTo>
                <a:lnTo>
                  <a:pt x="121569" y="1005330"/>
                </a:lnTo>
                <a:lnTo>
                  <a:pt x="118395" y="1011683"/>
                </a:lnTo>
                <a:lnTo>
                  <a:pt x="115855" y="1018035"/>
                </a:lnTo>
                <a:lnTo>
                  <a:pt x="113951" y="1024706"/>
                </a:lnTo>
                <a:lnTo>
                  <a:pt x="112046" y="1031058"/>
                </a:lnTo>
                <a:lnTo>
                  <a:pt x="110777" y="1038046"/>
                </a:lnTo>
                <a:lnTo>
                  <a:pt x="109507" y="1044717"/>
                </a:lnTo>
                <a:lnTo>
                  <a:pt x="108872" y="1051387"/>
                </a:lnTo>
                <a:lnTo>
                  <a:pt x="108555" y="1058375"/>
                </a:lnTo>
                <a:lnTo>
                  <a:pt x="108238" y="1065046"/>
                </a:lnTo>
                <a:lnTo>
                  <a:pt x="108555" y="1071716"/>
                </a:lnTo>
                <a:lnTo>
                  <a:pt x="109190" y="1078386"/>
                </a:lnTo>
                <a:lnTo>
                  <a:pt x="109825" y="1085057"/>
                </a:lnTo>
                <a:lnTo>
                  <a:pt x="111094" y="1091727"/>
                </a:lnTo>
                <a:lnTo>
                  <a:pt x="112364" y="1098398"/>
                </a:lnTo>
                <a:lnTo>
                  <a:pt x="114268" y="1104750"/>
                </a:lnTo>
                <a:lnTo>
                  <a:pt x="116490" y="1111103"/>
                </a:lnTo>
                <a:lnTo>
                  <a:pt x="118712" y="1117456"/>
                </a:lnTo>
                <a:lnTo>
                  <a:pt x="121886" y="1123491"/>
                </a:lnTo>
                <a:lnTo>
                  <a:pt x="124743" y="1129526"/>
                </a:lnTo>
                <a:lnTo>
                  <a:pt x="127917" y="1135561"/>
                </a:lnTo>
                <a:lnTo>
                  <a:pt x="131726" y="1141279"/>
                </a:lnTo>
                <a:lnTo>
                  <a:pt x="135535" y="1146996"/>
                </a:lnTo>
                <a:lnTo>
                  <a:pt x="139661" y="1152396"/>
                </a:lnTo>
                <a:lnTo>
                  <a:pt x="144105" y="1157796"/>
                </a:lnTo>
                <a:lnTo>
                  <a:pt x="148866" y="1162878"/>
                </a:lnTo>
                <a:lnTo>
                  <a:pt x="153945" y="1167643"/>
                </a:lnTo>
                <a:lnTo>
                  <a:pt x="159341" y="1172090"/>
                </a:lnTo>
                <a:lnTo>
                  <a:pt x="164737" y="1176536"/>
                </a:lnTo>
                <a:lnTo>
                  <a:pt x="170768" y="1180666"/>
                </a:lnTo>
                <a:lnTo>
                  <a:pt x="179972" y="1186383"/>
                </a:lnTo>
                <a:lnTo>
                  <a:pt x="189495" y="1192101"/>
                </a:lnTo>
                <a:lnTo>
                  <a:pt x="211714" y="1205759"/>
                </a:lnTo>
                <a:lnTo>
                  <a:pt x="222823" y="1212429"/>
                </a:lnTo>
                <a:lnTo>
                  <a:pt x="233615" y="1219100"/>
                </a:lnTo>
                <a:lnTo>
                  <a:pt x="235519" y="1220370"/>
                </a:lnTo>
                <a:lnTo>
                  <a:pt x="235202" y="1220370"/>
                </a:lnTo>
                <a:lnTo>
                  <a:pt x="239328" y="1222276"/>
                </a:lnTo>
                <a:lnTo>
                  <a:pt x="243772" y="1223864"/>
                </a:lnTo>
                <a:lnTo>
                  <a:pt x="246946" y="1224500"/>
                </a:lnTo>
                <a:lnTo>
                  <a:pt x="250755" y="1225453"/>
                </a:lnTo>
                <a:lnTo>
                  <a:pt x="254882" y="1226088"/>
                </a:lnTo>
                <a:lnTo>
                  <a:pt x="259960" y="1226406"/>
                </a:lnTo>
                <a:lnTo>
                  <a:pt x="265674" y="1227041"/>
                </a:lnTo>
                <a:lnTo>
                  <a:pt x="272022" y="1227041"/>
                </a:lnTo>
                <a:lnTo>
                  <a:pt x="279005" y="1227041"/>
                </a:lnTo>
                <a:lnTo>
                  <a:pt x="286940" y="1226406"/>
                </a:lnTo>
                <a:lnTo>
                  <a:pt x="295510" y="1225770"/>
                </a:lnTo>
                <a:lnTo>
                  <a:pt x="304398" y="1224500"/>
                </a:lnTo>
                <a:lnTo>
                  <a:pt x="314237" y="1222912"/>
                </a:lnTo>
                <a:lnTo>
                  <a:pt x="324712" y="1221006"/>
                </a:lnTo>
                <a:lnTo>
                  <a:pt x="335821" y="1218782"/>
                </a:lnTo>
                <a:lnTo>
                  <a:pt x="347883" y="1215923"/>
                </a:lnTo>
                <a:lnTo>
                  <a:pt x="360262" y="1212747"/>
                </a:lnTo>
                <a:lnTo>
                  <a:pt x="373276" y="1208935"/>
                </a:lnTo>
                <a:lnTo>
                  <a:pt x="386925" y="1204489"/>
                </a:lnTo>
                <a:lnTo>
                  <a:pt x="401843" y="1199406"/>
                </a:lnTo>
                <a:lnTo>
                  <a:pt x="416761" y="1194006"/>
                </a:lnTo>
                <a:lnTo>
                  <a:pt x="432314" y="1187971"/>
                </a:lnTo>
                <a:lnTo>
                  <a:pt x="448502" y="1181619"/>
                </a:lnTo>
                <a:lnTo>
                  <a:pt x="465643" y="1174313"/>
                </a:lnTo>
                <a:lnTo>
                  <a:pt x="483418" y="1166690"/>
                </a:lnTo>
                <a:lnTo>
                  <a:pt x="501510" y="1158431"/>
                </a:lnTo>
                <a:lnTo>
                  <a:pt x="520555" y="1149220"/>
                </a:lnTo>
                <a:lnTo>
                  <a:pt x="539917" y="1139373"/>
                </a:lnTo>
                <a:lnTo>
                  <a:pt x="559914" y="1129208"/>
                </a:lnTo>
                <a:lnTo>
                  <a:pt x="581180" y="1118409"/>
                </a:lnTo>
                <a:lnTo>
                  <a:pt x="602447" y="1106974"/>
                </a:lnTo>
                <a:lnTo>
                  <a:pt x="624666" y="1094586"/>
                </a:lnTo>
                <a:lnTo>
                  <a:pt x="647202" y="1081563"/>
                </a:lnTo>
                <a:lnTo>
                  <a:pt x="670690" y="1067904"/>
                </a:lnTo>
                <a:lnTo>
                  <a:pt x="694814" y="1053611"/>
                </a:lnTo>
                <a:lnTo>
                  <a:pt x="719254" y="1038682"/>
                </a:lnTo>
                <a:lnTo>
                  <a:pt x="744965" y="1022482"/>
                </a:lnTo>
                <a:lnTo>
                  <a:pt x="770675" y="1006283"/>
                </a:lnTo>
                <a:lnTo>
                  <a:pt x="797655" y="989130"/>
                </a:lnTo>
                <a:lnTo>
                  <a:pt x="824635" y="970707"/>
                </a:lnTo>
                <a:lnTo>
                  <a:pt x="830348" y="967213"/>
                </a:lnTo>
                <a:lnTo>
                  <a:pt x="836062" y="964355"/>
                </a:lnTo>
                <a:lnTo>
                  <a:pt x="843045" y="961178"/>
                </a:lnTo>
                <a:lnTo>
                  <a:pt x="849710" y="958319"/>
                </a:lnTo>
                <a:lnTo>
                  <a:pt x="856693" y="956414"/>
                </a:lnTo>
                <a:lnTo>
                  <a:pt x="863677" y="954508"/>
                </a:lnTo>
                <a:lnTo>
                  <a:pt x="870660" y="953237"/>
                </a:lnTo>
                <a:lnTo>
                  <a:pt x="877960" y="952602"/>
                </a:lnTo>
                <a:lnTo>
                  <a:pt x="884943" y="952284"/>
                </a:lnTo>
                <a:lnTo>
                  <a:pt x="891926" y="952284"/>
                </a:lnTo>
                <a:lnTo>
                  <a:pt x="899227" y="952920"/>
                </a:lnTo>
                <a:lnTo>
                  <a:pt x="906210" y="953873"/>
                </a:lnTo>
                <a:lnTo>
                  <a:pt x="913193" y="955461"/>
                </a:lnTo>
                <a:lnTo>
                  <a:pt x="919858" y="957367"/>
                </a:lnTo>
                <a:lnTo>
                  <a:pt x="926524" y="959590"/>
                </a:lnTo>
                <a:lnTo>
                  <a:pt x="933190" y="962131"/>
                </a:lnTo>
                <a:lnTo>
                  <a:pt x="939538" y="965307"/>
                </a:lnTo>
                <a:lnTo>
                  <a:pt x="945569" y="968802"/>
                </a:lnTo>
                <a:lnTo>
                  <a:pt x="950647" y="972296"/>
                </a:lnTo>
                <a:lnTo>
                  <a:pt x="955408" y="975472"/>
                </a:lnTo>
                <a:lnTo>
                  <a:pt x="960170" y="979601"/>
                </a:lnTo>
                <a:lnTo>
                  <a:pt x="964296" y="983730"/>
                </a:lnTo>
                <a:lnTo>
                  <a:pt x="968740" y="987860"/>
                </a:lnTo>
                <a:lnTo>
                  <a:pt x="972549" y="992307"/>
                </a:lnTo>
                <a:lnTo>
                  <a:pt x="976358" y="997071"/>
                </a:lnTo>
                <a:lnTo>
                  <a:pt x="979849" y="1002153"/>
                </a:lnTo>
                <a:lnTo>
                  <a:pt x="983658" y="1008189"/>
                </a:lnTo>
                <a:lnTo>
                  <a:pt x="986832" y="1014224"/>
                </a:lnTo>
                <a:lnTo>
                  <a:pt x="989689" y="1020259"/>
                </a:lnTo>
                <a:lnTo>
                  <a:pt x="992228" y="1026612"/>
                </a:lnTo>
                <a:lnTo>
                  <a:pt x="994133" y="1032964"/>
                </a:lnTo>
                <a:lnTo>
                  <a:pt x="995720" y="1039635"/>
                </a:lnTo>
                <a:lnTo>
                  <a:pt x="996989" y="1046305"/>
                </a:lnTo>
                <a:lnTo>
                  <a:pt x="997942" y="1052658"/>
                </a:lnTo>
                <a:lnTo>
                  <a:pt x="998259" y="1059328"/>
                </a:lnTo>
                <a:lnTo>
                  <a:pt x="998576" y="1065999"/>
                </a:lnTo>
                <a:lnTo>
                  <a:pt x="998259" y="1072351"/>
                </a:lnTo>
                <a:lnTo>
                  <a:pt x="997624" y="1079022"/>
                </a:lnTo>
                <a:lnTo>
                  <a:pt x="996354" y="1085374"/>
                </a:lnTo>
                <a:lnTo>
                  <a:pt x="995085" y="1092045"/>
                </a:lnTo>
                <a:lnTo>
                  <a:pt x="993180" y="1098398"/>
                </a:lnTo>
                <a:lnTo>
                  <a:pt x="990958" y="1104433"/>
                </a:lnTo>
                <a:lnTo>
                  <a:pt x="987784" y="1112056"/>
                </a:lnTo>
                <a:lnTo>
                  <a:pt x="983975" y="1119679"/>
                </a:lnTo>
                <a:lnTo>
                  <a:pt x="979532" y="1126667"/>
                </a:lnTo>
                <a:lnTo>
                  <a:pt x="974453" y="1133655"/>
                </a:lnTo>
                <a:lnTo>
                  <a:pt x="968740" y="1140008"/>
                </a:lnTo>
                <a:lnTo>
                  <a:pt x="962709" y="1146361"/>
                </a:lnTo>
                <a:lnTo>
                  <a:pt x="956043" y="1152078"/>
                </a:lnTo>
                <a:lnTo>
                  <a:pt x="949060" y="1157478"/>
                </a:lnTo>
                <a:lnTo>
                  <a:pt x="945569" y="1159384"/>
                </a:lnTo>
                <a:lnTo>
                  <a:pt x="910971" y="1181936"/>
                </a:lnTo>
                <a:lnTo>
                  <a:pt x="876056" y="1204489"/>
                </a:lnTo>
                <a:lnTo>
                  <a:pt x="842093" y="1225770"/>
                </a:lnTo>
                <a:lnTo>
                  <a:pt x="804003" y="1248958"/>
                </a:lnTo>
                <a:lnTo>
                  <a:pt x="766549" y="1271192"/>
                </a:lnTo>
                <a:lnTo>
                  <a:pt x="730999" y="1291521"/>
                </a:lnTo>
                <a:lnTo>
                  <a:pt x="696083" y="1310579"/>
                </a:lnTo>
                <a:lnTo>
                  <a:pt x="662120" y="1328685"/>
                </a:lnTo>
                <a:lnTo>
                  <a:pt x="629744" y="1344884"/>
                </a:lnTo>
                <a:lnTo>
                  <a:pt x="598003" y="1360131"/>
                </a:lnTo>
                <a:lnTo>
                  <a:pt x="567532" y="1374107"/>
                </a:lnTo>
                <a:lnTo>
                  <a:pt x="553883" y="1380142"/>
                </a:lnTo>
                <a:lnTo>
                  <a:pt x="532299" y="1389036"/>
                </a:lnTo>
                <a:lnTo>
                  <a:pt x="510398" y="1397612"/>
                </a:lnTo>
                <a:lnTo>
                  <a:pt x="488814" y="1405871"/>
                </a:lnTo>
                <a:lnTo>
                  <a:pt x="473895" y="1410953"/>
                </a:lnTo>
                <a:lnTo>
                  <a:pt x="458977" y="1416035"/>
                </a:lnTo>
                <a:lnTo>
                  <a:pt x="444376" y="1420800"/>
                </a:lnTo>
                <a:lnTo>
                  <a:pt x="430093" y="1425564"/>
                </a:lnTo>
                <a:lnTo>
                  <a:pt x="415809" y="1429376"/>
                </a:lnTo>
                <a:lnTo>
                  <a:pt x="401843" y="1433188"/>
                </a:lnTo>
                <a:lnTo>
                  <a:pt x="387877" y="1436364"/>
                </a:lnTo>
                <a:lnTo>
                  <a:pt x="374546" y="1439540"/>
                </a:lnTo>
                <a:lnTo>
                  <a:pt x="361214" y="1442081"/>
                </a:lnTo>
                <a:lnTo>
                  <a:pt x="348200" y="1444305"/>
                </a:lnTo>
                <a:lnTo>
                  <a:pt x="334869" y="1446211"/>
                </a:lnTo>
                <a:lnTo>
                  <a:pt x="321855" y="1447799"/>
                </a:lnTo>
                <a:lnTo>
                  <a:pt x="309476" y="1449069"/>
                </a:lnTo>
                <a:lnTo>
                  <a:pt x="296780" y="1450022"/>
                </a:lnTo>
                <a:lnTo>
                  <a:pt x="284083" y="1450658"/>
                </a:lnTo>
                <a:lnTo>
                  <a:pt x="272022" y="1450975"/>
                </a:lnTo>
                <a:lnTo>
                  <a:pt x="255834" y="1450658"/>
                </a:lnTo>
                <a:lnTo>
                  <a:pt x="239646" y="1449387"/>
                </a:lnTo>
                <a:lnTo>
                  <a:pt x="223458" y="1447481"/>
                </a:lnTo>
                <a:lnTo>
                  <a:pt x="207905" y="1444940"/>
                </a:lnTo>
                <a:lnTo>
                  <a:pt x="198700" y="1443034"/>
                </a:lnTo>
                <a:lnTo>
                  <a:pt x="189495" y="1440811"/>
                </a:lnTo>
                <a:lnTo>
                  <a:pt x="180607" y="1438587"/>
                </a:lnTo>
                <a:lnTo>
                  <a:pt x="172037" y="1436046"/>
                </a:lnTo>
                <a:lnTo>
                  <a:pt x="163467" y="1433188"/>
                </a:lnTo>
                <a:lnTo>
                  <a:pt x="155214" y="1430011"/>
                </a:lnTo>
                <a:lnTo>
                  <a:pt x="146327" y="1426199"/>
                </a:lnTo>
                <a:lnTo>
                  <a:pt x="138074" y="1421753"/>
                </a:lnTo>
                <a:lnTo>
                  <a:pt x="129504" y="1417623"/>
                </a:lnTo>
                <a:lnTo>
                  <a:pt x="121251" y="1412859"/>
                </a:lnTo>
                <a:lnTo>
                  <a:pt x="112681" y="1407777"/>
                </a:lnTo>
                <a:lnTo>
                  <a:pt x="104746" y="1402059"/>
                </a:lnTo>
                <a:lnTo>
                  <a:pt x="97128" y="1396342"/>
                </a:lnTo>
                <a:lnTo>
                  <a:pt x="89510" y="1390306"/>
                </a:lnTo>
                <a:lnTo>
                  <a:pt x="82210" y="1383954"/>
                </a:lnTo>
                <a:lnTo>
                  <a:pt x="75227" y="1377283"/>
                </a:lnTo>
                <a:lnTo>
                  <a:pt x="68879" y="1370613"/>
                </a:lnTo>
                <a:lnTo>
                  <a:pt x="62213" y="1362990"/>
                </a:lnTo>
                <a:lnTo>
                  <a:pt x="57769" y="1357590"/>
                </a:lnTo>
                <a:lnTo>
                  <a:pt x="53643" y="1352190"/>
                </a:lnTo>
                <a:lnTo>
                  <a:pt x="45707" y="1341073"/>
                </a:lnTo>
                <a:lnTo>
                  <a:pt x="38407" y="1329638"/>
                </a:lnTo>
                <a:lnTo>
                  <a:pt x="32059" y="1317885"/>
                </a:lnTo>
                <a:lnTo>
                  <a:pt x="26345" y="1306133"/>
                </a:lnTo>
                <a:lnTo>
                  <a:pt x="21267" y="1294062"/>
                </a:lnTo>
                <a:lnTo>
                  <a:pt x="16823" y="1282310"/>
                </a:lnTo>
                <a:lnTo>
                  <a:pt x="13014" y="1270239"/>
                </a:lnTo>
                <a:lnTo>
                  <a:pt x="9523" y="1258169"/>
                </a:lnTo>
                <a:lnTo>
                  <a:pt x="6666" y="1245781"/>
                </a:lnTo>
                <a:lnTo>
                  <a:pt x="4444" y="1233711"/>
                </a:lnTo>
                <a:lnTo>
                  <a:pt x="2857" y="1221641"/>
                </a:lnTo>
                <a:lnTo>
                  <a:pt x="1587" y="1209888"/>
                </a:lnTo>
                <a:lnTo>
                  <a:pt x="635" y="1197501"/>
                </a:lnTo>
                <a:lnTo>
                  <a:pt x="0" y="1185748"/>
                </a:lnTo>
                <a:lnTo>
                  <a:pt x="0" y="1174313"/>
                </a:lnTo>
                <a:lnTo>
                  <a:pt x="0" y="1161925"/>
                </a:lnTo>
                <a:lnTo>
                  <a:pt x="635" y="1149537"/>
                </a:lnTo>
                <a:lnTo>
                  <a:pt x="1587" y="1136832"/>
                </a:lnTo>
                <a:lnTo>
                  <a:pt x="2540" y="1124444"/>
                </a:lnTo>
                <a:lnTo>
                  <a:pt x="4127" y="1112374"/>
                </a:lnTo>
                <a:lnTo>
                  <a:pt x="6031" y="1100303"/>
                </a:lnTo>
                <a:lnTo>
                  <a:pt x="7936" y="1087916"/>
                </a:lnTo>
                <a:lnTo>
                  <a:pt x="10792" y="1075845"/>
                </a:lnTo>
                <a:lnTo>
                  <a:pt x="13332" y="1064093"/>
                </a:lnTo>
                <a:lnTo>
                  <a:pt x="16188" y="1052340"/>
                </a:lnTo>
                <a:lnTo>
                  <a:pt x="19362" y="1040588"/>
                </a:lnTo>
                <a:lnTo>
                  <a:pt x="22536" y="1028517"/>
                </a:lnTo>
                <a:lnTo>
                  <a:pt x="26028" y="1017082"/>
                </a:lnTo>
                <a:lnTo>
                  <a:pt x="29837" y="1005647"/>
                </a:lnTo>
                <a:lnTo>
                  <a:pt x="33646" y="994213"/>
                </a:lnTo>
                <a:lnTo>
                  <a:pt x="37772" y="983095"/>
                </a:lnTo>
                <a:lnTo>
                  <a:pt x="41899" y="971660"/>
                </a:lnTo>
                <a:lnTo>
                  <a:pt x="46342" y="960543"/>
                </a:lnTo>
                <a:lnTo>
                  <a:pt x="51103" y="949743"/>
                </a:lnTo>
                <a:lnTo>
                  <a:pt x="55865" y="938944"/>
                </a:lnTo>
                <a:lnTo>
                  <a:pt x="60626" y="928462"/>
                </a:lnTo>
                <a:lnTo>
                  <a:pt x="66022" y="917662"/>
                </a:lnTo>
                <a:lnTo>
                  <a:pt x="71418" y="907497"/>
                </a:lnTo>
                <a:lnTo>
                  <a:pt x="76814" y="897333"/>
                </a:lnTo>
                <a:lnTo>
                  <a:pt x="82210" y="887169"/>
                </a:lnTo>
                <a:lnTo>
                  <a:pt x="87923" y="877640"/>
                </a:lnTo>
                <a:lnTo>
                  <a:pt x="93954" y="867475"/>
                </a:lnTo>
                <a:lnTo>
                  <a:pt x="99985" y="857946"/>
                </a:lnTo>
                <a:lnTo>
                  <a:pt x="106016" y="848735"/>
                </a:lnTo>
                <a:lnTo>
                  <a:pt x="112364" y="839841"/>
                </a:lnTo>
                <a:lnTo>
                  <a:pt x="119030" y="830947"/>
                </a:lnTo>
                <a:lnTo>
                  <a:pt x="125695" y="822053"/>
                </a:lnTo>
                <a:lnTo>
                  <a:pt x="135217" y="810618"/>
                </a:lnTo>
                <a:lnTo>
                  <a:pt x="144422" y="799818"/>
                </a:lnTo>
                <a:lnTo>
                  <a:pt x="154580" y="789019"/>
                </a:lnTo>
                <a:lnTo>
                  <a:pt x="165054" y="778854"/>
                </a:lnTo>
                <a:lnTo>
                  <a:pt x="170450" y="774090"/>
                </a:lnTo>
                <a:lnTo>
                  <a:pt x="176481" y="769325"/>
                </a:lnTo>
                <a:lnTo>
                  <a:pt x="182194" y="764561"/>
                </a:lnTo>
                <a:lnTo>
                  <a:pt x="188225" y="759796"/>
                </a:lnTo>
                <a:lnTo>
                  <a:pt x="194573" y="755031"/>
                </a:lnTo>
                <a:lnTo>
                  <a:pt x="200922" y="750902"/>
                </a:lnTo>
                <a:lnTo>
                  <a:pt x="207587" y="746455"/>
                </a:lnTo>
                <a:lnTo>
                  <a:pt x="214570" y="742326"/>
                </a:lnTo>
                <a:lnTo>
                  <a:pt x="223775" y="737879"/>
                </a:lnTo>
                <a:lnTo>
                  <a:pt x="233932" y="733432"/>
                </a:lnTo>
                <a:lnTo>
                  <a:pt x="244407" y="729303"/>
                </a:lnTo>
                <a:lnTo>
                  <a:pt x="250120" y="727715"/>
                </a:lnTo>
                <a:lnTo>
                  <a:pt x="255516" y="726126"/>
                </a:lnTo>
                <a:lnTo>
                  <a:pt x="260595" y="724221"/>
                </a:lnTo>
                <a:lnTo>
                  <a:pt x="265356" y="722315"/>
                </a:lnTo>
                <a:lnTo>
                  <a:pt x="270435" y="721044"/>
                </a:lnTo>
                <a:lnTo>
                  <a:pt x="275513" y="719774"/>
                </a:lnTo>
                <a:lnTo>
                  <a:pt x="280909" y="718821"/>
                </a:lnTo>
                <a:lnTo>
                  <a:pt x="286623" y="718186"/>
                </a:lnTo>
                <a:lnTo>
                  <a:pt x="292019" y="717868"/>
                </a:lnTo>
                <a:lnTo>
                  <a:pt x="297415" y="717550"/>
                </a:lnTo>
                <a:close/>
                <a:moveTo>
                  <a:pt x="560713" y="0"/>
                </a:moveTo>
                <a:lnTo>
                  <a:pt x="568642" y="0"/>
                </a:lnTo>
                <a:lnTo>
                  <a:pt x="576572" y="0"/>
                </a:lnTo>
                <a:lnTo>
                  <a:pt x="584184" y="317"/>
                </a:lnTo>
                <a:lnTo>
                  <a:pt x="592114" y="951"/>
                </a:lnTo>
                <a:lnTo>
                  <a:pt x="600043" y="1586"/>
                </a:lnTo>
                <a:lnTo>
                  <a:pt x="607973" y="2537"/>
                </a:lnTo>
                <a:lnTo>
                  <a:pt x="615585" y="3489"/>
                </a:lnTo>
                <a:lnTo>
                  <a:pt x="623832" y="5075"/>
                </a:lnTo>
                <a:lnTo>
                  <a:pt x="631761" y="6343"/>
                </a:lnTo>
                <a:lnTo>
                  <a:pt x="639691" y="8247"/>
                </a:lnTo>
                <a:lnTo>
                  <a:pt x="647620" y="10150"/>
                </a:lnTo>
                <a:lnTo>
                  <a:pt x="655232" y="12370"/>
                </a:lnTo>
                <a:lnTo>
                  <a:pt x="662845" y="14590"/>
                </a:lnTo>
                <a:lnTo>
                  <a:pt x="670457" y="17128"/>
                </a:lnTo>
                <a:lnTo>
                  <a:pt x="678069" y="19665"/>
                </a:lnTo>
                <a:lnTo>
                  <a:pt x="685365" y="22520"/>
                </a:lnTo>
                <a:lnTo>
                  <a:pt x="692660" y="25374"/>
                </a:lnTo>
                <a:lnTo>
                  <a:pt x="699955" y="28546"/>
                </a:lnTo>
                <a:lnTo>
                  <a:pt x="706933" y="32035"/>
                </a:lnTo>
                <a:lnTo>
                  <a:pt x="713911" y="35524"/>
                </a:lnTo>
                <a:lnTo>
                  <a:pt x="720571" y="39013"/>
                </a:lnTo>
                <a:lnTo>
                  <a:pt x="727549" y="43453"/>
                </a:lnTo>
                <a:lnTo>
                  <a:pt x="740554" y="51383"/>
                </a:lnTo>
                <a:lnTo>
                  <a:pt x="753241" y="59947"/>
                </a:lnTo>
                <a:lnTo>
                  <a:pt x="765294" y="69145"/>
                </a:lnTo>
                <a:lnTo>
                  <a:pt x="776712" y="78978"/>
                </a:lnTo>
                <a:lnTo>
                  <a:pt x="788131" y="89445"/>
                </a:lnTo>
                <a:lnTo>
                  <a:pt x="798598" y="100546"/>
                </a:lnTo>
                <a:lnTo>
                  <a:pt x="808747" y="111647"/>
                </a:lnTo>
                <a:lnTo>
                  <a:pt x="817946" y="123383"/>
                </a:lnTo>
                <a:lnTo>
                  <a:pt x="826827" y="135753"/>
                </a:lnTo>
                <a:lnTo>
                  <a:pt x="835073" y="148123"/>
                </a:lnTo>
                <a:lnTo>
                  <a:pt x="843003" y="161444"/>
                </a:lnTo>
                <a:lnTo>
                  <a:pt x="849981" y="174766"/>
                </a:lnTo>
                <a:lnTo>
                  <a:pt x="856324" y="188405"/>
                </a:lnTo>
                <a:lnTo>
                  <a:pt x="862034" y="202043"/>
                </a:lnTo>
                <a:lnTo>
                  <a:pt x="867108" y="216634"/>
                </a:lnTo>
                <a:lnTo>
                  <a:pt x="871549" y="231224"/>
                </a:lnTo>
                <a:lnTo>
                  <a:pt x="875038" y="245814"/>
                </a:lnTo>
                <a:lnTo>
                  <a:pt x="878210" y="261039"/>
                </a:lnTo>
                <a:lnTo>
                  <a:pt x="880430" y="276263"/>
                </a:lnTo>
                <a:lnTo>
                  <a:pt x="881699" y="291488"/>
                </a:lnTo>
                <a:lnTo>
                  <a:pt x="882333" y="299100"/>
                </a:lnTo>
                <a:lnTo>
                  <a:pt x="882650" y="306713"/>
                </a:lnTo>
                <a:lnTo>
                  <a:pt x="882650" y="314642"/>
                </a:lnTo>
                <a:lnTo>
                  <a:pt x="882650" y="322572"/>
                </a:lnTo>
                <a:lnTo>
                  <a:pt x="882333" y="330501"/>
                </a:lnTo>
                <a:lnTo>
                  <a:pt x="881699" y="338113"/>
                </a:lnTo>
                <a:lnTo>
                  <a:pt x="881064" y="346043"/>
                </a:lnTo>
                <a:lnTo>
                  <a:pt x="880113" y="353972"/>
                </a:lnTo>
                <a:lnTo>
                  <a:pt x="879161" y="361902"/>
                </a:lnTo>
                <a:lnTo>
                  <a:pt x="877575" y="369831"/>
                </a:lnTo>
                <a:lnTo>
                  <a:pt x="876307" y="377761"/>
                </a:lnTo>
                <a:lnTo>
                  <a:pt x="874404" y="385690"/>
                </a:lnTo>
                <a:lnTo>
                  <a:pt x="872500" y="393620"/>
                </a:lnTo>
                <a:lnTo>
                  <a:pt x="870280" y="401232"/>
                </a:lnTo>
                <a:lnTo>
                  <a:pt x="868060" y="408844"/>
                </a:lnTo>
                <a:lnTo>
                  <a:pt x="865523" y="416457"/>
                </a:lnTo>
                <a:lnTo>
                  <a:pt x="862985" y="424069"/>
                </a:lnTo>
                <a:lnTo>
                  <a:pt x="860130" y="431681"/>
                </a:lnTo>
                <a:lnTo>
                  <a:pt x="857276" y="438976"/>
                </a:lnTo>
                <a:lnTo>
                  <a:pt x="854104" y="445954"/>
                </a:lnTo>
                <a:lnTo>
                  <a:pt x="850615" y="452932"/>
                </a:lnTo>
                <a:lnTo>
                  <a:pt x="847126" y="459910"/>
                </a:lnTo>
                <a:lnTo>
                  <a:pt x="843637" y="466571"/>
                </a:lnTo>
                <a:lnTo>
                  <a:pt x="839831" y="473549"/>
                </a:lnTo>
                <a:lnTo>
                  <a:pt x="831267" y="486871"/>
                </a:lnTo>
                <a:lnTo>
                  <a:pt x="822703" y="499241"/>
                </a:lnTo>
                <a:lnTo>
                  <a:pt x="813505" y="511293"/>
                </a:lnTo>
                <a:lnTo>
                  <a:pt x="803672" y="523029"/>
                </a:lnTo>
                <a:lnTo>
                  <a:pt x="793206" y="534130"/>
                </a:lnTo>
                <a:lnTo>
                  <a:pt x="782104" y="544914"/>
                </a:lnTo>
                <a:lnTo>
                  <a:pt x="771003" y="554747"/>
                </a:lnTo>
                <a:lnTo>
                  <a:pt x="759267" y="564262"/>
                </a:lnTo>
                <a:lnTo>
                  <a:pt x="747215" y="573143"/>
                </a:lnTo>
                <a:lnTo>
                  <a:pt x="734527" y="581073"/>
                </a:lnTo>
                <a:lnTo>
                  <a:pt x="721206" y="588685"/>
                </a:lnTo>
                <a:lnTo>
                  <a:pt x="707884" y="596297"/>
                </a:lnTo>
                <a:lnTo>
                  <a:pt x="694563" y="602641"/>
                </a:lnTo>
                <a:lnTo>
                  <a:pt x="680607" y="608350"/>
                </a:lnTo>
                <a:lnTo>
                  <a:pt x="666017" y="613108"/>
                </a:lnTo>
                <a:lnTo>
                  <a:pt x="651426" y="617548"/>
                </a:lnTo>
                <a:lnTo>
                  <a:pt x="636836" y="621355"/>
                </a:lnTo>
                <a:lnTo>
                  <a:pt x="621929" y="624209"/>
                </a:lnTo>
                <a:lnTo>
                  <a:pt x="606387" y="626430"/>
                </a:lnTo>
                <a:lnTo>
                  <a:pt x="591162" y="628015"/>
                </a:lnTo>
                <a:lnTo>
                  <a:pt x="583550" y="628333"/>
                </a:lnTo>
                <a:lnTo>
                  <a:pt x="575938" y="628650"/>
                </a:lnTo>
                <a:lnTo>
                  <a:pt x="568008" y="628650"/>
                </a:lnTo>
                <a:lnTo>
                  <a:pt x="560079" y="628650"/>
                </a:lnTo>
                <a:lnTo>
                  <a:pt x="552149" y="628333"/>
                </a:lnTo>
                <a:lnTo>
                  <a:pt x="544537" y="628015"/>
                </a:lnTo>
                <a:lnTo>
                  <a:pt x="536607" y="627064"/>
                </a:lnTo>
                <a:lnTo>
                  <a:pt x="528678" y="626112"/>
                </a:lnTo>
                <a:lnTo>
                  <a:pt x="520748" y="625161"/>
                </a:lnTo>
                <a:lnTo>
                  <a:pt x="513136" y="623892"/>
                </a:lnTo>
                <a:lnTo>
                  <a:pt x="504889" y="622306"/>
                </a:lnTo>
                <a:lnTo>
                  <a:pt x="496960" y="620720"/>
                </a:lnTo>
                <a:lnTo>
                  <a:pt x="489030" y="618500"/>
                </a:lnTo>
                <a:lnTo>
                  <a:pt x="481418" y="616597"/>
                </a:lnTo>
                <a:lnTo>
                  <a:pt x="473806" y="614377"/>
                </a:lnTo>
                <a:lnTo>
                  <a:pt x="466193" y="611839"/>
                </a:lnTo>
                <a:lnTo>
                  <a:pt x="458581" y="608985"/>
                </a:lnTo>
                <a:lnTo>
                  <a:pt x="450969" y="606130"/>
                </a:lnTo>
                <a:lnTo>
                  <a:pt x="443674" y="603275"/>
                </a:lnTo>
                <a:lnTo>
                  <a:pt x="436696" y="600104"/>
                </a:lnTo>
                <a:lnTo>
                  <a:pt x="429718" y="596615"/>
                </a:lnTo>
                <a:lnTo>
                  <a:pt x="422740" y="593126"/>
                </a:lnTo>
                <a:lnTo>
                  <a:pt x="416079" y="589320"/>
                </a:lnTo>
                <a:lnTo>
                  <a:pt x="409101" y="585513"/>
                </a:lnTo>
                <a:lnTo>
                  <a:pt x="395780" y="577267"/>
                </a:lnTo>
                <a:lnTo>
                  <a:pt x="383410" y="568703"/>
                </a:lnTo>
                <a:lnTo>
                  <a:pt x="371357" y="559505"/>
                </a:lnTo>
                <a:lnTo>
                  <a:pt x="359621" y="549672"/>
                </a:lnTo>
                <a:lnTo>
                  <a:pt x="348837" y="539522"/>
                </a:lnTo>
                <a:lnTo>
                  <a:pt x="337736" y="528421"/>
                </a:lnTo>
                <a:lnTo>
                  <a:pt x="327903" y="517003"/>
                </a:lnTo>
                <a:lnTo>
                  <a:pt x="318388" y="505267"/>
                </a:lnTo>
                <a:lnTo>
                  <a:pt x="309824" y="493214"/>
                </a:lnTo>
                <a:lnTo>
                  <a:pt x="301577" y="480210"/>
                </a:lnTo>
                <a:lnTo>
                  <a:pt x="293965" y="467523"/>
                </a:lnTo>
                <a:lnTo>
                  <a:pt x="286987" y="454201"/>
                </a:lnTo>
                <a:lnTo>
                  <a:pt x="280009" y="440562"/>
                </a:lnTo>
                <a:lnTo>
                  <a:pt x="274300" y="426606"/>
                </a:lnTo>
                <a:lnTo>
                  <a:pt x="269542" y="412016"/>
                </a:lnTo>
                <a:lnTo>
                  <a:pt x="265102" y="397743"/>
                </a:lnTo>
                <a:lnTo>
                  <a:pt x="261295" y="382836"/>
                </a:lnTo>
                <a:lnTo>
                  <a:pt x="258441" y="367611"/>
                </a:lnTo>
                <a:lnTo>
                  <a:pt x="256221" y="352704"/>
                </a:lnTo>
                <a:lnTo>
                  <a:pt x="254635" y="337479"/>
                </a:lnTo>
                <a:lnTo>
                  <a:pt x="254317" y="329549"/>
                </a:lnTo>
                <a:lnTo>
                  <a:pt x="254000" y="321937"/>
                </a:lnTo>
                <a:lnTo>
                  <a:pt x="254000" y="314008"/>
                </a:lnTo>
                <a:lnTo>
                  <a:pt x="254000" y="306078"/>
                </a:lnTo>
                <a:lnTo>
                  <a:pt x="254317" y="298466"/>
                </a:lnTo>
                <a:lnTo>
                  <a:pt x="254952" y="290536"/>
                </a:lnTo>
                <a:lnTo>
                  <a:pt x="255586" y="282607"/>
                </a:lnTo>
                <a:lnTo>
                  <a:pt x="256538" y="274677"/>
                </a:lnTo>
                <a:lnTo>
                  <a:pt x="257489" y="267065"/>
                </a:lnTo>
                <a:lnTo>
                  <a:pt x="258758" y="258818"/>
                </a:lnTo>
                <a:lnTo>
                  <a:pt x="260344" y="250889"/>
                </a:lnTo>
                <a:lnTo>
                  <a:pt x="262247" y="242959"/>
                </a:lnTo>
                <a:lnTo>
                  <a:pt x="264150" y="235347"/>
                </a:lnTo>
                <a:lnTo>
                  <a:pt x="266053" y="227418"/>
                </a:lnTo>
                <a:lnTo>
                  <a:pt x="268591" y="219805"/>
                </a:lnTo>
                <a:lnTo>
                  <a:pt x="270811" y="212193"/>
                </a:lnTo>
                <a:lnTo>
                  <a:pt x="273665" y="204581"/>
                </a:lnTo>
                <a:lnTo>
                  <a:pt x="276520" y="197286"/>
                </a:lnTo>
                <a:lnTo>
                  <a:pt x="279375" y="189990"/>
                </a:lnTo>
                <a:lnTo>
                  <a:pt x="282546" y="182695"/>
                </a:lnTo>
                <a:lnTo>
                  <a:pt x="286035" y="175717"/>
                </a:lnTo>
                <a:lnTo>
                  <a:pt x="289842" y="168739"/>
                </a:lnTo>
                <a:lnTo>
                  <a:pt x="293331" y="162079"/>
                </a:lnTo>
                <a:lnTo>
                  <a:pt x="297137" y="155418"/>
                </a:lnTo>
                <a:lnTo>
                  <a:pt x="305383" y="142096"/>
                </a:lnTo>
                <a:lnTo>
                  <a:pt x="313947" y="129409"/>
                </a:lnTo>
                <a:lnTo>
                  <a:pt x="323145" y="117356"/>
                </a:lnTo>
                <a:lnTo>
                  <a:pt x="332978" y="105938"/>
                </a:lnTo>
                <a:lnTo>
                  <a:pt x="343445" y="94837"/>
                </a:lnTo>
                <a:lnTo>
                  <a:pt x="354229" y="84052"/>
                </a:lnTo>
                <a:lnTo>
                  <a:pt x="365647" y="73903"/>
                </a:lnTo>
                <a:lnTo>
                  <a:pt x="377383" y="64705"/>
                </a:lnTo>
                <a:lnTo>
                  <a:pt x="389436" y="55823"/>
                </a:lnTo>
                <a:lnTo>
                  <a:pt x="402440" y="47577"/>
                </a:lnTo>
                <a:lnTo>
                  <a:pt x="415127" y="39965"/>
                </a:lnTo>
                <a:lnTo>
                  <a:pt x="428449" y="32669"/>
                </a:lnTo>
                <a:lnTo>
                  <a:pt x="442088" y="26326"/>
                </a:lnTo>
                <a:lnTo>
                  <a:pt x="456361" y="20617"/>
                </a:lnTo>
                <a:lnTo>
                  <a:pt x="470634" y="15542"/>
                </a:lnTo>
                <a:lnTo>
                  <a:pt x="484907" y="11101"/>
                </a:lnTo>
                <a:lnTo>
                  <a:pt x="499814" y="7612"/>
                </a:lnTo>
                <a:lnTo>
                  <a:pt x="515039" y="4440"/>
                </a:lnTo>
                <a:lnTo>
                  <a:pt x="529947" y="2220"/>
                </a:lnTo>
                <a:lnTo>
                  <a:pt x="545171" y="951"/>
                </a:lnTo>
                <a:lnTo>
                  <a:pt x="553101" y="317"/>
                </a:lnTo>
                <a:lnTo>
                  <a:pt x="560713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KSO_Shape"/>
          <p:cNvSpPr>
            <a:spLocks/>
          </p:cNvSpPr>
          <p:nvPr/>
        </p:nvSpPr>
        <p:spPr bwMode="auto">
          <a:xfrm>
            <a:off x="8504751" y="2588189"/>
            <a:ext cx="1098052" cy="1954989"/>
          </a:xfrm>
          <a:custGeom>
            <a:avLst/>
            <a:gdLst>
              <a:gd name="T0" fmla="*/ 967181 w 1446213"/>
              <a:gd name="T1" fmla="*/ 1406665 h 2574926"/>
              <a:gd name="T2" fmla="*/ 1000853 w 1446213"/>
              <a:gd name="T3" fmla="*/ 1458134 h 2574926"/>
              <a:gd name="T4" fmla="*/ 1000853 w 1446213"/>
              <a:gd name="T5" fmla="*/ 1520669 h 2574926"/>
              <a:gd name="T6" fmla="*/ 972039 w 1446213"/>
              <a:gd name="T7" fmla="*/ 1567277 h 2574926"/>
              <a:gd name="T8" fmla="*/ 925132 w 1446213"/>
              <a:gd name="T9" fmla="*/ 1593599 h 2574926"/>
              <a:gd name="T10" fmla="*/ 74318 w 1446213"/>
              <a:gd name="T11" fmla="*/ 140434 h 2574926"/>
              <a:gd name="T12" fmla="*/ 109044 w 1446213"/>
              <a:gd name="T13" fmla="*/ 155365 h 2574926"/>
              <a:gd name="T14" fmla="*/ 150649 w 1446213"/>
              <a:gd name="T15" fmla="*/ 219452 h 2574926"/>
              <a:gd name="T16" fmla="*/ 233690 w 1446213"/>
              <a:gd name="T17" fmla="*/ 319440 h 2574926"/>
              <a:gd name="T18" fmla="*/ 320590 w 1446213"/>
              <a:gd name="T19" fmla="*/ 381346 h 2574926"/>
              <a:gd name="T20" fmla="*/ 434499 w 1446213"/>
              <a:gd name="T21" fmla="*/ 424295 h 2574926"/>
              <a:gd name="T22" fmla="*/ 820347 w 1446213"/>
              <a:gd name="T23" fmla="*/ 429999 h 2574926"/>
              <a:gd name="T24" fmla="*/ 859603 w 1446213"/>
              <a:gd name="T25" fmla="*/ 438219 h 2574926"/>
              <a:gd name="T26" fmla="*/ 934760 w 1446213"/>
              <a:gd name="T27" fmla="*/ 489555 h 2574926"/>
              <a:gd name="T28" fmla="*/ 993141 w 1446213"/>
              <a:gd name="T29" fmla="*/ 560353 h 2574926"/>
              <a:gd name="T30" fmla="*/ 1042798 w 1446213"/>
              <a:gd name="T31" fmla="*/ 668059 h 2574926"/>
              <a:gd name="T32" fmla="*/ 1068801 w 1446213"/>
              <a:gd name="T33" fmla="*/ 816700 h 2574926"/>
              <a:gd name="T34" fmla="*/ 1057393 w 1446213"/>
              <a:gd name="T35" fmla="*/ 1012651 h 2574926"/>
              <a:gd name="T36" fmla="*/ 1023505 w 1446213"/>
              <a:gd name="T37" fmla="*/ 1164312 h 2574926"/>
              <a:gd name="T38" fmla="*/ 980391 w 1446213"/>
              <a:gd name="T39" fmla="*/ 1198871 h 2574926"/>
              <a:gd name="T40" fmla="*/ 934760 w 1446213"/>
              <a:gd name="T41" fmla="*/ 1194006 h 2574926"/>
              <a:gd name="T42" fmla="*/ 906744 w 1446213"/>
              <a:gd name="T43" fmla="*/ 1168003 h 2574926"/>
              <a:gd name="T44" fmla="*/ 897686 w 1446213"/>
              <a:gd name="T45" fmla="*/ 1130926 h 2574926"/>
              <a:gd name="T46" fmla="*/ 928385 w 1446213"/>
              <a:gd name="T47" fmla="*/ 976245 h 2574926"/>
              <a:gd name="T48" fmla="*/ 935599 w 1446213"/>
              <a:gd name="T49" fmla="*/ 819552 h 2574926"/>
              <a:gd name="T50" fmla="*/ 919326 w 1446213"/>
              <a:gd name="T51" fmla="*/ 719563 h 2574926"/>
              <a:gd name="T52" fmla="*/ 880574 w 1446213"/>
              <a:gd name="T53" fmla="*/ 631318 h 2574926"/>
              <a:gd name="T54" fmla="*/ 874366 w 1446213"/>
              <a:gd name="T55" fmla="*/ 1837390 h 2574926"/>
              <a:gd name="T56" fmla="*/ 839304 w 1446213"/>
              <a:gd name="T57" fmla="*/ 1884533 h 2574926"/>
              <a:gd name="T58" fmla="*/ 783105 w 1446213"/>
              <a:gd name="T59" fmla="*/ 1904832 h 2574926"/>
              <a:gd name="T60" fmla="*/ 724556 w 1446213"/>
              <a:gd name="T61" fmla="*/ 1890069 h 2574926"/>
              <a:gd name="T62" fmla="*/ 685133 w 1446213"/>
              <a:gd name="T63" fmla="*/ 1846785 h 2574926"/>
              <a:gd name="T64" fmla="*/ 675235 w 1446213"/>
              <a:gd name="T65" fmla="*/ 1126564 h 2574926"/>
              <a:gd name="T66" fmla="*/ 413865 w 1446213"/>
              <a:gd name="T67" fmla="*/ 1495986 h 2574926"/>
              <a:gd name="T68" fmla="*/ 367227 w 1446213"/>
              <a:gd name="T69" fmla="*/ 1455218 h 2574926"/>
              <a:gd name="T70" fmla="*/ 350619 w 1446213"/>
              <a:gd name="T71" fmla="*/ 1395662 h 2574926"/>
              <a:gd name="T72" fmla="*/ 389874 w 1446213"/>
              <a:gd name="T73" fmla="*/ 550455 h 2574926"/>
              <a:gd name="T74" fmla="*/ 283850 w 1446213"/>
              <a:gd name="T75" fmla="*/ 511869 h 2574926"/>
              <a:gd name="T76" fmla="*/ 168263 w 1446213"/>
              <a:gd name="T77" fmla="*/ 438387 h 2574926"/>
              <a:gd name="T78" fmla="*/ 56367 w 1446213"/>
              <a:gd name="T79" fmla="*/ 317931 h 2574926"/>
              <a:gd name="T80" fmla="*/ 1006 w 1446213"/>
              <a:gd name="T81" fmla="*/ 217774 h 2574926"/>
              <a:gd name="T82" fmla="*/ 5536 w 1446213"/>
              <a:gd name="T83" fmla="*/ 180027 h 2574926"/>
              <a:gd name="T84" fmla="*/ 30197 w 1446213"/>
              <a:gd name="T85" fmla="*/ 150668 h 2574926"/>
              <a:gd name="T86" fmla="*/ 651594 w 1446213"/>
              <a:gd name="T87" fmla="*/ 0 h 2574926"/>
              <a:gd name="T88" fmla="*/ 707877 w 1446213"/>
              <a:gd name="T89" fmla="*/ 7392 h 2574926"/>
              <a:gd name="T90" fmla="*/ 766178 w 1446213"/>
              <a:gd name="T91" fmla="*/ 35785 h 2574926"/>
              <a:gd name="T92" fmla="*/ 831031 w 1446213"/>
              <a:gd name="T93" fmla="*/ 120462 h 2574926"/>
              <a:gd name="T94" fmla="*/ 842792 w 1446213"/>
              <a:gd name="T95" fmla="*/ 201610 h 2574926"/>
              <a:gd name="T96" fmla="*/ 829855 w 1446213"/>
              <a:gd name="T97" fmla="*/ 257052 h 2574926"/>
              <a:gd name="T98" fmla="*/ 783483 w 1446213"/>
              <a:gd name="T99" fmla="*/ 324424 h 2574926"/>
              <a:gd name="T100" fmla="*/ 687884 w 1446213"/>
              <a:gd name="T101" fmla="*/ 371802 h 2574926"/>
              <a:gd name="T102" fmla="*/ 622863 w 1446213"/>
              <a:gd name="T103" fmla="*/ 371634 h 2574926"/>
              <a:gd name="T104" fmla="*/ 569435 w 1446213"/>
              <a:gd name="T105" fmla="*/ 353321 h 2574926"/>
              <a:gd name="T106" fmla="*/ 501895 w 1446213"/>
              <a:gd name="T107" fmla="*/ 293678 h 2574926"/>
              <a:gd name="T108" fmla="*/ 468964 w 1446213"/>
              <a:gd name="T109" fmla="*/ 196401 h 2574926"/>
              <a:gd name="T110" fmla="*/ 474676 w 1446213"/>
              <a:gd name="T111" fmla="*/ 140287 h 2574926"/>
              <a:gd name="T112" fmla="*/ 499206 w 1446213"/>
              <a:gd name="T113" fmla="*/ 84676 h 2574926"/>
              <a:gd name="T114" fmla="*/ 581028 w 1446213"/>
              <a:gd name="T115" fmla="*/ 15793 h 257492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446213" h="2574926">
                <a:moveTo>
                  <a:pt x="1212850" y="1863725"/>
                </a:moveTo>
                <a:lnTo>
                  <a:pt x="1242966" y="1870070"/>
                </a:lnTo>
                <a:lnTo>
                  <a:pt x="1250212" y="1871656"/>
                </a:lnTo>
                <a:lnTo>
                  <a:pt x="1257458" y="1873696"/>
                </a:lnTo>
                <a:lnTo>
                  <a:pt x="1264251" y="1876415"/>
                </a:lnTo>
                <a:lnTo>
                  <a:pt x="1271270" y="1878908"/>
                </a:lnTo>
                <a:lnTo>
                  <a:pt x="1277610" y="1881854"/>
                </a:lnTo>
                <a:lnTo>
                  <a:pt x="1283950" y="1885253"/>
                </a:lnTo>
                <a:lnTo>
                  <a:pt x="1290064" y="1888879"/>
                </a:lnTo>
                <a:lnTo>
                  <a:pt x="1295951" y="1892958"/>
                </a:lnTo>
                <a:lnTo>
                  <a:pt x="1301839" y="1897037"/>
                </a:lnTo>
                <a:lnTo>
                  <a:pt x="1307273" y="1901343"/>
                </a:lnTo>
                <a:lnTo>
                  <a:pt x="1312708" y="1906101"/>
                </a:lnTo>
                <a:lnTo>
                  <a:pt x="1317463" y="1911087"/>
                </a:lnTo>
                <a:lnTo>
                  <a:pt x="1322444" y="1916299"/>
                </a:lnTo>
                <a:lnTo>
                  <a:pt x="1326973" y="1921738"/>
                </a:lnTo>
                <a:lnTo>
                  <a:pt x="1331049" y="1926950"/>
                </a:lnTo>
                <a:lnTo>
                  <a:pt x="1335125" y="1932842"/>
                </a:lnTo>
                <a:lnTo>
                  <a:pt x="1338747" y="1938734"/>
                </a:lnTo>
                <a:lnTo>
                  <a:pt x="1342370" y="1945079"/>
                </a:lnTo>
                <a:lnTo>
                  <a:pt x="1345541" y="1951424"/>
                </a:lnTo>
                <a:lnTo>
                  <a:pt x="1348258" y="1957769"/>
                </a:lnTo>
                <a:lnTo>
                  <a:pt x="1350749" y="1964114"/>
                </a:lnTo>
                <a:lnTo>
                  <a:pt x="1352786" y="1970912"/>
                </a:lnTo>
                <a:lnTo>
                  <a:pt x="1354598" y="1977711"/>
                </a:lnTo>
                <a:lnTo>
                  <a:pt x="1356183" y="1984736"/>
                </a:lnTo>
                <a:lnTo>
                  <a:pt x="1357542" y="1991534"/>
                </a:lnTo>
                <a:lnTo>
                  <a:pt x="1358447" y="1998786"/>
                </a:lnTo>
                <a:lnTo>
                  <a:pt x="1358900" y="2006037"/>
                </a:lnTo>
                <a:lnTo>
                  <a:pt x="1358900" y="2013062"/>
                </a:lnTo>
                <a:lnTo>
                  <a:pt x="1358674" y="2020540"/>
                </a:lnTo>
                <a:lnTo>
                  <a:pt x="1358221" y="2028019"/>
                </a:lnTo>
                <a:lnTo>
                  <a:pt x="1357315" y="2035270"/>
                </a:lnTo>
                <a:lnTo>
                  <a:pt x="1355956" y="2042522"/>
                </a:lnTo>
                <a:lnTo>
                  <a:pt x="1354371" y="2049093"/>
                </a:lnTo>
                <a:lnTo>
                  <a:pt x="1352786" y="2055439"/>
                </a:lnTo>
                <a:lnTo>
                  <a:pt x="1350749" y="2061557"/>
                </a:lnTo>
                <a:lnTo>
                  <a:pt x="1348484" y="2067449"/>
                </a:lnTo>
                <a:lnTo>
                  <a:pt x="1345993" y="2073341"/>
                </a:lnTo>
                <a:lnTo>
                  <a:pt x="1343276" y="2079006"/>
                </a:lnTo>
                <a:lnTo>
                  <a:pt x="1340333" y="2084445"/>
                </a:lnTo>
                <a:lnTo>
                  <a:pt x="1337162" y="2089657"/>
                </a:lnTo>
                <a:lnTo>
                  <a:pt x="1333540" y="2095096"/>
                </a:lnTo>
                <a:lnTo>
                  <a:pt x="1330143" y="2100308"/>
                </a:lnTo>
                <a:lnTo>
                  <a:pt x="1326294" y="2105067"/>
                </a:lnTo>
                <a:lnTo>
                  <a:pt x="1322444" y="2109825"/>
                </a:lnTo>
                <a:lnTo>
                  <a:pt x="1318368" y="2114131"/>
                </a:lnTo>
                <a:lnTo>
                  <a:pt x="1313840" y="2118437"/>
                </a:lnTo>
                <a:lnTo>
                  <a:pt x="1309311" y="2122516"/>
                </a:lnTo>
                <a:lnTo>
                  <a:pt x="1304782" y="2126595"/>
                </a:lnTo>
                <a:lnTo>
                  <a:pt x="1299801" y="2130220"/>
                </a:lnTo>
                <a:lnTo>
                  <a:pt x="1294819" y="2133846"/>
                </a:lnTo>
                <a:lnTo>
                  <a:pt x="1289611" y="2137245"/>
                </a:lnTo>
                <a:lnTo>
                  <a:pt x="1284403" y="2140191"/>
                </a:lnTo>
                <a:lnTo>
                  <a:pt x="1279195" y="2143137"/>
                </a:lnTo>
                <a:lnTo>
                  <a:pt x="1273534" y="2145857"/>
                </a:lnTo>
                <a:lnTo>
                  <a:pt x="1267874" y="2148123"/>
                </a:lnTo>
                <a:lnTo>
                  <a:pt x="1262213" y="2150389"/>
                </a:lnTo>
                <a:lnTo>
                  <a:pt x="1256325" y="2152202"/>
                </a:lnTo>
                <a:lnTo>
                  <a:pt x="1250438" y="2154015"/>
                </a:lnTo>
                <a:lnTo>
                  <a:pt x="1244324" y="2155601"/>
                </a:lnTo>
                <a:lnTo>
                  <a:pt x="1238437" y="2156734"/>
                </a:lnTo>
                <a:lnTo>
                  <a:pt x="1232323" y="2157640"/>
                </a:lnTo>
                <a:lnTo>
                  <a:pt x="1225757" y="2158547"/>
                </a:lnTo>
                <a:lnTo>
                  <a:pt x="1219643" y="2158774"/>
                </a:lnTo>
                <a:lnTo>
                  <a:pt x="1213303" y="2159000"/>
                </a:lnTo>
                <a:lnTo>
                  <a:pt x="1212850" y="2159000"/>
                </a:lnTo>
                <a:lnTo>
                  <a:pt x="1212850" y="1863725"/>
                </a:lnTo>
                <a:close/>
                <a:moveTo>
                  <a:pt x="87526" y="188913"/>
                </a:moveTo>
                <a:lnTo>
                  <a:pt x="91834" y="188913"/>
                </a:lnTo>
                <a:lnTo>
                  <a:pt x="96142" y="189140"/>
                </a:lnTo>
                <a:lnTo>
                  <a:pt x="100450" y="189820"/>
                </a:lnTo>
                <a:lnTo>
                  <a:pt x="104532" y="190274"/>
                </a:lnTo>
                <a:lnTo>
                  <a:pt x="109067" y="190954"/>
                </a:lnTo>
                <a:lnTo>
                  <a:pt x="113148" y="192088"/>
                </a:lnTo>
                <a:lnTo>
                  <a:pt x="117230" y="193221"/>
                </a:lnTo>
                <a:lnTo>
                  <a:pt x="121311" y="194809"/>
                </a:lnTo>
                <a:lnTo>
                  <a:pt x="125393" y="196396"/>
                </a:lnTo>
                <a:lnTo>
                  <a:pt x="129248" y="198210"/>
                </a:lnTo>
                <a:lnTo>
                  <a:pt x="133102" y="200251"/>
                </a:lnTo>
                <a:lnTo>
                  <a:pt x="136957" y="202292"/>
                </a:lnTo>
                <a:lnTo>
                  <a:pt x="140585" y="204560"/>
                </a:lnTo>
                <a:lnTo>
                  <a:pt x="144213" y="207281"/>
                </a:lnTo>
                <a:lnTo>
                  <a:pt x="147388" y="210002"/>
                </a:lnTo>
                <a:lnTo>
                  <a:pt x="150789" y="212723"/>
                </a:lnTo>
                <a:lnTo>
                  <a:pt x="153737" y="215898"/>
                </a:lnTo>
                <a:lnTo>
                  <a:pt x="156911" y="219299"/>
                </a:lnTo>
                <a:lnTo>
                  <a:pt x="159632" y="222474"/>
                </a:lnTo>
                <a:lnTo>
                  <a:pt x="162580" y="226102"/>
                </a:lnTo>
                <a:lnTo>
                  <a:pt x="165074" y="229731"/>
                </a:lnTo>
                <a:lnTo>
                  <a:pt x="167342" y="233812"/>
                </a:lnTo>
                <a:lnTo>
                  <a:pt x="169836" y="237667"/>
                </a:lnTo>
                <a:lnTo>
                  <a:pt x="177999" y="253314"/>
                </a:lnTo>
                <a:lnTo>
                  <a:pt x="186389" y="268280"/>
                </a:lnTo>
                <a:lnTo>
                  <a:pt x="194778" y="282793"/>
                </a:lnTo>
                <a:lnTo>
                  <a:pt x="203622" y="296626"/>
                </a:lnTo>
                <a:lnTo>
                  <a:pt x="212238" y="310232"/>
                </a:lnTo>
                <a:lnTo>
                  <a:pt x="221308" y="323384"/>
                </a:lnTo>
                <a:lnTo>
                  <a:pt x="230151" y="336083"/>
                </a:lnTo>
                <a:lnTo>
                  <a:pt x="239448" y="348555"/>
                </a:lnTo>
                <a:lnTo>
                  <a:pt x="248745" y="360347"/>
                </a:lnTo>
                <a:lnTo>
                  <a:pt x="258268" y="371458"/>
                </a:lnTo>
                <a:lnTo>
                  <a:pt x="267792" y="382570"/>
                </a:lnTo>
                <a:lnTo>
                  <a:pt x="277089" y="393001"/>
                </a:lnTo>
                <a:lnTo>
                  <a:pt x="286612" y="403432"/>
                </a:lnTo>
                <a:lnTo>
                  <a:pt x="296362" y="413183"/>
                </a:lnTo>
                <a:lnTo>
                  <a:pt x="306113" y="422480"/>
                </a:lnTo>
                <a:lnTo>
                  <a:pt x="315863" y="431777"/>
                </a:lnTo>
                <a:lnTo>
                  <a:pt x="325613" y="440621"/>
                </a:lnTo>
                <a:lnTo>
                  <a:pt x="335363" y="448785"/>
                </a:lnTo>
                <a:lnTo>
                  <a:pt x="345340" y="456948"/>
                </a:lnTo>
                <a:lnTo>
                  <a:pt x="355091" y="464658"/>
                </a:lnTo>
                <a:lnTo>
                  <a:pt x="364841" y="472141"/>
                </a:lnTo>
                <a:lnTo>
                  <a:pt x="374818" y="478944"/>
                </a:lnTo>
                <a:lnTo>
                  <a:pt x="384568" y="485974"/>
                </a:lnTo>
                <a:lnTo>
                  <a:pt x="394319" y="492323"/>
                </a:lnTo>
                <a:lnTo>
                  <a:pt x="404069" y="498446"/>
                </a:lnTo>
                <a:lnTo>
                  <a:pt x="413819" y="504342"/>
                </a:lnTo>
                <a:lnTo>
                  <a:pt x="423569" y="510011"/>
                </a:lnTo>
                <a:lnTo>
                  <a:pt x="433320" y="515453"/>
                </a:lnTo>
                <a:lnTo>
                  <a:pt x="442843" y="520442"/>
                </a:lnTo>
                <a:lnTo>
                  <a:pt x="452367" y="525204"/>
                </a:lnTo>
                <a:lnTo>
                  <a:pt x="461437" y="529966"/>
                </a:lnTo>
                <a:lnTo>
                  <a:pt x="470733" y="534275"/>
                </a:lnTo>
                <a:lnTo>
                  <a:pt x="487286" y="541531"/>
                </a:lnTo>
                <a:lnTo>
                  <a:pt x="503385" y="547881"/>
                </a:lnTo>
                <a:lnTo>
                  <a:pt x="518804" y="553777"/>
                </a:lnTo>
                <a:lnTo>
                  <a:pt x="533770" y="558992"/>
                </a:lnTo>
                <a:lnTo>
                  <a:pt x="548282" y="563527"/>
                </a:lnTo>
                <a:lnTo>
                  <a:pt x="562114" y="567382"/>
                </a:lnTo>
                <a:lnTo>
                  <a:pt x="575038" y="570784"/>
                </a:lnTo>
                <a:lnTo>
                  <a:pt x="587283" y="573505"/>
                </a:lnTo>
                <a:lnTo>
                  <a:pt x="598620" y="576226"/>
                </a:lnTo>
                <a:lnTo>
                  <a:pt x="609278" y="578267"/>
                </a:lnTo>
                <a:lnTo>
                  <a:pt x="618801" y="579854"/>
                </a:lnTo>
                <a:lnTo>
                  <a:pt x="627191" y="580988"/>
                </a:lnTo>
                <a:lnTo>
                  <a:pt x="640796" y="582576"/>
                </a:lnTo>
                <a:lnTo>
                  <a:pt x="649413" y="583256"/>
                </a:lnTo>
                <a:lnTo>
                  <a:pt x="654401" y="582349"/>
                </a:lnTo>
                <a:lnTo>
                  <a:pt x="659163" y="581442"/>
                </a:lnTo>
                <a:lnTo>
                  <a:pt x="664378" y="581215"/>
                </a:lnTo>
                <a:lnTo>
                  <a:pt x="669593" y="580988"/>
                </a:lnTo>
                <a:lnTo>
                  <a:pt x="1103366" y="580988"/>
                </a:lnTo>
                <a:lnTo>
                  <a:pt x="1108808" y="581215"/>
                </a:lnTo>
                <a:lnTo>
                  <a:pt x="1114024" y="581895"/>
                </a:lnTo>
                <a:lnTo>
                  <a:pt x="1119239" y="582576"/>
                </a:lnTo>
                <a:lnTo>
                  <a:pt x="1124454" y="583483"/>
                </a:lnTo>
                <a:lnTo>
                  <a:pt x="1128309" y="583936"/>
                </a:lnTo>
                <a:lnTo>
                  <a:pt x="1132164" y="584163"/>
                </a:lnTo>
                <a:lnTo>
                  <a:pt x="1136018" y="584616"/>
                </a:lnTo>
                <a:lnTo>
                  <a:pt x="1139646" y="585070"/>
                </a:lnTo>
                <a:lnTo>
                  <a:pt x="1143501" y="586204"/>
                </a:lnTo>
                <a:lnTo>
                  <a:pt x="1147356" y="586884"/>
                </a:lnTo>
                <a:lnTo>
                  <a:pt x="1151211" y="588245"/>
                </a:lnTo>
                <a:lnTo>
                  <a:pt x="1155066" y="589379"/>
                </a:lnTo>
                <a:lnTo>
                  <a:pt x="1161868" y="592326"/>
                </a:lnTo>
                <a:lnTo>
                  <a:pt x="1167083" y="594594"/>
                </a:lnTo>
                <a:lnTo>
                  <a:pt x="1173659" y="597996"/>
                </a:lnTo>
                <a:lnTo>
                  <a:pt x="1181142" y="601851"/>
                </a:lnTo>
                <a:lnTo>
                  <a:pt x="1189758" y="606613"/>
                </a:lnTo>
                <a:lnTo>
                  <a:pt x="1199282" y="612282"/>
                </a:lnTo>
                <a:lnTo>
                  <a:pt x="1209486" y="619085"/>
                </a:lnTo>
                <a:lnTo>
                  <a:pt x="1220597" y="626568"/>
                </a:lnTo>
                <a:lnTo>
                  <a:pt x="1232161" y="635412"/>
                </a:lnTo>
                <a:lnTo>
                  <a:pt x="1244179" y="645163"/>
                </a:lnTo>
                <a:lnTo>
                  <a:pt x="1250528" y="650605"/>
                </a:lnTo>
                <a:lnTo>
                  <a:pt x="1256650" y="655820"/>
                </a:lnTo>
                <a:lnTo>
                  <a:pt x="1263452" y="661716"/>
                </a:lnTo>
                <a:lnTo>
                  <a:pt x="1269802" y="668292"/>
                </a:lnTo>
                <a:lnTo>
                  <a:pt x="1276151" y="674642"/>
                </a:lnTo>
                <a:lnTo>
                  <a:pt x="1282726" y="681218"/>
                </a:lnTo>
                <a:lnTo>
                  <a:pt x="1289529" y="688475"/>
                </a:lnTo>
                <a:lnTo>
                  <a:pt x="1296105" y="695958"/>
                </a:lnTo>
                <a:lnTo>
                  <a:pt x="1302907" y="703894"/>
                </a:lnTo>
                <a:lnTo>
                  <a:pt x="1309483" y="711831"/>
                </a:lnTo>
                <a:lnTo>
                  <a:pt x="1316059" y="720222"/>
                </a:lnTo>
                <a:lnTo>
                  <a:pt x="1322861" y="729065"/>
                </a:lnTo>
                <a:lnTo>
                  <a:pt x="1329437" y="738136"/>
                </a:lnTo>
                <a:lnTo>
                  <a:pt x="1336013" y="747660"/>
                </a:lnTo>
                <a:lnTo>
                  <a:pt x="1342362" y="757411"/>
                </a:lnTo>
                <a:lnTo>
                  <a:pt x="1348711" y="767615"/>
                </a:lnTo>
                <a:lnTo>
                  <a:pt x="1355060" y="778273"/>
                </a:lnTo>
                <a:lnTo>
                  <a:pt x="1360955" y="788931"/>
                </a:lnTo>
                <a:lnTo>
                  <a:pt x="1367077" y="800269"/>
                </a:lnTo>
                <a:lnTo>
                  <a:pt x="1373200" y="811834"/>
                </a:lnTo>
                <a:lnTo>
                  <a:pt x="1378642" y="823626"/>
                </a:lnTo>
                <a:lnTo>
                  <a:pt x="1384310" y="836098"/>
                </a:lnTo>
                <a:lnTo>
                  <a:pt x="1389752" y="848797"/>
                </a:lnTo>
                <a:lnTo>
                  <a:pt x="1394968" y="861722"/>
                </a:lnTo>
                <a:lnTo>
                  <a:pt x="1399956" y="875102"/>
                </a:lnTo>
                <a:lnTo>
                  <a:pt x="1404945" y="888934"/>
                </a:lnTo>
                <a:lnTo>
                  <a:pt x="1409480" y="902994"/>
                </a:lnTo>
                <a:lnTo>
                  <a:pt x="1413788" y="917733"/>
                </a:lnTo>
                <a:lnTo>
                  <a:pt x="1417869" y="932926"/>
                </a:lnTo>
                <a:lnTo>
                  <a:pt x="1421951" y="947893"/>
                </a:lnTo>
                <a:lnTo>
                  <a:pt x="1425579" y="963766"/>
                </a:lnTo>
                <a:lnTo>
                  <a:pt x="1428980" y="980093"/>
                </a:lnTo>
                <a:lnTo>
                  <a:pt x="1432381" y="996420"/>
                </a:lnTo>
                <a:lnTo>
                  <a:pt x="1435102" y="1013428"/>
                </a:lnTo>
                <a:lnTo>
                  <a:pt x="1437597" y="1030435"/>
                </a:lnTo>
                <a:lnTo>
                  <a:pt x="1439864" y="1048123"/>
                </a:lnTo>
                <a:lnTo>
                  <a:pt x="1441905" y="1066490"/>
                </a:lnTo>
                <a:lnTo>
                  <a:pt x="1443265" y="1084858"/>
                </a:lnTo>
                <a:lnTo>
                  <a:pt x="1444626" y="1103906"/>
                </a:lnTo>
                <a:lnTo>
                  <a:pt x="1445306" y="1123408"/>
                </a:lnTo>
                <a:lnTo>
                  <a:pt x="1445986" y="1143137"/>
                </a:lnTo>
                <a:lnTo>
                  <a:pt x="1446213" y="1163092"/>
                </a:lnTo>
                <a:lnTo>
                  <a:pt x="1445986" y="1184181"/>
                </a:lnTo>
                <a:lnTo>
                  <a:pt x="1445306" y="1205724"/>
                </a:lnTo>
                <a:lnTo>
                  <a:pt x="1444399" y="1227493"/>
                </a:lnTo>
                <a:lnTo>
                  <a:pt x="1442812" y="1249943"/>
                </a:lnTo>
                <a:lnTo>
                  <a:pt x="1440998" y="1272846"/>
                </a:lnTo>
                <a:lnTo>
                  <a:pt x="1438730" y="1296203"/>
                </a:lnTo>
                <a:lnTo>
                  <a:pt x="1436236" y="1319786"/>
                </a:lnTo>
                <a:lnTo>
                  <a:pt x="1432835" y="1344050"/>
                </a:lnTo>
                <a:lnTo>
                  <a:pt x="1429207" y="1368767"/>
                </a:lnTo>
                <a:lnTo>
                  <a:pt x="1425125" y="1394165"/>
                </a:lnTo>
                <a:lnTo>
                  <a:pt x="1420590" y="1419789"/>
                </a:lnTo>
                <a:lnTo>
                  <a:pt x="1415375" y="1445867"/>
                </a:lnTo>
                <a:lnTo>
                  <a:pt x="1409933" y="1472852"/>
                </a:lnTo>
                <a:lnTo>
                  <a:pt x="1403811" y="1500064"/>
                </a:lnTo>
                <a:lnTo>
                  <a:pt x="1397235" y="1527729"/>
                </a:lnTo>
                <a:lnTo>
                  <a:pt x="1389979" y="1555848"/>
                </a:lnTo>
                <a:lnTo>
                  <a:pt x="1389072" y="1559703"/>
                </a:lnTo>
                <a:lnTo>
                  <a:pt x="1387712" y="1563331"/>
                </a:lnTo>
                <a:lnTo>
                  <a:pt x="1386351" y="1566959"/>
                </a:lnTo>
                <a:lnTo>
                  <a:pt x="1384991" y="1570587"/>
                </a:lnTo>
                <a:lnTo>
                  <a:pt x="1383403" y="1573762"/>
                </a:lnTo>
                <a:lnTo>
                  <a:pt x="1381589" y="1577163"/>
                </a:lnTo>
                <a:lnTo>
                  <a:pt x="1379775" y="1580565"/>
                </a:lnTo>
                <a:lnTo>
                  <a:pt x="1377735" y="1583513"/>
                </a:lnTo>
                <a:lnTo>
                  <a:pt x="1373426" y="1589409"/>
                </a:lnTo>
                <a:lnTo>
                  <a:pt x="1368438" y="1595078"/>
                </a:lnTo>
                <a:lnTo>
                  <a:pt x="1363449" y="1600067"/>
                </a:lnTo>
                <a:lnTo>
                  <a:pt x="1357781" y="1604829"/>
                </a:lnTo>
                <a:lnTo>
                  <a:pt x="1351658" y="1608910"/>
                </a:lnTo>
                <a:lnTo>
                  <a:pt x="1345309" y="1612539"/>
                </a:lnTo>
                <a:lnTo>
                  <a:pt x="1338960" y="1615713"/>
                </a:lnTo>
                <a:lnTo>
                  <a:pt x="1332158" y="1618435"/>
                </a:lnTo>
                <a:lnTo>
                  <a:pt x="1325129" y="1620475"/>
                </a:lnTo>
                <a:lnTo>
                  <a:pt x="1317873" y="1622063"/>
                </a:lnTo>
                <a:lnTo>
                  <a:pt x="1310617" y="1622743"/>
                </a:lnTo>
                <a:lnTo>
                  <a:pt x="1306989" y="1623197"/>
                </a:lnTo>
                <a:lnTo>
                  <a:pt x="1303134" y="1623197"/>
                </a:lnTo>
                <a:lnTo>
                  <a:pt x="1297465" y="1623197"/>
                </a:lnTo>
                <a:lnTo>
                  <a:pt x="1291796" y="1622516"/>
                </a:lnTo>
                <a:lnTo>
                  <a:pt x="1286128" y="1621609"/>
                </a:lnTo>
                <a:lnTo>
                  <a:pt x="1280459" y="1620249"/>
                </a:lnTo>
                <a:lnTo>
                  <a:pt x="1275924" y="1619115"/>
                </a:lnTo>
                <a:lnTo>
                  <a:pt x="1271616" y="1617527"/>
                </a:lnTo>
                <a:lnTo>
                  <a:pt x="1267534" y="1615940"/>
                </a:lnTo>
                <a:lnTo>
                  <a:pt x="1263452" y="1613899"/>
                </a:lnTo>
                <a:lnTo>
                  <a:pt x="1259598" y="1611858"/>
                </a:lnTo>
                <a:lnTo>
                  <a:pt x="1255743" y="1609817"/>
                </a:lnTo>
                <a:lnTo>
                  <a:pt x="1251888" y="1607096"/>
                </a:lnTo>
                <a:lnTo>
                  <a:pt x="1248487" y="1604602"/>
                </a:lnTo>
                <a:lnTo>
                  <a:pt x="1244859" y="1601881"/>
                </a:lnTo>
                <a:lnTo>
                  <a:pt x="1241911" y="1598933"/>
                </a:lnTo>
                <a:lnTo>
                  <a:pt x="1238737" y="1595985"/>
                </a:lnTo>
                <a:lnTo>
                  <a:pt x="1235562" y="1592810"/>
                </a:lnTo>
                <a:lnTo>
                  <a:pt x="1232841" y="1589409"/>
                </a:lnTo>
                <a:lnTo>
                  <a:pt x="1230347" y="1586234"/>
                </a:lnTo>
                <a:lnTo>
                  <a:pt x="1227853" y="1582606"/>
                </a:lnTo>
                <a:lnTo>
                  <a:pt x="1225585" y="1578751"/>
                </a:lnTo>
                <a:lnTo>
                  <a:pt x="1223318" y="1575123"/>
                </a:lnTo>
                <a:lnTo>
                  <a:pt x="1221504" y="1571268"/>
                </a:lnTo>
                <a:lnTo>
                  <a:pt x="1219690" y="1567186"/>
                </a:lnTo>
                <a:lnTo>
                  <a:pt x="1218102" y="1563104"/>
                </a:lnTo>
                <a:lnTo>
                  <a:pt x="1216969" y="1559022"/>
                </a:lnTo>
                <a:lnTo>
                  <a:pt x="1215835" y="1554941"/>
                </a:lnTo>
                <a:lnTo>
                  <a:pt x="1214928" y="1550632"/>
                </a:lnTo>
                <a:lnTo>
                  <a:pt x="1214021" y="1546550"/>
                </a:lnTo>
                <a:lnTo>
                  <a:pt x="1213567" y="1542015"/>
                </a:lnTo>
                <a:lnTo>
                  <a:pt x="1213341" y="1537480"/>
                </a:lnTo>
                <a:lnTo>
                  <a:pt x="1213114" y="1533171"/>
                </a:lnTo>
                <a:lnTo>
                  <a:pt x="1213341" y="1528636"/>
                </a:lnTo>
                <a:lnTo>
                  <a:pt x="1213567" y="1524101"/>
                </a:lnTo>
                <a:lnTo>
                  <a:pt x="1214474" y="1519792"/>
                </a:lnTo>
                <a:lnTo>
                  <a:pt x="1215155" y="1515257"/>
                </a:lnTo>
                <a:lnTo>
                  <a:pt x="1216062" y="1510722"/>
                </a:lnTo>
                <a:lnTo>
                  <a:pt x="1222637" y="1484870"/>
                </a:lnTo>
                <a:lnTo>
                  <a:pt x="1228760" y="1459473"/>
                </a:lnTo>
                <a:lnTo>
                  <a:pt x="1234428" y="1434529"/>
                </a:lnTo>
                <a:lnTo>
                  <a:pt x="1239190" y="1410492"/>
                </a:lnTo>
                <a:lnTo>
                  <a:pt x="1243952" y="1386908"/>
                </a:lnTo>
                <a:lnTo>
                  <a:pt x="1248033" y="1363778"/>
                </a:lnTo>
                <a:lnTo>
                  <a:pt x="1251435" y="1341329"/>
                </a:lnTo>
                <a:lnTo>
                  <a:pt x="1254836" y="1319559"/>
                </a:lnTo>
                <a:lnTo>
                  <a:pt x="1257784" y="1298017"/>
                </a:lnTo>
                <a:lnTo>
                  <a:pt x="1260051" y="1277154"/>
                </a:lnTo>
                <a:lnTo>
                  <a:pt x="1262092" y="1256972"/>
                </a:lnTo>
                <a:lnTo>
                  <a:pt x="1263679" y="1237017"/>
                </a:lnTo>
                <a:lnTo>
                  <a:pt x="1264813" y="1217742"/>
                </a:lnTo>
                <a:lnTo>
                  <a:pt x="1265720" y="1198921"/>
                </a:lnTo>
                <a:lnTo>
                  <a:pt x="1266174" y="1180780"/>
                </a:lnTo>
                <a:lnTo>
                  <a:pt x="1266400" y="1163092"/>
                </a:lnTo>
                <a:lnTo>
                  <a:pt x="1266174" y="1148806"/>
                </a:lnTo>
                <a:lnTo>
                  <a:pt x="1265947" y="1134520"/>
                </a:lnTo>
                <a:lnTo>
                  <a:pt x="1265493" y="1121141"/>
                </a:lnTo>
                <a:lnTo>
                  <a:pt x="1264586" y="1107761"/>
                </a:lnTo>
                <a:lnTo>
                  <a:pt x="1263679" y="1094609"/>
                </a:lnTo>
                <a:lnTo>
                  <a:pt x="1262545" y="1082137"/>
                </a:lnTo>
                <a:lnTo>
                  <a:pt x="1261185" y="1069665"/>
                </a:lnTo>
                <a:lnTo>
                  <a:pt x="1259824" y="1057647"/>
                </a:lnTo>
                <a:lnTo>
                  <a:pt x="1258237" y="1045855"/>
                </a:lnTo>
                <a:lnTo>
                  <a:pt x="1256423" y="1034517"/>
                </a:lnTo>
                <a:lnTo>
                  <a:pt x="1254382" y="1023632"/>
                </a:lnTo>
                <a:lnTo>
                  <a:pt x="1252342" y="1012521"/>
                </a:lnTo>
                <a:lnTo>
                  <a:pt x="1250074" y="1002316"/>
                </a:lnTo>
                <a:lnTo>
                  <a:pt x="1247807" y="992112"/>
                </a:lnTo>
                <a:lnTo>
                  <a:pt x="1245312" y="982134"/>
                </a:lnTo>
                <a:lnTo>
                  <a:pt x="1242591" y="972610"/>
                </a:lnTo>
                <a:lnTo>
                  <a:pt x="1240097" y="963086"/>
                </a:lnTo>
                <a:lnTo>
                  <a:pt x="1237149" y="954015"/>
                </a:lnTo>
                <a:lnTo>
                  <a:pt x="1234202" y="945398"/>
                </a:lnTo>
                <a:lnTo>
                  <a:pt x="1231254" y="936781"/>
                </a:lnTo>
                <a:lnTo>
                  <a:pt x="1228306" y="928391"/>
                </a:lnTo>
                <a:lnTo>
                  <a:pt x="1224905" y="920454"/>
                </a:lnTo>
                <a:lnTo>
                  <a:pt x="1221730" y="912744"/>
                </a:lnTo>
                <a:lnTo>
                  <a:pt x="1218556" y="905034"/>
                </a:lnTo>
                <a:lnTo>
                  <a:pt x="1211526" y="890975"/>
                </a:lnTo>
                <a:lnTo>
                  <a:pt x="1204724" y="877369"/>
                </a:lnTo>
                <a:lnTo>
                  <a:pt x="1197468" y="865124"/>
                </a:lnTo>
                <a:lnTo>
                  <a:pt x="1190212" y="853332"/>
                </a:lnTo>
                <a:lnTo>
                  <a:pt x="1190212" y="1223411"/>
                </a:lnTo>
                <a:lnTo>
                  <a:pt x="1190212" y="1436116"/>
                </a:lnTo>
                <a:lnTo>
                  <a:pt x="1190212" y="1858805"/>
                </a:lnTo>
                <a:lnTo>
                  <a:pt x="1190212" y="2156773"/>
                </a:lnTo>
                <a:lnTo>
                  <a:pt x="1190212" y="2435920"/>
                </a:lnTo>
                <a:lnTo>
                  <a:pt x="1189985" y="2443176"/>
                </a:lnTo>
                <a:lnTo>
                  <a:pt x="1189532" y="2449979"/>
                </a:lnTo>
                <a:lnTo>
                  <a:pt x="1188625" y="2457009"/>
                </a:lnTo>
                <a:lnTo>
                  <a:pt x="1187491" y="2463812"/>
                </a:lnTo>
                <a:lnTo>
                  <a:pt x="1185904" y="2470615"/>
                </a:lnTo>
                <a:lnTo>
                  <a:pt x="1184090" y="2477191"/>
                </a:lnTo>
                <a:lnTo>
                  <a:pt x="1181822" y="2483540"/>
                </a:lnTo>
                <a:lnTo>
                  <a:pt x="1179328" y="2490116"/>
                </a:lnTo>
                <a:lnTo>
                  <a:pt x="1176607" y="2496239"/>
                </a:lnTo>
                <a:lnTo>
                  <a:pt x="1173659" y="2502135"/>
                </a:lnTo>
                <a:lnTo>
                  <a:pt x="1170258" y="2508031"/>
                </a:lnTo>
                <a:lnTo>
                  <a:pt x="1166403" y="2513700"/>
                </a:lnTo>
                <a:lnTo>
                  <a:pt x="1162548" y="2518915"/>
                </a:lnTo>
                <a:lnTo>
                  <a:pt x="1158467" y="2524131"/>
                </a:lnTo>
                <a:lnTo>
                  <a:pt x="1154159" y="2529347"/>
                </a:lnTo>
                <a:lnTo>
                  <a:pt x="1149397" y="2534109"/>
                </a:lnTo>
                <a:lnTo>
                  <a:pt x="1144862" y="2538871"/>
                </a:lnTo>
                <a:lnTo>
                  <a:pt x="1139646" y="2543179"/>
                </a:lnTo>
                <a:lnTo>
                  <a:pt x="1134431" y="2547261"/>
                </a:lnTo>
                <a:lnTo>
                  <a:pt x="1128989" y="2551116"/>
                </a:lnTo>
                <a:lnTo>
                  <a:pt x="1123320" y="2554744"/>
                </a:lnTo>
                <a:lnTo>
                  <a:pt x="1117425" y="2557919"/>
                </a:lnTo>
                <a:lnTo>
                  <a:pt x="1111529" y="2561094"/>
                </a:lnTo>
                <a:lnTo>
                  <a:pt x="1105407" y="2563815"/>
                </a:lnTo>
                <a:lnTo>
                  <a:pt x="1099285" y="2566536"/>
                </a:lnTo>
                <a:lnTo>
                  <a:pt x="1092482" y="2568577"/>
                </a:lnTo>
                <a:lnTo>
                  <a:pt x="1086133" y="2570618"/>
                </a:lnTo>
                <a:lnTo>
                  <a:pt x="1079331" y="2572205"/>
                </a:lnTo>
                <a:lnTo>
                  <a:pt x="1072528" y="2573112"/>
                </a:lnTo>
                <a:lnTo>
                  <a:pt x="1065726" y="2574246"/>
                </a:lnTo>
                <a:lnTo>
                  <a:pt x="1058470" y="2574699"/>
                </a:lnTo>
                <a:lnTo>
                  <a:pt x="1051214" y="2574926"/>
                </a:lnTo>
                <a:lnTo>
                  <a:pt x="1044185" y="2574699"/>
                </a:lnTo>
                <a:lnTo>
                  <a:pt x="1037155" y="2574246"/>
                </a:lnTo>
                <a:lnTo>
                  <a:pt x="1030353" y="2573112"/>
                </a:lnTo>
                <a:lnTo>
                  <a:pt x="1023324" y="2572205"/>
                </a:lnTo>
                <a:lnTo>
                  <a:pt x="1016748" y="2570618"/>
                </a:lnTo>
                <a:lnTo>
                  <a:pt x="1009945" y="2568577"/>
                </a:lnTo>
                <a:lnTo>
                  <a:pt x="1003596" y="2566536"/>
                </a:lnTo>
                <a:lnTo>
                  <a:pt x="997247" y="2563815"/>
                </a:lnTo>
                <a:lnTo>
                  <a:pt x="991352" y="2561094"/>
                </a:lnTo>
                <a:lnTo>
                  <a:pt x="985230" y="2557919"/>
                </a:lnTo>
                <a:lnTo>
                  <a:pt x="979334" y="2554744"/>
                </a:lnTo>
                <a:lnTo>
                  <a:pt x="973665" y="2551116"/>
                </a:lnTo>
                <a:lnTo>
                  <a:pt x="968223" y="2547261"/>
                </a:lnTo>
                <a:lnTo>
                  <a:pt x="963008" y="2543179"/>
                </a:lnTo>
                <a:lnTo>
                  <a:pt x="958020" y="2538871"/>
                </a:lnTo>
                <a:lnTo>
                  <a:pt x="953031" y="2534109"/>
                </a:lnTo>
                <a:lnTo>
                  <a:pt x="948496" y="2529347"/>
                </a:lnTo>
                <a:lnTo>
                  <a:pt x="944188" y="2524131"/>
                </a:lnTo>
                <a:lnTo>
                  <a:pt x="940106" y="2518915"/>
                </a:lnTo>
                <a:lnTo>
                  <a:pt x="936252" y="2513700"/>
                </a:lnTo>
                <a:lnTo>
                  <a:pt x="932624" y="2508031"/>
                </a:lnTo>
                <a:lnTo>
                  <a:pt x="929222" y="2502135"/>
                </a:lnTo>
                <a:lnTo>
                  <a:pt x="926048" y="2496239"/>
                </a:lnTo>
                <a:lnTo>
                  <a:pt x="923327" y="2490116"/>
                </a:lnTo>
                <a:lnTo>
                  <a:pt x="921059" y="2483540"/>
                </a:lnTo>
                <a:lnTo>
                  <a:pt x="918792" y="2477191"/>
                </a:lnTo>
                <a:lnTo>
                  <a:pt x="916978" y="2470615"/>
                </a:lnTo>
                <a:lnTo>
                  <a:pt x="915391" y="2463812"/>
                </a:lnTo>
                <a:lnTo>
                  <a:pt x="914030" y="2457009"/>
                </a:lnTo>
                <a:lnTo>
                  <a:pt x="913123" y="2449979"/>
                </a:lnTo>
                <a:lnTo>
                  <a:pt x="912670" y="2443176"/>
                </a:lnTo>
                <a:lnTo>
                  <a:pt x="912670" y="2435920"/>
                </a:lnTo>
                <a:lnTo>
                  <a:pt x="912670" y="2099175"/>
                </a:lnTo>
                <a:lnTo>
                  <a:pt x="912670" y="1800753"/>
                </a:lnTo>
                <a:lnTo>
                  <a:pt x="912670" y="1522740"/>
                </a:lnTo>
                <a:lnTo>
                  <a:pt x="858476" y="1522740"/>
                </a:lnTo>
                <a:lnTo>
                  <a:pt x="853034" y="1545416"/>
                </a:lnTo>
                <a:lnTo>
                  <a:pt x="797254" y="1776943"/>
                </a:lnTo>
                <a:lnTo>
                  <a:pt x="889995" y="1796218"/>
                </a:lnTo>
                <a:lnTo>
                  <a:pt x="889995" y="2094413"/>
                </a:lnTo>
                <a:lnTo>
                  <a:pt x="590004" y="2032053"/>
                </a:lnTo>
                <a:lnTo>
                  <a:pt x="587283" y="2031372"/>
                </a:lnTo>
                <a:lnTo>
                  <a:pt x="585469" y="2031145"/>
                </a:lnTo>
                <a:lnTo>
                  <a:pt x="580707" y="2029785"/>
                </a:lnTo>
                <a:lnTo>
                  <a:pt x="572998" y="2027290"/>
                </a:lnTo>
                <a:lnTo>
                  <a:pt x="566875" y="2025250"/>
                </a:lnTo>
                <a:lnTo>
                  <a:pt x="559393" y="2022075"/>
                </a:lnTo>
                <a:lnTo>
                  <a:pt x="553497" y="2018900"/>
                </a:lnTo>
                <a:lnTo>
                  <a:pt x="546695" y="2015499"/>
                </a:lnTo>
                <a:lnTo>
                  <a:pt x="541026" y="2011871"/>
                </a:lnTo>
                <a:lnTo>
                  <a:pt x="534677" y="2007789"/>
                </a:lnTo>
                <a:lnTo>
                  <a:pt x="529235" y="2003707"/>
                </a:lnTo>
                <a:lnTo>
                  <a:pt x="523566" y="1998945"/>
                </a:lnTo>
                <a:lnTo>
                  <a:pt x="518804" y="1994410"/>
                </a:lnTo>
                <a:lnTo>
                  <a:pt x="513362" y="1988967"/>
                </a:lnTo>
                <a:lnTo>
                  <a:pt x="509054" y="1984205"/>
                </a:lnTo>
                <a:lnTo>
                  <a:pt x="504292" y="1978536"/>
                </a:lnTo>
                <a:lnTo>
                  <a:pt x="500438" y="1973094"/>
                </a:lnTo>
                <a:lnTo>
                  <a:pt x="496356" y="1966971"/>
                </a:lnTo>
                <a:lnTo>
                  <a:pt x="493182" y="1961302"/>
                </a:lnTo>
                <a:lnTo>
                  <a:pt x="489554" y="1954726"/>
                </a:lnTo>
                <a:lnTo>
                  <a:pt x="486606" y="1949057"/>
                </a:lnTo>
                <a:lnTo>
                  <a:pt x="483658" y="1941800"/>
                </a:lnTo>
                <a:lnTo>
                  <a:pt x="481617" y="1935905"/>
                </a:lnTo>
                <a:lnTo>
                  <a:pt x="479123" y="1928421"/>
                </a:lnTo>
                <a:lnTo>
                  <a:pt x="477763" y="1922299"/>
                </a:lnTo>
                <a:lnTo>
                  <a:pt x="476175" y="1914815"/>
                </a:lnTo>
                <a:lnTo>
                  <a:pt x="475042" y="1908239"/>
                </a:lnTo>
                <a:lnTo>
                  <a:pt x="474135" y="1900756"/>
                </a:lnTo>
                <a:lnTo>
                  <a:pt x="473908" y="1893726"/>
                </a:lnTo>
                <a:lnTo>
                  <a:pt x="473908" y="1886470"/>
                </a:lnTo>
                <a:lnTo>
                  <a:pt x="474135" y="1878987"/>
                </a:lnTo>
                <a:lnTo>
                  <a:pt x="474815" y="1871730"/>
                </a:lnTo>
                <a:lnTo>
                  <a:pt x="475949" y="1864474"/>
                </a:lnTo>
                <a:lnTo>
                  <a:pt x="476629" y="1859258"/>
                </a:lnTo>
                <a:lnTo>
                  <a:pt x="477536" y="1856990"/>
                </a:lnTo>
                <a:lnTo>
                  <a:pt x="477763" y="1854723"/>
                </a:lnTo>
                <a:lnTo>
                  <a:pt x="568689" y="1478748"/>
                </a:lnTo>
                <a:lnTo>
                  <a:pt x="582521" y="1421603"/>
                </a:lnTo>
                <a:lnTo>
                  <a:pt x="582521" y="755823"/>
                </a:lnTo>
                <a:lnTo>
                  <a:pt x="565742" y="752875"/>
                </a:lnTo>
                <a:lnTo>
                  <a:pt x="546921" y="748794"/>
                </a:lnTo>
                <a:lnTo>
                  <a:pt x="526967" y="744032"/>
                </a:lnTo>
                <a:lnTo>
                  <a:pt x="516310" y="741311"/>
                </a:lnTo>
                <a:lnTo>
                  <a:pt x="505426" y="738136"/>
                </a:lnTo>
                <a:lnTo>
                  <a:pt x="494089" y="734961"/>
                </a:lnTo>
                <a:lnTo>
                  <a:pt x="482751" y="731333"/>
                </a:lnTo>
                <a:lnTo>
                  <a:pt x="470960" y="727478"/>
                </a:lnTo>
                <a:lnTo>
                  <a:pt x="458942" y="723169"/>
                </a:lnTo>
                <a:lnTo>
                  <a:pt x="446698" y="718634"/>
                </a:lnTo>
                <a:lnTo>
                  <a:pt x="434000" y="713872"/>
                </a:lnTo>
                <a:lnTo>
                  <a:pt x="421302" y="708657"/>
                </a:lnTo>
                <a:lnTo>
                  <a:pt x="408150" y="702987"/>
                </a:lnTo>
                <a:lnTo>
                  <a:pt x="395906" y="697772"/>
                </a:lnTo>
                <a:lnTo>
                  <a:pt x="383661" y="691876"/>
                </a:lnTo>
                <a:lnTo>
                  <a:pt x="370963" y="685753"/>
                </a:lnTo>
                <a:lnTo>
                  <a:pt x="358265" y="679177"/>
                </a:lnTo>
                <a:lnTo>
                  <a:pt x="345567" y="672374"/>
                </a:lnTo>
                <a:lnTo>
                  <a:pt x="332642" y="665118"/>
                </a:lnTo>
                <a:lnTo>
                  <a:pt x="319718" y="657408"/>
                </a:lnTo>
                <a:lnTo>
                  <a:pt x="306566" y="649471"/>
                </a:lnTo>
                <a:lnTo>
                  <a:pt x="293415" y="641081"/>
                </a:lnTo>
                <a:lnTo>
                  <a:pt x="280263" y="632237"/>
                </a:lnTo>
                <a:lnTo>
                  <a:pt x="267112" y="623166"/>
                </a:lnTo>
                <a:lnTo>
                  <a:pt x="253960" y="613416"/>
                </a:lnTo>
                <a:lnTo>
                  <a:pt x="240809" y="603438"/>
                </a:lnTo>
                <a:lnTo>
                  <a:pt x="227430" y="592553"/>
                </a:lnTo>
                <a:lnTo>
                  <a:pt x="214279" y="581895"/>
                </a:lnTo>
                <a:lnTo>
                  <a:pt x="201354" y="570330"/>
                </a:lnTo>
                <a:lnTo>
                  <a:pt x="188203" y="558539"/>
                </a:lnTo>
                <a:lnTo>
                  <a:pt x="175278" y="546067"/>
                </a:lnTo>
                <a:lnTo>
                  <a:pt x="162580" y="533368"/>
                </a:lnTo>
                <a:lnTo>
                  <a:pt x="149655" y="519989"/>
                </a:lnTo>
                <a:lnTo>
                  <a:pt x="136957" y="506156"/>
                </a:lnTo>
                <a:lnTo>
                  <a:pt x="124713" y="491870"/>
                </a:lnTo>
                <a:lnTo>
                  <a:pt x="112015" y="477130"/>
                </a:lnTo>
                <a:lnTo>
                  <a:pt x="99997" y="461710"/>
                </a:lnTo>
                <a:lnTo>
                  <a:pt x="87979" y="445837"/>
                </a:lnTo>
                <a:lnTo>
                  <a:pt x="76188" y="429737"/>
                </a:lnTo>
                <a:lnTo>
                  <a:pt x="64624" y="412729"/>
                </a:lnTo>
                <a:lnTo>
                  <a:pt x="53059" y="395495"/>
                </a:lnTo>
                <a:lnTo>
                  <a:pt x="41949" y="377354"/>
                </a:lnTo>
                <a:lnTo>
                  <a:pt x="31065" y="358759"/>
                </a:lnTo>
                <a:lnTo>
                  <a:pt x="20181" y="339711"/>
                </a:lnTo>
                <a:lnTo>
                  <a:pt x="9977" y="319983"/>
                </a:lnTo>
                <a:lnTo>
                  <a:pt x="7936" y="315901"/>
                </a:lnTo>
                <a:lnTo>
                  <a:pt x="6122" y="311819"/>
                </a:lnTo>
                <a:lnTo>
                  <a:pt x="4535" y="307511"/>
                </a:lnTo>
                <a:lnTo>
                  <a:pt x="3401" y="302975"/>
                </a:lnTo>
                <a:lnTo>
                  <a:pt x="2267" y="298667"/>
                </a:lnTo>
                <a:lnTo>
                  <a:pt x="1360" y="294358"/>
                </a:lnTo>
                <a:lnTo>
                  <a:pt x="680" y="290050"/>
                </a:lnTo>
                <a:lnTo>
                  <a:pt x="227" y="285741"/>
                </a:lnTo>
                <a:lnTo>
                  <a:pt x="0" y="281206"/>
                </a:lnTo>
                <a:lnTo>
                  <a:pt x="0" y="276897"/>
                </a:lnTo>
                <a:lnTo>
                  <a:pt x="227" y="272589"/>
                </a:lnTo>
                <a:lnTo>
                  <a:pt x="453" y="268507"/>
                </a:lnTo>
                <a:lnTo>
                  <a:pt x="1360" y="264199"/>
                </a:lnTo>
                <a:lnTo>
                  <a:pt x="2041" y="259663"/>
                </a:lnTo>
                <a:lnTo>
                  <a:pt x="3174" y="255582"/>
                </a:lnTo>
                <a:lnTo>
                  <a:pt x="4308" y="251500"/>
                </a:lnTo>
                <a:lnTo>
                  <a:pt x="5669" y="247418"/>
                </a:lnTo>
                <a:lnTo>
                  <a:pt x="7483" y="243336"/>
                </a:lnTo>
                <a:lnTo>
                  <a:pt x="9297" y="239481"/>
                </a:lnTo>
                <a:lnTo>
                  <a:pt x="11111" y="235626"/>
                </a:lnTo>
                <a:lnTo>
                  <a:pt x="13378" y="231771"/>
                </a:lnTo>
                <a:lnTo>
                  <a:pt x="15646" y="228143"/>
                </a:lnTo>
                <a:lnTo>
                  <a:pt x="18140" y="224515"/>
                </a:lnTo>
                <a:lnTo>
                  <a:pt x="20861" y="221340"/>
                </a:lnTo>
                <a:lnTo>
                  <a:pt x="23809" y="217939"/>
                </a:lnTo>
                <a:lnTo>
                  <a:pt x="26983" y="214764"/>
                </a:lnTo>
                <a:lnTo>
                  <a:pt x="29931" y="211816"/>
                </a:lnTo>
                <a:lnTo>
                  <a:pt x="33559" y="208868"/>
                </a:lnTo>
                <a:lnTo>
                  <a:pt x="37187" y="206147"/>
                </a:lnTo>
                <a:lnTo>
                  <a:pt x="40815" y="203653"/>
                </a:lnTo>
                <a:lnTo>
                  <a:pt x="44670" y="201385"/>
                </a:lnTo>
                <a:lnTo>
                  <a:pt x="48751" y="198891"/>
                </a:lnTo>
                <a:lnTo>
                  <a:pt x="52833" y="196850"/>
                </a:lnTo>
                <a:lnTo>
                  <a:pt x="57141" y="195036"/>
                </a:lnTo>
                <a:lnTo>
                  <a:pt x="61222" y="193675"/>
                </a:lnTo>
                <a:lnTo>
                  <a:pt x="65531" y="192314"/>
                </a:lnTo>
                <a:lnTo>
                  <a:pt x="70066" y="191181"/>
                </a:lnTo>
                <a:lnTo>
                  <a:pt x="74374" y="190500"/>
                </a:lnTo>
                <a:lnTo>
                  <a:pt x="78682" y="189820"/>
                </a:lnTo>
                <a:lnTo>
                  <a:pt x="82991" y="189140"/>
                </a:lnTo>
                <a:lnTo>
                  <a:pt x="87526" y="188913"/>
                </a:lnTo>
                <a:close/>
                <a:moveTo>
                  <a:pt x="880715" y="0"/>
                </a:moveTo>
                <a:lnTo>
                  <a:pt x="886846" y="0"/>
                </a:lnTo>
                <a:lnTo>
                  <a:pt x="893432" y="0"/>
                </a:lnTo>
                <a:lnTo>
                  <a:pt x="899564" y="227"/>
                </a:lnTo>
                <a:lnTo>
                  <a:pt x="905922" y="681"/>
                </a:lnTo>
                <a:lnTo>
                  <a:pt x="912281" y="1363"/>
                </a:lnTo>
                <a:lnTo>
                  <a:pt x="918412" y="2044"/>
                </a:lnTo>
                <a:lnTo>
                  <a:pt x="924998" y="3179"/>
                </a:lnTo>
                <a:lnTo>
                  <a:pt x="931356" y="4088"/>
                </a:lnTo>
                <a:lnTo>
                  <a:pt x="937715" y="5450"/>
                </a:lnTo>
                <a:lnTo>
                  <a:pt x="944300" y="6586"/>
                </a:lnTo>
                <a:lnTo>
                  <a:pt x="950432" y="8175"/>
                </a:lnTo>
                <a:lnTo>
                  <a:pt x="956790" y="9992"/>
                </a:lnTo>
                <a:lnTo>
                  <a:pt x="962922" y="11809"/>
                </a:lnTo>
                <a:lnTo>
                  <a:pt x="969053" y="13853"/>
                </a:lnTo>
                <a:lnTo>
                  <a:pt x="974958" y="15896"/>
                </a:lnTo>
                <a:lnTo>
                  <a:pt x="980862" y="18167"/>
                </a:lnTo>
                <a:lnTo>
                  <a:pt x="986767" y="20892"/>
                </a:lnTo>
                <a:lnTo>
                  <a:pt x="992671" y="23390"/>
                </a:lnTo>
                <a:lnTo>
                  <a:pt x="998348" y="25888"/>
                </a:lnTo>
                <a:lnTo>
                  <a:pt x="1003798" y="28841"/>
                </a:lnTo>
                <a:lnTo>
                  <a:pt x="1009476" y="31793"/>
                </a:lnTo>
                <a:lnTo>
                  <a:pt x="1014699" y="34972"/>
                </a:lnTo>
                <a:lnTo>
                  <a:pt x="1025372" y="41331"/>
                </a:lnTo>
                <a:lnTo>
                  <a:pt x="1035591" y="48370"/>
                </a:lnTo>
                <a:lnTo>
                  <a:pt x="1045356" y="56091"/>
                </a:lnTo>
                <a:lnTo>
                  <a:pt x="1054667" y="63585"/>
                </a:lnTo>
                <a:lnTo>
                  <a:pt x="1063523" y="72215"/>
                </a:lnTo>
                <a:lnTo>
                  <a:pt x="1072153" y="80844"/>
                </a:lnTo>
                <a:lnTo>
                  <a:pt x="1080101" y="89928"/>
                </a:lnTo>
                <a:lnTo>
                  <a:pt x="1087822" y="99466"/>
                </a:lnTo>
                <a:lnTo>
                  <a:pt x="1094862" y="109458"/>
                </a:lnTo>
                <a:lnTo>
                  <a:pt x="1101675" y="119450"/>
                </a:lnTo>
                <a:lnTo>
                  <a:pt x="1107806" y="129896"/>
                </a:lnTo>
                <a:lnTo>
                  <a:pt x="1113483" y="140796"/>
                </a:lnTo>
                <a:lnTo>
                  <a:pt x="1118479" y="151697"/>
                </a:lnTo>
                <a:lnTo>
                  <a:pt x="1123248" y="162824"/>
                </a:lnTo>
                <a:lnTo>
                  <a:pt x="1127336" y="174406"/>
                </a:lnTo>
                <a:lnTo>
                  <a:pt x="1130969" y="186215"/>
                </a:lnTo>
                <a:lnTo>
                  <a:pt x="1133694" y="198023"/>
                </a:lnTo>
                <a:lnTo>
                  <a:pt x="1136192" y="210059"/>
                </a:lnTo>
                <a:lnTo>
                  <a:pt x="1138009" y="222322"/>
                </a:lnTo>
                <a:lnTo>
                  <a:pt x="1139145" y="234812"/>
                </a:lnTo>
                <a:lnTo>
                  <a:pt x="1139599" y="240944"/>
                </a:lnTo>
                <a:lnTo>
                  <a:pt x="1139826" y="247075"/>
                </a:lnTo>
                <a:lnTo>
                  <a:pt x="1139826" y="253434"/>
                </a:lnTo>
                <a:lnTo>
                  <a:pt x="1139599" y="259565"/>
                </a:lnTo>
                <a:lnTo>
                  <a:pt x="1139599" y="265924"/>
                </a:lnTo>
                <a:lnTo>
                  <a:pt x="1139145" y="272509"/>
                </a:lnTo>
                <a:lnTo>
                  <a:pt x="1138690" y="278641"/>
                </a:lnTo>
                <a:lnTo>
                  <a:pt x="1137782" y="284999"/>
                </a:lnTo>
                <a:lnTo>
                  <a:pt x="1136874" y="291358"/>
                </a:lnTo>
                <a:lnTo>
                  <a:pt x="1135738" y="297943"/>
                </a:lnTo>
                <a:lnTo>
                  <a:pt x="1134376" y="304075"/>
                </a:lnTo>
                <a:lnTo>
                  <a:pt x="1133240" y="310433"/>
                </a:lnTo>
                <a:lnTo>
                  <a:pt x="1131651" y="316792"/>
                </a:lnTo>
                <a:lnTo>
                  <a:pt x="1129834" y="323151"/>
                </a:lnTo>
                <a:lnTo>
                  <a:pt x="1128017" y="329282"/>
                </a:lnTo>
                <a:lnTo>
                  <a:pt x="1125973" y="335413"/>
                </a:lnTo>
                <a:lnTo>
                  <a:pt x="1123929" y="341545"/>
                </a:lnTo>
                <a:lnTo>
                  <a:pt x="1121659" y="347449"/>
                </a:lnTo>
                <a:lnTo>
                  <a:pt x="1119161" y="353354"/>
                </a:lnTo>
                <a:lnTo>
                  <a:pt x="1116435" y="359031"/>
                </a:lnTo>
                <a:lnTo>
                  <a:pt x="1113937" y="364708"/>
                </a:lnTo>
                <a:lnTo>
                  <a:pt x="1111212" y="370385"/>
                </a:lnTo>
                <a:lnTo>
                  <a:pt x="1108033" y="375836"/>
                </a:lnTo>
                <a:lnTo>
                  <a:pt x="1104854" y="381286"/>
                </a:lnTo>
                <a:lnTo>
                  <a:pt x="1098495" y="391959"/>
                </a:lnTo>
                <a:lnTo>
                  <a:pt x="1091683" y="401951"/>
                </a:lnTo>
                <a:lnTo>
                  <a:pt x="1083961" y="411716"/>
                </a:lnTo>
                <a:lnTo>
                  <a:pt x="1076240" y="421027"/>
                </a:lnTo>
                <a:lnTo>
                  <a:pt x="1067611" y="430110"/>
                </a:lnTo>
                <a:lnTo>
                  <a:pt x="1058981" y="438513"/>
                </a:lnTo>
                <a:lnTo>
                  <a:pt x="1049898" y="446461"/>
                </a:lnTo>
                <a:lnTo>
                  <a:pt x="1040587" y="454182"/>
                </a:lnTo>
                <a:lnTo>
                  <a:pt x="1030368" y="461449"/>
                </a:lnTo>
                <a:lnTo>
                  <a:pt x="1020376" y="468035"/>
                </a:lnTo>
                <a:lnTo>
                  <a:pt x="1009930" y="474393"/>
                </a:lnTo>
                <a:lnTo>
                  <a:pt x="999257" y="479843"/>
                </a:lnTo>
                <a:lnTo>
                  <a:pt x="988129" y="485066"/>
                </a:lnTo>
                <a:lnTo>
                  <a:pt x="976774" y="489608"/>
                </a:lnTo>
                <a:lnTo>
                  <a:pt x="965420" y="493696"/>
                </a:lnTo>
                <a:lnTo>
                  <a:pt x="953611" y="497102"/>
                </a:lnTo>
                <a:lnTo>
                  <a:pt x="941802" y="500282"/>
                </a:lnTo>
                <a:lnTo>
                  <a:pt x="929767" y="502552"/>
                </a:lnTo>
                <a:lnTo>
                  <a:pt x="917504" y="504369"/>
                </a:lnTo>
                <a:lnTo>
                  <a:pt x="905241" y="505505"/>
                </a:lnTo>
                <a:lnTo>
                  <a:pt x="898882" y="505959"/>
                </a:lnTo>
                <a:lnTo>
                  <a:pt x="892751" y="506186"/>
                </a:lnTo>
                <a:lnTo>
                  <a:pt x="886392" y="506413"/>
                </a:lnTo>
                <a:lnTo>
                  <a:pt x="880261" y="506186"/>
                </a:lnTo>
                <a:lnTo>
                  <a:pt x="873902" y="505959"/>
                </a:lnTo>
                <a:lnTo>
                  <a:pt x="867317" y="505505"/>
                </a:lnTo>
                <a:lnTo>
                  <a:pt x="861185" y="504823"/>
                </a:lnTo>
                <a:lnTo>
                  <a:pt x="854827" y="504369"/>
                </a:lnTo>
                <a:lnTo>
                  <a:pt x="848468" y="503234"/>
                </a:lnTo>
                <a:lnTo>
                  <a:pt x="841882" y="502325"/>
                </a:lnTo>
                <a:lnTo>
                  <a:pt x="835751" y="500963"/>
                </a:lnTo>
                <a:lnTo>
                  <a:pt x="829392" y="499600"/>
                </a:lnTo>
                <a:lnTo>
                  <a:pt x="823034" y="498238"/>
                </a:lnTo>
                <a:lnTo>
                  <a:pt x="816902" y="496421"/>
                </a:lnTo>
                <a:lnTo>
                  <a:pt x="810317" y="494604"/>
                </a:lnTo>
                <a:lnTo>
                  <a:pt x="804412" y="492560"/>
                </a:lnTo>
                <a:lnTo>
                  <a:pt x="798281" y="490290"/>
                </a:lnTo>
                <a:lnTo>
                  <a:pt x="792377" y="488246"/>
                </a:lnTo>
                <a:lnTo>
                  <a:pt x="786472" y="485521"/>
                </a:lnTo>
                <a:lnTo>
                  <a:pt x="780795" y="483023"/>
                </a:lnTo>
                <a:lnTo>
                  <a:pt x="775118" y="480525"/>
                </a:lnTo>
                <a:lnTo>
                  <a:pt x="769667" y="477572"/>
                </a:lnTo>
                <a:lnTo>
                  <a:pt x="763990" y="474620"/>
                </a:lnTo>
                <a:lnTo>
                  <a:pt x="758540" y="471441"/>
                </a:lnTo>
                <a:lnTo>
                  <a:pt x="753317" y="468489"/>
                </a:lnTo>
                <a:lnTo>
                  <a:pt x="748094" y="465082"/>
                </a:lnTo>
                <a:lnTo>
                  <a:pt x="737875" y="457816"/>
                </a:lnTo>
                <a:lnTo>
                  <a:pt x="728337" y="450322"/>
                </a:lnTo>
                <a:lnTo>
                  <a:pt x="718799" y="442373"/>
                </a:lnTo>
                <a:lnTo>
                  <a:pt x="709715" y="434198"/>
                </a:lnTo>
                <a:lnTo>
                  <a:pt x="701313" y="425569"/>
                </a:lnTo>
                <a:lnTo>
                  <a:pt x="693365" y="416258"/>
                </a:lnTo>
                <a:lnTo>
                  <a:pt x="685644" y="406720"/>
                </a:lnTo>
                <a:lnTo>
                  <a:pt x="678377" y="396955"/>
                </a:lnTo>
                <a:lnTo>
                  <a:pt x="671791" y="386736"/>
                </a:lnTo>
                <a:lnTo>
                  <a:pt x="665660" y="376517"/>
                </a:lnTo>
                <a:lnTo>
                  <a:pt x="659983" y="365617"/>
                </a:lnTo>
                <a:lnTo>
                  <a:pt x="654759" y="354716"/>
                </a:lnTo>
                <a:lnTo>
                  <a:pt x="650218" y="343362"/>
                </a:lnTo>
                <a:lnTo>
                  <a:pt x="646130" y="331780"/>
                </a:lnTo>
                <a:lnTo>
                  <a:pt x="642724" y="320198"/>
                </a:lnTo>
                <a:lnTo>
                  <a:pt x="639544" y="308163"/>
                </a:lnTo>
                <a:lnTo>
                  <a:pt x="637273" y="296127"/>
                </a:lnTo>
                <a:lnTo>
                  <a:pt x="635457" y="284091"/>
                </a:lnTo>
                <a:lnTo>
                  <a:pt x="634321" y="271601"/>
                </a:lnTo>
                <a:lnTo>
                  <a:pt x="633867" y="265469"/>
                </a:lnTo>
                <a:lnTo>
                  <a:pt x="633640" y="259111"/>
                </a:lnTo>
                <a:lnTo>
                  <a:pt x="633413" y="252979"/>
                </a:lnTo>
                <a:lnTo>
                  <a:pt x="633640" y="246621"/>
                </a:lnTo>
                <a:lnTo>
                  <a:pt x="633867" y="240262"/>
                </a:lnTo>
                <a:lnTo>
                  <a:pt x="634321" y="233904"/>
                </a:lnTo>
                <a:lnTo>
                  <a:pt x="635003" y="227545"/>
                </a:lnTo>
                <a:lnTo>
                  <a:pt x="635457" y="221414"/>
                </a:lnTo>
                <a:lnTo>
                  <a:pt x="636592" y="214828"/>
                </a:lnTo>
                <a:lnTo>
                  <a:pt x="637501" y="208470"/>
                </a:lnTo>
                <a:lnTo>
                  <a:pt x="638863" y="202111"/>
                </a:lnTo>
                <a:lnTo>
                  <a:pt x="640226" y="195752"/>
                </a:lnTo>
                <a:lnTo>
                  <a:pt x="641588" y="189621"/>
                </a:lnTo>
                <a:lnTo>
                  <a:pt x="643405" y="183035"/>
                </a:lnTo>
                <a:lnTo>
                  <a:pt x="645222" y="176904"/>
                </a:lnTo>
                <a:lnTo>
                  <a:pt x="647265" y="170772"/>
                </a:lnTo>
                <a:lnTo>
                  <a:pt x="649309" y="164868"/>
                </a:lnTo>
                <a:lnTo>
                  <a:pt x="651807" y="158964"/>
                </a:lnTo>
                <a:lnTo>
                  <a:pt x="654305" y="153059"/>
                </a:lnTo>
                <a:lnTo>
                  <a:pt x="656803" y="147155"/>
                </a:lnTo>
                <a:lnTo>
                  <a:pt x="659301" y="141478"/>
                </a:lnTo>
                <a:lnTo>
                  <a:pt x="662253" y="135800"/>
                </a:lnTo>
                <a:lnTo>
                  <a:pt x="665206" y="130350"/>
                </a:lnTo>
                <a:lnTo>
                  <a:pt x="668385" y="125127"/>
                </a:lnTo>
                <a:lnTo>
                  <a:pt x="674743" y="114454"/>
                </a:lnTo>
                <a:lnTo>
                  <a:pt x="682010" y="104235"/>
                </a:lnTo>
                <a:lnTo>
                  <a:pt x="689504" y="94470"/>
                </a:lnTo>
                <a:lnTo>
                  <a:pt x="697453" y="85159"/>
                </a:lnTo>
                <a:lnTo>
                  <a:pt x="705628" y="76303"/>
                </a:lnTo>
                <a:lnTo>
                  <a:pt x="714257" y="67900"/>
                </a:lnTo>
                <a:lnTo>
                  <a:pt x="723568" y="59498"/>
                </a:lnTo>
                <a:lnTo>
                  <a:pt x="733106" y="52231"/>
                </a:lnTo>
                <a:lnTo>
                  <a:pt x="742871" y="44964"/>
                </a:lnTo>
                <a:lnTo>
                  <a:pt x="753090" y="38151"/>
                </a:lnTo>
                <a:lnTo>
                  <a:pt x="763309" y="32020"/>
                </a:lnTo>
                <a:lnTo>
                  <a:pt x="774209" y="26343"/>
                </a:lnTo>
                <a:lnTo>
                  <a:pt x="785337" y="21347"/>
                </a:lnTo>
                <a:lnTo>
                  <a:pt x="796464" y="16578"/>
                </a:lnTo>
                <a:lnTo>
                  <a:pt x="808046" y="12490"/>
                </a:lnTo>
                <a:lnTo>
                  <a:pt x="819628" y="9084"/>
                </a:lnTo>
                <a:lnTo>
                  <a:pt x="831663" y="6131"/>
                </a:lnTo>
                <a:lnTo>
                  <a:pt x="843699" y="3633"/>
                </a:lnTo>
                <a:lnTo>
                  <a:pt x="855962" y="1817"/>
                </a:lnTo>
                <a:lnTo>
                  <a:pt x="868225" y="681"/>
                </a:lnTo>
                <a:lnTo>
                  <a:pt x="874356" y="227"/>
                </a:lnTo>
                <a:lnTo>
                  <a:pt x="880715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0756319" y="2613888"/>
            <a:ext cx="738768" cy="1791132"/>
            <a:chOff x="3590926" y="438150"/>
            <a:chExt cx="1387475" cy="336391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68" name="Freeform 14"/>
            <p:cNvSpPr>
              <a:spLocks/>
            </p:cNvSpPr>
            <p:nvPr/>
          </p:nvSpPr>
          <p:spPr bwMode="auto">
            <a:xfrm flipV="1">
              <a:off x="3770314" y="438150"/>
              <a:ext cx="666750" cy="657225"/>
            </a:xfrm>
            <a:custGeom>
              <a:avLst/>
              <a:gdLst>
                <a:gd name="T0" fmla="*/ 800 w 1840"/>
                <a:gd name="T1" fmla="*/ 1774 h 1820"/>
                <a:gd name="T2" fmla="*/ 1503 w 1840"/>
                <a:gd name="T3" fmla="*/ 1601 h 1820"/>
                <a:gd name="T4" fmla="*/ 1835 w 1840"/>
                <a:gd name="T5" fmla="*/ 917 h 1820"/>
                <a:gd name="T6" fmla="*/ 1421 w 1840"/>
                <a:gd name="T7" fmla="*/ 171 h 1820"/>
                <a:gd name="T8" fmla="*/ 564 w 1840"/>
                <a:gd name="T9" fmla="*/ 136 h 1820"/>
                <a:gd name="T10" fmla="*/ 123 w 1840"/>
                <a:gd name="T11" fmla="*/ 1159 h 1820"/>
                <a:gd name="T12" fmla="*/ 800 w 1840"/>
                <a:gd name="T13" fmla="*/ 1774 h 1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0" h="1820">
                  <a:moveTo>
                    <a:pt x="800" y="1774"/>
                  </a:moveTo>
                  <a:cubicBezTo>
                    <a:pt x="1045" y="1820"/>
                    <a:pt x="1309" y="1758"/>
                    <a:pt x="1503" y="1601"/>
                  </a:cubicBezTo>
                  <a:cubicBezTo>
                    <a:pt x="1711" y="1440"/>
                    <a:pt x="1839" y="1180"/>
                    <a:pt x="1835" y="917"/>
                  </a:cubicBezTo>
                  <a:cubicBezTo>
                    <a:pt x="1840" y="619"/>
                    <a:pt x="1676" y="325"/>
                    <a:pt x="1421" y="171"/>
                  </a:cubicBezTo>
                  <a:cubicBezTo>
                    <a:pt x="1167" y="12"/>
                    <a:pt x="831" y="0"/>
                    <a:pt x="564" y="136"/>
                  </a:cubicBezTo>
                  <a:cubicBezTo>
                    <a:pt x="199" y="315"/>
                    <a:pt x="0" y="770"/>
                    <a:pt x="123" y="1159"/>
                  </a:cubicBezTo>
                  <a:cubicBezTo>
                    <a:pt x="207" y="1472"/>
                    <a:pt x="484" y="1716"/>
                    <a:pt x="800" y="17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 flipV="1">
              <a:off x="3590926" y="1136650"/>
              <a:ext cx="1185863" cy="2665413"/>
            </a:xfrm>
            <a:custGeom>
              <a:avLst/>
              <a:gdLst>
                <a:gd name="T0" fmla="*/ 884 w 3267"/>
                <a:gd name="T1" fmla="*/ 7310 h 7378"/>
                <a:gd name="T2" fmla="*/ 1480 w 3267"/>
                <a:gd name="T3" fmla="*/ 7237 h 7378"/>
                <a:gd name="T4" fmla="*/ 1729 w 3267"/>
                <a:gd name="T5" fmla="*/ 6685 h 7378"/>
                <a:gd name="T6" fmla="*/ 1981 w 3267"/>
                <a:gd name="T7" fmla="*/ 6269 h 7378"/>
                <a:gd name="T8" fmla="*/ 2497 w 3267"/>
                <a:gd name="T9" fmla="*/ 6549 h 7378"/>
                <a:gd name="T10" fmla="*/ 2929 w 3267"/>
                <a:gd name="T11" fmla="*/ 6866 h 7378"/>
                <a:gd name="T12" fmla="*/ 3257 w 3267"/>
                <a:gd name="T13" fmla="*/ 6506 h 7378"/>
                <a:gd name="T14" fmla="*/ 3049 w 3267"/>
                <a:gd name="T15" fmla="*/ 6652 h 7378"/>
                <a:gd name="T16" fmla="*/ 2641 w 3267"/>
                <a:gd name="T17" fmla="*/ 6547 h 7378"/>
                <a:gd name="T18" fmla="*/ 2022 w 3267"/>
                <a:gd name="T19" fmla="*/ 6109 h 7378"/>
                <a:gd name="T20" fmla="*/ 1578 w 3267"/>
                <a:gd name="T21" fmla="*/ 6495 h 7378"/>
                <a:gd name="T22" fmla="*/ 1293 w 3267"/>
                <a:gd name="T23" fmla="*/ 7016 h 7378"/>
                <a:gd name="T24" fmla="*/ 719 w 3267"/>
                <a:gd name="T25" fmla="*/ 6822 h 7378"/>
                <a:gd name="T26" fmla="*/ 777 w 3267"/>
                <a:gd name="T27" fmla="*/ 6400 h 7378"/>
                <a:gd name="T28" fmla="*/ 1531 w 3267"/>
                <a:gd name="T29" fmla="*/ 5447 h 7378"/>
                <a:gd name="T30" fmla="*/ 1457 w 3267"/>
                <a:gd name="T31" fmla="*/ 4175 h 7378"/>
                <a:gd name="T32" fmla="*/ 1480 w 3267"/>
                <a:gd name="T33" fmla="*/ 503 h 7378"/>
                <a:gd name="T34" fmla="*/ 991 w 3267"/>
                <a:gd name="T35" fmla="*/ 14 h 7378"/>
                <a:gd name="T36" fmla="*/ 508 w 3267"/>
                <a:gd name="T37" fmla="*/ 471 h 7378"/>
                <a:gd name="T38" fmla="*/ 486 w 3267"/>
                <a:gd name="T39" fmla="*/ 3906 h 7378"/>
                <a:gd name="T40" fmla="*/ 67 w 3267"/>
                <a:gd name="T41" fmla="*/ 4533 h 7378"/>
                <a:gd name="T42" fmla="*/ 47 w 3267"/>
                <a:gd name="T43" fmla="*/ 5656 h 7378"/>
                <a:gd name="T44" fmla="*/ 293 w 3267"/>
                <a:gd name="T45" fmla="*/ 6680 h 7378"/>
                <a:gd name="T46" fmla="*/ 884 w 3267"/>
                <a:gd name="T47" fmla="*/ 7310 h 7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67" h="7378">
                  <a:moveTo>
                    <a:pt x="884" y="7310"/>
                  </a:moveTo>
                  <a:cubicBezTo>
                    <a:pt x="1078" y="7377"/>
                    <a:pt x="1318" y="7378"/>
                    <a:pt x="1480" y="7237"/>
                  </a:cubicBezTo>
                  <a:cubicBezTo>
                    <a:pt x="1638" y="7097"/>
                    <a:pt x="1685" y="6882"/>
                    <a:pt x="1729" y="6685"/>
                  </a:cubicBezTo>
                  <a:cubicBezTo>
                    <a:pt x="1775" y="6531"/>
                    <a:pt x="1829" y="6350"/>
                    <a:pt x="1981" y="6269"/>
                  </a:cubicBezTo>
                  <a:cubicBezTo>
                    <a:pt x="2187" y="6262"/>
                    <a:pt x="2351" y="6421"/>
                    <a:pt x="2497" y="6549"/>
                  </a:cubicBezTo>
                  <a:cubicBezTo>
                    <a:pt x="2634" y="6661"/>
                    <a:pt x="2730" y="6860"/>
                    <a:pt x="2929" y="6866"/>
                  </a:cubicBezTo>
                  <a:cubicBezTo>
                    <a:pt x="3122" y="6873"/>
                    <a:pt x="3267" y="6691"/>
                    <a:pt x="3257" y="6506"/>
                  </a:cubicBezTo>
                  <a:cubicBezTo>
                    <a:pt x="3192" y="6560"/>
                    <a:pt x="3131" y="6626"/>
                    <a:pt x="3049" y="6652"/>
                  </a:cubicBezTo>
                  <a:cubicBezTo>
                    <a:pt x="2908" y="6703"/>
                    <a:pt x="2741" y="6659"/>
                    <a:pt x="2641" y="6547"/>
                  </a:cubicBezTo>
                  <a:cubicBezTo>
                    <a:pt x="2466" y="6366"/>
                    <a:pt x="2281" y="6160"/>
                    <a:pt x="2022" y="6109"/>
                  </a:cubicBezTo>
                  <a:cubicBezTo>
                    <a:pt x="1801" y="6104"/>
                    <a:pt x="1673" y="6326"/>
                    <a:pt x="1578" y="6495"/>
                  </a:cubicBezTo>
                  <a:cubicBezTo>
                    <a:pt x="1471" y="6663"/>
                    <a:pt x="1473" y="6900"/>
                    <a:pt x="1293" y="7016"/>
                  </a:cubicBezTo>
                  <a:cubicBezTo>
                    <a:pt x="1098" y="7158"/>
                    <a:pt x="789" y="7051"/>
                    <a:pt x="719" y="6822"/>
                  </a:cubicBezTo>
                  <a:cubicBezTo>
                    <a:pt x="661" y="6680"/>
                    <a:pt x="728" y="6533"/>
                    <a:pt x="777" y="6400"/>
                  </a:cubicBezTo>
                  <a:cubicBezTo>
                    <a:pt x="925" y="6019"/>
                    <a:pt x="1163" y="5647"/>
                    <a:pt x="1531" y="5447"/>
                  </a:cubicBezTo>
                  <a:cubicBezTo>
                    <a:pt x="1484" y="5025"/>
                    <a:pt x="1452" y="4600"/>
                    <a:pt x="1457" y="4175"/>
                  </a:cubicBezTo>
                  <a:cubicBezTo>
                    <a:pt x="1465" y="2951"/>
                    <a:pt x="1471" y="1727"/>
                    <a:pt x="1480" y="503"/>
                  </a:cubicBezTo>
                  <a:cubicBezTo>
                    <a:pt x="1490" y="242"/>
                    <a:pt x="1254" y="0"/>
                    <a:pt x="991" y="14"/>
                  </a:cubicBezTo>
                  <a:cubicBezTo>
                    <a:pt x="741" y="2"/>
                    <a:pt x="513" y="222"/>
                    <a:pt x="508" y="471"/>
                  </a:cubicBezTo>
                  <a:cubicBezTo>
                    <a:pt x="502" y="1616"/>
                    <a:pt x="490" y="2761"/>
                    <a:pt x="486" y="3906"/>
                  </a:cubicBezTo>
                  <a:cubicBezTo>
                    <a:pt x="242" y="4018"/>
                    <a:pt x="103" y="4276"/>
                    <a:pt x="67" y="4533"/>
                  </a:cubicBezTo>
                  <a:cubicBezTo>
                    <a:pt x="24" y="4905"/>
                    <a:pt x="0" y="5283"/>
                    <a:pt x="47" y="5656"/>
                  </a:cubicBezTo>
                  <a:cubicBezTo>
                    <a:pt x="85" y="6006"/>
                    <a:pt x="180" y="6347"/>
                    <a:pt x="293" y="6680"/>
                  </a:cubicBezTo>
                  <a:cubicBezTo>
                    <a:pt x="389" y="6960"/>
                    <a:pt x="598" y="7213"/>
                    <a:pt x="884" y="73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 flipV="1">
              <a:off x="4425951" y="1127125"/>
              <a:ext cx="219075" cy="150813"/>
            </a:xfrm>
            <a:custGeom>
              <a:avLst/>
              <a:gdLst>
                <a:gd name="T0" fmla="*/ 0 w 603"/>
                <a:gd name="T1" fmla="*/ 0 h 419"/>
                <a:gd name="T2" fmla="*/ 574 w 603"/>
                <a:gd name="T3" fmla="*/ 325 h 419"/>
                <a:gd name="T4" fmla="*/ 603 w 603"/>
                <a:gd name="T5" fmla="*/ 253 h 419"/>
                <a:gd name="T6" fmla="*/ 263 w 603"/>
                <a:gd name="T7" fmla="*/ 239 h 419"/>
                <a:gd name="T8" fmla="*/ 64 w 603"/>
                <a:gd name="T9" fmla="*/ 0 h 419"/>
                <a:gd name="T10" fmla="*/ 0 w 603"/>
                <a:gd name="T11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3" h="419">
                  <a:moveTo>
                    <a:pt x="0" y="0"/>
                  </a:moveTo>
                  <a:cubicBezTo>
                    <a:pt x="22" y="269"/>
                    <a:pt x="335" y="419"/>
                    <a:pt x="574" y="325"/>
                  </a:cubicBezTo>
                  <a:cubicBezTo>
                    <a:pt x="582" y="307"/>
                    <a:pt x="596" y="271"/>
                    <a:pt x="603" y="253"/>
                  </a:cubicBezTo>
                  <a:cubicBezTo>
                    <a:pt x="490" y="258"/>
                    <a:pt x="369" y="294"/>
                    <a:pt x="263" y="239"/>
                  </a:cubicBezTo>
                  <a:cubicBezTo>
                    <a:pt x="162" y="195"/>
                    <a:pt x="111" y="93"/>
                    <a:pt x="64" y="0"/>
                  </a:cubicBezTo>
                  <a:cubicBezTo>
                    <a:pt x="48" y="0"/>
                    <a:pt x="16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 flipV="1">
              <a:off x="4476751" y="1214438"/>
              <a:ext cx="161925" cy="100013"/>
            </a:xfrm>
            <a:custGeom>
              <a:avLst/>
              <a:gdLst>
                <a:gd name="T0" fmla="*/ 76 w 444"/>
                <a:gd name="T1" fmla="*/ 138 h 277"/>
                <a:gd name="T2" fmla="*/ 390 w 444"/>
                <a:gd name="T3" fmla="*/ 253 h 277"/>
                <a:gd name="T4" fmla="*/ 444 w 444"/>
                <a:gd name="T5" fmla="*/ 176 h 277"/>
                <a:gd name="T6" fmla="*/ 209 w 444"/>
                <a:gd name="T7" fmla="*/ 142 h 277"/>
                <a:gd name="T8" fmla="*/ 62 w 444"/>
                <a:gd name="T9" fmla="*/ 0 h 277"/>
                <a:gd name="T10" fmla="*/ 76 w 444"/>
                <a:gd name="T11" fmla="*/ 138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4" h="277">
                  <a:moveTo>
                    <a:pt x="76" y="138"/>
                  </a:moveTo>
                  <a:cubicBezTo>
                    <a:pt x="152" y="226"/>
                    <a:pt x="274" y="277"/>
                    <a:pt x="390" y="253"/>
                  </a:cubicBezTo>
                  <a:cubicBezTo>
                    <a:pt x="428" y="247"/>
                    <a:pt x="425" y="201"/>
                    <a:pt x="444" y="176"/>
                  </a:cubicBezTo>
                  <a:cubicBezTo>
                    <a:pt x="366" y="170"/>
                    <a:pt x="278" y="189"/>
                    <a:pt x="209" y="142"/>
                  </a:cubicBezTo>
                  <a:cubicBezTo>
                    <a:pt x="153" y="103"/>
                    <a:pt x="110" y="49"/>
                    <a:pt x="62" y="0"/>
                  </a:cubicBezTo>
                  <a:cubicBezTo>
                    <a:pt x="0" y="41"/>
                    <a:pt x="43" y="102"/>
                    <a:pt x="76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 flipV="1">
              <a:off x="3859214" y="1252538"/>
              <a:ext cx="909638" cy="603250"/>
            </a:xfrm>
            <a:custGeom>
              <a:avLst/>
              <a:gdLst>
                <a:gd name="T0" fmla="*/ 199 w 2506"/>
                <a:gd name="T1" fmla="*/ 1584 h 1670"/>
                <a:gd name="T2" fmla="*/ 629 w 2506"/>
                <a:gd name="T3" fmla="*/ 1425 h 1670"/>
                <a:gd name="T4" fmla="*/ 800 w 2506"/>
                <a:gd name="T5" fmla="*/ 1027 h 1670"/>
                <a:gd name="T6" fmla="*/ 1196 w 2506"/>
                <a:gd name="T7" fmla="*/ 652 h 1670"/>
                <a:gd name="T8" fmla="*/ 1778 w 2506"/>
                <a:gd name="T9" fmla="*/ 930 h 1670"/>
                <a:gd name="T10" fmla="*/ 2128 w 2506"/>
                <a:gd name="T11" fmla="*/ 1206 h 1670"/>
                <a:gd name="T12" fmla="*/ 2496 w 2506"/>
                <a:gd name="T13" fmla="*/ 903 h 1670"/>
                <a:gd name="T14" fmla="*/ 2274 w 2506"/>
                <a:gd name="T15" fmla="*/ 539 h 1670"/>
                <a:gd name="T16" fmla="*/ 1314 w 2506"/>
                <a:gd name="T17" fmla="*/ 27 h 1670"/>
                <a:gd name="T18" fmla="*/ 486 w 2506"/>
                <a:gd name="T19" fmla="*/ 394 h 1670"/>
                <a:gd name="T20" fmla="*/ 45 w 2506"/>
                <a:gd name="T21" fmla="*/ 1219 h 1670"/>
                <a:gd name="T22" fmla="*/ 199 w 2506"/>
                <a:gd name="T23" fmla="*/ 1584 h 1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6" h="1670">
                  <a:moveTo>
                    <a:pt x="199" y="1584"/>
                  </a:moveTo>
                  <a:cubicBezTo>
                    <a:pt x="353" y="1670"/>
                    <a:pt x="571" y="1592"/>
                    <a:pt x="629" y="1425"/>
                  </a:cubicBezTo>
                  <a:cubicBezTo>
                    <a:pt x="678" y="1289"/>
                    <a:pt x="728" y="1153"/>
                    <a:pt x="800" y="1027"/>
                  </a:cubicBezTo>
                  <a:cubicBezTo>
                    <a:pt x="891" y="868"/>
                    <a:pt x="1010" y="699"/>
                    <a:pt x="1196" y="652"/>
                  </a:cubicBezTo>
                  <a:cubicBezTo>
                    <a:pt x="1426" y="625"/>
                    <a:pt x="1618" y="788"/>
                    <a:pt x="1778" y="930"/>
                  </a:cubicBezTo>
                  <a:cubicBezTo>
                    <a:pt x="1892" y="1024"/>
                    <a:pt x="1971" y="1180"/>
                    <a:pt x="2128" y="1206"/>
                  </a:cubicBezTo>
                  <a:cubicBezTo>
                    <a:pt x="2310" y="1245"/>
                    <a:pt x="2502" y="1090"/>
                    <a:pt x="2496" y="903"/>
                  </a:cubicBezTo>
                  <a:cubicBezTo>
                    <a:pt x="2506" y="745"/>
                    <a:pt x="2372" y="642"/>
                    <a:pt x="2274" y="539"/>
                  </a:cubicBezTo>
                  <a:cubicBezTo>
                    <a:pt x="2013" y="284"/>
                    <a:pt x="1692" y="48"/>
                    <a:pt x="1314" y="27"/>
                  </a:cubicBezTo>
                  <a:cubicBezTo>
                    <a:pt x="998" y="0"/>
                    <a:pt x="691" y="159"/>
                    <a:pt x="486" y="394"/>
                  </a:cubicBezTo>
                  <a:cubicBezTo>
                    <a:pt x="279" y="631"/>
                    <a:pt x="134" y="918"/>
                    <a:pt x="45" y="1219"/>
                  </a:cubicBezTo>
                  <a:cubicBezTo>
                    <a:pt x="0" y="1358"/>
                    <a:pt x="72" y="1517"/>
                    <a:pt x="199" y="15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 flipV="1">
              <a:off x="4870451" y="1385888"/>
              <a:ext cx="107950" cy="292100"/>
            </a:xfrm>
            <a:custGeom>
              <a:avLst/>
              <a:gdLst>
                <a:gd name="T0" fmla="*/ 131 w 299"/>
                <a:gd name="T1" fmla="*/ 766 h 811"/>
                <a:gd name="T2" fmla="*/ 191 w 299"/>
                <a:gd name="T3" fmla="*/ 811 h 811"/>
                <a:gd name="T4" fmla="*/ 123 w 299"/>
                <a:gd name="T5" fmla="*/ 113 h 811"/>
                <a:gd name="T6" fmla="*/ 4 w 299"/>
                <a:gd name="T7" fmla="*/ 59 h 811"/>
                <a:gd name="T8" fmla="*/ 80 w 299"/>
                <a:gd name="T9" fmla="*/ 201 h 811"/>
                <a:gd name="T10" fmla="*/ 131 w 299"/>
                <a:gd name="T11" fmla="*/ 766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9" h="811">
                  <a:moveTo>
                    <a:pt x="131" y="766"/>
                  </a:moveTo>
                  <a:cubicBezTo>
                    <a:pt x="146" y="777"/>
                    <a:pt x="176" y="800"/>
                    <a:pt x="191" y="811"/>
                  </a:cubicBezTo>
                  <a:cubicBezTo>
                    <a:pt x="299" y="588"/>
                    <a:pt x="275" y="309"/>
                    <a:pt x="123" y="113"/>
                  </a:cubicBezTo>
                  <a:cubicBezTo>
                    <a:pt x="91" y="85"/>
                    <a:pt x="55" y="0"/>
                    <a:pt x="4" y="59"/>
                  </a:cubicBezTo>
                  <a:cubicBezTo>
                    <a:pt x="0" y="116"/>
                    <a:pt x="56" y="154"/>
                    <a:pt x="80" y="201"/>
                  </a:cubicBezTo>
                  <a:cubicBezTo>
                    <a:pt x="201" y="364"/>
                    <a:pt x="194" y="582"/>
                    <a:pt x="131" y="7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 flipV="1">
              <a:off x="4811714" y="1411288"/>
              <a:ext cx="106363" cy="190500"/>
            </a:xfrm>
            <a:custGeom>
              <a:avLst/>
              <a:gdLst>
                <a:gd name="T0" fmla="*/ 119 w 293"/>
                <a:gd name="T1" fmla="*/ 438 h 528"/>
                <a:gd name="T2" fmla="*/ 161 w 293"/>
                <a:gd name="T3" fmla="*/ 528 h 528"/>
                <a:gd name="T4" fmla="*/ 60 w 293"/>
                <a:gd name="T5" fmla="*/ 0 h 528"/>
                <a:gd name="T6" fmla="*/ 112 w 293"/>
                <a:gd name="T7" fmla="*/ 152 h 528"/>
                <a:gd name="T8" fmla="*/ 119 w 293"/>
                <a:gd name="T9" fmla="*/ 43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528">
                  <a:moveTo>
                    <a:pt x="119" y="438"/>
                  </a:moveTo>
                  <a:cubicBezTo>
                    <a:pt x="86" y="480"/>
                    <a:pt x="132" y="504"/>
                    <a:pt x="161" y="528"/>
                  </a:cubicBezTo>
                  <a:cubicBezTo>
                    <a:pt x="293" y="364"/>
                    <a:pt x="265" y="89"/>
                    <a:pt x="60" y="0"/>
                  </a:cubicBezTo>
                  <a:cubicBezTo>
                    <a:pt x="0" y="60"/>
                    <a:pt x="83" y="104"/>
                    <a:pt x="112" y="152"/>
                  </a:cubicBezTo>
                  <a:cubicBezTo>
                    <a:pt x="188" y="232"/>
                    <a:pt x="162" y="349"/>
                    <a:pt x="119" y="4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1" name="组合 80"/>
          <p:cNvGrpSpPr/>
          <p:nvPr/>
        </p:nvGrpSpPr>
        <p:grpSpPr>
          <a:xfrm>
            <a:off x="5809456" y="2720078"/>
            <a:ext cx="833586" cy="1864892"/>
            <a:chOff x="5754858" y="2547636"/>
            <a:chExt cx="854873" cy="1912516"/>
          </a:xfrm>
        </p:grpSpPr>
        <p:sp>
          <p:nvSpPr>
            <p:cNvPr id="78" name="任意多边形 77"/>
            <p:cNvSpPr>
              <a:spLocks/>
            </p:cNvSpPr>
            <p:nvPr/>
          </p:nvSpPr>
          <p:spPr bwMode="auto">
            <a:xfrm flipV="1">
              <a:off x="5754858" y="2547636"/>
              <a:ext cx="854873" cy="1912516"/>
            </a:xfrm>
            <a:custGeom>
              <a:avLst/>
              <a:gdLst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114890 w 1338752"/>
                <a:gd name="connsiteY18" fmla="*/ 2182130 h 3373097"/>
                <a:gd name="connsiteX19" fmla="*/ 1113826 w 1338752"/>
                <a:gd name="connsiteY19" fmla="*/ 2158098 h 3373097"/>
                <a:gd name="connsiteX20" fmla="*/ 1038019 w 1338752"/>
                <a:gd name="connsiteY20" fmla="*/ 1584526 h 3373097"/>
                <a:gd name="connsiteX21" fmla="*/ 1162451 w 1338752"/>
                <a:gd name="connsiteY21" fmla="*/ 311374 h 3373097"/>
                <a:gd name="connsiteX22" fmla="*/ 1171209 w 1338752"/>
                <a:gd name="connsiteY22" fmla="*/ 261325 h 3373097"/>
                <a:gd name="connsiteX23" fmla="*/ 1179515 w 1338752"/>
                <a:gd name="connsiteY23" fmla="*/ 93904 h 3373097"/>
                <a:gd name="connsiteX24" fmla="*/ 1098272 w 1338752"/>
                <a:gd name="connsiteY24" fmla="*/ 4214 h 3373097"/>
                <a:gd name="connsiteX25" fmla="*/ 988940 w 1338752"/>
                <a:gd name="connsiteY25" fmla="*/ 4435 h 3373097"/>
                <a:gd name="connsiteX26" fmla="*/ 917437 w 1338752"/>
                <a:gd name="connsiteY26" fmla="*/ 105198 h 3373097"/>
                <a:gd name="connsiteX27" fmla="*/ 817242 w 1338752"/>
                <a:gd name="connsiteY27" fmla="*/ 895133 h 3373097"/>
                <a:gd name="connsiteX28" fmla="*/ 780245 w 1338752"/>
                <a:gd name="connsiteY28" fmla="*/ 954926 h 3373097"/>
                <a:gd name="connsiteX29" fmla="*/ 745437 w 1338752"/>
                <a:gd name="connsiteY29" fmla="*/ 923922 h 3373097"/>
                <a:gd name="connsiteX30" fmla="*/ 722181 w 1338752"/>
                <a:gd name="connsiteY30" fmla="*/ 785291 h 3373097"/>
                <a:gd name="connsiteX31" fmla="*/ 721222 w 1338752"/>
                <a:gd name="connsiteY31" fmla="*/ 785455 h 3373097"/>
                <a:gd name="connsiteX32" fmla="*/ 676012 w 1338752"/>
                <a:gd name="connsiteY32" fmla="*/ 467488 h 3373097"/>
                <a:gd name="connsiteX33" fmla="*/ 625660 w 1338752"/>
                <a:gd name="connsiteY33" fmla="*/ 134699 h 3373097"/>
                <a:gd name="connsiteX34" fmla="*/ 561732 w 1338752"/>
                <a:gd name="connsiteY34" fmla="*/ 18130 h 3373097"/>
                <a:gd name="connsiteX35" fmla="*/ 466203 w 1338752"/>
                <a:gd name="connsiteY35" fmla="*/ 19934 h 3373097"/>
                <a:gd name="connsiteX36" fmla="*/ 377212 w 1338752"/>
                <a:gd name="connsiteY36" fmla="*/ 147691 h 3373097"/>
                <a:gd name="connsiteX37" fmla="*/ 427338 w 1338752"/>
                <a:gd name="connsiteY37" fmla="*/ 551893 h 3373097"/>
                <a:gd name="connsiteX38" fmla="*/ 427697 w 1338752"/>
                <a:gd name="connsiteY38" fmla="*/ 552196 h 3373097"/>
                <a:gd name="connsiteX39" fmla="*/ 442071 w 1338752"/>
                <a:gd name="connsiteY39" fmla="*/ 719054 h 3373097"/>
                <a:gd name="connsiteX40" fmla="*/ 451043 w 1338752"/>
                <a:gd name="connsiteY40" fmla="*/ 1267844 h 3373097"/>
                <a:gd name="connsiteX41" fmla="*/ 424918 w 1338752"/>
                <a:gd name="connsiteY41" fmla="*/ 1539571 h 3373097"/>
                <a:gd name="connsiteX42" fmla="*/ 426879 w 1338752"/>
                <a:gd name="connsiteY42" fmla="*/ 1540279 h 3373097"/>
                <a:gd name="connsiteX43" fmla="*/ 408956 w 1338752"/>
                <a:gd name="connsiteY43" fmla="*/ 1574793 h 3373097"/>
                <a:gd name="connsiteX44" fmla="*/ 377182 w 1338752"/>
                <a:gd name="connsiteY44" fmla="*/ 1600515 h 3373097"/>
                <a:gd name="connsiteX45" fmla="*/ 287125 w 1338752"/>
                <a:gd name="connsiteY45" fmla="*/ 1494016 h 3373097"/>
                <a:gd name="connsiteX46" fmla="*/ 219538 w 1338752"/>
                <a:gd name="connsiteY46" fmla="*/ 1305791 h 3373097"/>
                <a:gd name="connsiteX47" fmla="*/ 179663 w 1338752"/>
                <a:gd name="connsiteY47" fmla="*/ 1184327 h 3373097"/>
                <a:gd name="connsiteX48" fmla="*/ 108440 w 1338752"/>
                <a:gd name="connsiteY48" fmla="*/ 1061800 h 3373097"/>
                <a:gd name="connsiteX49" fmla="*/ 323 w 1338752"/>
                <a:gd name="connsiteY49" fmla="*/ 1152186 h 3373097"/>
                <a:gd name="connsiteX50" fmla="*/ 218857 w 1338752"/>
                <a:gd name="connsiteY50" fmla="*/ 1880301 h 3373097"/>
                <a:gd name="connsiteX51" fmla="*/ 355031 w 1338752"/>
                <a:gd name="connsiteY51" fmla="*/ 1991494 h 3373097"/>
                <a:gd name="connsiteX52" fmla="*/ 792240 w 1338752"/>
                <a:gd name="connsiteY52" fmla="*/ 2059004 h 3373097"/>
                <a:gd name="connsiteX53" fmla="*/ 888107 w 1338752"/>
                <a:gd name="connsiteY53" fmla="*/ 2121098 h 3373097"/>
                <a:gd name="connsiteX54" fmla="*/ 1107438 w 1338752"/>
                <a:gd name="connsiteY54" fmla="*/ 2782477 h 3373097"/>
                <a:gd name="connsiteX55" fmla="*/ 215225 w 1338752"/>
                <a:gd name="connsiteY55" fmla="*/ 3316418 h 3373097"/>
                <a:gd name="connsiteX56" fmla="*/ 190896 w 1338752"/>
                <a:gd name="connsiteY56" fmla="*/ 3342772 h 3373097"/>
                <a:gd name="connsiteX57" fmla="*/ 283131 w 1338752"/>
                <a:gd name="connsiteY57" fmla="*/ 3299450 h 3373097"/>
                <a:gd name="connsiteX58" fmla="*/ 273690 w 1338752"/>
                <a:gd name="connsiteY58" fmla="*/ 3345299 h 3373097"/>
                <a:gd name="connsiteX59" fmla="*/ 366288 w 1338752"/>
                <a:gd name="connsiteY59" fmla="*/ 3291508 h 3373097"/>
                <a:gd name="connsiteX60" fmla="*/ 464696 w 1338752"/>
                <a:gd name="connsiteY60" fmla="*/ 3366599 h 3373097"/>
                <a:gd name="connsiteX61" fmla="*/ 471596 w 1338752"/>
                <a:gd name="connsiteY61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114890 w 1338752"/>
                <a:gd name="connsiteY18" fmla="*/ 2182130 h 3373097"/>
                <a:gd name="connsiteX19" fmla="*/ 1038019 w 1338752"/>
                <a:gd name="connsiteY19" fmla="*/ 1584526 h 3373097"/>
                <a:gd name="connsiteX20" fmla="*/ 1162451 w 1338752"/>
                <a:gd name="connsiteY20" fmla="*/ 311374 h 3373097"/>
                <a:gd name="connsiteX21" fmla="*/ 1171209 w 1338752"/>
                <a:gd name="connsiteY21" fmla="*/ 261325 h 3373097"/>
                <a:gd name="connsiteX22" fmla="*/ 1179515 w 1338752"/>
                <a:gd name="connsiteY22" fmla="*/ 93904 h 3373097"/>
                <a:gd name="connsiteX23" fmla="*/ 1098272 w 1338752"/>
                <a:gd name="connsiteY23" fmla="*/ 4214 h 3373097"/>
                <a:gd name="connsiteX24" fmla="*/ 988940 w 1338752"/>
                <a:gd name="connsiteY24" fmla="*/ 4435 h 3373097"/>
                <a:gd name="connsiteX25" fmla="*/ 917437 w 1338752"/>
                <a:gd name="connsiteY25" fmla="*/ 105198 h 3373097"/>
                <a:gd name="connsiteX26" fmla="*/ 817242 w 1338752"/>
                <a:gd name="connsiteY26" fmla="*/ 895133 h 3373097"/>
                <a:gd name="connsiteX27" fmla="*/ 780245 w 1338752"/>
                <a:gd name="connsiteY27" fmla="*/ 954926 h 3373097"/>
                <a:gd name="connsiteX28" fmla="*/ 745437 w 1338752"/>
                <a:gd name="connsiteY28" fmla="*/ 923922 h 3373097"/>
                <a:gd name="connsiteX29" fmla="*/ 722181 w 1338752"/>
                <a:gd name="connsiteY29" fmla="*/ 785291 h 3373097"/>
                <a:gd name="connsiteX30" fmla="*/ 721222 w 1338752"/>
                <a:gd name="connsiteY30" fmla="*/ 785455 h 3373097"/>
                <a:gd name="connsiteX31" fmla="*/ 676012 w 1338752"/>
                <a:gd name="connsiteY31" fmla="*/ 467488 h 3373097"/>
                <a:gd name="connsiteX32" fmla="*/ 625660 w 1338752"/>
                <a:gd name="connsiteY32" fmla="*/ 134699 h 3373097"/>
                <a:gd name="connsiteX33" fmla="*/ 561732 w 1338752"/>
                <a:gd name="connsiteY33" fmla="*/ 18130 h 3373097"/>
                <a:gd name="connsiteX34" fmla="*/ 466203 w 1338752"/>
                <a:gd name="connsiteY34" fmla="*/ 19934 h 3373097"/>
                <a:gd name="connsiteX35" fmla="*/ 377212 w 1338752"/>
                <a:gd name="connsiteY35" fmla="*/ 147691 h 3373097"/>
                <a:gd name="connsiteX36" fmla="*/ 427338 w 1338752"/>
                <a:gd name="connsiteY36" fmla="*/ 551893 h 3373097"/>
                <a:gd name="connsiteX37" fmla="*/ 427697 w 1338752"/>
                <a:gd name="connsiteY37" fmla="*/ 552196 h 3373097"/>
                <a:gd name="connsiteX38" fmla="*/ 442071 w 1338752"/>
                <a:gd name="connsiteY38" fmla="*/ 719054 h 3373097"/>
                <a:gd name="connsiteX39" fmla="*/ 451043 w 1338752"/>
                <a:gd name="connsiteY39" fmla="*/ 1267844 h 3373097"/>
                <a:gd name="connsiteX40" fmla="*/ 424918 w 1338752"/>
                <a:gd name="connsiteY40" fmla="*/ 1539571 h 3373097"/>
                <a:gd name="connsiteX41" fmla="*/ 426879 w 1338752"/>
                <a:gd name="connsiteY41" fmla="*/ 1540279 h 3373097"/>
                <a:gd name="connsiteX42" fmla="*/ 408956 w 1338752"/>
                <a:gd name="connsiteY42" fmla="*/ 1574793 h 3373097"/>
                <a:gd name="connsiteX43" fmla="*/ 377182 w 1338752"/>
                <a:gd name="connsiteY43" fmla="*/ 1600515 h 3373097"/>
                <a:gd name="connsiteX44" fmla="*/ 287125 w 1338752"/>
                <a:gd name="connsiteY44" fmla="*/ 1494016 h 3373097"/>
                <a:gd name="connsiteX45" fmla="*/ 219538 w 1338752"/>
                <a:gd name="connsiteY45" fmla="*/ 1305791 h 3373097"/>
                <a:gd name="connsiteX46" fmla="*/ 179663 w 1338752"/>
                <a:gd name="connsiteY46" fmla="*/ 1184327 h 3373097"/>
                <a:gd name="connsiteX47" fmla="*/ 108440 w 1338752"/>
                <a:gd name="connsiteY47" fmla="*/ 1061800 h 3373097"/>
                <a:gd name="connsiteX48" fmla="*/ 323 w 1338752"/>
                <a:gd name="connsiteY48" fmla="*/ 1152186 h 3373097"/>
                <a:gd name="connsiteX49" fmla="*/ 218857 w 1338752"/>
                <a:gd name="connsiteY49" fmla="*/ 1880301 h 3373097"/>
                <a:gd name="connsiteX50" fmla="*/ 355031 w 1338752"/>
                <a:gd name="connsiteY50" fmla="*/ 1991494 h 3373097"/>
                <a:gd name="connsiteX51" fmla="*/ 792240 w 1338752"/>
                <a:gd name="connsiteY51" fmla="*/ 2059004 h 3373097"/>
                <a:gd name="connsiteX52" fmla="*/ 888107 w 1338752"/>
                <a:gd name="connsiteY52" fmla="*/ 2121098 h 3373097"/>
                <a:gd name="connsiteX53" fmla="*/ 1107438 w 1338752"/>
                <a:gd name="connsiteY53" fmla="*/ 2782477 h 3373097"/>
                <a:gd name="connsiteX54" fmla="*/ 215225 w 1338752"/>
                <a:gd name="connsiteY54" fmla="*/ 3316418 h 3373097"/>
                <a:gd name="connsiteX55" fmla="*/ 190896 w 1338752"/>
                <a:gd name="connsiteY55" fmla="*/ 3342772 h 3373097"/>
                <a:gd name="connsiteX56" fmla="*/ 283131 w 1338752"/>
                <a:gd name="connsiteY56" fmla="*/ 3299450 h 3373097"/>
                <a:gd name="connsiteX57" fmla="*/ 273690 w 1338752"/>
                <a:gd name="connsiteY57" fmla="*/ 3345299 h 3373097"/>
                <a:gd name="connsiteX58" fmla="*/ 366288 w 1338752"/>
                <a:gd name="connsiteY58" fmla="*/ 3291508 h 3373097"/>
                <a:gd name="connsiteX59" fmla="*/ 464696 w 1338752"/>
                <a:gd name="connsiteY59" fmla="*/ 3366599 h 3373097"/>
                <a:gd name="connsiteX60" fmla="*/ 471596 w 1338752"/>
                <a:gd name="connsiteY60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215225 w 1338752"/>
                <a:gd name="connsiteY53" fmla="*/ 3316418 h 3373097"/>
                <a:gd name="connsiteX54" fmla="*/ 190896 w 1338752"/>
                <a:gd name="connsiteY54" fmla="*/ 3342772 h 3373097"/>
                <a:gd name="connsiteX55" fmla="*/ 283131 w 1338752"/>
                <a:gd name="connsiteY55" fmla="*/ 3299450 h 3373097"/>
                <a:gd name="connsiteX56" fmla="*/ 273690 w 1338752"/>
                <a:gd name="connsiteY56" fmla="*/ 3345299 h 3373097"/>
                <a:gd name="connsiteX57" fmla="*/ 366288 w 1338752"/>
                <a:gd name="connsiteY57" fmla="*/ 3291508 h 3373097"/>
                <a:gd name="connsiteX58" fmla="*/ 464696 w 1338752"/>
                <a:gd name="connsiteY58" fmla="*/ 3366599 h 3373097"/>
                <a:gd name="connsiteX59" fmla="*/ 471596 w 1338752"/>
                <a:gd name="connsiteY59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215225 w 1338752"/>
                <a:gd name="connsiteY53" fmla="*/ 3316418 h 3373097"/>
                <a:gd name="connsiteX54" fmla="*/ 190896 w 1338752"/>
                <a:gd name="connsiteY54" fmla="*/ 3342772 h 3373097"/>
                <a:gd name="connsiteX55" fmla="*/ 283131 w 1338752"/>
                <a:gd name="connsiteY55" fmla="*/ 3299450 h 3373097"/>
                <a:gd name="connsiteX56" fmla="*/ 366288 w 1338752"/>
                <a:gd name="connsiteY56" fmla="*/ 3291508 h 3373097"/>
                <a:gd name="connsiteX57" fmla="*/ 464696 w 1338752"/>
                <a:gd name="connsiteY57" fmla="*/ 3366599 h 3373097"/>
                <a:gd name="connsiteX58" fmla="*/ 471596 w 1338752"/>
                <a:gd name="connsiteY58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215225 w 1338752"/>
                <a:gd name="connsiteY53" fmla="*/ 3316418 h 3373097"/>
                <a:gd name="connsiteX54" fmla="*/ 283131 w 1338752"/>
                <a:gd name="connsiteY54" fmla="*/ 3299450 h 3373097"/>
                <a:gd name="connsiteX55" fmla="*/ 366288 w 1338752"/>
                <a:gd name="connsiteY55" fmla="*/ 3291508 h 3373097"/>
                <a:gd name="connsiteX56" fmla="*/ 464696 w 1338752"/>
                <a:gd name="connsiteY56" fmla="*/ 3366599 h 3373097"/>
                <a:gd name="connsiteX57" fmla="*/ 471596 w 1338752"/>
                <a:gd name="connsiteY57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283131 w 1338752"/>
                <a:gd name="connsiteY53" fmla="*/ 3299450 h 3373097"/>
                <a:gd name="connsiteX54" fmla="*/ 366288 w 1338752"/>
                <a:gd name="connsiteY54" fmla="*/ 3291508 h 3373097"/>
                <a:gd name="connsiteX55" fmla="*/ 464696 w 1338752"/>
                <a:gd name="connsiteY55" fmla="*/ 3366599 h 3373097"/>
                <a:gd name="connsiteX56" fmla="*/ 471596 w 1338752"/>
                <a:gd name="connsiteY56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366288 w 1338752"/>
                <a:gd name="connsiteY53" fmla="*/ 3291508 h 3373097"/>
                <a:gd name="connsiteX54" fmla="*/ 464696 w 1338752"/>
                <a:gd name="connsiteY54" fmla="*/ 3366599 h 3373097"/>
                <a:gd name="connsiteX55" fmla="*/ 471596 w 1338752"/>
                <a:gd name="connsiteY55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464696 w 1338752"/>
                <a:gd name="connsiteY53" fmla="*/ 3366599 h 3373097"/>
                <a:gd name="connsiteX54" fmla="*/ 471596 w 1338752"/>
                <a:gd name="connsiteY54" fmla="*/ 3373097 h 3373097"/>
                <a:gd name="connsiteX0" fmla="*/ 464696 w 1338752"/>
                <a:gd name="connsiteY0" fmla="*/ 3366599 h 3394650"/>
                <a:gd name="connsiteX1" fmla="*/ 575451 w 1338752"/>
                <a:gd name="connsiteY1" fmla="*/ 3299089 h 3394650"/>
                <a:gd name="connsiteX2" fmla="*/ 576904 w 1338752"/>
                <a:gd name="connsiteY2" fmla="*/ 3273818 h 3394650"/>
                <a:gd name="connsiteX3" fmla="*/ 493747 w 1338752"/>
                <a:gd name="connsiteY3" fmla="*/ 3212807 h 3394650"/>
                <a:gd name="connsiteX4" fmla="*/ 614669 w 1338752"/>
                <a:gd name="connsiteY4" fmla="*/ 3139160 h 3394650"/>
                <a:gd name="connsiteX5" fmla="*/ 706541 w 1338752"/>
                <a:gd name="connsiteY5" fmla="*/ 3210640 h 3394650"/>
                <a:gd name="connsiteX6" fmla="*/ 691290 w 1338752"/>
                <a:gd name="connsiteY6" fmla="*/ 3224359 h 3394650"/>
                <a:gd name="connsiteX7" fmla="*/ 715620 w 1338752"/>
                <a:gd name="connsiteY7" fmla="*/ 3217861 h 3394650"/>
                <a:gd name="connsiteX8" fmla="*/ 840537 w 1338752"/>
                <a:gd name="connsiteY8" fmla="*/ 3139882 h 3394650"/>
                <a:gd name="connsiteX9" fmla="*/ 750480 w 1338752"/>
                <a:gd name="connsiteY9" fmla="*/ 3062625 h 3394650"/>
                <a:gd name="connsiteX10" fmla="*/ 1125231 w 1338752"/>
                <a:gd name="connsiteY10" fmla="*/ 2834824 h 3394650"/>
                <a:gd name="connsiteX11" fmla="*/ 1188053 w 1338752"/>
                <a:gd name="connsiteY11" fmla="*/ 2913164 h 3394650"/>
                <a:gd name="connsiteX12" fmla="*/ 1294450 w 1338752"/>
                <a:gd name="connsiteY12" fmla="*/ 2874536 h 3394650"/>
                <a:gd name="connsiteX13" fmla="*/ 1283919 w 1338752"/>
                <a:gd name="connsiteY13" fmla="*/ 2740238 h 3394650"/>
                <a:gd name="connsiteX14" fmla="*/ 1338752 w 1338752"/>
                <a:gd name="connsiteY14" fmla="*/ 2708469 h 3394650"/>
                <a:gd name="connsiteX15" fmla="*/ 1309701 w 1338752"/>
                <a:gd name="connsiteY15" fmla="*/ 2664425 h 3394650"/>
                <a:gd name="connsiteX16" fmla="*/ 1266852 w 1338752"/>
                <a:gd name="connsiteY16" fmla="*/ 2688252 h 3394650"/>
                <a:gd name="connsiteX17" fmla="*/ 1146293 w 1338752"/>
                <a:gd name="connsiteY17" fmla="*/ 2207381 h 3394650"/>
                <a:gd name="connsiteX18" fmla="*/ 1038019 w 1338752"/>
                <a:gd name="connsiteY18" fmla="*/ 1584526 h 3394650"/>
                <a:gd name="connsiteX19" fmla="*/ 1162451 w 1338752"/>
                <a:gd name="connsiteY19" fmla="*/ 311374 h 3394650"/>
                <a:gd name="connsiteX20" fmla="*/ 1171209 w 1338752"/>
                <a:gd name="connsiteY20" fmla="*/ 261325 h 3394650"/>
                <a:gd name="connsiteX21" fmla="*/ 1179515 w 1338752"/>
                <a:gd name="connsiteY21" fmla="*/ 93904 h 3394650"/>
                <a:gd name="connsiteX22" fmla="*/ 1098272 w 1338752"/>
                <a:gd name="connsiteY22" fmla="*/ 4214 h 3394650"/>
                <a:gd name="connsiteX23" fmla="*/ 988940 w 1338752"/>
                <a:gd name="connsiteY23" fmla="*/ 4435 h 3394650"/>
                <a:gd name="connsiteX24" fmla="*/ 917437 w 1338752"/>
                <a:gd name="connsiteY24" fmla="*/ 105198 h 3394650"/>
                <a:gd name="connsiteX25" fmla="*/ 817242 w 1338752"/>
                <a:gd name="connsiteY25" fmla="*/ 895133 h 3394650"/>
                <a:gd name="connsiteX26" fmla="*/ 780245 w 1338752"/>
                <a:gd name="connsiteY26" fmla="*/ 954926 h 3394650"/>
                <a:gd name="connsiteX27" fmla="*/ 745437 w 1338752"/>
                <a:gd name="connsiteY27" fmla="*/ 923922 h 3394650"/>
                <a:gd name="connsiteX28" fmla="*/ 722181 w 1338752"/>
                <a:gd name="connsiteY28" fmla="*/ 785291 h 3394650"/>
                <a:gd name="connsiteX29" fmla="*/ 721222 w 1338752"/>
                <a:gd name="connsiteY29" fmla="*/ 785455 h 3394650"/>
                <a:gd name="connsiteX30" fmla="*/ 676012 w 1338752"/>
                <a:gd name="connsiteY30" fmla="*/ 467488 h 3394650"/>
                <a:gd name="connsiteX31" fmla="*/ 625660 w 1338752"/>
                <a:gd name="connsiteY31" fmla="*/ 134699 h 3394650"/>
                <a:gd name="connsiteX32" fmla="*/ 561732 w 1338752"/>
                <a:gd name="connsiteY32" fmla="*/ 18130 h 3394650"/>
                <a:gd name="connsiteX33" fmla="*/ 466203 w 1338752"/>
                <a:gd name="connsiteY33" fmla="*/ 19934 h 3394650"/>
                <a:gd name="connsiteX34" fmla="*/ 377212 w 1338752"/>
                <a:gd name="connsiteY34" fmla="*/ 147691 h 3394650"/>
                <a:gd name="connsiteX35" fmla="*/ 427338 w 1338752"/>
                <a:gd name="connsiteY35" fmla="*/ 551893 h 3394650"/>
                <a:gd name="connsiteX36" fmla="*/ 427697 w 1338752"/>
                <a:gd name="connsiteY36" fmla="*/ 552196 h 3394650"/>
                <a:gd name="connsiteX37" fmla="*/ 442071 w 1338752"/>
                <a:gd name="connsiteY37" fmla="*/ 719054 h 3394650"/>
                <a:gd name="connsiteX38" fmla="*/ 451043 w 1338752"/>
                <a:gd name="connsiteY38" fmla="*/ 1267844 h 3394650"/>
                <a:gd name="connsiteX39" fmla="*/ 424918 w 1338752"/>
                <a:gd name="connsiteY39" fmla="*/ 1539571 h 3394650"/>
                <a:gd name="connsiteX40" fmla="*/ 426879 w 1338752"/>
                <a:gd name="connsiteY40" fmla="*/ 1540279 h 3394650"/>
                <a:gd name="connsiteX41" fmla="*/ 408956 w 1338752"/>
                <a:gd name="connsiteY41" fmla="*/ 1574793 h 3394650"/>
                <a:gd name="connsiteX42" fmla="*/ 377182 w 1338752"/>
                <a:gd name="connsiteY42" fmla="*/ 1600515 h 3394650"/>
                <a:gd name="connsiteX43" fmla="*/ 287125 w 1338752"/>
                <a:gd name="connsiteY43" fmla="*/ 1494016 h 3394650"/>
                <a:gd name="connsiteX44" fmla="*/ 219538 w 1338752"/>
                <a:gd name="connsiteY44" fmla="*/ 1305791 h 3394650"/>
                <a:gd name="connsiteX45" fmla="*/ 179663 w 1338752"/>
                <a:gd name="connsiteY45" fmla="*/ 1184327 h 3394650"/>
                <a:gd name="connsiteX46" fmla="*/ 108440 w 1338752"/>
                <a:gd name="connsiteY46" fmla="*/ 1061800 h 3394650"/>
                <a:gd name="connsiteX47" fmla="*/ 323 w 1338752"/>
                <a:gd name="connsiteY47" fmla="*/ 1152186 h 3394650"/>
                <a:gd name="connsiteX48" fmla="*/ 218857 w 1338752"/>
                <a:gd name="connsiteY48" fmla="*/ 1880301 h 3394650"/>
                <a:gd name="connsiteX49" fmla="*/ 355031 w 1338752"/>
                <a:gd name="connsiteY49" fmla="*/ 1991494 h 3394650"/>
                <a:gd name="connsiteX50" fmla="*/ 792240 w 1338752"/>
                <a:gd name="connsiteY50" fmla="*/ 2059004 h 3394650"/>
                <a:gd name="connsiteX51" fmla="*/ 888107 w 1338752"/>
                <a:gd name="connsiteY51" fmla="*/ 2121098 h 3394650"/>
                <a:gd name="connsiteX52" fmla="*/ 1107438 w 1338752"/>
                <a:gd name="connsiteY52" fmla="*/ 2782477 h 3394650"/>
                <a:gd name="connsiteX53" fmla="*/ 464696 w 1338752"/>
                <a:gd name="connsiteY53" fmla="*/ 3366599 h 3394650"/>
                <a:gd name="connsiteX0" fmla="*/ 464696 w 1338752"/>
                <a:gd name="connsiteY0" fmla="*/ 3366599 h 3394650"/>
                <a:gd name="connsiteX1" fmla="*/ 575451 w 1338752"/>
                <a:gd name="connsiteY1" fmla="*/ 3299089 h 3394650"/>
                <a:gd name="connsiteX2" fmla="*/ 493747 w 1338752"/>
                <a:gd name="connsiteY2" fmla="*/ 3212807 h 3394650"/>
                <a:gd name="connsiteX3" fmla="*/ 614669 w 1338752"/>
                <a:gd name="connsiteY3" fmla="*/ 3139160 h 3394650"/>
                <a:gd name="connsiteX4" fmla="*/ 706541 w 1338752"/>
                <a:gd name="connsiteY4" fmla="*/ 3210640 h 3394650"/>
                <a:gd name="connsiteX5" fmla="*/ 691290 w 1338752"/>
                <a:gd name="connsiteY5" fmla="*/ 3224359 h 3394650"/>
                <a:gd name="connsiteX6" fmla="*/ 715620 w 1338752"/>
                <a:gd name="connsiteY6" fmla="*/ 3217861 h 3394650"/>
                <a:gd name="connsiteX7" fmla="*/ 840537 w 1338752"/>
                <a:gd name="connsiteY7" fmla="*/ 3139882 h 3394650"/>
                <a:gd name="connsiteX8" fmla="*/ 750480 w 1338752"/>
                <a:gd name="connsiteY8" fmla="*/ 3062625 h 3394650"/>
                <a:gd name="connsiteX9" fmla="*/ 1125231 w 1338752"/>
                <a:gd name="connsiteY9" fmla="*/ 2834824 h 3394650"/>
                <a:gd name="connsiteX10" fmla="*/ 1188053 w 1338752"/>
                <a:gd name="connsiteY10" fmla="*/ 2913164 h 3394650"/>
                <a:gd name="connsiteX11" fmla="*/ 1294450 w 1338752"/>
                <a:gd name="connsiteY11" fmla="*/ 2874536 h 3394650"/>
                <a:gd name="connsiteX12" fmla="*/ 1283919 w 1338752"/>
                <a:gd name="connsiteY12" fmla="*/ 2740238 h 3394650"/>
                <a:gd name="connsiteX13" fmla="*/ 1338752 w 1338752"/>
                <a:gd name="connsiteY13" fmla="*/ 2708469 h 3394650"/>
                <a:gd name="connsiteX14" fmla="*/ 1309701 w 1338752"/>
                <a:gd name="connsiteY14" fmla="*/ 2664425 h 3394650"/>
                <a:gd name="connsiteX15" fmla="*/ 1266852 w 1338752"/>
                <a:gd name="connsiteY15" fmla="*/ 2688252 h 3394650"/>
                <a:gd name="connsiteX16" fmla="*/ 1146293 w 1338752"/>
                <a:gd name="connsiteY16" fmla="*/ 2207381 h 3394650"/>
                <a:gd name="connsiteX17" fmla="*/ 1038019 w 1338752"/>
                <a:gd name="connsiteY17" fmla="*/ 1584526 h 3394650"/>
                <a:gd name="connsiteX18" fmla="*/ 1162451 w 1338752"/>
                <a:gd name="connsiteY18" fmla="*/ 311374 h 3394650"/>
                <a:gd name="connsiteX19" fmla="*/ 1171209 w 1338752"/>
                <a:gd name="connsiteY19" fmla="*/ 261325 h 3394650"/>
                <a:gd name="connsiteX20" fmla="*/ 1179515 w 1338752"/>
                <a:gd name="connsiteY20" fmla="*/ 93904 h 3394650"/>
                <a:gd name="connsiteX21" fmla="*/ 1098272 w 1338752"/>
                <a:gd name="connsiteY21" fmla="*/ 4214 h 3394650"/>
                <a:gd name="connsiteX22" fmla="*/ 988940 w 1338752"/>
                <a:gd name="connsiteY22" fmla="*/ 4435 h 3394650"/>
                <a:gd name="connsiteX23" fmla="*/ 917437 w 1338752"/>
                <a:gd name="connsiteY23" fmla="*/ 105198 h 3394650"/>
                <a:gd name="connsiteX24" fmla="*/ 817242 w 1338752"/>
                <a:gd name="connsiteY24" fmla="*/ 895133 h 3394650"/>
                <a:gd name="connsiteX25" fmla="*/ 780245 w 1338752"/>
                <a:gd name="connsiteY25" fmla="*/ 954926 h 3394650"/>
                <a:gd name="connsiteX26" fmla="*/ 745437 w 1338752"/>
                <a:gd name="connsiteY26" fmla="*/ 923922 h 3394650"/>
                <a:gd name="connsiteX27" fmla="*/ 722181 w 1338752"/>
                <a:gd name="connsiteY27" fmla="*/ 785291 h 3394650"/>
                <a:gd name="connsiteX28" fmla="*/ 721222 w 1338752"/>
                <a:gd name="connsiteY28" fmla="*/ 785455 h 3394650"/>
                <a:gd name="connsiteX29" fmla="*/ 676012 w 1338752"/>
                <a:gd name="connsiteY29" fmla="*/ 467488 h 3394650"/>
                <a:gd name="connsiteX30" fmla="*/ 625660 w 1338752"/>
                <a:gd name="connsiteY30" fmla="*/ 134699 h 3394650"/>
                <a:gd name="connsiteX31" fmla="*/ 561732 w 1338752"/>
                <a:gd name="connsiteY31" fmla="*/ 18130 h 3394650"/>
                <a:gd name="connsiteX32" fmla="*/ 466203 w 1338752"/>
                <a:gd name="connsiteY32" fmla="*/ 19934 h 3394650"/>
                <a:gd name="connsiteX33" fmla="*/ 377212 w 1338752"/>
                <a:gd name="connsiteY33" fmla="*/ 147691 h 3394650"/>
                <a:gd name="connsiteX34" fmla="*/ 427338 w 1338752"/>
                <a:gd name="connsiteY34" fmla="*/ 551893 h 3394650"/>
                <a:gd name="connsiteX35" fmla="*/ 427697 w 1338752"/>
                <a:gd name="connsiteY35" fmla="*/ 552196 h 3394650"/>
                <a:gd name="connsiteX36" fmla="*/ 442071 w 1338752"/>
                <a:gd name="connsiteY36" fmla="*/ 719054 h 3394650"/>
                <a:gd name="connsiteX37" fmla="*/ 451043 w 1338752"/>
                <a:gd name="connsiteY37" fmla="*/ 1267844 h 3394650"/>
                <a:gd name="connsiteX38" fmla="*/ 424918 w 1338752"/>
                <a:gd name="connsiteY38" fmla="*/ 1539571 h 3394650"/>
                <a:gd name="connsiteX39" fmla="*/ 426879 w 1338752"/>
                <a:gd name="connsiteY39" fmla="*/ 1540279 h 3394650"/>
                <a:gd name="connsiteX40" fmla="*/ 408956 w 1338752"/>
                <a:gd name="connsiteY40" fmla="*/ 1574793 h 3394650"/>
                <a:gd name="connsiteX41" fmla="*/ 377182 w 1338752"/>
                <a:gd name="connsiteY41" fmla="*/ 1600515 h 3394650"/>
                <a:gd name="connsiteX42" fmla="*/ 287125 w 1338752"/>
                <a:gd name="connsiteY42" fmla="*/ 1494016 h 3394650"/>
                <a:gd name="connsiteX43" fmla="*/ 219538 w 1338752"/>
                <a:gd name="connsiteY43" fmla="*/ 1305791 h 3394650"/>
                <a:gd name="connsiteX44" fmla="*/ 179663 w 1338752"/>
                <a:gd name="connsiteY44" fmla="*/ 1184327 h 3394650"/>
                <a:gd name="connsiteX45" fmla="*/ 108440 w 1338752"/>
                <a:gd name="connsiteY45" fmla="*/ 1061800 h 3394650"/>
                <a:gd name="connsiteX46" fmla="*/ 323 w 1338752"/>
                <a:gd name="connsiteY46" fmla="*/ 1152186 h 3394650"/>
                <a:gd name="connsiteX47" fmla="*/ 218857 w 1338752"/>
                <a:gd name="connsiteY47" fmla="*/ 1880301 h 3394650"/>
                <a:gd name="connsiteX48" fmla="*/ 355031 w 1338752"/>
                <a:gd name="connsiteY48" fmla="*/ 1991494 h 3394650"/>
                <a:gd name="connsiteX49" fmla="*/ 792240 w 1338752"/>
                <a:gd name="connsiteY49" fmla="*/ 2059004 h 3394650"/>
                <a:gd name="connsiteX50" fmla="*/ 888107 w 1338752"/>
                <a:gd name="connsiteY50" fmla="*/ 2121098 h 3394650"/>
                <a:gd name="connsiteX51" fmla="*/ 1107438 w 1338752"/>
                <a:gd name="connsiteY51" fmla="*/ 2782477 h 3394650"/>
                <a:gd name="connsiteX52" fmla="*/ 464696 w 1338752"/>
                <a:gd name="connsiteY52" fmla="*/ 3366599 h 3394650"/>
                <a:gd name="connsiteX0" fmla="*/ 464696 w 1338752"/>
                <a:gd name="connsiteY0" fmla="*/ 3366599 h 3382785"/>
                <a:gd name="connsiteX1" fmla="*/ 493747 w 1338752"/>
                <a:gd name="connsiteY1" fmla="*/ 3212807 h 3382785"/>
                <a:gd name="connsiteX2" fmla="*/ 614669 w 1338752"/>
                <a:gd name="connsiteY2" fmla="*/ 3139160 h 3382785"/>
                <a:gd name="connsiteX3" fmla="*/ 706541 w 1338752"/>
                <a:gd name="connsiteY3" fmla="*/ 3210640 h 3382785"/>
                <a:gd name="connsiteX4" fmla="*/ 691290 w 1338752"/>
                <a:gd name="connsiteY4" fmla="*/ 3224359 h 3382785"/>
                <a:gd name="connsiteX5" fmla="*/ 715620 w 1338752"/>
                <a:gd name="connsiteY5" fmla="*/ 3217861 h 3382785"/>
                <a:gd name="connsiteX6" fmla="*/ 840537 w 1338752"/>
                <a:gd name="connsiteY6" fmla="*/ 3139882 h 3382785"/>
                <a:gd name="connsiteX7" fmla="*/ 750480 w 1338752"/>
                <a:gd name="connsiteY7" fmla="*/ 3062625 h 3382785"/>
                <a:gd name="connsiteX8" fmla="*/ 1125231 w 1338752"/>
                <a:gd name="connsiteY8" fmla="*/ 2834824 h 3382785"/>
                <a:gd name="connsiteX9" fmla="*/ 1188053 w 1338752"/>
                <a:gd name="connsiteY9" fmla="*/ 2913164 h 3382785"/>
                <a:gd name="connsiteX10" fmla="*/ 1294450 w 1338752"/>
                <a:gd name="connsiteY10" fmla="*/ 2874536 h 3382785"/>
                <a:gd name="connsiteX11" fmla="*/ 1283919 w 1338752"/>
                <a:gd name="connsiteY11" fmla="*/ 2740238 h 3382785"/>
                <a:gd name="connsiteX12" fmla="*/ 1338752 w 1338752"/>
                <a:gd name="connsiteY12" fmla="*/ 2708469 h 3382785"/>
                <a:gd name="connsiteX13" fmla="*/ 1309701 w 1338752"/>
                <a:gd name="connsiteY13" fmla="*/ 2664425 h 3382785"/>
                <a:gd name="connsiteX14" fmla="*/ 1266852 w 1338752"/>
                <a:gd name="connsiteY14" fmla="*/ 2688252 h 3382785"/>
                <a:gd name="connsiteX15" fmla="*/ 1146293 w 1338752"/>
                <a:gd name="connsiteY15" fmla="*/ 2207381 h 3382785"/>
                <a:gd name="connsiteX16" fmla="*/ 1038019 w 1338752"/>
                <a:gd name="connsiteY16" fmla="*/ 1584526 h 3382785"/>
                <a:gd name="connsiteX17" fmla="*/ 1162451 w 1338752"/>
                <a:gd name="connsiteY17" fmla="*/ 311374 h 3382785"/>
                <a:gd name="connsiteX18" fmla="*/ 1171209 w 1338752"/>
                <a:gd name="connsiteY18" fmla="*/ 261325 h 3382785"/>
                <a:gd name="connsiteX19" fmla="*/ 1179515 w 1338752"/>
                <a:gd name="connsiteY19" fmla="*/ 93904 h 3382785"/>
                <a:gd name="connsiteX20" fmla="*/ 1098272 w 1338752"/>
                <a:gd name="connsiteY20" fmla="*/ 4214 h 3382785"/>
                <a:gd name="connsiteX21" fmla="*/ 988940 w 1338752"/>
                <a:gd name="connsiteY21" fmla="*/ 4435 h 3382785"/>
                <a:gd name="connsiteX22" fmla="*/ 917437 w 1338752"/>
                <a:gd name="connsiteY22" fmla="*/ 105198 h 3382785"/>
                <a:gd name="connsiteX23" fmla="*/ 817242 w 1338752"/>
                <a:gd name="connsiteY23" fmla="*/ 895133 h 3382785"/>
                <a:gd name="connsiteX24" fmla="*/ 780245 w 1338752"/>
                <a:gd name="connsiteY24" fmla="*/ 954926 h 3382785"/>
                <a:gd name="connsiteX25" fmla="*/ 745437 w 1338752"/>
                <a:gd name="connsiteY25" fmla="*/ 923922 h 3382785"/>
                <a:gd name="connsiteX26" fmla="*/ 722181 w 1338752"/>
                <a:gd name="connsiteY26" fmla="*/ 785291 h 3382785"/>
                <a:gd name="connsiteX27" fmla="*/ 721222 w 1338752"/>
                <a:gd name="connsiteY27" fmla="*/ 785455 h 3382785"/>
                <a:gd name="connsiteX28" fmla="*/ 676012 w 1338752"/>
                <a:gd name="connsiteY28" fmla="*/ 467488 h 3382785"/>
                <a:gd name="connsiteX29" fmla="*/ 625660 w 1338752"/>
                <a:gd name="connsiteY29" fmla="*/ 134699 h 3382785"/>
                <a:gd name="connsiteX30" fmla="*/ 561732 w 1338752"/>
                <a:gd name="connsiteY30" fmla="*/ 18130 h 3382785"/>
                <a:gd name="connsiteX31" fmla="*/ 466203 w 1338752"/>
                <a:gd name="connsiteY31" fmla="*/ 19934 h 3382785"/>
                <a:gd name="connsiteX32" fmla="*/ 377212 w 1338752"/>
                <a:gd name="connsiteY32" fmla="*/ 147691 h 3382785"/>
                <a:gd name="connsiteX33" fmla="*/ 427338 w 1338752"/>
                <a:gd name="connsiteY33" fmla="*/ 551893 h 3382785"/>
                <a:gd name="connsiteX34" fmla="*/ 427697 w 1338752"/>
                <a:gd name="connsiteY34" fmla="*/ 552196 h 3382785"/>
                <a:gd name="connsiteX35" fmla="*/ 442071 w 1338752"/>
                <a:gd name="connsiteY35" fmla="*/ 719054 h 3382785"/>
                <a:gd name="connsiteX36" fmla="*/ 451043 w 1338752"/>
                <a:gd name="connsiteY36" fmla="*/ 1267844 h 3382785"/>
                <a:gd name="connsiteX37" fmla="*/ 424918 w 1338752"/>
                <a:gd name="connsiteY37" fmla="*/ 1539571 h 3382785"/>
                <a:gd name="connsiteX38" fmla="*/ 426879 w 1338752"/>
                <a:gd name="connsiteY38" fmla="*/ 1540279 h 3382785"/>
                <a:gd name="connsiteX39" fmla="*/ 408956 w 1338752"/>
                <a:gd name="connsiteY39" fmla="*/ 1574793 h 3382785"/>
                <a:gd name="connsiteX40" fmla="*/ 377182 w 1338752"/>
                <a:gd name="connsiteY40" fmla="*/ 1600515 h 3382785"/>
                <a:gd name="connsiteX41" fmla="*/ 287125 w 1338752"/>
                <a:gd name="connsiteY41" fmla="*/ 1494016 h 3382785"/>
                <a:gd name="connsiteX42" fmla="*/ 219538 w 1338752"/>
                <a:gd name="connsiteY42" fmla="*/ 1305791 h 3382785"/>
                <a:gd name="connsiteX43" fmla="*/ 179663 w 1338752"/>
                <a:gd name="connsiteY43" fmla="*/ 1184327 h 3382785"/>
                <a:gd name="connsiteX44" fmla="*/ 108440 w 1338752"/>
                <a:gd name="connsiteY44" fmla="*/ 1061800 h 3382785"/>
                <a:gd name="connsiteX45" fmla="*/ 323 w 1338752"/>
                <a:gd name="connsiteY45" fmla="*/ 1152186 h 3382785"/>
                <a:gd name="connsiteX46" fmla="*/ 218857 w 1338752"/>
                <a:gd name="connsiteY46" fmla="*/ 1880301 h 3382785"/>
                <a:gd name="connsiteX47" fmla="*/ 355031 w 1338752"/>
                <a:gd name="connsiteY47" fmla="*/ 1991494 h 3382785"/>
                <a:gd name="connsiteX48" fmla="*/ 792240 w 1338752"/>
                <a:gd name="connsiteY48" fmla="*/ 2059004 h 3382785"/>
                <a:gd name="connsiteX49" fmla="*/ 888107 w 1338752"/>
                <a:gd name="connsiteY49" fmla="*/ 2121098 h 3382785"/>
                <a:gd name="connsiteX50" fmla="*/ 1107438 w 1338752"/>
                <a:gd name="connsiteY50" fmla="*/ 2782477 h 3382785"/>
                <a:gd name="connsiteX51" fmla="*/ 464696 w 1338752"/>
                <a:gd name="connsiteY51" fmla="*/ 3366599 h 3382785"/>
                <a:gd name="connsiteX0" fmla="*/ 1107438 w 1338752"/>
                <a:gd name="connsiteY0" fmla="*/ 2782477 h 3224359"/>
                <a:gd name="connsiteX1" fmla="*/ 493747 w 1338752"/>
                <a:gd name="connsiteY1" fmla="*/ 3212807 h 3224359"/>
                <a:gd name="connsiteX2" fmla="*/ 614669 w 1338752"/>
                <a:gd name="connsiteY2" fmla="*/ 3139160 h 3224359"/>
                <a:gd name="connsiteX3" fmla="*/ 706541 w 1338752"/>
                <a:gd name="connsiteY3" fmla="*/ 3210640 h 3224359"/>
                <a:gd name="connsiteX4" fmla="*/ 691290 w 1338752"/>
                <a:gd name="connsiteY4" fmla="*/ 3224359 h 3224359"/>
                <a:gd name="connsiteX5" fmla="*/ 715620 w 1338752"/>
                <a:gd name="connsiteY5" fmla="*/ 3217861 h 3224359"/>
                <a:gd name="connsiteX6" fmla="*/ 840537 w 1338752"/>
                <a:gd name="connsiteY6" fmla="*/ 3139882 h 3224359"/>
                <a:gd name="connsiteX7" fmla="*/ 750480 w 1338752"/>
                <a:gd name="connsiteY7" fmla="*/ 3062625 h 3224359"/>
                <a:gd name="connsiteX8" fmla="*/ 1125231 w 1338752"/>
                <a:gd name="connsiteY8" fmla="*/ 2834824 h 3224359"/>
                <a:gd name="connsiteX9" fmla="*/ 1188053 w 1338752"/>
                <a:gd name="connsiteY9" fmla="*/ 2913164 h 3224359"/>
                <a:gd name="connsiteX10" fmla="*/ 1294450 w 1338752"/>
                <a:gd name="connsiteY10" fmla="*/ 2874536 h 3224359"/>
                <a:gd name="connsiteX11" fmla="*/ 1283919 w 1338752"/>
                <a:gd name="connsiteY11" fmla="*/ 2740238 h 3224359"/>
                <a:gd name="connsiteX12" fmla="*/ 1338752 w 1338752"/>
                <a:gd name="connsiteY12" fmla="*/ 2708469 h 3224359"/>
                <a:gd name="connsiteX13" fmla="*/ 1309701 w 1338752"/>
                <a:gd name="connsiteY13" fmla="*/ 2664425 h 3224359"/>
                <a:gd name="connsiteX14" fmla="*/ 1266852 w 1338752"/>
                <a:gd name="connsiteY14" fmla="*/ 2688252 h 3224359"/>
                <a:gd name="connsiteX15" fmla="*/ 1146293 w 1338752"/>
                <a:gd name="connsiteY15" fmla="*/ 2207381 h 3224359"/>
                <a:gd name="connsiteX16" fmla="*/ 1038019 w 1338752"/>
                <a:gd name="connsiteY16" fmla="*/ 1584526 h 3224359"/>
                <a:gd name="connsiteX17" fmla="*/ 1162451 w 1338752"/>
                <a:gd name="connsiteY17" fmla="*/ 311374 h 3224359"/>
                <a:gd name="connsiteX18" fmla="*/ 1171209 w 1338752"/>
                <a:gd name="connsiteY18" fmla="*/ 261325 h 3224359"/>
                <a:gd name="connsiteX19" fmla="*/ 1179515 w 1338752"/>
                <a:gd name="connsiteY19" fmla="*/ 93904 h 3224359"/>
                <a:gd name="connsiteX20" fmla="*/ 1098272 w 1338752"/>
                <a:gd name="connsiteY20" fmla="*/ 4214 h 3224359"/>
                <a:gd name="connsiteX21" fmla="*/ 988940 w 1338752"/>
                <a:gd name="connsiteY21" fmla="*/ 4435 h 3224359"/>
                <a:gd name="connsiteX22" fmla="*/ 917437 w 1338752"/>
                <a:gd name="connsiteY22" fmla="*/ 105198 h 3224359"/>
                <a:gd name="connsiteX23" fmla="*/ 817242 w 1338752"/>
                <a:gd name="connsiteY23" fmla="*/ 895133 h 3224359"/>
                <a:gd name="connsiteX24" fmla="*/ 780245 w 1338752"/>
                <a:gd name="connsiteY24" fmla="*/ 954926 h 3224359"/>
                <a:gd name="connsiteX25" fmla="*/ 745437 w 1338752"/>
                <a:gd name="connsiteY25" fmla="*/ 923922 h 3224359"/>
                <a:gd name="connsiteX26" fmla="*/ 722181 w 1338752"/>
                <a:gd name="connsiteY26" fmla="*/ 785291 h 3224359"/>
                <a:gd name="connsiteX27" fmla="*/ 721222 w 1338752"/>
                <a:gd name="connsiteY27" fmla="*/ 785455 h 3224359"/>
                <a:gd name="connsiteX28" fmla="*/ 676012 w 1338752"/>
                <a:gd name="connsiteY28" fmla="*/ 467488 h 3224359"/>
                <a:gd name="connsiteX29" fmla="*/ 625660 w 1338752"/>
                <a:gd name="connsiteY29" fmla="*/ 134699 h 3224359"/>
                <a:gd name="connsiteX30" fmla="*/ 561732 w 1338752"/>
                <a:gd name="connsiteY30" fmla="*/ 18130 h 3224359"/>
                <a:gd name="connsiteX31" fmla="*/ 466203 w 1338752"/>
                <a:gd name="connsiteY31" fmla="*/ 19934 h 3224359"/>
                <a:gd name="connsiteX32" fmla="*/ 377212 w 1338752"/>
                <a:gd name="connsiteY32" fmla="*/ 147691 h 3224359"/>
                <a:gd name="connsiteX33" fmla="*/ 427338 w 1338752"/>
                <a:gd name="connsiteY33" fmla="*/ 551893 h 3224359"/>
                <a:gd name="connsiteX34" fmla="*/ 427697 w 1338752"/>
                <a:gd name="connsiteY34" fmla="*/ 552196 h 3224359"/>
                <a:gd name="connsiteX35" fmla="*/ 442071 w 1338752"/>
                <a:gd name="connsiteY35" fmla="*/ 719054 h 3224359"/>
                <a:gd name="connsiteX36" fmla="*/ 451043 w 1338752"/>
                <a:gd name="connsiteY36" fmla="*/ 1267844 h 3224359"/>
                <a:gd name="connsiteX37" fmla="*/ 424918 w 1338752"/>
                <a:gd name="connsiteY37" fmla="*/ 1539571 h 3224359"/>
                <a:gd name="connsiteX38" fmla="*/ 426879 w 1338752"/>
                <a:gd name="connsiteY38" fmla="*/ 1540279 h 3224359"/>
                <a:gd name="connsiteX39" fmla="*/ 408956 w 1338752"/>
                <a:gd name="connsiteY39" fmla="*/ 1574793 h 3224359"/>
                <a:gd name="connsiteX40" fmla="*/ 377182 w 1338752"/>
                <a:gd name="connsiteY40" fmla="*/ 1600515 h 3224359"/>
                <a:gd name="connsiteX41" fmla="*/ 287125 w 1338752"/>
                <a:gd name="connsiteY41" fmla="*/ 1494016 h 3224359"/>
                <a:gd name="connsiteX42" fmla="*/ 219538 w 1338752"/>
                <a:gd name="connsiteY42" fmla="*/ 1305791 h 3224359"/>
                <a:gd name="connsiteX43" fmla="*/ 179663 w 1338752"/>
                <a:gd name="connsiteY43" fmla="*/ 1184327 h 3224359"/>
                <a:gd name="connsiteX44" fmla="*/ 108440 w 1338752"/>
                <a:gd name="connsiteY44" fmla="*/ 1061800 h 3224359"/>
                <a:gd name="connsiteX45" fmla="*/ 323 w 1338752"/>
                <a:gd name="connsiteY45" fmla="*/ 1152186 h 3224359"/>
                <a:gd name="connsiteX46" fmla="*/ 218857 w 1338752"/>
                <a:gd name="connsiteY46" fmla="*/ 1880301 h 3224359"/>
                <a:gd name="connsiteX47" fmla="*/ 355031 w 1338752"/>
                <a:gd name="connsiteY47" fmla="*/ 1991494 h 3224359"/>
                <a:gd name="connsiteX48" fmla="*/ 792240 w 1338752"/>
                <a:gd name="connsiteY48" fmla="*/ 2059004 h 3224359"/>
                <a:gd name="connsiteX49" fmla="*/ 888107 w 1338752"/>
                <a:gd name="connsiteY49" fmla="*/ 2121098 h 3224359"/>
                <a:gd name="connsiteX50" fmla="*/ 1107438 w 1338752"/>
                <a:gd name="connsiteY50" fmla="*/ 2782477 h 3224359"/>
                <a:gd name="connsiteX0" fmla="*/ 1107438 w 1338752"/>
                <a:gd name="connsiteY0" fmla="*/ 2782477 h 3224359"/>
                <a:gd name="connsiteX1" fmla="*/ 614669 w 1338752"/>
                <a:gd name="connsiteY1" fmla="*/ 3139160 h 3224359"/>
                <a:gd name="connsiteX2" fmla="*/ 706541 w 1338752"/>
                <a:gd name="connsiteY2" fmla="*/ 3210640 h 3224359"/>
                <a:gd name="connsiteX3" fmla="*/ 691290 w 1338752"/>
                <a:gd name="connsiteY3" fmla="*/ 3224359 h 3224359"/>
                <a:gd name="connsiteX4" fmla="*/ 715620 w 1338752"/>
                <a:gd name="connsiteY4" fmla="*/ 3217861 h 3224359"/>
                <a:gd name="connsiteX5" fmla="*/ 840537 w 1338752"/>
                <a:gd name="connsiteY5" fmla="*/ 3139882 h 3224359"/>
                <a:gd name="connsiteX6" fmla="*/ 750480 w 1338752"/>
                <a:gd name="connsiteY6" fmla="*/ 3062625 h 3224359"/>
                <a:gd name="connsiteX7" fmla="*/ 1125231 w 1338752"/>
                <a:gd name="connsiteY7" fmla="*/ 2834824 h 3224359"/>
                <a:gd name="connsiteX8" fmla="*/ 1188053 w 1338752"/>
                <a:gd name="connsiteY8" fmla="*/ 2913164 h 3224359"/>
                <a:gd name="connsiteX9" fmla="*/ 1294450 w 1338752"/>
                <a:gd name="connsiteY9" fmla="*/ 2874536 h 3224359"/>
                <a:gd name="connsiteX10" fmla="*/ 1283919 w 1338752"/>
                <a:gd name="connsiteY10" fmla="*/ 2740238 h 3224359"/>
                <a:gd name="connsiteX11" fmla="*/ 1338752 w 1338752"/>
                <a:gd name="connsiteY11" fmla="*/ 2708469 h 3224359"/>
                <a:gd name="connsiteX12" fmla="*/ 1309701 w 1338752"/>
                <a:gd name="connsiteY12" fmla="*/ 2664425 h 3224359"/>
                <a:gd name="connsiteX13" fmla="*/ 1266852 w 1338752"/>
                <a:gd name="connsiteY13" fmla="*/ 2688252 h 3224359"/>
                <a:gd name="connsiteX14" fmla="*/ 1146293 w 1338752"/>
                <a:gd name="connsiteY14" fmla="*/ 2207381 h 3224359"/>
                <a:gd name="connsiteX15" fmla="*/ 1038019 w 1338752"/>
                <a:gd name="connsiteY15" fmla="*/ 1584526 h 3224359"/>
                <a:gd name="connsiteX16" fmla="*/ 1162451 w 1338752"/>
                <a:gd name="connsiteY16" fmla="*/ 311374 h 3224359"/>
                <a:gd name="connsiteX17" fmla="*/ 1171209 w 1338752"/>
                <a:gd name="connsiteY17" fmla="*/ 261325 h 3224359"/>
                <a:gd name="connsiteX18" fmla="*/ 1179515 w 1338752"/>
                <a:gd name="connsiteY18" fmla="*/ 93904 h 3224359"/>
                <a:gd name="connsiteX19" fmla="*/ 1098272 w 1338752"/>
                <a:gd name="connsiteY19" fmla="*/ 4214 h 3224359"/>
                <a:gd name="connsiteX20" fmla="*/ 988940 w 1338752"/>
                <a:gd name="connsiteY20" fmla="*/ 4435 h 3224359"/>
                <a:gd name="connsiteX21" fmla="*/ 917437 w 1338752"/>
                <a:gd name="connsiteY21" fmla="*/ 105198 h 3224359"/>
                <a:gd name="connsiteX22" fmla="*/ 817242 w 1338752"/>
                <a:gd name="connsiteY22" fmla="*/ 895133 h 3224359"/>
                <a:gd name="connsiteX23" fmla="*/ 780245 w 1338752"/>
                <a:gd name="connsiteY23" fmla="*/ 954926 h 3224359"/>
                <a:gd name="connsiteX24" fmla="*/ 745437 w 1338752"/>
                <a:gd name="connsiteY24" fmla="*/ 923922 h 3224359"/>
                <a:gd name="connsiteX25" fmla="*/ 722181 w 1338752"/>
                <a:gd name="connsiteY25" fmla="*/ 785291 h 3224359"/>
                <a:gd name="connsiteX26" fmla="*/ 721222 w 1338752"/>
                <a:gd name="connsiteY26" fmla="*/ 785455 h 3224359"/>
                <a:gd name="connsiteX27" fmla="*/ 676012 w 1338752"/>
                <a:gd name="connsiteY27" fmla="*/ 467488 h 3224359"/>
                <a:gd name="connsiteX28" fmla="*/ 625660 w 1338752"/>
                <a:gd name="connsiteY28" fmla="*/ 134699 h 3224359"/>
                <a:gd name="connsiteX29" fmla="*/ 561732 w 1338752"/>
                <a:gd name="connsiteY29" fmla="*/ 18130 h 3224359"/>
                <a:gd name="connsiteX30" fmla="*/ 466203 w 1338752"/>
                <a:gd name="connsiteY30" fmla="*/ 19934 h 3224359"/>
                <a:gd name="connsiteX31" fmla="*/ 377212 w 1338752"/>
                <a:gd name="connsiteY31" fmla="*/ 147691 h 3224359"/>
                <a:gd name="connsiteX32" fmla="*/ 427338 w 1338752"/>
                <a:gd name="connsiteY32" fmla="*/ 551893 h 3224359"/>
                <a:gd name="connsiteX33" fmla="*/ 427697 w 1338752"/>
                <a:gd name="connsiteY33" fmla="*/ 552196 h 3224359"/>
                <a:gd name="connsiteX34" fmla="*/ 442071 w 1338752"/>
                <a:gd name="connsiteY34" fmla="*/ 719054 h 3224359"/>
                <a:gd name="connsiteX35" fmla="*/ 451043 w 1338752"/>
                <a:gd name="connsiteY35" fmla="*/ 1267844 h 3224359"/>
                <a:gd name="connsiteX36" fmla="*/ 424918 w 1338752"/>
                <a:gd name="connsiteY36" fmla="*/ 1539571 h 3224359"/>
                <a:gd name="connsiteX37" fmla="*/ 426879 w 1338752"/>
                <a:gd name="connsiteY37" fmla="*/ 1540279 h 3224359"/>
                <a:gd name="connsiteX38" fmla="*/ 408956 w 1338752"/>
                <a:gd name="connsiteY38" fmla="*/ 1574793 h 3224359"/>
                <a:gd name="connsiteX39" fmla="*/ 377182 w 1338752"/>
                <a:gd name="connsiteY39" fmla="*/ 1600515 h 3224359"/>
                <a:gd name="connsiteX40" fmla="*/ 287125 w 1338752"/>
                <a:gd name="connsiteY40" fmla="*/ 1494016 h 3224359"/>
                <a:gd name="connsiteX41" fmla="*/ 219538 w 1338752"/>
                <a:gd name="connsiteY41" fmla="*/ 1305791 h 3224359"/>
                <a:gd name="connsiteX42" fmla="*/ 179663 w 1338752"/>
                <a:gd name="connsiteY42" fmla="*/ 1184327 h 3224359"/>
                <a:gd name="connsiteX43" fmla="*/ 108440 w 1338752"/>
                <a:gd name="connsiteY43" fmla="*/ 1061800 h 3224359"/>
                <a:gd name="connsiteX44" fmla="*/ 323 w 1338752"/>
                <a:gd name="connsiteY44" fmla="*/ 1152186 h 3224359"/>
                <a:gd name="connsiteX45" fmla="*/ 218857 w 1338752"/>
                <a:gd name="connsiteY45" fmla="*/ 1880301 h 3224359"/>
                <a:gd name="connsiteX46" fmla="*/ 355031 w 1338752"/>
                <a:gd name="connsiteY46" fmla="*/ 1991494 h 3224359"/>
                <a:gd name="connsiteX47" fmla="*/ 792240 w 1338752"/>
                <a:gd name="connsiteY47" fmla="*/ 2059004 h 3224359"/>
                <a:gd name="connsiteX48" fmla="*/ 888107 w 1338752"/>
                <a:gd name="connsiteY48" fmla="*/ 2121098 h 3224359"/>
                <a:gd name="connsiteX49" fmla="*/ 1107438 w 1338752"/>
                <a:gd name="connsiteY49" fmla="*/ 2782477 h 3224359"/>
                <a:gd name="connsiteX0" fmla="*/ 1107438 w 1338752"/>
                <a:gd name="connsiteY0" fmla="*/ 2782477 h 3224359"/>
                <a:gd name="connsiteX1" fmla="*/ 706541 w 1338752"/>
                <a:gd name="connsiteY1" fmla="*/ 3210640 h 3224359"/>
                <a:gd name="connsiteX2" fmla="*/ 691290 w 1338752"/>
                <a:gd name="connsiteY2" fmla="*/ 3224359 h 3224359"/>
                <a:gd name="connsiteX3" fmla="*/ 715620 w 1338752"/>
                <a:gd name="connsiteY3" fmla="*/ 3217861 h 3224359"/>
                <a:gd name="connsiteX4" fmla="*/ 840537 w 1338752"/>
                <a:gd name="connsiteY4" fmla="*/ 3139882 h 3224359"/>
                <a:gd name="connsiteX5" fmla="*/ 750480 w 1338752"/>
                <a:gd name="connsiteY5" fmla="*/ 3062625 h 3224359"/>
                <a:gd name="connsiteX6" fmla="*/ 1125231 w 1338752"/>
                <a:gd name="connsiteY6" fmla="*/ 2834824 h 3224359"/>
                <a:gd name="connsiteX7" fmla="*/ 1188053 w 1338752"/>
                <a:gd name="connsiteY7" fmla="*/ 2913164 h 3224359"/>
                <a:gd name="connsiteX8" fmla="*/ 1294450 w 1338752"/>
                <a:gd name="connsiteY8" fmla="*/ 2874536 h 3224359"/>
                <a:gd name="connsiteX9" fmla="*/ 1283919 w 1338752"/>
                <a:gd name="connsiteY9" fmla="*/ 2740238 h 3224359"/>
                <a:gd name="connsiteX10" fmla="*/ 1338752 w 1338752"/>
                <a:gd name="connsiteY10" fmla="*/ 2708469 h 3224359"/>
                <a:gd name="connsiteX11" fmla="*/ 1309701 w 1338752"/>
                <a:gd name="connsiteY11" fmla="*/ 2664425 h 3224359"/>
                <a:gd name="connsiteX12" fmla="*/ 1266852 w 1338752"/>
                <a:gd name="connsiteY12" fmla="*/ 2688252 h 3224359"/>
                <a:gd name="connsiteX13" fmla="*/ 1146293 w 1338752"/>
                <a:gd name="connsiteY13" fmla="*/ 2207381 h 3224359"/>
                <a:gd name="connsiteX14" fmla="*/ 1038019 w 1338752"/>
                <a:gd name="connsiteY14" fmla="*/ 1584526 h 3224359"/>
                <a:gd name="connsiteX15" fmla="*/ 1162451 w 1338752"/>
                <a:gd name="connsiteY15" fmla="*/ 311374 h 3224359"/>
                <a:gd name="connsiteX16" fmla="*/ 1171209 w 1338752"/>
                <a:gd name="connsiteY16" fmla="*/ 261325 h 3224359"/>
                <a:gd name="connsiteX17" fmla="*/ 1179515 w 1338752"/>
                <a:gd name="connsiteY17" fmla="*/ 93904 h 3224359"/>
                <a:gd name="connsiteX18" fmla="*/ 1098272 w 1338752"/>
                <a:gd name="connsiteY18" fmla="*/ 4214 h 3224359"/>
                <a:gd name="connsiteX19" fmla="*/ 988940 w 1338752"/>
                <a:gd name="connsiteY19" fmla="*/ 4435 h 3224359"/>
                <a:gd name="connsiteX20" fmla="*/ 917437 w 1338752"/>
                <a:gd name="connsiteY20" fmla="*/ 105198 h 3224359"/>
                <a:gd name="connsiteX21" fmla="*/ 817242 w 1338752"/>
                <a:gd name="connsiteY21" fmla="*/ 895133 h 3224359"/>
                <a:gd name="connsiteX22" fmla="*/ 780245 w 1338752"/>
                <a:gd name="connsiteY22" fmla="*/ 954926 h 3224359"/>
                <a:gd name="connsiteX23" fmla="*/ 745437 w 1338752"/>
                <a:gd name="connsiteY23" fmla="*/ 923922 h 3224359"/>
                <a:gd name="connsiteX24" fmla="*/ 722181 w 1338752"/>
                <a:gd name="connsiteY24" fmla="*/ 785291 h 3224359"/>
                <a:gd name="connsiteX25" fmla="*/ 721222 w 1338752"/>
                <a:gd name="connsiteY25" fmla="*/ 785455 h 3224359"/>
                <a:gd name="connsiteX26" fmla="*/ 676012 w 1338752"/>
                <a:gd name="connsiteY26" fmla="*/ 467488 h 3224359"/>
                <a:gd name="connsiteX27" fmla="*/ 625660 w 1338752"/>
                <a:gd name="connsiteY27" fmla="*/ 134699 h 3224359"/>
                <a:gd name="connsiteX28" fmla="*/ 561732 w 1338752"/>
                <a:gd name="connsiteY28" fmla="*/ 18130 h 3224359"/>
                <a:gd name="connsiteX29" fmla="*/ 466203 w 1338752"/>
                <a:gd name="connsiteY29" fmla="*/ 19934 h 3224359"/>
                <a:gd name="connsiteX30" fmla="*/ 377212 w 1338752"/>
                <a:gd name="connsiteY30" fmla="*/ 147691 h 3224359"/>
                <a:gd name="connsiteX31" fmla="*/ 427338 w 1338752"/>
                <a:gd name="connsiteY31" fmla="*/ 551893 h 3224359"/>
                <a:gd name="connsiteX32" fmla="*/ 427697 w 1338752"/>
                <a:gd name="connsiteY32" fmla="*/ 552196 h 3224359"/>
                <a:gd name="connsiteX33" fmla="*/ 442071 w 1338752"/>
                <a:gd name="connsiteY33" fmla="*/ 719054 h 3224359"/>
                <a:gd name="connsiteX34" fmla="*/ 451043 w 1338752"/>
                <a:gd name="connsiteY34" fmla="*/ 1267844 h 3224359"/>
                <a:gd name="connsiteX35" fmla="*/ 424918 w 1338752"/>
                <a:gd name="connsiteY35" fmla="*/ 1539571 h 3224359"/>
                <a:gd name="connsiteX36" fmla="*/ 426879 w 1338752"/>
                <a:gd name="connsiteY36" fmla="*/ 1540279 h 3224359"/>
                <a:gd name="connsiteX37" fmla="*/ 408956 w 1338752"/>
                <a:gd name="connsiteY37" fmla="*/ 1574793 h 3224359"/>
                <a:gd name="connsiteX38" fmla="*/ 377182 w 1338752"/>
                <a:gd name="connsiteY38" fmla="*/ 1600515 h 3224359"/>
                <a:gd name="connsiteX39" fmla="*/ 287125 w 1338752"/>
                <a:gd name="connsiteY39" fmla="*/ 1494016 h 3224359"/>
                <a:gd name="connsiteX40" fmla="*/ 219538 w 1338752"/>
                <a:gd name="connsiteY40" fmla="*/ 1305791 h 3224359"/>
                <a:gd name="connsiteX41" fmla="*/ 179663 w 1338752"/>
                <a:gd name="connsiteY41" fmla="*/ 1184327 h 3224359"/>
                <a:gd name="connsiteX42" fmla="*/ 108440 w 1338752"/>
                <a:gd name="connsiteY42" fmla="*/ 1061800 h 3224359"/>
                <a:gd name="connsiteX43" fmla="*/ 323 w 1338752"/>
                <a:gd name="connsiteY43" fmla="*/ 1152186 h 3224359"/>
                <a:gd name="connsiteX44" fmla="*/ 218857 w 1338752"/>
                <a:gd name="connsiteY44" fmla="*/ 1880301 h 3224359"/>
                <a:gd name="connsiteX45" fmla="*/ 355031 w 1338752"/>
                <a:gd name="connsiteY45" fmla="*/ 1991494 h 3224359"/>
                <a:gd name="connsiteX46" fmla="*/ 792240 w 1338752"/>
                <a:gd name="connsiteY46" fmla="*/ 2059004 h 3224359"/>
                <a:gd name="connsiteX47" fmla="*/ 888107 w 1338752"/>
                <a:gd name="connsiteY47" fmla="*/ 2121098 h 3224359"/>
                <a:gd name="connsiteX48" fmla="*/ 1107438 w 1338752"/>
                <a:gd name="connsiteY48" fmla="*/ 2782477 h 3224359"/>
                <a:gd name="connsiteX0" fmla="*/ 1107438 w 1338752"/>
                <a:gd name="connsiteY0" fmla="*/ 2782477 h 3224359"/>
                <a:gd name="connsiteX1" fmla="*/ 706541 w 1338752"/>
                <a:gd name="connsiteY1" fmla="*/ 3210640 h 3224359"/>
                <a:gd name="connsiteX2" fmla="*/ 691290 w 1338752"/>
                <a:gd name="connsiteY2" fmla="*/ 3224359 h 3224359"/>
                <a:gd name="connsiteX3" fmla="*/ 840537 w 1338752"/>
                <a:gd name="connsiteY3" fmla="*/ 3139882 h 3224359"/>
                <a:gd name="connsiteX4" fmla="*/ 750480 w 1338752"/>
                <a:gd name="connsiteY4" fmla="*/ 3062625 h 3224359"/>
                <a:gd name="connsiteX5" fmla="*/ 1125231 w 1338752"/>
                <a:gd name="connsiteY5" fmla="*/ 2834824 h 3224359"/>
                <a:gd name="connsiteX6" fmla="*/ 1188053 w 1338752"/>
                <a:gd name="connsiteY6" fmla="*/ 2913164 h 3224359"/>
                <a:gd name="connsiteX7" fmla="*/ 1294450 w 1338752"/>
                <a:gd name="connsiteY7" fmla="*/ 2874536 h 3224359"/>
                <a:gd name="connsiteX8" fmla="*/ 1283919 w 1338752"/>
                <a:gd name="connsiteY8" fmla="*/ 2740238 h 3224359"/>
                <a:gd name="connsiteX9" fmla="*/ 1338752 w 1338752"/>
                <a:gd name="connsiteY9" fmla="*/ 2708469 h 3224359"/>
                <a:gd name="connsiteX10" fmla="*/ 1309701 w 1338752"/>
                <a:gd name="connsiteY10" fmla="*/ 2664425 h 3224359"/>
                <a:gd name="connsiteX11" fmla="*/ 1266852 w 1338752"/>
                <a:gd name="connsiteY11" fmla="*/ 2688252 h 3224359"/>
                <a:gd name="connsiteX12" fmla="*/ 1146293 w 1338752"/>
                <a:gd name="connsiteY12" fmla="*/ 2207381 h 3224359"/>
                <a:gd name="connsiteX13" fmla="*/ 1038019 w 1338752"/>
                <a:gd name="connsiteY13" fmla="*/ 1584526 h 3224359"/>
                <a:gd name="connsiteX14" fmla="*/ 1162451 w 1338752"/>
                <a:gd name="connsiteY14" fmla="*/ 311374 h 3224359"/>
                <a:gd name="connsiteX15" fmla="*/ 1171209 w 1338752"/>
                <a:gd name="connsiteY15" fmla="*/ 261325 h 3224359"/>
                <a:gd name="connsiteX16" fmla="*/ 1179515 w 1338752"/>
                <a:gd name="connsiteY16" fmla="*/ 93904 h 3224359"/>
                <a:gd name="connsiteX17" fmla="*/ 1098272 w 1338752"/>
                <a:gd name="connsiteY17" fmla="*/ 4214 h 3224359"/>
                <a:gd name="connsiteX18" fmla="*/ 988940 w 1338752"/>
                <a:gd name="connsiteY18" fmla="*/ 4435 h 3224359"/>
                <a:gd name="connsiteX19" fmla="*/ 917437 w 1338752"/>
                <a:gd name="connsiteY19" fmla="*/ 105198 h 3224359"/>
                <a:gd name="connsiteX20" fmla="*/ 817242 w 1338752"/>
                <a:gd name="connsiteY20" fmla="*/ 895133 h 3224359"/>
                <a:gd name="connsiteX21" fmla="*/ 780245 w 1338752"/>
                <a:gd name="connsiteY21" fmla="*/ 954926 h 3224359"/>
                <a:gd name="connsiteX22" fmla="*/ 745437 w 1338752"/>
                <a:gd name="connsiteY22" fmla="*/ 923922 h 3224359"/>
                <a:gd name="connsiteX23" fmla="*/ 722181 w 1338752"/>
                <a:gd name="connsiteY23" fmla="*/ 785291 h 3224359"/>
                <a:gd name="connsiteX24" fmla="*/ 721222 w 1338752"/>
                <a:gd name="connsiteY24" fmla="*/ 785455 h 3224359"/>
                <a:gd name="connsiteX25" fmla="*/ 676012 w 1338752"/>
                <a:gd name="connsiteY25" fmla="*/ 467488 h 3224359"/>
                <a:gd name="connsiteX26" fmla="*/ 625660 w 1338752"/>
                <a:gd name="connsiteY26" fmla="*/ 134699 h 3224359"/>
                <a:gd name="connsiteX27" fmla="*/ 561732 w 1338752"/>
                <a:gd name="connsiteY27" fmla="*/ 18130 h 3224359"/>
                <a:gd name="connsiteX28" fmla="*/ 466203 w 1338752"/>
                <a:gd name="connsiteY28" fmla="*/ 19934 h 3224359"/>
                <a:gd name="connsiteX29" fmla="*/ 377212 w 1338752"/>
                <a:gd name="connsiteY29" fmla="*/ 147691 h 3224359"/>
                <a:gd name="connsiteX30" fmla="*/ 427338 w 1338752"/>
                <a:gd name="connsiteY30" fmla="*/ 551893 h 3224359"/>
                <a:gd name="connsiteX31" fmla="*/ 427697 w 1338752"/>
                <a:gd name="connsiteY31" fmla="*/ 552196 h 3224359"/>
                <a:gd name="connsiteX32" fmla="*/ 442071 w 1338752"/>
                <a:gd name="connsiteY32" fmla="*/ 719054 h 3224359"/>
                <a:gd name="connsiteX33" fmla="*/ 451043 w 1338752"/>
                <a:gd name="connsiteY33" fmla="*/ 1267844 h 3224359"/>
                <a:gd name="connsiteX34" fmla="*/ 424918 w 1338752"/>
                <a:gd name="connsiteY34" fmla="*/ 1539571 h 3224359"/>
                <a:gd name="connsiteX35" fmla="*/ 426879 w 1338752"/>
                <a:gd name="connsiteY35" fmla="*/ 1540279 h 3224359"/>
                <a:gd name="connsiteX36" fmla="*/ 408956 w 1338752"/>
                <a:gd name="connsiteY36" fmla="*/ 1574793 h 3224359"/>
                <a:gd name="connsiteX37" fmla="*/ 377182 w 1338752"/>
                <a:gd name="connsiteY37" fmla="*/ 1600515 h 3224359"/>
                <a:gd name="connsiteX38" fmla="*/ 287125 w 1338752"/>
                <a:gd name="connsiteY38" fmla="*/ 1494016 h 3224359"/>
                <a:gd name="connsiteX39" fmla="*/ 219538 w 1338752"/>
                <a:gd name="connsiteY39" fmla="*/ 1305791 h 3224359"/>
                <a:gd name="connsiteX40" fmla="*/ 179663 w 1338752"/>
                <a:gd name="connsiteY40" fmla="*/ 1184327 h 3224359"/>
                <a:gd name="connsiteX41" fmla="*/ 108440 w 1338752"/>
                <a:gd name="connsiteY41" fmla="*/ 1061800 h 3224359"/>
                <a:gd name="connsiteX42" fmla="*/ 323 w 1338752"/>
                <a:gd name="connsiteY42" fmla="*/ 1152186 h 3224359"/>
                <a:gd name="connsiteX43" fmla="*/ 218857 w 1338752"/>
                <a:gd name="connsiteY43" fmla="*/ 1880301 h 3224359"/>
                <a:gd name="connsiteX44" fmla="*/ 355031 w 1338752"/>
                <a:gd name="connsiteY44" fmla="*/ 1991494 h 3224359"/>
                <a:gd name="connsiteX45" fmla="*/ 792240 w 1338752"/>
                <a:gd name="connsiteY45" fmla="*/ 2059004 h 3224359"/>
                <a:gd name="connsiteX46" fmla="*/ 888107 w 1338752"/>
                <a:gd name="connsiteY46" fmla="*/ 2121098 h 3224359"/>
                <a:gd name="connsiteX47" fmla="*/ 1107438 w 1338752"/>
                <a:gd name="connsiteY47" fmla="*/ 2782477 h 3224359"/>
                <a:gd name="connsiteX0" fmla="*/ 1107438 w 1338752"/>
                <a:gd name="connsiteY0" fmla="*/ 2782477 h 3228595"/>
                <a:gd name="connsiteX1" fmla="*/ 706541 w 1338752"/>
                <a:gd name="connsiteY1" fmla="*/ 3210640 h 3228595"/>
                <a:gd name="connsiteX2" fmla="*/ 840537 w 1338752"/>
                <a:gd name="connsiteY2" fmla="*/ 3139882 h 3228595"/>
                <a:gd name="connsiteX3" fmla="*/ 750480 w 1338752"/>
                <a:gd name="connsiteY3" fmla="*/ 3062625 h 3228595"/>
                <a:gd name="connsiteX4" fmla="*/ 1125231 w 1338752"/>
                <a:gd name="connsiteY4" fmla="*/ 2834824 h 3228595"/>
                <a:gd name="connsiteX5" fmla="*/ 1188053 w 1338752"/>
                <a:gd name="connsiteY5" fmla="*/ 2913164 h 3228595"/>
                <a:gd name="connsiteX6" fmla="*/ 1294450 w 1338752"/>
                <a:gd name="connsiteY6" fmla="*/ 2874536 h 3228595"/>
                <a:gd name="connsiteX7" fmla="*/ 1283919 w 1338752"/>
                <a:gd name="connsiteY7" fmla="*/ 2740238 h 3228595"/>
                <a:gd name="connsiteX8" fmla="*/ 1338752 w 1338752"/>
                <a:gd name="connsiteY8" fmla="*/ 2708469 h 3228595"/>
                <a:gd name="connsiteX9" fmla="*/ 1309701 w 1338752"/>
                <a:gd name="connsiteY9" fmla="*/ 2664425 h 3228595"/>
                <a:gd name="connsiteX10" fmla="*/ 1266852 w 1338752"/>
                <a:gd name="connsiteY10" fmla="*/ 2688252 h 3228595"/>
                <a:gd name="connsiteX11" fmla="*/ 1146293 w 1338752"/>
                <a:gd name="connsiteY11" fmla="*/ 2207381 h 3228595"/>
                <a:gd name="connsiteX12" fmla="*/ 1038019 w 1338752"/>
                <a:gd name="connsiteY12" fmla="*/ 1584526 h 3228595"/>
                <a:gd name="connsiteX13" fmla="*/ 1162451 w 1338752"/>
                <a:gd name="connsiteY13" fmla="*/ 311374 h 3228595"/>
                <a:gd name="connsiteX14" fmla="*/ 1171209 w 1338752"/>
                <a:gd name="connsiteY14" fmla="*/ 261325 h 3228595"/>
                <a:gd name="connsiteX15" fmla="*/ 1179515 w 1338752"/>
                <a:gd name="connsiteY15" fmla="*/ 93904 h 3228595"/>
                <a:gd name="connsiteX16" fmla="*/ 1098272 w 1338752"/>
                <a:gd name="connsiteY16" fmla="*/ 4214 h 3228595"/>
                <a:gd name="connsiteX17" fmla="*/ 988940 w 1338752"/>
                <a:gd name="connsiteY17" fmla="*/ 4435 h 3228595"/>
                <a:gd name="connsiteX18" fmla="*/ 917437 w 1338752"/>
                <a:gd name="connsiteY18" fmla="*/ 105198 h 3228595"/>
                <a:gd name="connsiteX19" fmla="*/ 817242 w 1338752"/>
                <a:gd name="connsiteY19" fmla="*/ 895133 h 3228595"/>
                <a:gd name="connsiteX20" fmla="*/ 780245 w 1338752"/>
                <a:gd name="connsiteY20" fmla="*/ 954926 h 3228595"/>
                <a:gd name="connsiteX21" fmla="*/ 745437 w 1338752"/>
                <a:gd name="connsiteY21" fmla="*/ 923922 h 3228595"/>
                <a:gd name="connsiteX22" fmla="*/ 722181 w 1338752"/>
                <a:gd name="connsiteY22" fmla="*/ 785291 h 3228595"/>
                <a:gd name="connsiteX23" fmla="*/ 721222 w 1338752"/>
                <a:gd name="connsiteY23" fmla="*/ 785455 h 3228595"/>
                <a:gd name="connsiteX24" fmla="*/ 676012 w 1338752"/>
                <a:gd name="connsiteY24" fmla="*/ 467488 h 3228595"/>
                <a:gd name="connsiteX25" fmla="*/ 625660 w 1338752"/>
                <a:gd name="connsiteY25" fmla="*/ 134699 h 3228595"/>
                <a:gd name="connsiteX26" fmla="*/ 561732 w 1338752"/>
                <a:gd name="connsiteY26" fmla="*/ 18130 h 3228595"/>
                <a:gd name="connsiteX27" fmla="*/ 466203 w 1338752"/>
                <a:gd name="connsiteY27" fmla="*/ 19934 h 3228595"/>
                <a:gd name="connsiteX28" fmla="*/ 377212 w 1338752"/>
                <a:gd name="connsiteY28" fmla="*/ 147691 h 3228595"/>
                <a:gd name="connsiteX29" fmla="*/ 427338 w 1338752"/>
                <a:gd name="connsiteY29" fmla="*/ 551893 h 3228595"/>
                <a:gd name="connsiteX30" fmla="*/ 427697 w 1338752"/>
                <a:gd name="connsiteY30" fmla="*/ 552196 h 3228595"/>
                <a:gd name="connsiteX31" fmla="*/ 442071 w 1338752"/>
                <a:gd name="connsiteY31" fmla="*/ 719054 h 3228595"/>
                <a:gd name="connsiteX32" fmla="*/ 451043 w 1338752"/>
                <a:gd name="connsiteY32" fmla="*/ 1267844 h 3228595"/>
                <a:gd name="connsiteX33" fmla="*/ 424918 w 1338752"/>
                <a:gd name="connsiteY33" fmla="*/ 1539571 h 3228595"/>
                <a:gd name="connsiteX34" fmla="*/ 426879 w 1338752"/>
                <a:gd name="connsiteY34" fmla="*/ 1540279 h 3228595"/>
                <a:gd name="connsiteX35" fmla="*/ 408956 w 1338752"/>
                <a:gd name="connsiteY35" fmla="*/ 1574793 h 3228595"/>
                <a:gd name="connsiteX36" fmla="*/ 377182 w 1338752"/>
                <a:gd name="connsiteY36" fmla="*/ 1600515 h 3228595"/>
                <a:gd name="connsiteX37" fmla="*/ 287125 w 1338752"/>
                <a:gd name="connsiteY37" fmla="*/ 1494016 h 3228595"/>
                <a:gd name="connsiteX38" fmla="*/ 219538 w 1338752"/>
                <a:gd name="connsiteY38" fmla="*/ 1305791 h 3228595"/>
                <a:gd name="connsiteX39" fmla="*/ 179663 w 1338752"/>
                <a:gd name="connsiteY39" fmla="*/ 1184327 h 3228595"/>
                <a:gd name="connsiteX40" fmla="*/ 108440 w 1338752"/>
                <a:gd name="connsiteY40" fmla="*/ 1061800 h 3228595"/>
                <a:gd name="connsiteX41" fmla="*/ 323 w 1338752"/>
                <a:gd name="connsiteY41" fmla="*/ 1152186 h 3228595"/>
                <a:gd name="connsiteX42" fmla="*/ 218857 w 1338752"/>
                <a:gd name="connsiteY42" fmla="*/ 1880301 h 3228595"/>
                <a:gd name="connsiteX43" fmla="*/ 355031 w 1338752"/>
                <a:gd name="connsiteY43" fmla="*/ 1991494 h 3228595"/>
                <a:gd name="connsiteX44" fmla="*/ 792240 w 1338752"/>
                <a:gd name="connsiteY44" fmla="*/ 2059004 h 3228595"/>
                <a:gd name="connsiteX45" fmla="*/ 888107 w 1338752"/>
                <a:gd name="connsiteY45" fmla="*/ 2121098 h 3228595"/>
                <a:gd name="connsiteX46" fmla="*/ 1107438 w 1338752"/>
                <a:gd name="connsiteY46" fmla="*/ 2782477 h 3228595"/>
                <a:gd name="connsiteX0" fmla="*/ 1107438 w 1338752"/>
                <a:gd name="connsiteY0" fmla="*/ 2782477 h 3220431"/>
                <a:gd name="connsiteX1" fmla="*/ 706541 w 1338752"/>
                <a:gd name="connsiteY1" fmla="*/ 3210640 h 3220431"/>
                <a:gd name="connsiteX2" fmla="*/ 750480 w 1338752"/>
                <a:gd name="connsiteY2" fmla="*/ 3062625 h 3220431"/>
                <a:gd name="connsiteX3" fmla="*/ 1125231 w 1338752"/>
                <a:gd name="connsiteY3" fmla="*/ 2834824 h 3220431"/>
                <a:gd name="connsiteX4" fmla="*/ 1188053 w 1338752"/>
                <a:gd name="connsiteY4" fmla="*/ 2913164 h 3220431"/>
                <a:gd name="connsiteX5" fmla="*/ 1294450 w 1338752"/>
                <a:gd name="connsiteY5" fmla="*/ 2874536 h 3220431"/>
                <a:gd name="connsiteX6" fmla="*/ 1283919 w 1338752"/>
                <a:gd name="connsiteY6" fmla="*/ 2740238 h 3220431"/>
                <a:gd name="connsiteX7" fmla="*/ 1338752 w 1338752"/>
                <a:gd name="connsiteY7" fmla="*/ 2708469 h 3220431"/>
                <a:gd name="connsiteX8" fmla="*/ 1309701 w 1338752"/>
                <a:gd name="connsiteY8" fmla="*/ 2664425 h 3220431"/>
                <a:gd name="connsiteX9" fmla="*/ 1266852 w 1338752"/>
                <a:gd name="connsiteY9" fmla="*/ 2688252 h 3220431"/>
                <a:gd name="connsiteX10" fmla="*/ 1146293 w 1338752"/>
                <a:gd name="connsiteY10" fmla="*/ 2207381 h 3220431"/>
                <a:gd name="connsiteX11" fmla="*/ 1038019 w 1338752"/>
                <a:gd name="connsiteY11" fmla="*/ 1584526 h 3220431"/>
                <a:gd name="connsiteX12" fmla="*/ 1162451 w 1338752"/>
                <a:gd name="connsiteY12" fmla="*/ 311374 h 3220431"/>
                <a:gd name="connsiteX13" fmla="*/ 1171209 w 1338752"/>
                <a:gd name="connsiteY13" fmla="*/ 261325 h 3220431"/>
                <a:gd name="connsiteX14" fmla="*/ 1179515 w 1338752"/>
                <a:gd name="connsiteY14" fmla="*/ 93904 h 3220431"/>
                <a:gd name="connsiteX15" fmla="*/ 1098272 w 1338752"/>
                <a:gd name="connsiteY15" fmla="*/ 4214 h 3220431"/>
                <a:gd name="connsiteX16" fmla="*/ 988940 w 1338752"/>
                <a:gd name="connsiteY16" fmla="*/ 4435 h 3220431"/>
                <a:gd name="connsiteX17" fmla="*/ 917437 w 1338752"/>
                <a:gd name="connsiteY17" fmla="*/ 105198 h 3220431"/>
                <a:gd name="connsiteX18" fmla="*/ 817242 w 1338752"/>
                <a:gd name="connsiteY18" fmla="*/ 895133 h 3220431"/>
                <a:gd name="connsiteX19" fmla="*/ 780245 w 1338752"/>
                <a:gd name="connsiteY19" fmla="*/ 954926 h 3220431"/>
                <a:gd name="connsiteX20" fmla="*/ 745437 w 1338752"/>
                <a:gd name="connsiteY20" fmla="*/ 923922 h 3220431"/>
                <a:gd name="connsiteX21" fmla="*/ 722181 w 1338752"/>
                <a:gd name="connsiteY21" fmla="*/ 785291 h 3220431"/>
                <a:gd name="connsiteX22" fmla="*/ 721222 w 1338752"/>
                <a:gd name="connsiteY22" fmla="*/ 785455 h 3220431"/>
                <a:gd name="connsiteX23" fmla="*/ 676012 w 1338752"/>
                <a:gd name="connsiteY23" fmla="*/ 467488 h 3220431"/>
                <a:gd name="connsiteX24" fmla="*/ 625660 w 1338752"/>
                <a:gd name="connsiteY24" fmla="*/ 134699 h 3220431"/>
                <a:gd name="connsiteX25" fmla="*/ 561732 w 1338752"/>
                <a:gd name="connsiteY25" fmla="*/ 18130 h 3220431"/>
                <a:gd name="connsiteX26" fmla="*/ 466203 w 1338752"/>
                <a:gd name="connsiteY26" fmla="*/ 19934 h 3220431"/>
                <a:gd name="connsiteX27" fmla="*/ 377212 w 1338752"/>
                <a:gd name="connsiteY27" fmla="*/ 147691 h 3220431"/>
                <a:gd name="connsiteX28" fmla="*/ 427338 w 1338752"/>
                <a:gd name="connsiteY28" fmla="*/ 551893 h 3220431"/>
                <a:gd name="connsiteX29" fmla="*/ 427697 w 1338752"/>
                <a:gd name="connsiteY29" fmla="*/ 552196 h 3220431"/>
                <a:gd name="connsiteX30" fmla="*/ 442071 w 1338752"/>
                <a:gd name="connsiteY30" fmla="*/ 719054 h 3220431"/>
                <a:gd name="connsiteX31" fmla="*/ 451043 w 1338752"/>
                <a:gd name="connsiteY31" fmla="*/ 1267844 h 3220431"/>
                <a:gd name="connsiteX32" fmla="*/ 424918 w 1338752"/>
                <a:gd name="connsiteY32" fmla="*/ 1539571 h 3220431"/>
                <a:gd name="connsiteX33" fmla="*/ 426879 w 1338752"/>
                <a:gd name="connsiteY33" fmla="*/ 1540279 h 3220431"/>
                <a:gd name="connsiteX34" fmla="*/ 408956 w 1338752"/>
                <a:gd name="connsiteY34" fmla="*/ 1574793 h 3220431"/>
                <a:gd name="connsiteX35" fmla="*/ 377182 w 1338752"/>
                <a:gd name="connsiteY35" fmla="*/ 1600515 h 3220431"/>
                <a:gd name="connsiteX36" fmla="*/ 287125 w 1338752"/>
                <a:gd name="connsiteY36" fmla="*/ 1494016 h 3220431"/>
                <a:gd name="connsiteX37" fmla="*/ 219538 w 1338752"/>
                <a:gd name="connsiteY37" fmla="*/ 1305791 h 3220431"/>
                <a:gd name="connsiteX38" fmla="*/ 179663 w 1338752"/>
                <a:gd name="connsiteY38" fmla="*/ 1184327 h 3220431"/>
                <a:gd name="connsiteX39" fmla="*/ 108440 w 1338752"/>
                <a:gd name="connsiteY39" fmla="*/ 1061800 h 3220431"/>
                <a:gd name="connsiteX40" fmla="*/ 323 w 1338752"/>
                <a:gd name="connsiteY40" fmla="*/ 1152186 h 3220431"/>
                <a:gd name="connsiteX41" fmla="*/ 218857 w 1338752"/>
                <a:gd name="connsiteY41" fmla="*/ 1880301 h 3220431"/>
                <a:gd name="connsiteX42" fmla="*/ 355031 w 1338752"/>
                <a:gd name="connsiteY42" fmla="*/ 1991494 h 3220431"/>
                <a:gd name="connsiteX43" fmla="*/ 792240 w 1338752"/>
                <a:gd name="connsiteY43" fmla="*/ 2059004 h 3220431"/>
                <a:gd name="connsiteX44" fmla="*/ 888107 w 1338752"/>
                <a:gd name="connsiteY44" fmla="*/ 2121098 h 3220431"/>
                <a:gd name="connsiteX45" fmla="*/ 1107438 w 1338752"/>
                <a:gd name="connsiteY45" fmla="*/ 2782477 h 3220431"/>
                <a:gd name="connsiteX0" fmla="*/ 1107438 w 1338752"/>
                <a:gd name="connsiteY0" fmla="*/ 2782477 h 3062626"/>
                <a:gd name="connsiteX1" fmla="*/ 750480 w 1338752"/>
                <a:gd name="connsiteY1" fmla="*/ 3062625 h 3062626"/>
                <a:gd name="connsiteX2" fmla="*/ 1125231 w 1338752"/>
                <a:gd name="connsiteY2" fmla="*/ 2834824 h 3062626"/>
                <a:gd name="connsiteX3" fmla="*/ 1188053 w 1338752"/>
                <a:gd name="connsiteY3" fmla="*/ 2913164 h 3062626"/>
                <a:gd name="connsiteX4" fmla="*/ 1294450 w 1338752"/>
                <a:gd name="connsiteY4" fmla="*/ 2874536 h 3062626"/>
                <a:gd name="connsiteX5" fmla="*/ 1283919 w 1338752"/>
                <a:gd name="connsiteY5" fmla="*/ 2740238 h 3062626"/>
                <a:gd name="connsiteX6" fmla="*/ 1338752 w 1338752"/>
                <a:gd name="connsiteY6" fmla="*/ 2708469 h 3062626"/>
                <a:gd name="connsiteX7" fmla="*/ 1309701 w 1338752"/>
                <a:gd name="connsiteY7" fmla="*/ 2664425 h 3062626"/>
                <a:gd name="connsiteX8" fmla="*/ 1266852 w 1338752"/>
                <a:gd name="connsiteY8" fmla="*/ 2688252 h 3062626"/>
                <a:gd name="connsiteX9" fmla="*/ 1146293 w 1338752"/>
                <a:gd name="connsiteY9" fmla="*/ 2207381 h 3062626"/>
                <a:gd name="connsiteX10" fmla="*/ 1038019 w 1338752"/>
                <a:gd name="connsiteY10" fmla="*/ 1584526 h 3062626"/>
                <a:gd name="connsiteX11" fmla="*/ 1162451 w 1338752"/>
                <a:gd name="connsiteY11" fmla="*/ 311374 h 3062626"/>
                <a:gd name="connsiteX12" fmla="*/ 1171209 w 1338752"/>
                <a:gd name="connsiteY12" fmla="*/ 261325 h 3062626"/>
                <a:gd name="connsiteX13" fmla="*/ 1179515 w 1338752"/>
                <a:gd name="connsiteY13" fmla="*/ 93904 h 3062626"/>
                <a:gd name="connsiteX14" fmla="*/ 1098272 w 1338752"/>
                <a:gd name="connsiteY14" fmla="*/ 4214 h 3062626"/>
                <a:gd name="connsiteX15" fmla="*/ 988940 w 1338752"/>
                <a:gd name="connsiteY15" fmla="*/ 4435 h 3062626"/>
                <a:gd name="connsiteX16" fmla="*/ 917437 w 1338752"/>
                <a:gd name="connsiteY16" fmla="*/ 105198 h 3062626"/>
                <a:gd name="connsiteX17" fmla="*/ 817242 w 1338752"/>
                <a:gd name="connsiteY17" fmla="*/ 895133 h 3062626"/>
                <a:gd name="connsiteX18" fmla="*/ 780245 w 1338752"/>
                <a:gd name="connsiteY18" fmla="*/ 954926 h 3062626"/>
                <a:gd name="connsiteX19" fmla="*/ 745437 w 1338752"/>
                <a:gd name="connsiteY19" fmla="*/ 923922 h 3062626"/>
                <a:gd name="connsiteX20" fmla="*/ 722181 w 1338752"/>
                <a:gd name="connsiteY20" fmla="*/ 785291 h 3062626"/>
                <a:gd name="connsiteX21" fmla="*/ 721222 w 1338752"/>
                <a:gd name="connsiteY21" fmla="*/ 785455 h 3062626"/>
                <a:gd name="connsiteX22" fmla="*/ 676012 w 1338752"/>
                <a:gd name="connsiteY22" fmla="*/ 467488 h 3062626"/>
                <a:gd name="connsiteX23" fmla="*/ 625660 w 1338752"/>
                <a:gd name="connsiteY23" fmla="*/ 134699 h 3062626"/>
                <a:gd name="connsiteX24" fmla="*/ 561732 w 1338752"/>
                <a:gd name="connsiteY24" fmla="*/ 18130 h 3062626"/>
                <a:gd name="connsiteX25" fmla="*/ 466203 w 1338752"/>
                <a:gd name="connsiteY25" fmla="*/ 19934 h 3062626"/>
                <a:gd name="connsiteX26" fmla="*/ 377212 w 1338752"/>
                <a:gd name="connsiteY26" fmla="*/ 147691 h 3062626"/>
                <a:gd name="connsiteX27" fmla="*/ 427338 w 1338752"/>
                <a:gd name="connsiteY27" fmla="*/ 551893 h 3062626"/>
                <a:gd name="connsiteX28" fmla="*/ 427697 w 1338752"/>
                <a:gd name="connsiteY28" fmla="*/ 552196 h 3062626"/>
                <a:gd name="connsiteX29" fmla="*/ 442071 w 1338752"/>
                <a:gd name="connsiteY29" fmla="*/ 719054 h 3062626"/>
                <a:gd name="connsiteX30" fmla="*/ 451043 w 1338752"/>
                <a:gd name="connsiteY30" fmla="*/ 1267844 h 3062626"/>
                <a:gd name="connsiteX31" fmla="*/ 424918 w 1338752"/>
                <a:gd name="connsiteY31" fmla="*/ 1539571 h 3062626"/>
                <a:gd name="connsiteX32" fmla="*/ 426879 w 1338752"/>
                <a:gd name="connsiteY32" fmla="*/ 1540279 h 3062626"/>
                <a:gd name="connsiteX33" fmla="*/ 408956 w 1338752"/>
                <a:gd name="connsiteY33" fmla="*/ 1574793 h 3062626"/>
                <a:gd name="connsiteX34" fmla="*/ 377182 w 1338752"/>
                <a:gd name="connsiteY34" fmla="*/ 1600515 h 3062626"/>
                <a:gd name="connsiteX35" fmla="*/ 287125 w 1338752"/>
                <a:gd name="connsiteY35" fmla="*/ 1494016 h 3062626"/>
                <a:gd name="connsiteX36" fmla="*/ 219538 w 1338752"/>
                <a:gd name="connsiteY36" fmla="*/ 1305791 h 3062626"/>
                <a:gd name="connsiteX37" fmla="*/ 179663 w 1338752"/>
                <a:gd name="connsiteY37" fmla="*/ 1184327 h 3062626"/>
                <a:gd name="connsiteX38" fmla="*/ 108440 w 1338752"/>
                <a:gd name="connsiteY38" fmla="*/ 1061800 h 3062626"/>
                <a:gd name="connsiteX39" fmla="*/ 323 w 1338752"/>
                <a:gd name="connsiteY39" fmla="*/ 1152186 h 3062626"/>
                <a:gd name="connsiteX40" fmla="*/ 218857 w 1338752"/>
                <a:gd name="connsiteY40" fmla="*/ 1880301 h 3062626"/>
                <a:gd name="connsiteX41" fmla="*/ 355031 w 1338752"/>
                <a:gd name="connsiteY41" fmla="*/ 1991494 h 3062626"/>
                <a:gd name="connsiteX42" fmla="*/ 792240 w 1338752"/>
                <a:gd name="connsiteY42" fmla="*/ 2059004 h 3062626"/>
                <a:gd name="connsiteX43" fmla="*/ 888107 w 1338752"/>
                <a:gd name="connsiteY43" fmla="*/ 2121098 h 3062626"/>
                <a:gd name="connsiteX44" fmla="*/ 1107438 w 1338752"/>
                <a:gd name="connsiteY44" fmla="*/ 2782477 h 3062626"/>
                <a:gd name="connsiteX0" fmla="*/ 1107438 w 1338752"/>
                <a:gd name="connsiteY0" fmla="*/ 2782477 h 2917006"/>
                <a:gd name="connsiteX1" fmla="*/ 1125231 w 1338752"/>
                <a:gd name="connsiteY1" fmla="*/ 2834824 h 2917006"/>
                <a:gd name="connsiteX2" fmla="*/ 1188053 w 1338752"/>
                <a:gd name="connsiteY2" fmla="*/ 2913164 h 2917006"/>
                <a:gd name="connsiteX3" fmla="*/ 1294450 w 1338752"/>
                <a:gd name="connsiteY3" fmla="*/ 2874536 h 2917006"/>
                <a:gd name="connsiteX4" fmla="*/ 1283919 w 1338752"/>
                <a:gd name="connsiteY4" fmla="*/ 2740238 h 2917006"/>
                <a:gd name="connsiteX5" fmla="*/ 1338752 w 1338752"/>
                <a:gd name="connsiteY5" fmla="*/ 2708469 h 2917006"/>
                <a:gd name="connsiteX6" fmla="*/ 1309701 w 1338752"/>
                <a:gd name="connsiteY6" fmla="*/ 2664425 h 2917006"/>
                <a:gd name="connsiteX7" fmla="*/ 1266852 w 1338752"/>
                <a:gd name="connsiteY7" fmla="*/ 2688252 h 2917006"/>
                <a:gd name="connsiteX8" fmla="*/ 1146293 w 1338752"/>
                <a:gd name="connsiteY8" fmla="*/ 2207381 h 2917006"/>
                <a:gd name="connsiteX9" fmla="*/ 1038019 w 1338752"/>
                <a:gd name="connsiteY9" fmla="*/ 1584526 h 2917006"/>
                <a:gd name="connsiteX10" fmla="*/ 1162451 w 1338752"/>
                <a:gd name="connsiteY10" fmla="*/ 311374 h 2917006"/>
                <a:gd name="connsiteX11" fmla="*/ 1171209 w 1338752"/>
                <a:gd name="connsiteY11" fmla="*/ 261325 h 2917006"/>
                <a:gd name="connsiteX12" fmla="*/ 1179515 w 1338752"/>
                <a:gd name="connsiteY12" fmla="*/ 93904 h 2917006"/>
                <a:gd name="connsiteX13" fmla="*/ 1098272 w 1338752"/>
                <a:gd name="connsiteY13" fmla="*/ 4214 h 2917006"/>
                <a:gd name="connsiteX14" fmla="*/ 988940 w 1338752"/>
                <a:gd name="connsiteY14" fmla="*/ 4435 h 2917006"/>
                <a:gd name="connsiteX15" fmla="*/ 917437 w 1338752"/>
                <a:gd name="connsiteY15" fmla="*/ 105198 h 2917006"/>
                <a:gd name="connsiteX16" fmla="*/ 817242 w 1338752"/>
                <a:gd name="connsiteY16" fmla="*/ 895133 h 2917006"/>
                <a:gd name="connsiteX17" fmla="*/ 780245 w 1338752"/>
                <a:gd name="connsiteY17" fmla="*/ 954926 h 2917006"/>
                <a:gd name="connsiteX18" fmla="*/ 745437 w 1338752"/>
                <a:gd name="connsiteY18" fmla="*/ 923922 h 2917006"/>
                <a:gd name="connsiteX19" fmla="*/ 722181 w 1338752"/>
                <a:gd name="connsiteY19" fmla="*/ 785291 h 2917006"/>
                <a:gd name="connsiteX20" fmla="*/ 721222 w 1338752"/>
                <a:gd name="connsiteY20" fmla="*/ 785455 h 2917006"/>
                <a:gd name="connsiteX21" fmla="*/ 676012 w 1338752"/>
                <a:gd name="connsiteY21" fmla="*/ 467488 h 2917006"/>
                <a:gd name="connsiteX22" fmla="*/ 625660 w 1338752"/>
                <a:gd name="connsiteY22" fmla="*/ 134699 h 2917006"/>
                <a:gd name="connsiteX23" fmla="*/ 561732 w 1338752"/>
                <a:gd name="connsiteY23" fmla="*/ 18130 h 2917006"/>
                <a:gd name="connsiteX24" fmla="*/ 466203 w 1338752"/>
                <a:gd name="connsiteY24" fmla="*/ 19934 h 2917006"/>
                <a:gd name="connsiteX25" fmla="*/ 377212 w 1338752"/>
                <a:gd name="connsiteY25" fmla="*/ 147691 h 2917006"/>
                <a:gd name="connsiteX26" fmla="*/ 427338 w 1338752"/>
                <a:gd name="connsiteY26" fmla="*/ 551893 h 2917006"/>
                <a:gd name="connsiteX27" fmla="*/ 427697 w 1338752"/>
                <a:gd name="connsiteY27" fmla="*/ 552196 h 2917006"/>
                <a:gd name="connsiteX28" fmla="*/ 442071 w 1338752"/>
                <a:gd name="connsiteY28" fmla="*/ 719054 h 2917006"/>
                <a:gd name="connsiteX29" fmla="*/ 451043 w 1338752"/>
                <a:gd name="connsiteY29" fmla="*/ 1267844 h 2917006"/>
                <a:gd name="connsiteX30" fmla="*/ 424918 w 1338752"/>
                <a:gd name="connsiteY30" fmla="*/ 1539571 h 2917006"/>
                <a:gd name="connsiteX31" fmla="*/ 426879 w 1338752"/>
                <a:gd name="connsiteY31" fmla="*/ 1540279 h 2917006"/>
                <a:gd name="connsiteX32" fmla="*/ 408956 w 1338752"/>
                <a:gd name="connsiteY32" fmla="*/ 1574793 h 2917006"/>
                <a:gd name="connsiteX33" fmla="*/ 377182 w 1338752"/>
                <a:gd name="connsiteY33" fmla="*/ 1600515 h 2917006"/>
                <a:gd name="connsiteX34" fmla="*/ 287125 w 1338752"/>
                <a:gd name="connsiteY34" fmla="*/ 1494016 h 2917006"/>
                <a:gd name="connsiteX35" fmla="*/ 219538 w 1338752"/>
                <a:gd name="connsiteY35" fmla="*/ 1305791 h 2917006"/>
                <a:gd name="connsiteX36" fmla="*/ 179663 w 1338752"/>
                <a:gd name="connsiteY36" fmla="*/ 1184327 h 2917006"/>
                <a:gd name="connsiteX37" fmla="*/ 108440 w 1338752"/>
                <a:gd name="connsiteY37" fmla="*/ 1061800 h 2917006"/>
                <a:gd name="connsiteX38" fmla="*/ 323 w 1338752"/>
                <a:gd name="connsiteY38" fmla="*/ 1152186 h 2917006"/>
                <a:gd name="connsiteX39" fmla="*/ 218857 w 1338752"/>
                <a:gd name="connsiteY39" fmla="*/ 1880301 h 2917006"/>
                <a:gd name="connsiteX40" fmla="*/ 355031 w 1338752"/>
                <a:gd name="connsiteY40" fmla="*/ 1991494 h 2917006"/>
                <a:gd name="connsiteX41" fmla="*/ 792240 w 1338752"/>
                <a:gd name="connsiteY41" fmla="*/ 2059004 h 2917006"/>
                <a:gd name="connsiteX42" fmla="*/ 888107 w 1338752"/>
                <a:gd name="connsiteY42" fmla="*/ 2121098 h 2917006"/>
                <a:gd name="connsiteX43" fmla="*/ 1107438 w 1338752"/>
                <a:gd name="connsiteY43" fmla="*/ 2782477 h 2917006"/>
                <a:gd name="connsiteX0" fmla="*/ 1107438 w 1338752"/>
                <a:gd name="connsiteY0" fmla="*/ 2782477 h 2917004"/>
                <a:gd name="connsiteX1" fmla="*/ 1125231 w 1338752"/>
                <a:gd name="connsiteY1" fmla="*/ 2834824 h 2917004"/>
                <a:gd name="connsiteX2" fmla="*/ 1188053 w 1338752"/>
                <a:gd name="connsiteY2" fmla="*/ 2913164 h 2917004"/>
                <a:gd name="connsiteX3" fmla="*/ 1294450 w 1338752"/>
                <a:gd name="connsiteY3" fmla="*/ 2874536 h 2917004"/>
                <a:gd name="connsiteX4" fmla="*/ 1283919 w 1338752"/>
                <a:gd name="connsiteY4" fmla="*/ 2740238 h 2917004"/>
                <a:gd name="connsiteX5" fmla="*/ 1338752 w 1338752"/>
                <a:gd name="connsiteY5" fmla="*/ 2708469 h 2917004"/>
                <a:gd name="connsiteX6" fmla="*/ 1266852 w 1338752"/>
                <a:gd name="connsiteY6" fmla="*/ 2688252 h 2917004"/>
                <a:gd name="connsiteX7" fmla="*/ 1146293 w 1338752"/>
                <a:gd name="connsiteY7" fmla="*/ 2207381 h 2917004"/>
                <a:gd name="connsiteX8" fmla="*/ 1038019 w 1338752"/>
                <a:gd name="connsiteY8" fmla="*/ 1584526 h 2917004"/>
                <a:gd name="connsiteX9" fmla="*/ 1162451 w 1338752"/>
                <a:gd name="connsiteY9" fmla="*/ 311374 h 2917004"/>
                <a:gd name="connsiteX10" fmla="*/ 1171209 w 1338752"/>
                <a:gd name="connsiteY10" fmla="*/ 261325 h 2917004"/>
                <a:gd name="connsiteX11" fmla="*/ 1179515 w 1338752"/>
                <a:gd name="connsiteY11" fmla="*/ 93904 h 2917004"/>
                <a:gd name="connsiteX12" fmla="*/ 1098272 w 1338752"/>
                <a:gd name="connsiteY12" fmla="*/ 4214 h 2917004"/>
                <a:gd name="connsiteX13" fmla="*/ 988940 w 1338752"/>
                <a:gd name="connsiteY13" fmla="*/ 4435 h 2917004"/>
                <a:gd name="connsiteX14" fmla="*/ 917437 w 1338752"/>
                <a:gd name="connsiteY14" fmla="*/ 105198 h 2917004"/>
                <a:gd name="connsiteX15" fmla="*/ 817242 w 1338752"/>
                <a:gd name="connsiteY15" fmla="*/ 895133 h 2917004"/>
                <a:gd name="connsiteX16" fmla="*/ 780245 w 1338752"/>
                <a:gd name="connsiteY16" fmla="*/ 954926 h 2917004"/>
                <a:gd name="connsiteX17" fmla="*/ 745437 w 1338752"/>
                <a:gd name="connsiteY17" fmla="*/ 923922 h 2917004"/>
                <a:gd name="connsiteX18" fmla="*/ 722181 w 1338752"/>
                <a:gd name="connsiteY18" fmla="*/ 785291 h 2917004"/>
                <a:gd name="connsiteX19" fmla="*/ 721222 w 1338752"/>
                <a:gd name="connsiteY19" fmla="*/ 785455 h 2917004"/>
                <a:gd name="connsiteX20" fmla="*/ 676012 w 1338752"/>
                <a:gd name="connsiteY20" fmla="*/ 467488 h 2917004"/>
                <a:gd name="connsiteX21" fmla="*/ 625660 w 1338752"/>
                <a:gd name="connsiteY21" fmla="*/ 134699 h 2917004"/>
                <a:gd name="connsiteX22" fmla="*/ 561732 w 1338752"/>
                <a:gd name="connsiteY22" fmla="*/ 18130 h 2917004"/>
                <a:gd name="connsiteX23" fmla="*/ 466203 w 1338752"/>
                <a:gd name="connsiteY23" fmla="*/ 19934 h 2917004"/>
                <a:gd name="connsiteX24" fmla="*/ 377212 w 1338752"/>
                <a:gd name="connsiteY24" fmla="*/ 147691 h 2917004"/>
                <a:gd name="connsiteX25" fmla="*/ 427338 w 1338752"/>
                <a:gd name="connsiteY25" fmla="*/ 551893 h 2917004"/>
                <a:gd name="connsiteX26" fmla="*/ 427697 w 1338752"/>
                <a:gd name="connsiteY26" fmla="*/ 552196 h 2917004"/>
                <a:gd name="connsiteX27" fmla="*/ 442071 w 1338752"/>
                <a:gd name="connsiteY27" fmla="*/ 719054 h 2917004"/>
                <a:gd name="connsiteX28" fmla="*/ 451043 w 1338752"/>
                <a:gd name="connsiteY28" fmla="*/ 1267844 h 2917004"/>
                <a:gd name="connsiteX29" fmla="*/ 424918 w 1338752"/>
                <a:gd name="connsiteY29" fmla="*/ 1539571 h 2917004"/>
                <a:gd name="connsiteX30" fmla="*/ 426879 w 1338752"/>
                <a:gd name="connsiteY30" fmla="*/ 1540279 h 2917004"/>
                <a:gd name="connsiteX31" fmla="*/ 408956 w 1338752"/>
                <a:gd name="connsiteY31" fmla="*/ 1574793 h 2917004"/>
                <a:gd name="connsiteX32" fmla="*/ 377182 w 1338752"/>
                <a:gd name="connsiteY32" fmla="*/ 1600515 h 2917004"/>
                <a:gd name="connsiteX33" fmla="*/ 287125 w 1338752"/>
                <a:gd name="connsiteY33" fmla="*/ 1494016 h 2917004"/>
                <a:gd name="connsiteX34" fmla="*/ 219538 w 1338752"/>
                <a:gd name="connsiteY34" fmla="*/ 1305791 h 2917004"/>
                <a:gd name="connsiteX35" fmla="*/ 179663 w 1338752"/>
                <a:gd name="connsiteY35" fmla="*/ 1184327 h 2917004"/>
                <a:gd name="connsiteX36" fmla="*/ 108440 w 1338752"/>
                <a:gd name="connsiteY36" fmla="*/ 1061800 h 2917004"/>
                <a:gd name="connsiteX37" fmla="*/ 323 w 1338752"/>
                <a:gd name="connsiteY37" fmla="*/ 1152186 h 2917004"/>
                <a:gd name="connsiteX38" fmla="*/ 218857 w 1338752"/>
                <a:gd name="connsiteY38" fmla="*/ 1880301 h 2917004"/>
                <a:gd name="connsiteX39" fmla="*/ 355031 w 1338752"/>
                <a:gd name="connsiteY39" fmla="*/ 1991494 h 2917004"/>
                <a:gd name="connsiteX40" fmla="*/ 792240 w 1338752"/>
                <a:gd name="connsiteY40" fmla="*/ 2059004 h 2917004"/>
                <a:gd name="connsiteX41" fmla="*/ 888107 w 1338752"/>
                <a:gd name="connsiteY41" fmla="*/ 2121098 h 2917004"/>
                <a:gd name="connsiteX42" fmla="*/ 1107438 w 1338752"/>
                <a:gd name="connsiteY42" fmla="*/ 2782477 h 2917004"/>
                <a:gd name="connsiteX0" fmla="*/ 1107438 w 1303867"/>
                <a:gd name="connsiteY0" fmla="*/ 2782477 h 2917006"/>
                <a:gd name="connsiteX1" fmla="*/ 1125231 w 1303867"/>
                <a:gd name="connsiteY1" fmla="*/ 2834824 h 2917006"/>
                <a:gd name="connsiteX2" fmla="*/ 1188053 w 1303867"/>
                <a:gd name="connsiteY2" fmla="*/ 2913164 h 2917006"/>
                <a:gd name="connsiteX3" fmla="*/ 1294450 w 1303867"/>
                <a:gd name="connsiteY3" fmla="*/ 2874536 h 2917006"/>
                <a:gd name="connsiteX4" fmla="*/ 1283919 w 1303867"/>
                <a:gd name="connsiteY4" fmla="*/ 2740238 h 2917006"/>
                <a:gd name="connsiteX5" fmla="*/ 1266852 w 1303867"/>
                <a:gd name="connsiteY5" fmla="*/ 2688252 h 2917006"/>
                <a:gd name="connsiteX6" fmla="*/ 1146293 w 1303867"/>
                <a:gd name="connsiteY6" fmla="*/ 2207381 h 2917006"/>
                <a:gd name="connsiteX7" fmla="*/ 1038019 w 1303867"/>
                <a:gd name="connsiteY7" fmla="*/ 1584526 h 2917006"/>
                <a:gd name="connsiteX8" fmla="*/ 1162451 w 1303867"/>
                <a:gd name="connsiteY8" fmla="*/ 311374 h 2917006"/>
                <a:gd name="connsiteX9" fmla="*/ 1171209 w 1303867"/>
                <a:gd name="connsiteY9" fmla="*/ 261325 h 2917006"/>
                <a:gd name="connsiteX10" fmla="*/ 1179515 w 1303867"/>
                <a:gd name="connsiteY10" fmla="*/ 93904 h 2917006"/>
                <a:gd name="connsiteX11" fmla="*/ 1098272 w 1303867"/>
                <a:gd name="connsiteY11" fmla="*/ 4214 h 2917006"/>
                <a:gd name="connsiteX12" fmla="*/ 988940 w 1303867"/>
                <a:gd name="connsiteY12" fmla="*/ 4435 h 2917006"/>
                <a:gd name="connsiteX13" fmla="*/ 917437 w 1303867"/>
                <a:gd name="connsiteY13" fmla="*/ 105198 h 2917006"/>
                <a:gd name="connsiteX14" fmla="*/ 817242 w 1303867"/>
                <a:gd name="connsiteY14" fmla="*/ 895133 h 2917006"/>
                <a:gd name="connsiteX15" fmla="*/ 780245 w 1303867"/>
                <a:gd name="connsiteY15" fmla="*/ 954926 h 2917006"/>
                <a:gd name="connsiteX16" fmla="*/ 745437 w 1303867"/>
                <a:gd name="connsiteY16" fmla="*/ 923922 h 2917006"/>
                <a:gd name="connsiteX17" fmla="*/ 722181 w 1303867"/>
                <a:gd name="connsiteY17" fmla="*/ 785291 h 2917006"/>
                <a:gd name="connsiteX18" fmla="*/ 721222 w 1303867"/>
                <a:gd name="connsiteY18" fmla="*/ 785455 h 2917006"/>
                <a:gd name="connsiteX19" fmla="*/ 676012 w 1303867"/>
                <a:gd name="connsiteY19" fmla="*/ 467488 h 2917006"/>
                <a:gd name="connsiteX20" fmla="*/ 625660 w 1303867"/>
                <a:gd name="connsiteY20" fmla="*/ 134699 h 2917006"/>
                <a:gd name="connsiteX21" fmla="*/ 561732 w 1303867"/>
                <a:gd name="connsiteY21" fmla="*/ 18130 h 2917006"/>
                <a:gd name="connsiteX22" fmla="*/ 466203 w 1303867"/>
                <a:gd name="connsiteY22" fmla="*/ 19934 h 2917006"/>
                <a:gd name="connsiteX23" fmla="*/ 377212 w 1303867"/>
                <a:gd name="connsiteY23" fmla="*/ 147691 h 2917006"/>
                <a:gd name="connsiteX24" fmla="*/ 427338 w 1303867"/>
                <a:gd name="connsiteY24" fmla="*/ 551893 h 2917006"/>
                <a:gd name="connsiteX25" fmla="*/ 427697 w 1303867"/>
                <a:gd name="connsiteY25" fmla="*/ 552196 h 2917006"/>
                <a:gd name="connsiteX26" fmla="*/ 442071 w 1303867"/>
                <a:gd name="connsiteY26" fmla="*/ 719054 h 2917006"/>
                <a:gd name="connsiteX27" fmla="*/ 451043 w 1303867"/>
                <a:gd name="connsiteY27" fmla="*/ 1267844 h 2917006"/>
                <a:gd name="connsiteX28" fmla="*/ 424918 w 1303867"/>
                <a:gd name="connsiteY28" fmla="*/ 1539571 h 2917006"/>
                <a:gd name="connsiteX29" fmla="*/ 426879 w 1303867"/>
                <a:gd name="connsiteY29" fmla="*/ 1540279 h 2917006"/>
                <a:gd name="connsiteX30" fmla="*/ 408956 w 1303867"/>
                <a:gd name="connsiteY30" fmla="*/ 1574793 h 2917006"/>
                <a:gd name="connsiteX31" fmla="*/ 377182 w 1303867"/>
                <a:gd name="connsiteY31" fmla="*/ 1600515 h 2917006"/>
                <a:gd name="connsiteX32" fmla="*/ 287125 w 1303867"/>
                <a:gd name="connsiteY32" fmla="*/ 1494016 h 2917006"/>
                <a:gd name="connsiteX33" fmla="*/ 219538 w 1303867"/>
                <a:gd name="connsiteY33" fmla="*/ 1305791 h 2917006"/>
                <a:gd name="connsiteX34" fmla="*/ 179663 w 1303867"/>
                <a:gd name="connsiteY34" fmla="*/ 1184327 h 2917006"/>
                <a:gd name="connsiteX35" fmla="*/ 108440 w 1303867"/>
                <a:gd name="connsiteY35" fmla="*/ 1061800 h 2917006"/>
                <a:gd name="connsiteX36" fmla="*/ 323 w 1303867"/>
                <a:gd name="connsiteY36" fmla="*/ 1152186 h 2917006"/>
                <a:gd name="connsiteX37" fmla="*/ 218857 w 1303867"/>
                <a:gd name="connsiteY37" fmla="*/ 1880301 h 2917006"/>
                <a:gd name="connsiteX38" fmla="*/ 355031 w 1303867"/>
                <a:gd name="connsiteY38" fmla="*/ 1991494 h 2917006"/>
                <a:gd name="connsiteX39" fmla="*/ 792240 w 1303867"/>
                <a:gd name="connsiteY39" fmla="*/ 2059004 h 2917006"/>
                <a:gd name="connsiteX40" fmla="*/ 888107 w 1303867"/>
                <a:gd name="connsiteY40" fmla="*/ 2121098 h 2917006"/>
                <a:gd name="connsiteX41" fmla="*/ 1107438 w 1303867"/>
                <a:gd name="connsiteY41" fmla="*/ 2782477 h 291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03867" h="2917006">
                  <a:moveTo>
                    <a:pt x="1107438" y="2782477"/>
                  </a:moveTo>
                  <a:lnTo>
                    <a:pt x="1125231" y="2834824"/>
                  </a:lnTo>
                  <a:cubicBezTo>
                    <a:pt x="1140846" y="2864427"/>
                    <a:pt x="1156823" y="2897280"/>
                    <a:pt x="1188053" y="2913164"/>
                  </a:cubicBezTo>
                  <a:cubicBezTo>
                    <a:pt x="1226545" y="2925078"/>
                    <a:pt x="1272662" y="2908471"/>
                    <a:pt x="1294450" y="2874536"/>
                  </a:cubicBezTo>
                  <a:cubicBezTo>
                    <a:pt x="1317690" y="2831575"/>
                    <a:pt x="1291545" y="2783921"/>
                    <a:pt x="1283919" y="2740238"/>
                  </a:cubicBezTo>
                  <a:cubicBezTo>
                    <a:pt x="1279319" y="2709191"/>
                    <a:pt x="1289790" y="2777061"/>
                    <a:pt x="1266852" y="2688252"/>
                  </a:cubicBezTo>
                  <a:cubicBezTo>
                    <a:pt x="1223276" y="2528684"/>
                    <a:pt x="1185511" y="2368032"/>
                    <a:pt x="1146293" y="2207381"/>
                  </a:cubicBezTo>
                  <a:lnTo>
                    <a:pt x="1038019" y="1584526"/>
                  </a:lnTo>
                  <a:cubicBezTo>
                    <a:pt x="1077885" y="1159773"/>
                    <a:pt x="1121149" y="735906"/>
                    <a:pt x="1162451" y="311374"/>
                  </a:cubicBezTo>
                  <a:cubicBezTo>
                    <a:pt x="1165395" y="294765"/>
                    <a:pt x="1168264" y="277934"/>
                    <a:pt x="1171209" y="261325"/>
                  </a:cubicBezTo>
                  <a:cubicBezTo>
                    <a:pt x="1174078" y="225006"/>
                    <a:pt x="1191671" y="136645"/>
                    <a:pt x="1179515" y="93904"/>
                  </a:cubicBezTo>
                  <a:cubicBezTo>
                    <a:pt x="1172946" y="51163"/>
                    <a:pt x="1139573" y="16837"/>
                    <a:pt x="1098272" y="4214"/>
                  </a:cubicBezTo>
                  <a:cubicBezTo>
                    <a:pt x="1061954" y="-880"/>
                    <a:pt x="1025258" y="-1987"/>
                    <a:pt x="988940" y="4435"/>
                  </a:cubicBezTo>
                  <a:cubicBezTo>
                    <a:pt x="946205" y="19273"/>
                    <a:pt x="921061" y="61793"/>
                    <a:pt x="917437" y="105198"/>
                  </a:cubicBezTo>
                  <a:lnTo>
                    <a:pt x="817242" y="895133"/>
                  </a:lnTo>
                  <a:cubicBezTo>
                    <a:pt x="812259" y="917057"/>
                    <a:pt x="808635" y="953155"/>
                    <a:pt x="780245" y="954926"/>
                  </a:cubicBezTo>
                  <a:cubicBezTo>
                    <a:pt x="758877" y="965113"/>
                    <a:pt x="746871" y="940974"/>
                    <a:pt x="745437" y="923922"/>
                  </a:cubicBezTo>
                  <a:cubicBezTo>
                    <a:pt x="737056" y="877638"/>
                    <a:pt x="728750" y="831575"/>
                    <a:pt x="722181" y="785291"/>
                  </a:cubicBezTo>
                  <a:lnTo>
                    <a:pt x="721222" y="785455"/>
                  </a:lnTo>
                  <a:lnTo>
                    <a:pt x="676012" y="467488"/>
                  </a:lnTo>
                  <a:cubicBezTo>
                    <a:pt x="660167" y="356468"/>
                    <a:pt x="643821" y="245493"/>
                    <a:pt x="625660" y="134699"/>
                  </a:cubicBezTo>
                  <a:cubicBezTo>
                    <a:pt x="619485" y="89948"/>
                    <a:pt x="604593" y="41227"/>
                    <a:pt x="561732" y="18130"/>
                  </a:cubicBezTo>
                  <a:cubicBezTo>
                    <a:pt x="529768" y="13799"/>
                    <a:pt x="497804" y="13438"/>
                    <a:pt x="466203" y="19934"/>
                  </a:cubicBezTo>
                  <a:cubicBezTo>
                    <a:pt x="407723" y="30400"/>
                    <a:pt x="367768" y="89948"/>
                    <a:pt x="377212" y="147691"/>
                  </a:cubicBezTo>
                  <a:cubicBezTo>
                    <a:pt x="396100" y="282304"/>
                    <a:pt x="410629" y="417279"/>
                    <a:pt x="427338" y="551893"/>
                  </a:cubicBezTo>
                  <a:lnTo>
                    <a:pt x="427697" y="552196"/>
                  </a:lnTo>
                  <a:lnTo>
                    <a:pt x="442071" y="719054"/>
                  </a:lnTo>
                  <a:cubicBezTo>
                    <a:pt x="458759" y="901735"/>
                    <a:pt x="474204" y="1084977"/>
                    <a:pt x="451043" y="1267844"/>
                  </a:cubicBezTo>
                  <a:cubicBezTo>
                    <a:pt x="443492" y="1358420"/>
                    <a:pt x="431110" y="1448774"/>
                    <a:pt x="424918" y="1539571"/>
                  </a:cubicBezTo>
                  <a:lnTo>
                    <a:pt x="426879" y="1540279"/>
                  </a:lnTo>
                  <a:lnTo>
                    <a:pt x="408956" y="1574793"/>
                  </a:lnTo>
                  <a:cubicBezTo>
                    <a:pt x="400150" y="1585082"/>
                    <a:pt x="389165" y="1593656"/>
                    <a:pt x="377182" y="1600515"/>
                  </a:cubicBezTo>
                  <a:cubicBezTo>
                    <a:pt x="331790" y="1581020"/>
                    <a:pt x="304556" y="1537698"/>
                    <a:pt x="287125" y="1494016"/>
                  </a:cubicBezTo>
                  <a:cubicBezTo>
                    <a:pt x="262796" y="1431921"/>
                    <a:pt x="240735" y="1369014"/>
                    <a:pt x="219538" y="1305791"/>
                  </a:cubicBezTo>
                  <a:lnTo>
                    <a:pt x="179663" y="1184327"/>
                  </a:lnTo>
                  <a:cubicBezTo>
                    <a:pt x="155922" y="1143485"/>
                    <a:pt x="138531" y="1086767"/>
                    <a:pt x="108440" y="1061800"/>
                  </a:cubicBezTo>
                  <a:cubicBezTo>
                    <a:pt x="78349" y="1036833"/>
                    <a:pt x="-5864" y="1091328"/>
                    <a:pt x="323" y="1152186"/>
                  </a:cubicBezTo>
                  <a:lnTo>
                    <a:pt x="218857" y="1880301"/>
                  </a:lnTo>
                  <a:cubicBezTo>
                    <a:pt x="239918" y="1938064"/>
                    <a:pt x="292209" y="1985357"/>
                    <a:pt x="355031" y="1991494"/>
                  </a:cubicBezTo>
                  <a:cubicBezTo>
                    <a:pt x="501373" y="2006656"/>
                    <a:pt x="650256" y="2016404"/>
                    <a:pt x="792240" y="2059004"/>
                  </a:cubicBezTo>
                  <a:cubicBezTo>
                    <a:pt x="827827" y="2071639"/>
                    <a:pt x="870313" y="2084636"/>
                    <a:pt x="888107" y="2121098"/>
                  </a:cubicBezTo>
                  <a:cubicBezTo>
                    <a:pt x="978526" y="2335541"/>
                    <a:pt x="1039896" y="2560453"/>
                    <a:pt x="1107438" y="2782477"/>
                  </a:cubicBezTo>
                  <a:close/>
                </a:path>
              </a:pathLst>
            </a:custGeom>
            <a:solidFill>
              <a:srgbClr val="595959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" name="椭圆 78"/>
            <p:cNvSpPr/>
            <p:nvPr/>
          </p:nvSpPr>
          <p:spPr>
            <a:xfrm>
              <a:off x="5956537" y="2716330"/>
              <a:ext cx="362731" cy="362731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484245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27"/>
          <p:cNvGrpSpPr>
            <a:grpSpLocks/>
          </p:cNvGrpSpPr>
          <p:nvPr/>
        </p:nvGrpSpPr>
        <p:grpSpPr bwMode="auto">
          <a:xfrm>
            <a:off x="3410126" y="864702"/>
            <a:ext cx="1528508" cy="1466963"/>
            <a:chOff x="3204" y="268"/>
            <a:chExt cx="1813" cy="1740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6" name="Freeform 19"/>
            <p:cNvSpPr>
              <a:spLocks/>
            </p:cNvSpPr>
            <p:nvPr/>
          </p:nvSpPr>
          <p:spPr bwMode="auto">
            <a:xfrm flipV="1">
              <a:off x="3792" y="268"/>
              <a:ext cx="369" cy="364"/>
            </a:xfrm>
            <a:custGeom>
              <a:avLst/>
              <a:gdLst>
                <a:gd name="T0" fmla="*/ 3782 w 8607"/>
                <a:gd name="T1" fmla="*/ 8366 h 8514"/>
                <a:gd name="T2" fmla="*/ 7342 w 8607"/>
                <a:gd name="T3" fmla="*/ 7007 h 8514"/>
                <a:gd name="T4" fmla="*/ 8329 w 8607"/>
                <a:gd name="T5" fmla="*/ 3353 h 8514"/>
                <a:gd name="T6" fmla="*/ 7452 w 8607"/>
                <a:gd name="T7" fmla="*/ 1535 h 8514"/>
                <a:gd name="T8" fmla="*/ 4318 w 8607"/>
                <a:gd name="T9" fmla="*/ 20 h 8514"/>
                <a:gd name="T10" fmla="*/ 1880 w 8607"/>
                <a:gd name="T11" fmla="*/ 740 h 8514"/>
                <a:gd name="T12" fmla="*/ 171 w 8607"/>
                <a:gd name="T13" fmla="*/ 3180 h 8514"/>
                <a:gd name="T14" fmla="*/ 173 w 8607"/>
                <a:gd name="T15" fmla="*/ 5231 h 8514"/>
                <a:gd name="T16" fmla="*/ 1616 w 8607"/>
                <a:gd name="T17" fmla="*/ 7471 h 8514"/>
                <a:gd name="T18" fmla="*/ 3782 w 8607"/>
                <a:gd name="T19" fmla="*/ 8366 h 8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07" h="8514">
                  <a:moveTo>
                    <a:pt x="3782" y="8366"/>
                  </a:moveTo>
                  <a:cubicBezTo>
                    <a:pt x="5095" y="8514"/>
                    <a:pt x="6464" y="7996"/>
                    <a:pt x="7342" y="7007"/>
                  </a:cubicBezTo>
                  <a:cubicBezTo>
                    <a:pt x="8229" y="6038"/>
                    <a:pt x="8607" y="4636"/>
                    <a:pt x="8329" y="3353"/>
                  </a:cubicBezTo>
                  <a:cubicBezTo>
                    <a:pt x="8191" y="2688"/>
                    <a:pt x="7887" y="2057"/>
                    <a:pt x="7452" y="1535"/>
                  </a:cubicBezTo>
                  <a:cubicBezTo>
                    <a:pt x="6687" y="615"/>
                    <a:pt x="5517" y="39"/>
                    <a:pt x="4318" y="20"/>
                  </a:cubicBezTo>
                  <a:cubicBezTo>
                    <a:pt x="3457" y="0"/>
                    <a:pt x="2592" y="255"/>
                    <a:pt x="1880" y="740"/>
                  </a:cubicBezTo>
                  <a:cubicBezTo>
                    <a:pt x="1038" y="1308"/>
                    <a:pt x="418" y="2195"/>
                    <a:pt x="171" y="3180"/>
                  </a:cubicBezTo>
                  <a:cubicBezTo>
                    <a:pt x="0" y="3850"/>
                    <a:pt x="1" y="4562"/>
                    <a:pt x="173" y="5231"/>
                  </a:cubicBezTo>
                  <a:cubicBezTo>
                    <a:pt x="392" y="6109"/>
                    <a:pt x="908" y="6909"/>
                    <a:pt x="1616" y="7471"/>
                  </a:cubicBezTo>
                  <a:cubicBezTo>
                    <a:pt x="2234" y="7966"/>
                    <a:pt x="2994" y="8284"/>
                    <a:pt x="3782" y="83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 flipV="1">
              <a:off x="3204" y="534"/>
              <a:ext cx="1226" cy="1474"/>
            </a:xfrm>
            <a:custGeom>
              <a:avLst/>
              <a:gdLst>
                <a:gd name="T0" fmla="*/ 25103 w 28638"/>
                <a:gd name="T1" fmla="*/ 33560 h 34415"/>
                <a:gd name="T2" fmla="*/ 26259 w 28638"/>
                <a:gd name="T3" fmla="*/ 31074 h 34415"/>
                <a:gd name="T4" fmla="*/ 27547 w 28638"/>
                <a:gd name="T5" fmla="*/ 30045 h 34415"/>
                <a:gd name="T6" fmla="*/ 28456 w 28638"/>
                <a:gd name="T7" fmla="*/ 28091 h 34415"/>
                <a:gd name="T8" fmla="*/ 28022 w 28638"/>
                <a:gd name="T9" fmla="*/ 25267 h 34415"/>
                <a:gd name="T10" fmla="*/ 28115 w 28638"/>
                <a:gd name="T11" fmla="*/ 24046 h 34415"/>
                <a:gd name="T12" fmla="*/ 27729 w 28638"/>
                <a:gd name="T13" fmla="*/ 25238 h 34415"/>
                <a:gd name="T14" fmla="*/ 20985 w 28638"/>
                <a:gd name="T15" fmla="*/ 24580 h 34415"/>
                <a:gd name="T16" fmla="*/ 19468 w 28638"/>
                <a:gd name="T17" fmla="*/ 24992 h 34415"/>
                <a:gd name="T18" fmla="*/ 14817 w 28638"/>
                <a:gd name="T19" fmla="*/ 18495 h 34415"/>
                <a:gd name="T20" fmla="*/ 22821 w 28638"/>
                <a:gd name="T21" fmla="*/ 16522 h 34415"/>
                <a:gd name="T22" fmla="*/ 24599 w 28638"/>
                <a:gd name="T23" fmla="*/ 1932 h 34415"/>
                <a:gd name="T24" fmla="*/ 20370 w 28638"/>
                <a:gd name="T25" fmla="*/ 5946 h 34415"/>
                <a:gd name="T26" fmla="*/ 19058 w 28638"/>
                <a:gd name="T27" fmla="*/ 11732 h 34415"/>
                <a:gd name="T28" fmla="*/ 19046 w 28638"/>
                <a:gd name="T29" fmla="*/ 9124 h 34415"/>
                <a:gd name="T30" fmla="*/ 19046 w 28638"/>
                <a:gd name="T31" fmla="*/ 7604 h 34415"/>
                <a:gd name="T32" fmla="*/ 19056 w 28638"/>
                <a:gd name="T33" fmla="*/ 4148 h 34415"/>
                <a:gd name="T34" fmla="*/ 19054 w 28638"/>
                <a:gd name="T35" fmla="*/ 2491 h 34415"/>
                <a:gd name="T36" fmla="*/ 19058 w 28638"/>
                <a:gd name="T37" fmla="*/ 31 h 34415"/>
                <a:gd name="T38" fmla="*/ 16926 w 28638"/>
                <a:gd name="T39" fmla="*/ 692 h 34415"/>
                <a:gd name="T40" fmla="*/ 16937 w 28638"/>
                <a:gd name="T41" fmla="*/ 2878 h 34415"/>
                <a:gd name="T42" fmla="*/ 16931 w 28638"/>
                <a:gd name="T43" fmla="*/ 5029 h 34415"/>
                <a:gd name="T44" fmla="*/ 7163 w 28638"/>
                <a:gd name="T45" fmla="*/ 5529 h 34415"/>
                <a:gd name="T46" fmla="*/ 4658 w 28638"/>
                <a:gd name="T47" fmla="*/ 32 h 34415"/>
                <a:gd name="T48" fmla="*/ 2610 w 28638"/>
                <a:gd name="T49" fmla="*/ 29 h 34415"/>
                <a:gd name="T50" fmla="*/ 3864 w 28638"/>
                <a:gd name="T51" fmla="*/ 12668 h 34415"/>
                <a:gd name="T52" fmla="*/ 110 w 28638"/>
                <a:gd name="T53" fmla="*/ 29512 h 34415"/>
                <a:gd name="T54" fmla="*/ 0 w 28638"/>
                <a:gd name="T55" fmla="*/ 30313 h 34415"/>
                <a:gd name="T56" fmla="*/ 2512 w 28638"/>
                <a:gd name="T57" fmla="*/ 32052 h 34415"/>
                <a:gd name="T58" fmla="*/ 3865 w 28638"/>
                <a:gd name="T59" fmla="*/ 30325 h 34415"/>
                <a:gd name="T60" fmla="*/ 8358 w 28638"/>
                <a:gd name="T61" fmla="*/ 15267 h 34415"/>
                <a:gd name="T62" fmla="*/ 9990 w 28638"/>
                <a:gd name="T63" fmla="*/ 29460 h 34415"/>
                <a:gd name="T64" fmla="*/ 14363 w 28638"/>
                <a:gd name="T65" fmla="*/ 32089 h 34415"/>
                <a:gd name="T66" fmla="*/ 15622 w 28638"/>
                <a:gd name="T67" fmla="*/ 31458 h 34415"/>
                <a:gd name="T68" fmla="*/ 26438 w 28638"/>
                <a:gd name="T69" fmla="*/ 28097 h 34415"/>
                <a:gd name="T70" fmla="*/ 25328 w 28638"/>
                <a:gd name="T71" fmla="*/ 31200 h 34415"/>
                <a:gd name="T72" fmla="*/ 25645 w 28638"/>
                <a:gd name="T73" fmla="*/ 31972 h 34415"/>
                <a:gd name="T74" fmla="*/ 24524 w 28638"/>
                <a:gd name="T75" fmla="*/ 34415 h 34415"/>
                <a:gd name="T76" fmla="*/ 5814 w 28638"/>
                <a:gd name="T77" fmla="*/ 7226 h 34415"/>
                <a:gd name="T78" fmla="*/ 16545 w 28638"/>
                <a:gd name="T79" fmla="*/ 7222 h 34415"/>
                <a:gd name="T80" fmla="*/ 16933 w 28638"/>
                <a:gd name="T81" fmla="*/ 7500 h 34415"/>
                <a:gd name="T82" fmla="*/ 16939 w 28638"/>
                <a:gd name="T83" fmla="*/ 9158 h 34415"/>
                <a:gd name="T84" fmla="*/ 16928 w 28638"/>
                <a:gd name="T85" fmla="*/ 10781 h 34415"/>
                <a:gd name="T86" fmla="*/ 16914 w 28638"/>
                <a:gd name="T87" fmla="*/ 11457 h 34415"/>
                <a:gd name="T88" fmla="*/ 11359 w 28638"/>
                <a:gd name="T89" fmla="*/ 11457 h 34415"/>
                <a:gd name="T90" fmla="*/ 8325 w 28638"/>
                <a:gd name="T91" fmla="*/ 11457 h 34415"/>
                <a:gd name="T92" fmla="*/ 7478 w 28638"/>
                <a:gd name="T93" fmla="*/ 11457 h 34415"/>
                <a:gd name="T94" fmla="*/ 6480 w 28638"/>
                <a:gd name="T95" fmla="*/ 11446 h 34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638" h="34415">
                  <a:moveTo>
                    <a:pt x="24524" y="34415"/>
                  </a:moveTo>
                  <a:cubicBezTo>
                    <a:pt x="24613" y="34071"/>
                    <a:pt x="24869" y="33812"/>
                    <a:pt x="25103" y="33560"/>
                  </a:cubicBezTo>
                  <a:cubicBezTo>
                    <a:pt x="25538" y="33121"/>
                    <a:pt x="25988" y="32695"/>
                    <a:pt x="26374" y="32211"/>
                  </a:cubicBezTo>
                  <a:cubicBezTo>
                    <a:pt x="26333" y="31832"/>
                    <a:pt x="26295" y="31453"/>
                    <a:pt x="26259" y="31074"/>
                  </a:cubicBezTo>
                  <a:cubicBezTo>
                    <a:pt x="26373" y="31355"/>
                    <a:pt x="26488" y="31636"/>
                    <a:pt x="26599" y="31918"/>
                  </a:cubicBezTo>
                  <a:cubicBezTo>
                    <a:pt x="27020" y="31355"/>
                    <a:pt x="27385" y="30735"/>
                    <a:pt x="27547" y="30045"/>
                  </a:cubicBezTo>
                  <a:cubicBezTo>
                    <a:pt x="27708" y="29408"/>
                    <a:pt x="27711" y="28740"/>
                    <a:pt x="27624" y="28092"/>
                  </a:cubicBezTo>
                  <a:cubicBezTo>
                    <a:pt x="27901" y="28092"/>
                    <a:pt x="28178" y="28090"/>
                    <a:pt x="28456" y="28091"/>
                  </a:cubicBezTo>
                  <a:cubicBezTo>
                    <a:pt x="28524" y="27173"/>
                    <a:pt x="28579" y="26253"/>
                    <a:pt x="28638" y="25333"/>
                  </a:cubicBezTo>
                  <a:cubicBezTo>
                    <a:pt x="28433" y="25308"/>
                    <a:pt x="28226" y="25300"/>
                    <a:pt x="28022" y="25267"/>
                  </a:cubicBezTo>
                  <a:cubicBezTo>
                    <a:pt x="28094" y="24967"/>
                    <a:pt x="28172" y="24667"/>
                    <a:pt x="28232" y="24364"/>
                  </a:cubicBezTo>
                  <a:cubicBezTo>
                    <a:pt x="28245" y="24253"/>
                    <a:pt x="28271" y="24059"/>
                    <a:pt x="28115" y="24046"/>
                  </a:cubicBezTo>
                  <a:cubicBezTo>
                    <a:pt x="28036" y="24152"/>
                    <a:pt x="27975" y="24272"/>
                    <a:pt x="27944" y="24402"/>
                  </a:cubicBezTo>
                  <a:cubicBezTo>
                    <a:pt x="27872" y="24680"/>
                    <a:pt x="27797" y="24958"/>
                    <a:pt x="27729" y="25238"/>
                  </a:cubicBezTo>
                  <a:cubicBezTo>
                    <a:pt x="27187" y="25200"/>
                    <a:pt x="26647" y="25134"/>
                    <a:pt x="26105" y="25086"/>
                  </a:cubicBezTo>
                  <a:cubicBezTo>
                    <a:pt x="24399" y="24917"/>
                    <a:pt x="22692" y="24750"/>
                    <a:pt x="20985" y="24580"/>
                  </a:cubicBezTo>
                  <a:cubicBezTo>
                    <a:pt x="20702" y="24539"/>
                    <a:pt x="20409" y="24550"/>
                    <a:pt x="20137" y="24643"/>
                  </a:cubicBezTo>
                  <a:cubicBezTo>
                    <a:pt x="19894" y="24718"/>
                    <a:pt x="19684" y="24864"/>
                    <a:pt x="19468" y="24992"/>
                  </a:cubicBezTo>
                  <a:cubicBezTo>
                    <a:pt x="18523" y="25563"/>
                    <a:pt x="17580" y="26135"/>
                    <a:pt x="16635" y="26705"/>
                  </a:cubicBezTo>
                  <a:cubicBezTo>
                    <a:pt x="16027" y="23969"/>
                    <a:pt x="15417" y="21233"/>
                    <a:pt x="14817" y="18495"/>
                  </a:cubicBezTo>
                  <a:cubicBezTo>
                    <a:pt x="16874" y="18304"/>
                    <a:pt x="18929" y="18100"/>
                    <a:pt x="20985" y="17902"/>
                  </a:cubicBezTo>
                  <a:cubicBezTo>
                    <a:pt x="21791" y="17830"/>
                    <a:pt x="22527" y="17276"/>
                    <a:pt x="22821" y="16522"/>
                  </a:cubicBezTo>
                  <a:cubicBezTo>
                    <a:pt x="22924" y="16280"/>
                    <a:pt x="22959" y="16017"/>
                    <a:pt x="22986" y="15757"/>
                  </a:cubicBezTo>
                  <a:cubicBezTo>
                    <a:pt x="23524" y="11149"/>
                    <a:pt x="24056" y="6540"/>
                    <a:pt x="24599" y="1932"/>
                  </a:cubicBezTo>
                  <a:cubicBezTo>
                    <a:pt x="23479" y="1751"/>
                    <a:pt x="22355" y="1592"/>
                    <a:pt x="21235" y="1414"/>
                  </a:cubicBezTo>
                  <a:cubicBezTo>
                    <a:pt x="20954" y="2926"/>
                    <a:pt x="20657" y="4435"/>
                    <a:pt x="20370" y="5946"/>
                  </a:cubicBezTo>
                  <a:cubicBezTo>
                    <a:pt x="19991" y="7914"/>
                    <a:pt x="19618" y="9884"/>
                    <a:pt x="19236" y="11852"/>
                  </a:cubicBezTo>
                  <a:cubicBezTo>
                    <a:pt x="19176" y="11813"/>
                    <a:pt x="19117" y="11772"/>
                    <a:pt x="19058" y="11732"/>
                  </a:cubicBezTo>
                  <a:cubicBezTo>
                    <a:pt x="19050" y="11273"/>
                    <a:pt x="19050" y="10815"/>
                    <a:pt x="19048" y="10357"/>
                  </a:cubicBezTo>
                  <a:cubicBezTo>
                    <a:pt x="19028" y="9946"/>
                    <a:pt x="19069" y="9535"/>
                    <a:pt x="19046" y="9124"/>
                  </a:cubicBezTo>
                  <a:cubicBezTo>
                    <a:pt x="19059" y="8876"/>
                    <a:pt x="19060" y="8627"/>
                    <a:pt x="19045" y="8379"/>
                  </a:cubicBezTo>
                  <a:cubicBezTo>
                    <a:pt x="19032" y="8121"/>
                    <a:pt x="19070" y="7863"/>
                    <a:pt x="19046" y="7604"/>
                  </a:cubicBezTo>
                  <a:cubicBezTo>
                    <a:pt x="19049" y="7371"/>
                    <a:pt x="19066" y="7138"/>
                    <a:pt x="19047" y="6905"/>
                  </a:cubicBezTo>
                  <a:cubicBezTo>
                    <a:pt x="19057" y="5987"/>
                    <a:pt x="19054" y="5067"/>
                    <a:pt x="19056" y="4148"/>
                  </a:cubicBezTo>
                  <a:cubicBezTo>
                    <a:pt x="19060" y="3950"/>
                    <a:pt x="19032" y="3752"/>
                    <a:pt x="19051" y="3553"/>
                  </a:cubicBezTo>
                  <a:cubicBezTo>
                    <a:pt x="19074" y="3199"/>
                    <a:pt x="19025" y="2845"/>
                    <a:pt x="19054" y="2491"/>
                  </a:cubicBezTo>
                  <a:cubicBezTo>
                    <a:pt x="19058" y="2045"/>
                    <a:pt x="19057" y="1598"/>
                    <a:pt x="19044" y="1152"/>
                  </a:cubicBezTo>
                  <a:cubicBezTo>
                    <a:pt x="19078" y="778"/>
                    <a:pt x="19020" y="404"/>
                    <a:pt x="19058" y="31"/>
                  </a:cubicBezTo>
                  <a:cubicBezTo>
                    <a:pt x="18347" y="14"/>
                    <a:pt x="17636" y="25"/>
                    <a:pt x="16925" y="31"/>
                  </a:cubicBezTo>
                  <a:cubicBezTo>
                    <a:pt x="16956" y="251"/>
                    <a:pt x="16920" y="471"/>
                    <a:pt x="16926" y="692"/>
                  </a:cubicBezTo>
                  <a:cubicBezTo>
                    <a:pt x="16930" y="1103"/>
                    <a:pt x="16917" y="1515"/>
                    <a:pt x="16939" y="1927"/>
                  </a:cubicBezTo>
                  <a:cubicBezTo>
                    <a:pt x="16952" y="2244"/>
                    <a:pt x="16910" y="2562"/>
                    <a:pt x="16937" y="2878"/>
                  </a:cubicBezTo>
                  <a:cubicBezTo>
                    <a:pt x="16933" y="3267"/>
                    <a:pt x="16924" y="3655"/>
                    <a:pt x="16928" y="4043"/>
                  </a:cubicBezTo>
                  <a:cubicBezTo>
                    <a:pt x="16960" y="4372"/>
                    <a:pt x="16908" y="4700"/>
                    <a:pt x="16931" y="5029"/>
                  </a:cubicBezTo>
                  <a:cubicBezTo>
                    <a:pt x="16945" y="5196"/>
                    <a:pt x="16940" y="5363"/>
                    <a:pt x="16923" y="5529"/>
                  </a:cubicBezTo>
                  <a:cubicBezTo>
                    <a:pt x="13669" y="5528"/>
                    <a:pt x="10416" y="5529"/>
                    <a:pt x="7163" y="5529"/>
                  </a:cubicBezTo>
                  <a:cubicBezTo>
                    <a:pt x="6608" y="5522"/>
                    <a:pt x="6052" y="5542"/>
                    <a:pt x="5497" y="5518"/>
                  </a:cubicBezTo>
                  <a:cubicBezTo>
                    <a:pt x="5226" y="3688"/>
                    <a:pt x="4925" y="1862"/>
                    <a:pt x="4658" y="32"/>
                  </a:cubicBezTo>
                  <a:cubicBezTo>
                    <a:pt x="4435" y="0"/>
                    <a:pt x="4210" y="40"/>
                    <a:pt x="3985" y="16"/>
                  </a:cubicBezTo>
                  <a:cubicBezTo>
                    <a:pt x="3527" y="38"/>
                    <a:pt x="3069" y="20"/>
                    <a:pt x="2610" y="29"/>
                  </a:cubicBezTo>
                  <a:cubicBezTo>
                    <a:pt x="3262" y="3933"/>
                    <a:pt x="3924" y="7836"/>
                    <a:pt x="4579" y="11740"/>
                  </a:cubicBezTo>
                  <a:cubicBezTo>
                    <a:pt x="4257" y="11971"/>
                    <a:pt x="4008" y="12299"/>
                    <a:pt x="3864" y="12668"/>
                  </a:cubicBezTo>
                  <a:cubicBezTo>
                    <a:pt x="3777" y="12888"/>
                    <a:pt x="3740" y="13124"/>
                    <a:pt x="3686" y="13353"/>
                  </a:cubicBezTo>
                  <a:cubicBezTo>
                    <a:pt x="2494" y="18740"/>
                    <a:pt x="1302" y="24126"/>
                    <a:pt x="110" y="29512"/>
                  </a:cubicBezTo>
                  <a:cubicBezTo>
                    <a:pt x="63" y="29719"/>
                    <a:pt x="15" y="29926"/>
                    <a:pt x="0" y="30138"/>
                  </a:cubicBezTo>
                  <a:lnTo>
                    <a:pt x="0" y="30313"/>
                  </a:lnTo>
                  <a:cubicBezTo>
                    <a:pt x="23" y="30980"/>
                    <a:pt x="422" y="31619"/>
                    <a:pt x="1016" y="31925"/>
                  </a:cubicBezTo>
                  <a:cubicBezTo>
                    <a:pt x="1470" y="32167"/>
                    <a:pt x="2024" y="32218"/>
                    <a:pt x="2512" y="32052"/>
                  </a:cubicBezTo>
                  <a:cubicBezTo>
                    <a:pt x="3035" y="31881"/>
                    <a:pt x="3477" y="31476"/>
                    <a:pt x="3689" y="30968"/>
                  </a:cubicBezTo>
                  <a:cubicBezTo>
                    <a:pt x="3779" y="30763"/>
                    <a:pt x="3817" y="30542"/>
                    <a:pt x="3865" y="30325"/>
                  </a:cubicBezTo>
                  <a:cubicBezTo>
                    <a:pt x="4974" y="25306"/>
                    <a:pt x="6081" y="20286"/>
                    <a:pt x="7189" y="15266"/>
                  </a:cubicBezTo>
                  <a:cubicBezTo>
                    <a:pt x="7579" y="15266"/>
                    <a:pt x="7968" y="15265"/>
                    <a:pt x="8358" y="15267"/>
                  </a:cubicBezTo>
                  <a:cubicBezTo>
                    <a:pt x="7622" y="16112"/>
                    <a:pt x="7293" y="17304"/>
                    <a:pt x="7542" y="18402"/>
                  </a:cubicBezTo>
                  <a:cubicBezTo>
                    <a:pt x="8357" y="22088"/>
                    <a:pt x="9174" y="25774"/>
                    <a:pt x="9990" y="29460"/>
                  </a:cubicBezTo>
                  <a:cubicBezTo>
                    <a:pt x="10223" y="30542"/>
                    <a:pt x="11005" y="31482"/>
                    <a:pt x="12021" y="31917"/>
                  </a:cubicBezTo>
                  <a:cubicBezTo>
                    <a:pt x="12752" y="32240"/>
                    <a:pt x="13594" y="32305"/>
                    <a:pt x="14363" y="32089"/>
                  </a:cubicBezTo>
                  <a:cubicBezTo>
                    <a:pt x="14514" y="32043"/>
                    <a:pt x="14661" y="31986"/>
                    <a:pt x="14811" y="31940"/>
                  </a:cubicBezTo>
                  <a:cubicBezTo>
                    <a:pt x="15104" y="31820"/>
                    <a:pt x="15366" y="31641"/>
                    <a:pt x="15622" y="31458"/>
                  </a:cubicBezTo>
                  <a:cubicBezTo>
                    <a:pt x="17456" y="30345"/>
                    <a:pt x="19293" y="29238"/>
                    <a:pt x="21126" y="28124"/>
                  </a:cubicBezTo>
                  <a:cubicBezTo>
                    <a:pt x="22897" y="28112"/>
                    <a:pt x="24668" y="28125"/>
                    <a:pt x="26438" y="28097"/>
                  </a:cubicBezTo>
                  <a:cubicBezTo>
                    <a:pt x="26285" y="28345"/>
                    <a:pt x="26140" y="28601"/>
                    <a:pt x="26042" y="28877"/>
                  </a:cubicBezTo>
                  <a:cubicBezTo>
                    <a:pt x="25753" y="29636"/>
                    <a:pt x="25688" y="30467"/>
                    <a:pt x="25328" y="31200"/>
                  </a:cubicBezTo>
                  <a:cubicBezTo>
                    <a:pt x="25183" y="31490"/>
                    <a:pt x="25059" y="31791"/>
                    <a:pt x="24971" y="32103"/>
                  </a:cubicBezTo>
                  <a:cubicBezTo>
                    <a:pt x="25194" y="32055"/>
                    <a:pt x="25419" y="32013"/>
                    <a:pt x="25645" y="31972"/>
                  </a:cubicBezTo>
                  <a:cubicBezTo>
                    <a:pt x="25385" y="32129"/>
                    <a:pt x="25127" y="32290"/>
                    <a:pt x="24865" y="32443"/>
                  </a:cubicBezTo>
                  <a:cubicBezTo>
                    <a:pt x="24701" y="33090"/>
                    <a:pt x="24568" y="33748"/>
                    <a:pt x="24524" y="34415"/>
                  </a:cubicBezTo>
                  <a:moveTo>
                    <a:pt x="6480" y="11446"/>
                  </a:moveTo>
                  <a:cubicBezTo>
                    <a:pt x="6260" y="10039"/>
                    <a:pt x="6035" y="8633"/>
                    <a:pt x="5814" y="7226"/>
                  </a:cubicBezTo>
                  <a:cubicBezTo>
                    <a:pt x="6898" y="7224"/>
                    <a:pt x="7982" y="7226"/>
                    <a:pt x="9066" y="7224"/>
                  </a:cubicBezTo>
                  <a:cubicBezTo>
                    <a:pt x="11559" y="7224"/>
                    <a:pt x="14052" y="7228"/>
                    <a:pt x="16545" y="7222"/>
                  </a:cubicBezTo>
                  <a:cubicBezTo>
                    <a:pt x="16672" y="7226"/>
                    <a:pt x="16799" y="7226"/>
                    <a:pt x="16926" y="7225"/>
                  </a:cubicBezTo>
                  <a:cubicBezTo>
                    <a:pt x="16926" y="7317"/>
                    <a:pt x="16926" y="7409"/>
                    <a:pt x="16933" y="7500"/>
                  </a:cubicBezTo>
                  <a:cubicBezTo>
                    <a:pt x="16927" y="7888"/>
                    <a:pt x="16949" y="8276"/>
                    <a:pt x="16934" y="8664"/>
                  </a:cubicBezTo>
                  <a:cubicBezTo>
                    <a:pt x="16917" y="8829"/>
                    <a:pt x="16938" y="8994"/>
                    <a:pt x="16939" y="9158"/>
                  </a:cubicBezTo>
                  <a:cubicBezTo>
                    <a:pt x="16916" y="9475"/>
                    <a:pt x="16930" y="9793"/>
                    <a:pt x="16931" y="10111"/>
                  </a:cubicBezTo>
                  <a:cubicBezTo>
                    <a:pt x="16927" y="10334"/>
                    <a:pt x="16927" y="10558"/>
                    <a:pt x="16928" y="10781"/>
                  </a:cubicBezTo>
                  <a:cubicBezTo>
                    <a:pt x="16952" y="10982"/>
                    <a:pt x="16905" y="11184"/>
                    <a:pt x="16940" y="11384"/>
                  </a:cubicBezTo>
                  <a:cubicBezTo>
                    <a:pt x="16934" y="11402"/>
                    <a:pt x="16921" y="11439"/>
                    <a:pt x="16914" y="11457"/>
                  </a:cubicBezTo>
                  <a:cubicBezTo>
                    <a:pt x="16262" y="11455"/>
                    <a:pt x="15610" y="11457"/>
                    <a:pt x="14957" y="11457"/>
                  </a:cubicBezTo>
                  <a:cubicBezTo>
                    <a:pt x="13758" y="11457"/>
                    <a:pt x="12558" y="11457"/>
                    <a:pt x="11359" y="11457"/>
                  </a:cubicBezTo>
                  <a:cubicBezTo>
                    <a:pt x="10665" y="11457"/>
                    <a:pt x="9971" y="11457"/>
                    <a:pt x="9278" y="11457"/>
                  </a:cubicBezTo>
                  <a:cubicBezTo>
                    <a:pt x="8960" y="11457"/>
                    <a:pt x="8643" y="11457"/>
                    <a:pt x="8325" y="11457"/>
                  </a:cubicBezTo>
                  <a:cubicBezTo>
                    <a:pt x="8207" y="11457"/>
                    <a:pt x="8090" y="11457"/>
                    <a:pt x="7972" y="11457"/>
                  </a:cubicBezTo>
                  <a:cubicBezTo>
                    <a:pt x="7808" y="11457"/>
                    <a:pt x="7643" y="11457"/>
                    <a:pt x="7478" y="11457"/>
                  </a:cubicBezTo>
                  <a:cubicBezTo>
                    <a:pt x="7337" y="11457"/>
                    <a:pt x="7196" y="11457"/>
                    <a:pt x="7055" y="11457"/>
                  </a:cubicBezTo>
                  <a:cubicBezTo>
                    <a:pt x="6863" y="11453"/>
                    <a:pt x="6671" y="11466"/>
                    <a:pt x="6480" y="114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flipV="1">
              <a:off x="4772" y="644"/>
              <a:ext cx="28" cy="74"/>
            </a:xfrm>
            <a:custGeom>
              <a:avLst/>
              <a:gdLst>
                <a:gd name="T0" fmla="*/ 136 w 668"/>
                <a:gd name="T1" fmla="*/ 908 h 1718"/>
                <a:gd name="T2" fmla="*/ 325 w 668"/>
                <a:gd name="T3" fmla="*/ 1718 h 1718"/>
                <a:gd name="T4" fmla="*/ 498 w 668"/>
                <a:gd name="T5" fmla="*/ 1010 h 1718"/>
                <a:gd name="T6" fmla="*/ 553 w 668"/>
                <a:gd name="T7" fmla="*/ 187 h 1718"/>
                <a:gd name="T8" fmla="*/ 140 w 668"/>
                <a:gd name="T9" fmla="*/ 145 h 1718"/>
                <a:gd name="T10" fmla="*/ 136 w 668"/>
                <a:gd name="T11" fmla="*/ 908 h 1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8" h="1718">
                  <a:moveTo>
                    <a:pt x="136" y="908"/>
                  </a:moveTo>
                  <a:cubicBezTo>
                    <a:pt x="236" y="1168"/>
                    <a:pt x="317" y="1438"/>
                    <a:pt x="325" y="1718"/>
                  </a:cubicBezTo>
                  <a:cubicBezTo>
                    <a:pt x="368" y="1479"/>
                    <a:pt x="407" y="1237"/>
                    <a:pt x="498" y="1010"/>
                  </a:cubicBezTo>
                  <a:cubicBezTo>
                    <a:pt x="594" y="752"/>
                    <a:pt x="668" y="451"/>
                    <a:pt x="553" y="187"/>
                  </a:cubicBezTo>
                  <a:cubicBezTo>
                    <a:pt x="483" y="25"/>
                    <a:pt x="241" y="0"/>
                    <a:pt x="140" y="145"/>
                  </a:cubicBezTo>
                  <a:cubicBezTo>
                    <a:pt x="0" y="375"/>
                    <a:pt x="57" y="666"/>
                    <a:pt x="136" y="9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22"/>
            <p:cNvSpPr>
              <a:spLocks/>
            </p:cNvSpPr>
            <p:nvPr/>
          </p:nvSpPr>
          <p:spPr bwMode="auto">
            <a:xfrm flipV="1">
              <a:off x="4747" y="723"/>
              <a:ext cx="78" cy="264"/>
            </a:xfrm>
            <a:custGeom>
              <a:avLst/>
              <a:gdLst>
                <a:gd name="T0" fmla="*/ 252 w 1822"/>
                <a:gd name="T1" fmla="*/ 6144 h 6159"/>
                <a:gd name="T2" fmla="*/ 478 w 1822"/>
                <a:gd name="T3" fmla="*/ 6155 h 6159"/>
                <a:gd name="T4" fmla="*/ 1503 w 1822"/>
                <a:gd name="T5" fmla="*/ 6152 h 6159"/>
                <a:gd name="T6" fmla="*/ 1808 w 1822"/>
                <a:gd name="T7" fmla="*/ 5811 h 6159"/>
                <a:gd name="T8" fmla="*/ 1806 w 1822"/>
                <a:gd name="T9" fmla="*/ 4111 h 6159"/>
                <a:gd name="T10" fmla="*/ 1699 w 1822"/>
                <a:gd name="T11" fmla="*/ 3931 h 6159"/>
                <a:gd name="T12" fmla="*/ 1697 w 1822"/>
                <a:gd name="T13" fmla="*/ 0 h 6159"/>
                <a:gd name="T14" fmla="*/ 129 w 1822"/>
                <a:gd name="T15" fmla="*/ 0 h 6159"/>
                <a:gd name="T16" fmla="*/ 129 w 1822"/>
                <a:gd name="T17" fmla="*/ 4538 h 6159"/>
                <a:gd name="T18" fmla="*/ 6 w 1822"/>
                <a:gd name="T19" fmla="*/ 4926 h 6159"/>
                <a:gd name="T20" fmla="*/ 5 w 1822"/>
                <a:gd name="T21" fmla="*/ 5808 h 6159"/>
                <a:gd name="T22" fmla="*/ 252 w 1822"/>
                <a:gd name="T23" fmla="*/ 6144 h 6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22" h="6159">
                  <a:moveTo>
                    <a:pt x="252" y="6144"/>
                  </a:moveTo>
                  <a:cubicBezTo>
                    <a:pt x="326" y="6159"/>
                    <a:pt x="402" y="6154"/>
                    <a:pt x="478" y="6155"/>
                  </a:cubicBezTo>
                  <a:cubicBezTo>
                    <a:pt x="819" y="6151"/>
                    <a:pt x="1161" y="6158"/>
                    <a:pt x="1503" y="6152"/>
                  </a:cubicBezTo>
                  <a:cubicBezTo>
                    <a:pt x="1677" y="6151"/>
                    <a:pt x="1822" y="5982"/>
                    <a:pt x="1808" y="5811"/>
                  </a:cubicBezTo>
                  <a:cubicBezTo>
                    <a:pt x="1808" y="5245"/>
                    <a:pt x="1811" y="4678"/>
                    <a:pt x="1806" y="4111"/>
                  </a:cubicBezTo>
                  <a:cubicBezTo>
                    <a:pt x="1815" y="4032"/>
                    <a:pt x="1752" y="3978"/>
                    <a:pt x="1699" y="3931"/>
                  </a:cubicBezTo>
                  <a:cubicBezTo>
                    <a:pt x="1694" y="2620"/>
                    <a:pt x="1697" y="1310"/>
                    <a:pt x="1697" y="0"/>
                  </a:cubicBezTo>
                  <a:cubicBezTo>
                    <a:pt x="1174" y="0"/>
                    <a:pt x="651" y="0"/>
                    <a:pt x="129" y="0"/>
                  </a:cubicBezTo>
                  <a:cubicBezTo>
                    <a:pt x="127" y="1513"/>
                    <a:pt x="128" y="3025"/>
                    <a:pt x="129" y="4538"/>
                  </a:cubicBezTo>
                  <a:cubicBezTo>
                    <a:pt x="143" y="4682"/>
                    <a:pt x="6" y="4784"/>
                    <a:pt x="6" y="4926"/>
                  </a:cubicBezTo>
                  <a:cubicBezTo>
                    <a:pt x="2" y="5220"/>
                    <a:pt x="5" y="5514"/>
                    <a:pt x="5" y="5808"/>
                  </a:cubicBezTo>
                  <a:cubicBezTo>
                    <a:pt x="0" y="5958"/>
                    <a:pt x="107" y="6105"/>
                    <a:pt x="252" y="6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 flipV="1">
              <a:off x="4599" y="866"/>
              <a:ext cx="122" cy="118"/>
            </a:xfrm>
            <a:custGeom>
              <a:avLst/>
              <a:gdLst>
                <a:gd name="T0" fmla="*/ 812 w 2859"/>
                <a:gd name="T1" fmla="*/ 2653 h 2759"/>
                <a:gd name="T2" fmla="*/ 819 w 2859"/>
                <a:gd name="T3" fmla="*/ 2758 h 2759"/>
                <a:gd name="T4" fmla="*/ 2042 w 2859"/>
                <a:gd name="T5" fmla="*/ 2757 h 2759"/>
                <a:gd name="T6" fmla="*/ 2041 w 2859"/>
                <a:gd name="T7" fmla="*/ 2634 h 2759"/>
                <a:gd name="T8" fmla="*/ 2121 w 2859"/>
                <a:gd name="T9" fmla="*/ 2609 h 2759"/>
                <a:gd name="T10" fmla="*/ 2127 w 2859"/>
                <a:gd name="T11" fmla="*/ 2498 h 2759"/>
                <a:gd name="T12" fmla="*/ 2024 w 2859"/>
                <a:gd name="T13" fmla="*/ 2435 h 2759"/>
                <a:gd name="T14" fmla="*/ 2129 w 2859"/>
                <a:gd name="T15" fmla="*/ 2356 h 2759"/>
                <a:gd name="T16" fmla="*/ 2082 w 2859"/>
                <a:gd name="T17" fmla="*/ 2223 h 2759"/>
                <a:gd name="T18" fmla="*/ 2462 w 2859"/>
                <a:gd name="T19" fmla="*/ 1953 h 2759"/>
                <a:gd name="T20" fmla="*/ 2825 w 2859"/>
                <a:gd name="T21" fmla="*/ 1693 h 2759"/>
                <a:gd name="T22" fmla="*/ 2838 w 2859"/>
                <a:gd name="T23" fmla="*/ 594 h 2759"/>
                <a:gd name="T24" fmla="*/ 2787 w 2859"/>
                <a:gd name="T25" fmla="*/ 219 h 2759"/>
                <a:gd name="T26" fmla="*/ 2421 w 2859"/>
                <a:gd name="T27" fmla="*/ 13 h 2759"/>
                <a:gd name="T28" fmla="*/ 413 w 2859"/>
                <a:gd name="T29" fmla="*/ 13 h 2759"/>
                <a:gd name="T30" fmla="*/ 7 w 2859"/>
                <a:gd name="T31" fmla="*/ 418 h 2759"/>
                <a:gd name="T32" fmla="*/ 7 w 2859"/>
                <a:gd name="T33" fmla="*/ 1545 h 2759"/>
                <a:gd name="T34" fmla="*/ 210 w 2859"/>
                <a:gd name="T35" fmla="*/ 1904 h 2759"/>
                <a:gd name="T36" fmla="*/ 610 w 2859"/>
                <a:gd name="T37" fmla="*/ 2015 h 2759"/>
                <a:gd name="T38" fmla="*/ 703 w 2859"/>
                <a:gd name="T39" fmla="*/ 2334 h 2759"/>
                <a:gd name="T40" fmla="*/ 825 w 2859"/>
                <a:gd name="T41" fmla="*/ 2431 h 2759"/>
                <a:gd name="T42" fmla="*/ 717 w 2859"/>
                <a:gd name="T43" fmla="*/ 2533 h 2759"/>
                <a:gd name="T44" fmla="*/ 812 w 2859"/>
                <a:gd name="T45" fmla="*/ 2653 h 2759"/>
                <a:gd name="T46" fmla="*/ 561 w 2859"/>
                <a:gd name="T47" fmla="*/ 1461 h 2759"/>
                <a:gd name="T48" fmla="*/ 561 w 2859"/>
                <a:gd name="T49" fmla="*/ 570 h 2759"/>
                <a:gd name="T50" fmla="*/ 2291 w 2859"/>
                <a:gd name="T51" fmla="*/ 571 h 2759"/>
                <a:gd name="T52" fmla="*/ 2291 w 2859"/>
                <a:gd name="T53" fmla="*/ 1460 h 2759"/>
                <a:gd name="T54" fmla="*/ 561 w 2859"/>
                <a:gd name="T55" fmla="*/ 1461 h 2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59" h="2759">
                  <a:moveTo>
                    <a:pt x="812" y="2653"/>
                  </a:moveTo>
                  <a:cubicBezTo>
                    <a:pt x="814" y="2688"/>
                    <a:pt x="816" y="2723"/>
                    <a:pt x="819" y="2758"/>
                  </a:cubicBezTo>
                  <a:cubicBezTo>
                    <a:pt x="1227" y="2757"/>
                    <a:pt x="1634" y="2759"/>
                    <a:pt x="2042" y="2757"/>
                  </a:cubicBezTo>
                  <a:cubicBezTo>
                    <a:pt x="2041" y="2727"/>
                    <a:pt x="2041" y="2665"/>
                    <a:pt x="2041" y="2634"/>
                  </a:cubicBezTo>
                  <a:cubicBezTo>
                    <a:pt x="2061" y="2628"/>
                    <a:pt x="2101" y="2615"/>
                    <a:pt x="2121" y="2609"/>
                  </a:cubicBezTo>
                  <a:cubicBezTo>
                    <a:pt x="2123" y="2572"/>
                    <a:pt x="2125" y="2535"/>
                    <a:pt x="2127" y="2498"/>
                  </a:cubicBezTo>
                  <a:cubicBezTo>
                    <a:pt x="2092" y="2477"/>
                    <a:pt x="2058" y="2456"/>
                    <a:pt x="2024" y="2435"/>
                  </a:cubicBezTo>
                  <a:cubicBezTo>
                    <a:pt x="2059" y="2410"/>
                    <a:pt x="2094" y="2384"/>
                    <a:pt x="2129" y="2356"/>
                  </a:cubicBezTo>
                  <a:cubicBezTo>
                    <a:pt x="2128" y="2307"/>
                    <a:pt x="2088" y="2271"/>
                    <a:pt x="2082" y="2223"/>
                  </a:cubicBezTo>
                  <a:cubicBezTo>
                    <a:pt x="2131" y="2061"/>
                    <a:pt x="2292" y="1946"/>
                    <a:pt x="2462" y="1953"/>
                  </a:cubicBezTo>
                  <a:cubicBezTo>
                    <a:pt x="2626" y="1952"/>
                    <a:pt x="2755" y="1833"/>
                    <a:pt x="2825" y="1693"/>
                  </a:cubicBezTo>
                  <a:cubicBezTo>
                    <a:pt x="2852" y="1328"/>
                    <a:pt x="2830" y="961"/>
                    <a:pt x="2838" y="594"/>
                  </a:cubicBezTo>
                  <a:cubicBezTo>
                    <a:pt x="2832" y="469"/>
                    <a:pt x="2859" y="331"/>
                    <a:pt x="2787" y="219"/>
                  </a:cubicBezTo>
                  <a:cubicBezTo>
                    <a:pt x="2714" y="92"/>
                    <a:pt x="2571" y="0"/>
                    <a:pt x="2421" y="13"/>
                  </a:cubicBezTo>
                  <a:cubicBezTo>
                    <a:pt x="1752" y="13"/>
                    <a:pt x="1082" y="12"/>
                    <a:pt x="413" y="13"/>
                  </a:cubicBezTo>
                  <a:cubicBezTo>
                    <a:pt x="197" y="3"/>
                    <a:pt x="1" y="204"/>
                    <a:pt x="7" y="418"/>
                  </a:cubicBezTo>
                  <a:cubicBezTo>
                    <a:pt x="7" y="794"/>
                    <a:pt x="7" y="1169"/>
                    <a:pt x="7" y="1545"/>
                  </a:cubicBezTo>
                  <a:cubicBezTo>
                    <a:pt x="0" y="1691"/>
                    <a:pt x="86" y="1830"/>
                    <a:pt x="210" y="1904"/>
                  </a:cubicBezTo>
                  <a:cubicBezTo>
                    <a:pt x="331" y="1982"/>
                    <a:pt x="491" y="1930"/>
                    <a:pt x="610" y="2015"/>
                  </a:cubicBezTo>
                  <a:cubicBezTo>
                    <a:pt x="713" y="2078"/>
                    <a:pt x="831" y="2234"/>
                    <a:pt x="703" y="2334"/>
                  </a:cubicBezTo>
                  <a:cubicBezTo>
                    <a:pt x="740" y="2371"/>
                    <a:pt x="781" y="2403"/>
                    <a:pt x="825" y="2431"/>
                  </a:cubicBezTo>
                  <a:cubicBezTo>
                    <a:pt x="791" y="2465"/>
                    <a:pt x="719" y="2476"/>
                    <a:pt x="717" y="2533"/>
                  </a:cubicBezTo>
                  <a:cubicBezTo>
                    <a:pt x="684" y="2599"/>
                    <a:pt x="781" y="2616"/>
                    <a:pt x="812" y="2653"/>
                  </a:cubicBezTo>
                  <a:moveTo>
                    <a:pt x="561" y="1461"/>
                  </a:moveTo>
                  <a:cubicBezTo>
                    <a:pt x="561" y="1164"/>
                    <a:pt x="561" y="867"/>
                    <a:pt x="561" y="570"/>
                  </a:cubicBezTo>
                  <a:cubicBezTo>
                    <a:pt x="1137" y="571"/>
                    <a:pt x="1714" y="570"/>
                    <a:pt x="2291" y="571"/>
                  </a:cubicBezTo>
                  <a:cubicBezTo>
                    <a:pt x="2290" y="867"/>
                    <a:pt x="2290" y="1164"/>
                    <a:pt x="2291" y="1460"/>
                  </a:cubicBezTo>
                  <a:cubicBezTo>
                    <a:pt x="1714" y="1461"/>
                    <a:pt x="1137" y="1460"/>
                    <a:pt x="561" y="14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24"/>
            <p:cNvSpPr>
              <a:spLocks/>
            </p:cNvSpPr>
            <p:nvPr/>
          </p:nvSpPr>
          <p:spPr bwMode="auto">
            <a:xfrm flipV="1">
              <a:off x="4240" y="997"/>
              <a:ext cx="777" cy="77"/>
            </a:xfrm>
            <a:custGeom>
              <a:avLst/>
              <a:gdLst>
                <a:gd name="T0" fmla="*/ 2 w 18148"/>
                <a:gd name="T1" fmla="*/ 1782 h 1794"/>
                <a:gd name="T2" fmla="*/ 15677 w 18148"/>
                <a:gd name="T3" fmla="*/ 1782 h 1794"/>
                <a:gd name="T4" fmla="*/ 18148 w 18148"/>
                <a:gd name="T5" fmla="*/ 1772 h 1794"/>
                <a:gd name="T6" fmla="*/ 18148 w 18148"/>
                <a:gd name="T7" fmla="*/ 0 h 1794"/>
                <a:gd name="T8" fmla="*/ 1 w 18148"/>
                <a:gd name="T9" fmla="*/ 0 h 1794"/>
                <a:gd name="T10" fmla="*/ 2 w 18148"/>
                <a:gd name="T11" fmla="*/ 1782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48" h="1794">
                  <a:moveTo>
                    <a:pt x="2" y="1782"/>
                  </a:moveTo>
                  <a:cubicBezTo>
                    <a:pt x="5227" y="1782"/>
                    <a:pt x="10452" y="1782"/>
                    <a:pt x="15677" y="1782"/>
                  </a:cubicBezTo>
                  <a:cubicBezTo>
                    <a:pt x="16500" y="1775"/>
                    <a:pt x="17325" y="1794"/>
                    <a:pt x="18148" y="1772"/>
                  </a:cubicBezTo>
                  <a:lnTo>
                    <a:pt x="18148" y="0"/>
                  </a:lnTo>
                  <a:cubicBezTo>
                    <a:pt x="12099" y="0"/>
                    <a:pt x="6050" y="0"/>
                    <a:pt x="1" y="0"/>
                  </a:cubicBezTo>
                  <a:cubicBezTo>
                    <a:pt x="2" y="594"/>
                    <a:pt x="0" y="1188"/>
                    <a:pt x="2" y="178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 flipV="1">
              <a:off x="4289" y="1089"/>
              <a:ext cx="678" cy="905"/>
            </a:xfrm>
            <a:custGeom>
              <a:avLst/>
              <a:gdLst>
                <a:gd name="T0" fmla="*/ 2 w 15840"/>
                <a:gd name="T1" fmla="*/ 2 h 21144"/>
                <a:gd name="T2" fmla="*/ 3 w 15840"/>
                <a:gd name="T3" fmla="*/ 21128 h 21144"/>
                <a:gd name="T4" fmla="*/ 14910 w 15840"/>
                <a:gd name="T5" fmla="*/ 21128 h 21144"/>
                <a:gd name="T6" fmla="*/ 15840 w 15840"/>
                <a:gd name="T7" fmla="*/ 21114 h 21144"/>
                <a:gd name="T8" fmla="*/ 15839 w 15840"/>
                <a:gd name="T9" fmla="*/ 3 h 21144"/>
                <a:gd name="T10" fmla="*/ 2 w 15840"/>
                <a:gd name="T11" fmla="*/ 2 h 21144"/>
                <a:gd name="T12" fmla="*/ 1911 w 15840"/>
                <a:gd name="T13" fmla="*/ 19089 h 21144"/>
                <a:gd name="T14" fmla="*/ 1912 w 15840"/>
                <a:gd name="T15" fmla="*/ 2415 h 21144"/>
                <a:gd name="T16" fmla="*/ 13917 w 15840"/>
                <a:gd name="T17" fmla="*/ 2415 h 21144"/>
                <a:gd name="T18" fmla="*/ 13918 w 15840"/>
                <a:gd name="T19" fmla="*/ 19089 h 21144"/>
                <a:gd name="T20" fmla="*/ 1911 w 15840"/>
                <a:gd name="T21" fmla="*/ 19089 h 2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840" h="21144">
                  <a:moveTo>
                    <a:pt x="2" y="2"/>
                  </a:moveTo>
                  <a:cubicBezTo>
                    <a:pt x="3" y="7044"/>
                    <a:pt x="0" y="14086"/>
                    <a:pt x="3" y="21128"/>
                  </a:cubicBezTo>
                  <a:cubicBezTo>
                    <a:pt x="4972" y="21127"/>
                    <a:pt x="9941" y="21128"/>
                    <a:pt x="14910" y="21128"/>
                  </a:cubicBezTo>
                  <a:cubicBezTo>
                    <a:pt x="15220" y="21120"/>
                    <a:pt x="15531" y="21144"/>
                    <a:pt x="15840" y="21114"/>
                  </a:cubicBezTo>
                  <a:cubicBezTo>
                    <a:pt x="15837" y="14077"/>
                    <a:pt x="15839" y="7040"/>
                    <a:pt x="15839" y="3"/>
                  </a:cubicBezTo>
                  <a:cubicBezTo>
                    <a:pt x="10560" y="0"/>
                    <a:pt x="5281" y="3"/>
                    <a:pt x="2" y="2"/>
                  </a:cubicBezTo>
                  <a:moveTo>
                    <a:pt x="1911" y="19089"/>
                  </a:moveTo>
                  <a:cubicBezTo>
                    <a:pt x="1912" y="13531"/>
                    <a:pt x="1911" y="7973"/>
                    <a:pt x="1912" y="2415"/>
                  </a:cubicBezTo>
                  <a:cubicBezTo>
                    <a:pt x="5914" y="2415"/>
                    <a:pt x="9915" y="2415"/>
                    <a:pt x="13917" y="2415"/>
                  </a:cubicBezTo>
                  <a:cubicBezTo>
                    <a:pt x="13918" y="7973"/>
                    <a:pt x="13917" y="13531"/>
                    <a:pt x="13918" y="19089"/>
                  </a:cubicBezTo>
                  <a:cubicBezTo>
                    <a:pt x="9916" y="19089"/>
                    <a:pt x="5914" y="19089"/>
                    <a:pt x="1911" y="190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26"/>
            <p:cNvSpPr>
              <a:spLocks/>
            </p:cNvSpPr>
            <p:nvPr/>
          </p:nvSpPr>
          <p:spPr bwMode="auto">
            <a:xfrm flipV="1">
              <a:off x="4387" y="1193"/>
              <a:ext cx="482" cy="681"/>
            </a:xfrm>
            <a:custGeom>
              <a:avLst/>
              <a:gdLst>
                <a:gd name="T0" fmla="*/ 0 w 11241"/>
                <a:gd name="T1" fmla="*/ 1 h 15906"/>
                <a:gd name="T2" fmla="*/ 0 w 11241"/>
                <a:gd name="T3" fmla="*/ 15905 h 15906"/>
                <a:gd name="T4" fmla="*/ 11241 w 11241"/>
                <a:gd name="T5" fmla="*/ 15904 h 15906"/>
                <a:gd name="T6" fmla="*/ 11241 w 11241"/>
                <a:gd name="T7" fmla="*/ 2 h 15906"/>
                <a:gd name="T8" fmla="*/ 0 w 11241"/>
                <a:gd name="T9" fmla="*/ 1 h 15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41" h="15906">
                  <a:moveTo>
                    <a:pt x="0" y="1"/>
                  </a:moveTo>
                  <a:cubicBezTo>
                    <a:pt x="0" y="5302"/>
                    <a:pt x="0" y="10604"/>
                    <a:pt x="0" y="15905"/>
                  </a:cubicBezTo>
                  <a:cubicBezTo>
                    <a:pt x="3747" y="15904"/>
                    <a:pt x="7494" y="15906"/>
                    <a:pt x="11241" y="15904"/>
                  </a:cubicBezTo>
                  <a:cubicBezTo>
                    <a:pt x="11240" y="10603"/>
                    <a:pt x="11240" y="5302"/>
                    <a:pt x="11241" y="2"/>
                  </a:cubicBezTo>
                  <a:cubicBezTo>
                    <a:pt x="7494" y="0"/>
                    <a:pt x="3747" y="1"/>
                    <a:pt x="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8" name="Group 56"/>
          <p:cNvGrpSpPr>
            <a:grpSpLocks/>
          </p:cNvGrpSpPr>
          <p:nvPr/>
        </p:nvGrpSpPr>
        <p:grpSpPr bwMode="auto">
          <a:xfrm>
            <a:off x="5722144" y="728352"/>
            <a:ext cx="1521619" cy="1657040"/>
            <a:chOff x="5848" y="2522"/>
            <a:chExt cx="1427" cy="1554"/>
          </a:xfrm>
          <a:solidFill>
            <a:srgbClr val="595959"/>
          </a:solidFill>
        </p:grpSpPr>
        <p:sp>
          <p:nvSpPr>
            <p:cNvPr id="89" name="Freeform 35"/>
            <p:cNvSpPr>
              <a:spLocks/>
            </p:cNvSpPr>
            <p:nvPr/>
          </p:nvSpPr>
          <p:spPr bwMode="auto">
            <a:xfrm flipV="1">
              <a:off x="5848" y="2522"/>
              <a:ext cx="994" cy="984"/>
            </a:xfrm>
            <a:custGeom>
              <a:avLst/>
              <a:gdLst>
                <a:gd name="T0" fmla="*/ 848 w 4362"/>
                <a:gd name="T1" fmla="*/ 3810 h 4319"/>
                <a:gd name="T2" fmla="*/ 2136 w 4362"/>
                <a:gd name="T3" fmla="*/ 4296 h 4319"/>
                <a:gd name="T4" fmla="*/ 3627 w 4362"/>
                <a:gd name="T5" fmla="*/ 3763 h 4319"/>
                <a:gd name="T6" fmla="*/ 4350 w 4362"/>
                <a:gd name="T7" fmla="*/ 2310 h 4319"/>
                <a:gd name="T8" fmla="*/ 4326 w 4362"/>
                <a:gd name="T9" fmla="*/ 1756 h 4319"/>
                <a:gd name="T10" fmla="*/ 4194 w 4362"/>
                <a:gd name="T11" fmla="*/ 1763 h 4319"/>
                <a:gd name="T12" fmla="*/ 4147 w 4362"/>
                <a:gd name="T13" fmla="*/ 2693 h 4319"/>
                <a:gd name="T14" fmla="*/ 3151 w 4362"/>
                <a:gd name="T15" fmla="*/ 3925 h 4319"/>
                <a:gd name="T16" fmla="*/ 1681 w 4362"/>
                <a:gd name="T17" fmla="*/ 4089 h 4319"/>
                <a:gd name="T18" fmla="*/ 399 w 4362"/>
                <a:gd name="T19" fmla="*/ 3024 h 4319"/>
                <a:gd name="T20" fmla="*/ 252 w 4362"/>
                <a:gd name="T21" fmla="*/ 1689 h 4319"/>
                <a:gd name="T22" fmla="*/ 1083 w 4362"/>
                <a:gd name="T23" fmla="*/ 482 h 4319"/>
                <a:gd name="T24" fmla="*/ 2146 w 4362"/>
                <a:gd name="T25" fmla="*/ 132 h 4319"/>
                <a:gd name="T26" fmla="*/ 2102 w 4362"/>
                <a:gd name="T27" fmla="*/ 0 h 4319"/>
                <a:gd name="T28" fmla="*/ 560 w 4362"/>
                <a:gd name="T29" fmla="*/ 769 h 4319"/>
                <a:gd name="T30" fmla="*/ 77 w 4362"/>
                <a:gd name="T31" fmla="*/ 2415 h 4319"/>
                <a:gd name="T32" fmla="*/ 848 w 4362"/>
                <a:gd name="T33" fmla="*/ 3810 h 4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62" h="4319">
                  <a:moveTo>
                    <a:pt x="848" y="3810"/>
                  </a:moveTo>
                  <a:cubicBezTo>
                    <a:pt x="1209" y="4107"/>
                    <a:pt x="1669" y="4284"/>
                    <a:pt x="2136" y="4296"/>
                  </a:cubicBezTo>
                  <a:cubicBezTo>
                    <a:pt x="2677" y="4319"/>
                    <a:pt x="3222" y="4121"/>
                    <a:pt x="3627" y="3763"/>
                  </a:cubicBezTo>
                  <a:cubicBezTo>
                    <a:pt x="4047" y="3399"/>
                    <a:pt x="4316" y="2865"/>
                    <a:pt x="4350" y="2310"/>
                  </a:cubicBezTo>
                  <a:cubicBezTo>
                    <a:pt x="4362" y="2125"/>
                    <a:pt x="4350" y="1940"/>
                    <a:pt x="4326" y="1756"/>
                  </a:cubicBezTo>
                  <a:cubicBezTo>
                    <a:pt x="4282" y="1758"/>
                    <a:pt x="4238" y="1760"/>
                    <a:pt x="4194" y="1763"/>
                  </a:cubicBezTo>
                  <a:cubicBezTo>
                    <a:pt x="4233" y="2072"/>
                    <a:pt x="4241" y="2392"/>
                    <a:pt x="4147" y="2693"/>
                  </a:cubicBezTo>
                  <a:cubicBezTo>
                    <a:pt x="4001" y="3216"/>
                    <a:pt x="3632" y="3673"/>
                    <a:pt x="3151" y="3925"/>
                  </a:cubicBezTo>
                  <a:cubicBezTo>
                    <a:pt x="2706" y="4163"/>
                    <a:pt x="2167" y="4231"/>
                    <a:pt x="1681" y="4089"/>
                  </a:cubicBezTo>
                  <a:cubicBezTo>
                    <a:pt x="1127" y="3941"/>
                    <a:pt x="647" y="3541"/>
                    <a:pt x="399" y="3024"/>
                  </a:cubicBezTo>
                  <a:cubicBezTo>
                    <a:pt x="198" y="2614"/>
                    <a:pt x="145" y="2133"/>
                    <a:pt x="252" y="1689"/>
                  </a:cubicBezTo>
                  <a:cubicBezTo>
                    <a:pt x="361" y="1200"/>
                    <a:pt x="667" y="760"/>
                    <a:pt x="1083" y="482"/>
                  </a:cubicBezTo>
                  <a:cubicBezTo>
                    <a:pt x="1395" y="267"/>
                    <a:pt x="1770" y="152"/>
                    <a:pt x="2146" y="132"/>
                  </a:cubicBezTo>
                  <a:cubicBezTo>
                    <a:pt x="2132" y="88"/>
                    <a:pt x="2117" y="44"/>
                    <a:pt x="2102" y="0"/>
                  </a:cubicBezTo>
                  <a:cubicBezTo>
                    <a:pt x="1510" y="24"/>
                    <a:pt x="939" y="316"/>
                    <a:pt x="560" y="769"/>
                  </a:cubicBezTo>
                  <a:cubicBezTo>
                    <a:pt x="181" y="1220"/>
                    <a:pt x="0" y="1831"/>
                    <a:pt x="77" y="2415"/>
                  </a:cubicBezTo>
                  <a:cubicBezTo>
                    <a:pt x="143" y="2956"/>
                    <a:pt x="424" y="3468"/>
                    <a:pt x="848" y="38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 flipV="1">
              <a:off x="6341" y="2592"/>
              <a:ext cx="21" cy="46"/>
            </a:xfrm>
            <a:custGeom>
              <a:avLst/>
              <a:gdLst>
                <a:gd name="T0" fmla="*/ 2 w 93"/>
                <a:gd name="T1" fmla="*/ 200 h 202"/>
                <a:gd name="T2" fmla="*/ 91 w 93"/>
                <a:gd name="T3" fmla="*/ 202 h 202"/>
                <a:gd name="T4" fmla="*/ 93 w 93"/>
                <a:gd name="T5" fmla="*/ 1 h 202"/>
                <a:gd name="T6" fmla="*/ 0 w 93"/>
                <a:gd name="T7" fmla="*/ 0 h 202"/>
                <a:gd name="T8" fmla="*/ 2 w 93"/>
                <a:gd name="T9" fmla="*/ 2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202">
                  <a:moveTo>
                    <a:pt x="2" y="200"/>
                  </a:moveTo>
                  <a:cubicBezTo>
                    <a:pt x="32" y="201"/>
                    <a:pt x="61" y="202"/>
                    <a:pt x="91" y="202"/>
                  </a:cubicBezTo>
                  <a:cubicBezTo>
                    <a:pt x="92" y="135"/>
                    <a:pt x="92" y="68"/>
                    <a:pt x="93" y="1"/>
                  </a:cubicBezTo>
                  <a:cubicBezTo>
                    <a:pt x="62" y="0"/>
                    <a:pt x="31" y="0"/>
                    <a:pt x="0" y="0"/>
                  </a:cubicBezTo>
                  <a:cubicBezTo>
                    <a:pt x="1" y="66"/>
                    <a:pt x="2" y="133"/>
                    <a:pt x="2" y="2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 flipV="1">
              <a:off x="6135" y="2645"/>
              <a:ext cx="49" cy="71"/>
            </a:xfrm>
            <a:custGeom>
              <a:avLst/>
              <a:gdLst>
                <a:gd name="T0" fmla="*/ 48 w 217"/>
                <a:gd name="T1" fmla="*/ 313 h 313"/>
                <a:gd name="T2" fmla="*/ 217 w 217"/>
                <a:gd name="T3" fmla="*/ 41 h 313"/>
                <a:gd name="T4" fmla="*/ 135 w 217"/>
                <a:gd name="T5" fmla="*/ 0 h 313"/>
                <a:gd name="T6" fmla="*/ 0 w 217"/>
                <a:gd name="T7" fmla="*/ 278 h 313"/>
                <a:gd name="T8" fmla="*/ 48 w 217"/>
                <a:gd name="T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313">
                  <a:moveTo>
                    <a:pt x="48" y="313"/>
                  </a:moveTo>
                  <a:cubicBezTo>
                    <a:pt x="122" y="235"/>
                    <a:pt x="163" y="133"/>
                    <a:pt x="217" y="41"/>
                  </a:cubicBezTo>
                  <a:cubicBezTo>
                    <a:pt x="197" y="31"/>
                    <a:pt x="155" y="10"/>
                    <a:pt x="135" y="0"/>
                  </a:cubicBezTo>
                  <a:cubicBezTo>
                    <a:pt x="90" y="91"/>
                    <a:pt x="9" y="174"/>
                    <a:pt x="0" y="278"/>
                  </a:cubicBezTo>
                  <a:cubicBezTo>
                    <a:pt x="12" y="287"/>
                    <a:pt x="36" y="304"/>
                    <a:pt x="48" y="3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 flipV="1">
              <a:off x="6517" y="2644"/>
              <a:ext cx="55" cy="75"/>
            </a:xfrm>
            <a:custGeom>
              <a:avLst/>
              <a:gdLst>
                <a:gd name="T0" fmla="*/ 163 w 241"/>
                <a:gd name="T1" fmla="*/ 329 h 329"/>
                <a:gd name="T2" fmla="*/ 241 w 241"/>
                <a:gd name="T3" fmla="*/ 278 h 329"/>
                <a:gd name="T4" fmla="*/ 111 w 241"/>
                <a:gd name="T5" fmla="*/ 54 h 329"/>
                <a:gd name="T6" fmla="*/ 0 w 241"/>
                <a:gd name="T7" fmla="*/ 47 h 329"/>
                <a:gd name="T8" fmla="*/ 163 w 241"/>
                <a:gd name="T9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329">
                  <a:moveTo>
                    <a:pt x="163" y="329"/>
                  </a:moveTo>
                  <a:cubicBezTo>
                    <a:pt x="189" y="312"/>
                    <a:pt x="215" y="295"/>
                    <a:pt x="241" y="278"/>
                  </a:cubicBezTo>
                  <a:cubicBezTo>
                    <a:pt x="199" y="203"/>
                    <a:pt x="157" y="127"/>
                    <a:pt x="111" y="54"/>
                  </a:cubicBezTo>
                  <a:cubicBezTo>
                    <a:pt x="93" y="0"/>
                    <a:pt x="35" y="45"/>
                    <a:pt x="0" y="47"/>
                  </a:cubicBezTo>
                  <a:cubicBezTo>
                    <a:pt x="54" y="141"/>
                    <a:pt x="107" y="236"/>
                    <a:pt x="163" y="3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 flipV="1">
              <a:off x="6279" y="2662"/>
              <a:ext cx="45" cy="99"/>
            </a:xfrm>
            <a:custGeom>
              <a:avLst/>
              <a:gdLst>
                <a:gd name="T0" fmla="*/ 140 w 195"/>
                <a:gd name="T1" fmla="*/ 429 h 434"/>
                <a:gd name="T2" fmla="*/ 194 w 195"/>
                <a:gd name="T3" fmla="*/ 434 h 434"/>
                <a:gd name="T4" fmla="*/ 195 w 195"/>
                <a:gd name="T5" fmla="*/ 2 h 434"/>
                <a:gd name="T6" fmla="*/ 114 w 195"/>
                <a:gd name="T7" fmla="*/ 0 h 434"/>
                <a:gd name="T8" fmla="*/ 111 w 195"/>
                <a:gd name="T9" fmla="*/ 290 h 434"/>
                <a:gd name="T10" fmla="*/ 0 w 195"/>
                <a:gd name="T11" fmla="*/ 302 h 434"/>
                <a:gd name="T12" fmla="*/ 140 w 195"/>
                <a:gd name="T13" fmla="*/ 429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5" h="434">
                  <a:moveTo>
                    <a:pt x="140" y="429"/>
                  </a:moveTo>
                  <a:cubicBezTo>
                    <a:pt x="154" y="430"/>
                    <a:pt x="181" y="433"/>
                    <a:pt x="194" y="434"/>
                  </a:cubicBezTo>
                  <a:cubicBezTo>
                    <a:pt x="195" y="290"/>
                    <a:pt x="194" y="146"/>
                    <a:pt x="195" y="2"/>
                  </a:cubicBezTo>
                  <a:cubicBezTo>
                    <a:pt x="174" y="1"/>
                    <a:pt x="134" y="1"/>
                    <a:pt x="114" y="0"/>
                  </a:cubicBezTo>
                  <a:cubicBezTo>
                    <a:pt x="114" y="97"/>
                    <a:pt x="118" y="193"/>
                    <a:pt x="111" y="290"/>
                  </a:cubicBezTo>
                  <a:cubicBezTo>
                    <a:pt x="83" y="293"/>
                    <a:pt x="28" y="299"/>
                    <a:pt x="0" y="302"/>
                  </a:cubicBezTo>
                  <a:cubicBezTo>
                    <a:pt x="46" y="346"/>
                    <a:pt x="93" y="387"/>
                    <a:pt x="140" y="4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 flipV="1">
              <a:off x="6346" y="2647"/>
              <a:ext cx="78" cy="113"/>
            </a:xfrm>
            <a:custGeom>
              <a:avLst/>
              <a:gdLst>
                <a:gd name="T0" fmla="*/ 7 w 344"/>
                <a:gd name="T1" fmla="*/ 289 h 497"/>
                <a:gd name="T2" fmla="*/ 279 w 344"/>
                <a:gd name="T3" fmla="*/ 380 h 497"/>
                <a:gd name="T4" fmla="*/ 123 w 344"/>
                <a:gd name="T5" fmla="*/ 78 h 497"/>
                <a:gd name="T6" fmla="*/ 294 w 344"/>
                <a:gd name="T7" fmla="*/ 76 h 497"/>
                <a:gd name="T8" fmla="*/ 296 w 344"/>
                <a:gd name="T9" fmla="*/ 1 h 497"/>
                <a:gd name="T10" fmla="*/ 0 w 344"/>
                <a:gd name="T11" fmla="*/ 5 h 497"/>
                <a:gd name="T12" fmla="*/ 227 w 344"/>
                <a:gd name="T13" fmla="*/ 309 h 497"/>
                <a:gd name="T14" fmla="*/ 7 w 344"/>
                <a:gd name="T15" fmla="*/ 289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497">
                  <a:moveTo>
                    <a:pt x="7" y="289"/>
                  </a:moveTo>
                  <a:cubicBezTo>
                    <a:pt x="31" y="412"/>
                    <a:pt x="191" y="497"/>
                    <a:pt x="279" y="380"/>
                  </a:cubicBezTo>
                  <a:cubicBezTo>
                    <a:pt x="344" y="248"/>
                    <a:pt x="204" y="156"/>
                    <a:pt x="123" y="78"/>
                  </a:cubicBezTo>
                  <a:cubicBezTo>
                    <a:pt x="180" y="77"/>
                    <a:pt x="237" y="76"/>
                    <a:pt x="294" y="76"/>
                  </a:cubicBezTo>
                  <a:cubicBezTo>
                    <a:pt x="295" y="57"/>
                    <a:pt x="296" y="20"/>
                    <a:pt x="296" y="1"/>
                  </a:cubicBezTo>
                  <a:cubicBezTo>
                    <a:pt x="198" y="1"/>
                    <a:pt x="99" y="0"/>
                    <a:pt x="0" y="5"/>
                  </a:cubicBezTo>
                  <a:cubicBezTo>
                    <a:pt x="36" y="135"/>
                    <a:pt x="170" y="194"/>
                    <a:pt x="227" y="309"/>
                  </a:cubicBezTo>
                  <a:cubicBezTo>
                    <a:pt x="175" y="449"/>
                    <a:pt x="94" y="261"/>
                    <a:pt x="7" y="2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 flipV="1">
              <a:off x="5980" y="2797"/>
              <a:ext cx="70" cy="52"/>
            </a:xfrm>
            <a:custGeom>
              <a:avLst/>
              <a:gdLst>
                <a:gd name="T0" fmla="*/ 0 w 308"/>
                <a:gd name="T1" fmla="*/ 155 h 232"/>
                <a:gd name="T2" fmla="*/ 45 w 308"/>
                <a:gd name="T3" fmla="*/ 232 h 232"/>
                <a:gd name="T4" fmla="*/ 308 w 308"/>
                <a:gd name="T5" fmla="*/ 79 h 232"/>
                <a:gd name="T6" fmla="*/ 267 w 308"/>
                <a:gd name="T7" fmla="*/ 0 h 232"/>
                <a:gd name="T8" fmla="*/ 0 w 308"/>
                <a:gd name="T9" fmla="*/ 155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232">
                  <a:moveTo>
                    <a:pt x="0" y="155"/>
                  </a:moveTo>
                  <a:cubicBezTo>
                    <a:pt x="14" y="181"/>
                    <a:pt x="29" y="207"/>
                    <a:pt x="45" y="232"/>
                  </a:cubicBezTo>
                  <a:cubicBezTo>
                    <a:pt x="136" y="189"/>
                    <a:pt x="226" y="140"/>
                    <a:pt x="308" y="79"/>
                  </a:cubicBezTo>
                  <a:cubicBezTo>
                    <a:pt x="298" y="59"/>
                    <a:pt x="277" y="19"/>
                    <a:pt x="267" y="0"/>
                  </a:cubicBezTo>
                  <a:cubicBezTo>
                    <a:pt x="177" y="50"/>
                    <a:pt x="90" y="104"/>
                    <a:pt x="0" y="1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 flipV="1">
              <a:off x="6651" y="2795"/>
              <a:ext cx="75" cy="54"/>
            </a:xfrm>
            <a:custGeom>
              <a:avLst/>
              <a:gdLst>
                <a:gd name="T0" fmla="*/ 0 w 328"/>
                <a:gd name="T1" fmla="*/ 76 h 235"/>
                <a:gd name="T2" fmla="*/ 272 w 328"/>
                <a:gd name="T3" fmla="*/ 235 h 235"/>
                <a:gd name="T4" fmla="*/ 328 w 328"/>
                <a:gd name="T5" fmla="*/ 160 h 235"/>
                <a:gd name="T6" fmla="*/ 56 w 328"/>
                <a:gd name="T7" fmla="*/ 0 h 235"/>
                <a:gd name="T8" fmla="*/ 0 w 328"/>
                <a:gd name="T9" fmla="*/ 7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235">
                  <a:moveTo>
                    <a:pt x="0" y="76"/>
                  </a:moveTo>
                  <a:cubicBezTo>
                    <a:pt x="90" y="129"/>
                    <a:pt x="182" y="181"/>
                    <a:pt x="272" y="235"/>
                  </a:cubicBezTo>
                  <a:cubicBezTo>
                    <a:pt x="291" y="210"/>
                    <a:pt x="309" y="185"/>
                    <a:pt x="328" y="160"/>
                  </a:cubicBezTo>
                  <a:cubicBezTo>
                    <a:pt x="237" y="106"/>
                    <a:pt x="147" y="52"/>
                    <a:pt x="56" y="0"/>
                  </a:cubicBezTo>
                  <a:cubicBezTo>
                    <a:pt x="42" y="19"/>
                    <a:pt x="14" y="57"/>
                    <a:pt x="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 flipV="1">
              <a:off x="6184" y="2796"/>
              <a:ext cx="365" cy="441"/>
            </a:xfrm>
            <a:custGeom>
              <a:avLst/>
              <a:gdLst>
                <a:gd name="T0" fmla="*/ 655 w 1603"/>
                <a:gd name="T1" fmla="*/ 1935 h 1936"/>
                <a:gd name="T2" fmla="*/ 756 w 1603"/>
                <a:gd name="T3" fmla="*/ 1841 h 1936"/>
                <a:gd name="T4" fmla="*/ 700 w 1603"/>
                <a:gd name="T5" fmla="*/ 1929 h 1936"/>
                <a:gd name="T6" fmla="*/ 811 w 1603"/>
                <a:gd name="T7" fmla="*/ 1936 h 1936"/>
                <a:gd name="T8" fmla="*/ 812 w 1603"/>
                <a:gd name="T9" fmla="*/ 950 h 1936"/>
                <a:gd name="T10" fmla="*/ 1603 w 1603"/>
                <a:gd name="T11" fmla="*/ 94 h 1936"/>
                <a:gd name="T12" fmla="*/ 1603 w 1603"/>
                <a:gd name="T13" fmla="*/ 0 h 1936"/>
                <a:gd name="T14" fmla="*/ 747 w 1603"/>
                <a:gd name="T15" fmla="*/ 897 h 1936"/>
                <a:gd name="T16" fmla="*/ 0 w 1603"/>
                <a:gd name="T17" fmla="*/ 895 h 1936"/>
                <a:gd name="T18" fmla="*/ 1 w 1603"/>
                <a:gd name="T19" fmla="*/ 1041 h 1936"/>
                <a:gd name="T20" fmla="*/ 659 w 1603"/>
                <a:gd name="T21" fmla="*/ 1040 h 1936"/>
                <a:gd name="T22" fmla="*/ 655 w 1603"/>
                <a:gd name="T23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3" h="1936">
                  <a:moveTo>
                    <a:pt x="655" y="1935"/>
                  </a:moveTo>
                  <a:cubicBezTo>
                    <a:pt x="688" y="1904"/>
                    <a:pt x="721" y="1871"/>
                    <a:pt x="756" y="1841"/>
                  </a:cubicBezTo>
                  <a:cubicBezTo>
                    <a:pt x="738" y="1870"/>
                    <a:pt x="719" y="1900"/>
                    <a:pt x="700" y="1929"/>
                  </a:cubicBezTo>
                  <a:lnTo>
                    <a:pt x="811" y="1936"/>
                  </a:lnTo>
                  <a:cubicBezTo>
                    <a:pt x="811" y="1608"/>
                    <a:pt x="807" y="1279"/>
                    <a:pt x="812" y="950"/>
                  </a:cubicBezTo>
                  <a:cubicBezTo>
                    <a:pt x="1066" y="657"/>
                    <a:pt x="1347" y="385"/>
                    <a:pt x="1603" y="94"/>
                  </a:cubicBezTo>
                  <a:cubicBezTo>
                    <a:pt x="1603" y="70"/>
                    <a:pt x="1603" y="23"/>
                    <a:pt x="1603" y="0"/>
                  </a:cubicBezTo>
                  <a:cubicBezTo>
                    <a:pt x="1305" y="286"/>
                    <a:pt x="1035" y="601"/>
                    <a:pt x="747" y="897"/>
                  </a:cubicBezTo>
                  <a:cubicBezTo>
                    <a:pt x="498" y="892"/>
                    <a:pt x="249" y="896"/>
                    <a:pt x="0" y="895"/>
                  </a:cubicBezTo>
                  <a:cubicBezTo>
                    <a:pt x="0" y="943"/>
                    <a:pt x="0" y="992"/>
                    <a:pt x="1" y="1041"/>
                  </a:cubicBezTo>
                  <a:cubicBezTo>
                    <a:pt x="220" y="1040"/>
                    <a:pt x="439" y="1040"/>
                    <a:pt x="659" y="1040"/>
                  </a:cubicBezTo>
                  <a:cubicBezTo>
                    <a:pt x="655" y="1339"/>
                    <a:pt x="662" y="1637"/>
                    <a:pt x="655" y="19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 flipV="1">
              <a:off x="6941" y="2926"/>
              <a:ext cx="260" cy="279"/>
            </a:xfrm>
            <a:custGeom>
              <a:avLst/>
              <a:gdLst>
                <a:gd name="T0" fmla="*/ 356 w 1140"/>
                <a:gd name="T1" fmla="*/ 1072 h 1225"/>
                <a:gd name="T2" fmla="*/ 1108 w 1140"/>
                <a:gd name="T3" fmla="*/ 602 h 1225"/>
                <a:gd name="T4" fmla="*/ 553 w 1140"/>
                <a:gd name="T5" fmla="*/ 17 h 1225"/>
                <a:gd name="T6" fmla="*/ 12 w 1140"/>
                <a:gd name="T7" fmla="*/ 532 h 1225"/>
                <a:gd name="T8" fmla="*/ 356 w 1140"/>
                <a:gd name="T9" fmla="*/ 107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0" h="1225">
                  <a:moveTo>
                    <a:pt x="356" y="1072"/>
                  </a:moveTo>
                  <a:cubicBezTo>
                    <a:pt x="682" y="1225"/>
                    <a:pt x="1098" y="958"/>
                    <a:pt x="1108" y="602"/>
                  </a:cubicBezTo>
                  <a:cubicBezTo>
                    <a:pt x="1140" y="294"/>
                    <a:pt x="864" y="0"/>
                    <a:pt x="553" y="17"/>
                  </a:cubicBezTo>
                  <a:cubicBezTo>
                    <a:pt x="272" y="12"/>
                    <a:pt x="29" y="255"/>
                    <a:pt x="12" y="532"/>
                  </a:cubicBezTo>
                  <a:cubicBezTo>
                    <a:pt x="0" y="760"/>
                    <a:pt x="141" y="988"/>
                    <a:pt x="356" y="10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" name="Freeform 45"/>
            <p:cNvSpPr>
              <a:spLocks noEditPoints="1"/>
            </p:cNvSpPr>
            <p:nvPr/>
          </p:nvSpPr>
          <p:spPr bwMode="auto">
            <a:xfrm flipV="1">
              <a:off x="5992" y="2963"/>
              <a:ext cx="76" cy="114"/>
            </a:xfrm>
            <a:custGeom>
              <a:avLst/>
              <a:gdLst>
                <a:gd name="T0" fmla="*/ 44 w 332"/>
                <a:gd name="T1" fmla="*/ 372 h 500"/>
                <a:gd name="T2" fmla="*/ 306 w 332"/>
                <a:gd name="T3" fmla="*/ 355 h 500"/>
                <a:gd name="T4" fmla="*/ 200 w 332"/>
                <a:gd name="T5" fmla="*/ 27 h 500"/>
                <a:gd name="T6" fmla="*/ 28 w 332"/>
                <a:gd name="T7" fmla="*/ 163 h 500"/>
                <a:gd name="T8" fmla="*/ 168 w 332"/>
                <a:gd name="T9" fmla="*/ 79 h 500"/>
                <a:gd name="T10" fmla="*/ 242 w 332"/>
                <a:gd name="T11" fmla="*/ 197 h 500"/>
                <a:gd name="T12" fmla="*/ 156 w 332"/>
                <a:gd name="T13" fmla="*/ 166 h 500"/>
                <a:gd name="T14" fmla="*/ 44 w 332"/>
                <a:gd name="T15" fmla="*/ 372 h 500"/>
                <a:gd name="T16" fmla="*/ 115 w 332"/>
                <a:gd name="T17" fmla="*/ 280 h 500"/>
                <a:gd name="T18" fmla="*/ 227 w 332"/>
                <a:gd name="T19" fmla="*/ 260 h 500"/>
                <a:gd name="T20" fmla="*/ 164 w 332"/>
                <a:gd name="T21" fmla="*/ 420 h 500"/>
                <a:gd name="T22" fmla="*/ 115 w 332"/>
                <a:gd name="T23" fmla="*/ 28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2" h="500">
                  <a:moveTo>
                    <a:pt x="44" y="372"/>
                  </a:moveTo>
                  <a:cubicBezTo>
                    <a:pt x="75" y="500"/>
                    <a:pt x="290" y="486"/>
                    <a:pt x="306" y="355"/>
                  </a:cubicBezTo>
                  <a:cubicBezTo>
                    <a:pt x="331" y="243"/>
                    <a:pt x="332" y="72"/>
                    <a:pt x="200" y="27"/>
                  </a:cubicBezTo>
                  <a:cubicBezTo>
                    <a:pt x="106" y="0"/>
                    <a:pt x="50" y="86"/>
                    <a:pt x="28" y="163"/>
                  </a:cubicBezTo>
                  <a:cubicBezTo>
                    <a:pt x="85" y="152"/>
                    <a:pt x="131" y="124"/>
                    <a:pt x="168" y="79"/>
                  </a:cubicBezTo>
                  <a:cubicBezTo>
                    <a:pt x="201" y="112"/>
                    <a:pt x="225" y="153"/>
                    <a:pt x="242" y="197"/>
                  </a:cubicBezTo>
                  <a:cubicBezTo>
                    <a:pt x="221" y="189"/>
                    <a:pt x="178" y="173"/>
                    <a:pt x="156" y="166"/>
                  </a:cubicBezTo>
                  <a:cubicBezTo>
                    <a:pt x="77" y="199"/>
                    <a:pt x="0" y="280"/>
                    <a:pt x="44" y="372"/>
                  </a:cubicBezTo>
                  <a:moveTo>
                    <a:pt x="115" y="280"/>
                  </a:moveTo>
                  <a:cubicBezTo>
                    <a:pt x="145" y="237"/>
                    <a:pt x="182" y="231"/>
                    <a:pt x="227" y="260"/>
                  </a:cubicBezTo>
                  <a:cubicBezTo>
                    <a:pt x="246" y="324"/>
                    <a:pt x="213" y="382"/>
                    <a:pt x="164" y="420"/>
                  </a:cubicBezTo>
                  <a:cubicBezTo>
                    <a:pt x="141" y="377"/>
                    <a:pt x="96" y="334"/>
                    <a:pt x="115" y="2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 flipV="1">
              <a:off x="6636" y="2967"/>
              <a:ext cx="72" cy="110"/>
            </a:xfrm>
            <a:custGeom>
              <a:avLst/>
              <a:gdLst>
                <a:gd name="T0" fmla="*/ 14 w 315"/>
                <a:gd name="T1" fmla="*/ 319 h 482"/>
                <a:gd name="T2" fmla="*/ 164 w 315"/>
                <a:gd name="T3" fmla="*/ 460 h 482"/>
                <a:gd name="T4" fmla="*/ 262 w 315"/>
                <a:gd name="T5" fmla="*/ 273 h 482"/>
                <a:gd name="T6" fmla="*/ 197 w 315"/>
                <a:gd name="T7" fmla="*/ 31 h 482"/>
                <a:gd name="T8" fmla="*/ 0 w 315"/>
                <a:gd name="T9" fmla="*/ 146 h 482"/>
                <a:gd name="T10" fmla="*/ 71 w 315"/>
                <a:gd name="T11" fmla="*/ 172 h 482"/>
                <a:gd name="T12" fmla="*/ 163 w 315"/>
                <a:gd name="T13" fmla="*/ 71 h 482"/>
                <a:gd name="T14" fmla="*/ 216 w 315"/>
                <a:gd name="T15" fmla="*/ 193 h 482"/>
                <a:gd name="T16" fmla="*/ 101 w 315"/>
                <a:gd name="T17" fmla="*/ 249 h 482"/>
                <a:gd name="T18" fmla="*/ 209 w 315"/>
                <a:gd name="T19" fmla="*/ 332 h 482"/>
                <a:gd name="T20" fmla="*/ 164 w 315"/>
                <a:gd name="T21" fmla="*/ 403 h 482"/>
                <a:gd name="T22" fmla="*/ 14 w 315"/>
                <a:gd name="T23" fmla="*/ 319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5" h="482">
                  <a:moveTo>
                    <a:pt x="14" y="319"/>
                  </a:moveTo>
                  <a:cubicBezTo>
                    <a:pt x="30" y="394"/>
                    <a:pt x="69" y="482"/>
                    <a:pt x="164" y="460"/>
                  </a:cubicBezTo>
                  <a:cubicBezTo>
                    <a:pt x="272" y="475"/>
                    <a:pt x="298" y="352"/>
                    <a:pt x="262" y="273"/>
                  </a:cubicBezTo>
                  <a:cubicBezTo>
                    <a:pt x="308" y="191"/>
                    <a:pt x="315" y="52"/>
                    <a:pt x="197" y="31"/>
                  </a:cubicBezTo>
                  <a:cubicBezTo>
                    <a:pt x="105" y="0"/>
                    <a:pt x="42" y="77"/>
                    <a:pt x="0" y="146"/>
                  </a:cubicBezTo>
                  <a:cubicBezTo>
                    <a:pt x="18" y="153"/>
                    <a:pt x="53" y="165"/>
                    <a:pt x="71" y="172"/>
                  </a:cubicBezTo>
                  <a:cubicBezTo>
                    <a:pt x="101" y="137"/>
                    <a:pt x="132" y="104"/>
                    <a:pt x="163" y="71"/>
                  </a:cubicBezTo>
                  <a:cubicBezTo>
                    <a:pt x="184" y="109"/>
                    <a:pt x="245" y="142"/>
                    <a:pt x="216" y="193"/>
                  </a:cubicBezTo>
                  <a:cubicBezTo>
                    <a:pt x="178" y="212"/>
                    <a:pt x="140" y="231"/>
                    <a:pt x="101" y="249"/>
                  </a:cubicBezTo>
                  <a:cubicBezTo>
                    <a:pt x="133" y="282"/>
                    <a:pt x="171" y="307"/>
                    <a:pt x="209" y="332"/>
                  </a:cubicBezTo>
                  <a:cubicBezTo>
                    <a:pt x="197" y="350"/>
                    <a:pt x="175" y="385"/>
                    <a:pt x="164" y="403"/>
                  </a:cubicBezTo>
                  <a:cubicBezTo>
                    <a:pt x="116" y="373"/>
                    <a:pt x="70" y="336"/>
                    <a:pt x="14" y="3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 flipV="1">
              <a:off x="5928" y="3005"/>
              <a:ext cx="44" cy="24"/>
            </a:xfrm>
            <a:custGeom>
              <a:avLst/>
              <a:gdLst>
                <a:gd name="T0" fmla="*/ 0 w 195"/>
                <a:gd name="T1" fmla="*/ 102 h 103"/>
                <a:gd name="T2" fmla="*/ 195 w 195"/>
                <a:gd name="T3" fmla="*/ 103 h 103"/>
                <a:gd name="T4" fmla="*/ 188 w 195"/>
                <a:gd name="T5" fmla="*/ 0 h 103"/>
                <a:gd name="T6" fmla="*/ 7 w 195"/>
                <a:gd name="T7" fmla="*/ 0 h 103"/>
                <a:gd name="T8" fmla="*/ 0 w 195"/>
                <a:gd name="T9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03">
                  <a:moveTo>
                    <a:pt x="0" y="102"/>
                  </a:moveTo>
                  <a:cubicBezTo>
                    <a:pt x="65" y="103"/>
                    <a:pt x="130" y="103"/>
                    <a:pt x="195" y="103"/>
                  </a:cubicBezTo>
                  <a:cubicBezTo>
                    <a:pt x="193" y="77"/>
                    <a:pt x="190" y="26"/>
                    <a:pt x="188" y="0"/>
                  </a:cubicBezTo>
                  <a:cubicBezTo>
                    <a:pt x="128" y="0"/>
                    <a:pt x="68" y="0"/>
                    <a:pt x="7" y="0"/>
                  </a:cubicBezTo>
                  <a:cubicBezTo>
                    <a:pt x="5" y="34"/>
                    <a:pt x="2" y="68"/>
                    <a:pt x="0" y="10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 flipV="1">
              <a:off x="6730" y="3005"/>
              <a:ext cx="47" cy="22"/>
            </a:xfrm>
            <a:custGeom>
              <a:avLst/>
              <a:gdLst>
                <a:gd name="T0" fmla="*/ 1 w 207"/>
                <a:gd name="T1" fmla="*/ 95 h 95"/>
                <a:gd name="T2" fmla="*/ 207 w 207"/>
                <a:gd name="T3" fmla="*/ 95 h 95"/>
                <a:gd name="T4" fmla="*/ 207 w 207"/>
                <a:gd name="T5" fmla="*/ 0 h 95"/>
                <a:gd name="T6" fmla="*/ 0 w 207"/>
                <a:gd name="T7" fmla="*/ 0 h 95"/>
                <a:gd name="T8" fmla="*/ 1 w 207"/>
                <a:gd name="T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95">
                  <a:moveTo>
                    <a:pt x="1" y="95"/>
                  </a:moveTo>
                  <a:cubicBezTo>
                    <a:pt x="70" y="95"/>
                    <a:pt x="138" y="95"/>
                    <a:pt x="207" y="95"/>
                  </a:cubicBezTo>
                  <a:cubicBezTo>
                    <a:pt x="207" y="71"/>
                    <a:pt x="207" y="24"/>
                    <a:pt x="207" y="0"/>
                  </a:cubicBezTo>
                  <a:cubicBezTo>
                    <a:pt x="138" y="0"/>
                    <a:pt x="69" y="0"/>
                    <a:pt x="0" y="0"/>
                  </a:cubicBezTo>
                  <a:cubicBezTo>
                    <a:pt x="1" y="24"/>
                    <a:pt x="1" y="71"/>
                    <a:pt x="1" y="9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" name="Freeform 49"/>
            <p:cNvSpPr>
              <a:spLocks noEditPoints="1"/>
            </p:cNvSpPr>
            <p:nvPr/>
          </p:nvSpPr>
          <p:spPr bwMode="auto">
            <a:xfrm flipV="1">
              <a:off x="6336" y="3105"/>
              <a:ext cx="839" cy="971"/>
            </a:xfrm>
            <a:custGeom>
              <a:avLst/>
              <a:gdLst>
                <a:gd name="T0" fmla="*/ 1547 w 3681"/>
                <a:gd name="T1" fmla="*/ 4156 h 4263"/>
                <a:gd name="T2" fmla="*/ 2671 w 3681"/>
                <a:gd name="T3" fmla="*/ 3999 h 4263"/>
                <a:gd name="T4" fmla="*/ 2822 w 3681"/>
                <a:gd name="T5" fmla="*/ 3475 h 4263"/>
                <a:gd name="T6" fmla="*/ 2594 w 3681"/>
                <a:gd name="T7" fmla="*/ 3814 h 4263"/>
                <a:gd name="T8" fmla="*/ 2193 w 3681"/>
                <a:gd name="T9" fmla="*/ 3776 h 4263"/>
                <a:gd name="T10" fmla="*/ 2259 w 3681"/>
                <a:gd name="T11" fmla="*/ 3424 h 4263"/>
                <a:gd name="T12" fmla="*/ 2309 w 3681"/>
                <a:gd name="T13" fmla="*/ 3339 h 4263"/>
                <a:gd name="T14" fmla="*/ 2566 w 3681"/>
                <a:gd name="T15" fmla="*/ 3051 h 4263"/>
                <a:gd name="T16" fmla="*/ 2334 w 3681"/>
                <a:gd name="T17" fmla="*/ 2438 h 4263"/>
                <a:gd name="T18" fmla="*/ 3385 w 3681"/>
                <a:gd name="T19" fmla="*/ 1851 h 4263"/>
                <a:gd name="T20" fmla="*/ 3635 w 3681"/>
                <a:gd name="T21" fmla="*/ 683 h 4263"/>
                <a:gd name="T22" fmla="*/ 3233 w 3681"/>
                <a:gd name="T23" fmla="*/ 432 h 4263"/>
                <a:gd name="T24" fmla="*/ 3028 w 3681"/>
                <a:gd name="T25" fmla="*/ 757 h 4263"/>
                <a:gd name="T26" fmla="*/ 2857 w 3681"/>
                <a:gd name="T27" fmla="*/ 1535 h 4263"/>
                <a:gd name="T28" fmla="*/ 2236 w 3681"/>
                <a:gd name="T29" fmla="*/ 1844 h 4263"/>
                <a:gd name="T30" fmla="*/ 1858 w 3681"/>
                <a:gd name="T31" fmla="*/ 655 h 4263"/>
                <a:gd name="T32" fmla="*/ 1086 w 3681"/>
                <a:gd name="T33" fmla="*/ 83 h 4263"/>
                <a:gd name="T34" fmla="*/ 674 w 3681"/>
                <a:gd name="T35" fmla="*/ 369 h 4263"/>
                <a:gd name="T36" fmla="*/ 876 w 3681"/>
                <a:gd name="T37" fmla="*/ 659 h 4263"/>
                <a:gd name="T38" fmla="*/ 1531 w 3681"/>
                <a:gd name="T39" fmla="*/ 1263 h 4263"/>
                <a:gd name="T40" fmla="*/ 1521 w 3681"/>
                <a:gd name="T41" fmla="*/ 2178 h 4263"/>
                <a:gd name="T42" fmla="*/ 1464 w 3681"/>
                <a:gd name="T43" fmla="*/ 2449 h 4263"/>
                <a:gd name="T44" fmla="*/ 1973 w 3681"/>
                <a:gd name="T45" fmla="*/ 3818 h 4263"/>
                <a:gd name="T46" fmla="*/ 1532 w 3681"/>
                <a:gd name="T47" fmla="*/ 3704 h 4263"/>
                <a:gd name="T48" fmla="*/ 1208 w 3681"/>
                <a:gd name="T49" fmla="*/ 3250 h 4263"/>
                <a:gd name="T50" fmla="*/ 1303 w 3681"/>
                <a:gd name="T51" fmla="*/ 3192 h 4263"/>
                <a:gd name="T52" fmla="*/ 1208 w 3681"/>
                <a:gd name="T53" fmla="*/ 2969 h 4263"/>
                <a:gd name="T54" fmla="*/ 1480 w 3681"/>
                <a:gd name="T55" fmla="*/ 2854 h 4263"/>
                <a:gd name="T56" fmla="*/ 1120 w 3681"/>
                <a:gd name="T57" fmla="*/ 1978 h 4263"/>
                <a:gd name="T58" fmla="*/ 0 w 3681"/>
                <a:gd name="T59" fmla="*/ 2442 h 4263"/>
                <a:gd name="T60" fmla="*/ 368 w 3681"/>
                <a:gd name="T61" fmla="*/ 3323 h 4263"/>
                <a:gd name="T62" fmla="*/ 641 w 3681"/>
                <a:gd name="T63" fmla="*/ 3198 h 4263"/>
                <a:gd name="T64" fmla="*/ 738 w 3681"/>
                <a:gd name="T65" fmla="*/ 3442 h 4263"/>
                <a:gd name="T66" fmla="*/ 845 w 3681"/>
                <a:gd name="T67" fmla="*/ 3391 h 4263"/>
                <a:gd name="T68" fmla="*/ 1421 w 3681"/>
                <a:gd name="T69" fmla="*/ 4097 h 4263"/>
                <a:gd name="T70" fmla="*/ 1530 w 3681"/>
                <a:gd name="T71" fmla="*/ 4085 h 4263"/>
                <a:gd name="T72" fmla="*/ 1547 w 3681"/>
                <a:gd name="T73" fmla="*/ 4156 h 4263"/>
                <a:gd name="T74" fmla="*/ 783 w 3681"/>
                <a:gd name="T75" fmla="*/ 3331 h 4263"/>
                <a:gd name="T76" fmla="*/ 709 w 3681"/>
                <a:gd name="T77" fmla="*/ 3177 h 4263"/>
                <a:gd name="T78" fmla="*/ 1134 w 3681"/>
                <a:gd name="T79" fmla="*/ 2994 h 4263"/>
                <a:gd name="T80" fmla="*/ 1209 w 3681"/>
                <a:gd name="T81" fmla="*/ 3178 h 4263"/>
                <a:gd name="T82" fmla="*/ 928 w 3681"/>
                <a:gd name="T83" fmla="*/ 3170 h 4263"/>
                <a:gd name="T84" fmla="*/ 783 w 3681"/>
                <a:gd name="T85" fmla="*/ 3331 h 4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1" h="4263">
                  <a:moveTo>
                    <a:pt x="1547" y="4156"/>
                  </a:moveTo>
                  <a:cubicBezTo>
                    <a:pt x="1922" y="4263"/>
                    <a:pt x="2340" y="4203"/>
                    <a:pt x="2671" y="3999"/>
                  </a:cubicBezTo>
                  <a:cubicBezTo>
                    <a:pt x="2838" y="3881"/>
                    <a:pt x="2813" y="3654"/>
                    <a:pt x="2822" y="3475"/>
                  </a:cubicBezTo>
                  <a:cubicBezTo>
                    <a:pt x="2724" y="3573"/>
                    <a:pt x="2666" y="3698"/>
                    <a:pt x="2594" y="3814"/>
                  </a:cubicBezTo>
                  <a:cubicBezTo>
                    <a:pt x="2497" y="3953"/>
                    <a:pt x="2265" y="3926"/>
                    <a:pt x="2193" y="3776"/>
                  </a:cubicBezTo>
                  <a:cubicBezTo>
                    <a:pt x="2114" y="3658"/>
                    <a:pt x="2200" y="3528"/>
                    <a:pt x="2259" y="3424"/>
                  </a:cubicBezTo>
                  <a:cubicBezTo>
                    <a:pt x="2205" y="3382"/>
                    <a:pt x="2257" y="3335"/>
                    <a:pt x="2309" y="3339"/>
                  </a:cubicBezTo>
                  <a:cubicBezTo>
                    <a:pt x="2381" y="3231"/>
                    <a:pt x="2473" y="3140"/>
                    <a:pt x="2566" y="3051"/>
                  </a:cubicBezTo>
                  <a:cubicBezTo>
                    <a:pt x="2474" y="2853"/>
                    <a:pt x="2394" y="2649"/>
                    <a:pt x="2334" y="2438"/>
                  </a:cubicBezTo>
                  <a:cubicBezTo>
                    <a:pt x="2741" y="2389"/>
                    <a:pt x="3146" y="2193"/>
                    <a:pt x="3385" y="1851"/>
                  </a:cubicBezTo>
                  <a:cubicBezTo>
                    <a:pt x="3621" y="1515"/>
                    <a:pt x="3681" y="1083"/>
                    <a:pt x="3635" y="683"/>
                  </a:cubicBezTo>
                  <a:cubicBezTo>
                    <a:pt x="3620" y="496"/>
                    <a:pt x="3407" y="364"/>
                    <a:pt x="3233" y="432"/>
                  </a:cubicBezTo>
                  <a:cubicBezTo>
                    <a:pt x="3096" y="469"/>
                    <a:pt x="3012" y="621"/>
                    <a:pt x="3028" y="757"/>
                  </a:cubicBezTo>
                  <a:cubicBezTo>
                    <a:pt x="3054" y="1023"/>
                    <a:pt x="3033" y="1320"/>
                    <a:pt x="2857" y="1535"/>
                  </a:cubicBezTo>
                  <a:cubicBezTo>
                    <a:pt x="2706" y="1724"/>
                    <a:pt x="2464" y="1802"/>
                    <a:pt x="2236" y="1844"/>
                  </a:cubicBezTo>
                  <a:cubicBezTo>
                    <a:pt x="2271" y="1418"/>
                    <a:pt x="2140" y="978"/>
                    <a:pt x="1858" y="655"/>
                  </a:cubicBezTo>
                  <a:cubicBezTo>
                    <a:pt x="1647" y="411"/>
                    <a:pt x="1378" y="218"/>
                    <a:pt x="1086" y="83"/>
                  </a:cubicBezTo>
                  <a:cubicBezTo>
                    <a:pt x="898" y="0"/>
                    <a:pt x="654" y="160"/>
                    <a:pt x="674" y="369"/>
                  </a:cubicBezTo>
                  <a:cubicBezTo>
                    <a:pt x="660" y="502"/>
                    <a:pt x="765" y="606"/>
                    <a:pt x="876" y="659"/>
                  </a:cubicBezTo>
                  <a:cubicBezTo>
                    <a:pt x="1143" y="795"/>
                    <a:pt x="1394" y="989"/>
                    <a:pt x="1531" y="1263"/>
                  </a:cubicBezTo>
                  <a:cubicBezTo>
                    <a:pt x="1674" y="1547"/>
                    <a:pt x="1649" y="1892"/>
                    <a:pt x="1521" y="2178"/>
                  </a:cubicBezTo>
                  <a:cubicBezTo>
                    <a:pt x="1481" y="2262"/>
                    <a:pt x="1458" y="2355"/>
                    <a:pt x="1464" y="2449"/>
                  </a:cubicBezTo>
                  <a:cubicBezTo>
                    <a:pt x="1501" y="2942"/>
                    <a:pt x="1684" y="3418"/>
                    <a:pt x="1973" y="3818"/>
                  </a:cubicBezTo>
                  <a:cubicBezTo>
                    <a:pt x="1820" y="3822"/>
                    <a:pt x="1659" y="3796"/>
                    <a:pt x="1532" y="3704"/>
                  </a:cubicBezTo>
                  <a:cubicBezTo>
                    <a:pt x="1375" y="3595"/>
                    <a:pt x="1285" y="3419"/>
                    <a:pt x="1208" y="3250"/>
                  </a:cubicBezTo>
                  <a:cubicBezTo>
                    <a:pt x="1239" y="3231"/>
                    <a:pt x="1271" y="3211"/>
                    <a:pt x="1303" y="3192"/>
                  </a:cubicBezTo>
                  <a:cubicBezTo>
                    <a:pt x="1270" y="3119"/>
                    <a:pt x="1239" y="3044"/>
                    <a:pt x="1208" y="2969"/>
                  </a:cubicBezTo>
                  <a:cubicBezTo>
                    <a:pt x="1298" y="2930"/>
                    <a:pt x="1388" y="2891"/>
                    <a:pt x="1480" y="2854"/>
                  </a:cubicBezTo>
                  <a:cubicBezTo>
                    <a:pt x="1368" y="2559"/>
                    <a:pt x="1238" y="2271"/>
                    <a:pt x="1120" y="1978"/>
                  </a:cubicBezTo>
                  <a:cubicBezTo>
                    <a:pt x="747" y="2133"/>
                    <a:pt x="376" y="2295"/>
                    <a:pt x="0" y="2442"/>
                  </a:cubicBezTo>
                  <a:cubicBezTo>
                    <a:pt x="128" y="2733"/>
                    <a:pt x="242" y="3031"/>
                    <a:pt x="368" y="3323"/>
                  </a:cubicBezTo>
                  <a:cubicBezTo>
                    <a:pt x="458" y="3280"/>
                    <a:pt x="550" y="3240"/>
                    <a:pt x="641" y="3198"/>
                  </a:cubicBezTo>
                  <a:cubicBezTo>
                    <a:pt x="674" y="3279"/>
                    <a:pt x="706" y="3361"/>
                    <a:pt x="738" y="3442"/>
                  </a:cubicBezTo>
                  <a:cubicBezTo>
                    <a:pt x="773" y="3425"/>
                    <a:pt x="809" y="3408"/>
                    <a:pt x="845" y="3391"/>
                  </a:cubicBezTo>
                  <a:cubicBezTo>
                    <a:pt x="953" y="3680"/>
                    <a:pt x="1144" y="3949"/>
                    <a:pt x="1421" y="4097"/>
                  </a:cubicBezTo>
                  <a:cubicBezTo>
                    <a:pt x="1456" y="4144"/>
                    <a:pt x="1495" y="4098"/>
                    <a:pt x="1530" y="4085"/>
                  </a:cubicBezTo>
                  <a:cubicBezTo>
                    <a:pt x="1534" y="4103"/>
                    <a:pt x="1543" y="4139"/>
                    <a:pt x="1547" y="4156"/>
                  </a:cubicBezTo>
                  <a:moveTo>
                    <a:pt x="783" y="3331"/>
                  </a:moveTo>
                  <a:cubicBezTo>
                    <a:pt x="756" y="3281"/>
                    <a:pt x="733" y="3228"/>
                    <a:pt x="709" y="3177"/>
                  </a:cubicBezTo>
                  <a:cubicBezTo>
                    <a:pt x="850" y="3115"/>
                    <a:pt x="996" y="3063"/>
                    <a:pt x="1134" y="2994"/>
                  </a:cubicBezTo>
                  <a:cubicBezTo>
                    <a:pt x="1160" y="3055"/>
                    <a:pt x="1186" y="3116"/>
                    <a:pt x="1209" y="3178"/>
                  </a:cubicBezTo>
                  <a:cubicBezTo>
                    <a:pt x="1118" y="3161"/>
                    <a:pt x="1013" y="3097"/>
                    <a:pt x="928" y="3170"/>
                  </a:cubicBezTo>
                  <a:cubicBezTo>
                    <a:pt x="855" y="3201"/>
                    <a:pt x="865" y="3320"/>
                    <a:pt x="783" y="33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 flipV="1">
              <a:off x="5981" y="3184"/>
              <a:ext cx="70" cy="54"/>
            </a:xfrm>
            <a:custGeom>
              <a:avLst/>
              <a:gdLst>
                <a:gd name="T0" fmla="*/ 0 w 305"/>
                <a:gd name="T1" fmla="*/ 90 h 240"/>
                <a:gd name="T2" fmla="*/ 258 w 305"/>
                <a:gd name="T3" fmla="*/ 240 h 240"/>
                <a:gd name="T4" fmla="*/ 305 w 305"/>
                <a:gd name="T5" fmla="*/ 155 h 240"/>
                <a:gd name="T6" fmla="*/ 32 w 305"/>
                <a:gd name="T7" fmla="*/ 0 h 240"/>
                <a:gd name="T8" fmla="*/ 0 w 305"/>
                <a:gd name="T9" fmla="*/ 9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240">
                  <a:moveTo>
                    <a:pt x="0" y="90"/>
                  </a:moveTo>
                  <a:cubicBezTo>
                    <a:pt x="87" y="138"/>
                    <a:pt x="172" y="190"/>
                    <a:pt x="258" y="240"/>
                  </a:cubicBezTo>
                  <a:cubicBezTo>
                    <a:pt x="274" y="212"/>
                    <a:pt x="290" y="183"/>
                    <a:pt x="305" y="155"/>
                  </a:cubicBezTo>
                  <a:cubicBezTo>
                    <a:pt x="214" y="104"/>
                    <a:pt x="123" y="52"/>
                    <a:pt x="32" y="0"/>
                  </a:cubicBezTo>
                  <a:cubicBezTo>
                    <a:pt x="21" y="30"/>
                    <a:pt x="10" y="60"/>
                    <a:pt x="0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 flipV="1">
              <a:off x="6833" y="3194"/>
              <a:ext cx="442" cy="256"/>
            </a:xfrm>
            <a:custGeom>
              <a:avLst/>
              <a:gdLst>
                <a:gd name="T0" fmla="*/ 116 w 1936"/>
                <a:gd name="T1" fmla="*/ 1072 h 1124"/>
                <a:gd name="T2" fmla="*/ 362 w 1936"/>
                <a:gd name="T3" fmla="*/ 1047 h 1124"/>
                <a:gd name="T4" fmla="*/ 510 w 1936"/>
                <a:gd name="T5" fmla="*/ 812 h 1124"/>
                <a:gd name="T6" fmla="*/ 1059 w 1936"/>
                <a:gd name="T7" fmla="*/ 467 h 1124"/>
                <a:gd name="T8" fmla="*/ 1606 w 1936"/>
                <a:gd name="T9" fmla="*/ 672 h 1124"/>
                <a:gd name="T10" fmla="*/ 1864 w 1936"/>
                <a:gd name="T11" fmla="*/ 640 h 1124"/>
                <a:gd name="T12" fmla="*/ 1841 w 1936"/>
                <a:gd name="T13" fmla="*/ 364 h 1124"/>
                <a:gd name="T14" fmla="*/ 743 w 1936"/>
                <a:gd name="T15" fmla="*/ 137 h 1124"/>
                <a:gd name="T16" fmla="*/ 47 w 1936"/>
                <a:gd name="T17" fmla="*/ 835 h 1124"/>
                <a:gd name="T18" fmla="*/ 116 w 1936"/>
                <a:gd name="T19" fmla="*/ 1072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6" h="1124">
                  <a:moveTo>
                    <a:pt x="116" y="1072"/>
                  </a:moveTo>
                  <a:cubicBezTo>
                    <a:pt x="187" y="1124"/>
                    <a:pt x="304" y="1118"/>
                    <a:pt x="362" y="1047"/>
                  </a:cubicBezTo>
                  <a:cubicBezTo>
                    <a:pt x="423" y="977"/>
                    <a:pt x="455" y="887"/>
                    <a:pt x="510" y="812"/>
                  </a:cubicBezTo>
                  <a:cubicBezTo>
                    <a:pt x="635" y="629"/>
                    <a:pt x="832" y="480"/>
                    <a:pt x="1059" y="467"/>
                  </a:cubicBezTo>
                  <a:cubicBezTo>
                    <a:pt x="1260" y="467"/>
                    <a:pt x="1442" y="566"/>
                    <a:pt x="1606" y="672"/>
                  </a:cubicBezTo>
                  <a:cubicBezTo>
                    <a:pt x="1683" y="726"/>
                    <a:pt x="1804" y="717"/>
                    <a:pt x="1864" y="640"/>
                  </a:cubicBezTo>
                  <a:cubicBezTo>
                    <a:pt x="1936" y="564"/>
                    <a:pt x="1928" y="426"/>
                    <a:pt x="1841" y="364"/>
                  </a:cubicBezTo>
                  <a:cubicBezTo>
                    <a:pt x="1537" y="127"/>
                    <a:pt x="1117" y="0"/>
                    <a:pt x="743" y="137"/>
                  </a:cubicBezTo>
                  <a:cubicBezTo>
                    <a:pt x="428" y="262"/>
                    <a:pt x="185" y="531"/>
                    <a:pt x="47" y="835"/>
                  </a:cubicBezTo>
                  <a:cubicBezTo>
                    <a:pt x="0" y="917"/>
                    <a:pt x="43" y="1022"/>
                    <a:pt x="116" y="10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" name="Freeform 52"/>
            <p:cNvSpPr>
              <a:spLocks noEditPoints="1"/>
            </p:cNvSpPr>
            <p:nvPr/>
          </p:nvSpPr>
          <p:spPr bwMode="auto">
            <a:xfrm flipV="1">
              <a:off x="6318" y="3267"/>
              <a:ext cx="70" cy="112"/>
            </a:xfrm>
            <a:custGeom>
              <a:avLst/>
              <a:gdLst>
                <a:gd name="T0" fmla="*/ 31 w 310"/>
                <a:gd name="T1" fmla="*/ 119 h 492"/>
                <a:gd name="T2" fmla="*/ 110 w 310"/>
                <a:gd name="T3" fmla="*/ 457 h 492"/>
                <a:gd name="T4" fmla="*/ 294 w 310"/>
                <a:gd name="T5" fmla="*/ 325 h 492"/>
                <a:gd name="T6" fmla="*/ 141 w 310"/>
                <a:gd name="T7" fmla="*/ 401 h 492"/>
                <a:gd name="T8" fmla="*/ 92 w 310"/>
                <a:gd name="T9" fmla="*/ 314 h 492"/>
                <a:gd name="T10" fmla="*/ 214 w 310"/>
                <a:gd name="T11" fmla="*/ 309 h 492"/>
                <a:gd name="T12" fmla="*/ 265 w 310"/>
                <a:gd name="T13" fmla="*/ 70 h 492"/>
                <a:gd name="T14" fmla="*/ 31 w 310"/>
                <a:gd name="T15" fmla="*/ 119 h 492"/>
                <a:gd name="T16" fmla="*/ 128 w 310"/>
                <a:gd name="T17" fmla="*/ 244 h 492"/>
                <a:gd name="T18" fmla="*/ 198 w 310"/>
                <a:gd name="T19" fmla="*/ 108 h 492"/>
                <a:gd name="T20" fmla="*/ 128 w 310"/>
                <a:gd name="T21" fmla="*/ 244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0" h="492">
                  <a:moveTo>
                    <a:pt x="31" y="119"/>
                  </a:moveTo>
                  <a:cubicBezTo>
                    <a:pt x="4" y="233"/>
                    <a:pt x="0" y="386"/>
                    <a:pt x="110" y="457"/>
                  </a:cubicBezTo>
                  <a:cubicBezTo>
                    <a:pt x="204" y="492"/>
                    <a:pt x="289" y="419"/>
                    <a:pt x="294" y="325"/>
                  </a:cubicBezTo>
                  <a:cubicBezTo>
                    <a:pt x="239" y="343"/>
                    <a:pt x="190" y="373"/>
                    <a:pt x="141" y="401"/>
                  </a:cubicBezTo>
                  <a:cubicBezTo>
                    <a:pt x="124" y="372"/>
                    <a:pt x="108" y="343"/>
                    <a:pt x="92" y="314"/>
                  </a:cubicBezTo>
                  <a:cubicBezTo>
                    <a:pt x="133" y="314"/>
                    <a:pt x="173" y="312"/>
                    <a:pt x="214" y="309"/>
                  </a:cubicBezTo>
                  <a:cubicBezTo>
                    <a:pt x="305" y="268"/>
                    <a:pt x="310" y="147"/>
                    <a:pt x="265" y="70"/>
                  </a:cubicBezTo>
                  <a:cubicBezTo>
                    <a:pt x="197" y="0"/>
                    <a:pt x="59" y="19"/>
                    <a:pt x="31" y="119"/>
                  </a:cubicBezTo>
                  <a:moveTo>
                    <a:pt x="128" y="244"/>
                  </a:moveTo>
                  <a:cubicBezTo>
                    <a:pt x="45" y="218"/>
                    <a:pt x="123" y="37"/>
                    <a:pt x="198" y="108"/>
                  </a:cubicBezTo>
                  <a:cubicBezTo>
                    <a:pt x="233" y="158"/>
                    <a:pt x="208" y="284"/>
                    <a:pt x="128" y="2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 flipV="1">
              <a:off x="6130" y="3319"/>
              <a:ext cx="55" cy="69"/>
            </a:xfrm>
            <a:custGeom>
              <a:avLst/>
              <a:gdLst>
                <a:gd name="T0" fmla="*/ 0 w 240"/>
                <a:gd name="T1" fmla="*/ 37 h 301"/>
                <a:gd name="T2" fmla="*/ 157 w 240"/>
                <a:gd name="T3" fmla="*/ 301 h 301"/>
                <a:gd name="T4" fmla="*/ 240 w 240"/>
                <a:gd name="T5" fmla="*/ 276 h 301"/>
                <a:gd name="T6" fmla="*/ 83 w 240"/>
                <a:gd name="T7" fmla="*/ 0 h 301"/>
                <a:gd name="T8" fmla="*/ 0 w 240"/>
                <a:gd name="T9" fmla="*/ 3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301">
                  <a:moveTo>
                    <a:pt x="0" y="37"/>
                  </a:moveTo>
                  <a:cubicBezTo>
                    <a:pt x="51" y="126"/>
                    <a:pt x="96" y="219"/>
                    <a:pt x="157" y="301"/>
                  </a:cubicBezTo>
                  <a:cubicBezTo>
                    <a:pt x="178" y="295"/>
                    <a:pt x="219" y="282"/>
                    <a:pt x="240" y="276"/>
                  </a:cubicBezTo>
                  <a:cubicBezTo>
                    <a:pt x="192" y="182"/>
                    <a:pt x="138" y="91"/>
                    <a:pt x="83" y="0"/>
                  </a:cubicBezTo>
                  <a:cubicBezTo>
                    <a:pt x="63" y="9"/>
                    <a:pt x="21" y="28"/>
                    <a:pt x="0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 flipV="1">
              <a:off x="6341" y="3394"/>
              <a:ext cx="24" cy="52"/>
            </a:xfrm>
            <a:custGeom>
              <a:avLst/>
              <a:gdLst>
                <a:gd name="T0" fmla="*/ 0 w 105"/>
                <a:gd name="T1" fmla="*/ 223 h 225"/>
                <a:gd name="T2" fmla="*/ 98 w 105"/>
                <a:gd name="T3" fmla="*/ 225 h 225"/>
                <a:gd name="T4" fmla="*/ 7 w 105"/>
                <a:gd name="T5" fmla="*/ 27 h 225"/>
                <a:gd name="T6" fmla="*/ 0 w 105"/>
                <a:gd name="T7" fmla="*/ 223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225">
                  <a:moveTo>
                    <a:pt x="0" y="223"/>
                  </a:moveTo>
                  <a:cubicBezTo>
                    <a:pt x="33" y="224"/>
                    <a:pt x="65" y="224"/>
                    <a:pt x="98" y="225"/>
                  </a:cubicBezTo>
                  <a:cubicBezTo>
                    <a:pt x="88" y="161"/>
                    <a:pt x="105" y="0"/>
                    <a:pt x="7" y="27"/>
                  </a:cubicBezTo>
                  <a:cubicBezTo>
                    <a:pt x="0" y="92"/>
                    <a:pt x="1" y="158"/>
                    <a:pt x="0" y="2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 flipV="1">
              <a:off x="6912" y="3392"/>
              <a:ext cx="58" cy="124"/>
            </a:xfrm>
            <a:custGeom>
              <a:avLst/>
              <a:gdLst>
                <a:gd name="T0" fmla="*/ 84 w 252"/>
                <a:gd name="T1" fmla="*/ 547 h 547"/>
                <a:gd name="T2" fmla="*/ 252 w 252"/>
                <a:gd name="T3" fmla="*/ 446 h 547"/>
                <a:gd name="T4" fmla="*/ 211 w 252"/>
                <a:gd name="T5" fmla="*/ 211 h 547"/>
                <a:gd name="T6" fmla="*/ 23 w 252"/>
                <a:gd name="T7" fmla="*/ 0 h 547"/>
                <a:gd name="T8" fmla="*/ 0 w 252"/>
                <a:gd name="T9" fmla="*/ 277 h 547"/>
                <a:gd name="T10" fmla="*/ 84 w 252"/>
                <a:gd name="T11" fmla="*/ 547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547">
                  <a:moveTo>
                    <a:pt x="84" y="547"/>
                  </a:moveTo>
                  <a:cubicBezTo>
                    <a:pt x="139" y="512"/>
                    <a:pt x="196" y="480"/>
                    <a:pt x="252" y="446"/>
                  </a:cubicBezTo>
                  <a:cubicBezTo>
                    <a:pt x="242" y="368"/>
                    <a:pt x="246" y="284"/>
                    <a:pt x="211" y="211"/>
                  </a:cubicBezTo>
                  <a:cubicBezTo>
                    <a:pt x="158" y="133"/>
                    <a:pt x="89" y="67"/>
                    <a:pt x="23" y="0"/>
                  </a:cubicBezTo>
                  <a:cubicBezTo>
                    <a:pt x="16" y="93"/>
                    <a:pt x="2" y="185"/>
                    <a:pt x="0" y="277"/>
                  </a:cubicBezTo>
                  <a:cubicBezTo>
                    <a:pt x="18" y="370"/>
                    <a:pt x="58" y="456"/>
                    <a:pt x="84" y="5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4" name="Group 37"/>
          <p:cNvGrpSpPr>
            <a:grpSpLocks/>
          </p:cNvGrpSpPr>
          <p:nvPr/>
        </p:nvGrpSpPr>
        <p:grpSpPr bwMode="auto">
          <a:xfrm>
            <a:off x="1480231" y="847725"/>
            <a:ext cx="1155195" cy="1522758"/>
            <a:chOff x="3183" y="2300"/>
            <a:chExt cx="1276" cy="1682"/>
          </a:xfrm>
          <a:solidFill>
            <a:srgbClr val="595959"/>
          </a:solidFill>
        </p:grpSpPr>
        <p:sp>
          <p:nvSpPr>
            <p:cNvPr id="115" name="Freeform 27"/>
            <p:cNvSpPr>
              <a:spLocks/>
            </p:cNvSpPr>
            <p:nvPr/>
          </p:nvSpPr>
          <p:spPr bwMode="auto">
            <a:xfrm flipV="1">
              <a:off x="3697" y="2300"/>
              <a:ext cx="277" cy="278"/>
            </a:xfrm>
            <a:custGeom>
              <a:avLst/>
              <a:gdLst>
                <a:gd name="T0" fmla="*/ 440 w 1217"/>
                <a:gd name="T1" fmla="*/ 1106 h 1219"/>
                <a:gd name="T2" fmla="*/ 1152 w 1217"/>
                <a:gd name="T3" fmla="*/ 684 h 1219"/>
                <a:gd name="T4" fmla="*/ 691 w 1217"/>
                <a:gd name="T5" fmla="*/ 43 h 1219"/>
                <a:gd name="T6" fmla="*/ 88 w 1217"/>
                <a:gd name="T7" fmla="*/ 432 h 1219"/>
                <a:gd name="T8" fmla="*/ 440 w 1217"/>
                <a:gd name="T9" fmla="*/ 1106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7" h="1219">
                  <a:moveTo>
                    <a:pt x="440" y="1106"/>
                  </a:moveTo>
                  <a:cubicBezTo>
                    <a:pt x="741" y="1219"/>
                    <a:pt x="1105" y="1002"/>
                    <a:pt x="1152" y="684"/>
                  </a:cubicBezTo>
                  <a:cubicBezTo>
                    <a:pt x="1217" y="389"/>
                    <a:pt x="989" y="79"/>
                    <a:pt x="691" y="43"/>
                  </a:cubicBezTo>
                  <a:cubicBezTo>
                    <a:pt x="430" y="0"/>
                    <a:pt x="155" y="174"/>
                    <a:pt x="88" y="432"/>
                  </a:cubicBezTo>
                  <a:cubicBezTo>
                    <a:pt x="0" y="704"/>
                    <a:pt x="167" y="1022"/>
                    <a:pt x="440" y="110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6" name="Freeform 28"/>
            <p:cNvSpPr>
              <a:spLocks noEditPoints="1"/>
            </p:cNvSpPr>
            <p:nvPr/>
          </p:nvSpPr>
          <p:spPr bwMode="auto">
            <a:xfrm flipV="1">
              <a:off x="3183" y="2486"/>
              <a:ext cx="882" cy="1027"/>
            </a:xfrm>
            <a:custGeom>
              <a:avLst/>
              <a:gdLst>
                <a:gd name="T0" fmla="*/ 767 w 3865"/>
                <a:gd name="T1" fmla="*/ 3605 h 4506"/>
                <a:gd name="T2" fmla="*/ 2443 w 3865"/>
                <a:gd name="T3" fmla="*/ 4180 h 4506"/>
                <a:gd name="T4" fmla="*/ 2611 w 3865"/>
                <a:gd name="T5" fmla="*/ 3733 h 4506"/>
                <a:gd name="T6" fmla="*/ 2283 w 3865"/>
                <a:gd name="T7" fmla="*/ 4058 h 4506"/>
                <a:gd name="T8" fmla="*/ 1953 w 3865"/>
                <a:gd name="T9" fmla="*/ 3765 h 4506"/>
                <a:gd name="T10" fmla="*/ 2422 w 3865"/>
                <a:gd name="T11" fmla="*/ 3267 h 4506"/>
                <a:gd name="T12" fmla="*/ 2298 w 3865"/>
                <a:gd name="T13" fmla="*/ 2630 h 4506"/>
                <a:gd name="T14" fmla="*/ 3240 w 3865"/>
                <a:gd name="T15" fmla="*/ 2368 h 4506"/>
                <a:gd name="T16" fmla="*/ 3855 w 3865"/>
                <a:gd name="T17" fmla="*/ 1035 h 4506"/>
                <a:gd name="T18" fmla="*/ 3303 w 3865"/>
                <a:gd name="T19" fmla="*/ 912 h 4506"/>
                <a:gd name="T20" fmla="*/ 3151 w 3865"/>
                <a:gd name="T21" fmla="*/ 1539 h 4506"/>
                <a:gd name="T22" fmla="*/ 2299 w 3865"/>
                <a:gd name="T23" fmla="*/ 2016 h 4506"/>
                <a:gd name="T24" fmla="*/ 1392 w 3865"/>
                <a:gd name="T25" fmla="*/ 80 h 4506"/>
                <a:gd name="T26" fmla="*/ 982 w 3865"/>
                <a:gd name="T27" fmla="*/ 354 h 4506"/>
                <a:gd name="T28" fmla="*/ 1360 w 3865"/>
                <a:gd name="T29" fmla="*/ 822 h 4506"/>
                <a:gd name="T30" fmla="*/ 1631 w 3865"/>
                <a:gd name="T31" fmla="*/ 2064 h 4506"/>
                <a:gd name="T32" fmla="*/ 1713 w 3865"/>
                <a:gd name="T33" fmla="*/ 3928 h 4506"/>
                <a:gd name="T34" fmla="*/ 1091 w 3865"/>
                <a:gd name="T35" fmla="*/ 3351 h 4506"/>
                <a:gd name="T36" fmla="*/ 1132 w 3865"/>
                <a:gd name="T37" fmla="*/ 2972 h 4506"/>
                <a:gd name="T38" fmla="*/ 1391 w 3865"/>
                <a:gd name="T39" fmla="*/ 2890 h 4506"/>
                <a:gd name="T40" fmla="*/ 1176 w 3865"/>
                <a:gd name="T41" fmla="*/ 1985 h 4506"/>
                <a:gd name="T42" fmla="*/ 0 w 3865"/>
                <a:gd name="T43" fmla="*/ 2265 h 4506"/>
                <a:gd name="T44" fmla="*/ 215 w 3865"/>
                <a:gd name="T45" fmla="*/ 3171 h 4506"/>
                <a:gd name="T46" fmla="*/ 503 w 3865"/>
                <a:gd name="T47" fmla="*/ 3121 h 4506"/>
                <a:gd name="T48" fmla="*/ 767 w 3865"/>
                <a:gd name="T49" fmla="*/ 3605 h 4506"/>
                <a:gd name="T50" fmla="*/ 626 w 3865"/>
                <a:gd name="T51" fmla="*/ 3260 h 4506"/>
                <a:gd name="T52" fmla="*/ 580 w 3865"/>
                <a:gd name="T53" fmla="*/ 3101 h 4506"/>
                <a:gd name="T54" fmla="*/ 1039 w 3865"/>
                <a:gd name="T55" fmla="*/ 3002 h 4506"/>
                <a:gd name="T56" fmla="*/ 1067 w 3865"/>
                <a:gd name="T57" fmla="*/ 3160 h 4506"/>
                <a:gd name="T58" fmla="*/ 626 w 3865"/>
                <a:gd name="T59" fmla="*/ 3260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65" h="4506">
                  <a:moveTo>
                    <a:pt x="767" y="3605"/>
                  </a:moveTo>
                  <a:cubicBezTo>
                    <a:pt x="975" y="4285"/>
                    <a:pt x="1862" y="4506"/>
                    <a:pt x="2443" y="4180"/>
                  </a:cubicBezTo>
                  <a:cubicBezTo>
                    <a:pt x="2572" y="4071"/>
                    <a:pt x="2588" y="3890"/>
                    <a:pt x="2611" y="3733"/>
                  </a:cubicBezTo>
                  <a:cubicBezTo>
                    <a:pt x="2489" y="3829"/>
                    <a:pt x="2405" y="3964"/>
                    <a:pt x="2283" y="4058"/>
                  </a:cubicBezTo>
                  <a:cubicBezTo>
                    <a:pt x="2110" y="4168"/>
                    <a:pt x="1866" y="3950"/>
                    <a:pt x="1953" y="3765"/>
                  </a:cubicBezTo>
                  <a:cubicBezTo>
                    <a:pt x="2053" y="3555"/>
                    <a:pt x="2243" y="3407"/>
                    <a:pt x="2422" y="3267"/>
                  </a:cubicBezTo>
                  <a:cubicBezTo>
                    <a:pt x="2379" y="3055"/>
                    <a:pt x="2329" y="2844"/>
                    <a:pt x="2298" y="2630"/>
                  </a:cubicBezTo>
                  <a:cubicBezTo>
                    <a:pt x="2627" y="2624"/>
                    <a:pt x="2966" y="2560"/>
                    <a:pt x="3240" y="2368"/>
                  </a:cubicBezTo>
                  <a:cubicBezTo>
                    <a:pt x="3667" y="2077"/>
                    <a:pt x="3865" y="1537"/>
                    <a:pt x="3855" y="1035"/>
                  </a:cubicBezTo>
                  <a:cubicBezTo>
                    <a:pt x="3837" y="767"/>
                    <a:pt x="3435" y="686"/>
                    <a:pt x="3303" y="912"/>
                  </a:cubicBezTo>
                  <a:cubicBezTo>
                    <a:pt x="3212" y="1109"/>
                    <a:pt x="3246" y="1342"/>
                    <a:pt x="3151" y="1539"/>
                  </a:cubicBezTo>
                  <a:cubicBezTo>
                    <a:pt x="3023" y="1883"/>
                    <a:pt x="2643" y="2032"/>
                    <a:pt x="2299" y="2016"/>
                  </a:cubicBezTo>
                  <a:cubicBezTo>
                    <a:pt x="2500" y="1253"/>
                    <a:pt x="2055" y="452"/>
                    <a:pt x="1392" y="80"/>
                  </a:cubicBezTo>
                  <a:cubicBezTo>
                    <a:pt x="1209" y="0"/>
                    <a:pt x="972" y="151"/>
                    <a:pt x="982" y="354"/>
                  </a:cubicBezTo>
                  <a:cubicBezTo>
                    <a:pt x="973" y="586"/>
                    <a:pt x="1228" y="675"/>
                    <a:pt x="1360" y="822"/>
                  </a:cubicBezTo>
                  <a:cubicBezTo>
                    <a:pt x="1707" y="1122"/>
                    <a:pt x="1842" y="1646"/>
                    <a:pt x="1631" y="2064"/>
                  </a:cubicBezTo>
                  <a:cubicBezTo>
                    <a:pt x="1248" y="2627"/>
                    <a:pt x="1481" y="3351"/>
                    <a:pt x="1713" y="3928"/>
                  </a:cubicBezTo>
                  <a:cubicBezTo>
                    <a:pt x="1402" y="3902"/>
                    <a:pt x="1153" y="3650"/>
                    <a:pt x="1091" y="3351"/>
                  </a:cubicBezTo>
                  <a:cubicBezTo>
                    <a:pt x="1093" y="3224"/>
                    <a:pt x="1139" y="3101"/>
                    <a:pt x="1132" y="2972"/>
                  </a:cubicBezTo>
                  <a:cubicBezTo>
                    <a:pt x="1218" y="2944"/>
                    <a:pt x="1305" y="2918"/>
                    <a:pt x="1391" y="2890"/>
                  </a:cubicBezTo>
                  <a:cubicBezTo>
                    <a:pt x="1322" y="2588"/>
                    <a:pt x="1244" y="2288"/>
                    <a:pt x="1176" y="1985"/>
                  </a:cubicBezTo>
                  <a:cubicBezTo>
                    <a:pt x="782" y="2068"/>
                    <a:pt x="390" y="2162"/>
                    <a:pt x="0" y="2265"/>
                  </a:cubicBezTo>
                  <a:cubicBezTo>
                    <a:pt x="66" y="2568"/>
                    <a:pt x="145" y="2869"/>
                    <a:pt x="215" y="3171"/>
                  </a:cubicBezTo>
                  <a:cubicBezTo>
                    <a:pt x="311" y="3155"/>
                    <a:pt x="407" y="3138"/>
                    <a:pt x="503" y="3121"/>
                  </a:cubicBezTo>
                  <a:cubicBezTo>
                    <a:pt x="529" y="3320"/>
                    <a:pt x="750" y="3399"/>
                    <a:pt x="767" y="3605"/>
                  </a:cubicBezTo>
                  <a:moveTo>
                    <a:pt x="626" y="3260"/>
                  </a:moveTo>
                  <a:cubicBezTo>
                    <a:pt x="611" y="3207"/>
                    <a:pt x="596" y="3154"/>
                    <a:pt x="580" y="3101"/>
                  </a:cubicBezTo>
                  <a:cubicBezTo>
                    <a:pt x="729" y="3050"/>
                    <a:pt x="882" y="3013"/>
                    <a:pt x="1039" y="3002"/>
                  </a:cubicBezTo>
                  <a:cubicBezTo>
                    <a:pt x="1048" y="3055"/>
                    <a:pt x="1058" y="3107"/>
                    <a:pt x="1067" y="3160"/>
                  </a:cubicBezTo>
                  <a:cubicBezTo>
                    <a:pt x="906" y="3072"/>
                    <a:pt x="742" y="3131"/>
                    <a:pt x="626" y="32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7" name="Freeform 29"/>
            <p:cNvSpPr>
              <a:spLocks/>
            </p:cNvSpPr>
            <p:nvPr/>
          </p:nvSpPr>
          <p:spPr bwMode="auto">
            <a:xfrm flipV="1">
              <a:off x="3629" y="2584"/>
              <a:ext cx="463" cy="225"/>
            </a:xfrm>
            <a:custGeom>
              <a:avLst/>
              <a:gdLst>
                <a:gd name="T0" fmla="*/ 136 w 2030"/>
                <a:gd name="T1" fmla="*/ 928 h 985"/>
                <a:gd name="T2" fmla="*/ 426 w 2030"/>
                <a:gd name="T3" fmla="*/ 813 h 985"/>
                <a:gd name="T4" fmla="*/ 1135 w 2030"/>
                <a:gd name="T5" fmla="*/ 452 h 985"/>
                <a:gd name="T6" fmla="*/ 1720 w 2030"/>
                <a:gd name="T7" fmla="*/ 784 h 985"/>
                <a:gd name="T8" fmla="*/ 1901 w 2030"/>
                <a:gd name="T9" fmla="*/ 459 h 985"/>
                <a:gd name="T10" fmla="*/ 876 w 2030"/>
                <a:gd name="T11" fmla="*/ 69 h 985"/>
                <a:gd name="T12" fmla="*/ 70 w 2030"/>
                <a:gd name="T13" fmla="*/ 639 h 985"/>
                <a:gd name="T14" fmla="*/ 136 w 2030"/>
                <a:gd name="T15" fmla="*/ 928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30" h="985">
                  <a:moveTo>
                    <a:pt x="136" y="928"/>
                  </a:moveTo>
                  <a:cubicBezTo>
                    <a:pt x="251" y="985"/>
                    <a:pt x="362" y="905"/>
                    <a:pt x="426" y="813"/>
                  </a:cubicBezTo>
                  <a:cubicBezTo>
                    <a:pt x="593" y="599"/>
                    <a:pt x="847" y="401"/>
                    <a:pt x="1135" y="452"/>
                  </a:cubicBezTo>
                  <a:cubicBezTo>
                    <a:pt x="1371" y="478"/>
                    <a:pt x="1521" y="682"/>
                    <a:pt x="1720" y="784"/>
                  </a:cubicBezTo>
                  <a:cubicBezTo>
                    <a:pt x="1904" y="842"/>
                    <a:pt x="2030" y="586"/>
                    <a:pt x="1901" y="459"/>
                  </a:cubicBezTo>
                  <a:cubicBezTo>
                    <a:pt x="1643" y="186"/>
                    <a:pt x="1258" y="0"/>
                    <a:pt x="876" y="69"/>
                  </a:cubicBezTo>
                  <a:cubicBezTo>
                    <a:pt x="543" y="133"/>
                    <a:pt x="253" y="359"/>
                    <a:pt x="70" y="639"/>
                  </a:cubicBezTo>
                  <a:cubicBezTo>
                    <a:pt x="0" y="731"/>
                    <a:pt x="30" y="877"/>
                    <a:pt x="136" y="92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8" name="Freeform 31"/>
            <p:cNvSpPr>
              <a:spLocks noEditPoints="1"/>
            </p:cNvSpPr>
            <p:nvPr/>
          </p:nvSpPr>
          <p:spPr bwMode="auto">
            <a:xfrm flipV="1">
              <a:off x="4118" y="3041"/>
              <a:ext cx="341" cy="338"/>
            </a:xfrm>
            <a:custGeom>
              <a:avLst/>
              <a:gdLst>
                <a:gd name="T0" fmla="*/ 455 w 1496"/>
                <a:gd name="T1" fmla="*/ 1431 h 1485"/>
                <a:gd name="T2" fmla="*/ 602 w 1496"/>
                <a:gd name="T3" fmla="*/ 1483 h 1485"/>
                <a:gd name="T4" fmla="*/ 741 w 1496"/>
                <a:gd name="T5" fmla="*/ 1303 h 1485"/>
                <a:gd name="T6" fmla="*/ 826 w 1496"/>
                <a:gd name="T7" fmla="*/ 1485 h 1485"/>
                <a:gd name="T8" fmla="*/ 991 w 1496"/>
                <a:gd name="T9" fmla="*/ 1462 h 1485"/>
                <a:gd name="T10" fmla="*/ 996 w 1496"/>
                <a:gd name="T11" fmla="*/ 1262 h 1485"/>
                <a:gd name="T12" fmla="*/ 1197 w 1496"/>
                <a:gd name="T13" fmla="*/ 1348 h 1485"/>
                <a:gd name="T14" fmla="*/ 1312 w 1496"/>
                <a:gd name="T15" fmla="*/ 1247 h 1485"/>
                <a:gd name="T16" fmla="*/ 1223 w 1496"/>
                <a:gd name="T17" fmla="*/ 1044 h 1485"/>
                <a:gd name="T18" fmla="*/ 1434 w 1496"/>
                <a:gd name="T19" fmla="*/ 1053 h 1485"/>
                <a:gd name="T20" fmla="*/ 1486 w 1496"/>
                <a:gd name="T21" fmla="*/ 904 h 1485"/>
                <a:gd name="T22" fmla="*/ 1302 w 1496"/>
                <a:gd name="T23" fmla="*/ 777 h 1485"/>
                <a:gd name="T24" fmla="*/ 1496 w 1496"/>
                <a:gd name="T25" fmla="*/ 664 h 1485"/>
                <a:gd name="T26" fmla="*/ 1469 w 1496"/>
                <a:gd name="T27" fmla="*/ 519 h 1485"/>
                <a:gd name="T28" fmla="*/ 1249 w 1496"/>
                <a:gd name="T29" fmla="*/ 494 h 1485"/>
                <a:gd name="T30" fmla="*/ 1357 w 1496"/>
                <a:gd name="T31" fmla="*/ 292 h 1485"/>
                <a:gd name="T32" fmla="*/ 1237 w 1496"/>
                <a:gd name="T33" fmla="*/ 186 h 1485"/>
                <a:gd name="T34" fmla="*/ 1068 w 1496"/>
                <a:gd name="T35" fmla="*/ 294 h 1485"/>
                <a:gd name="T36" fmla="*/ 1051 w 1496"/>
                <a:gd name="T37" fmla="*/ 60 h 1485"/>
                <a:gd name="T38" fmla="*/ 890 w 1496"/>
                <a:gd name="T39" fmla="*/ 12 h 1485"/>
                <a:gd name="T40" fmla="*/ 813 w 1496"/>
                <a:gd name="T41" fmla="*/ 175 h 1485"/>
                <a:gd name="T42" fmla="*/ 748 w 1496"/>
                <a:gd name="T43" fmla="*/ 180 h 1485"/>
                <a:gd name="T44" fmla="*/ 674 w 1496"/>
                <a:gd name="T45" fmla="*/ 0 h 1485"/>
                <a:gd name="T46" fmla="*/ 505 w 1496"/>
                <a:gd name="T47" fmla="*/ 37 h 1485"/>
                <a:gd name="T48" fmla="*/ 474 w 1496"/>
                <a:gd name="T49" fmla="*/ 265 h 1485"/>
                <a:gd name="T50" fmla="*/ 309 w 1496"/>
                <a:gd name="T51" fmla="*/ 132 h 1485"/>
                <a:gd name="T52" fmla="*/ 201 w 1496"/>
                <a:gd name="T53" fmla="*/ 252 h 1485"/>
                <a:gd name="T54" fmla="*/ 280 w 1496"/>
                <a:gd name="T55" fmla="*/ 456 h 1485"/>
                <a:gd name="T56" fmla="*/ 63 w 1496"/>
                <a:gd name="T57" fmla="*/ 443 h 1485"/>
                <a:gd name="T58" fmla="*/ 15 w 1496"/>
                <a:gd name="T59" fmla="*/ 601 h 1485"/>
                <a:gd name="T60" fmla="*/ 177 w 1496"/>
                <a:gd name="T61" fmla="*/ 694 h 1485"/>
                <a:gd name="T62" fmla="*/ 0 w 1496"/>
                <a:gd name="T63" fmla="*/ 835 h 1485"/>
                <a:gd name="T64" fmla="*/ 37 w 1496"/>
                <a:gd name="T65" fmla="*/ 982 h 1485"/>
                <a:gd name="T66" fmla="*/ 255 w 1496"/>
                <a:gd name="T67" fmla="*/ 989 h 1485"/>
                <a:gd name="T68" fmla="*/ 145 w 1496"/>
                <a:gd name="T69" fmla="*/ 1194 h 1485"/>
                <a:gd name="T70" fmla="*/ 258 w 1496"/>
                <a:gd name="T71" fmla="*/ 1310 h 1485"/>
                <a:gd name="T72" fmla="*/ 438 w 1496"/>
                <a:gd name="T73" fmla="*/ 1216 h 1485"/>
                <a:gd name="T74" fmla="*/ 455 w 1496"/>
                <a:gd name="T75" fmla="*/ 1431 h 1485"/>
                <a:gd name="T76" fmla="*/ 707 w 1496"/>
                <a:gd name="T77" fmla="*/ 1161 h 1485"/>
                <a:gd name="T78" fmla="*/ 340 w 1496"/>
                <a:gd name="T79" fmla="*/ 689 h 1485"/>
                <a:gd name="T80" fmla="*/ 884 w 1496"/>
                <a:gd name="T81" fmla="*/ 351 h 1485"/>
                <a:gd name="T82" fmla="*/ 1147 w 1496"/>
                <a:gd name="T83" fmla="*/ 884 h 1485"/>
                <a:gd name="T84" fmla="*/ 707 w 1496"/>
                <a:gd name="T85" fmla="*/ 1161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96" h="1485">
                  <a:moveTo>
                    <a:pt x="455" y="1431"/>
                  </a:moveTo>
                  <a:cubicBezTo>
                    <a:pt x="504" y="1447"/>
                    <a:pt x="553" y="1465"/>
                    <a:pt x="602" y="1483"/>
                  </a:cubicBezTo>
                  <a:cubicBezTo>
                    <a:pt x="635" y="1413"/>
                    <a:pt x="694" y="1362"/>
                    <a:pt x="741" y="1303"/>
                  </a:cubicBezTo>
                  <a:cubicBezTo>
                    <a:pt x="770" y="1363"/>
                    <a:pt x="798" y="1424"/>
                    <a:pt x="826" y="1485"/>
                  </a:cubicBezTo>
                  <a:cubicBezTo>
                    <a:pt x="881" y="1476"/>
                    <a:pt x="936" y="1469"/>
                    <a:pt x="991" y="1462"/>
                  </a:cubicBezTo>
                  <a:cubicBezTo>
                    <a:pt x="992" y="1395"/>
                    <a:pt x="990" y="1329"/>
                    <a:pt x="996" y="1262"/>
                  </a:cubicBezTo>
                  <a:cubicBezTo>
                    <a:pt x="1074" y="1244"/>
                    <a:pt x="1133" y="1316"/>
                    <a:pt x="1197" y="1348"/>
                  </a:cubicBezTo>
                  <a:cubicBezTo>
                    <a:pt x="1235" y="1314"/>
                    <a:pt x="1273" y="1280"/>
                    <a:pt x="1312" y="1247"/>
                  </a:cubicBezTo>
                  <a:cubicBezTo>
                    <a:pt x="1281" y="1180"/>
                    <a:pt x="1251" y="1112"/>
                    <a:pt x="1223" y="1044"/>
                  </a:cubicBezTo>
                  <a:cubicBezTo>
                    <a:pt x="1293" y="1046"/>
                    <a:pt x="1363" y="1049"/>
                    <a:pt x="1434" y="1053"/>
                  </a:cubicBezTo>
                  <a:cubicBezTo>
                    <a:pt x="1451" y="1003"/>
                    <a:pt x="1468" y="954"/>
                    <a:pt x="1486" y="904"/>
                  </a:cubicBezTo>
                  <a:cubicBezTo>
                    <a:pt x="1424" y="862"/>
                    <a:pt x="1363" y="820"/>
                    <a:pt x="1302" y="777"/>
                  </a:cubicBezTo>
                  <a:cubicBezTo>
                    <a:pt x="1368" y="741"/>
                    <a:pt x="1433" y="704"/>
                    <a:pt x="1496" y="664"/>
                  </a:cubicBezTo>
                  <a:cubicBezTo>
                    <a:pt x="1487" y="616"/>
                    <a:pt x="1478" y="568"/>
                    <a:pt x="1469" y="519"/>
                  </a:cubicBezTo>
                  <a:cubicBezTo>
                    <a:pt x="1396" y="511"/>
                    <a:pt x="1322" y="503"/>
                    <a:pt x="1249" y="494"/>
                  </a:cubicBezTo>
                  <a:cubicBezTo>
                    <a:pt x="1286" y="428"/>
                    <a:pt x="1323" y="361"/>
                    <a:pt x="1357" y="292"/>
                  </a:cubicBezTo>
                  <a:cubicBezTo>
                    <a:pt x="1315" y="259"/>
                    <a:pt x="1275" y="223"/>
                    <a:pt x="1237" y="186"/>
                  </a:cubicBezTo>
                  <a:cubicBezTo>
                    <a:pt x="1180" y="221"/>
                    <a:pt x="1124" y="257"/>
                    <a:pt x="1068" y="294"/>
                  </a:cubicBezTo>
                  <a:cubicBezTo>
                    <a:pt x="1060" y="216"/>
                    <a:pt x="1056" y="138"/>
                    <a:pt x="1051" y="60"/>
                  </a:cubicBezTo>
                  <a:cubicBezTo>
                    <a:pt x="997" y="46"/>
                    <a:pt x="943" y="30"/>
                    <a:pt x="890" y="12"/>
                  </a:cubicBezTo>
                  <a:cubicBezTo>
                    <a:pt x="863" y="66"/>
                    <a:pt x="838" y="120"/>
                    <a:pt x="813" y="175"/>
                  </a:cubicBezTo>
                  <a:cubicBezTo>
                    <a:pt x="797" y="176"/>
                    <a:pt x="764" y="179"/>
                    <a:pt x="748" y="180"/>
                  </a:cubicBezTo>
                  <a:cubicBezTo>
                    <a:pt x="724" y="120"/>
                    <a:pt x="700" y="60"/>
                    <a:pt x="674" y="0"/>
                  </a:cubicBezTo>
                  <a:cubicBezTo>
                    <a:pt x="621" y="24"/>
                    <a:pt x="564" y="36"/>
                    <a:pt x="505" y="37"/>
                  </a:cubicBezTo>
                  <a:cubicBezTo>
                    <a:pt x="515" y="116"/>
                    <a:pt x="502" y="192"/>
                    <a:pt x="474" y="265"/>
                  </a:cubicBezTo>
                  <a:cubicBezTo>
                    <a:pt x="419" y="222"/>
                    <a:pt x="364" y="177"/>
                    <a:pt x="309" y="132"/>
                  </a:cubicBezTo>
                  <a:cubicBezTo>
                    <a:pt x="274" y="172"/>
                    <a:pt x="238" y="213"/>
                    <a:pt x="201" y="252"/>
                  </a:cubicBezTo>
                  <a:cubicBezTo>
                    <a:pt x="227" y="320"/>
                    <a:pt x="254" y="388"/>
                    <a:pt x="280" y="456"/>
                  </a:cubicBezTo>
                  <a:cubicBezTo>
                    <a:pt x="208" y="453"/>
                    <a:pt x="135" y="447"/>
                    <a:pt x="63" y="443"/>
                  </a:cubicBezTo>
                  <a:cubicBezTo>
                    <a:pt x="47" y="495"/>
                    <a:pt x="31" y="548"/>
                    <a:pt x="15" y="601"/>
                  </a:cubicBezTo>
                  <a:cubicBezTo>
                    <a:pt x="69" y="631"/>
                    <a:pt x="125" y="660"/>
                    <a:pt x="177" y="694"/>
                  </a:cubicBezTo>
                  <a:cubicBezTo>
                    <a:pt x="153" y="773"/>
                    <a:pt x="62" y="793"/>
                    <a:pt x="0" y="835"/>
                  </a:cubicBezTo>
                  <a:cubicBezTo>
                    <a:pt x="12" y="884"/>
                    <a:pt x="24" y="933"/>
                    <a:pt x="37" y="982"/>
                  </a:cubicBezTo>
                  <a:cubicBezTo>
                    <a:pt x="109" y="984"/>
                    <a:pt x="182" y="986"/>
                    <a:pt x="255" y="989"/>
                  </a:cubicBezTo>
                  <a:cubicBezTo>
                    <a:pt x="216" y="1057"/>
                    <a:pt x="179" y="1125"/>
                    <a:pt x="145" y="1194"/>
                  </a:cubicBezTo>
                  <a:cubicBezTo>
                    <a:pt x="185" y="1231"/>
                    <a:pt x="222" y="1269"/>
                    <a:pt x="258" y="1310"/>
                  </a:cubicBezTo>
                  <a:cubicBezTo>
                    <a:pt x="317" y="1278"/>
                    <a:pt x="375" y="1243"/>
                    <a:pt x="438" y="1216"/>
                  </a:cubicBezTo>
                  <a:cubicBezTo>
                    <a:pt x="489" y="1276"/>
                    <a:pt x="451" y="1360"/>
                    <a:pt x="455" y="1431"/>
                  </a:cubicBezTo>
                  <a:moveTo>
                    <a:pt x="707" y="1161"/>
                  </a:moveTo>
                  <a:cubicBezTo>
                    <a:pt x="482" y="1140"/>
                    <a:pt x="299" y="915"/>
                    <a:pt x="340" y="689"/>
                  </a:cubicBezTo>
                  <a:cubicBezTo>
                    <a:pt x="366" y="441"/>
                    <a:pt x="650" y="258"/>
                    <a:pt x="884" y="351"/>
                  </a:cubicBezTo>
                  <a:cubicBezTo>
                    <a:pt x="1096" y="419"/>
                    <a:pt x="1232" y="674"/>
                    <a:pt x="1147" y="884"/>
                  </a:cubicBezTo>
                  <a:cubicBezTo>
                    <a:pt x="1084" y="1061"/>
                    <a:pt x="895" y="1183"/>
                    <a:pt x="707" y="116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9" name="Freeform 32"/>
            <p:cNvSpPr>
              <a:spLocks/>
            </p:cNvSpPr>
            <p:nvPr/>
          </p:nvSpPr>
          <p:spPr bwMode="auto">
            <a:xfrm flipV="1">
              <a:off x="4243" y="3165"/>
              <a:ext cx="94" cy="85"/>
            </a:xfrm>
            <a:custGeom>
              <a:avLst/>
              <a:gdLst>
                <a:gd name="T0" fmla="*/ 162 w 410"/>
                <a:gd name="T1" fmla="*/ 314 h 374"/>
                <a:gd name="T2" fmla="*/ 239 w 410"/>
                <a:gd name="T3" fmla="*/ 56 h 374"/>
                <a:gd name="T4" fmla="*/ 162 w 410"/>
                <a:gd name="T5" fmla="*/ 31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0" h="374">
                  <a:moveTo>
                    <a:pt x="162" y="314"/>
                  </a:moveTo>
                  <a:cubicBezTo>
                    <a:pt x="323" y="374"/>
                    <a:pt x="410" y="92"/>
                    <a:pt x="239" y="56"/>
                  </a:cubicBezTo>
                  <a:cubicBezTo>
                    <a:pt x="75" y="0"/>
                    <a:pt x="0" y="263"/>
                    <a:pt x="162" y="3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0" name="Freeform 33"/>
            <p:cNvSpPr>
              <a:spLocks noEditPoints="1"/>
            </p:cNvSpPr>
            <p:nvPr/>
          </p:nvSpPr>
          <p:spPr bwMode="auto">
            <a:xfrm flipV="1">
              <a:off x="3695" y="3390"/>
              <a:ext cx="592" cy="592"/>
            </a:xfrm>
            <a:custGeom>
              <a:avLst/>
              <a:gdLst>
                <a:gd name="T0" fmla="*/ 1130 w 2594"/>
                <a:gd name="T1" fmla="*/ 2597 h 2597"/>
                <a:gd name="T2" fmla="*/ 1474 w 2594"/>
                <a:gd name="T3" fmla="*/ 2595 h 2597"/>
                <a:gd name="T4" fmla="*/ 1491 w 2594"/>
                <a:gd name="T5" fmla="*/ 2277 h 2597"/>
                <a:gd name="T6" fmla="*/ 1630 w 2594"/>
                <a:gd name="T7" fmla="*/ 2246 h 2597"/>
                <a:gd name="T8" fmla="*/ 1806 w 2594"/>
                <a:gd name="T9" fmla="*/ 2505 h 2597"/>
                <a:gd name="T10" fmla="*/ 2094 w 2594"/>
                <a:gd name="T11" fmla="*/ 2338 h 2597"/>
                <a:gd name="T12" fmla="*/ 1954 w 2594"/>
                <a:gd name="T13" fmla="*/ 2060 h 2597"/>
                <a:gd name="T14" fmla="*/ 2057 w 2594"/>
                <a:gd name="T15" fmla="*/ 1953 h 2597"/>
                <a:gd name="T16" fmla="*/ 2337 w 2594"/>
                <a:gd name="T17" fmla="*/ 2094 h 2597"/>
                <a:gd name="T18" fmla="*/ 2507 w 2594"/>
                <a:gd name="T19" fmla="*/ 1793 h 2597"/>
                <a:gd name="T20" fmla="*/ 2240 w 2594"/>
                <a:gd name="T21" fmla="*/ 1630 h 2597"/>
                <a:gd name="T22" fmla="*/ 2278 w 2594"/>
                <a:gd name="T23" fmla="*/ 1482 h 2597"/>
                <a:gd name="T24" fmla="*/ 2590 w 2594"/>
                <a:gd name="T25" fmla="*/ 1453 h 2597"/>
                <a:gd name="T26" fmla="*/ 2594 w 2594"/>
                <a:gd name="T27" fmla="*/ 1130 h 2597"/>
                <a:gd name="T28" fmla="*/ 2276 w 2594"/>
                <a:gd name="T29" fmla="*/ 1108 h 2597"/>
                <a:gd name="T30" fmla="*/ 2247 w 2594"/>
                <a:gd name="T31" fmla="*/ 962 h 2597"/>
                <a:gd name="T32" fmla="*/ 2506 w 2594"/>
                <a:gd name="T33" fmla="*/ 806 h 2597"/>
                <a:gd name="T34" fmla="*/ 2336 w 2594"/>
                <a:gd name="T35" fmla="*/ 503 h 2597"/>
                <a:gd name="T36" fmla="*/ 2056 w 2594"/>
                <a:gd name="T37" fmla="*/ 643 h 2597"/>
                <a:gd name="T38" fmla="*/ 1953 w 2594"/>
                <a:gd name="T39" fmla="*/ 540 h 2597"/>
                <a:gd name="T40" fmla="*/ 2095 w 2594"/>
                <a:gd name="T41" fmla="*/ 259 h 2597"/>
                <a:gd name="T42" fmla="*/ 1804 w 2594"/>
                <a:gd name="T43" fmla="*/ 86 h 2597"/>
                <a:gd name="T44" fmla="*/ 1633 w 2594"/>
                <a:gd name="T45" fmla="*/ 350 h 2597"/>
                <a:gd name="T46" fmla="*/ 1494 w 2594"/>
                <a:gd name="T47" fmla="*/ 323 h 2597"/>
                <a:gd name="T48" fmla="*/ 1473 w 2594"/>
                <a:gd name="T49" fmla="*/ 5 h 2597"/>
                <a:gd name="T50" fmla="*/ 1130 w 2594"/>
                <a:gd name="T51" fmla="*/ 1 h 2597"/>
                <a:gd name="T52" fmla="*/ 1113 w 2594"/>
                <a:gd name="T53" fmla="*/ 312 h 2597"/>
                <a:gd name="T54" fmla="*/ 968 w 2594"/>
                <a:gd name="T55" fmla="*/ 355 h 2597"/>
                <a:gd name="T56" fmla="*/ 803 w 2594"/>
                <a:gd name="T57" fmla="*/ 88 h 2597"/>
                <a:gd name="T58" fmla="*/ 502 w 2594"/>
                <a:gd name="T59" fmla="*/ 260 h 2597"/>
                <a:gd name="T60" fmla="*/ 644 w 2594"/>
                <a:gd name="T61" fmla="*/ 536 h 2597"/>
                <a:gd name="T62" fmla="*/ 557 w 2594"/>
                <a:gd name="T63" fmla="*/ 644 h 2597"/>
                <a:gd name="T64" fmla="*/ 259 w 2594"/>
                <a:gd name="T65" fmla="*/ 504 h 2597"/>
                <a:gd name="T66" fmla="*/ 91 w 2594"/>
                <a:gd name="T67" fmla="*/ 792 h 2597"/>
                <a:gd name="T68" fmla="*/ 355 w 2594"/>
                <a:gd name="T69" fmla="*/ 967 h 2597"/>
                <a:gd name="T70" fmla="*/ 321 w 2594"/>
                <a:gd name="T71" fmla="*/ 1110 h 2597"/>
                <a:gd name="T72" fmla="*/ 5 w 2594"/>
                <a:gd name="T73" fmla="*/ 1124 h 2597"/>
                <a:gd name="T74" fmla="*/ 0 w 2594"/>
                <a:gd name="T75" fmla="*/ 1465 h 2597"/>
                <a:gd name="T76" fmla="*/ 317 w 2594"/>
                <a:gd name="T77" fmla="*/ 1478 h 2597"/>
                <a:gd name="T78" fmla="*/ 355 w 2594"/>
                <a:gd name="T79" fmla="*/ 1634 h 2597"/>
                <a:gd name="T80" fmla="*/ 88 w 2594"/>
                <a:gd name="T81" fmla="*/ 1793 h 2597"/>
                <a:gd name="T82" fmla="*/ 259 w 2594"/>
                <a:gd name="T83" fmla="*/ 2093 h 2597"/>
                <a:gd name="T84" fmla="*/ 539 w 2594"/>
                <a:gd name="T85" fmla="*/ 1953 h 2597"/>
                <a:gd name="T86" fmla="*/ 646 w 2594"/>
                <a:gd name="T87" fmla="*/ 2058 h 2597"/>
                <a:gd name="T88" fmla="*/ 502 w 2594"/>
                <a:gd name="T89" fmla="*/ 2336 h 2597"/>
                <a:gd name="T90" fmla="*/ 804 w 2594"/>
                <a:gd name="T91" fmla="*/ 2509 h 2597"/>
                <a:gd name="T92" fmla="*/ 966 w 2594"/>
                <a:gd name="T93" fmla="*/ 2245 h 2597"/>
                <a:gd name="T94" fmla="*/ 1115 w 2594"/>
                <a:gd name="T95" fmla="*/ 2284 h 2597"/>
                <a:gd name="T96" fmla="*/ 1130 w 2594"/>
                <a:gd name="T97" fmla="*/ 2597 h 2597"/>
                <a:gd name="T98" fmla="*/ 1117 w 2594"/>
                <a:gd name="T99" fmla="*/ 2005 h 2597"/>
                <a:gd name="T100" fmla="*/ 588 w 2594"/>
                <a:gd name="T101" fmla="*/ 1156 h 2597"/>
                <a:gd name="T102" fmla="*/ 1505 w 2594"/>
                <a:gd name="T103" fmla="*/ 598 h 2597"/>
                <a:gd name="T104" fmla="*/ 2005 w 2594"/>
                <a:gd name="T105" fmla="*/ 1482 h 2597"/>
                <a:gd name="T106" fmla="*/ 1117 w 2594"/>
                <a:gd name="T107" fmla="*/ 2005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94" h="2597">
                  <a:moveTo>
                    <a:pt x="1130" y="2597"/>
                  </a:moveTo>
                  <a:cubicBezTo>
                    <a:pt x="1244" y="2597"/>
                    <a:pt x="1359" y="2595"/>
                    <a:pt x="1474" y="2595"/>
                  </a:cubicBezTo>
                  <a:cubicBezTo>
                    <a:pt x="1478" y="2489"/>
                    <a:pt x="1483" y="2383"/>
                    <a:pt x="1491" y="2277"/>
                  </a:cubicBezTo>
                  <a:cubicBezTo>
                    <a:pt x="1537" y="2267"/>
                    <a:pt x="1584" y="2256"/>
                    <a:pt x="1630" y="2246"/>
                  </a:cubicBezTo>
                  <a:cubicBezTo>
                    <a:pt x="1689" y="2332"/>
                    <a:pt x="1747" y="2419"/>
                    <a:pt x="1806" y="2505"/>
                  </a:cubicBezTo>
                  <a:cubicBezTo>
                    <a:pt x="1903" y="2451"/>
                    <a:pt x="1999" y="2395"/>
                    <a:pt x="2094" y="2338"/>
                  </a:cubicBezTo>
                  <a:cubicBezTo>
                    <a:pt x="2048" y="2245"/>
                    <a:pt x="2000" y="2153"/>
                    <a:pt x="1954" y="2060"/>
                  </a:cubicBezTo>
                  <a:cubicBezTo>
                    <a:pt x="1989" y="2024"/>
                    <a:pt x="2023" y="1989"/>
                    <a:pt x="2057" y="1953"/>
                  </a:cubicBezTo>
                  <a:cubicBezTo>
                    <a:pt x="2151" y="1999"/>
                    <a:pt x="2244" y="2047"/>
                    <a:pt x="2337" y="2094"/>
                  </a:cubicBezTo>
                  <a:cubicBezTo>
                    <a:pt x="2400" y="1997"/>
                    <a:pt x="2456" y="1896"/>
                    <a:pt x="2507" y="1793"/>
                  </a:cubicBezTo>
                  <a:cubicBezTo>
                    <a:pt x="2418" y="1739"/>
                    <a:pt x="2329" y="1685"/>
                    <a:pt x="2240" y="1630"/>
                  </a:cubicBezTo>
                  <a:cubicBezTo>
                    <a:pt x="2253" y="1581"/>
                    <a:pt x="2266" y="1532"/>
                    <a:pt x="2278" y="1482"/>
                  </a:cubicBezTo>
                  <a:cubicBezTo>
                    <a:pt x="2382" y="1472"/>
                    <a:pt x="2486" y="1463"/>
                    <a:pt x="2590" y="1453"/>
                  </a:cubicBezTo>
                  <a:cubicBezTo>
                    <a:pt x="2589" y="1345"/>
                    <a:pt x="2591" y="1238"/>
                    <a:pt x="2594" y="1130"/>
                  </a:cubicBezTo>
                  <a:cubicBezTo>
                    <a:pt x="2488" y="1126"/>
                    <a:pt x="2382" y="1118"/>
                    <a:pt x="2276" y="1108"/>
                  </a:cubicBezTo>
                  <a:cubicBezTo>
                    <a:pt x="2267" y="1059"/>
                    <a:pt x="2257" y="1010"/>
                    <a:pt x="2247" y="962"/>
                  </a:cubicBezTo>
                  <a:cubicBezTo>
                    <a:pt x="2333" y="910"/>
                    <a:pt x="2419" y="858"/>
                    <a:pt x="2506" y="806"/>
                  </a:cubicBezTo>
                  <a:cubicBezTo>
                    <a:pt x="2460" y="699"/>
                    <a:pt x="2403" y="598"/>
                    <a:pt x="2336" y="503"/>
                  </a:cubicBezTo>
                  <a:cubicBezTo>
                    <a:pt x="2243" y="550"/>
                    <a:pt x="2150" y="598"/>
                    <a:pt x="2056" y="643"/>
                  </a:cubicBezTo>
                  <a:cubicBezTo>
                    <a:pt x="2022" y="609"/>
                    <a:pt x="1988" y="574"/>
                    <a:pt x="1953" y="540"/>
                  </a:cubicBezTo>
                  <a:cubicBezTo>
                    <a:pt x="1999" y="446"/>
                    <a:pt x="2048" y="353"/>
                    <a:pt x="2095" y="259"/>
                  </a:cubicBezTo>
                  <a:cubicBezTo>
                    <a:pt x="1999" y="200"/>
                    <a:pt x="1902" y="143"/>
                    <a:pt x="1804" y="86"/>
                  </a:cubicBezTo>
                  <a:cubicBezTo>
                    <a:pt x="1747" y="175"/>
                    <a:pt x="1690" y="262"/>
                    <a:pt x="1633" y="350"/>
                  </a:cubicBezTo>
                  <a:cubicBezTo>
                    <a:pt x="1587" y="341"/>
                    <a:pt x="1540" y="332"/>
                    <a:pt x="1494" y="323"/>
                  </a:cubicBezTo>
                  <a:cubicBezTo>
                    <a:pt x="1485" y="217"/>
                    <a:pt x="1478" y="111"/>
                    <a:pt x="1473" y="5"/>
                  </a:cubicBezTo>
                  <a:cubicBezTo>
                    <a:pt x="1359" y="3"/>
                    <a:pt x="1244" y="0"/>
                    <a:pt x="1130" y="1"/>
                  </a:cubicBezTo>
                  <a:cubicBezTo>
                    <a:pt x="1124" y="105"/>
                    <a:pt x="1120" y="209"/>
                    <a:pt x="1113" y="312"/>
                  </a:cubicBezTo>
                  <a:cubicBezTo>
                    <a:pt x="1064" y="326"/>
                    <a:pt x="1016" y="341"/>
                    <a:pt x="968" y="355"/>
                  </a:cubicBezTo>
                  <a:cubicBezTo>
                    <a:pt x="912" y="267"/>
                    <a:pt x="857" y="178"/>
                    <a:pt x="803" y="88"/>
                  </a:cubicBezTo>
                  <a:cubicBezTo>
                    <a:pt x="701" y="142"/>
                    <a:pt x="599" y="198"/>
                    <a:pt x="502" y="260"/>
                  </a:cubicBezTo>
                  <a:cubicBezTo>
                    <a:pt x="550" y="351"/>
                    <a:pt x="597" y="443"/>
                    <a:pt x="644" y="536"/>
                  </a:cubicBezTo>
                  <a:cubicBezTo>
                    <a:pt x="615" y="572"/>
                    <a:pt x="586" y="608"/>
                    <a:pt x="557" y="644"/>
                  </a:cubicBezTo>
                  <a:cubicBezTo>
                    <a:pt x="457" y="599"/>
                    <a:pt x="357" y="553"/>
                    <a:pt x="259" y="504"/>
                  </a:cubicBezTo>
                  <a:cubicBezTo>
                    <a:pt x="201" y="599"/>
                    <a:pt x="145" y="695"/>
                    <a:pt x="91" y="792"/>
                  </a:cubicBezTo>
                  <a:cubicBezTo>
                    <a:pt x="178" y="852"/>
                    <a:pt x="267" y="909"/>
                    <a:pt x="355" y="967"/>
                  </a:cubicBezTo>
                  <a:cubicBezTo>
                    <a:pt x="344" y="1015"/>
                    <a:pt x="332" y="1063"/>
                    <a:pt x="321" y="1110"/>
                  </a:cubicBezTo>
                  <a:cubicBezTo>
                    <a:pt x="216" y="1116"/>
                    <a:pt x="110" y="1121"/>
                    <a:pt x="5" y="1124"/>
                  </a:cubicBezTo>
                  <a:cubicBezTo>
                    <a:pt x="4" y="1238"/>
                    <a:pt x="1" y="1351"/>
                    <a:pt x="0" y="1465"/>
                  </a:cubicBezTo>
                  <a:cubicBezTo>
                    <a:pt x="105" y="1469"/>
                    <a:pt x="211" y="1472"/>
                    <a:pt x="317" y="1478"/>
                  </a:cubicBezTo>
                  <a:cubicBezTo>
                    <a:pt x="330" y="1530"/>
                    <a:pt x="342" y="1582"/>
                    <a:pt x="355" y="1634"/>
                  </a:cubicBezTo>
                  <a:cubicBezTo>
                    <a:pt x="267" y="1687"/>
                    <a:pt x="177" y="1740"/>
                    <a:pt x="88" y="1793"/>
                  </a:cubicBezTo>
                  <a:cubicBezTo>
                    <a:pt x="142" y="1895"/>
                    <a:pt x="199" y="1995"/>
                    <a:pt x="259" y="2093"/>
                  </a:cubicBezTo>
                  <a:cubicBezTo>
                    <a:pt x="353" y="2047"/>
                    <a:pt x="446" y="1999"/>
                    <a:pt x="539" y="1953"/>
                  </a:cubicBezTo>
                  <a:cubicBezTo>
                    <a:pt x="575" y="1988"/>
                    <a:pt x="610" y="2023"/>
                    <a:pt x="646" y="2058"/>
                  </a:cubicBezTo>
                  <a:cubicBezTo>
                    <a:pt x="599" y="2152"/>
                    <a:pt x="550" y="2244"/>
                    <a:pt x="502" y="2336"/>
                  </a:cubicBezTo>
                  <a:cubicBezTo>
                    <a:pt x="601" y="2397"/>
                    <a:pt x="701" y="2454"/>
                    <a:pt x="804" y="2509"/>
                  </a:cubicBezTo>
                  <a:cubicBezTo>
                    <a:pt x="857" y="2420"/>
                    <a:pt x="911" y="2332"/>
                    <a:pt x="966" y="2245"/>
                  </a:cubicBezTo>
                  <a:cubicBezTo>
                    <a:pt x="1015" y="2258"/>
                    <a:pt x="1065" y="2271"/>
                    <a:pt x="1115" y="2284"/>
                  </a:cubicBezTo>
                  <a:cubicBezTo>
                    <a:pt x="1121" y="2389"/>
                    <a:pt x="1125" y="2493"/>
                    <a:pt x="1130" y="2597"/>
                  </a:cubicBezTo>
                  <a:moveTo>
                    <a:pt x="1117" y="2005"/>
                  </a:moveTo>
                  <a:cubicBezTo>
                    <a:pt x="752" y="1916"/>
                    <a:pt x="506" y="1523"/>
                    <a:pt x="588" y="1156"/>
                  </a:cubicBezTo>
                  <a:cubicBezTo>
                    <a:pt x="652" y="748"/>
                    <a:pt x="1113" y="468"/>
                    <a:pt x="1505" y="598"/>
                  </a:cubicBezTo>
                  <a:cubicBezTo>
                    <a:pt x="1874" y="696"/>
                    <a:pt x="2112" y="1115"/>
                    <a:pt x="2005" y="1482"/>
                  </a:cubicBezTo>
                  <a:cubicBezTo>
                    <a:pt x="1915" y="1859"/>
                    <a:pt x="1491" y="2110"/>
                    <a:pt x="1117" y="200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1" name="Freeform 34"/>
            <p:cNvSpPr>
              <a:spLocks noEditPoints="1"/>
            </p:cNvSpPr>
            <p:nvPr/>
          </p:nvSpPr>
          <p:spPr bwMode="auto">
            <a:xfrm flipV="1">
              <a:off x="3199" y="3536"/>
              <a:ext cx="445" cy="446"/>
            </a:xfrm>
            <a:custGeom>
              <a:avLst/>
              <a:gdLst>
                <a:gd name="T0" fmla="*/ 571 w 1950"/>
                <a:gd name="T1" fmla="*/ 1881 h 1957"/>
                <a:gd name="T2" fmla="*/ 797 w 1950"/>
                <a:gd name="T3" fmla="*/ 1947 h 1957"/>
                <a:gd name="T4" fmla="*/ 882 w 1950"/>
                <a:gd name="T5" fmla="*/ 1732 h 1957"/>
                <a:gd name="T6" fmla="*/ 982 w 1950"/>
                <a:gd name="T7" fmla="*/ 1731 h 1957"/>
                <a:gd name="T8" fmla="*/ 1066 w 1950"/>
                <a:gd name="T9" fmla="*/ 1957 h 1957"/>
                <a:gd name="T10" fmla="*/ 1292 w 1950"/>
                <a:gd name="T11" fmla="*/ 1910 h 1957"/>
                <a:gd name="T12" fmla="*/ 1276 w 1950"/>
                <a:gd name="T13" fmla="*/ 1676 h 1957"/>
                <a:gd name="T14" fmla="*/ 1364 w 1950"/>
                <a:gd name="T15" fmla="*/ 1624 h 1957"/>
                <a:gd name="T16" fmla="*/ 1533 w 1950"/>
                <a:gd name="T17" fmla="*/ 1784 h 1957"/>
                <a:gd name="T18" fmla="*/ 1722 w 1950"/>
                <a:gd name="T19" fmla="*/ 1617 h 1957"/>
                <a:gd name="T20" fmla="*/ 1582 w 1950"/>
                <a:gd name="T21" fmla="*/ 1428 h 1957"/>
                <a:gd name="T22" fmla="*/ 1622 w 1950"/>
                <a:gd name="T23" fmla="*/ 1336 h 1957"/>
                <a:gd name="T24" fmla="*/ 1866 w 1950"/>
                <a:gd name="T25" fmla="*/ 1390 h 1957"/>
                <a:gd name="T26" fmla="*/ 1940 w 1950"/>
                <a:gd name="T27" fmla="*/ 1156 h 1957"/>
                <a:gd name="T28" fmla="*/ 1724 w 1950"/>
                <a:gd name="T29" fmla="*/ 1063 h 1957"/>
                <a:gd name="T30" fmla="*/ 1719 w 1950"/>
                <a:gd name="T31" fmla="*/ 973 h 1957"/>
                <a:gd name="T32" fmla="*/ 1950 w 1950"/>
                <a:gd name="T33" fmla="*/ 885 h 1957"/>
                <a:gd name="T34" fmla="*/ 1900 w 1950"/>
                <a:gd name="T35" fmla="*/ 653 h 1957"/>
                <a:gd name="T36" fmla="*/ 1658 w 1950"/>
                <a:gd name="T37" fmla="*/ 677 h 1957"/>
                <a:gd name="T38" fmla="*/ 1620 w 1950"/>
                <a:gd name="T39" fmla="*/ 589 h 1957"/>
                <a:gd name="T40" fmla="*/ 1771 w 1950"/>
                <a:gd name="T41" fmla="*/ 407 h 1957"/>
                <a:gd name="T42" fmla="*/ 1615 w 1950"/>
                <a:gd name="T43" fmla="*/ 242 h 1957"/>
                <a:gd name="T44" fmla="*/ 1413 w 1950"/>
                <a:gd name="T45" fmla="*/ 370 h 1957"/>
                <a:gd name="T46" fmla="*/ 1336 w 1950"/>
                <a:gd name="T47" fmla="*/ 326 h 1957"/>
                <a:gd name="T48" fmla="*/ 1392 w 1950"/>
                <a:gd name="T49" fmla="*/ 81 h 1957"/>
                <a:gd name="T50" fmla="*/ 1142 w 1950"/>
                <a:gd name="T51" fmla="*/ 17 h 1957"/>
                <a:gd name="T52" fmla="*/ 1068 w 1950"/>
                <a:gd name="T53" fmla="*/ 216 h 1957"/>
                <a:gd name="T54" fmla="*/ 960 w 1950"/>
                <a:gd name="T55" fmla="*/ 237 h 1957"/>
                <a:gd name="T56" fmla="*/ 877 w 1950"/>
                <a:gd name="T57" fmla="*/ 0 h 1957"/>
                <a:gd name="T58" fmla="*/ 644 w 1950"/>
                <a:gd name="T59" fmla="*/ 52 h 1957"/>
                <a:gd name="T60" fmla="*/ 671 w 1950"/>
                <a:gd name="T61" fmla="*/ 311 h 1957"/>
                <a:gd name="T62" fmla="*/ 405 w 1950"/>
                <a:gd name="T63" fmla="*/ 178 h 1957"/>
                <a:gd name="T64" fmla="*/ 247 w 1950"/>
                <a:gd name="T65" fmla="*/ 332 h 1957"/>
                <a:gd name="T66" fmla="*/ 360 w 1950"/>
                <a:gd name="T67" fmla="*/ 543 h 1957"/>
                <a:gd name="T68" fmla="*/ 314 w 1950"/>
                <a:gd name="T69" fmla="*/ 612 h 1957"/>
                <a:gd name="T70" fmla="*/ 69 w 1950"/>
                <a:gd name="T71" fmla="*/ 579 h 1957"/>
                <a:gd name="T72" fmla="*/ 2 w 1950"/>
                <a:gd name="T73" fmla="*/ 806 h 1957"/>
                <a:gd name="T74" fmla="*/ 227 w 1950"/>
                <a:gd name="T75" fmla="*/ 898 h 1957"/>
                <a:gd name="T76" fmla="*/ 214 w 1950"/>
                <a:gd name="T77" fmla="*/ 994 h 1957"/>
                <a:gd name="T78" fmla="*/ 0 w 1950"/>
                <a:gd name="T79" fmla="*/ 1062 h 1957"/>
                <a:gd name="T80" fmla="*/ 33 w 1950"/>
                <a:gd name="T81" fmla="*/ 1307 h 1957"/>
                <a:gd name="T82" fmla="*/ 274 w 1950"/>
                <a:gd name="T83" fmla="*/ 1286 h 1957"/>
                <a:gd name="T84" fmla="*/ 333 w 1950"/>
                <a:gd name="T85" fmla="*/ 1360 h 1957"/>
                <a:gd name="T86" fmla="*/ 167 w 1950"/>
                <a:gd name="T87" fmla="*/ 1545 h 1957"/>
                <a:gd name="T88" fmla="*/ 338 w 1950"/>
                <a:gd name="T89" fmla="*/ 1728 h 1957"/>
                <a:gd name="T90" fmla="*/ 538 w 1950"/>
                <a:gd name="T91" fmla="*/ 1566 h 1957"/>
                <a:gd name="T92" fmla="*/ 571 w 1950"/>
                <a:gd name="T93" fmla="*/ 1881 h 1957"/>
                <a:gd name="T94" fmla="*/ 858 w 1950"/>
                <a:gd name="T95" fmla="*/ 1514 h 1957"/>
                <a:gd name="T96" fmla="*/ 580 w 1950"/>
                <a:gd name="T97" fmla="*/ 598 h 1957"/>
                <a:gd name="T98" fmla="*/ 1484 w 1950"/>
                <a:gd name="T99" fmla="*/ 787 h 1957"/>
                <a:gd name="T100" fmla="*/ 858 w 1950"/>
                <a:gd name="T101" fmla="*/ 1514 h 1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50" h="1957">
                  <a:moveTo>
                    <a:pt x="571" y="1881"/>
                  </a:moveTo>
                  <a:cubicBezTo>
                    <a:pt x="648" y="1898"/>
                    <a:pt x="723" y="1920"/>
                    <a:pt x="797" y="1947"/>
                  </a:cubicBezTo>
                  <a:cubicBezTo>
                    <a:pt x="826" y="1875"/>
                    <a:pt x="854" y="1804"/>
                    <a:pt x="882" y="1732"/>
                  </a:cubicBezTo>
                  <a:cubicBezTo>
                    <a:pt x="907" y="1732"/>
                    <a:pt x="957" y="1731"/>
                    <a:pt x="982" y="1731"/>
                  </a:cubicBezTo>
                  <a:cubicBezTo>
                    <a:pt x="1010" y="1806"/>
                    <a:pt x="1038" y="1882"/>
                    <a:pt x="1066" y="1957"/>
                  </a:cubicBezTo>
                  <a:cubicBezTo>
                    <a:pt x="1141" y="1937"/>
                    <a:pt x="1216" y="1921"/>
                    <a:pt x="1292" y="1910"/>
                  </a:cubicBezTo>
                  <a:cubicBezTo>
                    <a:pt x="1287" y="1832"/>
                    <a:pt x="1282" y="1754"/>
                    <a:pt x="1276" y="1676"/>
                  </a:cubicBezTo>
                  <a:cubicBezTo>
                    <a:pt x="1306" y="1659"/>
                    <a:pt x="1335" y="1642"/>
                    <a:pt x="1364" y="1624"/>
                  </a:cubicBezTo>
                  <a:cubicBezTo>
                    <a:pt x="1420" y="1677"/>
                    <a:pt x="1477" y="1730"/>
                    <a:pt x="1533" y="1784"/>
                  </a:cubicBezTo>
                  <a:cubicBezTo>
                    <a:pt x="1593" y="1724"/>
                    <a:pt x="1657" y="1670"/>
                    <a:pt x="1722" y="1617"/>
                  </a:cubicBezTo>
                  <a:cubicBezTo>
                    <a:pt x="1676" y="1554"/>
                    <a:pt x="1629" y="1491"/>
                    <a:pt x="1582" y="1428"/>
                  </a:cubicBezTo>
                  <a:cubicBezTo>
                    <a:pt x="1596" y="1397"/>
                    <a:pt x="1609" y="1367"/>
                    <a:pt x="1622" y="1336"/>
                  </a:cubicBezTo>
                  <a:cubicBezTo>
                    <a:pt x="1703" y="1354"/>
                    <a:pt x="1784" y="1373"/>
                    <a:pt x="1866" y="1390"/>
                  </a:cubicBezTo>
                  <a:cubicBezTo>
                    <a:pt x="1885" y="1310"/>
                    <a:pt x="1909" y="1232"/>
                    <a:pt x="1940" y="1156"/>
                  </a:cubicBezTo>
                  <a:cubicBezTo>
                    <a:pt x="1868" y="1125"/>
                    <a:pt x="1796" y="1094"/>
                    <a:pt x="1724" y="1063"/>
                  </a:cubicBezTo>
                  <a:cubicBezTo>
                    <a:pt x="1722" y="1041"/>
                    <a:pt x="1720" y="995"/>
                    <a:pt x="1719" y="973"/>
                  </a:cubicBezTo>
                  <a:cubicBezTo>
                    <a:pt x="1796" y="943"/>
                    <a:pt x="1873" y="914"/>
                    <a:pt x="1950" y="885"/>
                  </a:cubicBezTo>
                  <a:cubicBezTo>
                    <a:pt x="1928" y="809"/>
                    <a:pt x="1911" y="731"/>
                    <a:pt x="1900" y="653"/>
                  </a:cubicBezTo>
                  <a:cubicBezTo>
                    <a:pt x="1819" y="661"/>
                    <a:pt x="1739" y="669"/>
                    <a:pt x="1658" y="677"/>
                  </a:cubicBezTo>
                  <a:cubicBezTo>
                    <a:pt x="1645" y="647"/>
                    <a:pt x="1633" y="618"/>
                    <a:pt x="1620" y="589"/>
                  </a:cubicBezTo>
                  <a:cubicBezTo>
                    <a:pt x="1668" y="526"/>
                    <a:pt x="1719" y="466"/>
                    <a:pt x="1771" y="407"/>
                  </a:cubicBezTo>
                  <a:cubicBezTo>
                    <a:pt x="1719" y="352"/>
                    <a:pt x="1668" y="295"/>
                    <a:pt x="1615" y="242"/>
                  </a:cubicBezTo>
                  <a:cubicBezTo>
                    <a:pt x="1545" y="280"/>
                    <a:pt x="1476" y="321"/>
                    <a:pt x="1413" y="370"/>
                  </a:cubicBezTo>
                  <a:cubicBezTo>
                    <a:pt x="1394" y="359"/>
                    <a:pt x="1355" y="337"/>
                    <a:pt x="1336" y="326"/>
                  </a:cubicBezTo>
                  <a:cubicBezTo>
                    <a:pt x="1354" y="244"/>
                    <a:pt x="1373" y="163"/>
                    <a:pt x="1392" y="81"/>
                  </a:cubicBezTo>
                  <a:cubicBezTo>
                    <a:pt x="1307" y="65"/>
                    <a:pt x="1224" y="44"/>
                    <a:pt x="1142" y="17"/>
                  </a:cubicBezTo>
                  <a:cubicBezTo>
                    <a:pt x="1117" y="83"/>
                    <a:pt x="1093" y="150"/>
                    <a:pt x="1068" y="216"/>
                  </a:cubicBezTo>
                  <a:cubicBezTo>
                    <a:pt x="1032" y="222"/>
                    <a:pt x="996" y="229"/>
                    <a:pt x="960" y="237"/>
                  </a:cubicBezTo>
                  <a:cubicBezTo>
                    <a:pt x="932" y="158"/>
                    <a:pt x="904" y="79"/>
                    <a:pt x="877" y="0"/>
                  </a:cubicBezTo>
                  <a:cubicBezTo>
                    <a:pt x="800" y="21"/>
                    <a:pt x="722" y="38"/>
                    <a:pt x="644" y="52"/>
                  </a:cubicBezTo>
                  <a:cubicBezTo>
                    <a:pt x="653" y="138"/>
                    <a:pt x="662" y="225"/>
                    <a:pt x="671" y="311"/>
                  </a:cubicBezTo>
                  <a:cubicBezTo>
                    <a:pt x="555" y="340"/>
                    <a:pt x="482" y="253"/>
                    <a:pt x="405" y="178"/>
                  </a:cubicBezTo>
                  <a:cubicBezTo>
                    <a:pt x="352" y="229"/>
                    <a:pt x="288" y="271"/>
                    <a:pt x="247" y="332"/>
                  </a:cubicBezTo>
                  <a:cubicBezTo>
                    <a:pt x="262" y="412"/>
                    <a:pt x="320" y="475"/>
                    <a:pt x="360" y="543"/>
                  </a:cubicBezTo>
                  <a:cubicBezTo>
                    <a:pt x="348" y="560"/>
                    <a:pt x="326" y="595"/>
                    <a:pt x="314" y="612"/>
                  </a:cubicBezTo>
                  <a:cubicBezTo>
                    <a:pt x="233" y="601"/>
                    <a:pt x="151" y="589"/>
                    <a:pt x="69" y="579"/>
                  </a:cubicBezTo>
                  <a:cubicBezTo>
                    <a:pt x="53" y="656"/>
                    <a:pt x="31" y="732"/>
                    <a:pt x="2" y="806"/>
                  </a:cubicBezTo>
                  <a:cubicBezTo>
                    <a:pt x="77" y="837"/>
                    <a:pt x="152" y="867"/>
                    <a:pt x="227" y="898"/>
                  </a:cubicBezTo>
                  <a:cubicBezTo>
                    <a:pt x="224" y="922"/>
                    <a:pt x="217" y="970"/>
                    <a:pt x="214" y="994"/>
                  </a:cubicBezTo>
                  <a:cubicBezTo>
                    <a:pt x="142" y="1017"/>
                    <a:pt x="71" y="1039"/>
                    <a:pt x="0" y="1062"/>
                  </a:cubicBezTo>
                  <a:cubicBezTo>
                    <a:pt x="17" y="1143"/>
                    <a:pt x="28" y="1225"/>
                    <a:pt x="33" y="1307"/>
                  </a:cubicBezTo>
                  <a:cubicBezTo>
                    <a:pt x="113" y="1301"/>
                    <a:pt x="194" y="1294"/>
                    <a:pt x="274" y="1286"/>
                  </a:cubicBezTo>
                  <a:cubicBezTo>
                    <a:pt x="289" y="1304"/>
                    <a:pt x="318" y="1341"/>
                    <a:pt x="333" y="1360"/>
                  </a:cubicBezTo>
                  <a:cubicBezTo>
                    <a:pt x="278" y="1422"/>
                    <a:pt x="223" y="1484"/>
                    <a:pt x="167" y="1545"/>
                  </a:cubicBezTo>
                  <a:cubicBezTo>
                    <a:pt x="227" y="1603"/>
                    <a:pt x="285" y="1664"/>
                    <a:pt x="338" y="1728"/>
                  </a:cubicBezTo>
                  <a:cubicBezTo>
                    <a:pt x="405" y="1674"/>
                    <a:pt x="471" y="1619"/>
                    <a:pt x="538" y="1566"/>
                  </a:cubicBezTo>
                  <a:cubicBezTo>
                    <a:pt x="612" y="1657"/>
                    <a:pt x="585" y="1775"/>
                    <a:pt x="571" y="1881"/>
                  </a:cubicBezTo>
                  <a:moveTo>
                    <a:pt x="858" y="1514"/>
                  </a:moveTo>
                  <a:cubicBezTo>
                    <a:pt x="451" y="1447"/>
                    <a:pt x="280" y="881"/>
                    <a:pt x="580" y="598"/>
                  </a:cubicBezTo>
                  <a:cubicBezTo>
                    <a:pt x="838" y="308"/>
                    <a:pt x="1360" y="423"/>
                    <a:pt x="1484" y="787"/>
                  </a:cubicBezTo>
                  <a:cubicBezTo>
                    <a:pt x="1653" y="1167"/>
                    <a:pt x="1258" y="1619"/>
                    <a:pt x="858" y="15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2" name="Freeform 35"/>
            <p:cNvSpPr>
              <a:spLocks/>
            </p:cNvSpPr>
            <p:nvPr/>
          </p:nvSpPr>
          <p:spPr bwMode="auto">
            <a:xfrm flipV="1">
              <a:off x="3928" y="3623"/>
              <a:ext cx="124" cy="129"/>
            </a:xfrm>
            <a:custGeom>
              <a:avLst/>
              <a:gdLst>
                <a:gd name="T0" fmla="*/ 203 w 544"/>
                <a:gd name="T1" fmla="*/ 508 h 569"/>
                <a:gd name="T2" fmla="*/ 504 w 544"/>
                <a:gd name="T3" fmla="*/ 246 h 569"/>
                <a:gd name="T4" fmla="*/ 93 w 544"/>
                <a:gd name="T5" fmla="*/ 150 h 569"/>
                <a:gd name="T6" fmla="*/ 203 w 544"/>
                <a:gd name="T7" fmla="*/ 508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4" h="569">
                  <a:moveTo>
                    <a:pt x="203" y="508"/>
                  </a:moveTo>
                  <a:cubicBezTo>
                    <a:pt x="363" y="569"/>
                    <a:pt x="544" y="413"/>
                    <a:pt x="504" y="246"/>
                  </a:cubicBezTo>
                  <a:cubicBezTo>
                    <a:pt x="483" y="52"/>
                    <a:pt x="201" y="0"/>
                    <a:pt x="93" y="150"/>
                  </a:cubicBezTo>
                  <a:cubicBezTo>
                    <a:pt x="0" y="268"/>
                    <a:pt x="56" y="465"/>
                    <a:pt x="203" y="50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3" name="Freeform 36"/>
            <p:cNvSpPr>
              <a:spLocks/>
            </p:cNvSpPr>
            <p:nvPr/>
          </p:nvSpPr>
          <p:spPr bwMode="auto">
            <a:xfrm flipV="1">
              <a:off x="3374" y="3711"/>
              <a:ext cx="90" cy="100"/>
            </a:xfrm>
            <a:custGeom>
              <a:avLst/>
              <a:gdLst>
                <a:gd name="T0" fmla="*/ 127 w 391"/>
                <a:gd name="T1" fmla="*/ 384 h 441"/>
                <a:gd name="T2" fmla="*/ 378 w 391"/>
                <a:gd name="T3" fmla="*/ 241 h 441"/>
                <a:gd name="T4" fmla="*/ 114 w 391"/>
                <a:gd name="T5" fmla="*/ 78 h 441"/>
                <a:gd name="T6" fmla="*/ 127 w 391"/>
                <a:gd name="T7" fmla="*/ 384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1" h="441">
                  <a:moveTo>
                    <a:pt x="127" y="384"/>
                  </a:moveTo>
                  <a:cubicBezTo>
                    <a:pt x="230" y="441"/>
                    <a:pt x="369" y="355"/>
                    <a:pt x="378" y="241"/>
                  </a:cubicBezTo>
                  <a:cubicBezTo>
                    <a:pt x="391" y="112"/>
                    <a:pt x="225" y="0"/>
                    <a:pt x="114" y="78"/>
                  </a:cubicBezTo>
                  <a:cubicBezTo>
                    <a:pt x="0" y="142"/>
                    <a:pt x="3" y="332"/>
                    <a:pt x="127" y="38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24" name="组合 123"/>
          <p:cNvGrpSpPr/>
          <p:nvPr/>
        </p:nvGrpSpPr>
        <p:grpSpPr>
          <a:xfrm>
            <a:off x="4973116" y="3997172"/>
            <a:ext cx="877745" cy="2695537"/>
            <a:chOff x="7262322" y="1166813"/>
            <a:chExt cx="1338752" cy="4111283"/>
          </a:xfrm>
        </p:grpSpPr>
        <p:sp>
          <p:nvSpPr>
            <p:cNvPr id="125" name="Freeform 90"/>
            <p:cNvSpPr>
              <a:spLocks noEditPoints="1"/>
            </p:cNvSpPr>
            <p:nvPr/>
          </p:nvSpPr>
          <p:spPr bwMode="auto">
            <a:xfrm flipV="1">
              <a:off x="7269163" y="1166813"/>
              <a:ext cx="1123950" cy="971550"/>
            </a:xfrm>
            <a:custGeom>
              <a:avLst/>
              <a:gdLst>
                <a:gd name="T0" fmla="*/ 1784 w 3091"/>
                <a:gd name="T1" fmla="*/ 2692 h 2692"/>
                <a:gd name="T2" fmla="*/ 3022 w 3091"/>
                <a:gd name="T3" fmla="*/ 1500 h 2692"/>
                <a:gd name="T4" fmla="*/ 2589 w 3091"/>
                <a:gd name="T5" fmla="*/ 850 h 2692"/>
                <a:gd name="T6" fmla="*/ 2429 w 3091"/>
                <a:gd name="T7" fmla="*/ 304 h 2692"/>
                <a:gd name="T8" fmla="*/ 2257 w 3091"/>
                <a:gd name="T9" fmla="*/ 889 h 2692"/>
                <a:gd name="T10" fmla="*/ 2628 w 3091"/>
                <a:gd name="T11" fmla="*/ 1019 h 2692"/>
                <a:gd name="T12" fmla="*/ 2500 w 3091"/>
                <a:gd name="T13" fmla="*/ 1574 h 2692"/>
                <a:gd name="T14" fmla="*/ 2051 w 3091"/>
                <a:gd name="T15" fmla="*/ 1471 h 2692"/>
                <a:gd name="T16" fmla="*/ 2236 w 3091"/>
                <a:gd name="T17" fmla="*/ 885 h 2692"/>
                <a:gd name="T18" fmla="*/ 1802 w 3091"/>
                <a:gd name="T19" fmla="*/ 743 h 2692"/>
                <a:gd name="T20" fmla="*/ 2099 w 3091"/>
                <a:gd name="T21" fmla="*/ 456 h 2692"/>
                <a:gd name="T22" fmla="*/ 1884 w 3091"/>
                <a:gd name="T23" fmla="*/ 234 h 2692"/>
                <a:gd name="T24" fmla="*/ 1569 w 3091"/>
                <a:gd name="T25" fmla="*/ 371 h 2692"/>
                <a:gd name="T26" fmla="*/ 1618 w 3091"/>
                <a:gd name="T27" fmla="*/ 431 h 2692"/>
                <a:gd name="T28" fmla="*/ 1481 w 3091"/>
                <a:gd name="T29" fmla="*/ 940 h 2692"/>
                <a:gd name="T30" fmla="*/ 1260 w 3091"/>
                <a:gd name="T31" fmla="*/ 628 h 2692"/>
                <a:gd name="T32" fmla="*/ 894 w 3091"/>
                <a:gd name="T33" fmla="*/ 788 h 2692"/>
                <a:gd name="T34" fmla="*/ 702 w 3091"/>
                <a:gd name="T35" fmla="*/ 659 h 2692"/>
                <a:gd name="T36" fmla="*/ 734 w 3091"/>
                <a:gd name="T37" fmla="*/ 569 h 2692"/>
                <a:gd name="T38" fmla="*/ 506 w 3091"/>
                <a:gd name="T39" fmla="*/ 562 h 2692"/>
                <a:gd name="T40" fmla="*/ 0 w 3091"/>
                <a:gd name="T41" fmla="*/ 836 h 2692"/>
                <a:gd name="T42" fmla="*/ 283 w 3091"/>
                <a:gd name="T43" fmla="*/ 844 h 2692"/>
                <a:gd name="T44" fmla="*/ 1400 w 3091"/>
                <a:gd name="T45" fmla="*/ 2483 h 2692"/>
                <a:gd name="T46" fmla="*/ 1480 w 3091"/>
                <a:gd name="T47" fmla="*/ 1957 h 2692"/>
                <a:gd name="T48" fmla="*/ 1161 w 3091"/>
                <a:gd name="T49" fmla="*/ 2130 h 2692"/>
                <a:gd name="T50" fmla="*/ 1282 w 3091"/>
                <a:gd name="T51" fmla="*/ 1586 h 2692"/>
                <a:gd name="T52" fmla="*/ 1476 w 3091"/>
                <a:gd name="T53" fmla="*/ 959 h 2692"/>
                <a:gd name="T54" fmla="*/ 1300 w 3091"/>
                <a:gd name="T55" fmla="*/ 1579 h 2692"/>
                <a:gd name="T56" fmla="*/ 1752 w 3091"/>
                <a:gd name="T57" fmla="*/ 1710 h 2692"/>
                <a:gd name="T58" fmla="*/ 1686 w 3091"/>
                <a:gd name="T59" fmla="*/ 2199 h 2692"/>
                <a:gd name="T60" fmla="*/ 2008 w 3091"/>
                <a:gd name="T61" fmla="*/ 2466 h 2692"/>
                <a:gd name="T62" fmla="*/ 1443 w 3091"/>
                <a:gd name="T63" fmla="*/ 2501 h 2692"/>
                <a:gd name="T64" fmla="*/ 2230 w 3091"/>
                <a:gd name="T65" fmla="*/ 1799 h 2692"/>
                <a:gd name="T66" fmla="*/ 2302 w 3091"/>
                <a:gd name="T67" fmla="*/ 2237 h 2692"/>
                <a:gd name="T68" fmla="*/ 2518 w 3091"/>
                <a:gd name="T69" fmla="*/ 1570 h 2692"/>
                <a:gd name="T70" fmla="*/ 3030 w 3091"/>
                <a:gd name="T71" fmla="*/ 1513 h 2692"/>
                <a:gd name="T72" fmla="*/ 2826 w 3091"/>
                <a:gd name="T73" fmla="*/ 1784 h 2692"/>
                <a:gd name="T74" fmla="*/ 1739 w 3091"/>
                <a:gd name="T75" fmla="*/ 1680 h 2692"/>
                <a:gd name="T76" fmla="*/ 1923 w 3091"/>
                <a:gd name="T77" fmla="*/ 1123 h 2692"/>
                <a:gd name="T78" fmla="*/ 1739 w 3091"/>
                <a:gd name="T79" fmla="*/ 1680 h 2692"/>
                <a:gd name="T80" fmla="*/ 931 w 3091"/>
                <a:gd name="T81" fmla="*/ 845 h 2692"/>
                <a:gd name="T82" fmla="*/ 844 w 3091"/>
                <a:gd name="T83" fmla="*/ 1368 h 2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091" h="2692">
                  <a:moveTo>
                    <a:pt x="1443" y="2501"/>
                  </a:moveTo>
                  <a:cubicBezTo>
                    <a:pt x="1525" y="2607"/>
                    <a:pt x="1652" y="2673"/>
                    <a:pt x="1784" y="2692"/>
                  </a:cubicBezTo>
                  <a:cubicBezTo>
                    <a:pt x="2221" y="2321"/>
                    <a:pt x="2650" y="1940"/>
                    <a:pt x="3091" y="1573"/>
                  </a:cubicBezTo>
                  <a:cubicBezTo>
                    <a:pt x="3059" y="1558"/>
                    <a:pt x="3040" y="1529"/>
                    <a:pt x="3022" y="1500"/>
                  </a:cubicBezTo>
                  <a:lnTo>
                    <a:pt x="2974" y="1497"/>
                  </a:lnTo>
                  <a:cubicBezTo>
                    <a:pt x="2750" y="1359"/>
                    <a:pt x="2647" y="1096"/>
                    <a:pt x="2589" y="850"/>
                  </a:cubicBezTo>
                  <a:cubicBezTo>
                    <a:pt x="2502" y="564"/>
                    <a:pt x="2469" y="252"/>
                    <a:pt x="2295" y="0"/>
                  </a:cubicBezTo>
                  <a:cubicBezTo>
                    <a:pt x="2331" y="105"/>
                    <a:pt x="2394" y="199"/>
                    <a:pt x="2429" y="304"/>
                  </a:cubicBezTo>
                  <a:cubicBezTo>
                    <a:pt x="2318" y="380"/>
                    <a:pt x="2192" y="441"/>
                    <a:pt x="2107" y="549"/>
                  </a:cubicBezTo>
                  <a:cubicBezTo>
                    <a:pt x="2175" y="655"/>
                    <a:pt x="2168" y="795"/>
                    <a:pt x="2257" y="889"/>
                  </a:cubicBezTo>
                  <a:cubicBezTo>
                    <a:pt x="2329" y="797"/>
                    <a:pt x="2439" y="750"/>
                    <a:pt x="2526" y="676"/>
                  </a:cubicBezTo>
                  <a:cubicBezTo>
                    <a:pt x="2564" y="789"/>
                    <a:pt x="2586" y="907"/>
                    <a:pt x="2628" y="1019"/>
                  </a:cubicBezTo>
                  <a:cubicBezTo>
                    <a:pt x="2539" y="1081"/>
                    <a:pt x="2464" y="1166"/>
                    <a:pt x="2361" y="1205"/>
                  </a:cubicBezTo>
                  <a:cubicBezTo>
                    <a:pt x="2333" y="1347"/>
                    <a:pt x="2441" y="1456"/>
                    <a:pt x="2500" y="1574"/>
                  </a:cubicBezTo>
                  <a:cubicBezTo>
                    <a:pt x="2407" y="1641"/>
                    <a:pt x="2320" y="1715"/>
                    <a:pt x="2229" y="1784"/>
                  </a:cubicBezTo>
                  <a:cubicBezTo>
                    <a:pt x="2160" y="1685"/>
                    <a:pt x="2094" y="1584"/>
                    <a:pt x="2051" y="1471"/>
                  </a:cubicBezTo>
                  <a:cubicBezTo>
                    <a:pt x="2154" y="1394"/>
                    <a:pt x="2263" y="1324"/>
                    <a:pt x="2347" y="1225"/>
                  </a:cubicBezTo>
                  <a:cubicBezTo>
                    <a:pt x="2288" y="1120"/>
                    <a:pt x="2262" y="1001"/>
                    <a:pt x="2236" y="885"/>
                  </a:cubicBezTo>
                  <a:cubicBezTo>
                    <a:pt x="2120" y="937"/>
                    <a:pt x="2031" y="1032"/>
                    <a:pt x="1916" y="1085"/>
                  </a:cubicBezTo>
                  <a:cubicBezTo>
                    <a:pt x="1886" y="969"/>
                    <a:pt x="1848" y="855"/>
                    <a:pt x="1802" y="743"/>
                  </a:cubicBezTo>
                  <a:cubicBezTo>
                    <a:pt x="1895" y="678"/>
                    <a:pt x="1981" y="599"/>
                    <a:pt x="2090" y="561"/>
                  </a:cubicBezTo>
                  <a:cubicBezTo>
                    <a:pt x="2093" y="526"/>
                    <a:pt x="2096" y="491"/>
                    <a:pt x="2099" y="456"/>
                  </a:cubicBezTo>
                  <a:cubicBezTo>
                    <a:pt x="2057" y="372"/>
                    <a:pt x="2012" y="288"/>
                    <a:pt x="1951" y="216"/>
                  </a:cubicBezTo>
                  <a:cubicBezTo>
                    <a:pt x="1934" y="220"/>
                    <a:pt x="1901" y="229"/>
                    <a:pt x="1884" y="234"/>
                  </a:cubicBezTo>
                  <a:cubicBezTo>
                    <a:pt x="1788" y="287"/>
                    <a:pt x="1699" y="352"/>
                    <a:pt x="1601" y="403"/>
                  </a:cubicBezTo>
                  <a:lnTo>
                    <a:pt x="1569" y="371"/>
                  </a:lnTo>
                  <a:cubicBezTo>
                    <a:pt x="1568" y="389"/>
                    <a:pt x="1566" y="424"/>
                    <a:pt x="1565" y="441"/>
                  </a:cubicBezTo>
                  <a:cubicBezTo>
                    <a:pt x="1578" y="439"/>
                    <a:pt x="1605" y="434"/>
                    <a:pt x="1618" y="431"/>
                  </a:cubicBezTo>
                  <a:cubicBezTo>
                    <a:pt x="1683" y="527"/>
                    <a:pt x="1738" y="628"/>
                    <a:pt x="1790" y="731"/>
                  </a:cubicBezTo>
                  <a:cubicBezTo>
                    <a:pt x="1686" y="799"/>
                    <a:pt x="1583" y="869"/>
                    <a:pt x="1481" y="940"/>
                  </a:cubicBezTo>
                  <a:cubicBezTo>
                    <a:pt x="1420" y="839"/>
                    <a:pt x="1375" y="722"/>
                    <a:pt x="1279" y="646"/>
                  </a:cubicBezTo>
                  <a:cubicBezTo>
                    <a:pt x="1275" y="642"/>
                    <a:pt x="1265" y="632"/>
                    <a:pt x="1260" y="628"/>
                  </a:cubicBezTo>
                  <a:cubicBezTo>
                    <a:pt x="1155" y="691"/>
                    <a:pt x="1051" y="757"/>
                    <a:pt x="948" y="825"/>
                  </a:cubicBezTo>
                  <a:cubicBezTo>
                    <a:pt x="935" y="815"/>
                    <a:pt x="908" y="797"/>
                    <a:pt x="894" y="788"/>
                  </a:cubicBezTo>
                  <a:cubicBezTo>
                    <a:pt x="864" y="825"/>
                    <a:pt x="818" y="895"/>
                    <a:pt x="765" y="846"/>
                  </a:cubicBezTo>
                  <a:cubicBezTo>
                    <a:pt x="694" y="810"/>
                    <a:pt x="711" y="724"/>
                    <a:pt x="702" y="659"/>
                  </a:cubicBezTo>
                  <a:cubicBezTo>
                    <a:pt x="684" y="649"/>
                    <a:pt x="648" y="631"/>
                    <a:pt x="630" y="621"/>
                  </a:cubicBezTo>
                  <a:cubicBezTo>
                    <a:pt x="665" y="605"/>
                    <a:pt x="700" y="587"/>
                    <a:pt x="734" y="569"/>
                  </a:cubicBezTo>
                  <a:cubicBezTo>
                    <a:pt x="728" y="524"/>
                    <a:pt x="746" y="483"/>
                    <a:pt x="760" y="442"/>
                  </a:cubicBezTo>
                  <a:cubicBezTo>
                    <a:pt x="686" y="499"/>
                    <a:pt x="610" y="582"/>
                    <a:pt x="506" y="562"/>
                  </a:cubicBezTo>
                  <a:lnTo>
                    <a:pt x="469" y="561"/>
                  </a:lnTo>
                  <a:cubicBezTo>
                    <a:pt x="306" y="642"/>
                    <a:pt x="157" y="746"/>
                    <a:pt x="0" y="836"/>
                  </a:cubicBezTo>
                  <a:cubicBezTo>
                    <a:pt x="28" y="878"/>
                    <a:pt x="57" y="919"/>
                    <a:pt x="85" y="961"/>
                  </a:cubicBezTo>
                  <a:cubicBezTo>
                    <a:pt x="150" y="920"/>
                    <a:pt x="216" y="881"/>
                    <a:pt x="283" y="844"/>
                  </a:cubicBezTo>
                  <a:cubicBezTo>
                    <a:pt x="408" y="910"/>
                    <a:pt x="533" y="983"/>
                    <a:pt x="626" y="1091"/>
                  </a:cubicBezTo>
                  <a:cubicBezTo>
                    <a:pt x="995" y="1491"/>
                    <a:pt x="1005" y="2100"/>
                    <a:pt x="1400" y="2483"/>
                  </a:cubicBezTo>
                  <a:cubicBezTo>
                    <a:pt x="1484" y="2393"/>
                    <a:pt x="1580" y="2312"/>
                    <a:pt x="1691" y="2255"/>
                  </a:cubicBezTo>
                  <a:cubicBezTo>
                    <a:pt x="1611" y="2163"/>
                    <a:pt x="1537" y="2065"/>
                    <a:pt x="1480" y="1957"/>
                  </a:cubicBezTo>
                  <a:cubicBezTo>
                    <a:pt x="1458" y="1943"/>
                    <a:pt x="1435" y="1930"/>
                    <a:pt x="1412" y="1917"/>
                  </a:cubicBezTo>
                  <a:cubicBezTo>
                    <a:pt x="1349" y="2010"/>
                    <a:pt x="1242" y="2055"/>
                    <a:pt x="1161" y="2130"/>
                  </a:cubicBezTo>
                  <a:cubicBezTo>
                    <a:pt x="1105" y="2014"/>
                    <a:pt x="1064" y="1890"/>
                    <a:pt x="1000" y="1777"/>
                  </a:cubicBezTo>
                  <a:cubicBezTo>
                    <a:pt x="1085" y="1702"/>
                    <a:pt x="1173" y="1622"/>
                    <a:pt x="1282" y="1586"/>
                  </a:cubicBezTo>
                  <a:cubicBezTo>
                    <a:pt x="1308" y="1431"/>
                    <a:pt x="1204" y="1301"/>
                    <a:pt x="1165" y="1158"/>
                  </a:cubicBezTo>
                  <a:cubicBezTo>
                    <a:pt x="1269" y="1093"/>
                    <a:pt x="1372" y="1025"/>
                    <a:pt x="1476" y="959"/>
                  </a:cubicBezTo>
                  <a:cubicBezTo>
                    <a:pt x="1519" y="1078"/>
                    <a:pt x="1562" y="1198"/>
                    <a:pt x="1605" y="1318"/>
                  </a:cubicBezTo>
                  <a:cubicBezTo>
                    <a:pt x="1504" y="1405"/>
                    <a:pt x="1361" y="1453"/>
                    <a:pt x="1300" y="1579"/>
                  </a:cubicBezTo>
                  <a:cubicBezTo>
                    <a:pt x="1355" y="1687"/>
                    <a:pt x="1401" y="1800"/>
                    <a:pt x="1437" y="1916"/>
                  </a:cubicBezTo>
                  <a:cubicBezTo>
                    <a:pt x="1556" y="1869"/>
                    <a:pt x="1638" y="1765"/>
                    <a:pt x="1752" y="1710"/>
                  </a:cubicBezTo>
                  <a:cubicBezTo>
                    <a:pt x="1799" y="1824"/>
                    <a:pt x="1871" y="1923"/>
                    <a:pt x="1942" y="2022"/>
                  </a:cubicBezTo>
                  <a:cubicBezTo>
                    <a:pt x="1853" y="2076"/>
                    <a:pt x="1788" y="2167"/>
                    <a:pt x="1686" y="2199"/>
                  </a:cubicBezTo>
                  <a:cubicBezTo>
                    <a:pt x="1693" y="2230"/>
                    <a:pt x="1700" y="2262"/>
                    <a:pt x="1708" y="2293"/>
                  </a:cubicBezTo>
                  <a:cubicBezTo>
                    <a:pt x="1803" y="2358"/>
                    <a:pt x="1898" y="2425"/>
                    <a:pt x="2008" y="2466"/>
                  </a:cubicBezTo>
                  <a:cubicBezTo>
                    <a:pt x="1937" y="2548"/>
                    <a:pt x="1850" y="2613"/>
                    <a:pt x="1765" y="2680"/>
                  </a:cubicBezTo>
                  <a:cubicBezTo>
                    <a:pt x="1641" y="2654"/>
                    <a:pt x="1540" y="2578"/>
                    <a:pt x="1443" y="2501"/>
                  </a:cubicBezTo>
                  <a:moveTo>
                    <a:pt x="1962" y="2008"/>
                  </a:moveTo>
                  <a:cubicBezTo>
                    <a:pt x="2058" y="1947"/>
                    <a:pt x="2143" y="1872"/>
                    <a:pt x="2230" y="1799"/>
                  </a:cubicBezTo>
                  <a:cubicBezTo>
                    <a:pt x="2317" y="1892"/>
                    <a:pt x="2423" y="1966"/>
                    <a:pt x="2536" y="2025"/>
                  </a:cubicBezTo>
                  <a:cubicBezTo>
                    <a:pt x="2455" y="2092"/>
                    <a:pt x="2375" y="2161"/>
                    <a:pt x="2302" y="2237"/>
                  </a:cubicBezTo>
                  <a:cubicBezTo>
                    <a:pt x="2172" y="2195"/>
                    <a:pt x="2045" y="2118"/>
                    <a:pt x="1962" y="2008"/>
                  </a:cubicBezTo>
                  <a:moveTo>
                    <a:pt x="2518" y="1570"/>
                  </a:moveTo>
                  <a:cubicBezTo>
                    <a:pt x="2608" y="1497"/>
                    <a:pt x="2698" y="1424"/>
                    <a:pt x="2790" y="1354"/>
                  </a:cubicBezTo>
                  <a:cubicBezTo>
                    <a:pt x="2864" y="1414"/>
                    <a:pt x="2918" y="1535"/>
                    <a:pt x="3030" y="1513"/>
                  </a:cubicBezTo>
                  <a:lnTo>
                    <a:pt x="3046" y="1583"/>
                  </a:lnTo>
                  <a:cubicBezTo>
                    <a:pt x="2974" y="1652"/>
                    <a:pt x="2895" y="1712"/>
                    <a:pt x="2826" y="1784"/>
                  </a:cubicBezTo>
                  <a:cubicBezTo>
                    <a:pt x="2701" y="1754"/>
                    <a:pt x="2606" y="1659"/>
                    <a:pt x="2518" y="1570"/>
                  </a:cubicBezTo>
                  <a:moveTo>
                    <a:pt x="1739" y="1680"/>
                  </a:moveTo>
                  <a:cubicBezTo>
                    <a:pt x="1704" y="1560"/>
                    <a:pt x="1657" y="1445"/>
                    <a:pt x="1617" y="1327"/>
                  </a:cubicBezTo>
                  <a:cubicBezTo>
                    <a:pt x="1720" y="1260"/>
                    <a:pt x="1809" y="1167"/>
                    <a:pt x="1923" y="1123"/>
                  </a:cubicBezTo>
                  <a:cubicBezTo>
                    <a:pt x="1948" y="1243"/>
                    <a:pt x="1996" y="1356"/>
                    <a:pt x="2035" y="1472"/>
                  </a:cubicBezTo>
                  <a:cubicBezTo>
                    <a:pt x="1932" y="1536"/>
                    <a:pt x="1848" y="1626"/>
                    <a:pt x="1739" y="1680"/>
                  </a:cubicBezTo>
                  <a:moveTo>
                    <a:pt x="615" y="1044"/>
                  </a:moveTo>
                  <a:cubicBezTo>
                    <a:pt x="724" y="984"/>
                    <a:pt x="828" y="916"/>
                    <a:pt x="931" y="845"/>
                  </a:cubicBezTo>
                  <a:cubicBezTo>
                    <a:pt x="1026" y="934"/>
                    <a:pt x="1083" y="1052"/>
                    <a:pt x="1151" y="1161"/>
                  </a:cubicBezTo>
                  <a:cubicBezTo>
                    <a:pt x="1046" y="1227"/>
                    <a:pt x="944" y="1296"/>
                    <a:pt x="844" y="1368"/>
                  </a:cubicBezTo>
                  <a:cubicBezTo>
                    <a:pt x="773" y="1256"/>
                    <a:pt x="699" y="1146"/>
                    <a:pt x="615" y="1044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6" name="任意多边形 125"/>
            <p:cNvSpPr>
              <a:spLocks/>
            </p:cNvSpPr>
            <p:nvPr/>
          </p:nvSpPr>
          <p:spPr bwMode="auto">
            <a:xfrm flipV="1">
              <a:off x="7262322" y="1904999"/>
              <a:ext cx="1338752" cy="3373097"/>
            </a:xfrm>
            <a:custGeom>
              <a:avLst/>
              <a:gdLst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114890 w 1338752"/>
                <a:gd name="connsiteY18" fmla="*/ 2182130 h 3373097"/>
                <a:gd name="connsiteX19" fmla="*/ 1113826 w 1338752"/>
                <a:gd name="connsiteY19" fmla="*/ 2158098 h 3373097"/>
                <a:gd name="connsiteX20" fmla="*/ 1038019 w 1338752"/>
                <a:gd name="connsiteY20" fmla="*/ 1584526 h 3373097"/>
                <a:gd name="connsiteX21" fmla="*/ 1162451 w 1338752"/>
                <a:gd name="connsiteY21" fmla="*/ 311374 h 3373097"/>
                <a:gd name="connsiteX22" fmla="*/ 1171209 w 1338752"/>
                <a:gd name="connsiteY22" fmla="*/ 261325 h 3373097"/>
                <a:gd name="connsiteX23" fmla="*/ 1179515 w 1338752"/>
                <a:gd name="connsiteY23" fmla="*/ 93904 h 3373097"/>
                <a:gd name="connsiteX24" fmla="*/ 1098272 w 1338752"/>
                <a:gd name="connsiteY24" fmla="*/ 4214 h 3373097"/>
                <a:gd name="connsiteX25" fmla="*/ 988940 w 1338752"/>
                <a:gd name="connsiteY25" fmla="*/ 4435 h 3373097"/>
                <a:gd name="connsiteX26" fmla="*/ 917437 w 1338752"/>
                <a:gd name="connsiteY26" fmla="*/ 105198 h 3373097"/>
                <a:gd name="connsiteX27" fmla="*/ 817242 w 1338752"/>
                <a:gd name="connsiteY27" fmla="*/ 895133 h 3373097"/>
                <a:gd name="connsiteX28" fmla="*/ 780245 w 1338752"/>
                <a:gd name="connsiteY28" fmla="*/ 954926 h 3373097"/>
                <a:gd name="connsiteX29" fmla="*/ 745437 w 1338752"/>
                <a:gd name="connsiteY29" fmla="*/ 923922 h 3373097"/>
                <a:gd name="connsiteX30" fmla="*/ 722181 w 1338752"/>
                <a:gd name="connsiteY30" fmla="*/ 785291 h 3373097"/>
                <a:gd name="connsiteX31" fmla="*/ 721222 w 1338752"/>
                <a:gd name="connsiteY31" fmla="*/ 785455 h 3373097"/>
                <a:gd name="connsiteX32" fmla="*/ 676012 w 1338752"/>
                <a:gd name="connsiteY32" fmla="*/ 467488 h 3373097"/>
                <a:gd name="connsiteX33" fmla="*/ 625660 w 1338752"/>
                <a:gd name="connsiteY33" fmla="*/ 134699 h 3373097"/>
                <a:gd name="connsiteX34" fmla="*/ 561732 w 1338752"/>
                <a:gd name="connsiteY34" fmla="*/ 18130 h 3373097"/>
                <a:gd name="connsiteX35" fmla="*/ 466203 w 1338752"/>
                <a:gd name="connsiteY35" fmla="*/ 19934 h 3373097"/>
                <a:gd name="connsiteX36" fmla="*/ 377212 w 1338752"/>
                <a:gd name="connsiteY36" fmla="*/ 147691 h 3373097"/>
                <a:gd name="connsiteX37" fmla="*/ 427338 w 1338752"/>
                <a:gd name="connsiteY37" fmla="*/ 551893 h 3373097"/>
                <a:gd name="connsiteX38" fmla="*/ 427697 w 1338752"/>
                <a:gd name="connsiteY38" fmla="*/ 552196 h 3373097"/>
                <a:gd name="connsiteX39" fmla="*/ 442071 w 1338752"/>
                <a:gd name="connsiteY39" fmla="*/ 719054 h 3373097"/>
                <a:gd name="connsiteX40" fmla="*/ 451043 w 1338752"/>
                <a:gd name="connsiteY40" fmla="*/ 1267844 h 3373097"/>
                <a:gd name="connsiteX41" fmla="*/ 424918 w 1338752"/>
                <a:gd name="connsiteY41" fmla="*/ 1539571 h 3373097"/>
                <a:gd name="connsiteX42" fmla="*/ 426879 w 1338752"/>
                <a:gd name="connsiteY42" fmla="*/ 1540279 h 3373097"/>
                <a:gd name="connsiteX43" fmla="*/ 408956 w 1338752"/>
                <a:gd name="connsiteY43" fmla="*/ 1574793 h 3373097"/>
                <a:gd name="connsiteX44" fmla="*/ 377182 w 1338752"/>
                <a:gd name="connsiteY44" fmla="*/ 1600515 h 3373097"/>
                <a:gd name="connsiteX45" fmla="*/ 287125 w 1338752"/>
                <a:gd name="connsiteY45" fmla="*/ 1494016 h 3373097"/>
                <a:gd name="connsiteX46" fmla="*/ 219538 w 1338752"/>
                <a:gd name="connsiteY46" fmla="*/ 1305791 h 3373097"/>
                <a:gd name="connsiteX47" fmla="*/ 179663 w 1338752"/>
                <a:gd name="connsiteY47" fmla="*/ 1184327 h 3373097"/>
                <a:gd name="connsiteX48" fmla="*/ 108440 w 1338752"/>
                <a:gd name="connsiteY48" fmla="*/ 1061800 h 3373097"/>
                <a:gd name="connsiteX49" fmla="*/ 323 w 1338752"/>
                <a:gd name="connsiteY49" fmla="*/ 1152186 h 3373097"/>
                <a:gd name="connsiteX50" fmla="*/ 218857 w 1338752"/>
                <a:gd name="connsiteY50" fmla="*/ 1880301 h 3373097"/>
                <a:gd name="connsiteX51" fmla="*/ 355031 w 1338752"/>
                <a:gd name="connsiteY51" fmla="*/ 1991494 h 3373097"/>
                <a:gd name="connsiteX52" fmla="*/ 792240 w 1338752"/>
                <a:gd name="connsiteY52" fmla="*/ 2059004 h 3373097"/>
                <a:gd name="connsiteX53" fmla="*/ 888107 w 1338752"/>
                <a:gd name="connsiteY53" fmla="*/ 2121098 h 3373097"/>
                <a:gd name="connsiteX54" fmla="*/ 1107438 w 1338752"/>
                <a:gd name="connsiteY54" fmla="*/ 2782477 h 3373097"/>
                <a:gd name="connsiteX55" fmla="*/ 215225 w 1338752"/>
                <a:gd name="connsiteY55" fmla="*/ 3316418 h 3373097"/>
                <a:gd name="connsiteX56" fmla="*/ 190896 w 1338752"/>
                <a:gd name="connsiteY56" fmla="*/ 3342772 h 3373097"/>
                <a:gd name="connsiteX57" fmla="*/ 283131 w 1338752"/>
                <a:gd name="connsiteY57" fmla="*/ 3299450 h 3373097"/>
                <a:gd name="connsiteX58" fmla="*/ 273690 w 1338752"/>
                <a:gd name="connsiteY58" fmla="*/ 3345299 h 3373097"/>
                <a:gd name="connsiteX59" fmla="*/ 366288 w 1338752"/>
                <a:gd name="connsiteY59" fmla="*/ 3291508 h 3373097"/>
                <a:gd name="connsiteX60" fmla="*/ 464696 w 1338752"/>
                <a:gd name="connsiteY60" fmla="*/ 3366599 h 3373097"/>
                <a:gd name="connsiteX61" fmla="*/ 471596 w 1338752"/>
                <a:gd name="connsiteY61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114890 w 1338752"/>
                <a:gd name="connsiteY18" fmla="*/ 2182130 h 3373097"/>
                <a:gd name="connsiteX19" fmla="*/ 1038019 w 1338752"/>
                <a:gd name="connsiteY19" fmla="*/ 1584526 h 3373097"/>
                <a:gd name="connsiteX20" fmla="*/ 1162451 w 1338752"/>
                <a:gd name="connsiteY20" fmla="*/ 311374 h 3373097"/>
                <a:gd name="connsiteX21" fmla="*/ 1171209 w 1338752"/>
                <a:gd name="connsiteY21" fmla="*/ 261325 h 3373097"/>
                <a:gd name="connsiteX22" fmla="*/ 1179515 w 1338752"/>
                <a:gd name="connsiteY22" fmla="*/ 93904 h 3373097"/>
                <a:gd name="connsiteX23" fmla="*/ 1098272 w 1338752"/>
                <a:gd name="connsiteY23" fmla="*/ 4214 h 3373097"/>
                <a:gd name="connsiteX24" fmla="*/ 988940 w 1338752"/>
                <a:gd name="connsiteY24" fmla="*/ 4435 h 3373097"/>
                <a:gd name="connsiteX25" fmla="*/ 917437 w 1338752"/>
                <a:gd name="connsiteY25" fmla="*/ 105198 h 3373097"/>
                <a:gd name="connsiteX26" fmla="*/ 817242 w 1338752"/>
                <a:gd name="connsiteY26" fmla="*/ 895133 h 3373097"/>
                <a:gd name="connsiteX27" fmla="*/ 780245 w 1338752"/>
                <a:gd name="connsiteY27" fmla="*/ 954926 h 3373097"/>
                <a:gd name="connsiteX28" fmla="*/ 745437 w 1338752"/>
                <a:gd name="connsiteY28" fmla="*/ 923922 h 3373097"/>
                <a:gd name="connsiteX29" fmla="*/ 722181 w 1338752"/>
                <a:gd name="connsiteY29" fmla="*/ 785291 h 3373097"/>
                <a:gd name="connsiteX30" fmla="*/ 721222 w 1338752"/>
                <a:gd name="connsiteY30" fmla="*/ 785455 h 3373097"/>
                <a:gd name="connsiteX31" fmla="*/ 676012 w 1338752"/>
                <a:gd name="connsiteY31" fmla="*/ 467488 h 3373097"/>
                <a:gd name="connsiteX32" fmla="*/ 625660 w 1338752"/>
                <a:gd name="connsiteY32" fmla="*/ 134699 h 3373097"/>
                <a:gd name="connsiteX33" fmla="*/ 561732 w 1338752"/>
                <a:gd name="connsiteY33" fmla="*/ 18130 h 3373097"/>
                <a:gd name="connsiteX34" fmla="*/ 466203 w 1338752"/>
                <a:gd name="connsiteY34" fmla="*/ 19934 h 3373097"/>
                <a:gd name="connsiteX35" fmla="*/ 377212 w 1338752"/>
                <a:gd name="connsiteY35" fmla="*/ 147691 h 3373097"/>
                <a:gd name="connsiteX36" fmla="*/ 427338 w 1338752"/>
                <a:gd name="connsiteY36" fmla="*/ 551893 h 3373097"/>
                <a:gd name="connsiteX37" fmla="*/ 427697 w 1338752"/>
                <a:gd name="connsiteY37" fmla="*/ 552196 h 3373097"/>
                <a:gd name="connsiteX38" fmla="*/ 442071 w 1338752"/>
                <a:gd name="connsiteY38" fmla="*/ 719054 h 3373097"/>
                <a:gd name="connsiteX39" fmla="*/ 451043 w 1338752"/>
                <a:gd name="connsiteY39" fmla="*/ 1267844 h 3373097"/>
                <a:gd name="connsiteX40" fmla="*/ 424918 w 1338752"/>
                <a:gd name="connsiteY40" fmla="*/ 1539571 h 3373097"/>
                <a:gd name="connsiteX41" fmla="*/ 426879 w 1338752"/>
                <a:gd name="connsiteY41" fmla="*/ 1540279 h 3373097"/>
                <a:gd name="connsiteX42" fmla="*/ 408956 w 1338752"/>
                <a:gd name="connsiteY42" fmla="*/ 1574793 h 3373097"/>
                <a:gd name="connsiteX43" fmla="*/ 377182 w 1338752"/>
                <a:gd name="connsiteY43" fmla="*/ 1600515 h 3373097"/>
                <a:gd name="connsiteX44" fmla="*/ 287125 w 1338752"/>
                <a:gd name="connsiteY44" fmla="*/ 1494016 h 3373097"/>
                <a:gd name="connsiteX45" fmla="*/ 219538 w 1338752"/>
                <a:gd name="connsiteY45" fmla="*/ 1305791 h 3373097"/>
                <a:gd name="connsiteX46" fmla="*/ 179663 w 1338752"/>
                <a:gd name="connsiteY46" fmla="*/ 1184327 h 3373097"/>
                <a:gd name="connsiteX47" fmla="*/ 108440 w 1338752"/>
                <a:gd name="connsiteY47" fmla="*/ 1061800 h 3373097"/>
                <a:gd name="connsiteX48" fmla="*/ 323 w 1338752"/>
                <a:gd name="connsiteY48" fmla="*/ 1152186 h 3373097"/>
                <a:gd name="connsiteX49" fmla="*/ 218857 w 1338752"/>
                <a:gd name="connsiteY49" fmla="*/ 1880301 h 3373097"/>
                <a:gd name="connsiteX50" fmla="*/ 355031 w 1338752"/>
                <a:gd name="connsiteY50" fmla="*/ 1991494 h 3373097"/>
                <a:gd name="connsiteX51" fmla="*/ 792240 w 1338752"/>
                <a:gd name="connsiteY51" fmla="*/ 2059004 h 3373097"/>
                <a:gd name="connsiteX52" fmla="*/ 888107 w 1338752"/>
                <a:gd name="connsiteY52" fmla="*/ 2121098 h 3373097"/>
                <a:gd name="connsiteX53" fmla="*/ 1107438 w 1338752"/>
                <a:gd name="connsiteY53" fmla="*/ 2782477 h 3373097"/>
                <a:gd name="connsiteX54" fmla="*/ 215225 w 1338752"/>
                <a:gd name="connsiteY54" fmla="*/ 3316418 h 3373097"/>
                <a:gd name="connsiteX55" fmla="*/ 190896 w 1338752"/>
                <a:gd name="connsiteY55" fmla="*/ 3342772 h 3373097"/>
                <a:gd name="connsiteX56" fmla="*/ 283131 w 1338752"/>
                <a:gd name="connsiteY56" fmla="*/ 3299450 h 3373097"/>
                <a:gd name="connsiteX57" fmla="*/ 273690 w 1338752"/>
                <a:gd name="connsiteY57" fmla="*/ 3345299 h 3373097"/>
                <a:gd name="connsiteX58" fmla="*/ 366288 w 1338752"/>
                <a:gd name="connsiteY58" fmla="*/ 3291508 h 3373097"/>
                <a:gd name="connsiteX59" fmla="*/ 464696 w 1338752"/>
                <a:gd name="connsiteY59" fmla="*/ 3366599 h 3373097"/>
                <a:gd name="connsiteX60" fmla="*/ 471596 w 1338752"/>
                <a:gd name="connsiteY60" fmla="*/ 3373097 h 3373097"/>
                <a:gd name="connsiteX0" fmla="*/ 471596 w 1338752"/>
                <a:gd name="connsiteY0" fmla="*/ 3373097 h 3373097"/>
                <a:gd name="connsiteX1" fmla="*/ 575451 w 1338752"/>
                <a:gd name="connsiteY1" fmla="*/ 3299089 h 3373097"/>
                <a:gd name="connsiteX2" fmla="*/ 576904 w 1338752"/>
                <a:gd name="connsiteY2" fmla="*/ 3273818 h 3373097"/>
                <a:gd name="connsiteX3" fmla="*/ 493747 w 1338752"/>
                <a:gd name="connsiteY3" fmla="*/ 3212807 h 3373097"/>
                <a:gd name="connsiteX4" fmla="*/ 614669 w 1338752"/>
                <a:gd name="connsiteY4" fmla="*/ 3139160 h 3373097"/>
                <a:gd name="connsiteX5" fmla="*/ 706541 w 1338752"/>
                <a:gd name="connsiteY5" fmla="*/ 3210640 h 3373097"/>
                <a:gd name="connsiteX6" fmla="*/ 691290 w 1338752"/>
                <a:gd name="connsiteY6" fmla="*/ 3224359 h 3373097"/>
                <a:gd name="connsiteX7" fmla="*/ 715620 w 1338752"/>
                <a:gd name="connsiteY7" fmla="*/ 3217861 h 3373097"/>
                <a:gd name="connsiteX8" fmla="*/ 840537 w 1338752"/>
                <a:gd name="connsiteY8" fmla="*/ 3139882 h 3373097"/>
                <a:gd name="connsiteX9" fmla="*/ 750480 w 1338752"/>
                <a:gd name="connsiteY9" fmla="*/ 3062625 h 3373097"/>
                <a:gd name="connsiteX10" fmla="*/ 1125231 w 1338752"/>
                <a:gd name="connsiteY10" fmla="*/ 2834824 h 3373097"/>
                <a:gd name="connsiteX11" fmla="*/ 1188053 w 1338752"/>
                <a:gd name="connsiteY11" fmla="*/ 2913164 h 3373097"/>
                <a:gd name="connsiteX12" fmla="*/ 1294450 w 1338752"/>
                <a:gd name="connsiteY12" fmla="*/ 2874536 h 3373097"/>
                <a:gd name="connsiteX13" fmla="*/ 1283919 w 1338752"/>
                <a:gd name="connsiteY13" fmla="*/ 2740238 h 3373097"/>
                <a:gd name="connsiteX14" fmla="*/ 1338752 w 1338752"/>
                <a:gd name="connsiteY14" fmla="*/ 2708469 h 3373097"/>
                <a:gd name="connsiteX15" fmla="*/ 1309701 w 1338752"/>
                <a:gd name="connsiteY15" fmla="*/ 2664425 h 3373097"/>
                <a:gd name="connsiteX16" fmla="*/ 1266852 w 1338752"/>
                <a:gd name="connsiteY16" fmla="*/ 2688252 h 3373097"/>
                <a:gd name="connsiteX17" fmla="*/ 1146293 w 1338752"/>
                <a:gd name="connsiteY17" fmla="*/ 2207381 h 3373097"/>
                <a:gd name="connsiteX18" fmla="*/ 1038019 w 1338752"/>
                <a:gd name="connsiteY18" fmla="*/ 1584526 h 3373097"/>
                <a:gd name="connsiteX19" fmla="*/ 1162451 w 1338752"/>
                <a:gd name="connsiteY19" fmla="*/ 311374 h 3373097"/>
                <a:gd name="connsiteX20" fmla="*/ 1171209 w 1338752"/>
                <a:gd name="connsiteY20" fmla="*/ 261325 h 3373097"/>
                <a:gd name="connsiteX21" fmla="*/ 1179515 w 1338752"/>
                <a:gd name="connsiteY21" fmla="*/ 93904 h 3373097"/>
                <a:gd name="connsiteX22" fmla="*/ 1098272 w 1338752"/>
                <a:gd name="connsiteY22" fmla="*/ 4214 h 3373097"/>
                <a:gd name="connsiteX23" fmla="*/ 988940 w 1338752"/>
                <a:gd name="connsiteY23" fmla="*/ 4435 h 3373097"/>
                <a:gd name="connsiteX24" fmla="*/ 917437 w 1338752"/>
                <a:gd name="connsiteY24" fmla="*/ 105198 h 3373097"/>
                <a:gd name="connsiteX25" fmla="*/ 817242 w 1338752"/>
                <a:gd name="connsiteY25" fmla="*/ 895133 h 3373097"/>
                <a:gd name="connsiteX26" fmla="*/ 780245 w 1338752"/>
                <a:gd name="connsiteY26" fmla="*/ 954926 h 3373097"/>
                <a:gd name="connsiteX27" fmla="*/ 745437 w 1338752"/>
                <a:gd name="connsiteY27" fmla="*/ 923922 h 3373097"/>
                <a:gd name="connsiteX28" fmla="*/ 722181 w 1338752"/>
                <a:gd name="connsiteY28" fmla="*/ 785291 h 3373097"/>
                <a:gd name="connsiteX29" fmla="*/ 721222 w 1338752"/>
                <a:gd name="connsiteY29" fmla="*/ 785455 h 3373097"/>
                <a:gd name="connsiteX30" fmla="*/ 676012 w 1338752"/>
                <a:gd name="connsiteY30" fmla="*/ 467488 h 3373097"/>
                <a:gd name="connsiteX31" fmla="*/ 625660 w 1338752"/>
                <a:gd name="connsiteY31" fmla="*/ 134699 h 3373097"/>
                <a:gd name="connsiteX32" fmla="*/ 561732 w 1338752"/>
                <a:gd name="connsiteY32" fmla="*/ 18130 h 3373097"/>
                <a:gd name="connsiteX33" fmla="*/ 466203 w 1338752"/>
                <a:gd name="connsiteY33" fmla="*/ 19934 h 3373097"/>
                <a:gd name="connsiteX34" fmla="*/ 377212 w 1338752"/>
                <a:gd name="connsiteY34" fmla="*/ 147691 h 3373097"/>
                <a:gd name="connsiteX35" fmla="*/ 427338 w 1338752"/>
                <a:gd name="connsiteY35" fmla="*/ 551893 h 3373097"/>
                <a:gd name="connsiteX36" fmla="*/ 427697 w 1338752"/>
                <a:gd name="connsiteY36" fmla="*/ 552196 h 3373097"/>
                <a:gd name="connsiteX37" fmla="*/ 442071 w 1338752"/>
                <a:gd name="connsiteY37" fmla="*/ 719054 h 3373097"/>
                <a:gd name="connsiteX38" fmla="*/ 451043 w 1338752"/>
                <a:gd name="connsiteY38" fmla="*/ 1267844 h 3373097"/>
                <a:gd name="connsiteX39" fmla="*/ 424918 w 1338752"/>
                <a:gd name="connsiteY39" fmla="*/ 1539571 h 3373097"/>
                <a:gd name="connsiteX40" fmla="*/ 426879 w 1338752"/>
                <a:gd name="connsiteY40" fmla="*/ 1540279 h 3373097"/>
                <a:gd name="connsiteX41" fmla="*/ 408956 w 1338752"/>
                <a:gd name="connsiteY41" fmla="*/ 1574793 h 3373097"/>
                <a:gd name="connsiteX42" fmla="*/ 377182 w 1338752"/>
                <a:gd name="connsiteY42" fmla="*/ 1600515 h 3373097"/>
                <a:gd name="connsiteX43" fmla="*/ 287125 w 1338752"/>
                <a:gd name="connsiteY43" fmla="*/ 1494016 h 3373097"/>
                <a:gd name="connsiteX44" fmla="*/ 219538 w 1338752"/>
                <a:gd name="connsiteY44" fmla="*/ 1305791 h 3373097"/>
                <a:gd name="connsiteX45" fmla="*/ 179663 w 1338752"/>
                <a:gd name="connsiteY45" fmla="*/ 1184327 h 3373097"/>
                <a:gd name="connsiteX46" fmla="*/ 108440 w 1338752"/>
                <a:gd name="connsiteY46" fmla="*/ 1061800 h 3373097"/>
                <a:gd name="connsiteX47" fmla="*/ 323 w 1338752"/>
                <a:gd name="connsiteY47" fmla="*/ 1152186 h 3373097"/>
                <a:gd name="connsiteX48" fmla="*/ 218857 w 1338752"/>
                <a:gd name="connsiteY48" fmla="*/ 1880301 h 3373097"/>
                <a:gd name="connsiteX49" fmla="*/ 355031 w 1338752"/>
                <a:gd name="connsiteY49" fmla="*/ 1991494 h 3373097"/>
                <a:gd name="connsiteX50" fmla="*/ 792240 w 1338752"/>
                <a:gd name="connsiteY50" fmla="*/ 2059004 h 3373097"/>
                <a:gd name="connsiteX51" fmla="*/ 888107 w 1338752"/>
                <a:gd name="connsiteY51" fmla="*/ 2121098 h 3373097"/>
                <a:gd name="connsiteX52" fmla="*/ 1107438 w 1338752"/>
                <a:gd name="connsiteY52" fmla="*/ 2782477 h 3373097"/>
                <a:gd name="connsiteX53" fmla="*/ 215225 w 1338752"/>
                <a:gd name="connsiteY53" fmla="*/ 3316418 h 3373097"/>
                <a:gd name="connsiteX54" fmla="*/ 190896 w 1338752"/>
                <a:gd name="connsiteY54" fmla="*/ 3342772 h 3373097"/>
                <a:gd name="connsiteX55" fmla="*/ 283131 w 1338752"/>
                <a:gd name="connsiteY55" fmla="*/ 3299450 h 3373097"/>
                <a:gd name="connsiteX56" fmla="*/ 273690 w 1338752"/>
                <a:gd name="connsiteY56" fmla="*/ 3345299 h 3373097"/>
                <a:gd name="connsiteX57" fmla="*/ 366288 w 1338752"/>
                <a:gd name="connsiteY57" fmla="*/ 3291508 h 3373097"/>
                <a:gd name="connsiteX58" fmla="*/ 464696 w 1338752"/>
                <a:gd name="connsiteY58" fmla="*/ 3366599 h 3373097"/>
                <a:gd name="connsiteX59" fmla="*/ 471596 w 1338752"/>
                <a:gd name="connsiteY59" fmla="*/ 3373097 h 33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338752" h="3373097">
                  <a:moveTo>
                    <a:pt x="471596" y="3373097"/>
                  </a:moveTo>
                  <a:cubicBezTo>
                    <a:pt x="501009" y="3341689"/>
                    <a:pt x="542043" y="3325804"/>
                    <a:pt x="575451" y="3299089"/>
                  </a:cubicBezTo>
                  <a:cubicBezTo>
                    <a:pt x="575814" y="3292952"/>
                    <a:pt x="576541" y="3280316"/>
                    <a:pt x="576904" y="3273818"/>
                  </a:cubicBezTo>
                  <a:cubicBezTo>
                    <a:pt x="553300" y="3248547"/>
                    <a:pt x="523524" y="3230135"/>
                    <a:pt x="493747" y="3212807"/>
                  </a:cubicBezTo>
                  <a:cubicBezTo>
                    <a:pt x="534781" y="3189702"/>
                    <a:pt x="575814" y="3166236"/>
                    <a:pt x="614669" y="3139160"/>
                  </a:cubicBezTo>
                  <a:cubicBezTo>
                    <a:pt x="649893" y="3156488"/>
                    <a:pt x="681122" y="3181037"/>
                    <a:pt x="706541" y="3210640"/>
                  </a:cubicBezTo>
                  <a:cubicBezTo>
                    <a:pt x="702547" y="3213890"/>
                    <a:pt x="694921" y="3220749"/>
                    <a:pt x="691290" y="3224359"/>
                  </a:cubicBezTo>
                  <a:cubicBezTo>
                    <a:pt x="697463" y="3222554"/>
                    <a:pt x="709446" y="3219305"/>
                    <a:pt x="715620" y="3217861"/>
                  </a:cubicBezTo>
                  <a:cubicBezTo>
                    <a:pt x="752659" y="3185730"/>
                    <a:pt x="795145" y="3158654"/>
                    <a:pt x="840537" y="3139882"/>
                  </a:cubicBezTo>
                  <a:cubicBezTo>
                    <a:pt x="816570" y="3107751"/>
                    <a:pt x="785341" y="3082119"/>
                    <a:pt x="750480" y="3062625"/>
                  </a:cubicBezTo>
                  <a:cubicBezTo>
                    <a:pt x="873582" y="2983562"/>
                    <a:pt x="1002130" y="2913525"/>
                    <a:pt x="1125231" y="2834824"/>
                  </a:cubicBezTo>
                  <a:cubicBezTo>
                    <a:pt x="1140846" y="2864427"/>
                    <a:pt x="1156823" y="2897280"/>
                    <a:pt x="1188053" y="2913164"/>
                  </a:cubicBezTo>
                  <a:cubicBezTo>
                    <a:pt x="1226545" y="2925078"/>
                    <a:pt x="1272662" y="2908471"/>
                    <a:pt x="1294450" y="2874536"/>
                  </a:cubicBezTo>
                  <a:cubicBezTo>
                    <a:pt x="1317690" y="2831575"/>
                    <a:pt x="1291545" y="2783921"/>
                    <a:pt x="1283919" y="2740238"/>
                  </a:cubicBezTo>
                  <a:cubicBezTo>
                    <a:pt x="1302439" y="2729769"/>
                    <a:pt x="1320595" y="2719300"/>
                    <a:pt x="1338752" y="2708469"/>
                  </a:cubicBezTo>
                  <a:cubicBezTo>
                    <a:pt x="1328947" y="2694029"/>
                    <a:pt x="1319143" y="2679227"/>
                    <a:pt x="1309701" y="2664425"/>
                  </a:cubicBezTo>
                  <a:cubicBezTo>
                    <a:pt x="1294813" y="2670924"/>
                    <a:pt x="1281377" y="2680671"/>
                    <a:pt x="1266852" y="2688252"/>
                  </a:cubicBezTo>
                  <a:cubicBezTo>
                    <a:pt x="1223276" y="2528684"/>
                    <a:pt x="1185511" y="2368032"/>
                    <a:pt x="1146293" y="2207381"/>
                  </a:cubicBezTo>
                  <a:lnTo>
                    <a:pt x="1038019" y="1584526"/>
                  </a:lnTo>
                  <a:cubicBezTo>
                    <a:pt x="1077885" y="1159773"/>
                    <a:pt x="1121149" y="735906"/>
                    <a:pt x="1162451" y="311374"/>
                  </a:cubicBezTo>
                  <a:cubicBezTo>
                    <a:pt x="1165395" y="294765"/>
                    <a:pt x="1168264" y="277934"/>
                    <a:pt x="1171209" y="261325"/>
                  </a:cubicBezTo>
                  <a:cubicBezTo>
                    <a:pt x="1174078" y="225006"/>
                    <a:pt x="1191671" y="136645"/>
                    <a:pt x="1179515" y="93904"/>
                  </a:cubicBezTo>
                  <a:cubicBezTo>
                    <a:pt x="1172946" y="51163"/>
                    <a:pt x="1139573" y="16837"/>
                    <a:pt x="1098272" y="4214"/>
                  </a:cubicBezTo>
                  <a:cubicBezTo>
                    <a:pt x="1061954" y="-880"/>
                    <a:pt x="1025258" y="-1987"/>
                    <a:pt x="988940" y="4435"/>
                  </a:cubicBezTo>
                  <a:cubicBezTo>
                    <a:pt x="946205" y="19273"/>
                    <a:pt x="921061" y="61793"/>
                    <a:pt x="917437" y="105198"/>
                  </a:cubicBezTo>
                  <a:lnTo>
                    <a:pt x="817242" y="895133"/>
                  </a:lnTo>
                  <a:cubicBezTo>
                    <a:pt x="812259" y="917057"/>
                    <a:pt x="808635" y="953155"/>
                    <a:pt x="780245" y="954926"/>
                  </a:cubicBezTo>
                  <a:cubicBezTo>
                    <a:pt x="758877" y="965113"/>
                    <a:pt x="746871" y="940974"/>
                    <a:pt x="745437" y="923922"/>
                  </a:cubicBezTo>
                  <a:cubicBezTo>
                    <a:pt x="737056" y="877638"/>
                    <a:pt x="728750" y="831575"/>
                    <a:pt x="722181" y="785291"/>
                  </a:cubicBezTo>
                  <a:lnTo>
                    <a:pt x="721222" y="785455"/>
                  </a:lnTo>
                  <a:lnTo>
                    <a:pt x="676012" y="467488"/>
                  </a:lnTo>
                  <a:cubicBezTo>
                    <a:pt x="660167" y="356468"/>
                    <a:pt x="643821" y="245493"/>
                    <a:pt x="625660" y="134699"/>
                  </a:cubicBezTo>
                  <a:cubicBezTo>
                    <a:pt x="619485" y="89948"/>
                    <a:pt x="604593" y="41227"/>
                    <a:pt x="561732" y="18130"/>
                  </a:cubicBezTo>
                  <a:cubicBezTo>
                    <a:pt x="529768" y="13799"/>
                    <a:pt x="497804" y="13438"/>
                    <a:pt x="466203" y="19934"/>
                  </a:cubicBezTo>
                  <a:cubicBezTo>
                    <a:pt x="407723" y="30400"/>
                    <a:pt x="367768" y="89948"/>
                    <a:pt x="377212" y="147691"/>
                  </a:cubicBezTo>
                  <a:cubicBezTo>
                    <a:pt x="396100" y="282304"/>
                    <a:pt x="410629" y="417279"/>
                    <a:pt x="427338" y="551893"/>
                  </a:cubicBezTo>
                  <a:lnTo>
                    <a:pt x="427697" y="552196"/>
                  </a:lnTo>
                  <a:lnTo>
                    <a:pt x="442071" y="719054"/>
                  </a:lnTo>
                  <a:cubicBezTo>
                    <a:pt x="458759" y="901735"/>
                    <a:pt x="474204" y="1084977"/>
                    <a:pt x="451043" y="1267844"/>
                  </a:cubicBezTo>
                  <a:cubicBezTo>
                    <a:pt x="443492" y="1358420"/>
                    <a:pt x="431110" y="1448774"/>
                    <a:pt x="424918" y="1539571"/>
                  </a:cubicBezTo>
                  <a:lnTo>
                    <a:pt x="426879" y="1540279"/>
                  </a:lnTo>
                  <a:lnTo>
                    <a:pt x="408956" y="1574793"/>
                  </a:lnTo>
                  <a:cubicBezTo>
                    <a:pt x="400150" y="1585082"/>
                    <a:pt x="389165" y="1593656"/>
                    <a:pt x="377182" y="1600515"/>
                  </a:cubicBezTo>
                  <a:cubicBezTo>
                    <a:pt x="331790" y="1581020"/>
                    <a:pt x="304556" y="1537698"/>
                    <a:pt x="287125" y="1494016"/>
                  </a:cubicBezTo>
                  <a:cubicBezTo>
                    <a:pt x="262796" y="1431921"/>
                    <a:pt x="240735" y="1369014"/>
                    <a:pt x="219538" y="1305791"/>
                  </a:cubicBezTo>
                  <a:lnTo>
                    <a:pt x="179663" y="1184327"/>
                  </a:lnTo>
                  <a:cubicBezTo>
                    <a:pt x="155922" y="1143485"/>
                    <a:pt x="138531" y="1086767"/>
                    <a:pt x="108440" y="1061800"/>
                  </a:cubicBezTo>
                  <a:cubicBezTo>
                    <a:pt x="78349" y="1036833"/>
                    <a:pt x="-5864" y="1091328"/>
                    <a:pt x="323" y="1152186"/>
                  </a:cubicBezTo>
                  <a:lnTo>
                    <a:pt x="218857" y="1880301"/>
                  </a:lnTo>
                  <a:cubicBezTo>
                    <a:pt x="239918" y="1938064"/>
                    <a:pt x="292209" y="1985357"/>
                    <a:pt x="355031" y="1991494"/>
                  </a:cubicBezTo>
                  <a:cubicBezTo>
                    <a:pt x="501373" y="2006656"/>
                    <a:pt x="650256" y="2016404"/>
                    <a:pt x="792240" y="2059004"/>
                  </a:cubicBezTo>
                  <a:cubicBezTo>
                    <a:pt x="827827" y="2071639"/>
                    <a:pt x="870313" y="2084636"/>
                    <a:pt x="888107" y="2121098"/>
                  </a:cubicBezTo>
                  <a:cubicBezTo>
                    <a:pt x="978526" y="2335541"/>
                    <a:pt x="1039896" y="2560453"/>
                    <a:pt x="1107438" y="2782477"/>
                  </a:cubicBezTo>
                  <a:lnTo>
                    <a:pt x="215225" y="3316418"/>
                  </a:lnTo>
                  <a:cubicBezTo>
                    <a:pt x="204695" y="3322555"/>
                    <a:pt x="196343" y="3331219"/>
                    <a:pt x="190896" y="3342772"/>
                  </a:cubicBezTo>
                  <a:cubicBezTo>
                    <a:pt x="228661" y="3349992"/>
                    <a:pt x="256259" y="3320028"/>
                    <a:pt x="283131" y="3299450"/>
                  </a:cubicBezTo>
                  <a:cubicBezTo>
                    <a:pt x="278047" y="3314252"/>
                    <a:pt x="271511" y="3329053"/>
                    <a:pt x="273690" y="3345299"/>
                  </a:cubicBezTo>
                  <a:cubicBezTo>
                    <a:pt x="304919" y="3327609"/>
                    <a:pt x="334695" y="3307753"/>
                    <a:pt x="366288" y="3291508"/>
                  </a:cubicBezTo>
                  <a:cubicBezTo>
                    <a:pt x="401148" y="3313530"/>
                    <a:pt x="436735" y="3335913"/>
                    <a:pt x="464696" y="3366599"/>
                  </a:cubicBezTo>
                  <a:cubicBezTo>
                    <a:pt x="466512" y="3368043"/>
                    <a:pt x="470143" y="3371653"/>
                    <a:pt x="471596" y="3373097"/>
                  </a:cubicBezTo>
                  <a:close/>
                </a:path>
              </a:pathLst>
            </a:custGeom>
            <a:solidFill>
              <a:srgbClr val="595959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7" name="椭圆 126"/>
            <p:cNvSpPr/>
            <p:nvPr/>
          </p:nvSpPr>
          <p:spPr>
            <a:xfrm>
              <a:off x="7521575" y="2654300"/>
              <a:ext cx="553244" cy="553244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8" name="任意多边形 127"/>
            <p:cNvSpPr/>
            <p:nvPr/>
          </p:nvSpPr>
          <p:spPr>
            <a:xfrm>
              <a:off x="7481889" y="1814514"/>
              <a:ext cx="114300" cy="109537"/>
            </a:xfrm>
            <a:custGeom>
              <a:avLst/>
              <a:gdLst>
                <a:gd name="connsiteX0" fmla="*/ 114300 w 114300"/>
                <a:gd name="connsiteY0" fmla="*/ 33337 h 109537"/>
                <a:gd name="connsiteX1" fmla="*/ 14287 w 114300"/>
                <a:gd name="connsiteY1" fmla="*/ 109537 h 109537"/>
                <a:gd name="connsiteX2" fmla="*/ 0 w 114300"/>
                <a:gd name="connsiteY2" fmla="*/ 23812 h 109537"/>
                <a:gd name="connsiteX3" fmla="*/ 28575 w 114300"/>
                <a:gd name="connsiteY3" fmla="*/ 0 h 109537"/>
                <a:gd name="connsiteX4" fmla="*/ 66675 w 114300"/>
                <a:gd name="connsiteY4" fmla="*/ 0 h 109537"/>
                <a:gd name="connsiteX5" fmla="*/ 114300 w 114300"/>
                <a:gd name="connsiteY5" fmla="*/ 33337 h 109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09537">
                  <a:moveTo>
                    <a:pt x="114300" y="33337"/>
                  </a:moveTo>
                  <a:lnTo>
                    <a:pt x="14287" y="109537"/>
                  </a:lnTo>
                  <a:lnTo>
                    <a:pt x="0" y="23812"/>
                  </a:lnTo>
                  <a:lnTo>
                    <a:pt x="28575" y="0"/>
                  </a:lnTo>
                  <a:lnTo>
                    <a:pt x="66675" y="0"/>
                  </a:lnTo>
                  <a:lnTo>
                    <a:pt x="114300" y="33337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29" name="KSO_Shape"/>
          <p:cNvSpPr>
            <a:spLocks/>
          </p:cNvSpPr>
          <p:nvPr/>
        </p:nvSpPr>
        <p:spPr bwMode="auto">
          <a:xfrm>
            <a:off x="834316" y="4650518"/>
            <a:ext cx="1320800" cy="1905000"/>
          </a:xfrm>
          <a:custGeom>
            <a:avLst/>
            <a:gdLst>
              <a:gd name="T0" fmla="*/ 146525 w 1016001"/>
              <a:gd name="T1" fmla="*/ 756984 h 1466851"/>
              <a:gd name="T2" fmla="*/ 255217 w 1016001"/>
              <a:gd name="T3" fmla="*/ 1265190 h 1466851"/>
              <a:gd name="T4" fmla="*/ 310594 w 1016001"/>
              <a:gd name="T5" fmla="*/ 1352812 h 1466851"/>
              <a:gd name="T6" fmla="*/ 444737 w 1016001"/>
              <a:gd name="T7" fmla="*/ 1374803 h 1466851"/>
              <a:gd name="T8" fmla="*/ 773218 w 1016001"/>
              <a:gd name="T9" fmla="*/ 1394046 h 1466851"/>
              <a:gd name="T10" fmla="*/ 793511 w 1016001"/>
              <a:gd name="T11" fmla="*/ 1483385 h 1466851"/>
              <a:gd name="T12" fmla="*/ 733663 w 1016001"/>
              <a:gd name="T13" fmla="*/ 1532865 h 1466851"/>
              <a:gd name="T14" fmla="*/ 248682 w 1016001"/>
              <a:gd name="T15" fmla="*/ 1520839 h 1466851"/>
              <a:gd name="T16" fmla="*/ 164755 w 1016001"/>
              <a:gd name="T17" fmla="*/ 1466204 h 1466851"/>
              <a:gd name="T18" fmla="*/ 83238 w 1016001"/>
              <a:gd name="T19" fmla="*/ 1205745 h 1466851"/>
              <a:gd name="T20" fmla="*/ 18918 w 1016001"/>
              <a:gd name="T21" fmla="*/ 738085 h 1466851"/>
              <a:gd name="T22" fmla="*/ 372285 w 1016001"/>
              <a:gd name="T23" fmla="*/ 489307 h 1466851"/>
              <a:gd name="T24" fmla="*/ 465046 w 1016001"/>
              <a:gd name="T25" fmla="*/ 531230 h 1466851"/>
              <a:gd name="T26" fmla="*/ 604875 w 1016001"/>
              <a:gd name="T27" fmla="*/ 1062114 h 1466851"/>
              <a:gd name="T28" fmla="*/ 1016462 w 1016001"/>
              <a:gd name="T29" fmla="*/ 1090290 h 1466851"/>
              <a:gd name="T30" fmla="*/ 1066280 w 1016001"/>
              <a:gd name="T31" fmla="*/ 1162449 h 1466851"/>
              <a:gd name="T32" fmla="*/ 1070059 w 1016001"/>
              <a:gd name="T33" fmla="*/ 1829061 h 1466851"/>
              <a:gd name="T34" fmla="*/ 1033984 w 1016001"/>
              <a:gd name="T35" fmla="*/ 1885070 h 1466851"/>
              <a:gd name="T36" fmla="*/ 942940 w 1016001"/>
              <a:gd name="T37" fmla="*/ 1900877 h 1466851"/>
              <a:gd name="T38" fmla="*/ 888314 w 1016001"/>
              <a:gd name="T39" fmla="*/ 1862048 h 1466851"/>
              <a:gd name="T40" fmla="*/ 869762 w 1016001"/>
              <a:gd name="T41" fmla="*/ 1768929 h 1466851"/>
              <a:gd name="T42" fmla="*/ 869762 w 1016001"/>
              <a:gd name="T43" fmla="*/ 1381332 h 1466851"/>
              <a:gd name="T44" fmla="*/ 811012 w 1016001"/>
              <a:gd name="T45" fmla="*/ 1338724 h 1466851"/>
              <a:gd name="T46" fmla="*/ 437561 w 1016001"/>
              <a:gd name="T47" fmla="*/ 1335974 h 1466851"/>
              <a:gd name="T48" fmla="*/ 344112 w 1016001"/>
              <a:gd name="T49" fmla="*/ 1298864 h 1466851"/>
              <a:gd name="T50" fmla="*/ 290860 w 1016001"/>
              <a:gd name="T51" fmla="*/ 1222581 h 1466851"/>
              <a:gd name="T52" fmla="*/ 184357 w 1016001"/>
              <a:gd name="T53" fmla="*/ 615415 h 1466851"/>
              <a:gd name="T54" fmla="*/ 240357 w 1016001"/>
              <a:gd name="T55" fmla="*/ 527449 h 1466851"/>
              <a:gd name="T56" fmla="*/ 333118 w 1016001"/>
              <a:gd name="T57" fmla="*/ 489307 h 1466851"/>
              <a:gd name="T58" fmla="*/ 1170147 w 1016001"/>
              <a:gd name="T59" fmla="*/ 269243 h 1466851"/>
              <a:gd name="T60" fmla="*/ 1178402 w 1016001"/>
              <a:gd name="T61" fmla="*/ 296528 h 1466851"/>
              <a:gd name="T62" fmla="*/ 1025683 w 1016001"/>
              <a:gd name="T63" fmla="*/ 111752 h 1466851"/>
              <a:gd name="T64" fmla="*/ 365904 w 1016001"/>
              <a:gd name="T65" fmla="*/ 76291 h 1466851"/>
              <a:gd name="T66" fmla="*/ 470057 w 1016001"/>
              <a:gd name="T67" fmla="*/ 135153 h 1466851"/>
              <a:gd name="T68" fmla="*/ 519375 w 1016001"/>
              <a:gd name="T69" fmla="*/ 245306 h 1466851"/>
              <a:gd name="T70" fmla="*/ 492130 w 1016001"/>
              <a:gd name="T71" fmla="*/ 364754 h 1466851"/>
              <a:gd name="T72" fmla="*/ 402461 w 1016001"/>
              <a:gd name="T73" fmla="*/ 442550 h 1466851"/>
              <a:gd name="T74" fmla="*/ 278994 w 1016001"/>
              <a:gd name="T75" fmla="*/ 451500 h 1466851"/>
              <a:gd name="T76" fmla="*/ 178288 w 1016001"/>
              <a:gd name="T77" fmla="*/ 387474 h 1466851"/>
              <a:gd name="T78" fmla="*/ 134489 w 1016001"/>
              <a:gd name="T79" fmla="*/ 274910 h 1466851"/>
              <a:gd name="T80" fmla="*/ 167253 w 1016001"/>
              <a:gd name="T81" fmla="*/ 157184 h 1466851"/>
              <a:gd name="T82" fmla="*/ 260715 w 1016001"/>
              <a:gd name="T83" fmla="*/ 83864 h 1466851"/>
              <a:gd name="T84" fmla="*/ 985719 w 1016001"/>
              <a:gd name="T85" fmla="*/ 73235 h 1466851"/>
              <a:gd name="T86" fmla="*/ 873451 w 1016001"/>
              <a:gd name="T87" fmla="*/ 144751 h 1466851"/>
              <a:gd name="T88" fmla="*/ 824206 w 1016001"/>
              <a:gd name="T89" fmla="*/ 270247 h 1466851"/>
              <a:gd name="T90" fmla="*/ 861054 w 1016001"/>
              <a:gd name="T91" fmla="*/ 401588 h 1466851"/>
              <a:gd name="T92" fmla="*/ 965401 w 1016001"/>
              <a:gd name="T93" fmla="*/ 483418 h 1466851"/>
              <a:gd name="T94" fmla="*/ 1103497 w 1016001"/>
              <a:gd name="T95" fmla="*/ 486513 h 1466851"/>
              <a:gd name="T96" fmla="*/ 1211633 w 1016001"/>
              <a:gd name="T97" fmla="*/ 409839 h 1466851"/>
              <a:gd name="T98" fmla="*/ 1254335 w 1016001"/>
              <a:gd name="T99" fmla="*/ 281593 h 1466851"/>
              <a:gd name="T100" fmla="*/ 1211633 w 1016001"/>
              <a:gd name="T101" fmla="*/ 152658 h 1466851"/>
              <a:gd name="T102" fmla="*/ 1103497 w 1016001"/>
              <a:gd name="T103" fmla="*/ 76329 h 1466851"/>
              <a:gd name="T104" fmla="*/ 1123127 w 1016001"/>
              <a:gd name="T105" fmla="*/ 12721 h 1466851"/>
              <a:gd name="T106" fmla="*/ 1265011 w 1016001"/>
              <a:gd name="T107" fmla="*/ 113118 h 1466851"/>
              <a:gd name="T108" fmla="*/ 1320800 w 1016001"/>
              <a:gd name="T109" fmla="*/ 281593 h 1466851"/>
              <a:gd name="T110" fmla="*/ 1265011 w 1016001"/>
              <a:gd name="T111" fmla="*/ 450067 h 1466851"/>
              <a:gd name="T112" fmla="*/ 1123127 w 1016001"/>
              <a:gd name="T113" fmla="*/ 550120 h 1466851"/>
              <a:gd name="T114" fmla="*/ 942327 w 1016001"/>
              <a:gd name="T115" fmla="*/ 545650 h 1466851"/>
              <a:gd name="T116" fmla="*/ 805609 w 1016001"/>
              <a:gd name="T117" fmla="*/ 438720 h 1466851"/>
              <a:gd name="T118" fmla="*/ 757741 w 1016001"/>
              <a:gd name="T119" fmla="*/ 267152 h 1466851"/>
              <a:gd name="T120" fmla="*/ 822139 w 1016001"/>
              <a:gd name="T121" fmla="*/ 102460 h 1466851"/>
              <a:gd name="T122" fmla="*/ 968845 w 1016001"/>
              <a:gd name="T123" fmla="*/ 8939 h 14668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1016001" h="1466851">
                <a:moveTo>
                  <a:pt x="58208" y="547688"/>
                </a:moveTo>
                <a:lnTo>
                  <a:pt x="63765" y="547688"/>
                </a:lnTo>
                <a:lnTo>
                  <a:pt x="69056" y="548217"/>
                </a:lnTo>
                <a:lnTo>
                  <a:pt x="74612" y="549011"/>
                </a:lnTo>
                <a:lnTo>
                  <a:pt x="79640" y="550863"/>
                </a:lnTo>
                <a:lnTo>
                  <a:pt x="84667" y="552715"/>
                </a:lnTo>
                <a:lnTo>
                  <a:pt x="89694" y="555361"/>
                </a:lnTo>
                <a:lnTo>
                  <a:pt x="94456" y="558536"/>
                </a:lnTo>
                <a:lnTo>
                  <a:pt x="98690" y="562240"/>
                </a:lnTo>
                <a:lnTo>
                  <a:pt x="102658" y="566474"/>
                </a:lnTo>
                <a:lnTo>
                  <a:pt x="106362" y="571236"/>
                </a:lnTo>
                <a:lnTo>
                  <a:pt x="109802" y="576792"/>
                </a:lnTo>
                <a:lnTo>
                  <a:pt x="112712" y="582878"/>
                </a:lnTo>
                <a:lnTo>
                  <a:pt x="113771" y="585788"/>
                </a:lnTo>
                <a:lnTo>
                  <a:pt x="115094" y="589228"/>
                </a:lnTo>
                <a:lnTo>
                  <a:pt x="115887" y="592932"/>
                </a:lnTo>
                <a:lnTo>
                  <a:pt x="116681" y="596372"/>
                </a:lnTo>
                <a:lnTo>
                  <a:pt x="124619" y="636853"/>
                </a:lnTo>
                <a:lnTo>
                  <a:pt x="143669" y="731574"/>
                </a:lnTo>
                <a:lnTo>
                  <a:pt x="154781" y="787136"/>
                </a:lnTo>
                <a:lnTo>
                  <a:pt x="165894" y="841905"/>
                </a:lnTo>
                <a:lnTo>
                  <a:pt x="176213" y="890589"/>
                </a:lnTo>
                <a:lnTo>
                  <a:pt x="184679" y="928689"/>
                </a:lnTo>
                <a:lnTo>
                  <a:pt x="189177" y="948268"/>
                </a:lnTo>
                <a:lnTo>
                  <a:pt x="194204" y="966259"/>
                </a:lnTo>
                <a:lnTo>
                  <a:pt x="196321" y="974197"/>
                </a:lnTo>
                <a:lnTo>
                  <a:pt x="198967" y="982134"/>
                </a:lnTo>
                <a:lnTo>
                  <a:pt x="201613" y="989014"/>
                </a:lnTo>
                <a:lnTo>
                  <a:pt x="204258" y="995893"/>
                </a:lnTo>
                <a:lnTo>
                  <a:pt x="206640" y="1002243"/>
                </a:lnTo>
                <a:lnTo>
                  <a:pt x="209550" y="1008064"/>
                </a:lnTo>
                <a:lnTo>
                  <a:pt x="212460" y="1013620"/>
                </a:lnTo>
                <a:lnTo>
                  <a:pt x="215635" y="1018647"/>
                </a:lnTo>
                <a:lnTo>
                  <a:pt x="219075" y="1023409"/>
                </a:lnTo>
                <a:lnTo>
                  <a:pt x="222515" y="1027643"/>
                </a:lnTo>
                <a:lnTo>
                  <a:pt x="226219" y="1031612"/>
                </a:lnTo>
                <a:lnTo>
                  <a:pt x="230188" y="1035316"/>
                </a:lnTo>
                <a:lnTo>
                  <a:pt x="234421" y="1038491"/>
                </a:lnTo>
                <a:lnTo>
                  <a:pt x="238919" y="1041666"/>
                </a:lnTo>
                <a:lnTo>
                  <a:pt x="243946" y="1044312"/>
                </a:lnTo>
                <a:lnTo>
                  <a:pt x="248708" y="1046957"/>
                </a:lnTo>
                <a:lnTo>
                  <a:pt x="254265" y="1048809"/>
                </a:lnTo>
                <a:lnTo>
                  <a:pt x="260085" y="1050926"/>
                </a:lnTo>
                <a:lnTo>
                  <a:pt x="266435" y="1052514"/>
                </a:lnTo>
                <a:lnTo>
                  <a:pt x="273050" y="1053837"/>
                </a:lnTo>
                <a:lnTo>
                  <a:pt x="279929" y="1055159"/>
                </a:lnTo>
                <a:lnTo>
                  <a:pt x="287338" y="1055953"/>
                </a:lnTo>
                <a:lnTo>
                  <a:pt x="295275" y="1056747"/>
                </a:lnTo>
                <a:lnTo>
                  <a:pt x="303477" y="1057276"/>
                </a:lnTo>
                <a:lnTo>
                  <a:pt x="312473" y="1058070"/>
                </a:lnTo>
                <a:lnTo>
                  <a:pt x="321733" y="1058334"/>
                </a:lnTo>
                <a:lnTo>
                  <a:pt x="342106" y="1058599"/>
                </a:lnTo>
                <a:lnTo>
                  <a:pt x="552186" y="1058599"/>
                </a:lnTo>
                <a:lnTo>
                  <a:pt x="555890" y="1058599"/>
                </a:lnTo>
                <a:lnTo>
                  <a:pt x="559594" y="1058864"/>
                </a:lnTo>
                <a:lnTo>
                  <a:pt x="563298" y="1059128"/>
                </a:lnTo>
                <a:lnTo>
                  <a:pt x="566738" y="1059922"/>
                </a:lnTo>
                <a:lnTo>
                  <a:pt x="570177" y="1060451"/>
                </a:lnTo>
                <a:lnTo>
                  <a:pt x="573352" y="1061509"/>
                </a:lnTo>
                <a:lnTo>
                  <a:pt x="576527" y="1062568"/>
                </a:lnTo>
                <a:lnTo>
                  <a:pt x="579438" y="1063626"/>
                </a:lnTo>
                <a:lnTo>
                  <a:pt x="582348" y="1065214"/>
                </a:lnTo>
                <a:lnTo>
                  <a:pt x="584994" y="1066537"/>
                </a:lnTo>
                <a:lnTo>
                  <a:pt x="590286" y="1069712"/>
                </a:lnTo>
                <a:lnTo>
                  <a:pt x="594784" y="1073416"/>
                </a:lnTo>
                <a:lnTo>
                  <a:pt x="598752" y="1077649"/>
                </a:lnTo>
                <a:lnTo>
                  <a:pt x="602457" y="1082147"/>
                </a:lnTo>
                <a:lnTo>
                  <a:pt x="605632" y="1086909"/>
                </a:lnTo>
                <a:lnTo>
                  <a:pt x="608277" y="1091937"/>
                </a:lnTo>
                <a:lnTo>
                  <a:pt x="610394" y="1097493"/>
                </a:lnTo>
                <a:lnTo>
                  <a:pt x="612246" y="1102784"/>
                </a:lnTo>
                <a:lnTo>
                  <a:pt x="613305" y="1108341"/>
                </a:lnTo>
                <a:lnTo>
                  <a:pt x="614098" y="1113897"/>
                </a:lnTo>
                <a:lnTo>
                  <a:pt x="614363" y="1119718"/>
                </a:lnTo>
                <a:lnTo>
                  <a:pt x="614098" y="1125274"/>
                </a:lnTo>
                <a:lnTo>
                  <a:pt x="613305" y="1131095"/>
                </a:lnTo>
                <a:lnTo>
                  <a:pt x="612246" y="1136916"/>
                </a:lnTo>
                <a:lnTo>
                  <a:pt x="610394" y="1142207"/>
                </a:lnTo>
                <a:lnTo>
                  <a:pt x="608542" y="1147764"/>
                </a:lnTo>
                <a:lnTo>
                  <a:pt x="605896" y="1152526"/>
                </a:lnTo>
                <a:lnTo>
                  <a:pt x="602721" y="1157289"/>
                </a:lnTo>
                <a:lnTo>
                  <a:pt x="599017" y="1161787"/>
                </a:lnTo>
                <a:lnTo>
                  <a:pt x="595048" y="1166020"/>
                </a:lnTo>
                <a:lnTo>
                  <a:pt x="590550" y="1169724"/>
                </a:lnTo>
                <a:lnTo>
                  <a:pt x="585523" y="1173164"/>
                </a:lnTo>
                <a:lnTo>
                  <a:pt x="579967" y="1175810"/>
                </a:lnTo>
                <a:lnTo>
                  <a:pt x="577057" y="1177132"/>
                </a:lnTo>
                <a:lnTo>
                  <a:pt x="573882" y="1177926"/>
                </a:lnTo>
                <a:lnTo>
                  <a:pt x="570707" y="1178985"/>
                </a:lnTo>
                <a:lnTo>
                  <a:pt x="567532" y="1179514"/>
                </a:lnTo>
                <a:lnTo>
                  <a:pt x="564357" y="1180307"/>
                </a:lnTo>
                <a:lnTo>
                  <a:pt x="560917" y="1180837"/>
                </a:lnTo>
                <a:lnTo>
                  <a:pt x="557213" y="1181101"/>
                </a:lnTo>
                <a:lnTo>
                  <a:pt x="553244" y="1181101"/>
                </a:lnTo>
                <a:lnTo>
                  <a:pt x="324115" y="1181101"/>
                </a:lnTo>
                <a:lnTo>
                  <a:pt x="291042" y="1180837"/>
                </a:lnTo>
                <a:lnTo>
                  <a:pt x="275431" y="1180572"/>
                </a:lnTo>
                <a:lnTo>
                  <a:pt x="261144" y="1179778"/>
                </a:lnTo>
                <a:lnTo>
                  <a:pt x="247650" y="1178985"/>
                </a:lnTo>
                <a:lnTo>
                  <a:pt x="234950" y="1178191"/>
                </a:lnTo>
                <a:lnTo>
                  <a:pt x="223044" y="1176868"/>
                </a:lnTo>
                <a:lnTo>
                  <a:pt x="211667" y="1175280"/>
                </a:lnTo>
                <a:lnTo>
                  <a:pt x="201348" y="1173428"/>
                </a:lnTo>
                <a:lnTo>
                  <a:pt x="191294" y="1171047"/>
                </a:lnTo>
                <a:lnTo>
                  <a:pt x="182033" y="1168401"/>
                </a:lnTo>
                <a:lnTo>
                  <a:pt x="173567" y="1165226"/>
                </a:lnTo>
                <a:lnTo>
                  <a:pt x="165365" y="1161522"/>
                </a:lnTo>
                <a:lnTo>
                  <a:pt x="157956" y="1157553"/>
                </a:lnTo>
                <a:lnTo>
                  <a:pt x="154252" y="1155437"/>
                </a:lnTo>
                <a:lnTo>
                  <a:pt x="150812" y="1153055"/>
                </a:lnTo>
                <a:lnTo>
                  <a:pt x="147637" y="1150410"/>
                </a:lnTo>
                <a:lnTo>
                  <a:pt x="144198" y="1148028"/>
                </a:lnTo>
                <a:lnTo>
                  <a:pt x="141023" y="1145118"/>
                </a:lnTo>
                <a:lnTo>
                  <a:pt x="138112" y="1142207"/>
                </a:lnTo>
                <a:lnTo>
                  <a:pt x="134937" y="1139032"/>
                </a:lnTo>
                <a:lnTo>
                  <a:pt x="132292" y="1135857"/>
                </a:lnTo>
                <a:lnTo>
                  <a:pt x="126735" y="1128978"/>
                </a:lnTo>
                <a:lnTo>
                  <a:pt x="121973" y="1121305"/>
                </a:lnTo>
                <a:lnTo>
                  <a:pt x="116946" y="1113103"/>
                </a:lnTo>
                <a:lnTo>
                  <a:pt x="112448" y="1104107"/>
                </a:lnTo>
                <a:lnTo>
                  <a:pt x="107950" y="1094318"/>
                </a:lnTo>
                <a:lnTo>
                  <a:pt x="103981" y="1083734"/>
                </a:lnTo>
                <a:lnTo>
                  <a:pt x="100012" y="1072622"/>
                </a:lnTo>
                <a:lnTo>
                  <a:pt x="95779" y="1060187"/>
                </a:lnTo>
                <a:lnTo>
                  <a:pt x="91810" y="1047222"/>
                </a:lnTo>
                <a:lnTo>
                  <a:pt x="88106" y="1033464"/>
                </a:lnTo>
                <a:lnTo>
                  <a:pt x="84402" y="1018647"/>
                </a:lnTo>
                <a:lnTo>
                  <a:pt x="80433" y="1002507"/>
                </a:lnTo>
                <a:lnTo>
                  <a:pt x="72496" y="968111"/>
                </a:lnTo>
                <a:lnTo>
                  <a:pt x="64029" y="928424"/>
                </a:lnTo>
                <a:lnTo>
                  <a:pt x="53446" y="877095"/>
                </a:lnTo>
                <a:lnTo>
                  <a:pt x="29633" y="762001"/>
                </a:lnTo>
                <a:lnTo>
                  <a:pt x="1058" y="620978"/>
                </a:lnTo>
                <a:lnTo>
                  <a:pt x="529" y="617274"/>
                </a:lnTo>
                <a:lnTo>
                  <a:pt x="264" y="613570"/>
                </a:lnTo>
                <a:lnTo>
                  <a:pt x="0" y="606690"/>
                </a:lnTo>
                <a:lnTo>
                  <a:pt x="264" y="600076"/>
                </a:lnTo>
                <a:lnTo>
                  <a:pt x="1323" y="593990"/>
                </a:lnTo>
                <a:lnTo>
                  <a:pt x="3175" y="588170"/>
                </a:lnTo>
                <a:lnTo>
                  <a:pt x="5027" y="582613"/>
                </a:lnTo>
                <a:lnTo>
                  <a:pt x="7673" y="577322"/>
                </a:lnTo>
                <a:lnTo>
                  <a:pt x="10848" y="572559"/>
                </a:lnTo>
                <a:lnTo>
                  <a:pt x="14552" y="568326"/>
                </a:lnTo>
                <a:lnTo>
                  <a:pt x="18256" y="564092"/>
                </a:lnTo>
                <a:lnTo>
                  <a:pt x="22489" y="560388"/>
                </a:lnTo>
                <a:lnTo>
                  <a:pt x="26987" y="557478"/>
                </a:lnTo>
                <a:lnTo>
                  <a:pt x="32014" y="554832"/>
                </a:lnTo>
                <a:lnTo>
                  <a:pt x="36777" y="552186"/>
                </a:lnTo>
                <a:lnTo>
                  <a:pt x="41804" y="550599"/>
                </a:lnTo>
                <a:lnTo>
                  <a:pt x="47360" y="549011"/>
                </a:lnTo>
                <a:lnTo>
                  <a:pt x="52652" y="548217"/>
                </a:lnTo>
                <a:lnTo>
                  <a:pt x="58208" y="547688"/>
                </a:lnTo>
                <a:close/>
                <a:moveTo>
                  <a:pt x="268402" y="376238"/>
                </a:moveTo>
                <a:lnTo>
                  <a:pt x="274480" y="376238"/>
                </a:lnTo>
                <a:lnTo>
                  <a:pt x="280559" y="376238"/>
                </a:lnTo>
                <a:lnTo>
                  <a:pt x="286373" y="376767"/>
                </a:lnTo>
                <a:lnTo>
                  <a:pt x="292451" y="377561"/>
                </a:lnTo>
                <a:lnTo>
                  <a:pt x="298266" y="378884"/>
                </a:lnTo>
                <a:lnTo>
                  <a:pt x="304080" y="380207"/>
                </a:lnTo>
                <a:lnTo>
                  <a:pt x="309894" y="381795"/>
                </a:lnTo>
                <a:lnTo>
                  <a:pt x="315444" y="383647"/>
                </a:lnTo>
                <a:lnTo>
                  <a:pt x="321258" y="385763"/>
                </a:lnTo>
                <a:lnTo>
                  <a:pt x="327072" y="388145"/>
                </a:lnTo>
                <a:lnTo>
                  <a:pt x="332357" y="391055"/>
                </a:lnTo>
                <a:lnTo>
                  <a:pt x="337907" y="393965"/>
                </a:lnTo>
                <a:lnTo>
                  <a:pt x="342929" y="397405"/>
                </a:lnTo>
                <a:lnTo>
                  <a:pt x="347950" y="401109"/>
                </a:lnTo>
                <a:lnTo>
                  <a:pt x="352971" y="404813"/>
                </a:lnTo>
                <a:lnTo>
                  <a:pt x="357728" y="409047"/>
                </a:lnTo>
                <a:lnTo>
                  <a:pt x="362221" y="413545"/>
                </a:lnTo>
                <a:lnTo>
                  <a:pt x="366714" y="418572"/>
                </a:lnTo>
                <a:lnTo>
                  <a:pt x="370942" y="423599"/>
                </a:lnTo>
                <a:lnTo>
                  <a:pt x="374906" y="429155"/>
                </a:lnTo>
                <a:lnTo>
                  <a:pt x="378606" y="434711"/>
                </a:lnTo>
                <a:lnTo>
                  <a:pt x="382306" y="440797"/>
                </a:lnTo>
                <a:lnTo>
                  <a:pt x="385742" y="447411"/>
                </a:lnTo>
                <a:lnTo>
                  <a:pt x="388913" y="454026"/>
                </a:lnTo>
                <a:lnTo>
                  <a:pt x="391820" y="461170"/>
                </a:lnTo>
                <a:lnTo>
                  <a:pt x="394199" y="468578"/>
                </a:lnTo>
                <a:lnTo>
                  <a:pt x="396577" y="475986"/>
                </a:lnTo>
                <a:lnTo>
                  <a:pt x="398691" y="483924"/>
                </a:lnTo>
                <a:lnTo>
                  <a:pt x="465289" y="817828"/>
                </a:lnTo>
                <a:lnTo>
                  <a:pt x="714768" y="817828"/>
                </a:lnTo>
                <a:lnTo>
                  <a:pt x="721639" y="818093"/>
                </a:lnTo>
                <a:lnTo>
                  <a:pt x="727982" y="818622"/>
                </a:lnTo>
                <a:lnTo>
                  <a:pt x="734589" y="819416"/>
                </a:lnTo>
                <a:lnTo>
                  <a:pt x="740667" y="820474"/>
                </a:lnTo>
                <a:lnTo>
                  <a:pt x="746482" y="822061"/>
                </a:lnTo>
                <a:lnTo>
                  <a:pt x="752296" y="823649"/>
                </a:lnTo>
                <a:lnTo>
                  <a:pt x="757581" y="825766"/>
                </a:lnTo>
                <a:lnTo>
                  <a:pt x="762867" y="828147"/>
                </a:lnTo>
                <a:lnTo>
                  <a:pt x="767888" y="830263"/>
                </a:lnTo>
                <a:lnTo>
                  <a:pt x="772909" y="833174"/>
                </a:lnTo>
                <a:lnTo>
                  <a:pt x="777402" y="836084"/>
                </a:lnTo>
                <a:lnTo>
                  <a:pt x="781895" y="839524"/>
                </a:lnTo>
                <a:lnTo>
                  <a:pt x="786123" y="842963"/>
                </a:lnTo>
                <a:lnTo>
                  <a:pt x="790088" y="846403"/>
                </a:lnTo>
                <a:lnTo>
                  <a:pt x="793788" y="850107"/>
                </a:lnTo>
                <a:lnTo>
                  <a:pt x="797488" y="854076"/>
                </a:lnTo>
                <a:lnTo>
                  <a:pt x="800923" y="858045"/>
                </a:lnTo>
                <a:lnTo>
                  <a:pt x="804095" y="862278"/>
                </a:lnTo>
                <a:lnTo>
                  <a:pt x="807002" y="866776"/>
                </a:lnTo>
                <a:lnTo>
                  <a:pt x="809909" y="871009"/>
                </a:lnTo>
                <a:lnTo>
                  <a:pt x="812023" y="876036"/>
                </a:lnTo>
                <a:lnTo>
                  <a:pt x="814666" y="880534"/>
                </a:lnTo>
                <a:lnTo>
                  <a:pt x="816780" y="885297"/>
                </a:lnTo>
                <a:lnTo>
                  <a:pt x="818366" y="890324"/>
                </a:lnTo>
                <a:lnTo>
                  <a:pt x="820216" y="895086"/>
                </a:lnTo>
                <a:lnTo>
                  <a:pt x="821537" y="900378"/>
                </a:lnTo>
                <a:lnTo>
                  <a:pt x="822594" y="905405"/>
                </a:lnTo>
                <a:lnTo>
                  <a:pt x="823916" y="910168"/>
                </a:lnTo>
                <a:lnTo>
                  <a:pt x="824708" y="915459"/>
                </a:lnTo>
                <a:lnTo>
                  <a:pt x="825237" y="920486"/>
                </a:lnTo>
                <a:lnTo>
                  <a:pt x="825501" y="925778"/>
                </a:lnTo>
                <a:lnTo>
                  <a:pt x="825501" y="930805"/>
                </a:lnTo>
                <a:lnTo>
                  <a:pt x="825501" y="1384566"/>
                </a:lnTo>
                <a:lnTo>
                  <a:pt x="825501" y="1389857"/>
                </a:lnTo>
                <a:lnTo>
                  <a:pt x="825237" y="1394620"/>
                </a:lnTo>
                <a:lnTo>
                  <a:pt x="824708" y="1399382"/>
                </a:lnTo>
                <a:lnTo>
                  <a:pt x="823916" y="1404145"/>
                </a:lnTo>
                <a:lnTo>
                  <a:pt x="823123" y="1408378"/>
                </a:lnTo>
                <a:lnTo>
                  <a:pt x="821801" y="1412612"/>
                </a:lnTo>
                <a:lnTo>
                  <a:pt x="820480" y="1416845"/>
                </a:lnTo>
                <a:lnTo>
                  <a:pt x="818894" y="1420814"/>
                </a:lnTo>
                <a:lnTo>
                  <a:pt x="817309" y="1424518"/>
                </a:lnTo>
                <a:lnTo>
                  <a:pt x="815194" y="1428222"/>
                </a:lnTo>
                <a:lnTo>
                  <a:pt x="813344" y="1431662"/>
                </a:lnTo>
                <a:lnTo>
                  <a:pt x="810966" y="1434837"/>
                </a:lnTo>
                <a:lnTo>
                  <a:pt x="808852" y="1438012"/>
                </a:lnTo>
                <a:lnTo>
                  <a:pt x="806473" y="1441187"/>
                </a:lnTo>
                <a:lnTo>
                  <a:pt x="803830" y="1443832"/>
                </a:lnTo>
                <a:lnTo>
                  <a:pt x="800923" y="1446478"/>
                </a:lnTo>
                <a:lnTo>
                  <a:pt x="798281" y="1448860"/>
                </a:lnTo>
                <a:lnTo>
                  <a:pt x="795373" y="1451505"/>
                </a:lnTo>
                <a:lnTo>
                  <a:pt x="792466" y="1453357"/>
                </a:lnTo>
                <a:lnTo>
                  <a:pt x="789295" y="1455474"/>
                </a:lnTo>
                <a:lnTo>
                  <a:pt x="785859" y="1457326"/>
                </a:lnTo>
                <a:lnTo>
                  <a:pt x="782688" y="1458914"/>
                </a:lnTo>
                <a:lnTo>
                  <a:pt x="779252" y="1460501"/>
                </a:lnTo>
                <a:lnTo>
                  <a:pt x="775816" y="1462089"/>
                </a:lnTo>
                <a:lnTo>
                  <a:pt x="769209" y="1463941"/>
                </a:lnTo>
                <a:lnTo>
                  <a:pt x="762074" y="1465793"/>
                </a:lnTo>
                <a:lnTo>
                  <a:pt x="754410" y="1466587"/>
                </a:lnTo>
                <a:lnTo>
                  <a:pt x="747010" y="1466851"/>
                </a:lnTo>
                <a:lnTo>
                  <a:pt x="739875" y="1466587"/>
                </a:lnTo>
                <a:lnTo>
                  <a:pt x="732475" y="1465528"/>
                </a:lnTo>
                <a:lnTo>
                  <a:pt x="725339" y="1463676"/>
                </a:lnTo>
                <a:lnTo>
                  <a:pt x="718204" y="1461295"/>
                </a:lnTo>
                <a:lnTo>
                  <a:pt x="714768" y="1459972"/>
                </a:lnTo>
                <a:lnTo>
                  <a:pt x="711861" y="1458385"/>
                </a:lnTo>
                <a:lnTo>
                  <a:pt x="708425" y="1456532"/>
                </a:lnTo>
                <a:lnTo>
                  <a:pt x="705254" y="1454945"/>
                </a:lnTo>
                <a:lnTo>
                  <a:pt x="702083" y="1452564"/>
                </a:lnTo>
                <a:lnTo>
                  <a:pt x="699176" y="1450447"/>
                </a:lnTo>
                <a:lnTo>
                  <a:pt x="696004" y="1448066"/>
                </a:lnTo>
                <a:lnTo>
                  <a:pt x="693097" y="1445420"/>
                </a:lnTo>
                <a:lnTo>
                  <a:pt x="690719" y="1442774"/>
                </a:lnTo>
                <a:lnTo>
                  <a:pt x="688076" y="1440128"/>
                </a:lnTo>
                <a:lnTo>
                  <a:pt x="685433" y="1436953"/>
                </a:lnTo>
                <a:lnTo>
                  <a:pt x="683319" y="1433778"/>
                </a:lnTo>
                <a:lnTo>
                  <a:pt x="681205" y="1430339"/>
                </a:lnTo>
                <a:lnTo>
                  <a:pt x="679355" y="1426899"/>
                </a:lnTo>
                <a:lnTo>
                  <a:pt x="677241" y="1423195"/>
                </a:lnTo>
                <a:lnTo>
                  <a:pt x="675655" y="1419226"/>
                </a:lnTo>
                <a:lnTo>
                  <a:pt x="674069" y="1415257"/>
                </a:lnTo>
                <a:lnTo>
                  <a:pt x="672748" y="1411024"/>
                </a:lnTo>
                <a:lnTo>
                  <a:pt x="671427" y="1406791"/>
                </a:lnTo>
                <a:lnTo>
                  <a:pt x="670634" y="1402293"/>
                </a:lnTo>
                <a:lnTo>
                  <a:pt x="669841" y="1397530"/>
                </a:lnTo>
                <a:lnTo>
                  <a:pt x="669312" y="1392768"/>
                </a:lnTo>
                <a:lnTo>
                  <a:pt x="669048" y="1387741"/>
                </a:lnTo>
                <a:lnTo>
                  <a:pt x="669048" y="1382714"/>
                </a:lnTo>
                <a:lnTo>
                  <a:pt x="669048" y="1362076"/>
                </a:lnTo>
                <a:lnTo>
                  <a:pt x="669577" y="1339322"/>
                </a:lnTo>
                <a:lnTo>
                  <a:pt x="670898" y="1289051"/>
                </a:lnTo>
                <a:lnTo>
                  <a:pt x="673012" y="1235341"/>
                </a:lnTo>
                <a:lnTo>
                  <a:pt x="673541" y="1208089"/>
                </a:lnTo>
                <a:lnTo>
                  <a:pt x="674069" y="1181895"/>
                </a:lnTo>
                <a:lnTo>
                  <a:pt x="674334" y="1156230"/>
                </a:lnTo>
                <a:lnTo>
                  <a:pt x="674069" y="1131889"/>
                </a:lnTo>
                <a:lnTo>
                  <a:pt x="673276" y="1109399"/>
                </a:lnTo>
                <a:lnTo>
                  <a:pt x="672748" y="1098816"/>
                </a:lnTo>
                <a:lnTo>
                  <a:pt x="672219" y="1089026"/>
                </a:lnTo>
                <a:lnTo>
                  <a:pt x="671162" y="1079766"/>
                </a:lnTo>
                <a:lnTo>
                  <a:pt x="670105" y="1071299"/>
                </a:lnTo>
                <a:lnTo>
                  <a:pt x="669048" y="1063626"/>
                </a:lnTo>
                <a:lnTo>
                  <a:pt x="667462" y="1056747"/>
                </a:lnTo>
                <a:lnTo>
                  <a:pt x="665877" y="1050661"/>
                </a:lnTo>
                <a:lnTo>
                  <a:pt x="663762" y="1045899"/>
                </a:lnTo>
                <a:lnTo>
                  <a:pt x="661912" y="1041666"/>
                </a:lnTo>
                <a:lnTo>
                  <a:pt x="660591" y="1040078"/>
                </a:lnTo>
                <a:lnTo>
                  <a:pt x="659534" y="1038755"/>
                </a:lnTo>
                <a:lnTo>
                  <a:pt x="658477" y="1037961"/>
                </a:lnTo>
                <a:lnTo>
                  <a:pt x="656891" y="1037168"/>
                </a:lnTo>
                <a:lnTo>
                  <a:pt x="652927" y="1035316"/>
                </a:lnTo>
                <a:lnTo>
                  <a:pt x="647377" y="1033993"/>
                </a:lnTo>
                <a:lnTo>
                  <a:pt x="640770" y="1032670"/>
                </a:lnTo>
                <a:lnTo>
                  <a:pt x="632842" y="1031611"/>
                </a:lnTo>
                <a:lnTo>
                  <a:pt x="623856" y="1030818"/>
                </a:lnTo>
                <a:lnTo>
                  <a:pt x="613814" y="1030024"/>
                </a:lnTo>
                <a:lnTo>
                  <a:pt x="602978" y="1028966"/>
                </a:lnTo>
                <a:lnTo>
                  <a:pt x="579193" y="1027907"/>
                </a:lnTo>
                <a:lnTo>
                  <a:pt x="553030" y="1027378"/>
                </a:lnTo>
                <a:lnTo>
                  <a:pt x="525809" y="1026849"/>
                </a:lnTo>
                <a:lnTo>
                  <a:pt x="497531" y="1026849"/>
                </a:lnTo>
                <a:lnTo>
                  <a:pt x="469782" y="1026849"/>
                </a:lnTo>
                <a:lnTo>
                  <a:pt x="443090" y="1027378"/>
                </a:lnTo>
                <a:lnTo>
                  <a:pt x="395784" y="1028172"/>
                </a:lnTo>
                <a:lnTo>
                  <a:pt x="362749" y="1028966"/>
                </a:lnTo>
                <a:lnTo>
                  <a:pt x="350064" y="1029230"/>
                </a:lnTo>
                <a:lnTo>
                  <a:pt x="343193" y="1029230"/>
                </a:lnTo>
                <a:lnTo>
                  <a:pt x="336586" y="1028701"/>
                </a:lnTo>
                <a:lnTo>
                  <a:pt x="329979" y="1027907"/>
                </a:lnTo>
                <a:lnTo>
                  <a:pt x="323636" y="1027114"/>
                </a:lnTo>
                <a:lnTo>
                  <a:pt x="317294" y="1025791"/>
                </a:lnTo>
                <a:lnTo>
                  <a:pt x="311215" y="1024203"/>
                </a:lnTo>
                <a:lnTo>
                  <a:pt x="305665" y="1022616"/>
                </a:lnTo>
                <a:lnTo>
                  <a:pt x="299851" y="1020499"/>
                </a:lnTo>
                <a:lnTo>
                  <a:pt x="294301" y="1018118"/>
                </a:lnTo>
                <a:lnTo>
                  <a:pt x="288752" y="1015736"/>
                </a:lnTo>
                <a:lnTo>
                  <a:pt x="283730" y="1013091"/>
                </a:lnTo>
                <a:lnTo>
                  <a:pt x="278709" y="1010180"/>
                </a:lnTo>
                <a:lnTo>
                  <a:pt x="273952" y="1007005"/>
                </a:lnTo>
                <a:lnTo>
                  <a:pt x="269195" y="1003566"/>
                </a:lnTo>
                <a:lnTo>
                  <a:pt x="264702" y="1000126"/>
                </a:lnTo>
                <a:lnTo>
                  <a:pt x="260474" y="996422"/>
                </a:lnTo>
                <a:lnTo>
                  <a:pt x="256245" y="992718"/>
                </a:lnTo>
                <a:lnTo>
                  <a:pt x="252281" y="988749"/>
                </a:lnTo>
                <a:lnTo>
                  <a:pt x="248581" y="984516"/>
                </a:lnTo>
                <a:lnTo>
                  <a:pt x="245146" y="980282"/>
                </a:lnTo>
                <a:lnTo>
                  <a:pt x="241710" y="975784"/>
                </a:lnTo>
                <a:lnTo>
                  <a:pt x="238539" y="971022"/>
                </a:lnTo>
                <a:lnTo>
                  <a:pt x="235367" y="966524"/>
                </a:lnTo>
                <a:lnTo>
                  <a:pt x="232725" y="961761"/>
                </a:lnTo>
                <a:lnTo>
                  <a:pt x="230346" y="956734"/>
                </a:lnTo>
                <a:lnTo>
                  <a:pt x="227703" y="951707"/>
                </a:lnTo>
                <a:lnTo>
                  <a:pt x="225589" y="946416"/>
                </a:lnTo>
                <a:lnTo>
                  <a:pt x="223739" y="941388"/>
                </a:lnTo>
                <a:lnTo>
                  <a:pt x="221625" y="936361"/>
                </a:lnTo>
                <a:lnTo>
                  <a:pt x="220303" y="930805"/>
                </a:lnTo>
                <a:lnTo>
                  <a:pt x="218982" y="925513"/>
                </a:lnTo>
                <a:lnTo>
                  <a:pt x="217661" y="919957"/>
                </a:lnTo>
                <a:lnTo>
                  <a:pt x="140227" y="531813"/>
                </a:lnTo>
                <a:lnTo>
                  <a:pt x="138906" y="524140"/>
                </a:lnTo>
                <a:lnTo>
                  <a:pt x="138377" y="516467"/>
                </a:lnTo>
                <a:lnTo>
                  <a:pt x="138113" y="508795"/>
                </a:lnTo>
                <a:lnTo>
                  <a:pt x="138113" y="501386"/>
                </a:lnTo>
                <a:lnTo>
                  <a:pt x="138377" y="494242"/>
                </a:lnTo>
                <a:lnTo>
                  <a:pt x="139170" y="487363"/>
                </a:lnTo>
                <a:lnTo>
                  <a:pt x="140491" y="480484"/>
                </a:lnTo>
                <a:lnTo>
                  <a:pt x="141813" y="473870"/>
                </a:lnTo>
                <a:lnTo>
                  <a:pt x="143663" y="467255"/>
                </a:lnTo>
                <a:lnTo>
                  <a:pt x="145513" y="461170"/>
                </a:lnTo>
                <a:lnTo>
                  <a:pt x="148155" y="455084"/>
                </a:lnTo>
                <a:lnTo>
                  <a:pt x="150798" y="449263"/>
                </a:lnTo>
                <a:lnTo>
                  <a:pt x="153441" y="443707"/>
                </a:lnTo>
                <a:lnTo>
                  <a:pt x="156612" y="438151"/>
                </a:lnTo>
                <a:lnTo>
                  <a:pt x="160048" y="433124"/>
                </a:lnTo>
                <a:lnTo>
                  <a:pt x="163484" y="428097"/>
                </a:lnTo>
                <a:lnTo>
                  <a:pt x="167448" y="423334"/>
                </a:lnTo>
                <a:lnTo>
                  <a:pt x="171412" y="418836"/>
                </a:lnTo>
                <a:lnTo>
                  <a:pt x="175905" y="414603"/>
                </a:lnTo>
                <a:lnTo>
                  <a:pt x="180397" y="410105"/>
                </a:lnTo>
                <a:lnTo>
                  <a:pt x="184890" y="406136"/>
                </a:lnTo>
                <a:lnTo>
                  <a:pt x="189647" y="402432"/>
                </a:lnTo>
                <a:lnTo>
                  <a:pt x="194668" y="398992"/>
                </a:lnTo>
                <a:lnTo>
                  <a:pt x="199690" y="395817"/>
                </a:lnTo>
                <a:lnTo>
                  <a:pt x="204975" y="393172"/>
                </a:lnTo>
                <a:lnTo>
                  <a:pt x="210261" y="390261"/>
                </a:lnTo>
                <a:lnTo>
                  <a:pt x="215811" y="387615"/>
                </a:lnTo>
                <a:lnTo>
                  <a:pt x="221361" y="385499"/>
                </a:lnTo>
                <a:lnTo>
                  <a:pt x="227175" y="383382"/>
                </a:lnTo>
                <a:lnTo>
                  <a:pt x="232725" y="381795"/>
                </a:lnTo>
                <a:lnTo>
                  <a:pt x="238539" y="379942"/>
                </a:lnTo>
                <a:lnTo>
                  <a:pt x="244617" y="378884"/>
                </a:lnTo>
                <a:lnTo>
                  <a:pt x="250431" y="377561"/>
                </a:lnTo>
                <a:lnTo>
                  <a:pt x="256245" y="376767"/>
                </a:lnTo>
                <a:lnTo>
                  <a:pt x="262324" y="376503"/>
                </a:lnTo>
                <a:lnTo>
                  <a:pt x="268402" y="376238"/>
                </a:lnTo>
                <a:close/>
                <a:moveTo>
                  <a:pt x="800365" y="74613"/>
                </a:moveTo>
                <a:lnTo>
                  <a:pt x="802747" y="74879"/>
                </a:lnTo>
                <a:lnTo>
                  <a:pt x="804599" y="75943"/>
                </a:lnTo>
                <a:lnTo>
                  <a:pt x="806715" y="76741"/>
                </a:lnTo>
                <a:lnTo>
                  <a:pt x="808303" y="78070"/>
                </a:lnTo>
                <a:lnTo>
                  <a:pt x="809890" y="79932"/>
                </a:lnTo>
                <a:lnTo>
                  <a:pt x="810684" y="81794"/>
                </a:lnTo>
                <a:lnTo>
                  <a:pt x="811478" y="83921"/>
                </a:lnTo>
                <a:lnTo>
                  <a:pt x="811478" y="86049"/>
                </a:lnTo>
                <a:lnTo>
                  <a:pt x="811478" y="207317"/>
                </a:lnTo>
                <a:lnTo>
                  <a:pt x="900114" y="207317"/>
                </a:lnTo>
                <a:lnTo>
                  <a:pt x="901966" y="207583"/>
                </a:lnTo>
                <a:lnTo>
                  <a:pt x="904347" y="208115"/>
                </a:lnTo>
                <a:lnTo>
                  <a:pt x="906464" y="209179"/>
                </a:lnTo>
                <a:lnTo>
                  <a:pt x="907787" y="210775"/>
                </a:lnTo>
                <a:lnTo>
                  <a:pt x="909110" y="212370"/>
                </a:lnTo>
                <a:lnTo>
                  <a:pt x="910432" y="214232"/>
                </a:lnTo>
                <a:lnTo>
                  <a:pt x="910962" y="216359"/>
                </a:lnTo>
                <a:lnTo>
                  <a:pt x="911226" y="218753"/>
                </a:lnTo>
                <a:lnTo>
                  <a:pt x="910962" y="221146"/>
                </a:lnTo>
                <a:lnTo>
                  <a:pt x="910432" y="223008"/>
                </a:lnTo>
                <a:lnTo>
                  <a:pt x="909110" y="225135"/>
                </a:lnTo>
                <a:lnTo>
                  <a:pt x="907787" y="226731"/>
                </a:lnTo>
                <a:lnTo>
                  <a:pt x="906464" y="228327"/>
                </a:lnTo>
                <a:lnTo>
                  <a:pt x="904347" y="229124"/>
                </a:lnTo>
                <a:lnTo>
                  <a:pt x="901966" y="229922"/>
                </a:lnTo>
                <a:lnTo>
                  <a:pt x="900114" y="230188"/>
                </a:lnTo>
                <a:lnTo>
                  <a:pt x="800365" y="230188"/>
                </a:lnTo>
                <a:lnTo>
                  <a:pt x="798249" y="229922"/>
                </a:lnTo>
                <a:lnTo>
                  <a:pt x="795867" y="229124"/>
                </a:lnTo>
                <a:lnTo>
                  <a:pt x="793751" y="228327"/>
                </a:lnTo>
                <a:lnTo>
                  <a:pt x="792163" y="226731"/>
                </a:lnTo>
                <a:lnTo>
                  <a:pt x="790840" y="225135"/>
                </a:lnTo>
                <a:lnTo>
                  <a:pt x="789782" y="223008"/>
                </a:lnTo>
                <a:lnTo>
                  <a:pt x="788988" y="221146"/>
                </a:lnTo>
                <a:lnTo>
                  <a:pt x="788988" y="218753"/>
                </a:lnTo>
                <a:lnTo>
                  <a:pt x="788988" y="86049"/>
                </a:lnTo>
                <a:lnTo>
                  <a:pt x="788988" y="83921"/>
                </a:lnTo>
                <a:lnTo>
                  <a:pt x="789782" y="81794"/>
                </a:lnTo>
                <a:lnTo>
                  <a:pt x="790840" y="79932"/>
                </a:lnTo>
                <a:lnTo>
                  <a:pt x="792163" y="78070"/>
                </a:lnTo>
                <a:lnTo>
                  <a:pt x="793751" y="76741"/>
                </a:lnTo>
                <a:lnTo>
                  <a:pt x="795867" y="75943"/>
                </a:lnTo>
                <a:lnTo>
                  <a:pt x="798249" y="74879"/>
                </a:lnTo>
                <a:lnTo>
                  <a:pt x="800365" y="74613"/>
                </a:lnTo>
                <a:close/>
                <a:moveTo>
                  <a:pt x="251752" y="55563"/>
                </a:moveTo>
                <a:lnTo>
                  <a:pt x="259180" y="55828"/>
                </a:lnTo>
                <a:lnTo>
                  <a:pt x="266874" y="56358"/>
                </a:lnTo>
                <a:lnTo>
                  <a:pt x="274302" y="57153"/>
                </a:lnTo>
                <a:lnTo>
                  <a:pt x="281465" y="58744"/>
                </a:lnTo>
                <a:lnTo>
                  <a:pt x="288628" y="60334"/>
                </a:lnTo>
                <a:lnTo>
                  <a:pt x="295791" y="62454"/>
                </a:lnTo>
                <a:lnTo>
                  <a:pt x="302688" y="64575"/>
                </a:lnTo>
                <a:lnTo>
                  <a:pt x="309586" y="67225"/>
                </a:lnTo>
                <a:lnTo>
                  <a:pt x="316218" y="70406"/>
                </a:lnTo>
                <a:lnTo>
                  <a:pt x="322585" y="73587"/>
                </a:lnTo>
                <a:lnTo>
                  <a:pt x="328687" y="77298"/>
                </a:lnTo>
                <a:lnTo>
                  <a:pt x="334789" y="81009"/>
                </a:lnTo>
                <a:lnTo>
                  <a:pt x="340625" y="84984"/>
                </a:lnTo>
                <a:lnTo>
                  <a:pt x="346196" y="89490"/>
                </a:lnTo>
                <a:lnTo>
                  <a:pt x="351502" y="94261"/>
                </a:lnTo>
                <a:lnTo>
                  <a:pt x="356543" y="99032"/>
                </a:lnTo>
                <a:lnTo>
                  <a:pt x="361583" y="104068"/>
                </a:lnTo>
                <a:lnTo>
                  <a:pt x="366359" y="109635"/>
                </a:lnTo>
                <a:lnTo>
                  <a:pt x="370603" y="115466"/>
                </a:lnTo>
                <a:lnTo>
                  <a:pt x="374848" y="121032"/>
                </a:lnTo>
                <a:lnTo>
                  <a:pt x="378562" y="127128"/>
                </a:lnTo>
                <a:lnTo>
                  <a:pt x="382276" y="133490"/>
                </a:lnTo>
                <a:lnTo>
                  <a:pt x="385460" y="139586"/>
                </a:lnTo>
                <a:lnTo>
                  <a:pt x="388378" y="146212"/>
                </a:lnTo>
                <a:lnTo>
                  <a:pt x="391296" y="153104"/>
                </a:lnTo>
                <a:lnTo>
                  <a:pt x="393419" y="159995"/>
                </a:lnTo>
                <a:lnTo>
                  <a:pt x="395541" y="166887"/>
                </a:lnTo>
                <a:lnTo>
                  <a:pt x="397133" y="174308"/>
                </a:lnTo>
                <a:lnTo>
                  <a:pt x="398459" y="181465"/>
                </a:lnTo>
                <a:lnTo>
                  <a:pt x="399520" y="188886"/>
                </a:lnTo>
                <a:lnTo>
                  <a:pt x="400051" y="196308"/>
                </a:lnTo>
                <a:lnTo>
                  <a:pt x="400051" y="203995"/>
                </a:lnTo>
                <a:lnTo>
                  <a:pt x="400051" y="211681"/>
                </a:lnTo>
                <a:lnTo>
                  <a:pt x="399520" y="219103"/>
                </a:lnTo>
                <a:lnTo>
                  <a:pt x="398459" y="226524"/>
                </a:lnTo>
                <a:lnTo>
                  <a:pt x="397133" y="233946"/>
                </a:lnTo>
                <a:lnTo>
                  <a:pt x="395541" y="241103"/>
                </a:lnTo>
                <a:lnTo>
                  <a:pt x="393419" y="247994"/>
                </a:lnTo>
                <a:lnTo>
                  <a:pt x="391296" y="254885"/>
                </a:lnTo>
                <a:lnTo>
                  <a:pt x="388378" y="261777"/>
                </a:lnTo>
                <a:lnTo>
                  <a:pt x="385460" y="268403"/>
                </a:lnTo>
                <a:lnTo>
                  <a:pt x="382276" y="274765"/>
                </a:lnTo>
                <a:lnTo>
                  <a:pt x="378562" y="280861"/>
                </a:lnTo>
                <a:lnTo>
                  <a:pt x="374848" y="286957"/>
                </a:lnTo>
                <a:lnTo>
                  <a:pt x="370603" y="292788"/>
                </a:lnTo>
                <a:lnTo>
                  <a:pt x="366359" y="298355"/>
                </a:lnTo>
                <a:lnTo>
                  <a:pt x="361583" y="303921"/>
                </a:lnTo>
                <a:lnTo>
                  <a:pt x="356543" y="308957"/>
                </a:lnTo>
                <a:lnTo>
                  <a:pt x="351502" y="313993"/>
                </a:lnTo>
                <a:lnTo>
                  <a:pt x="346196" y="318499"/>
                </a:lnTo>
                <a:lnTo>
                  <a:pt x="340625" y="323005"/>
                </a:lnTo>
                <a:lnTo>
                  <a:pt x="334789" y="326981"/>
                </a:lnTo>
                <a:lnTo>
                  <a:pt x="328687" y="330692"/>
                </a:lnTo>
                <a:lnTo>
                  <a:pt x="322585" y="334402"/>
                </a:lnTo>
                <a:lnTo>
                  <a:pt x="316218" y="337583"/>
                </a:lnTo>
                <a:lnTo>
                  <a:pt x="309586" y="340764"/>
                </a:lnTo>
                <a:lnTo>
                  <a:pt x="302688" y="343414"/>
                </a:lnTo>
                <a:lnTo>
                  <a:pt x="295791" y="345535"/>
                </a:lnTo>
                <a:lnTo>
                  <a:pt x="288628" y="347655"/>
                </a:lnTo>
                <a:lnTo>
                  <a:pt x="281465" y="349245"/>
                </a:lnTo>
                <a:lnTo>
                  <a:pt x="274302" y="350836"/>
                </a:lnTo>
                <a:lnTo>
                  <a:pt x="266874" y="351631"/>
                </a:lnTo>
                <a:lnTo>
                  <a:pt x="259180" y="352161"/>
                </a:lnTo>
                <a:lnTo>
                  <a:pt x="251752" y="352426"/>
                </a:lnTo>
                <a:lnTo>
                  <a:pt x="244059" y="352161"/>
                </a:lnTo>
                <a:lnTo>
                  <a:pt x="236630" y="351631"/>
                </a:lnTo>
                <a:lnTo>
                  <a:pt x="229202" y="350836"/>
                </a:lnTo>
                <a:lnTo>
                  <a:pt x="221774" y="349245"/>
                </a:lnTo>
                <a:lnTo>
                  <a:pt x="214611" y="347655"/>
                </a:lnTo>
                <a:lnTo>
                  <a:pt x="207713" y="345535"/>
                </a:lnTo>
                <a:lnTo>
                  <a:pt x="200550" y="343414"/>
                </a:lnTo>
                <a:lnTo>
                  <a:pt x="193918" y="340764"/>
                </a:lnTo>
                <a:lnTo>
                  <a:pt x="187286" y="337583"/>
                </a:lnTo>
                <a:lnTo>
                  <a:pt x="180919" y="334402"/>
                </a:lnTo>
                <a:lnTo>
                  <a:pt x="174817" y="330692"/>
                </a:lnTo>
                <a:lnTo>
                  <a:pt x="168715" y="326981"/>
                </a:lnTo>
                <a:lnTo>
                  <a:pt x="162879" y="323005"/>
                </a:lnTo>
                <a:lnTo>
                  <a:pt x="157308" y="318499"/>
                </a:lnTo>
                <a:lnTo>
                  <a:pt x="151737" y="313993"/>
                </a:lnTo>
                <a:lnTo>
                  <a:pt x="146696" y="308957"/>
                </a:lnTo>
                <a:lnTo>
                  <a:pt x="141655" y="303921"/>
                </a:lnTo>
                <a:lnTo>
                  <a:pt x="137145" y="298355"/>
                </a:lnTo>
                <a:lnTo>
                  <a:pt x="132635" y="292788"/>
                </a:lnTo>
                <a:lnTo>
                  <a:pt x="128656" y="286957"/>
                </a:lnTo>
                <a:lnTo>
                  <a:pt x="124677" y="280861"/>
                </a:lnTo>
                <a:lnTo>
                  <a:pt x="121228" y="274765"/>
                </a:lnTo>
                <a:lnTo>
                  <a:pt x="117779" y="268403"/>
                </a:lnTo>
                <a:lnTo>
                  <a:pt x="114861" y="261777"/>
                </a:lnTo>
                <a:lnTo>
                  <a:pt x="112208" y="254885"/>
                </a:lnTo>
                <a:lnTo>
                  <a:pt x="110085" y="247994"/>
                </a:lnTo>
                <a:lnTo>
                  <a:pt x="107963" y="241103"/>
                </a:lnTo>
                <a:lnTo>
                  <a:pt x="106371" y="233946"/>
                </a:lnTo>
                <a:lnTo>
                  <a:pt x="104780" y="226524"/>
                </a:lnTo>
                <a:lnTo>
                  <a:pt x="103984" y="219103"/>
                </a:lnTo>
                <a:lnTo>
                  <a:pt x="103453" y="211681"/>
                </a:lnTo>
                <a:lnTo>
                  <a:pt x="103188" y="203995"/>
                </a:lnTo>
                <a:lnTo>
                  <a:pt x="103453" y="196308"/>
                </a:lnTo>
                <a:lnTo>
                  <a:pt x="103984" y="188886"/>
                </a:lnTo>
                <a:lnTo>
                  <a:pt x="104780" y="181465"/>
                </a:lnTo>
                <a:lnTo>
                  <a:pt x="106371" y="174308"/>
                </a:lnTo>
                <a:lnTo>
                  <a:pt x="107963" y="166887"/>
                </a:lnTo>
                <a:lnTo>
                  <a:pt x="110085" y="159995"/>
                </a:lnTo>
                <a:lnTo>
                  <a:pt x="112208" y="153104"/>
                </a:lnTo>
                <a:lnTo>
                  <a:pt x="114861" y="146212"/>
                </a:lnTo>
                <a:lnTo>
                  <a:pt x="117779" y="139586"/>
                </a:lnTo>
                <a:lnTo>
                  <a:pt x="121228" y="133490"/>
                </a:lnTo>
                <a:lnTo>
                  <a:pt x="124677" y="127128"/>
                </a:lnTo>
                <a:lnTo>
                  <a:pt x="128656" y="121032"/>
                </a:lnTo>
                <a:lnTo>
                  <a:pt x="132635" y="115466"/>
                </a:lnTo>
                <a:lnTo>
                  <a:pt x="137145" y="109635"/>
                </a:lnTo>
                <a:lnTo>
                  <a:pt x="141655" y="104068"/>
                </a:lnTo>
                <a:lnTo>
                  <a:pt x="146696" y="99032"/>
                </a:lnTo>
                <a:lnTo>
                  <a:pt x="151737" y="94261"/>
                </a:lnTo>
                <a:lnTo>
                  <a:pt x="157308" y="89490"/>
                </a:lnTo>
                <a:lnTo>
                  <a:pt x="162879" y="84984"/>
                </a:lnTo>
                <a:lnTo>
                  <a:pt x="168715" y="81009"/>
                </a:lnTo>
                <a:lnTo>
                  <a:pt x="174817" y="77298"/>
                </a:lnTo>
                <a:lnTo>
                  <a:pt x="180919" y="73587"/>
                </a:lnTo>
                <a:lnTo>
                  <a:pt x="187286" y="70406"/>
                </a:lnTo>
                <a:lnTo>
                  <a:pt x="193918" y="67225"/>
                </a:lnTo>
                <a:lnTo>
                  <a:pt x="200550" y="64575"/>
                </a:lnTo>
                <a:lnTo>
                  <a:pt x="207713" y="62454"/>
                </a:lnTo>
                <a:lnTo>
                  <a:pt x="214611" y="60334"/>
                </a:lnTo>
                <a:lnTo>
                  <a:pt x="221774" y="58744"/>
                </a:lnTo>
                <a:lnTo>
                  <a:pt x="229202" y="57153"/>
                </a:lnTo>
                <a:lnTo>
                  <a:pt x="236630" y="56358"/>
                </a:lnTo>
                <a:lnTo>
                  <a:pt x="244059" y="55828"/>
                </a:lnTo>
                <a:lnTo>
                  <a:pt x="251752" y="55563"/>
                </a:lnTo>
                <a:close/>
                <a:moveTo>
                  <a:pt x="799572" y="51360"/>
                </a:moveTo>
                <a:lnTo>
                  <a:pt x="791095" y="51625"/>
                </a:lnTo>
                <a:lnTo>
                  <a:pt x="782353" y="52155"/>
                </a:lnTo>
                <a:lnTo>
                  <a:pt x="774141" y="53214"/>
                </a:lnTo>
                <a:lnTo>
                  <a:pt x="766193" y="54802"/>
                </a:lnTo>
                <a:lnTo>
                  <a:pt x="758246" y="56391"/>
                </a:lnTo>
                <a:lnTo>
                  <a:pt x="750034" y="58773"/>
                </a:lnTo>
                <a:lnTo>
                  <a:pt x="742617" y="61156"/>
                </a:lnTo>
                <a:lnTo>
                  <a:pt x="734934" y="64068"/>
                </a:lnTo>
                <a:lnTo>
                  <a:pt x="727782" y="67510"/>
                </a:lnTo>
                <a:lnTo>
                  <a:pt x="720629" y="71216"/>
                </a:lnTo>
                <a:lnTo>
                  <a:pt x="713477" y="75188"/>
                </a:lnTo>
                <a:lnTo>
                  <a:pt x="706854" y="79688"/>
                </a:lnTo>
                <a:lnTo>
                  <a:pt x="700496" y="84189"/>
                </a:lnTo>
                <a:lnTo>
                  <a:pt x="694139" y="88955"/>
                </a:lnTo>
                <a:lnTo>
                  <a:pt x="688046" y="94249"/>
                </a:lnTo>
                <a:lnTo>
                  <a:pt x="682483" y="99544"/>
                </a:lnTo>
                <a:lnTo>
                  <a:pt x="676920" y="105633"/>
                </a:lnTo>
                <a:lnTo>
                  <a:pt x="671886" y="111458"/>
                </a:lnTo>
                <a:lnTo>
                  <a:pt x="666853" y="117547"/>
                </a:lnTo>
                <a:lnTo>
                  <a:pt x="662350" y="124166"/>
                </a:lnTo>
                <a:lnTo>
                  <a:pt x="658111" y="131049"/>
                </a:lnTo>
                <a:lnTo>
                  <a:pt x="654138" y="137932"/>
                </a:lnTo>
                <a:lnTo>
                  <a:pt x="650429" y="145081"/>
                </a:lnTo>
                <a:lnTo>
                  <a:pt x="646985" y="152229"/>
                </a:lnTo>
                <a:lnTo>
                  <a:pt x="644071" y="159906"/>
                </a:lnTo>
                <a:lnTo>
                  <a:pt x="641422" y="167584"/>
                </a:lnTo>
                <a:lnTo>
                  <a:pt x="639303" y="175261"/>
                </a:lnTo>
                <a:lnTo>
                  <a:pt x="637184" y="183204"/>
                </a:lnTo>
                <a:lnTo>
                  <a:pt x="635859" y="191676"/>
                </a:lnTo>
                <a:lnTo>
                  <a:pt x="634799" y="199883"/>
                </a:lnTo>
                <a:lnTo>
                  <a:pt x="634005" y="208090"/>
                </a:lnTo>
                <a:lnTo>
                  <a:pt x="634005" y="216827"/>
                </a:lnTo>
                <a:lnTo>
                  <a:pt x="634005" y="225298"/>
                </a:lnTo>
                <a:lnTo>
                  <a:pt x="634799" y="233505"/>
                </a:lnTo>
                <a:lnTo>
                  <a:pt x="635859" y="241977"/>
                </a:lnTo>
                <a:lnTo>
                  <a:pt x="637184" y="250184"/>
                </a:lnTo>
                <a:lnTo>
                  <a:pt x="639303" y="258127"/>
                </a:lnTo>
                <a:lnTo>
                  <a:pt x="641422" y="265804"/>
                </a:lnTo>
                <a:lnTo>
                  <a:pt x="644071" y="273482"/>
                </a:lnTo>
                <a:lnTo>
                  <a:pt x="646985" y="280895"/>
                </a:lnTo>
                <a:lnTo>
                  <a:pt x="650429" y="288572"/>
                </a:lnTo>
                <a:lnTo>
                  <a:pt x="654138" y="295456"/>
                </a:lnTo>
                <a:lnTo>
                  <a:pt x="658111" y="302339"/>
                </a:lnTo>
                <a:lnTo>
                  <a:pt x="662350" y="309223"/>
                </a:lnTo>
                <a:lnTo>
                  <a:pt x="666853" y="315576"/>
                </a:lnTo>
                <a:lnTo>
                  <a:pt x="671886" y="321930"/>
                </a:lnTo>
                <a:lnTo>
                  <a:pt x="676920" y="327755"/>
                </a:lnTo>
                <a:lnTo>
                  <a:pt x="682483" y="333579"/>
                </a:lnTo>
                <a:lnTo>
                  <a:pt x="688046" y="339139"/>
                </a:lnTo>
                <a:lnTo>
                  <a:pt x="694139" y="344434"/>
                </a:lnTo>
                <a:lnTo>
                  <a:pt x="700496" y="349199"/>
                </a:lnTo>
                <a:lnTo>
                  <a:pt x="706854" y="353965"/>
                </a:lnTo>
                <a:lnTo>
                  <a:pt x="713477" y="358200"/>
                </a:lnTo>
                <a:lnTo>
                  <a:pt x="720629" y="362172"/>
                </a:lnTo>
                <a:lnTo>
                  <a:pt x="727782" y="365878"/>
                </a:lnTo>
                <a:lnTo>
                  <a:pt x="734934" y="369055"/>
                </a:lnTo>
                <a:lnTo>
                  <a:pt x="742617" y="372232"/>
                </a:lnTo>
                <a:lnTo>
                  <a:pt x="750034" y="374615"/>
                </a:lnTo>
                <a:lnTo>
                  <a:pt x="758246" y="376997"/>
                </a:lnTo>
                <a:lnTo>
                  <a:pt x="766193" y="378851"/>
                </a:lnTo>
                <a:lnTo>
                  <a:pt x="774141" y="380174"/>
                </a:lnTo>
                <a:lnTo>
                  <a:pt x="782353" y="381233"/>
                </a:lnTo>
                <a:lnTo>
                  <a:pt x="791095" y="381763"/>
                </a:lnTo>
                <a:lnTo>
                  <a:pt x="799572" y="382292"/>
                </a:lnTo>
                <a:lnTo>
                  <a:pt x="807784" y="381763"/>
                </a:lnTo>
                <a:lnTo>
                  <a:pt x="816526" y="381233"/>
                </a:lnTo>
                <a:lnTo>
                  <a:pt x="824738" y="380174"/>
                </a:lnTo>
                <a:lnTo>
                  <a:pt x="832686" y="378851"/>
                </a:lnTo>
                <a:lnTo>
                  <a:pt x="840898" y="376997"/>
                </a:lnTo>
                <a:lnTo>
                  <a:pt x="848845" y="374615"/>
                </a:lnTo>
                <a:lnTo>
                  <a:pt x="856527" y="372232"/>
                </a:lnTo>
                <a:lnTo>
                  <a:pt x="863945" y="369055"/>
                </a:lnTo>
                <a:lnTo>
                  <a:pt x="871097" y="365878"/>
                </a:lnTo>
                <a:lnTo>
                  <a:pt x="878250" y="362172"/>
                </a:lnTo>
                <a:lnTo>
                  <a:pt x="885402" y="358200"/>
                </a:lnTo>
                <a:lnTo>
                  <a:pt x="892025" y="353965"/>
                </a:lnTo>
                <a:lnTo>
                  <a:pt x="898647" y="349199"/>
                </a:lnTo>
                <a:lnTo>
                  <a:pt x="904740" y="344434"/>
                </a:lnTo>
                <a:lnTo>
                  <a:pt x="910833" y="339139"/>
                </a:lnTo>
                <a:lnTo>
                  <a:pt x="916661" y="333579"/>
                </a:lnTo>
                <a:lnTo>
                  <a:pt x="921959" y="327755"/>
                </a:lnTo>
                <a:lnTo>
                  <a:pt x="927257" y="321930"/>
                </a:lnTo>
                <a:lnTo>
                  <a:pt x="932026" y="315576"/>
                </a:lnTo>
                <a:lnTo>
                  <a:pt x="936529" y="309223"/>
                </a:lnTo>
                <a:lnTo>
                  <a:pt x="941033" y="302339"/>
                </a:lnTo>
                <a:lnTo>
                  <a:pt x="944741" y="295456"/>
                </a:lnTo>
                <a:lnTo>
                  <a:pt x="948450" y="288572"/>
                </a:lnTo>
                <a:lnTo>
                  <a:pt x="951894" y="280895"/>
                </a:lnTo>
                <a:lnTo>
                  <a:pt x="954808" y="273482"/>
                </a:lnTo>
                <a:lnTo>
                  <a:pt x="957457" y="265804"/>
                </a:lnTo>
                <a:lnTo>
                  <a:pt x="959841" y="258127"/>
                </a:lnTo>
                <a:lnTo>
                  <a:pt x="961695" y="250184"/>
                </a:lnTo>
                <a:lnTo>
                  <a:pt x="963285" y="241977"/>
                </a:lnTo>
                <a:lnTo>
                  <a:pt x="964079" y="233505"/>
                </a:lnTo>
                <a:lnTo>
                  <a:pt x="964874" y="225298"/>
                </a:lnTo>
                <a:lnTo>
                  <a:pt x="964874" y="216827"/>
                </a:lnTo>
                <a:lnTo>
                  <a:pt x="964874" y="208090"/>
                </a:lnTo>
                <a:lnTo>
                  <a:pt x="964079" y="199883"/>
                </a:lnTo>
                <a:lnTo>
                  <a:pt x="963285" y="191676"/>
                </a:lnTo>
                <a:lnTo>
                  <a:pt x="961430" y="183204"/>
                </a:lnTo>
                <a:lnTo>
                  <a:pt x="959841" y="175261"/>
                </a:lnTo>
                <a:lnTo>
                  <a:pt x="957457" y="167584"/>
                </a:lnTo>
                <a:lnTo>
                  <a:pt x="954808" y="159906"/>
                </a:lnTo>
                <a:lnTo>
                  <a:pt x="951894" y="152229"/>
                </a:lnTo>
                <a:lnTo>
                  <a:pt x="948450" y="145081"/>
                </a:lnTo>
                <a:lnTo>
                  <a:pt x="944741" y="137932"/>
                </a:lnTo>
                <a:lnTo>
                  <a:pt x="940768" y="131049"/>
                </a:lnTo>
                <a:lnTo>
                  <a:pt x="936529" y="124166"/>
                </a:lnTo>
                <a:lnTo>
                  <a:pt x="932026" y="117547"/>
                </a:lnTo>
                <a:lnTo>
                  <a:pt x="927257" y="111458"/>
                </a:lnTo>
                <a:lnTo>
                  <a:pt x="921959" y="105633"/>
                </a:lnTo>
                <a:lnTo>
                  <a:pt x="916661" y="99544"/>
                </a:lnTo>
                <a:lnTo>
                  <a:pt x="910833" y="94249"/>
                </a:lnTo>
                <a:lnTo>
                  <a:pt x="904740" y="88955"/>
                </a:lnTo>
                <a:lnTo>
                  <a:pt x="898647" y="84189"/>
                </a:lnTo>
                <a:lnTo>
                  <a:pt x="892025" y="79688"/>
                </a:lnTo>
                <a:lnTo>
                  <a:pt x="885402" y="75188"/>
                </a:lnTo>
                <a:lnTo>
                  <a:pt x="878250" y="71216"/>
                </a:lnTo>
                <a:lnTo>
                  <a:pt x="871097" y="67510"/>
                </a:lnTo>
                <a:lnTo>
                  <a:pt x="863945" y="64068"/>
                </a:lnTo>
                <a:lnTo>
                  <a:pt x="856262" y="61156"/>
                </a:lnTo>
                <a:lnTo>
                  <a:pt x="848845" y="58773"/>
                </a:lnTo>
                <a:lnTo>
                  <a:pt x="840898" y="56391"/>
                </a:lnTo>
                <a:lnTo>
                  <a:pt x="832686" y="54802"/>
                </a:lnTo>
                <a:lnTo>
                  <a:pt x="824738" y="53214"/>
                </a:lnTo>
                <a:lnTo>
                  <a:pt x="816526" y="52155"/>
                </a:lnTo>
                <a:lnTo>
                  <a:pt x="807784" y="51625"/>
                </a:lnTo>
                <a:lnTo>
                  <a:pt x="799572" y="51360"/>
                </a:lnTo>
                <a:close/>
                <a:moveTo>
                  <a:pt x="799572" y="0"/>
                </a:moveTo>
                <a:lnTo>
                  <a:pt x="810698" y="529"/>
                </a:lnTo>
                <a:lnTo>
                  <a:pt x="821559" y="1324"/>
                </a:lnTo>
                <a:lnTo>
                  <a:pt x="832421" y="2647"/>
                </a:lnTo>
                <a:lnTo>
                  <a:pt x="843017" y="4501"/>
                </a:lnTo>
                <a:lnTo>
                  <a:pt x="853613" y="6883"/>
                </a:lnTo>
                <a:lnTo>
                  <a:pt x="863945" y="9795"/>
                </a:lnTo>
                <a:lnTo>
                  <a:pt x="874011" y="13237"/>
                </a:lnTo>
                <a:lnTo>
                  <a:pt x="884078" y="17208"/>
                </a:lnTo>
                <a:lnTo>
                  <a:pt x="893349" y="21444"/>
                </a:lnTo>
                <a:lnTo>
                  <a:pt x="902886" y="26210"/>
                </a:lnTo>
                <a:lnTo>
                  <a:pt x="911893" y="31505"/>
                </a:lnTo>
                <a:lnTo>
                  <a:pt x="920635" y="37064"/>
                </a:lnTo>
                <a:lnTo>
                  <a:pt x="929112" y="43153"/>
                </a:lnTo>
                <a:lnTo>
                  <a:pt x="937324" y="49507"/>
                </a:lnTo>
                <a:lnTo>
                  <a:pt x="945271" y="56391"/>
                </a:lnTo>
                <a:lnTo>
                  <a:pt x="952688" y="63539"/>
                </a:lnTo>
                <a:lnTo>
                  <a:pt x="960106" y="70952"/>
                </a:lnTo>
                <a:lnTo>
                  <a:pt x="966464" y="78894"/>
                </a:lnTo>
                <a:lnTo>
                  <a:pt x="973086" y="87101"/>
                </a:lnTo>
                <a:lnTo>
                  <a:pt x="979179" y="95573"/>
                </a:lnTo>
                <a:lnTo>
                  <a:pt x="985007" y="104310"/>
                </a:lnTo>
                <a:lnTo>
                  <a:pt x="990040" y="113576"/>
                </a:lnTo>
                <a:lnTo>
                  <a:pt x="994809" y="122577"/>
                </a:lnTo>
                <a:lnTo>
                  <a:pt x="999312" y="132373"/>
                </a:lnTo>
                <a:lnTo>
                  <a:pt x="1003021" y="142168"/>
                </a:lnTo>
                <a:lnTo>
                  <a:pt x="1006200" y="152493"/>
                </a:lnTo>
                <a:lnTo>
                  <a:pt x="1009379" y="162818"/>
                </a:lnTo>
                <a:lnTo>
                  <a:pt x="1011763" y="172879"/>
                </a:lnTo>
                <a:lnTo>
                  <a:pt x="1013882" y="183733"/>
                </a:lnTo>
                <a:lnTo>
                  <a:pt x="1014942" y="194588"/>
                </a:lnTo>
                <a:lnTo>
                  <a:pt x="1015736" y="205707"/>
                </a:lnTo>
                <a:lnTo>
                  <a:pt x="1016001" y="216827"/>
                </a:lnTo>
                <a:lnTo>
                  <a:pt x="1015736" y="227946"/>
                </a:lnTo>
                <a:lnTo>
                  <a:pt x="1014942" y="239065"/>
                </a:lnTo>
                <a:lnTo>
                  <a:pt x="1013882" y="249920"/>
                </a:lnTo>
                <a:lnTo>
                  <a:pt x="1011763" y="260509"/>
                </a:lnTo>
                <a:lnTo>
                  <a:pt x="1009379" y="271099"/>
                </a:lnTo>
                <a:lnTo>
                  <a:pt x="1006200" y="281424"/>
                </a:lnTo>
                <a:lnTo>
                  <a:pt x="1003021" y="291220"/>
                </a:lnTo>
                <a:lnTo>
                  <a:pt x="999312" y="301016"/>
                </a:lnTo>
                <a:lnTo>
                  <a:pt x="994809" y="310811"/>
                </a:lnTo>
                <a:lnTo>
                  <a:pt x="990040" y="319812"/>
                </a:lnTo>
                <a:lnTo>
                  <a:pt x="985007" y="329079"/>
                </a:lnTo>
                <a:lnTo>
                  <a:pt x="979179" y="337815"/>
                </a:lnTo>
                <a:lnTo>
                  <a:pt x="973086" y="346552"/>
                </a:lnTo>
                <a:lnTo>
                  <a:pt x="966464" y="354494"/>
                </a:lnTo>
                <a:lnTo>
                  <a:pt x="960106" y="362437"/>
                </a:lnTo>
                <a:lnTo>
                  <a:pt x="952688" y="369849"/>
                </a:lnTo>
                <a:lnTo>
                  <a:pt x="945271" y="376997"/>
                </a:lnTo>
                <a:lnTo>
                  <a:pt x="937324" y="383881"/>
                </a:lnTo>
                <a:lnTo>
                  <a:pt x="929112" y="390500"/>
                </a:lnTo>
                <a:lnTo>
                  <a:pt x="920635" y="396324"/>
                </a:lnTo>
                <a:lnTo>
                  <a:pt x="911893" y="401884"/>
                </a:lnTo>
                <a:lnTo>
                  <a:pt x="902886" y="407443"/>
                </a:lnTo>
                <a:lnTo>
                  <a:pt x="893349" y="411944"/>
                </a:lnTo>
                <a:lnTo>
                  <a:pt x="884078" y="416445"/>
                </a:lnTo>
                <a:lnTo>
                  <a:pt x="874011" y="420151"/>
                </a:lnTo>
                <a:lnTo>
                  <a:pt x="863945" y="423593"/>
                </a:lnTo>
                <a:lnTo>
                  <a:pt x="853613" y="426505"/>
                </a:lnTo>
                <a:lnTo>
                  <a:pt x="843017" y="429152"/>
                </a:lnTo>
                <a:lnTo>
                  <a:pt x="832421" y="430741"/>
                </a:lnTo>
                <a:lnTo>
                  <a:pt x="821559" y="432065"/>
                </a:lnTo>
                <a:lnTo>
                  <a:pt x="810698" y="433123"/>
                </a:lnTo>
                <a:lnTo>
                  <a:pt x="799572" y="433388"/>
                </a:lnTo>
                <a:lnTo>
                  <a:pt x="788181" y="433123"/>
                </a:lnTo>
                <a:lnTo>
                  <a:pt x="777319" y="432065"/>
                </a:lnTo>
                <a:lnTo>
                  <a:pt x="766458" y="430741"/>
                </a:lnTo>
                <a:lnTo>
                  <a:pt x="755862" y="429152"/>
                </a:lnTo>
                <a:lnTo>
                  <a:pt x="745266" y="426505"/>
                </a:lnTo>
                <a:lnTo>
                  <a:pt x="734934" y="423593"/>
                </a:lnTo>
                <a:lnTo>
                  <a:pt x="724868" y="420151"/>
                </a:lnTo>
                <a:lnTo>
                  <a:pt x="715066" y="416445"/>
                </a:lnTo>
                <a:lnTo>
                  <a:pt x="705530" y="411944"/>
                </a:lnTo>
                <a:lnTo>
                  <a:pt x="695993" y="407443"/>
                </a:lnTo>
                <a:lnTo>
                  <a:pt x="686986" y="401884"/>
                </a:lnTo>
                <a:lnTo>
                  <a:pt x="678509" y="396324"/>
                </a:lnTo>
                <a:lnTo>
                  <a:pt x="669767" y="390500"/>
                </a:lnTo>
                <a:lnTo>
                  <a:pt x="661555" y="383881"/>
                </a:lnTo>
                <a:lnTo>
                  <a:pt x="653873" y="376997"/>
                </a:lnTo>
                <a:lnTo>
                  <a:pt x="646190" y="369849"/>
                </a:lnTo>
                <a:lnTo>
                  <a:pt x="639038" y="362437"/>
                </a:lnTo>
                <a:lnTo>
                  <a:pt x="632415" y="354494"/>
                </a:lnTo>
                <a:lnTo>
                  <a:pt x="625793" y="346552"/>
                </a:lnTo>
                <a:lnTo>
                  <a:pt x="619700" y="337815"/>
                </a:lnTo>
                <a:lnTo>
                  <a:pt x="614137" y="329079"/>
                </a:lnTo>
                <a:lnTo>
                  <a:pt x="608839" y="319812"/>
                </a:lnTo>
                <a:lnTo>
                  <a:pt x="604070" y="310811"/>
                </a:lnTo>
                <a:lnTo>
                  <a:pt x="599832" y="301016"/>
                </a:lnTo>
                <a:lnTo>
                  <a:pt x="595858" y="291220"/>
                </a:lnTo>
                <a:lnTo>
                  <a:pt x="592679" y="281424"/>
                </a:lnTo>
                <a:lnTo>
                  <a:pt x="589500" y="271099"/>
                </a:lnTo>
                <a:lnTo>
                  <a:pt x="587116" y="260509"/>
                </a:lnTo>
                <a:lnTo>
                  <a:pt x="585262" y="249920"/>
                </a:lnTo>
                <a:lnTo>
                  <a:pt x="583673" y="239065"/>
                </a:lnTo>
                <a:lnTo>
                  <a:pt x="582878" y="227946"/>
                </a:lnTo>
                <a:lnTo>
                  <a:pt x="582613" y="216827"/>
                </a:lnTo>
                <a:lnTo>
                  <a:pt x="582878" y="205707"/>
                </a:lnTo>
                <a:lnTo>
                  <a:pt x="583673" y="194588"/>
                </a:lnTo>
                <a:lnTo>
                  <a:pt x="585262" y="183733"/>
                </a:lnTo>
                <a:lnTo>
                  <a:pt x="587116" y="172879"/>
                </a:lnTo>
                <a:lnTo>
                  <a:pt x="589500" y="162818"/>
                </a:lnTo>
                <a:lnTo>
                  <a:pt x="592679" y="152493"/>
                </a:lnTo>
                <a:lnTo>
                  <a:pt x="595858" y="142168"/>
                </a:lnTo>
                <a:lnTo>
                  <a:pt x="599832" y="132373"/>
                </a:lnTo>
                <a:lnTo>
                  <a:pt x="604070" y="122577"/>
                </a:lnTo>
                <a:lnTo>
                  <a:pt x="608839" y="113576"/>
                </a:lnTo>
                <a:lnTo>
                  <a:pt x="614137" y="104310"/>
                </a:lnTo>
                <a:lnTo>
                  <a:pt x="619700" y="95573"/>
                </a:lnTo>
                <a:lnTo>
                  <a:pt x="625793" y="87101"/>
                </a:lnTo>
                <a:lnTo>
                  <a:pt x="632415" y="78894"/>
                </a:lnTo>
                <a:lnTo>
                  <a:pt x="639038" y="70952"/>
                </a:lnTo>
                <a:lnTo>
                  <a:pt x="646190" y="63539"/>
                </a:lnTo>
                <a:lnTo>
                  <a:pt x="653873" y="56391"/>
                </a:lnTo>
                <a:lnTo>
                  <a:pt x="661555" y="49507"/>
                </a:lnTo>
                <a:lnTo>
                  <a:pt x="669767" y="43153"/>
                </a:lnTo>
                <a:lnTo>
                  <a:pt x="678509" y="37064"/>
                </a:lnTo>
                <a:lnTo>
                  <a:pt x="686986" y="31505"/>
                </a:lnTo>
                <a:lnTo>
                  <a:pt x="695993" y="26210"/>
                </a:lnTo>
                <a:lnTo>
                  <a:pt x="705530" y="21444"/>
                </a:lnTo>
                <a:lnTo>
                  <a:pt x="715066" y="17208"/>
                </a:lnTo>
                <a:lnTo>
                  <a:pt x="724868" y="13237"/>
                </a:lnTo>
                <a:lnTo>
                  <a:pt x="734934" y="9795"/>
                </a:lnTo>
                <a:lnTo>
                  <a:pt x="745266" y="6883"/>
                </a:lnTo>
                <a:lnTo>
                  <a:pt x="755862" y="4501"/>
                </a:lnTo>
                <a:lnTo>
                  <a:pt x="766458" y="2647"/>
                </a:lnTo>
                <a:lnTo>
                  <a:pt x="777319" y="1324"/>
                </a:lnTo>
                <a:lnTo>
                  <a:pt x="788181" y="529"/>
                </a:lnTo>
                <a:lnTo>
                  <a:pt x="799572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30" name="Group 14"/>
          <p:cNvGrpSpPr>
            <a:grpSpLocks/>
          </p:cNvGrpSpPr>
          <p:nvPr/>
        </p:nvGrpSpPr>
        <p:grpSpPr bwMode="auto">
          <a:xfrm>
            <a:off x="6465184" y="4711309"/>
            <a:ext cx="1085850" cy="1909763"/>
            <a:chOff x="6351" y="498"/>
            <a:chExt cx="684" cy="1203"/>
          </a:xfrm>
          <a:solidFill>
            <a:srgbClr val="595959"/>
          </a:solidFill>
        </p:grpSpPr>
        <p:sp>
          <p:nvSpPr>
            <p:cNvPr id="131" name="Freeform 9"/>
            <p:cNvSpPr>
              <a:spLocks noEditPoints="1"/>
            </p:cNvSpPr>
            <p:nvPr/>
          </p:nvSpPr>
          <p:spPr bwMode="auto">
            <a:xfrm flipV="1">
              <a:off x="6460" y="498"/>
              <a:ext cx="234" cy="241"/>
            </a:xfrm>
            <a:custGeom>
              <a:avLst/>
              <a:gdLst>
                <a:gd name="T0" fmla="*/ 0 w 1025"/>
                <a:gd name="T1" fmla="*/ 1051 h 1060"/>
                <a:gd name="T2" fmla="*/ 1025 w 1025"/>
                <a:gd name="T3" fmla="*/ 1056 h 1060"/>
                <a:gd name="T4" fmla="*/ 1025 w 1025"/>
                <a:gd name="T5" fmla="*/ 0 h 1060"/>
                <a:gd name="T6" fmla="*/ 0 w 1025"/>
                <a:gd name="T7" fmla="*/ 3 h 1060"/>
                <a:gd name="T8" fmla="*/ 0 w 1025"/>
                <a:gd name="T9" fmla="*/ 1051 h 1060"/>
                <a:gd name="T10" fmla="*/ 648 w 1025"/>
                <a:gd name="T11" fmla="*/ 926 h 1060"/>
                <a:gd name="T12" fmla="*/ 649 w 1025"/>
                <a:gd name="T13" fmla="*/ 644 h 1060"/>
                <a:gd name="T14" fmla="*/ 384 w 1025"/>
                <a:gd name="T15" fmla="*/ 645 h 1060"/>
                <a:gd name="T16" fmla="*/ 383 w 1025"/>
                <a:gd name="T17" fmla="*/ 924 h 1060"/>
                <a:gd name="T18" fmla="*/ 134 w 1025"/>
                <a:gd name="T19" fmla="*/ 924 h 1060"/>
                <a:gd name="T20" fmla="*/ 135 w 1025"/>
                <a:gd name="T21" fmla="*/ 132 h 1060"/>
                <a:gd name="T22" fmla="*/ 894 w 1025"/>
                <a:gd name="T23" fmla="*/ 132 h 1060"/>
                <a:gd name="T24" fmla="*/ 894 w 1025"/>
                <a:gd name="T25" fmla="*/ 925 h 1060"/>
                <a:gd name="T26" fmla="*/ 648 w 1025"/>
                <a:gd name="T27" fmla="*/ 926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5" h="1060">
                  <a:moveTo>
                    <a:pt x="0" y="1051"/>
                  </a:moveTo>
                  <a:cubicBezTo>
                    <a:pt x="341" y="1060"/>
                    <a:pt x="683" y="1052"/>
                    <a:pt x="1025" y="1056"/>
                  </a:cubicBezTo>
                  <a:cubicBezTo>
                    <a:pt x="1024" y="704"/>
                    <a:pt x="1023" y="352"/>
                    <a:pt x="1025" y="0"/>
                  </a:cubicBezTo>
                  <a:cubicBezTo>
                    <a:pt x="683" y="3"/>
                    <a:pt x="342" y="0"/>
                    <a:pt x="0" y="3"/>
                  </a:cubicBezTo>
                  <a:cubicBezTo>
                    <a:pt x="2" y="352"/>
                    <a:pt x="2" y="702"/>
                    <a:pt x="0" y="1051"/>
                  </a:cubicBezTo>
                  <a:moveTo>
                    <a:pt x="648" y="926"/>
                  </a:moveTo>
                  <a:cubicBezTo>
                    <a:pt x="649" y="832"/>
                    <a:pt x="650" y="738"/>
                    <a:pt x="649" y="644"/>
                  </a:cubicBezTo>
                  <a:cubicBezTo>
                    <a:pt x="561" y="645"/>
                    <a:pt x="472" y="645"/>
                    <a:pt x="384" y="645"/>
                  </a:cubicBezTo>
                  <a:cubicBezTo>
                    <a:pt x="383" y="738"/>
                    <a:pt x="383" y="831"/>
                    <a:pt x="383" y="924"/>
                  </a:cubicBezTo>
                  <a:cubicBezTo>
                    <a:pt x="300" y="924"/>
                    <a:pt x="217" y="924"/>
                    <a:pt x="134" y="924"/>
                  </a:cubicBezTo>
                  <a:cubicBezTo>
                    <a:pt x="137" y="660"/>
                    <a:pt x="134" y="396"/>
                    <a:pt x="135" y="132"/>
                  </a:cubicBezTo>
                  <a:cubicBezTo>
                    <a:pt x="388" y="133"/>
                    <a:pt x="641" y="133"/>
                    <a:pt x="894" y="132"/>
                  </a:cubicBezTo>
                  <a:cubicBezTo>
                    <a:pt x="895" y="397"/>
                    <a:pt x="895" y="661"/>
                    <a:pt x="894" y="925"/>
                  </a:cubicBezTo>
                  <a:cubicBezTo>
                    <a:pt x="812" y="924"/>
                    <a:pt x="730" y="925"/>
                    <a:pt x="648" y="92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2" name="Freeform 10"/>
            <p:cNvSpPr>
              <a:spLocks/>
            </p:cNvSpPr>
            <p:nvPr/>
          </p:nvSpPr>
          <p:spPr bwMode="auto">
            <a:xfrm flipV="1">
              <a:off x="6727" y="614"/>
              <a:ext cx="272" cy="265"/>
            </a:xfrm>
            <a:custGeom>
              <a:avLst/>
              <a:gdLst>
                <a:gd name="T0" fmla="*/ 546 w 1187"/>
                <a:gd name="T1" fmla="*/ 1128 h 1165"/>
                <a:gd name="T2" fmla="*/ 1159 w 1187"/>
                <a:gd name="T3" fmla="*/ 626 h 1165"/>
                <a:gd name="T4" fmla="*/ 767 w 1187"/>
                <a:gd name="T5" fmla="*/ 43 h 1165"/>
                <a:gd name="T6" fmla="*/ 308 w 1187"/>
                <a:gd name="T7" fmla="*/ 105 h 1165"/>
                <a:gd name="T8" fmla="*/ 68 w 1187"/>
                <a:gd name="T9" fmla="*/ 715 h 1165"/>
                <a:gd name="T10" fmla="*/ 546 w 1187"/>
                <a:gd name="T11" fmla="*/ 1128 h 1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7" h="1165">
                  <a:moveTo>
                    <a:pt x="546" y="1128"/>
                  </a:moveTo>
                  <a:cubicBezTo>
                    <a:pt x="843" y="1165"/>
                    <a:pt x="1137" y="923"/>
                    <a:pt x="1159" y="626"/>
                  </a:cubicBezTo>
                  <a:cubicBezTo>
                    <a:pt x="1187" y="371"/>
                    <a:pt x="1012" y="114"/>
                    <a:pt x="767" y="43"/>
                  </a:cubicBezTo>
                  <a:cubicBezTo>
                    <a:pt x="615" y="0"/>
                    <a:pt x="443" y="20"/>
                    <a:pt x="308" y="105"/>
                  </a:cubicBezTo>
                  <a:cubicBezTo>
                    <a:pt x="111" y="230"/>
                    <a:pt x="0" y="487"/>
                    <a:pt x="68" y="715"/>
                  </a:cubicBezTo>
                  <a:cubicBezTo>
                    <a:pt x="121" y="936"/>
                    <a:pt x="323" y="1102"/>
                    <a:pt x="546" y="112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" name="Freeform 11"/>
            <p:cNvSpPr>
              <a:spLocks noEditPoints="1"/>
            </p:cNvSpPr>
            <p:nvPr/>
          </p:nvSpPr>
          <p:spPr bwMode="auto">
            <a:xfrm flipV="1">
              <a:off x="6351" y="748"/>
              <a:ext cx="354" cy="316"/>
            </a:xfrm>
            <a:custGeom>
              <a:avLst/>
              <a:gdLst>
                <a:gd name="T0" fmla="*/ 2 w 1548"/>
                <a:gd name="T1" fmla="*/ 1385 h 1386"/>
                <a:gd name="T2" fmla="*/ 1548 w 1548"/>
                <a:gd name="T3" fmla="*/ 1386 h 1386"/>
                <a:gd name="T4" fmla="*/ 1547 w 1548"/>
                <a:gd name="T5" fmla="*/ 3 h 1386"/>
                <a:gd name="T6" fmla="*/ 0 w 1548"/>
                <a:gd name="T7" fmla="*/ 3 h 1386"/>
                <a:gd name="T8" fmla="*/ 2 w 1548"/>
                <a:gd name="T9" fmla="*/ 1385 h 1386"/>
                <a:gd name="T10" fmla="*/ 137 w 1548"/>
                <a:gd name="T11" fmla="*/ 1248 h 1386"/>
                <a:gd name="T12" fmla="*/ 140 w 1548"/>
                <a:gd name="T13" fmla="*/ 136 h 1386"/>
                <a:gd name="T14" fmla="*/ 1415 w 1548"/>
                <a:gd name="T15" fmla="*/ 137 h 1386"/>
                <a:gd name="T16" fmla="*/ 1416 w 1548"/>
                <a:gd name="T17" fmla="*/ 1251 h 1386"/>
                <a:gd name="T18" fmla="*/ 913 w 1548"/>
                <a:gd name="T19" fmla="*/ 1251 h 1386"/>
                <a:gd name="T20" fmla="*/ 912 w 1548"/>
                <a:gd name="T21" fmla="*/ 974 h 1386"/>
                <a:gd name="T22" fmla="*/ 650 w 1548"/>
                <a:gd name="T23" fmla="*/ 974 h 1386"/>
                <a:gd name="T24" fmla="*/ 640 w 1548"/>
                <a:gd name="T25" fmla="*/ 1252 h 1386"/>
                <a:gd name="T26" fmla="*/ 137 w 1548"/>
                <a:gd name="T27" fmla="*/ 1248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48" h="1386">
                  <a:moveTo>
                    <a:pt x="2" y="1385"/>
                  </a:moveTo>
                  <a:cubicBezTo>
                    <a:pt x="517" y="1386"/>
                    <a:pt x="1033" y="1377"/>
                    <a:pt x="1548" y="1386"/>
                  </a:cubicBezTo>
                  <a:cubicBezTo>
                    <a:pt x="1548" y="925"/>
                    <a:pt x="1548" y="464"/>
                    <a:pt x="1547" y="3"/>
                  </a:cubicBezTo>
                  <a:cubicBezTo>
                    <a:pt x="1031" y="1"/>
                    <a:pt x="516" y="0"/>
                    <a:pt x="0" y="3"/>
                  </a:cubicBezTo>
                  <a:cubicBezTo>
                    <a:pt x="7" y="464"/>
                    <a:pt x="3" y="925"/>
                    <a:pt x="2" y="1385"/>
                  </a:cubicBezTo>
                  <a:moveTo>
                    <a:pt x="137" y="1248"/>
                  </a:moveTo>
                  <a:cubicBezTo>
                    <a:pt x="143" y="878"/>
                    <a:pt x="138" y="507"/>
                    <a:pt x="140" y="136"/>
                  </a:cubicBezTo>
                  <a:cubicBezTo>
                    <a:pt x="565" y="138"/>
                    <a:pt x="990" y="136"/>
                    <a:pt x="1415" y="137"/>
                  </a:cubicBezTo>
                  <a:cubicBezTo>
                    <a:pt x="1417" y="509"/>
                    <a:pt x="1414" y="880"/>
                    <a:pt x="1416" y="1251"/>
                  </a:cubicBezTo>
                  <a:cubicBezTo>
                    <a:pt x="1248" y="1251"/>
                    <a:pt x="1080" y="1251"/>
                    <a:pt x="913" y="1251"/>
                  </a:cubicBezTo>
                  <a:cubicBezTo>
                    <a:pt x="914" y="1159"/>
                    <a:pt x="914" y="1066"/>
                    <a:pt x="912" y="974"/>
                  </a:cubicBezTo>
                  <a:cubicBezTo>
                    <a:pt x="825" y="974"/>
                    <a:pt x="738" y="974"/>
                    <a:pt x="650" y="974"/>
                  </a:cubicBezTo>
                  <a:cubicBezTo>
                    <a:pt x="648" y="1067"/>
                    <a:pt x="646" y="1159"/>
                    <a:pt x="640" y="1252"/>
                  </a:cubicBezTo>
                  <a:cubicBezTo>
                    <a:pt x="472" y="1249"/>
                    <a:pt x="304" y="1254"/>
                    <a:pt x="137" y="124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4" name="Freeform 12"/>
            <p:cNvSpPr>
              <a:spLocks/>
            </p:cNvSpPr>
            <p:nvPr/>
          </p:nvSpPr>
          <p:spPr bwMode="auto">
            <a:xfrm flipV="1">
              <a:off x="6470" y="903"/>
              <a:ext cx="491" cy="798"/>
            </a:xfrm>
            <a:custGeom>
              <a:avLst/>
              <a:gdLst>
                <a:gd name="T0" fmla="*/ 1539 w 2208"/>
                <a:gd name="T1" fmla="*/ 3515 h 3515"/>
                <a:gd name="T2" fmla="*/ 2070 w 2208"/>
                <a:gd name="T3" fmla="*/ 3487 h 3515"/>
                <a:gd name="T4" fmla="*/ 2131 w 2208"/>
                <a:gd name="T5" fmla="*/ 2626 h 3515"/>
                <a:gd name="T6" fmla="*/ 2123 w 2208"/>
                <a:gd name="T7" fmla="*/ 1758 h 3515"/>
                <a:gd name="T8" fmla="*/ 1927 w 2208"/>
                <a:gd name="T9" fmla="*/ 1030 h 3515"/>
                <a:gd name="T10" fmla="*/ 2056 w 2208"/>
                <a:gd name="T11" fmla="*/ 837 h 3515"/>
                <a:gd name="T12" fmla="*/ 1679 w 2208"/>
                <a:gd name="T13" fmla="*/ 525 h 3515"/>
                <a:gd name="T14" fmla="*/ 1545 w 2208"/>
                <a:gd name="T15" fmla="*/ 821 h 3515"/>
                <a:gd name="T16" fmla="*/ 1487 w 2208"/>
                <a:gd name="T17" fmla="*/ 1610 h 3515"/>
                <a:gd name="T18" fmla="*/ 1072 w 2208"/>
                <a:gd name="T19" fmla="*/ 976 h 3515"/>
                <a:gd name="T20" fmla="*/ 1216 w 2208"/>
                <a:gd name="T21" fmla="*/ 73 h 3515"/>
                <a:gd name="T22" fmla="*/ 789 w 2208"/>
                <a:gd name="T23" fmla="*/ 49 h 3515"/>
                <a:gd name="T24" fmla="*/ 616 w 2208"/>
                <a:gd name="T25" fmla="*/ 1012 h 3515"/>
                <a:gd name="T26" fmla="*/ 1152 w 2208"/>
                <a:gd name="T27" fmla="*/ 1926 h 3515"/>
                <a:gd name="T28" fmla="*/ 1211 w 2208"/>
                <a:gd name="T29" fmla="*/ 2413 h 3515"/>
                <a:gd name="T30" fmla="*/ 842 w 2208"/>
                <a:gd name="T31" fmla="*/ 2303 h 3515"/>
                <a:gd name="T32" fmla="*/ 56 w 2208"/>
                <a:gd name="T33" fmla="*/ 2338 h 3515"/>
                <a:gd name="T34" fmla="*/ 63 w 2208"/>
                <a:gd name="T35" fmla="*/ 2756 h 3515"/>
                <a:gd name="T36" fmla="*/ 680 w 2208"/>
                <a:gd name="T37" fmla="*/ 2748 h 3515"/>
                <a:gd name="T38" fmla="*/ 694 w 2208"/>
                <a:gd name="T39" fmla="*/ 2700 h 3515"/>
                <a:gd name="T40" fmla="*/ 391 w 2208"/>
                <a:gd name="T41" fmla="*/ 2370 h 3515"/>
                <a:gd name="T42" fmla="*/ 789 w 2208"/>
                <a:gd name="T43" fmla="*/ 2742 h 3515"/>
                <a:gd name="T44" fmla="*/ 1006 w 2208"/>
                <a:gd name="T45" fmla="*/ 2733 h 3515"/>
                <a:gd name="T46" fmla="*/ 1539 w 2208"/>
                <a:gd name="T47" fmla="*/ 3515 h 3515"/>
                <a:gd name="connsiteX0" fmla="*/ 6896 w 9724"/>
                <a:gd name="connsiteY0" fmla="*/ 9952 h 9952"/>
                <a:gd name="connsiteX1" fmla="*/ 9301 w 9724"/>
                <a:gd name="connsiteY1" fmla="*/ 9872 h 9952"/>
                <a:gd name="connsiteX2" fmla="*/ 9577 w 9724"/>
                <a:gd name="connsiteY2" fmla="*/ 7423 h 9952"/>
                <a:gd name="connsiteX3" fmla="*/ 9541 w 9724"/>
                <a:gd name="connsiteY3" fmla="*/ 4953 h 9952"/>
                <a:gd name="connsiteX4" fmla="*/ 8653 w 9724"/>
                <a:gd name="connsiteY4" fmla="*/ 2882 h 9952"/>
                <a:gd name="connsiteX5" fmla="*/ 9238 w 9724"/>
                <a:gd name="connsiteY5" fmla="*/ 2333 h 9952"/>
                <a:gd name="connsiteX6" fmla="*/ 7530 w 9724"/>
                <a:gd name="connsiteY6" fmla="*/ 1446 h 9952"/>
                <a:gd name="connsiteX7" fmla="*/ 6923 w 9724"/>
                <a:gd name="connsiteY7" fmla="*/ 2288 h 9952"/>
                <a:gd name="connsiteX8" fmla="*/ 6661 w 9724"/>
                <a:gd name="connsiteY8" fmla="*/ 4532 h 9952"/>
                <a:gd name="connsiteX9" fmla="*/ 4781 w 9724"/>
                <a:gd name="connsiteY9" fmla="*/ 2729 h 9952"/>
                <a:gd name="connsiteX10" fmla="*/ 5433 w 9724"/>
                <a:gd name="connsiteY10" fmla="*/ 160 h 9952"/>
                <a:gd name="connsiteX11" fmla="*/ 3499 w 9724"/>
                <a:gd name="connsiteY11" fmla="*/ 91 h 9952"/>
                <a:gd name="connsiteX12" fmla="*/ 2716 w 9724"/>
                <a:gd name="connsiteY12" fmla="*/ 2831 h 9952"/>
                <a:gd name="connsiteX13" fmla="*/ 5143 w 9724"/>
                <a:gd name="connsiteY13" fmla="*/ 5431 h 9952"/>
                <a:gd name="connsiteX14" fmla="*/ 5411 w 9724"/>
                <a:gd name="connsiteY14" fmla="*/ 6817 h 9952"/>
                <a:gd name="connsiteX15" fmla="*/ 3739 w 9724"/>
                <a:gd name="connsiteY15" fmla="*/ 6504 h 9952"/>
                <a:gd name="connsiteX16" fmla="*/ 180 w 9724"/>
                <a:gd name="connsiteY16" fmla="*/ 6603 h 9952"/>
                <a:gd name="connsiteX17" fmla="*/ 211 w 9724"/>
                <a:gd name="connsiteY17" fmla="*/ 7793 h 9952"/>
                <a:gd name="connsiteX18" fmla="*/ 3006 w 9724"/>
                <a:gd name="connsiteY18" fmla="*/ 7770 h 9952"/>
                <a:gd name="connsiteX19" fmla="*/ 3069 w 9724"/>
                <a:gd name="connsiteY19" fmla="*/ 7633 h 9952"/>
                <a:gd name="connsiteX20" fmla="*/ 3499 w 9724"/>
                <a:gd name="connsiteY20" fmla="*/ 7753 h 9952"/>
                <a:gd name="connsiteX21" fmla="*/ 4482 w 9724"/>
                <a:gd name="connsiteY21" fmla="*/ 7727 h 9952"/>
                <a:gd name="connsiteX22" fmla="*/ 6896 w 9724"/>
                <a:gd name="connsiteY22" fmla="*/ 9952 h 9952"/>
                <a:gd name="connsiteX0" fmla="*/ 7092 w 10000"/>
                <a:gd name="connsiteY0" fmla="*/ 10000 h 10000"/>
                <a:gd name="connsiteX1" fmla="*/ 9565 w 10000"/>
                <a:gd name="connsiteY1" fmla="*/ 9920 h 10000"/>
                <a:gd name="connsiteX2" fmla="*/ 9849 w 10000"/>
                <a:gd name="connsiteY2" fmla="*/ 7459 h 10000"/>
                <a:gd name="connsiteX3" fmla="*/ 9812 w 10000"/>
                <a:gd name="connsiteY3" fmla="*/ 4977 h 10000"/>
                <a:gd name="connsiteX4" fmla="*/ 8899 w 10000"/>
                <a:gd name="connsiteY4" fmla="*/ 2896 h 10000"/>
                <a:gd name="connsiteX5" fmla="*/ 9500 w 10000"/>
                <a:gd name="connsiteY5" fmla="*/ 2344 h 10000"/>
                <a:gd name="connsiteX6" fmla="*/ 7744 w 10000"/>
                <a:gd name="connsiteY6" fmla="*/ 1453 h 10000"/>
                <a:gd name="connsiteX7" fmla="*/ 7119 w 10000"/>
                <a:gd name="connsiteY7" fmla="*/ 2299 h 10000"/>
                <a:gd name="connsiteX8" fmla="*/ 6850 w 10000"/>
                <a:gd name="connsiteY8" fmla="*/ 4554 h 10000"/>
                <a:gd name="connsiteX9" fmla="*/ 4917 w 10000"/>
                <a:gd name="connsiteY9" fmla="*/ 2742 h 10000"/>
                <a:gd name="connsiteX10" fmla="*/ 5587 w 10000"/>
                <a:gd name="connsiteY10" fmla="*/ 161 h 10000"/>
                <a:gd name="connsiteX11" fmla="*/ 3598 w 10000"/>
                <a:gd name="connsiteY11" fmla="*/ 91 h 10000"/>
                <a:gd name="connsiteX12" fmla="*/ 2793 w 10000"/>
                <a:gd name="connsiteY12" fmla="*/ 2845 h 10000"/>
                <a:gd name="connsiteX13" fmla="*/ 5289 w 10000"/>
                <a:gd name="connsiteY13" fmla="*/ 5457 h 10000"/>
                <a:gd name="connsiteX14" fmla="*/ 5565 w 10000"/>
                <a:gd name="connsiteY14" fmla="*/ 6850 h 10000"/>
                <a:gd name="connsiteX15" fmla="*/ 3845 w 10000"/>
                <a:gd name="connsiteY15" fmla="*/ 6535 h 10000"/>
                <a:gd name="connsiteX16" fmla="*/ 185 w 10000"/>
                <a:gd name="connsiteY16" fmla="*/ 6635 h 10000"/>
                <a:gd name="connsiteX17" fmla="*/ 217 w 10000"/>
                <a:gd name="connsiteY17" fmla="*/ 7831 h 10000"/>
                <a:gd name="connsiteX18" fmla="*/ 3091 w 10000"/>
                <a:gd name="connsiteY18" fmla="*/ 7807 h 10000"/>
                <a:gd name="connsiteX19" fmla="*/ 3598 w 10000"/>
                <a:gd name="connsiteY19" fmla="*/ 7790 h 10000"/>
                <a:gd name="connsiteX20" fmla="*/ 4609 w 10000"/>
                <a:gd name="connsiteY20" fmla="*/ 7764 h 10000"/>
                <a:gd name="connsiteX21" fmla="*/ 7092 w 10000"/>
                <a:gd name="connsiteY21" fmla="*/ 10000 h 10000"/>
                <a:gd name="connsiteX0" fmla="*/ 7092 w 10000"/>
                <a:gd name="connsiteY0" fmla="*/ 10000 h 10000"/>
                <a:gd name="connsiteX1" fmla="*/ 9565 w 10000"/>
                <a:gd name="connsiteY1" fmla="*/ 9920 h 10000"/>
                <a:gd name="connsiteX2" fmla="*/ 9849 w 10000"/>
                <a:gd name="connsiteY2" fmla="*/ 7459 h 10000"/>
                <a:gd name="connsiteX3" fmla="*/ 9812 w 10000"/>
                <a:gd name="connsiteY3" fmla="*/ 4977 h 10000"/>
                <a:gd name="connsiteX4" fmla="*/ 8899 w 10000"/>
                <a:gd name="connsiteY4" fmla="*/ 2896 h 10000"/>
                <a:gd name="connsiteX5" fmla="*/ 9500 w 10000"/>
                <a:gd name="connsiteY5" fmla="*/ 2344 h 10000"/>
                <a:gd name="connsiteX6" fmla="*/ 7744 w 10000"/>
                <a:gd name="connsiteY6" fmla="*/ 1453 h 10000"/>
                <a:gd name="connsiteX7" fmla="*/ 7119 w 10000"/>
                <a:gd name="connsiteY7" fmla="*/ 2299 h 10000"/>
                <a:gd name="connsiteX8" fmla="*/ 6850 w 10000"/>
                <a:gd name="connsiteY8" fmla="*/ 4554 h 10000"/>
                <a:gd name="connsiteX9" fmla="*/ 4917 w 10000"/>
                <a:gd name="connsiteY9" fmla="*/ 2742 h 10000"/>
                <a:gd name="connsiteX10" fmla="*/ 5587 w 10000"/>
                <a:gd name="connsiteY10" fmla="*/ 161 h 10000"/>
                <a:gd name="connsiteX11" fmla="*/ 3598 w 10000"/>
                <a:gd name="connsiteY11" fmla="*/ 91 h 10000"/>
                <a:gd name="connsiteX12" fmla="*/ 2793 w 10000"/>
                <a:gd name="connsiteY12" fmla="*/ 2845 h 10000"/>
                <a:gd name="connsiteX13" fmla="*/ 5289 w 10000"/>
                <a:gd name="connsiteY13" fmla="*/ 5457 h 10000"/>
                <a:gd name="connsiteX14" fmla="*/ 5565 w 10000"/>
                <a:gd name="connsiteY14" fmla="*/ 6850 h 10000"/>
                <a:gd name="connsiteX15" fmla="*/ 3845 w 10000"/>
                <a:gd name="connsiteY15" fmla="*/ 6535 h 10000"/>
                <a:gd name="connsiteX16" fmla="*/ 185 w 10000"/>
                <a:gd name="connsiteY16" fmla="*/ 6635 h 10000"/>
                <a:gd name="connsiteX17" fmla="*/ 217 w 10000"/>
                <a:gd name="connsiteY17" fmla="*/ 7831 h 10000"/>
                <a:gd name="connsiteX18" fmla="*/ 3598 w 10000"/>
                <a:gd name="connsiteY18" fmla="*/ 7790 h 10000"/>
                <a:gd name="connsiteX19" fmla="*/ 4609 w 10000"/>
                <a:gd name="connsiteY19" fmla="*/ 7764 h 10000"/>
                <a:gd name="connsiteX20" fmla="*/ 7092 w 10000"/>
                <a:gd name="connsiteY20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000" h="10000">
                  <a:moveTo>
                    <a:pt x="7092" y="10000"/>
                  </a:moveTo>
                  <a:cubicBezTo>
                    <a:pt x="7916" y="9963"/>
                    <a:pt x="8740" y="9940"/>
                    <a:pt x="9565" y="9920"/>
                  </a:cubicBezTo>
                  <a:cubicBezTo>
                    <a:pt x="9690" y="9100"/>
                    <a:pt x="9709" y="8276"/>
                    <a:pt x="9849" y="7459"/>
                  </a:cubicBezTo>
                  <a:cubicBezTo>
                    <a:pt x="9858" y="6633"/>
                    <a:pt x="10208" y="5787"/>
                    <a:pt x="9812" y="4977"/>
                  </a:cubicBezTo>
                  <a:cubicBezTo>
                    <a:pt x="9504" y="4286"/>
                    <a:pt x="8996" y="3619"/>
                    <a:pt x="8899" y="2896"/>
                  </a:cubicBezTo>
                  <a:cubicBezTo>
                    <a:pt x="9011" y="2685"/>
                    <a:pt x="9295" y="2524"/>
                    <a:pt x="9500" y="2344"/>
                  </a:cubicBezTo>
                  <a:cubicBezTo>
                    <a:pt x="8871" y="2076"/>
                    <a:pt x="8563" y="1532"/>
                    <a:pt x="7744" y="1453"/>
                  </a:cubicBezTo>
                  <a:cubicBezTo>
                    <a:pt x="7670" y="1767"/>
                    <a:pt x="7073" y="1955"/>
                    <a:pt x="7119" y="2299"/>
                  </a:cubicBezTo>
                  <a:cubicBezTo>
                    <a:pt x="7068" y="3054"/>
                    <a:pt x="6915" y="3799"/>
                    <a:pt x="6850" y="4554"/>
                  </a:cubicBezTo>
                  <a:cubicBezTo>
                    <a:pt x="6179" y="3960"/>
                    <a:pt x="5565" y="3342"/>
                    <a:pt x="4917" y="2742"/>
                  </a:cubicBezTo>
                  <a:cubicBezTo>
                    <a:pt x="5178" y="1884"/>
                    <a:pt x="5327" y="1015"/>
                    <a:pt x="5587" y="161"/>
                  </a:cubicBezTo>
                  <a:cubicBezTo>
                    <a:pt x="4968" y="-28"/>
                    <a:pt x="4250" y="-48"/>
                    <a:pt x="3598" y="91"/>
                  </a:cubicBezTo>
                  <a:cubicBezTo>
                    <a:pt x="3310" y="1007"/>
                    <a:pt x="3077" y="1927"/>
                    <a:pt x="2793" y="2845"/>
                  </a:cubicBezTo>
                  <a:cubicBezTo>
                    <a:pt x="3646" y="3708"/>
                    <a:pt x="4447" y="4591"/>
                    <a:pt x="5289" y="5457"/>
                  </a:cubicBezTo>
                  <a:cubicBezTo>
                    <a:pt x="5788" y="5858"/>
                    <a:pt x="5499" y="6387"/>
                    <a:pt x="5565" y="6850"/>
                  </a:cubicBezTo>
                  <a:cubicBezTo>
                    <a:pt x="5005" y="6727"/>
                    <a:pt x="4469" y="6469"/>
                    <a:pt x="3845" y="6535"/>
                  </a:cubicBezTo>
                  <a:cubicBezTo>
                    <a:pt x="2630" y="6604"/>
                    <a:pt x="1405" y="6618"/>
                    <a:pt x="185" y="6635"/>
                  </a:cubicBezTo>
                  <a:cubicBezTo>
                    <a:pt x="-58" y="7022"/>
                    <a:pt x="-76" y="7453"/>
                    <a:pt x="217" y="7831"/>
                  </a:cubicBezTo>
                  <a:cubicBezTo>
                    <a:pt x="786" y="8023"/>
                    <a:pt x="2866" y="7801"/>
                    <a:pt x="3598" y="7790"/>
                  </a:cubicBezTo>
                  <a:lnTo>
                    <a:pt x="4609" y="7764"/>
                  </a:lnTo>
                  <a:cubicBezTo>
                    <a:pt x="5447" y="8505"/>
                    <a:pt x="6226" y="9272"/>
                    <a:pt x="7092" y="1000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5" name="Freeform 13"/>
            <p:cNvSpPr>
              <a:spLocks/>
            </p:cNvSpPr>
            <p:nvPr/>
          </p:nvSpPr>
          <p:spPr bwMode="auto">
            <a:xfrm flipV="1">
              <a:off x="6854" y="1507"/>
              <a:ext cx="181" cy="193"/>
            </a:xfrm>
            <a:custGeom>
              <a:avLst/>
              <a:gdLst>
                <a:gd name="T0" fmla="*/ 0 w 774"/>
                <a:gd name="T1" fmla="*/ 458 h 861"/>
                <a:gd name="T2" fmla="*/ 327 w 774"/>
                <a:gd name="T3" fmla="*/ 861 h 861"/>
                <a:gd name="T4" fmla="*/ 774 w 774"/>
                <a:gd name="T5" fmla="*/ 229 h 861"/>
                <a:gd name="T6" fmla="*/ 362 w 774"/>
                <a:gd name="T7" fmla="*/ 15 h 861"/>
                <a:gd name="T8" fmla="*/ 30 w 774"/>
                <a:gd name="T9" fmla="*/ 475 h 861"/>
                <a:gd name="T10" fmla="*/ 0 w 774"/>
                <a:gd name="T11" fmla="*/ 458 h 861"/>
                <a:gd name="connsiteX0" fmla="*/ 0 w 10000"/>
                <a:gd name="connsiteY0" fmla="*/ 5167 h 9848"/>
                <a:gd name="connsiteX1" fmla="*/ 4225 w 10000"/>
                <a:gd name="connsiteY1" fmla="*/ 9848 h 9848"/>
                <a:gd name="connsiteX2" fmla="*/ 10000 w 10000"/>
                <a:gd name="connsiteY2" fmla="*/ 2508 h 9848"/>
                <a:gd name="connsiteX3" fmla="*/ 4677 w 10000"/>
                <a:gd name="connsiteY3" fmla="*/ 22 h 9848"/>
                <a:gd name="connsiteX4" fmla="*/ 388 w 10000"/>
                <a:gd name="connsiteY4" fmla="*/ 5365 h 9848"/>
                <a:gd name="connsiteX0" fmla="*/ 0 w 10000"/>
                <a:gd name="connsiteY0" fmla="*/ 5247 h 10000"/>
                <a:gd name="connsiteX1" fmla="*/ 4225 w 10000"/>
                <a:gd name="connsiteY1" fmla="*/ 10000 h 10000"/>
                <a:gd name="connsiteX2" fmla="*/ 10000 w 10000"/>
                <a:gd name="connsiteY2" fmla="*/ 2547 h 10000"/>
                <a:gd name="connsiteX3" fmla="*/ 4677 w 10000"/>
                <a:gd name="connsiteY3" fmla="*/ 22 h 10000"/>
                <a:gd name="connsiteX0" fmla="*/ 0 w 10226"/>
                <a:gd name="connsiteY0" fmla="*/ 5972 h 10000"/>
                <a:gd name="connsiteX1" fmla="*/ 4451 w 10226"/>
                <a:gd name="connsiteY1" fmla="*/ 10000 h 10000"/>
                <a:gd name="connsiteX2" fmla="*/ 10226 w 10226"/>
                <a:gd name="connsiteY2" fmla="*/ 2547 h 10000"/>
                <a:gd name="connsiteX3" fmla="*/ 4903 w 10226"/>
                <a:gd name="connsiteY3" fmla="*/ 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6" h="10000">
                  <a:moveTo>
                    <a:pt x="0" y="5972"/>
                  </a:moveTo>
                  <a:cubicBezTo>
                    <a:pt x="233" y="8189"/>
                    <a:pt x="2952" y="8514"/>
                    <a:pt x="4451" y="10000"/>
                  </a:cubicBezTo>
                  <a:cubicBezTo>
                    <a:pt x="6234" y="7429"/>
                    <a:pt x="8288" y="5023"/>
                    <a:pt x="10226" y="2547"/>
                  </a:cubicBezTo>
                  <a:cubicBezTo>
                    <a:pt x="9192" y="766"/>
                    <a:pt x="7074" y="-154"/>
                    <a:pt x="4903" y="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6" name="KSO_Shape"/>
          <p:cNvSpPr>
            <a:spLocks/>
          </p:cNvSpPr>
          <p:nvPr/>
        </p:nvSpPr>
        <p:spPr bwMode="auto">
          <a:xfrm>
            <a:off x="8357507" y="4392441"/>
            <a:ext cx="1330325" cy="1905000"/>
          </a:xfrm>
          <a:custGeom>
            <a:avLst/>
            <a:gdLst>
              <a:gd name="T0" fmla="*/ 1291198 w 1025525"/>
              <a:gd name="T1" fmla="*/ 1151135 h 1466850"/>
              <a:gd name="T2" fmla="*/ 1324490 w 1025525"/>
              <a:gd name="T3" fmla="*/ 1186970 h 1466850"/>
              <a:gd name="T4" fmla="*/ 1328953 w 1025525"/>
              <a:gd name="T5" fmla="*/ 1576342 h 1466850"/>
              <a:gd name="T6" fmla="*/ 1302524 w 1025525"/>
              <a:gd name="T7" fmla="*/ 1619758 h 1466850"/>
              <a:gd name="T8" fmla="*/ 1257563 w 1025525"/>
              <a:gd name="T9" fmla="*/ 1634919 h 1466850"/>
              <a:gd name="T10" fmla="*/ 1016689 w 1025525"/>
              <a:gd name="T11" fmla="*/ 1084253 h 1466850"/>
              <a:gd name="T12" fmla="*/ 997481 w 1025525"/>
              <a:gd name="T13" fmla="*/ 1104522 h 1466850"/>
              <a:gd name="T14" fmla="*/ 972441 w 1025525"/>
              <a:gd name="T15" fmla="*/ 1113799 h 1466850"/>
              <a:gd name="T16" fmla="*/ 946028 w 1025525"/>
              <a:gd name="T17" fmla="*/ 1111394 h 1466850"/>
              <a:gd name="T18" fmla="*/ 923047 w 1025525"/>
              <a:gd name="T19" fmla="*/ 1097652 h 1466850"/>
              <a:gd name="T20" fmla="*/ 858217 w 1025525"/>
              <a:gd name="T21" fmla="*/ 1144374 h 1466850"/>
              <a:gd name="T22" fmla="*/ 866793 w 1025525"/>
              <a:gd name="T23" fmla="*/ 1068105 h 1466850"/>
              <a:gd name="T24" fmla="*/ 886345 w 1025525"/>
              <a:gd name="T25" fmla="*/ 1050929 h 1466850"/>
              <a:gd name="T26" fmla="*/ 858217 w 1025525"/>
              <a:gd name="T27" fmla="*/ 603622 h 1466850"/>
              <a:gd name="T28" fmla="*/ 698155 w 1025525"/>
              <a:gd name="T29" fmla="*/ 17165 h 1466850"/>
              <a:gd name="T30" fmla="*/ 746732 w 1025525"/>
              <a:gd name="T31" fmla="*/ 39084 h 1466850"/>
              <a:gd name="T32" fmla="*/ 784705 w 1025525"/>
              <a:gd name="T33" fmla="*/ 75045 h 1466850"/>
              <a:gd name="T34" fmla="*/ 808652 w 1025525"/>
              <a:gd name="T35" fmla="*/ 122652 h 1466850"/>
              <a:gd name="T36" fmla="*/ 815152 w 1025525"/>
              <a:gd name="T37" fmla="*/ 176765 h 1466850"/>
              <a:gd name="T38" fmla="*/ 803520 w 1025525"/>
              <a:gd name="T39" fmla="*/ 230194 h 1466850"/>
              <a:gd name="T40" fmla="*/ 775127 w 1025525"/>
              <a:gd name="T41" fmla="*/ 274374 h 1466850"/>
              <a:gd name="T42" fmla="*/ 733733 w 1025525"/>
              <a:gd name="T43" fmla="*/ 306568 h 1466850"/>
              <a:gd name="T44" fmla="*/ 683102 w 1025525"/>
              <a:gd name="T45" fmla="*/ 324035 h 1466850"/>
              <a:gd name="T46" fmla="*/ 627683 w 1025525"/>
              <a:gd name="T47" fmla="*/ 322322 h 1466850"/>
              <a:gd name="T48" fmla="*/ 577737 w 1025525"/>
              <a:gd name="T49" fmla="*/ 302800 h 1466850"/>
              <a:gd name="T50" fmla="*/ 538396 w 1025525"/>
              <a:gd name="T51" fmla="*/ 268552 h 1466850"/>
              <a:gd name="T52" fmla="*/ 512054 w 1025525"/>
              <a:gd name="T53" fmla="*/ 222658 h 1466850"/>
              <a:gd name="T54" fmla="*/ 502476 w 1025525"/>
              <a:gd name="T55" fmla="*/ 169230 h 1466850"/>
              <a:gd name="T56" fmla="*/ 512054 w 1025525"/>
              <a:gd name="T57" fmla="*/ 115117 h 1466850"/>
              <a:gd name="T58" fmla="*/ 538396 w 1025525"/>
              <a:gd name="T59" fmla="*/ 69223 h 1466850"/>
              <a:gd name="T60" fmla="*/ 577737 w 1025525"/>
              <a:gd name="T61" fmla="*/ 34974 h 1466850"/>
              <a:gd name="T62" fmla="*/ 627683 w 1025525"/>
              <a:gd name="T63" fmla="*/ 15453 h 1466850"/>
              <a:gd name="T64" fmla="*/ 93986 w 1025525"/>
              <a:gd name="T65" fmla="*/ 2749 h 1466850"/>
              <a:gd name="T66" fmla="*/ 827690 w 1025525"/>
              <a:gd name="T67" fmla="*/ 358326 h 1466850"/>
              <a:gd name="T68" fmla="*/ 912756 w 1025525"/>
              <a:gd name="T69" fmla="*/ 364853 h 1466850"/>
              <a:gd name="T70" fmla="*/ 972098 w 1025525"/>
              <a:gd name="T71" fmla="*/ 387871 h 1466850"/>
              <a:gd name="T72" fmla="*/ 1008456 w 1025525"/>
              <a:gd name="T73" fmla="*/ 433221 h 1466850"/>
              <a:gd name="T74" fmla="*/ 1025607 w 1025525"/>
              <a:gd name="T75" fmla="*/ 506053 h 1466850"/>
              <a:gd name="T76" fmla="*/ 1032124 w 1025525"/>
              <a:gd name="T77" fmla="*/ 1047149 h 1466850"/>
              <a:gd name="T78" fmla="*/ 1055793 w 1025525"/>
              <a:gd name="T79" fmla="*/ 1059517 h 1466850"/>
              <a:gd name="T80" fmla="*/ 1066769 w 1025525"/>
              <a:gd name="T81" fmla="*/ 1082535 h 1466850"/>
              <a:gd name="T82" fmla="*/ 858217 w 1025525"/>
              <a:gd name="T83" fmla="*/ 1817738 h 1466850"/>
              <a:gd name="T84" fmla="*/ 851014 w 1025525"/>
              <a:gd name="T85" fmla="*/ 1852781 h 1466850"/>
              <a:gd name="T86" fmla="*/ 834549 w 1025525"/>
              <a:gd name="T87" fmla="*/ 1879234 h 1466850"/>
              <a:gd name="T88" fmla="*/ 788929 w 1025525"/>
              <a:gd name="T89" fmla="*/ 1903283 h 1466850"/>
              <a:gd name="T90" fmla="*/ 733704 w 1025525"/>
              <a:gd name="T91" fmla="*/ 1895381 h 1466850"/>
              <a:gd name="T92" fmla="*/ 700432 w 1025525"/>
              <a:gd name="T93" fmla="*/ 1864461 h 1466850"/>
              <a:gd name="T94" fmla="*/ 688426 w 1025525"/>
              <a:gd name="T95" fmla="*/ 1833542 h 1466850"/>
              <a:gd name="T96" fmla="*/ 631144 w 1025525"/>
              <a:gd name="T97" fmla="*/ 1812242 h 1466850"/>
              <a:gd name="T98" fmla="*/ 625311 w 1025525"/>
              <a:gd name="T99" fmla="*/ 1847627 h 1466850"/>
              <a:gd name="T100" fmla="*/ 609876 w 1025525"/>
              <a:gd name="T101" fmla="*/ 1874768 h 1466850"/>
              <a:gd name="T102" fmla="*/ 561168 w 1025525"/>
              <a:gd name="T103" fmla="*/ 1902939 h 1466850"/>
              <a:gd name="T104" fmla="*/ 506287 w 1025525"/>
              <a:gd name="T105" fmla="*/ 1896068 h 1466850"/>
              <a:gd name="T106" fmla="*/ 475072 w 1025525"/>
              <a:gd name="T107" fmla="*/ 1869270 h 1466850"/>
              <a:gd name="T108" fmla="*/ 462381 w 1025525"/>
              <a:gd name="T109" fmla="*/ 1839382 h 1466850"/>
              <a:gd name="T110" fmla="*/ 24011 w 1025525"/>
              <a:gd name="T111" fmla="*/ 129864 h 1466850"/>
              <a:gd name="T112" fmla="*/ 0 w 1025525"/>
              <a:gd name="T113" fmla="*/ 79705 h 1466850"/>
              <a:gd name="T114" fmla="*/ 13721 w 1025525"/>
              <a:gd name="T115" fmla="*/ 33325 h 1466850"/>
              <a:gd name="T116" fmla="*/ 51795 w 1025525"/>
              <a:gd name="T117" fmla="*/ 4123 h 14668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1025525" h="1466850">
                <a:moveTo>
                  <a:pt x="892175" y="879475"/>
                </a:moveTo>
                <a:lnTo>
                  <a:pt x="969434" y="879475"/>
                </a:lnTo>
                <a:lnTo>
                  <a:pt x="974725" y="879741"/>
                </a:lnTo>
                <a:lnTo>
                  <a:pt x="980017" y="880537"/>
                </a:lnTo>
                <a:lnTo>
                  <a:pt x="985309" y="881863"/>
                </a:lnTo>
                <a:lnTo>
                  <a:pt x="990336" y="883720"/>
                </a:lnTo>
                <a:lnTo>
                  <a:pt x="995363" y="886374"/>
                </a:lnTo>
                <a:lnTo>
                  <a:pt x="999861" y="888762"/>
                </a:lnTo>
                <a:lnTo>
                  <a:pt x="1004094" y="892211"/>
                </a:lnTo>
                <a:lnTo>
                  <a:pt x="1008327" y="895925"/>
                </a:lnTo>
                <a:lnTo>
                  <a:pt x="1012296" y="899905"/>
                </a:lnTo>
                <a:lnTo>
                  <a:pt x="1015471" y="904416"/>
                </a:lnTo>
                <a:lnTo>
                  <a:pt x="1018381" y="909192"/>
                </a:lnTo>
                <a:lnTo>
                  <a:pt x="1021027" y="913967"/>
                </a:lnTo>
                <a:lnTo>
                  <a:pt x="1023144" y="919539"/>
                </a:lnTo>
                <a:lnTo>
                  <a:pt x="1024467" y="924846"/>
                </a:lnTo>
                <a:lnTo>
                  <a:pt x="1025261" y="930948"/>
                </a:lnTo>
                <a:lnTo>
                  <a:pt x="1025525" y="937051"/>
                </a:lnTo>
                <a:lnTo>
                  <a:pt x="1025525" y="1200782"/>
                </a:lnTo>
                <a:lnTo>
                  <a:pt x="1025261" y="1207681"/>
                </a:lnTo>
                <a:lnTo>
                  <a:pt x="1024467" y="1213783"/>
                </a:lnTo>
                <a:lnTo>
                  <a:pt x="1022615" y="1219886"/>
                </a:lnTo>
                <a:lnTo>
                  <a:pt x="1020763" y="1225457"/>
                </a:lnTo>
                <a:lnTo>
                  <a:pt x="1018117" y="1230499"/>
                </a:lnTo>
                <a:lnTo>
                  <a:pt x="1015206" y="1235274"/>
                </a:lnTo>
                <a:lnTo>
                  <a:pt x="1011767" y="1239785"/>
                </a:lnTo>
                <a:lnTo>
                  <a:pt x="1008063" y="1243765"/>
                </a:lnTo>
                <a:lnTo>
                  <a:pt x="1004094" y="1247214"/>
                </a:lnTo>
                <a:lnTo>
                  <a:pt x="999596" y="1250133"/>
                </a:lnTo>
                <a:lnTo>
                  <a:pt x="995098" y="1252786"/>
                </a:lnTo>
                <a:lnTo>
                  <a:pt x="990071" y="1254908"/>
                </a:lnTo>
                <a:lnTo>
                  <a:pt x="985044" y="1256500"/>
                </a:lnTo>
                <a:lnTo>
                  <a:pt x="980017" y="1257827"/>
                </a:lnTo>
                <a:lnTo>
                  <a:pt x="974461" y="1258623"/>
                </a:lnTo>
                <a:lnTo>
                  <a:pt x="969434" y="1258888"/>
                </a:lnTo>
                <a:lnTo>
                  <a:pt x="892175" y="1258888"/>
                </a:lnTo>
                <a:lnTo>
                  <a:pt x="892175" y="879475"/>
                </a:lnTo>
                <a:close/>
                <a:moveTo>
                  <a:pt x="692523" y="834875"/>
                </a:moveTo>
                <a:lnTo>
                  <a:pt x="692523" y="881168"/>
                </a:lnTo>
                <a:lnTo>
                  <a:pt x="793797" y="881168"/>
                </a:lnTo>
                <a:lnTo>
                  <a:pt x="793797" y="834875"/>
                </a:lnTo>
                <a:lnTo>
                  <a:pt x="783748" y="834875"/>
                </a:lnTo>
                <a:lnTo>
                  <a:pt x="782162" y="837785"/>
                </a:lnTo>
                <a:lnTo>
                  <a:pt x="780047" y="840430"/>
                </a:lnTo>
                <a:lnTo>
                  <a:pt x="778196" y="842811"/>
                </a:lnTo>
                <a:lnTo>
                  <a:pt x="776080" y="845192"/>
                </a:lnTo>
                <a:lnTo>
                  <a:pt x="773965" y="847043"/>
                </a:lnTo>
                <a:lnTo>
                  <a:pt x="771321" y="848895"/>
                </a:lnTo>
                <a:lnTo>
                  <a:pt x="768941" y="850482"/>
                </a:lnTo>
                <a:lnTo>
                  <a:pt x="766561" y="852334"/>
                </a:lnTo>
                <a:lnTo>
                  <a:pt x="763652" y="853657"/>
                </a:lnTo>
                <a:lnTo>
                  <a:pt x="761008" y="854979"/>
                </a:lnTo>
                <a:lnTo>
                  <a:pt x="758100" y="855773"/>
                </a:lnTo>
                <a:lnTo>
                  <a:pt x="755191" y="856567"/>
                </a:lnTo>
                <a:lnTo>
                  <a:pt x="752547" y="857096"/>
                </a:lnTo>
                <a:lnTo>
                  <a:pt x="749638" y="857625"/>
                </a:lnTo>
                <a:lnTo>
                  <a:pt x="746729" y="857889"/>
                </a:lnTo>
                <a:lnTo>
                  <a:pt x="743821" y="857889"/>
                </a:lnTo>
                <a:lnTo>
                  <a:pt x="741176" y="857889"/>
                </a:lnTo>
                <a:lnTo>
                  <a:pt x="738003" y="857625"/>
                </a:lnTo>
                <a:lnTo>
                  <a:pt x="735095" y="857096"/>
                </a:lnTo>
                <a:lnTo>
                  <a:pt x="732186" y="856567"/>
                </a:lnTo>
                <a:lnTo>
                  <a:pt x="729277" y="855773"/>
                </a:lnTo>
                <a:lnTo>
                  <a:pt x="726898" y="854979"/>
                </a:lnTo>
                <a:lnTo>
                  <a:pt x="723989" y="853657"/>
                </a:lnTo>
                <a:lnTo>
                  <a:pt x="721345" y="852334"/>
                </a:lnTo>
                <a:lnTo>
                  <a:pt x="718701" y="850482"/>
                </a:lnTo>
                <a:lnTo>
                  <a:pt x="716321" y="848895"/>
                </a:lnTo>
                <a:lnTo>
                  <a:pt x="713941" y="847043"/>
                </a:lnTo>
                <a:lnTo>
                  <a:pt x="711561" y="845192"/>
                </a:lnTo>
                <a:lnTo>
                  <a:pt x="709446" y="842811"/>
                </a:lnTo>
                <a:lnTo>
                  <a:pt x="707330" y="840430"/>
                </a:lnTo>
                <a:lnTo>
                  <a:pt x="705479" y="837785"/>
                </a:lnTo>
                <a:lnTo>
                  <a:pt x="703628" y="834875"/>
                </a:lnTo>
                <a:lnTo>
                  <a:pt x="692523" y="834875"/>
                </a:lnTo>
                <a:close/>
                <a:moveTo>
                  <a:pt x="661585" y="464789"/>
                </a:moveTo>
                <a:lnTo>
                  <a:pt x="661585" y="881168"/>
                </a:lnTo>
                <a:lnTo>
                  <a:pt x="664758" y="881168"/>
                </a:lnTo>
                <a:lnTo>
                  <a:pt x="664758" y="836726"/>
                </a:lnTo>
                <a:lnTo>
                  <a:pt x="664758" y="833552"/>
                </a:lnTo>
                <a:lnTo>
                  <a:pt x="665287" y="830642"/>
                </a:lnTo>
                <a:lnTo>
                  <a:pt x="666080" y="827732"/>
                </a:lnTo>
                <a:lnTo>
                  <a:pt x="667138" y="824822"/>
                </a:lnTo>
                <a:lnTo>
                  <a:pt x="668196" y="822441"/>
                </a:lnTo>
                <a:lnTo>
                  <a:pt x="670047" y="820061"/>
                </a:lnTo>
                <a:lnTo>
                  <a:pt x="671633" y="817680"/>
                </a:lnTo>
                <a:lnTo>
                  <a:pt x="673749" y="815828"/>
                </a:lnTo>
                <a:lnTo>
                  <a:pt x="675600" y="813712"/>
                </a:lnTo>
                <a:lnTo>
                  <a:pt x="678244" y="812125"/>
                </a:lnTo>
                <a:lnTo>
                  <a:pt x="680624" y="810537"/>
                </a:lnTo>
                <a:lnTo>
                  <a:pt x="683268" y="809215"/>
                </a:lnTo>
                <a:lnTo>
                  <a:pt x="686177" y="808157"/>
                </a:lnTo>
                <a:lnTo>
                  <a:pt x="689085" y="806834"/>
                </a:lnTo>
                <a:lnTo>
                  <a:pt x="692258" y="806040"/>
                </a:lnTo>
                <a:lnTo>
                  <a:pt x="695431" y="805511"/>
                </a:lnTo>
                <a:lnTo>
                  <a:pt x="695167" y="804718"/>
                </a:lnTo>
                <a:lnTo>
                  <a:pt x="686705" y="464789"/>
                </a:lnTo>
                <a:lnTo>
                  <a:pt x="661585" y="464789"/>
                </a:lnTo>
                <a:close/>
                <a:moveTo>
                  <a:pt x="501803" y="9525"/>
                </a:moveTo>
                <a:lnTo>
                  <a:pt x="508132" y="9525"/>
                </a:lnTo>
                <a:lnTo>
                  <a:pt x="514198" y="9525"/>
                </a:lnTo>
                <a:lnTo>
                  <a:pt x="520263" y="10053"/>
                </a:lnTo>
                <a:lnTo>
                  <a:pt x="526592" y="10844"/>
                </a:lnTo>
                <a:lnTo>
                  <a:pt x="532130" y="11899"/>
                </a:lnTo>
                <a:lnTo>
                  <a:pt x="538196" y="13217"/>
                </a:lnTo>
                <a:lnTo>
                  <a:pt x="543997" y="14800"/>
                </a:lnTo>
                <a:lnTo>
                  <a:pt x="549535" y="16909"/>
                </a:lnTo>
                <a:lnTo>
                  <a:pt x="555074" y="18755"/>
                </a:lnTo>
                <a:lnTo>
                  <a:pt x="560348" y="21392"/>
                </a:lnTo>
                <a:lnTo>
                  <a:pt x="565622" y="24030"/>
                </a:lnTo>
                <a:lnTo>
                  <a:pt x="570633" y="26930"/>
                </a:lnTo>
                <a:lnTo>
                  <a:pt x="575643" y="30095"/>
                </a:lnTo>
                <a:lnTo>
                  <a:pt x="580390" y="33523"/>
                </a:lnTo>
                <a:lnTo>
                  <a:pt x="584873" y="37215"/>
                </a:lnTo>
                <a:lnTo>
                  <a:pt x="589093" y="40907"/>
                </a:lnTo>
                <a:lnTo>
                  <a:pt x="593576" y="44863"/>
                </a:lnTo>
                <a:lnTo>
                  <a:pt x="597532" y="49083"/>
                </a:lnTo>
                <a:lnTo>
                  <a:pt x="601224" y="53302"/>
                </a:lnTo>
                <a:lnTo>
                  <a:pt x="604916" y="57785"/>
                </a:lnTo>
                <a:lnTo>
                  <a:pt x="608080" y="62796"/>
                </a:lnTo>
                <a:lnTo>
                  <a:pt x="610981" y="67543"/>
                </a:lnTo>
                <a:lnTo>
                  <a:pt x="614146" y="72553"/>
                </a:lnTo>
                <a:lnTo>
                  <a:pt x="616783" y="77828"/>
                </a:lnTo>
                <a:lnTo>
                  <a:pt x="619420" y="83102"/>
                </a:lnTo>
                <a:lnTo>
                  <a:pt x="621266" y="88640"/>
                </a:lnTo>
                <a:lnTo>
                  <a:pt x="623376" y="94442"/>
                </a:lnTo>
                <a:lnTo>
                  <a:pt x="624695" y="99980"/>
                </a:lnTo>
                <a:lnTo>
                  <a:pt x="626277" y="105782"/>
                </a:lnTo>
                <a:lnTo>
                  <a:pt x="627332" y="111583"/>
                </a:lnTo>
                <a:lnTo>
                  <a:pt x="628123" y="117649"/>
                </a:lnTo>
                <a:lnTo>
                  <a:pt x="628387" y="123978"/>
                </a:lnTo>
                <a:lnTo>
                  <a:pt x="628650" y="130307"/>
                </a:lnTo>
                <a:lnTo>
                  <a:pt x="628387" y="136109"/>
                </a:lnTo>
                <a:lnTo>
                  <a:pt x="628123" y="142438"/>
                </a:lnTo>
                <a:lnTo>
                  <a:pt x="627332" y="148503"/>
                </a:lnTo>
                <a:lnTo>
                  <a:pt x="626277" y="154305"/>
                </a:lnTo>
                <a:lnTo>
                  <a:pt x="624695" y="160371"/>
                </a:lnTo>
                <a:lnTo>
                  <a:pt x="623376" y="166172"/>
                </a:lnTo>
                <a:lnTo>
                  <a:pt x="621266" y="171447"/>
                </a:lnTo>
                <a:lnTo>
                  <a:pt x="619420" y="177249"/>
                </a:lnTo>
                <a:lnTo>
                  <a:pt x="616783" y="182259"/>
                </a:lnTo>
                <a:lnTo>
                  <a:pt x="614146" y="187797"/>
                </a:lnTo>
                <a:lnTo>
                  <a:pt x="610981" y="192808"/>
                </a:lnTo>
                <a:lnTo>
                  <a:pt x="608080" y="197555"/>
                </a:lnTo>
                <a:lnTo>
                  <a:pt x="604916" y="202302"/>
                </a:lnTo>
                <a:lnTo>
                  <a:pt x="601224" y="206785"/>
                </a:lnTo>
                <a:lnTo>
                  <a:pt x="597532" y="211268"/>
                </a:lnTo>
                <a:lnTo>
                  <a:pt x="593576" y="215224"/>
                </a:lnTo>
                <a:lnTo>
                  <a:pt x="589093" y="219179"/>
                </a:lnTo>
                <a:lnTo>
                  <a:pt x="584873" y="223135"/>
                </a:lnTo>
                <a:lnTo>
                  <a:pt x="580390" y="226563"/>
                </a:lnTo>
                <a:lnTo>
                  <a:pt x="575643" y="229992"/>
                </a:lnTo>
                <a:lnTo>
                  <a:pt x="570633" y="233156"/>
                </a:lnTo>
                <a:lnTo>
                  <a:pt x="565622" y="236057"/>
                </a:lnTo>
                <a:lnTo>
                  <a:pt x="560348" y="238958"/>
                </a:lnTo>
                <a:lnTo>
                  <a:pt x="555074" y="241068"/>
                </a:lnTo>
                <a:lnTo>
                  <a:pt x="549535" y="243441"/>
                </a:lnTo>
                <a:lnTo>
                  <a:pt x="543997" y="245551"/>
                </a:lnTo>
                <a:lnTo>
                  <a:pt x="538196" y="246870"/>
                </a:lnTo>
                <a:lnTo>
                  <a:pt x="532130" y="248188"/>
                </a:lnTo>
                <a:lnTo>
                  <a:pt x="526592" y="249507"/>
                </a:lnTo>
                <a:lnTo>
                  <a:pt x="520263" y="250034"/>
                </a:lnTo>
                <a:lnTo>
                  <a:pt x="514198" y="250562"/>
                </a:lnTo>
                <a:lnTo>
                  <a:pt x="508132" y="250825"/>
                </a:lnTo>
                <a:lnTo>
                  <a:pt x="501803" y="250562"/>
                </a:lnTo>
                <a:lnTo>
                  <a:pt x="495737" y="250034"/>
                </a:lnTo>
                <a:lnTo>
                  <a:pt x="489672" y="249507"/>
                </a:lnTo>
                <a:lnTo>
                  <a:pt x="483870" y="248188"/>
                </a:lnTo>
                <a:lnTo>
                  <a:pt x="477805" y="246870"/>
                </a:lnTo>
                <a:lnTo>
                  <a:pt x="472267" y="245551"/>
                </a:lnTo>
                <a:lnTo>
                  <a:pt x="466465" y="243441"/>
                </a:lnTo>
                <a:lnTo>
                  <a:pt x="461191" y="241068"/>
                </a:lnTo>
                <a:lnTo>
                  <a:pt x="455653" y="238958"/>
                </a:lnTo>
                <a:lnTo>
                  <a:pt x="450642" y="236057"/>
                </a:lnTo>
                <a:lnTo>
                  <a:pt x="445368" y="233156"/>
                </a:lnTo>
                <a:lnTo>
                  <a:pt x="440621" y="229992"/>
                </a:lnTo>
                <a:lnTo>
                  <a:pt x="435874" y="226563"/>
                </a:lnTo>
                <a:lnTo>
                  <a:pt x="431127" y="223135"/>
                </a:lnTo>
                <a:lnTo>
                  <a:pt x="426908" y="219179"/>
                </a:lnTo>
                <a:lnTo>
                  <a:pt x="422688" y="215224"/>
                </a:lnTo>
                <a:lnTo>
                  <a:pt x="418732" y="211268"/>
                </a:lnTo>
                <a:lnTo>
                  <a:pt x="415040" y="206785"/>
                </a:lnTo>
                <a:lnTo>
                  <a:pt x="411348" y="202302"/>
                </a:lnTo>
                <a:lnTo>
                  <a:pt x="408184" y="197555"/>
                </a:lnTo>
                <a:lnTo>
                  <a:pt x="405019" y="192808"/>
                </a:lnTo>
                <a:lnTo>
                  <a:pt x="401855" y="187797"/>
                </a:lnTo>
                <a:lnTo>
                  <a:pt x="399217" y="182259"/>
                </a:lnTo>
                <a:lnTo>
                  <a:pt x="396844" y="177249"/>
                </a:lnTo>
                <a:lnTo>
                  <a:pt x="394734" y="171447"/>
                </a:lnTo>
                <a:lnTo>
                  <a:pt x="392888" y="166172"/>
                </a:lnTo>
                <a:lnTo>
                  <a:pt x="391042" y="160371"/>
                </a:lnTo>
                <a:lnTo>
                  <a:pt x="389987" y="154305"/>
                </a:lnTo>
                <a:lnTo>
                  <a:pt x="388933" y="148503"/>
                </a:lnTo>
                <a:lnTo>
                  <a:pt x="387878" y="142438"/>
                </a:lnTo>
                <a:lnTo>
                  <a:pt x="387614" y="136109"/>
                </a:lnTo>
                <a:lnTo>
                  <a:pt x="387350" y="130307"/>
                </a:lnTo>
                <a:lnTo>
                  <a:pt x="387614" y="123978"/>
                </a:lnTo>
                <a:lnTo>
                  <a:pt x="387878" y="117649"/>
                </a:lnTo>
                <a:lnTo>
                  <a:pt x="388933" y="111583"/>
                </a:lnTo>
                <a:lnTo>
                  <a:pt x="389987" y="105782"/>
                </a:lnTo>
                <a:lnTo>
                  <a:pt x="391042" y="99980"/>
                </a:lnTo>
                <a:lnTo>
                  <a:pt x="392888" y="94442"/>
                </a:lnTo>
                <a:lnTo>
                  <a:pt x="394734" y="88640"/>
                </a:lnTo>
                <a:lnTo>
                  <a:pt x="396844" y="83102"/>
                </a:lnTo>
                <a:lnTo>
                  <a:pt x="399217" y="77828"/>
                </a:lnTo>
                <a:lnTo>
                  <a:pt x="401855" y="72553"/>
                </a:lnTo>
                <a:lnTo>
                  <a:pt x="405019" y="67543"/>
                </a:lnTo>
                <a:lnTo>
                  <a:pt x="408184" y="62796"/>
                </a:lnTo>
                <a:lnTo>
                  <a:pt x="411348" y="57785"/>
                </a:lnTo>
                <a:lnTo>
                  <a:pt x="415040" y="53302"/>
                </a:lnTo>
                <a:lnTo>
                  <a:pt x="418732" y="49083"/>
                </a:lnTo>
                <a:lnTo>
                  <a:pt x="422688" y="44863"/>
                </a:lnTo>
                <a:lnTo>
                  <a:pt x="426908" y="40907"/>
                </a:lnTo>
                <a:lnTo>
                  <a:pt x="431127" y="37215"/>
                </a:lnTo>
                <a:lnTo>
                  <a:pt x="435874" y="33523"/>
                </a:lnTo>
                <a:lnTo>
                  <a:pt x="440621" y="30095"/>
                </a:lnTo>
                <a:lnTo>
                  <a:pt x="445368" y="26930"/>
                </a:lnTo>
                <a:lnTo>
                  <a:pt x="450642" y="24030"/>
                </a:lnTo>
                <a:lnTo>
                  <a:pt x="455653" y="21392"/>
                </a:lnTo>
                <a:lnTo>
                  <a:pt x="461191" y="18755"/>
                </a:lnTo>
                <a:lnTo>
                  <a:pt x="466465" y="16909"/>
                </a:lnTo>
                <a:lnTo>
                  <a:pt x="472267" y="14800"/>
                </a:lnTo>
                <a:lnTo>
                  <a:pt x="477805" y="13217"/>
                </a:lnTo>
                <a:lnTo>
                  <a:pt x="483870" y="11899"/>
                </a:lnTo>
                <a:lnTo>
                  <a:pt x="489672" y="10844"/>
                </a:lnTo>
                <a:lnTo>
                  <a:pt x="495737" y="10053"/>
                </a:lnTo>
                <a:lnTo>
                  <a:pt x="501803" y="9525"/>
                </a:lnTo>
                <a:close/>
                <a:moveTo>
                  <a:pt x="55529" y="0"/>
                </a:moveTo>
                <a:lnTo>
                  <a:pt x="61346" y="0"/>
                </a:lnTo>
                <a:lnTo>
                  <a:pt x="66635" y="529"/>
                </a:lnTo>
                <a:lnTo>
                  <a:pt x="72452" y="2117"/>
                </a:lnTo>
                <a:lnTo>
                  <a:pt x="77740" y="3704"/>
                </a:lnTo>
                <a:lnTo>
                  <a:pt x="83558" y="6349"/>
                </a:lnTo>
                <a:lnTo>
                  <a:pt x="88846" y="9788"/>
                </a:lnTo>
                <a:lnTo>
                  <a:pt x="94399" y="13756"/>
                </a:lnTo>
                <a:lnTo>
                  <a:pt x="99688" y="18518"/>
                </a:lnTo>
                <a:lnTo>
                  <a:pt x="353269" y="275911"/>
                </a:lnTo>
                <a:lnTo>
                  <a:pt x="638052" y="275911"/>
                </a:lnTo>
                <a:lnTo>
                  <a:pt x="648629" y="275911"/>
                </a:lnTo>
                <a:lnTo>
                  <a:pt x="658941" y="276175"/>
                </a:lnTo>
                <a:lnTo>
                  <a:pt x="668460" y="276704"/>
                </a:lnTo>
                <a:lnTo>
                  <a:pt x="677979" y="277234"/>
                </a:lnTo>
                <a:lnTo>
                  <a:pt x="687234" y="278292"/>
                </a:lnTo>
                <a:lnTo>
                  <a:pt x="695431" y="279614"/>
                </a:lnTo>
                <a:lnTo>
                  <a:pt x="703628" y="280937"/>
                </a:lnTo>
                <a:lnTo>
                  <a:pt x="711297" y="282524"/>
                </a:lnTo>
                <a:lnTo>
                  <a:pt x="718436" y="284376"/>
                </a:lnTo>
                <a:lnTo>
                  <a:pt x="725311" y="286757"/>
                </a:lnTo>
                <a:lnTo>
                  <a:pt x="731922" y="289138"/>
                </a:lnTo>
                <a:lnTo>
                  <a:pt x="738268" y="292048"/>
                </a:lnTo>
                <a:lnTo>
                  <a:pt x="743821" y="295222"/>
                </a:lnTo>
                <a:lnTo>
                  <a:pt x="749374" y="298661"/>
                </a:lnTo>
                <a:lnTo>
                  <a:pt x="754133" y="302629"/>
                </a:lnTo>
                <a:lnTo>
                  <a:pt x="759157" y="306597"/>
                </a:lnTo>
                <a:lnTo>
                  <a:pt x="763388" y="311359"/>
                </a:lnTo>
                <a:lnTo>
                  <a:pt x="767354" y="316385"/>
                </a:lnTo>
                <a:lnTo>
                  <a:pt x="771056" y="321676"/>
                </a:lnTo>
                <a:lnTo>
                  <a:pt x="774494" y="327495"/>
                </a:lnTo>
                <a:lnTo>
                  <a:pt x="777402" y="333580"/>
                </a:lnTo>
                <a:lnTo>
                  <a:pt x="780047" y="340458"/>
                </a:lnTo>
                <a:lnTo>
                  <a:pt x="782426" y="347336"/>
                </a:lnTo>
                <a:lnTo>
                  <a:pt x="784806" y="355007"/>
                </a:lnTo>
                <a:lnTo>
                  <a:pt x="786657" y="362943"/>
                </a:lnTo>
                <a:lnTo>
                  <a:pt x="788244" y="371144"/>
                </a:lnTo>
                <a:lnTo>
                  <a:pt x="789566" y="380402"/>
                </a:lnTo>
                <a:lnTo>
                  <a:pt x="790623" y="389661"/>
                </a:lnTo>
                <a:lnTo>
                  <a:pt x="791681" y="399714"/>
                </a:lnTo>
                <a:lnTo>
                  <a:pt x="792210" y="410295"/>
                </a:lnTo>
                <a:lnTo>
                  <a:pt x="792474" y="421405"/>
                </a:lnTo>
                <a:lnTo>
                  <a:pt x="792474" y="432781"/>
                </a:lnTo>
                <a:lnTo>
                  <a:pt x="792474" y="804718"/>
                </a:lnTo>
                <a:lnTo>
                  <a:pt x="792210" y="805511"/>
                </a:lnTo>
                <a:lnTo>
                  <a:pt x="795647" y="806305"/>
                </a:lnTo>
                <a:lnTo>
                  <a:pt x="798292" y="806834"/>
                </a:lnTo>
                <a:lnTo>
                  <a:pt x="801465" y="808157"/>
                </a:lnTo>
                <a:lnTo>
                  <a:pt x="804109" y="809215"/>
                </a:lnTo>
                <a:lnTo>
                  <a:pt x="807018" y="810537"/>
                </a:lnTo>
                <a:lnTo>
                  <a:pt x="809133" y="812125"/>
                </a:lnTo>
                <a:lnTo>
                  <a:pt x="811777" y="813976"/>
                </a:lnTo>
                <a:lnTo>
                  <a:pt x="813893" y="815828"/>
                </a:lnTo>
                <a:lnTo>
                  <a:pt x="815744" y="817680"/>
                </a:lnTo>
                <a:lnTo>
                  <a:pt x="817595" y="820061"/>
                </a:lnTo>
                <a:lnTo>
                  <a:pt x="818917" y="822441"/>
                </a:lnTo>
                <a:lnTo>
                  <a:pt x="820503" y="824822"/>
                </a:lnTo>
                <a:lnTo>
                  <a:pt x="821296" y="827732"/>
                </a:lnTo>
                <a:lnTo>
                  <a:pt x="822090" y="830642"/>
                </a:lnTo>
                <a:lnTo>
                  <a:pt x="822354" y="833552"/>
                </a:lnTo>
                <a:lnTo>
                  <a:pt x="822619" y="836726"/>
                </a:lnTo>
                <a:lnTo>
                  <a:pt x="822619" y="881168"/>
                </a:lnTo>
                <a:lnTo>
                  <a:pt x="869950" y="881168"/>
                </a:lnTo>
                <a:lnTo>
                  <a:pt x="869950" y="1259454"/>
                </a:lnTo>
                <a:lnTo>
                  <a:pt x="661585" y="1259454"/>
                </a:lnTo>
                <a:lnTo>
                  <a:pt x="661585" y="1395426"/>
                </a:lnTo>
                <a:lnTo>
                  <a:pt x="661585" y="1399658"/>
                </a:lnTo>
                <a:lnTo>
                  <a:pt x="661321" y="1403891"/>
                </a:lnTo>
                <a:lnTo>
                  <a:pt x="660792" y="1408123"/>
                </a:lnTo>
                <a:lnTo>
                  <a:pt x="660263" y="1412091"/>
                </a:lnTo>
                <a:lnTo>
                  <a:pt x="659470" y="1416324"/>
                </a:lnTo>
                <a:lnTo>
                  <a:pt x="658677" y="1420027"/>
                </a:lnTo>
                <a:lnTo>
                  <a:pt x="657355" y="1423466"/>
                </a:lnTo>
                <a:lnTo>
                  <a:pt x="656032" y="1426641"/>
                </a:lnTo>
                <a:lnTo>
                  <a:pt x="654446" y="1430080"/>
                </a:lnTo>
                <a:lnTo>
                  <a:pt x="653124" y="1433254"/>
                </a:lnTo>
                <a:lnTo>
                  <a:pt x="651537" y="1436164"/>
                </a:lnTo>
                <a:lnTo>
                  <a:pt x="649686" y="1439338"/>
                </a:lnTo>
                <a:lnTo>
                  <a:pt x="647835" y="1441984"/>
                </a:lnTo>
                <a:lnTo>
                  <a:pt x="645456" y="1444365"/>
                </a:lnTo>
                <a:lnTo>
                  <a:pt x="643340" y="1447010"/>
                </a:lnTo>
                <a:lnTo>
                  <a:pt x="641225" y="1449391"/>
                </a:lnTo>
                <a:lnTo>
                  <a:pt x="636201" y="1453359"/>
                </a:lnTo>
                <a:lnTo>
                  <a:pt x="631177" y="1457062"/>
                </a:lnTo>
                <a:lnTo>
                  <a:pt x="625624" y="1459972"/>
                </a:lnTo>
                <a:lnTo>
                  <a:pt x="620071" y="1462353"/>
                </a:lnTo>
                <a:lnTo>
                  <a:pt x="613989" y="1464469"/>
                </a:lnTo>
                <a:lnTo>
                  <a:pt x="608172" y="1465528"/>
                </a:lnTo>
                <a:lnTo>
                  <a:pt x="601826" y="1466586"/>
                </a:lnTo>
                <a:lnTo>
                  <a:pt x="595480" y="1466850"/>
                </a:lnTo>
                <a:lnTo>
                  <a:pt x="589398" y="1466586"/>
                </a:lnTo>
                <a:lnTo>
                  <a:pt x="583316" y="1465263"/>
                </a:lnTo>
                <a:lnTo>
                  <a:pt x="577235" y="1463940"/>
                </a:lnTo>
                <a:lnTo>
                  <a:pt x="571153" y="1461824"/>
                </a:lnTo>
                <a:lnTo>
                  <a:pt x="565600" y="1459443"/>
                </a:lnTo>
                <a:lnTo>
                  <a:pt x="560047" y="1456269"/>
                </a:lnTo>
                <a:lnTo>
                  <a:pt x="555023" y="1452830"/>
                </a:lnTo>
                <a:lnTo>
                  <a:pt x="549999" y="1448597"/>
                </a:lnTo>
                <a:lnTo>
                  <a:pt x="545504" y="1443571"/>
                </a:lnTo>
                <a:lnTo>
                  <a:pt x="543653" y="1440926"/>
                </a:lnTo>
                <a:lnTo>
                  <a:pt x="541537" y="1438545"/>
                </a:lnTo>
                <a:lnTo>
                  <a:pt x="539951" y="1435635"/>
                </a:lnTo>
                <a:lnTo>
                  <a:pt x="538100" y="1432461"/>
                </a:lnTo>
                <a:lnTo>
                  <a:pt x="536513" y="1429286"/>
                </a:lnTo>
                <a:lnTo>
                  <a:pt x="534927" y="1426112"/>
                </a:lnTo>
                <a:lnTo>
                  <a:pt x="533869" y="1422673"/>
                </a:lnTo>
                <a:lnTo>
                  <a:pt x="532812" y="1419234"/>
                </a:lnTo>
                <a:lnTo>
                  <a:pt x="531489" y="1415530"/>
                </a:lnTo>
                <a:lnTo>
                  <a:pt x="530696" y="1411827"/>
                </a:lnTo>
                <a:lnTo>
                  <a:pt x="530167" y="1407859"/>
                </a:lnTo>
                <a:lnTo>
                  <a:pt x="529903" y="1403891"/>
                </a:lnTo>
                <a:lnTo>
                  <a:pt x="529638" y="1399658"/>
                </a:lnTo>
                <a:lnTo>
                  <a:pt x="529374" y="1395426"/>
                </a:lnTo>
                <a:lnTo>
                  <a:pt x="520913" y="855244"/>
                </a:lnTo>
                <a:lnTo>
                  <a:pt x="494735" y="855244"/>
                </a:lnTo>
                <a:lnTo>
                  <a:pt x="486538" y="1395426"/>
                </a:lnTo>
                <a:lnTo>
                  <a:pt x="486538" y="1399658"/>
                </a:lnTo>
                <a:lnTo>
                  <a:pt x="486273" y="1403891"/>
                </a:lnTo>
                <a:lnTo>
                  <a:pt x="485744" y="1407859"/>
                </a:lnTo>
                <a:lnTo>
                  <a:pt x="484951" y="1411827"/>
                </a:lnTo>
                <a:lnTo>
                  <a:pt x="484158" y="1415530"/>
                </a:lnTo>
                <a:lnTo>
                  <a:pt x="483100" y="1419234"/>
                </a:lnTo>
                <a:lnTo>
                  <a:pt x="482042" y="1422673"/>
                </a:lnTo>
                <a:lnTo>
                  <a:pt x="480720" y="1426112"/>
                </a:lnTo>
                <a:lnTo>
                  <a:pt x="479398" y="1429286"/>
                </a:lnTo>
                <a:lnTo>
                  <a:pt x="477547" y="1432461"/>
                </a:lnTo>
                <a:lnTo>
                  <a:pt x="475961" y="1435635"/>
                </a:lnTo>
                <a:lnTo>
                  <a:pt x="474110" y="1438545"/>
                </a:lnTo>
                <a:lnTo>
                  <a:pt x="472259" y="1440926"/>
                </a:lnTo>
                <a:lnTo>
                  <a:pt x="470143" y="1443571"/>
                </a:lnTo>
                <a:lnTo>
                  <a:pt x="465648" y="1448597"/>
                </a:lnTo>
                <a:lnTo>
                  <a:pt x="460889" y="1452830"/>
                </a:lnTo>
                <a:lnTo>
                  <a:pt x="455600" y="1456269"/>
                </a:lnTo>
                <a:lnTo>
                  <a:pt x="450312" y="1459443"/>
                </a:lnTo>
                <a:lnTo>
                  <a:pt x="444494" y="1461824"/>
                </a:lnTo>
                <a:lnTo>
                  <a:pt x="438413" y="1463940"/>
                </a:lnTo>
                <a:lnTo>
                  <a:pt x="432595" y="1465263"/>
                </a:lnTo>
                <a:lnTo>
                  <a:pt x="426514" y="1466586"/>
                </a:lnTo>
                <a:lnTo>
                  <a:pt x="420168" y="1466850"/>
                </a:lnTo>
                <a:lnTo>
                  <a:pt x="414086" y="1466586"/>
                </a:lnTo>
                <a:lnTo>
                  <a:pt x="408004" y="1465528"/>
                </a:lnTo>
                <a:lnTo>
                  <a:pt x="401658" y="1464469"/>
                </a:lnTo>
                <a:lnTo>
                  <a:pt x="396105" y="1462353"/>
                </a:lnTo>
                <a:lnTo>
                  <a:pt x="390288" y="1459972"/>
                </a:lnTo>
                <a:lnTo>
                  <a:pt x="384471" y="1457062"/>
                </a:lnTo>
                <a:lnTo>
                  <a:pt x="379447" y="1453359"/>
                </a:lnTo>
                <a:lnTo>
                  <a:pt x="374687" y="1449391"/>
                </a:lnTo>
                <a:lnTo>
                  <a:pt x="372307" y="1447010"/>
                </a:lnTo>
                <a:lnTo>
                  <a:pt x="370456" y="1444365"/>
                </a:lnTo>
                <a:lnTo>
                  <a:pt x="368076" y="1441984"/>
                </a:lnTo>
                <a:lnTo>
                  <a:pt x="366225" y="1439338"/>
                </a:lnTo>
                <a:lnTo>
                  <a:pt x="364374" y="1436164"/>
                </a:lnTo>
                <a:lnTo>
                  <a:pt x="362523" y="1433254"/>
                </a:lnTo>
                <a:lnTo>
                  <a:pt x="361201" y="1430080"/>
                </a:lnTo>
                <a:lnTo>
                  <a:pt x="359879" y="1426641"/>
                </a:lnTo>
                <a:lnTo>
                  <a:pt x="358293" y="1423466"/>
                </a:lnTo>
                <a:lnTo>
                  <a:pt x="357235" y="1420027"/>
                </a:lnTo>
                <a:lnTo>
                  <a:pt x="356442" y="1416324"/>
                </a:lnTo>
                <a:lnTo>
                  <a:pt x="355384" y="1412091"/>
                </a:lnTo>
                <a:lnTo>
                  <a:pt x="354855" y="1408123"/>
                </a:lnTo>
                <a:lnTo>
                  <a:pt x="354326" y="1403891"/>
                </a:lnTo>
                <a:lnTo>
                  <a:pt x="354062" y="1399658"/>
                </a:lnTo>
                <a:lnTo>
                  <a:pt x="354062" y="1395426"/>
                </a:lnTo>
                <a:lnTo>
                  <a:pt x="354062" y="464789"/>
                </a:lnTo>
                <a:lnTo>
                  <a:pt x="18510" y="99995"/>
                </a:lnTo>
                <a:lnTo>
                  <a:pt x="13486" y="94439"/>
                </a:lnTo>
                <a:lnTo>
                  <a:pt x="9519" y="89149"/>
                </a:lnTo>
                <a:lnTo>
                  <a:pt x="6082" y="83594"/>
                </a:lnTo>
                <a:lnTo>
                  <a:pt x="3702" y="78303"/>
                </a:lnTo>
                <a:lnTo>
                  <a:pt x="1587" y="72483"/>
                </a:lnTo>
                <a:lnTo>
                  <a:pt x="529" y="66928"/>
                </a:lnTo>
                <a:lnTo>
                  <a:pt x="0" y="61373"/>
                </a:lnTo>
                <a:lnTo>
                  <a:pt x="0" y="56082"/>
                </a:lnTo>
                <a:lnTo>
                  <a:pt x="265" y="50527"/>
                </a:lnTo>
                <a:lnTo>
                  <a:pt x="1322" y="45236"/>
                </a:lnTo>
                <a:lnTo>
                  <a:pt x="2909" y="39945"/>
                </a:lnTo>
                <a:lnTo>
                  <a:pt x="5024" y="34919"/>
                </a:lnTo>
                <a:lnTo>
                  <a:pt x="7404" y="30422"/>
                </a:lnTo>
                <a:lnTo>
                  <a:pt x="10577" y="25660"/>
                </a:lnTo>
                <a:lnTo>
                  <a:pt x="13486" y="21428"/>
                </a:lnTo>
                <a:lnTo>
                  <a:pt x="17188" y="17460"/>
                </a:lnTo>
                <a:lnTo>
                  <a:pt x="21418" y="13756"/>
                </a:lnTo>
                <a:lnTo>
                  <a:pt x="25649" y="10582"/>
                </a:lnTo>
                <a:lnTo>
                  <a:pt x="30144" y="7672"/>
                </a:lnTo>
                <a:lnTo>
                  <a:pt x="34640" y="5291"/>
                </a:lnTo>
                <a:lnTo>
                  <a:pt x="39928" y="3175"/>
                </a:lnTo>
                <a:lnTo>
                  <a:pt x="44952" y="1323"/>
                </a:lnTo>
                <a:lnTo>
                  <a:pt x="50241" y="529"/>
                </a:lnTo>
                <a:lnTo>
                  <a:pt x="55529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7" name="KSO_Shape"/>
          <p:cNvSpPr>
            <a:spLocks/>
          </p:cNvSpPr>
          <p:nvPr/>
        </p:nvSpPr>
        <p:spPr bwMode="auto">
          <a:xfrm>
            <a:off x="7589372" y="2615716"/>
            <a:ext cx="1905000" cy="1539875"/>
          </a:xfrm>
          <a:custGeom>
            <a:avLst/>
            <a:gdLst/>
            <a:ahLst/>
            <a:cxnLst/>
            <a:rect l="0" t="0" r="r" b="b"/>
            <a:pathLst>
              <a:path w="4741862" h="3833813">
                <a:moveTo>
                  <a:pt x="247650" y="2000250"/>
                </a:moveTo>
                <a:lnTo>
                  <a:pt x="1016000" y="2000250"/>
                </a:lnTo>
                <a:lnTo>
                  <a:pt x="1030288" y="2003425"/>
                </a:lnTo>
                <a:lnTo>
                  <a:pt x="1041400" y="2012950"/>
                </a:lnTo>
                <a:lnTo>
                  <a:pt x="1050925" y="2020888"/>
                </a:lnTo>
                <a:lnTo>
                  <a:pt x="1054100" y="2036763"/>
                </a:lnTo>
                <a:lnTo>
                  <a:pt x="1050925" y="2051051"/>
                </a:lnTo>
                <a:lnTo>
                  <a:pt x="1041400" y="2063751"/>
                </a:lnTo>
                <a:lnTo>
                  <a:pt x="1030288" y="2071688"/>
                </a:lnTo>
                <a:lnTo>
                  <a:pt x="1016000" y="2074863"/>
                </a:lnTo>
                <a:lnTo>
                  <a:pt x="247650" y="2074863"/>
                </a:lnTo>
                <a:lnTo>
                  <a:pt x="233362" y="2071688"/>
                </a:lnTo>
                <a:lnTo>
                  <a:pt x="220662" y="2063751"/>
                </a:lnTo>
                <a:lnTo>
                  <a:pt x="212725" y="2051051"/>
                </a:lnTo>
                <a:lnTo>
                  <a:pt x="209550" y="2036763"/>
                </a:lnTo>
                <a:lnTo>
                  <a:pt x="212725" y="2020888"/>
                </a:lnTo>
                <a:lnTo>
                  <a:pt x="220662" y="2012950"/>
                </a:lnTo>
                <a:lnTo>
                  <a:pt x="233362" y="2003425"/>
                </a:lnTo>
                <a:lnTo>
                  <a:pt x="247650" y="2000250"/>
                </a:lnTo>
                <a:close/>
                <a:moveTo>
                  <a:pt x="244475" y="1901825"/>
                </a:moveTo>
                <a:lnTo>
                  <a:pt x="1012825" y="1901825"/>
                </a:lnTo>
                <a:lnTo>
                  <a:pt x="1027112" y="1905000"/>
                </a:lnTo>
                <a:lnTo>
                  <a:pt x="1039812" y="1914525"/>
                </a:lnTo>
                <a:lnTo>
                  <a:pt x="1044575" y="1925638"/>
                </a:lnTo>
                <a:lnTo>
                  <a:pt x="1047750" y="1941513"/>
                </a:lnTo>
                <a:lnTo>
                  <a:pt x="1044575" y="1952626"/>
                </a:lnTo>
                <a:lnTo>
                  <a:pt x="1039812" y="1965326"/>
                </a:lnTo>
                <a:lnTo>
                  <a:pt x="1027112" y="1973263"/>
                </a:lnTo>
                <a:lnTo>
                  <a:pt x="1012825" y="1976438"/>
                </a:lnTo>
                <a:lnTo>
                  <a:pt x="244475" y="1976438"/>
                </a:lnTo>
                <a:lnTo>
                  <a:pt x="230188" y="1973263"/>
                </a:lnTo>
                <a:lnTo>
                  <a:pt x="217488" y="1965326"/>
                </a:lnTo>
                <a:lnTo>
                  <a:pt x="209550" y="1952626"/>
                </a:lnTo>
                <a:lnTo>
                  <a:pt x="206375" y="1941513"/>
                </a:lnTo>
                <a:lnTo>
                  <a:pt x="209550" y="1925638"/>
                </a:lnTo>
                <a:lnTo>
                  <a:pt x="217488" y="1914525"/>
                </a:lnTo>
                <a:lnTo>
                  <a:pt x="230188" y="1905000"/>
                </a:lnTo>
                <a:lnTo>
                  <a:pt x="244475" y="1901825"/>
                </a:lnTo>
                <a:close/>
                <a:moveTo>
                  <a:pt x="277813" y="1803400"/>
                </a:moveTo>
                <a:lnTo>
                  <a:pt x="1047750" y="1803400"/>
                </a:lnTo>
                <a:lnTo>
                  <a:pt x="1060450" y="1806575"/>
                </a:lnTo>
                <a:lnTo>
                  <a:pt x="1071563" y="1816100"/>
                </a:lnTo>
                <a:lnTo>
                  <a:pt x="1081088" y="1827213"/>
                </a:lnTo>
                <a:lnTo>
                  <a:pt x="1084263" y="1843088"/>
                </a:lnTo>
                <a:lnTo>
                  <a:pt x="1081088" y="1857376"/>
                </a:lnTo>
                <a:lnTo>
                  <a:pt x="1071563" y="1868488"/>
                </a:lnTo>
                <a:lnTo>
                  <a:pt x="1060450" y="1874838"/>
                </a:lnTo>
                <a:lnTo>
                  <a:pt x="1047750" y="1878013"/>
                </a:lnTo>
                <a:lnTo>
                  <a:pt x="277813" y="1878013"/>
                </a:lnTo>
                <a:lnTo>
                  <a:pt x="263525" y="1874838"/>
                </a:lnTo>
                <a:lnTo>
                  <a:pt x="250825" y="1868488"/>
                </a:lnTo>
                <a:lnTo>
                  <a:pt x="244475" y="1857376"/>
                </a:lnTo>
                <a:lnTo>
                  <a:pt x="241300" y="1843088"/>
                </a:lnTo>
                <a:lnTo>
                  <a:pt x="244475" y="1827213"/>
                </a:lnTo>
                <a:lnTo>
                  <a:pt x="250825" y="1816100"/>
                </a:lnTo>
                <a:lnTo>
                  <a:pt x="263525" y="1806575"/>
                </a:lnTo>
                <a:lnTo>
                  <a:pt x="277813" y="1803400"/>
                </a:lnTo>
                <a:close/>
                <a:moveTo>
                  <a:pt x="238125" y="1708150"/>
                </a:moveTo>
                <a:lnTo>
                  <a:pt x="1009650" y="1708150"/>
                </a:lnTo>
                <a:lnTo>
                  <a:pt x="1020762" y="1711325"/>
                </a:lnTo>
                <a:lnTo>
                  <a:pt x="1033462" y="1717675"/>
                </a:lnTo>
                <a:lnTo>
                  <a:pt x="1041400" y="1728788"/>
                </a:lnTo>
                <a:lnTo>
                  <a:pt x="1044575" y="1744663"/>
                </a:lnTo>
                <a:lnTo>
                  <a:pt x="1041400" y="1758951"/>
                </a:lnTo>
                <a:lnTo>
                  <a:pt x="1033462" y="1770063"/>
                </a:lnTo>
                <a:lnTo>
                  <a:pt x="1020762" y="1779588"/>
                </a:lnTo>
                <a:lnTo>
                  <a:pt x="1009650" y="1782763"/>
                </a:lnTo>
                <a:lnTo>
                  <a:pt x="238125" y="1782763"/>
                </a:lnTo>
                <a:lnTo>
                  <a:pt x="223838" y="1779588"/>
                </a:lnTo>
                <a:lnTo>
                  <a:pt x="212725" y="1770063"/>
                </a:lnTo>
                <a:lnTo>
                  <a:pt x="206375" y="1758951"/>
                </a:lnTo>
                <a:lnTo>
                  <a:pt x="203200" y="1744663"/>
                </a:lnTo>
                <a:lnTo>
                  <a:pt x="206375" y="1728788"/>
                </a:lnTo>
                <a:lnTo>
                  <a:pt x="212725" y="1717675"/>
                </a:lnTo>
                <a:lnTo>
                  <a:pt x="223838" y="1711325"/>
                </a:lnTo>
                <a:lnTo>
                  <a:pt x="238125" y="1708150"/>
                </a:lnTo>
                <a:close/>
                <a:moveTo>
                  <a:pt x="301626" y="1609725"/>
                </a:moveTo>
                <a:lnTo>
                  <a:pt x="1068388" y="1609725"/>
                </a:lnTo>
                <a:lnTo>
                  <a:pt x="1084264" y="1612900"/>
                </a:lnTo>
                <a:lnTo>
                  <a:pt x="1095376" y="1620838"/>
                </a:lnTo>
                <a:lnTo>
                  <a:pt x="1104901" y="1633538"/>
                </a:lnTo>
                <a:lnTo>
                  <a:pt x="1108076" y="1644650"/>
                </a:lnTo>
                <a:lnTo>
                  <a:pt x="1104901" y="1660526"/>
                </a:lnTo>
                <a:lnTo>
                  <a:pt x="1095376" y="1671638"/>
                </a:lnTo>
                <a:lnTo>
                  <a:pt x="1084264" y="1681163"/>
                </a:lnTo>
                <a:lnTo>
                  <a:pt x="1068388" y="1684338"/>
                </a:lnTo>
                <a:lnTo>
                  <a:pt x="301626" y="1684338"/>
                </a:lnTo>
                <a:lnTo>
                  <a:pt x="287338" y="1681163"/>
                </a:lnTo>
                <a:lnTo>
                  <a:pt x="274638" y="1671638"/>
                </a:lnTo>
                <a:lnTo>
                  <a:pt x="268288" y="1660526"/>
                </a:lnTo>
                <a:lnTo>
                  <a:pt x="265113" y="1644650"/>
                </a:lnTo>
                <a:lnTo>
                  <a:pt x="268288" y="1633538"/>
                </a:lnTo>
                <a:lnTo>
                  <a:pt x="274638" y="1620838"/>
                </a:lnTo>
                <a:lnTo>
                  <a:pt x="287338" y="1612900"/>
                </a:lnTo>
                <a:lnTo>
                  <a:pt x="301626" y="1609725"/>
                </a:lnTo>
                <a:close/>
                <a:moveTo>
                  <a:pt x="254001" y="1511300"/>
                </a:moveTo>
                <a:lnTo>
                  <a:pt x="1020764" y="1511300"/>
                </a:lnTo>
                <a:lnTo>
                  <a:pt x="1036638" y="1514475"/>
                </a:lnTo>
                <a:lnTo>
                  <a:pt x="1047751" y="1522413"/>
                </a:lnTo>
                <a:lnTo>
                  <a:pt x="1057276" y="1535113"/>
                </a:lnTo>
                <a:lnTo>
                  <a:pt x="1060451" y="1549401"/>
                </a:lnTo>
                <a:lnTo>
                  <a:pt x="1057276" y="1562101"/>
                </a:lnTo>
                <a:lnTo>
                  <a:pt x="1047751" y="1573213"/>
                </a:lnTo>
                <a:lnTo>
                  <a:pt x="1036638" y="1582738"/>
                </a:lnTo>
                <a:lnTo>
                  <a:pt x="1020764" y="1585913"/>
                </a:lnTo>
                <a:lnTo>
                  <a:pt x="254001" y="1585913"/>
                </a:lnTo>
                <a:lnTo>
                  <a:pt x="238126" y="1582738"/>
                </a:lnTo>
                <a:lnTo>
                  <a:pt x="227013" y="1573213"/>
                </a:lnTo>
                <a:lnTo>
                  <a:pt x="220663" y="1562101"/>
                </a:lnTo>
                <a:lnTo>
                  <a:pt x="217488" y="1549401"/>
                </a:lnTo>
                <a:lnTo>
                  <a:pt x="220663" y="1535113"/>
                </a:lnTo>
                <a:lnTo>
                  <a:pt x="227013" y="1522413"/>
                </a:lnTo>
                <a:lnTo>
                  <a:pt x="238126" y="1514475"/>
                </a:lnTo>
                <a:lnTo>
                  <a:pt x="254001" y="1511300"/>
                </a:lnTo>
                <a:close/>
                <a:moveTo>
                  <a:pt x="274638" y="1412875"/>
                </a:moveTo>
                <a:lnTo>
                  <a:pt x="1041400" y="1412875"/>
                </a:lnTo>
                <a:lnTo>
                  <a:pt x="1057276" y="1416050"/>
                </a:lnTo>
                <a:lnTo>
                  <a:pt x="1068388" y="1423988"/>
                </a:lnTo>
                <a:lnTo>
                  <a:pt x="1077913" y="1436688"/>
                </a:lnTo>
                <a:lnTo>
                  <a:pt x="1081088" y="1450976"/>
                </a:lnTo>
                <a:lnTo>
                  <a:pt x="1077913" y="1466851"/>
                </a:lnTo>
                <a:lnTo>
                  <a:pt x="1068388" y="1477963"/>
                </a:lnTo>
                <a:lnTo>
                  <a:pt x="1057276" y="1484313"/>
                </a:lnTo>
                <a:lnTo>
                  <a:pt x="1041400" y="1487488"/>
                </a:lnTo>
                <a:lnTo>
                  <a:pt x="274638" y="1487488"/>
                </a:lnTo>
                <a:lnTo>
                  <a:pt x="260350" y="1484313"/>
                </a:lnTo>
                <a:lnTo>
                  <a:pt x="247650" y="1477963"/>
                </a:lnTo>
                <a:lnTo>
                  <a:pt x="238126" y="1466851"/>
                </a:lnTo>
                <a:lnTo>
                  <a:pt x="236538" y="1450976"/>
                </a:lnTo>
                <a:lnTo>
                  <a:pt x="238126" y="1436688"/>
                </a:lnTo>
                <a:lnTo>
                  <a:pt x="247650" y="1423988"/>
                </a:lnTo>
                <a:lnTo>
                  <a:pt x="260350" y="1416050"/>
                </a:lnTo>
                <a:lnTo>
                  <a:pt x="274638" y="1412875"/>
                </a:lnTo>
                <a:close/>
                <a:moveTo>
                  <a:pt x="3359150" y="0"/>
                </a:moveTo>
                <a:lnTo>
                  <a:pt x="3403600" y="3175"/>
                </a:lnTo>
                <a:lnTo>
                  <a:pt x="3449638" y="6350"/>
                </a:lnTo>
                <a:lnTo>
                  <a:pt x="3494088" y="17462"/>
                </a:lnTo>
                <a:lnTo>
                  <a:pt x="3535362" y="30162"/>
                </a:lnTo>
                <a:lnTo>
                  <a:pt x="3579814" y="50800"/>
                </a:lnTo>
                <a:lnTo>
                  <a:pt x="3619500" y="71437"/>
                </a:lnTo>
                <a:lnTo>
                  <a:pt x="3654426" y="98425"/>
                </a:lnTo>
                <a:lnTo>
                  <a:pt x="3687762" y="128587"/>
                </a:lnTo>
                <a:lnTo>
                  <a:pt x="3717926" y="158750"/>
                </a:lnTo>
                <a:lnTo>
                  <a:pt x="3744914" y="193675"/>
                </a:lnTo>
                <a:lnTo>
                  <a:pt x="3768726" y="230187"/>
                </a:lnTo>
                <a:lnTo>
                  <a:pt x="3789362" y="268287"/>
                </a:lnTo>
                <a:lnTo>
                  <a:pt x="3803650" y="311150"/>
                </a:lnTo>
                <a:lnTo>
                  <a:pt x="3816350" y="352425"/>
                </a:lnTo>
                <a:lnTo>
                  <a:pt x="3822700" y="393700"/>
                </a:lnTo>
                <a:lnTo>
                  <a:pt x="3827462" y="439737"/>
                </a:lnTo>
                <a:lnTo>
                  <a:pt x="3825876" y="484187"/>
                </a:lnTo>
                <a:lnTo>
                  <a:pt x="3822700" y="528637"/>
                </a:lnTo>
                <a:lnTo>
                  <a:pt x="3813176" y="573087"/>
                </a:lnTo>
                <a:lnTo>
                  <a:pt x="3798888" y="615950"/>
                </a:lnTo>
                <a:lnTo>
                  <a:pt x="3776662" y="660400"/>
                </a:lnTo>
                <a:lnTo>
                  <a:pt x="3756026" y="698500"/>
                </a:lnTo>
                <a:lnTo>
                  <a:pt x="3729038" y="735012"/>
                </a:lnTo>
                <a:lnTo>
                  <a:pt x="3702050" y="768350"/>
                </a:lnTo>
                <a:lnTo>
                  <a:pt x="3670300" y="796925"/>
                </a:lnTo>
                <a:lnTo>
                  <a:pt x="3633788" y="823912"/>
                </a:lnTo>
                <a:lnTo>
                  <a:pt x="3598862" y="847724"/>
                </a:lnTo>
                <a:lnTo>
                  <a:pt x="3606800" y="844549"/>
                </a:lnTo>
                <a:lnTo>
                  <a:pt x="3633788" y="842962"/>
                </a:lnTo>
                <a:lnTo>
                  <a:pt x="3675062" y="839787"/>
                </a:lnTo>
                <a:lnTo>
                  <a:pt x="3721100" y="839787"/>
                </a:lnTo>
                <a:lnTo>
                  <a:pt x="3765550" y="842962"/>
                </a:lnTo>
                <a:lnTo>
                  <a:pt x="3810000" y="850899"/>
                </a:lnTo>
                <a:lnTo>
                  <a:pt x="3857626" y="863599"/>
                </a:lnTo>
                <a:lnTo>
                  <a:pt x="3902076" y="881062"/>
                </a:lnTo>
                <a:lnTo>
                  <a:pt x="3948112" y="904874"/>
                </a:lnTo>
                <a:lnTo>
                  <a:pt x="3989388" y="935037"/>
                </a:lnTo>
                <a:lnTo>
                  <a:pt x="4019550" y="958849"/>
                </a:lnTo>
                <a:lnTo>
                  <a:pt x="4046538" y="982662"/>
                </a:lnTo>
                <a:lnTo>
                  <a:pt x="4070350" y="1009649"/>
                </a:lnTo>
                <a:lnTo>
                  <a:pt x="4094162" y="1039812"/>
                </a:lnTo>
                <a:lnTo>
                  <a:pt x="4117976" y="1068387"/>
                </a:lnTo>
                <a:lnTo>
                  <a:pt x="4138612" y="1101724"/>
                </a:lnTo>
                <a:lnTo>
                  <a:pt x="4179888" y="1169987"/>
                </a:lnTo>
                <a:lnTo>
                  <a:pt x="4216400" y="1243012"/>
                </a:lnTo>
                <a:lnTo>
                  <a:pt x="4249738" y="1319212"/>
                </a:lnTo>
                <a:lnTo>
                  <a:pt x="4278312" y="1400174"/>
                </a:lnTo>
                <a:lnTo>
                  <a:pt x="4305300" y="1484312"/>
                </a:lnTo>
                <a:lnTo>
                  <a:pt x="4329112" y="1568450"/>
                </a:lnTo>
                <a:lnTo>
                  <a:pt x="4352926" y="1654175"/>
                </a:lnTo>
                <a:lnTo>
                  <a:pt x="4395788" y="1824038"/>
                </a:lnTo>
                <a:lnTo>
                  <a:pt x="4433888" y="1989138"/>
                </a:lnTo>
                <a:lnTo>
                  <a:pt x="4451910" y="2059780"/>
                </a:lnTo>
                <a:lnTo>
                  <a:pt x="4606926" y="935037"/>
                </a:lnTo>
                <a:lnTo>
                  <a:pt x="4610100" y="919162"/>
                </a:lnTo>
                <a:lnTo>
                  <a:pt x="4616450" y="908049"/>
                </a:lnTo>
                <a:lnTo>
                  <a:pt x="4625976" y="898524"/>
                </a:lnTo>
                <a:lnTo>
                  <a:pt x="4633914" y="890587"/>
                </a:lnTo>
                <a:lnTo>
                  <a:pt x="4646614" y="881062"/>
                </a:lnTo>
                <a:lnTo>
                  <a:pt x="4657726" y="877887"/>
                </a:lnTo>
                <a:lnTo>
                  <a:pt x="4670426" y="874712"/>
                </a:lnTo>
                <a:lnTo>
                  <a:pt x="4684714" y="874712"/>
                </a:lnTo>
                <a:lnTo>
                  <a:pt x="4697414" y="877887"/>
                </a:lnTo>
                <a:lnTo>
                  <a:pt x="4708526" y="884237"/>
                </a:lnTo>
                <a:lnTo>
                  <a:pt x="4721226" y="892174"/>
                </a:lnTo>
                <a:lnTo>
                  <a:pt x="4729162" y="901699"/>
                </a:lnTo>
                <a:lnTo>
                  <a:pt x="4735514" y="914399"/>
                </a:lnTo>
                <a:lnTo>
                  <a:pt x="4738688" y="925512"/>
                </a:lnTo>
                <a:lnTo>
                  <a:pt x="4741862" y="938212"/>
                </a:lnTo>
                <a:lnTo>
                  <a:pt x="4741862" y="952499"/>
                </a:lnTo>
                <a:lnTo>
                  <a:pt x="4538662" y="2415850"/>
                </a:lnTo>
                <a:lnTo>
                  <a:pt x="4538662" y="3765551"/>
                </a:lnTo>
                <a:lnTo>
                  <a:pt x="4535488" y="3779838"/>
                </a:lnTo>
                <a:lnTo>
                  <a:pt x="4532314" y="3792538"/>
                </a:lnTo>
                <a:lnTo>
                  <a:pt x="4527550" y="3803651"/>
                </a:lnTo>
                <a:lnTo>
                  <a:pt x="4518026" y="3813176"/>
                </a:lnTo>
                <a:lnTo>
                  <a:pt x="4508500" y="3821113"/>
                </a:lnTo>
                <a:lnTo>
                  <a:pt x="4497388" y="3827463"/>
                </a:lnTo>
                <a:lnTo>
                  <a:pt x="4484688" y="3833813"/>
                </a:lnTo>
                <a:lnTo>
                  <a:pt x="4470400" y="3833813"/>
                </a:lnTo>
                <a:lnTo>
                  <a:pt x="4454526" y="3833813"/>
                </a:lnTo>
                <a:lnTo>
                  <a:pt x="4443414" y="3827463"/>
                </a:lnTo>
                <a:lnTo>
                  <a:pt x="4430714" y="3821113"/>
                </a:lnTo>
                <a:lnTo>
                  <a:pt x="4422776" y="3813176"/>
                </a:lnTo>
                <a:lnTo>
                  <a:pt x="4413250" y="3803651"/>
                </a:lnTo>
                <a:lnTo>
                  <a:pt x="4406900" y="3792538"/>
                </a:lnTo>
                <a:lnTo>
                  <a:pt x="4403726" y="3779838"/>
                </a:lnTo>
                <a:lnTo>
                  <a:pt x="4402138" y="3765551"/>
                </a:lnTo>
                <a:lnTo>
                  <a:pt x="4402138" y="2505075"/>
                </a:lnTo>
                <a:lnTo>
                  <a:pt x="4398962" y="2493962"/>
                </a:lnTo>
                <a:lnTo>
                  <a:pt x="4395788" y="2478087"/>
                </a:lnTo>
                <a:lnTo>
                  <a:pt x="4395788" y="2474913"/>
                </a:lnTo>
                <a:lnTo>
                  <a:pt x="4386264" y="2493963"/>
                </a:lnTo>
                <a:lnTo>
                  <a:pt x="4378326" y="2511425"/>
                </a:lnTo>
                <a:lnTo>
                  <a:pt x="4365626" y="2528888"/>
                </a:lnTo>
                <a:lnTo>
                  <a:pt x="4351338" y="2544763"/>
                </a:lnTo>
                <a:lnTo>
                  <a:pt x="4335464" y="2559050"/>
                </a:lnTo>
                <a:lnTo>
                  <a:pt x="4321176" y="2570163"/>
                </a:lnTo>
                <a:lnTo>
                  <a:pt x="4302126" y="2579688"/>
                </a:lnTo>
                <a:lnTo>
                  <a:pt x="4284664" y="2589213"/>
                </a:lnTo>
                <a:lnTo>
                  <a:pt x="4264026" y="2597150"/>
                </a:lnTo>
                <a:lnTo>
                  <a:pt x="4243388" y="2603500"/>
                </a:lnTo>
                <a:lnTo>
                  <a:pt x="4222750" y="2606675"/>
                </a:lnTo>
                <a:lnTo>
                  <a:pt x="3565526" y="2677005"/>
                </a:lnTo>
                <a:lnTo>
                  <a:pt x="3565526" y="3765551"/>
                </a:lnTo>
                <a:lnTo>
                  <a:pt x="3565526" y="3779838"/>
                </a:lnTo>
                <a:lnTo>
                  <a:pt x="3559176" y="3792538"/>
                </a:lnTo>
                <a:lnTo>
                  <a:pt x="3552826" y="3803651"/>
                </a:lnTo>
                <a:lnTo>
                  <a:pt x="3548064" y="3813176"/>
                </a:lnTo>
                <a:lnTo>
                  <a:pt x="3535364" y="3821113"/>
                </a:lnTo>
                <a:lnTo>
                  <a:pt x="3524250" y="3827463"/>
                </a:lnTo>
                <a:lnTo>
                  <a:pt x="3511550" y="3833813"/>
                </a:lnTo>
                <a:lnTo>
                  <a:pt x="3500438" y="3833813"/>
                </a:lnTo>
                <a:lnTo>
                  <a:pt x="3484564" y="3833813"/>
                </a:lnTo>
                <a:lnTo>
                  <a:pt x="3473450" y="3827463"/>
                </a:lnTo>
                <a:lnTo>
                  <a:pt x="3460750" y="3821113"/>
                </a:lnTo>
                <a:lnTo>
                  <a:pt x="3451226" y="3813176"/>
                </a:lnTo>
                <a:lnTo>
                  <a:pt x="3443288" y="3803651"/>
                </a:lnTo>
                <a:lnTo>
                  <a:pt x="3436938" y="3792538"/>
                </a:lnTo>
                <a:lnTo>
                  <a:pt x="3430588" y="3779838"/>
                </a:lnTo>
                <a:lnTo>
                  <a:pt x="3430588" y="3765551"/>
                </a:lnTo>
                <a:lnTo>
                  <a:pt x="3430588" y="2920423"/>
                </a:lnTo>
                <a:lnTo>
                  <a:pt x="3355976" y="3582988"/>
                </a:lnTo>
                <a:lnTo>
                  <a:pt x="3349626" y="3603625"/>
                </a:lnTo>
                <a:lnTo>
                  <a:pt x="3348038" y="3624263"/>
                </a:lnTo>
                <a:lnTo>
                  <a:pt x="3338514" y="3643313"/>
                </a:lnTo>
                <a:lnTo>
                  <a:pt x="3328988" y="3663950"/>
                </a:lnTo>
                <a:lnTo>
                  <a:pt x="3317876" y="3678238"/>
                </a:lnTo>
                <a:lnTo>
                  <a:pt x="3305176" y="3695700"/>
                </a:lnTo>
                <a:lnTo>
                  <a:pt x="3290888" y="3711575"/>
                </a:lnTo>
                <a:lnTo>
                  <a:pt x="3275014" y="3722688"/>
                </a:lnTo>
                <a:lnTo>
                  <a:pt x="3260726" y="3735388"/>
                </a:lnTo>
                <a:lnTo>
                  <a:pt x="3243262" y="3746500"/>
                </a:lnTo>
                <a:lnTo>
                  <a:pt x="3222626" y="3756025"/>
                </a:lnTo>
                <a:lnTo>
                  <a:pt x="3203576" y="3762375"/>
                </a:lnTo>
                <a:lnTo>
                  <a:pt x="3182938" y="3768725"/>
                </a:lnTo>
                <a:lnTo>
                  <a:pt x="3162300" y="3771900"/>
                </a:lnTo>
                <a:lnTo>
                  <a:pt x="3141662" y="3771900"/>
                </a:lnTo>
                <a:lnTo>
                  <a:pt x="3121026" y="3771900"/>
                </a:lnTo>
                <a:lnTo>
                  <a:pt x="3097214" y="3765550"/>
                </a:lnTo>
                <a:lnTo>
                  <a:pt x="3078162" y="3759200"/>
                </a:lnTo>
                <a:lnTo>
                  <a:pt x="3057526" y="3752850"/>
                </a:lnTo>
                <a:lnTo>
                  <a:pt x="3040062" y="3744913"/>
                </a:lnTo>
                <a:lnTo>
                  <a:pt x="3022600" y="3732213"/>
                </a:lnTo>
                <a:lnTo>
                  <a:pt x="3003550" y="3721100"/>
                </a:lnTo>
                <a:lnTo>
                  <a:pt x="2989263" y="3705225"/>
                </a:lnTo>
                <a:lnTo>
                  <a:pt x="2976563" y="3690938"/>
                </a:lnTo>
                <a:lnTo>
                  <a:pt x="2965450" y="3671888"/>
                </a:lnTo>
                <a:lnTo>
                  <a:pt x="2952750" y="3657600"/>
                </a:lnTo>
                <a:lnTo>
                  <a:pt x="2947988" y="3636963"/>
                </a:lnTo>
                <a:lnTo>
                  <a:pt x="2938463" y="3619500"/>
                </a:lnTo>
                <a:lnTo>
                  <a:pt x="2935288" y="3597275"/>
                </a:lnTo>
                <a:lnTo>
                  <a:pt x="2932113" y="3576638"/>
                </a:lnTo>
                <a:lnTo>
                  <a:pt x="2928938" y="3556000"/>
                </a:lnTo>
                <a:lnTo>
                  <a:pt x="2932113" y="3532188"/>
                </a:lnTo>
                <a:lnTo>
                  <a:pt x="3051176" y="2478087"/>
                </a:lnTo>
                <a:lnTo>
                  <a:pt x="3054350" y="2457450"/>
                </a:lnTo>
                <a:lnTo>
                  <a:pt x="3060700" y="2436812"/>
                </a:lnTo>
                <a:lnTo>
                  <a:pt x="3070226" y="2416175"/>
                </a:lnTo>
                <a:lnTo>
                  <a:pt x="3078162" y="2397125"/>
                </a:lnTo>
                <a:lnTo>
                  <a:pt x="3087688" y="2379662"/>
                </a:lnTo>
                <a:lnTo>
                  <a:pt x="3101976" y="2365375"/>
                </a:lnTo>
                <a:lnTo>
                  <a:pt x="3114676" y="2349500"/>
                </a:lnTo>
                <a:lnTo>
                  <a:pt x="3128962" y="2335212"/>
                </a:lnTo>
                <a:lnTo>
                  <a:pt x="3148014" y="2322512"/>
                </a:lnTo>
                <a:lnTo>
                  <a:pt x="3165476" y="2314575"/>
                </a:lnTo>
                <a:lnTo>
                  <a:pt x="3182938" y="2305050"/>
                </a:lnTo>
                <a:lnTo>
                  <a:pt x="3203576" y="2298700"/>
                </a:lnTo>
                <a:lnTo>
                  <a:pt x="3222626" y="2293937"/>
                </a:lnTo>
                <a:lnTo>
                  <a:pt x="3243262" y="2290762"/>
                </a:lnTo>
                <a:lnTo>
                  <a:pt x="3260726" y="2290762"/>
                </a:lnTo>
                <a:lnTo>
                  <a:pt x="3273426" y="2284412"/>
                </a:lnTo>
                <a:lnTo>
                  <a:pt x="3294064" y="2281237"/>
                </a:lnTo>
                <a:lnTo>
                  <a:pt x="3314700" y="2274887"/>
                </a:lnTo>
                <a:lnTo>
                  <a:pt x="3690474" y="2234675"/>
                </a:lnTo>
                <a:lnTo>
                  <a:pt x="3667126" y="2144713"/>
                </a:lnTo>
                <a:lnTo>
                  <a:pt x="3609976" y="1931988"/>
                </a:lnTo>
                <a:lnTo>
                  <a:pt x="3582988" y="1827213"/>
                </a:lnTo>
                <a:lnTo>
                  <a:pt x="3549650" y="1722437"/>
                </a:lnTo>
                <a:lnTo>
                  <a:pt x="3514726" y="1620837"/>
                </a:lnTo>
                <a:lnTo>
                  <a:pt x="3475038" y="1525587"/>
                </a:lnTo>
                <a:lnTo>
                  <a:pt x="3459802" y="1481266"/>
                </a:lnTo>
                <a:lnTo>
                  <a:pt x="3457576" y="1484313"/>
                </a:lnTo>
                <a:lnTo>
                  <a:pt x="3406776" y="1570038"/>
                </a:lnTo>
                <a:lnTo>
                  <a:pt x="3359150" y="1660525"/>
                </a:lnTo>
                <a:lnTo>
                  <a:pt x="3341750" y="1690108"/>
                </a:lnTo>
                <a:lnTo>
                  <a:pt x="3341688" y="1690688"/>
                </a:lnTo>
                <a:lnTo>
                  <a:pt x="3328988" y="1717675"/>
                </a:lnTo>
                <a:lnTo>
                  <a:pt x="3317876" y="1744663"/>
                </a:lnTo>
                <a:lnTo>
                  <a:pt x="3297238" y="1765300"/>
                </a:lnTo>
                <a:lnTo>
                  <a:pt x="3275014" y="1782763"/>
                </a:lnTo>
                <a:lnTo>
                  <a:pt x="3249614" y="1797050"/>
                </a:lnTo>
                <a:lnTo>
                  <a:pt x="3219450" y="1806575"/>
                </a:lnTo>
                <a:lnTo>
                  <a:pt x="2603954" y="1993900"/>
                </a:lnTo>
                <a:lnTo>
                  <a:pt x="2606676" y="1993900"/>
                </a:lnTo>
                <a:lnTo>
                  <a:pt x="2619376" y="1993900"/>
                </a:lnTo>
                <a:lnTo>
                  <a:pt x="2633663" y="2000250"/>
                </a:lnTo>
                <a:lnTo>
                  <a:pt x="2646363" y="2006600"/>
                </a:lnTo>
                <a:lnTo>
                  <a:pt x="2654300" y="2016125"/>
                </a:lnTo>
                <a:lnTo>
                  <a:pt x="2663826" y="2024063"/>
                </a:lnTo>
                <a:lnTo>
                  <a:pt x="2670176" y="2036763"/>
                </a:lnTo>
                <a:lnTo>
                  <a:pt x="2671763" y="2047875"/>
                </a:lnTo>
                <a:lnTo>
                  <a:pt x="2674938" y="2063751"/>
                </a:lnTo>
                <a:lnTo>
                  <a:pt x="2671763" y="2074863"/>
                </a:lnTo>
                <a:lnTo>
                  <a:pt x="2670176" y="2087563"/>
                </a:lnTo>
                <a:lnTo>
                  <a:pt x="2663826" y="2098676"/>
                </a:lnTo>
                <a:lnTo>
                  <a:pt x="2654300" y="2111375"/>
                </a:lnTo>
                <a:lnTo>
                  <a:pt x="3027362" y="2111375"/>
                </a:lnTo>
                <a:lnTo>
                  <a:pt x="3040062" y="2111375"/>
                </a:lnTo>
                <a:lnTo>
                  <a:pt x="3054350" y="2114550"/>
                </a:lnTo>
                <a:lnTo>
                  <a:pt x="3063876" y="2119313"/>
                </a:lnTo>
                <a:lnTo>
                  <a:pt x="3074988" y="2128838"/>
                </a:lnTo>
                <a:lnTo>
                  <a:pt x="3084514" y="2141538"/>
                </a:lnTo>
                <a:lnTo>
                  <a:pt x="3090862" y="2149475"/>
                </a:lnTo>
                <a:lnTo>
                  <a:pt x="3094038" y="2165350"/>
                </a:lnTo>
                <a:lnTo>
                  <a:pt x="3094038" y="2176463"/>
                </a:lnTo>
                <a:lnTo>
                  <a:pt x="3094038" y="2192338"/>
                </a:lnTo>
                <a:lnTo>
                  <a:pt x="3090862" y="2203450"/>
                </a:lnTo>
                <a:lnTo>
                  <a:pt x="3084514" y="2216150"/>
                </a:lnTo>
                <a:lnTo>
                  <a:pt x="3074988" y="2224088"/>
                </a:lnTo>
                <a:lnTo>
                  <a:pt x="3063876" y="2233613"/>
                </a:lnTo>
                <a:lnTo>
                  <a:pt x="3054350" y="2239963"/>
                </a:lnTo>
                <a:lnTo>
                  <a:pt x="3040062" y="2243138"/>
                </a:lnTo>
                <a:lnTo>
                  <a:pt x="3027362" y="2244725"/>
                </a:lnTo>
                <a:lnTo>
                  <a:pt x="2857501" y="2244725"/>
                </a:lnTo>
                <a:lnTo>
                  <a:pt x="2857501" y="3765551"/>
                </a:lnTo>
                <a:lnTo>
                  <a:pt x="2857501" y="3779838"/>
                </a:lnTo>
                <a:lnTo>
                  <a:pt x="2851151" y="3792538"/>
                </a:lnTo>
                <a:lnTo>
                  <a:pt x="2846388" y="3803651"/>
                </a:lnTo>
                <a:lnTo>
                  <a:pt x="2836863" y="3813176"/>
                </a:lnTo>
                <a:lnTo>
                  <a:pt x="2827338" y="3821113"/>
                </a:lnTo>
                <a:lnTo>
                  <a:pt x="2816226" y="3827463"/>
                </a:lnTo>
                <a:lnTo>
                  <a:pt x="2803526" y="3833813"/>
                </a:lnTo>
                <a:lnTo>
                  <a:pt x="2789238" y="3833813"/>
                </a:lnTo>
                <a:lnTo>
                  <a:pt x="2776538" y="3833813"/>
                </a:lnTo>
                <a:lnTo>
                  <a:pt x="2765426" y="3827463"/>
                </a:lnTo>
                <a:lnTo>
                  <a:pt x="2752726" y="3821113"/>
                </a:lnTo>
                <a:lnTo>
                  <a:pt x="2741613" y="3813176"/>
                </a:lnTo>
                <a:lnTo>
                  <a:pt x="2735263" y="3803651"/>
                </a:lnTo>
                <a:lnTo>
                  <a:pt x="2728913" y="3792538"/>
                </a:lnTo>
                <a:lnTo>
                  <a:pt x="2722563" y="3779838"/>
                </a:lnTo>
                <a:lnTo>
                  <a:pt x="2722563" y="3765551"/>
                </a:lnTo>
                <a:lnTo>
                  <a:pt x="2722563" y="2244725"/>
                </a:lnTo>
                <a:lnTo>
                  <a:pt x="274638" y="2244725"/>
                </a:lnTo>
                <a:lnTo>
                  <a:pt x="274638" y="3765551"/>
                </a:lnTo>
                <a:lnTo>
                  <a:pt x="271463" y="3779838"/>
                </a:lnTo>
                <a:lnTo>
                  <a:pt x="268288" y="3792538"/>
                </a:lnTo>
                <a:lnTo>
                  <a:pt x="263526" y="3803651"/>
                </a:lnTo>
                <a:lnTo>
                  <a:pt x="254000" y="3813176"/>
                </a:lnTo>
                <a:lnTo>
                  <a:pt x="244476" y="3821113"/>
                </a:lnTo>
                <a:lnTo>
                  <a:pt x="233363" y="3827463"/>
                </a:lnTo>
                <a:lnTo>
                  <a:pt x="217488" y="3833813"/>
                </a:lnTo>
                <a:lnTo>
                  <a:pt x="206376" y="3833813"/>
                </a:lnTo>
                <a:lnTo>
                  <a:pt x="190500" y="3833813"/>
                </a:lnTo>
                <a:lnTo>
                  <a:pt x="179388" y="3827463"/>
                </a:lnTo>
                <a:lnTo>
                  <a:pt x="166688" y="3821113"/>
                </a:lnTo>
                <a:lnTo>
                  <a:pt x="158750" y="3813176"/>
                </a:lnTo>
                <a:lnTo>
                  <a:pt x="149226" y="3803651"/>
                </a:lnTo>
                <a:lnTo>
                  <a:pt x="142876" y="3792538"/>
                </a:lnTo>
                <a:lnTo>
                  <a:pt x="139700" y="3779838"/>
                </a:lnTo>
                <a:lnTo>
                  <a:pt x="138113" y="3765551"/>
                </a:lnTo>
                <a:lnTo>
                  <a:pt x="138113" y="2244725"/>
                </a:lnTo>
                <a:lnTo>
                  <a:pt x="68263" y="2244725"/>
                </a:lnTo>
                <a:lnTo>
                  <a:pt x="53975" y="2243138"/>
                </a:lnTo>
                <a:lnTo>
                  <a:pt x="41275" y="2239963"/>
                </a:lnTo>
                <a:lnTo>
                  <a:pt x="30163" y="2233613"/>
                </a:lnTo>
                <a:lnTo>
                  <a:pt x="20638" y="2224088"/>
                </a:lnTo>
                <a:lnTo>
                  <a:pt x="12700" y="2216150"/>
                </a:lnTo>
                <a:lnTo>
                  <a:pt x="6350" y="2203450"/>
                </a:lnTo>
                <a:lnTo>
                  <a:pt x="0" y="2192338"/>
                </a:lnTo>
                <a:lnTo>
                  <a:pt x="0" y="2176463"/>
                </a:lnTo>
                <a:lnTo>
                  <a:pt x="0" y="2165350"/>
                </a:lnTo>
                <a:lnTo>
                  <a:pt x="6350" y="2149475"/>
                </a:lnTo>
                <a:lnTo>
                  <a:pt x="12700" y="2141538"/>
                </a:lnTo>
                <a:lnTo>
                  <a:pt x="20638" y="2128838"/>
                </a:lnTo>
                <a:lnTo>
                  <a:pt x="30163" y="2119313"/>
                </a:lnTo>
                <a:lnTo>
                  <a:pt x="41275" y="2114550"/>
                </a:lnTo>
                <a:lnTo>
                  <a:pt x="53975" y="2111375"/>
                </a:lnTo>
                <a:lnTo>
                  <a:pt x="68263" y="2111375"/>
                </a:lnTo>
                <a:lnTo>
                  <a:pt x="1738313" y="2111375"/>
                </a:lnTo>
                <a:lnTo>
                  <a:pt x="1731963" y="2098676"/>
                </a:lnTo>
                <a:lnTo>
                  <a:pt x="1722438" y="2087563"/>
                </a:lnTo>
                <a:lnTo>
                  <a:pt x="1719263" y="2074863"/>
                </a:lnTo>
                <a:lnTo>
                  <a:pt x="1719263" y="2063751"/>
                </a:lnTo>
                <a:lnTo>
                  <a:pt x="1719263" y="2062529"/>
                </a:lnTo>
                <a:lnTo>
                  <a:pt x="1690688" y="2057400"/>
                </a:lnTo>
                <a:lnTo>
                  <a:pt x="1677988" y="2051050"/>
                </a:lnTo>
                <a:lnTo>
                  <a:pt x="1666875" y="2039937"/>
                </a:lnTo>
                <a:lnTo>
                  <a:pt x="1639888" y="2009775"/>
                </a:lnTo>
                <a:lnTo>
                  <a:pt x="1617662" y="1970087"/>
                </a:lnTo>
                <a:lnTo>
                  <a:pt x="1597025" y="1928812"/>
                </a:lnTo>
                <a:lnTo>
                  <a:pt x="1565275" y="1854200"/>
                </a:lnTo>
                <a:lnTo>
                  <a:pt x="1552575" y="1820862"/>
                </a:lnTo>
                <a:lnTo>
                  <a:pt x="1484312" y="1576387"/>
                </a:lnTo>
                <a:lnTo>
                  <a:pt x="1444625" y="1443037"/>
                </a:lnTo>
                <a:lnTo>
                  <a:pt x="1412875" y="1311274"/>
                </a:lnTo>
                <a:lnTo>
                  <a:pt x="1385888" y="1192212"/>
                </a:lnTo>
                <a:lnTo>
                  <a:pt x="1373188" y="1138237"/>
                </a:lnTo>
                <a:lnTo>
                  <a:pt x="1366838" y="1090612"/>
                </a:lnTo>
                <a:lnTo>
                  <a:pt x="1365250" y="1047749"/>
                </a:lnTo>
                <a:lnTo>
                  <a:pt x="1365250" y="1015999"/>
                </a:lnTo>
                <a:lnTo>
                  <a:pt x="1370012" y="989012"/>
                </a:lnTo>
                <a:lnTo>
                  <a:pt x="1376362" y="979487"/>
                </a:lnTo>
                <a:lnTo>
                  <a:pt x="1379538" y="973137"/>
                </a:lnTo>
                <a:lnTo>
                  <a:pt x="1460500" y="935037"/>
                </a:lnTo>
                <a:lnTo>
                  <a:pt x="1738957" y="2015573"/>
                </a:lnTo>
                <a:lnTo>
                  <a:pt x="1749426" y="2006600"/>
                </a:lnTo>
                <a:lnTo>
                  <a:pt x="1758950" y="2000250"/>
                </a:lnTo>
                <a:lnTo>
                  <a:pt x="1773238" y="1993900"/>
                </a:lnTo>
                <a:lnTo>
                  <a:pt x="1785938" y="1993900"/>
                </a:lnTo>
                <a:lnTo>
                  <a:pt x="2264305" y="1993900"/>
                </a:lnTo>
                <a:lnTo>
                  <a:pt x="2257426" y="1985963"/>
                </a:lnTo>
                <a:lnTo>
                  <a:pt x="2244726" y="1958975"/>
                </a:lnTo>
                <a:lnTo>
                  <a:pt x="2236788" y="1928813"/>
                </a:lnTo>
                <a:lnTo>
                  <a:pt x="2233613" y="1898650"/>
                </a:lnTo>
                <a:lnTo>
                  <a:pt x="2236788" y="1868488"/>
                </a:lnTo>
                <a:lnTo>
                  <a:pt x="2244726" y="1839913"/>
                </a:lnTo>
                <a:lnTo>
                  <a:pt x="2260600" y="1812925"/>
                </a:lnTo>
                <a:lnTo>
                  <a:pt x="2278063" y="1792288"/>
                </a:lnTo>
                <a:lnTo>
                  <a:pt x="2301876" y="1773238"/>
                </a:lnTo>
                <a:lnTo>
                  <a:pt x="2328863" y="1758950"/>
                </a:lnTo>
                <a:lnTo>
                  <a:pt x="2359026" y="1749425"/>
                </a:lnTo>
                <a:lnTo>
                  <a:pt x="3084708" y="1528565"/>
                </a:lnTo>
                <a:lnTo>
                  <a:pt x="3311526" y="1152524"/>
                </a:lnTo>
                <a:lnTo>
                  <a:pt x="3349626" y="1084262"/>
                </a:lnTo>
                <a:lnTo>
                  <a:pt x="3368676" y="1050924"/>
                </a:lnTo>
                <a:lnTo>
                  <a:pt x="3389314" y="1017587"/>
                </a:lnTo>
                <a:lnTo>
                  <a:pt x="3413126" y="989012"/>
                </a:lnTo>
                <a:lnTo>
                  <a:pt x="3436938" y="958849"/>
                </a:lnTo>
                <a:lnTo>
                  <a:pt x="3467100" y="935037"/>
                </a:lnTo>
                <a:lnTo>
                  <a:pt x="3467392" y="934856"/>
                </a:lnTo>
                <a:lnTo>
                  <a:pt x="3475038" y="925512"/>
                </a:lnTo>
                <a:lnTo>
                  <a:pt x="3490912" y="911224"/>
                </a:lnTo>
                <a:lnTo>
                  <a:pt x="3505200" y="895349"/>
                </a:lnTo>
                <a:lnTo>
                  <a:pt x="3522244" y="882567"/>
                </a:lnTo>
                <a:lnTo>
                  <a:pt x="3517900" y="884237"/>
                </a:lnTo>
                <a:lnTo>
                  <a:pt x="3475038" y="895350"/>
                </a:lnTo>
                <a:lnTo>
                  <a:pt x="3433762" y="901700"/>
                </a:lnTo>
                <a:lnTo>
                  <a:pt x="3389314" y="908050"/>
                </a:lnTo>
                <a:lnTo>
                  <a:pt x="3344862" y="904875"/>
                </a:lnTo>
                <a:lnTo>
                  <a:pt x="3302000" y="901700"/>
                </a:lnTo>
                <a:lnTo>
                  <a:pt x="3257550" y="890587"/>
                </a:lnTo>
                <a:lnTo>
                  <a:pt x="3213100" y="877887"/>
                </a:lnTo>
                <a:lnTo>
                  <a:pt x="3171826" y="857250"/>
                </a:lnTo>
                <a:lnTo>
                  <a:pt x="3128962" y="836612"/>
                </a:lnTo>
                <a:lnTo>
                  <a:pt x="3094038" y="809625"/>
                </a:lnTo>
                <a:lnTo>
                  <a:pt x="3060700" y="779462"/>
                </a:lnTo>
                <a:lnTo>
                  <a:pt x="3030538" y="749300"/>
                </a:lnTo>
                <a:lnTo>
                  <a:pt x="3003550" y="714375"/>
                </a:lnTo>
                <a:lnTo>
                  <a:pt x="2979738" y="677862"/>
                </a:lnTo>
                <a:lnTo>
                  <a:pt x="2962276" y="639762"/>
                </a:lnTo>
                <a:lnTo>
                  <a:pt x="2944813" y="596900"/>
                </a:lnTo>
                <a:lnTo>
                  <a:pt x="2932113" y="555625"/>
                </a:lnTo>
                <a:lnTo>
                  <a:pt x="2925763" y="514350"/>
                </a:lnTo>
                <a:lnTo>
                  <a:pt x="2922588" y="468312"/>
                </a:lnTo>
                <a:lnTo>
                  <a:pt x="2922588" y="427037"/>
                </a:lnTo>
                <a:lnTo>
                  <a:pt x="2925763" y="382587"/>
                </a:lnTo>
                <a:lnTo>
                  <a:pt x="2938463" y="338137"/>
                </a:lnTo>
                <a:lnTo>
                  <a:pt x="2952750" y="292100"/>
                </a:lnTo>
                <a:lnTo>
                  <a:pt x="2971800" y="250825"/>
                </a:lnTo>
                <a:lnTo>
                  <a:pt x="2992438" y="212725"/>
                </a:lnTo>
                <a:lnTo>
                  <a:pt x="3019426" y="173037"/>
                </a:lnTo>
                <a:lnTo>
                  <a:pt x="3048000" y="141287"/>
                </a:lnTo>
                <a:lnTo>
                  <a:pt x="3078162" y="111125"/>
                </a:lnTo>
                <a:lnTo>
                  <a:pt x="3114676" y="84137"/>
                </a:lnTo>
                <a:lnTo>
                  <a:pt x="3149600" y="60325"/>
                </a:lnTo>
                <a:lnTo>
                  <a:pt x="3189288" y="41275"/>
                </a:lnTo>
                <a:lnTo>
                  <a:pt x="3230562" y="23812"/>
                </a:lnTo>
                <a:lnTo>
                  <a:pt x="3273426" y="12700"/>
                </a:lnTo>
                <a:lnTo>
                  <a:pt x="3314700" y="6350"/>
                </a:lnTo>
                <a:lnTo>
                  <a:pt x="3359150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8" name="KSO_Shape"/>
          <p:cNvSpPr>
            <a:spLocks/>
          </p:cNvSpPr>
          <p:nvPr/>
        </p:nvSpPr>
        <p:spPr bwMode="auto">
          <a:xfrm>
            <a:off x="10403794" y="4412353"/>
            <a:ext cx="1501775" cy="1905000"/>
          </a:xfrm>
          <a:custGeom>
            <a:avLst/>
            <a:gdLst>
              <a:gd name="T0" fmla="*/ 259322 w 2665412"/>
              <a:gd name="T1" fmla="*/ 2895285 h 3382963"/>
              <a:gd name="T2" fmla="*/ 511017 w 2665412"/>
              <a:gd name="T3" fmla="*/ 3155147 h 3382963"/>
              <a:gd name="T4" fmla="*/ 770965 w 2665412"/>
              <a:gd name="T5" fmla="*/ 2903852 h 3382963"/>
              <a:gd name="T6" fmla="*/ 519587 w 2665412"/>
              <a:gd name="T7" fmla="*/ 2643989 h 3382963"/>
              <a:gd name="T8" fmla="*/ 875071 w 2665412"/>
              <a:gd name="T9" fmla="*/ 2732514 h 3382963"/>
              <a:gd name="T10" fmla="*/ 732560 w 2665412"/>
              <a:gd name="T11" fmla="*/ 3231615 h 3382963"/>
              <a:gd name="T12" fmla="*/ 265987 w 2665412"/>
              <a:gd name="T13" fmla="*/ 3315697 h 3382963"/>
              <a:gd name="T14" fmla="*/ 147598 w 2665412"/>
              <a:gd name="T15" fmla="*/ 2750917 h 3382963"/>
              <a:gd name="T16" fmla="*/ 1831415 w 2665412"/>
              <a:gd name="T17" fmla="*/ 2257426 h 3382963"/>
              <a:gd name="T18" fmla="*/ 1993961 w 2665412"/>
              <a:gd name="T19" fmla="*/ 2438401 h 3382963"/>
              <a:gd name="T20" fmla="*/ 1847258 w 2665412"/>
              <a:gd name="T21" fmla="*/ 2409508 h 3382963"/>
              <a:gd name="T22" fmla="*/ 1685662 w 2665412"/>
              <a:gd name="T23" fmla="*/ 2468563 h 3382963"/>
              <a:gd name="T24" fmla="*/ 1995229 w 2665412"/>
              <a:gd name="T25" fmla="*/ 2640966 h 3382963"/>
              <a:gd name="T26" fmla="*/ 1952137 w 2665412"/>
              <a:gd name="T27" fmla="*/ 2838768 h 3382963"/>
              <a:gd name="T28" fmla="*/ 1735409 w 2665412"/>
              <a:gd name="T29" fmla="*/ 2918143 h 3382963"/>
              <a:gd name="T30" fmla="*/ 1580784 w 2665412"/>
              <a:gd name="T31" fmla="*/ 2728596 h 3382963"/>
              <a:gd name="T32" fmla="*/ 1742380 w 2665412"/>
              <a:gd name="T33" fmla="*/ 2773998 h 3382963"/>
              <a:gd name="T34" fmla="*/ 1881478 w 2665412"/>
              <a:gd name="T35" fmla="*/ 2691766 h 3382963"/>
              <a:gd name="T36" fmla="*/ 1563357 w 2665412"/>
              <a:gd name="T37" fmla="*/ 2467293 h 3382963"/>
              <a:gd name="T38" fmla="*/ 1692634 w 2665412"/>
              <a:gd name="T39" fmla="*/ 2322831 h 3382963"/>
              <a:gd name="T40" fmla="*/ 1625723 w 2665412"/>
              <a:gd name="T41" fmla="*/ 2198771 h 3382963"/>
              <a:gd name="T42" fmla="*/ 1410098 w 2665412"/>
              <a:gd name="T43" fmla="*/ 2430592 h 3382963"/>
              <a:gd name="T44" fmla="*/ 1421847 w 2665412"/>
              <a:gd name="T45" fmla="*/ 2757048 h 3382963"/>
              <a:gd name="T46" fmla="*/ 1653351 w 2665412"/>
              <a:gd name="T47" fmla="*/ 2972991 h 3382963"/>
              <a:gd name="T48" fmla="*/ 1980125 w 2665412"/>
              <a:gd name="T49" fmla="*/ 2960924 h 3382963"/>
              <a:gd name="T50" fmla="*/ 2195433 w 2665412"/>
              <a:gd name="T51" fmla="*/ 2729420 h 3382963"/>
              <a:gd name="T52" fmla="*/ 2184001 w 2665412"/>
              <a:gd name="T53" fmla="*/ 2402964 h 3382963"/>
              <a:gd name="T54" fmla="*/ 1952179 w 2665412"/>
              <a:gd name="T55" fmla="*/ 2187021 h 3382963"/>
              <a:gd name="T56" fmla="*/ 2156055 w 2665412"/>
              <a:gd name="T57" fmla="*/ 2032367 h 3382963"/>
              <a:gd name="T58" fmla="*/ 2395816 w 2665412"/>
              <a:gd name="T59" fmla="*/ 2850094 h 3382963"/>
              <a:gd name="T60" fmla="*/ 1619054 w 2665412"/>
              <a:gd name="T61" fmla="*/ 3205130 h 3382963"/>
              <a:gd name="T62" fmla="*/ 1161763 w 2665412"/>
              <a:gd name="T63" fmla="*/ 2697981 h 3382963"/>
              <a:gd name="T64" fmla="*/ 1590474 w 2665412"/>
              <a:gd name="T65" fmla="*/ 1963774 h 3382963"/>
              <a:gd name="T66" fmla="*/ 247746 w 2665412"/>
              <a:gd name="T67" fmla="*/ 2374875 h 3382963"/>
              <a:gd name="T68" fmla="*/ 90506 w 2665412"/>
              <a:gd name="T69" fmla="*/ 2382501 h 3382963"/>
              <a:gd name="T70" fmla="*/ 82882 w 2665412"/>
              <a:gd name="T71" fmla="*/ 2224911 h 3382963"/>
              <a:gd name="T72" fmla="*/ 1925231 w 2665412"/>
              <a:gd name="T73" fmla="*/ 1275421 h 3382963"/>
              <a:gd name="T74" fmla="*/ 2142932 w 2665412"/>
              <a:gd name="T75" fmla="*/ 1565745 h 3382963"/>
              <a:gd name="T76" fmla="*/ 2433411 w 2665412"/>
              <a:gd name="T77" fmla="*/ 1348081 h 3382963"/>
              <a:gd name="T78" fmla="*/ 2215710 w 2665412"/>
              <a:gd name="T79" fmla="*/ 1057758 h 3382963"/>
              <a:gd name="T80" fmla="*/ 2557039 w 2665412"/>
              <a:gd name="T81" fmla="*/ 1184676 h 3382963"/>
              <a:gd name="T82" fmla="*/ 2359043 w 2665412"/>
              <a:gd name="T83" fmla="*/ 1666644 h 3382963"/>
              <a:gd name="T84" fmla="*/ 1943029 w 2665412"/>
              <a:gd name="T85" fmla="*/ 1631742 h 3382963"/>
              <a:gd name="T86" fmla="*/ 1831795 w 2665412"/>
              <a:gd name="T87" fmla="*/ 1117727 h 3382963"/>
              <a:gd name="T88" fmla="*/ 1543971 w 2665412"/>
              <a:gd name="T89" fmla="*/ 596250 h 3382963"/>
              <a:gd name="T90" fmla="*/ 1297460 w 2665412"/>
              <a:gd name="T91" fmla="*/ 948099 h 3382963"/>
              <a:gd name="T92" fmla="*/ 1031888 w 2665412"/>
              <a:gd name="T93" fmla="*/ 755548 h 3382963"/>
              <a:gd name="T94" fmla="*/ 814631 w 2665412"/>
              <a:gd name="T95" fmla="*/ 602286 h 3382963"/>
              <a:gd name="T96" fmla="*/ 863801 w 2665412"/>
              <a:gd name="T97" fmla="*/ 640380 h 3382963"/>
              <a:gd name="T98" fmla="*/ 958650 w 2665412"/>
              <a:gd name="T99" fmla="*/ 731486 h 3382963"/>
              <a:gd name="T100" fmla="*/ 915825 w 2665412"/>
              <a:gd name="T101" fmla="*/ 1047026 h 3382963"/>
              <a:gd name="T102" fmla="*/ 1093788 w 2665412"/>
              <a:gd name="T103" fmla="*/ 1742545 h 3382963"/>
              <a:gd name="T104" fmla="*/ 941203 w 2665412"/>
              <a:gd name="T105" fmla="*/ 2331086 h 3382963"/>
              <a:gd name="T106" fmla="*/ 804162 w 2665412"/>
              <a:gd name="T107" fmla="*/ 2246646 h 3382963"/>
              <a:gd name="T108" fmla="*/ 518978 w 2665412"/>
              <a:gd name="T109" fmla="*/ 1458116 h 3382963"/>
              <a:gd name="T110" fmla="*/ 425714 w 2665412"/>
              <a:gd name="T111" fmla="*/ 1302568 h 3382963"/>
              <a:gd name="T112" fmla="*/ 154488 w 2665412"/>
              <a:gd name="T113" fmla="*/ 951475 h 3382963"/>
              <a:gd name="T114" fmla="*/ 4758 w 2665412"/>
              <a:gd name="T115" fmla="*/ 912429 h 3382963"/>
              <a:gd name="T116" fmla="*/ 912333 w 2665412"/>
              <a:gd name="T117" fmla="*/ 0 h 3382963"/>
              <a:gd name="T118" fmla="*/ 1112519 w 2665412"/>
              <a:gd name="T119" fmla="*/ 199433 h 3382963"/>
              <a:gd name="T120" fmla="*/ 953005 w 2665412"/>
              <a:gd name="T121" fmla="*/ 526732 h 3382963"/>
              <a:gd name="T122" fmla="*/ 719772 w 2665412"/>
              <a:gd name="T123" fmla="*/ 209293 h 3382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65412" h="3382963">
                <a:moveTo>
                  <a:pt x="506574" y="2643989"/>
                </a:moveTo>
                <a:lnTo>
                  <a:pt x="493243" y="2644624"/>
                </a:lnTo>
                <a:lnTo>
                  <a:pt x="480230" y="2646210"/>
                </a:lnTo>
                <a:lnTo>
                  <a:pt x="467217" y="2648431"/>
                </a:lnTo>
                <a:lnTo>
                  <a:pt x="454521" y="2650970"/>
                </a:lnTo>
                <a:lnTo>
                  <a:pt x="442460" y="2654460"/>
                </a:lnTo>
                <a:lnTo>
                  <a:pt x="430399" y="2658585"/>
                </a:lnTo>
                <a:lnTo>
                  <a:pt x="418655" y="2663027"/>
                </a:lnTo>
                <a:lnTo>
                  <a:pt x="407229" y="2667786"/>
                </a:lnTo>
                <a:lnTo>
                  <a:pt x="396120" y="2673180"/>
                </a:lnTo>
                <a:lnTo>
                  <a:pt x="385328" y="2679526"/>
                </a:lnTo>
                <a:lnTo>
                  <a:pt x="374854" y="2685872"/>
                </a:lnTo>
                <a:lnTo>
                  <a:pt x="364380" y="2692852"/>
                </a:lnTo>
                <a:lnTo>
                  <a:pt x="354858" y="2700784"/>
                </a:lnTo>
                <a:lnTo>
                  <a:pt x="345336" y="2708717"/>
                </a:lnTo>
                <a:lnTo>
                  <a:pt x="336449" y="2717284"/>
                </a:lnTo>
                <a:lnTo>
                  <a:pt x="327562" y="2725533"/>
                </a:lnTo>
                <a:lnTo>
                  <a:pt x="319310" y="2735052"/>
                </a:lnTo>
                <a:lnTo>
                  <a:pt x="312010" y="2744571"/>
                </a:lnTo>
                <a:lnTo>
                  <a:pt x="304710" y="2754724"/>
                </a:lnTo>
                <a:lnTo>
                  <a:pt x="298044" y="2764878"/>
                </a:lnTo>
                <a:lnTo>
                  <a:pt x="291696" y="2775348"/>
                </a:lnTo>
                <a:lnTo>
                  <a:pt x="285983" y="2786136"/>
                </a:lnTo>
                <a:lnTo>
                  <a:pt x="280905" y="2797241"/>
                </a:lnTo>
                <a:lnTo>
                  <a:pt x="276144" y="2808981"/>
                </a:lnTo>
                <a:lnTo>
                  <a:pt x="272018" y="2820721"/>
                </a:lnTo>
                <a:lnTo>
                  <a:pt x="268209" y="2832461"/>
                </a:lnTo>
                <a:lnTo>
                  <a:pt x="265353" y="2844835"/>
                </a:lnTo>
                <a:lnTo>
                  <a:pt x="263131" y="2857210"/>
                </a:lnTo>
                <a:lnTo>
                  <a:pt x="261226" y="2869584"/>
                </a:lnTo>
                <a:lnTo>
                  <a:pt x="259957" y="2882276"/>
                </a:lnTo>
                <a:lnTo>
                  <a:pt x="259322" y="2895285"/>
                </a:lnTo>
                <a:lnTo>
                  <a:pt x="259639" y="2908294"/>
                </a:lnTo>
                <a:lnTo>
                  <a:pt x="260274" y="2921620"/>
                </a:lnTo>
                <a:lnTo>
                  <a:pt x="261861" y="2934629"/>
                </a:lnTo>
                <a:lnTo>
                  <a:pt x="264083" y="2947638"/>
                </a:lnTo>
                <a:lnTo>
                  <a:pt x="266622" y="2960330"/>
                </a:lnTo>
                <a:lnTo>
                  <a:pt x="270113" y="2972704"/>
                </a:lnTo>
                <a:lnTo>
                  <a:pt x="273922" y="2984444"/>
                </a:lnTo>
                <a:lnTo>
                  <a:pt x="278366" y="2996501"/>
                </a:lnTo>
                <a:lnTo>
                  <a:pt x="283444" y="3007924"/>
                </a:lnTo>
                <a:lnTo>
                  <a:pt x="288840" y="3019029"/>
                </a:lnTo>
                <a:lnTo>
                  <a:pt x="294870" y="3029817"/>
                </a:lnTo>
                <a:lnTo>
                  <a:pt x="301536" y="3040605"/>
                </a:lnTo>
                <a:lnTo>
                  <a:pt x="308836" y="3050441"/>
                </a:lnTo>
                <a:lnTo>
                  <a:pt x="316136" y="3060277"/>
                </a:lnTo>
                <a:lnTo>
                  <a:pt x="323753" y="3069478"/>
                </a:lnTo>
                <a:lnTo>
                  <a:pt x="332323" y="3078680"/>
                </a:lnTo>
                <a:lnTo>
                  <a:pt x="341210" y="3087247"/>
                </a:lnTo>
                <a:lnTo>
                  <a:pt x="350732" y="3095496"/>
                </a:lnTo>
                <a:lnTo>
                  <a:pt x="360254" y="3103429"/>
                </a:lnTo>
                <a:lnTo>
                  <a:pt x="370411" y="3110409"/>
                </a:lnTo>
                <a:lnTo>
                  <a:pt x="380250" y="3117072"/>
                </a:lnTo>
                <a:lnTo>
                  <a:pt x="391041" y="3123418"/>
                </a:lnTo>
                <a:lnTo>
                  <a:pt x="401833" y="3128812"/>
                </a:lnTo>
                <a:lnTo>
                  <a:pt x="412942" y="3134206"/>
                </a:lnTo>
                <a:lnTo>
                  <a:pt x="424685" y="3138965"/>
                </a:lnTo>
                <a:lnTo>
                  <a:pt x="436429" y="3143090"/>
                </a:lnTo>
                <a:lnTo>
                  <a:pt x="448173" y="3146580"/>
                </a:lnTo>
                <a:lnTo>
                  <a:pt x="460551" y="3149753"/>
                </a:lnTo>
                <a:lnTo>
                  <a:pt x="472930" y="3151974"/>
                </a:lnTo>
                <a:lnTo>
                  <a:pt x="485626" y="3153878"/>
                </a:lnTo>
                <a:lnTo>
                  <a:pt x="498004" y="3154830"/>
                </a:lnTo>
                <a:lnTo>
                  <a:pt x="511017" y="3155147"/>
                </a:lnTo>
                <a:lnTo>
                  <a:pt x="524030" y="3155147"/>
                </a:lnTo>
                <a:lnTo>
                  <a:pt x="537044" y="3154513"/>
                </a:lnTo>
                <a:lnTo>
                  <a:pt x="550374" y="3152926"/>
                </a:lnTo>
                <a:lnTo>
                  <a:pt x="563070" y="3150705"/>
                </a:lnTo>
                <a:lnTo>
                  <a:pt x="575766" y="3148167"/>
                </a:lnTo>
                <a:lnTo>
                  <a:pt x="588462" y="3144994"/>
                </a:lnTo>
                <a:lnTo>
                  <a:pt x="600206" y="3141186"/>
                </a:lnTo>
                <a:lnTo>
                  <a:pt x="612267" y="3136744"/>
                </a:lnTo>
                <a:lnTo>
                  <a:pt x="623693" y="3131668"/>
                </a:lnTo>
                <a:lnTo>
                  <a:pt x="634802" y="3125956"/>
                </a:lnTo>
                <a:lnTo>
                  <a:pt x="645593" y="3119928"/>
                </a:lnTo>
                <a:lnTo>
                  <a:pt x="656067" y="3113265"/>
                </a:lnTo>
                <a:lnTo>
                  <a:pt x="665907" y="3106284"/>
                </a:lnTo>
                <a:lnTo>
                  <a:pt x="676063" y="3098986"/>
                </a:lnTo>
                <a:lnTo>
                  <a:pt x="685268" y="3090737"/>
                </a:lnTo>
                <a:lnTo>
                  <a:pt x="694155" y="3082487"/>
                </a:lnTo>
                <a:lnTo>
                  <a:pt x="702725" y="3073603"/>
                </a:lnTo>
                <a:lnTo>
                  <a:pt x="710977" y="3064402"/>
                </a:lnTo>
                <a:lnTo>
                  <a:pt x="718594" y="3054566"/>
                </a:lnTo>
                <a:lnTo>
                  <a:pt x="725894" y="3045047"/>
                </a:lnTo>
                <a:lnTo>
                  <a:pt x="732560" y="3034576"/>
                </a:lnTo>
                <a:lnTo>
                  <a:pt x="738908" y="3023788"/>
                </a:lnTo>
                <a:lnTo>
                  <a:pt x="744621" y="3013000"/>
                </a:lnTo>
                <a:lnTo>
                  <a:pt x="750017" y="3001895"/>
                </a:lnTo>
                <a:lnTo>
                  <a:pt x="754460" y="2990472"/>
                </a:lnTo>
                <a:lnTo>
                  <a:pt x="758586" y="2979050"/>
                </a:lnTo>
                <a:lnTo>
                  <a:pt x="762078" y="2966676"/>
                </a:lnTo>
                <a:lnTo>
                  <a:pt x="765252" y="2954618"/>
                </a:lnTo>
                <a:lnTo>
                  <a:pt x="767473" y="2942244"/>
                </a:lnTo>
                <a:lnTo>
                  <a:pt x="769378" y="2929870"/>
                </a:lnTo>
                <a:lnTo>
                  <a:pt x="770330" y="2916861"/>
                </a:lnTo>
                <a:lnTo>
                  <a:pt x="770965" y="2903852"/>
                </a:lnTo>
                <a:lnTo>
                  <a:pt x="770647" y="2890843"/>
                </a:lnTo>
                <a:lnTo>
                  <a:pt x="770013" y="2877834"/>
                </a:lnTo>
                <a:lnTo>
                  <a:pt x="768426" y="2864507"/>
                </a:lnTo>
                <a:lnTo>
                  <a:pt x="766521" y="2851816"/>
                </a:lnTo>
                <a:lnTo>
                  <a:pt x="763982" y="2839441"/>
                </a:lnTo>
                <a:lnTo>
                  <a:pt x="760808" y="2827067"/>
                </a:lnTo>
                <a:lnTo>
                  <a:pt x="756682" y="2814692"/>
                </a:lnTo>
                <a:lnTo>
                  <a:pt x="752238" y="2802953"/>
                </a:lnTo>
                <a:lnTo>
                  <a:pt x="747160" y="2791530"/>
                </a:lnTo>
                <a:lnTo>
                  <a:pt x="741764" y="2780108"/>
                </a:lnTo>
                <a:lnTo>
                  <a:pt x="735416" y="2769637"/>
                </a:lnTo>
                <a:lnTo>
                  <a:pt x="729068" y="2759166"/>
                </a:lnTo>
                <a:lnTo>
                  <a:pt x="722086" y="2749013"/>
                </a:lnTo>
                <a:lnTo>
                  <a:pt x="714468" y="2739177"/>
                </a:lnTo>
                <a:lnTo>
                  <a:pt x="706533" y="2729658"/>
                </a:lnTo>
                <a:lnTo>
                  <a:pt x="697964" y="2720774"/>
                </a:lnTo>
                <a:lnTo>
                  <a:pt x="689394" y="2712207"/>
                </a:lnTo>
                <a:lnTo>
                  <a:pt x="680189" y="2704275"/>
                </a:lnTo>
                <a:lnTo>
                  <a:pt x="670350" y="2696342"/>
                </a:lnTo>
                <a:lnTo>
                  <a:pt x="660511" y="2689362"/>
                </a:lnTo>
                <a:lnTo>
                  <a:pt x="650037" y="2682382"/>
                </a:lnTo>
                <a:lnTo>
                  <a:pt x="639563" y="2676353"/>
                </a:lnTo>
                <a:lnTo>
                  <a:pt x="628771" y="2670324"/>
                </a:lnTo>
                <a:lnTo>
                  <a:pt x="617662" y="2665248"/>
                </a:lnTo>
                <a:lnTo>
                  <a:pt x="606236" y="2660171"/>
                </a:lnTo>
                <a:lnTo>
                  <a:pt x="594175" y="2656364"/>
                </a:lnTo>
                <a:lnTo>
                  <a:pt x="582431" y="2652873"/>
                </a:lnTo>
                <a:lnTo>
                  <a:pt x="570053" y="2650018"/>
                </a:lnTo>
                <a:lnTo>
                  <a:pt x="557992" y="2647479"/>
                </a:lnTo>
                <a:lnTo>
                  <a:pt x="545296" y="2645576"/>
                </a:lnTo>
                <a:lnTo>
                  <a:pt x="532600" y="2644306"/>
                </a:lnTo>
                <a:lnTo>
                  <a:pt x="519587" y="2643989"/>
                </a:lnTo>
                <a:lnTo>
                  <a:pt x="506574" y="2643989"/>
                </a:lnTo>
                <a:close/>
                <a:moveTo>
                  <a:pt x="552279" y="2413000"/>
                </a:moveTo>
                <a:lnTo>
                  <a:pt x="560214" y="2505650"/>
                </a:lnTo>
                <a:lnTo>
                  <a:pt x="569736" y="2506602"/>
                </a:lnTo>
                <a:lnTo>
                  <a:pt x="578940" y="2508188"/>
                </a:lnTo>
                <a:lnTo>
                  <a:pt x="588779" y="2510092"/>
                </a:lnTo>
                <a:lnTo>
                  <a:pt x="597984" y="2511678"/>
                </a:lnTo>
                <a:lnTo>
                  <a:pt x="607506" y="2513582"/>
                </a:lnTo>
                <a:lnTo>
                  <a:pt x="617028" y="2516120"/>
                </a:lnTo>
                <a:lnTo>
                  <a:pt x="626232" y="2518976"/>
                </a:lnTo>
                <a:lnTo>
                  <a:pt x="635119" y="2521514"/>
                </a:lnTo>
                <a:lnTo>
                  <a:pt x="644006" y="2524370"/>
                </a:lnTo>
                <a:lnTo>
                  <a:pt x="653211" y="2527860"/>
                </a:lnTo>
                <a:lnTo>
                  <a:pt x="661780" y="2531033"/>
                </a:lnTo>
                <a:lnTo>
                  <a:pt x="670668" y="2534841"/>
                </a:lnTo>
                <a:lnTo>
                  <a:pt x="679237" y="2538648"/>
                </a:lnTo>
                <a:lnTo>
                  <a:pt x="687807" y="2542773"/>
                </a:lnTo>
                <a:lnTo>
                  <a:pt x="696377" y="2547215"/>
                </a:lnTo>
                <a:lnTo>
                  <a:pt x="704629" y="2551657"/>
                </a:lnTo>
                <a:lnTo>
                  <a:pt x="764299" y="2480266"/>
                </a:lnTo>
                <a:lnTo>
                  <a:pt x="884275" y="2581165"/>
                </a:lnTo>
                <a:lnTo>
                  <a:pt x="824922" y="2651921"/>
                </a:lnTo>
                <a:lnTo>
                  <a:pt x="830953" y="2659219"/>
                </a:lnTo>
                <a:lnTo>
                  <a:pt x="836348" y="2666517"/>
                </a:lnTo>
                <a:lnTo>
                  <a:pt x="842062" y="2674449"/>
                </a:lnTo>
                <a:lnTo>
                  <a:pt x="847140" y="2682382"/>
                </a:lnTo>
                <a:lnTo>
                  <a:pt x="852536" y="2690314"/>
                </a:lnTo>
                <a:lnTo>
                  <a:pt x="857297" y="2698563"/>
                </a:lnTo>
                <a:lnTo>
                  <a:pt x="862057" y="2706813"/>
                </a:lnTo>
                <a:lnTo>
                  <a:pt x="866501" y="2715380"/>
                </a:lnTo>
                <a:lnTo>
                  <a:pt x="870945" y="2723947"/>
                </a:lnTo>
                <a:lnTo>
                  <a:pt x="875071" y="2732514"/>
                </a:lnTo>
                <a:lnTo>
                  <a:pt x="879197" y="2741398"/>
                </a:lnTo>
                <a:lnTo>
                  <a:pt x="883006" y="2750282"/>
                </a:lnTo>
                <a:lnTo>
                  <a:pt x="886497" y="2759166"/>
                </a:lnTo>
                <a:lnTo>
                  <a:pt x="889671" y="2768050"/>
                </a:lnTo>
                <a:lnTo>
                  <a:pt x="892845" y="2777252"/>
                </a:lnTo>
                <a:lnTo>
                  <a:pt x="896019" y="2786453"/>
                </a:lnTo>
                <a:lnTo>
                  <a:pt x="986794" y="2779156"/>
                </a:lnTo>
                <a:lnTo>
                  <a:pt x="1000125" y="2934629"/>
                </a:lnTo>
                <a:lnTo>
                  <a:pt x="909667" y="2942879"/>
                </a:lnTo>
                <a:lnTo>
                  <a:pt x="908397" y="2952397"/>
                </a:lnTo>
                <a:lnTo>
                  <a:pt x="907128" y="2962233"/>
                </a:lnTo>
                <a:lnTo>
                  <a:pt x="905541" y="2971752"/>
                </a:lnTo>
                <a:lnTo>
                  <a:pt x="903636" y="2981588"/>
                </a:lnTo>
                <a:lnTo>
                  <a:pt x="901415" y="2990790"/>
                </a:lnTo>
                <a:lnTo>
                  <a:pt x="899193" y="3000309"/>
                </a:lnTo>
                <a:lnTo>
                  <a:pt x="896654" y="3009827"/>
                </a:lnTo>
                <a:lnTo>
                  <a:pt x="893797" y="3019029"/>
                </a:lnTo>
                <a:lnTo>
                  <a:pt x="890623" y="3027913"/>
                </a:lnTo>
                <a:lnTo>
                  <a:pt x="887449" y="3036797"/>
                </a:lnTo>
                <a:lnTo>
                  <a:pt x="883958" y="3045999"/>
                </a:lnTo>
                <a:lnTo>
                  <a:pt x="880149" y="3054566"/>
                </a:lnTo>
                <a:lnTo>
                  <a:pt x="876658" y="3063450"/>
                </a:lnTo>
                <a:lnTo>
                  <a:pt x="872532" y="3072017"/>
                </a:lnTo>
                <a:lnTo>
                  <a:pt x="868088" y="3080584"/>
                </a:lnTo>
                <a:lnTo>
                  <a:pt x="863644" y="3089150"/>
                </a:lnTo>
                <a:lnTo>
                  <a:pt x="933154" y="3147532"/>
                </a:lnTo>
                <a:lnTo>
                  <a:pt x="831905" y="3267151"/>
                </a:lnTo>
                <a:lnTo>
                  <a:pt x="763347" y="3209404"/>
                </a:lnTo>
                <a:lnTo>
                  <a:pt x="755730" y="3215433"/>
                </a:lnTo>
                <a:lnTo>
                  <a:pt x="748112" y="3221144"/>
                </a:lnTo>
                <a:lnTo>
                  <a:pt x="740177" y="3226538"/>
                </a:lnTo>
                <a:lnTo>
                  <a:pt x="732560" y="3231615"/>
                </a:lnTo>
                <a:lnTo>
                  <a:pt x="724307" y="3237009"/>
                </a:lnTo>
                <a:lnTo>
                  <a:pt x="716055" y="3242085"/>
                </a:lnTo>
                <a:lnTo>
                  <a:pt x="707485" y="3246527"/>
                </a:lnTo>
                <a:lnTo>
                  <a:pt x="698916" y="3251287"/>
                </a:lnTo>
                <a:lnTo>
                  <a:pt x="690346" y="3256046"/>
                </a:lnTo>
                <a:lnTo>
                  <a:pt x="681459" y="3259854"/>
                </a:lnTo>
                <a:lnTo>
                  <a:pt x="672572" y="3263979"/>
                </a:lnTo>
                <a:lnTo>
                  <a:pt x="663685" y="3267786"/>
                </a:lnTo>
                <a:lnTo>
                  <a:pt x="654480" y="3271276"/>
                </a:lnTo>
                <a:lnTo>
                  <a:pt x="645593" y="3274449"/>
                </a:lnTo>
                <a:lnTo>
                  <a:pt x="635754" y="3277305"/>
                </a:lnTo>
                <a:lnTo>
                  <a:pt x="626549" y="3280478"/>
                </a:lnTo>
                <a:lnTo>
                  <a:pt x="634484" y="3369637"/>
                </a:lnTo>
                <a:lnTo>
                  <a:pt x="478008" y="3382963"/>
                </a:lnTo>
                <a:lnTo>
                  <a:pt x="470390" y="3293804"/>
                </a:lnTo>
                <a:lnTo>
                  <a:pt x="460551" y="3292535"/>
                </a:lnTo>
                <a:lnTo>
                  <a:pt x="451029" y="3291266"/>
                </a:lnTo>
                <a:lnTo>
                  <a:pt x="441190" y="3289362"/>
                </a:lnTo>
                <a:lnTo>
                  <a:pt x="431668" y="3287458"/>
                </a:lnTo>
                <a:lnTo>
                  <a:pt x="421829" y="3285237"/>
                </a:lnTo>
                <a:lnTo>
                  <a:pt x="412624" y="3283016"/>
                </a:lnTo>
                <a:lnTo>
                  <a:pt x="403420" y="3280478"/>
                </a:lnTo>
                <a:lnTo>
                  <a:pt x="394215" y="3277305"/>
                </a:lnTo>
                <a:lnTo>
                  <a:pt x="384693" y="3274449"/>
                </a:lnTo>
                <a:lnTo>
                  <a:pt x="375806" y="3271276"/>
                </a:lnTo>
                <a:lnTo>
                  <a:pt x="366919" y="3267786"/>
                </a:lnTo>
                <a:lnTo>
                  <a:pt x="358032" y="3263979"/>
                </a:lnTo>
                <a:lnTo>
                  <a:pt x="349145" y="3259854"/>
                </a:lnTo>
                <a:lnTo>
                  <a:pt x="340575" y="3256046"/>
                </a:lnTo>
                <a:lnTo>
                  <a:pt x="332006" y="3251921"/>
                </a:lnTo>
                <a:lnTo>
                  <a:pt x="323436" y="3246845"/>
                </a:lnTo>
                <a:lnTo>
                  <a:pt x="265987" y="3315697"/>
                </a:lnTo>
                <a:lnTo>
                  <a:pt x="146012" y="3214798"/>
                </a:lnTo>
                <a:lnTo>
                  <a:pt x="204412" y="3145628"/>
                </a:lnTo>
                <a:lnTo>
                  <a:pt x="198382" y="3138331"/>
                </a:lnTo>
                <a:lnTo>
                  <a:pt x="192669" y="3130398"/>
                </a:lnTo>
                <a:lnTo>
                  <a:pt x="187273" y="3122466"/>
                </a:lnTo>
                <a:lnTo>
                  <a:pt x="181877" y="3114851"/>
                </a:lnTo>
                <a:lnTo>
                  <a:pt x="176799" y="3106602"/>
                </a:lnTo>
                <a:lnTo>
                  <a:pt x="172038" y="3098352"/>
                </a:lnTo>
                <a:lnTo>
                  <a:pt x="167277" y="3089785"/>
                </a:lnTo>
                <a:lnTo>
                  <a:pt x="162834" y="3081853"/>
                </a:lnTo>
                <a:lnTo>
                  <a:pt x="158390" y="3072969"/>
                </a:lnTo>
                <a:lnTo>
                  <a:pt x="154264" y="3064402"/>
                </a:lnTo>
                <a:lnTo>
                  <a:pt x="150455" y="3055517"/>
                </a:lnTo>
                <a:lnTo>
                  <a:pt x="146646" y="3046633"/>
                </a:lnTo>
                <a:lnTo>
                  <a:pt x="143155" y="3037114"/>
                </a:lnTo>
                <a:lnTo>
                  <a:pt x="139664" y="3028230"/>
                </a:lnTo>
                <a:lnTo>
                  <a:pt x="136807" y="3018711"/>
                </a:lnTo>
                <a:lnTo>
                  <a:pt x="133633" y="3009193"/>
                </a:lnTo>
                <a:lnTo>
                  <a:pt x="43175" y="3017125"/>
                </a:lnTo>
                <a:lnTo>
                  <a:pt x="30162" y="2861334"/>
                </a:lnTo>
                <a:lnTo>
                  <a:pt x="121255" y="2853402"/>
                </a:lnTo>
                <a:lnTo>
                  <a:pt x="122207" y="2843249"/>
                </a:lnTo>
                <a:lnTo>
                  <a:pt x="123794" y="2833730"/>
                </a:lnTo>
                <a:lnTo>
                  <a:pt x="125698" y="2824529"/>
                </a:lnTo>
                <a:lnTo>
                  <a:pt x="127285" y="2814692"/>
                </a:lnTo>
                <a:lnTo>
                  <a:pt x="129824" y="2805491"/>
                </a:lnTo>
                <a:lnTo>
                  <a:pt x="132046" y="2796290"/>
                </a:lnTo>
                <a:lnTo>
                  <a:pt x="134903" y="2787088"/>
                </a:lnTo>
                <a:lnTo>
                  <a:pt x="137442" y="2777569"/>
                </a:lnTo>
                <a:lnTo>
                  <a:pt x="140298" y="2768685"/>
                </a:lnTo>
                <a:lnTo>
                  <a:pt x="143790" y="2759801"/>
                </a:lnTo>
                <a:lnTo>
                  <a:pt x="147598" y="2750917"/>
                </a:lnTo>
                <a:lnTo>
                  <a:pt x="151090" y="2742032"/>
                </a:lnTo>
                <a:lnTo>
                  <a:pt x="154899" y="2733466"/>
                </a:lnTo>
                <a:lnTo>
                  <a:pt x="159025" y="2724899"/>
                </a:lnTo>
                <a:lnTo>
                  <a:pt x="167912" y="2707765"/>
                </a:lnTo>
                <a:lnTo>
                  <a:pt x="97450" y="2648749"/>
                </a:lnTo>
                <a:lnTo>
                  <a:pt x="198382" y="2528812"/>
                </a:lnTo>
                <a:lnTo>
                  <a:pt x="269161" y="2588780"/>
                </a:lnTo>
                <a:lnTo>
                  <a:pt x="284079" y="2577675"/>
                </a:lnTo>
                <a:lnTo>
                  <a:pt x="299631" y="2566887"/>
                </a:lnTo>
                <a:lnTo>
                  <a:pt x="307884" y="2561493"/>
                </a:lnTo>
                <a:lnTo>
                  <a:pt x="315819" y="2556734"/>
                </a:lnTo>
                <a:lnTo>
                  <a:pt x="324388" y="2552292"/>
                </a:lnTo>
                <a:lnTo>
                  <a:pt x="332323" y="2547532"/>
                </a:lnTo>
                <a:lnTo>
                  <a:pt x="340893" y="2543407"/>
                </a:lnTo>
                <a:lnTo>
                  <a:pt x="349463" y="2539283"/>
                </a:lnTo>
                <a:lnTo>
                  <a:pt x="358350" y="2535158"/>
                </a:lnTo>
                <a:lnTo>
                  <a:pt x="367237" y="2531350"/>
                </a:lnTo>
                <a:lnTo>
                  <a:pt x="376124" y="2528177"/>
                </a:lnTo>
                <a:lnTo>
                  <a:pt x="385646" y="2524687"/>
                </a:lnTo>
                <a:lnTo>
                  <a:pt x="394533" y="2521832"/>
                </a:lnTo>
                <a:lnTo>
                  <a:pt x="403737" y="2518976"/>
                </a:lnTo>
                <a:lnTo>
                  <a:pt x="396120" y="2426327"/>
                </a:lnTo>
                <a:lnTo>
                  <a:pt x="552279" y="2413000"/>
                </a:lnTo>
                <a:close/>
                <a:moveTo>
                  <a:pt x="1753153" y="2246313"/>
                </a:moveTo>
                <a:lnTo>
                  <a:pt x="1813988" y="2246313"/>
                </a:lnTo>
                <a:lnTo>
                  <a:pt x="1817474" y="2246631"/>
                </a:lnTo>
                <a:lnTo>
                  <a:pt x="1820959" y="2247583"/>
                </a:lnTo>
                <a:lnTo>
                  <a:pt x="1823811" y="2248536"/>
                </a:lnTo>
                <a:lnTo>
                  <a:pt x="1826346" y="2250441"/>
                </a:lnTo>
                <a:lnTo>
                  <a:pt x="1828564" y="2252346"/>
                </a:lnTo>
                <a:lnTo>
                  <a:pt x="1830148" y="2254886"/>
                </a:lnTo>
                <a:lnTo>
                  <a:pt x="1831415" y="2257426"/>
                </a:lnTo>
                <a:lnTo>
                  <a:pt x="1831732" y="2259966"/>
                </a:lnTo>
                <a:lnTo>
                  <a:pt x="1831732" y="2310766"/>
                </a:lnTo>
                <a:lnTo>
                  <a:pt x="1842188" y="2312036"/>
                </a:lnTo>
                <a:lnTo>
                  <a:pt x="1852011" y="2313623"/>
                </a:lnTo>
                <a:lnTo>
                  <a:pt x="1862467" y="2315528"/>
                </a:lnTo>
                <a:lnTo>
                  <a:pt x="1871973" y="2317751"/>
                </a:lnTo>
                <a:lnTo>
                  <a:pt x="1880528" y="2319973"/>
                </a:lnTo>
                <a:lnTo>
                  <a:pt x="1889400" y="2322513"/>
                </a:lnTo>
                <a:lnTo>
                  <a:pt x="1897955" y="2325371"/>
                </a:lnTo>
                <a:lnTo>
                  <a:pt x="1907460" y="2328863"/>
                </a:lnTo>
                <a:lnTo>
                  <a:pt x="1916332" y="2332673"/>
                </a:lnTo>
                <a:lnTo>
                  <a:pt x="1925204" y="2336801"/>
                </a:lnTo>
                <a:lnTo>
                  <a:pt x="1934393" y="2341246"/>
                </a:lnTo>
                <a:lnTo>
                  <a:pt x="1942948" y="2345691"/>
                </a:lnTo>
                <a:lnTo>
                  <a:pt x="1951503" y="2350771"/>
                </a:lnTo>
                <a:lnTo>
                  <a:pt x="1960058" y="2355851"/>
                </a:lnTo>
                <a:lnTo>
                  <a:pt x="1967662" y="2361566"/>
                </a:lnTo>
                <a:lnTo>
                  <a:pt x="1975267" y="2367281"/>
                </a:lnTo>
                <a:lnTo>
                  <a:pt x="1982238" y="2372996"/>
                </a:lnTo>
                <a:lnTo>
                  <a:pt x="1988575" y="2379346"/>
                </a:lnTo>
                <a:lnTo>
                  <a:pt x="1994278" y="2385378"/>
                </a:lnTo>
                <a:lnTo>
                  <a:pt x="1999665" y="2392046"/>
                </a:lnTo>
                <a:lnTo>
                  <a:pt x="2002199" y="2396491"/>
                </a:lnTo>
                <a:lnTo>
                  <a:pt x="2004100" y="2401253"/>
                </a:lnTo>
                <a:lnTo>
                  <a:pt x="2005051" y="2406016"/>
                </a:lnTo>
                <a:lnTo>
                  <a:pt x="2005685" y="2411413"/>
                </a:lnTo>
                <a:lnTo>
                  <a:pt x="2005051" y="2416493"/>
                </a:lnTo>
                <a:lnTo>
                  <a:pt x="2003784" y="2421891"/>
                </a:lnTo>
                <a:lnTo>
                  <a:pt x="2001566" y="2427288"/>
                </a:lnTo>
                <a:lnTo>
                  <a:pt x="1998397" y="2432368"/>
                </a:lnTo>
                <a:lnTo>
                  <a:pt x="1996179" y="2435543"/>
                </a:lnTo>
                <a:lnTo>
                  <a:pt x="1993961" y="2438401"/>
                </a:lnTo>
                <a:lnTo>
                  <a:pt x="1991426" y="2441576"/>
                </a:lnTo>
                <a:lnTo>
                  <a:pt x="1988575" y="2444433"/>
                </a:lnTo>
                <a:lnTo>
                  <a:pt x="1985406" y="2447291"/>
                </a:lnTo>
                <a:lnTo>
                  <a:pt x="1982238" y="2449831"/>
                </a:lnTo>
                <a:lnTo>
                  <a:pt x="1978435" y="2452688"/>
                </a:lnTo>
                <a:lnTo>
                  <a:pt x="1974633" y="2454911"/>
                </a:lnTo>
                <a:lnTo>
                  <a:pt x="1971148" y="2457133"/>
                </a:lnTo>
                <a:lnTo>
                  <a:pt x="1967029" y="2459038"/>
                </a:lnTo>
                <a:lnTo>
                  <a:pt x="1962910" y="2460626"/>
                </a:lnTo>
                <a:lnTo>
                  <a:pt x="1958790" y="2462213"/>
                </a:lnTo>
                <a:lnTo>
                  <a:pt x="1954671" y="2463483"/>
                </a:lnTo>
                <a:lnTo>
                  <a:pt x="1950235" y="2464118"/>
                </a:lnTo>
                <a:lnTo>
                  <a:pt x="1945799" y="2464753"/>
                </a:lnTo>
                <a:lnTo>
                  <a:pt x="1941364" y="2464753"/>
                </a:lnTo>
                <a:lnTo>
                  <a:pt x="1936294" y="2464753"/>
                </a:lnTo>
                <a:lnTo>
                  <a:pt x="1931541" y="2464118"/>
                </a:lnTo>
                <a:lnTo>
                  <a:pt x="1926471" y="2462531"/>
                </a:lnTo>
                <a:lnTo>
                  <a:pt x="1922035" y="2460626"/>
                </a:lnTo>
                <a:lnTo>
                  <a:pt x="1917916" y="2458403"/>
                </a:lnTo>
                <a:lnTo>
                  <a:pt x="1914431" y="2455546"/>
                </a:lnTo>
                <a:lnTo>
                  <a:pt x="1910946" y="2452688"/>
                </a:lnTo>
                <a:lnTo>
                  <a:pt x="1908094" y="2448878"/>
                </a:lnTo>
                <a:lnTo>
                  <a:pt x="1904925" y="2445068"/>
                </a:lnTo>
                <a:lnTo>
                  <a:pt x="1903341" y="2443798"/>
                </a:lnTo>
                <a:lnTo>
                  <a:pt x="1897004" y="2438401"/>
                </a:lnTo>
                <a:lnTo>
                  <a:pt x="1890667" y="2433638"/>
                </a:lnTo>
                <a:lnTo>
                  <a:pt x="1883696" y="2429193"/>
                </a:lnTo>
                <a:lnTo>
                  <a:pt x="1876092" y="2424431"/>
                </a:lnTo>
                <a:lnTo>
                  <a:pt x="1868804" y="2419986"/>
                </a:lnTo>
                <a:lnTo>
                  <a:pt x="1861200" y="2415858"/>
                </a:lnTo>
                <a:lnTo>
                  <a:pt x="1853912" y="2412366"/>
                </a:lnTo>
                <a:lnTo>
                  <a:pt x="1847258" y="2409508"/>
                </a:lnTo>
                <a:lnTo>
                  <a:pt x="1840921" y="2407286"/>
                </a:lnTo>
                <a:lnTo>
                  <a:pt x="1834267" y="2405381"/>
                </a:lnTo>
                <a:lnTo>
                  <a:pt x="1827296" y="2403793"/>
                </a:lnTo>
                <a:lnTo>
                  <a:pt x="1820642" y="2402523"/>
                </a:lnTo>
                <a:lnTo>
                  <a:pt x="1813355" y="2401253"/>
                </a:lnTo>
                <a:lnTo>
                  <a:pt x="1806384" y="2400301"/>
                </a:lnTo>
                <a:lnTo>
                  <a:pt x="1799730" y="2399666"/>
                </a:lnTo>
                <a:lnTo>
                  <a:pt x="1792759" y="2399348"/>
                </a:lnTo>
                <a:lnTo>
                  <a:pt x="1786105" y="2399031"/>
                </a:lnTo>
                <a:lnTo>
                  <a:pt x="1776917" y="2399348"/>
                </a:lnTo>
                <a:lnTo>
                  <a:pt x="1767094" y="2400301"/>
                </a:lnTo>
                <a:lnTo>
                  <a:pt x="1756321" y="2401571"/>
                </a:lnTo>
                <a:lnTo>
                  <a:pt x="1745548" y="2404428"/>
                </a:lnTo>
                <a:lnTo>
                  <a:pt x="1740162" y="2405698"/>
                </a:lnTo>
                <a:lnTo>
                  <a:pt x="1734458" y="2407603"/>
                </a:lnTo>
                <a:lnTo>
                  <a:pt x="1729072" y="2409826"/>
                </a:lnTo>
                <a:lnTo>
                  <a:pt x="1723368" y="2412048"/>
                </a:lnTo>
                <a:lnTo>
                  <a:pt x="1717982" y="2414906"/>
                </a:lnTo>
                <a:lnTo>
                  <a:pt x="1712279" y="2418081"/>
                </a:lnTo>
                <a:lnTo>
                  <a:pt x="1706575" y="2421256"/>
                </a:lnTo>
                <a:lnTo>
                  <a:pt x="1701506" y="2425383"/>
                </a:lnTo>
                <a:lnTo>
                  <a:pt x="1698337" y="2427923"/>
                </a:lnTo>
                <a:lnTo>
                  <a:pt x="1695168" y="2431416"/>
                </a:lnTo>
                <a:lnTo>
                  <a:pt x="1692634" y="2434908"/>
                </a:lnTo>
                <a:lnTo>
                  <a:pt x="1690415" y="2438401"/>
                </a:lnTo>
                <a:lnTo>
                  <a:pt x="1688514" y="2442211"/>
                </a:lnTo>
                <a:lnTo>
                  <a:pt x="1686930" y="2446338"/>
                </a:lnTo>
                <a:lnTo>
                  <a:pt x="1686296" y="2450783"/>
                </a:lnTo>
                <a:lnTo>
                  <a:pt x="1685662" y="2455228"/>
                </a:lnTo>
                <a:lnTo>
                  <a:pt x="1685346" y="2459673"/>
                </a:lnTo>
                <a:lnTo>
                  <a:pt x="1685346" y="2464118"/>
                </a:lnTo>
                <a:lnTo>
                  <a:pt x="1685662" y="2468563"/>
                </a:lnTo>
                <a:lnTo>
                  <a:pt x="1686296" y="2473008"/>
                </a:lnTo>
                <a:lnTo>
                  <a:pt x="1687880" y="2477136"/>
                </a:lnTo>
                <a:lnTo>
                  <a:pt x="1689148" y="2481581"/>
                </a:lnTo>
                <a:lnTo>
                  <a:pt x="1691366" y="2485708"/>
                </a:lnTo>
                <a:lnTo>
                  <a:pt x="1693584" y="2489518"/>
                </a:lnTo>
                <a:lnTo>
                  <a:pt x="1698654" y="2495233"/>
                </a:lnTo>
                <a:lnTo>
                  <a:pt x="1703723" y="2500631"/>
                </a:lnTo>
                <a:lnTo>
                  <a:pt x="1709427" y="2505076"/>
                </a:lnTo>
                <a:lnTo>
                  <a:pt x="1715130" y="2508568"/>
                </a:lnTo>
                <a:lnTo>
                  <a:pt x="1721784" y="2512378"/>
                </a:lnTo>
                <a:lnTo>
                  <a:pt x="1729389" y="2515871"/>
                </a:lnTo>
                <a:lnTo>
                  <a:pt x="1745865" y="2522538"/>
                </a:lnTo>
                <a:lnTo>
                  <a:pt x="1750618" y="2524443"/>
                </a:lnTo>
                <a:lnTo>
                  <a:pt x="1778501" y="2534603"/>
                </a:lnTo>
                <a:lnTo>
                  <a:pt x="1797829" y="2542223"/>
                </a:lnTo>
                <a:lnTo>
                  <a:pt x="1816523" y="2549208"/>
                </a:lnTo>
                <a:lnTo>
                  <a:pt x="1827613" y="2553336"/>
                </a:lnTo>
                <a:lnTo>
                  <a:pt x="1854546" y="2562861"/>
                </a:lnTo>
                <a:lnTo>
                  <a:pt x="1868804" y="2568258"/>
                </a:lnTo>
                <a:lnTo>
                  <a:pt x="1882746" y="2573656"/>
                </a:lnTo>
                <a:lnTo>
                  <a:pt x="1897004" y="2579688"/>
                </a:lnTo>
                <a:lnTo>
                  <a:pt x="1911262" y="2585721"/>
                </a:lnTo>
                <a:lnTo>
                  <a:pt x="1925204" y="2592388"/>
                </a:lnTo>
                <a:lnTo>
                  <a:pt x="1938512" y="2599373"/>
                </a:lnTo>
                <a:lnTo>
                  <a:pt x="1951503" y="2606676"/>
                </a:lnTo>
                <a:lnTo>
                  <a:pt x="1964177" y="2614613"/>
                </a:lnTo>
                <a:lnTo>
                  <a:pt x="1969563" y="2618741"/>
                </a:lnTo>
                <a:lnTo>
                  <a:pt x="1975584" y="2622868"/>
                </a:lnTo>
                <a:lnTo>
                  <a:pt x="1980653" y="2627313"/>
                </a:lnTo>
                <a:lnTo>
                  <a:pt x="1986040" y="2631758"/>
                </a:lnTo>
                <a:lnTo>
                  <a:pt x="1990793" y="2636203"/>
                </a:lnTo>
                <a:lnTo>
                  <a:pt x="1995229" y="2640966"/>
                </a:lnTo>
                <a:lnTo>
                  <a:pt x="1999665" y="2645728"/>
                </a:lnTo>
                <a:lnTo>
                  <a:pt x="2003467" y="2651126"/>
                </a:lnTo>
                <a:lnTo>
                  <a:pt x="2006952" y="2656206"/>
                </a:lnTo>
                <a:lnTo>
                  <a:pt x="2010438" y="2661286"/>
                </a:lnTo>
                <a:lnTo>
                  <a:pt x="2012972" y="2667001"/>
                </a:lnTo>
                <a:lnTo>
                  <a:pt x="2015507" y="2672398"/>
                </a:lnTo>
                <a:lnTo>
                  <a:pt x="2017408" y="2677796"/>
                </a:lnTo>
                <a:lnTo>
                  <a:pt x="2019309" y="2682876"/>
                </a:lnTo>
                <a:lnTo>
                  <a:pt x="2020260" y="2688273"/>
                </a:lnTo>
                <a:lnTo>
                  <a:pt x="2021844" y="2693671"/>
                </a:lnTo>
                <a:lnTo>
                  <a:pt x="2022478" y="2699068"/>
                </a:lnTo>
                <a:lnTo>
                  <a:pt x="2023429" y="2704148"/>
                </a:lnTo>
                <a:lnTo>
                  <a:pt x="2023745" y="2709546"/>
                </a:lnTo>
                <a:lnTo>
                  <a:pt x="2024062" y="2714943"/>
                </a:lnTo>
                <a:lnTo>
                  <a:pt x="2024062" y="2720023"/>
                </a:lnTo>
                <a:lnTo>
                  <a:pt x="2024062" y="2725738"/>
                </a:lnTo>
                <a:lnTo>
                  <a:pt x="2023429" y="2730818"/>
                </a:lnTo>
                <a:lnTo>
                  <a:pt x="2022478" y="2736216"/>
                </a:lnTo>
                <a:lnTo>
                  <a:pt x="2021844" y="2741296"/>
                </a:lnTo>
                <a:lnTo>
                  <a:pt x="2020894" y="2746376"/>
                </a:lnTo>
                <a:lnTo>
                  <a:pt x="2019309" y="2751773"/>
                </a:lnTo>
                <a:lnTo>
                  <a:pt x="2017725" y="2756853"/>
                </a:lnTo>
                <a:lnTo>
                  <a:pt x="2014240" y="2767331"/>
                </a:lnTo>
                <a:lnTo>
                  <a:pt x="2009170" y="2777173"/>
                </a:lnTo>
                <a:lnTo>
                  <a:pt x="2004100" y="2787016"/>
                </a:lnTo>
                <a:lnTo>
                  <a:pt x="1997763" y="2796223"/>
                </a:lnTo>
                <a:lnTo>
                  <a:pt x="1990476" y="2805431"/>
                </a:lnTo>
                <a:lnTo>
                  <a:pt x="1982554" y="2814003"/>
                </a:lnTo>
                <a:lnTo>
                  <a:pt x="1973683" y="2822576"/>
                </a:lnTo>
                <a:lnTo>
                  <a:pt x="1964177" y="2830513"/>
                </a:lnTo>
                <a:lnTo>
                  <a:pt x="1958474" y="2834641"/>
                </a:lnTo>
                <a:lnTo>
                  <a:pt x="1952137" y="2838768"/>
                </a:lnTo>
                <a:lnTo>
                  <a:pt x="1945799" y="2842261"/>
                </a:lnTo>
                <a:lnTo>
                  <a:pt x="1938829" y="2845753"/>
                </a:lnTo>
                <a:lnTo>
                  <a:pt x="1931541" y="2848928"/>
                </a:lnTo>
                <a:lnTo>
                  <a:pt x="1923937" y="2852421"/>
                </a:lnTo>
                <a:lnTo>
                  <a:pt x="1915698" y="2854961"/>
                </a:lnTo>
                <a:lnTo>
                  <a:pt x="1907777" y="2857818"/>
                </a:lnTo>
                <a:lnTo>
                  <a:pt x="1899222" y="2860041"/>
                </a:lnTo>
                <a:lnTo>
                  <a:pt x="1890350" y="2862263"/>
                </a:lnTo>
                <a:lnTo>
                  <a:pt x="1880845" y="2864486"/>
                </a:lnTo>
                <a:lnTo>
                  <a:pt x="1871656" y="2866391"/>
                </a:lnTo>
                <a:lnTo>
                  <a:pt x="1862150" y="2867978"/>
                </a:lnTo>
                <a:lnTo>
                  <a:pt x="1852011" y="2869566"/>
                </a:lnTo>
                <a:lnTo>
                  <a:pt x="1842188" y="2870201"/>
                </a:lnTo>
                <a:lnTo>
                  <a:pt x="1831732" y="2871471"/>
                </a:lnTo>
                <a:lnTo>
                  <a:pt x="1831732" y="2918143"/>
                </a:lnTo>
                <a:lnTo>
                  <a:pt x="1831415" y="2921001"/>
                </a:lnTo>
                <a:lnTo>
                  <a:pt x="1830148" y="2923858"/>
                </a:lnTo>
                <a:lnTo>
                  <a:pt x="1828564" y="2926081"/>
                </a:lnTo>
                <a:lnTo>
                  <a:pt x="1826346" y="2928303"/>
                </a:lnTo>
                <a:lnTo>
                  <a:pt x="1823811" y="2929573"/>
                </a:lnTo>
                <a:lnTo>
                  <a:pt x="1820959" y="2931161"/>
                </a:lnTo>
                <a:lnTo>
                  <a:pt x="1817474" y="2931796"/>
                </a:lnTo>
                <a:lnTo>
                  <a:pt x="1813988" y="2932113"/>
                </a:lnTo>
                <a:lnTo>
                  <a:pt x="1753153" y="2932113"/>
                </a:lnTo>
                <a:lnTo>
                  <a:pt x="1749350" y="2931796"/>
                </a:lnTo>
                <a:lnTo>
                  <a:pt x="1745865" y="2931161"/>
                </a:lnTo>
                <a:lnTo>
                  <a:pt x="1743013" y="2929573"/>
                </a:lnTo>
                <a:lnTo>
                  <a:pt x="1740478" y="2928303"/>
                </a:lnTo>
                <a:lnTo>
                  <a:pt x="1738261" y="2926081"/>
                </a:lnTo>
                <a:lnTo>
                  <a:pt x="1736676" y="2923858"/>
                </a:lnTo>
                <a:lnTo>
                  <a:pt x="1735726" y="2921001"/>
                </a:lnTo>
                <a:lnTo>
                  <a:pt x="1735409" y="2918143"/>
                </a:lnTo>
                <a:lnTo>
                  <a:pt x="1735409" y="2867661"/>
                </a:lnTo>
                <a:lnTo>
                  <a:pt x="1722418" y="2865438"/>
                </a:lnTo>
                <a:lnTo>
                  <a:pt x="1708793" y="2863216"/>
                </a:lnTo>
                <a:lnTo>
                  <a:pt x="1696436" y="2860041"/>
                </a:lnTo>
                <a:lnTo>
                  <a:pt x="1683444" y="2857183"/>
                </a:lnTo>
                <a:lnTo>
                  <a:pt x="1670770" y="2853373"/>
                </a:lnTo>
                <a:lnTo>
                  <a:pt x="1658413" y="2849246"/>
                </a:lnTo>
                <a:lnTo>
                  <a:pt x="1646689" y="2844801"/>
                </a:lnTo>
                <a:lnTo>
                  <a:pt x="1635283" y="2840038"/>
                </a:lnTo>
                <a:lnTo>
                  <a:pt x="1624193" y="2834958"/>
                </a:lnTo>
                <a:lnTo>
                  <a:pt x="1613420" y="2829243"/>
                </a:lnTo>
                <a:lnTo>
                  <a:pt x="1603280" y="2823528"/>
                </a:lnTo>
                <a:lnTo>
                  <a:pt x="1594092" y="2816543"/>
                </a:lnTo>
                <a:lnTo>
                  <a:pt x="1585220" y="2809876"/>
                </a:lnTo>
                <a:lnTo>
                  <a:pt x="1576982" y="2802573"/>
                </a:lnTo>
                <a:lnTo>
                  <a:pt x="1569377" y="2794636"/>
                </a:lnTo>
                <a:lnTo>
                  <a:pt x="1566209" y="2790826"/>
                </a:lnTo>
                <a:lnTo>
                  <a:pt x="1563357" y="2786698"/>
                </a:lnTo>
                <a:lnTo>
                  <a:pt x="1560188" y="2782253"/>
                </a:lnTo>
                <a:lnTo>
                  <a:pt x="1558287" y="2777173"/>
                </a:lnTo>
                <a:lnTo>
                  <a:pt x="1557337" y="2772411"/>
                </a:lnTo>
                <a:lnTo>
                  <a:pt x="1557337" y="2767331"/>
                </a:lnTo>
                <a:lnTo>
                  <a:pt x="1557654" y="2761933"/>
                </a:lnTo>
                <a:lnTo>
                  <a:pt x="1559238" y="2756853"/>
                </a:lnTo>
                <a:lnTo>
                  <a:pt x="1561456" y="2751456"/>
                </a:lnTo>
                <a:lnTo>
                  <a:pt x="1564308" y="2746058"/>
                </a:lnTo>
                <a:lnTo>
                  <a:pt x="1566209" y="2743201"/>
                </a:lnTo>
                <a:lnTo>
                  <a:pt x="1568743" y="2740026"/>
                </a:lnTo>
                <a:lnTo>
                  <a:pt x="1571278" y="2737168"/>
                </a:lnTo>
                <a:lnTo>
                  <a:pt x="1574447" y="2734311"/>
                </a:lnTo>
                <a:lnTo>
                  <a:pt x="1577299" y="2731136"/>
                </a:lnTo>
                <a:lnTo>
                  <a:pt x="1580784" y="2728596"/>
                </a:lnTo>
                <a:lnTo>
                  <a:pt x="1583952" y="2726056"/>
                </a:lnTo>
                <a:lnTo>
                  <a:pt x="1587755" y="2723833"/>
                </a:lnTo>
                <a:lnTo>
                  <a:pt x="1591874" y="2721611"/>
                </a:lnTo>
                <a:lnTo>
                  <a:pt x="1595359" y="2719706"/>
                </a:lnTo>
                <a:lnTo>
                  <a:pt x="1599478" y="2717801"/>
                </a:lnTo>
                <a:lnTo>
                  <a:pt x="1603914" y="2716531"/>
                </a:lnTo>
                <a:lnTo>
                  <a:pt x="1608033" y="2715261"/>
                </a:lnTo>
                <a:lnTo>
                  <a:pt x="1612469" y="2714626"/>
                </a:lnTo>
                <a:lnTo>
                  <a:pt x="1616905" y="2713673"/>
                </a:lnTo>
                <a:lnTo>
                  <a:pt x="1621341" y="2713673"/>
                </a:lnTo>
                <a:lnTo>
                  <a:pt x="1626411" y="2713673"/>
                </a:lnTo>
                <a:lnTo>
                  <a:pt x="1631480" y="2714943"/>
                </a:lnTo>
                <a:lnTo>
                  <a:pt x="1635916" y="2715896"/>
                </a:lnTo>
                <a:lnTo>
                  <a:pt x="1640352" y="2717801"/>
                </a:lnTo>
                <a:lnTo>
                  <a:pt x="1644471" y="2720023"/>
                </a:lnTo>
                <a:lnTo>
                  <a:pt x="1648274" y="2723198"/>
                </a:lnTo>
                <a:lnTo>
                  <a:pt x="1651759" y="2726056"/>
                </a:lnTo>
                <a:lnTo>
                  <a:pt x="1654928" y="2729866"/>
                </a:lnTo>
                <a:lnTo>
                  <a:pt x="1657462" y="2733041"/>
                </a:lnTo>
                <a:lnTo>
                  <a:pt x="1658096" y="2733993"/>
                </a:lnTo>
                <a:lnTo>
                  <a:pt x="1659364" y="2734946"/>
                </a:lnTo>
                <a:lnTo>
                  <a:pt x="1665701" y="2740026"/>
                </a:lnTo>
                <a:lnTo>
                  <a:pt x="1671721" y="2744471"/>
                </a:lnTo>
                <a:lnTo>
                  <a:pt x="1678692" y="2748598"/>
                </a:lnTo>
                <a:lnTo>
                  <a:pt x="1685662" y="2752726"/>
                </a:lnTo>
                <a:lnTo>
                  <a:pt x="1692634" y="2756853"/>
                </a:lnTo>
                <a:lnTo>
                  <a:pt x="1699921" y="2760346"/>
                </a:lnTo>
                <a:lnTo>
                  <a:pt x="1707526" y="2763521"/>
                </a:lnTo>
                <a:lnTo>
                  <a:pt x="1714497" y="2766061"/>
                </a:lnTo>
                <a:lnTo>
                  <a:pt x="1720834" y="2768283"/>
                </a:lnTo>
                <a:lnTo>
                  <a:pt x="1731607" y="2771458"/>
                </a:lnTo>
                <a:lnTo>
                  <a:pt x="1742380" y="2773998"/>
                </a:lnTo>
                <a:lnTo>
                  <a:pt x="1753153" y="2776221"/>
                </a:lnTo>
                <a:lnTo>
                  <a:pt x="1764242" y="2778126"/>
                </a:lnTo>
                <a:lnTo>
                  <a:pt x="1775016" y="2779396"/>
                </a:lnTo>
                <a:lnTo>
                  <a:pt x="1785789" y="2780666"/>
                </a:lnTo>
                <a:lnTo>
                  <a:pt x="1795928" y="2780983"/>
                </a:lnTo>
                <a:lnTo>
                  <a:pt x="1806067" y="2781301"/>
                </a:lnTo>
                <a:lnTo>
                  <a:pt x="1817157" y="2780983"/>
                </a:lnTo>
                <a:lnTo>
                  <a:pt x="1827613" y="2780348"/>
                </a:lnTo>
                <a:lnTo>
                  <a:pt x="1837119" y="2778761"/>
                </a:lnTo>
                <a:lnTo>
                  <a:pt x="1845991" y="2776856"/>
                </a:lnTo>
                <a:lnTo>
                  <a:pt x="1854546" y="2774633"/>
                </a:lnTo>
                <a:lnTo>
                  <a:pt x="1862467" y="2771776"/>
                </a:lnTo>
                <a:lnTo>
                  <a:pt x="1869121" y="2768283"/>
                </a:lnTo>
                <a:lnTo>
                  <a:pt x="1875458" y="2764791"/>
                </a:lnTo>
                <a:lnTo>
                  <a:pt x="1879260" y="2761616"/>
                </a:lnTo>
                <a:lnTo>
                  <a:pt x="1882429" y="2758441"/>
                </a:lnTo>
                <a:lnTo>
                  <a:pt x="1885280" y="2754948"/>
                </a:lnTo>
                <a:lnTo>
                  <a:pt x="1888132" y="2751456"/>
                </a:lnTo>
                <a:lnTo>
                  <a:pt x="1890350" y="2747646"/>
                </a:lnTo>
                <a:lnTo>
                  <a:pt x="1892251" y="2743518"/>
                </a:lnTo>
                <a:lnTo>
                  <a:pt x="1893519" y="2739391"/>
                </a:lnTo>
                <a:lnTo>
                  <a:pt x="1894786" y="2734946"/>
                </a:lnTo>
                <a:lnTo>
                  <a:pt x="1895420" y="2730818"/>
                </a:lnTo>
                <a:lnTo>
                  <a:pt x="1895737" y="2726373"/>
                </a:lnTo>
                <a:lnTo>
                  <a:pt x="1895420" y="2721928"/>
                </a:lnTo>
                <a:lnTo>
                  <a:pt x="1895103" y="2717483"/>
                </a:lnTo>
                <a:lnTo>
                  <a:pt x="1893836" y="2713038"/>
                </a:lnTo>
                <a:lnTo>
                  <a:pt x="1892885" y="2708911"/>
                </a:lnTo>
                <a:lnTo>
                  <a:pt x="1890984" y="2704783"/>
                </a:lnTo>
                <a:lnTo>
                  <a:pt x="1888766" y="2700656"/>
                </a:lnTo>
                <a:lnTo>
                  <a:pt x="1885280" y="2696211"/>
                </a:lnTo>
                <a:lnTo>
                  <a:pt x="1881478" y="2691766"/>
                </a:lnTo>
                <a:lnTo>
                  <a:pt x="1876092" y="2687321"/>
                </a:lnTo>
                <a:lnTo>
                  <a:pt x="1870705" y="2682876"/>
                </a:lnTo>
                <a:lnTo>
                  <a:pt x="1864368" y="2678748"/>
                </a:lnTo>
                <a:lnTo>
                  <a:pt x="1857714" y="2674621"/>
                </a:lnTo>
                <a:lnTo>
                  <a:pt x="1850110" y="2671128"/>
                </a:lnTo>
                <a:lnTo>
                  <a:pt x="1842188" y="2667318"/>
                </a:lnTo>
                <a:lnTo>
                  <a:pt x="1817474" y="2657158"/>
                </a:lnTo>
                <a:lnTo>
                  <a:pt x="1720517" y="2617471"/>
                </a:lnTo>
                <a:lnTo>
                  <a:pt x="1673305" y="2597786"/>
                </a:lnTo>
                <a:lnTo>
                  <a:pt x="1644471" y="2585086"/>
                </a:lnTo>
                <a:lnTo>
                  <a:pt x="1639085" y="2582546"/>
                </a:lnTo>
                <a:lnTo>
                  <a:pt x="1634015" y="2580006"/>
                </a:lnTo>
                <a:lnTo>
                  <a:pt x="1624827" y="2574608"/>
                </a:lnTo>
                <a:lnTo>
                  <a:pt x="1615638" y="2567623"/>
                </a:lnTo>
                <a:lnTo>
                  <a:pt x="1607083" y="2560638"/>
                </a:lnTo>
                <a:lnTo>
                  <a:pt x="1598845" y="2552383"/>
                </a:lnTo>
                <a:lnTo>
                  <a:pt x="1591874" y="2544446"/>
                </a:lnTo>
                <a:lnTo>
                  <a:pt x="1588072" y="2540001"/>
                </a:lnTo>
                <a:lnTo>
                  <a:pt x="1585220" y="2534921"/>
                </a:lnTo>
                <a:lnTo>
                  <a:pt x="1581734" y="2530476"/>
                </a:lnTo>
                <a:lnTo>
                  <a:pt x="1579200" y="2525713"/>
                </a:lnTo>
                <a:lnTo>
                  <a:pt x="1576348" y="2520633"/>
                </a:lnTo>
                <a:lnTo>
                  <a:pt x="1574130" y="2515236"/>
                </a:lnTo>
                <a:lnTo>
                  <a:pt x="1571912" y="2510156"/>
                </a:lnTo>
                <a:lnTo>
                  <a:pt x="1570011" y="2505076"/>
                </a:lnTo>
                <a:lnTo>
                  <a:pt x="1568110" y="2499678"/>
                </a:lnTo>
                <a:lnTo>
                  <a:pt x="1566525" y="2494598"/>
                </a:lnTo>
                <a:lnTo>
                  <a:pt x="1565575" y="2488883"/>
                </a:lnTo>
                <a:lnTo>
                  <a:pt x="1564624" y="2483803"/>
                </a:lnTo>
                <a:lnTo>
                  <a:pt x="1563991" y="2478088"/>
                </a:lnTo>
                <a:lnTo>
                  <a:pt x="1563674" y="2473008"/>
                </a:lnTo>
                <a:lnTo>
                  <a:pt x="1563357" y="2467293"/>
                </a:lnTo>
                <a:lnTo>
                  <a:pt x="1563674" y="2461896"/>
                </a:lnTo>
                <a:lnTo>
                  <a:pt x="1563991" y="2456816"/>
                </a:lnTo>
                <a:lnTo>
                  <a:pt x="1564308" y="2451101"/>
                </a:lnTo>
                <a:lnTo>
                  <a:pt x="1565575" y="2446021"/>
                </a:lnTo>
                <a:lnTo>
                  <a:pt x="1566525" y="2440306"/>
                </a:lnTo>
                <a:lnTo>
                  <a:pt x="1567793" y="2435226"/>
                </a:lnTo>
                <a:lnTo>
                  <a:pt x="1569060" y="2429828"/>
                </a:lnTo>
                <a:lnTo>
                  <a:pt x="1570961" y="2424748"/>
                </a:lnTo>
                <a:lnTo>
                  <a:pt x="1573179" y="2419668"/>
                </a:lnTo>
                <a:lnTo>
                  <a:pt x="1575397" y="2414271"/>
                </a:lnTo>
                <a:lnTo>
                  <a:pt x="1577932" y="2409191"/>
                </a:lnTo>
                <a:lnTo>
                  <a:pt x="1580784" y="2404428"/>
                </a:lnTo>
                <a:lnTo>
                  <a:pt x="1583636" y="2399031"/>
                </a:lnTo>
                <a:lnTo>
                  <a:pt x="1586804" y="2394268"/>
                </a:lnTo>
                <a:lnTo>
                  <a:pt x="1590290" y="2389506"/>
                </a:lnTo>
                <a:lnTo>
                  <a:pt x="1594092" y="2385061"/>
                </a:lnTo>
                <a:lnTo>
                  <a:pt x="1598211" y="2379981"/>
                </a:lnTo>
                <a:lnTo>
                  <a:pt x="1602013" y="2375536"/>
                </a:lnTo>
                <a:lnTo>
                  <a:pt x="1606766" y="2371091"/>
                </a:lnTo>
                <a:lnTo>
                  <a:pt x="1611202" y="2367281"/>
                </a:lnTo>
                <a:lnTo>
                  <a:pt x="1615955" y="2363153"/>
                </a:lnTo>
                <a:lnTo>
                  <a:pt x="1621658" y="2358073"/>
                </a:lnTo>
                <a:lnTo>
                  <a:pt x="1627678" y="2353628"/>
                </a:lnTo>
                <a:lnTo>
                  <a:pt x="1634015" y="2349818"/>
                </a:lnTo>
                <a:lnTo>
                  <a:pt x="1640669" y="2345691"/>
                </a:lnTo>
                <a:lnTo>
                  <a:pt x="1647323" y="2341881"/>
                </a:lnTo>
                <a:lnTo>
                  <a:pt x="1654294" y="2338071"/>
                </a:lnTo>
                <a:lnTo>
                  <a:pt x="1661898" y="2334896"/>
                </a:lnTo>
                <a:lnTo>
                  <a:pt x="1669186" y="2331403"/>
                </a:lnTo>
                <a:lnTo>
                  <a:pt x="1676790" y="2328546"/>
                </a:lnTo>
                <a:lnTo>
                  <a:pt x="1684395" y="2325371"/>
                </a:lnTo>
                <a:lnTo>
                  <a:pt x="1692634" y="2322831"/>
                </a:lnTo>
                <a:lnTo>
                  <a:pt x="1700872" y="2320608"/>
                </a:lnTo>
                <a:lnTo>
                  <a:pt x="1709427" y="2318386"/>
                </a:lnTo>
                <a:lnTo>
                  <a:pt x="1717982" y="2316163"/>
                </a:lnTo>
                <a:lnTo>
                  <a:pt x="1726220" y="2314893"/>
                </a:lnTo>
                <a:lnTo>
                  <a:pt x="1735409" y="2312988"/>
                </a:lnTo>
                <a:lnTo>
                  <a:pt x="1735409" y="2259966"/>
                </a:lnTo>
                <a:lnTo>
                  <a:pt x="1735726" y="2257426"/>
                </a:lnTo>
                <a:lnTo>
                  <a:pt x="1736676" y="2254886"/>
                </a:lnTo>
                <a:lnTo>
                  <a:pt x="1738261" y="2252346"/>
                </a:lnTo>
                <a:lnTo>
                  <a:pt x="1740478" y="2250441"/>
                </a:lnTo>
                <a:lnTo>
                  <a:pt x="1743013" y="2248536"/>
                </a:lnTo>
                <a:lnTo>
                  <a:pt x="1745865" y="2247583"/>
                </a:lnTo>
                <a:lnTo>
                  <a:pt x="1749350" y="2246631"/>
                </a:lnTo>
                <a:lnTo>
                  <a:pt x="1753153" y="2246313"/>
                </a:lnTo>
                <a:close/>
                <a:moveTo>
                  <a:pt x="1796891" y="2159710"/>
                </a:moveTo>
                <a:lnTo>
                  <a:pt x="1786093" y="2160028"/>
                </a:lnTo>
                <a:lnTo>
                  <a:pt x="1775296" y="2160663"/>
                </a:lnTo>
                <a:lnTo>
                  <a:pt x="1764817" y="2161298"/>
                </a:lnTo>
                <a:lnTo>
                  <a:pt x="1754337" y="2162251"/>
                </a:lnTo>
                <a:lnTo>
                  <a:pt x="1743540" y="2163839"/>
                </a:lnTo>
                <a:lnTo>
                  <a:pt x="1733695" y="2165427"/>
                </a:lnTo>
                <a:lnTo>
                  <a:pt x="1723216" y="2167332"/>
                </a:lnTo>
                <a:lnTo>
                  <a:pt x="1712736" y="2169555"/>
                </a:lnTo>
                <a:lnTo>
                  <a:pt x="1702892" y="2171778"/>
                </a:lnTo>
                <a:lnTo>
                  <a:pt x="1692730" y="2174318"/>
                </a:lnTo>
                <a:lnTo>
                  <a:pt x="1683202" y="2177177"/>
                </a:lnTo>
                <a:lnTo>
                  <a:pt x="1673040" y="2180352"/>
                </a:lnTo>
                <a:lnTo>
                  <a:pt x="1663513" y="2183528"/>
                </a:lnTo>
                <a:lnTo>
                  <a:pt x="1653669" y="2187021"/>
                </a:lnTo>
                <a:lnTo>
                  <a:pt x="1644460" y="2190514"/>
                </a:lnTo>
                <a:lnTo>
                  <a:pt x="1635250" y="2194643"/>
                </a:lnTo>
                <a:lnTo>
                  <a:pt x="1625723" y="2198771"/>
                </a:lnTo>
                <a:lnTo>
                  <a:pt x="1616514" y="2203217"/>
                </a:lnTo>
                <a:lnTo>
                  <a:pt x="1607622" y="2207663"/>
                </a:lnTo>
                <a:lnTo>
                  <a:pt x="1598730" y="2213061"/>
                </a:lnTo>
                <a:lnTo>
                  <a:pt x="1589839" y="2217825"/>
                </a:lnTo>
                <a:lnTo>
                  <a:pt x="1581264" y="2222906"/>
                </a:lnTo>
                <a:lnTo>
                  <a:pt x="1572690" y="2228622"/>
                </a:lnTo>
                <a:lnTo>
                  <a:pt x="1564116" y="2234020"/>
                </a:lnTo>
                <a:lnTo>
                  <a:pt x="1555859" y="2240054"/>
                </a:lnTo>
                <a:lnTo>
                  <a:pt x="1547920" y="2246088"/>
                </a:lnTo>
                <a:lnTo>
                  <a:pt x="1539981" y="2252439"/>
                </a:lnTo>
                <a:lnTo>
                  <a:pt x="1532042" y="2258473"/>
                </a:lnTo>
                <a:lnTo>
                  <a:pt x="1524420" y="2265459"/>
                </a:lnTo>
                <a:lnTo>
                  <a:pt x="1517117" y="2272128"/>
                </a:lnTo>
                <a:lnTo>
                  <a:pt x="1509495" y="2279114"/>
                </a:lnTo>
                <a:lnTo>
                  <a:pt x="1502509" y="2286101"/>
                </a:lnTo>
                <a:lnTo>
                  <a:pt x="1495522" y="2293405"/>
                </a:lnTo>
                <a:lnTo>
                  <a:pt x="1488853" y="2301026"/>
                </a:lnTo>
                <a:lnTo>
                  <a:pt x="1482185" y="2308648"/>
                </a:lnTo>
                <a:lnTo>
                  <a:pt x="1475833" y="2316269"/>
                </a:lnTo>
                <a:lnTo>
                  <a:pt x="1469482" y="2324526"/>
                </a:lnTo>
                <a:lnTo>
                  <a:pt x="1463131" y="2332465"/>
                </a:lnTo>
                <a:lnTo>
                  <a:pt x="1457415" y="2340722"/>
                </a:lnTo>
                <a:lnTo>
                  <a:pt x="1451698" y="2348978"/>
                </a:lnTo>
                <a:lnTo>
                  <a:pt x="1446300" y="2357553"/>
                </a:lnTo>
                <a:lnTo>
                  <a:pt x="1440901" y="2366444"/>
                </a:lnTo>
                <a:lnTo>
                  <a:pt x="1435820" y="2375019"/>
                </a:lnTo>
                <a:lnTo>
                  <a:pt x="1431057" y="2383910"/>
                </a:lnTo>
                <a:lnTo>
                  <a:pt x="1426293" y="2393120"/>
                </a:lnTo>
                <a:lnTo>
                  <a:pt x="1421847" y="2402012"/>
                </a:lnTo>
                <a:lnTo>
                  <a:pt x="1417719" y="2411221"/>
                </a:lnTo>
                <a:lnTo>
                  <a:pt x="1413591" y="2421065"/>
                </a:lnTo>
                <a:lnTo>
                  <a:pt x="1410098" y="2430592"/>
                </a:lnTo>
                <a:lnTo>
                  <a:pt x="1406287" y="2440437"/>
                </a:lnTo>
                <a:lnTo>
                  <a:pt x="1403111" y="2449964"/>
                </a:lnTo>
                <a:lnTo>
                  <a:pt x="1399936" y="2460126"/>
                </a:lnTo>
                <a:lnTo>
                  <a:pt x="1397395" y="2469653"/>
                </a:lnTo>
                <a:lnTo>
                  <a:pt x="1394855" y="2480132"/>
                </a:lnTo>
                <a:lnTo>
                  <a:pt x="1391996" y="2490294"/>
                </a:lnTo>
                <a:lnTo>
                  <a:pt x="1390091" y="2500456"/>
                </a:lnTo>
                <a:lnTo>
                  <a:pt x="1388503" y="2510936"/>
                </a:lnTo>
                <a:lnTo>
                  <a:pt x="1386598" y="2521416"/>
                </a:lnTo>
                <a:lnTo>
                  <a:pt x="1385328" y="2532213"/>
                </a:lnTo>
                <a:lnTo>
                  <a:pt x="1384375" y="2542692"/>
                </a:lnTo>
                <a:lnTo>
                  <a:pt x="1383422" y="2553172"/>
                </a:lnTo>
                <a:lnTo>
                  <a:pt x="1382787" y="2564604"/>
                </a:lnTo>
                <a:lnTo>
                  <a:pt x="1382787" y="2575401"/>
                </a:lnTo>
                <a:lnTo>
                  <a:pt x="1382787" y="2585881"/>
                </a:lnTo>
                <a:lnTo>
                  <a:pt x="1382787" y="2596678"/>
                </a:lnTo>
                <a:lnTo>
                  <a:pt x="1383422" y="2607475"/>
                </a:lnTo>
                <a:lnTo>
                  <a:pt x="1384375" y="2617955"/>
                </a:lnTo>
                <a:lnTo>
                  <a:pt x="1385328" y="2628434"/>
                </a:lnTo>
                <a:lnTo>
                  <a:pt x="1386598" y="2638914"/>
                </a:lnTo>
                <a:lnTo>
                  <a:pt x="1388503" y="2649076"/>
                </a:lnTo>
                <a:lnTo>
                  <a:pt x="1390091" y="2659556"/>
                </a:lnTo>
                <a:lnTo>
                  <a:pt x="1391996" y="2669718"/>
                </a:lnTo>
                <a:lnTo>
                  <a:pt x="1394855" y="2680197"/>
                </a:lnTo>
                <a:lnTo>
                  <a:pt x="1397077" y="2690042"/>
                </a:lnTo>
                <a:lnTo>
                  <a:pt x="1399936" y="2699886"/>
                </a:lnTo>
                <a:lnTo>
                  <a:pt x="1402794" y="2709731"/>
                </a:lnTo>
                <a:lnTo>
                  <a:pt x="1406287" y="2719575"/>
                </a:lnTo>
                <a:lnTo>
                  <a:pt x="1409462" y="2729102"/>
                </a:lnTo>
                <a:lnTo>
                  <a:pt x="1413591" y="2738312"/>
                </a:lnTo>
                <a:lnTo>
                  <a:pt x="1417402" y="2748156"/>
                </a:lnTo>
                <a:lnTo>
                  <a:pt x="1421847" y="2757048"/>
                </a:lnTo>
                <a:lnTo>
                  <a:pt x="1425976" y="2766257"/>
                </a:lnTo>
                <a:lnTo>
                  <a:pt x="1430739" y="2775149"/>
                </a:lnTo>
                <a:lnTo>
                  <a:pt x="1435503" y="2784041"/>
                </a:lnTo>
                <a:lnTo>
                  <a:pt x="1440266" y="2792932"/>
                </a:lnTo>
                <a:lnTo>
                  <a:pt x="1445982" y="2801507"/>
                </a:lnTo>
                <a:lnTo>
                  <a:pt x="1451063" y="2810081"/>
                </a:lnTo>
                <a:lnTo>
                  <a:pt x="1456779" y="2818655"/>
                </a:lnTo>
                <a:lnTo>
                  <a:pt x="1462813" y="2826912"/>
                </a:lnTo>
                <a:lnTo>
                  <a:pt x="1468529" y="2834851"/>
                </a:lnTo>
                <a:lnTo>
                  <a:pt x="1474881" y="2842790"/>
                </a:lnTo>
                <a:lnTo>
                  <a:pt x="1481549" y="2850729"/>
                </a:lnTo>
                <a:lnTo>
                  <a:pt x="1487901" y="2858351"/>
                </a:lnTo>
                <a:lnTo>
                  <a:pt x="1494887" y="2865972"/>
                </a:lnTo>
                <a:lnTo>
                  <a:pt x="1501873" y="2873276"/>
                </a:lnTo>
                <a:lnTo>
                  <a:pt x="1509177" y="2880262"/>
                </a:lnTo>
                <a:lnTo>
                  <a:pt x="1516164" y="2887249"/>
                </a:lnTo>
                <a:lnTo>
                  <a:pt x="1524103" y="2894235"/>
                </a:lnTo>
                <a:lnTo>
                  <a:pt x="1531407" y="2900904"/>
                </a:lnTo>
                <a:lnTo>
                  <a:pt x="1539346" y="2907255"/>
                </a:lnTo>
                <a:lnTo>
                  <a:pt x="1546968" y="2913289"/>
                </a:lnTo>
                <a:lnTo>
                  <a:pt x="1555224" y="2919323"/>
                </a:lnTo>
                <a:lnTo>
                  <a:pt x="1563481" y="2925356"/>
                </a:lnTo>
                <a:lnTo>
                  <a:pt x="1572055" y="2930755"/>
                </a:lnTo>
                <a:lnTo>
                  <a:pt x="1580629" y="2936471"/>
                </a:lnTo>
                <a:lnTo>
                  <a:pt x="1589203" y="2941552"/>
                </a:lnTo>
                <a:lnTo>
                  <a:pt x="1598095" y="2946951"/>
                </a:lnTo>
                <a:lnTo>
                  <a:pt x="1606987" y="2951714"/>
                </a:lnTo>
                <a:lnTo>
                  <a:pt x="1615879" y="2956478"/>
                </a:lnTo>
                <a:lnTo>
                  <a:pt x="1625088" y="2960606"/>
                </a:lnTo>
                <a:lnTo>
                  <a:pt x="1634298" y="2965052"/>
                </a:lnTo>
                <a:lnTo>
                  <a:pt x="1643824" y="2969180"/>
                </a:lnTo>
                <a:lnTo>
                  <a:pt x="1653351" y="2972991"/>
                </a:lnTo>
                <a:lnTo>
                  <a:pt x="1662878" y="2976167"/>
                </a:lnTo>
                <a:lnTo>
                  <a:pt x="1672723" y="2979660"/>
                </a:lnTo>
                <a:lnTo>
                  <a:pt x="1682567" y="2982518"/>
                </a:lnTo>
                <a:lnTo>
                  <a:pt x="1692730" y="2985376"/>
                </a:lnTo>
                <a:lnTo>
                  <a:pt x="1702892" y="2988234"/>
                </a:lnTo>
                <a:lnTo>
                  <a:pt x="1713054" y="2990457"/>
                </a:lnTo>
                <a:lnTo>
                  <a:pt x="1723216" y="2992680"/>
                </a:lnTo>
                <a:lnTo>
                  <a:pt x="1733695" y="2994585"/>
                </a:lnTo>
                <a:lnTo>
                  <a:pt x="1744493" y="2995856"/>
                </a:lnTo>
                <a:lnTo>
                  <a:pt x="1754655" y="2997443"/>
                </a:lnTo>
                <a:lnTo>
                  <a:pt x="1765452" y="2998396"/>
                </a:lnTo>
                <a:lnTo>
                  <a:pt x="1776249" y="2999349"/>
                </a:lnTo>
                <a:lnTo>
                  <a:pt x="1787046" y="2999666"/>
                </a:lnTo>
                <a:lnTo>
                  <a:pt x="1797843" y="2999984"/>
                </a:lnTo>
                <a:lnTo>
                  <a:pt x="1808958" y="2999984"/>
                </a:lnTo>
                <a:lnTo>
                  <a:pt x="1819438" y="2999666"/>
                </a:lnTo>
                <a:lnTo>
                  <a:pt x="1830235" y="2999349"/>
                </a:lnTo>
                <a:lnTo>
                  <a:pt x="1841032" y="2998396"/>
                </a:lnTo>
                <a:lnTo>
                  <a:pt x="1851512" y="2997443"/>
                </a:lnTo>
                <a:lnTo>
                  <a:pt x="1861674" y="2995856"/>
                </a:lnTo>
                <a:lnTo>
                  <a:pt x="1872153" y="2994585"/>
                </a:lnTo>
                <a:lnTo>
                  <a:pt x="1882633" y="2992680"/>
                </a:lnTo>
                <a:lnTo>
                  <a:pt x="1892795" y="2990457"/>
                </a:lnTo>
                <a:lnTo>
                  <a:pt x="1902639" y="2988234"/>
                </a:lnTo>
                <a:lnTo>
                  <a:pt x="1912801" y="2985376"/>
                </a:lnTo>
                <a:lnTo>
                  <a:pt x="1922646" y="2982836"/>
                </a:lnTo>
                <a:lnTo>
                  <a:pt x="1932490" y="2979660"/>
                </a:lnTo>
                <a:lnTo>
                  <a:pt x="1942017" y="2976484"/>
                </a:lnTo>
                <a:lnTo>
                  <a:pt x="1951862" y="2972991"/>
                </a:lnTo>
                <a:lnTo>
                  <a:pt x="1961389" y="2969180"/>
                </a:lnTo>
                <a:lnTo>
                  <a:pt x="1970598" y="2965052"/>
                </a:lnTo>
                <a:lnTo>
                  <a:pt x="1980125" y="2960924"/>
                </a:lnTo>
                <a:lnTo>
                  <a:pt x="1989334" y="2956478"/>
                </a:lnTo>
                <a:lnTo>
                  <a:pt x="1998226" y="2952032"/>
                </a:lnTo>
                <a:lnTo>
                  <a:pt x="2007118" y="2947268"/>
                </a:lnTo>
                <a:lnTo>
                  <a:pt x="2016010" y="2942187"/>
                </a:lnTo>
                <a:lnTo>
                  <a:pt x="2024584" y="2936789"/>
                </a:lnTo>
                <a:lnTo>
                  <a:pt x="2033158" y="2931390"/>
                </a:lnTo>
                <a:lnTo>
                  <a:pt x="2041415" y="2925674"/>
                </a:lnTo>
                <a:lnTo>
                  <a:pt x="2049354" y="2919640"/>
                </a:lnTo>
                <a:lnTo>
                  <a:pt x="2057610" y="2913924"/>
                </a:lnTo>
                <a:lnTo>
                  <a:pt x="2065867" y="2907573"/>
                </a:lnTo>
                <a:lnTo>
                  <a:pt x="2073489" y="2901222"/>
                </a:lnTo>
                <a:lnTo>
                  <a:pt x="2081110" y="2894553"/>
                </a:lnTo>
                <a:lnTo>
                  <a:pt x="2088414" y="2887884"/>
                </a:lnTo>
                <a:lnTo>
                  <a:pt x="2096036" y="2880580"/>
                </a:lnTo>
                <a:lnTo>
                  <a:pt x="2103022" y="2873594"/>
                </a:lnTo>
                <a:lnTo>
                  <a:pt x="2110008" y="2866290"/>
                </a:lnTo>
                <a:lnTo>
                  <a:pt x="2116677" y="2858668"/>
                </a:lnTo>
                <a:lnTo>
                  <a:pt x="2123346" y="2851364"/>
                </a:lnTo>
                <a:lnTo>
                  <a:pt x="2130015" y="2843425"/>
                </a:lnTo>
                <a:lnTo>
                  <a:pt x="2136049" y="2835804"/>
                </a:lnTo>
                <a:lnTo>
                  <a:pt x="2142400" y="2827547"/>
                </a:lnTo>
                <a:lnTo>
                  <a:pt x="2148434" y="2819290"/>
                </a:lnTo>
                <a:lnTo>
                  <a:pt x="2153832" y="2810716"/>
                </a:lnTo>
                <a:lnTo>
                  <a:pt x="2159548" y="2802459"/>
                </a:lnTo>
                <a:lnTo>
                  <a:pt x="2164629" y="2793885"/>
                </a:lnTo>
                <a:lnTo>
                  <a:pt x="2169393" y="2784993"/>
                </a:lnTo>
                <a:lnTo>
                  <a:pt x="2174474" y="2775784"/>
                </a:lnTo>
                <a:lnTo>
                  <a:pt x="2179237" y="2766892"/>
                </a:lnTo>
                <a:lnTo>
                  <a:pt x="2183683" y="2757683"/>
                </a:lnTo>
                <a:lnTo>
                  <a:pt x="2187811" y="2748474"/>
                </a:lnTo>
                <a:lnTo>
                  <a:pt x="2191622" y="2739264"/>
                </a:lnTo>
                <a:lnTo>
                  <a:pt x="2195433" y="2729420"/>
                </a:lnTo>
                <a:lnTo>
                  <a:pt x="2199244" y="2719893"/>
                </a:lnTo>
                <a:lnTo>
                  <a:pt x="2202102" y="2710048"/>
                </a:lnTo>
                <a:lnTo>
                  <a:pt x="2205595" y="2700204"/>
                </a:lnTo>
                <a:lnTo>
                  <a:pt x="2208136" y="2690042"/>
                </a:lnTo>
                <a:lnTo>
                  <a:pt x="2210676" y="2680197"/>
                </a:lnTo>
                <a:lnTo>
                  <a:pt x="2213217" y="2669718"/>
                </a:lnTo>
                <a:lnTo>
                  <a:pt x="2215122" y="2659556"/>
                </a:lnTo>
                <a:lnTo>
                  <a:pt x="2217027" y="2649076"/>
                </a:lnTo>
                <a:lnTo>
                  <a:pt x="2218615" y="2638279"/>
                </a:lnTo>
                <a:lnTo>
                  <a:pt x="2219885" y="2628117"/>
                </a:lnTo>
                <a:lnTo>
                  <a:pt x="2221156" y="2617320"/>
                </a:lnTo>
                <a:lnTo>
                  <a:pt x="2221791" y="2606523"/>
                </a:lnTo>
                <a:lnTo>
                  <a:pt x="2222743" y="2595725"/>
                </a:lnTo>
                <a:lnTo>
                  <a:pt x="2222743" y="2584611"/>
                </a:lnTo>
                <a:lnTo>
                  <a:pt x="2222743" y="2573814"/>
                </a:lnTo>
                <a:lnTo>
                  <a:pt x="2222743" y="2563016"/>
                </a:lnTo>
                <a:lnTo>
                  <a:pt x="2221791" y="2552537"/>
                </a:lnTo>
                <a:lnTo>
                  <a:pt x="2221156" y="2541740"/>
                </a:lnTo>
                <a:lnTo>
                  <a:pt x="2219885" y="2531260"/>
                </a:lnTo>
                <a:lnTo>
                  <a:pt x="2218933" y="2521098"/>
                </a:lnTo>
                <a:lnTo>
                  <a:pt x="2217027" y="2510618"/>
                </a:lnTo>
                <a:lnTo>
                  <a:pt x="2215122" y="2500139"/>
                </a:lnTo>
                <a:lnTo>
                  <a:pt x="2213217" y="2490294"/>
                </a:lnTo>
                <a:lnTo>
                  <a:pt x="2210994" y="2479815"/>
                </a:lnTo>
                <a:lnTo>
                  <a:pt x="2208453" y="2469970"/>
                </a:lnTo>
                <a:lnTo>
                  <a:pt x="2205595" y="2460126"/>
                </a:lnTo>
                <a:lnTo>
                  <a:pt x="2202419" y="2449964"/>
                </a:lnTo>
                <a:lnTo>
                  <a:pt x="2199244" y="2440437"/>
                </a:lnTo>
                <a:lnTo>
                  <a:pt x="2195751" y="2430910"/>
                </a:lnTo>
                <a:lnTo>
                  <a:pt x="2192257" y="2421383"/>
                </a:lnTo>
                <a:lnTo>
                  <a:pt x="2188129" y="2412174"/>
                </a:lnTo>
                <a:lnTo>
                  <a:pt x="2184001" y="2402964"/>
                </a:lnTo>
                <a:lnTo>
                  <a:pt x="2179555" y="2393437"/>
                </a:lnTo>
                <a:lnTo>
                  <a:pt x="2174791" y="2384546"/>
                </a:lnTo>
                <a:lnTo>
                  <a:pt x="2169710" y="2375654"/>
                </a:lnTo>
                <a:lnTo>
                  <a:pt x="2164947" y="2366762"/>
                </a:lnTo>
                <a:lnTo>
                  <a:pt x="2159866" y="2358188"/>
                </a:lnTo>
                <a:lnTo>
                  <a:pt x="2154150" y="2349614"/>
                </a:lnTo>
                <a:lnTo>
                  <a:pt x="2148751" y="2341357"/>
                </a:lnTo>
                <a:lnTo>
                  <a:pt x="2142717" y="2333418"/>
                </a:lnTo>
                <a:lnTo>
                  <a:pt x="2136684" y="2325161"/>
                </a:lnTo>
                <a:lnTo>
                  <a:pt x="2130332" y="2316905"/>
                </a:lnTo>
                <a:lnTo>
                  <a:pt x="2124299" y="2309283"/>
                </a:lnTo>
                <a:lnTo>
                  <a:pt x="2117312" y="2301661"/>
                </a:lnTo>
                <a:lnTo>
                  <a:pt x="2110643" y="2294357"/>
                </a:lnTo>
                <a:lnTo>
                  <a:pt x="2103657" y="2286736"/>
                </a:lnTo>
                <a:lnTo>
                  <a:pt x="2096671" y="2279750"/>
                </a:lnTo>
                <a:lnTo>
                  <a:pt x="2089367" y="2272763"/>
                </a:lnTo>
                <a:lnTo>
                  <a:pt x="2081745" y="2265777"/>
                </a:lnTo>
                <a:lnTo>
                  <a:pt x="2074124" y="2259425"/>
                </a:lnTo>
                <a:lnTo>
                  <a:pt x="2066185" y="2252757"/>
                </a:lnTo>
                <a:lnTo>
                  <a:pt x="2058245" y="2246405"/>
                </a:lnTo>
                <a:lnTo>
                  <a:pt x="2050306" y="2240372"/>
                </a:lnTo>
                <a:lnTo>
                  <a:pt x="2042050" y="2234338"/>
                </a:lnTo>
                <a:lnTo>
                  <a:pt x="2033793" y="2228939"/>
                </a:lnTo>
                <a:lnTo>
                  <a:pt x="2025219" y="2223223"/>
                </a:lnTo>
                <a:lnTo>
                  <a:pt x="2016327" y="2218142"/>
                </a:lnTo>
                <a:lnTo>
                  <a:pt x="2007753" y="2213061"/>
                </a:lnTo>
                <a:lnTo>
                  <a:pt x="1998861" y="2207980"/>
                </a:lnTo>
                <a:lnTo>
                  <a:pt x="1989652" y="2203534"/>
                </a:lnTo>
                <a:lnTo>
                  <a:pt x="1980760" y="2199088"/>
                </a:lnTo>
                <a:lnTo>
                  <a:pt x="1971551" y="2194643"/>
                </a:lnTo>
                <a:lnTo>
                  <a:pt x="1961706" y="2190832"/>
                </a:lnTo>
                <a:lnTo>
                  <a:pt x="1952179" y="2187021"/>
                </a:lnTo>
                <a:lnTo>
                  <a:pt x="1942335" y="2183528"/>
                </a:lnTo>
                <a:lnTo>
                  <a:pt x="1932808" y="2180352"/>
                </a:lnTo>
                <a:lnTo>
                  <a:pt x="1922963" y="2177177"/>
                </a:lnTo>
                <a:lnTo>
                  <a:pt x="1913119" y="2174318"/>
                </a:lnTo>
                <a:lnTo>
                  <a:pt x="1902639" y="2171778"/>
                </a:lnTo>
                <a:lnTo>
                  <a:pt x="1892795" y="2169555"/>
                </a:lnTo>
                <a:lnTo>
                  <a:pt x="1882315" y="2167332"/>
                </a:lnTo>
                <a:lnTo>
                  <a:pt x="1871836" y="2165427"/>
                </a:lnTo>
                <a:lnTo>
                  <a:pt x="1861356" y="2163839"/>
                </a:lnTo>
                <a:lnTo>
                  <a:pt x="1850559" y="2162251"/>
                </a:lnTo>
                <a:lnTo>
                  <a:pt x="1840397" y="2161298"/>
                </a:lnTo>
                <a:lnTo>
                  <a:pt x="1829600" y="2160663"/>
                </a:lnTo>
                <a:lnTo>
                  <a:pt x="1818167" y="2160028"/>
                </a:lnTo>
                <a:lnTo>
                  <a:pt x="1807688" y="2159710"/>
                </a:lnTo>
                <a:lnTo>
                  <a:pt x="1796891" y="2159710"/>
                </a:lnTo>
                <a:close/>
                <a:moveTo>
                  <a:pt x="1703527" y="1784350"/>
                </a:moveTo>
                <a:lnTo>
                  <a:pt x="1960753" y="1793877"/>
                </a:lnTo>
                <a:lnTo>
                  <a:pt x="1955037" y="1945990"/>
                </a:lnTo>
                <a:lnTo>
                  <a:pt x="1970280" y="1950118"/>
                </a:lnTo>
                <a:lnTo>
                  <a:pt x="1985841" y="1954247"/>
                </a:lnTo>
                <a:lnTo>
                  <a:pt x="2000766" y="1959010"/>
                </a:lnTo>
                <a:lnTo>
                  <a:pt x="2016010" y="1963774"/>
                </a:lnTo>
                <a:lnTo>
                  <a:pt x="2030935" y="1969172"/>
                </a:lnTo>
                <a:lnTo>
                  <a:pt x="2045225" y="1975206"/>
                </a:lnTo>
                <a:lnTo>
                  <a:pt x="2059833" y="1980922"/>
                </a:lnTo>
                <a:lnTo>
                  <a:pt x="2074441" y="1987273"/>
                </a:lnTo>
                <a:lnTo>
                  <a:pt x="2088414" y="1993942"/>
                </a:lnTo>
                <a:lnTo>
                  <a:pt x="2102069" y="2001246"/>
                </a:lnTo>
                <a:lnTo>
                  <a:pt x="2116042" y="2008550"/>
                </a:lnTo>
                <a:lnTo>
                  <a:pt x="2129697" y="2016172"/>
                </a:lnTo>
                <a:lnTo>
                  <a:pt x="2143035" y="2024111"/>
                </a:lnTo>
                <a:lnTo>
                  <a:pt x="2156055" y="2032367"/>
                </a:lnTo>
                <a:lnTo>
                  <a:pt x="2169075" y="2041259"/>
                </a:lnTo>
                <a:lnTo>
                  <a:pt x="2181778" y="2050151"/>
                </a:lnTo>
                <a:lnTo>
                  <a:pt x="2293243" y="1945990"/>
                </a:lnTo>
                <a:lnTo>
                  <a:pt x="2468220" y="2134941"/>
                </a:lnTo>
                <a:lnTo>
                  <a:pt x="2357390" y="2237831"/>
                </a:lnTo>
                <a:lnTo>
                  <a:pt x="2365330" y="2251169"/>
                </a:lnTo>
                <a:lnTo>
                  <a:pt x="2373269" y="2264507"/>
                </a:lnTo>
                <a:lnTo>
                  <a:pt x="2380573" y="2278162"/>
                </a:lnTo>
                <a:lnTo>
                  <a:pt x="2387559" y="2292135"/>
                </a:lnTo>
                <a:lnTo>
                  <a:pt x="2394228" y="2306107"/>
                </a:lnTo>
                <a:lnTo>
                  <a:pt x="2400897" y="2320715"/>
                </a:lnTo>
                <a:lnTo>
                  <a:pt x="2406930" y="2335323"/>
                </a:lnTo>
                <a:lnTo>
                  <a:pt x="2412647" y="2349614"/>
                </a:lnTo>
                <a:lnTo>
                  <a:pt x="2418045" y="2364539"/>
                </a:lnTo>
                <a:lnTo>
                  <a:pt x="2423444" y="2379465"/>
                </a:lnTo>
                <a:lnTo>
                  <a:pt x="2427890" y="2394708"/>
                </a:lnTo>
                <a:lnTo>
                  <a:pt x="2432335" y="2409951"/>
                </a:lnTo>
                <a:lnTo>
                  <a:pt x="2435829" y="2425194"/>
                </a:lnTo>
                <a:lnTo>
                  <a:pt x="2439639" y="2440754"/>
                </a:lnTo>
                <a:lnTo>
                  <a:pt x="2443133" y="2456315"/>
                </a:lnTo>
                <a:lnTo>
                  <a:pt x="2445673" y="2472193"/>
                </a:lnTo>
                <a:lnTo>
                  <a:pt x="2595563" y="2477909"/>
                </a:lnTo>
                <a:lnTo>
                  <a:pt x="2586354" y="2735136"/>
                </a:lnTo>
                <a:lnTo>
                  <a:pt x="2437099" y="2729420"/>
                </a:lnTo>
                <a:lnTo>
                  <a:pt x="2432971" y="2744980"/>
                </a:lnTo>
                <a:lnTo>
                  <a:pt x="2428842" y="2760541"/>
                </a:lnTo>
                <a:lnTo>
                  <a:pt x="2424079" y="2776419"/>
                </a:lnTo>
                <a:lnTo>
                  <a:pt x="2419315" y="2791027"/>
                </a:lnTo>
                <a:lnTo>
                  <a:pt x="2413599" y="2806270"/>
                </a:lnTo>
                <a:lnTo>
                  <a:pt x="2408201" y="2821196"/>
                </a:lnTo>
                <a:lnTo>
                  <a:pt x="2402167" y="2835804"/>
                </a:lnTo>
                <a:lnTo>
                  <a:pt x="2395816" y="2850094"/>
                </a:lnTo>
                <a:lnTo>
                  <a:pt x="2388829" y="2864702"/>
                </a:lnTo>
                <a:lnTo>
                  <a:pt x="2381525" y="2878992"/>
                </a:lnTo>
                <a:lnTo>
                  <a:pt x="2374221" y="2892647"/>
                </a:lnTo>
                <a:lnTo>
                  <a:pt x="2366917" y="2906303"/>
                </a:lnTo>
                <a:lnTo>
                  <a:pt x="2358661" y="2919640"/>
                </a:lnTo>
                <a:lnTo>
                  <a:pt x="2350404" y="2932978"/>
                </a:lnTo>
                <a:lnTo>
                  <a:pt x="2341512" y="2945998"/>
                </a:lnTo>
                <a:lnTo>
                  <a:pt x="2332620" y="2958701"/>
                </a:lnTo>
                <a:lnTo>
                  <a:pt x="2433606" y="3067625"/>
                </a:lnTo>
                <a:lnTo>
                  <a:pt x="2245290" y="3242603"/>
                </a:lnTo>
                <a:lnTo>
                  <a:pt x="2144940" y="3134949"/>
                </a:lnTo>
                <a:lnTo>
                  <a:pt x="2131285" y="3143205"/>
                </a:lnTo>
                <a:lnTo>
                  <a:pt x="2117947" y="3150509"/>
                </a:lnTo>
                <a:lnTo>
                  <a:pt x="2103657" y="3157813"/>
                </a:lnTo>
                <a:lnTo>
                  <a:pt x="2089684" y="3165117"/>
                </a:lnTo>
                <a:lnTo>
                  <a:pt x="2075394" y="3172103"/>
                </a:lnTo>
                <a:lnTo>
                  <a:pt x="2061104" y="3178455"/>
                </a:lnTo>
                <a:lnTo>
                  <a:pt x="2046496" y="3184488"/>
                </a:lnTo>
                <a:lnTo>
                  <a:pt x="2031570" y="3190205"/>
                </a:lnTo>
                <a:lnTo>
                  <a:pt x="2016645" y="3195603"/>
                </a:lnTo>
                <a:lnTo>
                  <a:pt x="2001402" y="3200684"/>
                </a:lnTo>
                <a:lnTo>
                  <a:pt x="1986159" y="3205448"/>
                </a:lnTo>
                <a:lnTo>
                  <a:pt x="1970598" y="3209576"/>
                </a:lnTo>
                <a:lnTo>
                  <a:pt x="1955037" y="3213704"/>
                </a:lnTo>
                <a:lnTo>
                  <a:pt x="1939477" y="3217515"/>
                </a:lnTo>
                <a:lnTo>
                  <a:pt x="1923916" y="3220373"/>
                </a:lnTo>
                <a:lnTo>
                  <a:pt x="1908038" y="3223231"/>
                </a:lnTo>
                <a:lnTo>
                  <a:pt x="1902322" y="3370263"/>
                </a:lnTo>
                <a:lnTo>
                  <a:pt x="1645095" y="3360736"/>
                </a:lnTo>
                <a:lnTo>
                  <a:pt x="1650493" y="3213704"/>
                </a:lnTo>
                <a:lnTo>
                  <a:pt x="1634615" y="3209576"/>
                </a:lnTo>
                <a:lnTo>
                  <a:pt x="1619054" y="3205130"/>
                </a:lnTo>
                <a:lnTo>
                  <a:pt x="1603494" y="3200684"/>
                </a:lnTo>
                <a:lnTo>
                  <a:pt x="1588251" y="3195603"/>
                </a:lnTo>
                <a:lnTo>
                  <a:pt x="1573325" y="3189887"/>
                </a:lnTo>
                <a:lnTo>
                  <a:pt x="1558717" y="3184488"/>
                </a:lnTo>
                <a:lnTo>
                  <a:pt x="1543792" y="3178137"/>
                </a:lnTo>
                <a:lnTo>
                  <a:pt x="1529184" y="3171786"/>
                </a:lnTo>
                <a:lnTo>
                  <a:pt x="1515211" y="3164482"/>
                </a:lnTo>
                <a:lnTo>
                  <a:pt x="1500921" y="3157496"/>
                </a:lnTo>
                <a:lnTo>
                  <a:pt x="1486948" y="3150192"/>
                </a:lnTo>
                <a:lnTo>
                  <a:pt x="1472975" y="3142252"/>
                </a:lnTo>
                <a:lnTo>
                  <a:pt x="1459637" y="3134313"/>
                </a:lnTo>
                <a:lnTo>
                  <a:pt x="1446300" y="3125739"/>
                </a:lnTo>
                <a:lnTo>
                  <a:pt x="1433280" y="3117165"/>
                </a:lnTo>
                <a:lnTo>
                  <a:pt x="1420577" y="3107638"/>
                </a:lnTo>
                <a:lnTo>
                  <a:pt x="1312606" y="3207988"/>
                </a:lnTo>
                <a:lnTo>
                  <a:pt x="1137310" y="3019673"/>
                </a:lnTo>
                <a:lnTo>
                  <a:pt x="1245917" y="2918688"/>
                </a:lnTo>
                <a:lnTo>
                  <a:pt x="1238296" y="2905350"/>
                </a:lnTo>
                <a:lnTo>
                  <a:pt x="1230357" y="2891377"/>
                </a:lnTo>
                <a:lnTo>
                  <a:pt x="1223053" y="2877722"/>
                </a:lnTo>
                <a:lnTo>
                  <a:pt x="1216066" y="2863749"/>
                </a:lnTo>
                <a:lnTo>
                  <a:pt x="1209397" y="2849459"/>
                </a:lnTo>
                <a:lnTo>
                  <a:pt x="1203046" y="2834851"/>
                </a:lnTo>
                <a:lnTo>
                  <a:pt x="1197012" y="2820560"/>
                </a:lnTo>
                <a:lnTo>
                  <a:pt x="1191296" y="2805635"/>
                </a:lnTo>
                <a:lnTo>
                  <a:pt x="1186215" y="2790710"/>
                </a:lnTo>
                <a:lnTo>
                  <a:pt x="1181134" y="2775466"/>
                </a:lnTo>
                <a:lnTo>
                  <a:pt x="1176688" y="2760223"/>
                </a:lnTo>
                <a:lnTo>
                  <a:pt x="1172560" y="2744980"/>
                </a:lnTo>
                <a:lnTo>
                  <a:pt x="1168432" y="2729420"/>
                </a:lnTo>
                <a:lnTo>
                  <a:pt x="1164938" y="2713859"/>
                </a:lnTo>
                <a:lnTo>
                  <a:pt x="1161763" y="2697981"/>
                </a:lnTo>
                <a:lnTo>
                  <a:pt x="1159222" y="2682420"/>
                </a:lnTo>
                <a:lnTo>
                  <a:pt x="1009650" y="2676704"/>
                </a:lnTo>
                <a:lnTo>
                  <a:pt x="1019494" y="2419478"/>
                </a:lnTo>
                <a:lnTo>
                  <a:pt x="1169384" y="2425194"/>
                </a:lnTo>
                <a:lnTo>
                  <a:pt x="1173513" y="2409633"/>
                </a:lnTo>
                <a:lnTo>
                  <a:pt x="1177641" y="2393755"/>
                </a:lnTo>
                <a:lnTo>
                  <a:pt x="1182404" y="2378512"/>
                </a:lnTo>
                <a:lnTo>
                  <a:pt x="1187803" y="2363904"/>
                </a:lnTo>
                <a:lnTo>
                  <a:pt x="1193202" y="2348978"/>
                </a:lnTo>
                <a:lnTo>
                  <a:pt x="1198918" y="2334053"/>
                </a:lnTo>
                <a:lnTo>
                  <a:pt x="1205269" y="2319445"/>
                </a:lnTo>
                <a:lnTo>
                  <a:pt x="1211620" y="2305155"/>
                </a:lnTo>
                <a:lnTo>
                  <a:pt x="1218607" y="2290864"/>
                </a:lnTo>
                <a:lnTo>
                  <a:pt x="1225593" y="2277209"/>
                </a:lnTo>
                <a:lnTo>
                  <a:pt x="1233215" y="2263554"/>
                </a:lnTo>
                <a:lnTo>
                  <a:pt x="1240836" y="2249581"/>
                </a:lnTo>
                <a:lnTo>
                  <a:pt x="1248775" y="2236243"/>
                </a:lnTo>
                <a:lnTo>
                  <a:pt x="1257349" y="2223223"/>
                </a:lnTo>
                <a:lnTo>
                  <a:pt x="1265606" y="2210203"/>
                </a:lnTo>
                <a:lnTo>
                  <a:pt x="1274815" y="2197818"/>
                </a:lnTo>
                <a:lnTo>
                  <a:pt x="1171607" y="2086988"/>
                </a:lnTo>
                <a:lnTo>
                  <a:pt x="1360558" y="1912011"/>
                </a:lnTo>
                <a:lnTo>
                  <a:pt x="1464083" y="2023476"/>
                </a:lnTo>
                <a:lnTo>
                  <a:pt x="1477421" y="2015537"/>
                </a:lnTo>
                <a:lnTo>
                  <a:pt x="1491076" y="2007915"/>
                </a:lnTo>
                <a:lnTo>
                  <a:pt x="1504732" y="2000611"/>
                </a:lnTo>
                <a:lnTo>
                  <a:pt x="1518387" y="1993625"/>
                </a:lnTo>
                <a:lnTo>
                  <a:pt x="1532677" y="1986956"/>
                </a:lnTo>
                <a:lnTo>
                  <a:pt x="1546650" y="1980605"/>
                </a:lnTo>
                <a:lnTo>
                  <a:pt x="1561258" y="1974571"/>
                </a:lnTo>
                <a:lnTo>
                  <a:pt x="1575548" y="1969172"/>
                </a:lnTo>
                <a:lnTo>
                  <a:pt x="1590474" y="1963774"/>
                </a:lnTo>
                <a:lnTo>
                  <a:pt x="1605399" y="1958693"/>
                </a:lnTo>
                <a:lnTo>
                  <a:pt x="1620325" y="1954247"/>
                </a:lnTo>
                <a:lnTo>
                  <a:pt x="1635568" y="1950118"/>
                </a:lnTo>
                <a:lnTo>
                  <a:pt x="1650811" y="1945990"/>
                </a:lnTo>
                <a:lnTo>
                  <a:pt x="1666371" y="1942815"/>
                </a:lnTo>
                <a:lnTo>
                  <a:pt x="1681932" y="1939321"/>
                </a:lnTo>
                <a:lnTo>
                  <a:pt x="1697493" y="1936781"/>
                </a:lnTo>
                <a:lnTo>
                  <a:pt x="1703527" y="1784350"/>
                </a:lnTo>
                <a:close/>
                <a:moveTo>
                  <a:pt x="499967" y="1495425"/>
                </a:moveTo>
                <a:lnTo>
                  <a:pt x="512673" y="1507816"/>
                </a:lnTo>
                <a:lnTo>
                  <a:pt x="526015" y="1520207"/>
                </a:lnTo>
                <a:lnTo>
                  <a:pt x="540309" y="1532916"/>
                </a:lnTo>
                <a:lnTo>
                  <a:pt x="555557" y="1545307"/>
                </a:lnTo>
                <a:lnTo>
                  <a:pt x="571122" y="1557381"/>
                </a:lnTo>
                <a:lnTo>
                  <a:pt x="587958" y="1569136"/>
                </a:lnTo>
                <a:lnTo>
                  <a:pt x="596217" y="1574220"/>
                </a:lnTo>
                <a:lnTo>
                  <a:pt x="604794" y="1579939"/>
                </a:lnTo>
                <a:lnTo>
                  <a:pt x="613371" y="1584705"/>
                </a:lnTo>
                <a:lnTo>
                  <a:pt x="622265" y="1589788"/>
                </a:lnTo>
                <a:lnTo>
                  <a:pt x="639736" y="1608851"/>
                </a:lnTo>
                <a:lnTo>
                  <a:pt x="657525" y="1628868"/>
                </a:lnTo>
                <a:lnTo>
                  <a:pt x="692150" y="1668583"/>
                </a:lnTo>
                <a:lnTo>
                  <a:pt x="641960" y="1916723"/>
                </a:lnTo>
                <a:lnTo>
                  <a:pt x="640054" y="1924030"/>
                </a:lnTo>
                <a:lnTo>
                  <a:pt x="637830" y="1931338"/>
                </a:lnTo>
                <a:lnTo>
                  <a:pt x="635289" y="1938328"/>
                </a:lnTo>
                <a:lnTo>
                  <a:pt x="631795" y="1945000"/>
                </a:lnTo>
                <a:lnTo>
                  <a:pt x="628618" y="1951672"/>
                </a:lnTo>
                <a:lnTo>
                  <a:pt x="624489" y="1958026"/>
                </a:lnTo>
                <a:lnTo>
                  <a:pt x="620041" y="1963745"/>
                </a:lnTo>
                <a:lnTo>
                  <a:pt x="615277" y="1969464"/>
                </a:lnTo>
                <a:lnTo>
                  <a:pt x="247746" y="2374875"/>
                </a:lnTo>
                <a:lnTo>
                  <a:pt x="244252" y="2379323"/>
                </a:lnTo>
                <a:lnTo>
                  <a:pt x="240122" y="2382818"/>
                </a:lnTo>
                <a:lnTo>
                  <a:pt x="235675" y="2386631"/>
                </a:lnTo>
                <a:lnTo>
                  <a:pt x="231228" y="2390126"/>
                </a:lnTo>
                <a:lnTo>
                  <a:pt x="226781" y="2393303"/>
                </a:lnTo>
                <a:lnTo>
                  <a:pt x="222334" y="2395845"/>
                </a:lnTo>
                <a:lnTo>
                  <a:pt x="217251" y="2399022"/>
                </a:lnTo>
                <a:lnTo>
                  <a:pt x="212486" y="2401246"/>
                </a:lnTo>
                <a:lnTo>
                  <a:pt x="207404" y="2403470"/>
                </a:lnTo>
                <a:lnTo>
                  <a:pt x="202639" y="2405377"/>
                </a:lnTo>
                <a:lnTo>
                  <a:pt x="197239" y="2406965"/>
                </a:lnTo>
                <a:lnTo>
                  <a:pt x="192156" y="2408236"/>
                </a:lnTo>
                <a:lnTo>
                  <a:pt x="187074" y="2409189"/>
                </a:lnTo>
                <a:lnTo>
                  <a:pt x="181673" y="2410460"/>
                </a:lnTo>
                <a:lnTo>
                  <a:pt x="176273" y="2411095"/>
                </a:lnTo>
                <a:lnTo>
                  <a:pt x="170873" y="2411413"/>
                </a:lnTo>
                <a:lnTo>
                  <a:pt x="165473" y="2411413"/>
                </a:lnTo>
                <a:lnTo>
                  <a:pt x="160073" y="2411413"/>
                </a:lnTo>
                <a:lnTo>
                  <a:pt x="154990" y="2411095"/>
                </a:lnTo>
                <a:lnTo>
                  <a:pt x="149272" y="2410460"/>
                </a:lnTo>
                <a:lnTo>
                  <a:pt x="144190" y="2409825"/>
                </a:lnTo>
                <a:lnTo>
                  <a:pt x="139107" y="2408554"/>
                </a:lnTo>
                <a:lnTo>
                  <a:pt x="133707" y="2406965"/>
                </a:lnTo>
                <a:lnTo>
                  <a:pt x="128625" y="2405377"/>
                </a:lnTo>
                <a:lnTo>
                  <a:pt x="123224" y="2403470"/>
                </a:lnTo>
                <a:lnTo>
                  <a:pt x="118459" y="2401246"/>
                </a:lnTo>
                <a:lnTo>
                  <a:pt x="113377" y="2399022"/>
                </a:lnTo>
                <a:lnTo>
                  <a:pt x="108612" y="2395845"/>
                </a:lnTo>
                <a:lnTo>
                  <a:pt x="104165" y="2392985"/>
                </a:lnTo>
                <a:lnTo>
                  <a:pt x="99082" y="2390126"/>
                </a:lnTo>
                <a:lnTo>
                  <a:pt x="94635" y="2386313"/>
                </a:lnTo>
                <a:lnTo>
                  <a:pt x="90506" y="2382501"/>
                </a:lnTo>
                <a:lnTo>
                  <a:pt x="86058" y="2378688"/>
                </a:lnTo>
                <a:lnTo>
                  <a:pt x="82564" y="2374875"/>
                </a:lnTo>
                <a:lnTo>
                  <a:pt x="78752" y="2370427"/>
                </a:lnTo>
                <a:lnTo>
                  <a:pt x="75258" y="2365661"/>
                </a:lnTo>
                <a:lnTo>
                  <a:pt x="72081" y="2361213"/>
                </a:lnTo>
                <a:lnTo>
                  <a:pt x="69222" y="2356448"/>
                </a:lnTo>
                <a:lnTo>
                  <a:pt x="66364" y="2351999"/>
                </a:lnTo>
                <a:lnTo>
                  <a:pt x="64140" y="2346916"/>
                </a:lnTo>
                <a:lnTo>
                  <a:pt x="61916" y="2342150"/>
                </a:lnTo>
                <a:lnTo>
                  <a:pt x="60328" y="2336749"/>
                </a:lnTo>
                <a:lnTo>
                  <a:pt x="58422" y="2331983"/>
                </a:lnTo>
                <a:lnTo>
                  <a:pt x="57151" y="2326900"/>
                </a:lnTo>
                <a:lnTo>
                  <a:pt x="55563" y="2321498"/>
                </a:lnTo>
                <a:lnTo>
                  <a:pt x="54928" y="2316097"/>
                </a:lnTo>
                <a:lnTo>
                  <a:pt x="54293" y="2310696"/>
                </a:lnTo>
                <a:lnTo>
                  <a:pt x="53975" y="2305612"/>
                </a:lnTo>
                <a:lnTo>
                  <a:pt x="53975" y="2299893"/>
                </a:lnTo>
                <a:lnTo>
                  <a:pt x="53975" y="2294810"/>
                </a:lnTo>
                <a:lnTo>
                  <a:pt x="54293" y="2289726"/>
                </a:lnTo>
                <a:lnTo>
                  <a:pt x="54928" y="2284007"/>
                </a:lnTo>
                <a:lnTo>
                  <a:pt x="55563" y="2278924"/>
                </a:lnTo>
                <a:lnTo>
                  <a:pt x="56834" y="2273523"/>
                </a:lnTo>
                <a:lnTo>
                  <a:pt x="58422" y="2268439"/>
                </a:lnTo>
                <a:lnTo>
                  <a:pt x="60328" y="2263355"/>
                </a:lnTo>
                <a:lnTo>
                  <a:pt x="61916" y="2257954"/>
                </a:lnTo>
                <a:lnTo>
                  <a:pt x="64140" y="2253188"/>
                </a:lnTo>
                <a:lnTo>
                  <a:pt x="66364" y="2248105"/>
                </a:lnTo>
                <a:lnTo>
                  <a:pt x="69222" y="2243021"/>
                </a:lnTo>
                <a:lnTo>
                  <a:pt x="72081" y="2238573"/>
                </a:lnTo>
                <a:lnTo>
                  <a:pt x="75258" y="2233807"/>
                </a:lnTo>
                <a:lnTo>
                  <a:pt x="78752" y="2229359"/>
                </a:lnTo>
                <a:lnTo>
                  <a:pt x="82882" y="2224911"/>
                </a:lnTo>
                <a:lnTo>
                  <a:pt x="429129" y="1842376"/>
                </a:lnTo>
                <a:lnTo>
                  <a:pt x="499967" y="1495425"/>
                </a:lnTo>
                <a:close/>
                <a:moveTo>
                  <a:pt x="2178844" y="1055220"/>
                </a:moveTo>
                <a:lnTo>
                  <a:pt x="2166450" y="1055537"/>
                </a:lnTo>
                <a:lnTo>
                  <a:pt x="2154055" y="1056172"/>
                </a:lnTo>
                <a:lnTo>
                  <a:pt x="2141978" y="1058076"/>
                </a:lnTo>
                <a:lnTo>
                  <a:pt x="2129584" y="1059979"/>
                </a:lnTo>
                <a:lnTo>
                  <a:pt x="2117507" y="1062518"/>
                </a:lnTo>
                <a:lnTo>
                  <a:pt x="2105430" y="1066008"/>
                </a:lnTo>
                <a:lnTo>
                  <a:pt x="2093671" y="1070133"/>
                </a:lnTo>
                <a:lnTo>
                  <a:pt x="2081594" y="1074575"/>
                </a:lnTo>
                <a:lnTo>
                  <a:pt x="2070153" y="1079334"/>
                </a:lnTo>
                <a:lnTo>
                  <a:pt x="2058712" y="1085363"/>
                </a:lnTo>
                <a:lnTo>
                  <a:pt x="2047588" y="1091709"/>
                </a:lnTo>
                <a:lnTo>
                  <a:pt x="2036783" y="1098372"/>
                </a:lnTo>
                <a:lnTo>
                  <a:pt x="2025977" y="1105987"/>
                </a:lnTo>
                <a:lnTo>
                  <a:pt x="2015490" y="1114236"/>
                </a:lnTo>
                <a:lnTo>
                  <a:pt x="2005320" y="1122803"/>
                </a:lnTo>
                <a:lnTo>
                  <a:pt x="1996103" y="1132005"/>
                </a:lnTo>
                <a:lnTo>
                  <a:pt x="1987204" y="1141206"/>
                </a:lnTo>
                <a:lnTo>
                  <a:pt x="1978941" y="1151042"/>
                </a:lnTo>
                <a:lnTo>
                  <a:pt x="1971314" y="1161513"/>
                </a:lnTo>
                <a:lnTo>
                  <a:pt x="1964322" y="1171666"/>
                </a:lnTo>
                <a:lnTo>
                  <a:pt x="1957330" y="1182454"/>
                </a:lnTo>
                <a:lnTo>
                  <a:pt x="1951610" y="1193242"/>
                </a:lnTo>
                <a:lnTo>
                  <a:pt x="1945889" y="1204348"/>
                </a:lnTo>
                <a:lnTo>
                  <a:pt x="1941122" y="1216088"/>
                </a:lnTo>
                <a:lnTo>
                  <a:pt x="1936673" y="1227510"/>
                </a:lnTo>
                <a:lnTo>
                  <a:pt x="1932859" y="1239250"/>
                </a:lnTo>
                <a:lnTo>
                  <a:pt x="1929999" y="1251307"/>
                </a:lnTo>
                <a:lnTo>
                  <a:pt x="1927456" y="1263047"/>
                </a:lnTo>
                <a:lnTo>
                  <a:pt x="1925231" y="1275421"/>
                </a:lnTo>
                <a:lnTo>
                  <a:pt x="1923642" y="1287796"/>
                </a:lnTo>
                <a:lnTo>
                  <a:pt x="1923007" y="1299853"/>
                </a:lnTo>
                <a:lnTo>
                  <a:pt x="1922371" y="1312545"/>
                </a:lnTo>
                <a:lnTo>
                  <a:pt x="1923007" y="1324919"/>
                </a:lnTo>
                <a:lnTo>
                  <a:pt x="1923642" y="1336976"/>
                </a:lnTo>
                <a:lnTo>
                  <a:pt x="1925231" y="1349351"/>
                </a:lnTo>
                <a:lnTo>
                  <a:pt x="1927456" y="1361408"/>
                </a:lnTo>
                <a:lnTo>
                  <a:pt x="1929999" y="1373465"/>
                </a:lnTo>
                <a:lnTo>
                  <a:pt x="1933177" y="1385522"/>
                </a:lnTo>
                <a:lnTo>
                  <a:pt x="1936990" y="1397579"/>
                </a:lnTo>
                <a:lnTo>
                  <a:pt x="1941440" y="1409002"/>
                </a:lnTo>
                <a:lnTo>
                  <a:pt x="1946843" y="1420424"/>
                </a:lnTo>
                <a:lnTo>
                  <a:pt x="1952563" y="1432164"/>
                </a:lnTo>
                <a:lnTo>
                  <a:pt x="1958919" y="1443269"/>
                </a:lnTo>
                <a:lnTo>
                  <a:pt x="1965593" y="1454375"/>
                </a:lnTo>
                <a:lnTo>
                  <a:pt x="1973539" y="1465163"/>
                </a:lnTo>
                <a:lnTo>
                  <a:pt x="1981802" y="1475633"/>
                </a:lnTo>
                <a:lnTo>
                  <a:pt x="1990065" y="1485152"/>
                </a:lnTo>
                <a:lnTo>
                  <a:pt x="1999281" y="1494671"/>
                </a:lnTo>
                <a:lnTo>
                  <a:pt x="2008816" y="1503872"/>
                </a:lnTo>
                <a:lnTo>
                  <a:pt x="2018350" y="1511805"/>
                </a:lnTo>
                <a:lnTo>
                  <a:pt x="2028838" y="1519737"/>
                </a:lnTo>
                <a:lnTo>
                  <a:pt x="2039325" y="1526717"/>
                </a:lnTo>
                <a:lnTo>
                  <a:pt x="2049813" y="1533381"/>
                </a:lnTo>
                <a:lnTo>
                  <a:pt x="2060937" y="1539409"/>
                </a:lnTo>
                <a:lnTo>
                  <a:pt x="2072060" y="1544803"/>
                </a:lnTo>
                <a:lnTo>
                  <a:pt x="2083501" y="1549880"/>
                </a:lnTo>
                <a:lnTo>
                  <a:pt x="2094942" y="1554005"/>
                </a:lnTo>
                <a:lnTo>
                  <a:pt x="2107019" y="1557812"/>
                </a:lnTo>
                <a:lnTo>
                  <a:pt x="2118778" y="1560985"/>
                </a:lnTo>
                <a:lnTo>
                  <a:pt x="2130855" y="1563523"/>
                </a:lnTo>
                <a:lnTo>
                  <a:pt x="2142932" y="1565745"/>
                </a:lnTo>
                <a:lnTo>
                  <a:pt x="2155326" y="1567331"/>
                </a:lnTo>
                <a:lnTo>
                  <a:pt x="2167721" y="1567966"/>
                </a:lnTo>
                <a:lnTo>
                  <a:pt x="2179798" y="1568283"/>
                </a:lnTo>
                <a:lnTo>
                  <a:pt x="2192510" y="1567966"/>
                </a:lnTo>
                <a:lnTo>
                  <a:pt x="2204905" y="1567014"/>
                </a:lnTo>
                <a:lnTo>
                  <a:pt x="2216982" y="1565427"/>
                </a:lnTo>
                <a:lnTo>
                  <a:pt x="2229058" y="1563206"/>
                </a:lnTo>
                <a:lnTo>
                  <a:pt x="2241135" y="1560668"/>
                </a:lnTo>
                <a:lnTo>
                  <a:pt x="2253212" y="1557178"/>
                </a:lnTo>
                <a:lnTo>
                  <a:pt x="2264971" y="1553370"/>
                </a:lnTo>
                <a:lnTo>
                  <a:pt x="2277048" y="1548928"/>
                </a:lnTo>
                <a:lnTo>
                  <a:pt x="2288489" y="1543851"/>
                </a:lnTo>
                <a:lnTo>
                  <a:pt x="2299930" y="1538140"/>
                </a:lnTo>
                <a:lnTo>
                  <a:pt x="2311053" y="1532111"/>
                </a:lnTo>
                <a:lnTo>
                  <a:pt x="2321859" y="1524814"/>
                </a:lnTo>
                <a:lnTo>
                  <a:pt x="2332665" y="1517516"/>
                </a:lnTo>
                <a:lnTo>
                  <a:pt x="2343152" y="1509266"/>
                </a:lnTo>
                <a:lnTo>
                  <a:pt x="2353322" y="1500382"/>
                </a:lnTo>
                <a:lnTo>
                  <a:pt x="2362539" y="1491498"/>
                </a:lnTo>
                <a:lnTo>
                  <a:pt x="2371437" y="1482296"/>
                </a:lnTo>
                <a:lnTo>
                  <a:pt x="2379701" y="1472143"/>
                </a:lnTo>
                <a:lnTo>
                  <a:pt x="2387328" y="1462307"/>
                </a:lnTo>
                <a:lnTo>
                  <a:pt x="2394955" y="1451836"/>
                </a:lnTo>
                <a:lnTo>
                  <a:pt x="2400994" y="1441048"/>
                </a:lnTo>
                <a:lnTo>
                  <a:pt x="2407350" y="1430260"/>
                </a:lnTo>
                <a:lnTo>
                  <a:pt x="2412753" y="1419155"/>
                </a:lnTo>
                <a:lnTo>
                  <a:pt x="2417520" y="1407415"/>
                </a:lnTo>
                <a:lnTo>
                  <a:pt x="2421969" y="1395993"/>
                </a:lnTo>
                <a:lnTo>
                  <a:pt x="2425783" y="1384253"/>
                </a:lnTo>
                <a:lnTo>
                  <a:pt x="2428961" y="1372196"/>
                </a:lnTo>
                <a:lnTo>
                  <a:pt x="2431504" y="1360139"/>
                </a:lnTo>
                <a:lnTo>
                  <a:pt x="2433411" y="1348081"/>
                </a:lnTo>
                <a:lnTo>
                  <a:pt x="2435000" y="1336024"/>
                </a:lnTo>
                <a:lnTo>
                  <a:pt x="2435635" y="1323333"/>
                </a:lnTo>
                <a:lnTo>
                  <a:pt x="2435953" y="1310958"/>
                </a:lnTo>
                <a:lnTo>
                  <a:pt x="2435635" y="1298901"/>
                </a:lnTo>
                <a:lnTo>
                  <a:pt x="2435000" y="1286527"/>
                </a:lnTo>
                <a:lnTo>
                  <a:pt x="2433411" y="1274152"/>
                </a:lnTo>
                <a:lnTo>
                  <a:pt x="2431186" y="1262095"/>
                </a:lnTo>
                <a:lnTo>
                  <a:pt x="2428643" y="1250038"/>
                </a:lnTo>
                <a:lnTo>
                  <a:pt x="2425465" y="1237981"/>
                </a:lnTo>
                <a:lnTo>
                  <a:pt x="2421652" y="1225924"/>
                </a:lnTo>
                <a:lnTo>
                  <a:pt x="2416884" y="1214501"/>
                </a:lnTo>
                <a:lnTo>
                  <a:pt x="2411799" y="1203079"/>
                </a:lnTo>
                <a:lnTo>
                  <a:pt x="2406079" y="1191339"/>
                </a:lnTo>
                <a:lnTo>
                  <a:pt x="2399723" y="1180233"/>
                </a:lnTo>
                <a:lnTo>
                  <a:pt x="2393049" y="1169128"/>
                </a:lnTo>
                <a:lnTo>
                  <a:pt x="2385103" y="1158657"/>
                </a:lnTo>
                <a:lnTo>
                  <a:pt x="2376840" y="1148187"/>
                </a:lnTo>
                <a:lnTo>
                  <a:pt x="2368259" y="1138351"/>
                </a:lnTo>
                <a:lnTo>
                  <a:pt x="2359043" y="1128832"/>
                </a:lnTo>
                <a:lnTo>
                  <a:pt x="2349826" y="1120265"/>
                </a:lnTo>
                <a:lnTo>
                  <a:pt x="2340292" y="1111698"/>
                </a:lnTo>
                <a:lnTo>
                  <a:pt x="2329804" y="1103766"/>
                </a:lnTo>
                <a:lnTo>
                  <a:pt x="2319317" y="1096785"/>
                </a:lnTo>
                <a:lnTo>
                  <a:pt x="2308829" y="1090122"/>
                </a:lnTo>
                <a:lnTo>
                  <a:pt x="2297705" y="1084094"/>
                </a:lnTo>
                <a:lnTo>
                  <a:pt x="2286582" y="1078700"/>
                </a:lnTo>
                <a:lnTo>
                  <a:pt x="2275141" y="1073623"/>
                </a:lnTo>
                <a:lnTo>
                  <a:pt x="2263700" y="1069181"/>
                </a:lnTo>
                <a:lnTo>
                  <a:pt x="2251623" y="1065691"/>
                </a:lnTo>
                <a:lnTo>
                  <a:pt x="2239864" y="1062518"/>
                </a:lnTo>
                <a:lnTo>
                  <a:pt x="2227787" y="1059979"/>
                </a:lnTo>
                <a:lnTo>
                  <a:pt x="2215710" y="1057758"/>
                </a:lnTo>
                <a:lnTo>
                  <a:pt x="2203316" y="1056172"/>
                </a:lnTo>
                <a:lnTo>
                  <a:pt x="2190921" y="1055537"/>
                </a:lnTo>
                <a:lnTo>
                  <a:pt x="2178844" y="1055220"/>
                </a:lnTo>
                <a:close/>
                <a:moveTo>
                  <a:pt x="2144839" y="823913"/>
                </a:moveTo>
                <a:lnTo>
                  <a:pt x="2301519" y="838826"/>
                </a:lnTo>
                <a:lnTo>
                  <a:pt x="2292938" y="930841"/>
                </a:lnTo>
                <a:lnTo>
                  <a:pt x="2302155" y="933379"/>
                </a:lnTo>
                <a:lnTo>
                  <a:pt x="2311053" y="936235"/>
                </a:lnTo>
                <a:lnTo>
                  <a:pt x="2319952" y="939725"/>
                </a:lnTo>
                <a:lnTo>
                  <a:pt x="2328851" y="943215"/>
                </a:lnTo>
                <a:lnTo>
                  <a:pt x="2338067" y="946706"/>
                </a:lnTo>
                <a:lnTo>
                  <a:pt x="2346330" y="950513"/>
                </a:lnTo>
                <a:lnTo>
                  <a:pt x="2354911" y="954638"/>
                </a:lnTo>
                <a:lnTo>
                  <a:pt x="2363492" y="959080"/>
                </a:lnTo>
                <a:lnTo>
                  <a:pt x="2372073" y="963522"/>
                </a:lnTo>
                <a:lnTo>
                  <a:pt x="2380654" y="968282"/>
                </a:lnTo>
                <a:lnTo>
                  <a:pt x="2388917" y="973358"/>
                </a:lnTo>
                <a:lnTo>
                  <a:pt x="2397180" y="978752"/>
                </a:lnTo>
                <a:lnTo>
                  <a:pt x="2405125" y="983829"/>
                </a:lnTo>
                <a:lnTo>
                  <a:pt x="2413071" y="989540"/>
                </a:lnTo>
                <a:lnTo>
                  <a:pt x="2420698" y="995569"/>
                </a:lnTo>
                <a:lnTo>
                  <a:pt x="2428643" y="1001280"/>
                </a:lnTo>
                <a:lnTo>
                  <a:pt x="2499197" y="943215"/>
                </a:lnTo>
                <a:lnTo>
                  <a:pt x="2599625" y="1063787"/>
                </a:lnTo>
                <a:lnTo>
                  <a:pt x="2529389" y="1122169"/>
                </a:lnTo>
                <a:lnTo>
                  <a:pt x="2533839" y="1130736"/>
                </a:lnTo>
                <a:lnTo>
                  <a:pt x="2538288" y="1139620"/>
                </a:lnTo>
                <a:lnTo>
                  <a:pt x="2542420" y="1148504"/>
                </a:lnTo>
                <a:lnTo>
                  <a:pt x="2546551" y="1157388"/>
                </a:lnTo>
                <a:lnTo>
                  <a:pt x="2550365" y="1166590"/>
                </a:lnTo>
                <a:lnTo>
                  <a:pt x="2553543" y="1175474"/>
                </a:lnTo>
                <a:lnTo>
                  <a:pt x="2557039" y="1184676"/>
                </a:lnTo>
                <a:lnTo>
                  <a:pt x="2559899" y="1193560"/>
                </a:lnTo>
                <a:lnTo>
                  <a:pt x="2562442" y="1203079"/>
                </a:lnTo>
                <a:lnTo>
                  <a:pt x="2564984" y="1212280"/>
                </a:lnTo>
                <a:lnTo>
                  <a:pt x="2567527" y="1221799"/>
                </a:lnTo>
                <a:lnTo>
                  <a:pt x="2569116" y="1231318"/>
                </a:lnTo>
                <a:lnTo>
                  <a:pt x="2571022" y="1240519"/>
                </a:lnTo>
                <a:lnTo>
                  <a:pt x="2572612" y="1249721"/>
                </a:lnTo>
                <a:lnTo>
                  <a:pt x="2574201" y="1259557"/>
                </a:lnTo>
                <a:lnTo>
                  <a:pt x="2575154" y="1269075"/>
                </a:lnTo>
                <a:lnTo>
                  <a:pt x="2665412" y="1277325"/>
                </a:lnTo>
                <a:lnTo>
                  <a:pt x="2650793" y="1433433"/>
                </a:lnTo>
                <a:lnTo>
                  <a:pt x="2561170" y="1425501"/>
                </a:lnTo>
                <a:lnTo>
                  <a:pt x="2558310" y="1434385"/>
                </a:lnTo>
                <a:lnTo>
                  <a:pt x="2555132" y="1443587"/>
                </a:lnTo>
                <a:lnTo>
                  <a:pt x="2552272" y="1452471"/>
                </a:lnTo>
                <a:lnTo>
                  <a:pt x="2548458" y="1461355"/>
                </a:lnTo>
                <a:lnTo>
                  <a:pt x="2544644" y="1470239"/>
                </a:lnTo>
                <a:lnTo>
                  <a:pt x="2540513" y="1479124"/>
                </a:lnTo>
                <a:lnTo>
                  <a:pt x="2536381" y="1488008"/>
                </a:lnTo>
                <a:lnTo>
                  <a:pt x="2531932" y="1496575"/>
                </a:lnTo>
                <a:lnTo>
                  <a:pt x="2527482" y="1505142"/>
                </a:lnTo>
                <a:lnTo>
                  <a:pt x="2522715" y="1513708"/>
                </a:lnTo>
                <a:lnTo>
                  <a:pt x="2517630" y="1521958"/>
                </a:lnTo>
                <a:lnTo>
                  <a:pt x="2512228" y="1530208"/>
                </a:lnTo>
                <a:lnTo>
                  <a:pt x="2506825" y="1538140"/>
                </a:lnTo>
                <a:lnTo>
                  <a:pt x="2501104" y="1546390"/>
                </a:lnTo>
                <a:lnTo>
                  <a:pt x="2495384" y="1554322"/>
                </a:lnTo>
                <a:lnTo>
                  <a:pt x="2489027" y="1561937"/>
                </a:lnTo>
                <a:lnTo>
                  <a:pt x="2546233" y="1631107"/>
                </a:lnTo>
                <a:lnTo>
                  <a:pt x="2425465" y="1731372"/>
                </a:lnTo>
                <a:lnTo>
                  <a:pt x="2367624" y="1662202"/>
                </a:lnTo>
                <a:lnTo>
                  <a:pt x="2359043" y="1666644"/>
                </a:lnTo>
                <a:lnTo>
                  <a:pt x="2350144" y="1671086"/>
                </a:lnTo>
                <a:lnTo>
                  <a:pt x="2341245" y="1675211"/>
                </a:lnTo>
                <a:lnTo>
                  <a:pt x="2332029" y="1679018"/>
                </a:lnTo>
                <a:lnTo>
                  <a:pt x="2323130" y="1682826"/>
                </a:lnTo>
                <a:lnTo>
                  <a:pt x="2313596" y="1685999"/>
                </a:lnTo>
                <a:lnTo>
                  <a:pt x="2304697" y="1689489"/>
                </a:lnTo>
                <a:lnTo>
                  <a:pt x="2295481" y="1692344"/>
                </a:lnTo>
                <a:lnTo>
                  <a:pt x="2286264" y="1694883"/>
                </a:lnTo>
                <a:lnTo>
                  <a:pt x="2277048" y="1697421"/>
                </a:lnTo>
                <a:lnTo>
                  <a:pt x="2267196" y="1699642"/>
                </a:lnTo>
                <a:lnTo>
                  <a:pt x="2257979" y="1701546"/>
                </a:lnTo>
                <a:lnTo>
                  <a:pt x="2248763" y="1703450"/>
                </a:lnTo>
                <a:lnTo>
                  <a:pt x="2238910" y="1705036"/>
                </a:lnTo>
                <a:lnTo>
                  <a:pt x="2229376" y="1706623"/>
                </a:lnTo>
                <a:lnTo>
                  <a:pt x="2220160" y="1707575"/>
                </a:lnTo>
                <a:lnTo>
                  <a:pt x="2211579" y="1797051"/>
                </a:lnTo>
                <a:lnTo>
                  <a:pt x="2054898" y="1782138"/>
                </a:lnTo>
                <a:lnTo>
                  <a:pt x="2063161" y="1692027"/>
                </a:lnTo>
                <a:lnTo>
                  <a:pt x="2054263" y="1689172"/>
                </a:lnTo>
                <a:lnTo>
                  <a:pt x="2045364" y="1685999"/>
                </a:lnTo>
                <a:lnTo>
                  <a:pt x="2035830" y="1682826"/>
                </a:lnTo>
                <a:lnTo>
                  <a:pt x="2027249" y="1679335"/>
                </a:lnTo>
                <a:lnTo>
                  <a:pt x="2018350" y="1675528"/>
                </a:lnTo>
                <a:lnTo>
                  <a:pt x="2009451" y="1671720"/>
                </a:lnTo>
                <a:lnTo>
                  <a:pt x="2000870" y="1667596"/>
                </a:lnTo>
                <a:lnTo>
                  <a:pt x="1992289" y="1663154"/>
                </a:lnTo>
                <a:lnTo>
                  <a:pt x="1984026" y="1658077"/>
                </a:lnTo>
                <a:lnTo>
                  <a:pt x="1975445" y="1653317"/>
                </a:lnTo>
                <a:lnTo>
                  <a:pt x="1967182" y="1648241"/>
                </a:lnTo>
                <a:lnTo>
                  <a:pt x="1958919" y="1642847"/>
                </a:lnTo>
                <a:lnTo>
                  <a:pt x="1950656" y="1637453"/>
                </a:lnTo>
                <a:lnTo>
                  <a:pt x="1943029" y="1631742"/>
                </a:lnTo>
                <a:lnTo>
                  <a:pt x="1935084" y="1626030"/>
                </a:lnTo>
                <a:lnTo>
                  <a:pt x="1927456" y="1620002"/>
                </a:lnTo>
                <a:lnTo>
                  <a:pt x="1857220" y="1678384"/>
                </a:lnTo>
                <a:lnTo>
                  <a:pt x="1756792" y="1556860"/>
                </a:lnTo>
                <a:lnTo>
                  <a:pt x="1827346" y="1498478"/>
                </a:lnTo>
                <a:lnTo>
                  <a:pt x="1822896" y="1489594"/>
                </a:lnTo>
                <a:lnTo>
                  <a:pt x="1818765" y="1481027"/>
                </a:lnTo>
                <a:lnTo>
                  <a:pt x="1814633" y="1472143"/>
                </a:lnTo>
                <a:lnTo>
                  <a:pt x="1810820" y="1463259"/>
                </a:lnTo>
                <a:lnTo>
                  <a:pt x="1807324" y="1454057"/>
                </a:lnTo>
                <a:lnTo>
                  <a:pt x="1803828" y="1445173"/>
                </a:lnTo>
                <a:lnTo>
                  <a:pt x="1800968" y="1436289"/>
                </a:lnTo>
                <a:lnTo>
                  <a:pt x="1797789" y="1426770"/>
                </a:lnTo>
                <a:lnTo>
                  <a:pt x="1795247" y="1417569"/>
                </a:lnTo>
                <a:lnTo>
                  <a:pt x="1792704" y="1408367"/>
                </a:lnTo>
                <a:lnTo>
                  <a:pt x="1790480" y="1399166"/>
                </a:lnTo>
                <a:lnTo>
                  <a:pt x="1788573" y="1389647"/>
                </a:lnTo>
                <a:lnTo>
                  <a:pt x="1786666" y="1380445"/>
                </a:lnTo>
                <a:lnTo>
                  <a:pt x="1785395" y="1371244"/>
                </a:lnTo>
                <a:lnTo>
                  <a:pt x="1783170" y="1352206"/>
                </a:lnTo>
                <a:lnTo>
                  <a:pt x="1690687" y="1343639"/>
                </a:lnTo>
                <a:lnTo>
                  <a:pt x="1705624" y="1186897"/>
                </a:lnTo>
                <a:lnTo>
                  <a:pt x="1798425" y="1195781"/>
                </a:lnTo>
                <a:lnTo>
                  <a:pt x="1801285" y="1186897"/>
                </a:lnTo>
                <a:lnTo>
                  <a:pt x="1804146" y="1178012"/>
                </a:lnTo>
                <a:lnTo>
                  <a:pt x="1807642" y="1169128"/>
                </a:lnTo>
                <a:lnTo>
                  <a:pt x="1810820" y="1160244"/>
                </a:lnTo>
                <a:lnTo>
                  <a:pt x="1814633" y="1151677"/>
                </a:lnTo>
                <a:lnTo>
                  <a:pt x="1818765" y="1142793"/>
                </a:lnTo>
                <a:lnTo>
                  <a:pt x="1822896" y="1134226"/>
                </a:lnTo>
                <a:lnTo>
                  <a:pt x="1827346" y="1125659"/>
                </a:lnTo>
                <a:lnTo>
                  <a:pt x="1831795" y="1117727"/>
                </a:lnTo>
                <a:lnTo>
                  <a:pt x="1836562" y="1109160"/>
                </a:lnTo>
                <a:lnTo>
                  <a:pt x="1841329" y="1100910"/>
                </a:lnTo>
                <a:lnTo>
                  <a:pt x="1846732" y="1092661"/>
                </a:lnTo>
                <a:lnTo>
                  <a:pt x="1852135" y="1085045"/>
                </a:lnTo>
                <a:lnTo>
                  <a:pt x="1857856" y="1077113"/>
                </a:lnTo>
                <a:lnTo>
                  <a:pt x="1863894" y="1069181"/>
                </a:lnTo>
                <a:lnTo>
                  <a:pt x="1869615" y="1061566"/>
                </a:lnTo>
                <a:lnTo>
                  <a:pt x="1810184" y="989858"/>
                </a:lnTo>
                <a:lnTo>
                  <a:pt x="1931588" y="889593"/>
                </a:lnTo>
                <a:lnTo>
                  <a:pt x="1990700" y="961301"/>
                </a:lnTo>
                <a:lnTo>
                  <a:pt x="1999599" y="956859"/>
                </a:lnTo>
                <a:lnTo>
                  <a:pt x="2008180" y="952734"/>
                </a:lnTo>
                <a:lnTo>
                  <a:pt x="2017079" y="948609"/>
                </a:lnTo>
                <a:lnTo>
                  <a:pt x="2025977" y="944485"/>
                </a:lnTo>
                <a:lnTo>
                  <a:pt x="2034876" y="941312"/>
                </a:lnTo>
                <a:lnTo>
                  <a:pt x="2043775" y="937504"/>
                </a:lnTo>
                <a:lnTo>
                  <a:pt x="2052673" y="934649"/>
                </a:lnTo>
                <a:lnTo>
                  <a:pt x="2061890" y="931476"/>
                </a:lnTo>
                <a:lnTo>
                  <a:pt x="2071424" y="928937"/>
                </a:lnTo>
                <a:lnTo>
                  <a:pt x="2080641" y="926399"/>
                </a:lnTo>
                <a:lnTo>
                  <a:pt x="2089539" y="924178"/>
                </a:lnTo>
                <a:lnTo>
                  <a:pt x="2099074" y="922274"/>
                </a:lnTo>
                <a:lnTo>
                  <a:pt x="2108608" y="920370"/>
                </a:lnTo>
                <a:lnTo>
                  <a:pt x="2117825" y="918784"/>
                </a:lnTo>
                <a:lnTo>
                  <a:pt x="2127041" y="917515"/>
                </a:lnTo>
                <a:lnTo>
                  <a:pt x="2136258" y="916246"/>
                </a:lnTo>
                <a:lnTo>
                  <a:pt x="2144839" y="823913"/>
                </a:lnTo>
                <a:close/>
                <a:moveTo>
                  <a:pt x="1509345" y="590550"/>
                </a:moveTo>
                <a:lnTo>
                  <a:pt x="1518239" y="590550"/>
                </a:lnTo>
                <a:lnTo>
                  <a:pt x="1526817" y="591817"/>
                </a:lnTo>
                <a:lnTo>
                  <a:pt x="1535394" y="593400"/>
                </a:lnTo>
                <a:lnTo>
                  <a:pt x="1543971" y="596250"/>
                </a:lnTo>
                <a:lnTo>
                  <a:pt x="1551912" y="599417"/>
                </a:lnTo>
                <a:lnTo>
                  <a:pt x="1559854" y="603534"/>
                </a:lnTo>
                <a:lnTo>
                  <a:pt x="1566843" y="608601"/>
                </a:lnTo>
                <a:lnTo>
                  <a:pt x="1570655" y="611452"/>
                </a:lnTo>
                <a:lnTo>
                  <a:pt x="1574149" y="614302"/>
                </a:lnTo>
                <a:lnTo>
                  <a:pt x="1577326" y="617469"/>
                </a:lnTo>
                <a:lnTo>
                  <a:pt x="1580185" y="620953"/>
                </a:lnTo>
                <a:lnTo>
                  <a:pt x="1583362" y="624753"/>
                </a:lnTo>
                <a:lnTo>
                  <a:pt x="1586221" y="628237"/>
                </a:lnTo>
                <a:lnTo>
                  <a:pt x="1588762" y="632037"/>
                </a:lnTo>
                <a:lnTo>
                  <a:pt x="1591621" y="636154"/>
                </a:lnTo>
                <a:lnTo>
                  <a:pt x="1593845" y="640271"/>
                </a:lnTo>
                <a:lnTo>
                  <a:pt x="1595433" y="644388"/>
                </a:lnTo>
                <a:lnTo>
                  <a:pt x="1597339" y="648505"/>
                </a:lnTo>
                <a:lnTo>
                  <a:pt x="1598927" y="652305"/>
                </a:lnTo>
                <a:lnTo>
                  <a:pt x="1601151" y="660856"/>
                </a:lnTo>
                <a:lnTo>
                  <a:pt x="1603057" y="669724"/>
                </a:lnTo>
                <a:lnTo>
                  <a:pt x="1603375" y="678274"/>
                </a:lnTo>
                <a:lnTo>
                  <a:pt x="1603375" y="687142"/>
                </a:lnTo>
                <a:lnTo>
                  <a:pt x="1602104" y="696326"/>
                </a:lnTo>
                <a:lnTo>
                  <a:pt x="1600516" y="704560"/>
                </a:lnTo>
                <a:lnTo>
                  <a:pt x="1597657" y="712794"/>
                </a:lnTo>
                <a:lnTo>
                  <a:pt x="1594480" y="721028"/>
                </a:lnTo>
                <a:lnTo>
                  <a:pt x="1590350" y="728629"/>
                </a:lnTo>
                <a:lnTo>
                  <a:pt x="1585268" y="736229"/>
                </a:lnTo>
                <a:lnTo>
                  <a:pt x="1582409" y="739396"/>
                </a:lnTo>
                <a:lnTo>
                  <a:pt x="1579550" y="742880"/>
                </a:lnTo>
                <a:lnTo>
                  <a:pt x="1576373" y="746047"/>
                </a:lnTo>
                <a:lnTo>
                  <a:pt x="1572879" y="749531"/>
                </a:lnTo>
                <a:lnTo>
                  <a:pt x="1569384" y="752381"/>
                </a:lnTo>
                <a:lnTo>
                  <a:pt x="1565572" y="755231"/>
                </a:lnTo>
                <a:lnTo>
                  <a:pt x="1297460" y="948099"/>
                </a:lnTo>
                <a:lnTo>
                  <a:pt x="1293012" y="951266"/>
                </a:lnTo>
                <a:lnTo>
                  <a:pt x="1288247" y="953799"/>
                </a:lnTo>
                <a:lnTo>
                  <a:pt x="1283164" y="956333"/>
                </a:lnTo>
                <a:lnTo>
                  <a:pt x="1278399" y="958550"/>
                </a:lnTo>
                <a:lnTo>
                  <a:pt x="1273634" y="960450"/>
                </a:lnTo>
                <a:lnTo>
                  <a:pt x="1268869" y="962033"/>
                </a:lnTo>
                <a:lnTo>
                  <a:pt x="1263469" y="962983"/>
                </a:lnTo>
                <a:lnTo>
                  <a:pt x="1258386" y="964250"/>
                </a:lnTo>
                <a:lnTo>
                  <a:pt x="1253304" y="964884"/>
                </a:lnTo>
                <a:lnTo>
                  <a:pt x="1247903" y="965200"/>
                </a:lnTo>
                <a:lnTo>
                  <a:pt x="1242820" y="965200"/>
                </a:lnTo>
                <a:lnTo>
                  <a:pt x="1237102" y="964884"/>
                </a:lnTo>
                <a:lnTo>
                  <a:pt x="1232020" y="964567"/>
                </a:lnTo>
                <a:lnTo>
                  <a:pt x="1226937" y="963617"/>
                </a:lnTo>
                <a:lnTo>
                  <a:pt x="1221537" y="962667"/>
                </a:lnTo>
                <a:lnTo>
                  <a:pt x="1216454" y="961083"/>
                </a:lnTo>
                <a:lnTo>
                  <a:pt x="1006475" y="894894"/>
                </a:lnTo>
                <a:lnTo>
                  <a:pt x="1009652" y="885393"/>
                </a:lnTo>
                <a:lnTo>
                  <a:pt x="1013464" y="875259"/>
                </a:lnTo>
                <a:lnTo>
                  <a:pt x="1017911" y="862591"/>
                </a:lnTo>
                <a:lnTo>
                  <a:pt x="1022676" y="847706"/>
                </a:lnTo>
                <a:lnTo>
                  <a:pt x="1027123" y="832188"/>
                </a:lnTo>
                <a:lnTo>
                  <a:pt x="1029029" y="824271"/>
                </a:lnTo>
                <a:lnTo>
                  <a:pt x="1030935" y="816353"/>
                </a:lnTo>
                <a:lnTo>
                  <a:pt x="1031888" y="808753"/>
                </a:lnTo>
                <a:lnTo>
                  <a:pt x="1033159" y="801469"/>
                </a:lnTo>
                <a:lnTo>
                  <a:pt x="1033794" y="793868"/>
                </a:lnTo>
                <a:lnTo>
                  <a:pt x="1033794" y="786584"/>
                </a:lnTo>
                <a:lnTo>
                  <a:pt x="1033794" y="778666"/>
                </a:lnTo>
                <a:lnTo>
                  <a:pt x="1033477" y="770749"/>
                </a:lnTo>
                <a:lnTo>
                  <a:pt x="1032841" y="762832"/>
                </a:lnTo>
                <a:lnTo>
                  <a:pt x="1031888" y="755548"/>
                </a:lnTo>
                <a:lnTo>
                  <a:pt x="1029665" y="740980"/>
                </a:lnTo>
                <a:lnTo>
                  <a:pt x="1027441" y="727995"/>
                </a:lnTo>
                <a:lnTo>
                  <a:pt x="1025217" y="718178"/>
                </a:lnTo>
                <a:lnTo>
                  <a:pt x="1022994" y="708994"/>
                </a:lnTo>
                <a:lnTo>
                  <a:pt x="1227572" y="773599"/>
                </a:lnTo>
                <a:lnTo>
                  <a:pt x="1458835" y="607651"/>
                </a:lnTo>
                <a:lnTo>
                  <a:pt x="1462965" y="605118"/>
                </a:lnTo>
                <a:lnTo>
                  <a:pt x="1467095" y="602268"/>
                </a:lnTo>
                <a:lnTo>
                  <a:pt x="1470589" y="600051"/>
                </a:lnTo>
                <a:lnTo>
                  <a:pt x="1474719" y="598467"/>
                </a:lnTo>
                <a:lnTo>
                  <a:pt x="1479166" y="596567"/>
                </a:lnTo>
                <a:lnTo>
                  <a:pt x="1483296" y="594984"/>
                </a:lnTo>
                <a:lnTo>
                  <a:pt x="1491873" y="592767"/>
                </a:lnTo>
                <a:lnTo>
                  <a:pt x="1500768" y="591183"/>
                </a:lnTo>
                <a:lnTo>
                  <a:pt x="1509345" y="590550"/>
                </a:lnTo>
                <a:close/>
                <a:moveTo>
                  <a:pt x="690596" y="539750"/>
                </a:moveTo>
                <a:lnTo>
                  <a:pt x="691548" y="539750"/>
                </a:lnTo>
                <a:lnTo>
                  <a:pt x="693769" y="540067"/>
                </a:lnTo>
                <a:lnTo>
                  <a:pt x="702016" y="540702"/>
                </a:lnTo>
                <a:lnTo>
                  <a:pt x="727394" y="541020"/>
                </a:lnTo>
                <a:lnTo>
                  <a:pt x="757531" y="541655"/>
                </a:lnTo>
                <a:lnTo>
                  <a:pt x="770854" y="541972"/>
                </a:lnTo>
                <a:lnTo>
                  <a:pt x="781640" y="543242"/>
                </a:lnTo>
                <a:lnTo>
                  <a:pt x="781957" y="543242"/>
                </a:lnTo>
                <a:lnTo>
                  <a:pt x="785763" y="546734"/>
                </a:lnTo>
                <a:lnTo>
                  <a:pt x="789887" y="552130"/>
                </a:lnTo>
                <a:lnTo>
                  <a:pt x="794646" y="558479"/>
                </a:lnTo>
                <a:lnTo>
                  <a:pt x="799404" y="566415"/>
                </a:lnTo>
                <a:lnTo>
                  <a:pt x="804797" y="576573"/>
                </a:lnTo>
                <a:lnTo>
                  <a:pt x="809872" y="588001"/>
                </a:lnTo>
                <a:lnTo>
                  <a:pt x="812093" y="594668"/>
                </a:lnTo>
                <a:lnTo>
                  <a:pt x="814631" y="602286"/>
                </a:lnTo>
                <a:lnTo>
                  <a:pt x="817169" y="609905"/>
                </a:lnTo>
                <a:lnTo>
                  <a:pt x="820024" y="618476"/>
                </a:lnTo>
                <a:lnTo>
                  <a:pt x="822244" y="627364"/>
                </a:lnTo>
                <a:lnTo>
                  <a:pt x="824465" y="637205"/>
                </a:lnTo>
                <a:lnTo>
                  <a:pt x="826685" y="647681"/>
                </a:lnTo>
                <a:lnTo>
                  <a:pt x="828906" y="658791"/>
                </a:lnTo>
                <a:lnTo>
                  <a:pt x="830809" y="670537"/>
                </a:lnTo>
                <a:lnTo>
                  <a:pt x="832395" y="683235"/>
                </a:lnTo>
                <a:lnTo>
                  <a:pt x="834299" y="696567"/>
                </a:lnTo>
                <a:lnTo>
                  <a:pt x="835885" y="710535"/>
                </a:lnTo>
                <a:lnTo>
                  <a:pt x="836836" y="725454"/>
                </a:lnTo>
                <a:lnTo>
                  <a:pt x="838105" y="741644"/>
                </a:lnTo>
                <a:lnTo>
                  <a:pt x="839057" y="757834"/>
                </a:lnTo>
                <a:lnTo>
                  <a:pt x="840009" y="775611"/>
                </a:lnTo>
                <a:lnTo>
                  <a:pt x="840326" y="794022"/>
                </a:lnTo>
                <a:lnTo>
                  <a:pt x="840643" y="813069"/>
                </a:lnTo>
                <a:lnTo>
                  <a:pt x="840326" y="833703"/>
                </a:lnTo>
                <a:lnTo>
                  <a:pt x="840326" y="854972"/>
                </a:lnTo>
                <a:lnTo>
                  <a:pt x="844767" y="839735"/>
                </a:lnTo>
                <a:lnTo>
                  <a:pt x="849208" y="824497"/>
                </a:lnTo>
                <a:lnTo>
                  <a:pt x="857456" y="794975"/>
                </a:lnTo>
                <a:lnTo>
                  <a:pt x="864435" y="767992"/>
                </a:lnTo>
                <a:lnTo>
                  <a:pt x="870145" y="742914"/>
                </a:lnTo>
                <a:lnTo>
                  <a:pt x="878710" y="705456"/>
                </a:lnTo>
                <a:lnTo>
                  <a:pt x="881248" y="694028"/>
                </a:lnTo>
                <a:lnTo>
                  <a:pt x="882517" y="688314"/>
                </a:lnTo>
                <a:lnTo>
                  <a:pt x="878076" y="679425"/>
                </a:lnTo>
                <a:lnTo>
                  <a:pt x="874586" y="670854"/>
                </a:lnTo>
                <a:lnTo>
                  <a:pt x="871097" y="663236"/>
                </a:lnTo>
                <a:lnTo>
                  <a:pt x="868559" y="655617"/>
                </a:lnTo>
                <a:lnTo>
                  <a:pt x="864752" y="644506"/>
                </a:lnTo>
                <a:lnTo>
                  <a:pt x="863801" y="640380"/>
                </a:lnTo>
                <a:lnTo>
                  <a:pt x="867290" y="637205"/>
                </a:lnTo>
                <a:lnTo>
                  <a:pt x="876489" y="629269"/>
                </a:lnTo>
                <a:lnTo>
                  <a:pt x="881882" y="624507"/>
                </a:lnTo>
                <a:lnTo>
                  <a:pt x="888227" y="619746"/>
                </a:lnTo>
                <a:lnTo>
                  <a:pt x="894571" y="615619"/>
                </a:lnTo>
                <a:lnTo>
                  <a:pt x="900598" y="611810"/>
                </a:lnTo>
                <a:lnTo>
                  <a:pt x="921535" y="619746"/>
                </a:lnTo>
                <a:lnTo>
                  <a:pt x="939300" y="659426"/>
                </a:lnTo>
                <a:lnTo>
                  <a:pt x="934224" y="671172"/>
                </a:lnTo>
                <a:lnTo>
                  <a:pt x="928514" y="683235"/>
                </a:lnTo>
                <a:lnTo>
                  <a:pt x="922487" y="695932"/>
                </a:lnTo>
                <a:lnTo>
                  <a:pt x="923439" y="707043"/>
                </a:lnTo>
                <a:lnTo>
                  <a:pt x="924073" y="720693"/>
                </a:lnTo>
                <a:lnTo>
                  <a:pt x="924708" y="736248"/>
                </a:lnTo>
                <a:lnTo>
                  <a:pt x="924073" y="753390"/>
                </a:lnTo>
                <a:lnTo>
                  <a:pt x="923439" y="790213"/>
                </a:lnTo>
                <a:lnTo>
                  <a:pt x="921852" y="827354"/>
                </a:lnTo>
                <a:lnTo>
                  <a:pt x="920266" y="862273"/>
                </a:lnTo>
                <a:lnTo>
                  <a:pt x="918680" y="891161"/>
                </a:lnTo>
                <a:lnTo>
                  <a:pt x="916777" y="918461"/>
                </a:lnTo>
                <a:lnTo>
                  <a:pt x="918680" y="913382"/>
                </a:lnTo>
                <a:lnTo>
                  <a:pt x="923756" y="899097"/>
                </a:lnTo>
                <a:lnTo>
                  <a:pt x="927245" y="888621"/>
                </a:lnTo>
                <a:lnTo>
                  <a:pt x="931369" y="876241"/>
                </a:lnTo>
                <a:lnTo>
                  <a:pt x="935493" y="862273"/>
                </a:lnTo>
                <a:lnTo>
                  <a:pt x="939934" y="846401"/>
                </a:lnTo>
                <a:lnTo>
                  <a:pt x="943741" y="828307"/>
                </a:lnTo>
                <a:lnTo>
                  <a:pt x="947865" y="809260"/>
                </a:lnTo>
                <a:lnTo>
                  <a:pt x="951672" y="788626"/>
                </a:lnTo>
                <a:lnTo>
                  <a:pt x="955161" y="766722"/>
                </a:lnTo>
                <a:lnTo>
                  <a:pt x="957699" y="743866"/>
                </a:lnTo>
                <a:lnTo>
                  <a:pt x="958650" y="731486"/>
                </a:lnTo>
                <a:lnTo>
                  <a:pt x="959919" y="719106"/>
                </a:lnTo>
                <a:lnTo>
                  <a:pt x="960554" y="707043"/>
                </a:lnTo>
                <a:lnTo>
                  <a:pt x="960871" y="694345"/>
                </a:lnTo>
                <a:lnTo>
                  <a:pt x="961188" y="681330"/>
                </a:lnTo>
                <a:lnTo>
                  <a:pt x="961188" y="668315"/>
                </a:lnTo>
                <a:lnTo>
                  <a:pt x="969119" y="649268"/>
                </a:lnTo>
                <a:lnTo>
                  <a:pt x="970705" y="651173"/>
                </a:lnTo>
                <a:lnTo>
                  <a:pt x="973877" y="656887"/>
                </a:lnTo>
                <a:lnTo>
                  <a:pt x="976098" y="661331"/>
                </a:lnTo>
                <a:lnTo>
                  <a:pt x="978636" y="666727"/>
                </a:lnTo>
                <a:lnTo>
                  <a:pt x="981808" y="673076"/>
                </a:lnTo>
                <a:lnTo>
                  <a:pt x="984663" y="681012"/>
                </a:lnTo>
                <a:lnTo>
                  <a:pt x="988152" y="690218"/>
                </a:lnTo>
                <a:lnTo>
                  <a:pt x="991007" y="700377"/>
                </a:lnTo>
                <a:lnTo>
                  <a:pt x="993862" y="712122"/>
                </a:lnTo>
                <a:lnTo>
                  <a:pt x="997035" y="724820"/>
                </a:lnTo>
                <a:lnTo>
                  <a:pt x="999572" y="739422"/>
                </a:lnTo>
                <a:lnTo>
                  <a:pt x="1002110" y="754977"/>
                </a:lnTo>
                <a:lnTo>
                  <a:pt x="1004013" y="772436"/>
                </a:lnTo>
                <a:lnTo>
                  <a:pt x="1005600" y="790848"/>
                </a:lnTo>
                <a:lnTo>
                  <a:pt x="1005282" y="796244"/>
                </a:lnTo>
                <a:lnTo>
                  <a:pt x="1004331" y="801958"/>
                </a:lnTo>
                <a:lnTo>
                  <a:pt x="1003062" y="809260"/>
                </a:lnTo>
                <a:lnTo>
                  <a:pt x="1000841" y="817196"/>
                </a:lnTo>
                <a:lnTo>
                  <a:pt x="997669" y="826085"/>
                </a:lnTo>
                <a:lnTo>
                  <a:pt x="994497" y="836243"/>
                </a:lnTo>
                <a:lnTo>
                  <a:pt x="985932" y="858781"/>
                </a:lnTo>
                <a:lnTo>
                  <a:pt x="964043" y="914969"/>
                </a:lnTo>
                <a:lnTo>
                  <a:pt x="951037" y="948301"/>
                </a:lnTo>
                <a:lnTo>
                  <a:pt x="937079" y="985442"/>
                </a:lnTo>
                <a:lnTo>
                  <a:pt x="922804" y="1025757"/>
                </a:lnTo>
                <a:lnTo>
                  <a:pt x="915825" y="1047026"/>
                </a:lnTo>
                <a:lnTo>
                  <a:pt x="908212" y="1068929"/>
                </a:lnTo>
                <a:lnTo>
                  <a:pt x="901233" y="1091785"/>
                </a:lnTo>
                <a:lnTo>
                  <a:pt x="894254" y="1115594"/>
                </a:lnTo>
                <a:lnTo>
                  <a:pt x="886958" y="1139719"/>
                </a:lnTo>
                <a:lnTo>
                  <a:pt x="880296" y="1165115"/>
                </a:lnTo>
                <a:lnTo>
                  <a:pt x="873634" y="1190510"/>
                </a:lnTo>
                <a:lnTo>
                  <a:pt x="867290" y="1217493"/>
                </a:lnTo>
                <a:lnTo>
                  <a:pt x="861580" y="1244476"/>
                </a:lnTo>
                <a:lnTo>
                  <a:pt x="855553" y="1272728"/>
                </a:lnTo>
                <a:lnTo>
                  <a:pt x="850477" y="1301298"/>
                </a:lnTo>
                <a:lnTo>
                  <a:pt x="845402" y="1330821"/>
                </a:lnTo>
                <a:lnTo>
                  <a:pt x="840960" y="1360343"/>
                </a:lnTo>
                <a:lnTo>
                  <a:pt x="836836" y="1391135"/>
                </a:lnTo>
                <a:lnTo>
                  <a:pt x="874586" y="1434307"/>
                </a:lnTo>
                <a:lnTo>
                  <a:pt x="949768" y="1522239"/>
                </a:lnTo>
                <a:lnTo>
                  <a:pt x="990373" y="1569856"/>
                </a:lnTo>
                <a:lnTo>
                  <a:pt x="1026219" y="1613028"/>
                </a:lnTo>
                <a:lnTo>
                  <a:pt x="1041129" y="1631122"/>
                </a:lnTo>
                <a:lnTo>
                  <a:pt x="1053500" y="1646042"/>
                </a:lnTo>
                <a:lnTo>
                  <a:pt x="1062065" y="1657470"/>
                </a:lnTo>
                <a:lnTo>
                  <a:pt x="1066824" y="1664137"/>
                </a:lnTo>
                <a:lnTo>
                  <a:pt x="1071582" y="1671755"/>
                </a:lnTo>
                <a:lnTo>
                  <a:pt x="1077292" y="1680326"/>
                </a:lnTo>
                <a:lnTo>
                  <a:pt x="1080147" y="1685088"/>
                </a:lnTo>
                <a:lnTo>
                  <a:pt x="1083002" y="1689850"/>
                </a:lnTo>
                <a:lnTo>
                  <a:pt x="1085540" y="1695564"/>
                </a:lnTo>
                <a:lnTo>
                  <a:pt x="1088395" y="1701913"/>
                </a:lnTo>
                <a:lnTo>
                  <a:pt x="1090616" y="1708579"/>
                </a:lnTo>
                <a:lnTo>
                  <a:pt x="1091884" y="1715880"/>
                </a:lnTo>
                <a:lnTo>
                  <a:pt x="1093471" y="1724134"/>
                </a:lnTo>
                <a:lnTo>
                  <a:pt x="1093788" y="1733022"/>
                </a:lnTo>
                <a:lnTo>
                  <a:pt x="1093788" y="1742545"/>
                </a:lnTo>
                <a:lnTo>
                  <a:pt x="1092836" y="1753021"/>
                </a:lnTo>
                <a:lnTo>
                  <a:pt x="1090933" y="1765084"/>
                </a:lnTo>
                <a:lnTo>
                  <a:pt x="1087761" y="1777147"/>
                </a:lnTo>
                <a:lnTo>
                  <a:pt x="1086809" y="1785083"/>
                </a:lnTo>
                <a:lnTo>
                  <a:pt x="1084271" y="1801272"/>
                </a:lnTo>
                <a:lnTo>
                  <a:pt x="1076340" y="1854920"/>
                </a:lnTo>
                <a:lnTo>
                  <a:pt x="1054452" y="2009516"/>
                </a:lnTo>
                <a:lnTo>
                  <a:pt x="1023681" y="2230139"/>
                </a:lnTo>
                <a:lnTo>
                  <a:pt x="1022730" y="2236488"/>
                </a:lnTo>
                <a:lnTo>
                  <a:pt x="1021461" y="2242520"/>
                </a:lnTo>
                <a:lnTo>
                  <a:pt x="1019875" y="2248551"/>
                </a:lnTo>
                <a:lnTo>
                  <a:pt x="1018289" y="2254582"/>
                </a:lnTo>
                <a:lnTo>
                  <a:pt x="1015751" y="2259979"/>
                </a:lnTo>
                <a:lnTo>
                  <a:pt x="1013530" y="2265693"/>
                </a:lnTo>
                <a:lnTo>
                  <a:pt x="1011310" y="2271407"/>
                </a:lnTo>
                <a:lnTo>
                  <a:pt x="1008455" y="2276486"/>
                </a:lnTo>
                <a:lnTo>
                  <a:pt x="1005917" y="2281248"/>
                </a:lnTo>
                <a:lnTo>
                  <a:pt x="1002427" y="2286009"/>
                </a:lnTo>
                <a:lnTo>
                  <a:pt x="999255" y="2291088"/>
                </a:lnTo>
                <a:lnTo>
                  <a:pt x="995766" y="2295533"/>
                </a:lnTo>
                <a:lnTo>
                  <a:pt x="992276" y="2299659"/>
                </a:lnTo>
                <a:lnTo>
                  <a:pt x="988470" y="2303469"/>
                </a:lnTo>
                <a:lnTo>
                  <a:pt x="984346" y="2307278"/>
                </a:lnTo>
                <a:lnTo>
                  <a:pt x="980222" y="2311087"/>
                </a:lnTo>
                <a:lnTo>
                  <a:pt x="975781" y="2314262"/>
                </a:lnTo>
                <a:lnTo>
                  <a:pt x="971339" y="2317436"/>
                </a:lnTo>
                <a:lnTo>
                  <a:pt x="966581" y="2320293"/>
                </a:lnTo>
                <a:lnTo>
                  <a:pt x="961823" y="2322833"/>
                </a:lnTo>
                <a:lnTo>
                  <a:pt x="956747" y="2325372"/>
                </a:lnTo>
                <a:lnTo>
                  <a:pt x="951989" y="2327277"/>
                </a:lnTo>
                <a:lnTo>
                  <a:pt x="946913" y="2329182"/>
                </a:lnTo>
                <a:lnTo>
                  <a:pt x="941203" y="2331086"/>
                </a:lnTo>
                <a:lnTo>
                  <a:pt x="936128" y="2332674"/>
                </a:lnTo>
                <a:lnTo>
                  <a:pt x="930418" y="2333309"/>
                </a:lnTo>
                <a:lnTo>
                  <a:pt x="925025" y="2334578"/>
                </a:lnTo>
                <a:lnTo>
                  <a:pt x="919315" y="2334896"/>
                </a:lnTo>
                <a:lnTo>
                  <a:pt x="913605" y="2335213"/>
                </a:lnTo>
                <a:lnTo>
                  <a:pt x="907577" y="2335213"/>
                </a:lnTo>
                <a:lnTo>
                  <a:pt x="901550" y="2334896"/>
                </a:lnTo>
                <a:lnTo>
                  <a:pt x="895523" y="2333943"/>
                </a:lnTo>
                <a:lnTo>
                  <a:pt x="889813" y="2333309"/>
                </a:lnTo>
                <a:lnTo>
                  <a:pt x="883786" y="2332356"/>
                </a:lnTo>
                <a:lnTo>
                  <a:pt x="878076" y="2330769"/>
                </a:lnTo>
                <a:lnTo>
                  <a:pt x="872683" y="2328864"/>
                </a:lnTo>
                <a:lnTo>
                  <a:pt x="867290" y="2326642"/>
                </a:lnTo>
                <a:lnTo>
                  <a:pt x="862214" y="2324420"/>
                </a:lnTo>
                <a:lnTo>
                  <a:pt x="857456" y="2321881"/>
                </a:lnTo>
                <a:lnTo>
                  <a:pt x="852698" y="2319341"/>
                </a:lnTo>
                <a:lnTo>
                  <a:pt x="848257" y="2316167"/>
                </a:lnTo>
                <a:lnTo>
                  <a:pt x="843815" y="2312992"/>
                </a:lnTo>
                <a:lnTo>
                  <a:pt x="839692" y="2309183"/>
                </a:lnTo>
                <a:lnTo>
                  <a:pt x="835568" y="2305373"/>
                </a:lnTo>
                <a:lnTo>
                  <a:pt x="831761" y="2301882"/>
                </a:lnTo>
                <a:lnTo>
                  <a:pt x="827954" y="2297755"/>
                </a:lnTo>
                <a:lnTo>
                  <a:pt x="824782" y="2293311"/>
                </a:lnTo>
                <a:lnTo>
                  <a:pt x="821293" y="2288866"/>
                </a:lnTo>
                <a:lnTo>
                  <a:pt x="818755" y="2283787"/>
                </a:lnTo>
                <a:lnTo>
                  <a:pt x="815900" y="2279026"/>
                </a:lnTo>
                <a:lnTo>
                  <a:pt x="813362" y="2274264"/>
                </a:lnTo>
                <a:lnTo>
                  <a:pt x="811141" y="2269185"/>
                </a:lnTo>
                <a:lnTo>
                  <a:pt x="809238" y="2263471"/>
                </a:lnTo>
                <a:lnTo>
                  <a:pt x="807335" y="2258392"/>
                </a:lnTo>
                <a:lnTo>
                  <a:pt x="805749" y="2252678"/>
                </a:lnTo>
                <a:lnTo>
                  <a:pt x="804162" y="2246646"/>
                </a:lnTo>
                <a:lnTo>
                  <a:pt x="803211" y="2241250"/>
                </a:lnTo>
                <a:lnTo>
                  <a:pt x="802576" y="2234901"/>
                </a:lnTo>
                <a:lnTo>
                  <a:pt x="801942" y="2228869"/>
                </a:lnTo>
                <a:lnTo>
                  <a:pt x="801625" y="2222838"/>
                </a:lnTo>
                <a:lnTo>
                  <a:pt x="801625" y="2216807"/>
                </a:lnTo>
                <a:lnTo>
                  <a:pt x="801942" y="2210458"/>
                </a:lnTo>
                <a:lnTo>
                  <a:pt x="802576" y="2204109"/>
                </a:lnTo>
                <a:lnTo>
                  <a:pt x="803211" y="2197443"/>
                </a:lnTo>
                <a:lnTo>
                  <a:pt x="833981" y="1990152"/>
                </a:lnTo>
                <a:lnTo>
                  <a:pt x="855235" y="1846032"/>
                </a:lnTo>
                <a:lnTo>
                  <a:pt x="861897" y="1797146"/>
                </a:lnTo>
                <a:lnTo>
                  <a:pt x="863801" y="1783178"/>
                </a:lnTo>
                <a:lnTo>
                  <a:pt x="864435" y="1777147"/>
                </a:lnTo>
                <a:lnTo>
                  <a:pt x="861897" y="1774290"/>
                </a:lnTo>
                <a:lnTo>
                  <a:pt x="855553" y="1767623"/>
                </a:lnTo>
                <a:lnTo>
                  <a:pt x="833030" y="1744133"/>
                </a:lnTo>
                <a:lnTo>
                  <a:pt x="763558" y="1673343"/>
                </a:lnTo>
                <a:lnTo>
                  <a:pt x="687424" y="1595886"/>
                </a:lnTo>
                <a:lnTo>
                  <a:pt x="657288" y="1564777"/>
                </a:lnTo>
                <a:lnTo>
                  <a:pt x="637620" y="1543825"/>
                </a:lnTo>
                <a:lnTo>
                  <a:pt x="624931" y="1537159"/>
                </a:lnTo>
                <a:lnTo>
                  <a:pt x="612876" y="1530175"/>
                </a:lnTo>
                <a:lnTo>
                  <a:pt x="600822" y="1523192"/>
                </a:lnTo>
                <a:lnTo>
                  <a:pt x="589719" y="1516208"/>
                </a:lnTo>
                <a:lnTo>
                  <a:pt x="578933" y="1508907"/>
                </a:lnTo>
                <a:lnTo>
                  <a:pt x="569100" y="1501605"/>
                </a:lnTo>
                <a:lnTo>
                  <a:pt x="559266" y="1494622"/>
                </a:lnTo>
                <a:lnTo>
                  <a:pt x="550383" y="1487003"/>
                </a:lnTo>
                <a:lnTo>
                  <a:pt x="541818" y="1480019"/>
                </a:lnTo>
                <a:lnTo>
                  <a:pt x="533570" y="1472718"/>
                </a:lnTo>
                <a:lnTo>
                  <a:pt x="525957" y="1465099"/>
                </a:lnTo>
                <a:lnTo>
                  <a:pt x="518978" y="1458116"/>
                </a:lnTo>
                <a:lnTo>
                  <a:pt x="511682" y="1451132"/>
                </a:lnTo>
                <a:lnTo>
                  <a:pt x="505655" y="1444148"/>
                </a:lnTo>
                <a:lnTo>
                  <a:pt x="499945" y="1436847"/>
                </a:lnTo>
                <a:lnTo>
                  <a:pt x="494235" y="1430181"/>
                </a:lnTo>
                <a:lnTo>
                  <a:pt x="489159" y="1423514"/>
                </a:lnTo>
                <a:lnTo>
                  <a:pt x="484718" y="1416848"/>
                </a:lnTo>
                <a:lnTo>
                  <a:pt x="480277" y="1410499"/>
                </a:lnTo>
                <a:lnTo>
                  <a:pt x="476470" y="1404150"/>
                </a:lnTo>
                <a:lnTo>
                  <a:pt x="473298" y="1397801"/>
                </a:lnTo>
                <a:lnTo>
                  <a:pt x="469808" y="1392405"/>
                </a:lnTo>
                <a:lnTo>
                  <a:pt x="464733" y="1381294"/>
                </a:lnTo>
                <a:lnTo>
                  <a:pt x="460926" y="1371453"/>
                </a:lnTo>
                <a:lnTo>
                  <a:pt x="458706" y="1362565"/>
                </a:lnTo>
                <a:lnTo>
                  <a:pt x="457754" y="1359073"/>
                </a:lnTo>
                <a:lnTo>
                  <a:pt x="457119" y="1355264"/>
                </a:lnTo>
                <a:lnTo>
                  <a:pt x="457119" y="1352089"/>
                </a:lnTo>
                <a:lnTo>
                  <a:pt x="457119" y="1349550"/>
                </a:lnTo>
                <a:lnTo>
                  <a:pt x="456802" y="1347010"/>
                </a:lnTo>
                <a:lnTo>
                  <a:pt x="456168" y="1344788"/>
                </a:lnTo>
                <a:lnTo>
                  <a:pt x="454264" y="1342566"/>
                </a:lnTo>
                <a:lnTo>
                  <a:pt x="452361" y="1340344"/>
                </a:lnTo>
                <a:lnTo>
                  <a:pt x="449823" y="1338439"/>
                </a:lnTo>
                <a:lnTo>
                  <a:pt x="446968" y="1336217"/>
                </a:lnTo>
                <a:lnTo>
                  <a:pt x="440624" y="1332408"/>
                </a:lnTo>
                <a:lnTo>
                  <a:pt x="434279" y="1328598"/>
                </a:lnTo>
                <a:lnTo>
                  <a:pt x="431107" y="1326376"/>
                </a:lnTo>
                <a:lnTo>
                  <a:pt x="428887" y="1324472"/>
                </a:lnTo>
                <a:lnTo>
                  <a:pt x="426666" y="1322250"/>
                </a:lnTo>
                <a:lnTo>
                  <a:pt x="425397" y="1319393"/>
                </a:lnTo>
                <a:lnTo>
                  <a:pt x="424128" y="1317170"/>
                </a:lnTo>
                <a:lnTo>
                  <a:pt x="424128" y="1314631"/>
                </a:lnTo>
                <a:lnTo>
                  <a:pt x="425714" y="1302568"/>
                </a:lnTo>
                <a:lnTo>
                  <a:pt x="427618" y="1289553"/>
                </a:lnTo>
                <a:lnTo>
                  <a:pt x="429521" y="1275268"/>
                </a:lnTo>
                <a:lnTo>
                  <a:pt x="432059" y="1260983"/>
                </a:lnTo>
                <a:lnTo>
                  <a:pt x="438086" y="1229873"/>
                </a:lnTo>
                <a:lnTo>
                  <a:pt x="445382" y="1196542"/>
                </a:lnTo>
                <a:lnTo>
                  <a:pt x="453313" y="1161623"/>
                </a:lnTo>
                <a:lnTo>
                  <a:pt x="462195" y="1125117"/>
                </a:lnTo>
                <a:lnTo>
                  <a:pt x="471712" y="1087658"/>
                </a:lnTo>
                <a:lnTo>
                  <a:pt x="481229" y="1049883"/>
                </a:lnTo>
                <a:lnTo>
                  <a:pt x="501531" y="974014"/>
                </a:lnTo>
                <a:lnTo>
                  <a:pt x="521199" y="901001"/>
                </a:lnTo>
                <a:lnTo>
                  <a:pt x="538963" y="833386"/>
                </a:lnTo>
                <a:lnTo>
                  <a:pt x="546577" y="803228"/>
                </a:lnTo>
                <a:lnTo>
                  <a:pt x="553238" y="775293"/>
                </a:lnTo>
                <a:lnTo>
                  <a:pt x="622710" y="754659"/>
                </a:lnTo>
                <a:lnTo>
                  <a:pt x="591305" y="753072"/>
                </a:lnTo>
                <a:lnTo>
                  <a:pt x="520881" y="750215"/>
                </a:lnTo>
                <a:lnTo>
                  <a:pt x="482497" y="748628"/>
                </a:lnTo>
                <a:lnTo>
                  <a:pt x="448554" y="747358"/>
                </a:lnTo>
                <a:lnTo>
                  <a:pt x="423494" y="747041"/>
                </a:lnTo>
                <a:lnTo>
                  <a:pt x="415563" y="747358"/>
                </a:lnTo>
                <a:lnTo>
                  <a:pt x="411439" y="747993"/>
                </a:lnTo>
                <a:lnTo>
                  <a:pt x="409853" y="748628"/>
                </a:lnTo>
                <a:lnTo>
                  <a:pt x="406364" y="750850"/>
                </a:lnTo>
                <a:lnTo>
                  <a:pt x="396847" y="757516"/>
                </a:lnTo>
                <a:lnTo>
                  <a:pt x="382889" y="767992"/>
                </a:lnTo>
                <a:lnTo>
                  <a:pt x="366393" y="781007"/>
                </a:lnTo>
                <a:lnTo>
                  <a:pt x="325472" y="812752"/>
                </a:lnTo>
                <a:lnTo>
                  <a:pt x="279791" y="849258"/>
                </a:lnTo>
                <a:lnTo>
                  <a:pt x="195093" y="917826"/>
                </a:lnTo>
                <a:lnTo>
                  <a:pt x="154805" y="951158"/>
                </a:lnTo>
                <a:lnTo>
                  <a:pt x="154488" y="951475"/>
                </a:lnTo>
                <a:lnTo>
                  <a:pt x="150681" y="954332"/>
                </a:lnTo>
                <a:lnTo>
                  <a:pt x="146875" y="957506"/>
                </a:lnTo>
                <a:lnTo>
                  <a:pt x="143068" y="960046"/>
                </a:lnTo>
                <a:lnTo>
                  <a:pt x="139261" y="962586"/>
                </a:lnTo>
                <a:lnTo>
                  <a:pt x="135454" y="964808"/>
                </a:lnTo>
                <a:lnTo>
                  <a:pt x="131013" y="966712"/>
                </a:lnTo>
                <a:lnTo>
                  <a:pt x="126889" y="968617"/>
                </a:lnTo>
                <a:lnTo>
                  <a:pt x="122766" y="969887"/>
                </a:lnTo>
                <a:lnTo>
                  <a:pt x="113883" y="972426"/>
                </a:lnTo>
                <a:lnTo>
                  <a:pt x="105318" y="974014"/>
                </a:lnTo>
                <a:lnTo>
                  <a:pt x="96436" y="975283"/>
                </a:lnTo>
                <a:lnTo>
                  <a:pt x="87554" y="974966"/>
                </a:lnTo>
                <a:lnTo>
                  <a:pt x="78671" y="974014"/>
                </a:lnTo>
                <a:lnTo>
                  <a:pt x="70106" y="972109"/>
                </a:lnTo>
                <a:lnTo>
                  <a:pt x="61541" y="969569"/>
                </a:lnTo>
                <a:lnTo>
                  <a:pt x="52976" y="966395"/>
                </a:lnTo>
                <a:lnTo>
                  <a:pt x="48852" y="964490"/>
                </a:lnTo>
                <a:lnTo>
                  <a:pt x="45363" y="962268"/>
                </a:lnTo>
                <a:lnTo>
                  <a:pt x="41239" y="959729"/>
                </a:lnTo>
                <a:lnTo>
                  <a:pt x="37432" y="956872"/>
                </a:lnTo>
                <a:lnTo>
                  <a:pt x="33626" y="954015"/>
                </a:lnTo>
                <a:lnTo>
                  <a:pt x="30453" y="951158"/>
                </a:lnTo>
                <a:lnTo>
                  <a:pt x="26647" y="947666"/>
                </a:lnTo>
                <a:lnTo>
                  <a:pt x="23792" y="944491"/>
                </a:lnTo>
                <a:lnTo>
                  <a:pt x="20302" y="940682"/>
                </a:lnTo>
                <a:lnTo>
                  <a:pt x="17764" y="936873"/>
                </a:lnTo>
                <a:lnTo>
                  <a:pt x="14909" y="933063"/>
                </a:lnTo>
                <a:lnTo>
                  <a:pt x="12689" y="929254"/>
                </a:lnTo>
                <a:lnTo>
                  <a:pt x="10468" y="925127"/>
                </a:lnTo>
                <a:lnTo>
                  <a:pt x="8248" y="921000"/>
                </a:lnTo>
                <a:lnTo>
                  <a:pt x="6662" y="916874"/>
                </a:lnTo>
                <a:lnTo>
                  <a:pt x="4758" y="912429"/>
                </a:lnTo>
                <a:lnTo>
                  <a:pt x="2538" y="903858"/>
                </a:lnTo>
                <a:lnTo>
                  <a:pt x="634" y="894970"/>
                </a:lnTo>
                <a:lnTo>
                  <a:pt x="0" y="886399"/>
                </a:lnTo>
                <a:lnTo>
                  <a:pt x="0" y="877511"/>
                </a:lnTo>
                <a:lnTo>
                  <a:pt x="952" y="868622"/>
                </a:lnTo>
                <a:lnTo>
                  <a:pt x="2538" y="859734"/>
                </a:lnTo>
                <a:lnTo>
                  <a:pt x="5075" y="851163"/>
                </a:lnTo>
                <a:lnTo>
                  <a:pt x="8882" y="842909"/>
                </a:lnTo>
                <a:lnTo>
                  <a:pt x="10785" y="838782"/>
                </a:lnTo>
                <a:lnTo>
                  <a:pt x="13006" y="834656"/>
                </a:lnTo>
                <a:lnTo>
                  <a:pt x="15544" y="831164"/>
                </a:lnTo>
                <a:lnTo>
                  <a:pt x="18082" y="827354"/>
                </a:lnTo>
                <a:lnTo>
                  <a:pt x="20937" y="823545"/>
                </a:lnTo>
                <a:lnTo>
                  <a:pt x="24109" y="820053"/>
                </a:lnTo>
                <a:lnTo>
                  <a:pt x="27281" y="816561"/>
                </a:lnTo>
                <a:lnTo>
                  <a:pt x="30771" y="813069"/>
                </a:lnTo>
                <a:lnTo>
                  <a:pt x="80575" y="775611"/>
                </a:lnTo>
                <a:lnTo>
                  <a:pt x="189700" y="694028"/>
                </a:lnTo>
                <a:lnTo>
                  <a:pt x="248386" y="650220"/>
                </a:lnTo>
                <a:lnTo>
                  <a:pt x="300094" y="612127"/>
                </a:lnTo>
                <a:lnTo>
                  <a:pt x="321348" y="596572"/>
                </a:lnTo>
                <a:lnTo>
                  <a:pt x="337843" y="585144"/>
                </a:lnTo>
                <a:lnTo>
                  <a:pt x="349263" y="577208"/>
                </a:lnTo>
                <a:lnTo>
                  <a:pt x="352436" y="574986"/>
                </a:lnTo>
                <a:lnTo>
                  <a:pt x="354022" y="574351"/>
                </a:lnTo>
                <a:lnTo>
                  <a:pt x="460926" y="562606"/>
                </a:lnTo>
                <a:lnTo>
                  <a:pt x="554190" y="552448"/>
                </a:lnTo>
                <a:lnTo>
                  <a:pt x="595112" y="548003"/>
                </a:lnTo>
                <a:lnTo>
                  <a:pt x="631275" y="544512"/>
                </a:lnTo>
                <a:lnTo>
                  <a:pt x="663315" y="541655"/>
                </a:lnTo>
                <a:lnTo>
                  <a:pt x="690596" y="539750"/>
                </a:lnTo>
                <a:close/>
                <a:moveTo>
                  <a:pt x="912333" y="0"/>
                </a:moveTo>
                <a:lnTo>
                  <a:pt x="923772" y="0"/>
                </a:lnTo>
                <a:lnTo>
                  <a:pt x="935529" y="0"/>
                </a:lnTo>
                <a:lnTo>
                  <a:pt x="943791" y="636"/>
                </a:lnTo>
                <a:lnTo>
                  <a:pt x="952052" y="1908"/>
                </a:lnTo>
                <a:lnTo>
                  <a:pt x="960632" y="3817"/>
                </a:lnTo>
                <a:lnTo>
                  <a:pt x="969211" y="5407"/>
                </a:lnTo>
                <a:lnTo>
                  <a:pt x="977473" y="8270"/>
                </a:lnTo>
                <a:lnTo>
                  <a:pt x="986052" y="11451"/>
                </a:lnTo>
                <a:lnTo>
                  <a:pt x="993996" y="14949"/>
                </a:lnTo>
                <a:lnTo>
                  <a:pt x="1001940" y="19084"/>
                </a:lnTo>
                <a:lnTo>
                  <a:pt x="1010202" y="22901"/>
                </a:lnTo>
                <a:lnTo>
                  <a:pt x="1017828" y="27990"/>
                </a:lnTo>
                <a:lnTo>
                  <a:pt x="1025454" y="33080"/>
                </a:lnTo>
                <a:lnTo>
                  <a:pt x="1032762" y="39123"/>
                </a:lnTo>
                <a:lnTo>
                  <a:pt x="1039753" y="44848"/>
                </a:lnTo>
                <a:lnTo>
                  <a:pt x="1047061" y="51210"/>
                </a:lnTo>
                <a:lnTo>
                  <a:pt x="1053734" y="57889"/>
                </a:lnTo>
                <a:lnTo>
                  <a:pt x="1060407" y="65523"/>
                </a:lnTo>
                <a:lnTo>
                  <a:pt x="1066127" y="72839"/>
                </a:lnTo>
                <a:lnTo>
                  <a:pt x="1072164" y="80791"/>
                </a:lnTo>
                <a:lnTo>
                  <a:pt x="1077884" y="89061"/>
                </a:lnTo>
                <a:lnTo>
                  <a:pt x="1082968" y="97331"/>
                </a:lnTo>
                <a:lnTo>
                  <a:pt x="1087734" y="106555"/>
                </a:lnTo>
                <a:lnTo>
                  <a:pt x="1092183" y="115779"/>
                </a:lnTo>
                <a:lnTo>
                  <a:pt x="1096313" y="125003"/>
                </a:lnTo>
                <a:lnTo>
                  <a:pt x="1100127" y="134546"/>
                </a:lnTo>
                <a:lnTo>
                  <a:pt x="1103304" y="145042"/>
                </a:lnTo>
                <a:lnTo>
                  <a:pt x="1106164" y="155220"/>
                </a:lnTo>
                <a:lnTo>
                  <a:pt x="1108706" y="166035"/>
                </a:lnTo>
                <a:lnTo>
                  <a:pt x="1110612" y="176849"/>
                </a:lnTo>
                <a:lnTo>
                  <a:pt x="1111566" y="187982"/>
                </a:lnTo>
                <a:lnTo>
                  <a:pt x="1112519" y="199433"/>
                </a:lnTo>
                <a:lnTo>
                  <a:pt x="1112837" y="210883"/>
                </a:lnTo>
                <a:lnTo>
                  <a:pt x="1112519" y="222970"/>
                </a:lnTo>
                <a:lnTo>
                  <a:pt x="1110930" y="247144"/>
                </a:lnTo>
                <a:lnTo>
                  <a:pt x="1109024" y="271636"/>
                </a:lnTo>
                <a:lnTo>
                  <a:pt x="1106164" y="296764"/>
                </a:lnTo>
                <a:lnTo>
                  <a:pt x="1104575" y="308851"/>
                </a:lnTo>
                <a:lnTo>
                  <a:pt x="1102351" y="321574"/>
                </a:lnTo>
                <a:lnTo>
                  <a:pt x="1100444" y="333978"/>
                </a:lnTo>
                <a:lnTo>
                  <a:pt x="1097902" y="345747"/>
                </a:lnTo>
                <a:lnTo>
                  <a:pt x="1095360" y="358152"/>
                </a:lnTo>
                <a:lnTo>
                  <a:pt x="1092183" y="369921"/>
                </a:lnTo>
                <a:lnTo>
                  <a:pt x="1089323" y="381372"/>
                </a:lnTo>
                <a:lnTo>
                  <a:pt x="1085510" y="393140"/>
                </a:lnTo>
                <a:lnTo>
                  <a:pt x="1082014" y="404273"/>
                </a:lnTo>
                <a:lnTo>
                  <a:pt x="1077884" y="415406"/>
                </a:lnTo>
                <a:lnTo>
                  <a:pt x="1073753" y="425902"/>
                </a:lnTo>
                <a:lnTo>
                  <a:pt x="1068986" y="436080"/>
                </a:lnTo>
                <a:lnTo>
                  <a:pt x="1063585" y="445941"/>
                </a:lnTo>
                <a:lnTo>
                  <a:pt x="1058501" y="455483"/>
                </a:lnTo>
                <a:lnTo>
                  <a:pt x="1052463" y="464389"/>
                </a:lnTo>
                <a:lnTo>
                  <a:pt x="1046108" y="472977"/>
                </a:lnTo>
                <a:lnTo>
                  <a:pt x="1039753" y="481247"/>
                </a:lnTo>
                <a:lnTo>
                  <a:pt x="1032762" y="488563"/>
                </a:lnTo>
                <a:lnTo>
                  <a:pt x="1025454" y="495242"/>
                </a:lnTo>
                <a:lnTo>
                  <a:pt x="1017510" y="501922"/>
                </a:lnTo>
                <a:lnTo>
                  <a:pt x="1009248" y="507647"/>
                </a:lnTo>
                <a:lnTo>
                  <a:pt x="1000351" y="512736"/>
                </a:lnTo>
                <a:lnTo>
                  <a:pt x="991454" y="516871"/>
                </a:lnTo>
                <a:lnTo>
                  <a:pt x="981921" y="520688"/>
                </a:lnTo>
                <a:lnTo>
                  <a:pt x="971435" y="523551"/>
                </a:lnTo>
                <a:lnTo>
                  <a:pt x="960949" y="525778"/>
                </a:lnTo>
                <a:lnTo>
                  <a:pt x="953005" y="526732"/>
                </a:lnTo>
                <a:lnTo>
                  <a:pt x="944426" y="527050"/>
                </a:lnTo>
                <a:lnTo>
                  <a:pt x="935847" y="526414"/>
                </a:lnTo>
                <a:lnTo>
                  <a:pt x="926314" y="525141"/>
                </a:lnTo>
                <a:lnTo>
                  <a:pt x="917099" y="523233"/>
                </a:lnTo>
                <a:lnTo>
                  <a:pt x="907884" y="520688"/>
                </a:lnTo>
                <a:lnTo>
                  <a:pt x="898669" y="517190"/>
                </a:lnTo>
                <a:lnTo>
                  <a:pt x="888819" y="513373"/>
                </a:lnTo>
                <a:lnTo>
                  <a:pt x="879286" y="508283"/>
                </a:lnTo>
                <a:lnTo>
                  <a:pt x="869118" y="503194"/>
                </a:lnTo>
                <a:lnTo>
                  <a:pt x="859585" y="496833"/>
                </a:lnTo>
                <a:lnTo>
                  <a:pt x="849735" y="490153"/>
                </a:lnTo>
                <a:lnTo>
                  <a:pt x="840202" y="482837"/>
                </a:lnTo>
                <a:lnTo>
                  <a:pt x="830987" y="474886"/>
                </a:lnTo>
                <a:lnTo>
                  <a:pt x="821454" y="465979"/>
                </a:lnTo>
                <a:lnTo>
                  <a:pt x="812239" y="456755"/>
                </a:lnTo>
                <a:lnTo>
                  <a:pt x="803342" y="446577"/>
                </a:lnTo>
                <a:lnTo>
                  <a:pt x="794445" y="435762"/>
                </a:lnTo>
                <a:lnTo>
                  <a:pt x="786183" y="424630"/>
                </a:lnTo>
                <a:lnTo>
                  <a:pt x="778240" y="412225"/>
                </a:lnTo>
                <a:lnTo>
                  <a:pt x="770296" y="400138"/>
                </a:lnTo>
                <a:lnTo>
                  <a:pt x="762987" y="386779"/>
                </a:lnTo>
                <a:lnTo>
                  <a:pt x="756314" y="372784"/>
                </a:lnTo>
                <a:lnTo>
                  <a:pt x="749324" y="358470"/>
                </a:lnTo>
                <a:lnTo>
                  <a:pt x="743604" y="343203"/>
                </a:lnTo>
                <a:lnTo>
                  <a:pt x="738202" y="327617"/>
                </a:lnTo>
                <a:lnTo>
                  <a:pt x="733436" y="311077"/>
                </a:lnTo>
                <a:lnTo>
                  <a:pt x="728987" y="294219"/>
                </a:lnTo>
                <a:lnTo>
                  <a:pt x="725810" y="276725"/>
                </a:lnTo>
                <a:lnTo>
                  <a:pt x="722632" y="258595"/>
                </a:lnTo>
                <a:lnTo>
                  <a:pt x="720408" y="240146"/>
                </a:lnTo>
                <a:lnTo>
                  <a:pt x="719137" y="221062"/>
                </a:lnTo>
                <a:lnTo>
                  <a:pt x="719772" y="209293"/>
                </a:lnTo>
                <a:lnTo>
                  <a:pt x="721361" y="197206"/>
                </a:lnTo>
                <a:lnTo>
                  <a:pt x="722632" y="185756"/>
                </a:lnTo>
                <a:lnTo>
                  <a:pt x="724856" y="174623"/>
                </a:lnTo>
                <a:lnTo>
                  <a:pt x="727399" y="163490"/>
                </a:lnTo>
                <a:lnTo>
                  <a:pt x="730576" y="152676"/>
                </a:lnTo>
                <a:lnTo>
                  <a:pt x="734389" y="142179"/>
                </a:lnTo>
                <a:lnTo>
                  <a:pt x="737884" y="131683"/>
                </a:lnTo>
                <a:lnTo>
                  <a:pt x="742333" y="121823"/>
                </a:lnTo>
                <a:lnTo>
                  <a:pt x="746782" y="111962"/>
                </a:lnTo>
                <a:lnTo>
                  <a:pt x="752184" y="102420"/>
                </a:lnTo>
                <a:lnTo>
                  <a:pt x="757268" y="93514"/>
                </a:lnTo>
                <a:lnTo>
                  <a:pt x="763305" y="84290"/>
                </a:lnTo>
                <a:lnTo>
                  <a:pt x="769660" y="76338"/>
                </a:lnTo>
                <a:lnTo>
                  <a:pt x="776015" y="68068"/>
                </a:lnTo>
                <a:lnTo>
                  <a:pt x="783006" y="60116"/>
                </a:lnTo>
                <a:lnTo>
                  <a:pt x="790314" y="53118"/>
                </a:lnTo>
                <a:lnTo>
                  <a:pt x="797940" y="46121"/>
                </a:lnTo>
                <a:lnTo>
                  <a:pt x="805567" y="39759"/>
                </a:lnTo>
                <a:lnTo>
                  <a:pt x="813828" y="33398"/>
                </a:lnTo>
                <a:lnTo>
                  <a:pt x="822725" y="27990"/>
                </a:lnTo>
                <a:lnTo>
                  <a:pt x="831305" y="22901"/>
                </a:lnTo>
                <a:lnTo>
                  <a:pt x="840520" y="18130"/>
                </a:lnTo>
                <a:lnTo>
                  <a:pt x="849735" y="13995"/>
                </a:lnTo>
                <a:lnTo>
                  <a:pt x="859903" y="10496"/>
                </a:lnTo>
                <a:lnTo>
                  <a:pt x="870071" y="7316"/>
                </a:lnTo>
                <a:lnTo>
                  <a:pt x="879922" y="4771"/>
                </a:lnTo>
                <a:lnTo>
                  <a:pt x="890725" y="2544"/>
                </a:lnTo>
                <a:lnTo>
                  <a:pt x="901529" y="954"/>
                </a:lnTo>
                <a:lnTo>
                  <a:pt x="912333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9" name="KSO_Shape"/>
          <p:cNvSpPr>
            <a:spLocks/>
          </p:cNvSpPr>
          <p:nvPr/>
        </p:nvSpPr>
        <p:spPr bwMode="auto">
          <a:xfrm>
            <a:off x="8085398" y="478971"/>
            <a:ext cx="1353454" cy="1833120"/>
          </a:xfrm>
          <a:custGeom>
            <a:avLst/>
            <a:gdLst>
              <a:gd name="T0" fmla="*/ 695014 w 1082675"/>
              <a:gd name="T1" fmla="*/ 1092695 h 1466850"/>
              <a:gd name="T2" fmla="*/ 579982 w 1082675"/>
              <a:gd name="T3" fmla="*/ 1092695 h 1466850"/>
              <a:gd name="T4" fmla="*/ 395972 w 1082675"/>
              <a:gd name="T5" fmla="*/ 966351 h 1466850"/>
              <a:gd name="T6" fmla="*/ 1218280 w 1082675"/>
              <a:gd name="T7" fmla="*/ 346364 h 1466850"/>
              <a:gd name="T8" fmla="*/ 1300379 w 1082675"/>
              <a:gd name="T9" fmla="*/ 354961 h 1466850"/>
              <a:gd name="T10" fmla="*/ 1356715 w 1082675"/>
              <a:gd name="T11" fmla="*/ 381099 h 1466850"/>
              <a:gd name="T12" fmla="*/ 1390380 w 1082675"/>
              <a:gd name="T13" fmla="*/ 430623 h 1466850"/>
              <a:gd name="T14" fmla="*/ 1405152 w 1082675"/>
              <a:gd name="T15" fmla="*/ 508348 h 1466850"/>
              <a:gd name="T16" fmla="*/ 1403433 w 1082675"/>
              <a:gd name="T17" fmla="*/ 1062400 h 1466850"/>
              <a:gd name="T18" fmla="*/ 1376983 w 1082675"/>
              <a:gd name="T19" fmla="*/ 1099544 h 1466850"/>
              <a:gd name="T20" fmla="*/ 1336792 w 1082675"/>
              <a:gd name="T21" fmla="*/ 1109174 h 1466850"/>
              <a:gd name="T22" fmla="*/ 1299006 w 1082675"/>
              <a:gd name="T23" fmla="*/ 1091634 h 1466850"/>
              <a:gd name="T24" fmla="*/ 1279426 w 1082675"/>
              <a:gd name="T25" fmla="*/ 1047269 h 1466850"/>
              <a:gd name="T26" fmla="*/ 1234425 w 1082675"/>
              <a:gd name="T27" fmla="*/ 1828651 h 1466850"/>
              <a:gd name="T28" fmla="*/ 1224119 w 1082675"/>
              <a:gd name="T29" fmla="*/ 1861322 h 1466850"/>
              <a:gd name="T30" fmla="*/ 1202479 w 1082675"/>
              <a:gd name="T31" fmla="*/ 1887461 h 1466850"/>
              <a:gd name="T32" fmla="*/ 1148890 w 1082675"/>
              <a:gd name="T33" fmla="*/ 1905000 h 1466850"/>
              <a:gd name="T34" fmla="*/ 1095988 w 1082675"/>
              <a:gd name="T35" fmla="*/ 1886773 h 1466850"/>
              <a:gd name="T36" fmla="*/ 1071943 w 1082675"/>
              <a:gd name="T37" fmla="*/ 1856164 h 1466850"/>
              <a:gd name="T38" fmla="*/ 1063012 w 1082675"/>
              <a:gd name="T39" fmla="*/ 1822460 h 1466850"/>
              <a:gd name="T40" fmla="*/ 1005988 w 1082675"/>
              <a:gd name="T41" fmla="*/ 1822460 h 1466850"/>
              <a:gd name="T42" fmla="*/ 997057 w 1082675"/>
              <a:gd name="T43" fmla="*/ 1856164 h 1466850"/>
              <a:gd name="T44" fmla="*/ 973011 w 1082675"/>
              <a:gd name="T45" fmla="*/ 1886773 h 1466850"/>
              <a:gd name="T46" fmla="*/ 919424 w 1082675"/>
              <a:gd name="T47" fmla="*/ 1905000 h 1466850"/>
              <a:gd name="T48" fmla="*/ 866522 w 1082675"/>
              <a:gd name="T49" fmla="*/ 1887461 h 1466850"/>
              <a:gd name="T50" fmla="*/ 844194 w 1082675"/>
              <a:gd name="T51" fmla="*/ 1861322 h 1466850"/>
              <a:gd name="T52" fmla="*/ 833888 w 1082675"/>
              <a:gd name="T53" fmla="*/ 1828651 h 1466850"/>
              <a:gd name="T54" fmla="*/ 714002 w 1082675"/>
              <a:gd name="T55" fmla="*/ 762848 h 1466850"/>
              <a:gd name="T56" fmla="*/ 685490 w 1082675"/>
              <a:gd name="T57" fmla="*/ 781419 h 1466850"/>
              <a:gd name="T58" fmla="*/ 364649 w 1082675"/>
              <a:gd name="T59" fmla="*/ 786922 h 1466850"/>
              <a:gd name="T60" fmla="*/ 316557 w 1082675"/>
              <a:gd name="T61" fmla="*/ 769383 h 1466850"/>
              <a:gd name="T62" fmla="*/ 294229 w 1082675"/>
              <a:gd name="T63" fmla="*/ 728456 h 1466850"/>
              <a:gd name="T64" fmla="*/ 300068 w 1082675"/>
              <a:gd name="T65" fmla="*/ 682716 h 1466850"/>
              <a:gd name="T66" fmla="*/ 334077 w 1082675"/>
              <a:gd name="T67" fmla="*/ 649699 h 1466850"/>
              <a:gd name="T68" fmla="*/ 743201 w 1082675"/>
              <a:gd name="T69" fmla="*/ 421682 h 1466850"/>
              <a:gd name="T70" fmla="*/ 794040 w 1082675"/>
              <a:gd name="T71" fmla="*/ 372501 h 1466850"/>
              <a:gd name="T72" fmla="*/ 833544 w 1082675"/>
              <a:gd name="T73" fmla="*/ 355994 h 1466850"/>
              <a:gd name="T74" fmla="*/ 1033584 w 1082675"/>
              <a:gd name="T75" fmla="*/ 0 h 1466850"/>
              <a:gd name="T76" fmla="*/ 1087785 w 1082675"/>
              <a:gd name="T77" fmla="*/ 9579 h 1466850"/>
              <a:gd name="T78" fmla="*/ 1134389 w 1082675"/>
              <a:gd name="T79" fmla="*/ 36265 h 1466850"/>
              <a:gd name="T80" fmla="*/ 1169602 w 1082675"/>
              <a:gd name="T81" fmla="*/ 76294 h 1466850"/>
              <a:gd name="T82" fmla="*/ 1189278 w 1082675"/>
              <a:gd name="T83" fmla="*/ 125901 h 1466850"/>
              <a:gd name="T84" fmla="*/ 1190659 w 1082675"/>
              <a:gd name="T85" fmla="*/ 181668 h 1466850"/>
              <a:gd name="T86" fmla="*/ 1173054 w 1082675"/>
              <a:gd name="T87" fmla="*/ 232644 h 1466850"/>
              <a:gd name="T88" fmla="*/ 1140257 w 1082675"/>
              <a:gd name="T89" fmla="*/ 274383 h 1466850"/>
              <a:gd name="T90" fmla="*/ 1095379 w 1082675"/>
              <a:gd name="T91" fmla="*/ 302781 h 1466850"/>
              <a:gd name="T92" fmla="*/ 1041524 w 1082675"/>
              <a:gd name="T93" fmla="*/ 315096 h 1466850"/>
              <a:gd name="T94" fmla="*/ 986289 w 1082675"/>
              <a:gd name="T95" fmla="*/ 308596 h 1466850"/>
              <a:gd name="T96" fmla="*/ 937958 w 1082675"/>
              <a:gd name="T97" fmla="*/ 283964 h 1466850"/>
              <a:gd name="T98" fmla="*/ 901710 w 1082675"/>
              <a:gd name="T99" fmla="*/ 245987 h 1466850"/>
              <a:gd name="T100" fmla="*/ 879272 w 1082675"/>
              <a:gd name="T101" fmla="*/ 197405 h 1466850"/>
              <a:gd name="T102" fmla="*/ 875129 w 1082675"/>
              <a:gd name="T103" fmla="*/ 141639 h 1466850"/>
              <a:gd name="T104" fmla="*/ 889973 w 1082675"/>
              <a:gd name="T105" fmla="*/ 89636 h 1466850"/>
              <a:gd name="T106" fmla="*/ 921042 w 1082675"/>
              <a:gd name="T107" fmla="*/ 46187 h 1466850"/>
              <a:gd name="T108" fmla="*/ 964541 w 1082675"/>
              <a:gd name="T109" fmla="*/ 15738 h 1466850"/>
              <a:gd name="T110" fmla="*/ 1017014 w 1082675"/>
              <a:gd name="T111" fmla="*/ 1026 h 14668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1082675" h="1466850">
                <a:moveTo>
                  <a:pt x="201612" y="939800"/>
                </a:moveTo>
                <a:lnTo>
                  <a:pt x="274637" y="939800"/>
                </a:lnTo>
                <a:lnTo>
                  <a:pt x="274637" y="1030288"/>
                </a:lnTo>
                <a:lnTo>
                  <a:pt x="201612" y="1030288"/>
                </a:lnTo>
                <a:lnTo>
                  <a:pt x="201612" y="939800"/>
                </a:lnTo>
                <a:close/>
                <a:moveTo>
                  <a:pt x="446442" y="841375"/>
                </a:moveTo>
                <a:lnTo>
                  <a:pt x="534988" y="841375"/>
                </a:lnTo>
                <a:lnTo>
                  <a:pt x="417280" y="1466850"/>
                </a:lnTo>
                <a:lnTo>
                  <a:pt x="115852" y="1466850"/>
                </a:lnTo>
                <a:lnTo>
                  <a:pt x="0" y="841640"/>
                </a:lnTo>
                <a:lnTo>
                  <a:pt x="88546" y="841640"/>
                </a:lnTo>
                <a:lnTo>
                  <a:pt x="189552" y="1379802"/>
                </a:lnTo>
                <a:lnTo>
                  <a:pt x="343050" y="1379802"/>
                </a:lnTo>
                <a:lnTo>
                  <a:pt x="446442" y="841375"/>
                </a:lnTo>
                <a:close/>
                <a:moveTo>
                  <a:pt x="296187" y="814388"/>
                </a:moveTo>
                <a:lnTo>
                  <a:pt x="360363" y="878564"/>
                </a:lnTo>
                <a:lnTo>
                  <a:pt x="308651" y="930276"/>
                </a:lnTo>
                <a:lnTo>
                  <a:pt x="244475" y="866100"/>
                </a:lnTo>
                <a:lnTo>
                  <a:pt x="296187" y="814388"/>
                </a:lnTo>
                <a:close/>
                <a:moveTo>
                  <a:pt x="226476" y="698500"/>
                </a:moveTo>
                <a:lnTo>
                  <a:pt x="304800" y="744090"/>
                </a:lnTo>
                <a:lnTo>
                  <a:pt x="267503" y="806450"/>
                </a:lnTo>
                <a:lnTo>
                  <a:pt x="188912" y="760859"/>
                </a:lnTo>
                <a:lnTo>
                  <a:pt x="226476" y="698500"/>
                </a:lnTo>
                <a:close/>
                <a:moveTo>
                  <a:pt x="709050" y="266700"/>
                </a:moveTo>
                <a:lnTo>
                  <a:pt x="796308" y="266700"/>
                </a:lnTo>
                <a:lnTo>
                  <a:pt x="927196" y="266700"/>
                </a:lnTo>
                <a:lnTo>
                  <a:pt x="937773" y="266700"/>
                </a:lnTo>
                <a:lnTo>
                  <a:pt x="948085" y="266965"/>
                </a:lnTo>
                <a:lnTo>
                  <a:pt x="958133" y="267494"/>
                </a:lnTo>
                <a:lnTo>
                  <a:pt x="967388" y="268024"/>
                </a:lnTo>
                <a:lnTo>
                  <a:pt x="976643" y="268818"/>
                </a:lnTo>
                <a:lnTo>
                  <a:pt x="985104" y="270407"/>
                </a:lnTo>
                <a:lnTo>
                  <a:pt x="993037" y="271731"/>
                </a:lnTo>
                <a:lnTo>
                  <a:pt x="1000969" y="273320"/>
                </a:lnTo>
                <a:lnTo>
                  <a:pt x="1008373" y="275174"/>
                </a:lnTo>
                <a:lnTo>
                  <a:pt x="1014984" y="277557"/>
                </a:lnTo>
                <a:lnTo>
                  <a:pt x="1021594" y="280205"/>
                </a:lnTo>
                <a:lnTo>
                  <a:pt x="1027940" y="282854"/>
                </a:lnTo>
                <a:lnTo>
                  <a:pt x="1033757" y="286031"/>
                </a:lnTo>
                <a:lnTo>
                  <a:pt x="1039046" y="289474"/>
                </a:lnTo>
                <a:lnTo>
                  <a:pt x="1044334" y="293446"/>
                </a:lnTo>
                <a:lnTo>
                  <a:pt x="1048829" y="297683"/>
                </a:lnTo>
                <a:lnTo>
                  <a:pt x="1053325" y="302450"/>
                </a:lnTo>
                <a:lnTo>
                  <a:pt x="1057291" y="307217"/>
                </a:lnTo>
                <a:lnTo>
                  <a:pt x="1060993" y="312778"/>
                </a:lnTo>
                <a:lnTo>
                  <a:pt x="1064430" y="318604"/>
                </a:lnTo>
                <a:lnTo>
                  <a:pt x="1067339" y="324959"/>
                </a:lnTo>
                <a:lnTo>
                  <a:pt x="1070247" y="331580"/>
                </a:lnTo>
                <a:lnTo>
                  <a:pt x="1072892" y="338730"/>
                </a:lnTo>
                <a:lnTo>
                  <a:pt x="1074743" y="346145"/>
                </a:lnTo>
                <a:lnTo>
                  <a:pt x="1076858" y="354354"/>
                </a:lnTo>
                <a:lnTo>
                  <a:pt x="1078444" y="362563"/>
                </a:lnTo>
                <a:lnTo>
                  <a:pt x="1079502" y="371832"/>
                </a:lnTo>
                <a:lnTo>
                  <a:pt x="1080824" y="381365"/>
                </a:lnTo>
                <a:lnTo>
                  <a:pt x="1081618" y="391428"/>
                </a:lnTo>
                <a:lnTo>
                  <a:pt x="1082146" y="402021"/>
                </a:lnTo>
                <a:lnTo>
                  <a:pt x="1082411" y="413143"/>
                </a:lnTo>
                <a:lnTo>
                  <a:pt x="1082675" y="425060"/>
                </a:lnTo>
                <a:lnTo>
                  <a:pt x="1082675" y="799776"/>
                </a:lnTo>
                <a:lnTo>
                  <a:pt x="1082411" y="806397"/>
                </a:lnTo>
                <a:lnTo>
                  <a:pt x="1081618" y="812223"/>
                </a:lnTo>
                <a:lnTo>
                  <a:pt x="1080295" y="818048"/>
                </a:lnTo>
                <a:lnTo>
                  <a:pt x="1078444" y="823345"/>
                </a:lnTo>
                <a:lnTo>
                  <a:pt x="1076065" y="828376"/>
                </a:lnTo>
                <a:lnTo>
                  <a:pt x="1073685" y="832878"/>
                </a:lnTo>
                <a:lnTo>
                  <a:pt x="1070512" y="836850"/>
                </a:lnTo>
                <a:lnTo>
                  <a:pt x="1067339" y="840558"/>
                </a:lnTo>
                <a:lnTo>
                  <a:pt x="1063637" y="843736"/>
                </a:lnTo>
                <a:lnTo>
                  <a:pt x="1059935" y="846649"/>
                </a:lnTo>
                <a:lnTo>
                  <a:pt x="1055969" y="848768"/>
                </a:lnTo>
                <a:lnTo>
                  <a:pt x="1051738" y="850886"/>
                </a:lnTo>
                <a:lnTo>
                  <a:pt x="1047243" y="852210"/>
                </a:lnTo>
                <a:lnTo>
                  <a:pt x="1042748" y="853270"/>
                </a:lnTo>
                <a:lnTo>
                  <a:pt x="1038253" y="854064"/>
                </a:lnTo>
                <a:lnTo>
                  <a:pt x="1033757" y="854064"/>
                </a:lnTo>
                <a:lnTo>
                  <a:pt x="1028998" y="854064"/>
                </a:lnTo>
                <a:lnTo>
                  <a:pt x="1024503" y="853270"/>
                </a:lnTo>
                <a:lnTo>
                  <a:pt x="1020008" y="852210"/>
                </a:lnTo>
                <a:lnTo>
                  <a:pt x="1015777" y="850886"/>
                </a:lnTo>
                <a:lnTo>
                  <a:pt x="1011282" y="848768"/>
                </a:lnTo>
                <a:lnTo>
                  <a:pt x="1007315" y="846649"/>
                </a:lnTo>
                <a:lnTo>
                  <a:pt x="1003614" y="843736"/>
                </a:lnTo>
                <a:lnTo>
                  <a:pt x="999912" y="840558"/>
                </a:lnTo>
                <a:lnTo>
                  <a:pt x="996474" y="836850"/>
                </a:lnTo>
                <a:lnTo>
                  <a:pt x="993830" y="832878"/>
                </a:lnTo>
                <a:lnTo>
                  <a:pt x="991186" y="828376"/>
                </a:lnTo>
                <a:lnTo>
                  <a:pt x="988806" y="823345"/>
                </a:lnTo>
                <a:lnTo>
                  <a:pt x="987220" y="818048"/>
                </a:lnTo>
                <a:lnTo>
                  <a:pt x="985633" y="812223"/>
                </a:lnTo>
                <a:lnTo>
                  <a:pt x="984840" y="806397"/>
                </a:lnTo>
                <a:lnTo>
                  <a:pt x="984575" y="799776"/>
                </a:lnTo>
                <a:lnTo>
                  <a:pt x="976378" y="457103"/>
                </a:lnTo>
                <a:lnTo>
                  <a:pt x="951258" y="457103"/>
                </a:lnTo>
                <a:lnTo>
                  <a:pt x="951258" y="1394820"/>
                </a:lnTo>
                <a:lnTo>
                  <a:pt x="950994" y="1399322"/>
                </a:lnTo>
                <a:lnTo>
                  <a:pt x="950730" y="1403559"/>
                </a:lnTo>
                <a:lnTo>
                  <a:pt x="950201" y="1408061"/>
                </a:lnTo>
                <a:lnTo>
                  <a:pt x="949407" y="1412033"/>
                </a:lnTo>
                <a:lnTo>
                  <a:pt x="948879" y="1416005"/>
                </a:lnTo>
                <a:lnTo>
                  <a:pt x="947821" y="1419713"/>
                </a:lnTo>
                <a:lnTo>
                  <a:pt x="946499" y="1423420"/>
                </a:lnTo>
                <a:lnTo>
                  <a:pt x="945441" y="1426863"/>
                </a:lnTo>
                <a:lnTo>
                  <a:pt x="944119" y="1430041"/>
                </a:lnTo>
                <a:lnTo>
                  <a:pt x="942268" y="1433218"/>
                </a:lnTo>
                <a:lnTo>
                  <a:pt x="940682" y="1436131"/>
                </a:lnTo>
                <a:lnTo>
                  <a:pt x="938831" y="1439044"/>
                </a:lnTo>
                <a:lnTo>
                  <a:pt x="936980" y="1441957"/>
                </a:lnTo>
                <a:lnTo>
                  <a:pt x="934600" y="1444606"/>
                </a:lnTo>
                <a:lnTo>
                  <a:pt x="932749" y="1446724"/>
                </a:lnTo>
                <a:lnTo>
                  <a:pt x="930369" y="1449372"/>
                </a:lnTo>
                <a:lnTo>
                  <a:pt x="925610" y="1453345"/>
                </a:lnTo>
                <a:lnTo>
                  <a:pt x="920057" y="1457052"/>
                </a:lnTo>
                <a:lnTo>
                  <a:pt x="914768" y="1460230"/>
                </a:lnTo>
                <a:lnTo>
                  <a:pt x="908951" y="1462613"/>
                </a:lnTo>
                <a:lnTo>
                  <a:pt x="902870" y="1464467"/>
                </a:lnTo>
                <a:lnTo>
                  <a:pt x="897052" y="1466056"/>
                </a:lnTo>
                <a:lnTo>
                  <a:pt x="890706" y="1466585"/>
                </a:lnTo>
                <a:lnTo>
                  <a:pt x="884360" y="1466850"/>
                </a:lnTo>
                <a:lnTo>
                  <a:pt x="878014" y="1466585"/>
                </a:lnTo>
                <a:lnTo>
                  <a:pt x="871932" y="1465791"/>
                </a:lnTo>
                <a:lnTo>
                  <a:pt x="865851" y="1464202"/>
                </a:lnTo>
                <a:lnTo>
                  <a:pt x="859769" y="1462348"/>
                </a:lnTo>
                <a:lnTo>
                  <a:pt x="854216" y="1459435"/>
                </a:lnTo>
                <a:lnTo>
                  <a:pt x="848663" y="1456522"/>
                </a:lnTo>
                <a:lnTo>
                  <a:pt x="843639" y="1452815"/>
                </a:lnTo>
                <a:lnTo>
                  <a:pt x="838351" y="1448578"/>
                </a:lnTo>
                <a:lnTo>
                  <a:pt x="834120" y="1443546"/>
                </a:lnTo>
                <a:lnTo>
                  <a:pt x="832005" y="1441163"/>
                </a:lnTo>
                <a:lnTo>
                  <a:pt x="830154" y="1438250"/>
                </a:lnTo>
                <a:lnTo>
                  <a:pt x="828303" y="1435337"/>
                </a:lnTo>
                <a:lnTo>
                  <a:pt x="826452" y="1432424"/>
                </a:lnTo>
                <a:lnTo>
                  <a:pt x="825130" y="1429246"/>
                </a:lnTo>
                <a:lnTo>
                  <a:pt x="823544" y="1426068"/>
                </a:lnTo>
                <a:lnTo>
                  <a:pt x="822221" y="1422626"/>
                </a:lnTo>
                <a:lnTo>
                  <a:pt x="821164" y="1419183"/>
                </a:lnTo>
                <a:lnTo>
                  <a:pt x="820106" y="1415476"/>
                </a:lnTo>
                <a:lnTo>
                  <a:pt x="819313" y="1411768"/>
                </a:lnTo>
                <a:lnTo>
                  <a:pt x="818520" y="1407531"/>
                </a:lnTo>
                <a:lnTo>
                  <a:pt x="818255" y="1403294"/>
                </a:lnTo>
                <a:lnTo>
                  <a:pt x="817991" y="1399322"/>
                </a:lnTo>
                <a:lnTo>
                  <a:pt x="817726" y="1394820"/>
                </a:lnTo>
                <a:lnTo>
                  <a:pt x="809265" y="850621"/>
                </a:lnTo>
                <a:lnTo>
                  <a:pt x="782823" y="850621"/>
                </a:lnTo>
                <a:lnTo>
                  <a:pt x="774626" y="1394820"/>
                </a:lnTo>
                <a:lnTo>
                  <a:pt x="774626" y="1399322"/>
                </a:lnTo>
                <a:lnTo>
                  <a:pt x="774361" y="1403294"/>
                </a:lnTo>
                <a:lnTo>
                  <a:pt x="773568" y="1407531"/>
                </a:lnTo>
                <a:lnTo>
                  <a:pt x="773039" y="1411768"/>
                </a:lnTo>
                <a:lnTo>
                  <a:pt x="772246" y="1415476"/>
                </a:lnTo>
                <a:lnTo>
                  <a:pt x="771188" y="1419183"/>
                </a:lnTo>
                <a:lnTo>
                  <a:pt x="769866" y="1422626"/>
                </a:lnTo>
                <a:lnTo>
                  <a:pt x="768809" y="1426068"/>
                </a:lnTo>
                <a:lnTo>
                  <a:pt x="767486" y="1429246"/>
                </a:lnTo>
                <a:lnTo>
                  <a:pt x="765636" y="1432424"/>
                </a:lnTo>
                <a:lnTo>
                  <a:pt x="764049" y="1435337"/>
                </a:lnTo>
                <a:lnTo>
                  <a:pt x="762198" y="1438250"/>
                </a:lnTo>
                <a:lnTo>
                  <a:pt x="760347" y="1441163"/>
                </a:lnTo>
                <a:lnTo>
                  <a:pt x="758232" y="1443546"/>
                </a:lnTo>
                <a:lnTo>
                  <a:pt x="753737" y="1448578"/>
                </a:lnTo>
                <a:lnTo>
                  <a:pt x="748977" y="1452815"/>
                </a:lnTo>
                <a:lnTo>
                  <a:pt x="743689" y="1456522"/>
                </a:lnTo>
                <a:lnTo>
                  <a:pt x="737871" y="1459435"/>
                </a:lnTo>
                <a:lnTo>
                  <a:pt x="732319" y="1462348"/>
                </a:lnTo>
                <a:lnTo>
                  <a:pt x="726237" y="1464202"/>
                </a:lnTo>
                <a:lnTo>
                  <a:pt x="720420" y="1465791"/>
                </a:lnTo>
                <a:lnTo>
                  <a:pt x="714074" y="1466585"/>
                </a:lnTo>
                <a:lnTo>
                  <a:pt x="707728" y="1466850"/>
                </a:lnTo>
                <a:lnTo>
                  <a:pt x="701381" y="1466585"/>
                </a:lnTo>
                <a:lnTo>
                  <a:pt x="695564" y="1466056"/>
                </a:lnTo>
                <a:lnTo>
                  <a:pt x="689218" y="1464467"/>
                </a:lnTo>
                <a:lnTo>
                  <a:pt x="683136" y="1462613"/>
                </a:lnTo>
                <a:lnTo>
                  <a:pt x="677584" y="1460230"/>
                </a:lnTo>
                <a:lnTo>
                  <a:pt x="672031" y="1457052"/>
                </a:lnTo>
                <a:lnTo>
                  <a:pt x="667007" y="1453345"/>
                </a:lnTo>
                <a:lnTo>
                  <a:pt x="661983" y="1449372"/>
                </a:lnTo>
                <a:lnTo>
                  <a:pt x="659603" y="1446724"/>
                </a:lnTo>
                <a:lnTo>
                  <a:pt x="657488" y="1444606"/>
                </a:lnTo>
                <a:lnTo>
                  <a:pt x="655637" y="1441957"/>
                </a:lnTo>
                <a:lnTo>
                  <a:pt x="653521" y="1439044"/>
                </a:lnTo>
                <a:lnTo>
                  <a:pt x="651406" y="1436131"/>
                </a:lnTo>
                <a:lnTo>
                  <a:pt x="649820" y="1433218"/>
                </a:lnTo>
                <a:lnTo>
                  <a:pt x="648497" y="1430041"/>
                </a:lnTo>
                <a:lnTo>
                  <a:pt x="646911" y="1426863"/>
                </a:lnTo>
                <a:lnTo>
                  <a:pt x="645589" y="1423420"/>
                </a:lnTo>
                <a:lnTo>
                  <a:pt x="644267" y="1419713"/>
                </a:lnTo>
                <a:lnTo>
                  <a:pt x="643473" y="1416005"/>
                </a:lnTo>
                <a:lnTo>
                  <a:pt x="642680" y="1412033"/>
                </a:lnTo>
                <a:lnTo>
                  <a:pt x="641887" y="1408061"/>
                </a:lnTo>
                <a:lnTo>
                  <a:pt x="641622" y="1403559"/>
                </a:lnTo>
                <a:lnTo>
                  <a:pt x="641358" y="1399322"/>
                </a:lnTo>
                <a:lnTo>
                  <a:pt x="641094" y="1394820"/>
                </a:lnTo>
                <a:lnTo>
                  <a:pt x="641094" y="457103"/>
                </a:lnTo>
                <a:lnTo>
                  <a:pt x="554628" y="581037"/>
                </a:lnTo>
                <a:lnTo>
                  <a:pt x="552248" y="584480"/>
                </a:lnTo>
                <a:lnTo>
                  <a:pt x="549604" y="587393"/>
                </a:lnTo>
                <a:lnTo>
                  <a:pt x="546696" y="590306"/>
                </a:lnTo>
                <a:lnTo>
                  <a:pt x="544051" y="592689"/>
                </a:lnTo>
                <a:lnTo>
                  <a:pt x="541143" y="595073"/>
                </a:lnTo>
                <a:lnTo>
                  <a:pt x="537705" y="596926"/>
                </a:lnTo>
                <a:lnTo>
                  <a:pt x="534532" y="598780"/>
                </a:lnTo>
                <a:lnTo>
                  <a:pt x="531095" y="600369"/>
                </a:lnTo>
                <a:lnTo>
                  <a:pt x="527657" y="601693"/>
                </a:lnTo>
                <a:lnTo>
                  <a:pt x="524220" y="602752"/>
                </a:lnTo>
                <a:lnTo>
                  <a:pt x="520782" y="603812"/>
                </a:lnTo>
                <a:lnTo>
                  <a:pt x="517345" y="604606"/>
                </a:lnTo>
                <a:lnTo>
                  <a:pt x="513908" y="605136"/>
                </a:lnTo>
                <a:lnTo>
                  <a:pt x="510470" y="605665"/>
                </a:lnTo>
                <a:lnTo>
                  <a:pt x="503595" y="605930"/>
                </a:lnTo>
                <a:lnTo>
                  <a:pt x="280689" y="605930"/>
                </a:lnTo>
                <a:lnTo>
                  <a:pt x="274343" y="605665"/>
                </a:lnTo>
                <a:lnTo>
                  <a:pt x="268261" y="604871"/>
                </a:lnTo>
                <a:lnTo>
                  <a:pt x="262444" y="603017"/>
                </a:lnTo>
                <a:lnTo>
                  <a:pt x="257156" y="601163"/>
                </a:lnTo>
                <a:lnTo>
                  <a:pt x="252396" y="598780"/>
                </a:lnTo>
                <a:lnTo>
                  <a:pt x="247637" y="595602"/>
                </a:lnTo>
                <a:lnTo>
                  <a:pt x="243670" y="592425"/>
                </a:lnTo>
                <a:lnTo>
                  <a:pt x="239968" y="588717"/>
                </a:lnTo>
                <a:lnTo>
                  <a:pt x="236531" y="584745"/>
                </a:lnTo>
                <a:lnTo>
                  <a:pt x="233622" y="580243"/>
                </a:lnTo>
                <a:lnTo>
                  <a:pt x="231507" y="575741"/>
                </a:lnTo>
                <a:lnTo>
                  <a:pt x="229392" y="570974"/>
                </a:lnTo>
                <a:lnTo>
                  <a:pt x="227805" y="566208"/>
                </a:lnTo>
                <a:lnTo>
                  <a:pt x="226483" y="560911"/>
                </a:lnTo>
                <a:lnTo>
                  <a:pt x="225690" y="555880"/>
                </a:lnTo>
                <a:lnTo>
                  <a:pt x="225425" y="550848"/>
                </a:lnTo>
                <a:lnTo>
                  <a:pt x="225690" y="545552"/>
                </a:lnTo>
                <a:lnTo>
                  <a:pt x="226219" y="540520"/>
                </a:lnTo>
                <a:lnTo>
                  <a:pt x="227541" y="535224"/>
                </a:lnTo>
                <a:lnTo>
                  <a:pt x="228863" y="530457"/>
                </a:lnTo>
                <a:lnTo>
                  <a:pt x="230978" y="525691"/>
                </a:lnTo>
                <a:lnTo>
                  <a:pt x="233093" y="520924"/>
                </a:lnTo>
                <a:lnTo>
                  <a:pt x="236002" y="516687"/>
                </a:lnTo>
                <a:lnTo>
                  <a:pt x="239175" y="512715"/>
                </a:lnTo>
                <a:lnTo>
                  <a:pt x="243141" y="509007"/>
                </a:lnTo>
                <a:lnTo>
                  <a:pt x="247108" y="505829"/>
                </a:lnTo>
                <a:lnTo>
                  <a:pt x="251867" y="502652"/>
                </a:lnTo>
                <a:lnTo>
                  <a:pt x="257156" y="500268"/>
                </a:lnTo>
                <a:lnTo>
                  <a:pt x="262444" y="498150"/>
                </a:lnTo>
                <a:lnTo>
                  <a:pt x="268790" y="496826"/>
                </a:lnTo>
                <a:lnTo>
                  <a:pt x="275401" y="495766"/>
                </a:lnTo>
                <a:lnTo>
                  <a:pt x="282540" y="495502"/>
                </a:lnTo>
                <a:lnTo>
                  <a:pt x="475831" y="495502"/>
                </a:lnTo>
                <a:lnTo>
                  <a:pt x="566263" y="332904"/>
                </a:lnTo>
                <a:lnTo>
                  <a:pt x="572080" y="324695"/>
                </a:lnTo>
                <a:lnTo>
                  <a:pt x="578162" y="317015"/>
                </a:lnTo>
                <a:lnTo>
                  <a:pt x="584243" y="309865"/>
                </a:lnTo>
                <a:lnTo>
                  <a:pt x="590325" y="303244"/>
                </a:lnTo>
                <a:lnTo>
                  <a:pt x="596935" y="297419"/>
                </a:lnTo>
                <a:lnTo>
                  <a:pt x="604075" y="292122"/>
                </a:lnTo>
                <a:lnTo>
                  <a:pt x="607512" y="289474"/>
                </a:lnTo>
                <a:lnTo>
                  <a:pt x="611214" y="286826"/>
                </a:lnTo>
                <a:lnTo>
                  <a:pt x="615180" y="284972"/>
                </a:lnTo>
                <a:lnTo>
                  <a:pt x="619411" y="282589"/>
                </a:lnTo>
                <a:lnTo>
                  <a:pt x="623378" y="280735"/>
                </a:lnTo>
                <a:lnTo>
                  <a:pt x="627608" y="278881"/>
                </a:lnTo>
                <a:lnTo>
                  <a:pt x="632103" y="277292"/>
                </a:lnTo>
                <a:lnTo>
                  <a:pt x="636599" y="275439"/>
                </a:lnTo>
                <a:lnTo>
                  <a:pt x="641622" y="274115"/>
                </a:lnTo>
                <a:lnTo>
                  <a:pt x="646382" y="273055"/>
                </a:lnTo>
                <a:lnTo>
                  <a:pt x="656959" y="270672"/>
                </a:lnTo>
                <a:lnTo>
                  <a:pt x="668593" y="268818"/>
                </a:lnTo>
                <a:lnTo>
                  <a:pt x="681021" y="267494"/>
                </a:lnTo>
                <a:lnTo>
                  <a:pt x="694507" y="266965"/>
                </a:lnTo>
                <a:lnTo>
                  <a:pt x="709050" y="266700"/>
                </a:lnTo>
                <a:close/>
                <a:moveTo>
                  <a:pt x="795603" y="0"/>
                </a:moveTo>
                <a:lnTo>
                  <a:pt x="801715" y="263"/>
                </a:lnTo>
                <a:lnTo>
                  <a:pt x="807827" y="790"/>
                </a:lnTo>
                <a:lnTo>
                  <a:pt x="814205" y="1580"/>
                </a:lnTo>
                <a:lnTo>
                  <a:pt x="820051" y="2634"/>
                </a:lnTo>
                <a:lnTo>
                  <a:pt x="825897" y="3951"/>
                </a:lnTo>
                <a:lnTo>
                  <a:pt x="832009" y="5532"/>
                </a:lnTo>
                <a:lnTo>
                  <a:pt x="837324" y="7376"/>
                </a:lnTo>
                <a:lnTo>
                  <a:pt x="843170" y="9747"/>
                </a:lnTo>
                <a:lnTo>
                  <a:pt x="848484" y="12118"/>
                </a:lnTo>
                <a:lnTo>
                  <a:pt x="853799" y="14752"/>
                </a:lnTo>
                <a:lnTo>
                  <a:pt x="858848" y="17650"/>
                </a:lnTo>
                <a:lnTo>
                  <a:pt x="863897" y="20811"/>
                </a:lnTo>
                <a:lnTo>
                  <a:pt x="868680" y="24236"/>
                </a:lnTo>
                <a:lnTo>
                  <a:pt x="873198" y="27924"/>
                </a:lnTo>
                <a:lnTo>
                  <a:pt x="877715" y="31612"/>
                </a:lnTo>
                <a:lnTo>
                  <a:pt x="881967" y="35564"/>
                </a:lnTo>
                <a:lnTo>
                  <a:pt x="886219" y="39779"/>
                </a:lnTo>
                <a:lnTo>
                  <a:pt x="889939" y="44257"/>
                </a:lnTo>
                <a:lnTo>
                  <a:pt x="893659" y="48999"/>
                </a:lnTo>
                <a:lnTo>
                  <a:pt x="897114" y="53477"/>
                </a:lnTo>
                <a:lnTo>
                  <a:pt x="900303" y="58746"/>
                </a:lnTo>
                <a:lnTo>
                  <a:pt x="902960" y="63751"/>
                </a:lnTo>
                <a:lnTo>
                  <a:pt x="905617" y="69020"/>
                </a:lnTo>
                <a:lnTo>
                  <a:pt x="908275" y="74289"/>
                </a:lnTo>
                <a:lnTo>
                  <a:pt x="910400" y="79821"/>
                </a:lnTo>
                <a:lnTo>
                  <a:pt x="912261" y="85353"/>
                </a:lnTo>
                <a:lnTo>
                  <a:pt x="913855" y="91149"/>
                </a:lnTo>
                <a:lnTo>
                  <a:pt x="915449" y="96944"/>
                </a:lnTo>
                <a:lnTo>
                  <a:pt x="916512" y="103003"/>
                </a:lnTo>
                <a:lnTo>
                  <a:pt x="917044" y="109062"/>
                </a:lnTo>
                <a:lnTo>
                  <a:pt x="917575" y="115121"/>
                </a:lnTo>
                <a:lnTo>
                  <a:pt x="917575" y="121444"/>
                </a:lnTo>
                <a:lnTo>
                  <a:pt x="917575" y="127766"/>
                </a:lnTo>
                <a:lnTo>
                  <a:pt x="917044" y="134089"/>
                </a:lnTo>
                <a:lnTo>
                  <a:pt x="916512" y="139884"/>
                </a:lnTo>
                <a:lnTo>
                  <a:pt x="915449" y="145943"/>
                </a:lnTo>
                <a:lnTo>
                  <a:pt x="913855" y="152002"/>
                </a:lnTo>
                <a:lnTo>
                  <a:pt x="912261" y="157534"/>
                </a:lnTo>
                <a:lnTo>
                  <a:pt x="910400" y="163330"/>
                </a:lnTo>
                <a:lnTo>
                  <a:pt x="908275" y="168599"/>
                </a:lnTo>
                <a:lnTo>
                  <a:pt x="905617" y="174131"/>
                </a:lnTo>
                <a:lnTo>
                  <a:pt x="902960" y="179136"/>
                </a:lnTo>
                <a:lnTo>
                  <a:pt x="900303" y="184405"/>
                </a:lnTo>
                <a:lnTo>
                  <a:pt x="897114" y="189410"/>
                </a:lnTo>
                <a:lnTo>
                  <a:pt x="893659" y="193889"/>
                </a:lnTo>
                <a:lnTo>
                  <a:pt x="889939" y="198631"/>
                </a:lnTo>
                <a:lnTo>
                  <a:pt x="886219" y="203109"/>
                </a:lnTo>
                <a:lnTo>
                  <a:pt x="881967" y="207324"/>
                </a:lnTo>
                <a:lnTo>
                  <a:pt x="877715" y="211275"/>
                </a:lnTo>
                <a:lnTo>
                  <a:pt x="873198" y="214964"/>
                </a:lnTo>
                <a:lnTo>
                  <a:pt x="868680" y="218652"/>
                </a:lnTo>
                <a:lnTo>
                  <a:pt x="863897" y="222076"/>
                </a:lnTo>
                <a:lnTo>
                  <a:pt x="858848" y="225238"/>
                </a:lnTo>
                <a:lnTo>
                  <a:pt x="853799" y="228135"/>
                </a:lnTo>
                <a:lnTo>
                  <a:pt x="848484" y="231033"/>
                </a:lnTo>
                <a:lnTo>
                  <a:pt x="843170" y="233141"/>
                </a:lnTo>
                <a:lnTo>
                  <a:pt x="837324" y="235512"/>
                </a:lnTo>
                <a:lnTo>
                  <a:pt x="832009" y="237619"/>
                </a:lnTo>
                <a:lnTo>
                  <a:pt x="825897" y="238936"/>
                </a:lnTo>
                <a:lnTo>
                  <a:pt x="820051" y="240253"/>
                </a:lnTo>
                <a:lnTo>
                  <a:pt x="814205" y="241571"/>
                </a:lnTo>
                <a:lnTo>
                  <a:pt x="807827" y="242361"/>
                </a:lnTo>
                <a:lnTo>
                  <a:pt x="801715" y="242624"/>
                </a:lnTo>
                <a:lnTo>
                  <a:pt x="795603" y="242888"/>
                </a:lnTo>
                <a:lnTo>
                  <a:pt x="789226" y="242624"/>
                </a:lnTo>
                <a:lnTo>
                  <a:pt x="782848" y="242361"/>
                </a:lnTo>
                <a:lnTo>
                  <a:pt x="777002" y="241571"/>
                </a:lnTo>
                <a:lnTo>
                  <a:pt x="770890" y="240253"/>
                </a:lnTo>
                <a:lnTo>
                  <a:pt x="764778" y="238936"/>
                </a:lnTo>
                <a:lnTo>
                  <a:pt x="759198" y="237619"/>
                </a:lnTo>
                <a:lnTo>
                  <a:pt x="753352" y="235512"/>
                </a:lnTo>
                <a:lnTo>
                  <a:pt x="747506" y="233141"/>
                </a:lnTo>
                <a:lnTo>
                  <a:pt x="742457" y="231033"/>
                </a:lnTo>
                <a:lnTo>
                  <a:pt x="736876" y="228135"/>
                </a:lnTo>
                <a:lnTo>
                  <a:pt x="731827" y="225238"/>
                </a:lnTo>
                <a:lnTo>
                  <a:pt x="727044" y="222076"/>
                </a:lnTo>
                <a:lnTo>
                  <a:pt x="721995" y="218652"/>
                </a:lnTo>
                <a:lnTo>
                  <a:pt x="717478" y="214964"/>
                </a:lnTo>
                <a:lnTo>
                  <a:pt x="713226" y="211275"/>
                </a:lnTo>
                <a:lnTo>
                  <a:pt x="708974" y="207324"/>
                </a:lnTo>
                <a:lnTo>
                  <a:pt x="704988" y="203109"/>
                </a:lnTo>
                <a:lnTo>
                  <a:pt x="700737" y="198631"/>
                </a:lnTo>
                <a:lnTo>
                  <a:pt x="697548" y="193889"/>
                </a:lnTo>
                <a:lnTo>
                  <a:pt x="694093" y="189410"/>
                </a:lnTo>
                <a:lnTo>
                  <a:pt x="690904" y="184405"/>
                </a:lnTo>
                <a:lnTo>
                  <a:pt x="687716" y="179136"/>
                </a:lnTo>
                <a:lnTo>
                  <a:pt x="685058" y="174131"/>
                </a:lnTo>
                <a:lnTo>
                  <a:pt x="682401" y="168599"/>
                </a:lnTo>
                <a:lnTo>
                  <a:pt x="680541" y="163330"/>
                </a:lnTo>
                <a:lnTo>
                  <a:pt x="678415" y="157534"/>
                </a:lnTo>
                <a:lnTo>
                  <a:pt x="676821" y="152002"/>
                </a:lnTo>
                <a:lnTo>
                  <a:pt x="675226" y="145943"/>
                </a:lnTo>
                <a:lnTo>
                  <a:pt x="674429" y="139884"/>
                </a:lnTo>
                <a:lnTo>
                  <a:pt x="673632" y="134089"/>
                </a:lnTo>
                <a:lnTo>
                  <a:pt x="673100" y="127766"/>
                </a:lnTo>
                <a:lnTo>
                  <a:pt x="673100" y="121444"/>
                </a:lnTo>
                <a:lnTo>
                  <a:pt x="673100" y="115121"/>
                </a:lnTo>
                <a:lnTo>
                  <a:pt x="673632" y="109062"/>
                </a:lnTo>
                <a:lnTo>
                  <a:pt x="674429" y="103003"/>
                </a:lnTo>
                <a:lnTo>
                  <a:pt x="675226" y="96944"/>
                </a:lnTo>
                <a:lnTo>
                  <a:pt x="676821" y="91149"/>
                </a:lnTo>
                <a:lnTo>
                  <a:pt x="678415" y="85353"/>
                </a:lnTo>
                <a:lnTo>
                  <a:pt x="680541" y="79821"/>
                </a:lnTo>
                <a:lnTo>
                  <a:pt x="682401" y="74289"/>
                </a:lnTo>
                <a:lnTo>
                  <a:pt x="685058" y="69020"/>
                </a:lnTo>
                <a:lnTo>
                  <a:pt x="687716" y="63751"/>
                </a:lnTo>
                <a:lnTo>
                  <a:pt x="690904" y="58746"/>
                </a:lnTo>
                <a:lnTo>
                  <a:pt x="694093" y="53477"/>
                </a:lnTo>
                <a:lnTo>
                  <a:pt x="697548" y="48999"/>
                </a:lnTo>
                <a:lnTo>
                  <a:pt x="700737" y="44257"/>
                </a:lnTo>
                <a:lnTo>
                  <a:pt x="704988" y="39779"/>
                </a:lnTo>
                <a:lnTo>
                  <a:pt x="708974" y="35564"/>
                </a:lnTo>
                <a:lnTo>
                  <a:pt x="713226" y="31612"/>
                </a:lnTo>
                <a:lnTo>
                  <a:pt x="717478" y="27924"/>
                </a:lnTo>
                <a:lnTo>
                  <a:pt x="721995" y="24236"/>
                </a:lnTo>
                <a:lnTo>
                  <a:pt x="727044" y="20811"/>
                </a:lnTo>
                <a:lnTo>
                  <a:pt x="731827" y="17650"/>
                </a:lnTo>
                <a:lnTo>
                  <a:pt x="736876" y="14752"/>
                </a:lnTo>
                <a:lnTo>
                  <a:pt x="742457" y="12118"/>
                </a:lnTo>
                <a:lnTo>
                  <a:pt x="747506" y="9747"/>
                </a:lnTo>
                <a:lnTo>
                  <a:pt x="753352" y="7376"/>
                </a:lnTo>
                <a:lnTo>
                  <a:pt x="759198" y="5532"/>
                </a:lnTo>
                <a:lnTo>
                  <a:pt x="764778" y="3951"/>
                </a:lnTo>
                <a:lnTo>
                  <a:pt x="770890" y="2634"/>
                </a:lnTo>
                <a:lnTo>
                  <a:pt x="777002" y="1580"/>
                </a:lnTo>
                <a:lnTo>
                  <a:pt x="782848" y="790"/>
                </a:lnTo>
                <a:lnTo>
                  <a:pt x="789226" y="263"/>
                </a:lnTo>
                <a:lnTo>
                  <a:pt x="795603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40" name="组合 139"/>
          <p:cNvGrpSpPr/>
          <p:nvPr/>
        </p:nvGrpSpPr>
        <p:grpSpPr>
          <a:xfrm>
            <a:off x="10387118" y="571440"/>
            <a:ext cx="1368425" cy="1725613"/>
            <a:chOff x="7499350" y="4610101"/>
            <a:chExt cx="1368425" cy="1725613"/>
          </a:xfrm>
          <a:solidFill>
            <a:srgbClr val="595959"/>
          </a:solidFill>
        </p:grpSpPr>
        <p:sp>
          <p:nvSpPr>
            <p:cNvPr id="141" name="Freeform 41"/>
            <p:cNvSpPr>
              <a:spLocks/>
            </p:cNvSpPr>
            <p:nvPr/>
          </p:nvSpPr>
          <p:spPr bwMode="auto">
            <a:xfrm flipV="1">
              <a:off x="7796213" y="4610101"/>
              <a:ext cx="417513" cy="414338"/>
            </a:xfrm>
            <a:custGeom>
              <a:avLst/>
              <a:gdLst>
                <a:gd name="T0" fmla="*/ 556 w 1150"/>
                <a:gd name="T1" fmla="*/ 1122 h 1143"/>
                <a:gd name="T2" fmla="*/ 1136 w 1150"/>
                <a:gd name="T3" fmla="*/ 572 h 1143"/>
                <a:gd name="T4" fmla="*/ 578 w 1150"/>
                <a:gd name="T5" fmla="*/ 14 h 1143"/>
                <a:gd name="T6" fmla="*/ 27 w 1150"/>
                <a:gd name="T7" fmla="*/ 601 h 1143"/>
                <a:gd name="T8" fmla="*/ 556 w 1150"/>
                <a:gd name="T9" fmla="*/ 1122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0" h="1143">
                  <a:moveTo>
                    <a:pt x="556" y="1122"/>
                  </a:moveTo>
                  <a:cubicBezTo>
                    <a:pt x="857" y="1143"/>
                    <a:pt x="1145" y="877"/>
                    <a:pt x="1136" y="572"/>
                  </a:cubicBezTo>
                  <a:cubicBezTo>
                    <a:pt x="1150" y="273"/>
                    <a:pt x="877" y="0"/>
                    <a:pt x="578" y="14"/>
                  </a:cubicBezTo>
                  <a:cubicBezTo>
                    <a:pt x="270" y="5"/>
                    <a:pt x="0" y="296"/>
                    <a:pt x="27" y="601"/>
                  </a:cubicBezTo>
                  <a:cubicBezTo>
                    <a:pt x="41" y="876"/>
                    <a:pt x="281" y="1111"/>
                    <a:pt x="556" y="11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2" name="Freeform 42"/>
            <p:cNvSpPr>
              <a:spLocks noEditPoints="1"/>
            </p:cNvSpPr>
            <p:nvPr/>
          </p:nvSpPr>
          <p:spPr bwMode="auto">
            <a:xfrm flipV="1">
              <a:off x="7499350" y="5041901"/>
              <a:ext cx="1368425" cy="1293813"/>
            </a:xfrm>
            <a:custGeom>
              <a:avLst/>
              <a:gdLst>
                <a:gd name="T0" fmla="*/ 1247 w 3766"/>
                <a:gd name="T1" fmla="*/ 3502 h 3568"/>
                <a:gd name="T2" fmla="*/ 1903 w 3766"/>
                <a:gd name="T3" fmla="*/ 3359 h 3568"/>
                <a:gd name="T4" fmla="*/ 2716 w 3766"/>
                <a:gd name="T5" fmla="*/ 2377 h 3568"/>
                <a:gd name="T6" fmla="*/ 3041 w 3766"/>
                <a:gd name="T7" fmla="*/ 2327 h 3568"/>
                <a:gd name="T8" fmla="*/ 3343 w 3766"/>
                <a:gd name="T9" fmla="*/ 2437 h 3568"/>
                <a:gd name="T10" fmla="*/ 3723 w 3766"/>
                <a:gd name="T11" fmla="*/ 1818 h 3568"/>
                <a:gd name="T12" fmla="*/ 3629 w 3766"/>
                <a:gd name="T13" fmla="*/ 1666 h 3568"/>
                <a:gd name="T14" fmla="*/ 2723 w 3766"/>
                <a:gd name="T15" fmla="*/ 1120 h 3568"/>
                <a:gd name="T16" fmla="*/ 2559 w 3766"/>
                <a:gd name="T17" fmla="*/ 1229 h 3568"/>
                <a:gd name="T18" fmla="*/ 2247 w 3766"/>
                <a:gd name="T19" fmla="*/ 1762 h 3568"/>
                <a:gd name="T20" fmla="*/ 2492 w 3766"/>
                <a:gd name="T21" fmla="*/ 1993 h 3568"/>
                <a:gd name="T22" fmla="*/ 2500 w 3766"/>
                <a:gd name="T23" fmla="*/ 2155 h 3568"/>
                <a:gd name="T24" fmla="*/ 2057 w 3766"/>
                <a:gd name="T25" fmla="*/ 2707 h 3568"/>
                <a:gd name="T26" fmla="*/ 1828 w 3766"/>
                <a:gd name="T27" fmla="*/ 2784 h 3568"/>
                <a:gd name="T28" fmla="*/ 1890 w 3766"/>
                <a:gd name="T29" fmla="*/ 1902 h 3568"/>
                <a:gd name="T30" fmla="*/ 2171 w 3766"/>
                <a:gd name="T31" fmla="*/ 1264 h 3568"/>
                <a:gd name="T32" fmla="*/ 2830 w 3766"/>
                <a:gd name="T33" fmla="*/ 765 h 3568"/>
                <a:gd name="T34" fmla="*/ 2562 w 3766"/>
                <a:gd name="T35" fmla="*/ 488 h 3568"/>
                <a:gd name="T36" fmla="*/ 1999 w 3766"/>
                <a:gd name="T37" fmla="*/ 845 h 3568"/>
                <a:gd name="T38" fmla="*/ 1329 w 3766"/>
                <a:gd name="T39" fmla="*/ 1610 h 3568"/>
                <a:gd name="T40" fmla="*/ 879 w 3766"/>
                <a:gd name="T41" fmla="*/ 1169 h 3568"/>
                <a:gd name="T42" fmla="*/ 848 w 3766"/>
                <a:gd name="T43" fmla="*/ 1013 h 3568"/>
                <a:gd name="T44" fmla="*/ 911 w 3766"/>
                <a:gd name="T45" fmla="*/ 126 h 3568"/>
                <a:gd name="T46" fmla="*/ 498 w 3766"/>
                <a:gd name="T47" fmla="*/ 37 h 3568"/>
                <a:gd name="T48" fmla="*/ 316 w 3766"/>
                <a:gd name="T49" fmla="*/ 1261 h 3568"/>
                <a:gd name="T50" fmla="*/ 923 w 3766"/>
                <a:gd name="T51" fmla="*/ 2016 h 3568"/>
                <a:gd name="T52" fmla="*/ 925 w 3766"/>
                <a:gd name="T53" fmla="*/ 2403 h 3568"/>
                <a:gd name="T54" fmla="*/ 189 w 3766"/>
                <a:gd name="T55" fmla="*/ 1974 h 3568"/>
                <a:gd name="T56" fmla="*/ 48 w 3766"/>
                <a:gd name="T57" fmla="*/ 2276 h 3568"/>
                <a:gd name="T58" fmla="*/ 842 w 3766"/>
                <a:gd name="T59" fmla="*/ 2903 h 3568"/>
                <a:gd name="T60" fmla="*/ 1247 w 3766"/>
                <a:gd name="T61" fmla="*/ 3502 h 3568"/>
                <a:gd name="T62" fmla="*/ 2579 w 3766"/>
                <a:gd name="T63" fmla="*/ 2056 h 3568"/>
                <a:gd name="T64" fmla="*/ 2941 w 3766"/>
                <a:gd name="T65" fmla="*/ 2278 h 3568"/>
                <a:gd name="T66" fmla="*/ 2579 w 3766"/>
                <a:gd name="T67" fmla="*/ 2056 h 3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66" h="3568">
                  <a:moveTo>
                    <a:pt x="1247" y="3502"/>
                  </a:moveTo>
                  <a:cubicBezTo>
                    <a:pt x="1465" y="3461"/>
                    <a:pt x="1751" y="3568"/>
                    <a:pt x="1903" y="3359"/>
                  </a:cubicBezTo>
                  <a:cubicBezTo>
                    <a:pt x="2211" y="3062"/>
                    <a:pt x="2505" y="2752"/>
                    <a:pt x="2716" y="2377"/>
                  </a:cubicBezTo>
                  <a:cubicBezTo>
                    <a:pt x="2827" y="2393"/>
                    <a:pt x="2941" y="2382"/>
                    <a:pt x="3041" y="2327"/>
                  </a:cubicBezTo>
                  <a:cubicBezTo>
                    <a:pt x="3135" y="2370"/>
                    <a:pt x="3234" y="2494"/>
                    <a:pt x="3343" y="2437"/>
                  </a:cubicBezTo>
                  <a:cubicBezTo>
                    <a:pt x="3482" y="2240"/>
                    <a:pt x="3601" y="2027"/>
                    <a:pt x="3723" y="1818"/>
                  </a:cubicBezTo>
                  <a:cubicBezTo>
                    <a:pt x="3766" y="1748"/>
                    <a:pt x="3678" y="1698"/>
                    <a:pt x="3629" y="1666"/>
                  </a:cubicBezTo>
                  <a:cubicBezTo>
                    <a:pt x="3326" y="1486"/>
                    <a:pt x="3028" y="1298"/>
                    <a:pt x="2723" y="1120"/>
                  </a:cubicBezTo>
                  <a:cubicBezTo>
                    <a:pt x="2643" y="1071"/>
                    <a:pt x="2595" y="1175"/>
                    <a:pt x="2559" y="1229"/>
                  </a:cubicBezTo>
                  <a:cubicBezTo>
                    <a:pt x="2460" y="1409"/>
                    <a:pt x="2336" y="1576"/>
                    <a:pt x="2247" y="1762"/>
                  </a:cubicBezTo>
                  <a:cubicBezTo>
                    <a:pt x="2226" y="1895"/>
                    <a:pt x="2410" y="1923"/>
                    <a:pt x="2492" y="1993"/>
                  </a:cubicBezTo>
                  <a:cubicBezTo>
                    <a:pt x="2494" y="2047"/>
                    <a:pt x="2497" y="2101"/>
                    <a:pt x="2500" y="2155"/>
                  </a:cubicBezTo>
                  <a:cubicBezTo>
                    <a:pt x="2351" y="2337"/>
                    <a:pt x="2206" y="2524"/>
                    <a:pt x="2057" y="2707"/>
                  </a:cubicBezTo>
                  <a:cubicBezTo>
                    <a:pt x="1981" y="2732"/>
                    <a:pt x="1904" y="2758"/>
                    <a:pt x="1828" y="2784"/>
                  </a:cubicBezTo>
                  <a:cubicBezTo>
                    <a:pt x="1849" y="2490"/>
                    <a:pt x="1842" y="2192"/>
                    <a:pt x="1890" y="1902"/>
                  </a:cubicBezTo>
                  <a:cubicBezTo>
                    <a:pt x="1974" y="1685"/>
                    <a:pt x="2062" y="1468"/>
                    <a:pt x="2171" y="1264"/>
                  </a:cubicBezTo>
                  <a:cubicBezTo>
                    <a:pt x="2380" y="1085"/>
                    <a:pt x="2612" y="933"/>
                    <a:pt x="2830" y="765"/>
                  </a:cubicBezTo>
                  <a:cubicBezTo>
                    <a:pt x="2805" y="634"/>
                    <a:pt x="2725" y="458"/>
                    <a:pt x="2562" y="488"/>
                  </a:cubicBezTo>
                  <a:cubicBezTo>
                    <a:pt x="2365" y="590"/>
                    <a:pt x="2190" y="731"/>
                    <a:pt x="1999" y="845"/>
                  </a:cubicBezTo>
                  <a:cubicBezTo>
                    <a:pt x="1690" y="1012"/>
                    <a:pt x="1544" y="1349"/>
                    <a:pt x="1329" y="1610"/>
                  </a:cubicBezTo>
                  <a:cubicBezTo>
                    <a:pt x="1185" y="1456"/>
                    <a:pt x="1024" y="1321"/>
                    <a:pt x="879" y="1169"/>
                  </a:cubicBezTo>
                  <a:cubicBezTo>
                    <a:pt x="829" y="1132"/>
                    <a:pt x="846" y="1066"/>
                    <a:pt x="848" y="1013"/>
                  </a:cubicBezTo>
                  <a:cubicBezTo>
                    <a:pt x="876" y="718"/>
                    <a:pt x="891" y="422"/>
                    <a:pt x="911" y="126"/>
                  </a:cubicBezTo>
                  <a:cubicBezTo>
                    <a:pt x="794" y="29"/>
                    <a:pt x="644" y="0"/>
                    <a:pt x="498" y="37"/>
                  </a:cubicBezTo>
                  <a:cubicBezTo>
                    <a:pt x="441" y="446"/>
                    <a:pt x="380" y="854"/>
                    <a:pt x="316" y="1261"/>
                  </a:cubicBezTo>
                  <a:cubicBezTo>
                    <a:pt x="520" y="1512"/>
                    <a:pt x="720" y="1765"/>
                    <a:pt x="923" y="2016"/>
                  </a:cubicBezTo>
                  <a:cubicBezTo>
                    <a:pt x="925" y="2145"/>
                    <a:pt x="925" y="2274"/>
                    <a:pt x="925" y="2403"/>
                  </a:cubicBezTo>
                  <a:cubicBezTo>
                    <a:pt x="681" y="2257"/>
                    <a:pt x="431" y="2122"/>
                    <a:pt x="189" y="1974"/>
                  </a:cubicBezTo>
                  <a:cubicBezTo>
                    <a:pt x="109" y="2051"/>
                    <a:pt x="0" y="2154"/>
                    <a:pt x="48" y="2276"/>
                  </a:cubicBezTo>
                  <a:cubicBezTo>
                    <a:pt x="299" y="2502"/>
                    <a:pt x="672" y="2593"/>
                    <a:pt x="842" y="2903"/>
                  </a:cubicBezTo>
                  <a:cubicBezTo>
                    <a:pt x="974" y="3105"/>
                    <a:pt x="1111" y="3303"/>
                    <a:pt x="1247" y="3502"/>
                  </a:cubicBezTo>
                  <a:moveTo>
                    <a:pt x="2579" y="2056"/>
                  </a:moveTo>
                  <a:cubicBezTo>
                    <a:pt x="2706" y="2119"/>
                    <a:pt x="2829" y="2192"/>
                    <a:pt x="2941" y="2278"/>
                  </a:cubicBezTo>
                  <a:cubicBezTo>
                    <a:pt x="2779" y="2314"/>
                    <a:pt x="2626" y="2211"/>
                    <a:pt x="2579" y="20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43" name="KSO_Shape"/>
          <p:cNvSpPr>
            <a:spLocks/>
          </p:cNvSpPr>
          <p:nvPr/>
        </p:nvSpPr>
        <p:spPr bwMode="auto">
          <a:xfrm>
            <a:off x="914639" y="2896041"/>
            <a:ext cx="1547758" cy="1292378"/>
          </a:xfrm>
          <a:custGeom>
            <a:avLst/>
            <a:gdLst>
              <a:gd name="T0" fmla="*/ 2147483646 w 5545"/>
              <a:gd name="T1" fmla="*/ 610655763 h 4623"/>
              <a:gd name="T2" fmla="*/ 2147483646 w 5545"/>
              <a:gd name="T3" fmla="*/ 2147483646 h 4623"/>
              <a:gd name="T4" fmla="*/ 2147483646 w 5545"/>
              <a:gd name="T5" fmla="*/ 2147483646 h 4623"/>
              <a:gd name="T6" fmla="*/ 2147483646 w 5545"/>
              <a:gd name="T7" fmla="*/ 2147483646 h 4623"/>
              <a:gd name="T8" fmla="*/ 2147483646 w 5545"/>
              <a:gd name="T9" fmla="*/ 2147483646 h 4623"/>
              <a:gd name="T10" fmla="*/ 2147483646 w 5545"/>
              <a:gd name="T11" fmla="*/ 2147483646 h 4623"/>
              <a:gd name="T12" fmla="*/ 2147483646 w 5545"/>
              <a:gd name="T13" fmla="*/ 2147483646 h 4623"/>
              <a:gd name="T14" fmla="*/ 2147483646 w 5545"/>
              <a:gd name="T15" fmla="*/ 2147483646 h 4623"/>
              <a:gd name="T16" fmla="*/ 2147483646 w 5545"/>
              <a:gd name="T17" fmla="*/ 2147483646 h 4623"/>
              <a:gd name="T18" fmla="*/ 2147483646 w 5545"/>
              <a:gd name="T19" fmla="*/ 2147483646 h 4623"/>
              <a:gd name="T20" fmla="*/ 2147483646 w 5545"/>
              <a:gd name="T21" fmla="*/ 2147483646 h 4623"/>
              <a:gd name="T22" fmla="*/ 2147483646 w 5545"/>
              <a:gd name="T23" fmla="*/ 2147483646 h 4623"/>
              <a:gd name="T24" fmla="*/ 2147483646 w 5545"/>
              <a:gd name="T25" fmla="*/ 2147483646 h 4623"/>
              <a:gd name="T26" fmla="*/ 2147483646 w 5545"/>
              <a:gd name="T27" fmla="*/ 2147483646 h 4623"/>
              <a:gd name="T28" fmla="*/ 2147483646 w 5545"/>
              <a:gd name="T29" fmla="*/ 2147483646 h 4623"/>
              <a:gd name="T30" fmla="*/ 2147483646 w 5545"/>
              <a:gd name="T31" fmla="*/ 2147483646 h 4623"/>
              <a:gd name="T32" fmla="*/ 2147483646 w 5545"/>
              <a:gd name="T33" fmla="*/ 2147483646 h 4623"/>
              <a:gd name="T34" fmla="*/ 2147483646 w 5545"/>
              <a:gd name="T35" fmla="*/ 1139740831 h 4623"/>
              <a:gd name="T36" fmla="*/ 2147483646 w 5545"/>
              <a:gd name="T37" fmla="*/ 0 h 4623"/>
              <a:gd name="T38" fmla="*/ 2147483646 w 5545"/>
              <a:gd name="T39" fmla="*/ 2147483646 h 4623"/>
              <a:gd name="T40" fmla="*/ 2147483646 w 5545"/>
              <a:gd name="T41" fmla="*/ 2147483646 h 4623"/>
              <a:gd name="T42" fmla="*/ 2147483646 w 5545"/>
              <a:gd name="T43" fmla="*/ 2147483646 h 4623"/>
              <a:gd name="T44" fmla="*/ 2147483646 w 5545"/>
              <a:gd name="T45" fmla="*/ 2147483646 h 4623"/>
              <a:gd name="T46" fmla="*/ 2147483646 w 5545"/>
              <a:gd name="T47" fmla="*/ 2147483646 h 4623"/>
              <a:gd name="T48" fmla="*/ 2147483646 w 5545"/>
              <a:gd name="T49" fmla="*/ 2147483646 h 4623"/>
              <a:gd name="T50" fmla="*/ 2147483646 w 5545"/>
              <a:gd name="T51" fmla="*/ 2147483646 h 4623"/>
              <a:gd name="T52" fmla="*/ 2147483646 w 5545"/>
              <a:gd name="T53" fmla="*/ 2147483646 h 4623"/>
              <a:gd name="T54" fmla="*/ 2147483646 w 5545"/>
              <a:gd name="T55" fmla="*/ 2147483646 h 4623"/>
              <a:gd name="T56" fmla="*/ 2147483646 w 5545"/>
              <a:gd name="T57" fmla="*/ 2147483646 h 4623"/>
              <a:gd name="T58" fmla="*/ 2147483646 w 5545"/>
              <a:gd name="T59" fmla="*/ 2147483646 h 4623"/>
              <a:gd name="T60" fmla="*/ 2147483646 w 5545"/>
              <a:gd name="T61" fmla="*/ 2147483646 h 4623"/>
              <a:gd name="T62" fmla="*/ 486631477 w 5545"/>
              <a:gd name="T63" fmla="*/ 2147483646 h 4623"/>
              <a:gd name="T64" fmla="*/ 81085664 w 5545"/>
              <a:gd name="T65" fmla="*/ 2147483646 h 4623"/>
              <a:gd name="T66" fmla="*/ 1905805975 w 5545"/>
              <a:gd name="T67" fmla="*/ 2147483646 h 4623"/>
              <a:gd name="T68" fmla="*/ 2147483646 w 5545"/>
              <a:gd name="T69" fmla="*/ 2147483646 h 4623"/>
              <a:gd name="T70" fmla="*/ 2147483646 w 5545"/>
              <a:gd name="T71" fmla="*/ 2147483646 h 4623"/>
              <a:gd name="T72" fmla="*/ 2147483646 w 5545"/>
              <a:gd name="T73" fmla="*/ 2147483646 h 4623"/>
              <a:gd name="T74" fmla="*/ 2147483646 w 5545"/>
              <a:gd name="T75" fmla="*/ 2147483646 h 4623"/>
              <a:gd name="T76" fmla="*/ 2147483646 w 5545"/>
              <a:gd name="T77" fmla="*/ 2147483646 h 4623"/>
              <a:gd name="T78" fmla="*/ 2147483646 w 5545"/>
              <a:gd name="T79" fmla="*/ 2147483646 h 4623"/>
              <a:gd name="T80" fmla="*/ 2147483646 w 5545"/>
              <a:gd name="T81" fmla="*/ 2147483646 h 4623"/>
              <a:gd name="T82" fmla="*/ 2147483646 w 5545"/>
              <a:gd name="T83" fmla="*/ 2147483646 h 4623"/>
              <a:gd name="T84" fmla="*/ 2147483646 w 5545"/>
              <a:gd name="T85" fmla="*/ 2147483646 h 4623"/>
              <a:gd name="T86" fmla="*/ 2147483646 w 5545"/>
              <a:gd name="T87" fmla="*/ 2147483646 h 4623"/>
              <a:gd name="T88" fmla="*/ 2147483646 w 5545"/>
              <a:gd name="T89" fmla="*/ 2147483646 h 4623"/>
              <a:gd name="T90" fmla="*/ 2147483646 w 5545"/>
              <a:gd name="T91" fmla="*/ 2147483646 h 4623"/>
              <a:gd name="T92" fmla="*/ 2147483646 w 5545"/>
              <a:gd name="T93" fmla="*/ 2147483646 h 4623"/>
              <a:gd name="T94" fmla="*/ 2147483646 w 5545"/>
              <a:gd name="T95" fmla="*/ 2147483646 h 4623"/>
              <a:gd name="T96" fmla="*/ 2147483646 w 5545"/>
              <a:gd name="T97" fmla="*/ 2147483646 h 4623"/>
              <a:gd name="T98" fmla="*/ 2147483646 w 5545"/>
              <a:gd name="T99" fmla="*/ 2147483646 h 4623"/>
              <a:gd name="T100" fmla="*/ 2147483646 w 5545"/>
              <a:gd name="T101" fmla="*/ 2147483646 h 4623"/>
              <a:gd name="T102" fmla="*/ 2147483646 w 5545"/>
              <a:gd name="T103" fmla="*/ 2147483646 h 4623"/>
              <a:gd name="T104" fmla="*/ 2147483646 w 5545"/>
              <a:gd name="T105" fmla="*/ 2147483646 h 4623"/>
              <a:gd name="T106" fmla="*/ 2147483646 w 5545"/>
              <a:gd name="T107" fmla="*/ 2147483646 h 4623"/>
              <a:gd name="T108" fmla="*/ 2147483646 w 5545"/>
              <a:gd name="T109" fmla="*/ 2147483646 h 4623"/>
              <a:gd name="T110" fmla="*/ 2147483646 w 5545"/>
              <a:gd name="T111" fmla="*/ 2147483646 h 4623"/>
              <a:gd name="T112" fmla="*/ 2147483646 w 5545"/>
              <a:gd name="T113" fmla="*/ 2147483646 h 4623"/>
              <a:gd name="T114" fmla="*/ 2147483646 w 5545"/>
              <a:gd name="T115" fmla="*/ 2147483646 h 4623"/>
              <a:gd name="T116" fmla="*/ 2147483646 w 5545"/>
              <a:gd name="T117" fmla="*/ 2147483646 h 4623"/>
              <a:gd name="T118" fmla="*/ 2147483646 w 5545"/>
              <a:gd name="T119" fmla="*/ 2147483646 h 4623"/>
              <a:gd name="T120" fmla="*/ 2147483646 w 5545"/>
              <a:gd name="T121" fmla="*/ 2147483646 h 462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545" h="4623">
                <a:moveTo>
                  <a:pt x="3003" y="0"/>
                </a:moveTo>
                <a:lnTo>
                  <a:pt x="3003" y="0"/>
                </a:lnTo>
                <a:lnTo>
                  <a:pt x="2979" y="1"/>
                </a:lnTo>
                <a:lnTo>
                  <a:pt x="2955" y="2"/>
                </a:lnTo>
                <a:lnTo>
                  <a:pt x="2932" y="5"/>
                </a:lnTo>
                <a:lnTo>
                  <a:pt x="2909" y="9"/>
                </a:lnTo>
                <a:lnTo>
                  <a:pt x="2886" y="15"/>
                </a:lnTo>
                <a:lnTo>
                  <a:pt x="2865" y="20"/>
                </a:lnTo>
                <a:lnTo>
                  <a:pt x="2843" y="28"/>
                </a:lnTo>
                <a:lnTo>
                  <a:pt x="2821" y="36"/>
                </a:lnTo>
                <a:lnTo>
                  <a:pt x="2801" y="45"/>
                </a:lnTo>
                <a:lnTo>
                  <a:pt x="2782" y="56"/>
                </a:lnTo>
                <a:lnTo>
                  <a:pt x="2762" y="66"/>
                </a:lnTo>
                <a:lnTo>
                  <a:pt x="2743" y="78"/>
                </a:lnTo>
                <a:lnTo>
                  <a:pt x="2724" y="91"/>
                </a:lnTo>
                <a:lnTo>
                  <a:pt x="2707" y="105"/>
                </a:lnTo>
                <a:lnTo>
                  <a:pt x="2690" y="120"/>
                </a:lnTo>
                <a:lnTo>
                  <a:pt x="2675" y="135"/>
                </a:lnTo>
                <a:lnTo>
                  <a:pt x="2659" y="152"/>
                </a:lnTo>
                <a:lnTo>
                  <a:pt x="2644" y="168"/>
                </a:lnTo>
                <a:lnTo>
                  <a:pt x="2630" y="186"/>
                </a:lnTo>
                <a:lnTo>
                  <a:pt x="2618" y="205"/>
                </a:lnTo>
                <a:lnTo>
                  <a:pt x="2606" y="223"/>
                </a:lnTo>
                <a:lnTo>
                  <a:pt x="2594" y="242"/>
                </a:lnTo>
                <a:lnTo>
                  <a:pt x="2584" y="263"/>
                </a:lnTo>
                <a:lnTo>
                  <a:pt x="2574" y="283"/>
                </a:lnTo>
                <a:lnTo>
                  <a:pt x="2567" y="304"/>
                </a:lnTo>
                <a:lnTo>
                  <a:pt x="2559" y="325"/>
                </a:lnTo>
                <a:lnTo>
                  <a:pt x="2553" y="348"/>
                </a:lnTo>
                <a:lnTo>
                  <a:pt x="2547" y="370"/>
                </a:lnTo>
                <a:lnTo>
                  <a:pt x="2543" y="393"/>
                </a:lnTo>
                <a:lnTo>
                  <a:pt x="2541" y="416"/>
                </a:lnTo>
                <a:lnTo>
                  <a:pt x="2539" y="440"/>
                </a:lnTo>
                <a:lnTo>
                  <a:pt x="2538" y="464"/>
                </a:lnTo>
                <a:lnTo>
                  <a:pt x="2539" y="487"/>
                </a:lnTo>
                <a:lnTo>
                  <a:pt x="2541" y="511"/>
                </a:lnTo>
                <a:lnTo>
                  <a:pt x="2543" y="534"/>
                </a:lnTo>
                <a:lnTo>
                  <a:pt x="2547" y="558"/>
                </a:lnTo>
                <a:lnTo>
                  <a:pt x="2553" y="579"/>
                </a:lnTo>
                <a:lnTo>
                  <a:pt x="2559" y="602"/>
                </a:lnTo>
                <a:lnTo>
                  <a:pt x="2567" y="623"/>
                </a:lnTo>
                <a:lnTo>
                  <a:pt x="2574" y="644"/>
                </a:lnTo>
                <a:lnTo>
                  <a:pt x="2584" y="664"/>
                </a:lnTo>
                <a:lnTo>
                  <a:pt x="2594" y="685"/>
                </a:lnTo>
                <a:lnTo>
                  <a:pt x="2606" y="704"/>
                </a:lnTo>
                <a:lnTo>
                  <a:pt x="2618" y="723"/>
                </a:lnTo>
                <a:lnTo>
                  <a:pt x="2630" y="741"/>
                </a:lnTo>
                <a:lnTo>
                  <a:pt x="2644" y="759"/>
                </a:lnTo>
                <a:lnTo>
                  <a:pt x="2659" y="776"/>
                </a:lnTo>
                <a:lnTo>
                  <a:pt x="2674" y="792"/>
                </a:lnTo>
                <a:lnTo>
                  <a:pt x="2690" y="807"/>
                </a:lnTo>
                <a:lnTo>
                  <a:pt x="2707" y="822"/>
                </a:lnTo>
                <a:lnTo>
                  <a:pt x="2724" y="836"/>
                </a:lnTo>
                <a:lnTo>
                  <a:pt x="2743" y="849"/>
                </a:lnTo>
                <a:lnTo>
                  <a:pt x="2762" y="861"/>
                </a:lnTo>
                <a:lnTo>
                  <a:pt x="2782" y="872"/>
                </a:lnTo>
                <a:lnTo>
                  <a:pt x="2801" y="882"/>
                </a:lnTo>
                <a:lnTo>
                  <a:pt x="2821" y="891"/>
                </a:lnTo>
                <a:lnTo>
                  <a:pt x="2843" y="900"/>
                </a:lnTo>
                <a:lnTo>
                  <a:pt x="2865" y="907"/>
                </a:lnTo>
                <a:lnTo>
                  <a:pt x="2886" y="914"/>
                </a:lnTo>
                <a:lnTo>
                  <a:pt x="2909" y="918"/>
                </a:lnTo>
                <a:lnTo>
                  <a:pt x="2932" y="922"/>
                </a:lnTo>
                <a:lnTo>
                  <a:pt x="2955" y="926"/>
                </a:lnTo>
                <a:lnTo>
                  <a:pt x="2979" y="928"/>
                </a:lnTo>
                <a:lnTo>
                  <a:pt x="3003" y="928"/>
                </a:lnTo>
                <a:lnTo>
                  <a:pt x="3027" y="928"/>
                </a:lnTo>
                <a:lnTo>
                  <a:pt x="3050" y="926"/>
                </a:lnTo>
                <a:lnTo>
                  <a:pt x="3073" y="922"/>
                </a:lnTo>
                <a:lnTo>
                  <a:pt x="3096" y="918"/>
                </a:lnTo>
                <a:lnTo>
                  <a:pt x="3118" y="914"/>
                </a:lnTo>
                <a:lnTo>
                  <a:pt x="3140" y="907"/>
                </a:lnTo>
                <a:lnTo>
                  <a:pt x="3161" y="900"/>
                </a:lnTo>
                <a:lnTo>
                  <a:pt x="3183" y="891"/>
                </a:lnTo>
                <a:lnTo>
                  <a:pt x="3204" y="882"/>
                </a:lnTo>
                <a:lnTo>
                  <a:pt x="3224" y="872"/>
                </a:lnTo>
                <a:lnTo>
                  <a:pt x="3243" y="861"/>
                </a:lnTo>
                <a:lnTo>
                  <a:pt x="3262" y="849"/>
                </a:lnTo>
                <a:lnTo>
                  <a:pt x="3280" y="836"/>
                </a:lnTo>
                <a:lnTo>
                  <a:pt x="3297" y="822"/>
                </a:lnTo>
                <a:lnTo>
                  <a:pt x="3315" y="807"/>
                </a:lnTo>
                <a:lnTo>
                  <a:pt x="3331" y="792"/>
                </a:lnTo>
                <a:lnTo>
                  <a:pt x="3346" y="776"/>
                </a:lnTo>
                <a:lnTo>
                  <a:pt x="3360" y="759"/>
                </a:lnTo>
                <a:lnTo>
                  <a:pt x="3374" y="741"/>
                </a:lnTo>
                <a:lnTo>
                  <a:pt x="3387" y="723"/>
                </a:lnTo>
                <a:lnTo>
                  <a:pt x="3399" y="704"/>
                </a:lnTo>
                <a:lnTo>
                  <a:pt x="3411" y="685"/>
                </a:lnTo>
                <a:lnTo>
                  <a:pt x="3421" y="664"/>
                </a:lnTo>
                <a:lnTo>
                  <a:pt x="3430" y="644"/>
                </a:lnTo>
                <a:lnTo>
                  <a:pt x="3439" y="623"/>
                </a:lnTo>
                <a:lnTo>
                  <a:pt x="3445" y="602"/>
                </a:lnTo>
                <a:lnTo>
                  <a:pt x="3452" y="579"/>
                </a:lnTo>
                <a:lnTo>
                  <a:pt x="3457" y="558"/>
                </a:lnTo>
                <a:lnTo>
                  <a:pt x="3462" y="534"/>
                </a:lnTo>
                <a:lnTo>
                  <a:pt x="3465" y="511"/>
                </a:lnTo>
                <a:lnTo>
                  <a:pt x="3466" y="487"/>
                </a:lnTo>
                <a:lnTo>
                  <a:pt x="3467" y="464"/>
                </a:lnTo>
                <a:lnTo>
                  <a:pt x="3466" y="440"/>
                </a:lnTo>
                <a:lnTo>
                  <a:pt x="3465" y="416"/>
                </a:lnTo>
                <a:lnTo>
                  <a:pt x="3462" y="393"/>
                </a:lnTo>
                <a:lnTo>
                  <a:pt x="3457" y="370"/>
                </a:lnTo>
                <a:lnTo>
                  <a:pt x="3452" y="348"/>
                </a:lnTo>
                <a:lnTo>
                  <a:pt x="3445" y="325"/>
                </a:lnTo>
                <a:lnTo>
                  <a:pt x="3439" y="304"/>
                </a:lnTo>
                <a:lnTo>
                  <a:pt x="3430" y="283"/>
                </a:lnTo>
                <a:lnTo>
                  <a:pt x="3421" y="263"/>
                </a:lnTo>
                <a:lnTo>
                  <a:pt x="3411" y="242"/>
                </a:lnTo>
                <a:lnTo>
                  <a:pt x="3399" y="223"/>
                </a:lnTo>
                <a:lnTo>
                  <a:pt x="3387" y="205"/>
                </a:lnTo>
                <a:lnTo>
                  <a:pt x="3374" y="186"/>
                </a:lnTo>
                <a:lnTo>
                  <a:pt x="3360" y="169"/>
                </a:lnTo>
                <a:lnTo>
                  <a:pt x="3346" y="152"/>
                </a:lnTo>
                <a:lnTo>
                  <a:pt x="3331" y="135"/>
                </a:lnTo>
                <a:lnTo>
                  <a:pt x="3315" y="120"/>
                </a:lnTo>
                <a:lnTo>
                  <a:pt x="3297" y="105"/>
                </a:lnTo>
                <a:lnTo>
                  <a:pt x="3280" y="92"/>
                </a:lnTo>
                <a:lnTo>
                  <a:pt x="3262" y="79"/>
                </a:lnTo>
                <a:lnTo>
                  <a:pt x="3243" y="66"/>
                </a:lnTo>
                <a:lnTo>
                  <a:pt x="3224" y="56"/>
                </a:lnTo>
                <a:lnTo>
                  <a:pt x="3204" y="45"/>
                </a:lnTo>
                <a:lnTo>
                  <a:pt x="3183" y="36"/>
                </a:lnTo>
                <a:lnTo>
                  <a:pt x="3161" y="28"/>
                </a:lnTo>
                <a:lnTo>
                  <a:pt x="3140" y="20"/>
                </a:lnTo>
                <a:lnTo>
                  <a:pt x="3118" y="15"/>
                </a:lnTo>
                <a:lnTo>
                  <a:pt x="3096" y="9"/>
                </a:lnTo>
                <a:lnTo>
                  <a:pt x="3073" y="5"/>
                </a:lnTo>
                <a:lnTo>
                  <a:pt x="3050" y="2"/>
                </a:lnTo>
                <a:lnTo>
                  <a:pt x="3027" y="1"/>
                </a:lnTo>
                <a:lnTo>
                  <a:pt x="3003" y="0"/>
                </a:lnTo>
                <a:close/>
                <a:moveTo>
                  <a:pt x="886" y="189"/>
                </a:moveTo>
                <a:lnTo>
                  <a:pt x="886" y="189"/>
                </a:lnTo>
                <a:lnTo>
                  <a:pt x="864" y="191"/>
                </a:lnTo>
                <a:lnTo>
                  <a:pt x="842" y="194"/>
                </a:lnTo>
                <a:lnTo>
                  <a:pt x="820" y="198"/>
                </a:lnTo>
                <a:lnTo>
                  <a:pt x="800" y="205"/>
                </a:lnTo>
                <a:lnTo>
                  <a:pt x="779" y="212"/>
                </a:lnTo>
                <a:lnTo>
                  <a:pt x="760" y="222"/>
                </a:lnTo>
                <a:lnTo>
                  <a:pt x="741" y="233"/>
                </a:lnTo>
                <a:lnTo>
                  <a:pt x="723" y="246"/>
                </a:lnTo>
                <a:lnTo>
                  <a:pt x="707" y="260"/>
                </a:lnTo>
                <a:lnTo>
                  <a:pt x="691" y="275"/>
                </a:lnTo>
                <a:lnTo>
                  <a:pt x="677" y="291"/>
                </a:lnTo>
                <a:lnTo>
                  <a:pt x="664" y="308"/>
                </a:lnTo>
                <a:lnTo>
                  <a:pt x="653" y="328"/>
                </a:lnTo>
                <a:lnTo>
                  <a:pt x="642" y="347"/>
                </a:lnTo>
                <a:lnTo>
                  <a:pt x="635" y="368"/>
                </a:lnTo>
                <a:lnTo>
                  <a:pt x="627" y="389"/>
                </a:lnTo>
                <a:lnTo>
                  <a:pt x="420" y="1151"/>
                </a:lnTo>
                <a:lnTo>
                  <a:pt x="267" y="1029"/>
                </a:lnTo>
                <a:lnTo>
                  <a:pt x="259" y="1024"/>
                </a:lnTo>
                <a:lnTo>
                  <a:pt x="251" y="1018"/>
                </a:lnTo>
                <a:lnTo>
                  <a:pt x="241" y="1014"/>
                </a:lnTo>
                <a:lnTo>
                  <a:pt x="232" y="1012"/>
                </a:lnTo>
                <a:lnTo>
                  <a:pt x="223" y="1009"/>
                </a:lnTo>
                <a:lnTo>
                  <a:pt x="213" y="1008"/>
                </a:lnTo>
                <a:lnTo>
                  <a:pt x="202" y="1008"/>
                </a:lnTo>
                <a:lnTo>
                  <a:pt x="192" y="1009"/>
                </a:lnTo>
                <a:lnTo>
                  <a:pt x="178" y="1012"/>
                </a:lnTo>
                <a:lnTo>
                  <a:pt x="164" y="1016"/>
                </a:lnTo>
                <a:lnTo>
                  <a:pt x="151" y="1024"/>
                </a:lnTo>
                <a:lnTo>
                  <a:pt x="141" y="1032"/>
                </a:lnTo>
                <a:lnTo>
                  <a:pt x="130" y="1043"/>
                </a:lnTo>
                <a:lnTo>
                  <a:pt x="121" y="1054"/>
                </a:lnTo>
                <a:lnTo>
                  <a:pt x="115" y="1067"/>
                </a:lnTo>
                <a:lnTo>
                  <a:pt x="109" y="1081"/>
                </a:lnTo>
                <a:lnTo>
                  <a:pt x="107" y="1096"/>
                </a:lnTo>
                <a:lnTo>
                  <a:pt x="106" y="1110"/>
                </a:lnTo>
                <a:lnTo>
                  <a:pt x="107" y="1124"/>
                </a:lnTo>
                <a:lnTo>
                  <a:pt x="110" y="1138"/>
                </a:lnTo>
                <a:lnTo>
                  <a:pt x="116" y="1151"/>
                </a:lnTo>
                <a:lnTo>
                  <a:pt x="123" y="1163"/>
                </a:lnTo>
                <a:lnTo>
                  <a:pt x="132" y="1175"/>
                </a:lnTo>
                <a:lnTo>
                  <a:pt x="143" y="1185"/>
                </a:lnTo>
                <a:lnTo>
                  <a:pt x="368" y="1365"/>
                </a:lnTo>
                <a:lnTo>
                  <a:pt x="368" y="1378"/>
                </a:lnTo>
                <a:lnTo>
                  <a:pt x="369" y="1392"/>
                </a:lnTo>
                <a:lnTo>
                  <a:pt x="370" y="1405"/>
                </a:lnTo>
                <a:lnTo>
                  <a:pt x="373" y="1418"/>
                </a:lnTo>
                <a:lnTo>
                  <a:pt x="376" y="1431"/>
                </a:lnTo>
                <a:lnTo>
                  <a:pt x="379" y="1444"/>
                </a:lnTo>
                <a:lnTo>
                  <a:pt x="388" y="1468"/>
                </a:lnTo>
                <a:lnTo>
                  <a:pt x="392" y="1480"/>
                </a:lnTo>
                <a:lnTo>
                  <a:pt x="398" y="1492"/>
                </a:lnTo>
                <a:lnTo>
                  <a:pt x="405" y="1504"/>
                </a:lnTo>
                <a:lnTo>
                  <a:pt x="411" y="1516"/>
                </a:lnTo>
                <a:lnTo>
                  <a:pt x="419" y="1527"/>
                </a:lnTo>
                <a:lnTo>
                  <a:pt x="428" y="1538"/>
                </a:lnTo>
                <a:lnTo>
                  <a:pt x="436" y="1547"/>
                </a:lnTo>
                <a:lnTo>
                  <a:pt x="445" y="1558"/>
                </a:lnTo>
                <a:lnTo>
                  <a:pt x="459" y="1571"/>
                </a:lnTo>
                <a:lnTo>
                  <a:pt x="474" y="1584"/>
                </a:lnTo>
                <a:lnTo>
                  <a:pt x="489" y="1595"/>
                </a:lnTo>
                <a:lnTo>
                  <a:pt x="505" y="1606"/>
                </a:lnTo>
                <a:lnTo>
                  <a:pt x="381" y="1728"/>
                </a:lnTo>
                <a:lnTo>
                  <a:pt x="371" y="1738"/>
                </a:lnTo>
                <a:lnTo>
                  <a:pt x="362" y="1749"/>
                </a:lnTo>
                <a:lnTo>
                  <a:pt x="353" y="1760"/>
                </a:lnTo>
                <a:lnTo>
                  <a:pt x="346" y="1772"/>
                </a:lnTo>
                <a:lnTo>
                  <a:pt x="338" y="1784"/>
                </a:lnTo>
                <a:lnTo>
                  <a:pt x="332" y="1795"/>
                </a:lnTo>
                <a:lnTo>
                  <a:pt x="325" y="1808"/>
                </a:lnTo>
                <a:lnTo>
                  <a:pt x="320" y="1821"/>
                </a:lnTo>
                <a:lnTo>
                  <a:pt x="314" y="1834"/>
                </a:lnTo>
                <a:lnTo>
                  <a:pt x="310" y="1847"/>
                </a:lnTo>
                <a:lnTo>
                  <a:pt x="307" y="1861"/>
                </a:lnTo>
                <a:lnTo>
                  <a:pt x="303" y="1874"/>
                </a:lnTo>
                <a:lnTo>
                  <a:pt x="301" y="1888"/>
                </a:lnTo>
                <a:lnTo>
                  <a:pt x="299" y="1902"/>
                </a:lnTo>
                <a:lnTo>
                  <a:pt x="298" y="1916"/>
                </a:lnTo>
                <a:lnTo>
                  <a:pt x="298" y="1930"/>
                </a:lnTo>
                <a:lnTo>
                  <a:pt x="307" y="3113"/>
                </a:lnTo>
                <a:lnTo>
                  <a:pt x="12" y="4239"/>
                </a:lnTo>
                <a:lnTo>
                  <a:pt x="8" y="4257"/>
                </a:lnTo>
                <a:lnTo>
                  <a:pt x="3" y="4277"/>
                </a:lnTo>
                <a:lnTo>
                  <a:pt x="1" y="4295"/>
                </a:lnTo>
                <a:lnTo>
                  <a:pt x="0" y="4315"/>
                </a:lnTo>
                <a:lnTo>
                  <a:pt x="0" y="4334"/>
                </a:lnTo>
                <a:lnTo>
                  <a:pt x="2" y="4352"/>
                </a:lnTo>
                <a:lnTo>
                  <a:pt x="5" y="4371"/>
                </a:lnTo>
                <a:lnTo>
                  <a:pt x="9" y="4389"/>
                </a:lnTo>
                <a:lnTo>
                  <a:pt x="14" y="4407"/>
                </a:lnTo>
                <a:lnTo>
                  <a:pt x="21" y="4426"/>
                </a:lnTo>
                <a:lnTo>
                  <a:pt x="28" y="4443"/>
                </a:lnTo>
                <a:lnTo>
                  <a:pt x="37" y="4459"/>
                </a:lnTo>
                <a:lnTo>
                  <a:pt x="47" y="4475"/>
                </a:lnTo>
                <a:lnTo>
                  <a:pt x="57" y="4492"/>
                </a:lnTo>
                <a:lnTo>
                  <a:pt x="69" y="4507"/>
                </a:lnTo>
                <a:lnTo>
                  <a:pt x="82" y="4521"/>
                </a:lnTo>
                <a:lnTo>
                  <a:pt x="97" y="4535"/>
                </a:lnTo>
                <a:lnTo>
                  <a:pt x="111" y="4547"/>
                </a:lnTo>
                <a:lnTo>
                  <a:pt x="128" y="4557"/>
                </a:lnTo>
                <a:lnTo>
                  <a:pt x="144" y="4568"/>
                </a:lnTo>
                <a:lnTo>
                  <a:pt x="160" y="4577"/>
                </a:lnTo>
                <a:lnTo>
                  <a:pt x="177" y="4584"/>
                </a:lnTo>
                <a:lnTo>
                  <a:pt x="196" y="4591"/>
                </a:lnTo>
                <a:lnTo>
                  <a:pt x="214" y="4596"/>
                </a:lnTo>
                <a:lnTo>
                  <a:pt x="232" y="4601"/>
                </a:lnTo>
                <a:lnTo>
                  <a:pt x="251" y="4604"/>
                </a:lnTo>
                <a:lnTo>
                  <a:pt x="270" y="4606"/>
                </a:lnTo>
                <a:lnTo>
                  <a:pt x="288" y="4606"/>
                </a:lnTo>
                <a:lnTo>
                  <a:pt x="308" y="4606"/>
                </a:lnTo>
                <a:lnTo>
                  <a:pt x="327" y="4604"/>
                </a:lnTo>
                <a:lnTo>
                  <a:pt x="346" y="4601"/>
                </a:lnTo>
                <a:lnTo>
                  <a:pt x="365" y="4595"/>
                </a:lnTo>
                <a:lnTo>
                  <a:pt x="383" y="4590"/>
                </a:lnTo>
                <a:lnTo>
                  <a:pt x="401" y="4582"/>
                </a:lnTo>
                <a:lnTo>
                  <a:pt x="418" y="4574"/>
                </a:lnTo>
                <a:lnTo>
                  <a:pt x="435" y="4564"/>
                </a:lnTo>
                <a:lnTo>
                  <a:pt x="450" y="4554"/>
                </a:lnTo>
                <a:lnTo>
                  <a:pt x="465" y="4542"/>
                </a:lnTo>
                <a:lnTo>
                  <a:pt x="479" y="4531"/>
                </a:lnTo>
                <a:lnTo>
                  <a:pt x="493" y="4518"/>
                </a:lnTo>
                <a:lnTo>
                  <a:pt x="505" y="4502"/>
                </a:lnTo>
                <a:lnTo>
                  <a:pt x="517" y="4488"/>
                </a:lnTo>
                <a:lnTo>
                  <a:pt x="527" y="4472"/>
                </a:lnTo>
                <a:lnTo>
                  <a:pt x="537" y="4456"/>
                </a:lnTo>
                <a:lnTo>
                  <a:pt x="545" y="4439"/>
                </a:lnTo>
                <a:lnTo>
                  <a:pt x="553" y="4421"/>
                </a:lnTo>
                <a:lnTo>
                  <a:pt x="558" y="4403"/>
                </a:lnTo>
                <a:lnTo>
                  <a:pt x="564" y="4384"/>
                </a:lnTo>
                <a:lnTo>
                  <a:pt x="866" y="3226"/>
                </a:lnTo>
                <a:lnTo>
                  <a:pt x="870" y="3207"/>
                </a:lnTo>
                <a:lnTo>
                  <a:pt x="873" y="3189"/>
                </a:lnTo>
                <a:lnTo>
                  <a:pt x="876" y="3169"/>
                </a:lnTo>
                <a:lnTo>
                  <a:pt x="877" y="3151"/>
                </a:lnTo>
                <a:lnTo>
                  <a:pt x="870" y="2268"/>
                </a:lnTo>
                <a:lnTo>
                  <a:pt x="1550" y="3101"/>
                </a:lnTo>
                <a:lnTo>
                  <a:pt x="978" y="4206"/>
                </a:lnTo>
                <a:lnTo>
                  <a:pt x="972" y="4220"/>
                </a:lnTo>
                <a:lnTo>
                  <a:pt x="966" y="4233"/>
                </a:lnTo>
                <a:lnTo>
                  <a:pt x="961" y="4247"/>
                </a:lnTo>
                <a:lnTo>
                  <a:pt x="956" y="4260"/>
                </a:lnTo>
                <a:lnTo>
                  <a:pt x="953" y="4274"/>
                </a:lnTo>
                <a:lnTo>
                  <a:pt x="950" y="4288"/>
                </a:lnTo>
                <a:lnTo>
                  <a:pt x="948" y="4302"/>
                </a:lnTo>
                <a:lnTo>
                  <a:pt x="947" y="4316"/>
                </a:lnTo>
                <a:lnTo>
                  <a:pt x="946" y="4329"/>
                </a:lnTo>
                <a:lnTo>
                  <a:pt x="946" y="4343"/>
                </a:lnTo>
                <a:lnTo>
                  <a:pt x="947" y="4357"/>
                </a:lnTo>
                <a:lnTo>
                  <a:pt x="948" y="4371"/>
                </a:lnTo>
                <a:lnTo>
                  <a:pt x="950" y="4384"/>
                </a:lnTo>
                <a:lnTo>
                  <a:pt x="952" y="4398"/>
                </a:lnTo>
                <a:lnTo>
                  <a:pt x="955" y="4411"/>
                </a:lnTo>
                <a:lnTo>
                  <a:pt x="960" y="4425"/>
                </a:lnTo>
                <a:lnTo>
                  <a:pt x="964" y="4438"/>
                </a:lnTo>
                <a:lnTo>
                  <a:pt x="968" y="4450"/>
                </a:lnTo>
                <a:lnTo>
                  <a:pt x="975" y="4463"/>
                </a:lnTo>
                <a:lnTo>
                  <a:pt x="980" y="4474"/>
                </a:lnTo>
                <a:lnTo>
                  <a:pt x="988" y="4487"/>
                </a:lnTo>
                <a:lnTo>
                  <a:pt x="995" y="4498"/>
                </a:lnTo>
                <a:lnTo>
                  <a:pt x="1003" y="4510"/>
                </a:lnTo>
                <a:lnTo>
                  <a:pt x="1012" y="4521"/>
                </a:lnTo>
                <a:lnTo>
                  <a:pt x="1021" y="4532"/>
                </a:lnTo>
                <a:lnTo>
                  <a:pt x="1031" y="4541"/>
                </a:lnTo>
                <a:lnTo>
                  <a:pt x="1041" y="4551"/>
                </a:lnTo>
                <a:lnTo>
                  <a:pt x="1051" y="4560"/>
                </a:lnTo>
                <a:lnTo>
                  <a:pt x="1063" y="4568"/>
                </a:lnTo>
                <a:lnTo>
                  <a:pt x="1075" y="4577"/>
                </a:lnTo>
                <a:lnTo>
                  <a:pt x="1087" y="4584"/>
                </a:lnTo>
                <a:lnTo>
                  <a:pt x="1100" y="4592"/>
                </a:lnTo>
                <a:lnTo>
                  <a:pt x="1113" y="4597"/>
                </a:lnTo>
                <a:lnTo>
                  <a:pt x="1127" y="4604"/>
                </a:lnTo>
                <a:lnTo>
                  <a:pt x="1140" y="4608"/>
                </a:lnTo>
                <a:lnTo>
                  <a:pt x="1154" y="4613"/>
                </a:lnTo>
                <a:lnTo>
                  <a:pt x="1168" y="4616"/>
                </a:lnTo>
                <a:lnTo>
                  <a:pt x="1181" y="4619"/>
                </a:lnTo>
                <a:lnTo>
                  <a:pt x="1195" y="4621"/>
                </a:lnTo>
                <a:lnTo>
                  <a:pt x="1209" y="4622"/>
                </a:lnTo>
                <a:lnTo>
                  <a:pt x="1223" y="4623"/>
                </a:lnTo>
                <a:lnTo>
                  <a:pt x="1237" y="4623"/>
                </a:lnTo>
                <a:lnTo>
                  <a:pt x="1251" y="4622"/>
                </a:lnTo>
                <a:lnTo>
                  <a:pt x="1265" y="4621"/>
                </a:lnTo>
                <a:lnTo>
                  <a:pt x="1278" y="4619"/>
                </a:lnTo>
                <a:lnTo>
                  <a:pt x="1292" y="4616"/>
                </a:lnTo>
                <a:lnTo>
                  <a:pt x="1305" y="4613"/>
                </a:lnTo>
                <a:lnTo>
                  <a:pt x="1318" y="4609"/>
                </a:lnTo>
                <a:lnTo>
                  <a:pt x="1331" y="4604"/>
                </a:lnTo>
                <a:lnTo>
                  <a:pt x="1344" y="4600"/>
                </a:lnTo>
                <a:lnTo>
                  <a:pt x="1357" y="4593"/>
                </a:lnTo>
                <a:lnTo>
                  <a:pt x="1369" y="4587"/>
                </a:lnTo>
                <a:lnTo>
                  <a:pt x="1381" y="4580"/>
                </a:lnTo>
                <a:lnTo>
                  <a:pt x="1393" y="4573"/>
                </a:lnTo>
                <a:lnTo>
                  <a:pt x="1403" y="4565"/>
                </a:lnTo>
                <a:lnTo>
                  <a:pt x="1415" y="4556"/>
                </a:lnTo>
                <a:lnTo>
                  <a:pt x="1425" y="4547"/>
                </a:lnTo>
                <a:lnTo>
                  <a:pt x="1436" y="4537"/>
                </a:lnTo>
                <a:lnTo>
                  <a:pt x="1445" y="4526"/>
                </a:lnTo>
                <a:lnTo>
                  <a:pt x="1454" y="4515"/>
                </a:lnTo>
                <a:lnTo>
                  <a:pt x="1463" y="4505"/>
                </a:lnTo>
                <a:lnTo>
                  <a:pt x="1471" y="4493"/>
                </a:lnTo>
                <a:lnTo>
                  <a:pt x="1479" y="4480"/>
                </a:lnTo>
                <a:lnTo>
                  <a:pt x="1485" y="4467"/>
                </a:lnTo>
                <a:lnTo>
                  <a:pt x="2143" y="3195"/>
                </a:lnTo>
                <a:lnTo>
                  <a:pt x="2151" y="3176"/>
                </a:lnTo>
                <a:lnTo>
                  <a:pt x="2159" y="3157"/>
                </a:lnTo>
                <a:lnTo>
                  <a:pt x="2164" y="3136"/>
                </a:lnTo>
                <a:lnTo>
                  <a:pt x="2169" y="3116"/>
                </a:lnTo>
                <a:lnTo>
                  <a:pt x="2172" y="3096"/>
                </a:lnTo>
                <a:lnTo>
                  <a:pt x="2174" y="3076"/>
                </a:lnTo>
                <a:lnTo>
                  <a:pt x="2174" y="3055"/>
                </a:lnTo>
                <a:lnTo>
                  <a:pt x="2172" y="3035"/>
                </a:lnTo>
                <a:lnTo>
                  <a:pt x="2170" y="3014"/>
                </a:lnTo>
                <a:lnTo>
                  <a:pt x="2165" y="2995"/>
                </a:lnTo>
                <a:lnTo>
                  <a:pt x="2159" y="2975"/>
                </a:lnTo>
                <a:lnTo>
                  <a:pt x="2152" y="2956"/>
                </a:lnTo>
                <a:lnTo>
                  <a:pt x="2144" y="2936"/>
                </a:lnTo>
                <a:lnTo>
                  <a:pt x="2133" y="2919"/>
                </a:lnTo>
                <a:lnTo>
                  <a:pt x="2122" y="2901"/>
                </a:lnTo>
                <a:lnTo>
                  <a:pt x="2109" y="2885"/>
                </a:lnTo>
                <a:lnTo>
                  <a:pt x="1988" y="2737"/>
                </a:lnTo>
                <a:lnTo>
                  <a:pt x="2004" y="2714"/>
                </a:lnTo>
                <a:lnTo>
                  <a:pt x="2012" y="2702"/>
                </a:lnTo>
                <a:lnTo>
                  <a:pt x="2017" y="2689"/>
                </a:lnTo>
                <a:lnTo>
                  <a:pt x="2020" y="2687"/>
                </a:lnTo>
                <a:lnTo>
                  <a:pt x="3333" y="3746"/>
                </a:lnTo>
                <a:lnTo>
                  <a:pt x="2107" y="4600"/>
                </a:lnTo>
                <a:lnTo>
                  <a:pt x="5545" y="4600"/>
                </a:lnTo>
                <a:lnTo>
                  <a:pt x="3956" y="3323"/>
                </a:lnTo>
                <a:lnTo>
                  <a:pt x="3496" y="3614"/>
                </a:lnTo>
                <a:lnTo>
                  <a:pt x="2116" y="2507"/>
                </a:lnTo>
                <a:lnTo>
                  <a:pt x="2742" y="1342"/>
                </a:lnTo>
                <a:lnTo>
                  <a:pt x="2749" y="1326"/>
                </a:lnTo>
                <a:lnTo>
                  <a:pt x="2757" y="1309"/>
                </a:lnTo>
                <a:lnTo>
                  <a:pt x="2762" y="1291"/>
                </a:lnTo>
                <a:lnTo>
                  <a:pt x="2768" y="1273"/>
                </a:lnTo>
                <a:lnTo>
                  <a:pt x="2771" y="1256"/>
                </a:lnTo>
                <a:lnTo>
                  <a:pt x="2773" y="1237"/>
                </a:lnTo>
                <a:lnTo>
                  <a:pt x="2774" y="1220"/>
                </a:lnTo>
                <a:lnTo>
                  <a:pt x="2774" y="1202"/>
                </a:lnTo>
                <a:lnTo>
                  <a:pt x="2772" y="1184"/>
                </a:lnTo>
                <a:lnTo>
                  <a:pt x="2770" y="1166"/>
                </a:lnTo>
                <a:lnTo>
                  <a:pt x="2765" y="1148"/>
                </a:lnTo>
                <a:lnTo>
                  <a:pt x="2761" y="1131"/>
                </a:lnTo>
                <a:lnTo>
                  <a:pt x="2755" y="1113"/>
                </a:lnTo>
                <a:lnTo>
                  <a:pt x="2747" y="1097"/>
                </a:lnTo>
                <a:lnTo>
                  <a:pt x="2738" y="1081"/>
                </a:lnTo>
                <a:lnTo>
                  <a:pt x="2729" y="1065"/>
                </a:lnTo>
                <a:lnTo>
                  <a:pt x="2219" y="308"/>
                </a:lnTo>
                <a:lnTo>
                  <a:pt x="2210" y="295"/>
                </a:lnTo>
                <a:lnTo>
                  <a:pt x="2199" y="282"/>
                </a:lnTo>
                <a:lnTo>
                  <a:pt x="2187" y="270"/>
                </a:lnTo>
                <a:lnTo>
                  <a:pt x="2175" y="259"/>
                </a:lnTo>
                <a:lnTo>
                  <a:pt x="2163" y="248"/>
                </a:lnTo>
                <a:lnTo>
                  <a:pt x="2150" y="238"/>
                </a:lnTo>
                <a:lnTo>
                  <a:pt x="2136" y="229"/>
                </a:lnTo>
                <a:lnTo>
                  <a:pt x="2122" y="222"/>
                </a:lnTo>
                <a:lnTo>
                  <a:pt x="2107" y="214"/>
                </a:lnTo>
                <a:lnTo>
                  <a:pt x="2092" y="208"/>
                </a:lnTo>
                <a:lnTo>
                  <a:pt x="2077" y="202"/>
                </a:lnTo>
                <a:lnTo>
                  <a:pt x="2061" y="198"/>
                </a:lnTo>
                <a:lnTo>
                  <a:pt x="2044" y="195"/>
                </a:lnTo>
                <a:lnTo>
                  <a:pt x="2028" y="193"/>
                </a:lnTo>
                <a:lnTo>
                  <a:pt x="2012" y="191"/>
                </a:lnTo>
                <a:lnTo>
                  <a:pt x="1996" y="191"/>
                </a:lnTo>
                <a:lnTo>
                  <a:pt x="886" y="191"/>
                </a:lnTo>
                <a:lnTo>
                  <a:pt x="886" y="189"/>
                </a:lnTo>
                <a:close/>
                <a:moveTo>
                  <a:pt x="1080" y="685"/>
                </a:moveTo>
                <a:lnTo>
                  <a:pt x="1428" y="687"/>
                </a:lnTo>
                <a:lnTo>
                  <a:pt x="982" y="1131"/>
                </a:lnTo>
                <a:lnTo>
                  <a:pt x="1080" y="685"/>
                </a:lnTo>
                <a:close/>
                <a:moveTo>
                  <a:pt x="2027" y="1642"/>
                </a:moveTo>
                <a:lnTo>
                  <a:pt x="1690" y="2167"/>
                </a:lnTo>
                <a:lnTo>
                  <a:pt x="1464" y="1985"/>
                </a:lnTo>
                <a:lnTo>
                  <a:pt x="2027" y="1642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44" name="Group 14"/>
          <p:cNvGrpSpPr>
            <a:grpSpLocks/>
          </p:cNvGrpSpPr>
          <p:nvPr/>
        </p:nvGrpSpPr>
        <p:grpSpPr bwMode="auto">
          <a:xfrm>
            <a:off x="10032321" y="2592616"/>
            <a:ext cx="1507458" cy="1739964"/>
            <a:chOff x="765" y="2501"/>
            <a:chExt cx="1180" cy="1362"/>
          </a:xfrm>
          <a:solidFill>
            <a:srgbClr val="595959"/>
          </a:solidFill>
        </p:grpSpPr>
        <p:sp>
          <p:nvSpPr>
            <p:cNvPr id="145" name="Freeform 5"/>
            <p:cNvSpPr>
              <a:spLocks/>
            </p:cNvSpPr>
            <p:nvPr/>
          </p:nvSpPr>
          <p:spPr bwMode="auto">
            <a:xfrm flipV="1">
              <a:off x="765" y="2501"/>
              <a:ext cx="1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4" y="1"/>
                  </a:lnTo>
                  <a:cubicBezTo>
                    <a:pt x="3" y="1"/>
                    <a:pt x="1" y="0"/>
                    <a:pt x="0" y="0"/>
                  </a:cubicBezTo>
                  <a:lnTo>
                    <a:pt x="0" y="1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6" name="Freeform 6"/>
            <p:cNvSpPr>
              <a:spLocks/>
            </p:cNvSpPr>
            <p:nvPr/>
          </p:nvSpPr>
          <p:spPr bwMode="auto">
            <a:xfrm flipV="1">
              <a:off x="1634" y="2514"/>
              <a:ext cx="311" cy="325"/>
            </a:xfrm>
            <a:custGeom>
              <a:avLst/>
              <a:gdLst>
                <a:gd name="T0" fmla="*/ 561 w 1359"/>
                <a:gd name="T1" fmla="*/ 1273 h 1423"/>
                <a:gd name="T2" fmla="*/ 807 w 1359"/>
                <a:gd name="T3" fmla="*/ 1423 h 1423"/>
                <a:gd name="T4" fmla="*/ 648 w 1359"/>
                <a:gd name="T5" fmla="*/ 779 h 1423"/>
                <a:gd name="T6" fmla="*/ 1359 w 1359"/>
                <a:gd name="T7" fmla="*/ 484 h 1423"/>
                <a:gd name="T8" fmla="*/ 1137 w 1359"/>
                <a:gd name="T9" fmla="*/ 352 h 1423"/>
                <a:gd name="T10" fmla="*/ 565 w 1359"/>
                <a:gd name="T11" fmla="*/ 588 h 1423"/>
                <a:gd name="T12" fmla="*/ 727 w 1359"/>
                <a:gd name="T13" fmla="*/ 104 h 1423"/>
                <a:gd name="T14" fmla="*/ 563 w 1359"/>
                <a:gd name="T15" fmla="*/ 0 h 1423"/>
                <a:gd name="T16" fmla="*/ 0 w 1359"/>
                <a:gd name="T17" fmla="*/ 937 h 1423"/>
                <a:gd name="T18" fmla="*/ 172 w 1359"/>
                <a:gd name="T19" fmla="*/ 1044 h 1423"/>
                <a:gd name="T20" fmla="*/ 402 w 1359"/>
                <a:gd name="T21" fmla="*/ 665 h 1423"/>
                <a:gd name="T22" fmla="*/ 561 w 1359"/>
                <a:gd name="T23" fmla="*/ 1273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59" h="1423">
                  <a:moveTo>
                    <a:pt x="561" y="1273"/>
                  </a:moveTo>
                  <a:cubicBezTo>
                    <a:pt x="643" y="1323"/>
                    <a:pt x="725" y="1372"/>
                    <a:pt x="807" y="1423"/>
                  </a:cubicBezTo>
                  <a:cubicBezTo>
                    <a:pt x="763" y="1205"/>
                    <a:pt x="667" y="1001"/>
                    <a:pt x="648" y="779"/>
                  </a:cubicBezTo>
                  <a:cubicBezTo>
                    <a:pt x="892" y="697"/>
                    <a:pt x="1114" y="562"/>
                    <a:pt x="1359" y="484"/>
                  </a:cubicBezTo>
                  <a:cubicBezTo>
                    <a:pt x="1284" y="442"/>
                    <a:pt x="1218" y="381"/>
                    <a:pt x="1137" y="352"/>
                  </a:cubicBezTo>
                  <a:cubicBezTo>
                    <a:pt x="940" y="416"/>
                    <a:pt x="763" y="529"/>
                    <a:pt x="565" y="588"/>
                  </a:cubicBezTo>
                  <a:cubicBezTo>
                    <a:pt x="482" y="398"/>
                    <a:pt x="659" y="264"/>
                    <a:pt x="727" y="104"/>
                  </a:cubicBezTo>
                  <a:cubicBezTo>
                    <a:pt x="673" y="69"/>
                    <a:pt x="618" y="34"/>
                    <a:pt x="563" y="0"/>
                  </a:cubicBezTo>
                  <a:cubicBezTo>
                    <a:pt x="362" y="304"/>
                    <a:pt x="189" y="626"/>
                    <a:pt x="0" y="937"/>
                  </a:cubicBezTo>
                  <a:cubicBezTo>
                    <a:pt x="57" y="973"/>
                    <a:pt x="114" y="1009"/>
                    <a:pt x="172" y="1044"/>
                  </a:cubicBezTo>
                  <a:cubicBezTo>
                    <a:pt x="254" y="921"/>
                    <a:pt x="325" y="791"/>
                    <a:pt x="402" y="665"/>
                  </a:cubicBezTo>
                  <a:cubicBezTo>
                    <a:pt x="467" y="862"/>
                    <a:pt x="514" y="1070"/>
                    <a:pt x="561" y="12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7" name="Freeform 7"/>
            <p:cNvSpPr>
              <a:spLocks noEditPoints="1"/>
            </p:cNvSpPr>
            <p:nvPr/>
          </p:nvSpPr>
          <p:spPr bwMode="auto">
            <a:xfrm flipV="1">
              <a:off x="1409" y="2669"/>
              <a:ext cx="265" cy="302"/>
            </a:xfrm>
            <a:custGeom>
              <a:avLst/>
              <a:gdLst>
                <a:gd name="T0" fmla="*/ 0 w 1162"/>
                <a:gd name="T1" fmla="*/ 937 h 1325"/>
                <a:gd name="T2" fmla="*/ 613 w 1162"/>
                <a:gd name="T3" fmla="*/ 1275 h 1325"/>
                <a:gd name="T4" fmla="*/ 931 w 1162"/>
                <a:gd name="T5" fmla="*/ 786 h 1325"/>
                <a:gd name="T6" fmla="*/ 1162 w 1162"/>
                <a:gd name="T7" fmla="*/ 659 h 1325"/>
                <a:gd name="T8" fmla="*/ 894 w 1162"/>
                <a:gd name="T9" fmla="*/ 599 h 1325"/>
                <a:gd name="T10" fmla="*/ 509 w 1162"/>
                <a:gd name="T11" fmla="*/ 478 h 1325"/>
                <a:gd name="T12" fmla="*/ 727 w 1162"/>
                <a:gd name="T13" fmla="*/ 91 h 1325"/>
                <a:gd name="T14" fmla="*/ 558 w 1162"/>
                <a:gd name="T15" fmla="*/ 0 h 1325"/>
                <a:gd name="T16" fmla="*/ 0 w 1162"/>
                <a:gd name="T17" fmla="*/ 937 h 1325"/>
                <a:gd name="T18" fmla="*/ 272 w 1162"/>
                <a:gd name="T19" fmla="*/ 889 h 1325"/>
                <a:gd name="T20" fmla="*/ 417 w 1162"/>
                <a:gd name="T21" fmla="*/ 643 h 1325"/>
                <a:gd name="T22" fmla="*/ 727 w 1162"/>
                <a:gd name="T23" fmla="*/ 840 h 1325"/>
                <a:gd name="T24" fmla="*/ 606 w 1162"/>
                <a:gd name="T25" fmla="*/ 1075 h 1325"/>
                <a:gd name="T26" fmla="*/ 272 w 1162"/>
                <a:gd name="T27" fmla="*/ 889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2" h="1325">
                  <a:moveTo>
                    <a:pt x="0" y="937"/>
                  </a:moveTo>
                  <a:cubicBezTo>
                    <a:pt x="204" y="1050"/>
                    <a:pt x="392" y="1197"/>
                    <a:pt x="613" y="1275"/>
                  </a:cubicBezTo>
                  <a:cubicBezTo>
                    <a:pt x="872" y="1325"/>
                    <a:pt x="1071" y="1004"/>
                    <a:pt x="931" y="786"/>
                  </a:cubicBezTo>
                  <a:cubicBezTo>
                    <a:pt x="1016" y="760"/>
                    <a:pt x="1093" y="715"/>
                    <a:pt x="1162" y="659"/>
                  </a:cubicBezTo>
                  <a:cubicBezTo>
                    <a:pt x="1068" y="666"/>
                    <a:pt x="975" y="648"/>
                    <a:pt x="894" y="599"/>
                  </a:cubicBezTo>
                  <a:cubicBezTo>
                    <a:pt x="749" y="674"/>
                    <a:pt x="630" y="537"/>
                    <a:pt x="509" y="478"/>
                  </a:cubicBezTo>
                  <a:cubicBezTo>
                    <a:pt x="582" y="350"/>
                    <a:pt x="684" y="232"/>
                    <a:pt x="727" y="91"/>
                  </a:cubicBezTo>
                  <a:cubicBezTo>
                    <a:pt x="670" y="62"/>
                    <a:pt x="614" y="32"/>
                    <a:pt x="558" y="0"/>
                  </a:cubicBezTo>
                  <a:cubicBezTo>
                    <a:pt x="371" y="312"/>
                    <a:pt x="186" y="625"/>
                    <a:pt x="0" y="937"/>
                  </a:cubicBezTo>
                  <a:moveTo>
                    <a:pt x="272" y="889"/>
                  </a:moveTo>
                  <a:cubicBezTo>
                    <a:pt x="320" y="807"/>
                    <a:pt x="370" y="726"/>
                    <a:pt x="417" y="643"/>
                  </a:cubicBezTo>
                  <a:cubicBezTo>
                    <a:pt x="518" y="713"/>
                    <a:pt x="632" y="763"/>
                    <a:pt x="727" y="840"/>
                  </a:cubicBezTo>
                  <a:cubicBezTo>
                    <a:pt x="832" y="916"/>
                    <a:pt x="728" y="1118"/>
                    <a:pt x="606" y="1075"/>
                  </a:cubicBezTo>
                  <a:cubicBezTo>
                    <a:pt x="488" y="1026"/>
                    <a:pt x="385" y="948"/>
                    <a:pt x="272" y="8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8" name="Freeform 8"/>
            <p:cNvSpPr>
              <a:spLocks noEditPoints="1"/>
            </p:cNvSpPr>
            <p:nvPr/>
          </p:nvSpPr>
          <p:spPr bwMode="auto">
            <a:xfrm flipV="1">
              <a:off x="1202" y="2797"/>
              <a:ext cx="270" cy="304"/>
            </a:xfrm>
            <a:custGeom>
              <a:avLst/>
              <a:gdLst>
                <a:gd name="T0" fmla="*/ 394 w 1183"/>
                <a:gd name="T1" fmla="*/ 1204 h 1333"/>
                <a:gd name="T2" fmla="*/ 1079 w 1183"/>
                <a:gd name="T3" fmla="*/ 486 h 1333"/>
                <a:gd name="T4" fmla="*/ 343 w 1183"/>
                <a:gd name="T5" fmla="*/ 157 h 1333"/>
                <a:gd name="T6" fmla="*/ 11 w 1183"/>
                <a:gd name="T7" fmla="*/ 725 h 1333"/>
                <a:gd name="T8" fmla="*/ 394 w 1183"/>
                <a:gd name="T9" fmla="*/ 1204 h 1333"/>
                <a:gd name="T10" fmla="*/ 464 w 1183"/>
                <a:gd name="T11" fmla="*/ 1029 h 1333"/>
                <a:gd name="T12" fmla="*/ 423 w 1183"/>
                <a:gd name="T13" fmla="*/ 345 h 1333"/>
                <a:gd name="T14" fmla="*/ 892 w 1183"/>
                <a:gd name="T15" fmla="*/ 620 h 1333"/>
                <a:gd name="T16" fmla="*/ 464 w 1183"/>
                <a:gd name="T17" fmla="*/ 1029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3" h="1333">
                  <a:moveTo>
                    <a:pt x="394" y="1204"/>
                  </a:moveTo>
                  <a:cubicBezTo>
                    <a:pt x="800" y="1333"/>
                    <a:pt x="1183" y="869"/>
                    <a:pt x="1079" y="486"/>
                  </a:cubicBezTo>
                  <a:cubicBezTo>
                    <a:pt x="1006" y="183"/>
                    <a:pt x="617" y="0"/>
                    <a:pt x="343" y="157"/>
                  </a:cubicBezTo>
                  <a:cubicBezTo>
                    <a:pt x="141" y="265"/>
                    <a:pt x="0" y="494"/>
                    <a:pt x="11" y="725"/>
                  </a:cubicBezTo>
                  <a:cubicBezTo>
                    <a:pt x="2" y="949"/>
                    <a:pt x="184" y="1149"/>
                    <a:pt x="394" y="1204"/>
                  </a:cubicBezTo>
                  <a:moveTo>
                    <a:pt x="464" y="1029"/>
                  </a:moveTo>
                  <a:cubicBezTo>
                    <a:pt x="119" y="968"/>
                    <a:pt x="168" y="491"/>
                    <a:pt x="423" y="345"/>
                  </a:cubicBezTo>
                  <a:cubicBezTo>
                    <a:pt x="615" y="193"/>
                    <a:pt x="929" y="380"/>
                    <a:pt x="892" y="620"/>
                  </a:cubicBezTo>
                  <a:cubicBezTo>
                    <a:pt x="870" y="827"/>
                    <a:pt x="695" y="1064"/>
                    <a:pt x="464" y="10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9" name="Freeform 9"/>
            <p:cNvSpPr>
              <a:spLocks/>
            </p:cNvSpPr>
            <p:nvPr/>
          </p:nvSpPr>
          <p:spPr bwMode="auto">
            <a:xfrm flipV="1">
              <a:off x="1464" y="2811"/>
              <a:ext cx="279" cy="375"/>
            </a:xfrm>
            <a:custGeom>
              <a:avLst/>
              <a:gdLst>
                <a:gd name="T0" fmla="*/ 631 w 1220"/>
                <a:gd name="T1" fmla="*/ 1344 h 1643"/>
                <a:gd name="T2" fmla="*/ 997 w 1220"/>
                <a:gd name="T3" fmla="*/ 1446 h 1643"/>
                <a:gd name="T4" fmla="*/ 1144 w 1220"/>
                <a:gd name="T5" fmla="*/ 782 h 1643"/>
                <a:gd name="T6" fmla="*/ 1096 w 1220"/>
                <a:gd name="T7" fmla="*/ 433 h 1643"/>
                <a:gd name="T8" fmla="*/ 327 w 1220"/>
                <a:gd name="T9" fmla="*/ 57 h 1643"/>
                <a:gd name="T10" fmla="*/ 150 w 1220"/>
                <a:gd name="T11" fmla="*/ 390 h 1643"/>
                <a:gd name="T12" fmla="*/ 761 w 1220"/>
                <a:gd name="T13" fmla="*/ 702 h 1643"/>
                <a:gd name="T14" fmla="*/ 631 w 1220"/>
                <a:gd name="T15" fmla="*/ 1344 h 1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0" h="1643">
                  <a:moveTo>
                    <a:pt x="631" y="1344"/>
                  </a:moveTo>
                  <a:cubicBezTo>
                    <a:pt x="601" y="1546"/>
                    <a:pt x="918" y="1643"/>
                    <a:pt x="997" y="1446"/>
                  </a:cubicBezTo>
                  <a:cubicBezTo>
                    <a:pt x="1067" y="1231"/>
                    <a:pt x="1087" y="1001"/>
                    <a:pt x="1144" y="782"/>
                  </a:cubicBezTo>
                  <a:cubicBezTo>
                    <a:pt x="1168" y="668"/>
                    <a:pt x="1220" y="507"/>
                    <a:pt x="1096" y="433"/>
                  </a:cubicBezTo>
                  <a:cubicBezTo>
                    <a:pt x="844" y="300"/>
                    <a:pt x="585" y="178"/>
                    <a:pt x="327" y="57"/>
                  </a:cubicBezTo>
                  <a:cubicBezTo>
                    <a:pt x="138" y="0"/>
                    <a:pt x="0" y="265"/>
                    <a:pt x="150" y="390"/>
                  </a:cubicBezTo>
                  <a:cubicBezTo>
                    <a:pt x="343" y="512"/>
                    <a:pt x="560" y="592"/>
                    <a:pt x="761" y="702"/>
                  </a:cubicBezTo>
                  <a:cubicBezTo>
                    <a:pt x="718" y="916"/>
                    <a:pt x="671" y="1129"/>
                    <a:pt x="631" y="13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0" name="Freeform 10"/>
            <p:cNvSpPr>
              <a:spLocks/>
            </p:cNvSpPr>
            <p:nvPr/>
          </p:nvSpPr>
          <p:spPr bwMode="auto">
            <a:xfrm flipV="1">
              <a:off x="1700" y="2848"/>
              <a:ext cx="43" cy="44"/>
            </a:xfrm>
            <a:custGeom>
              <a:avLst/>
              <a:gdLst>
                <a:gd name="T0" fmla="*/ 7 w 186"/>
                <a:gd name="T1" fmla="*/ 183 h 194"/>
                <a:gd name="T2" fmla="*/ 7 w 186"/>
                <a:gd name="T3" fmla="*/ 18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6" h="194">
                  <a:moveTo>
                    <a:pt x="7" y="183"/>
                  </a:moveTo>
                  <a:cubicBezTo>
                    <a:pt x="186" y="194"/>
                    <a:pt x="0" y="0"/>
                    <a:pt x="7" y="18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1" name="Freeform 11"/>
            <p:cNvSpPr>
              <a:spLocks/>
            </p:cNvSpPr>
            <p:nvPr/>
          </p:nvSpPr>
          <p:spPr bwMode="auto">
            <a:xfrm flipV="1">
              <a:off x="860" y="2917"/>
              <a:ext cx="347" cy="343"/>
            </a:xfrm>
            <a:custGeom>
              <a:avLst/>
              <a:gdLst>
                <a:gd name="T0" fmla="*/ 1028 w 1517"/>
                <a:gd name="T1" fmla="*/ 1388 h 1500"/>
                <a:gd name="T2" fmla="*/ 1218 w 1517"/>
                <a:gd name="T3" fmla="*/ 1500 h 1500"/>
                <a:gd name="T4" fmla="*/ 1517 w 1517"/>
                <a:gd name="T5" fmla="*/ 404 h 1500"/>
                <a:gd name="T6" fmla="*/ 1355 w 1517"/>
                <a:gd name="T7" fmla="*/ 311 h 1500"/>
                <a:gd name="T8" fmla="*/ 768 w 1517"/>
                <a:gd name="T9" fmla="*/ 874 h 1500"/>
                <a:gd name="T10" fmla="*/ 977 w 1517"/>
                <a:gd name="T11" fmla="*/ 79 h 1500"/>
                <a:gd name="T12" fmla="*/ 818 w 1517"/>
                <a:gd name="T13" fmla="*/ 0 h 1500"/>
                <a:gd name="T14" fmla="*/ 0 w 1517"/>
                <a:gd name="T15" fmla="*/ 779 h 1500"/>
                <a:gd name="T16" fmla="*/ 186 w 1517"/>
                <a:gd name="T17" fmla="*/ 890 h 1500"/>
                <a:gd name="T18" fmla="*/ 711 w 1517"/>
                <a:gd name="T19" fmla="*/ 366 h 1500"/>
                <a:gd name="T20" fmla="*/ 516 w 1517"/>
                <a:gd name="T21" fmla="*/ 1072 h 1500"/>
                <a:gd name="T22" fmla="*/ 706 w 1517"/>
                <a:gd name="T23" fmla="*/ 1196 h 1500"/>
                <a:gd name="T24" fmla="*/ 1248 w 1517"/>
                <a:gd name="T25" fmla="*/ 678 h 1500"/>
                <a:gd name="T26" fmla="*/ 1028 w 1517"/>
                <a:gd name="T27" fmla="*/ 1388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17" h="1500">
                  <a:moveTo>
                    <a:pt x="1028" y="1388"/>
                  </a:moveTo>
                  <a:cubicBezTo>
                    <a:pt x="1091" y="1427"/>
                    <a:pt x="1154" y="1464"/>
                    <a:pt x="1218" y="1500"/>
                  </a:cubicBezTo>
                  <a:cubicBezTo>
                    <a:pt x="1320" y="1135"/>
                    <a:pt x="1415" y="769"/>
                    <a:pt x="1517" y="404"/>
                  </a:cubicBezTo>
                  <a:cubicBezTo>
                    <a:pt x="1463" y="373"/>
                    <a:pt x="1409" y="342"/>
                    <a:pt x="1355" y="311"/>
                  </a:cubicBezTo>
                  <a:cubicBezTo>
                    <a:pt x="1160" y="500"/>
                    <a:pt x="966" y="689"/>
                    <a:pt x="768" y="874"/>
                  </a:cubicBezTo>
                  <a:cubicBezTo>
                    <a:pt x="831" y="607"/>
                    <a:pt x="917" y="347"/>
                    <a:pt x="977" y="79"/>
                  </a:cubicBezTo>
                  <a:cubicBezTo>
                    <a:pt x="924" y="53"/>
                    <a:pt x="871" y="27"/>
                    <a:pt x="818" y="0"/>
                  </a:cubicBezTo>
                  <a:cubicBezTo>
                    <a:pt x="537" y="251"/>
                    <a:pt x="277" y="523"/>
                    <a:pt x="0" y="779"/>
                  </a:cubicBezTo>
                  <a:cubicBezTo>
                    <a:pt x="62" y="817"/>
                    <a:pt x="124" y="854"/>
                    <a:pt x="186" y="890"/>
                  </a:cubicBezTo>
                  <a:cubicBezTo>
                    <a:pt x="367" y="721"/>
                    <a:pt x="528" y="532"/>
                    <a:pt x="711" y="366"/>
                  </a:cubicBezTo>
                  <a:cubicBezTo>
                    <a:pt x="649" y="602"/>
                    <a:pt x="585" y="838"/>
                    <a:pt x="516" y="1072"/>
                  </a:cubicBezTo>
                  <a:cubicBezTo>
                    <a:pt x="572" y="1124"/>
                    <a:pt x="640" y="1160"/>
                    <a:pt x="706" y="1196"/>
                  </a:cubicBezTo>
                  <a:cubicBezTo>
                    <a:pt x="889" y="1026"/>
                    <a:pt x="1061" y="844"/>
                    <a:pt x="1248" y="678"/>
                  </a:cubicBezTo>
                  <a:cubicBezTo>
                    <a:pt x="1171" y="914"/>
                    <a:pt x="1106" y="1153"/>
                    <a:pt x="1028" y="138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2" name="Freeform 12"/>
            <p:cNvSpPr>
              <a:spLocks/>
            </p:cNvSpPr>
            <p:nvPr/>
          </p:nvSpPr>
          <p:spPr bwMode="auto">
            <a:xfrm flipV="1">
              <a:off x="1662" y="2921"/>
              <a:ext cx="240" cy="288"/>
            </a:xfrm>
            <a:custGeom>
              <a:avLst/>
              <a:gdLst>
                <a:gd name="T0" fmla="*/ 278 w 1050"/>
                <a:gd name="T1" fmla="*/ 1130 h 1262"/>
                <a:gd name="T2" fmla="*/ 1018 w 1050"/>
                <a:gd name="T3" fmla="*/ 667 h 1262"/>
                <a:gd name="T4" fmla="*/ 688 w 1050"/>
                <a:gd name="T5" fmla="*/ 110 h 1262"/>
                <a:gd name="T6" fmla="*/ 0 w 1050"/>
                <a:gd name="T7" fmla="*/ 373 h 1262"/>
                <a:gd name="T8" fmla="*/ 356 w 1050"/>
                <a:gd name="T9" fmla="*/ 678 h 1262"/>
                <a:gd name="T10" fmla="*/ 278 w 1050"/>
                <a:gd name="T11" fmla="*/ 113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0" h="1262">
                  <a:moveTo>
                    <a:pt x="278" y="1130"/>
                  </a:moveTo>
                  <a:cubicBezTo>
                    <a:pt x="597" y="1262"/>
                    <a:pt x="1006" y="1018"/>
                    <a:pt x="1018" y="667"/>
                  </a:cubicBezTo>
                  <a:cubicBezTo>
                    <a:pt x="1050" y="433"/>
                    <a:pt x="904" y="198"/>
                    <a:pt x="688" y="110"/>
                  </a:cubicBezTo>
                  <a:cubicBezTo>
                    <a:pt x="442" y="0"/>
                    <a:pt x="87" y="110"/>
                    <a:pt x="0" y="373"/>
                  </a:cubicBezTo>
                  <a:cubicBezTo>
                    <a:pt x="140" y="437"/>
                    <a:pt x="348" y="491"/>
                    <a:pt x="356" y="678"/>
                  </a:cubicBezTo>
                  <a:cubicBezTo>
                    <a:pt x="344" y="830"/>
                    <a:pt x="298" y="978"/>
                    <a:pt x="278" y="11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" name="Freeform 13"/>
            <p:cNvSpPr>
              <a:spLocks/>
            </p:cNvSpPr>
            <p:nvPr/>
          </p:nvSpPr>
          <p:spPr bwMode="auto">
            <a:xfrm flipV="1">
              <a:off x="1121" y="3036"/>
              <a:ext cx="583" cy="827"/>
            </a:xfrm>
            <a:custGeom>
              <a:avLst/>
              <a:gdLst>
                <a:gd name="T0" fmla="*/ 1445 w 2550"/>
                <a:gd name="T1" fmla="*/ 3524 h 3626"/>
                <a:gd name="T2" fmla="*/ 1944 w 2550"/>
                <a:gd name="T3" fmla="*/ 3586 h 3626"/>
                <a:gd name="T4" fmla="*/ 1557 w 2550"/>
                <a:gd name="T5" fmla="*/ 3306 h 3626"/>
                <a:gd name="T6" fmla="*/ 1846 w 2550"/>
                <a:gd name="T7" fmla="*/ 2982 h 3626"/>
                <a:gd name="T8" fmla="*/ 2225 w 2550"/>
                <a:gd name="T9" fmla="*/ 3163 h 3626"/>
                <a:gd name="T10" fmla="*/ 2409 w 2550"/>
                <a:gd name="T11" fmla="*/ 2196 h 3626"/>
                <a:gd name="T12" fmla="*/ 2267 w 2550"/>
                <a:gd name="T13" fmla="*/ 1925 h 3626"/>
                <a:gd name="T14" fmla="*/ 2147 w 2550"/>
                <a:gd name="T15" fmla="*/ 3040 h 3626"/>
                <a:gd name="T16" fmla="*/ 1349 w 2550"/>
                <a:gd name="T17" fmla="*/ 2210 h 3626"/>
                <a:gd name="T18" fmla="*/ 2550 w 2550"/>
                <a:gd name="T19" fmla="*/ 390 h 3626"/>
                <a:gd name="T20" fmla="*/ 1967 w 2550"/>
                <a:gd name="T21" fmla="*/ 287 h 3626"/>
                <a:gd name="T22" fmla="*/ 1468 w 2550"/>
                <a:gd name="T23" fmla="*/ 1443 h 3626"/>
                <a:gd name="T24" fmla="*/ 770 w 2550"/>
                <a:gd name="T25" fmla="*/ 322 h 3626"/>
                <a:gd name="T26" fmla="*/ 291 w 2550"/>
                <a:gd name="T27" fmla="*/ 125 h 3626"/>
                <a:gd name="T28" fmla="*/ 190 w 2550"/>
                <a:gd name="T29" fmla="*/ 654 h 3626"/>
                <a:gd name="T30" fmla="*/ 771 w 2550"/>
                <a:gd name="T31" fmla="*/ 1201 h 3626"/>
                <a:gd name="T32" fmla="*/ 799 w 2550"/>
                <a:gd name="T33" fmla="*/ 1657 h 3626"/>
                <a:gd name="T34" fmla="*/ 473 w 2550"/>
                <a:gd name="T35" fmla="*/ 2002 h 3626"/>
                <a:gd name="T36" fmla="*/ 461 w 2550"/>
                <a:gd name="T37" fmla="*/ 2430 h 3626"/>
                <a:gd name="T38" fmla="*/ 1445 w 2550"/>
                <a:gd name="T39" fmla="*/ 3524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50" h="3626">
                  <a:moveTo>
                    <a:pt x="1445" y="3524"/>
                  </a:moveTo>
                  <a:cubicBezTo>
                    <a:pt x="1593" y="3619"/>
                    <a:pt x="1777" y="3626"/>
                    <a:pt x="1944" y="3586"/>
                  </a:cubicBezTo>
                  <a:cubicBezTo>
                    <a:pt x="1836" y="3471"/>
                    <a:pt x="1625" y="3468"/>
                    <a:pt x="1557" y="3306"/>
                  </a:cubicBezTo>
                  <a:cubicBezTo>
                    <a:pt x="1463" y="3137"/>
                    <a:pt x="1667" y="2920"/>
                    <a:pt x="1846" y="2982"/>
                  </a:cubicBezTo>
                  <a:cubicBezTo>
                    <a:pt x="1976" y="3033"/>
                    <a:pt x="2097" y="3106"/>
                    <a:pt x="2225" y="3163"/>
                  </a:cubicBezTo>
                  <a:cubicBezTo>
                    <a:pt x="2335" y="2852"/>
                    <a:pt x="2376" y="2522"/>
                    <a:pt x="2409" y="2196"/>
                  </a:cubicBezTo>
                  <a:cubicBezTo>
                    <a:pt x="2375" y="2099"/>
                    <a:pt x="2323" y="2010"/>
                    <a:pt x="2267" y="1925"/>
                  </a:cubicBezTo>
                  <a:cubicBezTo>
                    <a:pt x="2096" y="2274"/>
                    <a:pt x="2255" y="2671"/>
                    <a:pt x="2147" y="3040"/>
                  </a:cubicBezTo>
                  <a:cubicBezTo>
                    <a:pt x="1918" y="2731"/>
                    <a:pt x="1582" y="2517"/>
                    <a:pt x="1349" y="2210"/>
                  </a:cubicBezTo>
                  <a:cubicBezTo>
                    <a:pt x="2104" y="1951"/>
                    <a:pt x="2477" y="1133"/>
                    <a:pt x="2550" y="390"/>
                  </a:cubicBezTo>
                  <a:cubicBezTo>
                    <a:pt x="2547" y="85"/>
                    <a:pt x="2073" y="0"/>
                    <a:pt x="1967" y="287"/>
                  </a:cubicBezTo>
                  <a:cubicBezTo>
                    <a:pt x="1881" y="699"/>
                    <a:pt x="1786" y="1141"/>
                    <a:pt x="1468" y="1443"/>
                  </a:cubicBezTo>
                  <a:cubicBezTo>
                    <a:pt x="1448" y="977"/>
                    <a:pt x="1124" y="594"/>
                    <a:pt x="770" y="322"/>
                  </a:cubicBezTo>
                  <a:cubicBezTo>
                    <a:pt x="630" y="222"/>
                    <a:pt x="481" y="63"/>
                    <a:pt x="291" y="125"/>
                  </a:cubicBezTo>
                  <a:cubicBezTo>
                    <a:pt x="63" y="179"/>
                    <a:pt x="0" y="519"/>
                    <a:pt x="190" y="654"/>
                  </a:cubicBezTo>
                  <a:cubicBezTo>
                    <a:pt x="408" y="807"/>
                    <a:pt x="626" y="974"/>
                    <a:pt x="771" y="1201"/>
                  </a:cubicBezTo>
                  <a:cubicBezTo>
                    <a:pt x="858" y="1333"/>
                    <a:pt x="890" y="1519"/>
                    <a:pt x="799" y="1657"/>
                  </a:cubicBezTo>
                  <a:cubicBezTo>
                    <a:pt x="716" y="1796"/>
                    <a:pt x="550" y="1859"/>
                    <a:pt x="473" y="2002"/>
                  </a:cubicBezTo>
                  <a:cubicBezTo>
                    <a:pt x="396" y="2131"/>
                    <a:pt x="399" y="2296"/>
                    <a:pt x="461" y="2430"/>
                  </a:cubicBezTo>
                  <a:cubicBezTo>
                    <a:pt x="676" y="2879"/>
                    <a:pt x="1024" y="3261"/>
                    <a:pt x="1445" y="35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5" name="Group 59"/>
          <p:cNvGrpSpPr>
            <a:grpSpLocks noChangeAspect="1"/>
          </p:cNvGrpSpPr>
          <p:nvPr/>
        </p:nvGrpSpPr>
        <p:grpSpPr bwMode="auto">
          <a:xfrm>
            <a:off x="2570652" y="5278374"/>
            <a:ext cx="1263650" cy="1290638"/>
            <a:chOff x="3646" y="1770"/>
            <a:chExt cx="796" cy="813"/>
          </a:xfrm>
          <a:solidFill>
            <a:srgbClr val="595959"/>
          </a:solidFill>
        </p:grpSpPr>
        <p:sp>
          <p:nvSpPr>
            <p:cNvPr id="157" name="Freeform 60"/>
            <p:cNvSpPr>
              <a:spLocks/>
            </p:cNvSpPr>
            <p:nvPr/>
          </p:nvSpPr>
          <p:spPr bwMode="auto">
            <a:xfrm flipV="1">
              <a:off x="3740" y="1770"/>
              <a:ext cx="466" cy="430"/>
            </a:xfrm>
            <a:custGeom>
              <a:avLst/>
              <a:gdLst>
                <a:gd name="T0" fmla="*/ 347 w 887"/>
                <a:gd name="T1" fmla="*/ 676 h 819"/>
                <a:gd name="T2" fmla="*/ 554 w 887"/>
                <a:gd name="T3" fmla="*/ 156 h 819"/>
                <a:gd name="T4" fmla="*/ 347 w 887"/>
                <a:gd name="T5" fmla="*/ 676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7" h="819">
                  <a:moveTo>
                    <a:pt x="347" y="676"/>
                  </a:moveTo>
                  <a:cubicBezTo>
                    <a:pt x="677" y="819"/>
                    <a:pt x="887" y="275"/>
                    <a:pt x="554" y="156"/>
                  </a:cubicBezTo>
                  <a:cubicBezTo>
                    <a:pt x="221" y="0"/>
                    <a:pt x="0" y="562"/>
                    <a:pt x="347" y="6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8" name="Freeform 61"/>
            <p:cNvSpPr>
              <a:spLocks/>
            </p:cNvSpPr>
            <p:nvPr/>
          </p:nvSpPr>
          <p:spPr bwMode="auto">
            <a:xfrm flipV="1">
              <a:off x="3646" y="2106"/>
              <a:ext cx="685" cy="477"/>
            </a:xfrm>
            <a:custGeom>
              <a:avLst/>
              <a:gdLst>
                <a:gd name="T0" fmla="*/ 105 w 1304"/>
                <a:gd name="T1" fmla="*/ 664 h 908"/>
                <a:gd name="T2" fmla="*/ 611 w 1304"/>
                <a:gd name="T3" fmla="*/ 736 h 908"/>
                <a:gd name="T4" fmla="*/ 822 w 1304"/>
                <a:gd name="T5" fmla="*/ 273 h 908"/>
                <a:gd name="T6" fmla="*/ 1086 w 1304"/>
                <a:gd name="T7" fmla="*/ 250 h 908"/>
                <a:gd name="T8" fmla="*/ 1038 w 1304"/>
                <a:gd name="T9" fmla="*/ 392 h 908"/>
                <a:gd name="T10" fmla="*/ 1223 w 1304"/>
                <a:gd name="T11" fmla="*/ 222 h 908"/>
                <a:gd name="T12" fmla="*/ 1183 w 1304"/>
                <a:gd name="T13" fmla="*/ 10 h 908"/>
                <a:gd name="T14" fmla="*/ 660 w 1304"/>
                <a:gd name="T15" fmla="*/ 5 h 908"/>
                <a:gd name="T16" fmla="*/ 407 w 1304"/>
                <a:gd name="T17" fmla="*/ 439 h 908"/>
                <a:gd name="T18" fmla="*/ 335 w 1304"/>
                <a:gd name="T19" fmla="*/ 399 h 908"/>
                <a:gd name="T20" fmla="*/ 519 w 1304"/>
                <a:gd name="T21" fmla="*/ 42 h 908"/>
                <a:gd name="T22" fmla="*/ 0 w 1304"/>
                <a:gd name="T23" fmla="*/ 43 h 908"/>
                <a:gd name="T24" fmla="*/ 105 w 1304"/>
                <a:gd name="T25" fmla="*/ 664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04" h="908">
                  <a:moveTo>
                    <a:pt x="105" y="664"/>
                  </a:moveTo>
                  <a:cubicBezTo>
                    <a:pt x="178" y="868"/>
                    <a:pt x="484" y="908"/>
                    <a:pt x="611" y="736"/>
                  </a:cubicBezTo>
                  <a:cubicBezTo>
                    <a:pt x="704" y="593"/>
                    <a:pt x="753" y="427"/>
                    <a:pt x="822" y="273"/>
                  </a:cubicBezTo>
                  <a:cubicBezTo>
                    <a:pt x="910" y="260"/>
                    <a:pt x="998" y="253"/>
                    <a:pt x="1086" y="250"/>
                  </a:cubicBezTo>
                  <a:cubicBezTo>
                    <a:pt x="1070" y="297"/>
                    <a:pt x="1054" y="344"/>
                    <a:pt x="1038" y="392"/>
                  </a:cubicBezTo>
                  <a:cubicBezTo>
                    <a:pt x="1163" y="465"/>
                    <a:pt x="1152" y="277"/>
                    <a:pt x="1223" y="222"/>
                  </a:cubicBezTo>
                  <a:cubicBezTo>
                    <a:pt x="1304" y="168"/>
                    <a:pt x="1285" y="20"/>
                    <a:pt x="1183" y="10"/>
                  </a:cubicBezTo>
                  <a:cubicBezTo>
                    <a:pt x="1009" y="0"/>
                    <a:pt x="834" y="11"/>
                    <a:pt x="660" y="5"/>
                  </a:cubicBezTo>
                  <a:cubicBezTo>
                    <a:pt x="529" y="117"/>
                    <a:pt x="495" y="297"/>
                    <a:pt x="407" y="439"/>
                  </a:cubicBezTo>
                  <a:cubicBezTo>
                    <a:pt x="389" y="429"/>
                    <a:pt x="353" y="409"/>
                    <a:pt x="335" y="399"/>
                  </a:cubicBezTo>
                  <a:cubicBezTo>
                    <a:pt x="400" y="282"/>
                    <a:pt x="454" y="159"/>
                    <a:pt x="519" y="42"/>
                  </a:cubicBezTo>
                  <a:cubicBezTo>
                    <a:pt x="346" y="46"/>
                    <a:pt x="173" y="45"/>
                    <a:pt x="0" y="43"/>
                  </a:cubicBezTo>
                  <a:cubicBezTo>
                    <a:pt x="38" y="249"/>
                    <a:pt x="35" y="465"/>
                    <a:pt x="105" y="6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 flipV="1">
              <a:off x="4055" y="2186"/>
              <a:ext cx="387" cy="279"/>
            </a:xfrm>
            <a:custGeom>
              <a:avLst/>
              <a:gdLst>
                <a:gd name="T0" fmla="*/ 244 w 738"/>
                <a:gd name="T1" fmla="*/ 531 h 531"/>
                <a:gd name="T2" fmla="*/ 738 w 738"/>
                <a:gd name="T3" fmla="*/ 318 h 531"/>
                <a:gd name="T4" fmla="*/ 512 w 738"/>
                <a:gd name="T5" fmla="*/ 0 h 531"/>
                <a:gd name="T6" fmla="*/ 642 w 738"/>
                <a:gd name="T7" fmla="*/ 287 h 531"/>
                <a:gd name="T8" fmla="*/ 278 w 738"/>
                <a:gd name="T9" fmla="*/ 454 h 531"/>
                <a:gd name="T10" fmla="*/ 100 w 738"/>
                <a:gd name="T11" fmla="*/ 165 h 531"/>
                <a:gd name="T12" fmla="*/ 244 w 738"/>
                <a:gd name="T13" fmla="*/ 53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531">
                  <a:moveTo>
                    <a:pt x="244" y="531"/>
                  </a:moveTo>
                  <a:cubicBezTo>
                    <a:pt x="414" y="473"/>
                    <a:pt x="575" y="392"/>
                    <a:pt x="738" y="318"/>
                  </a:cubicBezTo>
                  <a:cubicBezTo>
                    <a:pt x="662" y="212"/>
                    <a:pt x="612" y="86"/>
                    <a:pt x="512" y="0"/>
                  </a:cubicBezTo>
                  <a:cubicBezTo>
                    <a:pt x="485" y="113"/>
                    <a:pt x="592" y="197"/>
                    <a:pt x="642" y="287"/>
                  </a:cubicBezTo>
                  <a:cubicBezTo>
                    <a:pt x="522" y="347"/>
                    <a:pt x="397" y="394"/>
                    <a:pt x="278" y="454"/>
                  </a:cubicBezTo>
                  <a:cubicBezTo>
                    <a:pt x="217" y="359"/>
                    <a:pt x="157" y="263"/>
                    <a:pt x="100" y="165"/>
                  </a:cubicBezTo>
                  <a:cubicBezTo>
                    <a:pt x="0" y="282"/>
                    <a:pt x="213" y="410"/>
                    <a:pt x="244" y="5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9" name="Group 72"/>
          <p:cNvGrpSpPr>
            <a:grpSpLocks noChangeAspect="1"/>
          </p:cNvGrpSpPr>
          <p:nvPr/>
        </p:nvGrpSpPr>
        <p:grpSpPr bwMode="auto">
          <a:xfrm>
            <a:off x="3053431" y="2687507"/>
            <a:ext cx="1279068" cy="1545974"/>
            <a:chOff x="-297" y="1356"/>
            <a:chExt cx="1107" cy="1338"/>
          </a:xfrm>
          <a:solidFill>
            <a:srgbClr val="595959"/>
          </a:solidFill>
        </p:grpSpPr>
        <p:sp>
          <p:nvSpPr>
            <p:cNvPr id="171" name="Freeform 73"/>
            <p:cNvSpPr>
              <a:spLocks/>
            </p:cNvSpPr>
            <p:nvPr/>
          </p:nvSpPr>
          <p:spPr bwMode="auto">
            <a:xfrm flipV="1">
              <a:off x="343" y="1356"/>
              <a:ext cx="180" cy="192"/>
            </a:xfrm>
            <a:custGeom>
              <a:avLst/>
              <a:gdLst>
                <a:gd name="T0" fmla="*/ 181 w 790"/>
                <a:gd name="T1" fmla="*/ 704 h 843"/>
                <a:gd name="T2" fmla="*/ 245 w 790"/>
                <a:gd name="T3" fmla="*/ 825 h 843"/>
                <a:gd name="T4" fmla="*/ 717 w 790"/>
                <a:gd name="T5" fmla="*/ 706 h 843"/>
                <a:gd name="T6" fmla="*/ 314 w 790"/>
                <a:gd name="T7" fmla="*/ 249 h 843"/>
                <a:gd name="T8" fmla="*/ 634 w 790"/>
                <a:gd name="T9" fmla="*/ 159 h 843"/>
                <a:gd name="T10" fmla="*/ 527 w 790"/>
                <a:gd name="T11" fmla="*/ 26 h 843"/>
                <a:gd name="T12" fmla="*/ 9 w 790"/>
                <a:gd name="T13" fmla="*/ 177 h 843"/>
                <a:gd name="T14" fmla="*/ 460 w 790"/>
                <a:gd name="T15" fmla="*/ 615 h 843"/>
                <a:gd name="T16" fmla="*/ 181 w 790"/>
                <a:gd name="T17" fmla="*/ 704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0" h="843">
                  <a:moveTo>
                    <a:pt x="181" y="704"/>
                  </a:moveTo>
                  <a:cubicBezTo>
                    <a:pt x="126" y="753"/>
                    <a:pt x="174" y="843"/>
                    <a:pt x="245" y="825"/>
                  </a:cubicBezTo>
                  <a:cubicBezTo>
                    <a:pt x="406" y="808"/>
                    <a:pt x="567" y="766"/>
                    <a:pt x="717" y="706"/>
                  </a:cubicBezTo>
                  <a:cubicBezTo>
                    <a:pt x="790" y="447"/>
                    <a:pt x="378" y="453"/>
                    <a:pt x="314" y="249"/>
                  </a:cubicBezTo>
                  <a:cubicBezTo>
                    <a:pt x="419" y="212"/>
                    <a:pt x="528" y="189"/>
                    <a:pt x="634" y="159"/>
                  </a:cubicBezTo>
                  <a:cubicBezTo>
                    <a:pt x="624" y="99"/>
                    <a:pt x="613" y="0"/>
                    <a:pt x="527" y="26"/>
                  </a:cubicBezTo>
                  <a:cubicBezTo>
                    <a:pt x="353" y="70"/>
                    <a:pt x="174" y="107"/>
                    <a:pt x="9" y="177"/>
                  </a:cubicBezTo>
                  <a:cubicBezTo>
                    <a:pt x="0" y="424"/>
                    <a:pt x="323" y="459"/>
                    <a:pt x="460" y="615"/>
                  </a:cubicBezTo>
                  <a:cubicBezTo>
                    <a:pt x="367" y="644"/>
                    <a:pt x="266" y="654"/>
                    <a:pt x="181" y="7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2" name="Freeform 74"/>
            <p:cNvSpPr>
              <a:spLocks/>
            </p:cNvSpPr>
            <p:nvPr/>
          </p:nvSpPr>
          <p:spPr bwMode="auto">
            <a:xfrm flipV="1">
              <a:off x="232" y="1524"/>
              <a:ext cx="165" cy="169"/>
            </a:xfrm>
            <a:custGeom>
              <a:avLst/>
              <a:gdLst>
                <a:gd name="T0" fmla="*/ 463 w 724"/>
                <a:gd name="T1" fmla="*/ 495 h 741"/>
                <a:gd name="T2" fmla="*/ 266 w 724"/>
                <a:gd name="T3" fmla="*/ 741 h 741"/>
                <a:gd name="T4" fmla="*/ 724 w 724"/>
                <a:gd name="T5" fmla="*/ 510 h 741"/>
                <a:gd name="T6" fmla="*/ 258 w 724"/>
                <a:gd name="T7" fmla="*/ 240 h 741"/>
                <a:gd name="T8" fmla="*/ 495 w 724"/>
                <a:gd name="T9" fmla="*/ 0 h 741"/>
                <a:gd name="T10" fmla="*/ 0 w 724"/>
                <a:gd name="T11" fmla="*/ 196 h 741"/>
                <a:gd name="T12" fmla="*/ 463 w 724"/>
                <a:gd name="T13" fmla="*/ 49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4" h="741">
                  <a:moveTo>
                    <a:pt x="463" y="495"/>
                  </a:moveTo>
                  <a:cubicBezTo>
                    <a:pt x="367" y="556"/>
                    <a:pt x="143" y="592"/>
                    <a:pt x="266" y="741"/>
                  </a:cubicBezTo>
                  <a:cubicBezTo>
                    <a:pt x="427" y="681"/>
                    <a:pt x="579" y="600"/>
                    <a:pt x="724" y="510"/>
                  </a:cubicBezTo>
                  <a:cubicBezTo>
                    <a:pt x="610" y="361"/>
                    <a:pt x="417" y="321"/>
                    <a:pt x="258" y="240"/>
                  </a:cubicBezTo>
                  <a:cubicBezTo>
                    <a:pt x="342" y="160"/>
                    <a:pt x="607" y="166"/>
                    <a:pt x="495" y="0"/>
                  </a:cubicBezTo>
                  <a:cubicBezTo>
                    <a:pt x="316" y="5"/>
                    <a:pt x="174" y="156"/>
                    <a:pt x="0" y="196"/>
                  </a:cubicBezTo>
                  <a:cubicBezTo>
                    <a:pt x="54" y="394"/>
                    <a:pt x="300" y="424"/>
                    <a:pt x="463" y="49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3" name="Freeform 75"/>
            <p:cNvSpPr>
              <a:spLocks/>
            </p:cNvSpPr>
            <p:nvPr/>
          </p:nvSpPr>
          <p:spPr bwMode="auto">
            <a:xfrm flipV="1">
              <a:off x="114" y="1638"/>
              <a:ext cx="134" cy="165"/>
            </a:xfrm>
            <a:custGeom>
              <a:avLst/>
              <a:gdLst>
                <a:gd name="T0" fmla="*/ 227 w 587"/>
                <a:gd name="T1" fmla="*/ 649 h 722"/>
                <a:gd name="T2" fmla="*/ 587 w 587"/>
                <a:gd name="T3" fmla="*/ 460 h 722"/>
                <a:gd name="T4" fmla="*/ 198 w 587"/>
                <a:gd name="T5" fmla="*/ 333 h 722"/>
                <a:gd name="T6" fmla="*/ 371 w 587"/>
                <a:gd name="T7" fmla="*/ 207 h 722"/>
                <a:gd name="T8" fmla="*/ 0 w 587"/>
                <a:gd name="T9" fmla="*/ 363 h 722"/>
                <a:gd name="T10" fmla="*/ 399 w 587"/>
                <a:gd name="T11" fmla="*/ 493 h 722"/>
                <a:gd name="T12" fmla="*/ 227 w 587"/>
                <a:gd name="T13" fmla="*/ 649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7" h="722">
                  <a:moveTo>
                    <a:pt x="227" y="649"/>
                  </a:moveTo>
                  <a:cubicBezTo>
                    <a:pt x="378" y="722"/>
                    <a:pt x="477" y="534"/>
                    <a:pt x="587" y="460"/>
                  </a:cubicBezTo>
                  <a:cubicBezTo>
                    <a:pt x="488" y="352"/>
                    <a:pt x="330" y="365"/>
                    <a:pt x="198" y="333"/>
                  </a:cubicBezTo>
                  <a:cubicBezTo>
                    <a:pt x="256" y="291"/>
                    <a:pt x="313" y="248"/>
                    <a:pt x="371" y="207"/>
                  </a:cubicBezTo>
                  <a:cubicBezTo>
                    <a:pt x="293" y="0"/>
                    <a:pt x="107" y="305"/>
                    <a:pt x="0" y="363"/>
                  </a:cubicBezTo>
                  <a:cubicBezTo>
                    <a:pt x="100" y="478"/>
                    <a:pt x="263" y="462"/>
                    <a:pt x="399" y="493"/>
                  </a:cubicBezTo>
                  <a:cubicBezTo>
                    <a:pt x="339" y="542"/>
                    <a:pt x="280" y="593"/>
                    <a:pt x="227" y="64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" name="Freeform 76"/>
            <p:cNvSpPr>
              <a:spLocks/>
            </p:cNvSpPr>
            <p:nvPr/>
          </p:nvSpPr>
          <p:spPr bwMode="auto">
            <a:xfrm flipV="1">
              <a:off x="-127" y="1731"/>
              <a:ext cx="284" cy="263"/>
            </a:xfrm>
            <a:custGeom>
              <a:avLst/>
              <a:gdLst>
                <a:gd name="T0" fmla="*/ 545 w 1243"/>
                <a:gd name="T1" fmla="*/ 1076 h 1150"/>
                <a:gd name="T2" fmla="*/ 1204 w 1243"/>
                <a:gd name="T3" fmla="*/ 633 h 1150"/>
                <a:gd name="T4" fmla="*/ 853 w 1243"/>
                <a:gd name="T5" fmla="*/ 74 h 1150"/>
                <a:gd name="T6" fmla="*/ 235 w 1243"/>
                <a:gd name="T7" fmla="*/ 193 h 1150"/>
                <a:gd name="T8" fmla="*/ 545 w 1243"/>
                <a:gd name="T9" fmla="*/ 1076 h 1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3" h="1150">
                  <a:moveTo>
                    <a:pt x="545" y="1076"/>
                  </a:moveTo>
                  <a:cubicBezTo>
                    <a:pt x="839" y="1150"/>
                    <a:pt x="1165" y="935"/>
                    <a:pt x="1204" y="633"/>
                  </a:cubicBezTo>
                  <a:cubicBezTo>
                    <a:pt x="1243" y="404"/>
                    <a:pt x="1130" y="70"/>
                    <a:pt x="853" y="74"/>
                  </a:cubicBezTo>
                  <a:cubicBezTo>
                    <a:pt x="645" y="69"/>
                    <a:pt x="382" y="0"/>
                    <a:pt x="235" y="193"/>
                  </a:cubicBezTo>
                  <a:cubicBezTo>
                    <a:pt x="0" y="494"/>
                    <a:pt x="160" y="997"/>
                    <a:pt x="545" y="10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5" name="Freeform 77"/>
            <p:cNvSpPr>
              <a:spLocks noEditPoints="1"/>
            </p:cNvSpPr>
            <p:nvPr/>
          </p:nvSpPr>
          <p:spPr bwMode="auto">
            <a:xfrm flipV="1">
              <a:off x="-297" y="1837"/>
              <a:ext cx="941" cy="857"/>
            </a:xfrm>
            <a:custGeom>
              <a:avLst/>
              <a:gdLst>
                <a:gd name="T0" fmla="*/ 2302 w 4119"/>
                <a:gd name="T1" fmla="*/ 3637 h 3761"/>
                <a:gd name="T2" fmla="*/ 3166 w 4119"/>
                <a:gd name="T3" fmla="*/ 3369 h 3761"/>
                <a:gd name="T4" fmla="*/ 4002 w 4119"/>
                <a:gd name="T5" fmla="*/ 2439 h 3761"/>
                <a:gd name="T6" fmla="*/ 3802 w 4119"/>
                <a:gd name="T7" fmla="*/ 1685 h 3761"/>
                <a:gd name="T8" fmla="*/ 2727 w 4119"/>
                <a:gd name="T9" fmla="*/ 1672 h 3761"/>
                <a:gd name="T10" fmla="*/ 2851 w 4119"/>
                <a:gd name="T11" fmla="*/ 161 h 3761"/>
                <a:gd name="T12" fmla="*/ 2575 w 4119"/>
                <a:gd name="T13" fmla="*/ 161 h 3761"/>
                <a:gd name="T14" fmla="*/ 2457 w 4119"/>
                <a:gd name="T15" fmla="*/ 1571 h 3761"/>
                <a:gd name="T16" fmla="*/ 2205 w 4119"/>
                <a:gd name="T17" fmla="*/ 277 h 3761"/>
                <a:gd name="T18" fmla="*/ 1704 w 4119"/>
                <a:gd name="T19" fmla="*/ 424 h 3761"/>
                <a:gd name="T20" fmla="*/ 1984 w 4119"/>
                <a:gd name="T21" fmla="*/ 1978 h 3761"/>
                <a:gd name="T22" fmla="*/ 2385 w 4119"/>
                <a:gd name="T23" fmla="*/ 2224 h 3761"/>
                <a:gd name="T24" fmla="*/ 2093 w 4119"/>
                <a:gd name="T25" fmla="*/ 2334 h 3761"/>
                <a:gd name="T26" fmla="*/ 713 w 4119"/>
                <a:gd name="T27" fmla="*/ 2333 h 3761"/>
                <a:gd name="T28" fmla="*/ 451 w 4119"/>
                <a:gd name="T29" fmla="*/ 2107 h 3761"/>
                <a:gd name="T30" fmla="*/ 271 w 4119"/>
                <a:gd name="T31" fmla="*/ 161 h 3761"/>
                <a:gd name="T32" fmla="*/ 0 w 4119"/>
                <a:gd name="T33" fmla="*/ 161 h 3761"/>
                <a:gd name="T34" fmla="*/ 155 w 4119"/>
                <a:gd name="T35" fmla="*/ 1837 h 3761"/>
                <a:gd name="T36" fmla="*/ 240 w 4119"/>
                <a:gd name="T37" fmla="*/ 2328 h 3761"/>
                <a:gd name="T38" fmla="*/ 107 w 4119"/>
                <a:gd name="T39" fmla="*/ 2731 h 3761"/>
                <a:gd name="T40" fmla="*/ 2371 w 4119"/>
                <a:gd name="T41" fmla="*/ 2729 h 3761"/>
                <a:gd name="T42" fmla="*/ 2184 w 4119"/>
                <a:gd name="T43" fmla="*/ 2896 h 3761"/>
                <a:gd name="T44" fmla="*/ 2700 w 4119"/>
                <a:gd name="T45" fmla="*/ 3273 h 3761"/>
                <a:gd name="T46" fmla="*/ 2432 w 4119"/>
                <a:gd name="T47" fmla="*/ 3505 h 3761"/>
                <a:gd name="T48" fmla="*/ 2065 w 4119"/>
                <a:gd name="T49" fmla="*/ 3243 h 3761"/>
                <a:gd name="T50" fmla="*/ 2302 w 4119"/>
                <a:gd name="T51" fmla="*/ 3637 h 3761"/>
                <a:gd name="T52" fmla="*/ 2746 w 4119"/>
                <a:gd name="T53" fmla="*/ 2341 h 3761"/>
                <a:gd name="T54" fmla="*/ 2614 w 4119"/>
                <a:gd name="T55" fmla="*/ 2323 h 3761"/>
                <a:gd name="T56" fmla="*/ 2970 w 4119"/>
                <a:gd name="T57" fmla="*/ 2220 h 3761"/>
                <a:gd name="T58" fmla="*/ 2796 w 4119"/>
                <a:gd name="T59" fmla="*/ 2408 h 3761"/>
                <a:gd name="T60" fmla="*/ 2746 w 4119"/>
                <a:gd name="T61" fmla="*/ 2341 h 3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19" h="3761">
                  <a:moveTo>
                    <a:pt x="2302" y="3637"/>
                  </a:moveTo>
                  <a:cubicBezTo>
                    <a:pt x="2613" y="3761"/>
                    <a:pt x="2935" y="3568"/>
                    <a:pt x="3166" y="3369"/>
                  </a:cubicBezTo>
                  <a:cubicBezTo>
                    <a:pt x="3500" y="3116"/>
                    <a:pt x="3794" y="2804"/>
                    <a:pt x="4002" y="2439"/>
                  </a:cubicBezTo>
                  <a:cubicBezTo>
                    <a:pt x="4119" y="2194"/>
                    <a:pt x="4066" y="1809"/>
                    <a:pt x="3802" y="1685"/>
                  </a:cubicBezTo>
                  <a:cubicBezTo>
                    <a:pt x="3445" y="1659"/>
                    <a:pt x="3085" y="1683"/>
                    <a:pt x="2727" y="1672"/>
                  </a:cubicBezTo>
                  <a:cubicBezTo>
                    <a:pt x="2767" y="1168"/>
                    <a:pt x="2826" y="666"/>
                    <a:pt x="2851" y="161"/>
                  </a:cubicBezTo>
                  <a:cubicBezTo>
                    <a:pt x="2759" y="161"/>
                    <a:pt x="2667" y="161"/>
                    <a:pt x="2575" y="161"/>
                  </a:cubicBezTo>
                  <a:cubicBezTo>
                    <a:pt x="2520" y="629"/>
                    <a:pt x="2542" y="1105"/>
                    <a:pt x="2457" y="1571"/>
                  </a:cubicBezTo>
                  <a:cubicBezTo>
                    <a:pt x="2380" y="1138"/>
                    <a:pt x="2305" y="704"/>
                    <a:pt x="2205" y="277"/>
                  </a:cubicBezTo>
                  <a:cubicBezTo>
                    <a:pt x="2105" y="0"/>
                    <a:pt x="1655" y="144"/>
                    <a:pt x="1704" y="424"/>
                  </a:cubicBezTo>
                  <a:cubicBezTo>
                    <a:pt x="1809" y="940"/>
                    <a:pt x="1884" y="1461"/>
                    <a:pt x="1984" y="1978"/>
                  </a:cubicBezTo>
                  <a:cubicBezTo>
                    <a:pt x="2008" y="2171"/>
                    <a:pt x="2213" y="2246"/>
                    <a:pt x="2385" y="2224"/>
                  </a:cubicBezTo>
                  <a:cubicBezTo>
                    <a:pt x="2307" y="2299"/>
                    <a:pt x="2202" y="2340"/>
                    <a:pt x="2093" y="2334"/>
                  </a:cubicBezTo>
                  <a:cubicBezTo>
                    <a:pt x="1633" y="2333"/>
                    <a:pt x="1173" y="2335"/>
                    <a:pt x="713" y="2333"/>
                  </a:cubicBezTo>
                  <a:cubicBezTo>
                    <a:pt x="585" y="2336"/>
                    <a:pt x="455" y="2242"/>
                    <a:pt x="451" y="2107"/>
                  </a:cubicBezTo>
                  <a:cubicBezTo>
                    <a:pt x="377" y="1459"/>
                    <a:pt x="323" y="810"/>
                    <a:pt x="271" y="161"/>
                  </a:cubicBezTo>
                  <a:cubicBezTo>
                    <a:pt x="181" y="161"/>
                    <a:pt x="90" y="161"/>
                    <a:pt x="0" y="161"/>
                  </a:cubicBezTo>
                  <a:cubicBezTo>
                    <a:pt x="54" y="720"/>
                    <a:pt x="99" y="1279"/>
                    <a:pt x="155" y="1837"/>
                  </a:cubicBezTo>
                  <a:cubicBezTo>
                    <a:pt x="174" y="2002"/>
                    <a:pt x="170" y="2174"/>
                    <a:pt x="240" y="2328"/>
                  </a:cubicBezTo>
                  <a:cubicBezTo>
                    <a:pt x="7" y="2294"/>
                    <a:pt x="66" y="2591"/>
                    <a:pt x="107" y="2731"/>
                  </a:cubicBezTo>
                  <a:cubicBezTo>
                    <a:pt x="862" y="2730"/>
                    <a:pt x="1616" y="2734"/>
                    <a:pt x="2371" y="2729"/>
                  </a:cubicBezTo>
                  <a:cubicBezTo>
                    <a:pt x="2306" y="2782"/>
                    <a:pt x="2244" y="2838"/>
                    <a:pt x="2184" y="2896"/>
                  </a:cubicBezTo>
                  <a:cubicBezTo>
                    <a:pt x="2393" y="2957"/>
                    <a:pt x="2581" y="3089"/>
                    <a:pt x="2700" y="3273"/>
                  </a:cubicBezTo>
                  <a:cubicBezTo>
                    <a:pt x="2747" y="3419"/>
                    <a:pt x="2572" y="3585"/>
                    <a:pt x="2432" y="3505"/>
                  </a:cubicBezTo>
                  <a:cubicBezTo>
                    <a:pt x="2313" y="3413"/>
                    <a:pt x="2204" y="3307"/>
                    <a:pt x="2065" y="3243"/>
                  </a:cubicBezTo>
                  <a:cubicBezTo>
                    <a:pt x="2048" y="3409"/>
                    <a:pt x="2138" y="3583"/>
                    <a:pt x="2302" y="3637"/>
                  </a:cubicBezTo>
                  <a:moveTo>
                    <a:pt x="2746" y="2341"/>
                  </a:moveTo>
                  <a:cubicBezTo>
                    <a:pt x="2702" y="2335"/>
                    <a:pt x="2658" y="2330"/>
                    <a:pt x="2614" y="2323"/>
                  </a:cubicBezTo>
                  <a:cubicBezTo>
                    <a:pt x="2660" y="2161"/>
                    <a:pt x="2847" y="2232"/>
                    <a:pt x="2970" y="2220"/>
                  </a:cubicBezTo>
                  <a:cubicBezTo>
                    <a:pt x="2911" y="2281"/>
                    <a:pt x="2852" y="2343"/>
                    <a:pt x="2796" y="2408"/>
                  </a:cubicBezTo>
                  <a:cubicBezTo>
                    <a:pt x="2784" y="2392"/>
                    <a:pt x="2758" y="2358"/>
                    <a:pt x="2746" y="23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6" name="Freeform 78"/>
            <p:cNvSpPr>
              <a:spLocks/>
            </p:cNvSpPr>
            <p:nvPr/>
          </p:nvSpPr>
          <p:spPr bwMode="auto">
            <a:xfrm flipV="1">
              <a:off x="-149" y="1879"/>
              <a:ext cx="481" cy="189"/>
            </a:xfrm>
            <a:custGeom>
              <a:avLst/>
              <a:gdLst>
                <a:gd name="T0" fmla="*/ 1778 w 2103"/>
                <a:gd name="T1" fmla="*/ 696 h 828"/>
                <a:gd name="T2" fmla="*/ 1943 w 2103"/>
                <a:gd name="T3" fmla="*/ 461 h 828"/>
                <a:gd name="T4" fmla="*/ 183 w 2103"/>
                <a:gd name="T5" fmla="*/ 91 h 828"/>
                <a:gd name="T6" fmla="*/ 205 w 2103"/>
                <a:gd name="T7" fmla="*/ 378 h 828"/>
                <a:gd name="T8" fmla="*/ 1778 w 2103"/>
                <a:gd name="T9" fmla="*/ 696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3" h="828">
                  <a:moveTo>
                    <a:pt x="1778" y="696"/>
                  </a:moveTo>
                  <a:cubicBezTo>
                    <a:pt x="1924" y="828"/>
                    <a:pt x="2103" y="559"/>
                    <a:pt x="1943" y="461"/>
                  </a:cubicBezTo>
                  <a:cubicBezTo>
                    <a:pt x="1487" y="20"/>
                    <a:pt x="775" y="0"/>
                    <a:pt x="183" y="91"/>
                  </a:cubicBezTo>
                  <a:cubicBezTo>
                    <a:pt x="0" y="106"/>
                    <a:pt x="26" y="390"/>
                    <a:pt x="205" y="378"/>
                  </a:cubicBezTo>
                  <a:cubicBezTo>
                    <a:pt x="737" y="301"/>
                    <a:pt x="1362" y="307"/>
                    <a:pt x="1778" y="69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7" name="Freeform 79"/>
            <p:cNvSpPr>
              <a:spLocks/>
            </p:cNvSpPr>
            <p:nvPr/>
          </p:nvSpPr>
          <p:spPr bwMode="auto">
            <a:xfrm flipV="1">
              <a:off x="400" y="2344"/>
              <a:ext cx="410" cy="307"/>
            </a:xfrm>
            <a:custGeom>
              <a:avLst/>
              <a:gdLst>
                <a:gd name="T0" fmla="*/ 0 w 1792"/>
                <a:gd name="T1" fmla="*/ 2 h 1346"/>
                <a:gd name="T2" fmla="*/ 227 w 1792"/>
                <a:gd name="T3" fmla="*/ 1343 h 1346"/>
                <a:gd name="T4" fmla="*/ 1570 w 1792"/>
                <a:gd name="T5" fmla="*/ 1340 h 1346"/>
                <a:gd name="T6" fmla="*/ 1792 w 1792"/>
                <a:gd name="T7" fmla="*/ 2 h 1346"/>
                <a:gd name="T8" fmla="*/ 0 w 1792"/>
                <a:gd name="T9" fmla="*/ 2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2" h="1346">
                  <a:moveTo>
                    <a:pt x="0" y="2"/>
                  </a:moveTo>
                  <a:cubicBezTo>
                    <a:pt x="97" y="445"/>
                    <a:pt x="134" y="899"/>
                    <a:pt x="227" y="1343"/>
                  </a:cubicBezTo>
                  <a:cubicBezTo>
                    <a:pt x="675" y="1340"/>
                    <a:pt x="1122" y="1346"/>
                    <a:pt x="1570" y="1340"/>
                  </a:cubicBezTo>
                  <a:cubicBezTo>
                    <a:pt x="1653" y="895"/>
                    <a:pt x="1724" y="449"/>
                    <a:pt x="1792" y="2"/>
                  </a:cubicBezTo>
                  <a:cubicBezTo>
                    <a:pt x="1195" y="0"/>
                    <a:pt x="597" y="1"/>
                    <a:pt x="0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9" name="Group 82"/>
          <p:cNvGrpSpPr>
            <a:grpSpLocks noChangeAspect="1"/>
          </p:cNvGrpSpPr>
          <p:nvPr/>
        </p:nvGrpSpPr>
        <p:grpSpPr bwMode="auto">
          <a:xfrm>
            <a:off x="5957888" y="2462214"/>
            <a:ext cx="1084263" cy="1690688"/>
            <a:chOff x="3753" y="1551"/>
            <a:chExt cx="683" cy="1065"/>
          </a:xfrm>
          <a:solidFill>
            <a:srgbClr val="595959"/>
          </a:solidFill>
        </p:grpSpPr>
        <p:sp>
          <p:nvSpPr>
            <p:cNvPr id="181" name="Freeform 83"/>
            <p:cNvSpPr>
              <a:spLocks/>
            </p:cNvSpPr>
            <p:nvPr/>
          </p:nvSpPr>
          <p:spPr bwMode="auto">
            <a:xfrm flipV="1">
              <a:off x="4081" y="1551"/>
              <a:ext cx="355" cy="334"/>
            </a:xfrm>
            <a:custGeom>
              <a:avLst/>
              <a:gdLst>
                <a:gd name="T0" fmla="*/ 124 w 2214"/>
                <a:gd name="T1" fmla="*/ 1297 h 2094"/>
                <a:gd name="T2" fmla="*/ 2086 w 2214"/>
                <a:gd name="T3" fmla="*/ 1245 h 2094"/>
                <a:gd name="T4" fmla="*/ 1256 w 2214"/>
                <a:gd name="T5" fmla="*/ 312 h 2094"/>
                <a:gd name="T6" fmla="*/ 91 w 2214"/>
                <a:gd name="T7" fmla="*/ 125 h 2094"/>
                <a:gd name="T8" fmla="*/ 380 w 2214"/>
                <a:gd name="T9" fmla="*/ 510 h 2094"/>
                <a:gd name="T10" fmla="*/ 124 w 2214"/>
                <a:gd name="T11" fmla="*/ 1297 h 2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14" h="2094">
                  <a:moveTo>
                    <a:pt x="124" y="1297"/>
                  </a:moveTo>
                  <a:cubicBezTo>
                    <a:pt x="439" y="2094"/>
                    <a:pt x="1823" y="2071"/>
                    <a:pt x="2086" y="1245"/>
                  </a:cubicBezTo>
                  <a:cubicBezTo>
                    <a:pt x="2214" y="749"/>
                    <a:pt x="1706" y="350"/>
                    <a:pt x="1256" y="312"/>
                  </a:cubicBezTo>
                  <a:cubicBezTo>
                    <a:pt x="855" y="314"/>
                    <a:pt x="499" y="0"/>
                    <a:pt x="91" y="125"/>
                  </a:cubicBezTo>
                  <a:cubicBezTo>
                    <a:pt x="231" y="202"/>
                    <a:pt x="433" y="319"/>
                    <a:pt x="380" y="510"/>
                  </a:cubicBezTo>
                  <a:cubicBezTo>
                    <a:pt x="183" y="714"/>
                    <a:pt x="0" y="1005"/>
                    <a:pt x="124" y="12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2" name="Freeform 84"/>
            <p:cNvSpPr>
              <a:spLocks/>
            </p:cNvSpPr>
            <p:nvPr/>
          </p:nvSpPr>
          <p:spPr bwMode="auto">
            <a:xfrm flipV="1">
              <a:off x="3866" y="1702"/>
              <a:ext cx="224" cy="216"/>
            </a:xfrm>
            <a:custGeom>
              <a:avLst/>
              <a:gdLst>
                <a:gd name="T0" fmla="*/ 533 w 1403"/>
                <a:gd name="T1" fmla="*/ 1202 h 1351"/>
                <a:gd name="T2" fmla="*/ 1184 w 1403"/>
                <a:gd name="T3" fmla="*/ 450 h 1351"/>
                <a:gd name="T4" fmla="*/ 268 w 1403"/>
                <a:gd name="T5" fmla="*/ 328 h 1351"/>
                <a:gd name="T6" fmla="*/ 533 w 1403"/>
                <a:gd name="T7" fmla="*/ 1202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3" h="1351">
                  <a:moveTo>
                    <a:pt x="533" y="1202"/>
                  </a:moveTo>
                  <a:cubicBezTo>
                    <a:pt x="954" y="1351"/>
                    <a:pt x="1403" y="847"/>
                    <a:pt x="1184" y="450"/>
                  </a:cubicBezTo>
                  <a:cubicBezTo>
                    <a:pt x="1036" y="92"/>
                    <a:pt x="495" y="0"/>
                    <a:pt x="268" y="328"/>
                  </a:cubicBezTo>
                  <a:cubicBezTo>
                    <a:pt x="0" y="603"/>
                    <a:pt x="164" y="1116"/>
                    <a:pt x="533" y="120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3" name="Freeform 85"/>
            <p:cNvSpPr>
              <a:spLocks noEditPoints="1"/>
            </p:cNvSpPr>
            <p:nvPr/>
          </p:nvSpPr>
          <p:spPr bwMode="auto">
            <a:xfrm flipV="1">
              <a:off x="3753" y="1763"/>
              <a:ext cx="415" cy="853"/>
            </a:xfrm>
            <a:custGeom>
              <a:avLst/>
              <a:gdLst>
                <a:gd name="T0" fmla="*/ 395 w 2591"/>
                <a:gd name="T1" fmla="*/ 4984 h 5348"/>
                <a:gd name="T2" fmla="*/ 636 w 2591"/>
                <a:gd name="T3" fmla="*/ 5348 h 5348"/>
                <a:gd name="T4" fmla="*/ 717 w 2591"/>
                <a:gd name="T5" fmla="*/ 5121 h 5348"/>
                <a:gd name="T6" fmla="*/ 543 w 2591"/>
                <a:gd name="T7" fmla="*/ 4998 h 5348"/>
                <a:gd name="T8" fmla="*/ 660 w 2591"/>
                <a:gd name="T9" fmla="*/ 4714 h 5348"/>
                <a:gd name="T10" fmla="*/ 737 w 2591"/>
                <a:gd name="T11" fmla="*/ 4625 h 5348"/>
                <a:gd name="T12" fmla="*/ 910 w 2591"/>
                <a:gd name="T13" fmla="*/ 4687 h 5348"/>
                <a:gd name="T14" fmla="*/ 1026 w 2591"/>
                <a:gd name="T15" fmla="*/ 4480 h 5348"/>
                <a:gd name="T16" fmla="*/ 549 w 2591"/>
                <a:gd name="T17" fmla="*/ 4577 h 5348"/>
                <a:gd name="T18" fmla="*/ 435 w 2591"/>
                <a:gd name="T19" fmla="*/ 4355 h 5348"/>
                <a:gd name="T20" fmla="*/ 1884 w 2591"/>
                <a:gd name="T21" fmla="*/ 4337 h 5348"/>
                <a:gd name="T22" fmla="*/ 2379 w 2591"/>
                <a:gd name="T23" fmla="*/ 3851 h 5348"/>
                <a:gd name="T24" fmla="*/ 2281 w 2591"/>
                <a:gd name="T25" fmla="*/ 2565 h 5348"/>
                <a:gd name="T26" fmla="*/ 2017 w 2591"/>
                <a:gd name="T27" fmla="*/ 2180 h 5348"/>
                <a:gd name="T28" fmla="*/ 2013 w 2591"/>
                <a:gd name="T29" fmla="*/ 404 h 5348"/>
                <a:gd name="T30" fmla="*/ 1777 w 2591"/>
                <a:gd name="T31" fmla="*/ 108 h 5348"/>
                <a:gd name="T32" fmla="*/ 1399 w 2591"/>
                <a:gd name="T33" fmla="*/ 403 h 5348"/>
                <a:gd name="T34" fmla="*/ 1398 w 2591"/>
                <a:gd name="T35" fmla="*/ 2302 h 5348"/>
                <a:gd name="T36" fmla="*/ 1304 w 2591"/>
                <a:gd name="T37" fmla="*/ 2302 h 5348"/>
                <a:gd name="T38" fmla="*/ 1301 w 2591"/>
                <a:gd name="T39" fmla="*/ 370 h 5348"/>
                <a:gd name="T40" fmla="*/ 710 w 2591"/>
                <a:gd name="T41" fmla="*/ 306 h 5348"/>
                <a:gd name="T42" fmla="*/ 702 w 2591"/>
                <a:gd name="T43" fmla="*/ 3925 h 5348"/>
                <a:gd name="T44" fmla="*/ 84 w 2591"/>
                <a:gd name="T45" fmla="*/ 4203 h 5348"/>
                <a:gd name="T46" fmla="*/ 395 w 2591"/>
                <a:gd name="T47" fmla="*/ 4984 h 5348"/>
                <a:gd name="T48" fmla="*/ 2019 w 2591"/>
                <a:gd name="T49" fmla="*/ 3712 h 5348"/>
                <a:gd name="T50" fmla="*/ 2019 w 2591"/>
                <a:gd name="T51" fmla="*/ 2968 h 5348"/>
                <a:gd name="T52" fmla="*/ 2019 w 2591"/>
                <a:gd name="T53" fmla="*/ 3712 h 5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91" h="5348">
                  <a:moveTo>
                    <a:pt x="395" y="4984"/>
                  </a:moveTo>
                  <a:cubicBezTo>
                    <a:pt x="346" y="5163"/>
                    <a:pt x="470" y="5304"/>
                    <a:pt x="636" y="5348"/>
                  </a:cubicBezTo>
                  <a:cubicBezTo>
                    <a:pt x="695" y="5287"/>
                    <a:pt x="716" y="5204"/>
                    <a:pt x="717" y="5121"/>
                  </a:cubicBezTo>
                  <a:cubicBezTo>
                    <a:pt x="651" y="5093"/>
                    <a:pt x="590" y="5054"/>
                    <a:pt x="543" y="4998"/>
                  </a:cubicBezTo>
                  <a:cubicBezTo>
                    <a:pt x="622" y="4923"/>
                    <a:pt x="680" y="4827"/>
                    <a:pt x="660" y="4714"/>
                  </a:cubicBezTo>
                  <a:cubicBezTo>
                    <a:pt x="686" y="4684"/>
                    <a:pt x="711" y="4654"/>
                    <a:pt x="737" y="4625"/>
                  </a:cubicBezTo>
                  <a:cubicBezTo>
                    <a:pt x="795" y="4645"/>
                    <a:pt x="853" y="4665"/>
                    <a:pt x="910" y="4687"/>
                  </a:cubicBezTo>
                  <a:cubicBezTo>
                    <a:pt x="961" y="4625"/>
                    <a:pt x="1001" y="4556"/>
                    <a:pt x="1026" y="4480"/>
                  </a:cubicBezTo>
                  <a:cubicBezTo>
                    <a:pt x="861" y="4356"/>
                    <a:pt x="658" y="4412"/>
                    <a:pt x="549" y="4577"/>
                  </a:cubicBezTo>
                  <a:cubicBezTo>
                    <a:pt x="506" y="4506"/>
                    <a:pt x="466" y="4432"/>
                    <a:pt x="435" y="4355"/>
                  </a:cubicBezTo>
                  <a:cubicBezTo>
                    <a:pt x="913" y="4304"/>
                    <a:pt x="1402" y="4380"/>
                    <a:pt x="1884" y="4337"/>
                  </a:cubicBezTo>
                  <a:cubicBezTo>
                    <a:pt x="2094" y="4234"/>
                    <a:pt x="2293" y="4077"/>
                    <a:pt x="2379" y="3851"/>
                  </a:cubicBezTo>
                  <a:cubicBezTo>
                    <a:pt x="2591" y="3440"/>
                    <a:pt x="2454" y="2963"/>
                    <a:pt x="2281" y="2565"/>
                  </a:cubicBezTo>
                  <a:cubicBezTo>
                    <a:pt x="2203" y="2431"/>
                    <a:pt x="2146" y="2275"/>
                    <a:pt x="2017" y="2180"/>
                  </a:cubicBezTo>
                  <a:cubicBezTo>
                    <a:pt x="2008" y="1588"/>
                    <a:pt x="2016" y="996"/>
                    <a:pt x="2013" y="404"/>
                  </a:cubicBezTo>
                  <a:cubicBezTo>
                    <a:pt x="2018" y="264"/>
                    <a:pt x="1912" y="138"/>
                    <a:pt x="1777" y="108"/>
                  </a:cubicBezTo>
                  <a:cubicBezTo>
                    <a:pt x="1597" y="61"/>
                    <a:pt x="1400" y="219"/>
                    <a:pt x="1399" y="403"/>
                  </a:cubicBezTo>
                  <a:cubicBezTo>
                    <a:pt x="1396" y="1036"/>
                    <a:pt x="1400" y="1669"/>
                    <a:pt x="1398" y="2302"/>
                  </a:cubicBezTo>
                  <a:cubicBezTo>
                    <a:pt x="1375" y="2302"/>
                    <a:pt x="1328" y="2302"/>
                    <a:pt x="1304" y="2302"/>
                  </a:cubicBezTo>
                  <a:cubicBezTo>
                    <a:pt x="1296" y="1657"/>
                    <a:pt x="1300" y="1014"/>
                    <a:pt x="1301" y="370"/>
                  </a:cubicBezTo>
                  <a:cubicBezTo>
                    <a:pt x="1276" y="65"/>
                    <a:pt x="788" y="0"/>
                    <a:pt x="710" y="306"/>
                  </a:cubicBezTo>
                  <a:cubicBezTo>
                    <a:pt x="694" y="1511"/>
                    <a:pt x="707" y="2718"/>
                    <a:pt x="702" y="3925"/>
                  </a:cubicBezTo>
                  <a:cubicBezTo>
                    <a:pt x="471" y="3923"/>
                    <a:pt x="200" y="3980"/>
                    <a:pt x="84" y="4203"/>
                  </a:cubicBezTo>
                  <a:cubicBezTo>
                    <a:pt x="0" y="4503"/>
                    <a:pt x="180" y="4791"/>
                    <a:pt x="395" y="4984"/>
                  </a:cubicBezTo>
                  <a:moveTo>
                    <a:pt x="2019" y="3712"/>
                  </a:moveTo>
                  <a:cubicBezTo>
                    <a:pt x="2010" y="3464"/>
                    <a:pt x="2009" y="3216"/>
                    <a:pt x="2019" y="2968"/>
                  </a:cubicBezTo>
                  <a:cubicBezTo>
                    <a:pt x="2099" y="3208"/>
                    <a:pt x="2130" y="3477"/>
                    <a:pt x="2019" y="37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5" name="Group 88"/>
          <p:cNvGrpSpPr>
            <a:grpSpLocks noChangeAspect="1"/>
          </p:cNvGrpSpPr>
          <p:nvPr/>
        </p:nvGrpSpPr>
        <p:grpSpPr bwMode="auto">
          <a:xfrm>
            <a:off x="4725992" y="2630489"/>
            <a:ext cx="619125" cy="1387475"/>
            <a:chOff x="2977" y="1657"/>
            <a:chExt cx="390" cy="874"/>
          </a:xfrm>
          <a:solidFill>
            <a:srgbClr val="595959"/>
          </a:solidFill>
        </p:grpSpPr>
        <p:sp>
          <p:nvSpPr>
            <p:cNvPr id="187" name="Freeform 89"/>
            <p:cNvSpPr>
              <a:spLocks/>
            </p:cNvSpPr>
            <p:nvPr/>
          </p:nvSpPr>
          <p:spPr bwMode="auto">
            <a:xfrm flipV="1">
              <a:off x="3064" y="1657"/>
              <a:ext cx="218" cy="204"/>
            </a:xfrm>
            <a:custGeom>
              <a:avLst/>
              <a:gdLst>
                <a:gd name="T0" fmla="*/ 513 w 1414"/>
                <a:gd name="T1" fmla="*/ 1161 h 1335"/>
                <a:gd name="T2" fmla="*/ 1156 w 1414"/>
                <a:gd name="T3" fmla="*/ 379 h 1335"/>
                <a:gd name="T4" fmla="*/ 228 w 1414"/>
                <a:gd name="T5" fmla="*/ 331 h 1335"/>
                <a:gd name="T6" fmla="*/ 513 w 1414"/>
                <a:gd name="T7" fmla="*/ 1161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4" h="1335">
                  <a:moveTo>
                    <a:pt x="513" y="1161"/>
                  </a:moveTo>
                  <a:cubicBezTo>
                    <a:pt x="953" y="1335"/>
                    <a:pt x="1414" y="773"/>
                    <a:pt x="1156" y="379"/>
                  </a:cubicBezTo>
                  <a:cubicBezTo>
                    <a:pt x="996" y="19"/>
                    <a:pt x="427" y="0"/>
                    <a:pt x="228" y="331"/>
                  </a:cubicBezTo>
                  <a:cubicBezTo>
                    <a:pt x="0" y="611"/>
                    <a:pt x="174" y="1067"/>
                    <a:pt x="513" y="116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8" name="Freeform 90"/>
            <p:cNvSpPr>
              <a:spLocks noEditPoints="1"/>
            </p:cNvSpPr>
            <p:nvPr/>
          </p:nvSpPr>
          <p:spPr bwMode="auto">
            <a:xfrm flipV="1">
              <a:off x="2977" y="1872"/>
              <a:ext cx="390" cy="659"/>
            </a:xfrm>
            <a:custGeom>
              <a:avLst/>
              <a:gdLst>
                <a:gd name="T0" fmla="*/ 121 w 2536"/>
                <a:gd name="T1" fmla="*/ 3811 h 4308"/>
                <a:gd name="T2" fmla="*/ 752 w 2536"/>
                <a:gd name="T3" fmla="*/ 4303 h 4308"/>
                <a:gd name="T4" fmla="*/ 1710 w 2536"/>
                <a:gd name="T5" fmla="*/ 4301 h 4308"/>
                <a:gd name="T6" fmla="*/ 2254 w 2536"/>
                <a:gd name="T7" fmla="*/ 3233 h 4308"/>
                <a:gd name="T8" fmla="*/ 1530 w 2536"/>
                <a:gd name="T9" fmla="*/ 2957 h 4308"/>
                <a:gd name="T10" fmla="*/ 1181 w 2536"/>
                <a:gd name="T11" fmla="*/ 3043 h 4308"/>
                <a:gd name="T12" fmla="*/ 1321 w 2536"/>
                <a:gd name="T13" fmla="*/ 3351 h 4308"/>
                <a:gd name="T14" fmla="*/ 1902 w 2536"/>
                <a:gd name="T15" fmla="*/ 3445 h 4308"/>
                <a:gd name="T16" fmla="*/ 1878 w 2536"/>
                <a:gd name="T17" fmla="*/ 3819 h 4308"/>
                <a:gd name="T18" fmla="*/ 1873 w 2536"/>
                <a:gd name="T19" fmla="*/ 3475 h 4308"/>
                <a:gd name="T20" fmla="*/ 1562 w 2536"/>
                <a:gd name="T21" fmla="*/ 3398 h 4308"/>
                <a:gd name="T22" fmla="*/ 1492 w 2536"/>
                <a:gd name="T23" fmla="*/ 3829 h 4308"/>
                <a:gd name="T24" fmla="*/ 834 w 2536"/>
                <a:gd name="T25" fmla="*/ 3724 h 4308"/>
                <a:gd name="T26" fmla="*/ 998 w 2536"/>
                <a:gd name="T27" fmla="*/ 2619 h 4308"/>
                <a:gd name="T28" fmla="*/ 1654 w 2536"/>
                <a:gd name="T29" fmla="*/ 2722 h 4308"/>
                <a:gd name="T30" fmla="*/ 1631 w 2536"/>
                <a:gd name="T31" fmla="*/ 2908 h 4308"/>
                <a:gd name="T32" fmla="*/ 1871 w 2536"/>
                <a:gd name="T33" fmla="*/ 2952 h 4308"/>
                <a:gd name="T34" fmla="*/ 1873 w 2536"/>
                <a:gd name="T35" fmla="*/ 358 h 4308"/>
                <a:gd name="T36" fmla="*/ 1464 w 2536"/>
                <a:gd name="T37" fmla="*/ 77 h 4308"/>
                <a:gd name="T38" fmla="*/ 1274 w 2536"/>
                <a:gd name="T39" fmla="*/ 357 h 4308"/>
                <a:gd name="T40" fmla="*/ 1273 w 2536"/>
                <a:gd name="T41" fmla="*/ 2257 h 4308"/>
                <a:gd name="T42" fmla="*/ 1157 w 2536"/>
                <a:gd name="T43" fmla="*/ 2257 h 4308"/>
                <a:gd name="T44" fmla="*/ 1157 w 2536"/>
                <a:gd name="T45" fmla="*/ 393 h 4308"/>
                <a:gd name="T46" fmla="*/ 824 w 2536"/>
                <a:gd name="T47" fmla="*/ 59 h 4308"/>
                <a:gd name="T48" fmla="*/ 555 w 2536"/>
                <a:gd name="T49" fmla="*/ 392 h 4308"/>
                <a:gd name="T50" fmla="*/ 555 w 2536"/>
                <a:gd name="T51" fmla="*/ 2165 h 4308"/>
                <a:gd name="T52" fmla="*/ 293 w 2536"/>
                <a:gd name="T53" fmla="*/ 2612 h 4308"/>
                <a:gd name="T54" fmla="*/ 121 w 2536"/>
                <a:gd name="T55" fmla="*/ 3811 h 4308"/>
                <a:gd name="T56" fmla="*/ 552 w 2536"/>
                <a:gd name="T57" fmla="*/ 3060 h 4308"/>
                <a:gd name="T58" fmla="*/ 551 w 2536"/>
                <a:gd name="T59" fmla="*/ 3820 h 4308"/>
                <a:gd name="T60" fmla="*/ 552 w 2536"/>
                <a:gd name="T61" fmla="*/ 3060 h 4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36" h="4308">
                  <a:moveTo>
                    <a:pt x="121" y="3811"/>
                  </a:moveTo>
                  <a:cubicBezTo>
                    <a:pt x="204" y="4087"/>
                    <a:pt x="462" y="4296"/>
                    <a:pt x="752" y="4303"/>
                  </a:cubicBezTo>
                  <a:cubicBezTo>
                    <a:pt x="1071" y="4303"/>
                    <a:pt x="1391" y="4308"/>
                    <a:pt x="1710" y="4301"/>
                  </a:cubicBezTo>
                  <a:cubicBezTo>
                    <a:pt x="2197" y="4268"/>
                    <a:pt x="2536" y="3649"/>
                    <a:pt x="2254" y="3233"/>
                  </a:cubicBezTo>
                  <a:cubicBezTo>
                    <a:pt x="2069" y="3038"/>
                    <a:pt x="1793" y="2959"/>
                    <a:pt x="1530" y="2957"/>
                  </a:cubicBezTo>
                  <a:cubicBezTo>
                    <a:pt x="1411" y="2957"/>
                    <a:pt x="1263" y="2936"/>
                    <a:pt x="1181" y="3043"/>
                  </a:cubicBezTo>
                  <a:cubicBezTo>
                    <a:pt x="1091" y="3156"/>
                    <a:pt x="1175" y="3347"/>
                    <a:pt x="1321" y="3351"/>
                  </a:cubicBezTo>
                  <a:cubicBezTo>
                    <a:pt x="1516" y="3353"/>
                    <a:pt x="1730" y="3335"/>
                    <a:pt x="1902" y="3445"/>
                  </a:cubicBezTo>
                  <a:cubicBezTo>
                    <a:pt x="2021" y="3540"/>
                    <a:pt x="1947" y="3715"/>
                    <a:pt x="1878" y="3819"/>
                  </a:cubicBezTo>
                  <a:cubicBezTo>
                    <a:pt x="1873" y="3704"/>
                    <a:pt x="1873" y="3590"/>
                    <a:pt x="1873" y="3475"/>
                  </a:cubicBezTo>
                  <a:cubicBezTo>
                    <a:pt x="1774" y="3434"/>
                    <a:pt x="1668" y="3411"/>
                    <a:pt x="1562" y="3398"/>
                  </a:cubicBezTo>
                  <a:cubicBezTo>
                    <a:pt x="1536" y="3541"/>
                    <a:pt x="1511" y="3685"/>
                    <a:pt x="1492" y="3829"/>
                  </a:cubicBezTo>
                  <a:cubicBezTo>
                    <a:pt x="1271" y="3803"/>
                    <a:pt x="1052" y="3762"/>
                    <a:pt x="834" y="3724"/>
                  </a:cubicBezTo>
                  <a:cubicBezTo>
                    <a:pt x="896" y="3357"/>
                    <a:pt x="965" y="2990"/>
                    <a:pt x="998" y="2619"/>
                  </a:cubicBezTo>
                  <a:cubicBezTo>
                    <a:pt x="1218" y="2645"/>
                    <a:pt x="1435" y="2692"/>
                    <a:pt x="1654" y="2722"/>
                  </a:cubicBezTo>
                  <a:cubicBezTo>
                    <a:pt x="1647" y="2784"/>
                    <a:pt x="1639" y="2846"/>
                    <a:pt x="1631" y="2908"/>
                  </a:cubicBezTo>
                  <a:cubicBezTo>
                    <a:pt x="1711" y="2921"/>
                    <a:pt x="1791" y="2936"/>
                    <a:pt x="1871" y="2952"/>
                  </a:cubicBezTo>
                  <a:cubicBezTo>
                    <a:pt x="1877" y="2088"/>
                    <a:pt x="1873" y="1223"/>
                    <a:pt x="1873" y="358"/>
                  </a:cubicBezTo>
                  <a:cubicBezTo>
                    <a:pt x="1875" y="160"/>
                    <a:pt x="1650" y="0"/>
                    <a:pt x="1464" y="77"/>
                  </a:cubicBezTo>
                  <a:cubicBezTo>
                    <a:pt x="1343" y="114"/>
                    <a:pt x="1273" y="235"/>
                    <a:pt x="1274" y="357"/>
                  </a:cubicBezTo>
                  <a:cubicBezTo>
                    <a:pt x="1270" y="991"/>
                    <a:pt x="1274" y="1624"/>
                    <a:pt x="1273" y="2257"/>
                  </a:cubicBezTo>
                  <a:cubicBezTo>
                    <a:pt x="1234" y="2257"/>
                    <a:pt x="1195" y="2257"/>
                    <a:pt x="1157" y="2257"/>
                  </a:cubicBezTo>
                  <a:cubicBezTo>
                    <a:pt x="1157" y="1636"/>
                    <a:pt x="1156" y="1015"/>
                    <a:pt x="1157" y="393"/>
                  </a:cubicBezTo>
                  <a:cubicBezTo>
                    <a:pt x="1172" y="216"/>
                    <a:pt x="1005" y="35"/>
                    <a:pt x="824" y="59"/>
                  </a:cubicBezTo>
                  <a:cubicBezTo>
                    <a:pt x="662" y="69"/>
                    <a:pt x="547" y="238"/>
                    <a:pt x="555" y="392"/>
                  </a:cubicBezTo>
                  <a:cubicBezTo>
                    <a:pt x="556" y="983"/>
                    <a:pt x="555" y="1574"/>
                    <a:pt x="555" y="2165"/>
                  </a:cubicBezTo>
                  <a:cubicBezTo>
                    <a:pt x="389" y="2254"/>
                    <a:pt x="360" y="2454"/>
                    <a:pt x="293" y="2612"/>
                  </a:cubicBezTo>
                  <a:cubicBezTo>
                    <a:pt x="147" y="2989"/>
                    <a:pt x="0" y="3408"/>
                    <a:pt x="121" y="3811"/>
                  </a:cubicBezTo>
                  <a:moveTo>
                    <a:pt x="552" y="3060"/>
                  </a:moveTo>
                  <a:cubicBezTo>
                    <a:pt x="558" y="3313"/>
                    <a:pt x="557" y="3567"/>
                    <a:pt x="551" y="3820"/>
                  </a:cubicBezTo>
                  <a:cubicBezTo>
                    <a:pt x="424" y="3585"/>
                    <a:pt x="475" y="3302"/>
                    <a:pt x="552" y="30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596183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8"/>
          <p:cNvGrpSpPr>
            <a:grpSpLocks/>
          </p:cNvGrpSpPr>
          <p:nvPr/>
        </p:nvGrpSpPr>
        <p:grpSpPr bwMode="auto">
          <a:xfrm>
            <a:off x="931765" y="370097"/>
            <a:ext cx="1139950" cy="1699267"/>
            <a:chOff x="389" y="6"/>
            <a:chExt cx="1337" cy="199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8" name="Freeform 6"/>
            <p:cNvSpPr>
              <a:spLocks/>
            </p:cNvSpPr>
            <p:nvPr/>
          </p:nvSpPr>
          <p:spPr bwMode="auto">
            <a:xfrm flipV="1">
              <a:off x="819" y="6"/>
              <a:ext cx="333" cy="337"/>
            </a:xfrm>
            <a:custGeom>
              <a:avLst/>
              <a:gdLst>
                <a:gd name="T0" fmla="*/ 843 w 2265"/>
                <a:gd name="T1" fmla="*/ 2241 h 2300"/>
                <a:gd name="T2" fmla="*/ 1529 w 2265"/>
                <a:gd name="T3" fmla="*/ 2205 h 2300"/>
                <a:gd name="T4" fmla="*/ 2249 w 2265"/>
                <a:gd name="T5" fmla="*/ 1281 h 2300"/>
                <a:gd name="T6" fmla="*/ 2130 w 2265"/>
                <a:gd name="T7" fmla="*/ 638 h 2300"/>
                <a:gd name="T8" fmla="*/ 1342 w 2265"/>
                <a:gd name="T9" fmla="*/ 50 h 2300"/>
                <a:gd name="T10" fmla="*/ 551 w 2265"/>
                <a:gd name="T11" fmla="*/ 197 h 2300"/>
                <a:gd name="T12" fmla="*/ 32 w 2265"/>
                <a:gd name="T13" fmla="*/ 934 h 2300"/>
                <a:gd name="T14" fmla="*/ 76 w 2265"/>
                <a:gd name="T15" fmla="*/ 1530 h 2300"/>
                <a:gd name="T16" fmla="*/ 843 w 2265"/>
                <a:gd name="T17" fmla="*/ 2241 h 2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5" h="2300">
                  <a:moveTo>
                    <a:pt x="843" y="2241"/>
                  </a:moveTo>
                  <a:cubicBezTo>
                    <a:pt x="1068" y="2300"/>
                    <a:pt x="1312" y="2292"/>
                    <a:pt x="1529" y="2205"/>
                  </a:cubicBezTo>
                  <a:cubicBezTo>
                    <a:pt x="1919" y="2067"/>
                    <a:pt x="2206" y="1690"/>
                    <a:pt x="2249" y="1281"/>
                  </a:cubicBezTo>
                  <a:cubicBezTo>
                    <a:pt x="2265" y="1061"/>
                    <a:pt x="2241" y="832"/>
                    <a:pt x="2130" y="638"/>
                  </a:cubicBezTo>
                  <a:cubicBezTo>
                    <a:pt x="1975" y="335"/>
                    <a:pt x="1675" y="114"/>
                    <a:pt x="1342" y="50"/>
                  </a:cubicBezTo>
                  <a:cubicBezTo>
                    <a:pt x="1072" y="0"/>
                    <a:pt x="785" y="52"/>
                    <a:pt x="551" y="197"/>
                  </a:cubicBezTo>
                  <a:cubicBezTo>
                    <a:pt x="280" y="350"/>
                    <a:pt x="97" y="634"/>
                    <a:pt x="32" y="934"/>
                  </a:cubicBezTo>
                  <a:cubicBezTo>
                    <a:pt x="24" y="1132"/>
                    <a:pt x="0" y="1341"/>
                    <a:pt x="76" y="1530"/>
                  </a:cubicBezTo>
                  <a:cubicBezTo>
                    <a:pt x="195" y="1874"/>
                    <a:pt x="492" y="2147"/>
                    <a:pt x="843" y="22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 flipV="1">
              <a:off x="389" y="379"/>
              <a:ext cx="1337" cy="1620"/>
            </a:xfrm>
            <a:custGeom>
              <a:avLst/>
              <a:gdLst>
                <a:gd name="T0" fmla="*/ 3324 w 9106"/>
                <a:gd name="T1" fmla="*/ 10210 h 11043"/>
                <a:gd name="T2" fmla="*/ 4671 w 9106"/>
                <a:gd name="T3" fmla="*/ 10988 h 11043"/>
                <a:gd name="T4" fmla="*/ 5274 w 9106"/>
                <a:gd name="T5" fmla="*/ 10772 h 11043"/>
                <a:gd name="T6" fmla="*/ 6689 w 9106"/>
                <a:gd name="T7" fmla="*/ 9964 h 11043"/>
                <a:gd name="T8" fmla="*/ 7331 w 9106"/>
                <a:gd name="T9" fmla="*/ 9585 h 11043"/>
                <a:gd name="T10" fmla="*/ 7646 w 9106"/>
                <a:gd name="T11" fmla="*/ 9119 h 11043"/>
                <a:gd name="T12" fmla="*/ 8543 w 9106"/>
                <a:gd name="T13" fmla="*/ 7410 h 11043"/>
                <a:gd name="T14" fmla="*/ 8432 w 9106"/>
                <a:gd name="T15" fmla="*/ 6725 h 11043"/>
                <a:gd name="T16" fmla="*/ 7823 w 9106"/>
                <a:gd name="T17" fmla="*/ 6611 h 11043"/>
                <a:gd name="T18" fmla="*/ 7385 w 9106"/>
                <a:gd name="T19" fmla="*/ 7167 h 11043"/>
                <a:gd name="T20" fmla="*/ 6619 w 9106"/>
                <a:gd name="T21" fmla="*/ 8628 h 11043"/>
                <a:gd name="T22" fmla="*/ 6506 w 9106"/>
                <a:gd name="T23" fmla="*/ 8757 h 11043"/>
                <a:gd name="T24" fmla="*/ 5995 w 9106"/>
                <a:gd name="T25" fmla="*/ 9045 h 11043"/>
                <a:gd name="T26" fmla="*/ 6478 w 9106"/>
                <a:gd name="T27" fmla="*/ 6877 h 11043"/>
                <a:gd name="T28" fmla="*/ 6623 w 9106"/>
                <a:gd name="T29" fmla="*/ 6060 h 11043"/>
                <a:gd name="T30" fmla="*/ 7030 w 9106"/>
                <a:gd name="T31" fmla="*/ 3672 h 11043"/>
                <a:gd name="T32" fmla="*/ 7120 w 9106"/>
                <a:gd name="T33" fmla="*/ 3374 h 11043"/>
                <a:gd name="T34" fmla="*/ 8899 w 9106"/>
                <a:gd name="T35" fmla="*/ 1273 h 11043"/>
                <a:gd name="T36" fmla="*/ 9022 w 9106"/>
                <a:gd name="T37" fmla="*/ 593 h 11043"/>
                <a:gd name="T38" fmla="*/ 8161 w 9106"/>
                <a:gd name="T39" fmla="*/ 185 h 11043"/>
                <a:gd name="T40" fmla="*/ 7705 w 9106"/>
                <a:gd name="T41" fmla="*/ 573 h 11043"/>
                <a:gd name="T42" fmla="*/ 5653 w 9106"/>
                <a:gd name="T43" fmla="*/ 3001 h 11043"/>
                <a:gd name="T44" fmla="*/ 5475 w 9106"/>
                <a:gd name="T45" fmla="*/ 3375 h 11043"/>
                <a:gd name="T46" fmla="*/ 5273 w 9106"/>
                <a:gd name="T47" fmla="*/ 4523 h 11043"/>
                <a:gd name="T48" fmla="*/ 5106 w 9106"/>
                <a:gd name="T49" fmla="*/ 5383 h 11043"/>
                <a:gd name="T50" fmla="*/ 3456 w 9106"/>
                <a:gd name="T51" fmla="*/ 3621 h 11043"/>
                <a:gd name="T52" fmla="*/ 3426 w 9106"/>
                <a:gd name="T53" fmla="*/ 3531 h 11043"/>
                <a:gd name="T54" fmla="*/ 3426 w 9106"/>
                <a:gd name="T55" fmla="*/ 608 h 11043"/>
                <a:gd name="T56" fmla="*/ 3068 w 9106"/>
                <a:gd name="T57" fmla="*/ 31 h 11043"/>
                <a:gd name="T58" fmla="*/ 2483 w 9106"/>
                <a:gd name="T59" fmla="*/ 21 h 11043"/>
                <a:gd name="T60" fmla="*/ 2076 w 9106"/>
                <a:gd name="T61" fmla="*/ 643 h 11043"/>
                <a:gd name="T62" fmla="*/ 2076 w 9106"/>
                <a:gd name="T63" fmla="*/ 4171 h 11043"/>
                <a:gd name="T64" fmla="*/ 2237 w 9106"/>
                <a:gd name="T65" fmla="*/ 4631 h 11043"/>
                <a:gd name="T66" fmla="*/ 3616 w 9106"/>
                <a:gd name="T67" fmla="*/ 6107 h 11043"/>
                <a:gd name="T68" fmla="*/ 3957 w 9106"/>
                <a:gd name="T69" fmla="*/ 6473 h 11043"/>
                <a:gd name="T70" fmla="*/ 3840 w 9106"/>
                <a:gd name="T71" fmla="*/ 7049 h 11043"/>
                <a:gd name="T72" fmla="*/ 3586 w 9106"/>
                <a:gd name="T73" fmla="*/ 8208 h 11043"/>
                <a:gd name="T74" fmla="*/ 3190 w 9106"/>
                <a:gd name="T75" fmla="*/ 7380 h 11043"/>
                <a:gd name="T76" fmla="*/ 2827 w 9106"/>
                <a:gd name="T77" fmla="*/ 6900 h 11043"/>
                <a:gd name="T78" fmla="*/ 2003 w 9106"/>
                <a:gd name="T79" fmla="*/ 6713 h 11043"/>
                <a:gd name="T80" fmla="*/ 721 w 9106"/>
                <a:gd name="T81" fmla="*/ 6462 h 11043"/>
                <a:gd name="T82" fmla="*/ 38 w 9106"/>
                <a:gd name="T83" fmla="*/ 6886 h 11043"/>
                <a:gd name="T84" fmla="*/ 453 w 9106"/>
                <a:gd name="T85" fmla="*/ 7568 h 11043"/>
                <a:gd name="T86" fmla="*/ 2176 w 9106"/>
                <a:gd name="T87" fmla="*/ 7903 h 11043"/>
                <a:gd name="T88" fmla="*/ 3324 w 9106"/>
                <a:gd name="T89" fmla="*/ 10210 h 1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106" h="11043">
                  <a:moveTo>
                    <a:pt x="3324" y="10210"/>
                  </a:moveTo>
                  <a:cubicBezTo>
                    <a:pt x="3581" y="10688"/>
                    <a:pt x="4117" y="11043"/>
                    <a:pt x="4671" y="10988"/>
                  </a:cubicBezTo>
                  <a:cubicBezTo>
                    <a:pt x="4886" y="10968"/>
                    <a:pt x="5091" y="10884"/>
                    <a:pt x="5274" y="10772"/>
                  </a:cubicBezTo>
                  <a:cubicBezTo>
                    <a:pt x="5745" y="10501"/>
                    <a:pt x="6217" y="10233"/>
                    <a:pt x="6689" y="9964"/>
                  </a:cubicBezTo>
                  <a:cubicBezTo>
                    <a:pt x="6903" y="9837"/>
                    <a:pt x="7127" y="9727"/>
                    <a:pt x="7331" y="9585"/>
                  </a:cubicBezTo>
                  <a:cubicBezTo>
                    <a:pt x="7490" y="9474"/>
                    <a:pt x="7556" y="9282"/>
                    <a:pt x="7646" y="9119"/>
                  </a:cubicBezTo>
                  <a:cubicBezTo>
                    <a:pt x="7944" y="8549"/>
                    <a:pt x="8242" y="7979"/>
                    <a:pt x="8543" y="7410"/>
                  </a:cubicBezTo>
                  <a:cubicBezTo>
                    <a:pt x="8660" y="7192"/>
                    <a:pt x="8624" y="6890"/>
                    <a:pt x="8432" y="6725"/>
                  </a:cubicBezTo>
                  <a:cubicBezTo>
                    <a:pt x="8279" y="6560"/>
                    <a:pt x="8025" y="6547"/>
                    <a:pt x="7823" y="6611"/>
                  </a:cubicBezTo>
                  <a:cubicBezTo>
                    <a:pt x="7584" y="6704"/>
                    <a:pt x="7496" y="6960"/>
                    <a:pt x="7385" y="7167"/>
                  </a:cubicBezTo>
                  <a:cubicBezTo>
                    <a:pt x="7123" y="7651"/>
                    <a:pt x="6878" y="8143"/>
                    <a:pt x="6619" y="8628"/>
                  </a:cubicBezTo>
                  <a:cubicBezTo>
                    <a:pt x="6590" y="8677"/>
                    <a:pt x="6558" y="8729"/>
                    <a:pt x="6506" y="8757"/>
                  </a:cubicBezTo>
                  <a:cubicBezTo>
                    <a:pt x="6338" y="8859"/>
                    <a:pt x="6170" y="8958"/>
                    <a:pt x="5995" y="9045"/>
                  </a:cubicBezTo>
                  <a:cubicBezTo>
                    <a:pt x="6172" y="8326"/>
                    <a:pt x="6312" y="7599"/>
                    <a:pt x="6478" y="6877"/>
                  </a:cubicBezTo>
                  <a:cubicBezTo>
                    <a:pt x="6544" y="6608"/>
                    <a:pt x="6565" y="6331"/>
                    <a:pt x="6623" y="6060"/>
                  </a:cubicBezTo>
                  <a:cubicBezTo>
                    <a:pt x="6761" y="5264"/>
                    <a:pt x="6892" y="4468"/>
                    <a:pt x="7030" y="3672"/>
                  </a:cubicBezTo>
                  <a:cubicBezTo>
                    <a:pt x="7048" y="3570"/>
                    <a:pt x="7048" y="3457"/>
                    <a:pt x="7120" y="3374"/>
                  </a:cubicBezTo>
                  <a:cubicBezTo>
                    <a:pt x="7713" y="2674"/>
                    <a:pt x="8308" y="1974"/>
                    <a:pt x="8899" y="1273"/>
                  </a:cubicBezTo>
                  <a:cubicBezTo>
                    <a:pt x="9059" y="1090"/>
                    <a:pt x="9106" y="819"/>
                    <a:pt x="9022" y="593"/>
                  </a:cubicBezTo>
                  <a:cubicBezTo>
                    <a:pt x="8902" y="259"/>
                    <a:pt x="8497" y="48"/>
                    <a:pt x="8161" y="185"/>
                  </a:cubicBezTo>
                  <a:cubicBezTo>
                    <a:pt x="7962" y="246"/>
                    <a:pt x="7829" y="416"/>
                    <a:pt x="7705" y="573"/>
                  </a:cubicBezTo>
                  <a:cubicBezTo>
                    <a:pt x="7021" y="1382"/>
                    <a:pt x="6336" y="2191"/>
                    <a:pt x="5653" y="3001"/>
                  </a:cubicBezTo>
                  <a:cubicBezTo>
                    <a:pt x="5560" y="3106"/>
                    <a:pt x="5495" y="3236"/>
                    <a:pt x="5475" y="3375"/>
                  </a:cubicBezTo>
                  <a:cubicBezTo>
                    <a:pt x="5410" y="3758"/>
                    <a:pt x="5339" y="4140"/>
                    <a:pt x="5273" y="4523"/>
                  </a:cubicBezTo>
                  <a:cubicBezTo>
                    <a:pt x="5220" y="4810"/>
                    <a:pt x="5192" y="5104"/>
                    <a:pt x="5106" y="5383"/>
                  </a:cubicBezTo>
                  <a:cubicBezTo>
                    <a:pt x="4576" y="4778"/>
                    <a:pt x="3994" y="4220"/>
                    <a:pt x="3456" y="3621"/>
                  </a:cubicBezTo>
                  <a:cubicBezTo>
                    <a:pt x="3433" y="3596"/>
                    <a:pt x="3422" y="3566"/>
                    <a:pt x="3426" y="3531"/>
                  </a:cubicBezTo>
                  <a:cubicBezTo>
                    <a:pt x="3427" y="2557"/>
                    <a:pt x="3427" y="1582"/>
                    <a:pt x="3426" y="608"/>
                  </a:cubicBezTo>
                  <a:cubicBezTo>
                    <a:pt x="3440" y="362"/>
                    <a:pt x="3269" y="151"/>
                    <a:pt x="3068" y="31"/>
                  </a:cubicBezTo>
                  <a:cubicBezTo>
                    <a:pt x="2874" y="3"/>
                    <a:pt x="2678" y="0"/>
                    <a:pt x="2483" y="21"/>
                  </a:cubicBezTo>
                  <a:cubicBezTo>
                    <a:pt x="2243" y="128"/>
                    <a:pt x="2069" y="376"/>
                    <a:pt x="2076" y="643"/>
                  </a:cubicBezTo>
                  <a:cubicBezTo>
                    <a:pt x="2076" y="1819"/>
                    <a:pt x="2077" y="2995"/>
                    <a:pt x="2076" y="4171"/>
                  </a:cubicBezTo>
                  <a:cubicBezTo>
                    <a:pt x="2070" y="4337"/>
                    <a:pt x="2128" y="4504"/>
                    <a:pt x="2237" y="4631"/>
                  </a:cubicBezTo>
                  <a:cubicBezTo>
                    <a:pt x="2686" y="5132"/>
                    <a:pt x="3163" y="5609"/>
                    <a:pt x="3616" y="6107"/>
                  </a:cubicBezTo>
                  <a:cubicBezTo>
                    <a:pt x="3726" y="6233"/>
                    <a:pt x="3860" y="6337"/>
                    <a:pt x="3957" y="6473"/>
                  </a:cubicBezTo>
                  <a:cubicBezTo>
                    <a:pt x="3939" y="6668"/>
                    <a:pt x="3874" y="6856"/>
                    <a:pt x="3840" y="7049"/>
                  </a:cubicBezTo>
                  <a:cubicBezTo>
                    <a:pt x="3753" y="7435"/>
                    <a:pt x="3688" y="7825"/>
                    <a:pt x="3586" y="8208"/>
                  </a:cubicBezTo>
                  <a:cubicBezTo>
                    <a:pt x="3472" y="7924"/>
                    <a:pt x="3319" y="7657"/>
                    <a:pt x="3190" y="7380"/>
                  </a:cubicBezTo>
                  <a:cubicBezTo>
                    <a:pt x="3099" y="7203"/>
                    <a:pt x="3023" y="6988"/>
                    <a:pt x="2827" y="6900"/>
                  </a:cubicBezTo>
                  <a:cubicBezTo>
                    <a:pt x="2565" y="6792"/>
                    <a:pt x="2277" y="6778"/>
                    <a:pt x="2003" y="6713"/>
                  </a:cubicBezTo>
                  <a:cubicBezTo>
                    <a:pt x="1575" y="6630"/>
                    <a:pt x="1148" y="6546"/>
                    <a:pt x="721" y="6462"/>
                  </a:cubicBezTo>
                  <a:cubicBezTo>
                    <a:pt x="430" y="6387"/>
                    <a:pt x="93" y="6586"/>
                    <a:pt x="38" y="6886"/>
                  </a:cubicBezTo>
                  <a:cubicBezTo>
                    <a:pt x="0" y="7168"/>
                    <a:pt x="153" y="7506"/>
                    <a:pt x="453" y="7568"/>
                  </a:cubicBezTo>
                  <a:cubicBezTo>
                    <a:pt x="1026" y="7685"/>
                    <a:pt x="1601" y="7796"/>
                    <a:pt x="2176" y="7903"/>
                  </a:cubicBezTo>
                  <a:cubicBezTo>
                    <a:pt x="2561" y="8670"/>
                    <a:pt x="2939" y="9442"/>
                    <a:pt x="3324" y="102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1" name="Group 41"/>
          <p:cNvGrpSpPr>
            <a:grpSpLocks/>
          </p:cNvGrpSpPr>
          <p:nvPr/>
        </p:nvGrpSpPr>
        <p:grpSpPr bwMode="auto">
          <a:xfrm>
            <a:off x="654462" y="2685143"/>
            <a:ext cx="1710372" cy="1945215"/>
            <a:chOff x="651" y="2649"/>
            <a:chExt cx="1158" cy="1317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42" name="Freeform 39"/>
            <p:cNvSpPr>
              <a:spLocks/>
            </p:cNvSpPr>
            <p:nvPr/>
          </p:nvSpPr>
          <p:spPr bwMode="auto">
            <a:xfrm flipV="1">
              <a:off x="1407" y="2649"/>
              <a:ext cx="277" cy="282"/>
            </a:xfrm>
            <a:custGeom>
              <a:avLst/>
              <a:gdLst>
                <a:gd name="T0" fmla="*/ 738 w 1737"/>
                <a:gd name="T1" fmla="*/ 1694 h 1770"/>
                <a:gd name="T2" fmla="*/ 1697 w 1737"/>
                <a:gd name="T3" fmla="*/ 928 h 1770"/>
                <a:gd name="T4" fmla="*/ 1178 w 1737"/>
                <a:gd name="T5" fmla="*/ 77 h 1770"/>
                <a:gd name="T6" fmla="*/ 689 w 1737"/>
                <a:gd name="T7" fmla="*/ 32 h 1770"/>
                <a:gd name="T8" fmla="*/ 97 w 1737"/>
                <a:gd name="T9" fmla="*/ 489 h 1770"/>
                <a:gd name="T10" fmla="*/ 39 w 1737"/>
                <a:gd name="T11" fmla="*/ 1064 h 1770"/>
                <a:gd name="T12" fmla="*/ 738 w 1737"/>
                <a:gd name="T13" fmla="*/ 1694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7" h="1770">
                  <a:moveTo>
                    <a:pt x="738" y="1694"/>
                  </a:moveTo>
                  <a:cubicBezTo>
                    <a:pt x="1201" y="1770"/>
                    <a:pt x="1659" y="1389"/>
                    <a:pt x="1697" y="928"/>
                  </a:cubicBezTo>
                  <a:cubicBezTo>
                    <a:pt x="1737" y="572"/>
                    <a:pt x="1503" y="215"/>
                    <a:pt x="1178" y="77"/>
                  </a:cubicBezTo>
                  <a:cubicBezTo>
                    <a:pt x="1027" y="0"/>
                    <a:pt x="851" y="30"/>
                    <a:pt x="689" y="32"/>
                  </a:cubicBezTo>
                  <a:cubicBezTo>
                    <a:pt x="433" y="77"/>
                    <a:pt x="208" y="256"/>
                    <a:pt x="97" y="489"/>
                  </a:cubicBezTo>
                  <a:cubicBezTo>
                    <a:pt x="0" y="664"/>
                    <a:pt x="33" y="873"/>
                    <a:pt x="39" y="1064"/>
                  </a:cubicBezTo>
                  <a:cubicBezTo>
                    <a:pt x="110" y="1395"/>
                    <a:pt x="414" y="1635"/>
                    <a:pt x="738" y="16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Freeform 40"/>
            <p:cNvSpPr>
              <a:spLocks/>
            </p:cNvSpPr>
            <p:nvPr/>
          </p:nvSpPr>
          <p:spPr bwMode="auto">
            <a:xfrm flipV="1">
              <a:off x="651" y="2835"/>
              <a:ext cx="1158" cy="1131"/>
            </a:xfrm>
            <a:custGeom>
              <a:avLst/>
              <a:gdLst>
                <a:gd name="T0" fmla="*/ 2802 w 7265"/>
                <a:gd name="T1" fmla="*/ 6853 h 7092"/>
                <a:gd name="T2" fmla="*/ 3175 w 7265"/>
                <a:gd name="T3" fmla="*/ 7089 h 7092"/>
                <a:gd name="T4" fmla="*/ 4963 w 7265"/>
                <a:gd name="T5" fmla="*/ 6590 h 7092"/>
                <a:gd name="T6" fmla="*/ 5503 w 7265"/>
                <a:gd name="T7" fmla="*/ 5988 h 7092"/>
                <a:gd name="T8" fmla="*/ 5849 w 7265"/>
                <a:gd name="T9" fmla="*/ 5125 h 7092"/>
                <a:gd name="T10" fmla="*/ 6497 w 7265"/>
                <a:gd name="T11" fmla="*/ 5650 h 7092"/>
                <a:gd name="T12" fmla="*/ 6939 w 7265"/>
                <a:gd name="T13" fmla="*/ 5887 h 7092"/>
                <a:gd name="T14" fmla="*/ 7215 w 7265"/>
                <a:gd name="T15" fmla="*/ 5424 h 7092"/>
                <a:gd name="T16" fmla="*/ 6809 w 7265"/>
                <a:gd name="T17" fmla="*/ 5054 h 7092"/>
                <a:gd name="T18" fmla="*/ 5916 w 7265"/>
                <a:gd name="T19" fmla="*/ 4294 h 7092"/>
                <a:gd name="T20" fmla="*/ 5451 w 7265"/>
                <a:gd name="T21" fmla="*/ 4394 h 7092"/>
                <a:gd name="T22" fmla="*/ 5200 w 7265"/>
                <a:gd name="T23" fmla="*/ 5026 h 7092"/>
                <a:gd name="T24" fmla="*/ 4692 w 7265"/>
                <a:gd name="T25" fmla="*/ 3906 h 7092"/>
                <a:gd name="T26" fmla="*/ 4385 w 7265"/>
                <a:gd name="T27" fmla="*/ 3359 h 7092"/>
                <a:gd name="T28" fmla="*/ 5113 w 7265"/>
                <a:gd name="T29" fmla="*/ 2723 h 7092"/>
                <a:gd name="T30" fmla="*/ 5519 w 7265"/>
                <a:gd name="T31" fmla="*/ 2290 h 7092"/>
                <a:gd name="T32" fmla="*/ 5455 w 7265"/>
                <a:gd name="T33" fmla="*/ 1867 h 7092"/>
                <a:gd name="T34" fmla="*/ 5154 w 7265"/>
                <a:gd name="T35" fmla="*/ 1526 h 7092"/>
                <a:gd name="T36" fmla="*/ 4015 w 7265"/>
                <a:gd name="T37" fmla="*/ 238 h 7092"/>
                <a:gd name="T38" fmla="*/ 3633 w 7265"/>
                <a:gd name="T39" fmla="*/ 17 h 7092"/>
                <a:gd name="T40" fmla="*/ 3186 w 7265"/>
                <a:gd name="T41" fmla="*/ 434 h 7092"/>
                <a:gd name="T42" fmla="*/ 3262 w 7265"/>
                <a:gd name="T43" fmla="*/ 732 h 7092"/>
                <a:gd name="T44" fmla="*/ 4157 w 7265"/>
                <a:gd name="T45" fmla="*/ 1748 h 7092"/>
                <a:gd name="T46" fmla="*/ 4449 w 7265"/>
                <a:gd name="T47" fmla="*/ 2093 h 7092"/>
                <a:gd name="T48" fmla="*/ 3597 w 7265"/>
                <a:gd name="T49" fmla="*/ 2835 h 7092"/>
                <a:gd name="T50" fmla="*/ 3336 w 7265"/>
                <a:gd name="T51" fmla="*/ 3008 h 7092"/>
                <a:gd name="T52" fmla="*/ 2788 w 7265"/>
                <a:gd name="T53" fmla="*/ 2077 h 7092"/>
                <a:gd name="T54" fmla="*/ 2454 w 7265"/>
                <a:gd name="T55" fmla="*/ 1740 h 7092"/>
                <a:gd name="T56" fmla="*/ 487 w 7265"/>
                <a:gd name="T57" fmla="*/ 1056 h 7092"/>
                <a:gd name="T58" fmla="*/ 71 w 7265"/>
                <a:gd name="T59" fmla="*/ 1341 h 7092"/>
                <a:gd name="T60" fmla="*/ 298 w 7265"/>
                <a:gd name="T61" fmla="*/ 1900 h 7092"/>
                <a:gd name="T62" fmla="*/ 1410 w 7265"/>
                <a:gd name="T63" fmla="*/ 2272 h 7092"/>
                <a:gd name="T64" fmla="*/ 1929 w 7265"/>
                <a:gd name="T65" fmla="*/ 2449 h 7092"/>
                <a:gd name="T66" fmla="*/ 2038 w 7265"/>
                <a:gd name="T67" fmla="*/ 2571 h 7092"/>
                <a:gd name="T68" fmla="*/ 2986 w 7265"/>
                <a:gd name="T69" fmla="*/ 4164 h 7092"/>
                <a:gd name="T70" fmla="*/ 3754 w 7265"/>
                <a:gd name="T71" fmla="*/ 5828 h 7092"/>
                <a:gd name="T72" fmla="*/ 3910 w 7265"/>
                <a:gd name="T73" fmla="*/ 6267 h 7092"/>
                <a:gd name="T74" fmla="*/ 3270 w 7265"/>
                <a:gd name="T75" fmla="*/ 6418 h 7092"/>
                <a:gd name="T76" fmla="*/ 3004 w 7265"/>
                <a:gd name="T77" fmla="*/ 5709 h 7092"/>
                <a:gd name="T78" fmla="*/ 2800 w 7265"/>
                <a:gd name="T79" fmla="*/ 5195 h 7092"/>
                <a:gd name="T80" fmla="*/ 2306 w 7265"/>
                <a:gd name="T81" fmla="*/ 5143 h 7092"/>
                <a:gd name="T82" fmla="*/ 2252 w 7265"/>
                <a:gd name="T83" fmla="*/ 5457 h 7092"/>
                <a:gd name="T84" fmla="*/ 2802 w 7265"/>
                <a:gd name="T85" fmla="*/ 6853 h 7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65" h="7092">
                  <a:moveTo>
                    <a:pt x="2802" y="6853"/>
                  </a:moveTo>
                  <a:cubicBezTo>
                    <a:pt x="2851" y="7005"/>
                    <a:pt x="3023" y="7092"/>
                    <a:pt x="3175" y="7089"/>
                  </a:cubicBezTo>
                  <a:cubicBezTo>
                    <a:pt x="3773" y="6932"/>
                    <a:pt x="4367" y="6756"/>
                    <a:pt x="4963" y="6590"/>
                  </a:cubicBezTo>
                  <a:cubicBezTo>
                    <a:pt x="5229" y="6490"/>
                    <a:pt x="5402" y="6243"/>
                    <a:pt x="5503" y="5988"/>
                  </a:cubicBezTo>
                  <a:cubicBezTo>
                    <a:pt x="5614" y="5698"/>
                    <a:pt x="5739" y="5415"/>
                    <a:pt x="5849" y="5125"/>
                  </a:cubicBezTo>
                  <a:cubicBezTo>
                    <a:pt x="6089" y="5269"/>
                    <a:pt x="6278" y="5480"/>
                    <a:pt x="6497" y="5650"/>
                  </a:cubicBezTo>
                  <a:cubicBezTo>
                    <a:pt x="6630" y="5748"/>
                    <a:pt x="6753" y="5921"/>
                    <a:pt x="6939" y="5887"/>
                  </a:cubicBezTo>
                  <a:cubicBezTo>
                    <a:pt x="7133" y="5832"/>
                    <a:pt x="7265" y="5623"/>
                    <a:pt x="7215" y="5424"/>
                  </a:cubicBezTo>
                  <a:cubicBezTo>
                    <a:pt x="7096" y="5283"/>
                    <a:pt x="6946" y="5175"/>
                    <a:pt x="6809" y="5054"/>
                  </a:cubicBezTo>
                  <a:cubicBezTo>
                    <a:pt x="6510" y="4802"/>
                    <a:pt x="6214" y="4546"/>
                    <a:pt x="5916" y="4294"/>
                  </a:cubicBezTo>
                  <a:cubicBezTo>
                    <a:pt x="5783" y="4161"/>
                    <a:pt x="5517" y="4215"/>
                    <a:pt x="5451" y="4394"/>
                  </a:cubicBezTo>
                  <a:cubicBezTo>
                    <a:pt x="5370" y="4606"/>
                    <a:pt x="5304" y="4824"/>
                    <a:pt x="5200" y="5026"/>
                  </a:cubicBezTo>
                  <a:cubicBezTo>
                    <a:pt x="5041" y="4648"/>
                    <a:pt x="4858" y="4281"/>
                    <a:pt x="4692" y="3906"/>
                  </a:cubicBezTo>
                  <a:cubicBezTo>
                    <a:pt x="4601" y="3718"/>
                    <a:pt x="4529" y="3515"/>
                    <a:pt x="4385" y="3359"/>
                  </a:cubicBezTo>
                  <a:cubicBezTo>
                    <a:pt x="4605" y="3124"/>
                    <a:pt x="4875" y="2940"/>
                    <a:pt x="5113" y="2723"/>
                  </a:cubicBezTo>
                  <a:cubicBezTo>
                    <a:pt x="5254" y="2585"/>
                    <a:pt x="5456" y="2491"/>
                    <a:pt x="5519" y="2290"/>
                  </a:cubicBezTo>
                  <a:cubicBezTo>
                    <a:pt x="5538" y="2149"/>
                    <a:pt x="5553" y="1984"/>
                    <a:pt x="5455" y="1867"/>
                  </a:cubicBezTo>
                  <a:cubicBezTo>
                    <a:pt x="5366" y="1743"/>
                    <a:pt x="5258" y="1636"/>
                    <a:pt x="5154" y="1526"/>
                  </a:cubicBezTo>
                  <a:cubicBezTo>
                    <a:pt x="4781" y="1091"/>
                    <a:pt x="4393" y="669"/>
                    <a:pt x="4015" y="238"/>
                  </a:cubicBezTo>
                  <a:cubicBezTo>
                    <a:pt x="3918" y="126"/>
                    <a:pt x="3792" y="8"/>
                    <a:pt x="3633" y="17"/>
                  </a:cubicBezTo>
                  <a:cubicBezTo>
                    <a:pt x="3407" y="0"/>
                    <a:pt x="3173" y="200"/>
                    <a:pt x="3186" y="434"/>
                  </a:cubicBezTo>
                  <a:cubicBezTo>
                    <a:pt x="3181" y="539"/>
                    <a:pt x="3184" y="652"/>
                    <a:pt x="3262" y="732"/>
                  </a:cubicBezTo>
                  <a:cubicBezTo>
                    <a:pt x="3556" y="1075"/>
                    <a:pt x="3861" y="1407"/>
                    <a:pt x="4157" y="1748"/>
                  </a:cubicBezTo>
                  <a:cubicBezTo>
                    <a:pt x="4250" y="1867"/>
                    <a:pt x="4371" y="1962"/>
                    <a:pt x="4449" y="2093"/>
                  </a:cubicBezTo>
                  <a:cubicBezTo>
                    <a:pt x="4179" y="2356"/>
                    <a:pt x="3881" y="2588"/>
                    <a:pt x="3597" y="2835"/>
                  </a:cubicBezTo>
                  <a:cubicBezTo>
                    <a:pt x="3518" y="2905"/>
                    <a:pt x="3453" y="3009"/>
                    <a:pt x="3336" y="3008"/>
                  </a:cubicBezTo>
                  <a:cubicBezTo>
                    <a:pt x="3162" y="2693"/>
                    <a:pt x="2973" y="2386"/>
                    <a:pt x="2788" y="2077"/>
                  </a:cubicBezTo>
                  <a:cubicBezTo>
                    <a:pt x="2699" y="1948"/>
                    <a:pt x="2617" y="1784"/>
                    <a:pt x="2454" y="1740"/>
                  </a:cubicBezTo>
                  <a:cubicBezTo>
                    <a:pt x="1797" y="1515"/>
                    <a:pt x="1141" y="1289"/>
                    <a:pt x="487" y="1056"/>
                  </a:cubicBezTo>
                  <a:cubicBezTo>
                    <a:pt x="314" y="1079"/>
                    <a:pt x="146" y="1176"/>
                    <a:pt x="71" y="1341"/>
                  </a:cubicBezTo>
                  <a:cubicBezTo>
                    <a:pt x="0" y="1542"/>
                    <a:pt x="68" y="1838"/>
                    <a:pt x="298" y="1900"/>
                  </a:cubicBezTo>
                  <a:cubicBezTo>
                    <a:pt x="669" y="2021"/>
                    <a:pt x="1038" y="2153"/>
                    <a:pt x="1410" y="2272"/>
                  </a:cubicBezTo>
                  <a:cubicBezTo>
                    <a:pt x="1585" y="2325"/>
                    <a:pt x="1759" y="2383"/>
                    <a:pt x="1929" y="2449"/>
                  </a:cubicBezTo>
                  <a:cubicBezTo>
                    <a:pt x="1985" y="2467"/>
                    <a:pt x="2007" y="2527"/>
                    <a:pt x="2038" y="2571"/>
                  </a:cubicBezTo>
                  <a:cubicBezTo>
                    <a:pt x="2350" y="3104"/>
                    <a:pt x="2678" y="3628"/>
                    <a:pt x="2986" y="4164"/>
                  </a:cubicBezTo>
                  <a:cubicBezTo>
                    <a:pt x="3243" y="4718"/>
                    <a:pt x="3494" y="5275"/>
                    <a:pt x="3754" y="5828"/>
                  </a:cubicBezTo>
                  <a:cubicBezTo>
                    <a:pt x="3815" y="5971"/>
                    <a:pt x="3911" y="6106"/>
                    <a:pt x="3910" y="6267"/>
                  </a:cubicBezTo>
                  <a:cubicBezTo>
                    <a:pt x="3691" y="6296"/>
                    <a:pt x="3491" y="6403"/>
                    <a:pt x="3270" y="6418"/>
                  </a:cubicBezTo>
                  <a:cubicBezTo>
                    <a:pt x="3204" y="6173"/>
                    <a:pt x="3085" y="5948"/>
                    <a:pt x="3004" y="5709"/>
                  </a:cubicBezTo>
                  <a:cubicBezTo>
                    <a:pt x="2937" y="5537"/>
                    <a:pt x="2874" y="5364"/>
                    <a:pt x="2800" y="5195"/>
                  </a:cubicBezTo>
                  <a:cubicBezTo>
                    <a:pt x="2716" y="5005"/>
                    <a:pt x="2431" y="4983"/>
                    <a:pt x="2306" y="5143"/>
                  </a:cubicBezTo>
                  <a:cubicBezTo>
                    <a:pt x="2215" y="5221"/>
                    <a:pt x="2218" y="5352"/>
                    <a:pt x="2252" y="5457"/>
                  </a:cubicBezTo>
                  <a:cubicBezTo>
                    <a:pt x="2447" y="5918"/>
                    <a:pt x="2613" y="6390"/>
                    <a:pt x="2802" y="68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8" name="Group 49"/>
          <p:cNvGrpSpPr>
            <a:grpSpLocks/>
          </p:cNvGrpSpPr>
          <p:nvPr/>
        </p:nvGrpSpPr>
        <p:grpSpPr bwMode="auto">
          <a:xfrm>
            <a:off x="10537325" y="208220"/>
            <a:ext cx="984381" cy="2091746"/>
            <a:chOff x="6554" y="-1467"/>
            <a:chExt cx="1937" cy="4116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49" name="Freeform 46"/>
            <p:cNvSpPr>
              <a:spLocks/>
            </p:cNvSpPr>
            <p:nvPr/>
          </p:nvSpPr>
          <p:spPr bwMode="auto">
            <a:xfrm flipV="1">
              <a:off x="7065" y="-1467"/>
              <a:ext cx="818" cy="825"/>
            </a:xfrm>
            <a:custGeom>
              <a:avLst/>
              <a:gdLst>
                <a:gd name="T0" fmla="*/ 1507 w 3596"/>
                <a:gd name="T1" fmla="*/ 3550 h 3630"/>
                <a:gd name="T2" fmla="*/ 2660 w 3596"/>
                <a:gd name="T3" fmla="*/ 3331 h 3630"/>
                <a:gd name="T4" fmla="*/ 3525 w 3596"/>
                <a:gd name="T5" fmla="*/ 2030 h 3630"/>
                <a:gd name="T6" fmla="*/ 3062 w 3596"/>
                <a:gd name="T7" fmla="*/ 597 h 3630"/>
                <a:gd name="T8" fmla="*/ 1981 w 3596"/>
                <a:gd name="T9" fmla="*/ 53 h 3630"/>
                <a:gd name="T10" fmla="*/ 748 w 3596"/>
                <a:gd name="T11" fmla="*/ 369 h 3630"/>
                <a:gd name="T12" fmla="*/ 12 w 3596"/>
                <a:gd name="T13" fmla="*/ 1779 h 3630"/>
                <a:gd name="T14" fmla="*/ 514 w 3596"/>
                <a:gd name="T15" fmla="*/ 3037 h 3630"/>
                <a:gd name="T16" fmla="*/ 1507 w 3596"/>
                <a:gd name="T17" fmla="*/ 355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96" h="3630">
                  <a:moveTo>
                    <a:pt x="1507" y="3550"/>
                  </a:moveTo>
                  <a:cubicBezTo>
                    <a:pt x="1900" y="3630"/>
                    <a:pt x="2315" y="3523"/>
                    <a:pt x="2660" y="3331"/>
                  </a:cubicBezTo>
                  <a:cubicBezTo>
                    <a:pt x="3129" y="3062"/>
                    <a:pt x="3462" y="2567"/>
                    <a:pt x="3525" y="2030"/>
                  </a:cubicBezTo>
                  <a:cubicBezTo>
                    <a:pt x="3596" y="1515"/>
                    <a:pt x="3420" y="973"/>
                    <a:pt x="3062" y="597"/>
                  </a:cubicBezTo>
                  <a:cubicBezTo>
                    <a:pt x="2781" y="296"/>
                    <a:pt x="2391" y="97"/>
                    <a:pt x="1981" y="53"/>
                  </a:cubicBezTo>
                  <a:cubicBezTo>
                    <a:pt x="1550" y="0"/>
                    <a:pt x="1100" y="115"/>
                    <a:pt x="748" y="369"/>
                  </a:cubicBezTo>
                  <a:cubicBezTo>
                    <a:pt x="298" y="687"/>
                    <a:pt x="13" y="1227"/>
                    <a:pt x="12" y="1779"/>
                  </a:cubicBezTo>
                  <a:cubicBezTo>
                    <a:pt x="0" y="2243"/>
                    <a:pt x="187" y="2708"/>
                    <a:pt x="514" y="3037"/>
                  </a:cubicBezTo>
                  <a:cubicBezTo>
                    <a:pt x="777" y="3311"/>
                    <a:pt x="1132" y="3491"/>
                    <a:pt x="1507" y="35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47"/>
            <p:cNvSpPr>
              <a:spLocks/>
            </p:cNvSpPr>
            <p:nvPr/>
          </p:nvSpPr>
          <p:spPr bwMode="auto">
            <a:xfrm flipV="1">
              <a:off x="6554" y="-504"/>
              <a:ext cx="1836" cy="3153"/>
            </a:xfrm>
            <a:custGeom>
              <a:avLst/>
              <a:gdLst>
                <a:gd name="T0" fmla="*/ 3204 w 8073"/>
                <a:gd name="T1" fmla="*/ 12666 h 13876"/>
                <a:gd name="T2" fmla="*/ 4264 w 8073"/>
                <a:gd name="T3" fmla="*/ 13797 h 13876"/>
                <a:gd name="T4" fmla="*/ 5545 w 8073"/>
                <a:gd name="T5" fmla="*/ 13071 h 13876"/>
                <a:gd name="T6" fmla="*/ 5646 w 8073"/>
                <a:gd name="T7" fmla="*/ 12596 h 13876"/>
                <a:gd name="T8" fmla="*/ 5646 w 8073"/>
                <a:gd name="T9" fmla="*/ 6806 h 13876"/>
                <a:gd name="T10" fmla="*/ 5241 w 8073"/>
                <a:gd name="T11" fmla="*/ 5810 h 13876"/>
                <a:gd name="T12" fmla="*/ 5237 w 8073"/>
                <a:gd name="T13" fmla="*/ 3417 h 13876"/>
                <a:gd name="T14" fmla="*/ 7745 w 8073"/>
                <a:gd name="T15" fmla="*/ 1472 h 13876"/>
                <a:gd name="T16" fmla="*/ 8062 w 8073"/>
                <a:gd name="T17" fmla="*/ 844 h 13876"/>
                <a:gd name="T18" fmla="*/ 7619 w 8073"/>
                <a:gd name="T19" fmla="*/ 101 h 13876"/>
                <a:gd name="T20" fmla="*/ 7224 w 8073"/>
                <a:gd name="T21" fmla="*/ 0 h 13876"/>
                <a:gd name="T22" fmla="*/ 6744 w 8073"/>
                <a:gd name="T23" fmla="*/ 184 h 13876"/>
                <a:gd name="T24" fmla="*/ 3923 w 8073"/>
                <a:gd name="T25" fmla="*/ 2369 h 13876"/>
                <a:gd name="T26" fmla="*/ 3609 w 8073"/>
                <a:gd name="T27" fmla="*/ 2998 h 13876"/>
                <a:gd name="T28" fmla="*/ 3607 w 8073"/>
                <a:gd name="T29" fmla="*/ 4908 h 13876"/>
                <a:gd name="T30" fmla="*/ 2299 w 8073"/>
                <a:gd name="T31" fmla="*/ 3732 h 13876"/>
                <a:gd name="T32" fmla="*/ 1531 w 8073"/>
                <a:gd name="T33" fmla="*/ 631 h 13876"/>
                <a:gd name="T34" fmla="*/ 1099 w 8073"/>
                <a:gd name="T35" fmla="*/ 137 h 13876"/>
                <a:gd name="T36" fmla="*/ 253 w 8073"/>
                <a:gd name="T37" fmla="*/ 327 h 13876"/>
                <a:gd name="T38" fmla="*/ 106 w 8073"/>
                <a:gd name="T39" fmla="*/ 1094 h 13876"/>
                <a:gd name="T40" fmla="*/ 904 w 8073"/>
                <a:gd name="T41" fmla="*/ 4336 h 13876"/>
                <a:gd name="T42" fmla="*/ 1139 w 8073"/>
                <a:gd name="T43" fmla="*/ 4713 h 13876"/>
                <a:gd name="T44" fmla="*/ 3214 w 8073"/>
                <a:gd name="T45" fmla="*/ 6557 h 13876"/>
                <a:gd name="T46" fmla="*/ 3202 w 8073"/>
                <a:gd name="T47" fmla="*/ 6704 h 13876"/>
                <a:gd name="T48" fmla="*/ 3201 w 8073"/>
                <a:gd name="T49" fmla="*/ 9205 h 13876"/>
                <a:gd name="T50" fmla="*/ 1250 w 8073"/>
                <a:gd name="T51" fmla="*/ 7424 h 13876"/>
                <a:gd name="T52" fmla="*/ 473 w 8073"/>
                <a:gd name="T53" fmla="*/ 7290 h 13876"/>
                <a:gd name="T54" fmla="*/ 7 w 8073"/>
                <a:gd name="T55" fmla="*/ 7973 h 13876"/>
                <a:gd name="T56" fmla="*/ 246 w 8073"/>
                <a:gd name="T57" fmla="*/ 8533 h 13876"/>
                <a:gd name="T58" fmla="*/ 3200 w 8073"/>
                <a:gd name="T59" fmla="*/ 11231 h 13876"/>
                <a:gd name="T60" fmla="*/ 3204 w 8073"/>
                <a:gd name="T61" fmla="*/ 12666 h 13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073" h="13876">
                  <a:moveTo>
                    <a:pt x="3204" y="12666"/>
                  </a:moveTo>
                  <a:cubicBezTo>
                    <a:pt x="3229" y="13233"/>
                    <a:pt x="3702" y="13734"/>
                    <a:pt x="4264" y="13797"/>
                  </a:cubicBezTo>
                  <a:cubicBezTo>
                    <a:pt x="4792" y="13876"/>
                    <a:pt x="5340" y="13561"/>
                    <a:pt x="5545" y="13071"/>
                  </a:cubicBezTo>
                  <a:cubicBezTo>
                    <a:pt x="5610" y="12921"/>
                    <a:pt x="5643" y="12759"/>
                    <a:pt x="5646" y="12596"/>
                  </a:cubicBezTo>
                  <a:cubicBezTo>
                    <a:pt x="5645" y="10666"/>
                    <a:pt x="5645" y="8736"/>
                    <a:pt x="5646" y="6806"/>
                  </a:cubicBezTo>
                  <a:cubicBezTo>
                    <a:pt x="5667" y="6435"/>
                    <a:pt x="5522" y="6057"/>
                    <a:pt x="5241" y="5810"/>
                  </a:cubicBezTo>
                  <a:cubicBezTo>
                    <a:pt x="5235" y="5013"/>
                    <a:pt x="5241" y="4215"/>
                    <a:pt x="5237" y="3417"/>
                  </a:cubicBezTo>
                  <a:cubicBezTo>
                    <a:pt x="6071" y="2766"/>
                    <a:pt x="6910" y="2121"/>
                    <a:pt x="7745" y="1472"/>
                  </a:cubicBezTo>
                  <a:cubicBezTo>
                    <a:pt x="7938" y="1325"/>
                    <a:pt x="8060" y="1088"/>
                    <a:pt x="8062" y="844"/>
                  </a:cubicBezTo>
                  <a:cubicBezTo>
                    <a:pt x="8073" y="539"/>
                    <a:pt x="7894" y="236"/>
                    <a:pt x="7619" y="101"/>
                  </a:cubicBezTo>
                  <a:cubicBezTo>
                    <a:pt x="7496" y="42"/>
                    <a:pt x="7361" y="0"/>
                    <a:pt x="7224" y="0"/>
                  </a:cubicBezTo>
                  <a:cubicBezTo>
                    <a:pt x="7052" y="20"/>
                    <a:pt x="6881" y="77"/>
                    <a:pt x="6744" y="184"/>
                  </a:cubicBezTo>
                  <a:cubicBezTo>
                    <a:pt x="5803" y="912"/>
                    <a:pt x="4863" y="1641"/>
                    <a:pt x="3923" y="2369"/>
                  </a:cubicBezTo>
                  <a:cubicBezTo>
                    <a:pt x="3730" y="2517"/>
                    <a:pt x="3610" y="2755"/>
                    <a:pt x="3609" y="2998"/>
                  </a:cubicBezTo>
                  <a:cubicBezTo>
                    <a:pt x="3607" y="3635"/>
                    <a:pt x="3611" y="4271"/>
                    <a:pt x="3607" y="4908"/>
                  </a:cubicBezTo>
                  <a:cubicBezTo>
                    <a:pt x="3177" y="4510"/>
                    <a:pt x="2721" y="4135"/>
                    <a:pt x="2299" y="3732"/>
                  </a:cubicBezTo>
                  <a:cubicBezTo>
                    <a:pt x="2038" y="2699"/>
                    <a:pt x="1788" y="1664"/>
                    <a:pt x="1531" y="631"/>
                  </a:cubicBezTo>
                  <a:cubicBezTo>
                    <a:pt x="1474" y="411"/>
                    <a:pt x="1309" y="223"/>
                    <a:pt x="1099" y="137"/>
                  </a:cubicBezTo>
                  <a:cubicBezTo>
                    <a:pt x="814" y="11"/>
                    <a:pt x="457" y="93"/>
                    <a:pt x="253" y="327"/>
                  </a:cubicBezTo>
                  <a:cubicBezTo>
                    <a:pt x="64" y="530"/>
                    <a:pt x="18" y="835"/>
                    <a:pt x="106" y="1094"/>
                  </a:cubicBezTo>
                  <a:cubicBezTo>
                    <a:pt x="372" y="2175"/>
                    <a:pt x="639" y="3255"/>
                    <a:pt x="904" y="4336"/>
                  </a:cubicBezTo>
                  <a:cubicBezTo>
                    <a:pt x="942" y="4482"/>
                    <a:pt x="1025" y="4615"/>
                    <a:pt x="1139" y="4713"/>
                  </a:cubicBezTo>
                  <a:cubicBezTo>
                    <a:pt x="1829" y="5330"/>
                    <a:pt x="2524" y="5940"/>
                    <a:pt x="3214" y="6557"/>
                  </a:cubicBezTo>
                  <a:cubicBezTo>
                    <a:pt x="3207" y="6606"/>
                    <a:pt x="3203" y="6655"/>
                    <a:pt x="3202" y="6704"/>
                  </a:cubicBezTo>
                  <a:cubicBezTo>
                    <a:pt x="3201" y="7538"/>
                    <a:pt x="3203" y="8371"/>
                    <a:pt x="3201" y="9205"/>
                  </a:cubicBezTo>
                  <a:cubicBezTo>
                    <a:pt x="2547" y="8615"/>
                    <a:pt x="1901" y="8016"/>
                    <a:pt x="1250" y="7424"/>
                  </a:cubicBezTo>
                  <a:cubicBezTo>
                    <a:pt x="1044" y="7236"/>
                    <a:pt x="730" y="7185"/>
                    <a:pt x="473" y="7290"/>
                  </a:cubicBezTo>
                  <a:cubicBezTo>
                    <a:pt x="200" y="7398"/>
                    <a:pt x="5" y="7679"/>
                    <a:pt x="7" y="7973"/>
                  </a:cubicBezTo>
                  <a:cubicBezTo>
                    <a:pt x="0" y="8183"/>
                    <a:pt x="92" y="8391"/>
                    <a:pt x="246" y="8533"/>
                  </a:cubicBezTo>
                  <a:cubicBezTo>
                    <a:pt x="1231" y="9431"/>
                    <a:pt x="2213" y="10334"/>
                    <a:pt x="3200" y="11231"/>
                  </a:cubicBezTo>
                  <a:cubicBezTo>
                    <a:pt x="3206" y="11710"/>
                    <a:pt x="3197" y="12188"/>
                    <a:pt x="3204" y="126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48"/>
            <p:cNvSpPr>
              <a:spLocks/>
            </p:cNvSpPr>
            <p:nvPr/>
          </p:nvSpPr>
          <p:spPr bwMode="auto">
            <a:xfrm flipV="1">
              <a:off x="7934" y="-499"/>
              <a:ext cx="557" cy="1289"/>
            </a:xfrm>
            <a:custGeom>
              <a:avLst/>
              <a:gdLst>
                <a:gd name="T0" fmla="*/ 926 w 2450"/>
                <a:gd name="T1" fmla="*/ 5587 h 5673"/>
                <a:gd name="T2" fmla="*/ 1915 w 2450"/>
                <a:gd name="T3" fmla="*/ 5413 h 5673"/>
                <a:gd name="T4" fmla="*/ 2448 w 2450"/>
                <a:gd name="T5" fmla="*/ 4411 h 5673"/>
                <a:gd name="T6" fmla="*/ 2447 w 2450"/>
                <a:gd name="T7" fmla="*/ 1239 h 5673"/>
                <a:gd name="T8" fmla="*/ 1584 w 2450"/>
                <a:gd name="T9" fmla="*/ 118 h 5673"/>
                <a:gd name="T10" fmla="*/ 485 w 2450"/>
                <a:gd name="T11" fmla="*/ 315 h 5673"/>
                <a:gd name="T12" fmla="*/ 5 w 2450"/>
                <a:gd name="T13" fmla="*/ 1273 h 5673"/>
                <a:gd name="T14" fmla="*/ 4 w 2450"/>
                <a:gd name="T15" fmla="*/ 4234 h 5673"/>
                <a:gd name="T16" fmla="*/ 48 w 2450"/>
                <a:gd name="T17" fmla="*/ 4728 h 5673"/>
                <a:gd name="T18" fmla="*/ 926 w 2450"/>
                <a:gd name="T19" fmla="*/ 5587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0" h="5673">
                  <a:moveTo>
                    <a:pt x="926" y="5587"/>
                  </a:moveTo>
                  <a:cubicBezTo>
                    <a:pt x="1260" y="5673"/>
                    <a:pt x="1631" y="5610"/>
                    <a:pt x="1915" y="5413"/>
                  </a:cubicBezTo>
                  <a:cubicBezTo>
                    <a:pt x="2243" y="5194"/>
                    <a:pt x="2449" y="4805"/>
                    <a:pt x="2448" y="4411"/>
                  </a:cubicBezTo>
                  <a:cubicBezTo>
                    <a:pt x="2448" y="3354"/>
                    <a:pt x="2450" y="2296"/>
                    <a:pt x="2447" y="1239"/>
                  </a:cubicBezTo>
                  <a:cubicBezTo>
                    <a:pt x="2437" y="732"/>
                    <a:pt x="2070" y="260"/>
                    <a:pt x="1584" y="118"/>
                  </a:cubicBezTo>
                  <a:cubicBezTo>
                    <a:pt x="1215" y="0"/>
                    <a:pt x="792" y="79"/>
                    <a:pt x="485" y="315"/>
                  </a:cubicBezTo>
                  <a:cubicBezTo>
                    <a:pt x="190" y="538"/>
                    <a:pt x="5" y="902"/>
                    <a:pt x="5" y="1273"/>
                  </a:cubicBezTo>
                  <a:cubicBezTo>
                    <a:pt x="4" y="2260"/>
                    <a:pt x="5" y="3247"/>
                    <a:pt x="4" y="4234"/>
                  </a:cubicBezTo>
                  <a:cubicBezTo>
                    <a:pt x="3" y="4399"/>
                    <a:pt x="0" y="4567"/>
                    <a:pt x="48" y="4728"/>
                  </a:cubicBezTo>
                  <a:cubicBezTo>
                    <a:pt x="159" y="5144"/>
                    <a:pt x="507" y="5485"/>
                    <a:pt x="926" y="558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6" name="Freeform 26"/>
          <p:cNvSpPr>
            <a:spLocks/>
          </p:cNvSpPr>
          <p:nvPr/>
        </p:nvSpPr>
        <p:spPr bwMode="auto">
          <a:xfrm flipV="1">
            <a:off x="5264150" y="4397375"/>
            <a:ext cx="176213" cy="93663"/>
          </a:xfrm>
          <a:custGeom>
            <a:avLst/>
            <a:gdLst>
              <a:gd name="T0" fmla="*/ 46 w 487"/>
              <a:gd name="T1" fmla="*/ 258 h 258"/>
              <a:gd name="T2" fmla="*/ 487 w 487"/>
              <a:gd name="T3" fmla="*/ 158 h 258"/>
              <a:gd name="T4" fmla="*/ 459 w 487"/>
              <a:gd name="T5" fmla="*/ 0 h 258"/>
              <a:gd name="T6" fmla="*/ 0 w 487"/>
              <a:gd name="T7" fmla="*/ 99 h 258"/>
              <a:gd name="T8" fmla="*/ 46 w 487"/>
              <a:gd name="T9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7" h="258">
                <a:moveTo>
                  <a:pt x="46" y="258"/>
                </a:moveTo>
                <a:cubicBezTo>
                  <a:pt x="162" y="129"/>
                  <a:pt x="326" y="70"/>
                  <a:pt x="487" y="158"/>
                </a:cubicBezTo>
                <a:cubicBezTo>
                  <a:pt x="478" y="105"/>
                  <a:pt x="468" y="53"/>
                  <a:pt x="459" y="0"/>
                </a:cubicBezTo>
                <a:cubicBezTo>
                  <a:pt x="302" y="11"/>
                  <a:pt x="149" y="48"/>
                  <a:pt x="0" y="99"/>
                </a:cubicBezTo>
                <a:cubicBezTo>
                  <a:pt x="16" y="152"/>
                  <a:pt x="31" y="205"/>
                  <a:pt x="46" y="258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25" name="Group 9"/>
          <p:cNvGrpSpPr>
            <a:grpSpLocks/>
          </p:cNvGrpSpPr>
          <p:nvPr/>
        </p:nvGrpSpPr>
        <p:grpSpPr bwMode="auto">
          <a:xfrm>
            <a:off x="2896100" y="2685143"/>
            <a:ext cx="1064617" cy="1945215"/>
            <a:chOff x="354" y="1185"/>
            <a:chExt cx="1267" cy="2315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26" name="Freeform 6"/>
            <p:cNvSpPr>
              <a:spLocks/>
            </p:cNvSpPr>
            <p:nvPr/>
          </p:nvSpPr>
          <p:spPr bwMode="auto">
            <a:xfrm flipV="1">
              <a:off x="354" y="1185"/>
              <a:ext cx="546" cy="543"/>
            </a:xfrm>
            <a:custGeom>
              <a:avLst/>
              <a:gdLst>
                <a:gd name="T0" fmla="*/ 923 w 2396"/>
                <a:gd name="T1" fmla="*/ 2285 h 2384"/>
                <a:gd name="T2" fmla="*/ 1892 w 2396"/>
                <a:gd name="T3" fmla="*/ 2099 h 2384"/>
                <a:gd name="T4" fmla="*/ 2140 w 2396"/>
                <a:gd name="T5" fmla="*/ 1822 h 2384"/>
                <a:gd name="T6" fmla="*/ 2102 w 2396"/>
                <a:gd name="T7" fmla="*/ 576 h 2384"/>
                <a:gd name="T8" fmla="*/ 838 w 2396"/>
                <a:gd name="T9" fmla="*/ 157 h 2384"/>
                <a:gd name="T10" fmla="*/ 168 w 2396"/>
                <a:gd name="T11" fmla="*/ 807 h 2384"/>
                <a:gd name="T12" fmla="*/ 462 w 2396"/>
                <a:gd name="T13" fmla="*/ 2032 h 2384"/>
                <a:gd name="T14" fmla="*/ 923 w 2396"/>
                <a:gd name="T15" fmla="*/ 2285 h 2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96" h="2384">
                  <a:moveTo>
                    <a:pt x="923" y="2285"/>
                  </a:moveTo>
                  <a:cubicBezTo>
                    <a:pt x="1253" y="2384"/>
                    <a:pt x="1613" y="2289"/>
                    <a:pt x="1892" y="2099"/>
                  </a:cubicBezTo>
                  <a:cubicBezTo>
                    <a:pt x="2007" y="2041"/>
                    <a:pt x="2068" y="1923"/>
                    <a:pt x="2140" y="1822"/>
                  </a:cubicBezTo>
                  <a:cubicBezTo>
                    <a:pt x="2383" y="1453"/>
                    <a:pt x="2396" y="921"/>
                    <a:pt x="2102" y="576"/>
                  </a:cubicBezTo>
                  <a:cubicBezTo>
                    <a:pt x="1864" y="147"/>
                    <a:pt x="1285" y="0"/>
                    <a:pt x="838" y="157"/>
                  </a:cubicBezTo>
                  <a:cubicBezTo>
                    <a:pt x="546" y="284"/>
                    <a:pt x="310" y="523"/>
                    <a:pt x="168" y="807"/>
                  </a:cubicBezTo>
                  <a:cubicBezTo>
                    <a:pt x="0" y="1222"/>
                    <a:pt x="119" y="1742"/>
                    <a:pt x="462" y="2032"/>
                  </a:cubicBezTo>
                  <a:cubicBezTo>
                    <a:pt x="614" y="2119"/>
                    <a:pt x="744" y="2252"/>
                    <a:pt x="923" y="228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7" name="Freeform 7"/>
            <p:cNvSpPr>
              <a:spLocks/>
            </p:cNvSpPr>
            <p:nvPr/>
          </p:nvSpPr>
          <p:spPr bwMode="auto">
            <a:xfrm flipV="1">
              <a:off x="766" y="1600"/>
              <a:ext cx="855" cy="1900"/>
            </a:xfrm>
            <a:custGeom>
              <a:avLst/>
              <a:gdLst>
                <a:gd name="T0" fmla="*/ 683 w 3753"/>
                <a:gd name="T1" fmla="*/ 8282 h 8350"/>
                <a:gd name="T2" fmla="*/ 1628 w 3753"/>
                <a:gd name="T3" fmla="*/ 8053 h 8350"/>
                <a:gd name="T4" fmla="*/ 2121 w 3753"/>
                <a:gd name="T5" fmla="*/ 7662 h 8350"/>
                <a:gd name="T6" fmla="*/ 2667 w 3753"/>
                <a:gd name="T7" fmla="*/ 7082 h 8350"/>
                <a:gd name="T8" fmla="*/ 2955 w 3753"/>
                <a:gd name="T9" fmla="*/ 6623 h 8350"/>
                <a:gd name="T10" fmla="*/ 3408 w 3753"/>
                <a:gd name="T11" fmla="*/ 5839 h 8350"/>
                <a:gd name="T12" fmla="*/ 3466 w 3753"/>
                <a:gd name="T13" fmla="*/ 5579 h 8350"/>
                <a:gd name="T14" fmla="*/ 3488 w 3753"/>
                <a:gd name="T15" fmla="*/ 5576 h 8350"/>
                <a:gd name="T16" fmla="*/ 3559 w 3753"/>
                <a:gd name="T17" fmla="*/ 5188 h 8350"/>
                <a:gd name="T18" fmla="*/ 3688 w 3753"/>
                <a:gd name="T19" fmla="*/ 2640 h 8350"/>
                <a:gd name="T20" fmla="*/ 3456 w 3753"/>
                <a:gd name="T21" fmla="*/ 979 h 8350"/>
                <a:gd name="T22" fmla="*/ 3343 w 3753"/>
                <a:gd name="T23" fmla="*/ 470 h 8350"/>
                <a:gd name="T24" fmla="*/ 2698 w 3753"/>
                <a:gd name="T25" fmla="*/ 25 h 8350"/>
                <a:gd name="T26" fmla="*/ 2172 w 3753"/>
                <a:gd name="T27" fmla="*/ 406 h 8350"/>
                <a:gd name="T28" fmla="*/ 2194 w 3753"/>
                <a:gd name="T29" fmla="*/ 1074 h 8350"/>
                <a:gd name="T30" fmla="*/ 2458 w 3753"/>
                <a:gd name="T31" fmla="*/ 4274 h 8350"/>
                <a:gd name="T32" fmla="*/ 2162 w 3753"/>
                <a:gd name="T33" fmla="*/ 4446 h 8350"/>
                <a:gd name="T34" fmla="*/ 2321 w 3753"/>
                <a:gd name="T35" fmla="*/ 4749 h 8350"/>
                <a:gd name="T36" fmla="*/ 2139 w 3753"/>
                <a:gd name="T37" fmla="*/ 5209 h 8350"/>
                <a:gd name="T38" fmla="*/ 2039 w 3753"/>
                <a:gd name="T39" fmla="*/ 5254 h 8350"/>
                <a:gd name="T40" fmla="*/ 1572 w 3753"/>
                <a:gd name="T41" fmla="*/ 5418 h 8350"/>
                <a:gd name="T42" fmla="*/ 969 w 3753"/>
                <a:gd name="T43" fmla="*/ 6193 h 8350"/>
                <a:gd name="T44" fmla="*/ 1086 w 3753"/>
                <a:gd name="T45" fmla="*/ 7040 h 8350"/>
                <a:gd name="T46" fmla="*/ 1309 w 3753"/>
                <a:gd name="T47" fmla="*/ 7575 h 8350"/>
                <a:gd name="T48" fmla="*/ 615 w 3753"/>
                <a:gd name="T49" fmla="*/ 8044 h 8350"/>
                <a:gd name="T50" fmla="*/ 294 w 3753"/>
                <a:gd name="T51" fmla="*/ 7697 h 8350"/>
                <a:gd name="T52" fmla="*/ 130 w 3753"/>
                <a:gd name="T53" fmla="*/ 7211 h 8350"/>
                <a:gd name="T54" fmla="*/ 172 w 3753"/>
                <a:gd name="T55" fmla="*/ 7950 h 8350"/>
                <a:gd name="T56" fmla="*/ 683 w 3753"/>
                <a:gd name="T57" fmla="*/ 8282 h 8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53" h="8350">
                  <a:moveTo>
                    <a:pt x="683" y="8282"/>
                  </a:moveTo>
                  <a:cubicBezTo>
                    <a:pt x="1010" y="8350"/>
                    <a:pt x="1371" y="8271"/>
                    <a:pt x="1628" y="8053"/>
                  </a:cubicBezTo>
                  <a:cubicBezTo>
                    <a:pt x="1787" y="7915"/>
                    <a:pt x="1985" y="7826"/>
                    <a:pt x="2121" y="7662"/>
                  </a:cubicBezTo>
                  <a:cubicBezTo>
                    <a:pt x="2285" y="7452"/>
                    <a:pt x="2486" y="7275"/>
                    <a:pt x="2667" y="7082"/>
                  </a:cubicBezTo>
                  <a:cubicBezTo>
                    <a:pt x="2797" y="6950"/>
                    <a:pt x="2845" y="6768"/>
                    <a:pt x="2955" y="6623"/>
                  </a:cubicBezTo>
                  <a:cubicBezTo>
                    <a:pt x="3152" y="6391"/>
                    <a:pt x="3246" y="6094"/>
                    <a:pt x="3408" y="5839"/>
                  </a:cubicBezTo>
                  <a:cubicBezTo>
                    <a:pt x="3453" y="5760"/>
                    <a:pt x="3455" y="5667"/>
                    <a:pt x="3466" y="5579"/>
                  </a:cubicBezTo>
                  <a:lnTo>
                    <a:pt x="3488" y="5576"/>
                  </a:lnTo>
                  <a:cubicBezTo>
                    <a:pt x="3500" y="5445"/>
                    <a:pt x="3524" y="5315"/>
                    <a:pt x="3559" y="5188"/>
                  </a:cubicBezTo>
                  <a:cubicBezTo>
                    <a:pt x="3733" y="4352"/>
                    <a:pt x="3753" y="3490"/>
                    <a:pt x="3688" y="2640"/>
                  </a:cubicBezTo>
                  <a:cubicBezTo>
                    <a:pt x="3643" y="2082"/>
                    <a:pt x="3544" y="1531"/>
                    <a:pt x="3456" y="979"/>
                  </a:cubicBezTo>
                  <a:cubicBezTo>
                    <a:pt x="3444" y="805"/>
                    <a:pt x="3391" y="637"/>
                    <a:pt x="3343" y="470"/>
                  </a:cubicBezTo>
                  <a:cubicBezTo>
                    <a:pt x="3262" y="200"/>
                    <a:pt x="2982" y="0"/>
                    <a:pt x="2698" y="25"/>
                  </a:cubicBezTo>
                  <a:cubicBezTo>
                    <a:pt x="2473" y="43"/>
                    <a:pt x="2250" y="189"/>
                    <a:pt x="2172" y="406"/>
                  </a:cubicBezTo>
                  <a:cubicBezTo>
                    <a:pt x="2115" y="626"/>
                    <a:pt x="2154" y="855"/>
                    <a:pt x="2194" y="1074"/>
                  </a:cubicBezTo>
                  <a:cubicBezTo>
                    <a:pt x="2443" y="2118"/>
                    <a:pt x="2553" y="3202"/>
                    <a:pt x="2458" y="4274"/>
                  </a:cubicBezTo>
                  <a:cubicBezTo>
                    <a:pt x="2342" y="4298"/>
                    <a:pt x="2242" y="4361"/>
                    <a:pt x="2162" y="4446"/>
                  </a:cubicBezTo>
                  <a:cubicBezTo>
                    <a:pt x="2229" y="4539"/>
                    <a:pt x="2322" y="4626"/>
                    <a:pt x="2321" y="4749"/>
                  </a:cubicBezTo>
                  <a:cubicBezTo>
                    <a:pt x="2344" y="4924"/>
                    <a:pt x="2245" y="5079"/>
                    <a:pt x="2139" y="5209"/>
                  </a:cubicBezTo>
                  <a:cubicBezTo>
                    <a:pt x="2105" y="5223"/>
                    <a:pt x="2072" y="5238"/>
                    <a:pt x="2039" y="5254"/>
                  </a:cubicBezTo>
                  <a:cubicBezTo>
                    <a:pt x="1875" y="5282"/>
                    <a:pt x="1719" y="5341"/>
                    <a:pt x="1572" y="5418"/>
                  </a:cubicBezTo>
                  <a:cubicBezTo>
                    <a:pt x="1455" y="5736"/>
                    <a:pt x="1161" y="5928"/>
                    <a:pt x="969" y="6193"/>
                  </a:cubicBezTo>
                  <a:cubicBezTo>
                    <a:pt x="924" y="6480"/>
                    <a:pt x="993" y="6769"/>
                    <a:pt x="1086" y="7040"/>
                  </a:cubicBezTo>
                  <a:cubicBezTo>
                    <a:pt x="1145" y="7225"/>
                    <a:pt x="1297" y="7375"/>
                    <a:pt x="1309" y="7575"/>
                  </a:cubicBezTo>
                  <a:cubicBezTo>
                    <a:pt x="1346" y="7920"/>
                    <a:pt x="920" y="8199"/>
                    <a:pt x="615" y="8044"/>
                  </a:cubicBezTo>
                  <a:cubicBezTo>
                    <a:pt x="472" y="7970"/>
                    <a:pt x="354" y="7847"/>
                    <a:pt x="294" y="7697"/>
                  </a:cubicBezTo>
                  <a:cubicBezTo>
                    <a:pt x="206" y="7547"/>
                    <a:pt x="212" y="7364"/>
                    <a:pt x="130" y="7211"/>
                  </a:cubicBezTo>
                  <a:cubicBezTo>
                    <a:pt x="64" y="7449"/>
                    <a:pt x="0" y="7741"/>
                    <a:pt x="172" y="7950"/>
                  </a:cubicBezTo>
                  <a:cubicBezTo>
                    <a:pt x="265" y="8146"/>
                    <a:pt x="486" y="8228"/>
                    <a:pt x="683" y="82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8" name="Freeform 8"/>
            <p:cNvSpPr>
              <a:spLocks/>
            </p:cNvSpPr>
            <p:nvPr/>
          </p:nvSpPr>
          <p:spPr bwMode="auto">
            <a:xfrm flipV="1">
              <a:off x="783" y="1672"/>
              <a:ext cx="500" cy="828"/>
            </a:xfrm>
            <a:custGeom>
              <a:avLst/>
              <a:gdLst>
                <a:gd name="T0" fmla="*/ 417 w 2197"/>
                <a:gd name="T1" fmla="*/ 3447 h 3637"/>
                <a:gd name="T2" fmla="*/ 870 w 2197"/>
                <a:gd name="T3" fmla="*/ 3565 h 3637"/>
                <a:gd name="T4" fmla="*/ 1123 w 2197"/>
                <a:gd name="T5" fmla="*/ 3324 h 3637"/>
                <a:gd name="T6" fmla="*/ 939 w 2197"/>
                <a:gd name="T7" fmla="*/ 2717 h 3637"/>
                <a:gd name="T8" fmla="*/ 842 w 2197"/>
                <a:gd name="T9" fmla="*/ 1596 h 3637"/>
                <a:gd name="T10" fmla="*/ 1543 w 2197"/>
                <a:gd name="T11" fmla="*/ 891 h 3637"/>
                <a:gd name="T12" fmla="*/ 1693 w 2197"/>
                <a:gd name="T13" fmla="*/ 855 h 3637"/>
                <a:gd name="T14" fmla="*/ 1694 w 2197"/>
                <a:gd name="T15" fmla="*/ 836 h 3637"/>
                <a:gd name="T16" fmla="*/ 2058 w 2197"/>
                <a:gd name="T17" fmla="*/ 695 h 3637"/>
                <a:gd name="T18" fmla="*/ 2103 w 2197"/>
                <a:gd name="T19" fmla="*/ 203 h 3637"/>
                <a:gd name="T20" fmla="*/ 1718 w 2197"/>
                <a:gd name="T21" fmla="*/ 17 h 3637"/>
                <a:gd name="T22" fmla="*/ 1189 w 2197"/>
                <a:gd name="T23" fmla="*/ 200 h 3637"/>
                <a:gd name="T24" fmla="*/ 726 w 2197"/>
                <a:gd name="T25" fmla="*/ 495 h 3637"/>
                <a:gd name="T26" fmla="*/ 118 w 2197"/>
                <a:gd name="T27" fmla="*/ 1370 h 3637"/>
                <a:gd name="T28" fmla="*/ 44 w 2197"/>
                <a:gd name="T29" fmla="*/ 2293 h 3637"/>
                <a:gd name="T30" fmla="*/ 417 w 2197"/>
                <a:gd name="T31" fmla="*/ 3447 h 3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97" h="3637">
                  <a:moveTo>
                    <a:pt x="417" y="3447"/>
                  </a:moveTo>
                  <a:cubicBezTo>
                    <a:pt x="538" y="3550"/>
                    <a:pt x="712" y="3637"/>
                    <a:pt x="870" y="3565"/>
                  </a:cubicBezTo>
                  <a:cubicBezTo>
                    <a:pt x="977" y="3517"/>
                    <a:pt x="1105" y="3454"/>
                    <a:pt x="1123" y="3324"/>
                  </a:cubicBezTo>
                  <a:cubicBezTo>
                    <a:pt x="1194" y="3099"/>
                    <a:pt x="1019" y="2911"/>
                    <a:pt x="939" y="2717"/>
                  </a:cubicBezTo>
                  <a:cubicBezTo>
                    <a:pt x="802" y="2364"/>
                    <a:pt x="735" y="1966"/>
                    <a:pt x="842" y="1596"/>
                  </a:cubicBezTo>
                  <a:cubicBezTo>
                    <a:pt x="973" y="1279"/>
                    <a:pt x="1251" y="1054"/>
                    <a:pt x="1543" y="891"/>
                  </a:cubicBezTo>
                  <a:cubicBezTo>
                    <a:pt x="1591" y="873"/>
                    <a:pt x="1643" y="866"/>
                    <a:pt x="1693" y="855"/>
                  </a:cubicBezTo>
                  <a:lnTo>
                    <a:pt x="1694" y="836"/>
                  </a:lnTo>
                  <a:cubicBezTo>
                    <a:pt x="1822" y="817"/>
                    <a:pt x="1966" y="796"/>
                    <a:pt x="2058" y="695"/>
                  </a:cubicBezTo>
                  <a:cubicBezTo>
                    <a:pt x="2140" y="549"/>
                    <a:pt x="2197" y="358"/>
                    <a:pt x="2103" y="203"/>
                  </a:cubicBezTo>
                  <a:cubicBezTo>
                    <a:pt x="2040" y="57"/>
                    <a:pt x="1866" y="0"/>
                    <a:pt x="1718" y="17"/>
                  </a:cubicBezTo>
                  <a:cubicBezTo>
                    <a:pt x="1530" y="41"/>
                    <a:pt x="1374" y="164"/>
                    <a:pt x="1189" y="200"/>
                  </a:cubicBezTo>
                  <a:cubicBezTo>
                    <a:pt x="1015" y="260"/>
                    <a:pt x="851" y="359"/>
                    <a:pt x="726" y="495"/>
                  </a:cubicBezTo>
                  <a:cubicBezTo>
                    <a:pt x="462" y="732"/>
                    <a:pt x="159" y="993"/>
                    <a:pt x="118" y="1370"/>
                  </a:cubicBezTo>
                  <a:cubicBezTo>
                    <a:pt x="14" y="1665"/>
                    <a:pt x="0" y="1985"/>
                    <a:pt x="44" y="2293"/>
                  </a:cubicBezTo>
                  <a:cubicBezTo>
                    <a:pt x="108" y="2693"/>
                    <a:pt x="189" y="3104"/>
                    <a:pt x="417" y="344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29" name="组合 128"/>
          <p:cNvGrpSpPr/>
          <p:nvPr/>
        </p:nvGrpSpPr>
        <p:grpSpPr>
          <a:xfrm>
            <a:off x="2882324" y="271025"/>
            <a:ext cx="1797156" cy="1954673"/>
            <a:chOff x="9039573" y="596900"/>
            <a:chExt cx="2470699" cy="2687251"/>
          </a:xfrm>
        </p:grpSpPr>
        <p:sp>
          <p:nvSpPr>
            <p:cNvPr id="130" name="任意多边形 129"/>
            <p:cNvSpPr>
              <a:spLocks/>
            </p:cNvSpPr>
            <p:nvPr/>
          </p:nvSpPr>
          <p:spPr bwMode="auto">
            <a:xfrm flipV="1">
              <a:off x="9039573" y="1111000"/>
              <a:ext cx="2470699" cy="2173151"/>
            </a:xfrm>
            <a:custGeom>
              <a:avLst/>
              <a:gdLst>
                <a:gd name="connsiteX0" fmla="*/ 2366009 w 2470699"/>
                <a:gd name="connsiteY0" fmla="*/ 2173082 h 2173151"/>
                <a:gd name="connsiteX1" fmla="*/ 2466894 w 2470699"/>
                <a:gd name="connsiteY1" fmla="*/ 2038418 h 2173151"/>
                <a:gd name="connsiteX2" fmla="*/ 2372766 w 2470699"/>
                <a:gd name="connsiteY2" fmla="*/ 1953668 h 2173151"/>
                <a:gd name="connsiteX3" fmla="*/ 2213168 w 2470699"/>
                <a:gd name="connsiteY3" fmla="*/ 1917594 h 2173151"/>
                <a:gd name="connsiteX4" fmla="*/ 2060240 w 2470699"/>
                <a:gd name="connsiteY4" fmla="*/ 1892169 h 2173151"/>
                <a:gd name="connsiteX5" fmla="*/ 1615539 w 2470699"/>
                <a:gd name="connsiteY5" fmla="*/ 1786992 h 2173151"/>
                <a:gd name="connsiteX6" fmla="*/ 1266944 w 2470699"/>
                <a:gd name="connsiteY6" fmla="*/ 1716149 h 2173151"/>
                <a:gd name="connsiteX7" fmla="*/ 1173309 w 2470699"/>
                <a:gd name="connsiteY7" fmla="*/ 1419958 h 2173151"/>
                <a:gd name="connsiteX8" fmla="*/ 1205427 w 2470699"/>
                <a:gd name="connsiteY8" fmla="*/ 1177007 h 2173151"/>
                <a:gd name="connsiteX9" fmla="*/ 1310425 w 2470699"/>
                <a:gd name="connsiteY9" fmla="*/ 954048 h 2173151"/>
                <a:gd name="connsiteX10" fmla="*/ 1507576 w 2470699"/>
                <a:gd name="connsiteY10" fmla="*/ 827792 h 2173151"/>
                <a:gd name="connsiteX11" fmla="*/ 1819361 w 2470699"/>
                <a:gd name="connsiteY11" fmla="*/ 637647 h 2173151"/>
                <a:gd name="connsiteX12" fmla="*/ 1992300 w 2470699"/>
                <a:gd name="connsiteY12" fmla="*/ 520735 h 2173151"/>
                <a:gd name="connsiteX13" fmla="*/ 2053323 w 2470699"/>
                <a:gd name="connsiteY13" fmla="*/ 476187 h 2173151"/>
                <a:gd name="connsiteX14" fmla="*/ 2222556 w 2470699"/>
                <a:gd name="connsiteY14" fmla="*/ 371662 h 2173151"/>
                <a:gd name="connsiteX15" fmla="*/ 2349543 w 2470699"/>
                <a:gd name="connsiteY15" fmla="*/ 290388 h 2173151"/>
                <a:gd name="connsiteX16" fmla="*/ 2379436 w 2470699"/>
                <a:gd name="connsiteY16" fmla="*/ 249534 h 2173151"/>
                <a:gd name="connsiteX17" fmla="*/ 2358931 w 2470699"/>
                <a:gd name="connsiteY17" fmla="*/ 66995 h 2173151"/>
                <a:gd name="connsiteX18" fmla="*/ 2194639 w 2470699"/>
                <a:gd name="connsiteY18" fmla="*/ 7670 h 2173151"/>
                <a:gd name="connsiteX19" fmla="*/ 2038746 w 2470699"/>
                <a:gd name="connsiteY19" fmla="*/ 95245 h 2173151"/>
                <a:gd name="connsiteX20" fmla="*/ 1811455 w 2470699"/>
                <a:gd name="connsiteY20" fmla="*/ 243232 h 2173151"/>
                <a:gd name="connsiteX21" fmla="*/ 1676068 w 2470699"/>
                <a:gd name="connsiteY21" fmla="*/ 321029 h 2173151"/>
                <a:gd name="connsiteX22" fmla="*/ 1475459 w 2470699"/>
                <a:gd name="connsiteY22" fmla="*/ 458368 h 2173151"/>
                <a:gd name="connsiteX23" fmla="*/ 1139216 w 2470699"/>
                <a:gd name="connsiteY23" fmla="*/ 663724 h 2173151"/>
                <a:gd name="connsiteX24" fmla="*/ 960100 w 2470699"/>
                <a:gd name="connsiteY24" fmla="*/ 784330 h 2173151"/>
                <a:gd name="connsiteX25" fmla="*/ 879066 w 2470699"/>
                <a:gd name="connsiteY25" fmla="*/ 834529 h 2173151"/>
                <a:gd name="connsiteX26" fmla="*/ 742444 w 2470699"/>
                <a:gd name="connsiteY26" fmla="*/ 792154 h 2173151"/>
                <a:gd name="connsiteX27" fmla="*/ 416577 w 2470699"/>
                <a:gd name="connsiteY27" fmla="*/ 705230 h 2173151"/>
                <a:gd name="connsiteX28" fmla="*/ 521576 w 2470699"/>
                <a:gd name="connsiteY28" fmla="*/ 525081 h 2173151"/>
                <a:gd name="connsiteX29" fmla="*/ 587540 w 2470699"/>
                <a:gd name="connsiteY29" fmla="*/ 404910 h 2173151"/>
                <a:gd name="connsiteX30" fmla="*/ 688833 w 2470699"/>
                <a:gd name="connsiteY30" fmla="*/ 212592 h 2173151"/>
                <a:gd name="connsiteX31" fmla="*/ 503788 w 2470699"/>
                <a:gd name="connsiteY31" fmla="*/ 1803 h 2173151"/>
                <a:gd name="connsiteX32" fmla="*/ 391872 w 2470699"/>
                <a:gd name="connsiteY32" fmla="*/ 71559 h 2173151"/>
                <a:gd name="connsiteX33" fmla="*/ 244132 w 2470699"/>
                <a:gd name="connsiteY33" fmla="*/ 318204 h 2173151"/>
                <a:gd name="connsiteX34" fmla="*/ 161121 w 2470699"/>
                <a:gd name="connsiteY34" fmla="*/ 478360 h 2173151"/>
                <a:gd name="connsiteX35" fmla="*/ 52664 w 2470699"/>
                <a:gd name="connsiteY35" fmla="*/ 666984 h 2173151"/>
                <a:gd name="connsiteX36" fmla="*/ 2759 w 2470699"/>
                <a:gd name="connsiteY36" fmla="*/ 841048 h 2173151"/>
                <a:gd name="connsiteX37" fmla="*/ 109487 w 2470699"/>
                <a:gd name="connsiteY37" fmla="*/ 979039 h 2173151"/>
                <a:gd name="connsiteX38" fmla="*/ 245368 w 2470699"/>
                <a:gd name="connsiteY38" fmla="*/ 1010766 h 2173151"/>
                <a:gd name="connsiteX39" fmla="*/ 470188 w 2470699"/>
                <a:gd name="connsiteY39" fmla="*/ 1066614 h 2173151"/>
                <a:gd name="connsiteX40" fmla="*/ 474141 w 2470699"/>
                <a:gd name="connsiteY40" fmla="*/ 1069222 h 2173151"/>
                <a:gd name="connsiteX41" fmla="*/ 587540 w 2470699"/>
                <a:gd name="connsiteY41" fmla="*/ 1097689 h 2173151"/>
                <a:gd name="connsiteX42" fmla="*/ 568023 w 2470699"/>
                <a:gd name="connsiteY42" fmla="*/ 1166793 h 2173151"/>
                <a:gd name="connsiteX43" fmla="*/ 496129 w 2470699"/>
                <a:gd name="connsiteY43" fmla="*/ 1411700 h 2173151"/>
                <a:gd name="connsiteX44" fmla="*/ 824219 w 2470699"/>
                <a:gd name="connsiteY44" fmla="*/ 1459725 h 2173151"/>
                <a:gd name="connsiteX45" fmla="*/ 925759 w 2470699"/>
                <a:gd name="connsiteY45" fmla="*/ 1520572 h 2173151"/>
                <a:gd name="connsiteX46" fmla="*/ 939842 w 2470699"/>
                <a:gd name="connsiteY46" fmla="*/ 1642482 h 2173151"/>
                <a:gd name="connsiteX47" fmla="*/ 843243 w 2470699"/>
                <a:gd name="connsiteY47" fmla="*/ 1723755 h 2173151"/>
                <a:gd name="connsiteX48" fmla="*/ 815824 w 2470699"/>
                <a:gd name="connsiteY48" fmla="*/ 1725331 h 2173151"/>
                <a:gd name="connsiteX49" fmla="*/ 811290 w 2470699"/>
                <a:gd name="connsiteY49" fmla="*/ 1723798 h 2173151"/>
                <a:gd name="connsiteX50" fmla="*/ 498149 w 2470699"/>
                <a:gd name="connsiteY50" fmla="*/ 1684119 h 2173151"/>
                <a:gd name="connsiteX51" fmla="*/ 452985 w 2470699"/>
                <a:gd name="connsiteY51" fmla="*/ 1653470 h 2173151"/>
                <a:gd name="connsiteX52" fmla="*/ 607707 w 2470699"/>
                <a:gd name="connsiteY52" fmla="*/ 1666708 h 2173151"/>
                <a:gd name="connsiteX53" fmla="*/ 694440 w 2470699"/>
                <a:gd name="connsiteY53" fmla="*/ 1680566 h 2173151"/>
                <a:gd name="connsiteX54" fmla="*/ 694444 w 2470699"/>
                <a:gd name="connsiteY54" fmla="*/ 1680570 h 2173151"/>
                <a:gd name="connsiteX55" fmla="*/ 741458 w 2470699"/>
                <a:gd name="connsiteY55" fmla="*/ 1698361 h 2173151"/>
                <a:gd name="connsiteX56" fmla="*/ 857226 w 2470699"/>
                <a:gd name="connsiteY56" fmla="*/ 1613450 h 2173151"/>
                <a:gd name="connsiteX57" fmla="*/ 771031 w 2470699"/>
                <a:gd name="connsiteY57" fmla="*/ 1481948 h 2173151"/>
                <a:gd name="connsiteX58" fmla="*/ 609003 w 2470699"/>
                <a:gd name="connsiteY58" fmla="*/ 1452737 h 2173151"/>
                <a:gd name="connsiteX59" fmla="*/ 544594 w 2470699"/>
                <a:gd name="connsiteY59" fmla="*/ 1444374 h 2173151"/>
                <a:gd name="connsiteX60" fmla="*/ 539481 w 2470699"/>
                <a:gd name="connsiteY60" fmla="*/ 1438928 h 2173151"/>
                <a:gd name="connsiteX61" fmla="*/ 490016 w 2470699"/>
                <a:gd name="connsiteY61" fmla="*/ 1437288 h 2173151"/>
                <a:gd name="connsiteX62" fmla="*/ 445740 w 2470699"/>
                <a:gd name="connsiteY62" fmla="*/ 1431539 h 2173151"/>
                <a:gd name="connsiteX63" fmla="*/ 450162 w 2470699"/>
                <a:gd name="connsiteY63" fmla="*/ 1435966 h 2173151"/>
                <a:gd name="connsiteX64" fmla="*/ 433208 w 2470699"/>
                <a:gd name="connsiteY64" fmla="*/ 1435404 h 2173151"/>
                <a:gd name="connsiteX65" fmla="*/ 327345 w 2470699"/>
                <a:gd name="connsiteY65" fmla="*/ 1444401 h 2173151"/>
                <a:gd name="connsiteX66" fmla="*/ 174060 w 2470699"/>
                <a:gd name="connsiteY66" fmla="*/ 1561249 h 2173151"/>
                <a:gd name="connsiteX67" fmla="*/ 227436 w 2470699"/>
                <a:gd name="connsiteY67" fmla="*/ 1734197 h 2173151"/>
                <a:gd name="connsiteX68" fmla="*/ 298330 w 2470699"/>
                <a:gd name="connsiteY68" fmla="*/ 1808356 h 2173151"/>
                <a:gd name="connsiteX69" fmla="*/ 445047 w 2470699"/>
                <a:gd name="connsiteY69" fmla="*/ 1901671 h 2173151"/>
                <a:gd name="connsiteX70" fmla="*/ 648150 w 2470699"/>
                <a:gd name="connsiteY70" fmla="*/ 1966526 h 2173151"/>
                <a:gd name="connsiteX71" fmla="*/ 794045 w 2470699"/>
                <a:gd name="connsiteY71" fmla="*/ 1953117 h 2173151"/>
                <a:gd name="connsiteX72" fmla="*/ 1020415 w 2470699"/>
                <a:gd name="connsiteY72" fmla="*/ 1926573 h 2173151"/>
                <a:gd name="connsiteX73" fmla="*/ 1018150 w 2470699"/>
                <a:gd name="connsiteY73" fmla="*/ 1924260 h 2173151"/>
                <a:gd name="connsiteX74" fmla="*/ 1050465 w 2470699"/>
                <a:gd name="connsiteY74" fmla="*/ 1921170 h 2173151"/>
                <a:gd name="connsiteX75" fmla="*/ 1218027 w 2470699"/>
                <a:gd name="connsiteY75" fmla="*/ 1919550 h 2173151"/>
                <a:gd name="connsiteX76" fmla="*/ 1721527 w 2470699"/>
                <a:gd name="connsiteY76" fmla="*/ 2037766 h 2173151"/>
                <a:gd name="connsiteX77" fmla="*/ 1953018 w 2470699"/>
                <a:gd name="connsiteY77" fmla="*/ 2086660 h 2173151"/>
                <a:gd name="connsiteX78" fmla="*/ 2338672 w 2470699"/>
                <a:gd name="connsiteY78" fmla="*/ 2169889 h 2173151"/>
                <a:gd name="connsiteX79" fmla="*/ 2366009 w 2470699"/>
                <a:gd name="connsiteY79" fmla="*/ 2173082 h 217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2470699" h="2173151">
                  <a:moveTo>
                    <a:pt x="2366009" y="2173082"/>
                  </a:moveTo>
                  <a:cubicBezTo>
                    <a:pt x="2429334" y="2170592"/>
                    <a:pt x="2486134" y="2101926"/>
                    <a:pt x="2466894" y="2038418"/>
                  </a:cubicBezTo>
                  <a:cubicBezTo>
                    <a:pt x="2455529" y="1994739"/>
                    <a:pt x="2415753" y="1963229"/>
                    <a:pt x="2372766" y="1953668"/>
                  </a:cubicBezTo>
                  <a:cubicBezTo>
                    <a:pt x="2319649" y="1941064"/>
                    <a:pt x="2266285" y="1930633"/>
                    <a:pt x="2213168" y="1917594"/>
                  </a:cubicBezTo>
                  <a:cubicBezTo>
                    <a:pt x="2163015" y="1904556"/>
                    <a:pt x="2110639" y="1905860"/>
                    <a:pt x="2060240" y="1892169"/>
                  </a:cubicBezTo>
                  <a:cubicBezTo>
                    <a:pt x="1912748" y="1854792"/>
                    <a:pt x="1763279" y="1824586"/>
                    <a:pt x="1615539" y="1786992"/>
                  </a:cubicBezTo>
                  <a:cubicBezTo>
                    <a:pt x="1498929" y="1763740"/>
                    <a:pt x="1385531" y="1727884"/>
                    <a:pt x="1266944" y="1716149"/>
                  </a:cubicBezTo>
                  <a:cubicBezTo>
                    <a:pt x="1226673" y="1620751"/>
                    <a:pt x="1180227" y="1524918"/>
                    <a:pt x="1173309" y="1419958"/>
                  </a:cubicBezTo>
                  <a:cubicBezTo>
                    <a:pt x="1167380" y="1338250"/>
                    <a:pt x="1176521" y="1254369"/>
                    <a:pt x="1205427" y="1177007"/>
                  </a:cubicBezTo>
                  <a:cubicBezTo>
                    <a:pt x="1232109" y="1099428"/>
                    <a:pt x="1263485" y="1021849"/>
                    <a:pt x="1310425" y="954048"/>
                  </a:cubicBezTo>
                  <a:cubicBezTo>
                    <a:pt x="1377625" y="914498"/>
                    <a:pt x="1442600" y="871254"/>
                    <a:pt x="1507576" y="827792"/>
                  </a:cubicBezTo>
                  <a:cubicBezTo>
                    <a:pt x="1619245" y="777377"/>
                    <a:pt x="1704974" y="683499"/>
                    <a:pt x="1819361" y="637647"/>
                  </a:cubicBezTo>
                  <a:cubicBezTo>
                    <a:pt x="1872725" y="592882"/>
                    <a:pt x="1934489" y="559633"/>
                    <a:pt x="1992300" y="520735"/>
                  </a:cubicBezTo>
                  <a:cubicBezTo>
                    <a:pt x="2013053" y="506828"/>
                    <a:pt x="2030593" y="487704"/>
                    <a:pt x="2053323" y="476187"/>
                  </a:cubicBezTo>
                  <a:cubicBezTo>
                    <a:pt x="2115333" y="452283"/>
                    <a:pt x="2169439" y="411646"/>
                    <a:pt x="2222556" y="371662"/>
                  </a:cubicBezTo>
                  <a:cubicBezTo>
                    <a:pt x="2264308" y="343846"/>
                    <a:pt x="2306802" y="316900"/>
                    <a:pt x="2349543" y="290388"/>
                  </a:cubicBezTo>
                  <a:cubicBezTo>
                    <a:pt x="2364860" y="281479"/>
                    <a:pt x="2370295" y="263659"/>
                    <a:pt x="2379436" y="249534"/>
                  </a:cubicBezTo>
                  <a:cubicBezTo>
                    <a:pt x="2395495" y="189340"/>
                    <a:pt x="2398707" y="119149"/>
                    <a:pt x="2358931" y="66995"/>
                  </a:cubicBezTo>
                  <a:cubicBezTo>
                    <a:pt x="2320143" y="20274"/>
                    <a:pt x="2254673" y="-5803"/>
                    <a:pt x="2194639" y="7670"/>
                  </a:cubicBezTo>
                  <a:cubicBezTo>
                    <a:pt x="2136827" y="24620"/>
                    <a:pt x="2090134" y="64822"/>
                    <a:pt x="2038746" y="95245"/>
                  </a:cubicBezTo>
                  <a:cubicBezTo>
                    <a:pt x="1960677" y="140663"/>
                    <a:pt x="1883101" y="187601"/>
                    <a:pt x="1811455" y="243232"/>
                  </a:cubicBezTo>
                  <a:cubicBezTo>
                    <a:pt x="1769949" y="276046"/>
                    <a:pt x="1719303" y="291692"/>
                    <a:pt x="1676068" y="321029"/>
                  </a:cubicBezTo>
                  <a:cubicBezTo>
                    <a:pt x="1614057" y="373835"/>
                    <a:pt x="1538705" y="407735"/>
                    <a:pt x="1475459" y="458368"/>
                  </a:cubicBezTo>
                  <a:cubicBezTo>
                    <a:pt x="1354649" y="512478"/>
                    <a:pt x="1260767" y="610701"/>
                    <a:pt x="1139216" y="663724"/>
                  </a:cubicBezTo>
                  <a:cubicBezTo>
                    <a:pt x="1083134" y="709142"/>
                    <a:pt x="1019394" y="743259"/>
                    <a:pt x="960100" y="784330"/>
                  </a:cubicBezTo>
                  <a:cubicBezTo>
                    <a:pt x="936383" y="805192"/>
                    <a:pt x="909454" y="823446"/>
                    <a:pt x="879066" y="834529"/>
                  </a:cubicBezTo>
                  <a:cubicBezTo>
                    <a:pt x="834843" y="816492"/>
                    <a:pt x="788396" y="804975"/>
                    <a:pt x="742444" y="792154"/>
                  </a:cubicBezTo>
                  <a:cubicBezTo>
                    <a:pt x="633739" y="763903"/>
                    <a:pt x="526023" y="731090"/>
                    <a:pt x="416577" y="705230"/>
                  </a:cubicBezTo>
                  <a:cubicBezTo>
                    <a:pt x="452400" y="645688"/>
                    <a:pt x="490447" y="587449"/>
                    <a:pt x="521576" y="525081"/>
                  </a:cubicBezTo>
                  <a:cubicBezTo>
                    <a:pt x="541093" y="483358"/>
                    <a:pt x="575928" y="450327"/>
                    <a:pt x="587540" y="404910"/>
                  </a:cubicBezTo>
                  <a:cubicBezTo>
                    <a:pt x="610516" y="335154"/>
                    <a:pt x="667586" y="283000"/>
                    <a:pt x="688833" y="212592"/>
                  </a:cubicBezTo>
                  <a:cubicBezTo>
                    <a:pt x="722185" y="104372"/>
                    <a:pt x="614469" y="-16234"/>
                    <a:pt x="503788" y="1803"/>
                  </a:cubicBezTo>
                  <a:cubicBezTo>
                    <a:pt x="458577" y="6366"/>
                    <a:pt x="411883" y="28532"/>
                    <a:pt x="391872" y="71559"/>
                  </a:cubicBezTo>
                  <a:cubicBezTo>
                    <a:pt x="335790" y="149572"/>
                    <a:pt x="298979" y="239755"/>
                    <a:pt x="244132" y="318204"/>
                  </a:cubicBezTo>
                  <a:cubicBezTo>
                    <a:pt x="222144" y="374269"/>
                    <a:pt x="196450" y="429466"/>
                    <a:pt x="161121" y="478360"/>
                  </a:cubicBezTo>
                  <a:cubicBezTo>
                    <a:pt x="123075" y="540076"/>
                    <a:pt x="92193" y="605920"/>
                    <a:pt x="52664" y="666984"/>
                  </a:cubicBezTo>
                  <a:cubicBezTo>
                    <a:pt x="33641" y="723919"/>
                    <a:pt x="-11571" y="776725"/>
                    <a:pt x="2759" y="841048"/>
                  </a:cubicBezTo>
                  <a:cubicBezTo>
                    <a:pt x="16100" y="898417"/>
                    <a:pt x="48217" y="961871"/>
                    <a:pt x="109487" y="979039"/>
                  </a:cubicBezTo>
                  <a:cubicBezTo>
                    <a:pt x="154204" y="992512"/>
                    <a:pt x="199415" y="1003595"/>
                    <a:pt x="245368" y="1010766"/>
                  </a:cubicBezTo>
                  <a:cubicBezTo>
                    <a:pt x="322202" y="1021849"/>
                    <a:pt x="394836" y="1049229"/>
                    <a:pt x="470188" y="1066614"/>
                  </a:cubicBezTo>
                  <a:cubicBezTo>
                    <a:pt x="508235" y="1076393"/>
                    <a:pt x="454624" y="1064006"/>
                    <a:pt x="474141" y="1069222"/>
                  </a:cubicBezTo>
                  <a:cubicBezTo>
                    <a:pt x="512188" y="1077480"/>
                    <a:pt x="549493" y="1088128"/>
                    <a:pt x="587540" y="1097689"/>
                  </a:cubicBezTo>
                  <a:cubicBezTo>
                    <a:pt x="582105" y="1120941"/>
                    <a:pt x="577164" y="1144628"/>
                    <a:pt x="568023" y="1166793"/>
                  </a:cubicBezTo>
                  <a:cubicBezTo>
                    <a:pt x="535658" y="1245459"/>
                    <a:pt x="517376" y="1329340"/>
                    <a:pt x="496129" y="1411700"/>
                  </a:cubicBezTo>
                  <a:cubicBezTo>
                    <a:pt x="606069" y="1421262"/>
                    <a:pt x="715515" y="1438646"/>
                    <a:pt x="824219" y="1459725"/>
                  </a:cubicBezTo>
                  <a:cubicBezTo>
                    <a:pt x="864490" y="1465810"/>
                    <a:pt x="902536" y="1486454"/>
                    <a:pt x="925759" y="1520572"/>
                  </a:cubicBezTo>
                  <a:cubicBezTo>
                    <a:pt x="951700" y="1555558"/>
                    <a:pt x="946759" y="1602280"/>
                    <a:pt x="939842" y="1642482"/>
                  </a:cubicBezTo>
                  <a:cubicBezTo>
                    <a:pt x="926501" y="1684205"/>
                    <a:pt x="888207" y="1720930"/>
                    <a:pt x="843243" y="1723755"/>
                  </a:cubicBezTo>
                  <a:lnTo>
                    <a:pt x="815824" y="1725331"/>
                  </a:lnTo>
                  <a:lnTo>
                    <a:pt x="811290" y="1723798"/>
                  </a:lnTo>
                  <a:cubicBezTo>
                    <a:pt x="706727" y="1712305"/>
                    <a:pt x="603533" y="1687676"/>
                    <a:pt x="498149" y="1684119"/>
                  </a:cubicBezTo>
                  <a:cubicBezTo>
                    <a:pt x="481999" y="1675635"/>
                    <a:pt x="467492" y="1664416"/>
                    <a:pt x="452985" y="1653470"/>
                  </a:cubicBezTo>
                  <a:cubicBezTo>
                    <a:pt x="504856" y="1655112"/>
                    <a:pt x="556384" y="1659969"/>
                    <a:pt x="607707" y="1666708"/>
                  </a:cubicBezTo>
                  <a:lnTo>
                    <a:pt x="694440" y="1680566"/>
                  </a:lnTo>
                  <a:lnTo>
                    <a:pt x="694444" y="1680570"/>
                  </a:lnTo>
                  <a:cubicBezTo>
                    <a:pt x="708444" y="1691734"/>
                    <a:pt x="724708" y="1697316"/>
                    <a:pt x="741458" y="1698361"/>
                  </a:cubicBezTo>
                  <a:cubicBezTo>
                    <a:pt x="791705" y="1701494"/>
                    <a:pt x="846315" y="1663790"/>
                    <a:pt x="857226" y="1613450"/>
                  </a:cubicBezTo>
                  <a:cubicBezTo>
                    <a:pt x="877540" y="1554548"/>
                    <a:pt x="828129" y="1493180"/>
                    <a:pt x="771031" y="1481948"/>
                  </a:cubicBezTo>
                  <a:cubicBezTo>
                    <a:pt x="717365" y="1470305"/>
                    <a:pt x="663287" y="1460853"/>
                    <a:pt x="609003" y="1452737"/>
                  </a:cubicBezTo>
                  <a:lnTo>
                    <a:pt x="544594" y="1444374"/>
                  </a:lnTo>
                  <a:lnTo>
                    <a:pt x="539481" y="1438928"/>
                  </a:lnTo>
                  <a:lnTo>
                    <a:pt x="490016" y="1437288"/>
                  </a:lnTo>
                  <a:lnTo>
                    <a:pt x="445740" y="1431539"/>
                  </a:lnTo>
                  <a:lnTo>
                    <a:pt x="450162" y="1435966"/>
                  </a:lnTo>
                  <a:lnTo>
                    <a:pt x="433208" y="1435404"/>
                  </a:lnTo>
                  <a:cubicBezTo>
                    <a:pt x="397761" y="1435644"/>
                    <a:pt x="362382" y="1437970"/>
                    <a:pt x="327345" y="1444401"/>
                  </a:cubicBezTo>
                  <a:cubicBezTo>
                    <a:pt x="261104" y="1454799"/>
                    <a:pt x="201706" y="1500499"/>
                    <a:pt x="174060" y="1561249"/>
                  </a:cubicBezTo>
                  <a:cubicBezTo>
                    <a:pt x="156815" y="1622547"/>
                    <a:pt x="178165" y="1693970"/>
                    <a:pt x="227436" y="1734197"/>
                  </a:cubicBezTo>
                  <a:cubicBezTo>
                    <a:pt x="253166" y="1757183"/>
                    <a:pt x="269863" y="1788653"/>
                    <a:pt x="298330" y="1808356"/>
                  </a:cubicBezTo>
                  <a:cubicBezTo>
                    <a:pt x="344590" y="1843657"/>
                    <a:pt x="394134" y="1874306"/>
                    <a:pt x="445047" y="1901671"/>
                  </a:cubicBezTo>
                  <a:cubicBezTo>
                    <a:pt x="511562" y="1926299"/>
                    <a:pt x="576161" y="1961327"/>
                    <a:pt x="648150" y="1966526"/>
                  </a:cubicBezTo>
                  <a:cubicBezTo>
                    <a:pt x="696873" y="1965431"/>
                    <a:pt x="745596" y="1958590"/>
                    <a:pt x="794045" y="1953117"/>
                  </a:cubicBezTo>
                  <a:cubicBezTo>
                    <a:pt x="869319" y="1942718"/>
                    <a:pt x="945415" y="1939161"/>
                    <a:pt x="1020415" y="1926573"/>
                  </a:cubicBezTo>
                  <a:lnTo>
                    <a:pt x="1018150" y="1924260"/>
                  </a:lnTo>
                  <a:lnTo>
                    <a:pt x="1050465" y="1921170"/>
                  </a:lnTo>
                  <a:cubicBezTo>
                    <a:pt x="1106388" y="1913968"/>
                    <a:pt x="1162625" y="1904230"/>
                    <a:pt x="1218027" y="1919550"/>
                  </a:cubicBezTo>
                  <a:lnTo>
                    <a:pt x="1721527" y="2037766"/>
                  </a:lnTo>
                  <a:cubicBezTo>
                    <a:pt x="1798855" y="2053847"/>
                    <a:pt x="1874948" y="2074708"/>
                    <a:pt x="1953018" y="2086660"/>
                  </a:cubicBezTo>
                  <a:cubicBezTo>
                    <a:pt x="2083216" y="2106218"/>
                    <a:pt x="2209709" y="2143812"/>
                    <a:pt x="2338672" y="2169889"/>
                  </a:cubicBezTo>
                  <a:cubicBezTo>
                    <a:pt x="2347782" y="2172443"/>
                    <a:pt x="2356962" y="2173438"/>
                    <a:pt x="2366009" y="2173082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1" name="椭圆 130"/>
            <p:cNvSpPr/>
            <p:nvPr/>
          </p:nvSpPr>
          <p:spPr>
            <a:xfrm>
              <a:off x="9701213" y="596900"/>
              <a:ext cx="680789" cy="680789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" name="组合 131"/>
          <p:cNvGrpSpPr/>
          <p:nvPr/>
        </p:nvGrpSpPr>
        <p:grpSpPr>
          <a:xfrm>
            <a:off x="7694270" y="469854"/>
            <a:ext cx="2573721" cy="1755844"/>
            <a:chOff x="5614098" y="-830769"/>
            <a:chExt cx="4265613" cy="2910086"/>
          </a:xfrm>
        </p:grpSpPr>
        <p:sp>
          <p:nvSpPr>
            <p:cNvPr id="133" name="任意多边形 132"/>
            <p:cNvSpPr>
              <a:spLocks/>
            </p:cNvSpPr>
            <p:nvPr/>
          </p:nvSpPr>
          <p:spPr bwMode="auto">
            <a:xfrm flipV="1">
              <a:off x="7432691" y="-830769"/>
              <a:ext cx="623267" cy="766280"/>
            </a:xfrm>
            <a:custGeom>
              <a:avLst/>
              <a:gdLst>
                <a:gd name="connsiteX0" fmla="*/ 309179 w 618108"/>
                <a:gd name="connsiteY0" fmla="*/ 762884 h 763099"/>
                <a:gd name="connsiteX1" fmla="*/ 496413 w 618108"/>
                <a:gd name="connsiteY1" fmla="*/ 717367 h 763099"/>
                <a:gd name="connsiteX2" fmla="*/ 611039 w 618108"/>
                <a:gd name="connsiteY2" fmla="*/ 528949 h 763099"/>
                <a:gd name="connsiteX3" fmla="*/ 522889 w 618108"/>
                <a:gd name="connsiteY3" fmla="*/ 111056 h 763099"/>
                <a:gd name="connsiteX4" fmla="*/ 375338 w 618108"/>
                <a:gd name="connsiteY4" fmla="*/ 6942 h 763099"/>
                <a:gd name="connsiteX5" fmla="*/ 373217 w 618108"/>
                <a:gd name="connsiteY5" fmla="*/ 8224 h 763099"/>
                <a:gd name="connsiteX6" fmla="*/ 311420 w 618108"/>
                <a:gd name="connsiteY6" fmla="*/ 454 h 763099"/>
                <a:gd name="connsiteX7" fmla="*/ 138990 w 618108"/>
                <a:gd name="connsiteY7" fmla="*/ 45887 h 763099"/>
                <a:gd name="connsiteX8" fmla="*/ 0 w 618108"/>
                <a:gd name="connsiteY8" fmla="*/ 376830 h 763099"/>
                <a:gd name="connsiteX9" fmla="*/ 11443 w 618108"/>
                <a:gd name="connsiteY9" fmla="*/ 366849 h 763099"/>
                <a:gd name="connsiteX10" fmla="*/ 7995 w 618108"/>
                <a:gd name="connsiteY10" fmla="*/ 373874 h 763099"/>
                <a:gd name="connsiteX11" fmla="*/ 137118 w 618108"/>
                <a:gd name="connsiteY11" fmla="*/ 722357 h 763099"/>
                <a:gd name="connsiteX12" fmla="*/ 309179 w 618108"/>
                <a:gd name="connsiteY12" fmla="*/ 762884 h 763099"/>
                <a:gd name="connsiteX0" fmla="*/ 309179 w 618108"/>
                <a:gd name="connsiteY0" fmla="*/ 762884 h 763099"/>
                <a:gd name="connsiteX1" fmla="*/ 496413 w 618108"/>
                <a:gd name="connsiteY1" fmla="*/ 717367 h 763099"/>
                <a:gd name="connsiteX2" fmla="*/ 611039 w 618108"/>
                <a:gd name="connsiteY2" fmla="*/ 528949 h 763099"/>
                <a:gd name="connsiteX3" fmla="*/ 522889 w 618108"/>
                <a:gd name="connsiteY3" fmla="*/ 111056 h 763099"/>
                <a:gd name="connsiteX4" fmla="*/ 375338 w 618108"/>
                <a:gd name="connsiteY4" fmla="*/ 6942 h 763099"/>
                <a:gd name="connsiteX5" fmla="*/ 373217 w 618108"/>
                <a:gd name="connsiteY5" fmla="*/ 8224 h 763099"/>
                <a:gd name="connsiteX6" fmla="*/ 311420 w 618108"/>
                <a:gd name="connsiteY6" fmla="*/ 454 h 763099"/>
                <a:gd name="connsiteX7" fmla="*/ 138990 w 618108"/>
                <a:gd name="connsiteY7" fmla="*/ 45887 h 763099"/>
                <a:gd name="connsiteX8" fmla="*/ 0 w 618108"/>
                <a:gd name="connsiteY8" fmla="*/ 376830 h 763099"/>
                <a:gd name="connsiteX9" fmla="*/ 7995 w 618108"/>
                <a:gd name="connsiteY9" fmla="*/ 373874 h 763099"/>
                <a:gd name="connsiteX10" fmla="*/ 137118 w 618108"/>
                <a:gd name="connsiteY10" fmla="*/ 722357 h 763099"/>
                <a:gd name="connsiteX11" fmla="*/ 309179 w 618108"/>
                <a:gd name="connsiteY11" fmla="*/ 762884 h 763099"/>
                <a:gd name="connsiteX0" fmla="*/ 309179 w 618108"/>
                <a:gd name="connsiteY0" fmla="*/ 762884 h 763099"/>
                <a:gd name="connsiteX1" fmla="*/ 496413 w 618108"/>
                <a:gd name="connsiteY1" fmla="*/ 717367 h 763099"/>
                <a:gd name="connsiteX2" fmla="*/ 611039 w 618108"/>
                <a:gd name="connsiteY2" fmla="*/ 528949 h 763099"/>
                <a:gd name="connsiteX3" fmla="*/ 522889 w 618108"/>
                <a:gd name="connsiteY3" fmla="*/ 111056 h 763099"/>
                <a:gd name="connsiteX4" fmla="*/ 375338 w 618108"/>
                <a:gd name="connsiteY4" fmla="*/ 6942 h 763099"/>
                <a:gd name="connsiteX5" fmla="*/ 373217 w 618108"/>
                <a:gd name="connsiteY5" fmla="*/ 8224 h 763099"/>
                <a:gd name="connsiteX6" fmla="*/ 311420 w 618108"/>
                <a:gd name="connsiteY6" fmla="*/ 454 h 763099"/>
                <a:gd name="connsiteX7" fmla="*/ 138990 w 618108"/>
                <a:gd name="connsiteY7" fmla="*/ 45887 h 763099"/>
                <a:gd name="connsiteX8" fmla="*/ 0 w 618108"/>
                <a:gd name="connsiteY8" fmla="*/ 376830 h 763099"/>
                <a:gd name="connsiteX9" fmla="*/ 5614 w 618108"/>
                <a:gd name="connsiteY9" fmla="*/ 404830 h 763099"/>
                <a:gd name="connsiteX10" fmla="*/ 137118 w 618108"/>
                <a:gd name="connsiteY10" fmla="*/ 722357 h 763099"/>
                <a:gd name="connsiteX11" fmla="*/ 309179 w 618108"/>
                <a:gd name="connsiteY11" fmla="*/ 762884 h 763099"/>
                <a:gd name="connsiteX0" fmla="*/ 307568 w 616497"/>
                <a:gd name="connsiteY0" fmla="*/ 767200 h 767415"/>
                <a:gd name="connsiteX1" fmla="*/ 494802 w 616497"/>
                <a:gd name="connsiteY1" fmla="*/ 721683 h 767415"/>
                <a:gd name="connsiteX2" fmla="*/ 609428 w 616497"/>
                <a:gd name="connsiteY2" fmla="*/ 533265 h 767415"/>
                <a:gd name="connsiteX3" fmla="*/ 521278 w 616497"/>
                <a:gd name="connsiteY3" fmla="*/ 115372 h 767415"/>
                <a:gd name="connsiteX4" fmla="*/ 373727 w 616497"/>
                <a:gd name="connsiteY4" fmla="*/ 11258 h 767415"/>
                <a:gd name="connsiteX5" fmla="*/ 371606 w 616497"/>
                <a:gd name="connsiteY5" fmla="*/ 12540 h 767415"/>
                <a:gd name="connsiteX6" fmla="*/ 309809 w 616497"/>
                <a:gd name="connsiteY6" fmla="*/ 4770 h 767415"/>
                <a:gd name="connsiteX7" fmla="*/ 137379 w 616497"/>
                <a:gd name="connsiteY7" fmla="*/ 50203 h 767415"/>
                <a:gd name="connsiteX8" fmla="*/ 4003 w 616497"/>
                <a:gd name="connsiteY8" fmla="*/ 409146 h 767415"/>
                <a:gd name="connsiteX9" fmla="*/ 135507 w 616497"/>
                <a:gd name="connsiteY9" fmla="*/ 726673 h 767415"/>
                <a:gd name="connsiteX10" fmla="*/ 307568 w 616497"/>
                <a:gd name="connsiteY10" fmla="*/ 767200 h 767415"/>
                <a:gd name="connsiteX0" fmla="*/ 307568 w 616497"/>
                <a:gd name="connsiteY0" fmla="*/ 767200 h 767415"/>
                <a:gd name="connsiteX1" fmla="*/ 494802 w 616497"/>
                <a:gd name="connsiteY1" fmla="*/ 721683 h 767415"/>
                <a:gd name="connsiteX2" fmla="*/ 609428 w 616497"/>
                <a:gd name="connsiteY2" fmla="*/ 533265 h 767415"/>
                <a:gd name="connsiteX3" fmla="*/ 521278 w 616497"/>
                <a:gd name="connsiteY3" fmla="*/ 115372 h 767415"/>
                <a:gd name="connsiteX4" fmla="*/ 373727 w 616497"/>
                <a:gd name="connsiteY4" fmla="*/ 11258 h 767415"/>
                <a:gd name="connsiteX5" fmla="*/ 371606 w 616497"/>
                <a:gd name="connsiteY5" fmla="*/ 12540 h 767415"/>
                <a:gd name="connsiteX6" fmla="*/ 309809 w 616497"/>
                <a:gd name="connsiteY6" fmla="*/ 4770 h 767415"/>
                <a:gd name="connsiteX7" fmla="*/ 137379 w 616497"/>
                <a:gd name="connsiteY7" fmla="*/ 50203 h 767415"/>
                <a:gd name="connsiteX8" fmla="*/ 4003 w 616497"/>
                <a:gd name="connsiteY8" fmla="*/ 409146 h 767415"/>
                <a:gd name="connsiteX9" fmla="*/ 135507 w 616497"/>
                <a:gd name="connsiteY9" fmla="*/ 726673 h 767415"/>
                <a:gd name="connsiteX10" fmla="*/ 307568 w 616497"/>
                <a:gd name="connsiteY10" fmla="*/ 767200 h 767415"/>
                <a:gd name="connsiteX0" fmla="*/ 307568 w 616497"/>
                <a:gd name="connsiteY0" fmla="*/ 767200 h 767415"/>
                <a:gd name="connsiteX1" fmla="*/ 494802 w 616497"/>
                <a:gd name="connsiteY1" fmla="*/ 721683 h 767415"/>
                <a:gd name="connsiteX2" fmla="*/ 609428 w 616497"/>
                <a:gd name="connsiteY2" fmla="*/ 533265 h 767415"/>
                <a:gd name="connsiteX3" fmla="*/ 521278 w 616497"/>
                <a:gd name="connsiteY3" fmla="*/ 115372 h 767415"/>
                <a:gd name="connsiteX4" fmla="*/ 373727 w 616497"/>
                <a:gd name="connsiteY4" fmla="*/ 11258 h 767415"/>
                <a:gd name="connsiteX5" fmla="*/ 371606 w 616497"/>
                <a:gd name="connsiteY5" fmla="*/ 12540 h 767415"/>
                <a:gd name="connsiteX6" fmla="*/ 309809 w 616497"/>
                <a:gd name="connsiteY6" fmla="*/ 4770 h 767415"/>
                <a:gd name="connsiteX7" fmla="*/ 137379 w 616497"/>
                <a:gd name="connsiteY7" fmla="*/ 50203 h 767415"/>
                <a:gd name="connsiteX8" fmla="*/ 4003 w 616497"/>
                <a:gd name="connsiteY8" fmla="*/ 409146 h 767415"/>
                <a:gd name="connsiteX9" fmla="*/ 135507 w 616497"/>
                <a:gd name="connsiteY9" fmla="*/ 726673 h 767415"/>
                <a:gd name="connsiteX10" fmla="*/ 307568 w 616497"/>
                <a:gd name="connsiteY10" fmla="*/ 767200 h 767415"/>
                <a:gd name="connsiteX0" fmla="*/ 314338 w 623267"/>
                <a:gd name="connsiteY0" fmla="*/ 766065 h 766280"/>
                <a:gd name="connsiteX1" fmla="*/ 501572 w 623267"/>
                <a:gd name="connsiteY1" fmla="*/ 720548 h 766280"/>
                <a:gd name="connsiteX2" fmla="*/ 616198 w 623267"/>
                <a:gd name="connsiteY2" fmla="*/ 532130 h 766280"/>
                <a:gd name="connsiteX3" fmla="*/ 528048 w 623267"/>
                <a:gd name="connsiteY3" fmla="*/ 114237 h 766280"/>
                <a:gd name="connsiteX4" fmla="*/ 380497 w 623267"/>
                <a:gd name="connsiteY4" fmla="*/ 10123 h 766280"/>
                <a:gd name="connsiteX5" fmla="*/ 378376 w 623267"/>
                <a:gd name="connsiteY5" fmla="*/ 11405 h 766280"/>
                <a:gd name="connsiteX6" fmla="*/ 316579 w 623267"/>
                <a:gd name="connsiteY6" fmla="*/ 3635 h 766280"/>
                <a:gd name="connsiteX7" fmla="*/ 144149 w 623267"/>
                <a:gd name="connsiteY7" fmla="*/ 49068 h 766280"/>
                <a:gd name="connsiteX8" fmla="*/ 3629 w 623267"/>
                <a:gd name="connsiteY8" fmla="*/ 381818 h 766280"/>
                <a:gd name="connsiteX9" fmla="*/ 142277 w 623267"/>
                <a:gd name="connsiteY9" fmla="*/ 725538 h 766280"/>
                <a:gd name="connsiteX10" fmla="*/ 314338 w 623267"/>
                <a:gd name="connsiteY10" fmla="*/ 766065 h 76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3267" h="766280">
                  <a:moveTo>
                    <a:pt x="314338" y="766065"/>
                  </a:moveTo>
                  <a:cubicBezTo>
                    <a:pt x="379760" y="768938"/>
                    <a:pt x="441557" y="742550"/>
                    <a:pt x="501572" y="720548"/>
                  </a:cubicBezTo>
                  <a:cubicBezTo>
                    <a:pt x="568099" y="680778"/>
                    <a:pt x="604281" y="606227"/>
                    <a:pt x="616198" y="532130"/>
                  </a:cubicBezTo>
                  <a:cubicBezTo>
                    <a:pt x="636101" y="388623"/>
                    <a:pt x="616198" y="233170"/>
                    <a:pt x="528048" y="114237"/>
                  </a:cubicBezTo>
                  <a:cubicBezTo>
                    <a:pt x="490024" y="67284"/>
                    <a:pt x="446655" y="10501"/>
                    <a:pt x="380497" y="10123"/>
                  </a:cubicBezTo>
                  <a:lnTo>
                    <a:pt x="378376" y="11405"/>
                  </a:lnTo>
                  <a:lnTo>
                    <a:pt x="316579" y="3635"/>
                  </a:lnTo>
                  <a:cubicBezTo>
                    <a:pt x="252030" y="531"/>
                    <a:pt x="196307" y="-13963"/>
                    <a:pt x="144149" y="49068"/>
                  </a:cubicBezTo>
                  <a:cubicBezTo>
                    <a:pt x="91991" y="112099"/>
                    <a:pt x="22058" y="249049"/>
                    <a:pt x="3629" y="381818"/>
                  </a:cubicBezTo>
                  <a:cubicBezTo>
                    <a:pt x="-14800" y="514587"/>
                    <a:pt x="37787" y="645619"/>
                    <a:pt x="142277" y="725538"/>
                  </a:cubicBezTo>
                  <a:cubicBezTo>
                    <a:pt x="197931" y="745121"/>
                    <a:pt x="254323" y="767501"/>
                    <a:pt x="314338" y="76606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34" name="组合 133"/>
            <p:cNvGrpSpPr/>
            <p:nvPr/>
          </p:nvGrpSpPr>
          <p:grpSpPr>
            <a:xfrm>
              <a:off x="5614098" y="-767071"/>
              <a:ext cx="4265613" cy="2846388"/>
              <a:chOff x="5614098" y="-767071"/>
              <a:chExt cx="4265613" cy="2846388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35" name="Freeform 103"/>
              <p:cNvSpPr>
                <a:spLocks noEditPoints="1"/>
              </p:cNvSpPr>
              <p:nvPr/>
            </p:nvSpPr>
            <p:spPr bwMode="auto">
              <a:xfrm flipV="1">
                <a:off x="5614098" y="-767071"/>
                <a:ext cx="4265613" cy="2846388"/>
              </a:xfrm>
              <a:custGeom>
                <a:avLst/>
                <a:gdLst>
                  <a:gd name="T0" fmla="*/ 760 w 11816"/>
                  <a:gd name="T1" fmla="*/ 7750 h 7872"/>
                  <a:gd name="T2" fmla="*/ 814 w 11816"/>
                  <a:gd name="T3" fmla="*/ 6596 h 7872"/>
                  <a:gd name="T4" fmla="*/ 3273 w 11816"/>
                  <a:gd name="T5" fmla="*/ 6596 h 7872"/>
                  <a:gd name="T6" fmla="*/ 3906 w 11816"/>
                  <a:gd name="T7" fmla="*/ 6596 h 7872"/>
                  <a:gd name="T8" fmla="*/ 5399 w 11816"/>
                  <a:gd name="T9" fmla="*/ 5961 h 7872"/>
                  <a:gd name="T10" fmla="*/ 6149 w 11816"/>
                  <a:gd name="T11" fmla="*/ 5835 h 7872"/>
                  <a:gd name="T12" fmla="*/ 6702 w 11816"/>
                  <a:gd name="T13" fmla="*/ 6450 h 7872"/>
                  <a:gd name="T14" fmla="*/ 7927 w 11816"/>
                  <a:gd name="T15" fmla="*/ 6598 h 7872"/>
                  <a:gd name="T16" fmla="*/ 8418 w 11816"/>
                  <a:gd name="T17" fmla="*/ 6597 h 7872"/>
                  <a:gd name="T18" fmla="*/ 10965 w 11816"/>
                  <a:gd name="T19" fmla="*/ 7582 h 7872"/>
                  <a:gd name="T20" fmla="*/ 11520 w 11816"/>
                  <a:gd name="T21" fmla="*/ 7547 h 7872"/>
                  <a:gd name="T22" fmla="*/ 11816 w 11816"/>
                  <a:gd name="T23" fmla="*/ 6598 h 7872"/>
                  <a:gd name="T24" fmla="*/ 11520 w 11816"/>
                  <a:gd name="T25" fmla="*/ 6181 h 7872"/>
                  <a:gd name="T26" fmla="*/ 11043 w 11816"/>
                  <a:gd name="T27" fmla="*/ 5047 h 7872"/>
                  <a:gd name="T28" fmla="*/ 10959 w 11816"/>
                  <a:gd name="T29" fmla="*/ 6181 h 7872"/>
                  <a:gd name="T30" fmla="*/ 8281 w 11816"/>
                  <a:gd name="T31" fmla="*/ 5354 h 7872"/>
                  <a:gd name="T32" fmla="*/ 7016 w 11816"/>
                  <a:gd name="T33" fmla="*/ 5151 h 7872"/>
                  <a:gd name="T34" fmla="*/ 6925 w 11816"/>
                  <a:gd name="T35" fmla="*/ 5074 h 7872"/>
                  <a:gd name="T36" fmla="*/ 6194 w 11816"/>
                  <a:gd name="T37" fmla="*/ 5780 h 7872"/>
                  <a:gd name="T38" fmla="*/ 6799 w 11816"/>
                  <a:gd name="T39" fmla="*/ 5146 h 7872"/>
                  <a:gd name="T40" fmla="*/ 6809 w 11816"/>
                  <a:gd name="T41" fmla="*/ 3292 h 7872"/>
                  <a:gd name="T42" fmla="*/ 8621 w 11816"/>
                  <a:gd name="T43" fmla="*/ 3029 h 7872"/>
                  <a:gd name="T44" fmla="*/ 8313 w 11816"/>
                  <a:gd name="T45" fmla="*/ 2113 h 7872"/>
                  <a:gd name="T46" fmla="*/ 7772 w 11816"/>
                  <a:gd name="T47" fmla="*/ 592 h 7872"/>
                  <a:gd name="T48" fmla="*/ 7050 w 11816"/>
                  <a:gd name="T49" fmla="*/ 64 h 7872"/>
                  <a:gd name="T50" fmla="*/ 7190 w 11816"/>
                  <a:gd name="T51" fmla="*/ 1903 h 7872"/>
                  <a:gd name="T52" fmla="*/ 6235 w 11816"/>
                  <a:gd name="T53" fmla="*/ 2140 h 7872"/>
                  <a:gd name="T54" fmla="*/ 5708 w 11816"/>
                  <a:gd name="T55" fmla="*/ 2144 h 7872"/>
                  <a:gd name="T56" fmla="*/ 4440 w 11816"/>
                  <a:gd name="T57" fmla="*/ 2378 h 7872"/>
                  <a:gd name="T58" fmla="*/ 5043 w 11816"/>
                  <a:gd name="T59" fmla="*/ 666 h 7872"/>
                  <a:gd name="T60" fmla="*/ 4075 w 11816"/>
                  <a:gd name="T61" fmla="*/ 422 h 7872"/>
                  <a:gd name="T62" fmla="*/ 3740 w 11816"/>
                  <a:gd name="T63" fmla="*/ 1381 h 7872"/>
                  <a:gd name="T64" fmla="*/ 3372 w 11816"/>
                  <a:gd name="T65" fmla="*/ 2471 h 7872"/>
                  <a:gd name="T66" fmla="*/ 3483 w 11816"/>
                  <a:gd name="T67" fmla="*/ 3484 h 7872"/>
                  <a:gd name="T68" fmla="*/ 4962 w 11816"/>
                  <a:gd name="T69" fmla="*/ 3293 h 7872"/>
                  <a:gd name="T70" fmla="*/ 4263 w 11816"/>
                  <a:gd name="T71" fmla="*/ 4907 h 7872"/>
                  <a:gd name="T72" fmla="*/ 3436 w 11816"/>
                  <a:gd name="T73" fmla="*/ 5539 h 7872"/>
                  <a:gd name="T74" fmla="*/ 1581 w 11816"/>
                  <a:gd name="T75" fmla="*/ 6183 h 7872"/>
                  <a:gd name="T76" fmla="*/ 1679 w 11816"/>
                  <a:gd name="T77" fmla="*/ 6319 h 7872"/>
                  <a:gd name="T78" fmla="*/ 1402 w 11816"/>
                  <a:gd name="T79" fmla="*/ 6182 h 7872"/>
                  <a:gd name="T80" fmla="*/ 812 w 11816"/>
                  <a:gd name="T81" fmla="*/ 5459 h 7872"/>
                  <a:gd name="T82" fmla="*/ 544 w 11816"/>
                  <a:gd name="T83" fmla="*/ 5157 h 7872"/>
                  <a:gd name="T84" fmla="*/ 767 w 11816"/>
                  <a:gd name="T85" fmla="*/ 5046 h 7872"/>
                  <a:gd name="T86" fmla="*/ 258 w 11816"/>
                  <a:gd name="T87" fmla="*/ 6183 h 7872"/>
                  <a:gd name="T88" fmla="*/ 1 w 11816"/>
                  <a:gd name="T89" fmla="*/ 6598 h 7872"/>
                  <a:gd name="T90" fmla="*/ 264 w 11816"/>
                  <a:gd name="T91" fmla="*/ 7616 h 7872"/>
                  <a:gd name="T92" fmla="*/ 4110 w 11816"/>
                  <a:gd name="T93" fmla="*/ 5479 h 7872"/>
                  <a:gd name="T94" fmla="*/ 5022 w 11816"/>
                  <a:gd name="T95" fmla="*/ 6180 h 7872"/>
                  <a:gd name="T96" fmla="*/ 6764 w 11816"/>
                  <a:gd name="T97" fmla="*/ 6184 h 7872"/>
                  <a:gd name="T98" fmla="*/ 7379 w 11816"/>
                  <a:gd name="T99" fmla="*/ 5605 h 7872"/>
                  <a:gd name="T100" fmla="*/ 7871 w 11816"/>
                  <a:gd name="T101" fmla="*/ 6181 h 7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16" h="7872">
                    <a:moveTo>
                      <a:pt x="264" y="7616"/>
                    </a:moveTo>
                    <a:cubicBezTo>
                      <a:pt x="315" y="7827"/>
                      <a:pt x="607" y="7872"/>
                      <a:pt x="760" y="7750"/>
                    </a:cubicBezTo>
                    <a:cubicBezTo>
                      <a:pt x="804" y="7678"/>
                      <a:pt x="816" y="7591"/>
                      <a:pt x="815" y="7509"/>
                    </a:cubicBezTo>
                    <a:cubicBezTo>
                      <a:pt x="814" y="7205"/>
                      <a:pt x="814" y="6900"/>
                      <a:pt x="814" y="6596"/>
                    </a:cubicBezTo>
                    <a:cubicBezTo>
                      <a:pt x="1193" y="6591"/>
                      <a:pt x="1574" y="6610"/>
                      <a:pt x="1952" y="6586"/>
                    </a:cubicBezTo>
                    <a:cubicBezTo>
                      <a:pt x="2392" y="6611"/>
                      <a:pt x="2833" y="6590"/>
                      <a:pt x="3273" y="6596"/>
                    </a:cubicBezTo>
                    <a:cubicBezTo>
                      <a:pt x="3392" y="6587"/>
                      <a:pt x="3507" y="6619"/>
                      <a:pt x="3624" y="6630"/>
                    </a:cubicBezTo>
                    <a:cubicBezTo>
                      <a:pt x="3718" y="6624"/>
                      <a:pt x="3810" y="6594"/>
                      <a:pt x="3906" y="6596"/>
                    </a:cubicBezTo>
                    <a:cubicBezTo>
                      <a:pt x="4282" y="6597"/>
                      <a:pt x="4658" y="6595"/>
                      <a:pt x="5035" y="6598"/>
                    </a:cubicBezTo>
                    <a:cubicBezTo>
                      <a:pt x="5104" y="6358"/>
                      <a:pt x="5255" y="6159"/>
                      <a:pt x="5399" y="5961"/>
                    </a:cubicBezTo>
                    <a:cubicBezTo>
                      <a:pt x="5545" y="5895"/>
                      <a:pt x="5681" y="5792"/>
                      <a:pt x="5847" y="5786"/>
                    </a:cubicBezTo>
                    <a:cubicBezTo>
                      <a:pt x="5951" y="5773"/>
                      <a:pt x="6052" y="5801"/>
                      <a:pt x="6149" y="5835"/>
                    </a:cubicBezTo>
                    <a:cubicBezTo>
                      <a:pt x="6224" y="5892"/>
                      <a:pt x="6314" y="5923"/>
                      <a:pt x="6393" y="5975"/>
                    </a:cubicBezTo>
                    <a:cubicBezTo>
                      <a:pt x="6534" y="6104"/>
                      <a:pt x="6643" y="6267"/>
                      <a:pt x="6702" y="6450"/>
                    </a:cubicBezTo>
                    <a:cubicBezTo>
                      <a:pt x="6715" y="6498"/>
                      <a:pt x="6727" y="6547"/>
                      <a:pt x="6739" y="6595"/>
                    </a:cubicBezTo>
                    <a:cubicBezTo>
                      <a:pt x="7135" y="6600"/>
                      <a:pt x="7531" y="6593"/>
                      <a:pt x="7927" y="6598"/>
                    </a:cubicBezTo>
                    <a:cubicBezTo>
                      <a:pt x="8011" y="6599"/>
                      <a:pt x="8091" y="6635"/>
                      <a:pt x="8175" y="6629"/>
                    </a:cubicBezTo>
                    <a:cubicBezTo>
                      <a:pt x="8257" y="6622"/>
                      <a:pt x="8336" y="6597"/>
                      <a:pt x="8418" y="6597"/>
                    </a:cubicBezTo>
                    <a:cubicBezTo>
                      <a:pt x="9265" y="6596"/>
                      <a:pt x="10111" y="6598"/>
                      <a:pt x="10958" y="6596"/>
                    </a:cubicBezTo>
                    <a:cubicBezTo>
                      <a:pt x="10963" y="6925"/>
                      <a:pt x="10950" y="7254"/>
                      <a:pt x="10965" y="7582"/>
                    </a:cubicBezTo>
                    <a:cubicBezTo>
                      <a:pt x="10979" y="7775"/>
                      <a:pt x="11218" y="7871"/>
                      <a:pt x="11378" y="7784"/>
                    </a:cubicBezTo>
                    <a:cubicBezTo>
                      <a:pt x="11465" y="7740"/>
                      <a:pt x="11522" y="7645"/>
                      <a:pt x="11520" y="7547"/>
                    </a:cubicBezTo>
                    <a:cubicBezTo>
                      <a:pt x="11523" y="7230"/>
                      <a:pt x="11522" y="6913"/>
                      <a:pt x="11521" y="6596"/>
                    </a:cubicBezTo>
                    <a:cubicBezTo>
                      <a:pt x="11619" y="6596"/>
                      <a:pt x="11718" y="6597"/>
                      <a:pt x="11816" y="6598"/>
                    </a:cubicBezTo>
                    <a:cubicBezTo>
                      <a:pt x="11813" y="6459"/>
                      <a:pt x="11816" y="6320"/>
                      <a:pt x="11812" y="6181"/>
                    </a:cubicBezTo>
                    <a:cubicBezTo>
                      <a:pt x="11715" y="6183"/>
                      <a:pt x="11617" y="6183"/>
                      <a:pt x="11520" y="6181"/>
                    </a:cubicBezTo>
                    <a:cubicBezTo>
                      <a:pt x="11519" y="5851"/>
                      <a:pt x="11528" y="5520"/>
                      <a:pt x="11516" y="5189"/>
                    </a:cubicBezTo>
                    <a:cubicBezTo>
                      <a:pt x="11487" y="4975"/>
                      <a:pt x="11188" y="4904"/>
                      <a:pt x="11043" y="5047"/>
                    </a:cubicBezTo>
                    <a:cubicBezTo>
                      <a:pt x="10978" y="5109"/>
                      <a:pt x="10956" y="5200"/>
                      <a:pt x="10959" y="5287"/>
                    </a:cubicBezTo>
                    <a:cubicBezTo>
                      <a:pt x="10959" y="5585"/>
                      <a:pt x="10958" y="5883"/>
                      <a:pt x="10959" y="6181"/>
                    </a:cubicBezTo>
                    <a:cubicBezTo>
                      <a:pt x="10124" y="6184"/>
                      <a:pt x="9290" y="6185"/>
                      <a:pt x="8455" y="6180"/>
                    </a:cubicBezTo>
                    <a:cubicBezTo>
                      <a:pt x="8441" y="5899"/>
                      <a:pt x="8392" y="5614"/>
                      <a:pt x="8281" y="5354"/>
                    </a:cubicBezTo>
                    <a:cubicBezTo>
                      <a:pt x="8146" y="5155"/>
                      <a:pt x="7986" y="4908"/>
                      <a:pt x="7716" y="4903"/>
                    </a:cubicBezTo>
                    <a:cubicBezTo>
                      <a:pt x="7455" y="4865"/>
                      <a:pt x="7219" y="5005"/>
                      <a:pt x="7016" y="5151"/>
                    </a:cubicBezTo>
                    <a:cubicBezTo>
                      <a:pt x="6990" y="5160"/>
                      <a:pt x="6969" y="5205"/>
                      <a:pt x="6939" y="5191"/>
                    </a:cubicBezTo>
                    <a:cubicBezTo>
                      <a:pt x="6935" y="5161"/>
                      <a:pt x="6928" y="5103"/>
                      <a:pt x="6925" y="5074"/>
                    </a:cubicBezTo>
                    <a:cubicBezTo>
                      <a:pt x="6783" y="5196"/>
                      <a:pt x="6661" y="5339"/>
                      <a:pt x="6522" y="5464"/>
                    </a:cubicBezTo>
                    <a:cubicBezTo>
                      <a:pt x="6402" y="5560"/>
                      <a:pt x="6348" y="5726"/>
                      <a:pt x="6194" y="5780"/>
                    </a:cubicBezTo>
                    <a:cubicBezTo>
                      <a:pt x="6307" y="5680"/>
                      <a:pt x="6380" y="5540"/>
                      <a:pt x="6509" y="5457"/>
                    </a:cubicBezTo>
                    <a:cubicBezTo>
                      <a:pt x="6625" y="5372"/>
                      <a:pt x="6685" y="5235"/>
                      <a:pt x="6799" y="5146"/>
                    </a:cubicBezTo>
                    <a:cubicBezTo>
                      <a:pt x="6849" y="5096"/>
                      <a:pt x="6950" y="5061"/>
                      <a:pt x="6923" y="4971"/>
                    </a:cubicBezTo>
                    <a:cubicBezTo>
                      <a:pt x="6883" y="4412"/>
                      <a:pt x="6851" y="3852"/>
                      <a:pt x="6809" y="3292"/>
                    </a:cubicBezTo>
                    <a:cubicBezTo>
                      <a:pt x="7210" y="3330"/>
                      <a:pt x="7602" y="3421"/>
                      <a:pt x="7996" y="3506"/>
                    </a:cubicBezTo>
                    <a:cubicBezTo>
                      <a:pt x="8284" y="3576"/>
                      <a:pt x="8641" y="3344"/>
                      <a:pt x="8621" y="3029"/>
                    </a:cubicBezTo>
                    <a:cubicBezTo>
                      <a:pt x="8617" y="2915"/>
                      <a:pt x="8576" y="2806"/>
                      <a:pt x="8533" y="2702"/>
                    </a:cubicBezTo>
                    <a:cubicBezTo>
                      <a:pt x="8443" y="2512"/>
                      <a:pt x="8389" y="2308"/>
                      <a:pt x="8313" y="2113"/>
                    </a:cubicBezTo>
                    <a:cubicBezTo>
                      <a:pt x="8208" y="1871"/>
                      <a:pt x="8126" y="1619"/>
                      <a:pt x="8037" y="1371"/>
                    </a:cubicBezTo>
                    <a:cubicBezTo>
                      <a:pt x="7979" y="1102"/>
                      <a:pt x="7875" y="846"/>
                      <a:pt x="7772" y="592"/>
                    </a:cubicBezTo>
                    <a:cubicBezTo>
                      <a:pt x="7713" y="434"/>
                      <a:pt x="7675" y="250"/>
                      <a:pt x="7531" y="144"/>
                    </a:cubicBezTo>
                    <a:cubicBezTo>
                      <a:pt x="7402" y="25"/>
                      <a:pt x="7211" y="33"/>
                      <a:pt x="7050" y="64"/>
                    </a:cubicBezTo>
                    <a:cubicBezTo>
                      <a:pt x="6774" y="153"/>
                      <a:pt x="6640" y="504"/>
                      <a:pt x="6769" y="760"/>
                    </a:cubicBezTo>
                    <a:cubicBezTo>
                      <a:pt x="6899" y="1145"/>
                      <a:pt x="7061" y="1518"/>
                      <a:pt x="7190" y="1903"/>
                    </a:cubicBezTo>
                    <a:cubicBezTo>
                      <a:pt x="7247" y="2057"/>
                      <a:pt x="7331" y="2203"/>
                      <a:pt x="7349" y="2369"/>
                    </a:cubicBezTo>
                    <a:cubicBezTo>
                      <a:pt x="6976" y="2305"/>
                      <a:pt x="6608" y="2207"/>
                      <a:pt x="6235" y="2140"/>
                    </a:cubicBezTo>
                    <a:cubicBezTo>
                      <a:pt x="6118" y="2110"/>
                      <a:pt x="6013" y="2172"/>
                      <a:pt x="5909" y="2215"/>
                    </a:cubicBezTo>
                    <a:cubicBezTo>
                      <a:pt x="5841" y="2194"/>
                      <a:pt x="5778" y="2157"/>
                      <a:pt x="5708" y="2144"/>
                    </a:cubicBezTo>
                    <a:cubicBezTo>
                      <a:pt x="5540" y="2107"/>
                      <a:pt x="5379" y="2183"/>
                      <a:pt x="5217" y="2211"/>
                    </a:cubicBezTo>
                    <a:cubicBezTo>
                      <a:pt x="4957" y="2261"/>
                      <a:pt x="4699" y="2321"/>
                      <a:pt x="4440" y="2378"/>
                    </a:cubicBezTo>
                    <a:cubicBezTo>
                      <a:pt x="4538" y="2061"/>
                      <a:pt x="4705" y="1768"/>
                      <a:pt x="4756" y="1437"/>
                    </a:cubicBezTo>
                    <a:cubicBezTo>
                      <a:pt x="4859" y="1183"/>
                      <a:pt x="4943" y="921"/>
                      <a:pt x="5043" y="666"/>
                    </a:cubicBezTo>
                    <a:cubicBezTo>
                      <a:pt x="5135" y="364"/>
                      <a:pt x="4863" y="0"/>
                      <a:pt x="4539" y="46"/>
                    </a:cubicBezTo>
                    <a:cubicBezTo>
                      <a:pt x="4320" y="33"/>
                      <a:pt x="4108" y="206"/>
                      <a:pt x="4075" y="422"/>
                    </a:cubicBezTo>
                    <a:cubicBezTo>
                      <a:pt x="4058" y="504"/>
                      <a:pt x="4049" y="589"/>
                      <a:pt x="4011" y="666"/>
                    </a:cubicBezTo>
                    <a:cubicBezTo>
                      <a:pt x="3902" y="897"/>
                      <a:pt x="3845" y="1149"/>
                      <a:pt x="3740" y="1381"/>
                    </a:cubicBezTo>
                    <a:cubicBezTo>
                      <a:pt x="3645" y="1599"/>
                      <a:pt x="3587" y="1831"/>
                      <a:pt x="3489" y="2047"/>
                    </a:cubicBezTo>
                    <a:cubicBezTo>
                      <a:pt x="3424" y="2181"/>
                      <a:pt x="3430" y="2335"/>
                      <a:pt x="3372" y="2471"/>
                    </a:cubicBezTo>
                    <a:cubicBezTo>
                      <a:pt x="3295" y="2695"/>
                      <a:pt x="3140" y="2918"/>
                      <a:pt x="3206" y="3165"/>
                    </a:cubicBezTo>
                    <a:cubicBezTo>
                      <a:pt x="3233" y="3315"/>
                      <a:pt x="3371" y="3400"/>
                      <a:pt x="3483" y="3484"/>
                    </a:cubicBezTo>
                    <a:cubicBezTo>
                      <a:pt x="3660" y="3558"/>
                      <a:pt x="3853" y="3497"/>
                      <a:pt x="4030" y="3457"/>
                    </a:cubicBezTo>
                    <a:cubicBezTo>
                      <a:pt x="4336" y="3376"/>
                      <a:pt x="4649" y="3335"/>
                      <a:pt x="4962" y="3293"/>
                    </a:cubicBezTo>
                    <a:cubicBezTo>
                      <a:pt x="4922" y="3934"/>
                      <a:pt x="4884" y="4575"/>
                      <a:pt x="4832" y="5215"/>
                    </a:cubicBezTo>
                    <a:cubicBezTo>
                      <a:pt x="4689" y="5046"/>
                      <a:pt x="4480" y="4943"/>
                      <a:pt x="4263" y="4907"/>
                    </a:cubicBezTo>
                    <a:cubicBezTo>
                      <a:pt x="4055" y="4867"/>
                      <a:pt x="3835" y="4949"/>
                      <a:pt x="3690" y="5100"/>
                    </a:cubicBezTo>
                    <a:cubicBezTo>
                      <a:pt x="3574" y="5224"/>
                      <a:pt x="3456" y="5363"/>
                      <a:pt x="3436" y="5539"/>
                    </a:cubicBezTo>
                    <a:cubicBezTo>
                      <a:pt x="3413" y="5754"/>
                      <a:pt x="3361" y="5965"/>
                      <a:pt x="3352" y="6182"/>
                    </a:cubicBezTo>
                    <a:cubicBezTo>
                      <a:pt x="2762" y="6184"/>
                      <a:pt x="2172" y="6182"/>
                      <a:pt x="1581" y="6183"/>
                    </a:cubicBezTo>
                    <a:cubicBezTo>
                      <a:pt x="1685" y="6320"/>
                      <a:pt x="1825" y="6425"/>
                      <a:pt x="1934" y="6557"/>
                    </a:cubicBezTo>
                    <a:cubicBezTo>
                      <a:pt x="1817" y="6524"/>
                      <a:pt x="1755" y="6405"/>
                      <a:pt x="1679" y="6319"/>
                    </a:cubicBezTo>
                    <a:cubicBezTo>
                      <a:pt x="1634" y="6297"/>
                      <a:pt x="1582" y="6266"/>
                      <a:pt x="1585" y="6207"/>
                    </a:cubicBezTo>
                    <a:cubicBezTo>
                      <a:pt x="1528" y="6176"/>
                      <a:pt x="1464" y="6182"/>
                      <a:pt x="1402" y="6182"/>
                    </a:cubicBezTo>
                    <a:cubicBezTo>
                      <a:pt x="1207" y="6184"/>
                      <a:pt x="1011" y="6181"/>
                      <a:pt x="816" y="6184"/>
                    </a:cubicBezTo>
                    <a:cubicBezTo>
                      <a:pt x="811" y="5943"/>
                      <a:pt x="818" y="5701"/>
                      <a:pt x="812" y="5459"/>
                    </a:cubicBezTo>
                    <a:cubicBezTo>
                      <a:pt x="661" y="5338"/>
                      <a:pt x="528" y="5195"/>
                      <a:pt x="415" y="5037"/>
                    </a:cubicBezTo>
                    <a:cubicBezTo>
                      <a:pt x="480" y="5049"/>
                      <a:pt x="501" y="5116"/>
                      <a:pt x="544" y="5157"/>
                    </a:cubicBezTo>
                    <a:cubicBezTo>
                      <a:pt x="631" y="5248"/>
                      <a:pt x="719" y="5339"/>
                      <a:pt x="814" y="5422"/>
                    </a:cubicBezTo>
                    <a:cubicBezTo>
                      <a:pt x="811" y="5297"/>
                      <a:pt x="832" y="5161"/>
                      <a:pt x="767" y="5046"/>
                    </a:cubicBezTo>
                    <a:cubicBezTo>
                      <a:pt x="611" y="4897"/>
                      <a:pt x="267" y="4976"/>
                      <a:pt x="259" y="5216"/>
                    </a:cubicBezTo>
                    <a:cubicBezTo>
                      <a:pt x="256" y="5538"/>
                      <a:pt x="260" y="5861"/>
                      <a:pt x="258" y="6183"/>
                    </a:cubicBezTo>
                    <a:cubicBezTo>
                      <a:pt x="173" y="6183"/>
                      <a:pt x="88" y="6182"/>
                      <a:pt x="3" y="6180"/>
                    </a:cubicBezTo>
                    <a:cubicBezTo>
                      <a:pt x="0" y="6319"/>
                      <a:pt x="0" y="6459"/>
                      <a:pt x="1" y="6598"/>
                    </a:cubicBezTo>
                    <a:cubicBezTo>
                      <a:pt x="87" y="6596"/>
                      <a:pt x="173" y="6596"/>
                      <a:pt x="259" y="6597"/>
                    </a:cubicBezTo>
                    <a:cubicBezTo>
                      <a:pt x="261" y="6936"/>
                      <a:pt x="251" y="7277"/>
                      <a:pt x="264" y="7616"/>
                    </a:cubicBezTo>
                    <a:moveTo>
                      <a:pt x="3949" y="6186"/>
                    </a:moveTo>
                    <a:cubicBezTo>
                      <a:pt x="3959" y="5944"/>
                      <a:pt x="4016" y="5702"/>
                      <a:pt x="4110" y="5479"/>
                    </a:cubicBezTo>
                    <a:cubicBezTo>
                      <a:pt x="4368" y="5526"/>
                      <a:pt x="4563" y="5723"/>
                      <a:pt x="4736" y="5907"/>
                    </a:cubicBezTo>
                    <a:cubicBezTo>
                      <a:pt x="4828" y="6002"/>
                      <a:pt x="4899" y="6122"/>
                      <a:pt x="5022" y="6180"/>
                    </a:cubicBezTo>
                    <a:cubicBezTo>
                      <a:pt x="4664" y="6187"/>
                      <a:pt x="4306" y="6178"/>
                      <a:pt x="3949" y="6186"/>
                    </a:cubicBezTo>
                    <a:moveTo>
                      <a:pt x="6764" y="6184"/>
                    </a:moveTo>
                    <a:cubicBezTo>
                      <a:pt x="6847" y="6133"/>
                      <a:pt x="6907" y="6055"/>
                      <a:pt x="6971" y="5984"/>
                    </a:cubicBezTo>
                    <a:cubicBezTo>
                      <a:pt x="7112" y="5863"/>
                      <a:pt x="7248" y="5737"/>
                      <a:pt x="7379" y="5605"/>
                    </a:cubicBezTo>
                    <a:cubicBezTo>
                      <a:pt x="7456" y="5540"/>
                      <a:pt x="7552" y="5494"/>
                      <a:pt x="7654" y="5486"/>
                    </a:cubicBezTo>
                    <a:cubicBezTo>
                      <a:pt x="7824" y="5669"/>
                      <a:pt x="7833" y="5945"/>
                      <a:pt x="7871" y="6181"/>
                    </a:cubicBezTo>
                    <a:cubicBezTo>
                      <a:pt x="7502" y="6186"/>
                      <a:pt x="7133" y="6181"/>
                      <a:pt x="6764" y="618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136" name="组合 135"/>
              <p:cNvGrpSpPr/>
              <p:nvPr/>
            </p:nvGrpSpPr>
            <p:grpSpPr>
              <a:xfrm>
                <a:off x="5614098" y="-754371"/>
                <a:ext cx="2513902" cy="1040121"/>
                <a:chOff x="5614098" y="-754371"/>
                <a:chExt cx="2513902" cy="1040121"/>
              </a:xfrm>
              <a:grpFill/>
            </p:grpSpPr>
            <p:sp>
              <p:nvSpPr>
                <p:cNvPr id="137" name="圆角矩形 136"/>
                <p:cNvSpPr/>
                <p:nvPr/>
              </p:nvSpPr>
              <p:spPr>
                <a:xfrm>
                  <a:off x="5715000" y="-754371"/>
                  <a:ext cx="196850" cy="1033771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38" name="矩形 137"/>
                <p:cNvSpPr/>
                <p:nvPr/>
              </p:nvSpPr>
              <p:spPr>
                <a:xfrm>
                  <a:off x="5614098" y="-304800"/>
                  <a:ext cx="1212152" cy="146050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39" name="任意多边形 138"/>
                <p:cNvSpPr/>
                <p:nvPr/>
              </p:nvSpPr>
              <p:spPr>
                <a:xfrm>
                  <a:off x="7791450" y="-38100"/>
                  <a:ext cx="336550" cy="323850"/>
                </a:xfrm>
                <a:custGeom>
                  <a:avLst/>
                  <a:gdLst>
                    <a:gd name="connsiteX0" fmla="*/ 76200 w 336550"/>
                    <a:gd name="connsiteY0" fmla="*/ 0 h 323850"/>
                    <a:gd name="connsiteX1" fmla="*/ 0 w 336550"/>
                    <a:gd name="connsiteY1" fmla="*/ 63500 h 323850"/>
                    <a:gd name="connsiteX2" fmla="*/ 50800 w 336550"/>
                    <a:gd name="connsiteY2" fmla="*/ 222250 h 323850"/>
                    <a:gd name="connsiteX3" fmla="*/ 323850 w 336550"/>
                    <a:gd name="connsiteY3" fmla="*/ 323850 h 323850"/>
                    <a:gd name="connsiteX4" fmla="*/ 336550 w 336550"/>
                    <a:gd name="connsiteY4" fmla="*/ 209550 h 323850"/>
                    <a:gd name="connsiteX5" fmla="*/ 76200 w 336550"/>
                    <a:gd name="connsiteY5" fmla="*/ 0 h 323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6550" h="323850">
                      <a:moveTo>
                        <a:pt x="76200" y="0"/>
                      </a:moveTo>
                      <a:lnTo>
                        <a:pt x="0" y="63500"/>
                      </a:lnTo>
                      <a:lnTo>
                        <a:pt x="50800" y="222250"/>
                      </a:lnTo>
                      <a:lnTo>
                        <a:pt x="323850" y="323850"/>
                      </a:lnTo>
                      <a:lnTo>
                        <a:pt x="336550" y="209550"/>
                      </a:lnTo>
                      <a:lnTo>
                        <a:pt x="7620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140" name="Group 115"/>
          <p:cNvGrpSpPr>
            <a:grpSpLocks/>
          </p:cNvGrpSpPr>
          <p:nvPr/>
        </p:nvGrpSpPr>
        <p:grpSpPr bwMode="auto">
          <a:xfrm>
            <a:off x="5208646" y="508287"/>
            <a:ext cx="1712421" cy="1765095"/>
            <a:chOff x="-3950" y="4"/>
            <a:chExt cx="3186" cy="3284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41" name="Freeform 112"/>
            <p:cNvSpPr>
              <a:spLocks/>
            </p:cNvSpPr>
            <p:nvPr/>
          </p:nvSpPr>
          <p:spPr bwMode="auto">
            <a:xfrm flipV="1">
              <a:off x="-3950" y="4"/>
              <a:ext cx="3186" cy="3284"/>
            </a:xfrm>
            <a:custGeom>
              <a:avLst/>
              <a:gdLst>
                <a:gd name="T0" fmla="*/ 3233 w 14020"/>
                <a:gd name="T1" fmla="*/ 14362 h 14449"/>
                <a:gd name="T2" fmla="*/ 4765 w 14020"/>
                <a:gd name="T3" fmla="*/ 14197 h 14449"/>
                <a:gd name="T4" fmla="*/ 7133 w 14020"/>
                <a:gd name="T5" fmla="*/ 12866 h 14449"/>
                <a:gd name="T6" fmla="*/ 8615 w 14020"/>
                <a:gd name="T7" fmla="*/ 11606 h 14449"/>
                <a:gd name="T8" fmla="*/ 9138 w 14020"/>
                <a:gd name="T9" fmla="*/ 11445 h 14449"/>
                <a:gd name="T10" fmla="*/ 11929 w 14020"/>
                <a:gd name="T11" fmla="*/ 9872 h 14449"/>
                <a:gd name="T12" fmla="*/ 12142 w 14020"/>
                <a:gd name="T13" fmla="*/ 10169 h 14449"/>
                <a:gd name="T14" fmla="*/ 13683 w 14020"/>
                <a:gd name="T15" fmla="*/ 10103 h 14449"/>
                <a:gd name="T16" fmla="*/ 13922 w 14020"/>
                <a:gd name="T17" fmla="*/ 9401 h 14449"/>
                <a:gd name="T18" fmla="*/ 13921 w 14020"/>
                <a:gd name="T19" fmla="*/ 5163 h 14449"/>
                <a:gd name="T20" fmla="*/ 13298 w 14020"/>
                <a:gd name="T21" fmla="*/ 4330 h 14449"/>
                <a:gd name="T22" fmla="*/ 12672 w 14020"/>
                <a:gd name="T23" fmla="*/ 4241 h 14449"/>
                <a:gd name="T24" fmla="*/ 10682 w 14020"/>
                <a:gd name="T25" fmla="*/ 4098 h 14449"/>
                <a:gd name="T26" fmla="*/ 10566 w 14020"/>
                <a:gd name="T27" fmla="*/ 2057 h 14449"/>
                <a:gd name="T28" fmla="*/ 9984 w 14020"/>
                <a:gd name="T29" fmla="*/ 1557 h 14449"/>
                <a:gd name="T30" fmla="*/ 9308 w 14020"/>
                <a:gd name="T31" fmla="*/ 1951 h 14449"/>
                <a:gd name="T32" fmla="*/ 9275 w 14020"/>
                <a:gd name="T33" fmla="*/ 2626 h 14449"/>
                <a:gd name="T34" fmla="*/ 9332 w 14020"/>
                <a:gd name="T35" fmla="*/ 4848 h 14449"/>
                <a:gd name="T36" fmla="*/ 9483 w 14020"/>
                <a:gd name="T37" fmla="*/ 5523 h 14449"/>
                <a:gd name="T38" fmla="*/ 10262 w 14020"/>
                <a:gd name="T39" fmla="*/ 6029 h 14449"/>
                <a:gd name="T40" fmla="*/ 11845 w 14020"/>
                <a:gd name="T41" fmla="*/ 6141 h 14449"/>
                <a:gd name="T42" fmla="*/ 11844 w 14020"/>
                <a:gd name="T43" fmla="*/ 8883 h 14449"/>
                <a:gd name="T44" fmla="*/ 8356 w 14020"/>
                <a:gd name="T45" fmla="*/ 10842 h 14449"/>
                <a:gd name="T46" fmla="*/ 8311 w 14020"/>
                <a:gd name="T47" fmla="*/ 11380 h 14449"/>
                <a:gd name="T48" fmla="*/ 5884 w 14020"/>
                <a:gd name="T49" fmla="*/ 13274 h 14449"/>
                <a:gd name="T50" fmla="*/ 3530 w 14020"/>
                <a:gd name="T51" fmla="*/ 14031 h 14449"/>
                <a:gd name="T52" fmla="*/ 601 w 14020"/>
                <a:gd name="T53" fmla="*/ 439 h 14449"/>
                <a:gd name="T54" fmla="*/ 1161 w 14020"/>
                <a:gd name="T55" fmla="*/ 516 h 14449"/>
                <a:gd name="T56" fmla="*/ 1707 w 14020"/>
                <a:gd name="T57" fmla="*/ 915 h 14449"/>
                <a:gd name="T58" fmla="*/ 2955 w 14020"/>
                <a:gd name="T59" fmla="*/ 896 h 14449"/>
                <a:gd name="T60" fmla="*/ 3610 w 14020"/>
                <a:gd name="T61" fmla="*/ 543 h 14449"/>
                <a:gd name="T62" fmla="*/ 4433 w 14020"/>
                <a:gd name="T63" fmla="*/ 479 h 14449"/>
                <a:gd name="T64" fmla="*/ 5182 w 14020"/>
                <a:gd name="T65" fmla="*/ 968 h 14449"/>
                <a:gd name="T66" fmla="*/ 6561 w 14020"/>
                <a:gd name="T67" fmla="*/ 798 h 14449"/>
                <a:gd name="T68" fmla="*/ 7634 w 14020"/>
                <a:gd name="T69" fmla="*/ 627 h 14449"/>
                <a:gd name="T70" fmla="*/ 8330 w 14020"/>
                <a:gd name="T71" fmla="*/ 1094 h 14449"/>
                <a:gd name="T72" fmla="*/ 9660 w 14020"/>
                <a:gd name="T73" fmla="*/ 957 h 14449"/>
                <a:gd name="T74" fmla="*/ 9659 w 14020"/>
                <a:gd name="T75" fmla="*/ 1254 h 14449"/>
                <a:gd name="T76" fmla="*/ 14019 w 14020"/>
                <a:gd name="T77" fmla="*/ 1255 h 14449"/>
                <a:gd name="T78" fmla="*/ 14020 w 14020"/>
                <a:gd name="T79" fmla="*/ 2 h 14449"/>
                <a:gd name="T80" fmla="*/ 9659 w 14020"/>
                <a:gd name="T81" fmla="*/ 1 h 14449"/>
                <a:gd name="T82" fmla="*/ 9660 w 14020"/>
                <a:gd name="T83" fmla="*/ 758 h 14449"/>
                <a:gd name="T84" fmla="*/ 8496 w 14020"/>
                <a:gd name="T85" fmla="*/ 970 h 14449"/>
                <a:gd name="T86" fmla="*/ 7670 w 14020"/>
                <a:gd name="T87" fmla="*/ 454 h 14449"/>
                <a:gd name="T88" fmla="*/ 6453 w 14020"/>
                <a:gd name="T89" fmla="*/ 637 h 14449"/>
                <a:gd name="T90" fmla="*/ 5292 w 14020"/>
                <a:gd name="T91" fmla="*/ 822 h 14449"/>
                <a:gd name="T92" fmla="*/ 4565 w 14020"/>
                <a:gd name="T93" fmla="*/ 344 h 14449"/>
                <a:gd name="T94" fmla="*/ 3702 w 14020"/>
                <a:gd name="T95" fmla="*/ 327 h 14449"/>
                <a:gd name="T96" fmla="*/ 2807 w 14020"/>
                <a:gd name="T97" fmla="*/ 770 h 14449"/>
                <a:gd name="T98" fmla="*/ 1861 w 14020"/>
                <a:gd name="T99" fmla="*/ 795 h 14449"/>
                <a:gd name="T100" fmla="*/ 1260 w 14020"/>
                <a:gd name="T101" fmla="*/ 372 h 14449"/>
                <a:gd name="T102" fmla="*/ 0 w 14020"/>
                <a:gd name="T103" fmla="*/ 473 h 14449"/>
                <a:gd name="T104" fmla="*/ 0 w 14020"/>
                <a:gd name="T105" fmla="*/ 674 h 14449"/>
                <a:gd name="T106" fmla="*/ 366 w 14020"/>
                <a:gd name="T107" fmla="*/ 493 h 14449"/>
                <a:gd name="T108" fmla="*/ 3274 w 14020"/>
                <a:gd name="T109" fmla="*/ 13967 h 14449"/>
                <a:gd name="T110" fmla="*/ 3233 w 14020"/>
                <a:gd name="T111" fmla="*/ 14362 h 14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20" h="14449">
                  <a:moveTo>
                    <a:pt x="3233" y="14362"/>
                  </a:moveTo>
                  <a:cubicBezTo>
                    <a:pt x="3747" y="14449"/>
                    <a:pt x="4273" y="14353"/>
                    <a:pt x="4765" y="14197"/>
                  </a:cubicBezTo>
                  <a:cubicBezTo>
                    <a:pt x="5629" y="13906"/>
                    <a:pt x="6414" y="13418"/>
                    <a:pt x="7133" y="12866"/>
                  </a:cubicBezTo>
                  <a:cubicBezTo>
                    <a:pt x="7656" y="12481"/>
                    <a:pt x="8138" y="12045"/>
                    <a:pt x="8615" y="11606"/>
                  </a:cubicBezTo>
                  <a:cubicBezTo>
                    <a:pt x="8806" y="11664"/>
                    <a:pt x="9002" y="11580"/>
                    <a:pt x="9138" y="11445"/>
                  </a:cubicBezTo>
                  <a:cubicBezTo>
                    <a:pt x="9944" y="10732"/>
                    <a:pt x="10901" y="10190"/>
                    <a:pt x="11929" y="9872"/>
                  </a:cubicBezTo>
                  <a:cubicBezTo>
                    <a:pt x="11987" y="9979"/>
                    <a:pt x="12051" y="10086"/>
                    <a:pt x="12142" y="10169"/>
                  </a:cubicBezTo>
                  <a:cubicBezTo>
                    <a:pt x="12562" y="10559"/>
                    <a:pt x="13299" y="10531"/>
                    <a:pt x="13683" y="10103"/>
                  </a:cubicBezTo>
                  <a:cubicBezTo>
                    <a:pt x="13855" y="9913"/>
                    <a:pt x="13923" y="9653"/>
                    <a:pt x="13922" y="9401"/>
                  </a:cubicBezTo>
                  <a:cubicBezTo>
                    <a:pt x="13923" y="7988"/>
                    <a:pt x="13924" y="6575"/>
                    <a:pt x="13921" y="5163"/>
                  </a:cubicBezTo>
                  <a:cubicBezTo>
                    <a:pt x="13897" y="4796"/>
                    <a:pt x="13643" y="4457"/>
                    <a:pt x="13298" y="4330"/>
                  </a:cubicBezTo>
                  <a:cubicBezTo>
                    <a:pt x="13098" y="4256"/>
                    <a:pt x="12881" y="4262"/>
                    <a:pt x="12672" y="4241"/>
                  </a:cubicBezTo>
                  <a:cubicBezTo>
                    <a:pt x="12009" y="4188"/>
                    <a:pt x="11344" y="4158"/>
                    <a:pt x="10682" y="4098"/>
                  </a:cubicBezTo>
                  <a:cubicBezTo>
                    <a:pt x="10679" y="3416"/>
                    <a:pt x="10648" y="2733"/>
                    <a:pt x="10566" y="2057"/>
                  </a:cubicBezTo>
                  <a:cubicBezTo>
                    <a:pt x="10503" y="1790"/>
                    <a:pt x="10255" y="1582"/>
                    <a:pt x="9984" y="1557"/>
                  </a:cubicBezTo>
                  <a:cubicBezTo>
                    <a:pt x="9704" y="1526"/>
                    <a:pt x="9419" y="1694"/>
                    <a:pt x="9308" y="1951"/>
                  </a:cubicBezTo>
                  <a:cubicBezTo>
                    <a:pt x="9206" y="2163"/>
                    <a:pt x="9264" y="2402"/>
                    <a:pt x="9275" y="2626"/>
                  </a:cubicBezTo>
                  <a:cubicBezTo>
                    <a:pt x="9345" y="3364"/>
                    <a:pt x="9352" y="4107"/>
                    <a:pt x="9332" y="4848"/>
                  </a:cubicBezTo>
                  <a:cubicBezTo>
                    <a:pt x="9360" y="5076"/>
                    <a:pt x="9363" y="5320"/>
                    <a:pt x="9483" y="5523"/>
                  </a:cubicBezTo>
                  <a:cubicBezTo>
                    <a:pt x="9634" y="5810"/>
                    <a:pt x="9939" y="6006"/>
                    <a:pt x="10262" y="6029"/>
                  </a:cubicBezTo>
                  <a:cubicBezTo>
                    <a:pt x="10789" y="6070"/>
                    <a:pt x="11317" y="6108"/>
                    <a:pt x="11845" y="6141"/>
                  </a:cubicBezTo>
                  <a:cubicBezTo>
                    <a:pt x="11842" y="7055"/>
                    <a:pt x="11845" y="7969"/>
                    <a:pt x="11844" y="8883"/>
                  </a:cubicBezTo>
                  <a:cubicBezTo>
                    <a:pt x="10548" y="9248"/>
                    <a:pt x="9345" y="9930"/>
                    <a:pt x="8356" y="10842"/>
                  </a:cubicBezTo>
                  <a:cubicBezTo>
                    <a:pt x="8202" y="10980"/>
                    <a:pt x="8211" y="11213"/>
                    <a:pt x="8311" y="11380"/>
                  </a:cubicBezTo>
                  <a:cubicBezTo>
                    <a:pt x="7561" y="12083"/>
                    <a:pt x="6766" y="12743"/>
                    <a:pt x="5884" y="13274"/>
                  </a:cubicBezTo>
                  <a:cubicBezTo>
                    <a:pt x="5171" y="13694"/>
                    <a:pt x="4374" y="14046"/>
                    <a:pt x="3530" y="14031"/>
                  </a:cubicBezTo>
                  <a:cubicBezTo>
                    <a:pt x="2557" y="9500"/>
                    <a:pt x="1570" y="4971"/>
                    <a:pt x="601" y="439"/>
                  </a:cubicBezTo>
                  <a:cubicBezTo>
                    <a:pt x="790" y="420"/>
                    <a:pt x="987" y="435"/>
                    <a:pt x="1161" y="516"/>
                  </a:cubicBezTo>
                  <a:cubicBezTo>
                    <a:pt x="1368" y="613"/>
                    <a:pt x="1505" y="810"/>
                    <a:pt x="1707" y="915"/>
                  </a:cubicBezTo>
                  <a:cubicBezTo>
                    <a:pt x="2092" y="1128"/>
                    <a:pt x="2565" y="1057"/>
                    <a:pt x="2955" y="896"/>
                  </a:cubicBezTo>
                  <a:cubicBezTo>
                    <a:pt x="3188" y="807"/>
                    <a:pt x="3382" y="643"/>
                    <a:pt x="3610" y="543"/>
                  </a:cubicBezTo>
                  <a:cubicBezTo>
                    <a:pt x="3868" y="439"/>
                    <a:pt x="4164" y="380"/>
                    <a:pt x="4433" y="479"/>
                  </a:cubicBezTo>
                  <a:cubicBezTo>
                    <a:pt x="4728" y="568"/>
                    <a:pt x="4891" y="869"/>
                    <a:pt x="5182" y="968"/>
                  </a:cubicBezTo>
                  <a:cubicBezTo>
                    <a:pt x="5639" y="1147"/>
                    <a:pt x="6137" y="994"/>
                    <a:pt x="6561" y="798"/>
                  </a:cubicBezTo>
                  <a:cubicBezTo>
                    <a:pt x="6874" y="607"/>
                    <a:pt x="7278" y="484"/>
                    <a:pt x="7634" y="627"/>
                  </a:cubicBezTo>
                  <a:cubicBezTo>
                    <a:pt x="7906" y="721"/>
                    <a:pt x="8062" y="992"/>
                    <a:pt x="8330" y="1094"/>
                  </a:cubicBezTo>
                  <a:cubicBezTo>
                    <a:pt x="8764" y="1278"/>
                    <a:pt x="9255" y="1159"/>
                    <a:pt x="9660" y="957"/>
                  </a:cubicBezTo>
                  <a:cubicBezTo>
                    <a:pt x="9659" y="1056"/>
                    <a:pt x="9659" y="1155"/>
                    <a:pt x="9659" y="1254"/>
                  </a:cubicBezTo>
                  <a:cubicBezTo>
                    <a:pt x="11112" y="1254"/>
                    <a:pt x="12566" y="1254"/>
                    <a:pt x="14019" y="1255"/>
                  </a:cubicBezTo>
                  <a:cubicBezTo>
                    <a:pt x="14019" y="837"/>
                    <a:pt x="14017" y="419"/>
                    <a:pt x="14020" y="2"/>
                  </a:cubicBezTo>
                  <a:cubicBezTo>
                    <a:pt x="12566" y="0"/>
                    <a:pt x="11113" y="1"/>
                    <a:pt x="9659" y="1"/>
                  </a:cubicBezTo>
                  <a:cubicBezTo>
                    <a:pt x="9660" y="253"/>
                    <a:pt x="9659" y="506"/>
                    <a:pt x="9660" y="758"/>
                  </a:cubicBezTo>
                  <a:cubicBezTo>
                    <a:pt x="9310" y="952"/>
                    <a:pt x="8894" y="1087"/>
                    <a:pt x="8496" y="970"/>
                  </a:cubicBezTo>
                  <a:cubicBezTo>
                    <a:pt x="8172" y="880"/>
                    <a:pt x="7993" y="548"/>
                    <a:pt x="7670" y="454"/>
                  </a:cubicBezTo>
                  <a:cubicBezTo>
                    <a:pt x="7262" y="300"/>
                    <a:pt x="6825" y="455"/>
                    <a:pt x="6453" y="637"/>
                  </a:cubicBezTo>
                  <a:cubicBezTo>
                    <a:pt x="6107" y="828"/>
                    <a:pt x="5681" y="955"/>
                    <a:pt x="5292" y="822"/>
                  </a:cubicBezTo>
                  <a:cubicBezTo>
                    <a:pt x="5006" y="733"/>
                    <a:pt x="4841" y="451"/>
                    <a:pt x="4565" y="344"/>
                  </a:cubicBezTo>
                  <a:cubicBezTo>
                    <a:pt x="4293" y="224"/>
                    <a:pt x="3981" y="235"/>
                    <a:pt x="3702" y="327"/>
                  </a:cubicBezTo>
                  <a:cubicBezTo>
                    <a:pt x="3376" y="416"/>
                    <a:pt x="3123" y="658"/>
                    <a:pt x="2807" y="770"/>
                  </a:cubicBezTo>
                  <a:cubicBezTo>
                    <a:pt x="2507" y="878"/>
                    <a:pt x="2161" y="931"/>
                    <a:pt x="1861" y="795"/>
                  </a:cubicBezTo>
                  <a:cubicBezTo>
                    <a:pt x="1630" y="700"/>
                    <a:pt x="1484" y="478"/>
                    <a:pt x="1260" y="372"/>
                  </a:cubicBezTo>
                  <a:cubicBezTo>
                    <a:pt x="860" y="164"/>
                    <a:pt x="376" y="260"/>
                    <a:pt x="0" y="473"/>
                  </a:cubicBezTo>
                  <a:lnTo>
                    <a:pt x="0" y="674"/>
                  </a:lnTo>
                  <a:cubicBezTo>
                    <a:pt x="114" y="599"/>
                    <a:pt x="239" y="544"/>
                    <a:pt x="366" y="493"/>
                  </a:cubicBezTo>
                  <a:cubicBezTo>
                    <a:pt x="1334" y="4985"/>
                    <a:pt x="2304" y="9476"/>
                    <a:pt x="3274" y="13967"/>
                  </a:cubicBezTo>
                  <a:cubicBezTo>
                    <a:pt x="3295" y="14100"/>
                    <a:pt x="3254" y="14232"/>
                    <a:pt x="3233" y="143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 flipV="1">
              <a:off x="-1531" y="318"/>
              <a:ext cx="549" cy="558"/>
            </a:xfrm>
            <a:custGeom>
              <a:avLst/>
              <a:gdLst>
                <a:gd name="T0" fmla="*/ 910 w 2418"/>
                <a:gd name="T1" fmla="*/ 2366 h 2456"/>
                <a:gd name="T2" fmla="*/ 1866 w 2418"/>
                <a:gd name="T3" fmla="*/ 2202 h 2456"/>
                <a:gd name="T4" fmla="*/ 2371 w 2418"/>
                <a:gd name="T5" fmla="*/ 1371 h 2456"/>
                <a:gd name="T6" fmla="*/ 2121 w 2418"/>
                <a:gd name="T7" fmla="*/ 489 h 2456"/>
                <a:gd name="T8" fmla="*/ 1030 w 2418"/>
                <a:gd name="T9" fmla="*/ 64 h 2456"/>
                <a:gd name="T10" fmla="*/ 30 w 2418"/>
                <a:gd name="T11" fmla="*/ 1190 h 2456"/>
                <a:gd name="T12" fmla="*/ 910 w 2418"/>
                <a:gd name="T13" fmla="*/ 2366 h 2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8" h="2456">
                  <a:moveTo>
                    <a:pt x="910" y="2366"/>
                  </a:moveTo>
                  <a:cubicBezTo>
                    <a:pt x="1233" y="2456"/>
                    <a:pt x="1590" y="2388"/>
                    <a:pt x="1866" y="2202"/>
                  </a:cubicBezTo>
                  <a:cubicBezTo>
                    <a:pt x="2141" y="2013"/>
                    <a:pt x="2337" y="1705"/>
                    <a:pt x="2371" y="1371"/>
                  </a:cubicBezTo>
                  <a:cubicBezTo>
                    <a:pt x="2418" y="1059"/>
                    <a:pt x="2317" y="734"/>
                    <a:pt x="2121" y="489"/>
                  </a:cubicBezTo>
                  <a:cubicBezTo>
                    <a:pt x="1867" y="168"/>
                    <a:pt x="1434" y="0"/>
                    <a:pt x="1030" y="64"/>
                  </a:cubicBezTo>
                  <a:cubicBezTo>
                    <a:pt x="484" y="137"/>
                    <a:pt x="34" y="638"/>
                    <a:pt x="30" y="1190"/>
                  </a:cubicBezTo>
                  <a:cubicBezTo>
                    <a:pt x="0" y="1724"/>
                    <a:pt x="390" y="2243"/>
                    <a:pt x="910" y="23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" name="Freeform 114"/>
            <p:cNvSpPr>
              <a:spLocks noEditPoints="1"/>
            </p:cNvSpPr>
            <p:nvPr/>
          </p:nvSpPr>
          <p:spPr bwMode="auto">
            <a:xfrm flipV="1">
              <a:off x="-1430" y="2399"/>
              <a:ext cx="666" cy="480"/>
            </a:xfrm>
            <a:custGeom>
              <a:avLst/>
              <a:gdLst>
                <a:gd name="T0" fmla="*/ 1 w 2930"/>
                <a:gd name="T1" fmla="*/ 0 h 2112"/>
                <a:gd name="T2" fmla="*/ 1 w 2930"/>
                <a:gd name="T3" fmla="*/ 2111 h 2112"/>
                <a:gd name="T4" fmla="*/ 2930 w 2930"/>
                <a:gd name="T5" fmla="*/ 2112 h 2112"/>
                <a:gd name="T6" fmla="*/ 2930 w 2930"/>
                <a:gd name="T7" fmla="*/ 0 h 2112"/>
                <a:gd name="T8" fmla="*/ 1 w 2930"/>
                <a:gd name="T9" fmla="*/ 0 h 2112"/>
                <a:gd name="T10" fmla="*/ 248 w 2930"/>
                <a:gd name="T11" fmla="*/ 242 h 2112"/>
                <a:gd name="T12" fmla="*/ 2687 w 2930"/>
                <a:gd name="T13" fmla="*/ 243 h 2112"/>
                <a:gd name="T14" fmla="*/ 2687 w 2930"/>
                <a:gd name="T15" fmla="*/ 1867 h 2112"/>
                <a:gd name="T16" fmla="*/ 248 w 2930"/>
                <a:gd name="T17" fmla="*/ 1867 h 2112"/>
                <a:gd name="T18" fmla="*/ 248 w 2930"/>
                <a:gd name="T19" fmla="*/ 242 h 2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30" h="2112">
                  <a:moveTo>
                    <a:pt x="1" y="0"/>
                  </a:moveTo>
                  <a:cubicBezTo>
                    <a:pt x="1" y="704"/>
                    <a:pt x="0" y="1408"/>
                    <a:pt x="1" y="2111"/>
                  </a:cubicBezTo>
                  <a:cubicBezTo>
                    <a:pt x="977" y="2110"/>
                    <a:pt x="1953" y="2110"/>
                    <a:pt x="2930" y="2112"/>
                  </a:cubicBezTo>
                  <a:cubicBezTo>
                    <a:pt x="2930" y="1408"/>
                    <a:pt x="2929" y="704"/>
                    <a:pt x="2930" y="0"/>
                  </a:cubicBezTo>
                  <a:cubicBezTo>
                    <a:pt x="1954" y="1"/>
                    <a:pt x="977" y="1"/>
                    <a:pt x="1" y="0"/>
                  </a:cubicBezTo>
                  <a:moveTo>
                    <a:pt x="248" y="242"/>
                  </a:moveTo>
                  <a:cubicBezTo>
                    <a:pt x="1061" y="244"/>
                    <a:pt x="1874" y="242"/>
                    <a:pt x="2687" y="243"/>
                  </a:cubicBezTo>
                  <a:cubicBezTo>
                    <a:pt x="2686" y="784"/>
                    <a:pt x="2685" y="1325"/>
                    <a:pt x="2687" y="1867"/>
                  </a:cubicBezTo>
                  <a:cubicBezTo>
                    <a:pt x="1874" y="1867"/>
                    <a:pt x="1061" y="1865"/>
                    <a:pt x="248" y="1867"/>
                  </a:cubicBezTo>
                  <a:cubicBezTo>
                    <a:pt x="248" y="1325"/>
                    <a:pt x="248" y="784"/>
                    <a:pt x="248" y="2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4" name="Group 17"/>
          <p:cNvGrpSpPr>
            <a:grpSpLocks/>
          </p:cNvGrpSpPr>
          <p:nvPr/>
        </p:nvGrpSpPr>
        <p:grpSpPr bwMode="auto">
          <a:xfrm>
            <a:off x="2148752" y="9768269"/>
            <a:ext cx="509869" cy="1488840"/>
            <a:chOff x="3073" y="1281"/>
            <a:chExt cx="888" cy="259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45" name="Freeform 15"/>
            <p:cNvSpPr>
              <a:spLocks/>
            </p:cNvSpPr>
            <p:nvPr/>
          </p:nvSpPr>
          <p:spPr bwMode="auto">
            <a:xfrm flipV="1">
              <a:off x="3073" y="1281"/>
              <a:ext cx="888" cy="2593"/>
            </a:xfrm>
            <a:custGeom>
              <a:avLst/>
              <a:gdLst>
                <a:gd name="T0" fmla="*/ 530 w 1951"/>
                <a:gd name="T1" fmla="*/ 5647 h 5727"/>
                <a:gd name="T2" fmla="*/ 768 w 1951"/>
                <a:gd name="T3" fmla="*/ 5666 h 5727"/>
                <a:gd name="T4" fmla="*/ 775 w 1951"/>
                <a:gd name="T5" fmla="*/ 5400 h 5727"/>
                <a:gd name="T6" fmla="*/ 374 w 1951"/>
                <a:gd name="T7" fmla="*/ 4586 h 5727"/>
                <a:gd name="T8" fmla="*/ 532 w 1951"/>
                <a:gd name="T9" fmla="*/ 3845 h 5727"/>
                <a:gd name="T10" fmla="*/ 1420 w 1951"/>
                <a:gd name="T11" fmla="*/ 3844 h 5727"/>
                <a:gd name="T12" fmla="*/ 1514 w 1951"/>
                <a:gd name="T13" fmla="*/ 4857 h 5727"/>
                <a:gd name="T14" fmla="*/ 1164 w 1951"/>
                <a:gd name="T15" fmla="*/ 5421 h 5727"/>
                <a:gd name="T16" fmla="*/ 1276 w 1951"/>
                <a:gd name="T17" fmla="*/ 5706 h 5727"/>
                <a:gd name="T18" fmla="*/ 1475 w 1951"/>
                <a:gd name="T19" fmla="*/ 5591 h 5727"/>
                <a:gd name="T20" fmla="*/ 1933 w 1951"/>
                <a:gd name="T21" fmla="*/ 4511 h 5727"/>
                <a:gd name="T22" fmla="*/ 1563 w 1951"/>
                <a:gd name="T23" fmla="*/ 3443 h 5727"/>
                <a:gd name="T24" fmla="*/ 1559 w 1951"/>
                <a:gd name="T25" fmla="*/ 349 h 5727"/>
                <a:gd name="T26" fmla="*/ 1271 w 1951"/>
                <a:gd name="T27" fmla="*/ 65 h 5727"/>
                <a:gd name="T28" fmla="*/ 1024 w 1951"/>
                <a:gd name="T29" fmla="*/ 347 h 5727"/>
                <a:gd name="T30" fmla="*/ 1022 w 1951"/>
                <a:gd name="T31" fmla="*/ 2048 h 5727"/>
                <a:gd name="T32" fmla="*/ 931 w 1951"/>
                <a:gd name="T33" fmla="*/ 2047 h 5727"/>
                <a:gd name="T34" fmla="*/ 930 w 1951"/>
                <a:gd name="T35" fmla="*/ 348 h 5727"/>
                <a:gd name="T36" fmla="*/ 768 w 1951"/>
                <a:gd name="T37" fmla="*/ 92 h 5727"/>
                <a:gd name="T38" fmla="*/ 399 w 1951"/>
                <a:gd name="T39" fmla="*/ 346 h 5727"/>
                <a:gd name="T40" fmla="*/ 396 w 1951"/>
                <a:gd name="T41" fmla="*/ 3422 h 5727"/>
                <a:gd name="T42" fmla="*/ 20 w 1951"/>
                <a:gd name="T43" fmla="*/ 4405 h 5727"/>
                <a:gd name="T44" fmla="*/ 530 w 1951"/>
                <a:gd name="T45" fmla="*/ 5647 h 5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51" h="5727">
                  <a:moveTo>
                    <a:pt x="530" y="5647"/>
                  </a:moveTo>
                  <a:cubicBezTo>
                    <a:pt x="586" y="5718"/>
                    <a:pt x="703" y="5727"/>
                    <a:pt x="768" y="5666"/>
                  </a:cubicBezTo>
                  <a:cubicBezTo>
                    <a:pt x="857" y="5603"/>
                    <a:pt x="850" y="5471"/>
                    <a:pt x="775" y="5400"/>
                  </a:cubicBezTo>
                  <a:cubicBezTo>
                    <a:pt x="576" y="5169"/>
                    <a:pt x="409" y="4894"/>
                    <a:pt x="374" y="4586"/>
                  </a:cubicBezTo>
                  <a:cubicBezTo>
                    <a:pt x="339" y="4329"/>
                    <a:pt x="408" y="4069"/>
                    <a:pt x="532" y="3845"/>
                  </a:cubicBezTo>
                  <a:cubicBezTo>
                    <a:pt x="828" y="3844"/>
                    <a:pt x="1124" y="3845"/>
                    <a:pt x="1420" y="3844"/>
                  </a:cubicBezTo>
                  <a:cubicBezTo>
                    <a:pt x="1597" y="4147"/>
                    <a:pt x="1641" y="4527"/>
                    <a:pt x="1514" y="4857"/>
                  </a:cubicBezTo>
                  <a:cubicBezTo>
                    <a:pt x="1440" y="5068"/>
                    <a:pt x="1305" y="5250"/>
                    <a:pt x="1164" y="5421"/>
                  </a:cubicBezTo>
                  <a:cubicBezTo>
                    <a:pt x="1067" y="5518"/>
                    <a:pt x="1144" y="5697"/>
                    <a:pt x="1276" y="5706"/>
                  </a:cubicBezTo>
                  <a:cubicBezTo>
                    <a:pt x="1364" y="5720"/>
                    <a:pt x="1425" y="5651"/>
                    <a:pt x="1475" y="5591"/>
                  </a:cubicBezTo>
                  <a:cubicBezTo>
                    <a:pt x="1732" y="5290"/>
                    <a:pt x="1922" y="4913"/>
                    <a:pt x="1933" y="4511"/>
                  </a:cubicBezTo>
                  <a:cubicBezTo>
                    <a:pt x="1951" y="4125"/>
                    <a:pt x="1810" y="3738"/>
                    <a:pt x="1563" y="3443"/>
                  </a:cubicBezTo>
                  <a:cubicBezTo>
                    <a:pt x="1556" y="2412"/>
                    <a:pt x="1565" y="1380"/>
                    <a:pt x="1559" y="349"/>
                  </a:cubicBezTo>
                  <a:cubicBezTo>
                    <a:pt x="1566" y="195"/>
                    <a:pt x="1424" y="56"/>
                    <a:pt x="1271" y="65"/>
                  </a:cubicBezTo>
                  <a:cubicBezTo>
                    <a:pt x="1135" y="83"/>
                    <a:pt x="1014" y="205"/>
                    <a:pt x="1024" y="347"/>
                  </a:cubicBezTo>
                  <a:cubicBezTo>
                    <a:pt x="1023" y="914"/>
                    <a:pt x="1027" y="1481"/>
                    <a:pt x="1022" y="2048"/>
                  </a:cubicBezTo>
                  <a:cubicBezTo>
                    <a:pt x="999" y="2048"/>
                    <a:pt x="954" y="2047"/>
                    <a:pt x="931" y="2047"/>
                  </a:cubicBezTo>
                  <a:cubicBezTo>
                    <a:pt x="928" y="1481"/>
                    <a:pt x="930" y="914"/>
                    <a:pt x="930" y="348"/>
                  </a:cubicBezTo>
                  <a:cubicBezTo>
                    <a:pt x="935" y="239"/>
                    <a:pt x="869" y="134"/>
                    <a:pt x="768" y="92"/>
                  </a:cubicBezTo>
                  <a:cubicBezTo>
                    <a:pt x="602" y="0"/>
                    <a:pt x="382" y="163"/>
                    <a:pt x="399" y="346"/>
                  </a:cubicBezTo>
                  <a:cubicBezTo>
                    <a:pt x="396" y="1372"/>
                    <a:pt x="401" y="2397"/>
                    <a:pt x="396" y="3422"/>
                  </a:cubicBezTo>
                  <a:cubicBezTo>
                    <a:pt x="183" y="3706"/>
                    <a:pt x="23" y="4044"/>
                    <a:pt x="20" y="4405"/>
                  </a:cubicBezTo>
                  <a:cubicBezTo>
                    <a:pt x="0" y="4870"/>
                    <a:pt x="221" y="5313"/>
                    <a:pt x="530" y="564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6" name="Freeform 16"/>
            <p:cNvSpPr>
              <a:spLocks/>
            </p:cNvSpPr>
            <p:nvPr/>
          </p:nvSpPr>
          <p:spPr bwMode="auto">
            <a:xfrm flipV="1">
              <a:off x="3275" y="1631"/>
              <a:ext cx="490" cy="480"/>
            </a:xfrm>
            <a:custGeom>
              <a:avLst/>
              <a:gdLst>
                <a:gd name="T0" fmla="*/ 380 w 1076"/>
                <a:gd name="T1" fmla="*/ 969 h 1061"/>
                <a:gd name="T2" fmla="*/ 1002 w 1076"/>
                <a:gd name="T3" fmla="*/ 622 h 1061"/>
                <a:gd name="T4" fmla="*/ 583 w 1076"/>
                <a:gd name="T5" fmla="*/ 32 h 1061"/>
                <a:gd name="T6" fmla="*/ 62 w 1076"/>
                <a:gd name="T7" fmla="*/ 403 h 1061"/>
                <a:gd name="T8" fmla="*/ 380 w 1076"/>
                <a:gd name="T9" fmla="*/ 96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6" h="1061">
                  <a:moveTo>
                    <a:pt x="380" y="969"/>
                  </a:moveTo>
                  <a:cubicBezTo>
                    <a:pt x="638" y="1061"/>
                    <a:pt x="947" y="890"/>
                    <a:pt x="1002" y="622"/>
                  </a:cubicBezTo>
                  <a:cubicBezTo>
                    <a:pt x="1076" y="352"/>
                    <a:pt x="863" y="50"/>
                    <a:pt x="583" y="32"/>
                  </a:cubicBezTo>
                  <a:cubicBezTo>
                    <a:pt x="347" y="0"/>
                    <a:pt x="109" y="171"/>
                    <a:pt x="62" y="403"/>
                  </a:cubicBezTo>
                  <a:cubicBezTo>
                    <a:pt x="0" y="637"/>
                    <a:pt x="150" y="897"/>
                    <a:pt x="380" y="9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7" name="组合 146"/>
          <p:cNvGrpSpPr/>
          <p:nvPr/>
        </p:nvGrpSpPr>
        <p:grpSpPr>
          <a:xfrm>
            <a:off x="-1012558" y="9744049"/>
            <a:ext cx="1274746" cy="1448574"/>
            <a:chOff x="766536" y="3178628"/>
            <a:chExt cx="2662684" cy="3025776"/>
          </a:xfrm>
        </p:grpSpPr>
        <p:grpSp>
          <p:nvGrpSpPr>
            <p:cNvPr id="148" name="组合 147"/>
            <p:cNvGrpSpPr/>
            <p:nvPr/>
          </p:nvGrpSpPr>
          <p:grpSpPr>
            <a:xfrm>
              <a:off x="766536" y="3178628"/>
              <a:ext cx="2662684" cy="3025776"/>
              <a:chOff x="2711450" y="1237457"/>
              <a:chExt cx="3719514" cy="4226719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50" name="Freeform 6"/>
              <p:cNvSpPr>
                <a:spLocks/>
              </p:cNvSpPr>
              <p:nvPr/>
            </p:nvSpPr>
            <p:spPr bwMode="auto">
              <a:xfrm flipV="1">
                <a:off x="5834064" y="1237457"/>
                <a:ext cx="596900" cy="4208463"/>
              </a:xfrm>
              <a:custGeom>
                <a:avLst/>
                <a:gdLst>
                  <a:gd name="T0" fmla="*/ 2 w 751"/>
                  <a:gd name="T1" fmla="*/ 5292 h 5295"/>
                  <a:gd name="T2" fmla="*/ 748 w 751"/>
                  <a:gd name="T3" fmla="*/ 5293 h 5295"/>
                  <a:gd name="T4" fmla="*/ 745 w 751"/>
                  <a:gd name="T5" fmla="*/ 0 h 5295"/>
                  <a:gd name="T6" fmla="*/ 1 w 751"/>
                  <a:gd name="T7" fmla="*/ 6 h 5295"/>
                  <a:gd name="T8" fmla="*/ 3 w 751"/>
                  <a:gd name="T9" fmla="*/ 2719 h 5295"/>
                  <a:gd name="T10" fmla="*/ 173 w 751"/>
                  <a:gd name="T11" fmla="*/ 2966 h 5295"/>
                  <a:gd name="T12" fmla="*/ 0 w 751"/>
                  <a:gd name="T13" fmla="*/ 3160 h 5295"/>
                  <a:gd name="T14" fmla="*/ 2 w 751"/>
                  <a:gd name="T15" fmla="*/ 5292 h 5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1" h="5295">
                    <a:moveTo>
                      <a:pt x="2" y="5292"/>
                    </a:moveTo>
                    <a:cubicBezTo>
                      <a:pt x="250" y="5295"/>
                      <a:pt x="499" y="5293"/>
                      <a:pt x="748" y="5293"/>
                    </a:cubicBezTo>
                    <a:cubicBezTo>
                      <a:pt x="746" y="3529"/>
                      <a:pt x="751" y="1765"/>
                      <a:pt x="745" y="0"/>
                    </a:cubicBezTo>
                    <a:cubicBezTo>
                      <a:pt x="497" y="10"/>
                      <a:pt x="249" y="0"/>
                      <a:pt x="1" y="6"/>
                    </a:cubicBezTo>
                    <a:cubicBezTo>
                      <a:pt x="4" y="911"/>
                      <a:pt x="2" y="1815"/>
                      <a:pt x="3" y="2719"/>
                    </a:cubicBezTo>
                    <a:cubicBezTo>
                      <a:pt x="101" y="2759"/>
                      <a:pt x="194" y="2850"/>
                      <a:pt x="173" y="2966"/>
                    </a:cubicBezTo>
                    <a:cubicBezTo>
                      <a:pt x="162" y="3062"/>
                      <a:pt x="73" y="3113"/>
                      <a:pt x="0" y="3160"/>
                    </a:cubicBezTo>
                    <a:cubicBezTo>
                      <a:pt x="6" y="3871"/>
                      <a:pt x="2" y="4581"/>
                      <a:pt x="2" y="529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Freeform 8"/>
              <p:cNvSpPr>
                <a:spLocks/>
              </p:cNvSpPr>
              <p:nvPr/>
            </p:nvSpPr>
            <p:spPr bwMode="auto">
              <a:xfrm flipV="1">
                <a:off x="2711450" y="2760663"/>
                <a:ext cx="2170113" cy="2703513"/>
              </a:xfrm>
              <a:custGeom>
                <a:avLst/>
                <a:gdLst>
                  <a:gd name="T0" fmla="*/ 2088 w 2728"/>
                  <a:gd name="T1" fmla="*/ 3269 h 3400"/>
                  <a:gd name="T2" fmla="*/ 2728 w 2728"/>
                  <a:gd name="T3" fmla="*/ 3138 h 3400"/>
                  <a:gd name="T4" fmla="*/ 2321 w 2728"/>
                  <a:gd name="T5" fmla="*/ 3220 h 3400"/>
                  <a:gd name="T6" fmla="*/ 2180 w 2728"/>
                  <a:gd name="T7" fmla="*/ 2852 h 3400"/>
                  <a:gd name="T8" fmla="*/ 2609 w 2728"/>
                  <a:gd name="T9" fmla="*/ 2720 h 3400"/>
                  <a:gd name="T10" fmla="*/ 1992 w 2728"/>
                  <a:gd name="T11" fmla="*/ 1948 h 3400"/>
                  <a:gd name="T12" fmla="*/ 2550 w 2728"/>
                  <a:gd name="T13" fmla="*/ 1429 h 3400"/>
                  <a:gd name="T14" fmla="*/ 2595 w 2728"/>
                  <a:gd name="T15" fmla="*/ 1074 h 3400"/>
                  <a:gd name="T16" fmla="*/ 2047 w 2728"/>
                  <a:gd name="T17" fmla="*/ 170 h 3400"/>
                  <a:gd name="T18" fmla="*/ 1632 w 2728"/>
                  <a:gd name="T19" fmla="*/ 119 h 3400"/>
                  <a:gd name="T20" fmla="*/ 1601 w 2728"/>
                  <a:gd name="T21" fmla="*/ 475 h 3400"/>
                  <a:gd name="T22" fmla="*/ 2028 w 2728"/>
                  <a:gd name="T23" fmla="*/ 1174 h 3400"/>
                  <a:gd name="T24" fmla="*/ 1652 w 2728"/>
                  <a:gd name="T25" fmla="*/ 1530 h 3400"/>
                  <a:gd name="T26" fmla="*/ 484 w 2728"/>
                  <a:gd name="T27" fmla="*/ 143 h 3400"/>
                  <a:gd name="T28" fmla="*/ 89 w 2728"/>
                  <a:gd name="T29" fmla="*/ 165 h 3400"/>
                  <a:gd name="T30" fmla="*/ 121 w 2728"/>
                  <a:gd name="T31" fmla="*/ 542 h 3400"/>
                  <a:gd name="T32" fmla="*/ 1263 w 2728"/>
                  <a:gd name="T33" fmla="*/ 1932 h 3400"/>
                  <a:gd name="T34" fmla="*/ 1281 w 2728"/>
                  <a:gd name="T35" fmla="*/ 2218 h 3400"/>
                  <a:gd name="T36" fmla="*/ 2088 w 2728"/>
                  <a:gd name="T37" fmla="*/ 3269 h 3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28" h="3400">
                    <a:moveTo>
                      <a:pt x="2088" y="3269"/>
                    </a:moveTo>
                    <a:cubicBezTo>
                      <a:pt x="2290" y="3400"/>
                      <a:pt x="2615" y="3373"/>
                      <a:pt x="2728" y="3138"/>
                    </a:cubicBezTo>
                    <a:cubicBezTo>
                      <a:pt x="2588" y="3144"/>
                      <a:pt x="2457" y="3195"/>
                      <a:pt x="2321" y="3220"/>
                    </a:cubicBezTo>
                    <a:cubicBezTo>
                      <a:pt x="2139" y="3226"/>
                      <a:pt x="2037" y="2970"/>
                      <a:pt x="2180" y="2852"/>
                    </a:cubicBezTo>
                    <a:cubicBezTo>
                      <a:pt x="2302" y="2761"/>
                      <a:pt x="2466" y="2760"/>
                      <a:pt x="2609" y="2720"/>
                    </a:cubicBezTo>
                    <a:cubicBezTo>
                      <a:pt x="2382" y="2482"/>
                      <a:pt x="2159" y="2234"/>
                      <a:pt x="1992" y="1948"/>
                    </a:cubicBezTo>
                    <a:cubicBezTo>
                      <a:pt x="2179" y="1776"/>
                      <a:pt x="2366" y="1604"/>
                      <a:pt x="2550" y="1429"/>
                    </a:cubicBezTo>
                    <a:cubicBezTo>
                      <a:pt x="2652" y="1344"/>
                      <a:pt x="2665" y="1183"/>
                      <a:pt x="2595" y="1074"/>
                    </a:cubicBezTo>
                    <a:cubicBezTo>
                      <a:pt x="2413" y="773"/>
                      <a:pt x="2232" y="470"/>
                      <a:pt x="2047" y="170"/>
                    </a:cubicBezTo>
                    <a:cubicBezTo>
                      <a:pt x="1966" y="26"/>
                      <a:pt x="1745" y="0"/>
                      <a:pt x="1632" y="119"/>
                    </a:cubicBezTo>
                    <a:cubicBezTo>
                      <a:pt x="1533" y="207"/>
                      <a:pt x="1528" y="369"/>
                      <a:pt x="1601" y="475"/>
                    </a:cubicBezTo>
                    <a:cubicBezTo>
                      <a:pt x="1745" y="707"/>
                      <a:pt x="1881" y="944"/>
                      <a:pt x="2028" y="1174"/>
                    </a:cubicBezTo>
                    <a:cubicBezTo>
                      <a:pt x="1906" y="1296"/>
                      <a:pt x="1777" y="1411"/>
                      <a:pt x="1652" y="1530"/>
                    </a:cubicBezTo>
                    <a:cubicBezTo>
                      <a:pt x="1335" y="1013"/>
                      <a:pt x="933" y="551"/>
                      <a:pt x="484" y="143"/>
                    </a:cubicBezTo>
                    <a:cubicBezTo>
                      <a:pt x="378" y="36"/>
                      <a:pt x="182" y="47"/>
                      <a:pt x="89" y="165"/>
                    </a:cubicBezTo>
                    <a:cubicBezTo>
                      <a:pt x="0" y="272"/>
                      <a:pt x="13" y="452"/>
                      <a:pt x="121" y="542"/>
                    </a:cubicBezTo>
                    <a:cubicBezTo>
                      <a:pt x="565" y="947"/>
                      <a:pt x="964" y="1408"/>
                      <a:pt x="1263" y="1932"/>
                    </a:cubicBezTo>
                    <a:cubicBezTo>
                      <a:pt x="1247" y="2027"/>
                      <a:pt x="1246" y="2127"/>
                      <a:pt x="1281" y="2218"/>
                    </a:cubicBezTo>
                    <a:cubicBezTo>
                      <a:pt x="1443" y="2635"/>
                      <a:pt x="1721" y="3011"/>
                      <a:pt x="2088" y="326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2" name="Freeform 9"/>
              <p:cNvSpPr>
                <a:spLocks/>
              </p:cNvSpPr>
              <p:nvPr/>
            </p:nvSpPr>
            <p:spPr bwMode="auto">
              <a:xfrm flipV="1">
                <a:off x="4386263" y="2936876"/>
                <a:ext cx="1576388" cy="404813"/>
              </a:xfrm>
              <a:custGeom>
                <a:avLst/>
                <a:gdLst>
                  <a:gd name="T0" fmla="*/ 174 w 1981"/>
                  <a:gd name="T1" fmla="*/ 170 h 510"/>
                  <a:gd name="T2" fmla="*/ 179 w 1981"/>
                  <a:gd name="T3" fmla="*/ 510 h 510"/>
                  <a:gd name="T4" fmla="*/ 574 w 1981"/>
                  <a:gd name="T5" fmla="*/ 437 h 510"/>
                  <a:gd name="T6" fmla="*/ 1666 w 1981"/>
                  <a:gd name="T7" fmla="*/ 456 h 510"/>
                  <a:gd name="T8" fmla="*/ 1887 w 1981"/>
                  <a:gd name="T9" fmla="*/ 414 h 510"/>
                  <a:gd name="T10" fmla="*/ 1784 w 1981"/>
                  <a:gd name="T11" fmla="*/ 128 h 510"/>
                  <a:gd name="T12" fmla="*/ 174 w 1981"/>
                  <a:gd name="T13" fmla="*/ 17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81" h="510">
                    <a:moveTo>
                      <a:pt x="174" y="170"/>
                    </a:moveTo>
                    <a:cubicBezTo>
                      <a:pt x="0" y="207"/>
                      <a:pt x="10" y="475"/>
                      <a:pt x="179" y="510"/>
                    </a:cubicBezTo>
                    <a:cubicBezTo>
                      <a:pt x="313" y="509"/>
                      <a:pt x="438" y="439"/>
                      <a:pt x="574" y="437"/>
                    </a:cubicBezTo>
                    <a:cubicBezTo>
                      <a:pt x="933" y="364"/>
                      <a:pt x="1308" y="377"/>
                      <a:pt x="1666" y="456"/>
                    </a:cubicBezTo>
                    <a:cubicBezTo>
                      <a:pt x="1741" y="470"/>
                      <a:pt x="1835" y="482"/>
                      <a:pt x="1887" y="414"/>
                    </a:cubicBezTo>
                    <a:cubicBezTo>
                      <a:pt x="1981" y="321"/>
                      <a:pt x="1915" y="143"/>
                      <a:pt x="1784" y="128"/>
                    </a:cubicBezTo>
                    <a:cubicBezTo>
                      <a:pt x="1256" y="0"/>
                      <a:pt x="695" y="19"/>
                      <a:pt x="174" y="17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49" name="Freeform 16"/>
            <p:cNvSpPr>
              <a:spLocks/>
            </p:cNvSpPr>
            <p:nvPr/>
          </p:nvSpPr>
          <p:spPr bwMode="auto">
            <a:xfrm flipV="1">
              <a:off x="2140787" y="3589646"/>
              <a:ext cx="777875" cy="762000"/>
            </a:xfrm>
            <a:custGeom>
              <a:avLst/>
              <a:gdLst>
                <a:gd name="T0" fmla="*/ 380 w 1076"/>
                <a:gd name="T1" fmla="*/ 969 h 1061"/>
                <a:gd name="T2" fmla="*/ 1002 w 1076"/>
                <a:gd name="T3" fmla="*/ 622 h 1061"/>
                <a:gd name="T4" fmla="*/ 583 w 1076"/>
                <a:gd name="T5" fmla="*/ 32 h 1061"/>
                <a:gd name="T6" fmla="*/ 62 w 1076"/>
                <a:gd name="T7" fmla="*/ 403 h 1061"/>
                <a:gd name="T8" fmla="*/ 380 w 1076"/>
                <a:gd name="T9" fmla="*/ 96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6" h="1061">
                  <a:moveTo>
                    <a:pt x="380" y="969"/>
                  </a:moveTo>
                  <a:cubicBezTo>
                    <a:pt x="638" y="1061"/>
                    <a:pt x="947" y="890"/>
                    <a:pt x="1002" y="622"/>
                  </a:cubicBezTo>
                  <a:cubicBezTo>
                    <a:pt x="1076" y="352"/>
                    <a:pt x="863" y="50"/>
                    <a:pt x="583" y="32"/>
                  </a:cubicBezTo>
                  <a:cubicBezTo>
                    <a:pt x="347" y="0"/>
                    <a:pt x="109" y="171"/>
                    <a:pt x="62" y="403"/>
                  </a:cubicBezTo>
                  <a:cubicBezTo>
                    <a:pt x="0" y="637"/>
                    <a:pt x="150" y="897"/>
                    <a:pt x="380" y="969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3" name="Group 32"/>
          <p:cNvGrpSpPr>
            <a:grpSpLocks/>
          </p:cNvGrpSpPr>
          <p:nvPr/>
        </p:nvGrpSpPr>
        <p:grpSpPr bwMode="auto">
          <a:xfrm>
            <a:off x="765664" y="4841805"/>
            <a:ext cx="1679501" cy="1769768"/>
            <a:chOff x="730" y="448"/>
            <a:chExt cx="1228" cy="1294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54" name="Freeform 30"/>
            <p:cNvSpPr>
              <a:spLocks/>
            </p:cNvSpPr>
            <p:nvPr/>
          </p:nvSpPr>
          <p:spPr bwMode="auto">
            <a:xfrm flipV="1">
              <a:off x="1302" y="448"/>
              <a:ext cx="246" cy="253"/>
            </a:xfrm>
            <a:custGeom>
              <a:avLst/>
              <a:gdLst>
                <a:gd name="T0" fmla="*/ 915 w 2498"/>
                <a:gd name="T1" fmla="*/ 2387 h 2572"/>
                <a:gd name="T2" fmla="*/ 2375 w 2498"/>
                <a:gd name="T3" fmla="*/ 1631 h 2572"/>
                <a:gd name="T4" fmla="*/ 2261 w 2498"/>
                <a:gd name="T5" fmla="*/ 593 h 2572"/>
                <a:gd name="T6" fmla="*/ 1364 w 2498"/>
                <a:gd name="T7" fmla="*/ 34 h 2572"/>
                <a:gd name="T8" fmla="*/ 524 w 2498"/>
                <a:gd name="T9" fmla="*/ 267 h 2572"/>
                <a:gd name="T10" fmla="*/ 45 w 2498"/>
                <a:gd name="T11" fmla="*/ 1351 h 2572"/>
                <a:gd name="T12" fmla="*/ 915 w 2498"/>
                <a:gd name="T13" fmla="*/ 2387 h 2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98" h="2572">
                  <a:moveTo>
                    <a:pt x="915" y="2387"/>
                  </a:moveTo>
                  <a:cubicBezTo>
                    <a:pt x="1501" y="2572"/>
                    <a:pt x="2185" y="2213"/>
                    <a:pt x="2375" y="1631"/>
                  </a:cubicBezTo>
                  <a:cubicBezTo>
                    <a:pt x="2498" y="1292"/>
                    <a:pt x="2454" y="898"/>
                    <a:pt x="2261" y="593"/>
                  </a:cubicBezTo>
                  <a:cubicBezTo>
                    <a:pt x="2069" y="282"/>
                    <a:pt x="1728" y="71"/>
                    <a:pt x="1364" y="34"/>
                  </a:cubicBezTo>
                  <a:cubicBezTo>
                    <a:pt x="1068" y="0"/>
                    <a:pt x="763" y="91"/>
                    <a:pt x="524" y="267"/>
                  </a:cubicBezTo>
                  <a:cubicBezTo>
                    <a:pt x="190" y="511"/>
                    <a:pt x="0" y="939"/>
                    <a:pt x="45" y="1351"/>
                  </a:cubicBezTo>
                  <a:cubicBezTo>
                    <a:pt x="89" y="1830"/>
                    <a:pt x="448" y="2264"/>
                    <a:pt x="915" y="238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 flipV="1">
              <a:off x="730" y="591"/>
              <a:ext cx="1228" cy="1151"/>
            </a:xfrm>
            <a:custGeom>
              <a:avLst/>
              <a:gdLst>
                <a:gd name="T0" fmla="*/ 981 w 12484"/>
                <a:gd name="T1" fmla="*/ 11602 h 11706"/>
                <a:gd name="T2" fmla="*/ 1466 w 12484"/>
                <a:gd name="T3" fmla="*/ 11659 h 11706"/>
                <a:gd name="T4" fmla="*/ 2206 w 12484"/>
                <a:gd name="T5" fmla="*/ 11415 h 11706"/>
                <a:gd name="T6" fmla="*/ 4032 w 12484"/>
                <a:gd name="T7" fmla="*/ 11013 h 11706"/>
                <a:gd name="T8" fmla="*/ 4739 w 12484"/>
                <a:gd name="T9" fmla="*/ 10866 h 11706"/>
                <a:gd name="T10" fmla="*/ 4910 w 12484"/>
                <a:gd name="T11" fmla="*/ 10908 h 11706"/>
                <a:gd name="T12" fmla="*/ 6028 w 12484"/>
                <a:gd name="T13" fmla="*/ 10613 h 11706"/>
                <a:gd name="T14" fmla="*/ 6368 w 12484"/>
                <a:gd name="T15" fmla="*/ 9674 h 11706"/>
                <a:gd name="T16" fmla="*/ 6167 w 12484"/>
                <a:gd name="T17" fmla="*/ 7495 h 11706"/>
                <a:gd name="T18" fmla="*/ 6437 w 12484"/>
                <a:gd name="T19" fmla="*/ 6968 h 11706"/>
                <a:gd name="T20" fmla="*/ 7134 w 12484"/>
                <a:gd name="T21" fmla="*/ 6223 h 11706"/>
                <a:gd name="T22" fmla="*/ 11203 w 12484"/>
                <a:gd name="T23" fmla="*/ 8503 h 11706"/>
                <a:gd name="T24" fmla="*/ 11580 w 12484"/>
                <a:gd name="T25" fmla="*/ 8609 h 11706"/>
                <a:gd name="T26" fmla="*/ 12364 w 12484"/>
                <a:gd name="T27" fmla="*/ 7623 h 11706"/>
                <a:gd name="T28" fmla="*/ 12015 w 12484"/>
                <a:gd name="T29" fmla="*/ 7199 h 11706"/>
                <a:gd name="T30" fmla="*/ 9290 w 12484"/>
                <a:gd name="T31" fmla="*/ 5686 h 11706"/>
                <a:gd name="T32" fmla="*/ 7989 w 12484"/>
                <a:gd name="T33" fmla="*/ 4934 h 11706"/>
                <a:gd name="T34" fmla="*/ 4788 w 12484"/>
                <a:gd name="T35" fmla="*/ 2922 h 11706"/>
                <a:gd name="T36" fmla="*/ 4280 w 12484"/>
                <a:gd name="T37" fmla="*/ 2592 h 11706"/>
                <a:gd name="T38" fmla="*/ 4047 w 12484"/>
                <a:gd name="T39" fmla="*/ 2425 h 11706"/>
                <a:gd name="T40" fmla="*/ 4563 w 12484"/>
                <a:gd name="T41" fmla="*/ 1990 h 11706"/>
                <a:gd name="T42" fmla="*/ 5291 w 12484"/>
                <a:gd name="T43" fmla="*/ 1346 h 11706"/>
                <a:gd name="T44" fmla="*/ 5398 w 12484"/>
                <a:gd name="T45" fmla="*/ 594 h 11706"/>
                <a:gd name="T46" fmla="*/ 4567 w 12484"/>
                <a:gd name="T47" fmla="*/ 63 h 11706"/>
                <a:gd name="T48" fmla="*/ 4020 w 12484"/>
                <a:gd name="T49" fmla="*/ 455 h 11706"/>
                <a:gd name="T50" fmla="*/ 2727 w 12484"/>
                <a:gd name="T51" fmla="*/ 1705 h 11706"/>
                <a:gd name="T52" fmla="*/ 2578 w 12484"/>
                <a:gd name="T53" fmla="*/ 2773 h 11706"/>
                <a:gd name="T54" fmla="*/ 3339 w 12484"/>
                <a:gd name="T55" fmla="*/ 3814 h 11706"/>
                <a:gd name="T56" fmla="*/ 4330 w 12484"/>
                <a:gd name="T57" fmla="*/ 4439 h 11706"/>
                <a:gd name="T58" fmla="*/ 5085 w 12484"/>
                <a:gd name="T59" fmla="*/ 4919 h 11706"/>
                <a:gd name="T60" fmla="*/ 4019 w 12484"/>
                <a:gd name="T61" fmla="*/ 6446 h 11706"/>
                <a:gd name="T62" fmla="*/ 3755 w 12484"/>
                <a:gd name="T63" fmla="*/ 7820 h 11706"/>
                <a:gd name="T64" fmla="*/ 1121 w 12484"/>
                <a:gd name="T65" fmla="*/ 7076 h 11706"/>
                <a:gd name="T66" fmla="*/ 498 w 12484"/>
                <a:gd name="T67" fmla="*/ 7090 h 11706"/>
                <a:gd name="T68" fmla="*/ 315 w 12484"/>
                <a:gd name="T69" fmla="*/ 8317 h 11706"/>
                <a:gd name="T70" fmla="*/ 898 w 12484"/>
                <a:gd name="T71" fmla="*/ 8618 h 11706"/>
                <a:gd name="T72" fmla="*/ 3940 w 12484"/>
                <a:gd name="T73" fmla="*/ 9424 h 11706"/>
                <a:gd name="T74" fmla="*/ 3952 w 12484"/>
                <a:gd name="T75" fmla="*/ 9477 h 11706"/>
                <a:gd name="T76" fmla="*/ 1348 w 12484"/>
                <a:gd name="T77" fmla="*/ 10085 h 11706"/>
                <a:gd name="T78" fmla="*/ 732 w 12484"/>
                <a:gd name="T79" fmla="*/ 10507 h 11706"/>
                <a:gd name="T80" fmla="*/ 981 w 12484"/>
                <a:gd name="T81" fmla="*/ 11602 h 1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4" h="11706">
                  <a:moveTo>
                    <a:pt x="981" y="11602"/>
                  </a:moveTo>
                  <a:cubicBezTo>
                    <a:pt x="1124" y="11690"/>
                    <a:pt x="1306" y="11706"/>
                    <a:pt x="1466" y="11659"/>
                  </a:cubicBezTo>
                  <a:cubicBezTo>
                    <a:pt x="1716" y="11586"/>
                    <a:pt x="1959" y="11495"/>
                    <a:pt x="2206" y="11415"/>
                  </a:cubicBezTo>
                  <a:cubicBezTo>
                    <a:pt x="2804" y="11238"/>
                    <a:pt x="3413" y="11095"/>
                    <a:pt x="4032" y="11013"/>
                  </a:cubicBezTo>
                  <a:cubicBezTo>
                    <a:pt x="4268" y="10969"/>
                    <a:pt x="4519" y="10973"/>
                    <a:pt x="4739" y="10866"/>
                  </a:cubicBezTo>
                  <a:cubicBezTo>
                    <a:pt x="4799" y="10864"/>
                    <a:pt x="4853" y="10894"/>
                    <a:pt x="4910" y="10908"/>
                  </a:cubicBezTo>
                  <a:cubicBezTo>
                    <a:pt x="5300" y="11010"/>
                    <a:pt x="5745" y="10907"/>
                    <a:pt x="6028" y="10613"/>
                  </a:cubicBezTo>
                  <a:cubicBezTo>
                    <a:pt x="6275" y="10370"/>
                    <a:pt x="6374" y="10013"/>
                    <a:pt x="6368" y="9674"/>
                  </a:cubicBezTo>
                  <a:cubicBezTo>
                    <a:pt x="6298" y="8949"/>
                    <a:pt x="6081" y="8228"/>
                    <a:pt x="6167" y="7495"/>
                  </a:cubicBezTo>
                  <a:cubicBezTo>
                    <a:pt x="6214" y="7301"/>
                    <a:pt x="6320" y="7127"/>
                    <a:pt x="6437" y="6968"/>
                  </a:cubicBezTo>
                  <a:cubicBezTo>
                    <a:pt x="6649" y="6701"/>
                    <a:pt x="6892" y="6462"/>
                    <a:pt x="7134" y="6223"/>
                  </a:cubicBezTo>
                  <a:cubicBezTo>
                    <a:pt x="8467" y="7024"/>
                    <a:pt x="9834" y="7764"/>
                    <a:pt x="11203" y="8503"/>
                  </a:cubicBezTo>
                  <a:cubicBezTo>
                    <a:pt x="11319" y="8563"/>
                    <a:pt x="11446" y="8613"/>
                    <a:pt x="11580" y="8609"/>
                  </a:cubicBezTo>
                  <a:cubicBezTo>
                    <a:pt x="12075" y="8633"/>
                    <a:pt x="12484" y="8095"/>
                    <a:pt x="12364" y="7623"/>
                  </a:cubicBezTo>
                  <a:cubicBezTo>
                    <a:pt x="12317" y="7438"/>
                    <a:pt x="12179" y="7290"/>
                    <a:pt x="12015" y="7199"/>
                  </a:cubicBezTo>
                  <a:cubicBezTo>
                    <a:pt x="11108" y="6692"/>
                    <a:pt x="10186" y="6213"/>
                    <a:pt x="9290" y="5686"/>
                  </a:cubicBezTo>
                  <a:cubicBezTo>
                    <a:pt x="8856" y="5436"/>
                    <a:pt x="8423" y="5185"/>
                    <a:pt x="7989" y="4934"/>
                  </a:cubicBezTo>
                  <a:cubicBezTo>
                    <a:pt x="6901" y="4296"/>
                    <a:pt x="5889" y="3538"/>
                    <a:pt x="4788" y="2922"/>
                  </a:cubicBezTo>
                  <a:cubicBezTo>
                    <a:pt x="4613" y="2822"/>
                    <a:pt x="4435" y="2723"/>
                    <a:pt x="4280" y="2592"/>
                  </a:cubicBezTo>
                  <a:cubicBezTo>
                    <a:pt x="4207" y="2531"/>
                    <a:pt x="4129" y="2475"/>
                    <a:pt x="4047" y="2425"/>
                  </a:cubicBezTo>
                  <a:cubicBezTo>
                    <a:pt x="4228" y="2290"/>
                    <a:pt x="4379" y="2121"/>
                    <a:pt x="4563" y="1990"/>
                  </a:cubicBezTo>
                  <a:cubicBezTo>
                    <a:pt x="4815" y="1788"/>
                    <a:pt x="5089" y="1603"/>
                    <a:pt x="5291" y="1346"/>
                  </a:cubicBezTo>
                  <a:cubicBezTo>
                    <a:pt x="5456" y="1137"/>
                    <a:pt x="5505" y="841"/>
                    <a:pt x="5398" y="594"/>
                  </a:cubicBezTo>
                  <a:cubicBezTo>
                    <a:pt x="5274" y="267"/>
                    <a:pt x="4928" y="0"/>
                    <a:pt x="4567" y="63"/>
                  </a:cubicBezTo>
                  <a:cubicBezTo>
                    <a:pt x="4334" y="106"/>
                    <a:pt x="4179" y="297"/>
                    <a:pt x="4020" y="455"/>
                  </a:cubicBezTo>
                  <a:cubicBezTo>
                    <a:pt x="3603" y="886"/>
                    <a:pt x="3062" y="1198"/>
                    <a:pt x="2727" y="1705"/>
                  </a:cubicBezTo>
                  <a:cubicBezTo>
                    <a:pt x="2516" y="2015"/>
                    <a:pt x="2470" y="2418"/>
                    <a:pt x="2578" y="2773"/>
                  </a:cubicBezTo>
                  <a:cubicBezTo>
                    <a:pt x="2698" y="3199"/>
                    <a:pt x="2996" y="3547"/>
                    <a:pt x="3339" y="3814"/>
                  </a:cubicBezTo>
                  <a:cubicBezTo>
                    <a:pt x="3644" y="4060"/>
                    <a:pt x="3999" y="4233"/>
                    <a:pt x="4330" y="4439"/>
                  </a:cubicBezTo>
                  <a:cubicBezTo>
                    <a:pt x="4591" y="4585"/>
                    <a:pt x="4835" y="4757"/>
                    <a:pt x="5085" y="4919"/>
                  </a:cubicBezTo>
                  <a:cubicBezTo>
                    <a:pt x="4665" y="5378"/>
                    <a:pt x="4259" y="5866"/>
                    <a:pt x="4019" y="6446"/>
                  </a:cubicBezTo>
                  <a:cubicBezTo>
                    <a:pt x="3829" y="6877"/>
                    <a:pt x="3754" y="7352"/>
                    <a:pt x="3755" y="7820"/>
                  </a:cubicBezTo>
                  <a:cubicBezTo>
                    <a:pt x="2864" y="7623"/>
                    <a:pt x="1986" y="7368"/>
                    <a:pt x="1121" y="7076"/>
                  </a:cubicBezTo>
                  <a:cubicBezTo>
                    <a:pt x="921" y="7002"/>
                    <a:pt x="688" y="6977"/>
                    <a:pt x="498" y="7090"/>
                  </a:cubicBezTo>
                  <a:cubicBezTo>
                    <a:pt x="87" y="7332"/>
                    <a:pt x="0" y="7964"/>
                    <a:pt x="315" y="8317"/>
                  </a:cubicBezTo>
                  <a:cubicBezTo>
                    <a:pt x="464" y="8487"/>
                    <a:pt x="689" y="8555"/>
                    <a:pt x="898" y="8618"/>
                  </a:cubicBezTo>
                  <a:cubicBezTo>
                    <a:pt x="1893" y="8953"/>
                    <a:pt x="2910" y="9223"/>
                    <a:pt x="3940" y="9424"/>
                  </a:cubicBezTo>
                  <a:cubicBezTo>
                    <a:pt x="3943" y="9437"/>
                    <a:pt x="3949" y="9464"/>
                    <a:pt x="3952" y="9477"/>
                  </a:cubicBezTo>
                  <a:cubicBezTo>
                    <a:pt x="3070" y="9609"/>
                    <a:pt x="2189" y="9780"/>
                    <a:pt x="1348" y="10085"/>
                  </a:cubicBezTo>
                  <a:cubicBezTo>
                    <a:pt x="1104" y="10150"/>
                    <a:pt x="856" y="10275"/>
                    <a:pt x="732" y="10507"/>
                  </a:cubicBezTo>
                  <a:cubicBezTo>
                    <a:pt x="536" y="10863"/>
                    <a:pt x="625" y="11381"/>
                    <a:pt x="981" y="1160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6" name="Group 39"/>
          <p:cNvGrpSpPr>
            <a:grpSpLocks/>
          </p:cNvGrpSpPr>
          <p:nvPr/>
        </p:nvGrpSpPr>
        <p:grpSpPr bwMode="auto">
          <a:xfrm>
            <a:off x="9649776" y="2967037"/>
            <a:ext cx="1428171" cy="1685934"/>
            <a:chOff x="2259" y="382"/>
            <a:chExt cx="1158" cy="1367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57" name="Freeform 37"/>
            <p:cNvSpPr>
              <a:spLocks/>
            </p:cNvSpPr>
            <p:nvPr/>
          </p:nvSpPr>
          <p:spPr bwMode="auto">
            <a:xfrm flipV="1">
              <a:off x="2599" y="382"/>
              <a:ext cx="279" cy="278"/>
            </a:xfrm>
            <a:custGeom>
              <a:avLst/>
              <a:gdLst>
                <a:gd name="T0" fmla="*/ 1240 w 2981"/>
                <a:gd name="T1" fmla="*/ 2921 h 2971"/>
                <a:gd name="T2" fmla="*/ 2182 w 2981"/>
                <a:gd name="T3" fmla="*/ 2778 h 2971"/>
                <a:gd name="T4" fmla="*/ 2964 w 2981"/>
                <a:gd name="T5" fmla="*/ 1754 h 2971"/>
                <a:gd name="T6" fmla="*/ 2966 w 2981"/>
                <a:gd name="T7" fmla="*/ 1195 h 2971"/>
                <a:gd name="T8" fmla="*/ 1784 w 2981"/>
                <a:gd name="T9" fmla="*/ 16 h 2971"/>
                <a:gd name="T10" fmla="*/ 1226 w 2981"/>
                <a:gd name="T11" fmla="*/ 18 h 2971"/>
                <a:gd name="T12" fmla="*/ 222 w 2981"/>
                <a:gd name="T13" fmla="*/ 763 h 2971"/>
                <a:gd name="T14" fmla="*/ 68 w 2981"/>
                <a:gd name="T15" fmla="*/ 1769 h 2971"/>
                <a:gd name="T16" fmla="*/ 1240 w 2981"/>
                <a:gd name="T17" fmla="*/ 2921 h 2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81" h="2971">
                  <a:moveTo>
                    <a:pt x="1240" y="2921"/>
                  </a:moveTo>
                  <a:cubicBezTo>
                    <a:pt x="1558" y="2971"/>
                    <a:pt x="1898" y="2939"/>
                    <a:pt x="2182" y="2778"/>
                  </a:cubicBezTo>
                  <a:cubicBezTo>
                    <a:pt x="2582" y="2580"/>
                    <a:pt x="2867" y="2186"/>
                    <a:pt x="2964" y="1754"/>
                  </a:cubicBezTo>
                  <a:cubicBezTo>
                    <a:pt x="2981" y="1568"/>
                    <a:pt x="2978" y="1381"/>
                    <a:pt x="2966" y="1195"/>
                  </a:cubicBezTo>
                  <a:cubicBezTo>
                    <a:pt x="2852" y="615"/>
                    <a:pt x="2368" y="126"/>
                    <a:pt x="1784" y="16"/>
                  </a:cubicBezTo>
                  <a:cubicBezTo>
                    <a:pt x="1599" y="2"/>
                    <a:pt x="1411" y="0"/>
                    <a:pt x="1226" y="18"/>
                  </a:cubicBezTo>
                  <a:cubicBezTo>
                    <a:pt x="806" y="109"/>
                    <a:pt x="424" y="380"/>
                    <a:pt x="222" y="763"/>
                  </a:cubicBezTo>
                  <a:cubicBezTo>
                    <a:pt x="45" y="1064"/>
                    <a:pt x="0" y="1430"/>
                    <a:pt x="68" y="1769"/>
                  </a:cubicBezTo>
                  <a:cubicBezTo>
                    <a:pt x="189" y="2338"/>
                    <a:pt x="669" y="2809"/>
                    <a:pt x="1240" y="292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8" name="Freeform 38"/>
            <p:cNvSpPr>
              <a:spLocks/>
            </p:cNvSpPr>
            <p:nvPr/>
          </p:nvSpPr>
          <p:spPr bwMode="auto">
            <a:xfrm flipV="1">
              <a:off x="2259" y="529"/>
              <a:ext cx="1158" cy="1220"/>
            </a:xfrm>
            <a:custGeom>
              <a:avLst/>
              <a:gdLst>
                <a:gd name="T0" fmla="*/ 735 w 12360"/>
                <a:gd name="T1" fmla="*/ 12962 h 13026"/>
                <a:gd name="T2" fmla="*/ 1383 w 12360"/>
                <a:gd name="T3" fmla="*/ 12812 h 13026"/>
                <a:gd name="T4" fmla="*/ 5031 w 12360"/>
                <a:gd name="T5" fmla="*/ 11077 h 13026"/>
                <a:gd name="T6" fmla="*/ 5193 w 12360"/>
                <a:gd name="T7" fmla="*/ 11139 h 13026"/>
                <a:gd name="T8" fmla="*/ 6054 w 12360"/>
                <a:gd name="T9" fmla="*/ 11248 h 13026"/>
                <a:gd name="T10" fmla="*/ 7249 w 12360"/>
                <a:gd name="T11" fmla="*/ 11253 h 13026"/>
                <a:gd name="T12" fmla="*/ 8433 w 12360"/>
                <a:gd name="T13" fmla="*/ 11350 h 13026"/>
                <a:gd name="T14" fmla="*/ 9809 w 12360"/>
                <a:gd name="T15" fmla="*/ 11546 h 13026"/>
                <a:gd name="T16" fmla="*/ 10462 w 12360"/>
                <a:gd name="T17" fmla="*/ 11632 h 13026"/>
                <a:gd name="T18" fmla="*/ 11153 w 12360"/>
                <a:gd name="T19" fmla="*/ 10734 h 13026"/>
                <a:gd name="T20" fmla="*/ 10618 w 12360"/>
                <a:gd name="T21" fmla="*/ 10061 h 13026"/>
                <a:gd name="T22" fmla="*/ 8342 w 12360"/>
                <a:gd name="T23" fmla="*/ 9720 h 13026"/>
                <a:gd name="T24" fmla="*/ 7773 w 12360"/>
                <a:gd name="T25" fmla="*/ 9672 h 13026"/>
                <a:gd name="T26" fmla="*/ 7256 w 12360"/>
                <a:gd name="T27" fmla="*/ 9654 h 13026"/>
                <a:gd name="T28" fmla="*/ 7309 w 12360"/>
                <a:gd name="T29" fmla="*/ 9481 h 13026"/>
                <a:gd name="T30" fmla="*/ 8642 w 12360"/>
                <a:gd name="T31" fmla="*/ 7362 h 13026"/>
                <a:gd name="T32" fmla="*/ 9114 w 12360"/>
                <a:gd name="T33" fmla="*/ 6736 h 13026"/>
                <a:gd name="T34" fmla="*/ 9254 w 12360"/>
                <a:gd name="T35" fmla="*/ 6347 h 13026"/>
                <a:gd name="T36" fmla="*/ 9822 w 12360"/>
                <a:gd name="T37" fmla="*/ 5650 h 13026"/>
                <a:gd name="T38" fmla="*/ 10196 w 12360"/>
                <a:gd name="T39" fmla="*/ 5292 h 13026"/>
                <a:gd name="T40" fmla="*/ 10432 w 12360"/>
                <a:gd name="T41" fmla="*/ 5369 h 13026"/>
                <a:gd name="T42" fmla="*/ 11108 w 12360"/>
                <a:gd name="T43" fmla="*/ 6138 h 13026"/>
                <a:gd name="T44" fmla="*/ 11884 w 12360"/>
                <a:gd name="T45" fmla="*/ 6167 h 13026"/>
                <a:gd name="T46" fmla="*/ 12295 w 12360"/>
                <a:gd name="T47" fmla="*/ 5580 h 13026"/>
                <a:gd name="T48" fmla="*/ 12081 w 12360"/>
                <a:gd name="T49" fmla="*/ 4815 h 13026"/>
                <a:gd name="T50" fmla="*/ 10639 w 12360"/>
                <a:gd name="T51" fmla="*/ 3731 h 13026"/>
                <a:gd name="T52" fmla="*/ 9448 w 12360"/>
                <a:gd name="T53" fmla="*/ 3860 h 13026"/>
                <a:gd name="T54" fmla="*/ 8497 w 12360"/>
                <a:gd name="T55" fmla="*/ 4715 h 13026"/>
                <a:gd name="T56" fmla="*/ 8407 w 12360"/>
                <a:gd name="T57" fmla="*/ 4779 h 13026"/>
                <a:gd name="T58" fmla="*/ 8081 w 12360"/>
                <a:gd name="T59" fmla="*/ 2229 h 13026"/>
                <a:gd name="T60" fmla="*/ 8080 w 12360"/>
                <a:gd name="T61" fmla="*/ 785 h 13026"/>
                <a:gd name="T62" fmla="*/ 7691 w 12360"/>
                <a:gd name="T63" fmla="*/ 147 h 13026"/>
                <a:gd name="T64" fmla="*/ 6747 w 12360"/>
                <a:gd name="T65" fmla="*/ 252 h 13026"/>
                <a:gd name="T66" fmla="*/ 6456 w 12360"/>
                <a:gd name="T67" fmla="*/ 893 h 13026"/>
                <a:gd name="T68" fmla="*/ 6523 w 12360"/>
                <a:gd name="T69" fmla="*/ 3065 h 13026"/>
                <a:gd name="T70" fmla="*/ 6599 w 12360"/>
                <a:gd name="T71" fmla="*/ 3822 h 13026"/>
                <a:gd name="T72" fmla="*/ 6911 w 12360"/>
                <a:gd name="T73" fmla="*/ 5590 h 13026"/>
                <a:gd name="T74" fmla="*/ 6855 w 12360"/>
                <a:gd name="T75" fmla="*/ 5720 h 13026"/>
                <a:gd name="T76" fmla="*/ 5402 w 12360"/>
                <a:gd name="T77" fmla="*/ 7925 h 13026"/>
                <a:gd name="T78" fmla="*/ 4607 w 12360"/>
                <a:gd name="T79" fmla="*/ 9444 h 13026"/>
                <a:gd name="T80" fmla="*/ 4328 w 12360"/>
                <a:gd name="T81" fmla="*/ 9600 h 13026"/>
                <a:gd name="T82" fmla="*/ 880 w 12360"/>
                <a:gd name="T83" fmla="*/ 11206 h 13026"/>
                <a:gd name="T84" fmla="*/ 227 w 12360"/>
                <a:gd name="T85" fmla="*/ 11767 h 13026"/>
                <a:gd name="T86" fmla="*/ 735 w 12360"/>
                <a:gd name="T87" fmla="*/ 12962 h 13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360" h="13026">
                  <a:moveTo>
                    <a:pt x="735" y="12962"/>
                  </a:moveTo>
                  <a:cubicBezTo>
                    <a:pt x="963" y="13026"/>
                    <a:pt x="1196" y="12942"/>
                    <a:pt x="1383" y="12812"/>
                  </a:cubicBezTo>
                  <a:cubicBezTo>
                    <a:pt x="2505" y="12059"/>
                    <a:pt x="3737" y="11467"/>
                    <a:pt x="5031" y="11077"/>
                  </a:cubicBezTo>
                  <a:cubicBezTo>
                    <a:pt x="5090" y="11071"/>
                    <a:pt x="5140" y="11119"/>
                    <a:pt x="5193" y="11139"/>
                  </a:cubicBezTo>
                  <a:cubicBezTo>
                    <a:pt x="5454" y="11282"/>
                    <a:pt x="5766" y="11328"/>
                    <a:pt x="6054" y="11248"/>
                  </a:cubicBezTo>
                  <a:cubicBezTo>
                    <a:pt x="6452" y="11240"/>
                    <a:pt x="6851" y="11250"/>
                    <a:pt x="7249" y="11253"/>
                  </a:cubicBezTo>
                  <a:cubicBezTo>
                    <a:pt x="7642" y="11307"/>
                    <a:pt x="8041" y="11289"/>
                    <a:pt x="8433" y="11350"/>
                  </a:cubicBezTo>
                  <a:cubicBezTo>
                    <a:pt x="8895" y="11388"/>
                    <a:pt x="9354" y="11458"/>
                    <a:pt x="9809" y="11546"/>
                  </a:cubicBezTo>
                  <a:cubicBezTo>
                    <a:pt x="10025" y="11582"/>
                    <a:pt x="10240" y="11657"/>
                    <a:pt x="10462" y="11632"/>
                  </a:cubicBezTo>
                  <a:cubicBezTo>
                    <a:pt x="10875" y="11566"/>
                    <a:pt x="11194" y="11151"/>
                    <a:pt x="11153" y="10734"/>
                  </a:cubicBezTo>
                  <a:cubicBezTo>
                    <a:pt x="11179" y="10414"/>
                    <a:pt x="10922" y="10128"/>
                    <a:pt x="10618" y="10061"/>
                  </a:cubicBezTo>
                  <a:cubicBezTo>
                    <a:pt x="9868" y="9897"/>
                    <a:pt x="9108" y="9776"/>
                    <a:pt x="8342" y="9720"/>
                  </a:cubicBezTo>
                  <a:cubicBezTo>
                    <a:pt x="8155" y="9674"/>
                    <a:pt x="7961" y="9707"/>
                    <a:pt x="7773" y="9672"/>
                  </a:cubicBezTo>
                  <a:cubicBezTo>
                    <a:pt x="7601" y="9655"/>
                    <a:pt x="7428" y="9660"/>
                    <a:pt x="7256" y="9654"/>
                  </a:cubicBezTo>
                  <a:cubicBezTo>
                    <a:pt x="7265" y="9594"/>
                    <a:pt x="7276" y="9534"/>
                    <a:pt x="7309" y="9481"/>
                  </a:cubicBezTo>
                  <a:cubicBezTo>
                    <a:pt x="7695" y="8741"/>
                    <a:pt x="8092" y="7996"/>
                    <a:pt x="8642" y="7362"/>
                  </a:cubicBezTo>
                  <a:cubicBezTo>
                    <a:pt x="8809" y="7161"/>
                    <a:pt x="9013" y="6983"/>
                    <a:pt x="9114" y="6736"/>
                  </a:cubicBezTo>
                  <a:cubicBezTo>
                    <a:pt x="9178" y="6612"/>
                    <a:pt x="9169" y="6461"/>
                    <a:pt x="9254" y="6347"/>
                  </a:cubicBezTo>
                  <a:cubicBezTo>
                    <a:pt x="9433" y="6107"/>
                    <a:pt x="9628" y="5878"/>
                    <a:pt x="9822" y="5650"/>
                  </a:cubicBezTo>
                  <a:cubicBezTo>
                    <a:pt x="9933" y="5518"/>
                    <a:pt x="10039" y="5372"/>
                    <a:pt x="10196" y="5292"/>
                  </a:cubicBezTo>
                  <a:cubicBezTo>
                    <a:pt x="10283" y="5262"/>
                    <a:pt x="10364" y="5322"/>
                    <a:pt x="10432" y="5369"/>
                  </a:cubicBezTo>
                  <a:cubicBezTo>
                    <a:pt x="10704" y="5583"/>
                    <a:pt x="10851" y="5911"/>
                    <a:pt x="11108" y="6138"/>
                  </a:cubicBezTo>
                  <a:cubicBezTo>
                    <a:pt x="11317" y="6330"/>
                    <a:pt x="11658" y="6327"/>
                    <a:pt x="11884" y="6167"/>
                  </a:cubicBezTo>
                  <a:cubicBezTo>
                    <a:pt x="12091" y="6035"/>
                    <a:pt x="12235" y="5816"/>
                    <a:pt x="12295" y="5580"/>
                  </a:cubicBezTo>
                  <a:cubicBezTo>
                    <a:pt x="12360" y="5307"/>
                    <a:pt x="12263" y="5021"/>
                    <a:pt x="12081" y="4815"/>
                  </a:cubicBezTo>
                  <a:cubicBezTo>
                    <a:pt x="11686" y="4360"/>
                    <a:pt x="11224" y="3921"/>
                    <a:pt x="10639" y="3731"/>
                  </a:cubicBezTo>
                  <a:cubicBezTo>
                    <a:pt x="10249" y="3596"/>
                    <a:pt x="9800" y="3639"/>
                    <a:pt x="9448" y="3860"/>
                  </a:cubicBezTo>
                  <a:cubicBezTo>
                    <a:pt x="9086" y="4088"/>
                    <a:pt x="8775" y="4391"/>
                    <a:pt x="8497" y="4715"/>
                  </a:cubicBezTo>
                  <a:cubicBezTo>
                    <a:pt x="8474" y="4731"/>
                    <a:pt x="8429" y="4763"/>
                    <a:pt x="8407" y="4779"/>
                  </a:cubicBezTo>
                  <a:cubicBezTo>
                    <a:pt x="8232" y="3939"/>
                    <a:pt x="8147" y="3084"/>
                    <a:pt x="8081" y="2229"/>
                  </a:cubicBezTo>
                  <a:cubicBezTo>
                    <a:pt x="8073" y="1748"/>
                    <a:pt x="8075" y="1267"/>
                    <a:pt x="8080" y="785"/>
                  </a:cubicBezTo>
                  <a:cubicBezTo>
                    <a:pt x="8091" y="521"/>
                    <a:pt x="7927" y="263"/>
                    <a:pt x="7691" y="147"/>
                  </a:cubicBezTo>
                  <a:cubicBezTo>
                    <a:pt x="7392" y="0"/>
                    <a:pt x="7006" y="40"/>
                    <a:pt x="6747" y="252"/>
                  </a:cubicBezTo>
                  <a:cubicBezTo>
                    <a:pt x="6557" y="405"/>
                    <a:pt x="6449" y="650"/>
                    <a:pt x="6456" y="893"/>
                  </a:cubicBezTo>
                  <a:cubicBezTo>
                    <a:pt x="6456" y="1617"/>
                    <a:pt x="6426" y="2345"/>
                    <a:pt x="6523" y="3065"/>
                  </a:cubicBezTo>
                  <a:cubicBezTo>
                    <a:pt x="6520" y="3320"/>
                    <a:pt x="6588" y="3568"/>
                    <a:pt x="6599" y="3822"/>
                  </a:cubicBezTo>
                  <a:cubicBezTo>
                    <a:pt x="6684" y="4414"/>
                    <a:pt x="6780" y="5005"/>
                    <a:pt x="6911" y="5590"/>
                  </a:cubicBezTo>
                  <a:cubicBezTo>
                    <a:pt x="6927" y="5643"/>
                    <a:pt x="6882" y="5682"/>
                    <a:pt x="6855" y="5720"/>
                  </a:cubicBezTo>
                  <a:cubicBezTo>
                    <a:pt x="6276" y="6387"/>
                    <a:pt x="5813" y="7146"/>
                    <a:pt x="5402" y="7925"/>
                  </a:cubicBezTo>
                  <a:cubicBezTo>
                    <a:pt x="5124" y="8425"/>
                    <a:pt x="4868" y="8936"/>
                    <a:pt x="4607" y="9444"/>
                  </a:cubicBezTo>
                  <a:cubicBezTo>
                    <a:pt x="4561" y="9556"/>
                    <a:pt x="4426" y="9562"/>
                    <a:pt x="4328" y="9600"/>
                  </a:cubicBezTo>
                  <a:cubicBezTo>
                    <a:pt x="3115" y="9981"/>
                    <a:pt x="1955" y="10527"/>
                    <a:pt x="880" y="11206"/>
                  </a:cubicBezTo>
                  <a:cubicBezTo>
                    <a:pt x="643" y="11365"/>
                    <a:pt x="361" y="11499"/>
                    <a:pt x="227" y="11767"/>
                  </a:cubicBezTo>
                  <a:cubicBezTo>
                    <a:pt x="0" y="12210"/>
                    <a:pt x="263" y="12813"/>
                    <a:pt x="735" y="129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9" name="Group 49"/>
          <p:cNvGrpSpPr>
            <a:grpSpLocks/>
          </p:cNvGrpSpPr>
          <p:nvPr/>
        </p:nvGrpSpPr>
        <p:grpSpPr bwMode="auto">
          <a:xfrm>
            <a:off x="5218625" y="2927212"/>
            <a:ext cx="1007930" cy="1725759"/>
            <a:chOff x="4039" y="205"/>
            <a:chExt cx="1018" cy="174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60" name="Freeform 46"/>
            <p:cNvSpPr>
              <a:spLocks/>
            </p:cNvSpPr>
            <p:nvPr/>
          </p:nvSpPr>
          <p:spPr bwMode="auto">
            <a:xfrm flipV="1">
              <a:off x="4039" y="205"/>
              <a:ext cx="1018" cy="1743"/>
            </a:xfrm>
            <a:custGeom>
              <a:avLst/>
              <a:gdLst>
                <a:gd name="T0" fmla="*/ 20 w 7213"/>
                <a:gd name="T1" fmla="*/ 11678 h 12363"/>
                <a:gd name="T2" fmla="*/ 713 w 7213"/>
                <a:gd name="T3" fmla="*/ 12312 h 12363"/>
                <a:gd name="T4" fmla="*/ 1085 w 7213"/>
                <a:gd name="T5" fmla="*/ 12056 h 12363"/>
                <a:gd name="T6" fmla="*/ 1208 w 7213"/>
                <a:gd name="T7" fmla="*/ 11609 h 12363"/>
                <a:gd name="T8" fmla="*/ 2054 w 7213"/>
                <a:gd name="T9" fmla="*/ 9779 h 12363"/>
                <a:gd name="T10" fmla="*/ 2292 w 7213"/>
                <a:gd name="T11" fmla="*/ 9585 h 12363"/>
                <a:gd name="T12" fmla="*/ 4273 w 7213"/>
                <a:gd name="T13" fmla="*/ 9157 h 12363"/>
                <a:gd name="T14" fmla="*/ 4652 w 7213"/>
                <a:gd name="T15" fmla="*/ 9178 h 12363"/>
                <a:gd name="T16" fmla="*/ 5611 w 7213"/>
                <a:gd name="T17" fmla="*/ 9306 h 12363"/>
                <a:gd name="T18" fmla="*/ 5697 w 7213"/>
                <a:gd name="T19" fmla="*/ 9332 h 12363"/>
                <a:gd name="T20" fmla="*/ 5217 w 7213"/>
                <a:gd name="T21" fmla="*/ 10751 h 12363"/>
                <a:gd name="T22" fmla="*/ 5212 w 7213"/>
                <a:gd name="T23" fmla="*/ 11447 h 12363"/>
                <a:gd name="T24" fmla="*/ 5894 w 7213"/>
                <a:gd name="T25" fmla="*/ 11623 h 12363"/>
                <a:gd name="T26" fmla="*/ 6259 w 7213"/>
                <a:gd name="T27" fmla="*/ 11212 h 12363"/>
                <a:gd name="T28" fmla="*/ 6934 w 7213"/>
                <a:gd name="T29" fmla="*/ 9263 h 12363"/>
                <a:gd name="T30" fmla="*/ 6743 w 7213"/>
                <a:gd name="T31" fmla="*/ 8426 h 12363"/>
                <a:gd name="T32" fmla="*/ 6278 w 7213"/>
                <a:gd name="T33" fmla="*/ 8299 h 12363"/>
                <a:gd name="T34" fmla="*/ 4597 w 7213"/>
                <a:gd name="T35" fmla="*/ 8060 h 12363"/>
                <a:gd name="T36" fmla="*/ 4592 w 7213"/>
                <a:gd name="T37" fmla="*/ 5259 h 12363"/>
                <a:gd name="T38" fmla="*/ 4960 w 7213"/>
                <a:gd name="T39" fmla="*/ 3845 h 12363"/>
                <a:gd name="T40" fmla="*/ 5857 w 7213"/>
                <a:gd name="T41" fmla="*/ 4413 h 12363"/>
                <a:gd name="T42" fmla="*/ 6401 w 7213"/>
                <a:gd name="T43" fmla="*/ 4722 h 12363"/>
                <a:gd name="T44" fmla="*/ 7172 w 7213"/>
                <a:gd name="T45" fmla="*/ 4164 h 12363"/>
                <a:gd name="T46" fmla="*/ 6897 w 7213"/>
                <a:gd name="T47" fmla="*/ 3510 h 12363"/>
                <a:gd name="T48" fmla="*/ 4968 w 7213"/>
                <a:gd name="T49" fmla="*/ 2327 h 12363"/>
                <a:gd name="T50" fmla="*/ 4499 w 7213"/>
                <a:gd name="T51" fmla="*/ 2193 h 12363"/>
                <a:gd name="T52" fmla="*/ 3871 w 7213"/>
                <a:gd name="T53" fmla="*/ 2721 h 12363"/>
                <a:gd name="T54" fmla="*/ 3750 w 7213"/>
                <a:gd name="T55" fmla="*/ 3277 h 12363"/>
                <a:gd name="T56" fmla="*/ 3543 w 7213"/>
                <a:gd name="T57" fmla="*/ 4340 h 12363"/>
                <a:gd name="T58" fmla="*/ 3344 w 7213"/>
                <a:gd name="T59" fmla="*/ 4857 h 12363"/>
                <a:gd name="T60" fmla="*/ 3118 w 7213"/>
                <a:gd name="T61" fmla="*/ 4929 h 12363"/>
                <a:gd name="T62" fmla="*/ 2844 w 7213"/>
                <a:gd name="T63" fmla="*/ 4571 h 12363"/>
                <a:gd name="T64" fmla="*/ 2808 w 7213"/>
                <a:gd name="T65" fmla="*/ 2500 h 12363"/>
                <a:gd name="T66" fmla="*/ 3316 w 7213"/>
                <a:gd name="T67" fmla="*/ 1022 h 12363"/>
                <a:gd name="T68" fmla="*/ 3258 w 7213"/>
                <a:gd name="T69" fmla="*/ 342 h 12363"/>
                <a:gd name="T70" fmla="*/ 2511 w 7213"/>
                <a:gd name="T71" fmla="*/ 90 h 12363"/>
                <a:gd name="T72" fmla="*/ 2127 w 7213"/>
                <a:gd name="T73" fmla="*/ 394 h 12363"/>
                <a:gd name="T74" fmla="*/ 1361 w 7213"/>
                <a:gd name="T75" fmla="*/ 2927 h 12363"/>
                <a:gd name="T76" fmla="*/ 1807 w 7213"/>
                <a:gd name="T77" fmla="*/ 5356 h 12363"/>
                <a:gd name="T78" fmla="*/ 1827 w 7213"/>
                <a:gd name="T79" fmla="*/ 5465 h 12363"/>
                <a:gd name="T80" fmla="*/ 1827 w 7213"/>
                <a:gd name="T81" fmla="*/ 8148 h 12363"/>
                <a:gd name="T82" fmla="*/ 1762 w 7213"/>
                <a:gd name="T83" fmla="*/ 8252 h 12363"/>
                <a:gd name="T84" fmla="*/ 20 w 7213"/>
                <a:gd name="T85" fmla="*/ 11678 h 12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13" h="12363">
                  <a:moveTo>
                    <a:pt x="20" y="11678"/>
                  </a:moveTo>
                  <a:cubicBezTo>
                    <a:pt x="0" y="12041"/>
                    <a:pt x="355" y="12363"/>
                    <a:pt x="713" y="12312"/>
                  </a:cubicBezTo>
                  <a:cubicBezTo>
                    <a:pt x="871" y="12295"/>
                    <a:pt x="1009" y="12192"/>
                    <a:pt x="1085" y="12056"/>
                  </a:cubicBezTo>
                  <a:cubicBezTo>
                    <a:pt x="1167" y="11921"/>
                    <a:pt x="1182" y="11761"/>
                    <a:pt x="1208" y="11609"/>
                  </a:cubicBezTo>
                  <a:cubicBezTo>
                    <a:pt x="1313" y="10936"/>
                    <a:pt x="1606" y="10293"/>
                    <a:pt x="2054" y="9779"/>
                  </a:cubicBezTo>
                  <a:cubicBezTo>
                    <a:pt x="2126" y="9707"/>
                    <a:pt x="2178" y="9594"/>
                    <a:pt x="2292" y="9585"/>
                  </a:cubicBezTo>
                  <a:cubicBezTo>
                    <a:pt x="2952" y="9442"/>
                    <a:pt x="3613" y="9303"/>
                    <a:pt x="4273" y="9157"/>
                  </a:cubicBezTo>
                  <a:cubicBezTo>
                    <a:pt x="4399" y="9131"/>
                    <a:pt x="4527" y="9163"/>
                    <a:pt x="4652" y="9178"/>
                  </a:cubicBezTo>
                  <a:cubicBezTo>
                    <a:pt x="4972" y="9218"/>
                    <a:pt x="5290" y="9271"/>
                    <a:pt x="5611" y="9306"/>
                  </a:cubicBezTo>
                  <a:cubicBezTo>
                    <a:pt x="5641" y="9310"/>
                    <a:pt x="5668" y="9322"/>
                    <a:pt x="5697" y="9332"/>
                  </a:cubicBezTo>
                  <a:cubicBezTo>
                    <a:pt x="5497" y="9791"/>
                    <a:pt x="5368" y="10275"/>
                    <a:pt x="5217" y="10751"/>
                  </a:cubicBezTo>
                  <a:cubicBezTo>
                    <a:pt x="5145" y="10973"/>
                    <a:pt x="5088" y="11232"/>
                    <a:pt x="5212" y="11447"/>
                  </a:cubicBezTo>
                  <a:cubicBezTo>
                    <a:pt x="5348" y="11675"/>
                    <a:pt x="5664" y="11717"/>
                    <a:pt x="5894" y="11623"/>
                  </a:cubicBezTo>
                  <a:cubicBezTo>
                    <a:pt x="6070" y="11550"/>
                    <a:pt x="6204" y="11393"/>
                    <a:pt x="6259" y="11212"/>
                  </a:cubicBezTo>
                  <a:cubicBezTo>
                    <a:pt x="6469" y="10557"/>
                    <a:pt x="6653" y="9892"/>
                    <a:pt x="6934" y="9263"/>
                  </a:cubicBezTo>
                  <a:cubicBezTo>
                    <a:pt x="7070" y="8983"/>
                    <a:pt x="6992" y="8616"/>
                    <a:pt x="6743" y="8426"/>
                  </a:cubicBezTo>
                  <a:cubicBezTo>
                    <a:pt x="6614" y="8314"/>
                    <a:pt x="6439" y="8310"/>
                    <a:pt x="6278" y="8299"/>
                  </a:cubicBezTo>
                  <a:cubicBezTo>
                    <a:pt x="5718" y="8215"/>
                    <a:pt x="5157" y="8143"/>
                    <a:pt x="4597" y="8060"/>
                  </a:cubicBezTo>
                  <a:cubicBezTo>
                    <a:pt x="4595" y="7126"/>
                    <a:pt x="4603" y="6192"/>
                    <a:pt x="4592" y="5259"/>
                  </a:cubicBezTo>
                  <a:cubicBezTo>
                    <a:pt x="4696" y="4783"/>
                    <a:pt x="4817" y="4311"/>
                    <a:pt x="4960" y="3845"/>
                  </a:cubicBezTo>
                  <a:cubicBezTo>
                    <a:pt x="5260" y="4033"/>
                    <a:pt x="5573" y="4200"/>
                    <a:pt x="5857" y="4413"/>
                  </a:cubicBezTo>
                  <a:cubicBezTo>
                    <a:pt x="6026" y="4534"/>
                    <a:pt x="6184" y="4696"/>
                    <a:pt x="6401" y="4722"/>
                  </a:cubicBezTo>
                  <a:cubicBezTo>
                    <a:pt x="6754" y="4791"/>
                    <a:pt x="7124" y="4519"/>
                    <a:pt x="7172" y="4164"/>
                  </a:cubicBezTo>
                  <a:cubicBezTo>
                    <a:pt x="7213" y="3915"/>
                    <a:pt x="7100" y="3656"/>
                    <a:pt x="6897" y="3510"/>
                  </a:cubicBezTo>
                  <a:cubicBezTo>
                    <a:pt x="6302" y="3042"/>
                    <a:pt x="5642" y="2667"/>
                    <a:pt x="4968" y="2327"/>
                  </a:cubicBezTo>
                  <a:cubicBezTo>
                    <a:pt x="4825" y="2247"/>
                    <a:pt x="4667" y="2178"/>
                    <a:pt x="4499" y="2193"/>
                  </a:cubicBezTo>
                  <a:cubicBezTo>
                    <a:pt x="4200" y="2192"/>
                    <a:pt x="3931" y="2433"/>
                    <a:pt x="3871" y="2721"/>
                  </a:cubicBezTo>
                  <a:cubicBezTo>
                    <a:pt x="3852" y="2911"/>
                    <a:pt x="3785" y="3090"/>
                    <a:pt x="3750" y="3277"/>
                  </a:cubicBezTo>
                  <a:cubicBezTo>
                    <a:pt x="3681" y="3631"/>
                    <a:pt x="3635" y="3990"/>
                    <a:pt x="3543" y="4340"/>
                  </a:cubicBezTo>
                  <a:cubicBezTo>
                    <a:pt x="3511" y="4523"/>
                    <a:pt x="3445" y="4701"/>
                    <a:pt x="3344" y="4857"/>
                  </a:cubicBezTo>
                  <a:cubicBezTo>
                    <a:pt x="3297" y="4928"/>
                    <a:pt x="3197" y="4996"/>
                    <a:pt x="3118" y="4929"/>
                  </a:cubicBezTo>
                  <a:cubicBezTo>
                    <a:pt x="3005" y="4830"/>
                    <a:pt x="2920" y="4699"/>
                    <a:pt x="2844" y="4571"/>
                  </a:cubicBezTo>
                  <a:cubicBezTo>
                    <a:pt x="2720" y="3889"/>
                    <a:pt x="2702" y="3186"/>
                    <a:pt x="2808" y="2500"/>
                  </a:cubicBezTo>
                  <a:cubicBezTo>
                    <a:pt x="2879" y="1981"/>
                    <a:pt x="3043" y="1471"/>
                    <a:pt x="3316" y="1022"/>
                  </a:cubicBezTo>
                  <a:cubicBezTo>
                    <a:pt x="3418" y="807"/>
                    <a:pt x="3399" y="535"/>
                    <a:pt x="3258" y="342"/>
                  </a:cubicBezTo>
                  <a:cubicBezTo>
                    <a:pt x="3096" y="112"/>
                    <a:pt x="2779" y="0"/>
                    <a:pt x="2511" y="90"/>
                  </a:cubicBezTo>
                  <a:cubicBezTo>
                    <a:pt x="2350" y="138"/>
                    <a:pt x="2216" y="253"/>
                    <a:pt x="2127" y="394"/>
                  </a:cubicBezTo>
                  <a:cubicBezTo>
                    <a:pt x="1652" y="1150"/>
                    <a:pt x="1381" y="2034"/>
                    <a:pt x="1361" y="2927"/>
                  </a:cubicBezTo>
                  <a:cubicBezTo>
                    <a:pt x="1337" y="3756"/>
                    <a:pt x="1510" y="4584"/>
                    <a:pt x="1807" y="5356"/>
                  </a:cubicBezTo>
                  <a:cubicBezTo>
                    <a:pt x="1821" y="5391"/>
                    <a:pt x="1828" y="5428"/>
                    <a:pt x="1827" y="5465"/>
                  </a:cubicBezTo>
                  <a:cubicBezTo>
                    <a:pt x="1827" y="6360"/>
                    <a:pt x="1827" y="7254"/>
                    <a:pt x="1827" y="8148"/>
                  </a:cubicBezTo>
                  <a:cubicBezTo>
                    <a:pt x="1838" y="8197"/>
                    <a:pt x="1790" y="8223"/>
                    <a:pt x="1762" y="8252"/>
                  </a:cubicBezTo>
                  <a:cubicBezTo>
                    <a:pt x="754" y="9103"/>
                    <a:pt x="166" y="10381"/>
                    <a:pt x="20" y="116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1" name="Freeform 47"/>
            <p:cNvSpPr>
              <a:spLocks/>
            </p:cNvSpPr>
            <p:nvPr/>
          </p:nvSpPr>
          <p:spPr bwMode="auto">
            <a:xfrm flipV="1">
              <a:off x="4377" y="287"/>
              <a:ext cx="302" cy="301"/>
            </a:xfrm>
            <a:custGeom>
              <a:avLst/>
              <a:gdLst>
                <a:gd name="T0" fmla="*/ 871 w 2141"/>
                <a:gd name="T1" fmla="*/ 2080 h 2140"/>
                <a:gd name="T2" fmla="*/ 1722 w 2141"/>
                <a:gd name="T3" fmla="*/ 1881 h 2140"/>
                <a:gd name="T4" fmla="*/ 2112 w 2141"/>
                <a:gd name="T5" fmla="*/ 1009 h 2140"/>
                <a:gd name="T6" fmla="*/ 1033 w 2141"/>
                <a:gd name="T7" fmla="*/ 40 h 2140"/>
                <a:gd name="T8" fmla="*/ 59 w 2141"/>
                <a:gd name="T9" fmla="*/ 977 h 2140"/>
                <a:gd name="T10" fmla="*/ 871 w 2141"/>
                <a:gd name="T11" fmla="*/ 2080 h 2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41" h="2140">
                  <a:moveTo>
                    <a:pt x="871" y="2080"/>
                  </a:moveTo>
                  <a:cubicBezTo>
                    <a:pt x="1166" y="2140"/>
                    <a:pt x="1486" y="2071"/>
                    <a:pt x="1722" y="1881"/>
                  </a:cubicBezTo>
                  <a:cubicBezTo>
                    <a:pt x="1984" y="1677"/>
                    <a:pt x="2141" y="1341"/>
                    <a:pt x="2112" y="1009"/>
                  </a:cubicBezTo>
                  <a:cubicBezTo>
                    <a:pt x="2100" y="461"/>
                    <a:pt x="1576" y="0"/>
                    <a:pt x="1033" y="40"/>
                  </a:cubicBezTo>
                  <a:cubicBezTo>
                    <a:pt x="536" y="57"/>
                    <a:pt x="91" y="478"/>
                    <a:pt x="59" y="977"/>
                  </a:cubicBezTo>
                  <a:cubicBezTo>
                    <a:pt x="0" y="1482"/>
                    <a:pt x="374" y="1982"/>
                    <a:pt x="871" y="20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2" name="Group 58"/>
          <p:cNvGrpSpPr>
            <a:grpSpLocks/>
          </p:cNvGrpSpPr>
          <p:nvPr/>
        </p:nvGrpSpPr>
        <p:grpSpPr bwMode="auto">
          <a:xfrm>
            <a:off x="6749770" y="2893400"/>
            <a:ext cx="2101213" cy="1165036"/>
            <a:chOff x="3575" y="404"/>
            <a:chExt cx="3140" cy="1741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63" name="Freeform 56"/>
            <p:cNvSpPr>
              <a:spLocks/>
            </p:cNvSpPr>
            <p:nvPr/>
          </p:nvSpPr>
          <p:spPr bwMode="auto">
            <a:xfrm flipV="1">
              <a:off x="4865" y="404"/>
              <a:ext cx="552" cy="527"/>
            </a:xfrm>
            <a:custGeom>
              <a:avLst/>
              <a:gdLst>
                <a:gd name="T0" fmla="*/ 921 w 2431"/>
                <a:gd name="T1" fmla="*/ 2235 h 2316"/>
                <a:gd name="T2" fmla="*/ 1870 w 2431"/>
                <a:gd name="T3" fmla="*/ 2046 h 2316"/>
                <a:gd name="T4" fmla="*/ 2236 w 2431"/>
                <a:gd name="T5" fmla="*/ 725 h 2316"/>
                <a:gd name="T6" fmla="*/ 1145 w 2431"/>
                <a:gd name="T7" fmla="*/ 32 h 2316"/>
                <a:gd name="T8" fmla="*/ 91 w 2431"/>
                <a:gd name="T9" fmla="*/ 1000 h 2316"/>
                <a:gd name="T10" fmla="*/ 921 w 2431"/>
                <a:gd name="T11" fmla="*/ 2235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31" h="2316">
                  <a:moveTo>
                    <a:pt x="921" y="2235"/>
                  </a:moveTo>
                  <a:cubicBezTo>
                    <a:pt x="1245" y="2316"/>
                    <a:pt x="1604" y="2251"/>
                    <a:pt x="1870" y="2046"/>
                  </a:cubicBezTo>
                  <a:cubicBezTo>
                    <a:pt x="2273" y="1756"/>
                    <a:pt x="2431" y="1182"/>
                    <a:pt x="2236" y="725"/>
                  </a:cubicBezTo>
                  <a:cubicBezTo>
                    <a:pt x="2065" y="297"/>
                    <a:pt x="1608" y="0"/>
                    <a:pt x="1145" y="32"/>
                  </a:cubicBezTo>
                  <a:cubicBezTo>
                    <a:pt x="621" y="45"/>
                    <a:pt x="147" y="480"/>
                    <a:pt x="91" y="1000"/>
                  </a:cubicBezTo>
                  <a:cubicBezTo>
                    <a:pt x="0" y="1544"/>
                    <a:pt x="386" y="2111"/>
                    <a:pt x="921" y="223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" name="Freeform 57"/>
            <p:cNvSpPr>
              <a:spLocks noEditPoints="1"/>
            </p:cNvSpPr>
            <p:nvPr/>
          </p:nvSpPr>
          <p:spPr bwMode="auto">
            <a:xfrm flipV="1">
              <a:off x="3575" y="593"/>
              <a:ext cx="3140" cy="1552"/>
            </a:xfrm>
            <a:custGeom>
              <a:avLst/>
              <a:gdLst>
                <a:gd name="T0" fmla="*/ 2918 w 13820"/>
                <a:gd name="T1" fmla="*/ 6744 h 6818"/>
                <a:gd name="T2" fmla="*/ 4623 w 13820"/>
                <a:gd name="T3" fmla="*/ 5321 h 6818"/>
                <a:gd name="T4" fmla="*/ 6288 w 13820"/>
                <a:gd name="T5" fmla="*/ 5051 h 6818"/>
                <a:gd name="T6" fmla="*/ 8051 w 13820"/>
                <a:gd name="T7" fmla="*/ 5245 h 6818"/>
                <a:gd name="T8" fmla="*/ 10627 w 13820"/>
                <a:gd name="T9" fmla="*/ 6066 h 6818"/>
                <a:gd name="T10" fmla="*/ 10518 w 13820"/>
                <a:gd name="T11" fmla="*/ 4818 h 6818"/>
                <a:gd name="T12" fmla="*/ 9060 w 13820"/>
                <a:gd name="T13" fmla="*/ 3265 h 6818"/>
                <a:gd name="T14" fmla="*/ 13062 w 13820"/>
                <a:gd name="T15" fmla="*/ 1293 h 6818"/>
                <a:gd name="T16" fmla="*/ 13795 w 13820"/>
                <a:gd name="T17" fmla="*/ 611 h 6818"/>
                <a:gd name="T18" fmla="*/ 5655 w 13820"/>
                <a:gd name="T19" fmla="*/ 14 h 6818"/>
                <a:gd name="T20" fmla="*/ 3044 w 13820"/>
                <a:gd name="T21" fmla="*/ 338 h 6818"/>
                <a:gd name="T22" fmla="*/ 2415 w 13820"/>
                <a:gd name="T23" fmla="*/ 1812 h 6818"/>
                <a:gd name="T24" fmla="*/ 2328 w 13820"/>
                <a:gd name="T25" fmla="*/ 3223 h 6818"/>
                <a:gd name="T26" fmla="*/ 3530 w 13820"/>
                <a:gd name="T27" fmla="*/ 3294 h 6818"/>
                <a:gd name="T28" fmla="*/ 4986 w 13820"/>
                <a:gd name="T29" fmla="*/ 1266 h 6818"/>
                <a:gd name="T30" fmla="*/ 6622 w 13820"/>
                <a:gd name="T31" fmla="*/ 2362 h 6818"/>
                <a:gd name="T32" fmla="*/ 6478 w 13820"/>
                <a:gd name="T33" fmla="*/ 3915 h 6818"/>
                <a:gd name="T34" fmla="*/ 4487 w 13820"/>
                <a:gd name="T35" fmla="*/ 4494 h 6818"/>
                <a:gd name="T36" fmla="*/ 3448 w 13820"/>
                <a:gd name="T37" fmla="*/ 6306 h 6818"/>
                <a:gd name="T38" fmla="*/ 2101 w 13820"/>
                <a:gd name="T39" fmla="*/ 6223 h 6818"/>
                <a:gd name="T40" fmla="*/ 2993 w 13820"/>
                <a:gd name="T41" fmla="*/ 5681 h 6818"/>
                <a:gd name="T42" fmla="*/ 2832 w 13820"/>
                <a:gd name="T43" fmla="*/ 5298 h 6818"/>
                <a:gd name="T44" fmla="*/ 1949 w 13820"/>
                <a:gd name="T45" fmla="*/ 5897 h 6818"/>
                <a:gd name="T46" fmla="*/ 2437 w 13820"/>
                <a:gd name="T47" fmla="*/ 4383 h 6818"/>
                <a:gd name="T48" fmla="*/ 2864 w 13820"/>
                <a:gd name="T49" fmla="*/ 3917 h 6818"/>
                <a:gd name="T50" fmla="*/ 1411 w 13820"/>
                <a:gd name="T51" fmla="*/ 4289 h 6818"/>
                <a:gd name="T52" fmla="*/ 1867 w 13820"/>
                <a:gd name="T53" fmla="*/ 2585 h 6818"/>
                <a:gd name="T54" fmla="*/ 1001 w 13820"/>
                <a:gd name="T55" fmla="*/ 2505 h 6818"/>
                <a:gd name="T56" fmla="*/ 1056 w 13820"/>
                <a:gd name="T57" fmla="*/ 1533 h 6818"/>
                <a:gd name="T58" fmla="*/ 114 w 13820"/>
                <a:gd name="T59" fmla="*/ 574 h 6818"/>
                <a:gd name="T60" fmla="*/ 369 w 13820"/>
                <a:gd name="T61" fmla="*/ 1246 h 6818"/>
                <a:gd name="T62" fmla="*/ 596 w 13820"/>
                <a:gd name="T63" fmla="*/ 2236 h 6818"/>
                <a:gd name="T64" fmla="*/ 1549 w 13820"/>
                <a:gd name="T65" fmla="*/ 2650 h 6818"/>
                <a:gd name="T66" fmla="*/ 1366 w 13820"/>
                <a:gd name="T67" fmla="*/ 4436 h 6818"/>
                <a:gd name="T68" fmla="*/ 1561 w 13820"/>
                <a:gd name="T69" fmla="*/ 5373 h 6818"/>
                <a:gd name="T70" fmla="*/ 1967 w 13820"/>
                <a:gd name="T71" fmla="*/ 6070 h 6818"/>
                <a:gd name="T72" fmla="*/ 2246 w 13820"/>
                <a:gd name="T73" fmla="*/ 5865 h 6818"/>
                <a:gd name="T74" fmla="*/ 3014 w 13820"/>
                <a:gd name="T75" fmla="*/ 5471 h 6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820" h="6818">
                  <a:moveTo>
                    <a:pt x="2197" y="6682"/>
                  </a:moveTo>
                  <a:cubicBezTo>
                    <a:pt x="2410" y="6818"/>
                    <a:pt x="2682" y="6813"/>
                    <a:pt x="2918" y="6744"/>
                  </a:cubicBezTo>
                  <a:cubicBezTo>
                    <a:pt x="3447" y="6580"/>
                    <a:pt x="3867" y="6190"/>
                    <a:pt x="4234" y="5791"/>
                  </a:cubicBezTo>
                  <a:cubicBezTo>
                    <a:pt x="4370" y="5640"/>
                    <a:pt x="4483" y="5469"/>
                    <a:pt x="4623" y="5321"/>
                  </a:cubicBezTo>
                  <a:cubicBezTo>
                    <a:pt x="4762" y="5428"/>
                    <a:pt x="4952" y="5409"/>
                    <a:pt x="5109" y="5354"/>
                  </a:cubicBezTo>
                  <a:cubicBezTo>
                    <a:pt x="5493" y="5224"/>
                    <a:pt x="5885" y="5110"/>
                    <a:pt x="6288" y="5051"/>
                  </a:cubicBezTo>
                  <a:cubicBezTo>
                    <a:pt x="6463" y="5041"/>
                    <a:pt x="6637" y="5023"/>
                    <a:pt x="6811" y="5005"/>
                  </a:cubicBezTo>
                  <a:cubicBezTo>
                    <a:pt x="7136" y="5319"/>
                    <a:pt x="7632" y="5372"/>
                    <a:pt x="8051" y="5245"/>
                  </a:cubicBezTo>
                  <a:cubicBezTo>
                    <a:pt x="8779" y="5308"/>
                    <a:pt x="9496" y="5526"/>
                    <a:pt x="10141" y="5872"/>
                  </a:cubicBezTo>
                  <a:cubicBezTo>
                    <a:pt x="10296" y="5950"/>
                    <a:pt x="10444" y="6072"/>
                    <a:pt x="10627" y="6066"/>
                  </a:cubicBezTo>
                  <a:cubicBezTo>
                    <a:pt x="11024" y="6070"/>
                    <a:pt x="11312" y="5560"/>
                    <a:pt x="11103" y="5222"/>
                  </a:cubicBezTo>
                  <a:cubicBezTo>
                    <a:pt x="10974" y="5010"/>
                    <a:pt x="10718" y="4942"/>
                    <a:pt x="10518" y="4818"/>
                  </a:cubicBezTo>
                  <a:cubicBezTo>
                    <a:pt x="9988" y="4552"/>
                    <a:pt x="9420" y="4367"/>
                    <a:pt x="8840" y="4249"/>
                  </a:cubicBezTo>
                  <a:cubicBezTo>
                    <a:pt x="8931" y="3926"/>
                    <a:pt x="9032" y="3602"/>
                    <a:pt x="9060" y="3265"/>
                  </a:cubicBezTo>
                  <a:cubicBezTo>
                    <a:pt x="9143" y="2606"/>
                    <a:pt x="9035" y="1928"/>
                    <a:pt x="8758" y="1325"/>
                  </a:cubicBezTo>
                  <a:cubicBezTo>
                    <a:pt x="10192" y="1301"/>
                    <a:pt x="11627" y="1290"/>
                    <a:pt x="13062" y="1293"/>
                  </a:cubicBezTo>
                  <a:cubicBezTo>
                    <a:pt x="13204" y="1296"/>
                    <a:pt x="13354" y="1283"/>
                    <a:pt x="13479" y="1210"/>
                  </a:cubicBezTo>
                  <a:cubicBezTo>
                    <a:pt x="13688" y="1094"/>
                    <a:pt x="13820" y="850"/>
                    <a:pt x="13795" y="611"/>
                  </a:cubicBezTo>
                  <a:cubicBezTo>
                    <a:pt x="13769" y="295"/>
                    <a:pt x="13494" y="8"/>
                    <a:pt x="13169" y="9"/>
                  </a:cubicBezTo>
                  <a:cubicBezTo>
                    <a:pt x="10665" y="8"/>
                    <a:pt x="8160" y="13"/>
                    <a:pt x="5655" y="14"/>
                  </a:cubicBezTo>
                  <a:cubicBezTo>
                    <a:pt x="5183" y="16"/>
                    <a:pt x="4709" y="0"/>
                    <a:pt x="4241" y="70"/>
                  </a:cubicBezTo>
                  <a:cubicBezTo>
                    <a:pt x="3835" y="119"/>
                    <a:pt x="3437" y="224"/>
                    <a:pt x="3044" y="338"/>
                  </a:cubicBezTo>
                  <a:cubicBezTo>
                    <a:pt x="2824" y="388"/>
                    <a:pt x="2615" y="530"/>
                    <a:pt x="2542" y="751"/>
                  </a:cubicBezTo>
                  <a:cubicBezTo>
                    <a:pt x="2432" y="1093"/>
                    <a:pt x="2418" y="1456"/>
                    <a:pt x="2415" y="1812"/>
                  </a:cubicBezTo>
                  <a:cubicBezTo>
                    <a:pt x="2385" y="2130"/>
                    <a:pt x="2426" y="2453"/>
                    <a:pt x="2366" y="2768"/>
                  </a:cubicBezTo>
                  <a:cubicBezTo>
                    <a:pt x="2341" y="2918"/>
                    <a:pt x="2292" y="3071"/>
                    <a:pt x="2328" y="3223"/>
                  </a:cubicBezTo>
                  <a:cubicBezTo>
                    <a:pt x="2385" y="3500"/>
                    <a:pt x="2649" y="3730"/>
                    <a:pt x="2937" y="3715"/>
                  </a:cubicBezTo>
                  <a:cubicBezTo>
                    <a:pt x="3201" y="3731"/>
                    <a:pt x="3449" y="3540"/>
                    <a:pt x="3530" y="3294"/>
                  </a:cubicBezTo>
                  <a:cubicBezTo>
                    <a:pt x="3701" y="2696"/>
                    <a:pt x="3631" y="2068"/>
                    <a:pt x="3674" y="1455"/>
                  </a:cubicBezTo>
                  <a:cubicBezTo>
                    <a:pt x="4103" y="1350"/>
                    <a:pt x="4541" y="1251"/>
                    <a:pt x="4986" y="1266"/>
                  </a:cubicBezTo>
                  <a:cubicBezTo>
                    <a:pt x="5426" y="1268"/>
                    <a:pt x="5855" y="1410"/>
                    <a:pt x="6236" y="1625"/>
                  </a:cubicBezTo>
                  <a:cubicBezTo>
                    <a:pt x="6305" y="1900"/>
                    <a:pt x="6519" y="2102"/>
                    <a:pt x="6622" y="2362"/>
                  </a:cubicBezTo>
                  <a:cubicBezTo>
                    <a:pt x="6780" y="2702"/>
                    <a:pt x="6782" y="3109"/>
                    <a:pt x="6633" y="3452"/>
                  </a:cubicBezTo>
                  <a:cubicBezTo>
                    <a:pt x="6571" y="3602"/>
                    <a:pt x="6512" y="3755"/>
                    <a:pt x="6478" y="3915"/>
                  </a:cubicBezTo>
                  <a:cubicBezTo>
                    <a:pt x="5985" y="3961"/>
                    <a:pt x="5499" y="4063"/>
                    <a:pt x="5028" y="4215"/>
                  </a:cubicBezTo>
                  <a:cubicBezTo>
                    <a:pt x="4835" y="4275"/>
                    <a:pt x="4613" y="4321"/>
                    <a:pt x="4487" y="4494"/>
                  </a:cubicBezTo>
                  <a:cubicBezTo>
                    <a:pt x="4327" y="4703"/>
                    <a:pt x="4354" y="5008"/>
                    <a:pt x="4502" y="5215"/>
                  </a:cubicBezTo>
                  <a:cubicBezTo>
                    <a:pt x="4198" y="5621"/>
                    <a:pt x="3863" y="6011"/>
                    <a:pt x="3448" y="6306"/>
                  </a:cubicBezTo>
                  <a:cubicBezTo>
                    <a:pt x="3183" y="6489"/>
                    <a:pt x="2877" y="6649"/>
                    <a:pt x="2547" y="6639"/>
                  </a:cubicBezTo>
                  <a:cubicBezTo>
                    <a:pt x="2326" y="6634"/>
                    <a:pt x="2087" y="6462"/>
                    <a:pt x="2101" y="6223"/>
                  </a:cubicBezTo>
                  <a:cubicBezTo>
                    <a:pt x="2108" y="6164"/>
                    <a:pt x="2095" y="6080"/>
                    <a:pt x="2156" y="6045"/>
                  </a:cubicBezTo>
                  <a:cubicBezTo>
                    <a:pt x="2449" y="5964"/>
                    <a:pt x="2739" y="5852"/>
                    <a:pt x="2993" y="5681"/>
                  </a:cubicBezTo>
                  <a:cubicBezTo>
                    <a:pt x="3065" y="5620"/>
                    <a:pt x="3169" y="5551"/>
                    <a:pt x="3156" y="5443"/>
                  </a:cubicBezTo>
                  <a:cubicBezTo>
                    <a:pt x="3115" y="5312"/>
                    <a:pt x="2952" y="5278"/>
                    <a:pt x="2832" y="5298"/>
                  </a:cubicBezTo>
                  <a:cubicBezTo>
                    <a:pt x="2552" y="5349"/>
                    <a:pt x="2334" y="5552"/>
                    <a:pt x="2145" y="5751"/>
                  </a:cubicBezTo>
                  <a:cubicBezTo>
                    <a:pt x="2085" y="5808"/>
                    <a:pt x="2056" y="5936"/>
                    <a:pt x="1949" y="5897"/>
                  </a:cubicBezTo>
                  <a:cubicBezTo>
                    <a:pt x="1737" y="5879"/>
                    <a:pt x="1662" y="5627"/>
                    <a:pt x="1700" y="5448"/>
                  </a:cubicBezTo>
                  <a:cubicBezTo>
                    <a:pt x="1778" y="5006"/>
                    <a:pt x="2098" y="4654"/>
                    <a:pt x="2437" y="4383"/>
                  </a:cubicBezTo>
                  <a:cubicBezTo>
                    <a:pt x="2613" y="4277"/>
                    <a:pt x="2791" y="4174"/>
                    <a:pt x="2949" y="4041"/>
                  </a:cubicBezTo>
                  <a:cubicBezTo>
                    <a:pt x="2920" y="4000"/>
                    <a:pt x="2892" y="3959"/>
                    <a:pt x="2864" y="3917"/>
                  </a:cubicBezTo>
                  <a:cubicBezTo>
                    <a:pt x="2699" y="4010"/>
                    <a:pt x="2541" y="4114"/>
                    <a:pt x="2388" y="4224"/>
                  </a:cubicBezTo>
                  <a:cubicBezTo>
                    <a:pt x="2094" y="4380"/>
                    <a:pt x="1717" y="4448"/>
                    <a:pt x="1411" y="4289"/>
                  </a:cubicBezTo>
                  <a:cubicBezTo>
                    <a:pt x="1225" y="4193"/>
                    <a:pt x="1116" y="3995"/>
                    <a:pt x="1099" y="3791"/>
                  </a:cubicBezTo>
                  <a:cubicBezTo>
                    <a:pt x="1108" y="3280"/>
                    <a:pt x="1489" y="2883"/>
                    <a:pt x="1867" y="2585"/>
                  </a:cubicBezTo>
                  <a:cubicBezTo>
                    <a:pt x="1848" y="2540"/>
                    <a:pt x="1829" y="2495"/>
                    <a:pt x="1810" y="2450"/>
                  </a:cubicBezTo>
                  <a:cubicBezTo>
                    <a:pt x="1543" y="2487"/>
                    <a:pt x="1270" y="2561"/>
                    <a:pt x="1001" y="2505"/>
                  </a:cubicBezTo>
                  <a:cubicBezTo>
                    <a:pt x="893" y="2482"/>
                    <a:pt x="766" y="2415"/>
                    <a:pt x="757" y="2292"/>
                  </a:cubicBezTo>
                  <a:cubicBezTo>
                    <a:pt x="734" y="2007"/>
                    <a:pt x="911" y="1762"/>
                    <a:pt x="1056" y="1533"/>
                  </a:cubicBezTo>
                  <a:cubicBezTo>
                    <a:pt x="865" y="1463"/>
                    <a:pt x="662" y="1389"/>
                    <a:pt x="536" y="1218"/>
                  </a:cubicBezTo>
                  <a:cubicBezTo>
                    <a:pt x="383" y="1012"/>
                    <a:pt x="298" y="759"/>
                    <a:pt x="114" y="574"/>
                  </a:cubicBezTo>
                  <a:cubicBezTo>
                    <a:pt x="76" y="608"/>
                    <a:pt x="38" y="642"/>
                    <a:pt x="0" y="677"/>
                  </a:cubicBezTo>
                  <a:cubicBezTo>
                    <a:pt x="157" y="844"/>
                    <a:pt x="249" y="1054"/>
                    <a:pt x="369" y="1246"/>
                  </a:cubicBezTo>
                  <a:cubicBezTo>
                    <a:pt x="477" y="1409"/>
                    <a:pt x="635" y="1541"/>
                    <a:pt x="820" y="1605"/>
                  </a:cubicBezTo>
                  <a:cubicBezTo>
                    <a:pt x="725" y="1807"/>
                    <a:pt x="597" y="2006"/>
                    <a:pt x="596" y="2236"/>
                  </a:cubicBezTo>
                  <a:cubicBezTo>
                    <a:pt x="588" y="2397"/>
                    <a:pt x="693" y="2550"/>
                    <a:pt x="840" y="2610"/>
                  </a:cubicBezTo>
                  <a:cubicBezTo>
                    <a:pt x="1064" y="2703"/>
                    <a:pt x="1315" y="2678"/>
                    <a:pt x="1549" y="2650"/>
                  </a:cubicBezTo>
                  <a:cubicBezTo>
                    <a:pt x="1278" y="2913"/>
                    <a:pt x="1024" y="3229"/>
                    <a:pt x="963" y="3613"/>
                  </a:cubicBezTo>
                  <a:cubicBezTo>
                    <a:pt x="899" y="3936"/>
                    <a:pt x="1062" y="4298"/>
                    <a:pt x="1366" y="4436"/>
                  </a:cubicBezTo>
                  <a:cubicBezTo>
                    <a:pt x="1584" y="4551"/>
                    <a:pt x="1838" y="4534"/>
                    <a:pt x="2074" y="4506"/>
                  </a:cubicBezTo>
                  <a:cubicBezTo>
                    <a:pt x="1834" y="4744"/>
                    <a:pt x="1630" y="5037"/>
                    <a:pt x="1561" y="5373"/>
                  </a:cubicBezTo>
                  <a:cubicBezTo>
                    <a:pt x="1523" y="5562"/>
                    <a:pt x="1538" y="5786"/>
                    <a:pt x="1683" y="5929"/>
                  </a:cubicBezTo>
                  <a:cubicBezTo>
                    <a:pt x="1756" y="6012"/>
                    <a:pt x="1867" y="6036"/>
                    <a:pt x="1967" y="6070"/>
                  </a:cubicBezTo>
                  <a:cubicBezTo>
                    <a:pt x="1885" y="6295"/>
                    <a:pt x="1997" y="6559"/>
                    <a:pt x="2197" y="6682"/>
                  </a:cubicBezTo>
                  <a:moveTo>
                    <a:pt x="2246" y="5865"/>
                  </a:moveTo>
                  <a:cubicBezTo>
                    <a:pt x="2352" y="5742"/>
                    <a:pt x="2473" y="5632"/>
                    <a:pt x="2611" y="5546"/>
                  </a:cubicBezTo>
                  <a:cubicBezTo>
                    <a:pt x="2730" y="5475"/>
                    <a:pt x="2877" y="5404"/>
                    <a:pt x="3014" y="5471"/>
                  </a:cubicBezTo>
                  <a:cubicBezTo>
                    <a:pt x="2797" y="5669"/>
                    <a:pt x="2513" y="5759"/>
                    <a:pt x="2246" y="586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5" name="组合 164"/>
          <p:cNvGrpSpPr/>
          <p:nvPr/>
        </p:nvGrpSpPr>
        <p:grpSpPr>
          <a:xfrm>
            <a:off x="-538413" y="7742611"/>
            <a:ext cx="1169971" cy="1587728"/>
            <a:chOff x="8729663" y="2636838"/>
            <a:chExt cx="1493838" cy="2027237"/>
          </a:xfrm>
          <a:solidFill>
            <a:srgbClr val="595959"/>
          </a:solidFill>
        </p:grpSpPr>
        <p:sp>
          <p:nvSpPr>
            <p:cNvPr id="166" name="Freeform 10"/>
            <p:cNvSpPr>
              <a:spLocks/>
            </p:cNvSpPr>
            <p:nvPr/>
          </p:nvSpPr>
          <p:spPr bwMode="auto">
            <a:xfrm flipV="1">
              <a:off x="9280526" y="2636838"/>
              <a:ext cx="439738" cy="438150"/>
            </a:xfrm>
            <a:custGeom>
              <a:avLst/>
              <a:gdLst>
                <a:gd name="T0" fmla="*/ 1197 w 2740"/>
                <a:gd name="T1" fmla="*/ 2695 h 2738"/>
                <a:gd name="T2" fmla="*/ 2309 w 2740"/>
                <a:gd name="T3" fmla="*/ 2250 h 2738"/>
                <a:gd name="T4" fmla="*/ 2463 w 2740"/>
                <a:gd name="T5" fmla="*/ 736 h 2738"/>
                <a:gd name="T6" fmla="*/ 1667 w 2740"/>
                <a:gd name="T7" fmla="*/ 117 h 2738"/>
                <a:gd name="T8" fmla="*/ 496 w 2740"/>
                <a:gd name="T9" fmla="*/ 359 h 2738"/>
                <a:gd name="T10" fmla="*/ 0 w 2740"/>
                <a:gd name="T11" fmla="*/ 1355 h 2738"/>
                <a:gd name="T12" fmla="*/ 375 w 2740"/>
                <a:gd name="T13" fmla="*/ 2296 h 2738"/>
                <a:gd name="T14" fmla="*/ 1197 w 2740"/>
                <a:gd name="T15" fmla="*/ 269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40" h="2738">
                  <a:moveTo>
                    <a:pt x="1197" y="2695"/>
                  </a:moveTo>
                  <a:cubicBezTo>
                    <a:pt x="1610" y="2738"/>
                    <a:pt x="2037" y="2563"/>
                    <a:pt x="2309" y="2250"/>
                  </a:cubicBezTo>
                  <a:cubicBezTo>
                    <a:pt x="2674" y="1844"/>
                    <a:pt x="2740" y="1207"/>
                    <a:pt x="2463" y="736"/>
                  </a:cubicBezTo>
                  <a:cubicBezTo>
                    <a:pt x="2294" y="435"/>
                    <a:pt x="2001" y="207"/>
                    <a:pt x="1667" y="117"/>
                  </a:cubicBezTo>
                  <a:cubicBezTo>
                    <a:pt x="1269" y="0"/>
                    <a:pt x="818" y="98"/>
                    <a:pt x="496" y="359"/>
                  </a:cubicBezTo>
                  <a:cubicBezTo>
                    <a:pt x="195" y="597"/>
                    <a:pt x="15" y="973"/>
                    <a:pt x="0" y="1355"/>
                  </a:cubicBezTo>
                  <a:cubicBezTo>
                    <a:pt x="0" y="1700"/>
                    <a:pt x="127" y="2051"/>
                    <a:pt x="375" y="2296"/>
                  </a:cubicBezTo>
                  <a:cubicBezTo>
                    <a:pt x="589" y="2523"/>
                    <a:pt x="887" y="2666"/>
                    <a:pt x="1197" y="269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7" name="Freeform 11"/>
            <p:cNvSpPr>
              <a:spLocks/>
            </p:cNvSpPr>
            <p:nvPr/>
          </p:nvSpPr>
          <p:spPr bwMode="auto">
            <a:xfrm flipV="1">
              <a:off x="8729663" y="2849563"/>
              <a:ext cx="1493838" cy="1814512"/>
            </a:xfrm>
            <a:custGeom>
              <a:avLst/>
              <a:gdLst>
                <a:gd name="T0" fmla="*/ 67 w 9309"/>
                <a:gd name="T1" fmla="*/ 10908 h 11305"/>
                <a:gd name="T2" fmla="*/ 687 w 9309"/>
                <a:gd name="T3" fmla="*/ 11224 h 11305"/>
                <a:gd name="T4" fmla="*/ 1010 w 9309"/>
                <a:gd name="T5" fmla="*/ 10906 h 11305"/>
                <a:gd name="T6" fmla="*/ 1282 w 9309"/>
                <a:gd name="T7" fmla="*/ 9899 h 11305"/>
                <a:gd name="T8" fmla="*/ 1405 w 9309"/>
                <a:gd name="T9" fmla="*/ 9661 h 11305"/>
                <a:gd name="T10" fmla="*/ 1679 w 9309"/>
                <a:gd name="T11" fmla="*/ 9625 h 11305"/>
                <a:gd name="T12" fmla="*/ 3299 w 9309"/>
                <a:gd name="T13" fmla="*/ 10030 h 11305"/>
                <a:gd name="T14" fmla="*/ 4145 w 9309"/>
                <a:gd name="T15" fmla="*/ 9962 h 11305"/>
                <a:gd name="T16" fmla="*/ 5099 w 9309"/>
                <a:gd name="T17" fmla="*/ 9749 h 11305"/>
                <a:gd name="T18" fmla="*/ 5645 w 9309"/>
                <a:gd name="T19" fmla="*/ 9370 h 11305"/>
                <a:gd name="T20" fmla="*/ 5933 w 9309"/>
                <a:gd name="T21" fmla="*/ 9059 h 11305"/>
                <a:gd name="T22" fmla="*/ 6838 w 9309"/>
                <a:gd name="T23" fmla="*/ 8442 h 11305"/>
                <a:gd name="T24" fmla="*/ 7409 w 9309"/>
                <a:gd name="T25" fmla="*/ 8514 h 11305"/>
                <a:gd name="T26" fmla="*/ 8469 w 9309"/>
                <a:gd name="T27" fmla="*/ 9327 h 11305"/>
                <a:gd name="T28" fmla="*/ 9132 w 9309"/>
                <a:gd name="T29" fmla="*/ 9257 h 11305"/>
                <a:gd name="T30" fmla="*/ 9101 w 9309"/>
                <a:gd name="T31" fmla="*/ 8560 h 11305"/>
                <a:gd name="T32" fmla="*/ 7731 w 9309"/>
                <a:gd name="T33" fmla="*/ 7566 h 11305"/>
                <a:gd name="T34" fmla="*/ 6474 w 9309"/>
                <a:gd name="T35" fmla="*/ 7515 h 11305"/>
                <a:gd name="T36" fmla="*/ 5613 w 9309"/>
                <a:gd name="T37" fmla="*/ 8041 h 11305"/>
                <a:gd name="T38" fmla="*/ 5116 w 9309"/>
                <a:gd name="T39" fmla="*/ 5865 h 11305"/>
                <a:gd name="T40" fmla="*/ 5075 w 9309"/>
                <a:gd name="T41" fmla="*/ 5538 h 11305"/>
                <a:gd name="T42" fmla="*/ 4762 w 9309"/>
                <a:gd name="T43" fmla="*/ 2545 h 11305"/>
                <a:gd name="T44" fmla="*/ 4610 w 9309"/>
                <a:gd name="T45" fmla="*/ 2191 h 11305"/>
                <a:gd name="T46" fmla="*/ 3106 w 9309"/>
                <a:gd name="T47" fmla="*/ 264 h 11305"/>
                <a:gd name="T48" fmla="*/ 2592 w 9309"/>
                <a:gd name="T49" fmla="*/ 8 h 11305"/>
                <a:gd name="T50" fmla="*/ 2004 w 9309"/>
                <a:gd name="T51" fmla="*/ 336 h 11305"/>
                <a:gd name="T52" fmla="*/ 2046 w 9309"/>
                <a:gd name="T53" fmla="*/ 1078 h 11305"/>
                <a:gd name="T54" fmla="*/ 3456 w 9309"/>
                <a:gd name="T55" fmla="*/ 2887 h 11305"/>
                <a:gd name="T56" fmla="*/ 3684 w 9309"/>
                <a:gd name="T57" fmla="*/ 5152 h 11305"/>
                <a:gd name="T58" fmla="*/ 3194 w 9309"/>
                <a:gd name="T59" fmla="*/ 5257 h 11305"/>
                <a:gd name="T60" fmla="*/ 2811 w 9309"/>
                <a:gd name="T61" fmla="*/ 5247 h 11305"/>
                <a:gd name="T62" fmla="*/ 1729 w 9309"/>
                <a:gd name="T63" fmla="*/ 5535 h 11305"/>
                <a:gd name="T64" fmla="*/ 1695 w 9309"/>
                <a:gd name="T65" fmla="*/ 3427 h 11305"/>
                <a:gd name="T66" fmla="*/ 1394 w 9309"/>
                <a:gd name="T67" fmla="*/ 2856 h 11305"/>
                <a:gd name="T68" fmla="*/ 771 w 9309"/>
                <a:gd name="T69" fmla="*/ 2796 h 11305"/>
                <a:gd name="T70" fmla="*/ 360 w 9309"/>
                <a:gd name="T71" fmla="*/ 3352 h 11305"/>
                <a:gd name="T72" fmla="*/ 364 w 9309"/>
                <a:gd name="T73" fmla="*/ 3918 h 11305"/>
                <a:gd name="T74" fmla="*/ 419 w 9309"/>
                <a:gd name="T75" fmla="*/ 6463 h 11305"/>
                <a:gd name="T76" fmla="*/ 1182 w 9309"/>
                <a:gd name="T77" fmla="*/ 7060 h 11305"/>
                <a:gd name="T78" fmla="*/ 2143 w 9309"/>
                <a:gd name="T79" fmla="*/ 6812 h 11305"/>
                <a:gd name="T80" fmla="*/ 2581 w 9309"/>
                <a:gd name="T81" fmla="*/ 8752 h 11305"/>
                <a:gd name="T82" fmla="*/ 1395 w 9309"/>
                <a:gd name="T83" fmla="*/ 8646 h 11305"/>
                <a:gd name="T84" fmla="*/ 547 w 9309"/>
                <a:gd name="T85" fmla="*/ 9145 h 11305"/>
                <a:gd name="T86" fmla="*/ 122 w 9309"/>
                <a:gd name="T87" fmla="*/ 10370 h 11305"/>
                <a:gd name="T88" fmla="*/ 67 w 9309"/>
                <a:gd name="T89" fmla="*/ 10908 h 1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309" h="11305">
                  <a:moveTo>
                    <a:pt x="67" y="10908"/>
                  </a:moveTo>
                  <a:cubicBezTo>
                    <a:pt x="143" y="11159"/>
                    <a:pt x="439" y="11305"/>
                    <a:pt x="687" y="11224"/>
                  </a:cubicBezTo>
                  <a:cubicBezTo>
                    <a:pt x="836" y="11177"/>
                    <a:pt x="962" y="11056"/>
                    <a:pt x="1010" y="10906"/>
                  </a:cubicBezTo>
                  <a:cubicBezTo>
                    <a:pt x="1104" y="10571"/>
                    <a:pt x="1169" y="10229"/>
                    <a:pt x="1282" y="9899"/>
                  </a:cubicBezTo>
                  <a:cubicBezTo>
                    <a:pt x="1313" y="9816"/>
                    <a:pt x="1342" y="9727"/>
                    <a:pt x="1405" y="9661"/>
                  </a:cubicBezTo>
                  <a:cubicBezTo>
                    <a:pt x="1490" y="9621"/>
                    <a:pt x="1587" y="9623"/>
                    <a:pt x="1679" y="9625"/>
                  </a:cubicBezTo>
                  <a:cubicBezTo>
                    <a:pt x="2238" y="9657"/>
                    <a:pt x="2787" y="9809"/>
                    <a:pt x="3299" y="10030"/>
                  </a:cubicBezTo>
                  <a:cubicBezTo>
                    <a:pt x="3579" y="10128"/>
                    <a:pt x="3869" y="10022"/>
                    <a:pt x="4145" y="9962"/>
                  </a:cubicBezTo>
                  <a:cubicBezTo>
                    <a:pt x="4463" y="9893"/>
                    <a:pt x="4780" y="9817"/>
                    <a:pt x="5099" y="9749"/>
                  </a:cubicBezTo>
                  <a:cubicBezTo>
                    <a:pt x="5320" y="9700"/>
                    <a:pt x="5527" y="9567"/>
                    <a:pt x="5645" y="9370"/>
                  </a:cubicBezTo>
                  <a:cubicBezTo>
                    <a:pt x="5713" y="9244"/>
                    <a:pt x="5829" y="9155"/>
                    <a:pt x="5933" y="9059"/>
                  </a:cubicBezTo>
                  <a:cubicBezTo>
                    <a:pt x="6208" y="8819"/>
                    <a:pt x="6505" y="8597"/>
                    <a:pt x="6838" y="8442"/>
                  </a:cubicBezTo>
                  <a:cubicBezTo>
                    <a:pt x="7025" y="8356"/>
                    <a:pt x="7238" y="8420"/>
                    <a:pt x="7409" y="8514"/>
                  </a:cubicBezTo>
                  <a:cubicBezTo>
                    <a:pt x="7804" y="8726"/>
                    <a:pt x="8132" y="9037"/>
                    <a:pt x="8469" y="9327"/>
                  </a:cubicBezTo>
                  <a:cubicBezTo>
                    <a:pt x="8666" y="9472"/>
                    <a:pt x="8970" y="9442"/>
                    <a:pt x="9132" y="9257"/>
                  </a:cubicBezTo>
                  <a:cubicBezTo>
                    <a:pt x="9309" y="9067"/>
                    <a:pt x="9295" y="8734"/>
                    <a:pt x="9101" y="8560"/>
                  </a:cubicBezTo>
                  <a:cubicBezTo>
                    <a:pt x="8679" y="8186"/>
                    <a:pt x="8249" y="7803"/>
                    <a:pt x="7731" y="7566"/>
                  </a:cubicBezTo>
                  <a:cubicBezTo>
                    <a:pt x="7340" y="7385"/>
                    <a:pt x="6876" y="7344"/>
                    <a:pt x="6474" y="7515"/>
                  </a:cubicBezTo>
                  <a:cubicBezTo>
                    <a:pt x="6168" y="7654"/>
                    <a:pt x="5874" y="7827"/>
                    <a:pt x="5613" y="8041"/>
                  </a:cubicBezTo>
                  <a:cubicBezTo>
                    <a:pt x="5436" y="7319"/>
                    <a:pt x="5285" y="6590"/>
                    <a:pt x="5116" y="5865"/>
                  </a:cubicBezTo>
                  <a:cubicBezTo>
                    <a:pt x="5089" y="5758"/>
                    <a:pt x="5084" y="5647"/>
                    <a:pt x="5075" y="5538"/>
                  </a:cubicBezTo>
                  <a:cubicBezTo>
                    <a:pt x="4970" y="4540"/>
                    <a:pt x="4866" y="3543"/>
                    <a:pt x="4762" y="2545"/>
                  </a:cubicBezTo>
                  <a:cubicBezTo>
                    <a:pt x="4749" y="2415"/>
                    <a:pt x="4691" y="2293"/>
                    <a:pt x="4610" y="2191"/>
                  </a:cubicBezTo>
                  <a:cubicBezTo>
                    <a:pt x="4108" y="1549"/>
                    <a:pt x="3608" y="906"/>
                    <a:pt x="3106" y="264"/>
                  </a:cubicBezTo>
                  <a:cubicBezTo>
                    <a:pt x="2984" y="108"/>
                    <a:pt x="2792" y="8"/>
                    <a:pt x="2592" y="8"/>
                  </a:cubicBezTo>
                  <a:cubicBezTo>
                    <a:pt x="2356" y="0"/>
                    <a:pt x="2121" y="131"/>
                    <a:pt x="2004" y="336"/>
                  </a:cubicBezTo>
                  <a:cubicBezTo>
                    <a:pt x="1869" y="562"/>
                    <a:pt x="1884" y="869"/>
                    <a:pt x="2046" y="1078"/>
                  </a:cubicBezTo>
                  <a:cubicBezTo>
                    <a:pt x="2515" y="1682"/>
                    <a:pt x="2987" y="2283"/>
                    <a:pt x="3456" y="2887"/>
                  </a:cubicBezTo>
                  <a:cubicBezTo>
                    <a:pt x="3529" y="3642"/>
                    <a:pt x="3622" y="4396"/>
                    <a:pt x="3684" y="5152"/>
                  </a:cubicBezTo>
                  <a:cubicBezTo>
                    <a:pt x="3520" y="5185"/>
                    <a:pt x="3358" y="5228"/>
                    <a:pt x="3194" y="5257"/>
                  </a:cubicBezTo>
                  <a:cubicBezTo>
                    <a:pt x="3067" y="5248"/>
                    <a:pt x="2938" y="5213"/>
                    <a:pt x="2811" y="5247"/>
                  </a:cubicBezTo>
                  <a:cubicBezTo>
                    <a:pt x="2451" y="5344"/>
                    <a:pt x="2090" y="5439"/>
                    <a:pt x="1729" y="5535"/>
                  </a:cubicBezTo>
                  <a:cubicBezTo>
                    <a:pt x="1729" y="4832"/>
                    <a:pt x="1696" y="4131"/>
                    <a:pt x="1695" y="3427"/>
                  </a:cubicBezTo>
                  <a:cubicBezTo>
                    <a:pt x="1699" y="3203"/>
                    <a:pt x="1585" y="2978"/>
                    <a:pt x="1394" y="2856"/>
                  </a:cubicBezTo>
                  <a:cubicBezTo>
                    <a:pt x="1213" y="2735"/>
                    <a:pt x="971" y="2713"/>
                    <a:pt x="771" y="2796"/>
                  </a:cubicBezTo>
                  <a:cubicBezTo>
                    <a:pt x="545" y="2886"/>
                    <a:pt x="378" y="3110"/>
                    <a:pt x="360" y="3352"/>
                  </a:cubicBezTo>
                  <a:cubicBezTo>
                    <a:pt x="354" y="3541"/>
                    <a:pt x="363" y="3730"/>
                    <a:pt x="364" y="3918"/>
                  </a:cubicBezTo>
                  <a:cubicBezTo>
                    <a:pt x="392" y="4766"/>
                    <a:pt x="390" y="5615"/>
                    <a:pt x="419" y="6463"/>
                  </a:cubicBezTo>
                  <a:cubicBezTo>
                    <a:pt x="441" y="6833"/>
                    <a:pt x="819" y="7125"/>
                    <a:pt x="1182" y="7060"/>
                  </a:cubicBezTo>
                  <a:cubicBezTo>
                    <a:pt x="1504" y="6984"/>
                    <a:pt x="1820" y="6886"/>
                    <a:pt x="2143" y="6812"/>
                  </a:cubicBezTo>
                  <a:cubicBezTo>
                    <a:pt x="2291" y="7458"/>
                    <a:pt x="2434" y="8105"/>
                    <a:pt x="2581" y="8752"/>
                  </a:cubicBezTo>
                  <a:cubicBezTo>
                    <a:pt x="2193" y="8670"/>
                    <a:pt x="1793" y="8612"/>
                    <a:pt x="1395" y="8646"/>
                  </a:cubicBezTo>
                  <a:cubicBezTo>
                    <a:pt x="1056" y="8674"/>
                    <a:pt x="730" y="8856"/>
                    <a:pt x="547" y="9145"/>
                  </a:cubicBezTo>
                  <a:cubicBezTo>
                    <a:pt x="311" y="9514"/>
                    <a:pt x="233" y="9953"/>
                    <a:pt x="122" y="10370"/>
                  </a:cubicBezTo>
                  <a:cubicBezTo>
                    <a:pt x="85" y="10546"/>
                    <a:pt x="0" y="10728"/>
                    <a:pt x="67" y="1090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68" name="KSO_Shape"/>
          <p:cNvSpPr>
            <a:spLocks/>
          </p:cNvSpPr>
          <p:nvPr/>
        </p:nvSpPr>
        <p:spPr bwMode="auto">
          <a:xfrm>
            <a:off x="3293296" y="4778758"/>
            <a:ext cx="1031875" cy="1905000"/>
          </a:xfrm>
          <a:custGeom>
            <a:avLst/>
            <a:gdLst>
              <a:gd name="T0" fmla="*/ 294489 w 608013"/>
              <a:gd name="T1" fmla="*/ 377773 h 1123950"/>
              <a:gd name="T2" fmla="*/ 313685 w 608013"/>
              <a:gd name="T3" fmla="*/ 403473 h 1123950"/>
              <a:gd name="T4" fmla="*/ 206181 w 608013"/>
              <a:gd name="T5" fmla="*/ 866066 h 1123950"/>
              <a:gd name="T6" fmla="*/ 182760 w 608013"/>
              <a:gd name="T7" fmla="*/ 887931 h 1123950"/>
              <a:gd name="T8" fmla="*/ 28412 w 608013"/>
              <a:gd name="T9" fmla="*/ 858012 h 1123950"/>
              <a:gd name="T10" fmla="*/ 4222 w 608013"/>
              <a:gd name="T11" fmla="*/ 836531 h 1123950"/>
              <a:gd name="T12" fmla="*/ 105970 w 608013"/>
              <a:gd name="T13" fmla="*/ 374320 h 1123950"/>
              <a:gd name="T14" fmla="*/ 124783 w 608013"/>
              <a:gd name="T15" fmla="*/ 347854 h 1123950"/>
              <a:gd name="T16" fmla="*/ 529020 w 608013"/>
              <a:gd name="T17" fmla="*/ 322881 h 1123950"/>
              <a:gd name="T18" fmla="*/ 596786 w 608013"/>
              <a:gd name="T19" fmla="*/ 341305 h 1123950"/>
              <a:gd name="T20" fmla="*/ 647225 w 608013"/>
              <a:gd name="T21" fmla="*/ 382758 h 1123950"/>
              <a:gd name="T22" fmla="*/ 735014 w 608013"/>
              <a:gd name="T23" fmla="*/ 686363 h 1123950"/>
              <a:gd name="T24" fmla="*/ 946783 w 608013"/>
              <a:gd name="T25" fmla="*/ 450310 h 1123950"/>
              <a:gd name="T26" fmla="*/ 970269 w 608013"/>
              <a:gd name="T27" fmla="*/ 442251 h 1123950"/>
              <a:gd name="T28" fmla="*/ 993758 w 608013"/>
              <a:gd name="T29" fmla="*/ 453381 h 1123950"/>
              <a:gd name="T30" fmla="*/ 995297 w 608013"/>
              <a:gd name="T31" fmla="*/ 747007 h 1123950"/>
              <a:gd name="T32" fmla="*/ 1021864 w 608013"/>
              <a:gd name="T33" fmla="*/ 773107 h 1123950"/>
              <a:gd name="T34" fmla="*/ 1031875 w 608013"/>
              <a:gd name="T35" fmla="*/ 809953 h 1123950"/>
              <a:gd name="T36" fmla="*/ 1020710 w 608013"/>
              <a:gd name="T37" fmla="*/ 847951 h 1123950"/>
              <a:gd name="T38" fmla="*/ 991831 w 608013"/>
              <a:gd name="T39" fmla="*/ 873668 h 1123950"/>
              <a:gd name="T40" fmla="*/ 959489 w 608013"/>
              <a:gd name="T41" fmla="*/ 1879285 h 1123950"/>
              <a:gd name="T42" fmla="*/ 939466 w 608013"/>
              <a:gd name="T43" fmla="*/ 1892719 h 1123950"/>
              <a:gd name="T44" fmla="*/ 913670 w 608013"/>
              <a:gd name="T45" fmla="*/ 1889263 h 1123950"/>
              <a:gd name="T46" fmla="*/ 897498 w 608013"/>
              <a:gd name="T47" fmla="*/ 1868153 h 1123950"/>
              <a:gd name="T48" fmla="*/ 653000 w 608013"/>
              <a:gd name="T49" fmla="*/ 812256 h 1123950"/>
              <a:gd name="T50" fmla="*/ 618733 w 608013"/>
              <a:gd name="T51" fmla="*/ 776944 h 1123950"/>
              <a:gd name="T52" fmla="*/ 819721 w 608013"/>
              <a:gd name="T53" fmla="*/ 1804822 h 1123950"/>
              <a:gd name="T54" fmla="*/ 807014 w 608013"/>
              <a:gd name="T55" fmla="*/ 1849731 h 1123950"/>
              <a:gd name="T56" fmla="*/ 750800 w 608013"/>
              <a:gd name="T57" fmla="*/ 1898475 h 1123950"/>
              <a:gd name="T58" fmla="*/ 705365 w 608013"/>
              <a:gd name="T59" fmla="*/ 1904617 h 1123950"/>
              <a:gd name="T60" fmla="*/ 642220 w 608013"/>
              <a:gd name="T61" fmla="*/ 1876597 h 1123950"/>
              <a:gd name="T62" fmla="*/ 439306 w 608013"/>
              <a:gd name="T63" fmla="*/ 1080932 h 1123950"/>
              <a:gd name="T64" fmla="*/ 226767 w 608013"/>
              <a:gd name="T65" fmla="*/ 1878517 h 1123950"/>
              <a:gd name="T66" fmla="*/ 165546 w 608013"/>
              <a:gd name="T67" fmla="*/ 1904617 h 1123950"/>
              <a:gd name="T68" fmla="*/ 120498 w 608013"/>
              <a:gd name="T69" fmla="*/ 1898475 h 1123950"/>
              <a:gd name="T70" fmla="*/ 63897 w 608013"/>
              <a:gd name="T71" fmla="*/ 1849731 h 1123950"/>
              <a:gd name="T72" fmla="*/ 51190 w 608013"/>
              <a:gd name="T73" fmla="*/ 1804822 h 1123950"/>
              <a:gd name="T74" fmla="*/ 381166 w 608013"/>
              <a:gd name="T75" fmla="*/ 418454 h 1123950"/>
              <a:gd name="T76" fmla="*/ 421595 w 608013"/>
              <a:gd name="T77" fmla="*/ 361264 h 1123950"/>
              <a:gd name="T78" fmla="*/ 482045 w 608013"/>
              <a:gd name="T79" fmla="*/ 327488 h 1123950"/>
              <a:gd name="T80" fmla="*/ 597417 w 608013"/>
              <a:gd name="T81" fmla="*/ 3063 h 1123950"/>
              <a:gd name="T82" fmla="*/ 651094 w 608013"/>
              <a:gd name="T83" fmla="*/ 25654 h 1123950"/>
              <a:gd name="T84" fmla="*/ 691352 w 608013"/>
              <a:gd name="T85" fmla="*/ 65476 h 1123950"/>
              <a:gd name="T86" fmla="*/ 713589 w 608013"/>
              <a:gd name="T87" fmla="*/ 119083 h 1123950"/>
              <a:gd name="T88" fmla="*/ 713589 w 608013"/>
              <a:gd name="T89" fmla="*/ 179583 h 1123950"/>
              <a:gd name="T90" fmla="*/ 691352 w 608013"/>
              <a:gd name="T91" fmla="*/ 232807 h 1123950"/>
              <a:gd name="T92" fmla="*/ 651094 w 608013"/>
              <a:gd name="T93" fmla="*/ 273395 h 1123950"/>
              <a:gd name="T94" fmla="*/ 597417 w 608013"/>
              <a:gd name="T95" fmla="*/ 295603 h 1123950"/>
              <a:gd name="T96" fmla="*/ 537222 w 608013"/>
              <a:gd name="T97" fmla="*/ 295603 h 1123950"/>
              <a:gd name="T98" fmla="*/ 483545 w 608013"/>
              <a:gd name="T99" fmla="*/ 273012 h 1123950"/>
              <a:gd name="T100" fmla="*/ 443288 w 608013"/>
              <a:gd name="T101" fmla="*/ 232807 h 1123950"/>
              <a:gd name="T102" fmla="*/ 420668 w 608013"/>
              <a:gd name="T103" fmla="*/ 179583 h 1123950"/>
              <a:gd name="T104" fmla="*/ 420668 w 608013"/>
              <a:gd name="T105" fmla="*/ 119083 h 1123950"/>
              <a:gd name="T106" fmla="*/ 443288 w 608013"/>
              <a:gd name="T107" fmla="*/ 65859 h 1123950"/>
              <a:gd name="T108" fmla="*/ 483545 w 608013"/>
              <a:gd name="T109" fmla="*/ 25654 h 1123950"/>
              <a:gd name="T110" fmla="*/ 537222 w 608013"/>
              <a:gd name="T111" fmla="*/ 3063 h 11239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8013" h="1123950">
                <a:moveTo>
                  <a:pt x="85290" y="201613"/>
                </a:moveTo>
                <a:lnTo>
                  <a:pt x="87779" y="201613"/>
                </a:lnTo>
                <a:lnTo>
                  <a:pt x="90268" y="201839"/>
                </a:lnTo>
                <a:lnTo>
                  <a:pt x="92982" y="202292"/>
                </a:lnTo>
                <a:lnTo>
                  <a:pt x="166508" y="219944"/>
                </a:lnTo>
                <a:lnTo>
                  <a:pt x="168771" y="220849"/>
                </a:lnTo>
                <a:lnTo>
                  <a:pt x="171259" y="221755"/>
                </a:lnTo>
                <a:lnTo>
                  <a:pt x="173522" y="222886"/>
                </a:lnTo>
                <a:lnTo>
                  <a:pt x="175558" y="224244"/>
                </a:lnTo>
                <a:lnTo>
                  <a:pt x="177141" y="225828"/>
                </a:lnTo>
                <a:lnTo>
                  <a:pt x="178951" y="227412"/>
                </a:lnTo>
                <a:lnTo>
                  <a:pt x="180761" y="229449"/>
                </a:lnTo>
                <a:lnTo>
                  <a:pt x="181892" y="231486"/>
                </a:lnTo>
                <a:lnTo>
                  <a:pt x="183250" y="233523"/>
                </a:lnTo>
                <a:lnTo>
                  <a:pt x="184155" y="235560"/>
                </a:lnTo>
                <a:lnTo>
                  <a:pt x="184833" y="238049"/>
                </a:lnTo>
                <a:lnTo>
                  <a:pt x="185512" y="240312"/>
                </a:lnTo>
                <a:lnTo>
                  <a:pt x="185738" y="242802"/>
                </a:lnTo>
                <a:lnTo>
                  <a:pt x="185738" y="245291"/>
                </a:lnTo>
                <a:lnTo>
                  <a:pt x="185512" y="247780"/>
                </a:lnTo>
                <a:lnTo>
                  <a:pt x="184833" y="250270"/>
                </a:lnTo>
                <a:lnTo>
                  <a:pt x="123298" y="506227"/>
                </a:lnTo>
                <a:lnTo>
                  <a:pt x="122619" y="508716"/>
                </a:lnTo>
                <a:lnTo>
                  <a:pt x="121488" y="510979"/>
                </a:lnTo>
                <a:lnTo>
                  <a:pt x="120357" y="513242"/>
                </a:lnTo>
                <a:lnTo>
                  <a:pt x="118999" y="515505"/>
                </a:lnTo>
                <a:lnTo>
                  <a:pt x="117642" y="517316"/>
                </a:lnTo>
                <a:lnTo>
                  <a:pt x="115832" y="518900"/>
                </a:lnTo>
                <a:lnTo>
                  <a:pt x="113796" y="520484"/>
                </a:lnTo>
                <a:lnTo>
                  <a:pt x="111760" y="522068"/>
                </a:lnTo>
                <a:lnTo>
                  <a:pt x="109724" y="522974"/>
                </a:lnTo>
                <a:lnTo>
                  <a:pt x="107688" y="523879"/>
                </a:lnTo>
                <a:lnTo>
                  <a:pt x="105199" y="524784"/>
                </a:lnTo>
                <a:lnTo>
                  <a:pt x="102937" y="525237"/>
                </a:lnTo>
                <a:lnTo>
                  <a:pt x="100448" y="525463"/>
                </a:lnTo>
                <a:lnTo>
                  <a:pt x="97960" y="525463"/>
                </a:lnTo>
                <a:lnTo>
                  <a:pt x="95471" y="525237"/>
                </a:lnTo>
                <a:lnTo>
                  <a:pt x="92982" y="524784"/>
                </a:lnTo>
                <a:lnTo>
                  <a:pt x="19230" y="507132"/>
                </a:lnTo>
                <a:lnTo>
                  <a:pt x="16741" y="506227"/>
                </a:lnTo>
                <a:lnTo>
                  <a:pt x="14253" y="505322"/>
                </a:lnTo>
                <a:lnTo>
                  <a:pt x="12217" y="503964"/>
                </a:lnTo>
                <a:lnTo>
                  <a:pt x="10180" y="502832"/>
                </a:lnTo>
                <a:lnTo>
                  <a:pt x="8144" y="501248"/>
                </a:lnTo>
                <a:lnTo>
                  <a:pt x="6334" y="499664"/>
                </a:lnTo>
                <a:lnTo>
                  <a:pt x="4977" y="497627"/>
                </a:lnTo>
                <a:lnTo>
                  <a:pt x="3620" y="495590"/>
                </a:lnTo>
                <a:lnTo>
                  <a:pt x="2488" y="493553"/>
                </a:lnTo>
                <a:lnTo>
                  <a:pt x="1357" y="491290"/>
                </a:lnTo>
                <a:lnTo>
                  <a:pt x="679" y="488801"/>
                </a:lnTo>
                <a:lnTo>
                  <a:pt x="226" y="486538"/>
                </a:lnTo>
                <a:lnTo>
                  <a:pt x="0" y="484048"/>
                </a:lnTo>
                <a:lnTo>
                  <a:pt x="0" y="481559"/>
                </a:lnTo>
                <a:lnTo>
                  <a:pt x="226" y="479070"/>
                </a:lnTo>
                <a:lnTo>
                  <a:pt x="679" y="476354"/>
                </a:lnTo>
                <a:lnTo>
                  <a:pt x="62441" y="220849"/>
                </a:lnTo>
                <a:lnTo>
                  <a:pt x="63119" y="218360"/>
                </a:lnTo>
                <a:lnTo>
                  <a:pt x="64024" y="215871"/>
                </a:lnTo>
                <a:lnTo>
                  <a:pt x="65382" y="213834"/>
                </a:lnTo>
                <a:lnTo>
                  <a:pt x="66513" y="211571"/>
                </a:lnTo>
                <a:lnTo>
                  <a:pt x="68097" y="209760"/>
                </a:lnTo>
                <a:lnTo>
                  <a:pt x="69907" y="207950"/>
                </a:lnTo>
                <a:lnTo>
                  <a:pt x="71490" y="206592"/>
                </a:lnTo>
                <a:lnTo>
                  <a:pt x="73526" y="205234"/>
                </a:lnTo>
                <a:lnTo>
                  <a:pt x="75789" y="204103"/>
                </a:lnTo>
                <a:lnTo>
                  <a:pt x="78051" y="203197"/>
                </a:lnTo>
                <a:lnTo>
                  <a:pt x="80313" y="202292"/>
                </a:lnTo>
                <a:lnTo>
                  <a:pt x="82802" y="201839"/>
                </a:lnTo>
                <a:lnTo>
                  <a:pt x="85290" y="201613"/>
                </a:lnTo>
                <a:close/>
                <a:moveTo>
                  <a:pt x="301959" y="190500"/>
                </a:moveTo>
                <a:lnTo>
                  <a:pt x="308539" y="190500"/>
                </a:lnTo>
                <a:lnTo>
                  <a:pt x="311715" y="190500"/>
                </a:lnTo>
                <a:lnTo>
                  <a:pt x="315345" y="190727"/>
                </a:lnTo>
                <a:lnTo>
                  <a:pt x="320336" y="191632"/>
                </a:lnTo>
                <a:lnTo>
                  <a:pt x="326235" y="192538"/>
                </a:lnTo>
                <a:lnTo>
                  <a:pt x="332814" y="194123"/>
                </a:lnTo>
                <a:lnTo>
                  <a:pt x="340074" y="196388"/>
                </a:lnTo>
                <a:lnTo>
                  <a:pt x="343931" y="197747"/>
                </a:lnTo>
                <a:lnTo>
                  <a:pt x="347561" y="199332"/>
                </a:lnTo>
                <a:lnTo>
                  <a:pt x="351645" y="201370"/>
                </a:lnTo>
                <a:lnTo>
                  <a:pt x="355275" y="203182"/>
                </a:lnTo>
                <a:lnTo>
                  <a:pt x="359359" y="205446"/>
                </a:lnTo>
                <a:lnTo>
                  <a:pt x="362988" y="208164"/>
                </a:lnTo>
                <a:lnTo>
                  <a:pt x="367072" y="211334"/>
                </a:lnTo>
                <a:lnTo>
                  <a:pt x="370702" y="214278"/>
                </a:lnTo>
                <a:lnTo>
                  <a:pt x="374559" y="217901"/>
                </a:lnTo>
                <a:lnTo>
                  <a:pt x="377962" y="221751"/>
                </a:lnTo>
                <a:lnTo>
                  <a:pt x="381365" y="225827"/>
                </a:lnTo>
                <a:lnTo>
                  <a:pt x="384542" y="230356"/>
                </a:lnTo>
                <a:lnTo>
                  <a:pt x="387491" y="235338"/>
                </a:lnTo>
                <a:lnTo>
                  <a:pt x="390440" y="240547"/>
                </a:lnTo>
                <a:lnTo>
                  <a:pt x="392936" y="246435"/>
                </a:lnTo>
                <a:lnTo>
                  <a:pt x="395205" y="252549"/>
                </a:lnTo>
                <a:lnTo>
                  <a:pt x="397247" y="259343"/>
                </a:lnTo>
                <a:lnTo>
                  <a:pt x="399062" y="266136"/>
                </a:lnTo>
                <a:lnTo>
                  <a:pt x="433093" y="404954"/>
                </a:lnTo>
                <a:lnTo>
                  <a:pt x="546303" y="430090"/>
                </a:lnTo>
                <a:lnTo>
                  <a:pt x="550387" y="281988"/>
                </a:lnTo>
                <a:lnTo>
                  <a:pt x="550841" y="278138"/>
                </a:lnTo>
                <a:lnTo>
                  <a:pt x="551748" y="274515"/>
                </a:lnTo>
                <a:lnTo>
                  <a:pt x="553563" y="271118"/>
                </a:lnTo>
                <a:lnTo>
                  <a:pt x="555605" y="268174"/>
                </a:lnTo>
                <a:lnTo>
                  <a:pt x="556513" y="267042"/>
                </a:lnTo>
                <a:lnTo>
                  <a:pt x="557874" y="265683"/>
                </a:lnTo>
                <a:lnTo>
                  <a:pt x="559235" y="264551"/>
                </a:lnTo>
                <a:lnTo>
                  <a:pt x="560823" y="263645"/>
                </a:lnTo>
                <a:lnTo>
                  <a:pt x="562185" y="262739"/>
                </a:lnTo>
                <a:lnTo>
                  <a:pt x="564000" y="262060"/>
                </a:lnTo>
                <a:lnTo>
                  <a:pt x="565815" y="261607"/>
                </a:lnTo>
                <a:lnTo>
                  <a:pt x="567856" y="261381"/>
                </a:lnTo>
                <a:lnTo>
                  <a:pt x="569671" y="260928"/>
                </a:lnTo>
                <a:lnTo>
                  <a:pt x="571713" y="260928"/>
                </a:lnTo>
                <a:lnTo>
                  <a:pt x="573755" y="260928"/>
                </a:lnTo>
                <a:lnTo>
                  <a:pt x="575797" y="261607"/>
                </a:lnTo>
                <a:lnTo>
                  <a:pt x="577612" y="262060"/>
                </a:lnTo>
                <a:lnTo>
                  <a:pt x="579200" y="262739"/>
                </a:lnTo>
                <a:lnTo>
                  <a:pt x="581015" y="263645"/>
                </a:lnTo>
                <a:lnTo>
                  <a:pt x="582830" y="264778"/>
                </a:lnTo>
                <a:lnTo>
                  <a:pt x="584191" y="265910"/>
                </a:lnTo>
                <a:lnTo>
                  <a:pt x="585553" y="267495"/>
                </a:lnTo>
                <a:lnTo>
                  <a:pt x="586687" y="269080"/>
                </a:lnTo>
                <a:lnTo>
                  <a:pt x="588048" y="270439"/>
                </a:lnTo>
                <a:lnTo>
                  <a:pt x="588729" y="272251"/>
                </a:lnTo>
                <a:lnTo>
                  <a:pt x="589409" y="274062"/>
                </a:lnTo>
                <a:lnTo>
                  <a:pt x="590317" y="275874"/>
                </a:lnTo>
                <a:lnTo>
                  <a:pt x="590771" y="277912"/>
                </a:lnTo>
                <a:lnTo>
                  <a:pt x="590771" y="279497"/>
                </a:lnTo>
                <a:lnTo>
                  <a:pt x="586460" y="440734"/>
                </a:lnTo>
                <a:lnTo>
                  <a:pt x="588956" y="442319"/>
                </a:lnTo>
                <a:lnTo>
                  <a:pt x="591224" y="443677"/>
                </a:lnTo>
                <a:lnTo>
                  <a:pt x="593266" y="445489"/>
                </a:lnTo>
                <a:lnTo>
                  <a:pt x="595308" y="447527"/>
                </a:lnTo>
                <a:lnTo>
                  <a:pt x="597123" y="449339"/>
                </a:lnTo>
                <a:lnTo>
                  <a:pt x="598938" y="451377"/>
                </a:lnTo>
                <a:lnTo>
                  <a:pt x="600753" y="453642"/>
                </a:lnTo>
                <a:lnTo>
                  <a:pt x="602114" y="456133"/>
                </a:lnTo>
                <a:lnTo>
                  <a:pt x="603476" y="458624"/>
                </a:lnTo>
                <a:lnTo>
                  <a:pt x="604610" y="461115"/>
                </a:lnTo>
                <a:lnTo>
                  <a:pt x="605744" y="463606"/>
                </a:lnTo>
                <a:lnTo>
                  <a:pt x="606425" y="466323"/>
                </a:lnTo>
                <a:lnTo>
                  <a:pt x="607106" y="469041"/>
                </a:lnTo>
                <a:lnTo>
                  <a:pt x="607786" y="471758"/>
                </a:lnTo>
                <a:lnTo>
                  <a:pt x="608013" y="474928"/>
                </a:lnTo>
                <a:lnTo>
                  <a:pt x="608013" y="477872"/>
                </a:lnTo>
                <a:lnTo>
                  <a:pt x="608013" y="480816"/>
                </a:lnTo>
                <a:lnTo>
                  <a:pt x="607786" y="483760"/>
                </a:lnTo>
                <a:lnTo>
                  <a:pt x="607106" y="486704"/>
                </a:lnTo>
                <a:lnTo>
                  <a:pt x="606425" y="489648"/>
                </a:lnTo>
                <a:lnTo>
                  <a:pt x="605518" y="492592"/>
                </a:lnTo>
                <a:lnTo>
                  <a:pt x="604156" y="495309"/>
                </a:lnTo>
                <a:lnTo>
                  <a:pt x="603022" y="497800"/>
                </a:lnTo>
                <a:lnTo>
                  <a:pt x="601434" y="500291"/>
                </a:lnTo>
                <a:lnTo>
                  <a:pt x="599846" y="502782"/>
                </a:lnTo>
                <a:lnTo>
                  <a:pt x="598258" y="505047"/>
                </a:lnTo>
                <a:lnTo>
                  <a:pt x="596216" y="506859"/>
                </a:lnTo>
                <a:lnTo>
                  <a:pt x="594174" y="508897"/>
                </a:lnTo>
                <a:lnTo>
                  <a:pt x="591905" y="510935"/>
                </a:lnTo>
                <a:lnTo>
                  <a:pt x="589409" y="512294"/>
                </a:lnTo>
                <a:lnTo>
                  <a:pt x="587141" y="514105"/>
                </a:lnTo>
                <a:lnTo>
                  <a:pt x="584418" y="515464"/>
                </a:lnTo>
                <a:lnTo>
                  <a:pt x="568991" y="1096549"/>
                </a:lnTo>
                <a:lnTo>
                  <a:pt x="568991" y="1098587"/>
                </a:lnTo>
                <a:lnTo>
                  <a:pt x="568764" y="1100172"/>
                </a:lnTo>
                <a:lnTo>
                  <a:pt x="568537" y="1101984"/>
                </a:lnTo>
                <a:lnTo>
                  <a:pt x="567856" y="1103796"/>
                </a:lnTo>
                <a:lnTo>
                  <a:pt x="567176" y="1105607"/>
                </a:lnTo>
                <a:lnTo>
                  <a:pt x="566268" y="1106966"/>
                </a:lnTo>
                <a:lnTo>
                  <a:pt x="565361" y="1108778"/>
                </a:lnTo>
                <a:lnTo>
                  <a:pt x="564226" y="1109910"/>
                </a:lnTo>
                <a:lnTo>
                  <a:pt x="563092" y="1111495"/>
                </a:lnTo>
                <a:lnTo>
                  <a:pt x="561731" y="1112627"/>
                </a:lnTo>
                <a:lnTo>
                  <a:pt x="560370" y="1113760"/>
                </a:lnTo>
                <a:lnTo>
                  <a:pt x="558781" y="1114665"/>
                </a:lnTo>
                <a:lnTo>
                  <a:pt x="556966" y="1115571"/>
                </a:lnTo>
                <a:lnTo>
                  <a:pt x="555378" y="1116251"/>
                </a:lnTo>
                <a:lnTo>
                  <a:pt x="553563" y="1116704"/>
                </a:lnTo>
                <a:lnTo>
                  <a:pt x="551748" y="1117156"/>
                </a:lnTo>
                <a:lnTo>
                  <a:pt x="549933" y="1117383"/>
                </a:lnTo>
                <a:lnTo>
                  <a:pt x="547665" y="1117383"/>
                </a:lnTo>
                <a:lnTo>
                  <a:pt x="545623" y="1117156"/>
                </a:lnTo>
                <a:lnTo>
                  <a:pt x="543581" y="1116930"/>
                </a:lnTo>
                <a:lnTo>
                  <a:pt x="541766" y="1116251"/>
                </a:lnTo>
                <a:lnTo>
                  <a:pt x="540178" y="1115571"/>
                </a:lnTo>
                <a:lnTo>
                  <a:pt x="538363" y="1114665"/>
                </a:lnTo>
                <a:lnTo>
                  <a:pt x="536548" y="1113533"/>
                </a:lnTo>
                <a:lnTo>
                  <a:pt x="535186" y="1112174"/>
                </a:lnTo>
                <a:lnTo>
                  <a:pt x="533598" y="1111042"/>
                </a:lnTo>
                <a:lnTo>
                  <a:pt x="532464" y="1109457"/>
                </a:lnTo>
                <a:lnTo>
                  <a:pt x="531330" y="1107645"/>
                </a:lnTo>
                <a:lnTo>
                  <a:pt x="530422" y="1106060"/>
                </a:lnTo>
                <a:lnTo>
                  <a:pt x="529741" y="1104249"/>
                </a:lnTo>
                <a:lnTo>
                  <a:pt x="528834" y="1102210"/>
                </a:lnTo>
                <a:lnTo>
                  <a:pt x="528607" y="1100172"/>
                </a:lnTo>
                <a:lnTo>
                  <a:pt x="528607" y="1099040"/>
                </a:lnTo>
                <a:lnTo>
                  <a:pt x="544035" y="516370"/>
                </a:lnTo>
                <a:lnTo>
                  <a:pt x="395205" y="482628"/>
                </a:lnTo>
                <a:lnTo>
                  <a:pt x="394297" y="482628"/>
                </a:lnTo>
                <a:lnTo>
                  <a:pt x="391575" y="481722"/>
                </a:lnTo>
                <a:lnTo>
                  <a:pt x="387264" y="480590"/>
                </a:lnTo>
                <a:lnTo>
                  <a:pt x="384768" y="479231"/>
                </a:lnTo>
                <a:lnTo>
                  <a:pt x="382273" y="478099"/>
                </a:lnTo>
                <a:lnTo>
                  <a:pt x="379550" y="476514"/>
                </a:lnTo>
                <a:lnTo>
                  <a:pt x="376828" y="474475"/>
                </a:lnTo>
                <a:lnTo>
                  <a:pt x="374105" y="471984"/>
                </a:lnTo>
                <a:lnTo>
                  <a:pt x="371383" y="469267"/>
                </a:lnTo>
                <a:lnTo>
                  <a:pt x="368887" y="466323"/>
                </a:lnTo>
                <a:lnTo>
                  <a:pt x="366618" y="462700"/>
                </a:lnTo>
                <a:lnTo>
                  <a:pt x="364577" y="458397"/>
                </a:lnTo>
                <a:lnTo>
                  <a:pt x="362762" y="453868"/>
                </a:lnTo>
                <a:lnTo>
                  <a:pt x="353914" y="413332"/>
                </a:lnTo>
                <a:lnTo>
                  <a:pt x="341889" y="464964"/>
                </a:lnTo>
                <a:lnTo>
                  <a:pt x="481644" y="1048314"/>
                </a:lnTo>
                <a:lnTo>
                  <a:pt x="482551" y="1051484"/>
                </a:lnTo>
                <a:lnTo>
                  <a:pt x="482778" y="1054881"/>
                </a:lnTo>
                <a:lnTo>
                  <a:pt x="483005" y="1061675"/>
                </a:lnTo>
                <a:lnTo>
                  <a:pt x="483005" y="1064845"/>
                </a:lnTo>
                <a:lnTo>
                  <a:pt x="482778" y="1068242"/>
                </a:lnTo>
                <a:lnTo>
                  <a:pt x="482325" y="1071186"/>
                </a:lnTo>
                <a:lnTo>
                  <a:pt x="481644" y="1074356"/>
                </a:lnTo>
                <a:lnTo>
                  <a:pt x="480963" y="1077300"/>
                </a:lnTo>
                <a:lnTo>
                  <a:pt x="480283" y="1080471"/>
                </a:lnTo>
                <a:lnTo>
                  <a:pt x="479148" y="1083188"/>
                </a:lnTo>
                <a:lnTo>
                  <a:pt x="478241" y="1086132"/>
                </a:lnTo>
                <a:lnTo>
                  <a:pt x="475518" y="1091341"/>
                </a:lnTo>
                <a:lnTo>
                  <a:pt x="472569" y="1096549"/>
                </a:lnTo>
                <a:lnTo>
                  <a:pt x="468712" y="1101305"/>
                </a:lnTo>
                <a:lnTo>
                  <a:pt x="464855" y="1105834"/>
                </a:lnTo>
                <a:lnTo>
                  <a:pt x="460545" y="1109683"/>
                </a:lnTo>
                <a:lnTo>
                  <a:pt x="455780" y="1113307"/>
                </a:lnTo>
                <a:lnTo>
                  <a:pt x="450562" y="1116477"/>
                </a:lnTo>
                <a:lnTo>
                  <a:pt x="445117" y="1118968"/>
                </a:lnTo>
                <a:lnTo>
                  <a:pt x="442395" y="1120100"/>
                </a:lnTo>
                <a:lnTo>
                  <a:pt x="439445" y="1121233"/>
                </a:lnTo>
                <a:lnTo>
                  <a:pt x="436723" y="1121912"/>
                </a:lnTo>
                <a:lnTo>
                  <a:pt x="433547" y="1122591"/>
                </a:lnTo>
                <a:lnTo>
                  <a:pt x="430370" y="1123271"/>
                </a:lnTo>
                <a:lnTo>
                  <a:pt x="427421" y="1123724"/>
                </a:lnTo>
                <a:lnTo>
                  <a:pt x="424245" y="1123724"/>
                </a:lnTo>
                <a:lnTo>
                  <a:pt x="420842" y="1123950"/>
                </a:lnTo>
                <a:lnTo>
                  <a:pt x="415623" y="1123724"/>
                </a:lnTo>
                <a:lnTo>
                  <a:pt x="410405" y="1123044"/>
                </a:lnTo>
                <a:lnTo>
                  <a:pt x="405187" y="1121912"/>
                </a:lnTo>
                <a:lnTo>
                  <a:pt x="400196" y="1120553"/>
                </a:lnTo>
                <a:lnTo>
                  <a:pt x="395432" y="1118515"/>
                </a:lnTo>
                <a:lnTo>
                  <a:pt x="390894" y="1116251"/>
                </a:lnTo>
                <a:lnTo>
                  <a:pt x="386583" y="1113533"/>
                </a:lnTo>
                <a:lnTo>
                  <a:pt x="382500" y="1110589"/>
                </a:lnTo>
                <a:lnTo>
                  <a:pt x="378416" y="1107192"/>
                </a:lnTo>
                <a:lnTo>
                  <a:pt x="375013" y="1103796"/>
                </a:lnTo>
                <a:lnTo>
                  <a:pt x="371837" y="1099719"/>
                </a:lnTo>
                <a:lnTo>
                  <a:pt x="368887" y="1095870"/>
                </a:lnTo>
                <a:lnTo>
                  <a:pt x="366392" y="1091341"/>
                </a:lnTo>
                <a:lnTo>
                  <a:pt x="364123" y="1086811"/>
                </a:lnTo>
                <a:lnTo>
                  <a:pt x="362081" y="1081829"/>
                </a:lnTo>
                <a:lnTo>
                  <a:pt x="360720" y="1076847"/>
                </a:lnTo>
                <a:lnTo>
                  <a:pt x="258853" y="637750"/>
                </a:lnTo>
                <a:lnTo>
                  <a:pt x="151768" y="1079565"/>
                </a:lnTo>
                <a:lnTo>
                  <a:pt x="150407" y="1084320"/>
                </a:lnTo>
                <a:lnTo>
                  <a:pt x="148365" y="1088850"/>
                </a:lnTo>
                <a:lnTo>
                  <a:pt x="146096" y="1093152"/>
                </a:lnTo>
                <a:lnTo>
                  <a:pt x="143374" y="1097228"/>
                </a:lnTo>
                <a:lnTo>
                  <a:pt x="140424" y="1101078"/>
                </a:lnTo>
                <a:lnTo>
                  <a:pt x="137021" y="1104701"/>
                </a:lnTo>
                <a:lnTo>
                  <a:pt x="133618" y="1108325"/>
                </a:lnTo>
                <a:lnTo>
                  <a:pt x="129988" y="1111269"/>
                </a:lnTo>
                <a:lnTo>
                  <a:pt x="125904" y="1114213"/>
                </a:lnTo>
                <a:lnTo>
                  <a:pt x="121594" y="1116704"/>
                </a:lnTo>
                <a:lnTo>
                  <a:pt x="117283" y="1118742"/>
                </a:lnTo>
                <a:lnTo>
                  <a:pt x="112519" y="1120553"/>
                </a:lnTo>
                <a:lnTo>
                  <a:pt x="107754" y="1121912"/>
                </a:lnTo>
                <a:lnTo>
                  <a:pt x="102763" y="1123044"/>
                </a:lnTo>
                <a:lnTo>
                  <a:pt x="97545" y="1123724"/>
                </a:lnTo>
                <a:lnTo>
                  <a:pt x="92554" y="1123950"/>
                </a:lnTo>
                <a:lnTo>
                  <a:pt x="89151" y="1123724"/>
                </a:lnTo>
                <a:lnTo>
                  <a:pt x="85974" y="1123724"/>
                </a:lnTo>
                <a:lnTo>
                  <a:pt x="82798" y="1123271"/>
                </a:lnTo>
                <a:lnTo>
                  <a:pt x="79849" y="1122591"/>
                </a:lnTo>
                <a:lnTo>
                  <a:pt x="76673" y="1121912"/>
                </a:lnTo>
                <a:lnTo>
                  <a:pt x="73723" y="1121233"/>
                </a:lnTo>
                <a:lnTo>
                  <a:pt x="71001" y="1120100"/>
                </a:lnTo>
                <a:lnTo>
                  <a:pt x="68051" y="1118968"/>
                </a:lnTo>
                <a:lnTo>
                  <a:pt x="62606" y="1116477"/>
                </a:lnTo>
                <a:lnTo>
                  <a:pt x="57615" y="1113307"/>
                </a:lnTo>
                <a:lnTo>
                  <a:pt x="52851" y="1109683"/>
                </a:lnTo>
                <a:lnTo>
                  <a:pt x="48313" y="1105834"/>
                </a:lnTo>
                <a:lnTo>
                  <a:pt x="44456" y="1101305"/>
                </a:lnTo>
                <a:lnTo>
                  <a:pt x="40599" y="1096549"/>
                </a:lnTo>
                <a:lnTo>
                  <a:pt x="37650" y="1091341"/>
                </a:lnTo>
                <a:lnTo>
                  <a:pt x="34927" y="1086132"/>
                </a:lnTo>
                <a:lnTo>
                  <a:pt x="33793" y="1083188"/>
                </a:lnTo>
                <a:lnTo>
                  <a:pt x="32886" y="1080471"/>
                </a:lnTo>
                <a:lnTo>
                  <a:pt x="32205" y="1077300"/>
                </a:lnTo>
                <a:lnTo>
                  <a:pt x="31297" y="1074356"/>
                </a:lnTo>
                <a:lnTo>
                  <a:pt x="30844" y="1071186"/>
                </a:lnTo>
                <a:lnTo>
                  <a:pt x="30390" y="1068242"/>
                </a:lnTo>
                <a:lnTo>
                  <a:pt x="30163" y="1064845"/>
                </a:lnTo>
                <a:lnTo>
                  <a:pt x="30163" y="1061675"/>
                </a:lnTo>
                <a:lnTo>
                  <a:pt x="30390" y="1055561"/>
                </a:lnTo>
                <a:lnTo>
                  <a:pt x="31071" y="1049220"/>
                </a:lnTo>
                <a:lnTo>
                  <a:pt x="218242" y="264551"/>
                </a:lnTo>
                <a:lnTo>
                  <a:pt x="219150" y="261381"/>
                </a:lnTo>
                <a:lnTo>
                  <a:pt x="220511" y="257531"/>
                </a:lnTo>
                <a:lnTo>
                  <a:pt x="222099" y="252549"/>
                </a:lnTo>
                <a:lnTo>
                  <a:pt x="224595" y="246888"/>
                </a:lnTo>
                <a:lnTo>
                  <a:pt x="227998" y="240547"/>
                </a:lnTo>
                <a:lnTo>
                  <a:pt x="231628" y="233980"/>
                </a:lnTo>
                <a:lnTo>
                  <a:pt x="233897" y="230356"/>
                </a:lnTo>
                <a:lnTo>
                  <a:pt x="236392" y="226959"/>
                </a:lnTo>
                <a:lnTo>
                  <a:pt x="238888" y="223110"/>
                </a:lnTo>
                <a:lnTo>
                  <a:pt x="241837" y="219939"/>
                </a:lnTo>
                <a:lnTo>
                  <a:pt x="244787" y="216543"/>
                </a:lnTo>
                <a:lnTo>
                  <a:pt x="248417" y="213146"/>
                </a:lnTo>
                <a:lnTo>
                  <a:pt x="251820" y="209975"/>
                </a:lnTo>
                <a:lnTo>
                  <a:pt x="255677" y="206805"/>
                </a:lnTo>
                <a:lnTo>
                  <a:pt x="259534" y="204087"/>
                </a:lnTo>
                <a:lnTo>
                  <a:pt x="264071" y="201370"/>
                </a:lnTo>
                <a:lnTo>
                  <a:pt x="268609" y="198879"/>
                </a:lnTo>
                <a:lnTo>
                  <a:pt x="273373" y="196841"/>
                </a:lnTo>
                <a:lnTo>
                  <a:pt x="278591" y="194803"/>
                </a:lnTo>
                <a:lnTo>
                  <a:pt x="284036" y="193218"/>
                </a:lnTo>
                <a:lnTo>
                  <a:pt x="289708" y="192085"/>
                </a:lnTo>
                <a:lnTo>
                  <a:pt x="295834" y="191179"/>
                </a:lnTo>
                <a:lnTo>
                  <a:pt x="301959" y="190500"/>
                </a:lnTo>
                <a:close/>
                <a:moveTo>
                  <a:pt x="334396" y="0"/>
                </a:moveTo>
                <a:lnTo>
                  <a:pt x="338914" y="226"/>
                </a:lnTo>
                <a:lnTo>
                  <a:pt x="343206" y="452"/>
                </a:lnTo>
                <a:lnTo>
                  <a:pt x="347725" y="904"/>
                </a:lnTo>
                <a:lnTo>
                  <a:pt x="352017" y="1807"/>
                </a:lnTo>
                <a:lnTo>
                  <a:pt x="356309" y="2711"/>
                </a:lnTo>
                <a:lnTo>
                  <a:pt x="360376" y="3840"/>
                </a:lnTo>
                <a:lnTo>
                  <a:pt x="364668" y="5422"/>
                </a:lnTo>
                <a:lnTo>
                  <a:pt x="368735" y="6777"/>
                </a:lnTo>
                <a:lnTo>
                  <a:pt x="372349" y="8585"/>
                </a:lnTo>
                <a:lnTo>
                  <a:pt x="376416" y="10618"/>
                </a:lnTo>
                <a:lnTo>
                  <a:pt x="380030" y="12877"/>
                </a:lnTo>
                <a:lnTo>
                  <a:pt x="383645" y="15136"/>
                </a:lnTo>
                <a:lnTo>
                  <a:pt x="387034" y="17621"/>
                </a:lnTo>
                <a:lnTo>
                  <a:pt x="390196" y="20106"/>
                </a:lnTo>
                <a:lnTo>
                  <a:pt x="393359" y="22817"/>
                </a:lnTo>
                <a:lnTo>
                  <a:pt x="396522" y="25754"/>
                </a:lnTo>
                <a:lnTo>
                  <a:pt x="399459" y="28691"/>
                </a:lnTo>
                <a:lnTo>
                  <a:pt x="402170" y="31854"/>
                </a:lnTo>
                <a:lnTo>
                  <a:pt x="404881" y="35468"/>
                </a:lnTo>
                <a:lnTo>
                  <a:pt x="407366" y="38631"/>
                </a:lnTo>
                <a:lnTo>
                  <a:pt x="409625" y="42472"/>
                </a:lnTo>
                <a:lnTo>
                  <a:pt x="411658" y="46086"/>
                </a:lnTo>
                <a:lnTo>
                  <a:pt x="413692" y="49701"/>
                </a:lnTo>
                <a:lnTo>
                  <a:pt x="415273" y="53767"/>
                </a:lnTo>
                <a:lnTo>
                  <a:pt x="417080" y="57834"/>
                </a:lnTo>
                <a:lnTo>
                  <a:pt x="418210" y="61674"/>
                </a:lnTo>
                <a:lnTo>
                  <a:pt x="419565" y="65967"/>
                </a:lnTo>
                <a:lnTo>
                  <a:pt x="420469" y="70259"/>
                </a:lnTo>
                <a:lnTo>
                  <a:pt x="421373" y="74552"/>
                </a:lnTo>
                <a:lnTo>
                  <a:pt x="421824" y="79070"/>
                </a:lnTo>
                <a:lnTo>
                  <a:pt x="422276" y="83588"/>
                </a:lnTo>
                <a:lnTo>
                  <a:pt x="422276" y="88106"/>
                </a:lnTo>
                <a:lnTo>
                  <a:pt x="422276" y="92625"/>
                </a:lnTo>
                <a:lnTo>
                  <a:pt x="421824" y="96917"/>
                </a:lnTo>
                <a:lnTo>
                  <a:pt x="421373" y="101435"/>
                </a:lnTo>
                <a:lnTo>
                  <a:pt x="420469" y="105954"/>
                </a:lnTo>
                <a:lnTo>
                  <a:pt x="419565" y="110246"/>
                </a:lnTo>
                <a:lnTo>
                  <a:pt x="418210" y="114312"/>
                </a:lnTo>
                <a:lnTo>
                  <a:pt x="417080" y="118379"/>
                </a:lnTo>
                <a:lnTo>
                  <a:pt x="415273" y="122219"/>
                </a:lnTo>
                <a:lnTo>
                  <a:pt x="413692" y="126286"/>
                </a:lnTo>
                <a:lnTo>
                  <a:pt x="411658" y="129900"/>
                </a:lnTo>
                <a:lnTo>
                  <a:pt x="409625" y="133741"/>
                </a:lnTo>
                <a:lnTo>
                  <a:pt x="407366" y="137356"/>
                </a:lnTo>
                <a:lnTo>
                  <a:pt x="404881" y="140970"/>
                </a:lnTo>
                <a:lnTo>
                  <a:pt x="402170" y="144133"/>
                </a:lnTo>
                <a:lnTo>
                  <a:pt x="399459" y="147296"/>
                </a:lnTo>
                <a:lnTo>
                  <a:pt x="396522" y="150459"/>
                </a:lnTo>
                <a:lnTo>
                  <a:pt x="393359" y="153396"/>
                </a:lnTo>
                <a:lnTo>
                  <a:pt x="390196" y="156107"/>
                </a:lnTo>
                <a:lnTo>
                  <a:pt x="387034" y="158817"/>
                </a:lnTo>
                <a:lnTo>
                  <a:pt x="383645" y="161303"/>
                </a:lnTo>
                <a:lnTo>
                  <a:pt x="380030" y="163562"/>
                </a:lnTo>
                <a:lnTo>
                  <a:pt x="376416" y="165595"/>
                </a:lnTo>
                <a:lnTo>
                  <a:pt x="372349" y="167402"/>
                </a:lnTo>
                <a:lnTo>
                  <a:pt x="368735" y="169210"/>
                </a:lnTo>
                <a:lnTo>
                  <a:pt x="364668" y="171017"/>
                </a:lnTo>
                <a:lnTo>
                  <a:pt x="360376" y="172146"/>
                </a:lnTo>
                <a:lnTo>
                  <a:pt x="356309" y="173502"/>
                </a:lnTo>
                <a:lnTo>
                  <a:pt x="352017" y="174406"/>
                </a:lnTo>
                <a:lnTo>
                  <a:pt x="347725" y="175309"/>
                </a:lnTo>
                <a:lnTo>
                  <a:pt x="343206" y="175761"/>
                </a:lnTo>
                <a:lnTo>
                  <a:pt x="338914" y="176213"/>
                </a:lnTo>
                <a:lnTo>
                  <a:pt x="334396" y="176213"/>
                </a:lnTo>
                <a:lnTo>
                  <a:pt x="329651" y="176213"/>
                </a:lnTo>
                <a:lnTo>
                  <a:pt x="325133" y="175761"/>
                </a:lnTo>
                <a:lnTo>
                  <a:pt x="321067" y="175309"/>
                </a:lnTo>
                <a:lnTo>
                  <a:pt x="316548" y="174406"/>
                </a:lnTo>
                <a:lnTo>
                  <a:pt x="312256" y="173502"/>
                </a:lnTo>
                <a:lnTo>
                  <a:pt x="307964" y="172146"/>
                </a:lnTo>
                <a:lnTo>
                  <a:pt x="304123" y="171017"/>
                </a:lnTo>
                <a:lnTo>
                  <a:pt x="299831" y="169210"/>
                </a:lnTo>
                <a:lnTo>
                  <a:pt x="296216" y="167402"/>
                </a:lnTo>
                <a:lnTo>
                  <a:pt x="292150" y="165595"/>
                </a:lnTo>
                <a:lnTo>
                  <a:pt x="288761" y="163562"/>
                </a:lnTo>
                <a:lnTo>
                  <a:pt x="284920" y="161077"/>
                </a:lnTo>
                <a:lnTo>
                  <a:pt x="281532" y="158817"/>
                </a:lnTo>
                <a:lnTo>
                  <a:pt x="278143" y="156107"/>
                </a:lnTo>
                <a:lnTo>
                  <a:pt x="274980" y="153396"/>
                </a:lnTo>
                <a:lnTo>
                  <a:pt x="272043" y="150459"/>
                </a:lnTo>
                <a:lnTo>
                  <a:pt x="269106" y="147296"/>
                </a:lnTo>
                <a:lnTo>
                  <a:pt x="266396" y="144133"/>
                </a:lnTo>
                <a:lnTo>
                  <a:pt x="263685" y="140744"/>
                </a:lnTo>
                <a:lnTo>
                  <a:pt x="261199" y="137356"/>
                </a:lnTo>
                <a:lnTo>
                  <a:pt x="258940" y="133741"/>
                </a:lnTo>
                <a:lnTo>
                  <a:pt x="256681" y="129900"/>
                </a:lnTo>
                <a:lnTo>
                  <a:pt x="254648" y="126286"/>
                </a:lnTo>
                <a:lnTo>
                  <a:pt x="252841" y="122219"/>
                </a:lnTo>
                <a:lnTo>
                  <a:pt x="251485" y="118379"/>
                </a:lnTo>
                <a:lnTo>
                  <a:pt x="249904" y="114312"/>
                </a:lnTo>
                <a:lnTo>
                  <a:pt x="249000" y="110246"/>
                </a:lnTo>
                <a:lnTo>
                  <a:pt x="247871" y="105954"/>
                </a:lnTo>
                <a:lnTo>
                  <a:pt x="246967" y="101435"/>
                </a:lnTo>
                <a:lnTo>
                  <a:pt x="246515" y="96917"/>
                </a:lnTo>
                <a:lnTo>
                  <a:pt x="246289" y="92625"/>
                </a:lnTo>
                <a:lnTo>
                  <a:pt x="246063" y="88106"/>
                </a:lnTo>
                <a:lnTo>
                  <a:pt x="246289" y="83588"/>
                </a:lnTo>
                <a:lnTo>
                  <a:pt x="246515" y="79070"/>
                </a:lnTo>
                <a:lnTo>
                  <a:pt x="246967" y="74552"/>
                </a:lnTo>
                <a:lnTo>
                  <a:pt x="247871" y="70259"/>
                </a:lnTo>
                <a:lnTo>
                  <a:pt x="249000" y="65967"/>
                </a:lnTo>
                <a:lnTo>
                  <a:pt x="249904" y="61674"/>
                </a:lnTo>
                <a:lnTo>
                  <a:pt x="251485" y="57834"/>
                </a:lnTo>
                <a:lnTo>
                  <a:pt x="252841" y="53767"/>
                </a:lnTo>
                <a:lnTo>
                  <a:pt x="254648" y="49701"/>
                </a:lnTo>
                <a:lnTo>
                  <a:pt x="256681" y="46086"/>
                </a:lnTo>
                <a:lnTo>
                  <a:pt x="258940" y="42472"/>
                </a:lnTo>
                <a:lnTo>
                  <a:pt x="261199" y="38857"/>
                </a:lnTo>
                <a:lnTo>
                  <a:pt x="263685" y="35468"/>
                </a:lnTo>
                <a:lnTo>
                  <a:pt x="266396" y="31854"/>
                </a:lnTo>
                <a:lnTo>
                  <a:pt x="269106" y="28691"/>
                </a:lnTo>
                <a:lnTo>
                  <a:pt x="272043" y="25754"/>
                </a:lnTo>
                <a:lnTo>
                  <a:pt x="274980" y="22817"/>
                </a:lnTo>
                <a:lnTo>
                  <a:pt x="278143" y="20106"/>
                </a:lnTo>
                <a:lnTo>
                  <a:pt x="281532" y="17621"/>
                </a:lnTo>
                <a:lnTo>
                  <a:pt x="284920" y="15136"/>
                </a:lnTo>
                <a:lnTo>
                  <a:pt x="288761" y="12877"/>
                </a:lnTo>
                <a:lnTo>
                  <a:pt x="292150" y="10618"/>
                </a:lnTo>
                <a:lnTo>
                  <a:pt x="296216" y="8585"/>
                </a:lnTo>
                <a:lnTo>
                  <a:pt x="299831" y="6777"/>
                </a:lnTo>
                <a:lnTo>
                  <a:pt x="304123" y="5422"/>
                </a:lnTo>
                <a:lnTo>
                  <a:pt x="307964" y="3840"/>
                </a:lnTo>
                <a:lnTo>
                  <a:pt x="312256" y="2711"/>
                </a:lnTo>
                <a:lnTo>
                  <a:pt x="316548" y="1807"/>
                </a:lnTo>
                <a:lnTo>
                  <a:pt x="321067" y="904"/>
                </a:lnTo>
                <a:lnTo>
                  <a:pt x="325133" y="452"/>
                </a:lnTo>
                <a:lnTo>
                  <a:pt x="329651" y="226"/>
                </a:lnTo>
                <a:lnTo>
                  <a:pt x="334396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69" name="组合 168"/>
          <p:cNvGrpSpPr/>
          <p:nvPr/>
        </p:nvGrpSpPr>
        <p:grpSpPr>
          <a:xfrm>
            <a:off x="7562044" y="4882262"/>
            <a:ext cx="1129681" cy="1697992"/>
            <a:chOff x="642938" y="-306388"/>
            <a:chExt cx="4392612" cy="660241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70" name="Freeform 13"/>
            <p:cNvSpPr>
              <a:spLocks noEditPoints="1"/>
            </p:cNvSpPr>
            <p:nvPr/>
          </p:nvSpPr>
          <p:spPr bwMode="auto">
            <a:xfrm flipV="1">
              <a:off x="642938" y="-306388"/>
              <a:ext cx="4392612" cy="6602413"/>
            </a:xfrm>
            <a:custGeom>
              <a:avLst/>
              <a:gdLst>
                <a:gd name="T0" fmla="*/ 779 w 7736"/>
                <a:gd name="T1" fmla="*/ 11590 h 11639"/>
                <a:gd name="T2" fmla="*/ 1407 w 7736"/>
                <a:gd name="T3" fmla="*/ 10755 h 11639"/>
                <a:gd name="T4" fmla="*/ 2416 w 7736"/>
                <a:gd name="T5" fmla="*/ 8942 h 11639"/>
                <a:gd name="T6" fmla="*/ 2951 w 7736"/>
                <a:gd name="T7" fmla="*/ 8164 h 11639"/>
                <a:gd name="T8" fmla="*/ 3707 w 7736"/>
                <a:gd name="T9" fmla="*/ 7208 h 11639"/>
                <a:gd name="T10" fmla="*/ 4518 w 7736"/>
                <a:gd name="T11" fmla="*/ 7723 h 11639"/>
                <a:gd name="T12" fmla="*/ 5675 w 7736"/>
                <a:gd name="T13" fmla="*/ 9464 h 11639"/>
                <a:gd name="T14" fmla="*/ 6133 w 7736"/>
                <a:gd name="T15" fmla="*/ 10301 h 11639"/>
                <a:gd name="T16" fmla="*/ 6685 w 7736"/>
                <a:gd name="T17" fmla="*/ 11449 h 11639"/>
                <a:gd name="T18" fmla="*/ 7453 w 7736"/>
                <a:gd name="T19" fmla="*/ 11534 h 11639"/>
                <a:gd name="T20" fmla="*/ 7562 w 7736"/>
                <a:gd name="T21" fmla="*/ 10535 h 11639"/>
                <a:gd name="T22" fmla="*/ 7125 w 7736"/>
                <a:gd name="T23" fmla="*/ 9605 h 11639"/>
                <a:gd name="T24" fmla="*/ 6339 w 7736"/>
                <a:gd name="T25" fmla="*/ 8267 h 11639"/>
                <a:gd name="T26" fmla="*/ 5228 w 7736"/>
                <a:gd name="T27" fmla="*/ 6665 h 11639"/>
                <a:gd name="T28" fmla="*/ 5600 w 7736"/>
                <a:gd name="T29" fmla="*/ 3347 h 11639"/>
                <a:gd name="T30" fmla="*/ 5655 w 7736"/>
                <a:gd name="T31" fmla="*/ 3314 h 11639"/>
                <a:gd name="T32" fmla="*/ 6473 w 7736"/>
                <a:gd name="T33" fmla="*/ 2560 h 11639"/>
                <a:gd name="T34" fmla="*/ 6491 w 7736"/>
                <a:gd name="T35" fmla="*/ 74 h 11639"/>
                <a:gd name="T36" fmla="*/ 5970 w 7736"/>
                <a:gd name="T37" fmla="*/ 1512 h 11639"/>
                <a:gd name="T38" fmla="*/ 5665 w 7736"/>
                <a:gd name="T39" fmla="*/ 2343 h 11639"/>
                <a:gd name="T40" fmla="*/ 4820 w 7736"/>
                <a:gd name="T41" fmla="*/ 2697 h 11639"/>
                <a:gd name="T42" fmla="*/ 4161 w 7736"/>
                <a:gd name="T43" fmla="*/ 2698 h 11639"/>
                <a:gd name="T44" fmla="*/ 2178 w 7736"/>
                <a:gd name="T45" fmla="*/ 2405 h 11639"/>
                <a:gd name="T46" fmla="*/ 1813 w 7736"/>
                <a:gd name="T47" fmla="*/ 1625 h 11639"/>
                <a:gd name="T48" fmla="*/ 1344 w 7736"/>
                <a:gd name="T49" fmla="*/ 60 h 11639"/>
                <a:gd name="T50" fmla="*/ 1188 w 7736"/>
                <a:gd name="T51" fmla="*/ 2308 h 11639"/>
                <a:gd name="T52" fmla="*/ 1608 w 7736"/>
                <a:gd name="T53" fmla="*/ 2975 h 11639"/>
                <a:gd name="T54" fmla="*/ 2567 w 7736"/>
                <a:gd name="T55" fmla="*/ 3464 h 11639"/>
                <a:gd name="T56" fmla="*/ 2309 w 7736"/>
                <a:gd name="T57" fmla="*/ 7017 h 11639"/>
                <a:gd name="T58" fmla="*/ 1376 w 7736"/>
                <a:gd name="T59" fmla="*/ 8322 h 11639"/>
                <a:gd name="T60" fmla="*/ 594 w 7736"/>
                <a:gd name="T61" fmla="*/ 9753 h 11639"/>
                <a:gd name="T62" fmla="*/ 189 w 7736"/>
                <a:gd name="T63" fmla="*/ 10963 h 11639"/>
                <a:gd name="T64" fmla="*/ 290 w 7736"/>
                <a:gd name="T65" fmla="*/ 11524 h 11639"/>
                <a:gd name="T66" fmla="*/ 6406 w 7736"/>
                <a:gd name="T67" fmla="*/ 10389 h 11639"/>
                <a:gd name="T68" fmla="*/ 7134 w 7736"/>
                <a:gd name="T69" fmla="*/ 9696 h 11639"/>
                <a:gd name="T70" fmla="*/ 6616 w 7736"/>
                <a:gd name="T71" fmla="*/ 10243 h 11639"/>
                <a:gd name="T72" fmla="*/ 4657 w 7736"/>
                <a:gd name="T73" fmla="*/ 3174 h 11639"/>
                <a:gd name="T74" fmla="*/ 4996 w 7736"/>
                <a:gd name="T75" fmla="*/ 3123 h 11639"/>
                <a:gd name="T76" fmla="*/ 4657 w 7736"/>
                <a:gd name="T77" fmla="*/ 3174 h 11639"/>
                <a:gd name="T78" fmla="*/ 4299 w 7736"/>
                <a:gd name="T79" fmla="*/ 2711 h 11639"/>
                <a:gd name="T80" fmla="*/ 4744 w 7736"/>
                <a:gd name="T81" fmla="*/ 2893 h 1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36" h="11639">
                  <a:moveTo>
                    <a:pt x="290" y="11524"/>
                  </a:moveTo>
                  <a:cubicBezTo>
                    <a:pt x="443" y="11583"/>
                    <a:pt x="615" y="11639"/>
                    <a:pt x="779" y="11590"/>
                  </a:cubicBezTo>
                  <a:cubicBezTo>
                    <a:pt x="879" y="11562"/>
                    <a:pt x="994" y="11549"/>
                    <a:pt x="1066" y="11463"/>
                  </a:cubicBezTo>
                  <a:cubicBezTo>
                    <a:pt x="1261" y="11272"/>
                    <a:pt x="1264" y="10977"/>
                    <a:pt x="1407" y="10755"/>
                  </a:cubicBezTo>
                  <a:cubicBezTo>
                    <a:pt x="1571" y="10356"/>
                    <a:pt x="1838" y="10009"/>
                    <a:pt x="1994" y="9607"/>
                  </a:cubicBezTo>
                  <a:cubicBezTo>
                    <a:pt x="2144" y="9391"/>
                    <a:pt x="2260" y="9153"/>
                    <a:pt x="2416" y="8942"/>
                  </a:cubicBezTo>
                  <a:cubicBezTo>
                    <a:pt x="2512" y="8829"/>
                    <a:pt x="2586" y="8700"/>
                    <a:pt x="2650" y="8567"/>
                  </a:cubicBezTo>
                  <a:cubicBezTo>
                    <a:pt x="2724" y="8414"/>
                    <a:pt x="2846" y="8295"/>
                    <a:pt x="2951" y="8164"/>
                  </a:cubicBezTo>
                  <a:cubicBezTo>
                    <a:pt x="3069" y="7989"/>
                    <a:pt x="3215" y="7834"/>
                    <a:pt x="3312" y="7646"/>
                  </a:cubicBezTo>
                  <a:cubicBezTo>
                    <a:pt x="3463" y="7518"/>
                    <a:pt x="3572" y="7352"/>
                    <a:pt x="3707" y="7208"/>
                  </a:cubicBezTo>
                  <a:cubicBezTo>
                    <a:pt x="3825" y="7211"/>
                    <a:pt x="3942" y="7210"/>
                    <a:pt x="4060" y="7210"/>
                  </a:cubicBezTo>
                  <a:cubicBezTo>
                    <a:pt x="4207" y="7387"/>
                    <a:pt x="4357" y="7559"/>
                    <a:pt x="4518" y="7723"/>
                  </a:cubicBezTo>
                  <a:cubicBezTo>
                    <a:pt x="4723" y="8129"/>
                    <a:pt x="5103" y="8421"/>
                    <a:pt x="5276" y="8848"/>
                  </a:cubicBezTo>
                  <a:cubicBezTo>
                    <a:pt x="5431" y="9038"/>
                    <a:pt x="5548" y="9254"/>
                    <a:pt x="5675" y="9464"/>
                  </a:cubicBezTo>
                  <a:cubicBezTo>
                    <a:pt x="5734" y="9567"/>
                    <a:pt x="5820" y="9654"/>
                    <a:pt x="5860" y="9767"/>
                  </a:cubicBezTo>
                  <a:cubicBezTo>
                    <a:pt x="5921" y="9959"/>
                    <a:pt x="6024" y="10133"/>
                    <a:pt x="6133" y="10301"/>
                  </a:cubicBezTo>
                  <a:cubicBezTo>
                    <a:pt x="6256" y="10516"/>
                    <a:pt x="6338" y="10751"/>
                    <a:pt x="6467" y="10963"/>
                  </a:cubicBezTo>
                  <a:cubicBezTo>
                    <a:pt x="6559" y="11118"/>
                    <a:pt x="6541" y="11325"/>
                    <a:pt x="6685" y="11449"/>
                  </a:cubicBezTo>
                  <a:cubicBezTo>
                    <a:pt x="6766" y="11553"/>
                    <a:pt x="6902" y="11568"/>
                    <a:pt x="7020" y="11598"/>
                  </a:cubicBezTo>
                  <a:cubicBezTo>
                    <a:pt x="7167" y="11639"/>
                    <a:pt x="7314" y="11575"/>
                    <a:pt x="7453" y="11534"/>
                  </a:cubicBezTo>
                  <a:cubicBezTo>
                    <a:pt x="7628" y="11438"/>
                    <a:pt x="7724" y="11232"/>
                    <a:pt x="7733" y="11038"/>
                  </a:cubicBezTo>
                  <a:cubicBezTo>
                    <a:pt x="7736" y="10855"/>
                    <a:pt x="7623" y="10701"/>
                    <a:pt x="7562" y="10535"/>
                  </a:cubicBezTo>
                  <a:cubicBezTo>
                    <a:pt x="7463" y="10282"/>
                    <a:pt x="7295" y="10060"/>
                    <a:pt x="7212" y="9800"/>
                  </a:cubicBezTo>
                  <a:cubicBezTo>
                    <a:pt x="7177" y="9738"/>
                    <a:pt x="7159" y="9667"/>
                    <a:pt x="7125" y="9605"/>
                  </a:cubicBezTo>
                  <a:cubicBezTo>
                    <a:pt x="6974" y="9381"/>
                    <a:pt x="6877" y="9125"/>
                    <a:pt x="6717" y="8907"/>
                  </a:cubicBezTo>
                  <a:cubicBezTo>
                    <a:pt x="6560" y="8711"/>
                    <a:pt x="6514" y="8451"/>
                    <a:pt x="6339" y="8267"/>
                  </a:cubicBezTo>
                  <a:cubicBezTo>
                    <a:pt x="6040" y="7849"/>
                    <a:pt x="5777" y="7403"/>
                    <a:pt x="5446" y="7008"/>
                  </a:cubicBezTo>
                  <a:cubicBezTo>
                    <a:pt x="5352" y="6913"/>
                    <a:pt x="5217" y="6815"/>
                    <a:pt x="5228" y="6665"/>
                  </a:cubicBezTo>
                  <a:cubicBezTo>
                    <a:pt x="5230" y="5596"/>
                    <a:pt x="5226" y="4526"/>
                    <a:pt x="5231" y="3456"/>
                  </a:cubicBezTo>
                  <a:cubicBezTo>
                    <a:pt x="5357" y="3431"/>
                    <a:pt x="5478" y="3386"/>
                    <a:pt x="5600" y="3347"/>
                  </a:cubicBezTo>
                  <a:cubicBezTo>
                    <a:pt x="5597" y="3318"/>
                    <a:pt x="5591" y="3262"/>
                    <a:pt x="5588" y="3233"/>
                  </a:cubicBezTo>
                  <a:cubicBezTo>
                    <a:pt x="5611" y="3260"/>
                    <a:pt x="5633" y="3287"/>
                    <a:pt x="5655" y="3314"/>
                  </a:cubicBezTo>
                  <a:cubicBezTo>
                    <a:pt x="5802" y="3266"/>
                    <a:pt x="5906" y="3152"/>
                    <a:pt x="6024" y="3060"/>
                  </a:cubicBezTo>
                  <a:cubicBezTo>
                    <a:pt x="6227" y="2952"/>
                    <a:pt x="6356" y="2751"/>
                    <a:pt x="6473" y="2560"/>
                  </a:cubicBezTo>
                  <a:cubicBezTo>
                    <a:pt x="6800" y="1891"/>
                    <a:pt x="6861" y="1120"/>
                    <a:pt x="6755" y="390"/>
                  </a:cubicBezTo>
                  <a:cubicBezTo>
                    <a:pt x="6725" y="250"/>
                    <a:pt x="6617" y="136"/>
                    <a:pt x="6491" y="74"/>
                  </a:cubicBezTo>
                  <a:cubicBezTo>
                    <a:pt x="6240" y="0"/>
                    <a:pt x="5958" y="206"/>
                    <a:pt x="5960" y="469"/>
                  </a:cubicBezTo>
                  <a:cubicBezTo>
                    <a:pt x="6003" y="815"/>
                    <a:pt x="6014" y="1166"/>
                    <a:pt x="5970" y="1512"/>
                  </a:cubicBezTo>
                  <a:cubicBezTo>
                    <a:pt x="5956" y="1646"/>
                    <a:pt x="5902" y="1772"/>
                    <a:pt x="5882" y="1905"/>
                  </a:cubicBezTo>
                  <a:cubicBezTo>
                    <a:pt x="5860" y="2070"/>
                    <a:pt x="5771" y="2218"/>
                    <a:pt x="5665" y="2343"/>
                  </a:cubicBezTo>
                  <a:cubicBezTo>
                    <a:pt x="5478" y="2487"/>
                    <a:pt x="5285" y="2646"/>
                    <a:pt x="5044" y="2683"/>
                  </a:cubicBezTo>
                  <a:cubicBezTo>
                    <a:pt x="4970" y="2692"/>
                    <a:pt x="4894" y="2696"/>
                    <a:pt x="4820" y="2697"/>
                  </a:cubicBezTo>
                  <a:cubicBezTo>
                    <a:pt x="4734" y="2697"/>
                    <a:pt x="4649" y="2698"/>
                    <a:pt x="4564" y="2695"/>
                  </a:cubicBezTo>
                  <a:cubicBezTo>
                    <a:pt x="4429" y="2685"/>
                    <a:pt x="4295" y="2699"/>
                    <a:pt x="4161" y="2698"/>
                  </a:cubicBezTo>
                  <a:cubicBezTo>
                    <a:pt x="3739" y="2696"/>
                    <a:pt x="3317" y="2698"/>
                    <a:pt x="2895" y="2697"/>
                  </a:cubicBezTo>
                  <a:cubicBezTo>
                    <a:pt x="2628" y="2703"/>
                    <a:pt x="2382" y="2567"/>
                    <a:pt x="2178" y="2405"/>
                  </a:cubicBezTo>
                  <a:cubicBezTo>
                    <a:pt x="2073" y="2339"/>
                    <a:pt x="1998" y="2231"/>
                    <a:pt x="1963" y="2114"/>
                  </a:cubicBezTo>
                  <a:cubicBezTo>
                    <a:pt x="1916" y="1950"/>
                    <a:pt x="1850" y="1792"/>
                    <a:pt x="1813" y="1625"/>
                  </a:cubicBezTo>
                  <a:cubicBezTo>
                    <a:pt x="1742" y="1253"/>
                    <a:pt x="1758" y="871"/>
                    <a:pt x="1798" y="496"/>
                  </a:cubicBezTo>
                  <a:cubicBezTo>
                    <a:pt x="1825" y="251"/>
                    <a:pt x="1584" y="35"/>
                    <a:pt x="1344" y="60"/>
                  </a:cubicBezTo>
                  <a:cubicBezTo>
                    <a:pt x="1175" y="102"/>
                    <a:pt x="1028" y="241"/>
                    <a:pt x="1004" y="418"/>
                  </a:cubicBezTo>
                  <a:cubicBezTo>
                    <a:pt x="926" y="1049"/>
                    <a:pt x="943" y="1712"/>
                    <a:pt x="1188" y="2308"/>
                  </a:cubicBezTo>
                  <a:cubicBezTo>
                    <a:pt x="1246" y="2408"/>
                    <a:pt x="1286" y="2515"/>
                    <a:pt x="1329" y="2621"/>
                  </a:cubicBezTo>
                  <a:cubicBezTo>
                    <a:pt x="1407" y="2749"/>
                    <a:pt x="1497" y="2874"/>
                    <a:pt x="1608" y="2975"/>
                  </a:cubicBezTo>
                  <a:cubicBezTo>
                    <a:pt x="1744" y="3058"/>
                    <a:pt x="1868" y="3160"/>
                    <a:pt x="1996" y="3254"/>
                  </a:cubicBezTo>
                  <a:cubicBezTo>
                    <a:pt x="2170" y="3360"/>
                    <a:pt x="2368" y="3421"/>
                    <a:pt x="2567" y="3464"/>
                  </a:cubicBezTo>
                  <a:cubicBezTo>
                    <a:pt x="2562" y="4550"/>
                    <a:pt x="2571" y="5638"/>
                    <a:pt x="2563" y="6724"/>
                  </a:cubicBezTo>
                  <a:cubicBezTo>
                    <a:pt x="2500" y="6838"/>
                    <a:pt x="2398" y="6925"/>
                    <a:pt x="2309" y="7017"/>
                  </a:cubicBezTo>
                  <a:cubicBezTo>
                    <a:pt x="2172" y="7193"/>
                    <a:pt x="2027" y="7365"/>
                    <a:pt x="1924" y="7563"/>
                  </a:cubicBezTo>
                  <a:cubicBezTo>
                    <a:pt x="1715" y="7797"/>
                    <a:pt x="1579" y="8084"/>
                    <a:pt x="1376" y="8322"/>
                  </a:cubicBezTo>
                  <a:cubicBezTo>
                    <a:pt x="1296" y="8428"/>
                    <a:pt x="1274" y="8566"/>
                    <a:pt x="1195" y="8673"/>
                  </a:cubicBezTo>
                  <a:cubicBezTo>
                    <a:pt x="972" y="9019"/>
                    <a:pt x="747" y="9369"/>
                    <a:pt x="594" y="9753"/>
                  </a:cubicBezTo>
                  <a:cubicBezTo>
                    <a:pt x="417" y="10122"/>
                    <a:pt x="202" y="10474"/>
                    <a:pt x="65" y="10861"/>
                  </a:cubicBezTo>
                  <a:cubicBezTo>
                    <a:pt x="108" y="10893"/>
                    <a:pt x="149" y="10927"/>
                    <a:pt x="189" y="10963"/>
                  </a:cubicBezTo>
                  <a:cubicBezTo>
                    <a:pt x="136" y="10936"/>
                    <a:pt x="89" y="10898"/>
                    <a:pt x="39" y="10866"/>
                  </a:cubicBezTo>
                  <a:cubicBezTo>
                    <a:pt x="0" y="11108"/>
                    <a:pt x="76" y="11386"/>
                    <a:pt x="290" y="11524"/>
                  </a:cubicBezTo>
                  <a:moveTo>
                    <a:pt x="6324" y="10510"/>
                  </a:moveTo>
                  <a:cubicBezTo>
                    <a:pt x="6347" y="10467"/>
                    <a:pt x="6363" y="10416"/>
                    <a:pt x="6406" y="10389"/>
                  </a:cubicBezTo>
                  <a:cubicBezTo>
                    <a:pt x="6522" y="10319"/>
                    <a:pt x="6607" y="10211"/>
                    <a:pt x="6692" y="10107"/>
                  </a:cubicBezTo>
                  <a:cubicBezTo>
                    <a:pt x="6862" y="9994"/>
                    <a:pt x="6961" y="9806"/>
                    <a:pt x="7134" y="9696"/>
                  </a:cubicBezTo>
                  <a:cubicBezTo>
                    <a:pt x="7061" y="9789"/>
                    <a:pt x="6968" y="9865"/>
                    <a:pt x="6898" y="9961"/>
                  </a:cubicBezTo>
                  <a:cubicBezTo>
                    <a:pt x="6790" y="10040"/>
                    <a:pt x="6697" y="10137"/>
                    <a:pt x="6616" y="10243"/>
                  </a:cubicBezTo>
                  <a:cubicBezTo>
                    <a:pt x="6507" y="10319"/>
                    <a:pt x="6425" y="10425"/>
                    <a:pt x="6324" y="10510"/>
                  </a:cubicBezTo>
                  <a:moveTo>
                    <a:pt x="4657" y="3174"/>
                  </a:moveTo>
                  <a:cubicBezTo>
                    <a:pt x="4669" y="3068"/>
                    <a:pt x="4775" y="3025"/>
                    <a:pt x="4855" y="2977"/>
                  </a:cubicBezTo>
                  <a:cubicBezTo>
                    <a:pt x="4905" y="3022"/>
                    <a:pt x="4968" y="3059"/>
                    <a:pt x="4996" y="3123"/>
                  </a:cubicBezTo>
                  <a:cubicBezTo>
                    <a:pt x="5011" y="3208"/>
                    <a:pt x="4967" y="3294"/>
                    <a:pt x="4905" y="3351"/>
                  </a:cubicBezTo>
                  <a:cubicBezTo>
                    <a:pt x="4795" y="3367"/>
                    <a:pt x="4671" y="3289"/>
                    <a:pt x="4657" y="3174"/>
                  </a:cubicBezTo>
                  <a:moveTo>
                    <a:pt x="4577" y="3009"/>
                  </a:moveTo>
                  <a:cubicBezTo>
                    <a:pt x="4478" y="2916"/>
                    <a:pt x="4384" y="2817"/>
                    <a:pt x="4299" y="2711"/>
                  </a:cubicBezTo>
                  <a:cubicBezTo>
                    <a:pt x="4385" y="2709"/>
                    <a:pt x="4470" y="2710"/>
                    <a:pt x="4556" y="2710"/>
                  </a:cubicBezTo>
                  <a:cubicBezTo>
                    <a:pt x="4618" y="2772"/>
                    <a:pt x="4681" y="2832"/>
                    <a:pt x="4744" y="2893"/>
                  </a:cubicBezTo>
                  <a:cubicBezTo>
                    <a:pt x="4702" y="2942"/>
                    <a:pt x="4659" y="3055"/>
                    <a:pt x="4577" y="30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1" name="Freeform 17"/>
            <p:cNvSpPr>
              <a:spLocks/>
            </p:cNvSpPr>
            <p:nvPr/>
          </p:nvSpPr>
          <p:spPr bwMode="auto">
            <a:xfrm flipV="1">
              <a:off x="4233863" y="334962"/>
              <a:ext cx="460375" cy="461963"/>
            </a:xfrm>
            <a:custGeom>
              <a:avLst/>
              <a:gdLst>
                <a:gd name="T0" fmla="*/ 0 w 810"/>
                <a:gd name="T1" fmla="*/ 814 h 814"/>
                <a:gd name="T2" fmla="*/ 292 w 810"/>
                <a:gd name="T3" fmla="*/ 547 h 814"/>
                <a:gd name="T4" fmla="*/ 574 w 810"/>
                <a:gd name="T5" fmla="*/ 265 h 814"/>
                <a:gd name="T6" fmla="*/ 810 w 810"/>
                <a:gd name="T7" fmla="*/ 0 h 814"/>
                <a:gd name="T8" fmla="*/ 368 w 810"/>
                <a:gd name="T9" fmla="*/ 411 h 814"/>
                <a:gd name="T10" fmla="*/ 82 w 810"/>
                <a:gd name="T11" fmla="*/ 693 h 814"/>
                <a:gd name="T12" fmla="*/ 0 w 810"/>
                <a:gd name="T13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814">
                  <a:moveTo>
                    <a:pt x="0" y="814"/>
                  </a:moveTo>
                  <a:cubicBezTo>
                    <a:pt x="101" y="729"/>
                    <a:pt x="183" y="623"/>
                    <a:pt x="292" y="547"/>
                  </a:cubicBezTo>
                  <a:cubicBezTo>
                    <a:pt x="373" y="441"/>
                    <a:pt x="466" y="344"/>
                    <a:pt x="574" y="265"/>
                  </a:cubicBezTo>
                  <a:cubicBezTo>
                    <a:pt x="644" y="169"/>
                    <a:pt x="737" y="93"/>
                    <a:pt x="810" y="0"/>
                  </a:cubicBezTo>
                  <a:cubicBezTo>
                    <a:pt x="637" y="110"/>
                    <a:pt x="538" y="298"/>
                    <a:pt x="368" y="411"/>
                  </a:cubicBezTo>
                  <a:cubicBezTo>
                    <a:pt x="283" y="515"/>
                    <a:pt x="198" y="623"/>
                    <a:pt x="82" y="693"/>
                  </a:cubicBezTo>
                  <a:cubicBezTo>
                    <a:pt x="39" y="720"/>
                    <a:pt x="23" y="771"/>
                    <a:pt x="0" y="8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2" name="圆角矩形 171"/>
            <p:cNvSpPr/>
            <p:nvPr/>
          </p:nvSpPr>
          <p:spPr>
            <a:xfrm>
              <a:off x="4194629" y="275772"/>
              <a:ext cx="499611" cy="521154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3" name="圆角矩形 172"/>
            <p:cNvSpPr/>
            <p:nvPr/>
          </p:nvSpPr>
          <p:spPr>
            <a:xfrm>
              <a:off x="2398714" y="4354286"/>
              <a:ext cx="1179511" cy="411389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" name="椭圆 173"/>
            <p:cNvSpPr/>
            <p:nvPr/>
          </p:nvSpPr>
          <p:spPr>
            <a:xfrm>
              <a:off x="2243139" y="5080000"/>
              <a:ext cx="1136651" cy="11366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5" name="组合 174"/>
          <p:cNvGrpSpPr/>
          <p:nvPr/>
        </p:nvGrpSpPr>
        <p:grpSpPr>
          <a:xfrm>
            <a:off x="4962636" y="4687362"/>
            <a:ext cx="1659878" cy="2004562"/>
            <a:chOff x="-736035" y="3141398"/>
            <a:chExt cx="3983019" cy="4810120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76" name="Freeform 104"/>
            <p:cNvSpPr>
              <a:spLocks/>
            </p:cNvSpPr>
            <p:nvPr/>
          </p:nvSpPr>
          <p:spPr bwMode="auto">
            <a:xfrm flipV="1">
              <a:off x="-736035" y="3141398"/>
              <a:ext cx="3983019" cy="4810120"/>
            </a:xfrm>
            <a:custGeom>
              <a:avLst/>
              <a:gdLst>
                <a:gd name="T0" fmla="*/ 7490 w 11121"/>
                <a:gd name="T1" fmla="*/ 13178 h 13372"/>
                <a:gd name="T2" fmla="*/ 7770 w 11121"/>
                <a:gd name="T3" fmla="*/ 13350 h 13372"/>
                <a:gd name="T4" fmla="*/ 8173 w 11121"/>
                <a:gd name="T5" fmla="*/ 13126 h 13372"/>
                <a:gd name="T6" fmla="*/ 8153 w 11121"/>
                <a:gd name="T7" fmla="*/ 12727 h 13372"/>
                <a:gd name="T8" fmla="*/ 7794 w 11121"/>
                <a:gd name="T9" fmla="*/ 11838 h 13372"/>
                <a:gd name="T10" fmla="*/ 7472 w 11121"/>
                <a:gd name="T11" fmla="*/ 11002 h 13372"/>
                <a:gd name="T12" fmla="*/ 7090 w 11121"/>
                <a:gd name="T13" fmla="*/ 10055 h 13372"/>
                <a:gd name="T14" fmla="*/ 6870 w 11121"/>
                <a:gd name="T15" fmla="*/ 9492 h 13372"/>
                <a:gd name="T16" fmla="*/ 6672 w 11121"/>
                <a:gd name="T17" fmla="*/ 8983 h 13372"/>
                <a:gd name="T18" fmla="*/ 8045 w 11121"/>
                <a:gd name="T19" fmla="*/ 6171 h 13372"/>
                <a:gd name="T20" fmla="*/ 10702 w 11121"/>
                <a:gd name="T21" fmla="*/ 2635 h 13372"/>
                <a:gd name="T22" fmla="*/ 11077 w 11121"/>
                <a:gd name="T23" fmla="*/ 2033 h 13372"/>
                <a:gd name="T24" fmla="*/ 10922 w 11121"/>
                <a:gd name="T25" fmla="*/ 1491 h 13372"/>
                <a:gd name="T26" fmla="*/ 10520 w 11121"/>
                <a:gd name="T27" fmla="*/ 1308 h 13372"/>
                <a:gd name="T28" fmla="*/ 9970 w 11121"/>
                <a:gd name="T29" fmla="*/ 1578 h 13372"/>
                <a:gd name="T30" fmla="*/ 7734 w 11121"/>
                <a:gd name="T31" fmla="*/ 4540 h 13372"/>
                <a:gd name="T32" fmla="*/ 8553 w 11121"/>
                <a:gd name="T33" fmla="*/ 5383 h 13372"/>
                <a:gd name="T34" fmla="*/ 8332 w 11121"/>
                <a:gd name="T35" fmla="*/ 5170 h 13372"/>
                <a:gd name="T36" fmla="*/ 7725 w 11121"/>
                <a:gd name="T37" fmla="*/ 4573 h 13372"/>
                <a:gd name="T38" fmla="*/ 7229 w 11121"/>
                <a:gd name="T39" fmla="*/ 5228 h 13372"/>
                <a:gd name="T40" fmla="*/ 6592 w 11121"/>
                <a:gd name="T41" fmla="*/ 4920 h 13372"/>
                <a:gd name="T42" fmla="*/ 6592 w 11121"/>
                <a:gd name="T43" fmla="*/ 3545 h 13372"/>
                <a:gd name="T44" fmla="*/ 6575 w 11121"/>
                <a:gd name="T45" fmla="*/ 3384 h 13372"/>
                <a:gd name="T46" fmla="*/ 6480 w 11121"/>
                <a:gd name="T47" fmla="*/ 3404 h 13372"/>
                <a:gd name="T48" fmla="*/ 6538 w 11121"/>
                <a:gd name="T49" fmla="*/ 3375 h 13372"/>
                <a:gd name="T50" fmla="*/ 6148 w 11121"/>
                <a:gd name="T51" fmla="*/ 2978 h 13372"/>
                <a:gd name="T52" fmla="*/ 6592 w 11121"/>
                <a:gd name="T53" fmla="*/ 3398 h 13372"/>
                <a:gd name="T54" fmla="*/ 6590 w 11121"/>
                <a:gd name="T55" fmla="*/ 619 h 13372"/>
                <a:gd name="T56" fmla="*/ 6308 w 11121"/>
                <a:gd name="T57" fmla="*/ 106 h 13372"/>
                <a:gd name="T58" fmla="*/ 5728 w 11121"/>
                <a:gd name="T59" fmla="*/ 69 h 13372"/>
                <a:gd name="T60" fmla="*/ 5370 w 11121"/>
                <a:gd name="T61" fmla="*/ 652 h 13372"/>
                <a:gd name="T62" fmla="*/ 5370 w 11121"/>
                <a:gd name="T63" fmla="*/ 5346 h 13372"/>
                <a:gd name="T64" fmla="*/ 5361 w 11121"/>
                <a:gd name="T65" fmla="*/ 5580 h 13372"/>
                <a:gd name="T66" fmla="*/ 4553 w 11121"/>
                <a:gd name="T67" fmla="*/ 7247 h 13372"/>
                <a:gd name="T68" fmla="*/ 4279 w 11121"/>
                <a:gd name="T69" fmla="*/ 7821 h 13372"/>
                <a:gd name="T70" fmla="*/ 3152 w 11121"/>
                <a:gd name="T71" fmla="*/ 8144 h 13372"/>
                <a:gd name="T72" fmla="*/ 2502 w 11121"/>
                <a:gd name="T73" fmla="*/ 8337 h 13372"/>
                <a:gd name="T74" fmla="*/ 1776 w 11121"/>
                <a:gd name="T75" fmla="*/ 8559 h 13372"/>
                <a:gd name="T76" fmla="*/ 890 w 11121"/>
                <a:gd name="T77" fmla="*/ 8813 h 13372"/>
                <a:gd name="T78" fmla="*/ 213 w 11121"/>
                <a:gd name="T79" fmla="*/ 9040 h 13372"/>
                <a:gd name="T80" fmla="*/ 109 w 11121"/>
                <a:gd name="T81" fmla="*/ 9551 h 13372"/>
                <a:gd name="T82" fmla="*/ 610 w 11121"/>
                <a:gd name="T83" fmla="*/ 9723 h 13372"/>
                <a:gd name="T84" fmla="*/ 1374 w 11121"/>
                <a:gd name="T85" fmla="*/ 9499 h 13372"/>
                <a:gd name="T86" fmla="*/ 2216 w 11121"/>
                <a:gd name="T87" fmla="*/ 9250 h 13372"/>
                <a:gd name="T88" fmla="*/ 3044 w 11121"/>
                <a:gd name="T89" fmla="*/ 9011 h 13372"/>
                <a:gd name="T90" fmla="*/ 3853 w 11121"/>
                <a:gd name="T91" fmla="*/ 8769 h 13372"/>
                <a:gd name="T92" fmla="*/ 4544 w 11121"/>
                <a:gd name="T93" fmla="*/ 8563 h 13372"/>
                <a:gd name="T94" fmla="*/ 4842 w 11121"/>
                <a:gd name="T95" fmla="*/ 8666 h 13372"/>
                <a:gd name="T96" fmla="*/ 5334 w 11121"/>
                <a:gd name="T97" fmla="*/ 8907 h 13372"/>
                <a:gd name="T98" fmla="*/ 5903 w 11121"/>
                <a:gd name="T99" fmla="*/ 9193 h 13372"/>
                <a:gd name="T100" fmla="*/ 6155 w 11121"/>
                <a:gd name="T101" fmla="*/ 9809 h 13372"/>
                <a:gd name="T102" fmla="*/ 6275 w 11121"/>
                <a:gd name="T103" fmla="*/ 10129 h 13372"/>
                <a:gd name="T104" fmla="*/ 6471 w 11121"/>
                <a:gd name="T105" fmla="*/ 10635 h 13372"/>
                <a:gd name="T106" fmla="*/ 6721 w 11121"/>
                <a:gd name="T107" fmla="*/ 11267 h 13372"/>
                <a:gd name="T108" fmla="*/ 6947 w 11121"/>
                <a:gd name="T109" fmla="*/ 11838 h 13372"/>
                <a:gd name="T110" fmla="*/ 7149 w 11121"/>
                <a:gd name="T111" fmla="*/ 12357 h 13372"/>
                <a:gd name="T112" fmla="*/ 7490 w 11121"/>
                <a:gd name="T113" fmla="*/ 13178 h 13372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8498 w 11033"/>
                <a:gd name="connsiteY16" fmla="*/ 5359 h 13328"/>
                <a:gd name="connsiteX17" fmla="*/ 7670 w 11033"/>
                <a:gd name="connsiteY17" fmla="*/ 4549 h 13328"/>
                <a:gd name="connsiteX18" fmla="*/ 7174 w 11033"/>
                <a:gd name="connsiteY18" fmla="*/ 5204 h 13328"/>
                <a:gd name="connsiteX19" fmla="*/ 6537 w 11033"/>
                <a:gd name="connsiteY19" fmla="*/ 4896 h 13328"/>
                <a:gd name="connsiteX20" fmla="*/ 6537 w 11033"/>
                <a:gd name="connsiteY20" fmla="*/ 3521 h 13328"/>
                <a:gd name="connsiteX21" fmla="*/ 6520 w 11033"/>
                <a:gd name="connsiteY21" fmla="*/ 3360 h 13328"/>
                <a:gd name="connsiteX22" fmla="*/ 6425 w 11033"/>
                <a:gd name="connsiteY22" fmla="*/ 3380 h 13328"/>
                <a:gd name="connsiteX23" fmla="*/ 6483 w 11033"/>
                <a:gd name="connsiteY23" fmla="*/ 3351 h 13328"/>
                <a:gd name="connsiteX24" fmla="*/ 6093 w 11033"/>
                <a:gd name="connsiteY24" fmla="*/ 2954 h 13328"/>
                <a:gd name="connsiteX25" fmla="*/ 6537 w 11033"/>
                <a:gd name="connsiteY25" fmla="*/ 3374 h 13328"/>
                <a:gd name="connsiteX26" fmla="*/ 6535 w 11033"/>
                <a:gd name="connsiteY26" fmla="*/ 595 h 13328"/>
                <a:gd name="connsiteX27" fmla="*/ 6253 w 11033"/>
                <a:gd name="connsiteY27" fmla="*/ 82 h 13328"/>
                <a:gd name="connsiteX28" fmla="*/ 5673 w 11033"/>
                <a:gd name="connsiteY28" fmla="*/ 45 h 13328"/>
                <a:gd name="connsiteX29" fmla="*/ 5315 w 11033"/>
                <a:gd name="connsiteY29" fmla="*/ 628 h 13328"/>
                <a:gd name="connsiteX30" fmla="*/ 5315 w 11033"/>
                <a:gd name="connsiteY30" fmla="*/ 5322 h 13328"/>
                <a:gd name="connsiteX31" fmla="*/ 5306 w 11033"/>
                <a:gd name="connsiteY31" fmla="*/ 5556 h 13328"/>
                <a:gd name="connsiteX32" fmla="*/ 4498 w 11033"/>
                <a:gd name="connsiteY32" fmla="*/ 7223 h 13328"/>
                <a:gd name="connsiteX33" fmla="*/ 4224 w 11033"/>
                <a:gd name="connsiteY33" fmla="*/ 7797 h 13328"/>
                <a:gd name="connsiteX34" fmla="*/ 3097 w 11033"/>
                <a:gd name="connsiteY34" fmla="*/ 8120 h 13328"/>
                <a:gd name="connsiteX35" fmla="*/ 2447 w 11033"/>
                <a:gd name="connsiteY35" fmla="*/ 8313 h 13328"/>
                <a:gd name="connsiteX36" fmla="*/ 1721 w 11033"/>
                <a:gd name="connsiteY36" fmla="*/ 8535 h 13328"/>
                <a:gd name="connsiteX37" fmla="*/ 835 w 11033"/>
                <a:gd name="connsiteY37" fmla="*/ 8789 h 13328"/>
                <a:gd name="connsiteX38" fmla="*/ 158 w 11033"/>
                <a:gd name="connsiteY38" fmla="*/ 9016 h 13328"/>
                <a:gd name="connsiteX39" fmla="*/ 54 w 11033"/>
                <a:gd name="connsiteY39" fmla="*/ 9527 h 13328"/>
                <a:gd name="connsiteX40" fmla="*/ 555 w 11033"/>
                <a:gd name="connsiteY40" fmla="*/ 9699 h 13328"/>
                <a:gd name="connsiteX41" fmla="*/ 1319 w 11033"/>
                <a:gd name="connsiteY41" fmla="*/ 9475 h 13328"/>
                <a:gd name="connsiteX42" fmla="*/ 2161 w 11033"/>
                <a:gd name="connsiteY42" fmla="*/ 9226 h 13328"/>
                <a:gd name="connsiteX43" fmla="*/ 2989 w 11033"/>
                <a:gd name="connsiteY43" fmla="*/ 8987 h 13328"/>
                <a:gd name="connsiteX44" fmla="*/ 3798 w 11033"/>
                <a:gd name="connsiteY44" fmla="*/ 8745 h 13328"/>
                <a:gd name="connsiteX45" fmla="*/ 4489 w 11033"/>
                <a:gd name="connsiteY45" fmla="*/ 8539 h 13328"/>
                <a:gd name="connsiteX46" fmla="*/ 4787 w 11033"/>
                <a:gd name="connsiteY46" fmla="*/ 8642 h 13328"/>
                <a:gd name="connsiteX47" fmla="*/ 5279 w 11033"/>
                <a:gd name="connsiteY47" fmla="*/ 8883 h 13328"/>
                <a:gd name="connsiteX48" fmla="*/ 5848 w 11033"/>
                <a:gd name="connsiteY48" fmla="*/ 9169 h 13328"/>
                <a:gd name="connsiteX49" fmla="*/ 6100 w 11033"/>
                <a:gd name="connsiteY49" fmla="*/ 9785 h 13328"/>
                <a:gd name="connsiteX50" fmla="*/ 6220 w 11033"/>
                <a:gd name="connsiteY50" fmla="*/ 10105 h 13328"/>
                <a:gd name="connsiteX51" fmla="*/ 6416 w 11033"/>
                <a:gd name="connsiteY51" fmla="*/ 10611 h 13328"/>
                <a:gd name="connsiteX52" fmla="*/ 6666 w 11033"/>
                <a:gd name="connsiteY52" fmla="*/ 11243 h 13328"/>
                <a:gd name="connsiteX53" fmla="*/ 6892 w 11033"/>
                <a:gd name="connsiteY53" fmla="*/ 11814 h 13328"/>
                <a:gd name="connsiteX54" fmla="*/ 7094 w 11033"/>
                <a:gd name="connsiteY54" fmla="*/ 12333 h 13328"/>
                <a:gd name="connsiteX55" fmla="*/ 7435 w 11033"/>
                <a:gd name="connsiteY55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670 w 11033"/>
                <a:gd name="connsiteY16" fmla="*/ 4549 h 13328"/>
                <a:gd name="connsiteX17" fmla="*/ 7174 w 11033"/>
                <a:gd name="connsiteY17" fmla="*/ 5204 h 13328"/>
                <a:gd name="connsiteX18" fmla="*/ 6537 w 11033"/>
                <a:gd name="connsiteY18" fmla="*/ 4896 h 13328"/>
                <a:gd name="connsiteX19" fmla="*/ 6537 w 11033"/>
                <a:gd name="connsiteY19" fmla="*/ 3521 h 13328"/>
                <a:gd name="connsiteX20" fmla="*/ 6520 w 11033"/>
                <a:gd name="connsiteY20" fmla="*/ 3360 h 13328"/>
                <a:gd name="connsiteX21" fmla="*/ 6425 w 11033"/>
                <a:gd name="connsiteY21" fmla="*/ 3380 h 13328"/>
                <a:gd name="connsiteX22" fmla="*/ 6483 w 11033"/>
                <a:gd name="connsiteY22" fmla="*/ 3351 h 13328"/>
                <a:gd name="connsiteX23" fmla="*/ 6093 w 11033"/>
                <a:gd name="connsiteY23" fmla="*/ 2954 h 13328"/>
                <a:gd name="connsiteX24" fmla="*/ 6537 w 11033"/>
                <a:gd name="connsiteY24" fmla="*/ 3374 h 13328"/>
                <a:gd name="connsiteX25" fmla="*/ 6535 w 11033"/>
                <a:gd name="connsiteY25" fmla="*/ 595 h 13328"/>
                <a:gd name="connsiteX26" fmla="*/ 6253 w 11033"/>
                <a:gd name="connsiteY26" fmla="*/ 82 h 13328"/>
                <a:gd name="connsiteX27" fmla="*/ 5673 w 11033"/>
                <a:gd name="connsiteY27" fmla="*/ 45 h 13328"/>
                <a:gd name="connsiteX28" fmla="*/ 5315 w 11033"/>
                <a:gd name="connsiteY28" fmla="*/ 628 h 13328"/>
                <a:gd name="connsiteX29" fmla="*/ 5315 w 11033"/>
                <a:gd name="connsiteY29" fmla="*/ 5322 h 13328"/>
                <a:gd name="connsiteX30" fmla="*/ 5306 w 11033"/>
                <a:gd name="connsiteY30" fmla="*/ 5556 h 13328"/>
                <a:gd name="connsiteX31" fmla="*/ 4498 w 11033"/>
                <a:gd name="connsiteY31" fmla="*/ 7223 h 13328"/>
                <a:gd name="connsiteX32" fmla="*/ 4224 w 11033"/>
                <a:gd name="connsiteY32" fmla="*/ 7797 h 13328"/>
                <a:gd name="connsiteX33" fmla="*/ 3097 w 11033"/>
                <a:gd name="connsiteY33" fmla="*/ 8120 h 13328"/>
                <a:gd name="connsiteX34" fmla="*/ 2447 w 11033"/>
                <a:gd name="connsiteY34" fmla="*/ 8313 h 13328"/>
                <a:gd name="connsiteX35" fmla="*/ 1721 w 11033"/>
                <a:gd name="connsiteY35" fmla="*/ 8535 h 13328"/>
                <a:gd name="connsiteX36" fmla="*/ 835 w 11033"/>
                <a:gd name="connsiteY36" fmla="*/ 8789 h 13328"/>
                <a:gd name="connsiteX37" fmla="*/ 158 w 11033"/>
                <a:gd name="connsiteY37" fmla="*/ 9016 h 13328"/>
                <a:gd name="connsiteX38" fmla="*/ 54 w 11033"/>
                <a:gd name="connsiteY38" fmla="*/ 9527 h 13328"/>
                <a:gd name="connsiteX39" fmla="*/ 555 w 11033"/>
                <a:gd name="connsiteY39" fmla="*/ 9699 h 13328"/>
                <a:gd name="connsiteX40" fmla="*/ 1319 w 11033"/>
                <a:gd name="connsiteY40" fmla="*/ 9475 h 13328"/>
                <a:gd name="connsiteX41" fmla="*/ 2161 w 11033"/>
                <a:gd name="connsiteY41" fmla="*/ 9226 h 13328"/>
                <a:gd name="connsiteX42" fmla="*/ 2989 w 11033"/>
                <a:gd name="connsiteY42" fmla="*/ 8987 h 13328"/>
                <a:gd name="connsiteX43" fmla="*/ 3798 w 11033"/>
                <a:gd name="connsiteY43" fmla="*/ 8745 h 13328"/>
                <a:gd name="connsiteX44" fmla="*/ 4489 w 11033"/>
                <a:gd name="connsiteY44" fmla="*/ 8539 h 13328"/>
                <a:gd name="connsiteX45" fmla="*/ 4787 w 11033"/>
                <a:gd name="connsiteY45" fmla="*/ 8642 h 13328"/>
                <a:gd name="connsiteX46" fmla="*/ 5279 w 11033"/>
                <a:gd name="connsiteY46" fmla="*/ 8883 h 13328"/>
                <a:gd name="connsiteX47" fmla="*/ 5848 w 11033"/>
                <a:gd name="connsiteY47" fmla="*/ 9169 h 13328"/>
                <a:gd name="connsiteX48" fmla="*/ 6100 w 11033"/>
                <a:gd name="connsiteY48" fmla="*/ 9785 h 13328"/>
                <a:gd name="connsiteX49" fmla="*/ 6220 w 11033"/>
                <a:gd name="connsiteY49" fmla="*/ 10105 h 13328"/>
                <a:gd name="connsiteX50" fmla="*/ 6416 w 11033"/>
                <a:gd name="connsiteY50" fmla="*/ 10611 h 13328"/>
                <a:gd name="connsiteX51" fmla="*/ 6666 w 11033"/>
                <a:gd name="connsiteY51" fmla="*/ 11243 h 13328"/>
                <a:gd name="connsiteX52" fmla="*/ 6892 w 11033"/>
                <a:gd name="connsiteY52" fmla="*/ 11814 h 13328"/>
                <a:gd name="connsiteX53" fmla="*/ 7094 w 11033"/>
                <a:gd name="connsiteY53" fmla="*/ 12333 h 13328"/>
                <a:gd name="connsiteX54" fmla="*/ 7435 w 11033"/>
                <a:gd name="connsiteY54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20 w 11033"/>
                <a:gd name="connsiteY19" fmla="*/ 3360 h 13328"/>
                <a:gd name="connsiteX20" fmla="*/ 6425 w 11033"/>
                <a:gd name="connsiteY20" fmla="*/ 3380 h 13328"/>
                <a:gd name="connsiteX21" fmla="*/ 6483 w 11033"/>
                <a:gd name="connsiteY21" fmla="*/ 3351 h 13328"/>
                <a:gd name="connsiteX22" fmla="*/ 6093 w 11033"/>
                <a:gd name="connsiteY22" fmla="*/ 2954 h 13328"/>
                <a:gd name="connsiteX23" fmla="*/ 6537 w 11033"/>
                <a:gd name="connsiteY23" fmla="*/ 3374 h 13328"/>
                <a:gd name="connsiteX24" fmla="*/ 6535 w 11033"/>
                <a:gd name="connsiteY24" fmla="*/ 595 h 13328"/>
                <a:gd name="connsiteX25" fmla="*/ 6253 w 11033"/>
                <a:gd name="connsiteY25" fmla="*/ 82 h 13328"/>
                <a:gd name="connsiteX26" fmla="*/ 5673 w 11033"/>
                <a:gd name="connsiteY26" fmla="*/ 45 h 13328"/>
                <a:gd name="connsiteX27" fmla="*/ 5315 w 11033"/>
                <a:gd name="connsiteY27" fmla="*/ 628 h 13328"/>
                <a:gd name="connsiteX28" fmla="*/ 5315 w 11033"/>
                <a:gd name="connsiteY28" fmla="*/ 5322 h 13328"/>
                <a:gd name="connsiteX29" fmla="*/ 5306 w 11033"/>
                <a:gd name="connsiteY29" fmla="*/ 5556 h 13328"/>
                <a:gd name="connsiteX30" fmla="*/ 4498 w 11033"/>
                <a:gd name="connsiteY30" fmla="*/ 7223 h 13328"/>
                <a:gd name="connsiteX31" fmla="*/ 4224 w 11033"/>
                <a:gd name="connsiteY31" fmla="*/ 7797 h 13328"/>
                <a:gd name="connsiteX32" fmla="*/ 3097 w 11033"/>
                <a:gd name="connsiteY32" fmla="*/ 8120 h 13328"/>
                <a:gd name="connsiteX33" fmla="*/ 2447 w 11033"/>
                <a:gd name="connsiteY33" fmla="*/ 8313 h 13328"/>
                <a:gd name="connsiteX34" fmla="*/ 1721 w 11033"/>
                <a:gd name="connsiteY34" fmla="*/ 8535 h 13328"/>
                <a:gd name="connsiteX35" fmla="*/ 835 w 11033"/>
                <a:gd name="connsiteY35" fmla="*/ 8789 h 13328"/>
                <a:gd name="connsiteX36" fmla="*/ 158 w 11033"/>
                <a:gd name="connsiteY36" fmla="*/ 9016 h 13328"/>
                <a:gd name="connsiteX37" fmla="*/ 54 w 11033"/>
                <a:gd name="connsiteY37" fmla="*/ 9527 h 13328"/>
                <a:gd name="connsiteX38" fmla="*/ 555 w 11033"/>
                <a:gd name="connsiteY38" fmla="*/ 9699 h 13328"/>
                <a:gd name="connsiteX39" fmla="*/ 1319 w 11033"/>
                <a:gd name="connsiteY39" fmla="*/ 9475 h 13328"/>
                <a:gd name="connsiteX40" fmla="*/ 2161 w 11033"/>
                <a:gd name="connsiteY40" fmla="*/ 9226 h 13328"/>
                <a:gd name="connsiteX41" fmla="*/ 2989 w 11033"/>
                <a:gd name="connsiteY41" fmla="*/ 8987 h 13328"/>
                <a:gd name="connsiteX42" fmla="*/ 3798 w 11033"/>
                <a:gd name="connsiteY42" fmla="*/ 8745 h 13328"/>
                <a:gd name="connsiteX43" fmla="*/ 4489 w 11033"/>
                <a:gd name="connsiteY43" fmla="*/ 8539 h 13328"/>
                <a:gd name="connsiteX44" fmla="*/ 4787 w 11033"/>
                <a:gd name="connsiteY44" fmla="*/ 8642 h 13328"/>
                <a:gd name="connsiteX45" fmla="*/ 5279 w 11033"/>
                <a:gd name="connsiteY45" fmla="*/ 8883 h 13328"/>
                <a:gd name="connsiteX46" fmla="*/ 5848 w 11033"/>
                <a:gd name="connsiteY46" fmla="*/ 9169 h 13328"/>
                <a:gd name="connsiteX47" fmla="*/ 6100 w 11033"/>
                <a:gd name="connsiteY47" fmla="*/ 9785 h 13328"/>
                <a:gd name="connsiteX48" fmla="*/ 6220 w 11033"/>
                <a:gd name="connsiteY48" fmla="*/ 10105 h 13328"/>
                <a:gd name="connsiteX49" fmla="*/ 6416 w 11033"/>
                <a:gd name="connsiteY49" fmla="*/ 10611 h 13328"/>
                <a:gd name="connsiteX50" fmla="*/ 6666 w 11033"/>
                <a:gd name="connsiteY50" fmla="*/ 11243 h 13328"/>
                <a:gd name="connsiteX51" fmla="*/ 6892 w 11033"/>
                <a:gd name="connsiteY51" fmla="*/ 11814 h 13328"/>
                <a:gd name="connsiteX52" fmla="*/ 7094 w 11033"/>
                <a:gd name="connsiteY52" fmla="*/ 12333 h 13328"/>
                <a:gd name="connsiteX53" fmla="*/ 7435 w 11033"/>
                <a:gd name="connsiteY53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20 w 11033"/>
                <a:gd name="connsiteY19" fmla="*/ 3360 h 13328"/>
                <a:gd name="connsiteX20" fmla="*/ 6425 w 11033"/>
                <a:gd name="connsiteY20" fmla="*/ 3380 h 13328"/>
                <a:gd name="connsiteX21" fmla="*/ 6483 w 11033"/>
                <a:gd name="connsiteY21" fmla="*/ 3351 h 13328"/>
                <a:gd name="connsiteX22" fmla="*/ 6537 w 11033"/>
                <a:gd name="connsiteY22" fmla="*/ 3374 h 13328"/>
                <a:gd name="connsiteX23" fmla="*/ 6535 w 11033"/>
                <a:gd name="connsiteY23" fmla="*/ 595 h 13328"/>
                <a:gd name="connsiteX24" fmla="*/ 6253 w 11033"/>
                <a:gd name="connsiteY24" fmla="*/ 82 h 13328"/>
                <a:gd name="connsiteX25" fmla="*/ 5673 w 11033"/>
                <a:gd name="connsiteY25" fmla="*/ 45 h 13328"/>
                <a:gd name="connsiteX26" fmla="*/ 5315 w 11033"/>
                <a:gd name="connsiteY26" fmla="*/ 628 h 13328"/>
                <a:gd name="connsiteX27" fmla="*/ 5315 w 11033"/>
                <a:gd name="connsiteY27" fmla="*/ 5322 h 13328"/>
                <a:gd name="connsiteX28" fmla="*/ 5306 w 11033"/>
                <a:gd name="connsiteY28" fmla="*/ 5556 h 13328"/>
                <a:gd name="connsiteX29" fmla="*/ 4498 w 11033"/>
                <a:gd name="connsiteY29" fmla="*/ 7223 h 13328"/>
                <a:gd name="connsiteX30" fmla="*/ 4224 w 11033"/>
                <a:gd name="connsiteY30" fmla="*/ 7797 h 13328"/>
                <a:gd name="connsiteX31" fmla="*/ 3097 w 11033"/>
                <a:gd name="connsiteY31" fmla="*/ 8120 h 13328"/>
                <a:gd name="connsiteX32" fmla="*/ 2447 w 11033"/>
                <a:gd name="connsiteY32" fmla="*/ 8313 h 13328"/>
                <a:gd name="connsiteX33" fmla="*/ 1721 w 11033"/>
                <a:gd name="connsiteY33" fmla="*/ 8535 h 13328"/>
                <a:gd name="connsiteX34" fmla="*/ 835 w 11033"/>
                <a:gd name="connsiteY34" fmla="*/ 8789 h 13328"/>
                <a:gd name="connsiteX35" fmla="*/ 158 w 11033"/>
                <a:gd name="connsiteY35" fmla="*/ 9016 h 13328"/>
                <a:gd name="connsiteX36" fmla="*/ 54 w 11033"/>
                <a:gd name="connsiteY36" fmla="*/ 9527 h 13328"/>
                <a:gd name="connsiteX37" fmla="*/ 555 w 11033"/>
                <a:gd name="connsiteY37" fmla="*/ 9699 h 13328"/>
                <a:gd name="connsiteX38" fmla="*/ 1319 w 11033"/>
                <a:gd name="connsiteY38" fmla="*/ 9475 h 13328"/>
                <a:gd name="connsiteX39" fmla="*/ 2161 w 11033"/>
                <a:gd name="connsiteY39" fmla="*/ 9226 h 13328"/>
                <a:gd name="connsiteX40" fmla="*/ 2989 w 11033"/>
                <a:gd name="connsiteY40" fmla="*/ 8987 h 13328"/>
                <a:gd name="connsiteX41" fmla="*/ 3798 w 11033"/>
                <a:gd name="connsiteY41" fmla="*/ 8745 h 13328"/>
                <a:gd name="connsiteX42" fmla="*/ 4489 w 11033"/>
                <a:gd name="connsiteY42" fmla="*/ 8539 h 13328"/>
                <a:gd name="connsiteX43" fmla="*/ 4787 w 11033"/>
                <a:gd name="connsiteY43" fmla="*/ 8642 h 13328"/>
                <a:gd name="connsiteX44" fmla="*/ 5279 w 11033"/>
                <a:gd name="connsiteY44" fmla="*/ 8883 h 13328"/>
                <a:gd name="connsiteX45" fmla="*/ 5848 w 11033"/>
                <a:gd name="connsiteY45" fmla="*/ 9169 h 13328"/>
                <a:gd name="connsiteX46" fmla="*/ 6100 w 11033"/>
                <a:gd name="connsiteY46" fmla="*/ 9785 h 13328"/>
                <a:gd name="connsiteX47" fmla="*/ 6220 w 11033"/>
                <a:gd name="connsiteY47" fmla="*/ 10105 h 13328"/>
                <a:gd name="connsiteX48" fmla="*/ 6416 w 11033"/>
                <a:gd name="connsiteY48" fmla="*/ 10611 h 13328"/>
                <a:gd name="connsiteX49" fmla="*/ 6666 w 11033"/>
                <a:gd name="connsiteY49" fmla="*/ 11243 h 13328"/>
                <a:gd name="connsiteX50" fmla="*/ 6892 w 11033"/>
                <a:gd name="connsiteY50" fmla="*/ 11814 h 13328"/>
                <a:gd name="connsiteX51" fmla="*/ 7094 w 11033"/>
                <a:gd name="connsiteY51" fmla="*/ 12333 h 13328"/>
                <a:gd name="connsiteX52" fmla="*/ 7435 w 11033"/>
                <a:gd name="connsiteY52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20 w 11033"/>
                <a:gd name="connsiteY19" fmla="*/ 3360 h 13328"/>
                <a:gd name="connsiteX20" fmla="*/ 6425 w 11033"/>
                <a:gd name="connsiteY20" fmla="*/ 3380 h 13328"/>
                <a:gd name="connsiteX21" fmla="*/ 6483 w 11033"/>
                <a:gd name="connsiteY21" fmla="*/ 3351 h 13328"/>
                <a:gd name="connsiteX22" fmla="*/ 6535 w 11033"/>
                <a:gd name="connsiteY22" fmla="*/ 595 h 13328"/>
                <a:gd name="connsiteX23" fmla="*/ 6253 w 11033"/>
                <a:gd name="connsiteY23" fmla="*/ 82 h 13328"/>
                <a:gd name="connsiteX24" fmla="*/ 5673 w 11033"/>
                <a:gd name="connsiteY24" fmla="*/ 45 h 13328"/>
                <a:gd name="connsiteX25" fmla="*/ 5315 w 11033"/>
                <a:gd name="connsiteY25" fmla="*/ 628 h 13328"/>
                <a:gd name="connsiteX26" fmla="*/ 5315 w 11033"/>
                <a:gd name="connsiteY26" fmla="*/ 5322 h 13328"/>
                <a:gd name="connsiteX27" fmla="*/ 5306 w 11033"/>
                <a:gd name="connsiteY27" fmla="*/ 5556 h 13328"/>
                <a:gd name="connsiteX28" fmla="*/ 4498 w 11033"/>
                <a:gd name="connsiteY28" fmla="*/ 7223 h 13328"/>
                <a:gd name="connsiteX29" fmla="*/ 4224 w 11033"/>
                <a:gd name="connsiteY29" fmla="*/ 7797 h 13328"/>
                <a:gd name="connsiteX30" fmla="*/ 3097 w 11033"/>
                <a:gd name="connsiteY30" fmla="*/ 8120 h 13328"/>
                <a:gd name="connsiteX31" fmla="*/ 2447 w 11033"/>
                <a:gd name="connsiteY31" fmla="*/ 8313 h 13328"/>
                <a:gd name="connsiteX32" fmla="*/ 1721 w 11033"/>
                <a:gd name="connsiteY32" fmla="*/ 8535 h 13328"/>
                <a:gd name="connsiteX33" fmla="*/ 835 w 11033"/>
                <a:gd name="connsiteY33" fmla="*/ 8789 h 13328"/>
                <a:gd name="connsiteX34" fmla="*/ 158 w 11033"/>
                <a:gd name="connsiteY34" fmla="*/ 9016 h 13328"/>
                <a:gd name="connsiteX35" fmla="*/ 54 w 11033"/>
                <a:gd name="connsiteY35" fmla="*/ 9527 h 13328"/>
                <a:gd name="connsiteX36" fmla="*/ 555 w 11033"/>
                <a:gd name="connsiteY36" fmla="*/ 9699 h 13328"/>
                <a:gd name="connsiteX37" fmla="*/ 1319 w 11033"/>
                <a:gd name="connsiteY37" fmla="*/ 9475 h 13328"/>
                <a:gd name="connsiteX38" fmla="*/ 2161 w 11033"/>
                <a:gd name="connsiteY38" fmla="*/ 9226 h 13328"/>
                <a:gd name="connsiteX39" fmla="*/ 2989 w 11033"/>
                <a:gd name="connsiteY39" fmla="*/ 8987 h 13328"/>
                <a:gd name="connsiteX40" fmla="*/ 3798 w 11033"/>
                <a:gd name="connsiteY40" fmla="*/ 8745 h 13328"/>
                <a:gd name="connsiteX41" fmla="*/ 4489 w 11033"/>
                <a:gd name="connsiteY41" fmla="*/ 8539 h 13328"/>
                <a:gd name="connsiteX42" fmla="*/ 4787 w 11033"/>
                <a:gd name="connsiteY42" fmla="*/ 8642 h 13328"/>
                <a:gd name="connsiteX43" fmla="*/ 5279 w 11033"/>
                <a:gd name="connsiteY43" fmla="*/ 8883 h 13328"/>
                <a:gd name="connsiteX44" fmla="*/ 5848 w 11033"/>
                <a:gd name="connsiteY44" fmla="*/ 9169 h 13328"/>
                <a:gd name="connsiteX45" fmla="*/ 6100 w 11033"/>
                <a:gd name="connsiteY45" fmla="*/ 9785 h 13328"/>
                <a:gd name="connsiteX46" fmla="*/ 6220 w 11033"/>
                <a:gd name="connsiteY46" fmla="*/ 10105 h 13328"/>
                <a:gd name="connsiteX47" fmla="*/ 6416 w 11033"/>
                <a:gd name="connsiteY47" fmla="*/ 10611 h 13328"/>
                <a:gd name="connsiteX48" fmla="*/ 6666 w 11033"/>
                <a:gd name="connsiteY48" fmla="*/ 11243 h 13328"/>
                <a:gd name="connsiteX49" fmla="*/ 6892 w 11033"/>
                <a:gd name="connsiteY49" fmla="*/ 11814 h 13328"/>
                <a:gd name="connsiteX50" fmla="*/ 7094 w 11033"/>
                <a:gd name="connsiteY50" fmla="*/ 12333 h 13328"/>
                <a:gd name="connsiteX51" fmla="*/ 7435 w 11033"/>
                <a:gd name="connsiteY51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20 w 11033"/>
                <a:gd name="connsiteY19" fmla="*/ 3360 h 13328"/>
                <a:gd name="connsiteX20" fmla="*/ 6425 w 11033"/>
                <a:gd name="connsiteY20" fmla="*/ 3380 h 13328"/>
                <a:gd name="connsiteX21" fmla="*/ 6535 w 11033"/>
                <a:gd name="connsiteY21" fmla="*/ 595 h 13328"/>
                <a:gd name="connsiteX22" fmla="*/ 6253 w 11033"/>
                <a:gd name="connsiteY22" fmla="*/ 82 h 13328"/>
                <a:gd name="connsiteX23" fmla="*/ 5673 w 11033"/>
                <a:gd name="connsiteY23" fmla="*/ 45 h 13328"/>
                <a:gd name="connsiteX24" fmla="*/ 5315 w 11033"/>
                <a:gd name="connsiteY24" fmla="*/ 628 h 13328"/>
                <a:gd name="connsiteX25" fmla="*/ 5315 w 11033"/>
                <a:gd name="connsiteY25" fmla="*/ 5322 h 13328"/>
                <a:gd name="connsiteX26" fmla="*/ 5306 w 11033"/>
                <a:gd name="connsiteY26" fmla="*/ 5556 h 13328"/>
                <a:gd name="connsiteX27" fmla="*/ 4498 w 11033"/>
                <a:gd name="connsiteY27" fmla="*/ 7223 h 13328"/>
                <a:gd name="connsiteX28" fmla="*/ 4224 w 11033"/>
                <a:gd name="connsiteY28" fmla="*/ 7797 h 13328"/>
                <a:gd name="connsiteX29" fmla="*/ 3097 w 11033"/>
                <a:gd name="connsiteY29" fmla="*/ 8120 h 13328"/>
                <a:gd name="connsiteX30" fmla="*/ 2447 w 11033"/>
                <a:gd name="connsiteY30" fmla="*/ 8313 h 13328"/>
                <a:gd name="connsiteX31" fmla="*/ 1721 w 11033"/>
                <a:gd name="connsiteY31" fmla="*/ 8535 h 13328"/>
                <a:gd name="connsiteX32" fmla="*/ 835 w 11033"/>
                <a:gd name="connsiteY32" fmla="*/ 8789 h 13328"/>
                <a:gd name="connsiteX33" fmla="*/ 158 w 11033"/>
                <a:gd name="connsiteY33" fmla="*/ 9016 h 13328"/>
                <a:gd name="connsiteX34" fmla="*/ 54 w 11033"/>
                <a:gd name="connsiteY34" fmla="*/ 9527 h 13328"/>
                <a:gd name="connsiteX35" fmla="*/ 555 w 11033"/>
                <a:gd name="connsiteY35" fmla="*/ 9699 h 13328"/>
                <a:gd name="connsiteX36" fmla="*/ 1319 w 11033"/>
                <a:gd name="connsiteY36" fmla="*/ 9475 h 13328"/>
                <a:gd name="connsiteX37" fmla="*/ 2161 w 11033"/>
                <a:gd name="connsiteY37" fmla="*/ 9226 h 13328"/>
                <a:gd name="connsiteX38" fmla="*/ 2989 w 11033"/>
                <a:gd name="connsiteY38" fmla="*/ 8987 h 13328"/>
                <a:gd name="connsiteX39" fmla="*/ 3798 w 11033"/>
                <a:gd name="connsiteY39" fmla="*/ 8745 h 13328"/>
                <a:gd name="connsiteX40" fmla="*/ 4489 w 11033"/>
                <a:gd name="connsiteY40" fmla="*/ 8539 h 13328"/>
                <a:gd name="connsiteX41" fmla="*/ 4787 w 11033"/>
                <a:gd name="connsiteY41" fmla="*/ 8642 h 13328"/>
                <a:gd name="connsiteX42" fmla="*/ 5279 w 11033"/>
                <a:gd name="connsiteY42" fmla="*/ 8883 h 13328"/>
                <a:gd name="connsiteX43" fmla="*/ 5848 w 11033"/>
                <a:gd name="connsiteY43" fmla="*/ 9169 h 13328"/>
                <a:gd name="connsiteX44" fmla="*/ 6100 w 11033"/>
                <a:gd name="connsiteY44" fmla="*/ 9785 h 13328"/>
                <a:gd name="connsiteX45" fmla="*/ 6220 w 11033"/>
                <a:gd name="connsiteY45" fmla="*/ 10105 h 13328"/>
                <a:gd name="connsiteX46" fmla="*/ 6416 w 11033"/>
                <a:gd name="connsiteY46" fmla="*/ 10611 h 13328"/>
                <a:gd name="connsiteX47" fmla="*/ 6666 w 11033"/>
                <a:gd name="connsiteY47" fmla="*/ 11243 h 13328"/>
                <a:gd name="connsiteX48" fmla="*/ 6892 w 11033"/>
                <a:gd name="connsiteY48" fmla="*/ 11814 h 13328"/>
                <a:gd name="connsiteX49" fmla="*/ 7094 w 11033"/>
                <a:gd name="connsiteY49" fmla="*/ 12333 h 13328"/>
                <a:gd name="connsiteX50" fmla="*/ 7435 w 11033"/>
                <a:gd name="connsiteY50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20 w 11033"/>
                <a:gd name="connsiteY19" fmla="*/ 3360 h 13328"/>
                <a:gd name="connsiteX20" fmla="*/ 6535 w 11033"/>
                <a:gd name="connsiteY20" fmla="*/ 595 h 13328"/>
                <a:gd name="connsiteX21" fmla="*/ 6253 w 11033"/>
                <a:gd name="connsiteY21" fmla="*/ 82 h 13328"/>
                <a:gd name="connsiteX22" fmla="*/ 5673 w 11033"/>
                <a:gd name="connsiteY22" fmla="*/ 45 h 13328"/>
                <a:gd name="connsiteX23" fmla="*/ 5315 w 11033"/>
                <a:gd name="connsiteY23" fmla="*/ 628 h 13328"/>
                <a:gd name="connsiteX24" fmla="*/ 5315 w 11033"/>
                <a:gd name="connsiteY24" fmla="*/ 5322 h 13328"/>
                <a:gd name="connsiteX25" fmla="*/ 5306 w 11033"/>
                <a:gd name="connsiteY25" fmla="*/ 5556 h 13328"/>
                <a:gd name="connsiteX26" fmla="*/ 4498 w 11033"/>
                <a:gd name="connsiteY26" fmla="*/ 7223 h 13328"/>
                <a:gd name="connsiteX27" fmla="*/ 4224 w 11033"/>
                <a:gd name="connsiteY27" fmla="*/ 7797 h 13328"/>
                <a:gd name="connsiteX28" fmla="*/ 3097 w 11033"/>
                <a:gd name="connsiteY28" fmla="*/ 8120 h 13328"/>
                <a:gd name="connsiteX29" fmla="*/ 2447 w 11033"/>
                <a:gd name="connsiteY29" fmla="*/ 8313 h 13328"/>
                <a:gd name="connsiteX30" fmla="*/ 1721 w 11033"/>
                <a:gd name="connsiteY30" fmla="*/ 8535 h 13328"/>
                <a:gd name="connsiteX31" fmla="*/ 835 w 11033"/>
                <a:gd name="connsiteY31" fmla="*/ 8789 h 13328"/>
                <a:gd name="connsiteX32" fmla="*/ 158 w 11033"/>
                <a:gd name="connsiteY32" fmla="*/ 9016 h 13328"/>
                <a:gd name="connsiteX33" fmla="*/ 54 w 11033"/>
                <a:gd name="connsiteY33" fmla="*/ 9527 h 13328"/>
                <a:gd name="connsiteX34" fmla="*/ 555 w 11033"/>
                <a:gd name="connsiteY34" fmla="*/ 9699 h 13328"/>
                <a:gd name="connsiteX35" fmla="*/ 1319 w 11033"/>
                <a:gd name="connsiteY35" fmla="*/ 9475 h 13328"/>
                <a:gd name="connsiteX36" fmla="*/ 2161 w 11033"/>
                <a:gd name="connsiteY36" fmla="*/ 9226 h 13328"/>
                <a:gd name="connsiteX37" fmla="*/ 2989 w 11033"/>
                <a:gd name="connsiteY37" fmla="*/ 8987 h 13328"/>
                <a:gd name="connsiteX38" fmla="*/ 3798 w 11033"/>
                <a:gd name="connsiteY38" fmla="*/ 8745 h 13328"/>
                <a:gd name="connsiteX39" fmla="*/ 4489 w 11033"/>
                <a:gd name="connsiteY39" fmla="*/ 8539 h 13328"/>
                <a:gd name="connsiteX40" fmla="*/ 4787 w 11033"/>
                <a:gd name="connsiteY40" fmla="*/ 8642 h 13328"/>
                <a:gd name="connsiteX41" fmla="*/ 5279 w 11033"/>
                <a:gd name="connsiteY41" fmla="*/ 8883 h 13328"/>
                <a:gd name="connsiteX42" fmla="*/ 5848 w 11033"/>
                <a:gd name="connsiteY42" fmla="*/ 9169 h 13328"/>
                <a:gd name="connsiteX43" fmla="*/ 6100 w 11033"/>
                <a:gd name="connsiteY43" fmla="*/ 9785 h 13328"/>
                <a:gd name="connsiteX44" fmla="*/ 6220 w 11033"/>
                <a:gd name="connsiteY44" fmla="*/ 10105 h 13328"/>
                <a:gd name="connsiteX45" fmla="*/ 6416 w 11033"/>
                <a:gd name="connsiteY45" fmla="*/ 10611 h 13328"/>
                <a:gd name="connsiteX46" fmla="*/ 6666 w 11033"/>
                <a:gd name="connsiteY46" fmla="*/ 11243 h 13328"/>
                <a:gd name="connsiteX47" fmla="*/ 6892 w 11033"/>
                <a:gd name="connsiteY47" fmla="*/ 11814 h 13328"/>
                <a:gd name="connsiteX48" fmla="*/ 7094 w 11033"/>
                <a:gd name="connsiteY48" fmla="*/ 12333 h 13328"/>
                <a:gd name="connsiteX49" fmla="*/ 7435 w 11033"/>
                <a:gd name="connsiteY49" fmla="*/ 13154 h 13328"/>
                <a:gd name="connsiteX0" fmla="*/ 7435 w 11033"/>
                <a:gd name="connsiteY0" fmla="*/ 13154 h 13328"/>
                <a:gd name="connsiteX1" fmla="*/ 7715 w 11033"/>
                <a:gd name="connsiteY1" fmla="*/ 13326 h 13328"/>
                <a:gd name="connsiteX2" fmla="*/ 8118 w 11033"/>
                <a:gd name="connsiteY2" fmla="*/ 13102 h 13328"/>
                <a:gd name="connsiteX3" fmla="*/ 8098 w 11033"/>
                <a:gd name="connsiteY3" fmla="*/ 12703 h 13328"/>
                <a:gd name="connsiteX4" fmla="*/ 7739 w 11033"/>
                <a:gd name="connsiteY4" fmla="*/ 11814 h 13328"/>
                <a:gd name="connsiteX5" fmla="*/ 7417 w 11033"/>
                <a:gd name="connsiteY5" fmla="*/ 10978 h 13328"/>
                <a:gd name="connsiteX6" fmla="*/ 7035 w 11033"/>
                <a:gd name="connsiteY6" fmla="*/ 10031 h 13328"/>
                <a:gd name="connsiteX7" fmla="*/ 6815 w 11033"/>
                <a:gd name="connsiteY7" fmla="*/ 9468 h 13328"/>
                <a:gd name="connsiteX8" fmla="*/ 6617 w 11033"/>
                <a:gd name="connsiteY8" fmla="*/ 8959 h 13328"/>
                <a:gd name="connsiteX9" fmla="*/ 7990 w 11033"/>
                <a:gd name="connsiteY9" fmla="*/ 6147 h 13328"/>
                <a:gd name="connsiteX10" fmla="*/ 10647 w 11033"/>
                <a:gd name="connsiteY10" fmla="*/ 2611 h 13328"/>
                <a:gd name="connsiteX11" fmla="*/ 11022 w 11033"/>
                <a:gd name="connsiteY11" fmla="*/ 2009 h 13328"/>
                <a:gd name="connsiteX12" fmla="*/ 10867 w 11033"/>
                <a:gd name="connsiteY12" fmla="*/ 1467 h 13328"/>
                <a:gd name="connsiteX13" fmla="*/ 10465 w 11033"/>
                <a:gd name="connsiteY13" fmla="*/ 1284 h 13328"/>
                <a:gd name="connsiteX14" fmla="*/ 9915 w 11033"/>
                <a:gd name="connsiteY14" fmla="*/ 1554 h 13328"/>
                <a:gd name="connsiteX15" fmla="*/ 7679 w 11033"/>
                <a:gd name="connsiteY15" fmla="*/ 4516 h 13328"/>
                <a:gd name="connsiteX16" fmla="*/ 7174 w 11033"/>
                <a:gd name="connsiteY16" fmla="*/ 5204 h 13328"/>
                <a:gd name="connsiteX17" fmla="*/ 6537 w 11033"/>
                <a:gd name="connsiteY17" fmla="*/ 4896 h 13328"/>
                <a:gd name="connsiteX18" fmla="*/ 6537 w 11033"/>
                <a:gd name="connsiteY18" fmla="*/ 3521 h 13328"/>
                <a:gd name="connsiteX19" fmla="*/ 6535 w 11033"/>
                <a:gd name="connsiteY19" fmla="*/ 595 h 13328"/>
                <a:gd name="connsiteX20" fmla="*/ 6253 w 11033"/>
                <a:gd name="connsiteY20" fmla="*/ 82 h 13328"/>
                <a:gd name="connsiteX21" fmla="*/ 5673 w 11033"/>
                <a:gd name="connsiteY21" fmla="*/ 45 h 13328"/>
                <a:gd name="connsiteX22" fmla="*/ 5315 w 11033"/>
                <a:gd name="connsiteY22" fmla="*/ 628 h 13328"/>
                <a:gd name="connsiteX23" fmla="*/ 5315 w 11033"/>
                <a:gd name="connsiteY23" fmla="*/ 5322 h 13328"/>
                <a:gd name="connsiteX24" fmla="*/ 5306 w 11033"/>
                <a:gd name="connsiteY24" fmla="*/ 5556 h 13328"/>
                <a:gd name="connsiteX25" fmla="*/ 4498 w 11033"/>
                <a:gd name="connsiteY25" fmla="*/ 7223 h 13328"/>
                <a:gd name="connsiteX26" fmla="*/ 4224 w 11033"/>
                <a:gd name="connsiteY26" fmla="*/ 7797 h 13328"/>
                <a:gd name="connsiteX27" fmla="*/ 3097 w 11033"/>
                <a:gd name="connsiteY27" fmla="*/ 8120 h 13328"/>
                <a:gd name="connsiteX28" fmla="*/ 2447 w 11033"/>
                <a:gd name="connsiteY28" fmla="*/ 8313 h 13328"/>
                <a:gd name="connsiteX29" fmla="*/ 1721 w 11033"/>
                <a:gd name="connsiteY29" fmla="*/ 8535 h 13328"/>
                <a:gd name="connsiteX30" fmla="*/ 835 w 11033"/>
                <a:gd name="connsiteY30" fmla="*/ 8789 h 13328"/>
                <a:gd name="connsiteX31" fmla="*/ 158 w 11033"/>
                <a:gd name="connsiteY31" fmla="*/ 9016 h 13328"/>
                <a:gd name="connsiteX32" fmla="*/ 54 w 11033"/>
                <a:gd name="connsiteY32" fmla="*/ 9527 h 13328"/>
                <a:gd name="connsiteX33" fmla="*/ 555 w 11033"/>
                <a:gd name="connsiteY33" fmla="*/ 9699 h 13328"/>
                <a:gd name="connsiteX34" fmla="*/ 1319 w 11033"/>
                <a:gd name="connsiteY34" fmla="*/ 9475 h 13328"/>
                <a:gd name="connsiteX35" fmla="*/ 2161 w 11033"/>
                <a:gd name="connsiteY35" fmla="*/ 9226 h 13328"/>
                <a:gd name="connsiteX36" fmla="*/ 2989 w 11033"/>
                <a:gd name="connsiteY36" fmla="*/ 8987 h 13328"/>
                <a:gd name="connsiteX37" fmla="*/ 3798 w 11033"/>
                <a:gd name="connsiteY37" fmla="*/ 8745 h 13328"/>
                <a:gd name="connsiteX38" fmla="*/ 4489 w 11033"/>
                <a:gd name="connsiteY38" fmla="*/ 8539 h 13328"/>
                <a:gd name="connsiteX39" fmla="*/ 4787 w 11033"/>
                <a:gd name="connsiteY39" fmla="*/ 8642 h 13328"/>
                <a:gd name="connsiteX40" fmla="*/ 5279 w 11033"/>
                <a:gd name="connsiteY40" fmla="*/ 8883 h 13328"/>
                <a:gd name="connsiteX41" fmla="*/ 5848 w 11033"/>
                <a:gd name="connsiteY41" fmla="*/ 9169 h 13328"/>
                <a:gd name="connsiteX42" fmla="*/ 6100 w 11033"/>
                <a:gd name="connsiteY42" fmla="*/ 9785 h 13328"/>
                <a:gd name="connsiteX43" fmla="*/ 6220 w 11033"/>
                <a:gd name="connsiteY43" fmla="*/ 10105 h 13328"/>
                <a:gd name="connsiteX44" fmla="*/ 6416 w 11033"/>
                <a:gd name="connsiteY44" fmla="*/ 10611 h 13328"/>
                <a:gd name="connsiteX45" fmla="*/ 6666 w 11033"/>
                <a:gd name="connsiteY45" fmla="*/ 11243 h 13328"/>
                <a:gd name="connsiteX46" fmla="*/ 6892 w 11033"/>
                <a:gd name="connsiteY46" fmla="*/ 11814 h 13328"/>
                <a:gd name="connsiteX47" fmla="*/ 7094 w 11033"/>
                <a:gd name="connsiteY47" fmla="*/ 12333 h 13328"/>
                <a:gd name="connsiteX48" fmla="*/ 7435 w 11033"/>
                <a:gd name="connsiteY48" fmla="*/ 13154 h 1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1033" h="13328">
                  <a:moveTo>
                    <a:pt x="7435" y="13154"/>
                  </a:moveTo>
                  <a:cubicBezTo>
                    <a:pt x="7490" y="13257"/>
                    <a:pt x="7605" y="13305"/>
                    <a:pt x="7715" y="13326"/>
                  </a:cubicBezTo>
                  <a:cubicBezTo>
                    <a:pt x="7881" y="13348"/>
                    <a:pt x="8031" y="13235"/>
                    <a:pt x="8118" y="13102"/>
                  </a:cubicBezTo>
                  <a:cubicBezTo>
                    <a:pt x="8172" y="12976"/>
                    <a:pt x="8161" y="12825"/>
                    <a:pt x="8098" y="12703"/>
                  </a:cubicBezTo>
                  <a:cubicBezTo>
                    <a:pt x="7963" y="12413"/>
                    <a:pt x="7870" y="12106"/>
                    <a:pt x="7739" y="11814"/>
                  </a:cubicBezTo>
                  <a:cubicBezTo>
                    <a:pt x="7651" y="11528"/>
                    <a:pt x="7505" y="11264"/>
                    <a:pt x="7417" y="10978"/>
                  </a:cubicBezTo>
                  <a:cubicBezTo>
                    <a:pt x="7280" y="10666"/>
                    <a:pt x="7177" y="10341"/>
                    <a:pt x="7035" y="10031"/>
                  </a:cubicBezTo>
                  <a:cubicBezTo>
                    <a:pt x="6974" y="9838"/>
                    <a:pt x="6893" y="9654"/>
                    <a:pt x="6815" y="9468"/>
                  </a:cubicBezTo>
                  <a:cubicBezTo>
                    <a:pt x="6762" y="9294"/>
                    <a:pt x="6683" y="9129"/>
                    <a:pt x="6617" y="8959"/>
                  </a:cubicBezTo>
                  <a:cubicBezTo>
                    <a:pt x="7077" y="8023"/>
                    <a:pt x="7534" y="7085"/>
                    <a:pt x="7990" y="6147"/>
                  </a:cubicBezTo>
                  <a:lnTo>
                    <a:pt x="10647" y="2611"/>
                  </a:lnTo>
                  <a:cubicBezTo>
                    <a:pt x="10777" y="2414"/>
                    <a:pt x="10970" y="2248"/>
                    <a:pt x="11022" y="2009"/>
                  </a:cubicBezTo>
                  <a:cubicBezTo>
                    <a:pt x="11066" y="1814"/>
                    <a:pt x="10980" y="1621"/>
                    <a:pt x="10867" y="1467"/>
                  </a:cubicBezTo>
                  <a:cubicBezTo>
                    <a:pt x="10749" y="1379"/>
                    <a:pt x="10617" y="1290"/>
                    <a:pt x="10465" y="1284"/>
                  </a:cubicBezTo>
                  <a:cubicBezTo>
                    <a:pt x="10253" y="1270"/>
                    <a:pt x="10032" y="1375"/>
                    <a:pt x="9915" y="1554"/>
                  </a:cubicBezTo>
                  <a:cubicBezTo>
                    <a:pt x="9164" y="2537"/>
                    <a:pt x="8434" y="3536"/>
                    <a:pt x="7679" y="4516"/>
                  </a:cubicBezTo>
                  <a:cubicBezTo>
                    <a:pt x="7222" y="5124"/>
                    <a:pt x="7364" y="5141"/>
                    <a:pt x="7174" y="5204"/>
                  </a:cubicBezTo>
                  <a:cubicBezTo>
                    <a:pt x="6960" y="5106"/>
                    <a:pt x="6746" y="5006"/>
                    <a:pt x="6537" y="4896"/>
                  </a:cubicBezTo>
                  <a:cubicBezTo>
                    <a:pt x="6536" y="4437"/>
                    <a:pt x="6536" y="3979"/>
                    <a:pt x="6537" y="3521"/>
                  </a:cubicBezTo>
                  <a:cubicBezTo>
                    <a:pt x="6537" y="2804"/>
                    <a:pt x="6582" y="1168"/>
                    <a:pt x="6535" y="595"/>
                  </a:cubicBezTo>
                  <a:cubicBezTo>
                    <a:pt x="6548" y="384"/>
                    <a:pt x="6411" y="204"/>
                    <a:pt x="6253" y="82"/>
                  </a:cubicBezTo>
                  <a:cubicBezTo>
                    <a:pt x="6076" y="-14"/>
                    <a:pt x="5862" y="-24"/>
                    <a:pt x="5673" y="45"/>
                  </a:cubicBezTo>
                  <a:cubicBezTo>
                    <a:pt x="5447" y="140"/>
                    <a:pt x="5312" y="388"/>
                    <a:pt x="5315" y="628"/>
                  </a:cubicBezTo>
                  <a:cubicBezTo>
                    <a:pt x="5315" y="2193"/>
                    <a:pt x="5314" y="3758"/>
                    <a:pt x="5315" y="5322"/>
                  </a:cubicBezTo>
                  <a:cubicBezTo>
                    <a:pt x="5313" y="5400"/>
                    <a:pt x="5322" y="5480"/>
                    <a:pt x="5306" y="5556"/>
                  </a:cubicBezTo>
                  <a:cubicBezTo>
                    <a:pt x="5045" y="6116"/>
                    <a:pt x="4767" y="6667"/>
                    <a:pt x="4498" y="7223"/>
                  </a:cubicBezTo>
                  <a:cubicBezTo>
                    <a:pt x="4421" y="7421"/>
                    <a:pt x="4295" y="7596"/>
                    <a:pt x="4224" y="7797"/>
                  </a:cubicBezTo>
                  <a:cubicBezTo>
                    <a:pt x="3841" y="7879"/>
                    <a:pt x="3479" y="8034"/>
                    <a:pt x="3097" y="8120"/>
                  </a:cubicBezTo>
                  <a:cubicBezTo>
                    <a:pt x="2878" y="8179"/>
                    <a:pt x="2669" y="8268"/>
                    <a:pt x="2447" y="8313"/>
                  </a:cubicBezTo>
                  <a:cubicBezTo>
                    <a:pt x="2202" y="8379"/>
                    <a:pt x="1965" y="8469"/>
                    <a:pt x="1721" y="8535"/>
                  </a:cubicBezTo>
                  <a:cubicBezTo>
                    <a:pt x="1421" y="8601"/>
                    <a:pt x="1136" y="8724"/>
                    <a:pt x="835" y="8789"/>
                  </a:cubicBezTo>
                  <a:cubicBezTo>
                    <a:pt x="609" y="8862"/>
                    <a:pt x="377" y="8922"/>
                    <a:pt x="158" y="9016"/>
                  </a:cubicBezTo>
                  <a:cubicBezTo>
                    <a:pt x="15" y="9134"/>
                    <a:pt x="-55" y="9363"/>
                    <a:pt x="54" y="9527"/>
                  </a:cubicBezTo>
                  <a:cubicBezTo>
                    <a:pt x="136" y="9714"/>
                    <a:pt x="378" y="9763"/>
                    <a:pt x="555" y="9699"/>
                  </a:cubicBezTo>
                  <a:cubicBezTo>
                    <a:pt x="816" y="9644"/>
                    <a:pt x="1061" y="9539"/>
                    <a:pt x="1319" y="9475"/>
                  </a:cubicBezTo>
                  <a:cubicBezTo>
                    <a:pt x="1605" y="9412"/>
                    <a:pt x="1876" y="9296"/>
                    <a:pt x="2161" y="9226"/>
                  </a:cubicBezTo>
                  <a:cubicBezTo>
                    <a:pt x="2442" y="9164"/>
                    <a:pt x="2706" y="9044"/>
                    <a:pt x="2989" y="8987"/>
                  </a:cubicBezTo>
                  <a:cubicBezTo>
                    <a:pt x="3260" y="8912"/>
                    <a:pt x="3523" y="8806"/>
                    <a:pt x="3798" y="8745"/>
                  </a:cubicBezTo>
                  <a:cubicBezTo>
                    <a:pt x="4031" y="8684"/>
                    <a:pt x="4254" y="8591"/>
                    <a:pt x="4489" y="8539"/>
                  </a:cubicBezTo>
                  <a:cubicBezTo>
                    <a:pt x="4600" y="8516"/>
                    <a:pt x="4693" y="8597"/>
                    <a:pt x="4787" y="8642"/>
                  </a:cubicBezTo>
                  <a:cubicBezTo>
                    <a:pt x="4946" y="8732"/>
                    <a:pt x="5122" y="8788"/>
                    <a:pt x="5279" y="8883"/>
                  </a:cubicBezTo>
                  <a:cubicBezTo>
                    <a:pt x="5462" y="8990"/>
                    <a:pt x="5672" y="9049"/>
                    <a:pt x="5848" y="9169"/>
                  </a:cubicBezTo>
                  <a:cubicBezTo>
                    <a:pt x="5927" y="9376"/>
                    <a:pt x="6011" y="9582"/>
                    <a:pt x="6100" y="9785"/>
                  </a:cubicBezTo>
                  <a:cubicBezTo>
                    <a:pt x="6113" y="9900"/>
                    <a:pt x="6180" y="9998"/>
                    <a:pt x="6220" y="10105"/>
                  </a:cubicBezTo>
                  <a:cubicBezTo>
                    <a:pt x="6299" y="10268"/>
                    <a:pt x="6339" y="10447"/>
                    <a:pt x="6416" y="10611"/>
                  </a:cubicBezTo>
                  <a:cubicBezTo>
                    <a:pt x="6512" y="10817"/>
                    <a:pt x="6569" y="11038"/>
                    <a:pt x="6666" y="11243"/>
                  </a:cubicBezTo>
                  <a:cubicBezTo>
                    <a:pt x="6757" y="11428"/>
                    <a:pt x="6802" y="11629"/>
                    <a:pt x="6892" y="11814"/>
                  </a:cubicBezTo>
                  <a:cubicBezTo>
                    <a:pt x="6974" y="11981"/>
                    <a:pt x="7011" y="12166"/>
                    <a:pt x="7094" y="12333"/>
                  </a:cubicBezTo>
                  <a:cubicBezTo>
                    <a:pt x="7221" y="12602"/>
                    <a:pt x="7289" y="12895"/>
                    <a:pt x="7435" y="131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7" name="Freeform 115"/>
            <p:cNvSpPr>
              <a:spLocks/>
            </p:cNvSpPr>
            <p:nvPr/>
          </p:nvSpPr>
          <p:spPr bwMode="auto">
            <a:xfrm flipV="1">
              <a:off x="485535" y="3872368"/>
              <a:ext cx="860425" cy="842963"/>
            </a:xfrm>
            <a:custGeom>
              <a:avLst/>
              <a:gdLst>
                <a:gd name="T0" fmla="*/ 952 w 2385"/>
                <a:gd name="T1" fmla="*/ 2201 h 2335"/>
                <a:gd name="T2" fmla="*/ 2259 w 2385"/>
                <a:gd name="T3" fmla="*/ 1441 h 2335"/>
                <a:gd name="T4" fmla="*/ 1931 w 2385"/>
                <a:gd name="T5" fmla="*/ 278 h 2335"/>
                <a:gd name="T6" fmla="*/ 1471 w 2385"/>
                <a:gd name="T7" fmla="*/ 42 h 2335"/>
                <a:gd name="T8" fmla="*/ 699 w 2385"/>
                <a:gd name="T9" fmla="*/ 126 h 2335"/>
                <a:gd name="T10" fmla="*/ 365 w 2385"/>
                <a:gd name="T11" fmla="*/ 392 h 2335"/>
                <a:gd name="T12" fmla="*/ 375 w 2385"/>
                <a:gd name="T13" fmla="*/ 1861 h 2335"/>
                <a:gd name="T14" fmla="*/ 952 w 2385"/>
                <a:gd name="T15" fmla="*/ 2201 h 2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5" h="2335">
                  <a:moveTo>
                    <a:pt x="952" y="2201"/>
                  </a:moveTo>
                  <a:cubicBezTo>
                    <a:pt x="1495" y="2335"/>
                    <a:pt x="2120" y="1991"/>
                    <a:pt x="2259" y="1441"/>
                  </a:cubicBezTo>
                  <a:cubicBezTo>
                    <a:pt x="2385" y="1032"/>
                    <a:pt x="2256" y="557"/>
                    <a:pt x="1931" y="278"/>
                  </a:cubicBezTo>
                  <a:cubicBezTo>
                    <a:pt x="1789" y="180"/>
                    <a:pt x="1646" y="68"/>
                    <a:pt x="1471" y="42"/>
                  </a:cubicBezTo>
                  <a:cubicBezTo>
                    <a:pt x="1214" y="1"/>
                    <a:pt x="934" y="0"/>
                    <a:pt x="699" y="126"/>
                  </a:cubicBezTo>
                  <a:cubicBezTo>
                    <a:pt x="582" y="206"/>
                    <a:pt x="445" y="269"/>
                    <a:pt x="365" y="392"/>
                  </a:cubicBezTo>
                  <a:cubicBezTo>
                    <a:pt x="0" y="790"/>
                    <a:pt x="11" y="1466"/>
                    <a:pt x="375" y="1861"/>
                  </a:cubicBezTo>
                  <a:cubicBezTo>
                    <a:pt x="522" y="2036"/>
                    <a:pt x="736" y="2139"/>
                    <a:pt x="952" y="220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8" name="Group 10"/>
          <p:cNvGrpSpPr>
            <a:grpSpLocks/>
          </p:cNvGrpSpPr>
          <p:nvPr/>
        </p:nvGrpSpPr>
        <p:grpSpPr bwMode="auto">
          <a:xfrm>
            <a:off x="9517363" y="5045765"/>
            <a:ext cx="1797640" cy="1534489"/>
            <a:chOff x="481" y="230"/>
            <a:chExt cx="2145" cy="1831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79" name="Freeform 6"/>
            <p:cNvSpPr>
              <a:spLocks/>
            </p:cNvSpPr>
            <p:nvPr/>
          </p:nvSpPr>
          <p:spPr bwMode="auto">
            <a:xfrm flipV="1">
              <a:off x="1460" y="230"/>
              <a:ext cx="349" cy="345"/>
            </a:xfrm>
            <a:custGeom>
              <a:avLst/>
              <a:gdLst>
                <a:gd name="T0" fmla="*/ 1126 w 2793"/>
                <a:gd name="T1" fmla="*/ 2699 h 2760"/>
                <a:gd name="T2" fmla="*/ 2047 w 2793"/>
                <a:gd name="T3" fmla="*/ 2564 h 2760"/>
                <a:gd name="T4" fmla="*/ 2742 w 2793"/>
                <a:gd name="T5" fmla="*/ 1558 h 2760"/>
                <a:gd name="T6" fmla="*/ 2457 w 2793"/>
                <a:gd name="T7" fmla="*/ 531 h 2760"/>
                <a:gd name="T8" fmla="*/ 1529 w 2793"/>
                <a:gd name="T9" fmla="*/ 35 h 2760"/>
                <a:gd name="T10" fmla="*/ 552 w 2793"/>
                <a:gd name="T11" fmla="*/ 331 h 2760"/>
                <a:gd name="T12" fmla="*/ 68 w 2793"/>
                <a:gd name="T13" fmla="*/ 1563 h 2760"/>
                <a:gd name="T14" fmla="*/ 1126 w 2793"/>
                <a:gd name="T15" fmla="*/ 2699 h 2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3" h="2760">
                  <a:moveTo>
                    <a:pt x="1126" y="2699"/>
                  </a:moveTo>
                  <a:cubicBezTo>
                    <a:pt x="1436" y="2760"/>
                    <a:pt x="1769" y="2719"/>
                    <a:pt x="2047" y="2564"/>
                  </a:cubicBezTo>
                  <a:cubicBezTo>
                    <a:pt x="2420" y="2365"/>
                    <a:pt x="2691" y="1980"/>
                    <a:pt x="2742" y="1558"/>
                  </a:cubicBezTo>
                  <a:cubicBezTo>
                    <a:pt x="2793" y="1196"/>
                    <a:pt x="2689" y="815"/>
                    <a:pt x="2457" y="531"/>
                  </a:cubicBezTo>
                  <a:cubicBezTo>
                    <a:pt x="2233" y="248"/>
                    <a:pt x="1889" y="62"/>
                    <a:pt x="1529" y="35"/>
                  </a:cubicBezTo>
                  <a:cubicBezTo>
                    <a:pt x="1181" y="0"/>
                    <a:pt x="821" y="108"/>
                    <a:pt x="552" y="331"/>
                  </a:cubicBezTo>
                  <a:cubicBezTo>
                    <a:pt x="190" y="619"/>
                    <a:pt x="0" y="1105"/>
                    <a:pt x="68" y="1563"/>
                  </a:cubicBezTo>
                  <a:cubicBezTo>
                    <a:pt x="135" y="2115"/>
                    <a:pt x="582" y="2590"/>
                    <a:pt x="1126" y="26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0" name="Freeform 7"/>
            <p:cNvSpPr>
              <a:spLocks/>
            </p:cNvSpPr>
            <p:nvPr/>
          </p:nvSpPr>
          <p:spPr bwMode="auto">
            <a:xfrm flipV="1">
              <a:off x="882" y="417"/>
              <a:ext cx="1744" cy="1644"/>
            </a:xfrm>
            <a:custGeom>
              <a:avLst/>
              <a:gdLst>
                <a:gd name="T0" fmla="*/ 12260 w 13958"/>
                <a:gd name="T1" fmla="*/ 13084 h 13160"/>
                <a:gd name="T2" fmla="*/ 12935 w 13958"/>
                <a:gd name="T3" fmla="*/ 12965 h 13160"/>
                <a:gd name="T4" fmla="*/ 13009 w 13958"/>
                <a:gd name="T5" fmla="*/ 11640 h 13160"/>
                <a:gd name="T6" fmla="*/ 12392 w 13958"/>
                <a:gd name="T7" fmla="*/ 11313 h 13160"/>
                <a:gd name="T8" fmla="*/ 9510 w 13958"/>
                <a:gd name="T9" fmla="*/ 10648 h 13160"/>
                <a:gd name="T10" fmla="*/ 9522 w 13958"/>
                <a:gd name="T11" fmla="*/ 10585 h 13160"/>
                <a:gd name="T12" fmla="*/ 12848 w 13958"/>
                <a:gd name="T13" fmla="*/ 9708 h 13160"/>
                <a:gd name="T14" fmla="*/ 13585 w 13958"/>
                <a:gd name="T15" fmla="*/ 9347 h 13160"/>
                <a:gd name="T16" fmla="*/ 13353 w 13958"/>
                <a:gd name="T17" fmla="*/ 7947 h 13160"/>
                <a:gd name="T18" fmla="*/ 12633 w 13958"/>
                <a:gd name="T19" fmla="*/ 7965 h 13160"/>
                <a:gd name="T20" fmla="*/ 9729 w 13958"/>
                <a:gd name="T21" fmla="*/ 8786 h 13160"/>
                <a:gd name="T22" fmla="*/ 9531 w 13958"/>
                <a:gd name="T23" fmla="*/ 7498 h 13160"/>
                <a:gd name="T24" fmla="*/ 8235 w 13958"/>
                <a:gd name="T25" fmla="*/ 5527 h 13160"/>
                <a:gd name="T26" fmla="*/ 9815 w 13958"/>
                <a:gd name="T27" fmla="*/ 4554 h 13160"/>
                <a:gd name="T28" fmla="*/ 11060 w 13958"/>
                <a:gd name="T29" fmla="*/ 3080 h 13160"/>
                <a:gd name="T30" fmla="*/ 10842 w 13958"/>
                <a:gd name="T31" fmla="*/ 1855 h 13160"/>
                <a:gd name="T32" fmla="*/ 9514 w 13958"/>
                <a:gd name="T33" fmla="*/ 600 h 13160"/>
                <a:gd name="T34" fmla="*/ 8798 w 13958"/>
                <a:gd name="T35" fmla="*/ 72 h 13160"/>
                <a:gd name="T36" fmla="*/ 7822 w 13958"/>
                <a:gd name="T37" fmla="*/ 962 h 13160"/>
                <a:gd name="T38" fmla="*/ 8138 w 13958"/>
                <a:gd name="T39" fmla="*/ 1660 h 13160"/>
                <a:gd name="T40" fmla="*/ 8983 w 13958"/>
                <a:gd name="T41" fmla="*/ 2365 h 13160"/>
                <a:gd name="T42" fmla="*/ 9399 w 13958"/>
                <a:gd name="T43" fmla="*/ 2729 h 13160"/>
                <a:gd name="T44" fmla="*/ 8973 w 13958"/>
                <a:gd name="T45" fmla="*/ 3040 h 13160"/>
                <a:gd name="T46" fmla="*/ 8021 w 13958"/>
                <a:gd name="T47" fmla="*/ 3605 h 13160"/>
                <a:gd name="T48" fmla="*/ 5397 w 13958"/>
                <a:gd name="T49" fmla="*/ 5286 h 13160"/>
                <a:gd name="T50" fmla="*/ 4375 w 13958"/>
                <a:gd name="T51" fmla="*/ 5889 h 13160"/>
                <a:gd name="T52" fmla="*/ 2787 w 13958"/>
                <a:gd name="T53" fmla="*/ 6807 h 13160"/>
                <a:gd name="T54" fmla="*/ 667 w 13958"/>
                <a:gd name="T55" fmla="*/ 7967 h 13160"/>
                <a:gd name="T56" fmla="*/ 193 w 13958"/>
                <a:gd name="T57" fmla="*/ 8303 h 13160"/>
                <a:gd name="T58" fmla="*/ 79 w 13958"/>
                <a:gd name="T59" fmla="*/ 9015 h 13160"/>
                <a:gd name="T60" fmla="*/ 857 w 13958"/>
                <a:gd name="T61" fmla="*/ 9671 h 13160"/>
                <a:gd name="T62" fmla="*/ 1394 w 13958"/>
                <a:gd name="T63" fmla="*/ 9536 h 13160"/>
                <a:gd name="T64" fmla="*/ 5023 w 13958"/>
                <a:gd name="T65" fmla="*/ 7526 h 13160"/>
                <a:gd name="T66" fmla="*/ 5935 w 13958"/>
                <a:gd name="T67" fmla="*/ 6988 h 13160"/>
                <a:gd name="T68" fmla="*/ 6632 w 13958"/>
                <a:gd name="T69" fmla="*/ 7718 h 13160"/>
                <a:gd name="T70" fmla="*/ 7036 w 13958"/>
                <a:gd name="T71" fmla="*/ 8584 h 13160"/>
                <a:gd name="T72" fmla="*/ 6807 w 13958"/>
                <a:gd name="T73" fmla="*/ 10732 h 13160"/>
                <a:gd name="T74" fmla="*/ 7220 w 13958"/>
                <a:gd name="T75" fmla="*/ 11963 h 13160"/>
                <a:gd name="T76" fmla="*/ 8602 w 13958"/>
                <a:gd name="T77" fmla="*/ 12197 h 13160"/>
                <a:gd name="T78" fmla="*/ 9520 w 13958"/>
                <a:gd name="T79" fmla="*/ 12382 h 13160"/>
                <a:gd name="T80" fmla="*/ 11456 w 13958"/>
                <a:gd name="T81" fmla="*/ 12813 h 13160"/>
                <a:gd name="T82" fmla="*/ 12260 w 13958"/>
                <a:gd name="T83" fmla="*/ 13084 h 13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958" h="13160">
                  <a:moveTo>
                    <a:pt x="12260" y="13084"/>
                  </a:moveTo>
                  <a:cubicBezTo>
                    <a:pt x="12486" y="13160"/>
                    <a:pt x="12754" y="13126"/>
                    <a:pt x="12935" y="12965"/>
                  </a:cubicBezTo>
                  <a:cubicBezTo>
                    <a:pt x="13309" y="12640"/>
                    <a:pt x="13344" y="12005"/>
                    <a:pt x="13009" y="11640"/>
                  </a:cubicBezTo>
                  <a:cubicBezTo>
                    <a:pt x="12851" y="11458"/>
                    <a:pt x="12614" y="11384"/>
                    <a:pt x="12392" y="11313"/>
                  </a:cubicBezTo>
                  <a:cubicBezTo>
                    <a:pt x="11461" y="10980"/>
                    <a:pt x="10487" y="10785"/>
                    <a:pt x="9510" y="10648"/>
                  </a:cubicBezTo>
                  <a:cubicBezTo>
                    <a:pt x="9513" y="10632"/>
                    <a:pt x="9519" y="10601"/>
                    <a:pt x="9522" y="10585"/>
                  </a:cubicBezTo>
                  <a:cubicBezTo>
                    <a:pt x="10647" y="10362"/>
                    <a:pt x="11760" y="10074"/>
                    <a:pt x="12848" y="9708"/>
                  </a:cubicBezTo>
                  <a:cubicBezTo>
                    <a:pt x="13105" y="9620"/>
                    <a:pt x="13396" y="9561"/>
                    <a:pt x="13585" y="9347"/>
                  </a:cubicBezTo>
                  <a:cubicBezTo>
                    <a:pt x="13958" y="8946"/>
                    <a:pt x="13847" y="8199"/>
                    <a:pt x="13353" y="7947"/>
                  </a:cubicBezTo>
                  <a:cubicBezTo>
                    <a:pt x="13127" y="7827"/>
                    <a:pt x="12861" y="7880"/>
                    <a:pt x="12633" y="7965"/>
                  </a:cubicBezTo>
                  <a:cubicBezTo>
                    <a:pt x="11680" y="8291"/>
                    <a:pt x="10710" y="8562"/>
                    <a:pt x="9729" y="8786"/>
                  </a:cubicBezTo>
                  <a:cubicBezTo>
                    <a:pt x="9727" y="8350"/>
                    <a:pt x="9678" y="7910"/>
                    <a:pt x="9531" y="7498"/>
                  </a:cubicBezTo>
                  <a:cubicBezTo>
                    <a:pt x="9278" y="6740"/>
                    <a:pt x="8766" y="6108"/>
                    <a:pt x="8235" y="5527"/>
                  </a:cubicBezTo>
                  <a:cubicBezTo>
                    <a:pt x="8744" y="5174"/>
                    <a:pt x="9282" y="4868"/>
                    <a:pt x="9815" y="4554"/>
                  </a:cubicBezTo>
                  <a:cubicBezTo>
                    <a:pt x="10365" y="4208"/>
                    <a:pt x="10892" y="3731"/>
                    <a:pt x="11060" y="3080"/>
                  </a:cubicBezTo>
                  <a:cubicBezTo>
                    <a:pt x="11183" y="2665"/>
                    <a:pt x="11099" y="2202"/>
                    <a:pt x="10842" y="1855"/>
                  </a:cubicBezTo>
                  <a:cubicBezTo>
                    <a:pt x="10481" y="1357"/>
                    <a:pt x="9955" y="1019"/>
                    <a:pt x="9514" y="600"/>
                  </a:cubicBezTo>
                  <a:cubicBezTo>
                    <a:pt x="9299" y="399"/>
                    <a:pt x="9112" y="117"/>
                    <a:pt x="8798" y="72"/>
                  </a:cubicBezTo>
                  <a:cubicBezTo>
                    <a:pt x="8293" y="0"/>
                    <a:pt x="7836" y="474"/>
                    <a:pt x="7822" y="962"/>
                  </a:cubicBezTo>
                  <a:cubicBezTo>
                    <a:pt x="7808" y="1230"/>
                    <a:pt x="7944" y="1484"/>
                    <a:pt x="8138" y="1660"/>
                  </a:cubicBezTo>
                  <a:cubicBezTo>
                    <a:pt x="8393" y="1926"/>
                    <a:pt x="8699" y="2134"/>
                    <a:pt x="8983" y="2365"/>
                  </a:cubicBezTo>
                  <a:cubicBezTo>
                    <a:pt x="9124" y="2484"/>
                    <a:pt x="9256" y="2613"/>
                    <a:pt x="9399" y="2729"/>
                  </a:cubicBezTo>
                  <a:cubicBezTo>
                    <a:pt x="9243" y="2813"/>
                    <a:pt x="9119" y="2942"/>
                    <a:pt x="8973" y="3040"/>
                  </a:cubicBezTo>
                  <a:cubicBezTo>
                    <a:pt x="8666" y="3245"/>
                    <a:pt x="8331" y="3404"/>
                    <a:pt x="8021" y="3605"/>
                  </a:cubicBezTo>
                  <a:cubicBezTo>
                    <a:pt x="7129" y="4137"/>
                    <a:pt x="6285" y="4747"/>
                    <a:pt x="5397" y="5286"/>
                  </a:cubicBezTo>
                  <a:cubicBezTo>
                    <a:pt x="5064" y="5499"/>
                    <a:pt x="4717" y="5689"/>
                    <a:pt x="4375" y="5889"/>
                  </a:cubicBezTo>
                  <a:cubicBezTo>
                    <a:pt x="3846" y="6195"/>
                    <a:pt x="3317" y="6502"/>
                    <a:pt x="2787" y="6807"/>
                  </a:cubicBezTo>
                  <a:cubicBezTo>
                    <a:pt x="2080" y="7194"/>
                    <a:pt x="1373" y="7580"/>
                    <a:pt x="667" y="7967"/>
                  </a:cubicBezTo>
                  <a:cubicBezTo>
                    <a:pt x="497" y="8060"/>
                    <a:pt x="315" y="8147"/>
                    <a:pt x="193" y="8303"/>
                  </a:cubicBezTo>
                  <a:cubicBezTo>
                    <a:pt x="31" y="8498"/>
                    <a:pt x="0" y="8778"/>
                    <a:pt x="79" y="9015"/>
                  </a:cubicBezTo>
                  <a:cubicBezTo>
                    <a:pt x="185" y="9356"/>
                    <a:pt x="494" y="9642"/>
                    <a:pt x="857" y="9671"/>
                  </a:cubicBezTo>
                  <a:cubicBezTo>
                    <a:pt x="1046" y="9690"/>
                    <a:pt x="1230" y="9625"/>
                    <a:pt x="1394" y="9536"/>
                  </a:cubicBezTo>
                  <a:cubicBezTo>
                    <a:pt x="2608" y="8873"/>
                    <a:pt x="3830" y="8226"/>
                    <a:pt x="5023" y="7526"/>
                  </a:cubicBezTo>
                  <a:cubicBezTo>
                    <a:pt x="5327" y="7347"/>
                    <a:pt x="5632" y="7168"/>
                    <a:pt x="5935" y="6988"/>
                  </a:cubicBezTo>
                  <a:cubicBezTo>
                    <a:pt x="6175" y="7224"/>
                    <a:pt x="6411" y="7463"/>
                    <a:pt x="6632" y="7718"/>
                  </a:cubicBezTo>
                  <a:cubicBezTo>
                    <a:pt x="6832" y="7965"/>
                    <a:pt x="7036" y="8253"/>
                    <a:pt x="7036" y="8584"/>
                  </a:cubicBezTo>
                  <a:cubicBezTo>
                    <a:pt x="7077" y="9308"/>
                    <a:pt x="6896" y="10018"/>
                    <a:pt x="6807" y="10732"/>
                  </a:cubicBezTo>
                  <a:cubicBezTo>
                    <a:pt x="6754" y="11174"/>
                    <a:pt x="6884" y="11657"/>
                    <a:pt x="7220" y="11963"/>
                  </a:cubicBezTo>
                  <a:cubicBezTo>
                    <a:pt x="7586" y="12303"/>
                    <a:pt x="8144" y="12381"/>
                    <a:pt x="8602" y="12197"/>
                  </a:cubicBezTo>
                  <a:cubicBezTo>
                    <a:pt x="8889" y="12331"/>
                    <a:pt x="9213" y="12328"/>
                    <a:pt x="9520" y="12382"/>
                  </a:cubicBezTo>
                  <a:cubicBezTo>
                    <a:pt x="10175" y="12475"/>
                    <a:pt x="10820" y="12629"/>
                    <a:pt x="11456" y="12813"/>
                  </a:cubicBezTo>
                  <a:cubicBezTo>
                    <a:pt x="11724" y="12902"/>
                    <a:pt x="11990" y="13000"/>
                    <a:pt x="12260" y="130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1" name="Freeform 8"/>
            <p:cNvSpPr>
              <a:spLocks/>
            </p:cNvSpPr>
            <p:nvPr/>
          </p:nvSpPr>
          <p:spPr bwMode="auto">
            <a:xfrm flipV="1">
              <a:off x="532" y="698"/>
              <a:ext cx="330" cy="183"/>
            </a:xfrm>
            <a:custGeom>
              <a:avLst/>
              <a:gdLst>
                <a:gd name="T0" fmla="*/ 1037 w 2644"/>
                <a:gd name="T1" fmla="*/ 1463 h 1463"/>
                <a:gd name="T2" fmla="*/ 1785 w 2644"/>
                <a:gd name="T3" fmla="*/ 1056 h 1463"/>
                <a:gd name="T4" fmla="*/ 2644 w 2644"/>
                <a:gd name="T5" fmla="*/ 208 h 1463"/>
                <a:gd name="T6" fmla="*/ 2605 w 2644"/>
                <a:gd name="T7" fmla="*/ 0 h 1463"/>
                <a:gd name="T8" fmla="*/ 1616 w 2644"/>
                <a:gd name="T9" fmla="*/ 871 h 1463"/>
                <a:gd name="T10" fmla="*/ 1093 w 2644"/>
                <a:gd name="T11" fmla="*/ 1119 h 1463"/>
                <a:gd name="T12" fmla="*/ 272 w 2644"/>
                <a:gd name="T13" fmla="*/ 561 h 1463"/>
                <a:gd name="T14" fmla="*/ 203 w 2644"/>
                <a:gd name="T15" fmla="*/ 286 h 1463"/>
                <a:gd name="T16" fmla="*/ 0 w 2644"/>
                <a:gd name="T17" fmla="*/ 351 h 1463"/>
                <a:gd name="T18" fmla="*/ 78 w 2644"/>
                <a:gd name="T19" fmla="*/ 745 h 1463"/>
                <a:gd name="T20" fmla="*/ 862 w 2644"/>
                <a:gd name="T21" fmla="*/ 1169 h 1463"/>
                <a:gd name="T22" fmla="*/ 1037 w 2644"/>
                <a:gd name="T23" fmla="*/ 1463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44" h="1463">
                  <a:moveTo>
                    <a:pt x="1037" y="1463"/>
                  </a:moveTo>
                  <a:cubicBezTo>
                    <a:pt x="1235" y="1251"/>
                    <a:pt x="1492" y="1090"/>
                    <a:pt x="1785" y="1056"/>
                  </a:cubicBezTo>
                  <a:cubicBezTo>
                    <a:pt x="1879" y="637"/>
                    <a:pt x="2218" y="290"/>
                    <a:pt x="2644" y="208"/>
                  </a:cubicBezTo>
                  <a:cubicBezTo>
                    <a:pt x="2631" y="139"/>
                    <a:pt x="2619" y="69"/>
                    <a:pt x="2605" y="0"/>
                  </a:cubicBezTo>
                  <a:cubicBezTo>
                    <a:pt x="2148" y="83"/>
                    <a:pt x="1755" y="427"/>
                    <a:pt x="1616" y="871"/>
                  </a:cubicBezTo>
                  <a:cubicBezTo>
                    <a:pt x="1426" y="915"/>
                    <a:pt x="1249" y="1003"/>
                    <a:pt x="1093" y="1119"/>
                  </a:cubicBezTo>
                  <a:cubicBezTo>
                    <a:pt x="903" y="836"/>
                    <a:pt x="605" y="634"/>
                    <a:pt x="272" y="561"/>
                  </a:cubicBezTo>
                  <a:cubicBezTo>
                    <a:pt x="251" y="469"/>
                    <a:pt x="229" y="377"/>
                    <a:pt x="203" y="286"/>
                  </a:cubicBezTo>
                  <a:cubicBezTo>
                    <a:pt x="135" y="308"/>
                    <a:pt x="68" y="329"/>
                    <a:pt x="0" y="351"/>
                  </a:cubicBezTo>
                  <a:cubicBezTo>
                    <a:pt x="36" y="480"/>
                    <a:pt x="64" y="612"/>
                    <a:pt x="78" y="745"/>
                  </a:cubicBezTo>
                  <a:cubicBezTo>
                    <a:pt x="380" y="783"/>
                    <a:pt x="678" y="920"/>
                    <a:pt x="862" y="1169"/>
                  </a:cubicBezTo>
                  <a:cubicBezTo>
                    <a:pt x="928" y="1262"/>
                    <a:pt x="987" y="1360"/>
                    <a:pt x="1037" y="14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2" name="Freeform 9"/>
            <p:cNvSpPr>
              <a:spLocks/>
            </p:cNvSpPr>
            <p:nvPr/>
          </p:nvSpPr>
          <p:spPr bwMode="auto">
            <a:xfrm flipV="1">
              <a:off x="481" y="889"/>
              <a:ext cx="316" cy="307"/>
            </a:xfrm>
            <a:custGeom>
              <a:avLst/>
              <a:gdLst>
                <a:gd name="T0" fmla="*/ 1017 w 2523"/>
                <a:gd name="T1" fmla="*/ 2375 h 2454"/>
                <a:gd name="T2" fmla="*/ 2104 w 2523"/>
                <a:gd name="T3" fmla="*/ 2024 h 2454"/>
                <a:gd name="T4" fmla="*/ 2267 w 2523"/>
                <a:gd name="T5" fmla="*/ 637 h 2454"/>
                <a:gd name="T6" fmla="*/ 1136 w 2523"/>
                <a:gd name="T7" fmla="*/ 50 h 2454"/>
                <a:gd name="T8" fmla="*/ 141 w 2523"/>
                <a:gd name="T9" fmla="*/ 814 h 2454"/>
                <a:gd name="T10" fmla="*/ 321 w 2523"/>
                <a:gd name="T11" fmla="*/ 1950 h 2454"/>
                <a:gd name="T12" fmla="*/ 1017 w 2523"/>
                <a:gd name="T13" fmla="*/ 2375 h 2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3" h="2454">
                  <a:moveTo>
                    <a:pt x="1017" y="2375"/>
                  </a:moveTo>
                  <a:cubicBezTo>
                    <a:pt x="1408" y="2454"/>
                    <a:pt x="1834" y="2319"/>
                    <a:pt x="2104" y="2024"/>
                  </a:cubicBezTo>
                  <a:cubicBezTo>
                    <a:pt x="2454" y="1663"/>
                    <a:pt x="2523" y="1069"/>
                    <a:pt x="2267" y="637"/>
                  </a:cubicBezTo>
                  <a:cubicBezTo>
                    <a:pt x="2048" y="242"/>
                    <a:pt x="1585" y="0"/>
                    <a:pt x="1136" y="50"/>
                  </a:cubicBezTo>
                  <a:cubicBezTo>
                    <a:pt x="694" y="84"/>
                    <a:pt x="289" y="396"/>
                    <a:pt x="141" y="814"/>
                  </a:cubicBezTo>
                  <a:cubicBezTo>
                    <a:pt x="0" y="1190"/>
                    <a:pt x="69" y="1636"/>
                    <a:pt x="321" y="1950"/>
                  </a:cubicBezTo>
                  <a:cubicBezTo>
                    <a:pt x="493" y="2168"/>
                    <a:pt x="744" y="2322"/>
                    <a:pt x="1017" y="237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6161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O_Shape"/>
          <p:cNvSpPr>
            <a:spLocks/>
          </p:cNvSpPr>
          <p:nvPr/>
        </p:nvSpPr>
        <p:spPr bwMode="auto">
          <a:xfrm>
            <a:off x="1153619" y="249669"/>
            <a:ext cx="583654" cy="1163429"/>
          </a:xfrm>
          <a:custGeom>
            <a:avLst/>
            <a:gdLst>
              <a:gd name="T0" fmla="*/ 691905 w 887413"/>
              <a:gd name="T1" fmla="*/ 721802 h 1766887"/>
              <a:gd name="T2" fmla="*/ 729273 w 887413"/>
              <a:gd name="T3" fmla="*/ 775595 h 1766887"/>
              <a:gd name="T4" fmla="*/ 753939 w 887413"/>
              <a:gd name="T5" fmla="*/ 1006904 h 1766887"/>
              <a:gd name="T6" fmla="*/ 709245 w 887413"/>
              <a:gd name="T7" fmla="*/ 1251905 h 1766887"/>
              <a:gd name="T8" fmla="*/ 612530 w 887413"/>
              <a:gd name="T9" fmla="*/ 1413284 h 1766887"/>
              <a:gd name="T10" fmla="*/ 482111 w 887413"/>
              <a:gd name="T11" fmla="*/ 1519158 h 1766887"/>
              <a:gd name="T12" fmla="*/ 244963 w 887413"/>
              <a:gd name="T13" fmla="*/ 1597403 h 1766887"/>
              <a:gd name="T14" fmla="*/ 80840 w 887413"/>
              <a:gd name="T15" fmla="*/ 1592268 h 1766887"/>
              <a:gd name="T16" fmla="*/ 36146 w 887413"/>
              <a:gd name="T17" fmla="*/ 1517692 h 1766887"/>
              <a:gd name="T18" fmla="*/ 52998 w 887413"/>
              <a:gd name="T19" fmla="*/ 1455096 h 1766887"/>
              <a:gd name="T20" fmla="*/ 105019 w 887413"/>
              <a:gd name="T21" fmla="*/ 1417441 h 1766887"/>
              <a:gd name="T22" fmla="*/ 276469 w 887413"/>
              <a:gd name="T23" fmla="*/ 1393968 h 1766887"/>
              <a:gd name="T24" fmla="*/ 425449 w 887413"/>
              <a:gd name="T25" fmla="*/ 1324527 h 1766887"/>
              <a:gd name="T26" fmla="*/ 506778 w 887413"/>
              <a:gd name="T27" fmla="*/ 1229655 h 1766887"/>
              <a:gd name="T28" fmla="*/ 552449 w 887413"/>
              <a:gd name="T29" fmla="*/ 1091261 h 1766887"/>
              <a:gd name="T30" fmla="*/ 551717 w 887413"/>
              <a:gd name="T31" fmla="*/ 876090 h 1766887"/>
              <a:gd name="T32" fmla="*/ 541459 w 887413"/>
              <a:gd name="T33" fmla="*/ 777551 h 1766887"/>
              <a:gd name="T34" fmla="*/ 576628 w 887413"/>
              <a:gd name="T35" fmla="*/ 723758 h 1766887"/>
              <a:gd name="T36" fmla="*/ 595831 w 887413"/>
              <a:gd name="T37" fmla="*/ 590498 h 1766887"/>
              <a:gd name="T38" fmla="*/ 749003 w 887413"/>
              <a:gd name="T39" fmla="*/ 645565 h 1766887"/>
              <a:gd name="T40" fmla="*/ 835238 w 887413"/>
              <a:gd name="T41" fmla="*/ 750314 h 1766887"/>
              <a:gd name="T42" fmla="*/ 903152 w 887413"/>
              <a:gd name="T43" fmla="*/ 954672 h 1766887"/>
              <a:gd name="T44" fmla="*/ 941261 w 887413"/>
              <a:gd name="T45" fmla="*/ 1230740 h 1766887"/>
              <a:gd name="T46" fmla="*/ 919275 w 887413"/>
              <a:gd name="T47" fmla="*/ 1510478 h 1766887"/>
              <a:gd name="T48" fmla="*/ 871150 w 887413"/>
              <a:gd name="T49" fmla="*/ 1617430 h 1766887"/>
              <a:gd name="T50" fmla="*/ 927826 w 887413"/>
              <a:gd name="T51" fmla="*/ 1665644 h 1766887"/>
              <a:gd name="T52" fmla="*/ 954943 w 887413"/>
              <a:gd name="T53" fmla="*/ 1736129 h 1766887"/>
              <a:gd name="T54" fmla="*/ 933933 w 887413"/>
              <a:gd name="T55" fmla="*/ 1831823 h 1766887"/>
              <a:gd name="T56" fmla="*/ 856493 w 887413"/>
              <a:gd name="T57" fmla="*/ 1895700 h 1766887"/>
              <a:gd name="T58" fmla="*/ 112619 w 887413"/>
              <a:gd name="T59" fmla="*/ 1900105 h 1766887"/>
              <a:gd name="T60" fmla="*/ 38599 w 887413"/>
              <a:gd name="T61" fmla="*/ 1854584 h 1766887"/>
              <a:gd name="T62" fmla="*/ 1221 w 887413"/>
              <a:gd name="T63" fmla="*/ 1775043 h 1766887"/>
              <a:gd name="T64" fmla="*/ 13436 w 887413"/>
              <a:gd name="T65" fmla="*/ 1690607 h 1766887"/>
              <a:gd name="T66" fmla="*/ 68891 w 887413"/>
              <a:gd name="T67" fmla="*/ 1626241 h 1766887"/>
              <a:gd name="T68" fmla="*/ 204230 w 887413"/>
              <a:gd name="T69" fmla="*/ 1627465 h 1766887"/>
              <a:gd name="T70" fmla="*/ 465379 w 887413"/>
              <a:gd name="T71" fmla="*/ 1556490 h 1766887"/>
              <a:gd name="T72" fmla="*/ 618062 w 887413"/>
              <a:gd name="T73" fmla="*/ 1444154 h 1766887"/>
              <a:gd name="T74" fmla="*/ 727016 w 887413"/>
              <a:gd name="T75" fmla="*/ 1274059 h 1766887"/>
              <a:gd name="T76" fmla="*/ 778319 w 887413"/>
              <a:gd name="T77" fmla="*/ 1011453 h 1766887"/>
              <a:gd name="T78" fmla="*/ 753401 w 887413"/>
              <a:gd name="T79" fmla="*/ 770628 h 1766887"/>
              <a:gd name="T80" fmla="*/ 724329 w 887413"/>
              <a:gd name="T81" fmla="*/ 717518 h 1766887"/>
              <a:gd name="T82" fmla="*/ 665943 w 887413"/>
              <a:gd name="T83" fmla="*/ 683010 h 1766887"/>
              <a:gd name="T84" fmla="*/ 582151 w 887413"/>
              <a:gd name="T85" fmla="*/ 691821 h 1766887"/>
              <a:gd name="T86" fmla="*/ 526208 w 887413"/>
              <a:gd name="T87" fmla="*/ 749580 h 1766887"/>
              <a:gd name="T88" fmla="*/ 518878 w 887413"/>
              <a:gd name="T89" fmla="*/ 831568 h 1766887"/>
              <a:gd name="T90" fmla="*/ 536468 w 887413"/>
              <a:gd name="T91" fmla="*/ 1011942 h 1766887"/>
              <a:gd name="T92" fmla="*/ 499580 w 887413"/>
              <a:gd name="T93" fmla="*/ 1190112 h 1766887"/>
              <a:gd name="T94" fmla="*/ 427269 w 887413"/>
              <a:gd name="T95" fmla="*/ 876110 h 1766887"/>
              <a:gd name="T96" fmla="*/ 431911 w 887413"/>
              <a:gd name="T97" fmla="*/ 716784 h 1766887"/>
              <a:gd name="T98" fmla="*/ 508130 w 887413"/>
              <a:gd name="T99" fmla="*/ 611546 h 1766887"/>
              <a:gd name="T100" fmla="*/ 524621 w 887413"/>
              <a:gd name="T101" fmla="*/ 0 h 1766887"/>
              <a:gd name="T102" fmla="*/ 675284 w 887413"/>
              <a:gd name="T103" fmla="*/ 41267 h 1766887"/>
              <a:gd name="T104" fmla="*/ 778408 w 887413"/>
              <a:gd name="T105" fmla="*/ 158231 h 1766887"/>
              <a:gd name="T106" fmla="*/ 802544 w 887413"/>
              <a:gd name="T107" fmla="*/ 251510 h 1766887"/>
              <a:gd name="T108" fmla="*/ 774995 w 887413"/>
              <a:gd name="T109" fmla="*/ 393135 h 1766887"/>
              <a:gd name="T110" fmla="*/ 657244 w 887413"/>
              <a:gd name="T111" fmla="*/ 513275 h 1766887"/>
              <a:gd name="T112" fmla="*/ 565822 w 887413"/>
              <a:gd name="T113" fmla="*/ 542089 h 1766887"/>
              <a:gd name="T114" fmla="*/ 434904 w 887413"/>
              <a:gd name="T115" fmla="*/ 526216 h 1766887"/>
              <a:gd name="T116" fmla="*/ 297162 w 887413"/>
              <a:gd name="T117" fmla="*/ 409740 h 1766887"/>
              <a:gd name="T118" fmla="*/ 264250 w 887413"/>
              <a:gd name="T119" fmla="*/ 320125 h 1766887"/>
              <a:gd name="T120" fmla="*/ 269613 w 887413"/>
              <a:gd name="T121" fmla="*/ 200231 h 1766887"/>
              <a:gd name="T122" fmla="*/ 372007 w 887413"/>
              <a:gd name="T123" fmla="*/ 52011 h 1766887"/>
              <a:gd name="T124" fmla="*/ 470011 w 887413"/>
              <a:gd name="T125" fmla="*/ 7081 h 176688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887413" h="1766887">
                <a:moveTo>
                  <a:pt x="589869" y="652462"/>
                </a:moveTo>
                <a:lnTo>
                  <a:pt x="594178" y="652462"/>
                </a:lnTo>
                <a:lnTo>
                  <a:pt x="598487" y="653142"/>
                </a:lnTo>
                <a:lnTo>
                  <a:pt x="602796" y="653596"/>
                </a:lnTo>
                <a:lnTo>
                  <a:pt x="607105" y="654050"/>
                </a:lnTo>
                <a:lnTo>
                  <a:pt x="611641" y="655184"/>
                </a:lnTo>
                <a:lnTo>
                  <a:pt x="615723" y="656091"/>
                </a:lnTo>
                <a:lnTo>
                  <a:pt x="619805" y="657678"/>
                </a:lnTo>
                <a:lnTo>
                  <a:pt x="623887" y="659266"/>
                </a:lnTo>
                <a:lnTo>
                  <a:pt x="627743" y="660626"/>
                </a:lnTo>
                <a:lnTo>
                  <a:pt x="631598" y="662667"/>
                </a:lnTo>
                <a:lnTo>
                  <a:pt x="635453" y="664935"/>
                </a:lnTo>
                <a:lnTo>
                  <a:pt x="639082" y="667203"/>
                </a:lnTo>
                <a:lnTo>
                  <a:pt x="642484" y="669471"/>
                </a:lnTo>
                <a:lnTo>
                  <a:pt x="646112" y="671966"/>
                </a:lnTo>
                <a:lnTo>
                  <a:pt x="649514" y="674914"/>
                </a:lnTo>
                <a:lnTo>
                  <a:pt x="652689" y="677635"/>
                </a:lnTo>
                <a:lnTo>
                  <a:pt x="655637" y="680810"/>
                </a:lnTo>
                <a:lnTo>
                  <a:pt x="658585" y="683985"/>
                </a:lnTo>
                <a:lnTo>
                  <a:pt x="661307" y="687387"/>
                </a:lnTo>
                <a:lnTo>
                  <a:pt x="663802" y="691016"/>
                </a:lnTo>
                <a:lnTo>
                  <a:pt x="666523" y="694644"/>
                </a:lnTo>
                <a:lnTo>
                  <a:pt x="668791" y="698500"/>
                </a:lnTo>
                <a:lnTo>
                  <a:pt x="670832" y="702582"/>
                </a:lnTo>
                <a:lnTo>
                  <a:pt x="672646" y="706664"/>
                </a:lnTo>
                <a:lnTo>
                  <a:pt x="674460" y="710746"/>
                </a:lnTo>
                <a:lnTo>
                  <a:pt x="675821" y="715055"/>
                </a:lnTo>
                <a:lnTo>
                  <a:pt x="677182" y="719364"/>
                </a:lnTo>
                <a:lnTo>
                  <a:pt x="678543" y="724807"/>
                </a:lnTo>
                <a:lnTo>
                  <a:pt x="681264" y="736826"/>
                </a:lnTo>
                <a:lnTo>
                  <a:pt x="684893" y="755196"/>
                </a:lnTo>
                <a:lnTo>
                  <a:pt x="686934" y="766309"/>
                </a:lnTo>
                <a:lnTo>
                  <a:pt x="688975" y="779009"/>
                </a:lnTo>
                <a:lnTo>
                  <a:pt x="691016" y="792842"/>
                </a:lnTo>
                <a:lnTo>
                  <a:pt x="693057" y="807584"/>
                </a:lnTo>
                <a:lnTo>
                  <a:pt x="694871" y="823912"/>
                </a:lnTo>
                <a:lnTo>
                  <a:pt x="696685" y="840921"/>
                </a:lnTo>
                <a:lnTo>
                  <a:pt x="698046" y="859291"/>
                </a:lnTo>
                <a:lnTo>
                  <a:pt x="699180" y="878114"/>
                </a:lnTo>
                <a:lnTo>
                  <a:pt x="699860" y="898298"/>
                </a:lnTo>
                <a:lnTo>
                  <a:pt x="700087" y="918709"/>
                </a:lnTo>
                <a:lnTo>
                  <a:pt x="700087" y="933903"/>
                </a:lnTo>
                <a:lnTo>
                  <a:pt x="699634" y="949325"/>
                </a:lnTo>
                <a:lnTo>
                  <a:pt x="698727" y="965200"/>
                </a:lnTo>
                <a:lnTo>
                  <a:pt x="697819" y="981301"/>
                </a:lnTo>
                <a:lnTo>
                  <a:pt x="696232" y="997403"/>
                </a:lnTo>
                <a:lnTo>
                  <a:pt x="694418" y="1014185"/>
                </a:lnTo>
                <a:lnTo>
                  <a:pt x="692150" y="1030967"/>
                </a:lnTo>
                <a:lnTo>
                  <a:pt x="689428" y="1047976"/>
                </a:lnTo>
                <a:lnTo>
                  <a:pt x="686253" y="1065212"/>
                </a:lnTo>
                <a:lnTo>
                  <a:pt x="682625" y="1082221"/>
                </a:lnTo>
                <a:lnTo>
                  <a:pt x="678316" y="1099684"/>
                </a:lnTo>
                <a:lnTo>
                  <a:pt x="673327" y="1117146"/>
                </a:lnTo>
                <a:lnTo>
                  <a:pt x="667884" y="1134835"/>
                </a:lnTo>
                <a:lnTo>
                  <a:pt x="661760" y="1152298"/>
                </a:lnTo>
                <a:lnTo>
                  <a:pt x="658585" y="1161142"/>
                </a:lnTo>
                <a:lnTo>
                  <a:pt x="655184" y="1169987"/>
                </a:lnTo>
                <a:lnTo>
                  <a:pt x="651555" y="1178832"/>
                </a:lnTo>
                <a:lnTo>
                  <a:pt x="647700" y="1187450"/>
                </a:lnTo>
                <a:lnTo>
                  <a:pt x="641803" y="1200376"/>
                </a:lnTo>
                <a:lnTo>
                  <a:pt x="635680" y="1212850"/>
                </a:lnTo>
                <a:lnTo>
                  <a:pt x="629103" y="1225323"/>
                </a:lnTo>
                <a:lnTo>
                  <a:pt x="621846" y="1238023"/>
                </a:lnTo>
                <a:lnTo>
                  <a:pt x="614135" y="1250269"/>
                </a:lnTo>
                <a:lnTo>
                  <a:pt x="606198" y="1262516"/>
                </a:lnTo>
                <a:lnTo>
                  <a:pt x="597807" y="1274535"/>
                </a:lnTo>
                <a:lnTo>
                  <a:pt x="588735" y="1286782"/>
                </a:lnTo>
                <a:lnTo>
                  <a:pt x="582385" y="1294946"/>
                </a:lnTo>
                <a:lnTo>
                  <a:pt x="575582" y="1302884"/>
                </a:lnTo>
                <a:lnTo>
                  <a:pt x="568778" y="1310821"/>
                </a:lnTo>
                <a:lnTo>
                  <a:pt x="561521" y="1318759"/>
                </a:lnTo>
                <a:lnTo>
                  <a:pt x="554264" y="1326469"/>
                </a:lnTo>
                <a:lnTo>
                  <a:pt x="546780" y="1334180"/>
                </a:lnTo>
                <a:lnTo>
                  <a:pt x="539069" y="1341664"/>
                </a:lnTo>
                <a:lnTo>
                  <a:pt x="531132" y="1348921"/>
                </a:lnTo>
                <a:lnTo>
                  <a:pt x="522741" y="1356178"/>
                </a:lnTo>
                <a:lnTo>
                  <a:pt x="514350" y="1363435"/>
                </a:lnTo>
                <a:lnTo>
                  <a:pt x="505732" y="1370239"/>
                </a:lnTo>
                <a:lnTo>
                  <a:pt x="496660" y="1377043"/>
                </a:lnTo>
                <a:lnTo>
                  <a:pt x="487362" y="1383619"/>
                </a:lnTo>
                <a:lnTo>
                  <a:pt x="477837" y="1390196"/>
                </a:lnTo>
                <a:lnTo>
                  <a:pt x="468539" y="1396546"/>
                </a:lnTo>
                <a:lnTo>
                  <a:pt x="458560" y="1402669"/>
                </a:lnTo>
                <a:lnTo>
                  <a:pt x="447675" y="1409019"/>
                </a:lnTo>
                <a:lnTo>
                  <a:pt x="436335" y="1415369"/>
                </a:lnTo>
                <a:lnTo>
                  <a:pt x="424769" y="1421266"/>
                </a:lnTo>
                <a:lnTo>
                  <a:pt x="412977" y="1426935"/>
                </a:lnTo>
                <a:lnTo>
                  <a:pt x="398235" y="1433966"/>
                </a:lnTo>
                <a:lnTo>
                  <a:pt x="383041" y="1440316"/>
                </a:lnTo>
                <a:lnTo>
                  <a:pt x="367393" y="1446439"/>
                </a:lnTo>
                <a:lnTo>
                  <a:pt x="351291" y="1452109"/>
                </a:lnTo>
                <a:lnTo>
                  <a:pt x="334735" y="1457551"/>
                </a:lnTo>
                <a:lnTo>
                  <a:pt x="317953" y="1462541"/>
                </a:lnTo>
                <a:lnTo>
                  <a:pt x="300718" y="1467076"/>
                </a:lnTo>
                <a:lnTo>
                  <a:pt x="283028" y="1471385"/>
                </a:lnTo>
                <a:lnTo>
                  <a:pt x="264885" y="1475241"/>
                </a:lnTo>
                <a:lnTo>
                  <a:pt x="246289" y="1478416"/>
                </a:lnTo>
                <a:lnTo>
                  <a:pt x="227466" y="1481591"/>
                </a:lnTo>
                <a:lnTo>
                  <a:pt x="208189" y="1484085"/>
                </a:lnTo>
                <a:lnTo>
                  <a:pt x="188232" y="1486353"/>
                </a:lnTo>
                <a:lnTo>
                  <a:pt x="168048" y="1488168"/>
                </a:lnTo>
                <a:lnTo>
                  <a:pt x="147410" y="1489528"/>
                </a:lnTo>
                <a:lnTo>
                  <a:pt x="126319" y="1490662"/>
                </a:lnTo>
                <a:lnTo>
                  <a:pt x="122918" y="1490662"/>
                </a:lnTo>
                <a:lnTo>
                  <a:pt x="117702" y="1490662"/>
                </a:lnTo>
                <a:lnTo>
                  <a:pt x="112259" y="1489755"/>
                </a:lnTo>
                <a:lnTo>
                  <a:pt x="106816" y="1489075"/>
                </a:lnTo>
                <a:lnTo>
                  <a:pt x="101373" y="1487941"/>
                </a:lnTo>
                <a:lnTo>
                  <a:pt x="94569" y="1485900"/>
                </a:lnTo>
                <a:lnTo>
                  <a:pt x="87993" y="1483405"/>
                </a:lnTo>
                <a:lnTo>
                  <a:pt x="81189" y="1480230"/>
                </a:lnTo>
                <a:lnTo>
                  <a:pt x="75066" y="1476828"/>
                </a:lnTo>
                <a:lnTo>
                  <a:pt x="69169" y="1472519"/>
                </a:lnTo>
                <a:lnTo>
                  <a:pt x="63727" y="1467984"/>
                </a:lnTo>
                <a:lnTo>
                  <a:pt x="58284" y="1463221"/>
                </a:lnTo>
                <a:lnTo>
                  <a:pt x="53748" y="1457778"/>
                </a:lnTo>
                <a:lnTo>
                  <a:pt x="49439" y="1452109"/>
                </a:lnTo>
                <a:lnTo>
                  <a:pt x="45584" y="1446212"/>
                </a:lnTo>
                <a:lnTo>
                  <a:pt x="42182" y="1439862"/>
                </a:lnTo>
                <a:lnTo>
                  <a:pt x="39234" y="1433059"/>
                </a:lnTo>
                <a:lnTo>
                  <a:pt x="36739" y="1426255"/>
                </a:lnTo>
                <a:lnTo>
                  <a:pt x="35832" y="1422626"/>
                </a:lnTo>
                <a:lnTo>
                  <a:pt x="35152" y="1418998"/>
                </a:lnTo>
                <a:lnTo>
                  <a:pt x="34244" y="1415143"/>
                </a:lnTo>
                <a:lnTo>
                  <a:pt x="33791" y="1411514"/>
                </a:lnTo>
                <a:lnTo>
                  <a:pt x="33564" y="1407659"/>
                </a:lnTo>
                <a:lnTo>
                  <a:pt x="33337" y="1403803"/>
                </a:lnTo>
                <a:lnTo>
                  <a:pt x="33337" y="1399268"/>
                </a:lnTo>
                <a:lnTo>
                  <a:pt x="33564" y="1394732"/>
                </a:lnTo>
                <a:lnTo>
                  <a:pt x="33791" y="1390196"/>
                </a:lnTo>
                <a:lnTo>
                  <a:pt x="34471" y="1385660"/>
                </a:lnTo>
                <a:lnTo>
                  <a:pt x="35378" y="1381351"/>
                </a:lnTo>
                <a:lnTo>
                  <a:pt x="36285" y="1377043"/>
                </a:lnTo>
                <a:lnTo>
                  <a:pt x="37646" y="1372960"/>
                </a:lnTo>
                <a:lnTo>
                  <a:pt x="39234" y="1368651"/>
                </a:lnTo>
                <a:lnTo>
                  <a:pt x="40594" y="1364569"/>
                </a:lnTo>
                <a:lnTo>
                  <a:pt x="42409" y="1360714"/>
                </a:lnTo>
                <a:lnTo>
                  <a:pt x="44450" y="1356859"/>
                </a:lnTo>
                <a:lnTo>
                  <a:pt x="46944" y="1353003"/>
                </a:lnTo>
                <a:lnTo>
                  <a:pt x="49212" y="1349601"/>
                </a:lnTo>
                <a:lnTo>
                  <a:pt x="51707" y="1346200"/>
                </a:lnTo>
                <a:lnTo>
                  <a:pt x="54655" y="1342571"/>
                </a:lnTo>
                <a:lnTo>
                  <a:pt x="57377" y="1339623"/>
                </a:lnTo>
                <a:lnTo>
                  <a:pt x="60552" y="1336448"/>
                </a:lnTo>
                <a:lnTo>
                  <a:pt x="63500" y="1333273"/>
                </a:lnTo>
                <a:lnTo>
                  <a:pt x="66902" y="1330778"/>
                </a:lnTo>
                <a:lnTo>
                  <a:pt x="70303" y="1328057"/>
                </a:lnTo>
                <a:lnTo>
                  <a:pt x="73705" y="1325562"/>
                </a:lnTo>
                <a:lnTo>
                  <a:pt x="77560" y="1323294"/>
                </a:lnTo>
                <a:lnTo>
                  <a:pt x="81189" y="1321026"/>
                </a:lnTo>
                <a:lnTo>
                  <a:pt x="85271" y="1319212"/>
                </a:lnTo>
                <a:lnTo>
                  <a:pt x="89127" y="1317398"/>
                </a:lnTo>
                <a:lnTo>
                  <a:pt x="93209" y="1316037"/>
                </a:lnTo>
                <a:lnTo>
                  <a:pt x="97518" y="1314676"/>
                </a:lnTo>
                <a:lnTo>
                  <a:pt x="102053" y="1313316"/>
                </a:lnTo>
                <a:lnTo>
                  <a:pt x="106362" y="1312409"/>
                </a:lnTo>
                <a:lnTo>
                  <a:pt x="110671" y="1311728"/>
                </a:lnTo>
                <a:lnTo>
                  <a:pt x="115434" y="1311275"/>
                </a:lnTo>
                <a:lnTo>
                  <a:pt x="119969" y="1311048"/>
                </a:lnTo>
                <a:lnTo>
                  <a:pt x="137432" y="1310141"/>
                </a:lnTo>
                <a:lnTo>
                  <a:pt x="153987" y="1309007"/>
                </a:lnTo>
                <a:lnTo>
                  <a:pt x="170316" y="1307419"/>
                </a:lnTo>
                <a:lnTo>
                  <a:pt x="186191" y="1305832"/>
                </a:lnTo>
                <a:lnTo>
                  <a:pt x="201159" y="1303791"/>
                </a:lnTo>
                <a:lnTo>
                  <a:pt x="215900" y="1301296"/>
                </a:lnTo>
                <a:lnTo>
                  <a:pt x="229960" y="1298801"/>
                </a:lnTo>
                <a:lnTo>
                  <a:pt x="243568" y="1295853"/>
                </a:lnTo>
                <a:lnTo>
                  <a:pt x="256721" y="1292905"/>
                </a:lnTo>
                <a:lnTo>
                  <a:pt x="269421" y="1289503"/>
                </a:lnTo>
                <a:lnTo>
                  <a:pt x="281441" y="1285875"/>
                </a:lnTo>
                <a:lnTo>
                  <a:pt x="293234" y="1282019"/>
                </a:lnTo>
                <a:lnTo>
                  <a:pt x="304573" y="1277937"/>
                </a:lnTo>
                <a:lnTo>
                  <a:pt x="315459" y="1273855"/>
                </a:lnTo>
                <a:lnTo>
                  <a:pt x="325891" y="1269546"/>
                </a:lnTo>
                <a:lnTo>
                  <a:pt x="335869" y="1265010"/>
                </a:lnTo>
                <a:lnTo>
                  <a:pt x="345394" y="1260021"/>
                </a:lnTo>
                <a:lnTo>
                  <a:pt x="354693" y="1255259"/>
                </a:lnTo>
                <a:lnTo>
                  <a:pt x="363310" y="1250043"/>
                </a:lnTo>
                <a:lnTo>
                  <a:pt x="371702" y="1244826"/>
                </a:lnTo>
                <a:lnTo>
                  <a:pt x="380093" y="1239610"/>
                </a:lnTo>
                <a:lnTo>
                  <a:pt x="387577" y="1234168"/>
                </a:lnTo>
                <a:lnTo>
                  <a:pt x="395060" y="1228498"/>
                </a:lnTo>
                <a:lnTo>
                  <a:pt x="402318" y="1222601"/>
                </a:lnTo>
                <a:lnTo>
                  <a:pt x="409121" y="1216932"/>
                </a:lnTo>
                <a:lnTo>
                  <a:pt x="415925" y="1210809"/>
                </a:lnTo>
                <a:lnTo>
                  <a:pt x="422048" y="1204685"/>
                </a:lnTo>
                <a:lnTo>
                  <a:pt x="428171" y="1198562"/>
                </a:lnTo>
                <a:lnTo>
                  <a:pt x="434068" y="1191985"/>
                </a:lnTo>
                <a:lnTo>
                  <a:pt x="439510" y="1185635"/>
                </a:lnTo>
                <a:lnTo>
                  <a:pt x="444953" y="1179059"/>
                </a:lnTo>
                <a:lnTo>
                  <a:pt x="449943" y="1172255"/>
                </a:lnTo>
                <a:lnTo>
                  <a:pt x="454025" y="1166359"/>
                </a:lnTo>
                <a:lnTo>
                  <a:pt x="457880" y="1160689"/>
                </a:lnTo>
                <a:lnTo>
                  <a:pt x="462416" y="1154112"/>
                </a:lnTo>
                <a:lnTo>
                  <a:pt x="466498" y="1147535"/>
                </a:lnTo>
                <a:lnTo>
                  <a:pt x="470580" y="1140505"/>
                </a:lnTo>
                <a:lnTo>
                  <a:pt x="474209" y="1133701"/>
                </a:lnTo>
                <a:lnTo>
                  <a:pt x="477837" y="1126444"/>
                </a:lnTo>
                <a:lnTo>
                  <a:pt x="481239" y="1119187"/>
                </a:lnTo>
                <a:lnTo>
                  <a:pt x="484641" y="1111703"/>
                </a:lnTo>
                <a:lnTo>
                  <a:pt x="487589" y="1104673"/>
                </a:lnTo>
                <a:lnTo>
                  <a:pt x="490537" y="1097189"/>
                </a:lnTo>
                <a:lnTo>
                  <a:pt x="493259" y="1089478"/>
                </a:lnTo>
                <a:lnTo>
                  <a:pt x="495980" y="1081994"/>
                </a:lnTo>
                <a:lnTo>
                  <a:pt x="498475" y="1074284"/>
                </a:lnTo>
                <a:lnTo>
                  <a:pt x="500743" y="1066573"/>
                </a:lnTo>
                <a:lnTo>
                  <a:pt x="503010" y="1059089"/>
                </a:lnTo>
                <a:lnTo>
                  <a:pt x="506866" y="1043441"/>
                </a:lnTo>
                <a:lnTo>
                  <a:pt x="510268" y="1027792"/>
                </a:lnTo>
                <a:lnTo>
                  <a:pt x="512989" y="1012144"/>
                </a:lnTo>
                <a:lnTo>
                  <a:pt x="515484" y="996042"/>
                </a:lnTo>
                <a:lnTo>
                  <a:pt x="517525" y="980394"/>
                </a:lnTo>
                <a:lnTo>
                  <a:pt x="518659" y="964973"/>
                </a:lnTo>
                <a:lnTo>
                  <a:pt x="519793" y="949325"/>
                </a:lnTo>
                <a:lnTo>
                  <a:pt x="520246" y="933903"/>
                </a:lnTo>
                <a:lnTo>
                  <a:pt x="520246" y="918709"/>
                </a:lnTo>
                <a:lnTo>
                  <a:pt x="520246" y="903287"/>
                </a:lnTo>
                <a:lnTo>
                  <a:pt x="519793" y="888546"/>
                </a:lnTo>
                <a:lnTo>
                  <a:pt x="518885" y="874032"/>
                </a:lnTo>
                <a:lnTo>
                  <a:pt x="517978" y="860425"/>
                </a:lnTo>
                <a:lnTo>
                  <a:pt x="516618" y="847044"/>
                </a:lnTo>
                <a:lnTo>
                  <a:pt x="515484" y="834798"/>
                </a:lnTo>
                <a:lnTo>
                  <a:pt x="513896" y="823232"/>
                </a:lnTo>
                <a:lnTo>
                  <a:pt x="512309" y="812573"/>
                </a:lnTo>
                <a:lnTo>
                  <a:pt x="509134" y="793750"/>
                </a:lnTo>
                <a:lnTo>
                  <a:pt x="506412" y="779235"/>
                </a:lnTo>
                <a:lnTo>
                  <a:pt x="504371" y="769710"/>
                </a:lnTo>
                <a:lnTo>
                  <a:pt x="503237" y="765401"/>
                </a:lnTo>
                <a:lnTo>
                  <a:pt x="502330" y="760639"/>
                </a:lnTo>
                <a:lnTo>
                  <a:pt x="501196" y="756330"/>
                </a:lnTo>
                <a:lnTo>
                  <a:pt x="500743" y="751794"/>
                </a:lnTo>
                <a:lnTo>
                  <a:pt x="500516" y="747485"/>
                </a:lnTo>
                <a:lnTo>
                  <a:pt x="500289" y="742723"/>
                </a:lnTo>
                <a:lnTo>
                  <a:pt x="500516" y="738414"/>
                </a:lnTo>
                <a:lnTo>
                  <a:pt x="500743" y="734105"/>
                </a:lnTo>
                <a:lnTo>
                  <a:pt x="501196" y="729796"/>
                </a:lnTo>
                <a:lnTo>
                  <a:pt x="502103" y="725260"/>
                </a:lnTo>
                <a:lnTo>
                  <a:pt x="502784" y="721178"/>
                </a:lnTo>
                <a:lnTo>
                  <a:pt x="504144" y="716869"/>
                </a:lnTo>
                <a:lnTo>
                  <a:pt x="505278" y="712787"/>
                </a:lnTo>
                <a:lnTo>
                  <a:pt x="506866" y="708705"/>
                </a:lnTo>
                <a:lnTo>
                  <a:pt x="508453" y="704850"/>
                </a:lnTo>
                <a:lnTo>
                  <a:pt x="510494" y="700994"/>
                </a:lnTo>
                <a:lnTo>
                  <a:pt x="512535" y="697139"/>
                </a:lnTo>
                <a:lnTo>
                  <a:pt x="514803" y="693510"/>
                </a:lnTo>
                <a:lnTo>
                  <a:pt x="517298" y="689882"/>
                </a:lnTo>
                <a:lnTo>
                  <a:pt x="519793" y="686480"/>
                </a:lnTo>
                <a:lnTo>
                  <a:pt x="522514" y="683078"/>
                </a:lnTo>
                <a:lnTo>
                  <a:pt x="525689" y="679903"/>
                </a:lnTo>
                <a:lnTo>
                  <a:pt x="528637" y="676955"/>
                </a:lnTo>
                <a:lnTo>
                  <a:pt x="531812" y="674007"/>
                </a:lnTo>
                <a:lnTo>
                  <a:pt x="535441" y="671285"/>
                </a:lnTo>
                <a:lnTo>
                  <a:pt x="538616" y="668564"/>
                </a:lnTo>
                <a:lnTo>
                  <a:pt x="542471" y="666069"/>
                </a:lnTo>
                <a:lnTo>
                  <a:pt x="546327" y="664028"/>
                </a:lnTo>
                <a:lnTo>
                  <a:pt x="550182" y="661987"/>
                </a:lnTo>
                <a:lnTo>
                  <a:pt x="554264" y="659946"/>
                </a:lnTo>
                <a:lnTo>
                  <a:pt x="558573" y="658359"/>
                </a:lnTo>
                <a:lnTo>
                  <a:pt x="562882" y="656771"/>
                </a:lnTo>
                <a:lnTo>
                  <a:pt x="567191" y="655637"/>
                </a:lnTo>
                <a:lnTo>
                  <a:pt x="571727" y="654503"/>
                </a:lnTo>
                <a:lnTo>
                  <a:pt x="576489" y="653596"/>
                </a:lnTo>
                <a:lnTo>
                  <a:pt x="580798" y="653142"/>
                </a:lnTo>
                <a:lnTo>
                  <a:pt x="585334" y="652689"/>
                </a:lnTo>
                <a:lnTo>
                  <a:pt x="589869" y="652462"/>
                </a:lnTo>
                <a:close/>
                <a:moveTo>
                  <a:pt x="553272" y="547687"/>
                </a:moveTo>
                <a:lnTo>
                  <a:pt x="563253" y="547914"/>
                </a:lnTo>
                <a:lnTo>
                  <a:pt x="573235" y="549049"/>
                </a:lnTo>
                <a:lnTo>
                  <a:pt x="583443" y="550184"/>
                </a:lnTo>
                <a:lnTo>
                  <a:pt x="593650" y="552000"/>
                </a:lnTo>
                <a:lnTo>
                  <a:pt x="604312" y="554043"/>
                </a:lnTo>
                <a:lnTo>
                  <a:pt x="614520" y="556994"/>
                </a:lnTo>
                <a:lnTo>
                  <a:pt x="624955" y="560172"/>
                </a:lnTo>
                <a:lnTo>
                  <a:pt x="635390" y="564031"/>
                </a:lnTo>
                <a:lnTo>
                  <a:pt x="645598" y="568344"/>
                </a:lnTo>
                <a:lnTo>
                  <a:pt x="655806" y="573565"/>
                </a:lnTo>
                <a:lnTo>
                  <a:pt x="666014" y="579012"/>
                </a:lnTo>
                <a:lnTo>
                  <a:pt x="675995" y="584914"/>
                </a:lnTo>
                <a:lnTo>
                  <a:pt x="685749" y="591497"/>
                </a:lnTo>
                <a:lnTo>
                  <a:pt x="695503" y="598761"/>
                </a:lnTo>
                <a:lnTo>
                  <a:pt x="705031" y="606479"/>
                </a:lnTo>
                <a:lnTo>
                  <a:pt x="714558" y="614651"/>
                </a:lnTo>
                <a:lnTo>
                  <a:pt x="723632" y="623731"/>
                </a:lnTo>
                <a:lnTo>
                  <a:pt x="732479" y="633038"/>
                </a:lnTo>
                <a:lnTo>
                  <a:pt x="740872" y="643253"/>
                </a:lnTo>
                <a:lnTo>
                  <a:pt x="745409" y="648246"/>
                </a:lnTo>
                <a:lnTo>
                  <a:pt x="749492" y="653922"/>
                </a:lnTo>
                <a:lnTo>
                  <a:pt x="753349" y="659370"/>
                </a:lnTo>
                <a:lnTo>
                  <a:pt x="757432" y="665271"/>
                </a:lnTo>
                <a:lnTo>
                  <a:pt x="761288" y="670946"/>
                </a:lnTo>
                <a:lnTo>
                  <a:pt x="764918" y="677075"/>
                </a:lnTo>
                <a:lnTo>
                  <a:pt x="768774" y="683204"/>
                </a:lnTo>
                <a:lnTo>
                  <a:pt x="772177" y="689560"/>
                </a:lnTo>
                <a:lnTo>
                  <a:pt x="775579" y="695916"/>
                </a:lnTo>
                <a:lnTo>
                  <a:pt x="778982" y="702726"/>
                </a:lnTo>
                <a:lnTo>
                  <a:pt x="782385" y="709536"/>
                </a:lnTo>
                <a:lnTo>
                  <a:pt x="785334" y="716573"/>
                </a:lnTo>
                <a:lnTo>
                  <a:pt x="788509" y="723837"/>
                </a:lnTo>
                <a:lnTo>
                  <a:pt x="791458" y="730874"/>
                </a:lnTo>
                <a:lnTo>
                  <a:pt x="794407" y="738364"/>
                </a:lnTo>
                <a:lnTo>
                  <a:pt x="796903" y="746082"/>
                </a:lnTo>
                <a:lnTo>
                  <a:pt x="804162" y="767193"/>
                </a:lnTo>
                <a:lnTo>
                  <a:pt x="810740" y="787623"/>
                </a:lnTo>
                <a:lnTo>
                  <a:pt x="816865" y="807826"/>
                </a:lnTo>
                <a:lnTo>
                  <a:pt x="822763" y="827801"/>
                </a:lnTo>
                <a:lnTo>
                  <a:pt x="828434" y="847096"/>
                </a:lnTo>
                <a:lnTo>
                  <a:pt x="833878" y="866391"/>
                </a:lnTo>
                <a:lnTo>
                  <a:pt x="838642" y="885458"/>
                </a:lnTo>
                <a:lnTo>
                  <a:pt x="843406" y="904299"/>
                </a:lnTo>
                <a:lnTo>
                  <a:pt x="847716" y="922686"/>
                </a:lnTo>
                <a:lnTo>
                  <a:pt x="851572" y="941073"/>
                </a:lnTo>
                <a:lnTo>
                  <a:pt x="855201" y="959459"/>
                </a:lnTo>
                <a:lnTo>
                  <a:pt x="858377" y="977392"/>
                </a:lnTo>
                <a:lnTo>
                  <a:pt x="861553" y="995552"/>
                </a:lnTo>
                <a:lnTo>
                  <a:pt x="864048" y="1013485"/>
                </a:lnTo>
                <a:lnTo>
                  <a:pt x="866317" y="1031417"/>
                </a:lnTo>
                <a:lnTo>
                  <a:pt x="868358" y="1049804"/>
                </a:lnTo>
                <a:lnTo>
                  <a:pt x="870173" y="1067737"/>
                </a:lnTo>
                <a:lnTo>
                  <a:pt x="871761" y="1085897"/>
                </a:lnTo>
                <a:lnTo>
                  <a:pt x="872895" y="1104510"/>
                </a:lnTo>
                <a:lnTo>
                  <a:pt x="873576" y="1122897"/>
                </a:lnTo>
                <a:lnTo>
                  <a:pt x="874029" y="1141511"/>
                </a:lnTo>
                <a:lnTo>
                  <a:pt x="874256" y="1160579"/>
                </a:lnTo>
                <a:lnTo>
                  <a:pt x="874256" y="1179873"/>
                </a:lnTo>
                <a:lnTo>
                  <a:pt x="873803" y="1199395"/>
                </a:lnTo>
                <a:lnTo>
                  <a:pt x="873349" y="1219144"/>
                </a:lnTo>
                <a:lnTo>
                  <a:pt x="872215" y="1239347"/>
                </a:lnTo>
                <a:lnTo>
                  <a:pt x="871080" y="1260230"/>
                </a:lnTo>
                <a:lnTo>
                  <a:pt x="869493" y="1281341"/>
                </a:lnTo>
                <a:lnTo>
                  <a:pt x="867905" y="1302906"/>
                </a:lnTo>
                <a:lnTo>
                  <a:pt x="865863" y="1324697"/>
                </a:lnTo>
                <a:lnTo>
                  <a:pt x="863595" y="1347170"/>
                </a:lnTo>
                <a:lnTo>
                  <a:pt x="860872" y="1370324"/>
                </a:lnTo>
                <a:lnTo>
                  <a:pt x="858604" y="1380766"/>
                </a:lnTo>
                <a:lnTo>
                  <a:pt x="856336" y="1391207"/>
                </a:lnTo>
                <a:lnTo>
                  <a:pt x="853613" y="1400968"/>
                </a:lnTo>
                <a:lnTo>
                  <a:pt x="851118" y="1410275"/>
                </a:lnTo>
                <a:lnTo>
                  <a:pt x="847942" y="1419582"/>
                </a:lnTo>
                <a:lnTo>
                  <a:pt x="844767" y="1428435"/>
                </a:lnTo>
                <a:lnTo>
                  <a:pt x="841591" y="1436607"/>
                </a:lnTo>
                <a:lnTo>
                  <a:pt x="837961" y="1444779"/>
                </a:lnTo>
                <a:lnTo>
                  <a:pt x="834332" y="1452497"/>
                </a:lnTo>
                <a:lnTo>
                  <a:pt x="830475" y="1459987"/>
                </a:lnTo>
                <a:lnTo>
                  <a:pt x="826392" y="1466797"/>
                </a:lnTo>
                <a:lnTo>
                  <a:pt x="822309" y="1473834"/>
                </a:lnTo>
                <a:lnTo>
                  <a:pt x="817999" y="1480190"/>
                </a:lnTo>
                <a:lnTo>
                  <a:pt x="813462" y="1486319"/>
                </a:lnTo>
                <a:lnTo>
                  <a:pt x="808925" y="1492221"/>
                </a:lnTo>
                <a:lnTo>
                  <a:pt x="804388" y="1497896"/>
                </a:lnTo>
                <a:lnTo>
                  <a:pt x="808925" y="1500166"/>
                </a:lnTo>
                <a:lnTo>
                  <a:pt x="813235" y="1502209"/>
                </a:lnTo>
                <a:lnTo>
                  <a:pt x="817772" y="1504933"/>
                </a:lnTo>
                <a:lnTo>
                  <a:pt x="822082" y="1507430"/>
                </a:lnTo>
                <a:lnTo>
                  <a:pt x="826165" y="1510154"/>
                </a:lnTo>
                <a:lnTo>
                  <a:pt x="830249" y="1513105"/>
                </a:lnTo>
                <a:lnTo>
                  <a:pt x="834105" y="1516056"/>
                </a:lnTo>
                <a:lnTo>
                  <a:pt x="837961" y="1519234"/>
                </a:lnTo>
                <a:lnTo>
                  <a:pt x="841818" y="1522639"/>
                </a:lnTo>
                <a:lnTo>
                  <a:pt x="845447" y="1525817"/>
                </a:lnTo>
                <a:lnTo>
                  <a:pt x="848623" y="1529448"/>
                </a:lnTo>
                <a:lnTo>
                  <a:pt x="852252" y="1533080"/>
                </a:lnTo>
                <a:lnTo>
                  <a:pt x="855428" y="1536939"/>
                </a:lnTo>
                <a:lnTo>
                  <a:pt x="858377" y="1540798"/>
                </a:lnTo>
                <a:lnTo>
                  <a:pt x="861553" y="1544884"/>
                </a:lnTo>
                <a:lnTo>
                  <a:pt x="864275" y="1548970"/>
                </a:lnTo>
                <a:lnTo>
                  <a:pt x="866997" y="1553056"/>
                </a:lnTo>
                <a:lnTo>
                  <a:pt x="869493" y="1557369"/>
                </a:lnTo>
                <a:lnTo>
                  <a:pt x="871761" y="1561909"/>
                </a:lnTo>
                <a:lnTo>
                  <a:pt x="874029" y="1566222"/>
                </a:lnTo>
                <a:lnTo>
                  <a:pt x="876071" y="1570762"/>
                </a:lnTo>
                <a:lnTo>
                  <a:pt x="878113" y="1575756"/>
                </a:lnTo>
                <a:lnTo>
                  <a:pt x="879701" y="1580296"/>
                </a:lnTo>
                <a:lnTo>
                  <a:pt x="881515" y="1585063"/>
                </a:lnTo>
                <a:lnTo>
                  <a:pt x="882876" y="1590057"/>
                </a:lnTo>
                <a:lnTo>
                  <a:pt x="884011" y="1594824"/>
                </a:lnTo>
                <a:lnTo>
                  <a:pt x="885145" y="1600045"/>
                </a:lnTo>
                <a:lnTo>
                  <a:pt x="885825" y="1605265"/>
                </a:lnTo>
                <a:lnTo>
                  <a:pt x="886733" y="1610259"/>
                </a:lnTo>
                <a:lnTo>
                  <a:pt x="887186" y="1615707"/>
                </a:lnTo>
                <a:lnTo>
                  <a:pt x="887413" y="1620928"/>
                </a:lnTo>
                <a:lnTo>
                  <a:pt x="887413" y="1626149"/>
                </a:lnTo>
                <a:lnTo>
                  <a:pt x="887413" y="1633413"/>
                </a:lnTo>
                <a:lnTo>
                  <a:pt x="886960" y="1640677"/>
                </a:lnTo>
                <a:lnTo>
                  <a:pt x="885825" y="1647487"/>
                </a:lnTo>
                <a:lnTo>
                  <a:pt x="884691" y="1654524"/>
                </a:lnTo>
                <a:lnTo>
                  <a:pt x="883103" y="1661334"/>
                </a:lnTo>
                <a:lnTo>
                  <a:pt x="881288" y="1668144"/>
                </a:lnTo>
                <a:lnTo>
                  <a:pt x="879020" y="1674499"/>
                </a:lnTo>
                <a:lnTo>
                  <a:pt x="876525" y="1680855"/>
                </a:lnTo>
                <a:lnTo>
                  <a:pt x="873576" y="1686984"/>
                </a:lnTo>
                <a:lnTo>
                  <a:pt x="870627" y="1693113"/>
                </a:lnTo>
                <a:lnTo>
                  <a:pt x="867224" y="1699015"/>
                </a:lnTo>
                <a:lnTo>
                  <a:pt x="863595" y="1704690"/>
                </a:lnTo>
                <a:lnTo>
                  <a:pt x="859738" y="1710365"/>
                </a:lnTo>
                <a:lnTo>
                  <a:pt x="855428" y="1715586"/>
                </a:lnTo>
                <a:lnTo>
                  <a:pt x="851118" y="1720580"/>
                </a:lnTo>
                <a:lnTo>
                  <a:pt x="846354" y="1725574"/>
                </a:lnTo>
                <a:lnTo>
                  <a:pt x="841591" y="1730114"/>
                </a:lnTo>
                <a:lnTo>
                  <a:pt x="836373" y="1734881"/>
                </a:lnTo>
                <a:lnTo>
                  <a:pt x="830929" y="1738967"/>
                </a:lnTo>
                <a:lnTo>
                  <a:pt x="825712" y="1742826"/>
                </a:lnTo>
                <a:lnTo>
                  <a:pt x="820041" y="1746457"/>
                </a:lnTo>
                <a:lnTo>
                  <a:pt x="814143" y="1749862"/>
                </a:lnTo>
                <a:lnTo>
                  <a:pt x="808018" y="1753040"/>
                </a:lnTo>
                <a:lnTo>
                  <a:pt x="801666" y="1755764"/>
                </a:lnTo>
                <a:lnTo>
                  <a:pt x="795315" y="1758261"/>
                </a:lnTo>
                <a:lnTo>
                  <a:pt x="788963" y="1760531"/>
                </a:lnTo>
                <a:lnTo>
                  <a:pt x="782385" y="1762347"/>
                </a:lnTo>
                <a:lnTo>
                  <a:pt x="775352" y="1763709"/>
                </a:lnTo>
                <a:lnTo>
                  <a:pt x="768320" y="1765071"/>
                </a:lnTo>
                <a:lnTo>
                  <a:pt x="761515" y="1766206"/>
                </a:lnTo>
                <a:lnTo>
                  <a:pt x="754256" y="1766660"/>
                </a:lnTo>
                <a:lnTo>
                  <a:pt x="747224" y="1766887"/>
                </a:lnTo>
                <a:lnTo>
                  <a:pt x="140190" y="1766887"/>
                </a:lnTo>
                <a:lnTo>
                  <a:pt x="134065" y="1766660"/>
                </a:lnTo>
                <a:lnTo>
                  <a:pt x="128167" y="1766433"/>
                </a:lnTo>
                <a:lnTo>
                  <a:pt x="122042" y="1765525"/>
                </a:lnTo>
                <a:lnTo>
                  <a:pt x="116144" y="1764844"/>
                </a:lnTo>
                <a:lnTo>
                  <a:pt x="110473" y="1763482"/>
                </a:lnTo>
                <a:lnTo>
                  <a:pt x="104575" y="1762347"/>
                </a:lnTo>
                <a:lnTo>
                  <a:pt x="98904" y="1760531"/>
                </a:lnTo>
                <a:lnTo>
                  <a:pt x="93233" y="1758715"/>
                </a:lnTo>
                <a:lnTo>
                  <a:pt x="87789" y="1756672"/>
                </a:lnTo>
                <a:lnTo>
                  <a:pt x="82571" y="1754402"/>
                </a:lnTo>
                <a:lnTo>
                  <a:pt x="77354" y="1751678"/>
                </a:lnTo>
                <a:lnTo>
                  <a:pt x="71910" y="1749181"/>
                </a:lnTo>
                <a:lnTo>
                  <a:pt x="67146" y="1746003"/>
                </a:lnTo>
                <a:lnTo>
                  <a:pt x="62155" y="1743053"/>
                </a:lnTo>
                <a:lnTo>
                  <a:pt x="57392" y="1739648"/>
                </a:lnTo>
                <a:lnTo>
                  <a:pt x="52628" y="1736016"/>
                </a:lnTo>
                <a:lnTo>
                  <a:pt x="48318" y="1732384"/>
                </a:lnTo>
                <a:lnTo>
                  <a:pt x="44008" y="1728752"/>
                </a:lnTo>
                <a:lnTo>
                  <a:pt x="39925" y="1724439"/>
                </a:lnTo>
                <a:lnTo>
                  <a:pt x="35842" y="1720126"/>
                </a:lnTo>
                <a:lnTo>
                  <a:pt x="31985" y="1715813"/>
                </a:lnTo>
                <a:lnTo>
                  <a:pt x="28355" y="1711273"/>
                </a:lnTo>
                <a:lnTo>
                  <a:pt x="24953" y="1706506"/>
                </a:lnTo>
                <a:lnTo>
                  <a:pt x="21777" y="1701739"/>
                </a:lnTo>
                <a:lnTo>
                  <a:pt x="18601" y="1696518"/>
                </a:lnTo>
                <a:lnTo>
                  <a:pt x="15879" y="1691524"/>
                </a:lnTo>
                <a:lnTo>
                  <a:pt x="13157" y="1686303"/>
                </a:lnTo>
                <a:lnTo>
                  <a:pt x="10661" y="1680628"/>
                </a:lnTo>
                <a:lnTo>
                  <a:pt x="8620" y="1675180"/>
                </a:lnTo>
                <a:lnTo>
                  <a:pt x="6578" y="1669506"/>
                </a:lnTo>
                <a:lnTo>
                  <a:pt x="4763" y="1663604"/>
                </a:lnTo>
                <a:lnTo>
                  <a:pt x="3402" y="1657702"/>
                </a:lnTo>
                <a:lnTo>
                  <a:pt x="2268" y="1651800"/>
                </a:lnTo>
                <a:lnTo>
                  <a:pt x="1134" y="1646352"/>
                </a:lnTo>
                <a:lnTo>
                  <a:pt x="453" y="1640450"/>
                </a:lnTo>
                <a:lnTo>
                  <a:pt x="0" y="1634548"/>
                </a:lnTo>
                <a:lnTo>
                  <a:pt x="0" y="1628873"/>
                </a:lnTo>
                <a:lnTo>
                  <a:pt x="0" y="1622971"/>
                </a:lnTo>
                <a:lnTo>
                  <a:pt x="227" y="1617296"/>
                </a:lnTo>
                <a:lnTo>
                  <a:pt x="680" y="1611621"/>
                </a:lnTo>
                <a:lnTo>
                  <a:pt x="1134" y="1605946"/>
                </a:lnTo>
                <a:lnTo>
                  <a:pt x="2268" y="1600272"/>
                </a:lnTo>
                <a:lnTo>
                  <a:pt x="3402" y="1594597"/>
                </a:lnTo>
                <a:lnTo>
                  <a:pt x="4763" y="1589376"/>
                </a:lnTo>
                <a:lnTo>
                  <a:pt x="6351" y="1583928"/>
                </a:lnTo>
                <a:lnTo>
                  <a:pt x="8166" y="1578480"/>
                </a:lnTo>
                <a:lnTo>
                  <a:pt x="10208" y="1573032"/>
                </a:lnTo>
                <a:lnTo>
                  <a:pt x="12476" y="1568038"/>
                </a:lnTo>
                <a:lnTo>
                  <a:pt x="14971" y="1562817"/>
                </a:lnTo>
                <a:lnTo>
                  <a:pt x="17694" y="1558050"/>
                </a:lnTo>
                <a:lnTo>
                  <a:pt x="20416" y="1553056"/>
                </a:lnTo>
                <a:lnTo>
                  <a:pt x="23592" y="1548289"/>
                </a:lnTo>
                <a:lnTo>
                  <a:pt x="26540" y="1543522"/>
                </a:lnTo>
                <a:lnTo>
                  <a:pt x="30170" y="1539209"/>
                </a:lnTo>
                <a:lnTo>
                  <a:pt x="33800" y="1534896"/>
                </a:lnTo>
                <a:lnTo>
                  <a:pt x="37656" y="1530583"/>
                </a:lnTo>
                <a:lnTo>
                  <a:pt x="41513" y="1526271"/>
                </a:lnTo>
                <a:lnTo>
                  <a:pt x="45596" y="1522639"/>
                </a:lnTo>
                <a:lnTo>
                  <a:pt x="49906" y="1518780"/>
                </a:lnTo>
                <a:lnTo>
                  <a:pt x="54443" y="1515148"/>
                </a:lnTo>
                <a:lnTo>
                  <a:pt x="59206" y="1511743"/>
                </a:lnTo>
                <a:lnTo>
                  <a:pt x="63970" y="1508338"/>
                </a:lnTo>
                <a:lnTo>
                  <a:pt x="68961" y="1505387"/>
                </a:lnTo>
                <a:lnTo>
                  <a:pt x="73951" y="1502436"/>
                </a:lnTo>
                <a:lnTo>
                  <a:pt x="79622" y="1505160"/>
                </a:lnTo>
                <a:lnTo>
                  <a:pt x="85520" y="1507203"/>
                </a:lnTo>
                <a:lnTo>
                  <a:pt x="91418" y="1509246"/>
                </a:lnTo>
                <a:lnTo>
                  <a:pt x="97543" y="1510835"/>
                </a:lnTo>
                <a:lnTo>
                  <a:pt x="103895" y="1511970"/>
                </a:lnTo>
                <a:lnTo>
                  <a:pt x="110246" y="1513105"/>
                </a:lnTo>
                <a:lnTo>
                  <a:pt x="116598" y="1513559"/>
                </a:lnTo>
                <a:lnTo>
                  <a:pt x="123176" y="1513786"/>
                </a:lnTo>
                <a:lnTo>
                  <a:pt x="127486" y="1513786"/>
                </a:lnTo>
                <a:lnTo>
                  <a:pt x="148356" y="1512878"/>
                </a:lnTo>
                <a:lnTo>
                  <a:pt x="169226" y="1511289"/>
                </a:lnTo>
                <a:lnTo>
                  <a:pt x="189642" y="1509473"/>
                </a:lnTo>
                <a:lnTo>
                  <a:pt x="209831" y="1507430"/>
                </a:lnTo>
                <a:lnTo>
                  <a:pt x="229566" y="1504479"/>
                </a:lnTo>
                <a:lnTo>
                  <a:pt x="248621" y="1501528"/>
                </a:lnTo>
                <a:lnTo>
                  <a:pt x="267903" y="1498123"/>
                </a:lnTo>
                <a:lnTo>
                  <a:pt x="286731" y="1494264"/>
                </a:lnTo>
                <a:lnTo>
                  <a:pt x="304878" y="1489951"/>
                </a:lnTo>
                <a:lnTo>
                  <a:pt x="322799" y="1484957"/>
                </a:lnTo>
                <a:lnTo>
                  <a:pt x="340493" y="1479963"/>
                </a:lnTo>
                <a:lnTo>
                  <a:pt x="357733" y="1474515"/>
                </a:lnTo>
                <a:lnTo>
                  <a:pt x="374746" y="1468386"/>
                </a:lnTo>
                <a:lnTo>
                  <a:pt x="391079" y="1462030"/>
                </a:lnTo>
                <a:lnTo>
                  <a:pt x="407185" y="1455221"/>
                </a:lnTo>
                <a:lnTo>
                  <a:pt x="423064" y="1448184"/>
                </a:lnTo>
                <a:lnTo>
                  <a:pt x="432138" y="1443644"/>
                </a:lnTo>
                <a:lnTo>
                  <a:pt x="440758" y="1439104"/>
                </a:lnTo>
                <a:lnTo>
                  <a:pt x="449605" y="1434564"/>
                </a:lnTo>
                <a:lnTo>
                  <a:pt x="457998" y="1429797"/>
                </a:lnTo>
                <a:lnTo>
                  <a:pt x="470701" y="1422533"/>
                </a:lnTo>
                <a:lnTo>
                  <a:pt x="482951" y="1414815"/>
                </a:lnTo>
                <a:lnTo>
                  <a:pt x="494520" y="1407097"/>
                </a:lnTo>
                <a:lnTo>
                  <a:pt x="506089" y="1399152"/>
                </a:lnTo>
                <a:lnTo>
                  <a:pt x="516750" y="1390753"/>
                </a:lnTo>
                <a:lnTo>
                  <a:pt x="527185" y="1382582"/>
                </a:lnTo>
                <a:lnTo>
                  <a:pt x="537620" y="1374183"/>
                </a:lnTo>
                <a:lnTo>
                  <a:pt x="547374" y="1365784"/>
                </a:lnTo>
                <a:lnTo>
                  <a:pt x="556448" y="1356931"/>
                </a:lnTo>
                <a:lnTo>
                  <a:pt x="565522" y="1348305"/>
                </a:lnTo>
                <a:lnTo>
                  <a:pt x="573915" y="1339452"/>
                </a:lnTo>
                <a:lnTo>
                  <a:pt x="582535" y="1330599"/>
                </a:lnTo>
                <a:lnTo>
                  <a:pt x="590248" y="1321746"/>
                </a:lnTo>
                <a:lnTo>
                  <a:pt x="597507" y="1312893"/>
                </a:lnTo>
                <a:lnTo>
                  <a:pt x="604766" y="1303814"/>
                </a:lnTo>
                <a:lnTo>
                  <a:pt x="611798" y="1294961"/>
                </a:lnTo>
                <a:lnTo>
                  <a:pt x="620872" y="1282022"/>
                </a:lnTo>
                <a:lnTo>
                  <a:pt x="629492" y="1269083"/>
                </a:lnTo>
                <a:lnTo>
                  <a:pt x="637431" y="1256598"/>
                </a:lnTo>
                <a:lnTo>
                  <a:pt x="644690" y="1244340"/>
                </a:lnTo>
                <a:lnTo>
                  <a:pt x="651722" y="1232083"/>
                </a:lnTo>
                <a:lnTo>
                  <a:pt x="657847" y="1219825"/>
                </a:lnTo>
                <a:lnTo>
                  <a:pt x="663518" y="1208248"/>
                </a:lnTo>
                <a:lnTo>
                  <a:pt x="668736" y="1197125"/>
                </a:lnTo>
                <a:lnTo>
                  <a:pt x="675087" y="1181689"/>
                </a:lnTo>
                <a:lnTo>
                  <a:pt x="681212" y="1166027"/>
                </a:lnTo>
                <a:lnTo>
                  <a:pt x="686883" y="1150137"/>
                </a:lnTo>
                <a:lnTo>
                  <a:pt x="692328" y="1134020"/>
                </a:lnTo>
                <a:lnTo>
                  <a:pt x="697091" y="1117449"/>
                </a:lnTo>
                <a:lnTo>
                  <a:pt x="701401" y="1100878"/>
                </a:lnTo>
                <a:lnTo>
                  <a:pt x="705484" y="1083627"/>
                </a:lnTo>
                <a:lnTo>
                  <a:pt x="709114" y="1066375"/>
                </a:lnTo>
                <a:lnTo>
                  <a:pt x="712517" y="1048896"/>
                </a:lnTo>
                <a:lnTo>
                  <a:pt x="715239" y="1030963"/>
                </a:lnTo>
                <a:lnTo>
                  <a:pt x="717734" y="1013031"/>
                </a:lnTo>
                <a:lnTo>
                  <a:pt x="719322" y="994644"/>
                </a:lnTo>
                <a:lnTo>
                  <a:pt x="720910" y="976030"/>
                </a:lnTo>
                <a:lnTo>
                  <a:pt x="722044" y="957416"/>
                </a:lnTo>
                <a:lnTo>
                  <a:pt x="722725" y="938122"/>
                </a:lnTo>
                <a:lnTo>
                  <a:pt x="722951" y="918827"/>
                </a:lnTo>
                <a:lnTo>
                  <a:pt x="722725" y="899759"/>
                </a:lnTo>
                <a:lnTo>
                  <a:pt x="722271" y="881372"/>
                </a:lnTo>
                <a:lnTo>
                  <a:pt x="721137" y="863667"/>
                </a:lnTo>
                <a:lnTo>
                  <a:pt x="720002" y="846642"/>
                </a:lnTo>
                <a:lnTo>
                  <a:pt x="718641" y="830298"/>
                </a:lnTo>
                <a:lnTo>
                  <a:pt x="716827" y="814862"/>
                </a:lnTo>
                <a:lnTo>
                  <a:pt x="715012" y="800335"/>
                </a:lnTo>
                <a:lnTo>
                  <a:pt x="713197" y="786488"/>
                </a:lnTo>
                <a:lnTo>
                  <a:pt x="711156" y="773776"/>
                </a:lnTo>
                <a:lnTo>
                  <a:pt x="709341" y="761972"/>
                </a:lnTo>
                <a:lnTo>
                  <a:pt x="705484" y="741542"/>
                </a:lnTo>
                <a:lnTo>
                  <a:pt x="702309" y="725880"/>
                </a:lnTo>
                <a:lnTo>
                  <a:pt x="699587" y="714757"/>
                </a:lnTo>
                <a:lnTo>
                  <a:pt x="699360" y="713622"/>
                </a:lnTo>
                <a:lnTo>
                  <a:pt x="699133" y="713622"/>
                </a:lnTo>
                <a:lnTo>
                  <a:pt x="697772" y="709082"/>
                </a:lnTo>
                <a:lnTo>
                  <a:pt x="696411" y="704769"/>
                </a:lnTo>
                <a:lnTo>
                  <a:pt x="694823" y="700229"/>
                </a:lnTo>
                <a:lnTo>
                  <a:pt x="693008" y="695916"/>
                </a:lnTo>
                <a:lnTo>
                  <a:pt x="690966" y="691603"/>
                </a:lnTo>
                <a:lnTo>
                  <a:pt x="688698" y="687517"/>
                </a:lnTo>
                <a:lnTo>
                  <a:pt x="686430" y="683658"/>
                </a:lnTo>
                <a:lnTo>
                  <a:pt x="683934" y="679799"/>
                </a:lnTo>
                <a:lnTo>
                  <a:pt x="681212" y="675940"/>
                </a:lnTo>
                <a:lnTo>
                  <a:pt x="678717" y="672308"/>
                </a:lnTo>
                <a:lnTo>
                  <a:pt x="675541" y="668903"/>
                </a:lnTo>
                <a:lnTo>
                  <a:pt x="672592" y="665498"/>
                </a:lnTo>
                <a:lnTo>
                  <a:pt x="669416" y="662094"/>
                </a:lnTo>
                <a:lnTo>
                  <a:pt x="666014" y="659143"/>
                </a:lnTo>
                <a:lnTo>
                  <a:pt x="662838" y="656192"/>
                </a:lnTo>
                <a:lnTo>
                  <a:pt x="659208" y="653468"/>
                </a:lnTo>
                <a:lnTo>
                  <a:pt x="655579" y="650516"/>
                </a:lnTo>
                <a:lnTo>
                  <a:pt x="651722" y="648019"/>
                </a:lnTo>
                <a:lnTo>
                  <a:pt x="647866" y="645750"/>
                </a:lnTo>
                <a:lnTo>
                  <a:pt x="644010" y="643480"/>
                </a:lnTo>
                <a:lnTo>
                  <a:pt x="639927" y="641437"/>
                </a:lnTo>
                <a:lnTo>
                  <a:pt x="635843" y="639394"/>
                </a:lnTo>
                <a:lnTo>
                  <a:pt x="631533" y="637805"/>
                </a:lnTo>
                <a:lnTo>
                  <a:pt x="627223" y="635989"/>
                </a:lnTo>
                <a:lnTo>
                  <a:pt x="622913" y="634627"/>
                </a:lnTo>
                <a:lnTo>
                  <a:pt x="618376" y="633492"/>
                </a:lnTo>
                <a:lnTo>
                  <a:pt x="614066" y="632357"/>
                </a:lnTo>
                <a:lnTo>
                  <a:pt x="609303" y="631676"/>
                </a:lnTo>
                <a:lnTo>
                  <a:pt x="604766" y="630768"/>
                </a:lnTo>
                <a:lnTo>
                  <a:pt x="600229" y="630314"/>
                </a:lnTo>
                <a:lnTo>
                  <a:pt x="595238" y="630087"/>
                </a:lnTo>
                <a:lnTo>
                  <a:pt x="590702" y="629860"/>
                </a:lnTo>
                <a:lnTo>
                  <a:pt x="583443" y="630087"/>
                </a:lnTo>
                <a:lnTo>
                  <a:pt x="576184" y="630768"/>
                </a:lnTo>
                <a:lnTo>
                  <a:pt x="569151" y="632130"/>
                </a:lnTo>
                <a:lnTo>
                  <a:pt x="561892" y="633719"/>
                </a:lnTo>
                <a:lnTo>
                  <a:pt x="556221" y="635081"/>
                </a:lnTo>
                <a:lnTo>
                  <a:pt x="551004" y="637351"/>
                </a:lnTo>
                <a:lnTo>
                  <a:pt x="545786" y="639394"/>
                </a:lnTo>
                <a:lnTo>
                  <a:pt x="540569" y="641664"/>
                </a:lnTo>
                <a:lnTo>
                  <a:pt x="535805" y="644161"/>
                </a:lnTo>
                <a:lnTo>
                  <a:pt x="530815" y="646884"/>
                </a:lnTo>
                <a:lnTo>
                  <a:pt x="526278" y="650062"/>
                </a:lnTo>
                <a:lnTo>
                  <a:pt x="521968" y="653468"/>
                </a:lnTo>
                <a:lnTo>
                  <a:pt x="517885" y="656646"/>
                </a:lnTo>
                <a:lnTo>
                  <a:pt x="513801" y="660278"/>
                </a:lnTo>
                <a:lnTo>
                  <a:pt x="509945" y="664137"/>
                </a:lnTo>
                <a:lnTo>
                  <a:pt x="506316" y="668222"/>
                </a:lnTo>
                <a:lnTo>
                  <a:pt x="502686" y="672308"/>
                </a:lnTo>
                <a:lnTo>
                  <a:pt x="499283" y="676848"/>
                </a:lnTo>
                <a:lnTo>
                  <a:pt x="496561" y="681161"/>
                </a:lnTo>
                <a:lnTo>
                  <a:pt x="493612" y="685701"/>
                </a:lnTo>
                <a:lnTo>
                  <a:pt x="490890" y="690695"/>
                </a:lnTo>
                <a:lnTo>
                  <a:pt x="488622" y="695235"/>
                </a:lnTo>
                <a:lnTo>
                  <a:pt x="486580" y="700456"/>
                </a:lnTo>
                <a:lnTo>
                  <a:pt x="484539" y="705450"/>
                </a:lnTo>
                <a:lnTo>
                  <a:pt x="482951" y="710671"/>
                </a:lnTo>
                <a:lnTo>
                  <a:pt x="481363" y="715892"/>
                </a:lnTo>
                <a:lnTo>
                  <a:pt x="480455" y="721113"/>
                </a:lnTo>
                <a:lnTo>
                  <a:pt x="479321" y="726561"/>
                </a:lnTo>
                <a:lnTo>
                  <a:pt x="478868" y="732009"/>
                </a:lnTo>
                <a:lnTo>
                  <a:pt x="478187" y="737683"/>
                </a:lnTo>
                <a:lnTo>
                  <a:pt x="478187" y="742904"/>
                </a:lnTo>
                <a:lnTo>
                  <a:pt x="478187" y="748579"/>
                </a:lnTo>
                <a:lnTo>
                  <a:pt x="478868" y="754254"/>
                </a:lnTo>
                <a:lnTo>
                  <a:pt x="479548" y="759929"/>
                </a:lnTo>
                <a:lnTo>
                  <a:pt x="480682" y="765604"/>
                </a:lnTo>
                <a:lnTo>
                  <a:pt x="481816" y="771279"/>
                </a:lnTo>
                <a:lnTo>
                  <a:pt x="482724" y="774230"/>
                </a:lnTo>
                <a:lnTo>
                  <a:pt x="484765" y="783083"/>
                </a:lnTo>
                <a:lnTo>
                  <a:pt x="487261" y="796703"/>
                </a:lnTo>
                <a:lnTo>
                  <a:pt x="490210" y="814635"/>
                </a:lnTo>
                <a:lnTo>
                  <a:pt x="491571" y="825077"/>
                </a:lnTo>
                <a:lnTo>
                  <a:pt x="493159" y="836427"/>
                </a:lnTo>
                <a:lnTo>
                  <a:pt x="494520" y="848685"/>
                </a:lnTo>
                <a:lnTo>
                  <a:pt x="495654" y="861624"/>
                </a:lnTo>
                <a:lnTo>
                  <a:pt x="496788" y="875244"/>
                </a:lnTo>
                <a:lnTo>
                  <a:pt x="497469" y="889317"/>
                </a:lnTo>
                <a:lnTo>
                  <a:pt x="498149" y="903845"/>
                </a:lnTo>
                <a:lnTo>
                  <a:pt x="498376" y="919054"/>
                </a:lnTo>
                <a:lnTo>
                  <a:pt x="498376" y="928361"/>
                </a:lnTo>
                <a:lnTo>
                  <a:pt x="498149" y="938576"/>
                </a:lnTo>
                <a:lnTo>
                  <a:pt x="497469" y="949699"/>
                </a:lnTo>
                <a:lnTo>
                  <a:pt x="496788" y="961502"/>
                </a:lnTo>
                <a:lnTo>
                  <a:pt x="495654" y="973533"/>
                </a:lnTo>
                <a:lnTo>
                  <a:pt x="494520" y="986018"/>
                </a:lnTo>
                <a:lnTo>
                  <a:pt x="492705" y="999411"/>
                </a:lnTo>
                <a:lnTo>
                  <a:pt x="490663" y="1012804"/>
                </a:lnTo>
                <a:lnTo>
                  <a:pt x="487941" y="1026650"/>
                </a:lnTo>
                <a:lnTo>
                  <a:pt x="484992" y="1040497"/>
                </a:lnTo>
                <a:lnTo>
                  <a:pt x="481363" y="1054571"/>
                </a:lnTo>
                <a:lnTo>
                  <a:pt x="477053" y="1068645"/>
                </a:lnTo>
                <a:lnTo>
                  <a:pt x="472289" y="1082946"/>
                </a:lnTo>
                <a:lnTo>
                  <a:pt x="469794" y="1089756"/>
                </a:lnTo>
                <a:lnTo>
                  <a:pt x="467072" y="1097019"/>
                </a:lnTo>
                <a:lnTo>
                  <a:pt x="463896" y="1103829"/>
                </a:lnTo>
                <a:lnTo>
                  <a:pt x="460947" y="1110866"/>
                </a:lnTo>
                <a:lnTo>
                  <a:pt x="457544" y="1117449"/>
                </a:lnTo>
                <a:lnTo>
                  <a:pt x="454142" y="1124486"/>
                </a:lnTo>
                <a:lnTo>
                  <a:pt x="451419" y="1103829"/>
                </a:lnTo>
                <a:lnTo>
                  <a:pt x="448244" y="1083400"/>
                </a:lnTo>
                <a:lnTo>
                  <a:pt x="445295" y="1062970"/>
                </a:lnTo>
                <a:lnTo>
                  <a:pt x="441892" y="1042994"/>
                </a:lnTo>
                <a:lnTo>
                  <a:pt x="435314" y="1003270"/>
                </a:lnTo>
                <a:lnTo>
                  <a:pt x="427828" y="964453"/>
                </a:lnTo>
                <a:lnTo>
                  <a:pt x="420569" y="926999"/>
                </a:lnTo>
                <a:lnTo>
                  <a:pt x="413083" y="890906"/>
                </a:lnTo>
                <a:lnTo>
                  <a:pt x="406278" y="855949"/>
                </a:lnTo>
                <a:lnTo>
                  <a:pt x="399472" y="823034"/>
                </a:lnTo>
                <a:lnTo>
                  <a:pt x="396750" y="812592"/>
                </a:lnTo>
                <a:lnTo>
                  <a:pt x="394482" y="801697"/>
                </a:lnTo>
                <a:lnTo>
                  <a:pt x="392440" y="791028"/>
                </a:lnTo>
                <a:lnTo>
                  <a:pt x="390852" y="780132"/>
                </a:lnTo>
                <a:lnTo>
                  <a:pt x="389718" y="769463"/>
                </a:lnTo>
                <a:lnTo>
                  <a:pt x="389037" y="758567"/>
                </a:lnTo>
                <a:lnTo>
                  <a:pt x="388811" y="747898"/>
                </a:lnTo>
                <a:lnTo>
                  <a:pt x="389037" y="737002"/>
                </a:lnTo>
                <a:lnTo>
                  <a:pt x="389491" y="726334"/>
                </a:lnTo>
                <a:lnTo>
                  <a:pt x="390625" y="715892"/>
                </a:lnTo>
                <a:lnTo>
                  <a:pt x="391760" y="705223"/>
                </a:lnTo>
                <a:lnTo>
                  <a:pt x="393574" y="694781"/>
                </a:lnTo>
                <a:lnTo>
                  <a:pt x="395616" y="684566"/>
                </a:lnTo>
                <a:lnTo>
                  <a:pt x="398338" y="674351"/>
                </a:lnTo>
                <a:lnTo>
                  <a:pt x="401060" y="664817"/>
                </a:lnTo>
                <a:lnTo>
                  <a:pt x="404463" y="655284"/>
                </a:lnTo>
                <a:lnTo>
                  <a:pt x="408092" y="645750"/>
                </a:lnTo>
                <a:lnTo>
                  <a:pt x="412175" y="636670"/>
                </a:lnTo>
                <a:lnTo>
                  <a:pt x="416485" y="628044"/>
                </a:lnTo>
                <a:lnTo>
                  <a:pt x="421249" y="619645"/>
                </a:lnTo>
                <a:lnTo>
                  <a:pt x="426467" y="611473"/>
                </a:lnTo>
                <a:lnTo>
                  <a:pt x="431911" y="603982"/>
                </a:lnTo>
                <a:lnTo>
                  <a:pt x="437809" y="596718"/>
                </a:lnTo>
                <a:lnTo>
                  <a:pt x="443934" y="589681"/>
                </a:lnTo>
                <a:lnTo>
                  <a:pt x="450285" y="583325"/>
                </a:lnTo>
                <a:lnTo>
                  <a:pt x="457317" y="577423"/>
                </a:lnTo>
                <a:lnTo>
                  <a:pt x="464350" y="571976"/>
                </a:lnTo>
                <a:lnTo>
                  <a:pt x="468206" y="569479"/>
                </a:lnTo>
                <a:lnTo>
                  <a:pt x="471835" y="567209"/>
                </a:lnTo>
                <a:lnTo>
                  <a:pt x="475919" y="564939"/>
                </a:lnTo>
                <a:lnTo>
                  <a:pt x="479775" y="562896"/>
                </a:lnTo>
                <a:lnTo>
                  <a:pt x="483858" y="560853"/>
                </a:lnTo>
                <a:lnTo>
                  <a:pt x="487941" y="559037"/>
                </a:lnTo>
                <a:lnTo>
                  <a:pt x="492478" y="557448"/>
                </a:lnTo>
                <a:lnTo>
                  <a:pt x="496561" y="555859"/>
                </a:lnTo>
                <a:lnTo>
                  <a:pt x="500871" y="554270"/>
                </a:lnTo>
                <a:lnTo>
                  <a:pt x="505408" y="553362"/>
                </a:lnTo>
                <a:lnTo>
                  <a:pt x="514482" y="551319"/>
                </a:lnTo>
                <a:lnTo>
                  <a:pt x="524009" y="549730"/>
                </a:lnTo>
                <a:lnTo>
                  <a:pt x="533537" y="548368"/>
                </a:lnTo>
                <a:lnTo>
                  <a:pt x="543291" y="547914"/>
                </a:lnTo>
                <a:lnTo>
                  <a:pt x="553272" y="547687"/>
                </a:lnTo>
                <a:close/>
                <a:moveTo>
                  <a:pt x="487148" y="0"/>
                </a:moveTo>
                <a:lnTo>
                  <a:pt x="493260" y="0"/>
                </a:lnTo>
                <a:lnTo>
                  <a:pt x="499825" y="0"/>
                </a:lnTo>
                <a:lnTo>
                  <a:pt x="505937" y="226"/>
                </a:lnTo>
                <a:lnTo>
                  <a:pt x="512049" y="453"/>
                </a:lnTo>
                <a:lnTo>
                  <a:pt x="524274" y="1812"/>
                </a:lnTo>
                <a:lnTo>
                  <a:pt x="536725" y="3624"/>
                </a:lnTo>
                <a:lnTo>
                  <a:pt x="548723" y="6115"/>
                </a:lnTo>
                <a:lnTo>
                  <a:pt x="560495" y="9059"/>
                </a:lnTo>
                <a:lnTo>
                  <a:pt x="572266" y="12456"/>
                </a:lnTo>
                <a:lnTo>
                  <a:pt x="583585" y="16759"/>
                </a:lnTo>
                <a:lnTo>
                  <a:pt x="594678" y="21289"/>
                </a:lnTo>
                <a:lnTo>
                  <a:pt x="605770" y="26498"/>
                </a:lnTo>
                <a:lnTo>
                  <a:pt x="616410" y="31934"/>
                </a:lnTo>
                <a:lnTo>
                  <a:pt x="627050" y="38275"/>
                </a:lnTo>
                <a:lnTo>
                  <a:pt x="637011" y="44843"/>
                </a:lnTo>
                <a:lnTo>
                  <a:pt x="646971" y="52090"/>
                </a:lnTo>
                <a:lnTo>
                  <a:pt x="656479" y="59338"/>
                </a:lnTo>
                <a:lnTo>
                  <a:pt x="665308" y="67718"/>
                </a:lnTo>
                <a:lnTo>
                  <a:pt x="674137" y="76097"/>
                </a:lnTo>
                <a:lnTo>
                  <a:pt x="682513" y="84930"/>
                </a:lnTo>
                <a:lnTo>
                  <a:pt x="690210" y="94216"/>
                </a:lnTo>
                <a:lnTo>
                  <a:pt x="697907" y="103954"/>
                </a:lnTo>
                <a:lnTo>
                  <a:pt x="704924" y="114146"/>
                </a:lnTo>
                <a:lnTo>
                  <a:pt x="711263" y="124791"/>
                </a:lnTo>
                <a:lnTo>
                  <a:pt x="714206" y="130000"/>
                </a:lnTo>
                <a:lnTo>
                  <a:pt x="717375" y="135435"/>
                </a:lnTo>
                <a:lnTo>
                  <a:pt x="720092" y="141097"/>
                </a:lnTo>
                <a:lnTo>
                  <a:pt x="722808" y="146759"/>
                </a:lnTo>
                <a:lnTo>
                  <a:pt x="725298" y="152648"/>
                </a:lnTo>
                <a:lnTo>
                  <a:pt x="727789" y="158310"/>
                </a:lnTo>
                <a:lnTo>
                  <a:pt x="730052" y="164425"/>
                </a:lnTo>
                <a:lnTo>
                  <a:pt x="732316" y="170313"/>
                </a:lnTo>
                <a:lnTo>
                  <a:pt x="734354" y="176428"/>
                </a:lnTo>
                <a:lnTo>
                  <a:pt x="735938" y="182543"/>
                </a:lnTo>
                <a:lnTo>
                  <a:pt x="737749" y="188658"/>
                </a:lnTo>
                <a:lnTo>
                  <a:pt x="739334" y="195226"/>
                </a:lnTo>
                <a:lnTo>
                  <a:pt x="740692" y="201567"/>
                </a:lnTo>
                <a:lnTo>
                  <a:pt x="741824" y="207909"/>
                </a:lnTo>
                <a:lnTo>
                  <a:pt x="742956" y="214477"/>
                </a:lnTo>
                <a:lnTo>
                  <a:pt x="744088" y="220592"/>
                </a:lnTo>
                <a:lnTo>
                  <a:pt x="744767" y="226933"/>
                </a:lnTo>
                <a:lnTo>
                  <a:pt x="745220" y="233275"/>
                </a:lnTo>
                <a:lnTo>
                  <a:pt x="745446" y="239390"/>
                </a:lnTo>
                <a:lnTo>
                  <a:pt x="745672" y="245958"/>
                </a:lnTo>
                <a:lnTo>
                  <a:pt x="746125" y="252299"/>
                </a:lnTo>
                <a:lnTo>
                  <a:pt x="746125" y="258414"/>
                </a:lnTo>
                <a:lnTo>
                  <a:pt x="745672" y="264529"/>
                </a:lnTo>
                <a:lnTo>
                  <a:pt x="745220" y="270871"/>
                </a:lnTo>
                <a:lnTo>
                  <a:pt x="744314" y="283327"/>
                </a:lnTo>
                <a:lnTo>
                  <a:pt x="742277" y="295330"/>
                </a:lnTo>
                <a:lnTo>
                  <a:pt x="739787" y="307334"/>
                </a:lnTo>
                <a:lnTo>
                  <a:pt x="737070" y="319337"/>
                </a:lnTo>
                <a:lnTo>
                  <a:pt x="733448" y="330888"/>
                </a:lnTo>
                <a:lnTo>
                  <a:pt x="729373" y="342438"/>
                </a:lnTo>
                <a:lnTo>
                  <a:pt x="724846" y="353762"/>
                </a:lnTo>
                <a:lnTo>
                  <a:pt x="719639" y="364633"/>
                </a:lnTo>
                <a:lnTo>
                  <a:pt x="713979" y="375278"/>
                </a:lnTo>
                <a:lnTo>
                  <a:pt x="707867" y="385696"/>
                </a:lnTo>
                <a:lnTo>
                  <a:pt x="701302" y="395888"/>
                </a:lnTo>
                <a:lnTo>
                  <a:pt x="694058" y="405626"/>
                </a:lnTo>
                <a:lnTo>
                  <a:pt x="686361" y="415139"/>
                </a:lnTo>
                <a:lnTo>
                  <a:pt x="678438" y="424198"/>
                </a:lnTo>
                <a:lnTo>
                  <a:pt x="670062" y="433031"/>
                </a:lnTo>
                <a:lnTo>
                  <a:pt x="661007" y="441184"/>
                </a:lnTo>
                <a:lnTo>
                  <a:pt x="651725" y="449111"/>
                </a:lnTo>
                <a:lnTo>
                  <a:pt x="641991" y="456585"/>
                </a:lnTo>
                <a:lnTo>
                  <a:pt x="631804" y="463605"/>
                </a:lnTo>
                <a:lnTo>
                  <a:pt x="621390" y="470173"/>
                </a:lnTo>
                <a:lnTo>
                  <a:pt x="615957" y="473344"/>
                </a:lnTo>
                <a:lnTo>
                  <a:pt x="610298" y="476062"/>
                </a:lnTo>
                <a:lnTo>
                  <a:pt x="605091" y="479006"/>
                </a:lnTo>
                <a:lnTo>
                  <a:pt x="599432" y="481724"/>
                </a:lnTo>
                <a:lnTo>
                  <a:pt x="593546" y="484215"/>
                </a:lnTo>
                <a:lnTo>
                  <a:pt x="587660" y="486706"/>
                </a:lnTo>
                <a:lnTo>
                  <a:pt x="581774" y="488971"/>
                </a:lnTo>
                <a:lnTo>
                  <a:pt x="575888" y="491236"/>
                </a:lnTo>
                <a:lnTo>
                  <a:pt x="569550" y="493048"/>
                </a:lnTo>
                <a:lnTo>
                  <a:pt x="563437" y="495086"/>
                </a:lnTo>
                <a:lnTo>
                  <a:pt x="557099" y="496672"/>
                </a:lnTo>
                <a:lnTo>
                  <a:pt x="550987" y="498030"/>
                </a:lnTo>
                <a:lnTo>
                  <a:pt x="544648" y="499616"/>
                </a:lnTo>
                <a:lnTo>
                  <a:pt x="538083" y="500975"/>
                </a:lnTo>
                <a:lnTo>
                  <a:pt x="531744" y="501881"/>
                </a:lnTo>
                <a:lnTo>
                  <a:pt x="525406" y="502787"/>
                </a:lnTo>
                <a:lnTo>
                  <a:pt x="519294" y="503466"/>
                </a:lnTo>
                <a:lnTo>
                  <a:pt x="512729" y="503919"/>
                </a:lnTo>
                <a:lnTo>
                  <a:pt x="506390" y="504598"/>
                </a:lnTo>
                <a:lnTo>
                  <a:pt x="500278" y="504825"/>
                </a:lnTo>
                <a:lnTo>
                  <a:pt x="493939" y="504825"/>
                </a:lnTo>
                <a:lnTo>
                  <a:pt x="487827" y="504825"/>
                </a:lnTo>
                <a:lnTo>
                  <a:pt x="481262" y="504598"/>
                </a:lnTo>
                <a:lnTo>
                  <a:pt x="475150" y="504372"/>
                </a:lnTo>
                <a:lnTo>
                  <a:pt x="462925" y="503013"/>
                </a:lnTo>
                <a:lnTo>
                  <a:pt x="450701" y="501201"/>
                </a:lnTo>
                <a:lnTo>
                  <a:pt x="438476" y="498936"/>
                </a:lnTo>
                <a:lnTo>
                  <a:pt x="426705" y="495766"/>
                </a:lnTo>
                <a:lnTo>
                  <a:pt x="415386" y="492142"/>
                </a:lnTo>
                <a:lnTo>
                  <a:pt x="403840" y="488065"/>
                </a:lnTo>
                <a:lnTo>
                  <a:pt x="392521" y="483536"/>
                </a:lnTo>
                <a:lnTo>
                  <a:pt x="381429" y="478327"/>
                </a:lnTo>
                <a:lnTo>
                  <a:pt x="370789" y="472665"/>
                </a:lnTo>
                <a:lnTo>
                  <a:pt x="360149" y="466550"/>
                </a:lnTo>
                <a:lnTo>
                  <a:pt x="350189" y="459982"/>
                </a:lnTo>
                <a:lnTo>
                  <a:pt x="340454" y="452961"/>
                </a:lnTo>
                <a:lnTo>
                  <a:pt x="331173" y="445260"/>
                </a:lnTo>
                <a:lnTo>
                  <a:pt x="321891" y="437334"/>
                </a:lnTo>
                <a:lnTo>
                  <a:pt x="313062" y="428727"/>
                </a:lnTo>
                <a:lnTo>
                  <a:pt x="304913" y="420121"/>
                </a:lnTo>
                <a:lnTo>
                  <a:pt x="296989" y="410609"/>
                </a:lnTo>
                <a:lnTo>
                  <a:pt x="289519" y="400870"/>
                </a:lnTo>
                <a:lnTo>
                  <a:pt x="282501" y="390452"/>
                </a:lnTo>
                <a:lnTo>
                  <a:pt x="275936" y="380034"/>
                </a:lnTo>
                <a:lnTo>
                  <a:pt x="272993" y="374599"/>
                </a:lnTo>
                <a:lnTo>
                  <a:pt x="269824" y="369390"/>
                </a:lnTo>
                <a:lnTo>
                  <a:pt x="267107" y="363728"/>
                </a:lnTo>
                <a:lnTo>
                  <a:pt x="264617" y="358066"/>
                </a:lnTo>
                <a:lnTo>
                  <a:pt x="261901" y="352177"/>
                </a:lnTo>
                <a:lnTo>
                  <a:pt x="259411" y="346515"/>
                </a:lnTo>
                <a:lnTo>
                  <a:pt x="257147" y="340400"/>
                </a:lnTo>
                <a:lnTo>
                  <a:pt x="255109" y="334512"/>
                </a:lnTo>
                <a:lnTo>
                  <a:pt x="253072" y="328397"/>
                </a:lnTo>
                <a:lnTo>
                  <a:pt x="251261" y="322282"/>
                </a:lnTo>
                <a:lnTo>
                  <a:pt x="249450" y="315940"/>
                </a:lnTo>
                <a:lnTo>
                  <a:pt x="247865" y="309599"/>
                </a:lnTo>
                <a:lnTo>
                  <a:pt x="246507" y="303257"/>
                </a:lnTo>
                <a:lnTo>
                  <a:pt x="245375" y="296916"/>
                </a:lnTo>
                <a:lnTo>
                  <a:pt x="244243" y="290574"/>
                </a:lnTo>
                <a:lnTo>
                  <a:pt x="243338" y="284233"/>
                </a:lnTo>
                <a:lnTo>
                  <a:pt x="242659" y="277891"/>
                </a:lnTo>
                <a:lnTo>
                  <a:pt x="241979" y="271550"/>
                </a:lnTo>
                <a:lnTo>
                  <a:pt x="241753" y="265435"/>
                </a:lnTo>
                <a:lnTo>
                  <a:pt x="241527" y="258867"/>
                </a:lnTo>
                <a:lnTo>
                  <a:pt x="241300" y="252752"/>
                </a:lnTo>
                <a:lnTo>
                  <a:pt x="241527" y="246411"/>
                </a:lnTo>
                <a:lnTo>
                  <a:pt x="241527" y="240296"/>
                </a:lnTo>
                <a:lnTo>
                  <a:pt x="241979" y="234181"/>
                </a:lnTo>
                <a:lnTo>
                  <a:pt x="243338" y="221498"/>
                </a:lnTo>
                <a:lnTo>
                  <a:pt x="245149" y="209494"/>
                </a:lnTo>
                <a:lnTo>
                  <a:pt x="247412" y="197491"/>
                </a:lnTo>
                <a:lnTo>
                  <a:pt x="250355" y="185714"/>
                </a:lnTo>
                <a:lnTo>
                  <a:pt x="253751" y="173937"/>
                </a:lnTo>
                <a:lnTo>
                  <a:pt x="257826" y="162386"/>
                </a:lnTo>
                <a:lnTo>
                  <a:pt x="262353" y="151062"/>
                </a:lnTo>
                <a:lnTo>
                  <a:pt x="267560" y="140191"/>
                </a:lnTo>
                <a:lnTo>
                  <a:pt x="273220" y="129547"/>
                </a:lnTo>
                <a:lnTo>
                  <a:pt x="279332" y="119129"/>
                </a:lnTo>
                <a:lnTo>
                  <a:pt x="286123" y="108937"/>
                </a:lnTo>
                <a:lnTo>
                  <a:pt x="293141" y="99198"/>
                </a:lnTo>
                <a:lnTo>
                  <a:pt x="300838" y="89686"/>
                </a:lnTo>
                <a:lnTo>
                  <a:pt x="308761" y="80627"/>
                </a:lnTo>
                <a:lnTo>
                  <a:pt x="317137" y="72021"/>
                </a:lnTo>
                <a:lnTo>
                  <a:pt x="326192" y="63414"/>
                </a:lnTo>
                <a:lnTo>
                  <a:pt x="335700" y="55488"/>
                </a:lnTo>
                <a:lnTo>
                  <a:pt x="345435" y="48240"/>
                </a:lnTo>
                <a:lnTo>
                  <a:pt x="355395" y="41219"/>
                </a:lnTo>
                <a:lnTo>
                  <a:pt x="365809" y="34651"/>
                </a:lnTo>
                <a:lnTo>
                  <a:pt x="371242" y="31481"/>
                </a:lnTo>
                <a:lnTo>
                  <a:pt x="376901" y="28763"/>
                </a:lnTo>
                <a:lnTo>
                  <a:pt x="382561" y="25819"/>
                </a:lnTo>
                <a:lnTo>
                  <a:pt x="388220" y="23101"/>
                </a:lnTo>
                <a:lnTo>
                  <a:pt x="393880" y="20610"/>
                </a:lnTo>
                <a:lnTo>
                  <a:pt x="399765" y="18118"/>
                </a:lnTo>
                <a:lnTo>
                  <a:pt x="405651" y="15854"/>
                </a:lnTo>
                <a:lnTo>
                  <a:pt x="411764" y="13815"/>
                </a:lnTo>
                <a:lnTo>
                  <a:pt x="417649" y="11777"/>
                </a:lnTo>
                <a:lnTo>
                  <a:pt x="423988" y="9965"/>
                </a:lnTo>
                <a:lnTo>
                  <a:pt x="430100" y="8153"/>
                </a:lnTo>
                <a:lnTo>
                  <a:pt x="436439" y="6568"/>
                </a:lnTo>
                <a:lnTo>
                  <a:pt x="442777" y="5209"/>
                </a:lnTo>
                <a:lnTo>
                  <a:pt x="449116" y="4077"/>
                </a:lnTo>
                <a:lnTo>
                  <a:pt x="455455" y="2718"/>
                </a:lnTo>
                <a:lnTo>
                  <a:pt x="461793" y="2038"/>
                </a:lnTo>
                <a:lnTo>
                  <a:pt x="468358" y="1359"/>
                </a:lnTo>
                <a:lnTo>
                  <a:pt x="474471" y="679"/>
                </a:lnTo>
                <a:lnTo>
                  <a:pt x="480809" y="226"/>
                </a:lnTo>
                <a:lnTo>
                  <a:pt x="487148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KSO_Shape"/>
          <p:cNvSpPr>
            <a:spLocks/>
          </p:cNvSpPr>
          <p:nvPr/>
        </p:nvSpPr>
        <p:spPr bwMode="auto">
          <a:xfrm>
            <a:off x="5251621" y="547724"/>
            <a:ext cx="1905000" cy="1031875"/>
          </a:xfrm>
          <a:custGeom>
            <a:avLst/>
            <a:gdLst>
              <a:gd name="T0" fmla="*/ 1458880 w 2338387"/>
              <a:gd name="T1" fmla="*/ 822448 h 1266826"/>
              <a:gd name="T2" fmla="*/ 1587072 w 2338387"/>
              <a:gd name="T3" fmla="*/ 885294 h 1266826"/>
              <a:gd name="T4" fmla="*/ 1040685 w 2338387"/>
              <a:gd name="T5" fmla="*/ 309140 h 1266826"/>
              <a:gd name="T6" fmla="*/ 916372 w 2338387"/>
              <a:gd name="T7" fmla="*/ 327439 h 1266826"/>
              <a:gd name="T8" fmla="*/ 824568 w 2338387"/>
              <a:gd name="T9" fmla="*/ 355535 h 1266826"/>
              <a:gd name="T10" fmla="*/ 752899 w 2338387"/>
              <a:gd name="T11" fmla="*/ 382707 h 1266826"/>
              <a:gd name="T12" fmla="*/ 1047889 w 2338387"/>
              <a:gd name="T13" fmla="*/ 553501 h 1266826"/>
              <a:gd name="T14" fmla="*/ 1139138 w 2338387"/>
              <a:gd name="T15" fmla="*/ 493058 h 1266826"/>
              <a:gd name="T16" fmla="*/ 1204527 w 2338387"/>
              <a:gd name="T17" fmla="*/ 418381 h 1266826"/>
              <a:gd name="T18" fmla="*/ 1242209 w 2338387"/>
              <a:gd name="T19" fmla="*/ 336496 h 1266826"/>
              <a:gd name="T20" fmla="*/ 1151329 w 2338387"/>
              <a:gd name="T21" fmla="*/ 313946 h 1266826"/>
              <a:gd name="T22" fmla="*/ 1104597 w 2338387"/>
              <a:gd name="T23" fmla="*/ 162374 h 1266826"/>
              <a:gd name="T24" fmla="*/ 1231495 w 2338387"/>
              <a:gd name="T25" fmla="*/ 180304 h 1266826"/>
              <a:gd name="T26" fmla="*/ 1325331 w 2338387"/>
              <a:gd name="T27" fmla="*/ 211912 h 1266826"/>
              <a:gd name="T28" fmla="*/ 1402542 w 2338387"/>
              <a:gd name="T29" fmla="*/ 253502 h 1266826"/>
              <a:gd name="T30" fmla="*/ 1672411 w 2338387"/>
              <a:gd name="T31" fmla="*/ 513391 h 1266826"/>
              <a:gd name="T32" fmla="*/ 1689959 w 2338387"/>
              <a:gd name="T33" fmla="*/ 563299 h 1266826"/>
              <a:gd name="T34" fmla="*/ 1744634 w 2338387"/>
              <a:gd name="T35" fmla="*/ 963668 h 1266826"/>
              <a:gd name="T36" fmla="*/ 1733736 w 2338387"/>
              <a:gd name="T37" fmla="*/ 996940 h 1266826"/>
              <a:gd name="T38" fmla="*/ 1708984 w 2338387"/>
              <a:gd name="T39" fmla="*/ 1021709 h 1266826"/>
              <a:gd name="T40" fmla="*/ 1675551 w 2338387"/>
              <a:gd name="T41" fmla="*/ 1031690 h 1266826"/>
              <a:gd name="T42" fmla="*/ 1235929 w 2338387"/>
              <a:gd name="T43" fmla="*/ 1027254 h 1266826"/>
              <a:gd name="T44" fmla="*/ 1209515 w 2338387"/>
              <a:gd name="T45" fmla="*/ 1010433 h 1266826"/>
              <a:gd name="T46" fmla="*/ 1192521 w 2338387"/>
              <a:gd name="T47" fmla="*/ 983816 h 1266826"/>
              <a:gd name="T48" fmla="*/ 1166476 w 2338387"/>
              <a:gd name="T49" fmla="*/ 963668 h 1266826"/>
              <a:gd name="T50" fmla="*/ 985640 w 2338387"/>
              <a:gd name="T51" fmla="*/ 1027994 h 1266826"/>
              <a:gd name="T52" fmla="*/ 91619 w 2338387"/>
              <a:gd name="T53" fmla="*/ 1028733 h 1266826"/>
              <a:gd name="T54" fmla="*/ 45994 w 2338387"/>
              <a:gd name="T55" fmla="*/ 1008215 h 1266826"/>
              <a:gd name="T56" fmla="*/ 13854 w 2338387"/>
              <a:gd name="T57" fmla="*/ 971062 h 1266826"/>
              <a:gd name="T58" fmla="*/ 370 w 2338387"/>
              <a:gd name="T59" fmla="*/ 922633 h 1266826"/>
              <a:gd name="T60" fmla="*/ 9051 w 2338387"/>
              <a:gd name="T61" fmla="*/ 871986 h 1266826"/>
              <a:gd name="T62" fmla="*/ 37682 w 2338387"/>
              <a:gd name="T63" fmla="*/ 831876 h 1266826"/>
              <a:gd name="T64" fmla="*/ 80536 w 2338387"/>
              <a:gd name="T65" fmla="*/ 807106 h 1266826"/>
              <a:gd name="T66" fmla="*/ 582038 w 2338387"/>
              <a:gd name="T67" fmla="*/ 412652 h 1266826"/>
              <a:gd name="T68" fmla="*/ 623968 w 2338387"/>
              <a:gd name="T69" fmla="*/ 371432 h 1266826"/>
              <a:gd name="T70" fmla="*/ 677535 w 2338387"/>
              <a:gd name="T71" fmla="*/ 356829 h 1266826"/>
              <a:gd name="T72" fmla="*/ 668299 w 2338387"/>
              <a:gd name="T73" fmla="*/ 325775 h 1266826"/>
              <a:gd name="T74" fmla="*/ 668484 w 2338387"/>
              <a:gd name="T75" fmla="*/ 293982 h 1266826"/>
              <a:gd name="T76" fmla="*/ 681968 w 2338387"/>
              <a:gd name="T77" fmla="*/ 265702 h 1266826"/>
              <a:gd name="T78" fmla="*/ 707089 w 2338387"/>
              <a:gd name="T79" fmla="*/ 245184 h 1266826"/>
              <a:gd name="T80" fmla="*/ 810900 w 2338387"/>
              <a:gd name="T81" fmla="*/ 205258 h 1266826"/>
              <a:gd name="T82" fmla="*/ 916187 w 2338387"/>
              <a:gd name="T83" fmla="*/ 177716 h 1266826"/>
              <a:gd name="T84" fmla="*/ 1012793 w 2338387"/>
              <a:gd name="T85" fmla="*/ 164038 h 1266826"/>
              <a:gd name="T86" fmla="*/ 1711823 w 2338387"/>
              <a:gd name="T87" fmla="*/ 184 h 1266826"/>
              <a:gd name="T88" fmla="*/ 1796695 w 2338387"/>
              <a:gd name="T89" fmla="*/ 24351 h 1266826"/>
              <a:gd name="T90" fmla="*/ 1851863 w 2338387"/>
              <a:gd name="T91" fmla="*/ 67703 h 1266826"/>
              <a:gd name="T92" fmla="*/ 1879169 w 2338387"/>
              <a:gd name="T93" fmla="*/ 105705 h 1266826"/>
              <a:gd name="T94" fmla="*/ 1897066 w 2338387"/>
              <a:gd name="T95" fmla="*/ 148688 h 1266826"/>
              <a:gd name="T96" fmla="*/ 1903709 w 2338387"/>
              <a:gd name="T97" fmla="*/ 227829 h 1266826"/>
              <a:gd name="T98" fmla="*/ 1875664 w 2338387"/>
              <a:gd name="T99" fmla="*/ 311396 h 1266826"/>
              <a:gd name="T100" fmla="*/ 1837471 w 2338387"/>
              <a:gd name="T101" fmla="*/ 358069 h 1266826"/>
              <a:gd name="T102" fmla="*/ 1799279 w 2338387"/>
              <a:gd name="T103" fmla="*/ 385372 h 1266826"/>
              <a:gd name="T104" fmla="*/ 1756289 w 2338387"/>
              <a:gd name="T105" fmla="*/ 403265 h 1266826"/>
              <a:gd name="T106" fmla="*/ 1677136 w 2338387"/>
              <a:gd name="T107" fmla="*/ 409907 h 1266826"/>
              <a:gd name="T108" fmla="*/ 1593555 w 2338387"/>
              <a:gd name="T109" fmla="*/ 381682 h 1266826"/>
              <a:gd name="T110" fmla="*/ 1543554 w 2338387"/>
              <a:gd name="T111" fmla="*/ 339621 h 1266826"/>
              <a:gd name="T112" fmla="*/ 1517169 w 2338387"/>
              <a:gd name="T113" fmla="*/ 300881 h 1266826"/>
              <a:gd name="T114" fmla="*/ 1500379 w 2338387"/>
              <a:gd name="T115" fmla="*/ 257713 h 1266826"/>
              <a:gd name="T116" fmla="*/ 1496320 w 2338387"/>
              <a:gd name="T117" fmla="*/ 173592 h 1266826"/>
              <a:gd name="T118" fmla="*/ 1528424 w 2338387"/>
              <a:gd name="T119" fmla="*/ 91131 h 1266826"/>
              <a:gd name="T120" fmla="*/ 1569015 w 2338387"/>
              <a:gd name="T121" fmla="*/ 46303 h 1266826"/>
              <a:gd name="T122" fmla="*/ 1608869 w 2338387"/>
              <a:gd name="T123" fmla="*/ 20846 h 1266826"/>
              <a:gd name="T124" fmla="*/ 1652412 w 2338387"/>
              <a:gd name="T125" fmla="*/ 5534 h 126682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338387" h="1266826">
                <a:moveTo>
                  <a:pt x="1924096" y="919396"/>
                </a:moveTo>
                <a:lnTo>
                  <a:pt x="1907998" y="931423"/>
                </a:lnTo>
                <a:lnTo>
                  <a:pt x="1891446" y="943224"/>
                </a:lnTo>
                <a:lnTo>
                  <a:pt x="1875121" y="955024"/>
                </a:lnTo>
                <a:lnTo>
                  <a:pt x="1858796" y="966370"/>
                </a:lnTo>
                <a:lnTo>
                  <a:pt x="1841791" y="977490"/>
                </a:lnTo>
                <a:lnTo>
                  <a:pt x="1825239" y="988383"/>
                </a:lnTo>
                <a:lnTo>
                  <a:pt x="1808007" y="999275"/>
                </a:lnTo>
                <a:lnTo>
                  <a:pt x="1790775" y="1009714"/>
                </a:lnTo>
                <a:lnTo>
                  <a:pt x="1773543" y="1019926"/>
                </a:lnTo>
                <a:lnTo>
                  <a:pt x="1756084" y="1029911"/>
                </a:lnTo>
                <a:lnTo>
                  <a:pt x="1738625" y="1039896"/>
                </a:lnTo>
                <a:lnTo>
                  <a:pt x="1720940" y="1049654"/>
                </a:lnTo>
                <a:lnTo>
                  <a:pt x="1703254" y="1059185"/>
                </a:lnTo>
                <a:lnTo>
                  <a:pt x="1685342" y="1068489"/>
                </a:lnTo>
                <a:lnTo>
                  <a:pt x="1667429" y="1077793"/>
                </a:lnTo>
                <a:lnTo>
                  <a:pt x="1649290" y="1086870"/>
                </a:lnTo>
                <a:lnTo>
                  <a:pt x="1948131" y="1086870"/>
                </a:lnTo>
                <a:lnTo>
                  <a:pt x="1924096" y="919396"/>
                </a:lnTo>
                <a:close/>
                <a:moveTo>
                  <a:pt x="873847" y="809562"/>
                </a:moveTo>
                <a:lnTo>
                  <a:pt x="783606" y="984752"/>
                </a:lnTo>
                <a:lnTo>
                  <a:pt x="1035965" y="984752"/>
                </a:lnTo>
                <a:lnTo>
                  <a:pt x="1025535" y="954343"/>
                </a:lnTo>
                <a:lnTo>
                  <a:pt x="873847" y="809562"/>
                </a:lnTo>
                <a:close/>
                <a:moveTo>
                  <a:pt x="1315986" y="378394"/>
                </a:moveTo>
                <a:lnTo>
                  <a:pt x="1296940" y="378621"/>
                </a:lnTo>
                <a:lnTo>
                  <a:pt x="1277440" y="379529"/>
                </a:lnTo>
                <a:lnTo>
                  <a:pt x="1257488" y="380663"/>
                </a:lnTo>
                <a:lnTo>
                  <a:pt x="1236628" y="382479"/>
                </a:lnTo>
                <a:lnTo>
                  <a:pt x="1215768" y="385202"/>
                </a:lnTo>
                <a:lnTo>
                  <a:pt x="1193774" y="388152"/>
                </a:lnTo>
                <a:lnTo>
                  <a:pt x="1171327" y="392010"/>
                </a:lnTo>
                <a:lnTo>
                  <a:pt x="1159990" y="394279"/>
                </a:lnTo>
                <a:lnTo>
                  <a:pt x="1148427" y="396775"/>
                </a:lnTo>
                <a:lnTo>
                  <a:pt x="1136636" y="399271"/>
                </a:lnTo>
                <a:lnTo>
                  <a:pt x="1124846" y="401995"/>
                </a:lnTo>
                <a:lnTo>
                  <a:pt x="1112829" y="405172"/>
                </a:lnTo>
                <a:lnTo>
                  <a:pt x="1100812" y="408122"/>
                </a:lnTo>
                <a:lnTo>
                  <a:pt x="1088568" y="411526"/>
                </a:lnTo>
                <a:lnTo>
                  <a:pt x="1076097" y="415157"/>
                </a:lnTo>
                <a:lnTo>
                  <a:pt x="1063627" y="419014"/>
                </a:lnTo>
                <a:lnTo>
                  <a:pt x="1051156" y="423099"/>
                </a:lnTo>
                <a:lnTo>
                  <a:pt x="1038005" y="427184"/>
                </a:lnTo>
                <a:lnTo>
                  <a:pt x="1025081" y="431949"/>
                </a:lnTo>
                <a:lnTo>
                  <a:pt x="1012157" y="436488"/>
                </a:lnTo>
                <a:lnTo>
                  <a:pt x="998780" y="441481"/>
                </a:lnTo>
                <a:lnTo>
                  <a:pt x="985176" y="446700"/>
                </a:lnTo>
                <a:lnTo>
                  <a:pt x="971571" y="452146"/>
                </a:lnTo>
                <a:lnTo>
                  <a:pt x="957967" y="457820"/>
                </a:lnTo>
                <a:lnTo>
                  <a:pt x="944136" y="463947"/>
                </a:lnTo>
                <a:lnTo>
                  <a:pt x="939374" y="465762"/>
                </a:lnTo>
                <a:lnTo>
                  <a:pt x="934160" y="467578"/>
                </a:lnTo>
                <a:lnTo>
                  <a:pt x="929171" y="468712"/>
                </a:lnTo>
                <a:lnTo>
                  <a:pt x="924183" y="469847"/>
                </a:lnTo>
                <a:lnTo>
                  <a:pt x="928264" y="473251"/>
                </a:lnTo>
                <a:lnTo>
                  <a:pt x="932119" y="476428"/>
                </a:lnTo>
                <a:lnTo>
                  <a:pt x="1187199" y="720151"/>
                </a:lnTo>
                <a:lnTo>
                  <a:pt x="1205111" y="713797"/>
                </a:lnTo>
                <a:lnTo>
                  <a:pt x="1222570" y="707443"/>
                </a:lnTo>
                <a:lnTo>
                  <a:pt x="1239575" y="700862"/>
                </a:lnTo>
                <a:lnTo>
                  <a:pt x="1255674" y="693827"/>
                </a:lnTo>
                <a:lnTo>
                  <a:pt x="1271318" y="686792"/>
                </a:lnTo>
                <a:lnTo>
                  <a:pt x="1286283" y="679530"/>
                </a:lnTo>
                <a:lnTo>
                  <a:pt x="1300794" y="672042"/>
                </a:lnTo>
                <a:lnTo>
                  <a:pt x="1314626" y="664553"/>
                </a:lnTo>
                <a:lnTo>
                  <a:pt x="1328003" y="656610"/>
                </a:lnTo>
                <a:lnTo>
                  <a:pt x="1340700" y="648668"/>
                </a:lnTo>
                <a:lnTo>
                  <a:pt x="1353171" y="640271"/>
                </a:lnTo>
                <a:lnTo>
                  <a:pt x="1365188" y="631648"/>
                </a:lnTo>
                <a:lnTo>
                  <a:pt x="1376525" y="623252"/>
                </a:lnTo>
                <a:lnTo>
                  <a:pt x="1387408" y="614175"/>
                </a:lnTo>
                <a:lnTo>
                  <a:pt x="1398292" y="605324"/>
                </a:lnTo>
                <a:lnTo>
                  <a:pt x="1408268" y="596020"/>
                </a:lnTo>
                <a:lnTo>
                  <a:pt x="1418245" y="586262"/>
                </a:lnTo>
                <a:lnTo>
                  <a:pt x="1427768" y="576731"/>
                </a:lnTo>
                <a:lnTo>
                  <a:pt x="1436837" y="566746"/>
                </a:lnTo>
                <a:lnTo>
                  <a:pt x="1445680" y="556534"/>
                </a:lnTo>
                <a:lnTo>
                  <a:pt x="1454296" y="546322"/>
                </a:lnTo>
                <a:lnTo>
                  <a:pt x="1462685" y="535430"/>
                </a:lnTo>
                <a:lnTo>
                  <a:pt x="1470621" y="524764"/>
                </a:lnTo>
                <a:lnTo>
                  <a:pt x="1478557" y="513644"/>
                </a:lnTo>
                <a:lnTo>
                  <a:pt x="1485812" y="502298"/>
                </a:lnTo>
                <a:lnTo>
                  <a:pt x="1493295" y="490951"/>
                </a:lnTo>
                <a:lnTo>
                  <a:pt x="1500550" y="479151"/>
                </a:lnTo>
                <a:lnTo>
                  <a:pt x="1507806" y="467351"/>
                </a:lnTo>
                <a:lnTo>
                  <a:pt x="1514608" y="454869"/>
                </a:lnTo>
                <a:lnTo>
                  <a:pt x="1521184" y="442388"/>
                </a:lnTo>
                <a:lnTo>
                  <a:pt x="1527986" y="429680"/>
                </a:lnTo>
                <a:lnTo>
                  <a:pt x="1534561" y="416745"/>
                </a:lnTo>
                <a:lnTo>
                  <a:pt x="1524811" y="413114"/>
                </a:lnTo>
                <a:lnTo>
                  <a:pt x="1514381" y="409483"/>
                </a:lnTo>
                <a:lnTo>
                  <a:pt x="1503498" y="405852"/>
                </a:lnTo>
                <a:lnTo>
                  <a:pt x="1492388" y="402675"/>
                </a:lnTo>
                <a:lnTo>
                  <a:pt x="1480598" y="399271"/>
                </a:lnTo>
                <a:lnTo>
                  <a:pt x="1467900" y="396094"/>
                </a:lnTo>
                <a:lnTo>
                  <a:pt x="1455203" y="393144"/>
                </a:lnTo>
                <a:lnTo>
                  <a:pt x="1441825" y="390194"/>
                </a:lnTo>
                <a:lnTo>
                  <a:pt x="1427768" y="387698"/>
                </a:lnTo>
                <a:lnTo>
                  <a:pt x="1413256" y="385429"/>
                </a:lnTo>
                <a:lnTo>
                  <a:pt x="1398518" y="383386"/>
                </a:lnTo>
                <a:lnTo>
                  <a:pt x="1382874" y="381571"/>
                </a:lnTo>
                <a:lnTo>
                  <a:pt x="1367002" y="380209"/>
                </a:lnTo>
                <a:lnTo>
                  <a:pt x="1350450" y="379302"/>
                </a:lnTo>
                <a:lnTo>
                  <a:pt x="1333445" y="378394"/>
                </a:lnTo>
                <a:lnTo>
                  <a:pt x="1315986" y="378394"/>
                </a:lnTo>
                <a:close/>
                <a:moveTo>
                  <a:pt x="1315986" y="198438"/>
                </a:moveTo>
                <a:lnTo>
                  <a:pt x="1336166" y="198665"/>
                </a:lnTo>
                <a:lnTo>
                  <a:pt x="1355892" y="199346"/>
                </a:lnTo>
                <a:lnTo>
                  <a:pt x="1375164" y="200480"/>
                </a:lnTo>
                <a:lnTo>
                  <a:pt x="1393757" y="201842"/>
                </a:lnTo>
                <a:lnTo>
                  <a:pt x="1412123" y="203658"/>
                </a:lnTo>
                <a:lnTo>
                  <a:pt x="1430035" y="205927"/>
                </a:lnTo>
                <a:lnTo>
                  <a:pt x="1447267" y="208650"/>
                </a:lnTo>
                <a:lnTo>
                  <a:pt x="1464046" y="211373"/>
                </a:lnTo>
                <a:lnTo>
                  <a:pt x="1480371" y="214550"/>
                </a:lnTo>
                <a:lnTo>
                  <a:pt x="1496242" y="217727"/>
                </a:lnTo>
                <a:lnTo>
                  <a:pt x="1511660" y="221358"/>
                </a:lnTo>
                <a:lnTo>
                  <a:pt x="1526398" y="225216"/>
                </a:lnTo>
                <a:lnTo>
                  <a:pt x="1540683" y="229301"/>
                </a:lnTo>
                <a:lnTo>
                  <a:pt x="1554514" y="233385"/>
                </a:lnTo>
                <a:lnTo>
                  <a:pt x="1567892" y="237697"/>
                </a:lnTo>
                <a:lnTo>
                  <a:pt x="1580816" y="242009"/>
                </a:lnTo>
                <a:lnTo>
                  <a:pt x="1593059" y="246547"/>
                </a:lnTo>
                <a:lnTo>
                  <a:pt x="1604850" y="251086"/>
                </a:lnTo>
                <a:lnTo>
                  <a:pt x="1616187" y="255625"/>
                </a:lnTo>
                <a:lnTo>
                  <a:pt x="1626843" y="260163"/>
                </a:lnTo>
                <a:lnTo>
                  <a:pt x="1637273" y="264702"/>
                </a:lnTo>
                <a:lnTo>
                  <a:pt x="1647023" y="269467"/>
                </a:lnTo>
                <a:lnTo>
                  <a:pt x="1656092" y="273779"/>
                </a:lnTo>
                <a:lnTo>
                  <a:pt x="1664935" y="278318"/>
                </a:lnTo>
                <a:lnTo>
                  <a:pt x="1680580" y="286941"/>
                </a:lnTo>
                <a:lnTo>
                  <a:pt x="1694184" y="294884"/>
                </a:lnTo>
                <a:lnTo>
                  <a:pt x="1705748" y="301691"/>
                </a:lnTo>
                <a:lnTo>
                  <a:pt x="1714818" y="307819"/>
                </a:lnTo>
                <a:lnTo>
                  <a:pt x="1721620" y="311223"/>
                </a:lnTo>
                <a:lnTo>
                  <a:pt x="1727742" y="314626"/>
                </a:lnTo>
                <a:lnTo>
                  <a:pt x="1730462" y="316669"/>
                </a:lnTo>
                <a:lnTo>
                  <a:pt x="1733410" y="318484"/>
                </a:lnTo>
                <a:lnTo>
                  <a:pt x="1735677" y="320527"/>
                </a:lnTo>
                <a:lnTo>
                  <a:pt x="1738172" y="322796"/>
                </a:lnTo>
                <a:lnTo>
                  <a:pt x="2042454" y="617125"/>
                </a:lnTo>
                <a:lnTo>
                  <a:pt x="2046081" y="620982"/>
                </a:lnTo>
                <a:lnTo>
                  <a:pt x="2049482" y="625294"/>
                </a:lnTo>
                <a:lnTo>
                  <a:pt x="2052884" y="630287"/>
                </a:lnTo>
                <a:lnTo>
                  <a:pt x="2055831" y="635506"/>
                </a:lnTo>
                <a:lnTo>
                  <a:pt x="2059006" y="641406"/>
                </a:lnTo>
                <a:lnTo>
                  <a:pt x="2061726" y="647533"/>
                </a:lnTo>
                <a:lnTo>
                  <a:pt x="2064447" y="654341"/>
                </a:lnTo>
                <a:lnTo>
                  <a:pt x="2066714" y="661149"/>
                </a:lnTo>
                <a:lnTo>
                  <a:pt x="2068982" y="668411"/>
                </a:lnTo>
                <a:lnTo>
                  <a:pt x="2071022" y="675900"/>
                </a:lnTo>
                <a:lnTo>
                  <a:pt x="2072836" y="683615"/>
                </a:lnTo>
                <a:lnTo>
                  <a:pt x="2074424" y="691558"/>
                </a:lnTo>
                <a:lnTo>
                  <a:pt x="2075331" y="699500"/>
                </a:lnTo>
                <a:lnTo>
                  <a:pt x="2076464" y="707670"/>
                </a:lnTo>
                <a:lnTo>
                  <a:pt x="2077144" y="715612"/>
                </a:lnTo>
                <a:lnTo>
                  <a:pt x="2077371" y="723782"/>
                </a:lnTo>
                <a:lnTo>
                  <a:pt x="2140858" y="1164027"/>
                </a:lnTo>
                <a:lnTo>
                  <a:pt x="2141311" y="1168792"/>
                </a:lnTo>
                <a:lnTo>
                  <a:pt x="2141538" y="1173785"/>
                </a:lnTo>
                <a:lnTo>
                  <a:pt x="2141538" y="1178550"/>
                </a:lnTo>
                <a:lnTo>
                  <a:pt x="2141538" y="1183089"/>
                </a:lnTo>
                <a:lnTo>
                  <a:pt x="2141084" y="1188081"/>
                </a:lnTo>
                <a:lnTo>
                  <a:pt x="2140178" y="1192620"/>
                </a:lnTo>
                <a:lnTo>
                  <a:pt x="2139270" y="1197612"/>
                </a:lnTo>
                <a:lnTo>
                  <a:pt x="2137910" y="1202151"/>
                </a:lnTo>
                <a:lnTo>
                  <a:pt x="2136550" y="1206690"/>
                </a:lnTo>
                <a:lnTo>
                  <a:pt x="2134962" y="1211228"/>
                </a:lnTo>
                <a:lnTo>
                  <a:pt x="2132695" y="1215540"/>
                </a:lnTo>
                <a:lnTo>
                  <a:pt x="2130654" y="1219852"/>
                </a:lnTo>
                <a:lnTo>
                  <a:pt x="2128160" y="1223936"/>
                </a:lnTo>
                <a:lnTo>
                  <a:pt x="2125666" y="1228021"/>
                </a:lnTo>
                <a:lnTo>
                  <a:pt x="2122719" y="1231879"/>
                </a:lnTo>
                <a:lnTo>
                  <a:pt x="2119771" y="1235737"/>
                </a:lnTo>
                <a:lnTo>
                  <a:pt x="2116370" y="1239368"/>
                </a:lnTo>
                <a:lnTo>
                  <a:pt x="2112969" y="1242772"/>
                </a:lnTo>
                <a:lnTo>
                  <a:pt x="2109114" y="1245722"/>
                </a:lnTo>
                <a:lnTo>
                  <a:pt x="2105714" y="1248899"/>
                </a:lnTo>
                <a:lnTo>
                  <a:pt x="2101632" y="1251622"/>
                </a:lnTo>
                <a:lnTo>
                  <a:pt x="2097778" y="1254345"/>
                </a:lnTo>
                <a:lnTo>
                  <a:pt x="2093243" y="1256614"/>
                </a:lnTo>
                <a:lnTo>
                  <a:pt x="2089162" y="1258657"/>
                </a:lnTo>
                <a:lnTo>
                  <a:pt x="2084627" y="1260472"/>
                </a:lnTo>
                <a:lnTo>
                  <a:pt x="2080319" y="1262061"/>
                </a:lnTo>
                <a:lnTo>
                  <a:pt x="2075557" y="1263422"/>
                </a:lnTo>
                <a:lnTo>
                  <a:pt x="2071022" y="1264557"/>
                </a:lnTo>
                <a:lnTo>
                  <a:pt x="2066034" y="1265465"/>
                </a:lnTo>
                <a:lnTo>
                  <a:pt x="2061500" y="1266145"/>
                </a:lnTo>
                <a:lnTo>
                  <a:pt x="2056738" y="1266599"/>
                </a:lnTo>
                <a:lnTo>
                  <a:pt x="2051750" y="1266826"/>
                </a:lnTo>
                <a:lnTo>
                  <a:pt x="1548165" y="1266826"/>
                </a:lnTo>
                <a:lnTo>
                  <a:pt x="1543631" y="1266599"/>
                </a:lnTo>
                <a:lnTo>
                  <a:pt x="1539096" y="1266372"/>
                </a:lnTo>
                <a:lnTo>
                  <a:pt x="1534561" y="1265692"/>
                </a:lnTo>
                <a:lnTo>
                  <a:pt x="1530026" y="1264784"/>
                </a:lnTo>
                <a:lnTo>
                  <a:pt x="1525718" y="1264103"/>
                </a:lnTo>
                <a:lnTo>
                  <a:pt x="1521637" y="1262741"/>
                </a:lnTo>
                <a:lnTo>
                  <a:pt x="1517102" y="1261153"/>
                </a:lnTo>
                <a:lnTo>
                  <a:pt x="1513248" y="1259564"/>
                </a:lnTo>
                <a:lnTo>
                  <a:pt x="1509166" y="1257749"/>
                </a:lnTo>
                <a:lnTo>
                  <a:pt x="1505312" y="1255707"/>
                </a:lnTo>
                <a:lnTo>
                  <a:pt x="1501457" y="1253664"/>
                </a:lnTo>
                <a:lnTo>
                  <a:pt x="1498056" y="1251395"/>
                </a:lnTo>
                <a:lnTo>
                  <a:pt x="1494428" y="1248899"/>
                </a:lnTo>
                <a:lnTo>
                  <a:pt x="1491027" y="1246402"/>
                </a:lnTo>
                <a:lnTo>
                  <a:pt x="1487626" y="1243452"/>
                </a:lnTo>
                <a:lnTo>
                  <a:pt x="1484679" y="1240502"/>
                </a:lnTo>
                <a:lnTo>
                  <a:pt x="1481504" y="1237325"/>
                </a:lnTo>
                <a:lnTo>
                  <a:pt x="1478784" y="1233921"/>
                </a:lnTo>
                <a:lnTo>
                  <a:pt x="1476063" y="1230744"/>
                </a:lnTo>
                <a:lnTo>
                  <a:pt x="1473569" y="1227113"/>
                </a:lnTo>
                <a:lnTo>
                  <a:pt x="1471301" y="1223482"/>
                </a:lnTo>
                <a:lnTo>
                  <a:pt x="1469261" y="1219625"/>
                </a:lnTo>
                <a:lnTo>
                  <a:pt x="1467220" y="1215767"/>
                </a:lnTo>
                <a:lnTo>
                  <a:pt x="1465406" y="1211909"/>
                </a:lnTo>
                <a:lnTo>
                  <a:pt x="1463819" y="1207824"/>
                </a:lnTo>
                <a:lnTo>
                  <a:pt x="1462232" y="1203513"/>
                </a:lnTo>
                <a:lnTo>
                  <a:pt x="1461098" y="1199428"/>
                </a:lnTo>
                <a:lnTo>
                  <a:pt x="1460191" y="1194889"/>
                </a:lnTo>
                <a:lnTo>
                  <a:pt x="1459284" y="1190351"/>
                </a:lnTo>
                <a:lnTo>
                  <a:pt x="1458831" y="1186039"/>
                </a:lnTo>
                <a:lnTo>
                  <a:pt x="1458377" y="1181273"/>
                </a:lnTo>
                <a:lnTo>
                  <a:pt x="1458150" y="1176735"/>
                </a:lnTo>
                <a:lnTo>
                  <a:pt x="1458377" y="1172196"/>
                </a:lnTo>
                <a:lnTo>
                  <a:pt x="1431849" y="1183089"/>
                </a:lnTo>
                <a:lnTo>
                  <a:pt x="1404867" y="1193755"/>
                </a:lnTo>
                <a:lnTo>
                  <a:pt x="1377658" y="1204193"/>
                </a:lnTo>
                <a:lnTo>
                  <a:pt x="1350450" y="1214405"/>
                </a:lnTo>
                <a:lnTo>
                  <a:pt x="1296260" y="1235056"/>
                </a:lnTo>
                <a:lnTo>
                  <a:pt x="1241616" y="1254799"/>
                </a:lnTo>
                <a:lnTo>
                  <a:pt x="1233680" y="1257522"/>
                </a:lnTo>
                <a:lnTo>
                  <a:pt x="1225744" y="1259564"/>
                </a:lnTo>
                <a:lnTo>
                  <a:pt x="1217808" y="1260926"/>
                </a:lnTo>
                <a:lnTo>
                  <a:pt x="1209873" y="1262061"/>
                </a:lnTo>
                <a:lnTo>
                  <a:pt x="1201710" y="1263422"/>
                </a:lnTo>
                <a:lnTo>
                  <a:pt x="1193774" y="1264784"/>
                </a:lnTo>
                <a:lnTo>
                  <a:pt x="1185838" y="1265465"/>
                </a:lnTo>
                <a:lnTo>
                  <a:pt x="1177676" y="1265692"/>
                </a:lnTo>
                <a:lnTo>
                  <a:pt x="140578" y="1265692"/>
                </a:lnTo>
                <a:lnTo>
                  <a:pt x="133322" y="1265465"/>
                </a:lnTo>
                <a:lnTo>
                  <a:pt x="126293" y="1265011"/>
                </a:lnTo>
                <a:lnTo>
                  <a:pt x="119038" y="1264330"/>
                </a:lnTo>
                <a:lnTo>
                  <a:pt x="112462" y="1262968"/>
                </a:lnTo>
                <a:lnTo>
                  <a:pt x="105433" y="1261380"/>
                </a:lnTo>
                <a:lnTo>
                  <a:pt x="98858" y="1259337"/>
                </a:lnTo>
                <a:lnTo>
                  <a:pt x="92283" y="1257295"/>
                </a:lnTo>
                <a:lnTo>
                  <a:pt x="85934" y="1254799"/>
                </a:lnTo>
                <a:lnTo>
                  <a:pt x="79585" y="1251849"/>
                </a:lnTo>
                <a:lnTo>
                  <a:pt x="73690" y="1248899"/>
                </a:lnTo>
                <a:lnTo>
                  <a:pt x="67795" y="1245495"/>
                </a:lnTo>
                <a:lnTo>
                  <a:pt x="62126" y="1241637"/>
                </a:lnTo>
                <a:lnTo>
                  <a:pt x="56458" y="1237779"/>
                </a:lnTo>
                <a:lnTo>
                  <a:pt x="51470" y="1233694"/>
                </a:lnTo>
                <a:lnTo>
                  <a:pt x="46255" y="1229383"/>
                </a:lnTo>
                <a:lnTo>
                  <a:pt x="41267" y="1224844"/>
                </a:lnTo>
                <a:lnTo>
                  <a:pt x="36732" y="1219852"/>
                </a:lnTo>
                <a:lnTo>
                  <a:pt x="32197" y="1214632"/>
                </a:lnTo>
                <a:lnTo>
                  <a:pt x="28116" y="1209413"/>
                </a:lnTo>
                <a:lnTo>
                  <a:pt x="24261" y="1203740"/>
                </a:lnTo>
                <a:lnTo>
                  <a:pt x="20633" y="1198066"/>
                </a:lnTo>
                <a:lnTo>
                  <a:pt x="17006" y="1192166"/>
                </a:lnTo>
                <a:lnTo>
                  <a:pt x="13831" y="1186266"/>
                </a:lnTo>
                <a:lnTo>
                  <a:pt x="11110" y="1179912"/>
                </a:lnTo>
                <a:lnTo>
                  <a:pt x="8843" y="1173785"/>
                </a:lnTo>
                <a:lnTo>
                  <a:pt x="6576" y="1166977"/>
                </a:lnTo>
                <a:lnTo>
                  <a:pt x="4762" y="1160396"/>
                </a:lnTo>
                <a:lnTo>
                  <a:pt x="2948" y="1153588"/>
                </a:lnTo>
                <a:lnTo>
                  <a:pt x="1814" y="1146780"/>
                </a:lnTo>
                <a:lnTo>
                  <a:pt x="907" y="1139518"/>
                </a:lnTo>
                <a:lnTo>
                  <a:pt x="454" y="1132710"/>
                </a:lnTo>
                <a:lnTo>
                  <a:pt x="0" y="1125222"/>
                </a:lnTo>
                <a:lnTo>
                  <a:pt x="454" y="1117960"/>
                </a:lnTo>
                <a:lnTo>
                  <a:pt x="907" y="1110925"/>
                </a:lnTo>
                <a:lnTo>
                  <a:pt x="1814" y="1103890"/>
                </a:lnTo>
                <a:lnTo>
                  <a:pt x="2948" y="1096855"/>
                </a:lnTo>
                <a:lnTo>
                  <a:pt x="4762" y="1090047"/>
                </a:lnTo>
                <a:lnTo>
                  <a:pt x="6576" y="1083466"/>
                </a:lnTo>
                <a:lnTo>
                  <a:pt x="8843" y="1076885"/>
                </a:lnTo>
                <a:lnTo>
                  <a:pt x="11110" y="1070531"/>
                </a:lnTo>
                <a:lnTo>
                  <a:pt x="13831" y="1064404"/>
                </a:lnTo>
                <a:lnTo>
                  <a:pt x="17006" y="1058277"/>
                </a:lnTo>
                <a:lnTo>
                  <a:pt x="20633" y="1052377"/>
                </a:lnTo>
                <a:lnTo>
                  <a:pt x="24261" y="1046704"/>
                </a:lnTo>
                <a:lnTo>
                  <a:pt x="28116" y="1041257"/>
                </a:lnTo>
                <a:lnTo>
                  <a:pt x="32197" y="1035811"/>
                </a:lnTo>
                <a:lnTo>
                  <a:pt x="36732" y="1030819"/>
                </a:lnTo>
                <a:lnTo>
                  <a:pt x="41267" y="1025826"/>
                </a:lnTo>
                <a:lnTo>
                  <a:pt x="46255" y="1021288"/>
                </a:lnTo>
                <a:lnTo>
                  <a:pt x="51470" y="1016976"/>
                </a:lnTo>
                <a:lnTo>
                  <a:pt x="56458" y="1012437"/>
                </a:lnTo>
                <a:lnTo>
                  <a:pt x="62126" y="1008579"/>
                </a:lnTo>
                <a:lnTo>
                  <a:pt x="67795" y="1005175"/>
                </a:lnTo>
                <a:lnTo>
                  <a:pt x="73690" y="1001772"/>
                </a:lnTo>
                <a:lnTo>
                  <a:pt x="79585" y="998595"/>
                </a:lnTo>
                <a:lnTo>
                  <a:pt x="85934" y="995871"/>
                </a:lnTo>
                <a:lnTo>
                  <a:pt x="92283" y="993375"/>
                </a:lnTo>
                <a:lnTo>
                  <a:pt x="98858" y="990879"/>
                </a:lnTo>
                <a:lnTo>
                  <a:pt x="105433" y="989290"/>
                </a:lnTo>
                <a:lnTo>
                  <a:pt x="112462" y="987702"/>
                </a:lnTo>
                <a:lnTo>
                  <a:pt x="119038" y="986340"/>
                </a:lnTo>
                <a:lnTo>
                  <a:pt x="126293" y="985433"/>
                </a:lnTo>
                <a:lnTo>
                  <a:pt x="133322" y="984752"/>
                </a:lnTo>
                <a:lnTo>
                  <a:pt x="140578" y="984752"/>
                </a:lnTo>
                <a:lnTo>
                  <a:pt x="467760" y="984752"/>
                </a:lnTo>
                <a:lnTo>
                  <a:pt x="710369" y="513644"/>
                </a:lnTo>
                <a:lnTo>
                  <a:pt x="714451" y="506610"/>
                </a:lnTo>
                <a:lnTo>
                  <a:pt x="718759" y="499575"/>
                </a:lnTo>
                <a:lnTo>
                  <a:pt x="723293" y="492994"/>
                </a:lnTo>
                <a:lnTo>
                  <a:pt x="728508" y="486640"/>
                </a:lnTo>
                <a:lnTo>
                  <a:pt x="734177" y="480513"/>
                </a:lnTo>
                <a:lnTo>
                  <a:pt x="739845" y="474839"/>
                </a:lnTo>
                <a:lnTo>
                  <a:pt x="745967" y="469620"/>
                </a:lnTo>
                <a:lnTo>
                  <a:pt x="752316" y="464627"/>
                </a:lnTo>
                <a:lnTo>
                  <a:pt x="759118" y="460089"/>
                </a:lnTo>
                <a:lnTo>
                  <a:pt x="765920" y="456004"/>
                </a:lnTo>
                <a:lnTo>
                  <a:pt x="773176" y="452146"/>
                </a:lnTo>
                <a:lnTo>
                  <a:pt x="780658" y="448742"/>
                </a:lnTo>
                <a:lnTo>
                  <a:pt x="787914" y="445792"/>
                </a:lnTo>
                <a:lnTo>
                  <a:pt x="795850" y="443069"/>
                </a:lnTo>
                <a:lnTo>
                  <a:pt x="803785" y="441027"/>
                </a:lnTo>
                <a:lnTo>
                  <a:pt x="811948" y="439438"/>
                </a:lnTo>
                <a:lnTo>
                  <a:pt x="818523" y="438757"/>
                </a:lnTo>
                <a:lnTo>
                  <a:pt x="825099" y="438077"/>
                </a:lnTo>
                <a:lnTo>
                  <a:pt x="831674" y="438077"/>
                </a:lnTo>
                <a:lnTo>
                  <a:pt x="838249" y="438077"/>
                </a:lnTo>
                <a:lnTo>
                  <a:pt x="834622" y="433084"/>
                </a:lnTo>
                <a:lnTo>
                  <a:pt x="831221" y="428319"/>
                </a:lnTo>
                <a:lnTo>
                  <a:pt x="828500" y="422872"/>
                </a:lnTo>
                <a:lnTo>
                  <a:pt x="825779" y="417426"/>
                </a:lnTo>
                <a:lnTo>
                  <a:pt x="824192" y="413114"/>
                </a:lnTo>
                <a:lnTo>
                  <a:pt x="822605" y="408803"/>
                </a:lnTo>
                <a:lnTo>
                  <a:pt x="821244" y="404491"/>
                </a:lnTo>
                <a:lnTo>
                  <a:pt x="820337" y="399952"/>
                </a:lnTo>
                <a:lnTo>
                  <a:pt x="819204" y="395641"/>
                </a:lnTo>
                <a:lnTo>
                  <a:pt x="818750" y="391329"/>
                </a:lnTo>
                <a:lnTo>
                  <a:pt x="818523" y="387017"/>
                </a:lnTo>
                <a:lnTo>
                  <a:pt x="818296" y="382479"/>
                </a:lnTo>
                <a:lnTo>
                  <a:pt x="818296" y="378167"/>
                </a:lnTo>
                <a:lnTo>
                  <a:pt x="818523" y="373855"/>
                </a:lnTo>
                <a:lnTo>
                  <a:pt x="818977" y="369544"/>
                </a:lnTo>
                <a:lnTo>
                  <a:pt x="819884" y="365232"/>
                </a:lnTo>
                <a:lnTo>
                  <a:pt x="820564" y="360920"/>
                </a:lnTo>
                <a:lnTo>
                  <a:pt x="821698" y="356836"/>
                </a:lnTo>
                <a:lnTo>
                  <a:pt x="822831" y="352524"/>
                </a:lnTo>
                <a:lnTo>
                  <a:pt x="824418" y="348666"/>
                </a:lnTo>
                <a:lnTo>
                  <a:pt x="826232" y="344581"/>
                </a:lnTo>
                <a:lnTo>
                  <a:pt x="828046" y="340723"/>
                </a:lnTo>
                <a:lnTo>
                  <a:pt x="830087" y="336866"/>
                </a:lnTo>
                <a:lnTo>
                  <a:pt x="832354" y="333235"/>
                </a:lnTo>
                <a:lnTo>
                  <a:pt x="834622" y="329604"/>
                </a:lnTo>
                <a:lnTo>
                  <a:pt x="837116" y="326200"/>
                </a:lnTo>
                <a:lnTo>
                  <a:pt x="840063" y="322796"/>
                </a:lnTo>
                <a:lnTo>
                  <a:pt x="842784" y="319392"/>
                </a:lnTo>
                <a:lnTo>
                  <a:pt x="845958" y="316442"/>
                </a:lnTo>
                <a:lnTo>
                  <a:pt x="849360" y="313492"/>
                </a:lnTo>
                <a:lnTo>
                  <a:pt x="852534" y="310769"/>
                </a:lnTo>
                <a:lnTo>
                  <a:pt x="856162" y="307819"/>
                </a:lnTo>
                <a:lnTo>
                  <a:pt x="860016" y="305322"/>
                </a:lnTo>
                <a:lnTo>
                  <a:pt x="863871" y="303053"/>
                </a:lnTo>
                <a:lnTo>
                  <a:pt x="867952" y="301011"/>
                </a:lnTo>
                <a:lnTo>
                  <a:pt x="872033" y="298968"/>
                </a:lnTo>
                <a:lnTo>
                  <a:pt x="887905" y="292160"/>
                </a:lnTo>
                <a:lnTo>
                  <a:pt x="903550" y="285579"/>
                </a:lnTo>
                <a:lnTo>
                  <a:pt x="919195" y="279452"/>
                </a:lnTo>
                <a:lnTo>
                  <a:pt x="934840" y="273325"/>
                </a:lnTo>
                <a:lnTo>
                  <a:pt x="950031" y="267652"/>
                </a:lnTo>
                <a:lnTo>
                  <a:pt x="965449" y="262206"/>
                </a:lnTo>
                <a:lnTo>
                  <a:pt x="980641" y="256759"/>
                </a:lnTo>
                <a:lnTo>
                  <a:pt x="995379" y="251994"/>
                </a:lnTo>
                <a:lnTo>
                  <a:pt x="1010343" y="247228"/>
                </a:lnTo>
                <a:lnTo>
                  <a:pt x="1025081" y="242690"/>
                </a:lnTo>
                <a:lnTo>
                  <a:pt x="1039819" y="238605"/>
                </a:lnTo>
                <a:lnTo>
                  <a:pt x="1054104" y="234520"/>
                </a:lnTo>
                <a:lnTo>
                  <a:pt x="1068388" y="230889"/>
                </a:lnTo>
                <a:lnTo>
                  <a:pt x="1082900" y="227258"/>
                </a:lnTo>
                <a:lnTo>
                  <a:pt x="1096957" y="224081"/>
                </a:lnTo>
                <a:lnTo>
                  <a:pt x="1110788" y="220904"/>
                </a:lnTo>
                <a:lnTo>
                  <a:pt x="1124619" y="218181"/>
                </a:lnTo>
                <a:lnTo>
                  <a:pt x="1138450" y="215231"/>
                </a:lnTo>
                <a:lnTo>
                  <a:pt x="1152054" y="212962"/>
                </a:lnTo>
                <a:lnTo>
                  <a:pt x="1165432" y="210692"/>
                </a:lnTo>
                <a:lnTo>
                  <a:pt x="1178810" y="208650"/>
                </a:lnTo>
                <a:lnTo>
                  <a:pt x="1191734" y="206835"/>
                </a:lnTo>
                <a:lnTo>
                  <a:pt x="1204884" y="205246"/>
                </a:lnTo>
                <a:lnTo>
                  <a:pt x="1218035" y="203658"/>
                </a:lnTo>
                <a:lnTo>
                  <a:pt x="1230506" y="202523"/>
                </a:lnTo>
                <a:lnTo>
                  <a:pt x="1243203" y="201388"/>
                </a:lnTo>
                <a:lnTo>
                  <a:pt x="1255674" y="200480"/>
                </a:lnTo>
                <a:lnTo>
                  <a:pt x="1267918" y="199573"/>
                </a:lnTo>
                <a:lnTo>
                  <a:pt x="1280388" y="199119"/>
                </a:lnTo>
                <a:lnTo>
                  <a:pt x="1292405" y="198892"/>
                </a:lnTo>
                <a:lnTo>
                  <a:pt x="1304196" y="198665"/>
                </a:lnTo>
                <a:lnTo>
                  <a:pt x="1315986" y="198438"/>
                </a:lnTo>
                <a:close/>
                <a:moveTo>
                  <a:pt x="2076802" y="0"/>
                </a:moveTo>
                <a:lnTo>
                  <a:pt x="2089258" y="0"/>
                </a:lnTo>
                <a:lnTo>
                  <a:pt x="2101262" y="226"/>
                </a:lnTo>
                <a:lnTo>
                  <a:pt x="2113265" y="1585"/>
                </a:lnTo>
                <a:lnTo>
                  <a:pt x="2125269" y="3171"/>
                </a:lnTo>
                <a:lnTo>
                  <a:pt x="2137272" y="5209"/>
                </a:lnTo>
                <a:lnTo>
                  <a:pt x="2149049" y="7927"/>
                </a:lnTo>
                <a:lnTo>
                  <a:pt x="2160600" y="11324"/>
                </a:lnTo>
                <a:lnTo>
                  <a:pt x="2172150" y="15174"/>
                </a:lnTo>
                <a:lnTo>
                  <a:pt x="2183474" y="19477"/>
                </a:lnTo>
                <a:lnTo>
                  <a:pt x="2194798" y="24686"/>
                </a:lnTo>
                <a:lnTo>
                  <a:pt x="2205443" y="29895"/>
                </a:lnTo>
                <a:lnTo>
                  <a:pt x="2215861" y="35784"/>
                </a:lnTo>
                <a:lnTo>
                  <a:pt x="2226506" y="42578"/>
                </a:lnTo>
                <a:lnTo>
                  <a:pt x="2236471" y="49826"/>
                </a:lnTo>
                <a:lnTo>
                  <a:pt x="2246209" y="57073"/>
                </a:lnTo>
                <a:lnTo>
                  <a:pt x="2255495" y="65453"/>
                </a:lnTo>
                <a:lnTo>
                  <a:pt x="2260025" y="69529"/>
                </a:lnTo>
                <a:lnTo>
                  <a:pt x="2264554" y="73833"/>
                </a:lnTo>
                <a:lnTo>
                  <a:pt x="2269084" y="78362"/>
                </a:lnTo>
                <a:lnTo>
                  <a:pt x="2273161" y="83118"/>
                </a:lnTo>
                <a:lnTo>
                  <a:pt x="2277464" y="87648"/>
                </a:lnTo>
                <a:lnTo>
                  <a:pt x="2281314" y="92404"/>
                </a:lnTo>
                <a:lnTo>
                  <a:pt x="2285391" y="97613"/>
                </a:lnTo>
                <a:lnTo>
                  <a:pt x="2289241" y="102369"/>
                </a:lnTo>
                <a:lnTo>
                  <a:pt x="2292864" y="107805"/>
                </a:lnTo>
                <a:lnTo>
                  <a:pt x="2296715" y="113240"/>
                </a:lnTo>
                <a:lnTo>
                  <a:pt x="2299885" y="118676"/>
                </a:lnTo>
                <a:lnTo>
                  <a:pt x="2303283" y="124338"/>
                </a:lnTo>
                <a:lnTo>
                  <a:pt x="2306680" y="129773"/>
                </a:lnTo>
                <a:lnTo>
                  <a:pt x="2309624" y="135435"/>
                </a:lnTo>
                <a:lnTo>
                  <a:pt x="2312795" y="141097"/>
                </a:lnTo>
                <a:lnTo>
                  <a:pt x="2315286" y="146986"/>
                </a:lnTo>
                <a:lnTo>
                  <a:pt x="2318004" y="152874"/>
                </a:lnTo>
                <a:lnTo>
                  <a:pt x="2320495" y="158763"/>
                </a:lnTo>
                <a:lnTo>
                  <a:pt x="2322760" y="164651"/>
                </a:lnTo>
                <a:lnTo>
                  <a:pt x="2324798" y="170540"/>
                </a:lnTo>
                <a:lnTo>
                  <a:pt x="2326836" y="176428"/>
                </a:lnTo>
                <a:lnTo>
                  <a:pt x="2328648" y="182543"/>
                </a:lnTo>
                <a:lnTo>
                  <a:pt x="2330234" y="188432"/>
                </a:lnTo>
                <a:lnTo>
                  <a:pt x="2331819" y="194773"/>
                </a:lnTo>
                <a:lnTo>
                  <a:pt x="2334310" y="206777"/>
                </a:lnTo>
                <a:lnTo>
                  <a:pt x="2336349" y="218780"/>
                </a:lnTo>
                <a:lnTo>
                  <a:pt x="2337708" y="231010"/>
                </a:lnTo>
                <a:lnTo>
                  <a:pt x="2338387" y="243240"/>
                </a:lnTo>
                <a:lnTo>
                  <a:pt x="2338387" y="255470"/>
                </a:lnTo>
                <a:lnTo>
                  <a:pt x="2337934" y="267700"/>
                </a:lnTo>
                <a:lnTo>
                  <a:pt x="2336802" y="279704"/>
                </a:lnTo>
                <a:lnTo>
                  <a:pt x="2335216" y="291707"/>
                </a:lnTo>
                <a:lnTo>
                  <a:pt x="2333178" y="303484"/>
                </a:lnTo>
                <a:lnTo>
                  <a:pt x="2330460" y="315261"/>
                </a:lnTo>
                <a:lnTo>
                  <a:pt x="2327063" y="327038"/>
                </a:lnTo>
                <a:lnTo>
                  <a:pt x="2323213" y="338588"/>
                </a:lnTo>
                <a:lnTo>
                  <a:pt x="2318910" y="349912"/>
                </a:lnTo>
                <a:lnTo>
                  <a:pt x="2313701" y="360784"/>
                </a:lnTo>
                <a:lnTo>
                  <a:pt x="2308492" y="371881"/>
                </a:lnTo>
                <a:lnTo>
                  <a:pt x="2302377" y="382299"/>
                </a:lnTo>
                <a:lnTo>
                  <a:pt x="2295809" y="392717"/>
                </a:lnTo>
                <a:lnTo>
                  <a:pt x="2288788" y="402909"/>
                </a:lnTo>
                <a:lnTo>
                  <a:pt x="2281314" y="412421"/>
                </a:lnTo>
                <a:lnTo>
                  <a:pt x="2277237" y="417177"/>
                </a:lnTo>
                <a:lnTo>
                  <a:pt x="2273161" y="421933"/>
                </a:lnTo>
                <a:lnTo>
                  <a:pt x="2269084" y="426463"/>
                </a:lnTo>
                <a:lnTo>
                  <a:pt x="2264554" y="430766"/>
                </a:lnTo>
                <a:lnTo>
                  <a:pt x="2260025" y="435069"/>
                </a:lnTo>
                <a:lnTo>
                  <a:pt x="2255495" y="439599"/>
                </a:lnTo>
                <a:lnTo>
                  <a:pt x="2250739" y="443675"/>
                </a:lnTo>
                <a:lnTo>
                  <a:pt x="2245983" y="447752"/>
                </a:lnTo>
                <a:lnTo>
                  <a:pt x="2240774" y="451829"/>
                </a:lnTo>
                <a:lnTo>
                  <a:pt x="2236018" y="455679"/>
                </a:lnTo>
                <a:lnTo>
                  <a:pt x="2230582" y="459303"/>
                </a:lnTo>
                <a:lnTo>
                  <a:pt x="2225147" y="462700"/>
                </a:lnTo>
                <a:lnTo>
                  <a:pt x="2219711" y="466323"/>
                </a:lnTo>
                <a:lnTo>
                  <a:pt x="2214276" y="469721"/>
                </a:lnTo>
                <a:lnTo>
                  <a:pt x="2208614" y="473118"/>
                </a:lnTo>
                <a:lnTo>
                  <a:pt x="2202952" y="476062"/>
                </a:lnTo>
                <a:lnTo>
                  <a:pt x="2197290" y="479006"/>
                </a:lnTo>
                <a:lnTo>
                  <a:pt x="2191401" y="481724"/>
                </a:lnTo>
                <a:lnTo>
                  <a:pt x="2185513" y="484215"/>
                </a:lnTo>
                <a:lnTo>
                  <a:pt x="2179624" y="486933"/>
                </a:lnTo>
                <a:lnTo>
                  <a:pt x="2173736" y="488972"/>
                </a:lnTo>
                <a:lnTo>
                  <a:pt x="2167847" y="491236"/>
                </a:lnTo>
                <a:lnTo>
                  <a:pt x="2161959" y="493048"/>
                </a:lnTo>
                <a:lnTo>
                  <a:pt x="2155844" y="495086"/>
                </a:lnTo>
                <a:lnTo>
                  <a:pt x="2149955" y="496672"/>
                </a:lnTo>
                <a:lnTo>
                  <a:pt x="2143840" y="498257"/>
                </a:lnTo>
                <a:lnTo>
                  <a:pt x="2131610" y="500748"/>
                </a:lnTo>
                <a:lnTo>
                  <a:pt x="2119607" y="502560"/>
                </a:lnTo>
                <a:lnTo>
                  <a:pt x="2107377" y="503693"/>
                </a:lnTo>
                <a:lnTo>
                  <a:pt x="2095147" y="504599"/>
                </a:lnTo>
                <a:lnTo>
                  <a:pt x="2083144" y="504825"/>
                </a:lnTo>
                <a:lnTo>
                  <a:pt x="2070687" y="504372"/>
                </a:lnTo>
                <a:lnTo>
                  <a:pt x="2058684" y="503240"/>
                </a:lnTo>
                <a:lnTo>
                  <a:pt x="2046680" y="501654"/>
                </a:lnTo>
                <a:lnTo>
                  <a:pt x="2034903" y="499390"/>
                </a:lnTo>
                <a:lnTo>
                  <a:pt x="2022900" y="496898"/>
                </a:lnTo>
                <a:lnTo>
                  <a:pt x="2011349" y="493501"/>
                </a:lnTo>
                <a:lnTo>
                  <a:pt x="1999799" y="489651"/>
                </a:lnTo>
                <a:lnTo>
                  <a:pt x="1988475" y="485121"/>
                </a:lnTo>
                <a:lnTo>
                  <a:pt x="1977604" y="480139"/>
                </a:lnTo>
                <a:lnTo>
                  <a:pt x="1966506" y="474930"/>
                </a:lnTo>
                <a:lnTo>
                  <a:pt x="1956088" y="468588"/>
                </a:lnTo>
                <a:lnTo>
                  <a:pt x="1945670" y="462247"/>
                </a:lnTo>
                <a:lnTo>
                  <a:pt x="1935478" y="455226"/>
                </a:lnTo>
                <a:lnTo>
                  <a:pt x="1925740" y="447526"/>
                </a:lnTo>
                <a:lnTo>
                  <a:pt x="1916680" y="439599"/>
                </a:lnTo>
                <a:lnTo>
                  <a:pt x="1911924" y="435069"/>
                </a:lnTo>
                <a:lnTo>
                  <a:pt x="1907621" y="430766"/>
                </a:lnTo>
                <a:lnTo>
                  <a:pt x="1903318" y="426463"/>
                </a:lnTo>
                <a:lnTo>
                  <a:pt x="1899015" y="421933"/>
                </a:lnTo>
                <a:lnTo>
                  <a:pt x="1894712" y="416951"/>
                </a:lnTo>
                <a:lnTo>
                  <a:pt x="1890635" y="412195"/>
                </a:lnTo>
                <a:lnTo>
                  <a:pt x="1886558" y="407212"/>
                </a:lnTo>
                <a:lnTo>
                  <a:pt x="1882708" y="402003"/>
                </a:lnTo>
                <a:lnTo>
                  <a:pt x="1879085" y="397020"/>
                </a:lnTo>
                <a:lnTo>
                  <a:pt x="1875687" y="391585"/>
                </a:lnTo>
                <a:lnTo>
                  <a:pt x="1872064" y="386149"/>
                </a:lnTo>
                <a:lnTo>
                  <a:pt x="1868666" y="380487"/>
                </a:lnTo>
                <a:lnTo>
                  <a:pt x="1865269" y="375052"/>
                </a:lnTo>
                <a:lnTo>
                  <a:pt x="1862325" y="369390"/>
                </a:lnTo>
                <a:lnTo>
                  <a:pt x="1859381" y="363501"/>
                </a:lnTo>
                <a:lnTo>
                  <a:pt x="1856663" y="357839"/>
                </a:lnTo>
                <a:lnTo>
                  <a:pt x="1854172" y="351951"/>
                </a:lnTo>
                <a:lnTo>
                  <a:pt x="1851454" y="346062"/>
                </a:lnTo>
                <a:lnTo>
                  <a:pt x="1849189" y="340174"/>
                </a:lnTo>
                <a:lnTo>
                  <a:pt x="1847151" y="334285"/>
                </a:lnTo>
                <a:lnTo>
                  <a:pt x="1845113" y="328170"/>
                </a:lnTo>
                <a:lnTo>
                  <a:pt x="1843301" y="322282"/>
                </a:lnTo>
                <a:lnTo>
                  <a:pt x="1841715" y="316393"/>
                </a:lnTo>
                <a:lnTo>
                  <a:pt x="1840356" y="310278"/>
                </a:lnTo>
                <a:lnTo>
                  <a:pt x="1837639" y="298048"/>
                </a:lnTo>
                <a:lnTo>
                  <a:pt x="1835827" y="285819"/>
                </a:lnTo>
                <a:lnTo>
                  <a:pt x="1834468" y="273815"/>
                </a:lnTo>
                <a:lnTo>
                  <a:pt x="1833788" y="261585"/>
                </a:lnTo>
                <a:lnTo>
                  <a:pt x="1833562" y="249129"/>
                </a:lnTo>
                <a:lnTo>
                  <a:pt x="1834015" y="237125"/>
                </a:lnTo>
                <a:lnTo>
                  <a:pt x="1835147" y="225122"/>
                </a:lnTo>
                <a:lnTo>
                  <a:pt x="1836733" y="213118"/>
                </a:lnTo>
                <a:lnTo>
                  <a:pt x="1838998" y="201115"/>
                </a:lnTo>
                <a:lnTo>
                  <a:pt x="1841489" y="189338"/>
                </a:lnTo>
                <a:lnTo>
                  <a:pt x="1844886" y="177787"/>
                </a:lnTo>
                <a:lnTo>
                  <a:pt x="1848736" y="166237"/>
                </a:lnTo>
                <a:lnTo>
                  <a:pt x="1853266" y="154913"/>
                </a:lnTo>
                <a:lnTo>
                  <a:pt x="1858248" y="143815"/>
                </a:lnTo>
                <a:lnTo>
                  <a:pt x="1863457" y="132944"/>
                </a:lnTo>
                <a:lnTo>
                  <a:pt x="1869799" y="122526"/>
                </a:lnTo>
                <a:lnTo>
                  <a:pt x="1876140" y="111881"/>
                </a:lnTo>
                <a:lnTo>
                  <a:pt x="1883388" y="101916"/>
                </a:lnTo>
                <a:lnTo>
                  <a:pt x="1890635" y="92177"/>
                </a:lnTo>
                <a:lnTo>
                  <a:pt x="1899015" y="82665"/>
                </a:lnTo>
                <a:lnTo>
                  <a:pt x="1903318" y="78362"/>
                </a:lnTo>
                <a:lnTo>
                  <a:pt x="1907621" y="73833"/>
                </a:lnTo>
                <a:lnTo>
                  <a:pt x="1911924" y="69529"/>
                </a:lnTo>
                <a:lnTo>
                  <a:pt x="1916680" y="65453"/>
                </a:lnTo>
                <a:lnTo>
                  <a:pt x="1921210" y="60923"/>
                </a:lnTo>
                <a:lnTo>
                  <a:pt x="1925966" y="56846"/>
                </a:lnTo>
                <a:lnTo>
                  <a:pt x="1931175" y="52996"/>
                </a:lnTo>
                <a:lnTo>
                  <a:pt x="1936384" y="49146"/>
                </a:lnTo>
                <a:lnTo>
                  <a:pt x="1941367" y="45296"/>
                </a:lnTo>
                <a:lnTo>
                  <a:pt x="1946802" y="41672"/>
                </a:lnTo>
                <a:lnTo>
                  <a:pt x="1952238" y="38502"/>
                </a:lnTo>
                <a:lnTo>
                  <a:pt x="1957900" y="34878"/>
                </a:lnTo>
                <a:lnTo>
                  <a:pt x="1963335" y="31707"/>
                </a:lnTo>
                <a:lnTo>
                  <a:pt x="1968997" y="28763"/>
                </a:lnTo>
                <a:lnTo>
                  <a:pt x="1974886" y="25592"/>
                </a:lnTo>
                <a:lnTo>
                  <a:pt x="1980548" y="23101"/>
                </a:lnTo>
                <a:lnTo>
                  <a:pt x="1986436" y="20383"/>
                </a:lnTo>
                <a:lnTo>
                  <a:pt x="1992325" y="17892"/>
                </a:lnTo>
                <a:lnTo>
                  <a:pt x="1998213" y="15627"/>
                </a:lnTo>
                <a:lnTo>
                  <a:pt x="2004102" y="13589"/>
                </a:lnTo>
                <a:lnTo>
                  <a:pt x="2009990" y="11550"/>
                </a:lnTo>
                <a:lnTo>
                  <a:pt x="2016105" y="9739"/>
                </a:lnTo>
                <a:lnTo>
                  <a:pt x="2021994" y="8153"/>
                </a:lnTo>
                <a:lnTo>
                  <a:pt x="2028335" y="6794"/>
                </a:lnTo>
                <a:lnTo>
                  <a:pt x="2040339" y="4077"/>
                </a:lnTo>
                <a:lnTo>
                  <a:pt x="2052569" y="2038"/>
                </a:lnTo>
                <a:lnTo>
                  <a:pt x="2064572" y="906"/>
                </a:lnTo>
                <a:lnTo>
                  <a:pt x="2076802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KSO_Shape"/>
          <p:cNvSpPr>
            <a:spLocks/>
          </p:cNvSpPr>
          <p:nvPr/>
        </p:nvSpPr>
        <p:spPr bwMode="auto">
          <a:xfrm>
            <a:off x="2266663" y="313663"/>
            <a:ext cx="628748" cy="1265936"/>
          </a:xfrm>
          <a:custGeom>
            <a:avLst/>
            <a:gdLst>
              <a:gd name="T0" fmla="*/ 213676 w 1177925"/>
              <a:gd name="T1" fmla="*/ 1102778 h 2373313"/>
              <a:gd name="T2" fmla="*/ 806068 w 1177925"/>
              <a:gd name="T3" fmla="*/ 1236603 h 2373313"/>
              <a:gd name="T4" fmla="*/ 842500 w 1177925"/>
              <a:gd name="T5" fmla="*/ 1413216 h 2373313"/>
              <a:gd name="T6" fmla="*/ 825923 w 1177925"/>
              <a:gd name="T7" fmla="*/ 1589100 h 2373313"/>
              <a:gd name="T8" fmla="*/ 760527 w 1177925"/>
              <a:gd name="T9" fmla="*/ 1804859 h 2373313"/>
              <a:gd name="T10" fmla="*/ 712982 w 1177925"/>
              <a:gd name="T11" fmla="*/ 1881512 h 2373313"/>
              <a:gd name="T12" fmla="*/ 652322 w 1177925"/>
              <a:gd name="T13" fmla="*/ 1904454 h 2373313"/>
              <a:gd name="T14" fmla="*/ 572353 w 1177925"/>
              <a:gd name="T15" fmla="*/ 1878964 h 2373313"/>
              <a:gd name="T16" fmla="*/ 532095 w 1177925"/>
              <a:gd name="T17" fmla="*/ 1804312 h 2373313"/>
              <a:gd name="T18" fmla="*/ 568710 w 1177925"/>
              <a:gd name="T19" fmla="*/ 1673036 h 2373313"/>
              <a:gd name="T20" fmla="*/ 617348 w 1177925"/>
              <a:gd name="T21" fmla="*/ 1431605 h 2373313"/>
              <a:gd name="T22" fmla="*/ 588384 w 1177925"/>
              <a:gd name="T23" fmla="*/ 1305609 h 2373313"/>
              <a:gd name="T24" fmla="*/ 519708 w 1177925"/>
              <a:gd name="T25" fmla="*/ 1247163 h 2373313"/>
              <a:gd name="T26" fmla="*/ 373068 w 1177925"/>
              <a:gd name="T27" fmla="*/ 1231323 h 2373313"/>
              <a:gd name="T28" fmla="*/ 257395 w 1177925"/>
              <a:gd name="T29" fmla="*/ 1188717 h 2373313"/>
              <a:gd name="T30" fmla="*/ 156841 w 1177925"/>
              <a:gd name="T31" fmla="*/ 1087483 h 2373313"/>
              <a:gd name="T32" fmla="*/ 784595 w 1177925"/>
              <a:gd name="T33" fmla="*/ 941985 h 2373313"/>
              <a:gd name="T34" fmla="*/ 852524 w 1177925"/>
              <a:gd name="T35" fmla="*/ 986375 h 2373313"/>
              <a:gd name="T36" fmla="*/ 873104 w 1177925"/>
              <a:gd name="T37" fmla="*/ 1063329 h 2373313"/>
              <a:gd name="T38" fmla="*/ 837955 w 1177925"/>
              <a:gd name="T39" fmla="*/ 1134098 h 2373313"/>
              <a:gd name="T40" fmla="*/ 752724 w 1177925"/>
              <a:gd name="T41" fmla="*/ 1164481 h 2373313"/>
              <a:gd name="T42" fmla="*/ 156652 w 1177925"/>
              <a:gd name="T43" fmla="*/ 1052232 h 2373313"/>
              <a:gd name="T44" fmla="*/ 125328 w 1177925"/>
              <a:gd name="T45" fmla="*/ 984555 h 2373313"/>
              <a:gd name="T46" fmla="*/ 139351 w 1177925"/>
              <a:gd name="T47" fmla="*/ 918516 h 2373313"/>
              <a:gd name="T48" fmla="*/ 197629 w 1177925"/>
              <a:gd name="T49" fmla="*/ 868668 h 2373313"/>
              <a:gd name="T50" fmla="*/ 697134 w 1177925"/>
              <a:gd name="T51" fmla="*/ 463279 h 2373313"/>
              <a:gd name="T52" fmla="*/ 804610 w 1177925"/>
              <a:gd name="T53" fmla="*/ 514964 h 2373313"/>
              <a:gd name="T54" fmla="*/ 895327 w 1177925"/>
              <a:gd name="T55" fmla="*/ 621427 h 2373313"/>
              <a:gd name="T56" fmla="*/ 943964 w 1177925"/>
              <a:gd name="T57" fmla="*/ 788129 h 2373313"/>
              <a:gd name="T58" fmla="*/ 924291 w 1177925"/>
              <a:gd name="T59" fmla="*/ 1017617 h 2373313"/>
              <a:gd name="T60" fmla="*/ 878204 w 1177925"/>
              <a:gd name="T61" fmla="*/ 1124263 h 2373313"/>
              <a:gd name="T62" fmla="*/ 886948 w 1177925"/>
              <a:gd name="T63" fmla="*/ 1087684 h 2373313"/>
              <a:gd name="T64" fmla="*/ 881300 w 1177925"/>
              <a:gd name="T65" fmla="*/ 1000329 h 2373313"/>
              <a:gd name="T66" fmla="*/ 817726 w 1177925"/>
              <a:gd name="T67" fmla="*/ 933902 h 2373313"/>
              <a:gd name="T68" fmla="*/ 799510 w 1177925"/>
              <a:gd name="T69" fmla="*/ 796319 h 2373313"/>
              <a:gd name="T70" fmla="*/ 755608 w 1177925"/>
              <a:gd name="T71" fmla="*/ 669837 h 2373313"/>
              <a:gd name="T72" fmla="*/ 194731 w 1177925"/>
              <a:gd name="T73" fmla="*/ 767019 h 2373313"/>
              <a:gd name="T74" fmla="*/ 142269 w 1177925"/>
              <a:gd name="T75" fmla="*/ 884584 h 2373313"/>
              <a:gd name="T76" fmla="*/ 111119 w 1177925"/>
              <a:gd name="T77" fmla="*/ 941364 h 2373313"/>
              <a:gd name="T78" fmla="*/ 110754 w 1177925"/>
              <a:gd name="T79" fmla="*/ 1004878 h 2373313"/>
              <a:gd name="T80" fmla="*/ 144637 w 1177925"/>
              <a:gd name="T81" fmla="*/ 1083680 h 2373313"/>
              <a:gd name="T82" fmla="*/ 127878 w 1177925"/>
              <a:gd name="T83" fmla="*/ 1149014 h 2373313"/>
              <a:gd name="T84" fmla="*/ 79605 w 1177925"/>
              <a:gd name="T85" fmla="*/ 1174674 h 2373313"/>
              <a:gd name="T86" fmla="*/ 28964 w 1177925"/>
              <a:gd name="T87" fmla="*/ 1160297 h 2373313"/>
              <a:gd name="T88" fmla="*/ 911 w 1177925"/>
              <a:gd name="T89" fmla="*/ 1113344 h 2373313"/>
              <a:gd name="T90" fmla="*/ 18034 w 1177925"/>
              <a:gd name="T91" fmla="*/ 874939 h 2373313"/>
              <a:gd name="T92" fmla="*/ 76143 w 1177925"/>
              <a:gd name="T93" fmla="*/ 676206 h 2373313"/>
              <a:gd name="T94" fmla="*/ 158664 w 1177925"/>
              <a:gd name="T95" fmla="*/ 551725 h 2373313"/>
              <a:gd name="T96" fmla="*/ 249198 w 1177925"/>
              <a:gd name="T97" fmla="*/ 484936 h 2373313"/>
              <a:gd name="T98" fmla="*/ 505873 w 1177925"/>
              <a:gd name="T99" fmla="*/ 0 h 2373313"/>
              <a:gd name="T100" fmla="*/ 596071 w 1177925"/>
              <a:gd name="T101" fmla="*/ 17688 h 2373313"/>
              <a:gd name="T102" fmla="*/ 688450 w 1177925"/>
              <a:gd name="T103" fmla="*/ 95915 h 2373313"/>
              <a:gd name="T104" fmla="*/ 719728 w 1177925"/>
              <a:gd name="T105" fmla="*/ 174872 h 2373313"/>
              <a:gd name="T106" fmla="*/ 717909 w 1177925"/>
              <a:gd name="T107" fmla="*/ 258388 h 2373313"/>
              <a:gd name="T108" fmla="*/ 651898 w 1177925"/>
              <a:gd name="T109" fmla="*/ 370896 h 2373313"/>
              <a:gd name="T110" fmla="*/ 580068 w 1177925"/>
              <a:gd name="T111" fmla="*/ 412837 h 2373313"/>
              <a:gd name="T112" fmla="*/ 495872 w 1177925"/>
              <a:gd name="T113" fmla="*/ 423960 h 2373313"/>
              <a:gd name="T114" fmla="*/ 391126 w 1177925"/>
              <a:gd name="T115" fmla="*/ 386761 h 2373313"/>
              <a:gd name="T116" fmla="*/ 323661 w 1177925"/>
              <a:gd name="T117" fmla="*/ 310539 h 2373313"/>
              <a:gd name="T118" fmla="*/ 300384 w 1177925"/>
              <a:gd name="T119" fmla="*/ 228300 h 2373313"/>
              <a:gd name="T120" fmla="*/ 310204 w 1177925"/>
              <a:gd name="T121" fmla="*/ 146243 h 2373313"/>
              <a:gd name="T122" fmla="*/ 386944 w 1177925"/>
              <a:gd name="T123" fmla="*/ 40664 h 2373313"/>
              <a:gd name="T124" fmla="*/ 463321 w 1177925"/>
              <a:gd name="T125" fmla="*/ 5470 h 237331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1177925" h="2373313">
                <a:moveTo>
                  <a:pt x="182562" y="1330325"/>
                </a:moveTo>
                <a:lnTo>
                  <a:pt x="187325" y="1334635"/>
                </a:lnTo>
                <a:lnTo>
                  <a:pt x="192087" y="1338718"/>
                </a:lnTo>
                <a:lnTo>
                  <a:pt x="197077" y="1342801"/>
                </a:lnTo>
                <a:lnTo>
                  <a:pt x="202066" y="1346431"/>
                </a:lnTo>
                <a:lnTo>
                  <a:pt x="207282" y="1350060"/>
                </a:lnTo>
                <a:lnTo>
                  <a:pt x="212725" y="1353689"/>
                </a:lnTo>
                <a:lnTo>
                  <a:pt x="218394" y="1356638"/>
                </a:lnTo>
                <a:lnTo>
                  <a:pt x="223610" y="1359587"/>
                </a:lnTo>
                <a:lnTo>
                  <a:pt x="229507" y="1362309"/>
                </a:lnTo>
                <a:lnTo>
                  <a:pt x="235177" y="1364804"/>
                </a:lnTo>
                <a:lnTo>
                  <a:pt x="241300" y="1367299"/>
                </a:lnTo>
                <a:lnTo>
                  <a:pt x="247196" y="1369341"/>
                </a:lnTo>
                <a:lnTo>
                  <a:pt x="253319" y="1371156"/>
                </a:lnTo>
                <a:lnTo>
                  <a:pt x="259669" y="1372517"/>
                </a:lnTo>
                <a:lnTo>
                  <a:pt x="266019" y="1373878"/>
                </a:lnTo>
                <a:lnTo>
                  <a:pt x="272369" y="1375012"/>
                </a:lnTo>
                <a:lnTo>
                  <a:pt x="924152" y="1472324"/>
                </a:lnTo>
                <a:lnTo>
                  <a:pt x="930048" y="1473231"/>
                </a:lnTo>
                <a:lnTo>
                  <a:pt x="936171" y="1473685"/>
                </a:lnTo>
                <a:lnTo>
                  <a:pt x="942294" y="1474139"/>
                </a:lnTo>
                <a:lnTo>
                  <a:pt x="948191" y="1474139"/>
                </a:lnTo>
                <a:lnTo>
                  <a:pt x="953180" y="1474139"/>
                </a:lnTo>
                <a:lnTo>
                  <a:pt x="958169" y="1473912"/>
                </a:lnTo>
                <a:lnTo>
                  <a:pt x="967694" y="1473005"/>
                </a:lnTo>
                <a:lnTo>
                  <a:pt x="972003" y="1479810"/>
                </a:lnTo>
                <a:lnTo>
                  <a:pt x="976085" y="1487068"/>
                </a:lnTo>
                <a:lnTo>
                  <a:pt x="984477" y="1501586"/>
                </a:lnTo>
                <a:lnTo>
                  <a:pt x="988559" y="1509071"/>
                </a:lnTo>
                <a:lnTo>
                  <a:pt x="992414" y="1516784"/>
                </a:lnTo>
                <a:lnTo>
                  <a:pt x="998084" y="1528579"/>
                </a:lnTo>
                <a:lnTo>
                  <a:pt x="1003527" y="1540601"/>
                </a:lnTo>
                <a:lnTo>
                  <a:pt x="1008516" y="1552851"/>
                </a:lnTo>
                <a:lnTo>
                  <a:pt x="1013278" y="1565553"/>
                </a:lnTo>
                <a:lnTo>
                  <a:pt x="1017814" y="1578483"/>
                </a:lnTo>
                <a:lnTo>
                  <a:pt x="1022350" y="1591639"/>
                </a:lnTo>
                <a:lnTo>
                  <a:pt x="1026205" y="1605249"/>
                </a:lnTo>
                <a:lnTo>
                  <a:pt x="1029607" y="1618860"/>
                </a:lnTo>
                <a:lnTo>
                  <a:pt x="1033235" y="1632923"/>
                </a:lnTo>
                <a:lnTo>
                  <a:pt x="1036410" y="1646987"/>
                </a:lnTo>
                <a:lnTo>
                  <a:pt x="1038905" y="1661731"/>
                </a:lnTo>
                <a:lnTo>
                  <a:pt x="1041400" y="1676476"/>
                </a:lnTo>
                <a:lnTo>
                  <a:pt x="1043441" y="1691674"/>
                </a:lnTo>
                <a:lnTo>
                  <a:pt x="1045255" y="1707098"/>
                </a:lnTo>
                <a:lnTo>
                  <a:pt x="1046843" y="1722750"/>
                </a:lnTo>
                <a:lnTo>
                  <a:pt x="1047977" y="1738402"/>
                </a:lnTo>
                <a:lnTo>
                  <a:pt x="1048657" y="1749743"/>
                </a:lnTo>
                <a:lnTo>
                  <a:pt x="1048884" y="1760632"/>
                </a:lnTo>
                <a:lnTo>
                  <a:pt x="1049337" y="1771973"/>
                </a:lnTo>
                <a:lnTo>
                  <a:pt x="1049337" y="1783542"/>
                </a:lnTo>
                <a:lnTo>
                  <a:pt x="1049110" y="1796245"/>
                </a:lnTo>
                <a:lnTo>
                  <a:pt x="1048884" y="1809401"/>
                </a:lnTo>
                <a:lnTo>
                  <a:pt x="1048430" y="1822784"/>
                </a:lnTo>
                <a:lnTo>
                  <a:pt x="1047750" y="1836168"/>
                </a:lnTo>
                <a:lnTo>
                  <a:pt x="1046843" y="1849778"/>
                </a:lnTo>
                <a:lnTo>
                  <a:pt x="1045709" y="1863615"/>
                </a:lnTo>
                <a:lnTo>
                  <a:pt x="1044348" y="1877452"/>
                </a:lnTo>
                <a:lnTo>
                  <a:pt x="1042534" y="1891515"/>
                </a:lnTo>
                <a:lnTo>
                  <a:pt x="1040719" y="1905806"/>
                </a:lnTo>
                <a:lnTo>
                  <a:pt x="1038678" y="1920323"/>
                </a:lnTo>
                <a:lnTo>
                  <a:pt x="1036410" y="1934841"/>
                </a:lnTo>
                <a:lnTo>
                  <a:pt x="1034143" y="1949812"/>
                </a:lnTo>
                <a:lnTo>
                  <a:pt x="1031194" y="1964556"/>
                </a:lnTo>
                <a:lnTo>
                  <a:pt x="1028246" y="1979754"/>
                </a:lnTo>
                <a:lnTo>
                  <a:pt x="1025071" y="1995179"/>
                </a:lnTo>
                <a:lnTo>
                  <a:pt x="1021443" y="2010604"/>
                </a:lnTo>
                <a:lnTo>
                  <a:pt x="1017814" y="2026255"/>
                </a:lnTo>
                <a:lnTo>
                  <a:pt x="1013959" y="2042134"/>
                </a:lnTo>
                <a:lnTo>
                  <a:pt x="1009650" y="2058239"/>
                </a:lnTo>
                <a:lnTo>
                  <a:pt x="1005341" y="2074344"/>
                </a:lnTo>
                <a:lnTo>
                  <a:pt x="1000805" y="2091130"/>
                </a:lnTo>
                <a:lnTo>
                  <a:pt x="995816" y="2107689"/>
                </a:lnTo>
                <a:lnTo>
                  <a:pt x="990373" y="2124475"/>
                </a:lnTo>
                <a:lnTo>
                  <a:pt x="985157" y="2141488"/>
                </a:lnTo>
                <a:lnTo>
                  <a:pt x="979487" y="2158727"/>
                </a:lnTo>
                <a:lnTo>
                  <a:pt x="973591" y="2176420"/>
                </a:lnTo>
                <a:lnTo>
                  <a:pt x="967014" y="2194113"/>
                </a:lnTo>
                <a:lnTo>
                  <a:pt x="960664" y="2212033"/>
                </a:lnTo>
                <a:lnTo>
                  <a:pt x="954087" y="2230180"/>
                </a:lnTo>
                <a:lnTo>
                  <a:pt x="946830" y="2248554"/>
                </a:lnTo>
                <a:lnTo>
                  <a:pt x="939800" y="2266928"/>
                </a:lnTo>
                <a:lnTo>
                  <a:pt x="932089" y="2285755"/>
                </a:lnTo>
                <a:lnTo>
                  <a:pt x="930048" y="2290972"/>
                </a:lnTo>
                <a:lnTo>
                  <a:pt x="927327" y="2295736"/>
                </a:lnTo>
                <a:lnTo>
                  <a:pt x="925059" y="2300499"/>
                </a:lnTo>
                <a:lnTo>
                  <a:pt x="922337" y="2305263"/>
                </a:lnTo>
                <a:lnTo>
                  <a:pt x="919389" y="2309799"/>
                </a:lnTo>
                <a:lnTo>
                  <a:pt x="916441" y="2314109"/>
                </a:lnTo>
                <a:lnTo>
                  <a:pt x="913266" y="2318419"/>
                </a:lnTo>
                <a:lnTo>
                  <a:pt x="909864" y="2322502"/>
                </a:lnTo>
                <a:lnTo>
                  <a:pt x="906689" y="2326358"/>
                </a:lnTo>
                <a:lnTo>
                  <a:pt x="903060" y="2330215"/>
                </a:lnTo>
                <a:lnTo>
                  <a:pt x="899432" y="2333844"/>
                </a:lnTo>
                <a:lnTo>
                  <a:pt x="895577" y="2337246"/>
                </a:lnTo>
                <a:lnTo>
                  <a:pt x="891721" y="2340649"/>
                </a:lnTo>
                <a:lnTo>
                  <a:pt x="887639" y="2344051"/>
                </a:lnTo>
                <a:lnTo>
                  <a:pt x="883557" y="2347000"/>
                </a:lnTo>
                <a:lnTo>
                  <a:pt x="879475" y="2349949"/>
                </a:lnTo>
                <a:lnTo>
                  <a:pt x="875166" y="2352671"/>
                </a:lnTo>
                <a:lnTo>
                  <a:pt x="870630" y="2355166"/>
                </a:lnTo>
                <a:lnTo>
                  <a:pt x="866094" y="2357662"/>
                </a:lnTo>
                <a:lnTo>
                  <a:pt x="861559" y="2359930"/>
                </a:lnTo>
                <a:lnTo>
                  <a:pt x="856796" y="2361971"/>
                </a:lnTo>
                <a:lnTo>
                  <a:pt x="852260" y="2363786"/>
                </a:lnTo>
                <a:lnTo>
                  <a:pt x="847271" y="2365601"/>
                </a:lnTo>
                <a:lnTo>
                  <a:pt x="842509" y="2366962"/>
                </a:lnTo>
                <a:lnTo>
                  <a:pt x="837519" y="2368550"/>
                </a:lnTo>
                <a:lnTo>
                  <a:pt x="832530" y="2369684"/>
                </a:lnTo>
                <a:lnTo>
                  <a:pt x="827541" y="2370591"/>
                </a:lnTo>
                <a:lnTo>
                  <a:pt x="822552" y="2371725"/>
                </a:lnTo>
                <a:lnTo>
                  <a:pt x="817335" y="2372179"/>
                </a:lnTo>
                <a:lnTo>
                  <a:pt x="812119" y="2372633"/>
                </a:lnTo>
                <a:lnTo>
                  <a:pt x="807130" y="2372860"/>
                </a:lnTo>
                <a:lnTo>
                  <a:pt x="801914" y="2373313"/>
                </a:lnTo>
                <a:lnTo>
                  <a:pt x="795337" y="2372860"/>
                </a:lnTo>
                <a:lnTo>
                  <a:pt x="788534" y="2372406"/>
                </a:lnTo>
                <a:lnTo>
                  <a:pt x="781957" y="2371725"/>
                </a:lnTo>
                <a:lnTo>
                  <a:pt x="775380" y="2370591"/>
                </a:lnTo>
                <a:lnTo>
                  <a:pt x="768577" y="2369003"/>
                </a:lnTo>
                <a:lnTo>
                  <a:pt x="762000" y="2367189"/>
                </a:lnTo>
                <a:lnTo>
                  <a:pt x="755196" y="2364920"/>
                </a:lnTo>
                <a:lnTo>
                  <a:pt x="748846" y="2362652"/>
                </a:lnTo>
                <a:lnTo>
                  <a:pt x="742269" y="2359703"/>
                </a:lnTo>
                <a:lnTo>
                  <a:pt x="735919" y="2356527"/>
                </a:lnTo>
                <a:lnTo>
                  <a:pt x="729569" y="2352898"/>
                </a:lnTo>
                <a:lnTo>
                  <a:pt x="723673" y="2349269"/>
                </a:lnTo>
                <a:lnTo>
                  <a:pt x="718003" y="2345186"/>
                </a:lnTo>
                <a:lnTo>
                  <a:pt x="712560" y="2340876"/>
                </a:lnTo>
                <a:lnTo>
                  <a:pt x="707344" y="2336566"/>
                </a:lnTo>
                <a:lnTo>
                  <a:pt x="702355" y="2331576"/>
                </a:lnTo>
                <a:lnTo>
                  <a:pt x="697593" y="2326812"/>
                </a:lnTo>
                <a:lnTo>
                  <a:pt x="693284" y="2321595"/>
                </a:lnTo>
                <a:lnTo>
                  <a:pt x="689202" y="2316151"/>
                </a:lnTo>
                <a:lnTo>
                  <a:pt x="685346" y="2310707"/>
                </a:lnTo>
                <a:lnTo>
                  <a:pt x="681718" y="2305036"/>
                </a:lnTo>
                <a:lnTo>
                  <a:pt x="678316" y="2299138"/>
                </a:lnTo>
                <a:lnTo>
                  <a:pt x="675368" y="2293014"/>
                </a:lnTo>
                <a:lnTo>
                  <a:pt x="672419" y="2286662"/>
                </a:lnTo>
                <a:lnTo>
                  <a:pt x="670152" y="2280538"/>
                </a:lnTo>
                <a:lnTo>
                  <a:pt x="667884" y="2274186"/>
                </a:lnTo>
                <a:lnTo>
                  <a:pt x="666069" y="2267835"/>
                </a:lnTo>
                <a:lnTo>
                  <a:pt x="664482" y="2261030"/>
                </a:lnTo>
                <a:lnTo>
                  <a:pt x="663121" y="2254452"/>
                </a:lnTo>
                <a:lnTo>
                  <a:pt x="662441" y="2247873"/>
                </a:lnTo>
                <a:lnTo>
                  <a:pt x="661760" y="2241068"/>
                </a:lnTo>
                <a:lnTo>
                  <a:pt x="661760" y="2234263"/>
                </a:lnTo>
                <a:lnTo>
                  <a:pt x="661760" y="2227231"/>
                </a:lnTo>
                <a:lnTo>
                  <a:pt x="662214" y="2220426"/>
                </a:lnTo>
                <a:lnTo>
                  <a:pt x="662894" y="2213621"/>
                </a:lnTo>
                <a:lnTo>
                  <a:pt x="664028" y="2206816"/>
                </a:lnTo>
                <a:lnTo>
                  <a:pt x="665616" y="2199784"/>
                </a:lnTo>
                <a:lnTo>
                  <a:pt x="667430" y="2192979"/>
                </a:lnTo>
                <a:lnTo>
                  <a:pt x="669471" y="2186174"/>
                </a:lnTo>
                <a:lnTo>
                  <a:pt x="671966" y="2179369"/>
                </a:lnTo>
                <a:lnTo>
                  <a:pt x="678769" y="2162810"/>
                </a:lnTo>
                <a:lnTo>
                  <a:pt x="685346" y="2146705"/>
                </a:lnTo>
                <a:lnTo>
                  <a:pt x="691469" y="2130600"/>
                </a:lnTo>
                <a:lnTo>
                  <a:pt x="697139" y="2114948"/>
                </a:lnTo>
                <a:lnTo>
                  <a:pt x="702809" y="2099523"/>
                </a:lnTo>
                <a:lnTo>
                  <a:pt x="708025" y="2084325"/>
                </a:lnTo>
                <a:lnTo>
                  <a:pt x="713241" y="2069581"/>
                </a:lnTo>
                <a:lnTo>
                  <a:pt x="717777" y="2054837"/>
                </a:lnTo>
                <a:lnTo>
                  <a:pt x="722539" y="2040546"/>
                </a:lnTo>
                <a:lnTo>
                  <a:pt x="726848" y="2026709"/>
                </a:lnTo>
                <a:lnTo>
                  <a:pt x="730930" y="2012872"/>
                </a:lnTo>
                <a:lnTo>
                  <a:pt x="734785" y="1999262"/>
                </a:lnTo>
                <a:lnTo>
                  <a:pt x="741816" y="1973176"/>
                </a:lnTo>
                <a:lnTo>
                  <a:pt x="747712" y="1947997"/>
                </a:lnTo>
                <a:lnTo>
                  <a:pt x="752928" y="1923726"/>
                </a:lnTo>
                <a:lnTo>
                  <a:pt x="757237" y="1900816"/>
                </a:lnTo>
                <a:lnTo>
                  <a:pt x="760866" y="1878586"/>
                </a:lnTo>
                <a:lnTo>
                  <a:pt x="763814" y="1857717"/>
                </a:lnTo>
                <a:lnTo>
                  <a:pt x="766082" y="1837529"/>
                </a:lnTo>
                <a:lnTo>
                  <a:pt x="767443" y="1818701"/>
                </a:lnTo>
                <a:lnTo>
                  <a:pt x="768350" y="1800554"/>
                </a:lnTo>
                <a:lnTo>
                  <a:pt x="768577" y="1783542"/>
                </a:lnTo>
                <a:lnTo>
                  <a:pt x="768350" y="1771520"/>
                </a:lnTo>
                <a:lnTo>
                  <a:pt x="767896" y="1759951"/>
                </a:lnTo>
                <a:lnTo>
                  <a:pt x="767443" y="1748836"/>
                </a:lnTo>
                <a:lnTo>
                  <a:pt x="766309" y="1738402"/>
                </a:lnTo>
                <a:lnTo>
                  <a:pt x="764721" y="1724111"/>
                </a:lnTo>
                <a:lnTo>
                  <a:pt x="762453" y="1710728"/>
                </a:lnTo>
                <a:lnTo>
                  <a:pt x="760185" y="1698025"/>
                </a:lnTo>
                <a:lnTo>
                  <a:pt x="757237" y="1686230"/>
                </a:lnTo>
                <a:lnTo>
                  <a:pt x="754062" y="1675568"/>
                </a:lnTo>
                <a:lnTo>
                  <a:pt x="750660" y="1665361"/>
                </a:lnTo>
                <a:lnTo>
                  <a:pt x="747032" y="1655834"/>
                </a:lnTo>
                <a:lnTo>
                  <a:pt x="743403" y="1646987"/>
                </a:lnTo>
                <a:lnTo>
                  <a:pt x="740682" y="1641770"/>
                </a:lnTo>
                <a:lnTo>
                  <a:pt x="738187" y="1636326"/>
                </a:lnTo>
                <a:lnTo>
                  <a:pt x="735239" y="1631109"/>
                </a:lnTo>
                <a:lnTo>
                  <a:pt x="732518" y="1626572"/>
                </a:lnTo>
                <a:lnTo>
                  <a:pt x="729569" y="1621808"/>
                </a:lnTo>
                <a:lnTo>
                  <a:pt x="726848" y="1617499"/>
                </a:lnTo>
                <a:lnTo>
                  <a:pt x="720725" y="1609332"/>
                </a:lnTo>
                <a:lnTo>
                  <a:pt x="714602" y="1601620"/>
                </a:lnTo>
                <a:lnTo>
                  <a:pt x="708478" y="1595042"/>
                </a:lnTo>
                <a:lnTo>
                  <a:pt x="701902" y="1588464"/>
                </a:lnTo>
                <a:lnTo>
                  <a:pt x="695325" y="1583020"/>
                </a:lnTo>
                <a:lnTo>
                  <a:pt x="690562" y="1578937"/>
                </a:lnTo>
                <a:lnTo>
                  <a:pt x="685800" y="1575080"/>
                </a:lnTo>
                <a:lnTo>
                  <a:pt x="680584" y="1571678"/>
                </a:lnTo>
                <a:lnTo>
                  <a:pt x="675821" y="1568275"/>
                </a:lnTo>
                <a:lnTo>
                  <a:pt x="670832" y="1565553"/>
                </a:lnTo>
                <a:lnTo>
                  <a:pt x="665843" y="1562604"/>
                </a:lnTo>
                <a:lnTo>
                  <a:pt x="660853" y="1560109"/>
                </a:lnTo>
                <a:lnTo>
                  <a:pt x="656318" y="1557841"/>
                </a:lnTo>
                <a:lnTo>
                  <a:pt x="647019" y="1553758"/>
                </a:lnTo>
                <a:lnTo>
                  <a:pt x="638855" y="1550582"/>
                </a:lnTo>
                <a:lnTo>
                  <a:pt x="631371" y="1548087"/>
                </a:lnTo>
                <a:lnTo>
                  <a:pt x="625475" y="1546272"/>
                </a:lnTo>
                <a:lnTo>
                  <a:pt x="613682" y="1546499"/>
                </a:lnTo>
                <a:lnTo>
                  <a:pt x="602343" y="1546499"/>
                </a:lnTo>
                <a:lnTo>
                  <a:pt x="600755" y="1546499"/>
                </a:lnTo>
                <a:lnTo>
                  <a:pt x="586014" y="1546272"/>
                </a:lnTo>
                <a:lnTo>
                  <a:pt x="571500" y="1546045"/>
                </a:lnTo>
                <a:lnTo>
                  <a:pt x="557212" y="1545138"/>
                </a:lnTo>
                <a:lnTo>
                  <a:pt x="543152" y="1544458"/>
                </a:lnTo>
                <a:lnTo>
                  <a:pt x="529544" y="1543097"/>
                </a:lnTo>
                <a:lnTo>
                  <a:pt x="515937" y="1541962"/>
                </a:lnTo>
                <a:lnTo>
                  <a:pt x="503010" y="1540375"/>
                </a:lnTo>
                <a:lnTo>
                  <a:pt x="489857" y="1538333"/>
                </a:lnTo>
                <a:lnTo>
                  <a:pt x="477157" y="1536292"/>
                </a:lnTo>
                <a:lnTo>
                  <a:pt x="464457" y="1534023"/>
                </a:lnTo>
                <a:lnTo>
                  <a:pt x="452437" y="1531301"/>
                </a:lnTo>
                <a:lnTo>
                  <a:pt x="440418" y="1528579"/>
                </a:lnTo>
                <a:lnTo>
                  <a:pt x="428625" y="1525403"/>
                </a:lnTo>
                <a:lnTo>
                  <a:pt x="417059" y="1522228"/>
                </a:lnTo>
                <a:lnTo>
                  <a:pt x="405719" y="1518825"/>
                </a:lnTo>
                <a:lnTo>
                  <a:pt x="394834" y="1514969"/>
                </a:lnTo>
                <a:lnTo>
                  <a:pt x="392566" y="1514289"/>
                </a:lnTo>
                <a:lnTo>
                  <a:pt x="384402" y="1511340"/>
                </a:lnTo>
                <a:lnTo>
                  <a:pt x="376464" y="1508391"/>
                </a:lnTo>
                <a:lnTo>
                  <a:pt x="368527" y="1504988"/>
                </a:lnTo>
                <a:lnTo>
                  <a:pt x="360816" y="1501586"/>
                </a:lnTo>
                <a:lnTo>
                  <a:pt x="353332" y="1497956"/>
                </a:lnTo>
                <a:lnTo>
                  <a:pt x="345848" y="1494554"/>
                </a:lnTo>
                <a:lnTo>
                  <a:pt x="338591" y="1490698"/>
                </a:lnTo>
                <a:lnTo>
                  <a:pt x="331334" y="1487068"/>
                </a:lnTo>
                <a:lnTo>
                  <a:pt x="320448" y="1480944"/>
                </a:lnTo>
                <a:lnTo>
                  <a:pt x="309789" y="1474366"/>
                </a:lnTo>
                <a:lnTo>
                  <a:pt x="299584" y="1467787"/>
                </a:lnTo>
                <a:lnTo>
                  <a:pt x="289832" y="1460755"/>
                </a:lnTo>
                <a:lnTo>
                  <a:pt x="279853" y="1453497"/>
                </a:lnTo>
                <a:lnTo>
                  <a:pt x="270555" y="1445784"/>
                </a:lnTo>
                <a:lnTo>
                  <a:pt x="261710" y="1438072"/>
                </a:lnTo>
                <a:lnTo>
                  <a:pt x="252866" y="1430133"/>
                </a:lnTo>
                <a:lnTo>
                  <a:pt x="244928" y="1421740"/>
                </a:lnTo>
                <a:lnTo>
                  <a:pt x="237218" y="1413574"/>
                </a:lnTo>
                <a:lnTo>
                  <a:pt x="230187" y="1405408"/>
                </a:lnTo>
                <a:lnTo>
                  <a:pt x="223157" y="1397015"/>
                </a:lnTo>
                <a:lnTo>
                  <a:pt x="216807" y="1388622"/>
                </a:lnTo>
                <a:lnTo>
                  <a:pt x="210910" y="1380002"/>
                </a:lnTo>
                <a:lnTo>
                  <a:pt x="205241" y="1371609"/>
                </a:lnTo>
                <a:lnTo>
                  <a:pt x="200025" y="1363216"/>
                </a:lnTo>
                <a:lnTo>
                  <a:pt x="195262" y="1354823"/>
                </a:lnTo>
                <a:lnTo>
                  <a:pt x="190500" y="1346431"/>
                </a:lnTo>
                <a:lnTo>
                  <a:pt x="186418" y="1338264"/>
                </a:lnTo>
                <a:lnTo>
                  <a:pt x="182562" y="1330325"/>
                </a:lnTo>
                <a:close/>
                <a:moveTo>
                  <a:pt x="290253" y="1073150"/>
                </a:moveTo>
                <a:lnTo>
                  <a:pt x="295015" y="1073150"/>
                </a:lnTo>
                <a:lnTo>
                  <a:pt x="299549" y="1073150"/>
                </a:lnTo>
                <a:lnTo>
                  <a:pt x="304084" y="1073150"/>
                </a:lnTo>
                <a:lnTo>
                  <a:pt x="309072" y="1073604"/>
                </a:lnTo>
                <a:lnTo>
                  <a:pt x="312700" y="1074057"/>
                </a:lnTo>
                <a:lnTo>
                  <a:pt x="316554" y="1074510"/>
                </a:lnTo>
                <a:lnTo>
                  <a:pt x="332652" y="1077003"/>
                </a:lnTo>
                <a:lnTo>
                  <a:pt x="940290" y="1167663"/>
                </a:lnTo>
                <a:lnTo>
                  <a:pt x="962736" y="1171063"/>
                </a:lnTo>
                <a:lnTo>
                  <a:pt x="967951" y="1171743"/>
                </a:lnTo>
                <a:lnTo>
                  <a:pt x="972486" y="1172649"/>
                </a:lnTo>
                <a:lnTo>
                  <a:pt x="976794" y="1173556"/>
                </a:lnTo>
                <a:lnTo>
                  <a:pt x="985409" y="1175596"/>
                </a:lnTo>
                <a:lnTo>
                  <a:pt x="991985" y="1177636"/>
                </a:lnTo>
                <a:lnTo>
                  <a:pt x="997880" y="1179676"/>
                </a:lnTo>
                <a:lnTo>
                  <a:pt x="1003775" y="1182395"/>
                </a:lnTo>
                <a:lnTo>
                  <a:pt x="1009670" y="1184889"/>
                </a:lnTo>
                <a:lnTo>
                  <a:pt x="1015111" y="1188062"/>
                </a:lnTo>
                <a:lnTo>
                  <a:pt x="1020553" y="1191008"/>
                </a:lnTo>
                <a:lnTo>
                  <a:pt x="1025994" y="1194408"/>
                </a:lnTo>
                <a:lnTo>
                  <a:pt x="1031209" y="1198261"/>
                </a:lnTo>
                <a:lnTo>
                  <a:pt x="1035970" y="1202114"/>
                </a:lnTo>
                <a:lnTo>
                  <a:pt x="1040505" y="1205967"/>
                </a:lnTo>
                <a:lnTo>
                  <a:pt x="1045266" y="1210273"/>
                </a:lnTo>
                <a:lnTo>
                  <a:pt x="1049574" y="1214580"/>
                </a:lnTo>
                <a:lnTo>
                  <a:pt x="1053655" y="1219113"/>
                </a:lnTo>
                <a:lnTo>
                  <a:pt x="1057737" y="1224099"/>
                </a:lnTo>
                <a:lnTo>
                  <a:pt x="1061364" y="1228859"/>
                </a:lnTo>
                <a:lnTo>
                  <a:pt x="1064992" y="1234072"/>
                </a:lnTo>
                <a:lnTo>
                  <a:pt x="1068393" y="1239511"/>
                </a:lnTo>
                <a:lnTo>
                  <a:pt x="1071114" y="1244951"/>
                </a:lnTo>
                <a:lnTo>
                  <a:pt x="1073834" y="1250390"/>
                </a:lnTo>
                <a:lnTo>
                  <a:pt x="1076555" y="1256057"/>
                </a:lnTo>
                <a:lnTo>
                  <a:pt x="1078822" y="1261723"/>
                </a:lnTo>
                <a:lnTo>
                  <a:pt x="1080863" y="1267616"/>
                </a:lnTo>
                <a:lnTo>
                  <a:pt x="1082677" y="1273735"/>
                </a:lnTo>
                <a:lnTo>
                  <a:pt x="1084264" y="1279855"/>
                </a:lnTo>
                <a:lnTo>
                  <a:pt x="1085398" y="1286201"/>
                </a:lnTo>
                <a:lnTo>
                  <a:pt x="1086531" y="1292547"/>
                </a:lnTo>
                <a:lnTo>
                  <a:pt x="1087211" y="1298667"/>
                </a:lnTo>
                <a:lnTo>
                  <a:pt x="1087438" y="1305013"/>
                </a:lnTo>
                <a:lnTo>
                  <a:pt x="1087438" y="1311812"/>
                </a:lnTo>
                <a:lnTo>
                  <a:pt x="1087438" y="1318159"/>
                </a:lnTo>
                <a:lnTo>
                  <a:pt x="1086985" y="1324731"/>
                </a:lnTo>
                <a:lnTo>
                  <a:pt x="1086078" y="1331531"/>
                </a:lnTo>
                <a:lnTo>
                  <a:pt x="1084944" y="1337877"/>
                </a:lnTo>
                <a:lnTo>
                  <a:pt x="1083584" y="1343997"/>
                </a:lnTo>
                <a:lnTo>
                  <a:pt x="1081770" y="1350343"/>
                </a:lnTo>
                <a:lnTo>
                  <a:pt x="1080183" y="1356236"/>
                </a:lnTo>
                <a:lnTo>
                  <a:pt x="1077689" y="1362129"/>
                </a:lnTo>
                <a:lnTo>
                  <a:pt x="1075195" y="1368021"/>
                </a:lnTo>
                <a:lnTo>
                  <a:pt x="1072701" y="1373688"/>
                </a:lnTo>
                <a:lnTo>
                  <a:pt x="1069753" y="1379354"/>
                </a:lnTo>
                <a:lnTo>
                  <a:pt x="1066579" y="1384567"/>
                </a:lnTo>
                <a:lnTo>
                  <a:pt x="1063178" y="1390006"/>
                </a:lnTo>
                <a:lnTo>
                  <a:pt x="1059550" y="1394766"/>
                </a:lnTo>
                <a:lnTo>
                  <a:pt x="1055696" y="1399752"/>
                </a:lnTo>
                <a:lnTo>
                  <a:pt x="1051842" y="1404285"/>
                </a:lnTo>
                <a:lnTo>
                  <a:pt x="1047534" y="1408592"/>
                </a:lnTo>
                <a:lnTo>
                  <a:pt x="1043226" y="1412898"/>
                </a:lnTo>
                <a:lnTo>
                  <a:pt x="1038918" y="1416978"/>
                </a:lnTo>
                <a:lnTo>
                  <a:pt x="1031889" y="1422417"/>
                </a:lnTo>
                <a:lnTo>
                  <a:pt x="1024861" y="1427404"/>
                </a:lnTo>
                <a:lnTo>
                  <a:pt x="1017832" y="1431937"/>
                </a:lnTo>
                <a:lnTo>
                  <a:pt x="1010123" y="1436016"/>
                </a:lnTo>
                <a:lnTo>
                  <a:pt x="1002414" y="1439643"/>
                </a:lnTo>
                <a:lnTo>
                  <a:pt x="994252" y="1442589"/>
                </a:lnTo>
                <a:lnTo>
                  <a:pt x="986090" y="1445536"/>
                </a:lnTo>
                <a:lnTo>
                  <a:pt x="977474" y="1447575"/>
                </a:lnTo>
                <a:lnTo>
                  <a:pt x="971352" y="1448935"/>
                </a:lnTo>
                <a:lnTo>
                  <a:pt x="965004" y="1449615"/>
                </a:lnTo>
                <a:lnTo>
                  <a:pt x="958882" y="1450295"/>
                </a:lnTo>
                <a:lnTo>
                  <a:pt x="952307" y="1450749"/>
                </a:lnTo>
                <a:lnTo>
                  <a:pt x="947319" y="1450975"/>
                </a:lnTo>
                <a:lnTo>
                  <a:pt x="942104" y="1450975"/>
                </a:lnTo>
                <a:lnTo>
                  <a:pt x="937116" y="1450749"/>
                </a:lnTo>
                <a:lnTo>
                  <a:pt x="931674" y="1450069"/>
                </a:lnTo>
                <a:lnTo>
                  <a:pt x="926459" y="1449389"/>
                </a:lnTo>
                <a:lnTo>
                  <a:pt x="275062" y="1351929"/>
                </a:lnTo>
                <a:lnTo>
                  <a:pt x="267807" y="1350796"/>
                </a:lnTo>
                <a:lnTo>
                  <a:pt x="260778" y="1349210"/>
                </a:lnTo>
                <a:lnTo>
                  <a:pt x="253750" y="1347170"/>
                </a:lnTo>
                <a:lnTo>
                  <a:pt x="247174" y="1344903"/>
                </a:lnTo>
                <a:lnTo>
                  <a:pt x="240373" y="1342183"/>
                </a:lnTo>
                <a:lnTo>
                  <a:pt x="234024" y="1339464"/>
                </a:lnTo>
                <a:lnTo>
                  <a:pt x="227902" y="1336064"/>
                </a:lnTo>
                <a:lnTo>
                  <a:pt x="221781" y="1332437"/>
                </a:lnTo>
                <a:lnTo>
                  <a:pt x="215886" y="1328584"/>
                </a:lnTo>
                <a:lnTo>
                  <a:pt x="210444" y="1324505"/>
                </a:lnTo>
                <a:lnTo>
                  <a:pt x="205003" y="1320198"/>
                </a:lnTo>
                <a:lnTo>
                  <a:pt x="199788" y="1315665"/>
                </a:lnTo>
                <a:lnTo>
                  <a:pt x="195026" y="1310906"/>
                </a:lnTo>
                <a:lnTo>
                  <a:pt x="190265" y="1305919"/>
                </a:lnTo>
                <a:lnTo>
                  <a:pt x="185730" y="1300480"/>
                </a:lnTo>
                <a:lnTo>
                  <a:pt x="181649" y="1295040"/>
                </a:lnTo>
                <a:lnTo>
                  <a:pt x="178702" y="1290507"/>
                </a:lnTo>
                <a:lnTo>
                  <a:pt x="175528" y="1285521"/>
                </a:lnTo>
                <a:lnTo>
                  <a:pt x="172807" y="1280761"/>
                </a:lnTo>
                <a:lnTo>
                  <a:pt x="170086" y="1275775"/>
                </a:lnTo>
                <a:lnTo>
                  <a:pt x="167592" y="1270789"/>
                </a:lnTo>
                <a:lnTo>
                  <a:pt x="165551" y="1265349"/>
                </a:lnTo>
                <a:lnTo>
                  <a:pt x="163511" y="1260136"/>
                </a:lnTo>
                <a:lnTo>
                  <a:pt x="161697" y="1254923"/>
                </a:lnTo>
                <a:lnTo>
                  <a:pt x="160110" y="1249257"/>
                </a:lnTo>
                <a:lnTo>
                  <a:pt x="158523" y="1243817"/>
                </a:lnTo>
                <a:lnTo>
                  <a:pt x="157616" y="1238151"/>
                </a:lnTo>
                <a:lnTo>
                  <a:pt x="156936" y="1232258"/>
                </a:lnTo>
                <a:lnTo>
                  <a:pt x="156029" y="1226592"/>
                </a:lnTo>
                <a:lnTo>
                  <a:pt x="155575" y="1220699"/>
                </a:lnTo>
                <a:lnTo>
                  <a:pt x="155575" y="1214806"/>
                </a:lnTo>
                <a:lnTo>
                  <a:pt x="155575" y="1208913"/>
                </a:lnTo>
                <a:lnTo>
                  <a:pt x="155575" y="1205740"/>
                </a:lnTo>
                <a:lnTo>
                  <a:pt x="156029" y="1199167"/>
                </a:lnTo>
                <a:lnTo>
                  <a:pt x="156936" y="1192821"/>
                </a:lnTo>
                <a:lnTo>
                  <a:pt x="156936" y="1192595"/>
                </a:lnTo>
                <a:lnTo>
                  <a:pt x="157162" y="1191461"/>
                </a:lnTo>
                <a:lnTo>
                  <a:pt x="158069" y="1185795"/>
                </a:lnTo>
                <a:lnTo>
                  <a:pt x="159430" y="1180356"/>
                </a:lnTo>
                <a:lnTo>
                  <a:pt x="160110" y="1177182"/>
                </a:lnTo>
                <a:lnTo>
                  <a:pt x="162150" y="1170610"/>
                </a:lnTo>
                <a:lnTo>
                  <a:pt x="164871" y="1162904"/>
                </a:lnTo>
                <a:lnTo>
                  <a:pt x="167139" y="1157237"/>
                </a:lnTo>
                <a:lnTo>
                  <a:pt x="170313" y="1150211"/>
                </a:lnTo>
                <a:lnTo>
                  <a:pt x="173487" y="1144318"/>
                </a:lnTo>
                <a:lnTo>
                  <a:pt x="177115" y="1138425"/>
                </a:lnTo>
                <a:lnTo>
                  <a:pt x="181196" y="1132532"/>
                </a:lnTo>
                <a:lnTo>
                  <a:pt x="184824" y="1127546"/>
                </a:lnTo>
                <a:lnTo>
                  <a:pt x="189585" y="1121880"/>
                </a:lnTo>
                <a:lnTo>
                  <a:pt x="193439" y="1117120"/>
                </a:lnTo>
                <a:lnTo>
                  <a:pt x="198881" y="1112134"/>
                </a:lnTo>
                <a:lnTo>
                  <a:pt x="201375" y="1109414"/>
                </a:lnTo>
                <a:lnTo>
                  <a:pt x="203189" y="1107828"/>
                </a:lnTo>
                <a:lnTo>
                  <a:pt x="208630" y="1103295"/>
                </a:lnTo>
                <a:lnTo>
                  <a:pt x="214072" y="1099215"/>
                </a:lnTo>
                <a:lnTo>
                  <a:pt x="219060" y="1096042"/>
                </a:lnTo>
                <a:lnTo>
                  <a:pt x="225635" y="1091736"/>
                </a:lnTo>
                <a:lnTo>
                  <a:pt x="230170" y="1089242"/>
                </a:lnTo>
                <a:lnTo>
                  <a:pt x="237652" y="1085616"/>
                </a:lnTo>
                <a:lnTo>
                  <a:pt x="241960" y="1083803"/>
                </a:lnTo>
                <a:lnTo>
                  <a:pt x="246041" y="1082216"/>
                </a:lnTo>
                <a:lnTo>
                  <a:pt x="250122" y="1080630"/>
                </a:lnTo>
                <a:lnTo>
                  <a:pt x="254203" y="1079270"/>
                </a:lnTo>
                <a:lnTo>
                  <a:pt x="258511" y="1077910"/>
                </a:lnTo>
                <a:lnTo>
                  <a:pt x="263272" y="1076777"/>
                </a:lnTo>
                <a:lnTo>
                  <a:pt x="267353" y="1075870"/>
                </a:lnTo>
                <a:lnTo>
                  <a:pt x="271888" y="1075190"/>
                </a:lnTo>
                <a:lnTo>
                  <a:pt x="276649" y="1074510"/>
                </a:lnTo>
                <a:lnTo>
                  <a:pt x="280957" y="1073830"/>
                </a:lnTo>
                <a:lnTo>
                  <a:pt x="285492" y="1073377"/>
                </a:lnTo>
                <a:lnTo>
                  <a:pt x="290253" y="1073150"/>
                </a:lnTo>
                <a:close/>
                <a:moveTo>
                  <a:pt x="415472" y="576262"/>
                </a:moveTo>
                <a:lnTo>
                  <a:pt x="419554" y="576262"/>
                </a:lnTo>
                <a:lnTo>
                  <a:pt x="853848" y="576262"/>
                </a:lnTo>
                <a:lnTo>
                  <a:pt x="858611" y="576262"/>
                </a:lnTo>
                <a:lnTo>
                  <a:pt x="863373" y="576715"/>
                </a:lnTo>
                <a:lnTo>
                  <a:pt x="867909" y="577169"/>
                </a:lnTo>
                <a:lnTo>
                  <a:pt x="872218" y="578302"/>
                </a:lnTo>
                <a:lnTo>
                  <a:pt x="879022" y="578982"/>
                </a:lnTo>
                <a:lnTo>
                  <a:pt x="882197" y="579663"/>
                </a:lnTo>
                <a:lnTo>
                  <a:pt x="885598" y="580570"/>
                </a:lnTo>
                <a:lnTo>
                  <a:pt x="892856" y="582610"/>
                </a:lnTo>
                <a:lnTo>
                  <a:pt x="898752" y="584651"/>
                </a:lnTo>
                <a:lnTo>
                  <a:pt x="905782" y="587145"/>
                </a:lnTo>
                <a:lnTo>
                  <a:pt x="914627" y="590772"/>
                </a:lnTo>
                <a:lnTo>
                  <a:pt x="924379" y="594853"/>
                </a:lnTo>
                <a:lnTo>
                  <a:pt x="935491" y="600068"/>
                </a:lnTo>
                <a:lnTo>
                  <a:pt x="946831" y="606190"/>
                </a:lnTo>
                <a:lnTo>
                  <a:pt x="957263" y="611858"/>
                </a:lnTo>
                <a:lnTo>
                  <a:pt x="967695" y="617980"/>
                </a:lnTo>
                <a:lnTo>
                  <a:pt x="978807" y="625235"/>
                </a:lnTo>
                <a:lnTo>
                  <a:pt x="990373" y="633170"/>
                </a:lnTo>
                <a:lnTo>
                  <a:pt x="1001713" y="641559"/>
                </a:lnTo>
                <a:lnTo>
                  <a:pt x="1013959" y="651309"/>
                </a:lnTo>
                <a:lnTo>
                  <a:pt x="1025979" y="661511"/>
                </a:lnTo>
                <a:lnTo>
                  <a:pt x="1031875" y="667180"/>
                </a:lnTo>
                <a:lnTo>
                  <a:pt x="1037998" y="672848"/>
                </a:lnTo>
                <a:lnTo>
                  <a:pt x="1044802" y="679423"/>
                </a:lnTo>
                <a:lnTo>
                  <a:pt x="1051606" y="686678"/>
                </a:lnTo>
                <a:lnTo>
                  <a:pt x="1058182" y="693934"/>
                </a:lnTo>
                <a:lnTo>
                  <a:pt x="1064986" y="701642"/>
                </a:lnTo>
                <a:lnTo>
                  <a:pt x="1071563" y="709578"/>
                </a:lnTo>
                <a:lnTo>
                  <a:pt x="1077913" y="717740"/>
                </a:lnTo>
                <a:lnTo>
                  <a:pt x="1084489" y="726356"/>
                </a:lnTo>
                <a:lnTo>
                  <a:pt x="1090839" y="735198"/>
                </a:lnTo>
                <a:lnTo>
                  <a:pt x="1096963" y="744267"/>
                </a:lnTo>
                <a:lnTo>
                  <a:pt x="1102859" y="754016"/>
                </a:lnTo>
                <a:lnTo>
                  <a:pt x="1108756" y="763766"/>
                </a:lnTo>
                <a:lnTo>
                  <a:pt x="1114652" y="774195"/>
                </a:lnTo>
                <a:lnTo>
                  <a:pt x="1120095" y="784625"/>
                </a:lnTo>
                <a:lnTo>
                  <a:pt x="1125311" y="795281"/>
                </a:lnTo>
                <a:lnTo>
                  <a:pt x="1130527" y="806617"/>
                </a:lnTo>
                <a:lnTo>
                  <a:pt x="1135743" y="818180"/>
                </a:lnTo>
                <a:lnTo>
                  <a:pt x="1140506" y="829970"/>
                </a:lnTo>
                <a:lnTo>
                  <a:pt x="1144814" y="841987"/>
                </a:lnTo>
                <a:lnTo>
                  <a:pt x="1149350" y="854684"/>
                </a:lnTo>
                <a:lnTo>
                  <a:pt x="1153432" y="867380"/>
                </a:lnTo>
                <a:lnTo>
                  <a:pt x="1157288" y="880531"/>
                </a:lnTo>
                <a:lnTo>
                  <a:pt x="1160463" y="893908"/>
                </a:lnTo>
                <a:lnTo>
                  <a:pt x="1163864" y="907738"/>
                </a:lnTo>
                <a:lnTo>
                  <a:pt x="1166813" y="921795"/>
                </a:lnTo>
                <a:lnTo>
                  <a:pt x="1169307" y="936306"/>
                </a:lnTo>
                <a:lnTo>
                  <a:pt x="1171575" y="951043"/>
                </a:lnTo>
                <a:lnTo>
                  <a:pt x="1173616" y="966234"/>
                </a:lnTo>
                <a:lnTo>
                  <a:pt x="1175204" y="981878"/>
                </a:lnTo>
                <a:lnTo>
                  <a:pt x="1176564" y="997295"/>
                </a:lnTo>
                <a:lnTo>
                  <a:pt x="1177472" y="1013620"/>
                </a:lnTo>
                <a:lnTo>
                  <a:pt x="1177925" y="1029944"/>
                </a:lnTo>
                <a:lnTo>
                  <a:pt x="1177925" y="1046949"/>
                </a:lnTo>
                <a:lnTo>
                  <a:pt x="1177698" y="1063273"/>
                </a:lnTo>
                <a:lnTo>
                  <a:pt x="1177245" y="1080278"/>
                </a:lnTo>
                <a:lnTo>
                  <a:pt x="1176564" y="1097736"/>
                </a:lnTo>
                <a:lnTo>
                  <a:pt x="1175204" y="1114968"/>
                </a:lnTo>
                <a:lnTo>
                  <a:pt x="1173389" y="1133106"/>
                </a:lnTo>
                <a:lnTo>
                  <a:pt x="1171348" y="1151244"/>
                </a:lnTo>
                <a:lnTo>
                  <a:pt x="1169081" y="1169609"/>
                </a:lnTo>
                <a:lnTo>
                  <a:pt x="1166132" y="1188654"/>
                </a:lnTo>
                <a:lnTo>
                  <a:pt x="1162957" y="1207926"/>
                </a:lnTo>
                <a:lnTo>
                  <a:pt x="1159329" y="1227425"/>
                </a:lnTo>
                <a:lnTo>
                  <a:pt x="1155247" y="1247377"/>
                </a:lnTo>
                <a:lnTo>
                  <a:pt x="1150711" y="1267782"/>
                </a:lnTo>
                <a:lnTo>
                  <a:pt x="1145722" y="1288415"/>
                </a:lnTo>
                <a:lnTo>
                  <a:pt x="1140279" y="1309500"/>
                </a:lnTo>
                <a:lnTo>
                  <a:pt x="1134609" y="1331039"/>
                </a:lnTo>
                <a:lnTo>
                  <a:pt x="1128259" y="1352805"/>
                </a:lnTo>
                <a:lnTo>
                  <a:pt x="1126672" y="1357793"/>
                </a:lnTo>
                <a:lnTo>
                  <a:pt x="1124631" y="1362555"/>
                </a:lnTo>
                <a:lnTo>
                  <a:pt x="1122589" y="1367316"/>
                </a:lnTo>
                <a:lnTo>
                  <a:pt x="1120095" y="1371624"/>
                </a:lnTo>
                <a:lnTo>
                  <a:pt x="1117373" y="1376158"/>
                </a:lnTo>
                <a:lnTo>
                  <a:pt x="1114652" y="1380239"/>
                </a:lnTo>
                <a:lnTo>
                  <a:pt x="1111477" y="1384094"/>
                </a:lnTo>
                <a:lnTo>
                  <a:pt x="1108302" y="1387948"/>
                </a:lnTo>
                <a:lnTo>
                  <a:pt x="1104673" y="1391349"/>
                </a:lnTo>
                <a:lnTo>
                  <a:pt x="1101045" y="1394750"/>
                </a:lnTo>
                <a:lnTo>
                  <a:pt x="1097189" y="1397924"/>
                </a:lnTo>
                <a:lnTo>
                  <a:pt x="1093334" y="1400645"/>
                </a:lnTo>
                <a:lnTo>
                  <a:pt x="1089252" y="1403592"/>
                </a:lnTo>
                <a:lnTo>
                  <a:pt x="1084943" y="1405860"/>
                </a:lnTo>
                <a:lnTo>
                  <a:pt x="1080634" y="1408127"/>
                </a:lnTo>
                <a:lnTo>
                  <a:pt x="1075872" y="1410167"/>
                </a:lnTo>
                <a:lnTo>
                  <a:pt x="1079047" y="1406086"/>
                </a:lnTo>
                <a:lnTo>
                  <a:pt x="1081995" y="1401779"/>
                </a:lnTo>
                <a:lnTo>
                  <a:pt x="1084943" y="1397697"/>
                </a:lnTo>
                <a:lnTo>
                  <a:pt x="1087664" y="1393163"/>
                </a:lnTo>
                <a:lnTo>
                  <a:pt x="1090386" y="1388628"/>
                </a:lnTo>
                <a:lnTo>
                  <a:pt x="1092654" y="1384320"/>
                </a:lnTo>
                <a:lnTo>
                  <a:pt x="1094922" y="1379559"/>
                </a:lnTo>
                <a:lnTo>
                  <a:pt x="1097189" y="1374798"/>
                </a:lnTo>
                <a:lnTo>
                  <a:pt x="1099004" y="1369810"/>
                </a:lnTo>
                <a:lnTo>
                  <a:pt x="1101045" y="1365049"/>
                </a:lnTo>
                <a:lnTo>
                  <a:pt x="1102632" y="1360287"/>
                </a:lnTo>
                <a:lnTo>
                  <a:pt x="1104220" y="1355073"/>
                </a:lnTo>
                <a:lnTo>
                  <a:pt x="1105581" y="1350085"/>
                </a:lnTo>
                <a:lnTo>
                  <a:pt x="1106941" y="1344870"/>
                </a:lnTo>
                <a:lnTo>
                  <a:pt x="1108075" y="1339655"/>
                </a:lnTo>
                <a:lnTo>
                  <a:pt x="1108756" y="1334214"/>
                </a:lnTo>
                <a:lnTo>
                  <a:pt x="1109663" y="1326505"/>
                </a:lnTo>
                <a:lnTo>
                  <a:pt x="1110343" y="1318796"/>
                </a:lnTo>
                <a:lnTo>
                  <a:pt x="1110570" y="1311314"/>
                </a:lnTo>
                <a:lnTo>
                  <a:pt x="1110570" y="1303832"/>
                </a:lnTo>
                <a:lnTo>
                  <a:pt x="1110116" y="1296123"/>
                </a:lnTo>
                <a:lnTo>
                  <a:pt x="1108982" y="1288641"/>
                </a:lnTo>
                <a:lnTo>
                  <a:pt x="1108075" y="1281386"/>
                </a:lnTo>
                <a:lnTo>
                  <a:pt x="1106488" y="1274131"/>
                </a:lnTo>
                <a:lnTo>
                  <a:pt x="1104673" y="1267102"/>
                </a:lnTo>
                <a:lnTo>
                  <a:pt x="1102632" y="1259847"/>
                </a:lnTo>
                <a:lnTo>
                  <a:pt x="1100138" y="1253045"/>
                </a:lnTo>
                <a:lnTo>
                  <a:pt x="1097189" y="1246243"/>
                </a:lnTo>
                <a:lnTo>
                  <a:pt x="1094468" y="1239668"/>
                </a:lnTo>
                <a:lnTo>
                  <a:pt x="1091066" y="1233093"/>
                </a:lnTo>
                <a:lnTo>
                  <a:pt x="1087438" y="1226971"/>
                </a:lnTo>
                <a:lnTo>
                  <a:pt x="1083356" y="1220623"/>
                </a:lnTo>
                <a:lnTo>
                  <a:pt x="1079273" y="1214501"/>
                </a:lnTo>
                <a:lnTo>
                  <a:pt x="1074964" y="1208833"/>
                </a:lnTo>
                <a:lnTo>
                  <a:pt x="1070202" y="1203165"/>
                </a:lnTo>
                <a:lnTo>
                  <a:pt x="1065439" y="1197950"/>
                </a:lnTo>
                <a:lnTo>
                  <a:pt x="1060223" y="1192735"/>
                </a:lnTo>
                <a:lnTo>
                  <a:pt x="1054781" y="1187974"/>
                </a:lnTo>
                <a:lnTo>
                  <a:pt x="1049338" y="1182986"/>
                </a:lnTo>
                <a:lnTo>
                  <a:pt x="1043441" y="1178678"/>
                </a:lnTo>
                <a:lnTo>
                  <a:pt x="1037091" y="1174597"/>
                </a:lnTo>
                <a:lnTo>
                  <a:pt x="1030968" y="1170516"/>
                </a:lnTo>
                <a:lnTo>
                  <a:pt x="1024618" y="1166888"/>
                </a:lnTo>
                <a:lnTo>
                  <a:pt x="1018041" y="1163487"/>
                </a:lnTo>
                <a:lnTo>
                  <a:pt x="1011011" y="1160540"/>
                </a:lnTo>
                <a:lnTo>
                  <a:pt x="1004207" y="1157593"/>
                </a:lnTo>
                <a:lnTo>
                  <a:pt x="996950" y="1155325"/>
                </a:lnTo>
                <a:lnTo>
                  <a:pt x="989693" y="1153058"/>
                </a:lnTo>
                <a:lnTo>
                  <a:pt x="991734" y="1138321"/>
                </a:lnTo>
                <a:lnTo>
                  <a:pt x="993548" y="1124264"/>
                </a:lnTo>
                <a:lnTo>
                  <a:pt x="994909" y="1110433"/>
                </a:lnTo>
                <a:lnTo>
                  <a:pt x="996270" y="1097056"/>
                </a:lnTo>
                <a:lnTo>
                  <a:pt x="997177" y="1083906"/>
                </a:lnTo>
                <a:lnTo>
                  <a:pt x="997631" y="1071209"/>
                </a:lnTo>
                <a:lnTo>
                  <a:pt x="998311" y="1058965"/>
                </a:lnTo>
                <a:lnTo>
                  <a:pt x="998311" y="1046949"/>
                </a:lnTo>
                <a:lnTo>
                  <a:pt x="997857" y="1032212"/>
                </a:lnTo>
                <a:lnTo>
                  <a:pt x="997404" y="1018381"/>
                </a:lnTo>
                <a:lnTo>
                  <a:pt x="996497" y="1005004"/>
                </a:lnTo>
                <a:lnTo>
                  <a:pt x="995363" y="992081"/>
                </a:lnTo>
                <a:lnTo>
                  <a:pt x="993775" y="979611"/>
                </a:lnTo>
                <a:lnTo>
                  <a:pt x="991961" y="967594"/>
                </a:lnTo>
                <a:lnTo>
                  <a:pt x="990373" y="956484"/>
                </a:lnTo>
                <a:lnTo>
                  <a:pt x="987879" y="945375"/>
                </a:lnTo>
                <a:lnTo>
                  <a:pt x="985611" y="934945"/>
                </a:lnTo>
                <a:lnTo>
                  <a:pt x="982890" y="924516"/>
                </a:lnTo>
                <a:lnTo>
                  <a:pt x="979941" y="915220"/>
                </a:lnTo>
                <a:lnTo>
                  <a:pt x="976993" y="905697"/>
                </a:lnTo>
                <a:lnTo>
                  <a:pt x="973591" y="896855"/>
                </a:lnTo>
                <a:lnTo>
                  <a:pt x="970190" y="888466"/>
                </a:lnTo>
                <a:lnTo>
                  <a:pt x="967015" y="880304"/>
                </a:lnTo>
                <a:lnTo>
                  <a:pt x="963159" y="872595"/>
                </a:lnTo>
                <a:lnTo>
                  <a:pt x="957716" y="861939"/>
                </a:lnTo>
                <a:lnTo>
                  <a:pt x="952273" y="852190"/>
                </a:lnTo>
                <a:lnTo>
                  <a:pt x="946377" y="843347"/>
                </a:lnTo>
                <a:lnTo>
                  <a:pt x="940707" y="834505"/>
                </a:lnTo>
                <a:lnTo>
                  <a:pt x="940707" y="1144669"/>
                </a:lnTo>
                <a:lnTo>
                  <a:pt x="332922" y="1053751"/>
                </a:lnTo>
                <a:lnTo>
                  <a:pt x="332922" y="806164"/>
                </a:lnTo>
                <a:lnTo>
                  <a:pt x="325211" y="813873"/>
                </a:lnTo>
                <a:lnTo>
                  <a:pt x="317500" y="822488"/>
                </a:lnTo>
                <a:lnTo>
                  <a:pt x="310470" y="831104"/>
                </a:lnTo>
                <a:lnTo>
                  <a:pt x="303666" y="839946"/>
                </a:lnTo>
                <a:lnTo>
                  <a:pt x="296863" y="849469"/>
                </a:lnTo>
                <a:lnTo>
                  <a:pt x="289832" y="859672"/>
                </a:lnTo>
                <a:lnTo>
                  <a:pt x="283029" y="870781"/>
                </a:lnTo>
                <a:lnTo>
                  <a:pt x="275998" y="882571"/>
                </a:lnTo>
                <a:lnTo>
                  <a:pt x="269195" y="895268"/>
                </a:lnTo>
                <a:lnTo>
                  <a:pt x="262165" y="908872"/>
                </a:lnTo>
                <a:lnTo>
                  <a:pt x="255588" y="923609"/>
                </a:lnTo>
                <a:lnTo>
                  <a:pt x="248784" y="939253"/>
                </a:lnTo>
                <a:lnTo>
                  <a:pt x="242434" y="955578"/>
                </a:lnTo>
                <a:lnTo>
                  <a:pt x="236084" y="973036"/>
                </a:lnTo>
                <a:lnTo>
                  <a:pt x="229961" y="991401"/>
                </a:lnTo>
                <a:lnTo>
                  <a:pt x="224065" y="1010899"/>
                </a:lnTo>
                <a:lnTo>
                  <a:pt x="218395" y="1031758"/>
                </a:lnTo>
                <a:lnTo>
                  <a:pt x="212952" y="1053297"/>
                </a:lnTo>
                <a:lnTo>
                  <a:pt x="207736" y="1076197"/>
                </a:lnTo>
                <a:lnTo>
                  <a:pt x="207736" y="1076651"/>
                </a:lnTo>
                <a:lnTo>
                  <a:pt x="204561" y="1078691"/>
                </a:lnTo>
                <a:lnTo>
                  <a:pt x="201159" y="1080959"/>
                </a:lnTo>
                <a:lnTo>
                  <a:pt x="200932" y="1080959"/>
                </a:lnTo>
                <a:lnTo>
                  <a:pt x="196850" y="1084359"/>
                </a:lnTo>
                <a:lnTo>
                  <a:pt x="192541" y="1087760"/>
                </a:lnTo>
                <a:lnTo>
                  <a:pt x="188686" y="1090935"/>
                </a:lnTo>
                <a:lnTo>
                  <a:pt x="184604" y="1094562"/>
                </a:lnTo>
                <a:lnTo>
                  <a:pt x="180748" y="1098190"/>
                </a:lnTo>
                <a:lnTo>
                  <a:pt x="177120" y="1102044"/>
                </a:lnTo>
                <a:lnTo>
                  <a:pt x="173491" y="1106125"/>
                </a:lnTo>
                <a:lnTo>
                  <a:pt x="170090" y="1110206"/>
                </a:lnTo>
                <a:lnTo>
                  <a:pt x="166688" y="1114288"/>
                </a:lnTo>
                <a:lnTo>
                  <a:pt x="163513" y="1118595"/>
                </a:lnTo>
                <a:lnTo>
                  <a:pt x="160338" y="1123130"/>
                </a:lnTo>
                <a:lnTo>
                  <a:pt x="157616" y="1127438"/>
                </a:lnTo>
                <a:lnTo>
                  <a:pt x="154668" y="1131972"/>
                </a:lnTo>
                <a:lnTo>
                  <a:pt x="152173" y="1136507"/>
                </a:lnTo>
                <a:lnTo>
                  <a:pt x="149905" y="1141495"/>
                </a:lnTo>
                <a:lnTo>
                  <a:pt x="147637" y="1146256"/>
                </a:lnTo>
                <a:lnTo>
                  <a:pt x="146957" y="1147617"/>
                </a:lnTo>
                <a:lnTo>
                  <a:pt x="144462" y="1153285"/>
                </a:lnTo>
                <a:lnTo>
                  <a:pt x="142421" y="1158953"/>
                </a:lnTo>
                <a:lnTo>
                  <a:pt x="141060" y="1162581"/>
                </a:lnTo>
                <a:lnTo>
                  <a:pt x="139700" y="1167569"/>
                </a:lnTo>
                <a:lnTo>
                  <a:pt x="138339" y="1172783"/>
                </a:lnTo>
                <a:lnTo>
                  <a:pt x="137659" y="1175504"/>
                </a:lnTo>
                <a:lnTo>
                  <a:pt x="136298" y="1181399"/>
                </a:lnTo>
                <a:lnTo>
                  <a:pt x="135164" y="1187747"/>
                </a:lnTo>
                <a:lnTo>
                  <a:pt x="134937" y="1188881"/>
                </a:lnTo>
                <a:lnTo>
                  <a:pt x="134710" y="1189334"/>
                </a:lnTo>
                <a:lnTo>
                  <a:pt x="134030" y="1196590"/>
                </a:lnTo>
                <a:lnTo>
                  <a:pt x="133350" y="1204072"/>
                </a:lnTo>
                <a:lnTo>
                  <a:pt x="133123" y="1207473"/>
                </a:lnTo>
                <a:lnTo>
                  <a:pt x="133123" y="1212461"/>
                </a:lnTo>
                <a:lnTo>
                  <a:pt x="133123" y="1217902"/>
                </a:lnTo>
                <a:lnTo>
                  <a:pt x="133350" y="1223570"/>
                </a:lnTo>
                <a:lnTo>
                  <a:pt x="134030" y="1229239"/>
                </a:lnTo>
                <a:lnTo>
                  <a:pt x="134710" y="1235133"/>
                </a:lnTo>
                <a:lnTo>
                  <a:pt x="135618" y="1240802"/>
                </a:lnTo>
                <a:lnTo>
                  <a:pt x="136525" y="1246243"/>
                </a:lnTo>
                <a:lnTo>
                  <a:pt x="137885" y="1251911"/>
                </a:lnTo>
                <a:lnTo>
                  <a:pt x="139246" y="1257580"/>
                </a:lnTo>
                <a:lnTo>
                  <a:pt x="140834" y="1263248"/>
                </a:lnTo>
                <a:lnTo>
                  <a:pt x="142875" y="1268689"/>
                </a:lnTo>
                <a:lnTo>
                  <a:pt x="144916" y="1274131"/>
                </a:lnTo>
                <a:lnTo>
                  <a:pt x="147410" y="1279345"/>
                </a:lnTo>
                <a:lnTo>
                  <a:pt x="149678" y="1284787"/>
                </a:lnTo>
                <a:lnTo>
                  <a:pt x="152400" y="1290002"/>
                </a:lnTo>
                <a:lnTo>
                  <a:pt x="155348" y="1294990"/>
                </a:lnTo>
                <a:lnTo>
                  <a:pt x="158297" y="1300204"/>
                </a:lnTo>
                <a:lnTo>
                  <a:pt x="161698" y="1304966"/>
                </a:lnTo>
                <a:lnTo>
                  <a:pt x="165100" y="1309954"/>
                </a:lnTo>
                <a:lnTo>
                  <a:pt x="168956" y="1314488"/>
                </a:lnTo>
                <a:lnTo>
                  <a:pt x="172811" y="1319250"/>
                </a:lnTo>
                <a:lnTo>
                  <a:pt x="176440" y="1323557"/>
                </a:lnTo>
                <a:lnTo>
                  <a:pt x="180748" y="1327865"/>
                </a:lnTo>
                <a:lnTo>
                  <a:pt x="180068" y="1350085"/>
                </a:lnTo>
                <a:lnTo>
                  <a:pt x="179841" y="1373211"/>
                </a:lnTo>
                <a:lnTo>
                  <a:pt x="179841" y="1374571"/>
                </a:lnTo>
                <a:lnTo>
                  <a:pt x="179841" y="1379106"/>
                </a:lnTo>
                <a:lnTo>
                  <a:pt x="179388" y="1383414"/>
                </a:lnTo>
                <a:lnTo>
                  <a:pt x="178934" y="1388175"/>
                </a:lnTo>
                <a:lnTo>
                  <a:pt x="178027" y="1392483"/>
                </a:lnTo>
                <a:lnTo>
                  <a:pt x="177120" y="1396790"/>
                </a:lnTo>
                <a:lnTo>
                  <a:pt x="175759" y="1401098"/>
                </a:lnTo>
                <a:lnTo>
                  <a:pt x="174172" y="1405406"/>
                </a:lnTo>
                <a:lnTo>
                  <a:pt x="172811" y="1409487"/>
                </a:lnTo>
                <a:lnTo>
                  <a:pt x="170997" y="1413342"/>
                </a:lnTo>
                <a:lnTo>
                  <a:pt x="168956" y="1417196"/>
                </a:lnTo>
                <a:lnTo>
                  <a:pt x="166688" y="1420824"/>
                </a:lnTo>
                <a:lnTo>
                  <a:pt x="164420" y="1424451"/>
                </a:lnTo>
                <a:lnTo>
                  <a:pt x="161925" y="1427852"/>
                </a:lnTo>
                <a:lnTo>
                  <a:pt x="159204" y="1431480"/>
                </a:lnTo>
                <a:lnTo>
                  <a:pt x="156256" y="1434427"/>
                </a:lnTo>
                <a:lnTo>
                  <a:pt x="153534" y="1437602"/>
                </a:lnTo>
                <a:lnTo>
                  <a:pt x="150359" y="1440776"/>
                </a:lnTo>
                <a:lnTo>
                  <a:pt x="146957" y="1443496"/>
                </a:lnTo>
                <a:lnTo>
                  <a:pt x="143782" y="1445990"/>
                </a:lnTo>
                <a:lnTo>
                  <a:pt x="140153" y="1448711"/>
                </a:lnTo>
                <a:lnTo>
                  <a:pt x="136525" y="1450978"/>
                </a:lnTo>
                <a:lnTo>
                  <a:pt x="132669" y="1453019"/>
                </a:lnTo>
                <a:lnTo>
                  <a:pt x="128814" y="1455060"/>
                </a:lnTo>
                <a:lnTo>
                  <a:pt x="124959" y="1456873"/>
                </a:lnTo>
                <a:lnTo>
                  <a:pt x="120877" y="1458460"/>
                </a:lnTo>
                <a:lnTo>
                  <a:pt x="116794" y="1459821"/>
                </a:lnTo>
                <a:lnTo>
                  <a:pt x="112485" y="1460954"/>
                </a:lnTo>
                <a:lnTo>
                  <a:pt x="108177" y="1461861"/>
                </a:lnTo>
                <a:lnTo>
                  <a:pt x="103641" y="1462768"/>
                </a:lnTo>
                <a:lnTo>
                  <a:pt x="99105" y="1463448"/>
                </a:lnTo>
                <a:lnTo>
                  <a:pt x="94796" y="1463675"/>
                </a:lnTo>
                <a:lnTo>
                  <a:pt x="90034" y="1463675"/>
                </a:lnTo>
                <a:lnTo>
                  <a:pt x="89580" y="1463675"/>
                </a:lnTo>
                <a:lnTo>
                  <a:pt x="85044" y="1463675"/>
                </a:lnTo>
                <a:lnTo>
                  <a:pt x="80282" y="1463222"/>
                </a:lnTo>
                <a:lnTo>
                  <a:pt x="75746" y="1462768"/>
                </a:lnTo>
                <a:lnTo>
                  <a:pt x="71437" y="1461861"/>
                </a:lnTo>
                <a:lnTo>
                  <a:pt x="67128" y="1460954"/>
                </a:lnTo>
                <a:lnTo>
                  <a:pt x="63046" y="1459594"/>
                </a:lnTo>
                <a:lnTo>
                  <a:pt x="58510" y="1458007"/>
                </a:lnTo>
                <a:lnTo>
                  <a:pt x="54655" y="1456647"/>
                </a:lnTo>
                <a:lnTo>
                  <a:pt x="50573" y="1454833"/>
                </a:lnTo>
                <a:lnTo>
                  <a:pt x="46718" y="1452792"/>
                </a:lnTo>
                <a:lnTo>
                  <a:pt x="42862" y="1450752"/>
                </a:lnTo>
                <a:lnTo>
                  <a:pt x="39234" y="1448031"/>
                </a:lnTo>
                <a:lnTo>
                  <a:pt x="36059" y="1445537"/>
                </a:lnTo>
                <a:lnTo>
                  <a:pt x="32430" y="1443043"/>
                </a:lnTo>
                <a:lnTo>
                  <a:pt x="29255" y="1440096"/>
                </a:lnTo>
                <a:lnTo>
                  <a:pt x="26307" y="1437148"/>
                </a:lnTo>
                <a:lnTo>
                  <a:pt x="23132" y="1433974"/>
                </a:lnTo>
                <a:lnTo>
                  <a:pt x="20410" y="1430573"/>
                </a:lnTo>
                <a:lnTo>
                  <a:pt x="17689" y="1427399"/>
                </a:lnTo>
                <a:lnTo>
                  <a:pt x="15194" y="1423771"/>
                </a:lnTo>
                <a:lnTo>
                  <a:pt x="12927" y="1420143"/>
                </a:lnTo>
                <a:lnTo>
                  <a:pt x="10885" y="1416289"/>
                </a:lnTo>
                <a:lnTo>
                  <a:pt x="8844" y="1412435"/>
                </a:lnTo>
                <a:lnTo>
                  <a:pt x="7030" y="1408354"/>
                </a:lnTo>
                <a:lnTo>
                  <a:pt x="5443" y="1404273"/>
                </a:lnTo>
                <a:lnTo>
                  <a:pt x="3855" y="1400191"/>
                </a:lnTo>
                <a:lnTo>
                  <a:pt x="2948" y="1396110"/>
                </a:lnTo>
                <a:lnTo>
                  <a:pt x="1814" y="1391802"/>
                </a:lnTo>
                <a:lnTo>
                  <a:pt x="1134" y="1387041"/>
                </a:lnTo>
                <a:lnTo>
                  <a:pt x="680" y="1382733"/>
                </a:lnTo>
                <a:lnTo>
                  <a:pt x="453" y="1378199"/>
                </a:lnTo>
                <a:lnTo>
                  <a:pt x="0" y="1373438"/>
                </a:lnTo>
                <a:lnTo>
                  <a:pt x="453" y="1348724"/>
                </a:lnTo>
                <a:lnTo>
                  <a:pt x="907" y="1324464"/>
                </a:lnTo>
                <a:lnTo>
                  <a:pt x="1587" y="1300658"/>
                </a:lnTo>
                <a:lnTo>
                  <a:pt x="2721" y="1277305"/>
                </a:lnTo>
                <a:lnTo>
                  <a:pt x="3855" y="1254859"/>
                </a:lnTo>
                <a:lnTo>
                  <a:pt x="5443" y="1232413"/>
                </a:lnTo>
                <a:lnTo>
                  <a:pt x="7257" y="1210647"/>
                </a:lnTo>
                <a:lnTo>
                  <a:pt x="9298" y="1189334"/>
                </a:lnTo>
                <a:lnTo>
                  <a:pt x="11339" y="1168702"/>
                </a:lnTo>
                <a:lnTo>
                  <a:pt x="14060" y="1148070"/>
                </a:lnTo>
                <a:lnTo>
                  <a:pt x="16555" y="1128345"/>
                </a:lnTo>
                <a:lnTo>
                  <a:pt x="19277" y="1108846"/>
                </a:lnTo>
                <a:lnTo>
                  <a:pt x="22452" y="1090028"/>
                </a:lnTo>
                <a:lnTo>
                  <a:pt x="25853" y="1071209"/>
                </a:lnTo>
                <a:lnTo>
                  <a:pt x="29028" y="1053297"/>
                </a:lnTo>
                <a:lnTo>
                  <a:pt x="32657" y="1035612"/>
                </a:lnTo>
                <a:lnTo>
                  <a:pt x="36512" y="1018381"/>
                </a:lnTo>
                <a:lnTo>
                  <a:pt x="40594" y="1001603"/>
                </a:lnTo>
                <a:lnTo>
                  <a:pt x="44677" y="985052"/>
                </a:lnTo>
                <a:lnTo>
                  <a:pt x="48985" y="969181"/>
                </a:lnTo>
                <a:lnTo>
                  <a:pt x="53521" y="953537"/>
                </a:lnTo>
                <a:lnTo>
                  <a:pt x="58057" y="938346"/>
                </a:lnTo>
                <a:lnTo>
                  <a:pt x="63046" y="923609"/>
                </a:lnTo>
                <a:lnTo>
                  <a:pt x="68035" y="909098"/>
                </a:lnTo>
                <a:lnTo>
                  <a:pt x="73025" y="895041"/>
                </a:lnTo>
                <a:lnTo>
                  <a:pt x="78241" y="881438"/>
                </a:lnTo>
                <a:lnTo>
                  <a:pt x="83684" y="868287"/>
                </a:lnTo>
                <a:lnTo>
                  <a:pt x="89127" y="855137"/>
                </a:lnTo>
                <a:lnTo>
                  <a:pt x="94796" y="842440"/>
                </a:lnTo>
                <a:lnTo>
                  <a:pt x="100693" y="830424"/>
                </a:lnTo>
                <a:lnTo>
                  <a:pt x="106589" y="818407"/>
                </a:lnTo>
                <a:lnTo>
                  <a:pt x="112485" y="806844"/>
                </a:lnTo>
                <a:lnTo>
                  <a:pt x="118609" y="795961"/>
                </a:lnTo>
                <a:lnTo>
                  <a:pt x="124732" y="785078"/>
                </a:lnTo>
                <a:lnTo>
                  <a:pt x="130855" y="774649"/>
                </a:lnTo>
                <a:lnTo>
                  <a:pt x="137205" y="764446"/>
                </a:lnTo>
                <a:lnTo>
                  <a:pt x="143782" y="754697"/>
                </a:lnTo>
                <a:lnTo>
                  <a:pt x="150359" y="745174"/>
                </a:lnTo>
                <a:lnTo>
                  <a:pt x="157163" y="735878"/>
                </a:lnTo>
                <a:lnTo>
                  <a:pt x="163740" y="727036"/>
                </a:lnTo>
                <a:lnTo>
                  <a:pt x="170316" y="718420"/>
                </a:lnTo>
                <a:lnTo>
                  <a:pt x="177120" y="710258"/>
                </a:lnTo>
                <a:lnTo>
                  <a:pt x="183923" y="702322"/>
                </a:lnTo>
                <a:lnTo>
                  <a:pt x="190727" y="694840"/>
                </a:lnTo>
                <a:lnTo>
                  <a:pt x="197531" y="687358"/>
                </a:lnTo>
                <a:lnTo>
                  <a:pt x="204561" y="680557"/>
                </a:lnTo>
                <a:lnTo>
                  <a:pt x="211365" y="673528"/>
                </a:lnTo>
                <a:lnTo>
                  <a:pt x="218395" y="667180"/>
                </a:lnTo>
                <a:lnTo>
                  <a:pt x="225198" y="661058"/>
                </a:lnTo>
                <a:lnTo>
                  <a:pt x="232002" y="655163"/>
                </a:lnTo>
                <a:lnTo>
                  <a:pt x="238806" y="649495"/>
                </a:lnTo>
                <a:lnTo>
                  <a:pt x="245609" y="644053"/>
                </a:lnTo>
                <a:lnTo>
                  <a:pt x="252413" y="639065"/>
                </a:lnTo>
                <a:lnTo>
                  <a:pt x="259216" y="634304"/>
                </a:lnTo>
                <a:lnTo>
                  <a:pt x="265793" y="629770"/>
                </a:lnTo>
                <a:lnTo>
                  <a:pt x="272370" y="625462"/>
                </a:lnTo>
                <a:lnTo>
                  <a:pt x="278947" y="621381"/>
                </a:lnTo>
                <a:lnTo>
                  <a:pt x="285297" y="617526"/>
                </a:lnTo>
                <a:lnTo>
                  <a:pt x="291647" y="613672"/>
                </a:lnTo>
                <a:lnTo>
                  <a:pt x="297770" y="610271"/>
                </a:lnTo>
                <a:lnTo>
                  <a:pt x="310243" y="604149"/>
                </a:lnTo>
                <a:lnTo>
                  <a:pt x="322036" y="598935"/>
                </a:lnTo>
                <a:lnTo>
                  <a:pt x="328840" y="595987"/>
                </a:lnTo>
                <a:lnTo>
                  <a:pt x="335643" y="593266"/>
                </a:lnTo>
                <a:lnTo>
                  <a:pt x="347663" y="588959"/>
                </a:lnTo>
                <a:lnTo>
                  <a:pt x="358775" y="585558"/>
                </a:lnTo>
                <a:lnTo>
                  <a:pt x="368981" y="582837"/>
                </a:lnTo>
                <a:lnTo>
                  <a:pt x="377825" y="581023"/>
                </a:lnTo>
                <a:lnTo>
                  <a:pt x="385536" y="579436"/>
                </a:lnTo>
                <a:lnTo>
                  <a:pt x="391886" y="578529"/>
                </a:lnTo>
                <a:lnTo>
                  <a:pt x="396875" y="578076"/>
                </a:lnTo>
                <a:lnTo>
                  <a:pt x="400504" y="577622"/>
                </a:lnTo>
                <a:lnTo>
                  <a:pt x="403679" y="577622"/>
                </a:lnTo>
                <a:lnTo>
                  <a:pt x="407534" y="576942"/>
                </a:lnTo>
                <a:lnTo>
                  <a:pt x="411616" y="576488"/>
                </a:lnTo>
                <a:lnTo>
                  <a:pt x="415472" y="576262"/>
                </a:lnTo>
                <a:close/>
                <a:moveTo>
                  <a:pt x="629795" y="0"/>
                </a:moveTo>
                <a:lnTo>
                  <a:pt x="636361" y="0"/>
                </a:lnTo>
                <a:lnTo>
                  <a:pt x="642700" y="0"/>
                </a:lnTo>
                <a:lnTo>
                  <a:pt x="649492" y="227"/>
                </a:lnTo>
                <a:lnTo>
                  <a:pt x="655831" y="681"/>
                </a:lnTo>
                <a:lnTo>
                  <a:pt x="662170" y="1136"/>
                </a:lnTo>
                <a:lnTo>
                  <a:pt x="668735" y="2044"/>
                </a:lnTo>
                <a:lnTo>
                  <a:pt x="675075" y="2726"/>
                </a:lnTo>
                <a:lnTo>
                  <a:pt x="681414" y="3862"/>
                </a:lnTo>
                <a:lnTo>
                  <a:pt x="687526" y="4770"/>
                </a:lnTo>
                <a:lnTo>
                  <a:pt x="694092" y="6361"/>
                </a:lnTo>
                <a:lnTo>
                  <a:pt x="700205" y="7724"/>
                </a:lnTo>
                <a:lnTo>
                  <a:pt x="706317" y="9541"/>
                </a:lnTo>
                <a:lnTo>
                  <a:pt x="712430" y="11359"/>
                </a:lnTo>
                <a:lnTo>
                  <a:pt x="718543" y="12949"/>
                </a:lnTo>
                <a:lnTo>
                  <a:pt x="730542" y="17492"/>
                </a:lnTo>
                <a:lnTo>
                  <a:pt x="742088" y="22036"/>
                </a:lnTo>
                <a:lnTo>
                  <a:pt x="753634" y="27488"/>
                </a:lnTo>
                <a:lnTo>
                  <a:pt x="764954" y="33395"/>
                </a:lnTo>
                <a:lnTo>
                  <a:pt x="775594" y="39756"/>
                </a:lnTo>
                <a:lnTo>
                  <a:pt x="786461" y="47025"/>
                </a:lnTo>
                <a:lnTo>
                  <a:pt x="796649" y="54522"/>
                </a:lnTo>
                <a:lnTo>
                  <a:pt x="806384" y="62473"/>
                </a:lnTo>
                <a:lnTo>
                  <a:pt x="815893" y="70651"/>
                </a:lnTo>
                <a:lnTo>
                  <a:pt x="825175" y="79511"/>
                </a:lnTo>
                <a:lnTo>
                  <a:pt x="829477" y="84282"/>
                </a:lnTo>
                <a:lnTo>
                  <a:pt x="833778" y="88825"/>
                </a:lnTo>
                <a:lnTo>
                  <a:pt x="837853" y="93823"/>
                </a:lnTo>
                <a:lnTo>
                  <a:pt x="841928" y="98594"/>
                </a:lnTo>
                <a:lnTo>
                  <a:pt x="845777" y="103819"/>
                </a:lnTo>
                <a:lnTo>
                  <a:pt x="849626" y="108817"/>
                </a:lnTo>
                <a:lnTo>
                  <a:pt x="853475" y="114269"/>
                </a:lnTo>
                <a:lnTo>
                  <a:pt x="857097" y="119494"/>
                </a:lnTo>
                <a:lnTo>
                  <a:pt x="860719" y="124946"/>
                </a:lnTo>
                <a:lnTo>
                  <a:pt x="863889" y="130399"/>
                </a:lnTo>
                <a:lnTo>
                  <a:pt x="867058" y="136078"/>
                </a:lnTo>
                <a:lnTo>
                  <a:pt x="870228" y="141985"/>
                </a:lnTo>
                <a:lnTo>
                  <a:pt x="873171" y="147664"/>
                </a:lnTo>
                <a:lnTo>
                  <a:pt x="876114" y="153798"/>
                </a:lnTo>
                <a:lnTo>
                  <a:pt x="878605" y="159704"/>
                </a:lnTo>
                <a:lnTo>
                  <a:pt x="881095" y="165838"/>
                </a:lnTo>
                <a:lnTo>
                  <a:pt x="883359" y="171972"/>
                </a:lnTo>
                <a:lnTo>
                  <a:pt x="885849" y="178560"/>
                </a:lnTo>
                <a:lnTo>
                  <a:pt x="887887" y="184694"/>
                </a:lnTo>
                <a:lnTo>
                  <a:pt x="889924" y="191282"/>
                </a:lnTo>
                <a:lnTo>
                  <a:pt x="891736" y="197643"/>
                </a:lnTo>
                <a:lnTo>
                  <a:pt x="893094" y="204458"/>
                </a:lnTo>
                <a:lnTo>
                  <a:pt x="894679" y="211046"/>
                </a:lnTo>
                <a:lnTo>
                  <a:pt x="896037" y="217861"/>
                </a:lnTo>
                <a:lnTo>
                  <a:pt x="896943" y="224449"/>
                </a:lnTo>
                <a:lnTo>
                  <a:pt x="898075" y="231038"/>
                </a:lnTo>
                <a:lnTo>
                  <a:pt x="898754" y="237626"/>
                </a:lnTo>
                <a:lnTo>
                  <a:pt x="899207" y="244214"/>
                </a:lnTo>
                <a:lnTo>
                  <a:pt x="899886" y="251029"/>
                </a:lnTo>
                <a:lnTo>
                  <a:pt x="900112" y="257617"/>
                </a:lnTo>
                <a:lnTo>
                  <a:pt x="900112" y="263978"/>
                </a:lnTo>
                <a:lnTo>
                  <a:pt x="900112" y="270793"/>
                </a:lnTo>
                <a:lnTo>
                  <a:pt x="899886" y="277154"/>
                </a:lnTo>
                <a:lnTo>
                  <a:pt x="899207" y="283515"/>
                </a:lnTo>
                <a:lnTo>
                  <a:pt x="898754" y="290330"/>
                </a:lnTo>
                <a:lnTo>
                  <a:pt x="898075" y="296691"/>
                </a:lnTo>
                <a:lnTo>
                  <a:pt x="897169" y="303052"/>
                </a:lnTo>
                <a:lnTo>
                  <a:pt x="896264" y="309186"/>
                </a:lnTo>
                <a:lnTo>
                  <a:pt x="895132" y="315774"/>
                </a:lnTo>
                <a:lnTo>
                  <a:pt x="893773" y="321908"/>
                </a:lnTo>
                <a:lnTo>
                  <a:pt x="892415" y="328269"/>
                </a:lnTo>
                <a:lnTo>
                  <a:pt x="890604" y="334402"/>
                </a:lnTo>
                <a:lnTo>
                  <a:pt x="888792" y="340536"/>
                </a:lnTo>
                <a:lnTo>
                  <a:pt x="886981" y="346443"/>
                </a:lnTo>
                <a:lnTo>
                  <a:pt x="882680" y="358483"/>
                </a:lnTo>
                <a:lnTo>
                  <a:pt x="878152" y="370296"/>
                </a:lnTo>
                <a:lnTo>
                  <a:pt x="872718" y="381882"/>
                </a:lnTo>
                <a:lnTo>
                  <a:pt x="866832" y="393014"/>
                </a:lnTo>
                <a:lnTo>
                  <a:pt x="860040" y="404145"/>
                </a:lnTo>
                <a:lnTo>
                  <a:pt x="853248" y="414596"/>
                </a:lnTo>
                <a:lnTo>
                  <a:pt x="845777" y="424818"/>
                </a:lnTo>
                <a:lnTo>
                  <a:pt x="837853" y="434814"/>
                </a:lnTo>
                <a:lnTo>
                  <a:pt x="829703" y="444356"/>
                </a:lnTo>
                <a:lnTo>
                  <a:pt x="820647" y="453443"/>
                </a:lnTo>
                <a:lnTo>
                  <a:pt x="816119" y="457759"/>
                </a:lnTo>
                <a:lnTo>
                  <a:pt x="811591" y="462075"/>
                </a:lnTo>
                <a:lnTo>
                  <a:pt x="806611" y="466392"/>
                </a:lnTo>
                <a:lnTo>
                  <a:pt x="801856" y="470254"/>
                </a:lnTo>
                <a:lnTo>
                  <a:pt x="796649" y="474343"/>
                </a:lnTo>
                <a:lnTo>
                  <a:pt x="791442" y="478205"/>
                </a:lnTo>
                <a:lnTo>
                  <a:pt x="786235" y="481840"/>
                </a:lnTo>
                <a:lnTo>
                  <a:pt x="781028" y="485474"/>
                </a:lnTo>
                <a:lnTo>
                  <a:pt x="775368" y="489109"/>
                </a:lnTo>
                <a:lnTo>
                  <a:pt x="769935" y="492290"/>
                </a:lnTo>
                <a:lnTo>
                  <a:pt x="764501" y="495697"/>
                </a:lnTo>
                <a:lnTo>
                  <a:pt x="758615" y="498878"/>
                </a:lnTo>
                <a:lnTo>
                  <a:pt x="752728" y="501604"/>
                </a:lnTo>
                <a:lnTo>
                  <a:pt x="746842" y="504557"/>
                </a:lnTo>
                <a:lnTo>
                  <a:pt x="740956" y="507056"/>
                </a:lnTo>
                <a:lnTo>
                  <a:pt x="734617" y="509555"/>
                </a:lnTo>
                <a:lnTo>
                  <a:pt x="728504" y="512281"/>
                </a:lnTo>
                <a:lnTo>
                  <a:pt x="722165" y="514326"/>
                </a:lnTo>
                <a:lnTo>
                  <a:pt x="716052" y="516597"/>
                </a:lnTo>
                <a:lnTo>
                  <a:pt x="709260" y="518415"/>
                </a:lnTo>
                <a:lnTo>
                  <a:pt x="702921" y="520232"/>
                </a:lnTo>
                <a:lnTo>
                  <a:pt x="696356" y="521595"/>
                </a:lnTo>
                <a:lnTo>
                  <a:pt x="689564" y="523186"/>
                </a:lnTo>
                <a:lnTo>
                  <a:pt x="682998" y="524549"/>
                </a:lnTo>
                <a:lnTo>
                  <a:pt x="676433" y="525457"/>
                </a:lnTo>
                <a:lnTo>
                  <a:pt x="669641" y="526593"/>
                </a:lnTo>
                <a:lnTo>
                  <a:pt x="663302" y="527275"/>
                </a:lnTo>
                <a:lnTo>
                  <a:pt x="656510" y="527956"/>
                </a:lnTo>
                <a:lnTo>
                  <a:pt x="649945" y="528411"/>
                </a:lnTo>
                <a:lnTo>
                  <a:pt x="643379" y="528638"/>
                </a:lnTo>
                <a:lnTo>
                  <a:pt x="636814" y="528638"/>
                </a:lnTo>
                <a:lnTo>
                  <a:pt x="630248" y="528638"/>
                </a:lnTo>
                <a:lnTo>
                  <a:pt x="623909" y="528411"/>
                </a:lnTo>
                <a:lnTo>
                  <a:pt x="617344" y="528183"/>
                </a:lnTo>
                <a:lnTo>
                  <a:pt x="610778" y="527502"/>
                </a:lnTo>
                <a:lnTo>
                  <a:pt x="604439" y="526820"/>
                </a:lnTo>
                <a:lnTo>
                  <a:pt x="598100" y="525684"/>
                </a:lnTo>
                <a:lnTo>
                  <a:pt x="591761" y="525003"/>
                </a:lnTo>
                <a:lnTo>
                  <a:pt x="585422" y="523640"/>
                </a:lnTo>
                <a:lnTo>
                  <a:pt x="579309" y="522504"/>
                </a:lnTo>
                <a:lnTo>
                  <a:pt x="572970" y="520914"/>
                </a:lnTo>
                <a:lnTo>
                  <a:pt x="566857" y="519324"/>
                </a:lnTo>
                <a:lnTo>
                  <a:pt x="560518" y="517506"/>
                </a:lnTo>
                <a:lnTo>
                  <a:pt x="554632" y="515462"/>
                </a:lnTo>
                <a:lnTo>
                  <a:pt x="542633" y="511372"/>
                </a:lnTo>
                <a:lnTo>
                  <a:pt x="530860" y="506602"/>
                </a:lnTo>
                <a:lnTo>
                  <a:pt x="519314" y="501149"/>
                </a:lnTo>
                <a:lnTo>
                  <a:pt x="508447" y="495243"/>
                </a:lnTo>
                <a:lnTo>
                  <a:pt x="497354" y="488882"/>
                </a:lnTo>
                <a:lnTo>
                  <a:pt x="486939" y="481840"/>
                </a:lnTo>
                <a:lnTo>
                  <a:pt x="476752" y="474343"/>
                </a:lnTo>
                <a:lnTo>
                  <a:pt x="466564" y="466392"/>
                </a:lnTo>
                <a:lnTo>
                  <a:pt x="457282" y="457986"/>
                </a:lnTo>
                <a:lnTo>
                  <a:pt x="448226" y="448899"/>
                </a:lnTo>
                <a:lnTo>
                  <a:pt x="443698" y="444583"/>
                </a:lnTo>
                <a:lnTo>
                  <a:pt x="439623" y="439812"/>
                </a:lnTo>
                <a:lnTo>
                  <a:pt x="435095" y="434814"/>
                </a:lnTo>
                <a:lnTo>
                  <a:pt x="431246" y="430043"/>
                </a:lnTo>
                <a:lnTo>
                  <a:pt x="427171" y="424818"/>
                </a:lnTo>
                <a:lnTo>
                  <a:pt x="423322" y="419593"/>
                </a:lnTo>
                <a:lnTo>
                  <a:pt x="419700" y="414596"/>
                </a:lnTo>
                <a:lnTo>
                  <a:pt x="416304" y="409143"/>
                </a:lnTo>
                <a:lnTo>
                  <a:pt x="412682" y="403691"/>
                </a:lnTo>
                <a:lnTo>
                  <a:pt x="409286" y="398012"/>
                </a:lnTo>
                <a:lnTo>
                  <a:pt x="405890" y="392559"/>
                </a:lnTo>
                <a:lnTo>
                  <a:pt x="402947" y="386880"/>
                </a:lnTo>
                <a:lnTo>
                  <a:pt x="400003" y="380974"/>
                </a:lnTo>
                <a:lnTo>
                  <a:pt x="397287" y="375067"/>
                </a:lnTo>
                <a:lnTo>
                  <a:pt x="394570" y="368933"/>
                </a:lnTo>
                <a:lnTo>
                  <a:pt x="392080" y="363027"/>
                </a:lnTo>
                <a:lnTo>
                  <a:pt x="389589" y="356439"/>
                </a:lnTo>
                <a:lnTo>
                  <a:pt x="387552" y="350305"/>
                </a:lnTo>
                <a:lnTo>
                  <a:pt x="385288" y="343944"/>
                </a:lnTo>
                <a:lnTo>
                  <a:pt x="383476" y="337583"/>
                </a:lnTo>
                <a:lnTo>
                  <a:pt x="381665" y="330768"/>
                </a:lnTo>
                <a:lnTo>
                  <a:pt x="380081" y="324407"/>
                </a:lnTo>
                <a:lnTo>
                  <a:pt x="378496" y="317819"/>
                </a:lnTo>
                <a:lnTo>
                  <a:pt x="377364" y="311003"/>
                </a:lnTo>
                <a:lnTo>
                  <a:pt x="376005" y="304415"/>
                </a:lnTo>
                <a:lnTo>
                  <a:pt x="375326" y="297600"/>
                </a:lnTo>
                <a:lnTo>
                  <a:pt x="374421" y="291012"/>
                </a:lnTo>
                <a:lnTo>
                  <a:pt x="373968" y="284424"/>
                </a:lnTo>
                <a:lnTo>
                  <a:pt x="373515" y="277836"/>
                </a:lnTo>
                <a:lnTo>
                  <a:pt x="373289" y="271248"/>
                </a:lnTo>
                <a:lnTo>
                  <a:pt x="373062" y="264432"/>
                </a:lnTo>
                <a:lnTo>
                  <a:pt x="373289" y="258071"/>
                </a:lnTo>
                <a:lnTo>
                  <a:pt x="373515" y="251483"/>
                </a:lnTo>
                <a:lnTo>
                  <a:pt x="373741" y="245122"/>
                </a:lnTo>
                <a:lnTo>
                  <a:pt x="374194" y="238534"/>
                </a:lnTo>
                <a:lnTo>
                  <a:pt x="375100" y="232173"/>
                </a:lnTo>
                <a:lnTo>
                  <a:pt x="375779" y="225812"/>
                </a:lnTo>
                <a:lnTo>
                  <a:pt x="376685" y="219224"/>
                </a:lnTo>
                <a:lnTo>
                  <a:pt x="378043" y="212863"/>
                </a:lnTo>
                <a:lnTo>
                  <a:pt x="379401" y="206730"/>
                </a:lnTo>
                <a:lnTo>
                  <a:pt x="380986" y="200596"/>
                </a:lnTo>
                <a:lnTo>
                  <a:pt x="382344" y="194462"/>
                </a:lnTo>
                <a:lnTo>
                  <a:pt x="384156" y="188328"/>
                </a:lnTo>
                <a:lnTo>
                  <a:pt x="386193" y="182195"/>
                </a:lnTo>
                <a:lnTo>
                  <a:pt x="390268" y="169927"/>
                </a:lnTo>
                <a:lnTo>
                  <a:pt x="395249" y="158341"/>
                </a:lnTo>
                <a:lnTo>
                  <a:pt x="400683" y="146982"/>
                </a:lnTo>
                <a:lnTo>
                  <a:pt x="406569" y="135624"/>
                </a:lnTo>
                <a:lnTo>
                  <a:pt x="412908" y="124719"/>
                </a:lnTo>
                <a:lnTo>
                  <a:pt x="419700" y="114042"/>
                </a:lnTo>
                <a:lnTo>
                  <a:pt x="427171" y="103819"/>
                </a:lnTo>
                <a:lnTo>
                  <a:pt x="435095" y="94051"/>
                </a:lnTo>
                <a:lnTo>
                  <a:pt x="443698" y="84509"/>
                </a:lnTo>
                <a:lnTo>
                  <a:pt x="452301" y="75195"/>
                </a:lnTo>
                <a:lnTo>
                  <a:pt x="456829" y="70879"/>
                </a:lnTo>
                <a:lnTo>
                  <a:pt x="461809" y="66562"/>
                </a:lnTo>
                <a:lnTo>
                  <a:pt x="466564" y="62473"/>
                </a:lnTo>
                <a:lnTo>
                  <a:pt x="471545" y="58157"/>
                </a:lnTo>
                <a:lnTo>
                  <a:pt x="476752" y="54522"/>
                </a:lnTo>
                <a:lnTo>
                  <a:pt x="481732" y="50660"/>
                </a:lnTo>
                <a:lnTo>
                  <a:pt x="486939" y="46798"/>
                </a:lnTo>
                <a:lnTo>
                  <a:pt x="492147" y="43163"/>
                </a:lnTo>
                <a:lnTo>
                  <a:pt x="497580" y="39528"/>
                </a:lnTo>
                <a:lnTo>
                  <a:pt x="503240" y="36121"/>
                </a:lnTo>
                <a:lnTo>
                  <a:pt x="508900" y="33167"/>
                </a:lnTo>
                <a:lnTo>
                  <a:pt x="514560" y="29987"/>
                </a:lnTo>
                <a:lnTo>
                  <a:pt x="520446" y="27034"/>
                </a:lnTo>
                <a:lnTo>
                  <a:pt x="526332" y="24080"/>
                </a:lnTo>
                <a:lnTo>
                  <a:pt x="532445" y="21581"/>
                </a:lnTo>
                <a:lnTo>
                  <a:pt x="538331" y="18855"/>
                </a:lnTo>
                <a:lnTo>
                  <a:pt x="544670" y="16584"/>
                </a:lnTo>
                <a:lnTo>
                  <a:pt x="550783" y="14312"/>
                </a:lnTo>
                <a:lnTo>
                  <a:pt x="557349" y="12267"/>
                </a:lnTo>
                <a:lnTo>
                  <a:pt x="563688" y="10223"/>
                </a:lnTo>
                <a:lnTo>
                  <a:pt x="570253" y="8405"/>
                </a:lnTo>
                <a:lnTo>
                  <a:pt x="576819" y="6815"/>
                </a:lnTo>
                <a:lnTo>
                  <a:pt x="583384" y="5452"/>
                </a:lnTo>
                <a:lnTo>
                  <a:pt x="589950" y="4089"/>
                </a:lnTo>
                <a:lnTo>
                  <a:pt x="596742" y="2953"/>
                </a:lnTo>
                <a:lnTo>
                  <a:pt x="603307" y="2044"/>
                </a:lnTo>
                <a:lnTo>
                  <a:pt x="610099" y="1136"/>
                </a:lnTo>
                <a:lnTo>
                  <a:pt x="616664" y="681"/>
                </a:lnTo>
                <a:lnTo>
                  <a:pt x="623003" y="227"/>
                </a:lnTo>
                <a:lnTo>
                  <a:pt x="629795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KSO_Shape"/>
          <p:cNvSpPr>
            <a:spLocks/>
          </p:cNvSpPr>
          <p:nvPr/>
        </p:nvSpPr>
        <p:spPr bwMode="auto">
          <a:xfrm>
            <a:off x="7778267" y="916999"/>
            <a:ext cx="1079253" cy="696118"/>
          </a:xfrm>
          <a:custGeom>
            <a:avLst/>
            <a:gdLst>
              <a:gd name="T0" fmla="*/ 387632 w 1976437"/>
              <a:gd name="T1" fmla="*/ 640112 h 1276350"/>
              <a:gd name="T2" fmla="*/ 421990 w 1976437"/>
              <a:gd name="T3" fmla="*/ 670632 h 1276350"/>
              <a:gd name="T4" fmla="*/ 435994 w 1976437"/>
              <a:gd name="T5" fmla="*/ 713796 h 1276350"/>
              <a:gd name="T6" fmla="*/ 427242 w 1976437"/>
              <a:gd name="T7" fmla="*/ 1023141 h 1276350"/>
              <a:gd name="T8" fmla="*/ 674087 w 1976437"/>
              <a:gd name="T9" fmla="*/ 1066305 h 1276350"/>
              <a:gd name="T10" fmla="*/ 702536 w 1976437"/>
              <a:gd name="T11" fmla="*/ 1101404 h 1276350"/>
              <a:gd name="T12" fmla="*/ 709101 w 1976437"/>
              <a:gd name="T13" fmla="*/ 1147402 h 1276350"/>
              <a:gd name="T14" fmla="*/ 689843 w 1976437"/>
              <a:gd name="T15" fmla="*/ 1191439 h 1276350"/>
              <a:gd name="T16" fmla="*/ 635135 w 1976437"/>
              <a:gd name="T17" fmla="*/ 1221741 h 1276350"/>
              <a:gd name="T18" fmla="*/ 174706 w 1976437"/>
              <a:gd name="T19" fmla="*/ 1159392 h 1276350"/>
              <a:gd name="T20" fmla="*/ 137285 w 1976437"/>
              <a:gd name="T21" fmla="*/ 1122550 h 1276350"/>
              <a:gd name="T22" fmla="*/ 127875 w 1976437"/>
              <a:gd name="T23" fmla="*/ 1071101 h 1276350"/>
              <a:gd name="T24" fmla="*/ 277996 w 1976437"/>
              <a:gd name="T25" fmla="*/ 668452 h 1276350"/>
              <a:gd name="T26" fmla="*/ 313228 w 1976437"/>
              <a:gd name="T27" fmla="*/ 639240 h 1276350"/>
              <a:gd name="T28" fmla="*/ 371276 w 1976437"/>
              <a:gd name="T29" fmla="*/ 517865 h 1276350"/>
              <a:gd name="T30" fmla="*/ 476485 w 1976437"/>
              <a:gd name="T31" fmla="*/ 553277 h 1276350"/>
              <a:gd name="T32" fmla="*/ 703525 w 1976437"/>
              <a:gd name="T33" fmla="*/ 722467 h 1276350"/>
              <a:gd name="T34" fmla="*/ 874133 w 1976437"/>
              <a:gd name="T35" fmla="*/ 827828 h 1276350"/>
              <a:gd name="T36" fmla="*/ 1252971 w 1976437"/>
              <a:gd name="T37" fmla="*/ 703231 h 1276350"/>
              <a:gd name="T38" fmla="*/ 1302622 w 1976437"/>
              <a:gd name="T39" fmla="*/ 688586 h 1276350"/>
              <a:gd name="T40" fmla="*/ 1353805 w 1976437"/>
              <a:gd name="T41" fmla="*/ 693613 h 1276350"/>
              <a:gd name="T42" fmla="*/ 1855786 w 1976437"/>
              <a:gd name="T43" fmla="*/ 988712 h 1276350"/>
              <a:gd name="T44" fmla="*/ 1897126 w 1976437"/>
              <a:gd name="T45" fmla="*/ 1047513 h 1276350"/>
              <a:gd name="T46" fmla="*/ 1902813 w 1976437"/>
              <a:gd name="T47" fmla="*/ 1118337 h 1276350"/>
              <a:gd name="T48" fmla="*/ 1875690 w 1976437"/>
              <a:gd name="T49" fmla="*/ 1177575 h 1276350"/>
              <a:gd name="T50" fmla="*/ 1803510 w 1976437"/>
              <a:gd name="T51" fmla="*/ 1224353 h 1276350"/>
              <a:gd name="T52" fmla="*/ 1729799 w 1976437"/>
              <a:gd name="T53" fmla="*/ 1222823 h 1276350"/>
              <a:gd name="T54" fmla="*/ 999246 w 1976437"/>
              <a:gd name="T55" fmla="*/ 1194843 h 1276350"/>
              <a:gd name="T56" fmla="*/ 919847 w 1976437"/>
              <a:gd name="T57" fmla="*/ 1220856 h 1276350"/>
              <a:gd name="T58" fmla="*/ 798016 w 1976437"/>
              <a:gd name="T59" fmla="*/ 1214954 h 1276350"/>
              <a:gd name="T60" fmla="*/ 729554 w 1976437"/>
              <a:gd name="T61" fmla="*/ 1155279 h 1276350"/>
              <a:gd name="T62" fmla="*/ 724304 w 1976437"/>
              <a:gd name="T63" fmla="*/ 1098445 h 1276350"/>
              <a:gd name="T64" fmla="*/ 690182 w 1976437"/>
              <a:gd name="T65" fmla="*/ 1051666 h 1276350"/>
              <a:gd name="T66" fmla="*/ 637031 w 1976437"/>
              <a:gd name="T67" fmla="*/ 1029151 h 1276350"/>
              <a:gd name="T68" fmla="*/ 457456 w 1976437"/>
              <a:gd name="T69" fmla="*/ 718095 h 1276350"/>
              <a:gd name="T70" fmla="*/ 442581 w 1976437"/>
              <a:gd name="T71" fmla="*/ 662136 h 1276350"/>
              <a:gd name="T72" fmla="*/ 401461 w 1976437"/>
              <a:gd name="T73" fmla="*/ 622133 h 1276350"/>
              <a:gd name="T74" fmla="*/ 349185 w 1976437"/>
              <a:gd name="T75" fmla="*/ 608581 h 1276350"/>
              <a:gd name="T76" fmla="*/ 305220 w 1976437"/>
              <a:gd name="T77" fmla="*/ 618199 h 1276350"/>
              <a:gd name="T78" fmla="*/ 269130 w 1976437"/>
              <a:gd name="T79" fmla="*/ 644212 h 1276350"/>
              <a:gd name="T80" fmla="*/ 209417 w 1976437"/>
              <a:gd name="T81" fmla="*/ 782142 h 1276350"/>
              <a:gd name="T82" fmla="*/ 194325 w 1976437"/>
              <a:gd name="T83" fmla="*/ 695581 h 1276350"/>
              <a:gd name="T84" fmla="*/ 208105 w 1976437"/>
              <a:gd name="T85" fmla="*/ 618199 h 1276350"/>
              <a:gd name="T86" fmla="*/ 243321 w 1976437"/>
              <a:gd name="T87" fmla="*/ 558960 h 1276350"/>
              <a:gd name="T88" fmla="*/ 289472 w 1976437"/>
              <a:gd name="T89" fmla="*/ 527264 h 1276350"/>
              <a:gd name="T90" fmla="*/ 282267 w 1976437"/>
              <a:gd name="T91" fmla="*/ 3269 h 1276350"/>
              <a:gd name="T92" fmla="*/ 399203 w 1976437"/>
              <a:gd name="T93" fmla="*/ 55572 h 1276350"/>
              <a:gd name="T94" fmla="*/ 444751 w 1976437"/>
              <a:gd name="T95" fmla="*/ 104825 h 1276350"/>
              <a:gd name="T96" fmla="*/ 475190 w 1976437"/>
              <a:gd name="T97" fmla="*/ 164975 h 1276350"/>
              <a:gd name="T98" fmla="*/ 485043 w 1976437"/>
              <a:gd name="T99" fmla="*/ 281132 h 1276350"/>
              <a:gd name="T100" fmla="*/ 432707 w 1976437"/>
              <a:gd name="T101" fmla="*/ 397508 h 1276350"/>
              <a:gd name="T102" fmla="*/ 382999 w 1976437"/>
              <a:gd name="T103" fmla="*/ 442619 h 1276350"/>
              <a:gd name="T104" fmla="*/ 322559 w 1976437"/>
              <a:gd name="T105" fmla="*/ 472912 h 1276350"/>
              <a:gd name="T106" fmla="*/ 205842 w 1976437"/>
              <a:gd name="T107" fmla="*/ 482719 h 1276350"/>
              <a:gd name="T108" fmla="*/ 88906 w 1976437"/>
              <a:gd name="T109" fmla="*/ 430634 h 1276350"/>
              <a:gd name="T110" fmla="*/ 43358 w 1976437"/>
              <a:gd name="T111" fmla="*/ 381163 h 1276350"/>
              <a:gd name="T112" fmla="*/ 12920 w 1976437"/>
              <a:gd name="T113" fmla="*/ 321014 h 1276350"/>
              <a:gd name="T114" fmla="*/ 3066 w 1976437"/>
              <a:gd name="T115" fmla="*/ 205073 h 1276350"/>
              <a:gd name="T116" fmla="*/ 55621 w 1976437"/>
              <a:gd name="T117" fmla="*/ 88481 h 1276350"/>
              <a:gd name="T118" fmla="*/ 104892 w 1976437"/>
              <a:gd name="T119" fmla="*/ 43368 h 1276350"/>
              <a:gd name="T120" fmla="*/ 165550 w 1976437"/>
              <a:gd name="T121" fmla="*/ 13076 h 12763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976437" h="1276350">
                <a:moveTo>
                  <a:pt x="358349" y="655638"/>
                </a:moveTo>
                <a:lnTo>
                  <a:pt x="362663" y="655638"/>
                </a:lnTo>
                <a:lnTo>
                  <a:pt x="367204" y="655638"/>
                </a:lnTo>
                <a:lnTo>
                  <a:pt x="371745" y="656317"/>
                </a:lnTo>
                <a:lnTo>
                  <a:pt x="376059" y="656770"/>
                </a:lnTo>
                <a:lnTo>
                  <a:pt x="380372" y="657450"/>
                </a:lnTo>
                <a:lnTo>
                  <a:pt x="384913" y="658582"/>
                </a:lnTo>
                <a:lnTo>
                  <a:pt x="389454" y="659941"/>
                </a:lnTo>
                <a:lnTo>
                  <a:pt x="393768" y="661299"/>
                </a:lnTo>
                <a:lnTo>
                  <a:pt x="398082" y="663111"/>
                </a:lnTo>
                <a:lnTo>
                  <a:pt x="402168" y="664923"/>
                </a:lnTo>
                <a:lnTo>
                  <a:pt x="406028" y="666961"/>
                </a:lnTo>
                <a:lnTo>
                  <a:pt x="410115" y="669225"/>
                </a:lnTo>
                <a:lnTo>
                  <a:pt x="413747" y="671943"/>
                </a:lnTo>
                <a:lnTo>
                  <a:pt x="417380" y="674434"/>
                </a:lnTo>
                <a:lnTo>
                  <a:pt x="420786" y="677151"/>
                </a:lnTo>
                <a:lnTo>
                  <a:pt x="423964" y="680095"/>
                </a:lnTo>
                <a:lnTo>
                  <a:pt x="427143" y="683039"/>
                </a:lnTo>
                <a:lnTo>
                  <a:pt x="430094" y="686436"/>
                </a:lnTo>
                <a:lnTo>
                  <a:pt x="433046" y="689832"/>
                </a:lnTo>
                <a:lnTo>
                  <a:pt x="435543" y="693229"/>
                </a:lnTo>
                <a:lnTo>
                  <a:pt x="437814" y="696626"/>
                </a:lnTo>
                <a:lnTo>
                  <a:pt x="440311" y="700249"/>
                </a:lnTo>
                <a:lnTo>
                  <a:pt x="442355" y="704099"/>
                </a:lnTo>
                <a:lnTo>
                  <a:pt x="444398" y="707948"/>
                </a:lnTo>
                <a:lnTo>
                  <a:pt x="445760" y="712025"/>
                </a:lnTo>
                <a:lnTo>
                  <a:pt x="447350" y="715874"/>
                </a:lnTo>
                <a:lnTo>
                  <a:pt x="448712" y="719950"/>
                </a:lnTo>
                <a:lnTo>
                  <a:pt x="450074" y="724253"/>
                </a:lnTo>
                <a:lnTo>
                  <a:pt x="450755" y="728556"/>
                </a:lnTo>
                <a:lnTo>
                  <a:pt x="451436" y="732858"/>
                </a:lnTo>
                <a:lnTo>
                  <a:pt x="452117" y="737161"/>
                </a:lnTo>
                <a:lnTo>
                  <a:pt x="452344" y="741463"/>
                </a:lnTo>
                <a:lnTo>
                  <a:pt x="452571" y="745766"/>
                </a:lnTo>
                <a:lnTo>
                  <a:pt x="452344" y="750295"/>
                </a:lnTo>
                <a:lnTo>
                  <a:pt x="452117" y="754597"/>
                </a:lnTo>
                <a:lnTo>
                  <a:pt x="451436" y="759126"/>
                </a:lnTo>
                <a:lnTo>
                  <a:pt x="450755" y="763429"/>
                </a:lnTo>
                <a:lnTo>
                  <a:pt x="449620" y="767958"/>
                </a:lnTo>
                <a:lnTo>
                  <a:pt x="448485" y="772261"/>
                </a:lnTo>
                <a:lnTo>
                  <a:pt x="446895" y="776563"/>
                </a:lnTo>
                <a:lnTo>
                  <a:pt x="364934" y="997127"/>
                </a:lnTo>
                <a:lnTo>
                  <a:pt x="345408" y="1049890"/>
                </a:lnTo>
                <a:lnTo>
                  <a:pt x="443263" y="1062798"/>
                </a:lnTo>
                <a:lnTo>
                  <a:pt x="658271" y="1091331"/>
                </a:lnTo>
                <a:lnTo>
                  <a:pt x="662812" y="1092010"/>
                </a:lnTo>
                <a:lnTo>
                  <a:pt x="667353" y="1092916"/>
                </a:lnTo>
                <a:lnTo>
                  <a:pt x="671893" y="1094048"/>
                </a:lnTo>
                <a:lnTo>
                  <a:pt x="675980" y="1095407"/>
                </a:lnTo>
                <a:lnTo>
                  <a:pt x="680294" y="1096992"/>
                </a:lnTo>
                <a:lnTo>
                  <a:pt x="684381" y="1098804"/>
                </a:lnTo>
                <a:lnTo>
                  <a:pt x="688240" y="1100842"/>
                </a:lnTo>
                <a:lnTo>
                  <a:pt x="692100" y="1102880"/>
                </a:lnTo>
                <a:lnTo>
                  <a:pt x="695733" y="1105144"/>
                </a:lnTo>
                <a:lnTo>
                  <a:pt x="699365" y="1107635"/>
                </a:lnTo>
                <a:lnTo>
                  <a:pt x="702771" y="1110353"/>
                </a:lnTo>
                <a:lnTo>
                  <a:pt x="706177" y="1113070"/>
                </a:lnTo>
                <a:lnTo>
                  <a:pt x="709355" y="1115788"/>
                </a:lnTo>
                <a:lnTo>
                  <a:pt x="712307" y="1118958"/>
                </a:lnTo>
                <a:lnTo>
                  <a:pt x="715258" y="1122355"/>
                </a:lnTo>
                <a:lnTo>
                  <a:pt x="717983" y="1125525"/>
                </a:lnTo>
                <a:lnTo>
                  <a:pt x="720253" y="1129148"/>
                </a:lnTo>
                <a:lnTo>
                  <a:pt x="722978" y="1132772"/>
                </a:lnTo>
                <a:lnTo>
                  <a:pt x="725021" y="1136395"/>
                </a:lnTo>
                <a:lnTo>
                  <a:pt x="727064" y="1140244"/>
                </a:lnTo>
                <a:lnTo>
                  <a:pt x="728881" y="1144094"/>
                </a:lnTo>
                <a:lnTo>
                  <a:pt x="730697" y="1148170"/>
                </a:lnTo>
                <a:lnTo>
                  <a:pt x="731832" y="1152246"/>
                </a:lnTo>
                <a:lnTo>
                  <a:pt x="733195" y="1156322"/>
                </a:lnTo>
                <a:lnTo>
                  <a:pt x="734103" y="1160625"/>
                </a:lnTo>
                <a:lnTo>
                  <a:pt x="735238" y="1165154"/>
                </a:lnTo>
                <a:lnTo>
                  <a:pt x="735692" y="1169457"/>
                </a:lnTo>
                <a:lnTo>
                  <a:pt x="736146" y="1173759"/>
                </a:lnTo>
                <a:lnTo>
                  <a:pt x="736600" y="1178288"/>
                </a:lnTo>
                <a:lnTo>
                  <a:pt x="736600" y="1182817"/>
                </a:lnTo>
                <a:lnTo>
                  <a:pt x="736146" y="1187346"/>
                </a:lnTo>
                <a:lnTo>
                  <a:pt x="735692" y="1191875"/>
                </a:lnTo>
                <a:lnTo>
                  <a:pt x="735011" y="1195952"/>
                </a:lnTo>
                <a:lnTo>
                  <a:pt x="734103" y="1200028"/>
                </a:lnTo>
                <a:lnTo>
                  <a:pt x="733195" y="1203877"/>
                </a:lnTo>
                <a:lnTo>
                  <a:pt x="732059" y="1207953"/>
                </a:lnTo>
                <a:lnTo>
                  <a:pt x="730697" y="1211577"/>
                </a:lnTo>
                <a:lnTo>
                  <a:pt x="729335" y="1215426"/>
                </a:lnTo>
                <a:lnTo>
                  <a:pt x="727519" y="1219050"/>
                </a:lnTo>
                <a:lnTo>
                  <a:pt x="725702" y="1222673"/>
                </a:lnTo>
                <a:lnTo>
                  <a:pt x="722524" y="1227881"/>
                </a:lnTo>
                <a:lnTo>
                  <a:pt x="719345" y="1232863"/>
                </a:lnTo>
                <a:lnTo>
                  <a:pt x="715712" y="1237619"/>
                </a:lnTo>
                <a:lnTo>
                  <a:pt x="711626" y="1242148"/>
                </a:lnTo>
                <a:lnTo>
                  <a:pt x="707312" y="1246224"/>
                </a:lnTo>
                <a:lnTo>
                  <a:pt x="702771" y="1250073"/>
                </a:lnTo>
                <a:lnTo>
                  <a:pt x="698003" y="1253697"/>
                </a:lnTo>
                <a:lnTo>
                  <a:pt x="693008" y="1256867"/>
                </a:lnTo>
                <a:lnTo>
                  <a:pt x="687786" y="1260037"/>
                </a:lnTo>
                <a:lnTo>
                  <a:pt x="682337" y="1262528"/>
                </a:lnTo>
                <a:lnTo>
                  <a:pt x="676661" y="1264566"/>
                </a:lnTo>
                <a:lnTo>
                  <a:pt x="670985" y="1266378"/>
                </a:lnTo>
                <a:lnTo>
                  <a:pt x="665082" y="1267963"/>
                </a:lnTo>
                <a:lnTo>
                  <a:pt x="658952" y="1269095"/>
                </a:lnTo>
                <a:lnTo>
                  <a:pt x="652822" y="1269775"/>
                </a:lnTo>
                <a:lnTo>
                  <a:pt x="646692" y="1270001"/>
                </a:lnTo>
                <a:lnTo>
                  <a:pt x="640789" y="1269775"/>
                </a:lnTo>
                <a:lnTo>
                  <a:pt x="634659" y="1269322"/>
                </a:lnTo>
                <a:lnTo>
                  <a:pt x="209864" y="1213162"/>
                </a:lnTo>
                <a:lnTo>
                  <a:pt x="205096" y="1212256"/>
                </a:lnTo>
                <a:lnTo>
                  <a:pt x="200102" y="1211124"/>
                </a:lnTo>
                <a:lnTo>
                  <a:pt x="195334" y="1209765"/>
                </a:lnTo>
                <a:lnTo>
                  <a:pt x="190339" y="1207953"/>
                </a:lnTo>
                <a:lnTo>
                  <a:pt x="185798" y="1206368"/>
                </a:lnTo>
                <a:lnTo>
                  <a:pt x="181257" y="1204330"/>
                </a:lnTo>
                <a:lnTo>
                  <a:pt x="176716" y="1201613"/>
                </a:lnTo>
                <a:lnTo>
                  <a:pt x="172403" y="1199122"/>
                </a:lnTo>
                <a:lnTo>
                  <a:pt x="168316" y="1196178"/>
                </a:lnTo>
                <a:lnTo>
                  <a:pt x="164456" y="1193234"/>
                </a:lnTo>
                <a:lnTo>
                  <a:pt x="160596" y="1189837"/>
                </a:lnTo>
                <a:lnTo>
                  <a:pt x="156964" y="1186214"/>
                </a:lnTo>
                <a:lnTo>
                  <a:pt x="153785" y="1182817"/>
                </a:lnTo>
                <a:lnTo>
                  <a:pt x="150607" y="1178968"/>
                </a:lnTo>
                <a:lnTo>
                  <a:pt x="147428" y="1174665"/>
                </a:lnTo>
                <a:lnTo>
                  <a:pt x="144703" y="1170362"/>
                </a:lnTo>
                <a:lnTo>
                  <a:pt x="142433" y="1166060"/>
                </a:lnTo>
                <a:lnTo>
                  <a:pt x="140163" y="1161531"/>
                </a:lnTo>
                <a:lnTo>
                  <a:pt x="138119" y="1156775"/>
                </a:lnTo>
                <a:lnTo>
                  <a:pt x="136303" y="1152020"/>
                </a:lnTo>
                <a:lnTo>
                  <a:pt x="134941" y="1147038"/>
                </a:lnTo>
                <a:lnTo>
                  <a:pt x="133578" y="1142282"/>
                </a:lnTo>
                <a:lnTo>
                  <a:pt x="132897" y="1137301"/>
                </a:lnTo>
                <a:lnTo>
                  <a:pt x="132443" y="1132545"/>
                </a:lnTo>
                <a:lnTo>
                  <a:pt x="131762" y="1127337"/>
                </a:lnTo>
                <a:lnTo>
                  <a:pt x="131762" y="1122581"/>
                </a:lnTo>
                <a:lnTo>
                  <a:pt x="132216" y="1117373"/>
                </a:lnTo>
                <a:lnTo>
                  <a:pt x="132670" y="1112617"/>
                </a:lnTo>
                <a:lnTo>
                  <a:pt x="133351" y="1107635"/>
                </a:lnTo>
                <a:lnTo>
                  <a:pt x="134487" y="1102653"/>
                </a:lnTo>
                <a:lnTo>
                  <a:pt x="135622" y="1097672"/>
                </a:lnTo>
                <a:lnTo>
                  <a:pt x="137438" y="1092916"/>
                </a:lnTo>
                <a:lnTo>
                  <a:pt x="230525" y="842687"/>
                </a:lnTo>
                <a:lnTo>
                  <a:pt x="277977" y="714289"/>
                </a:lnTo>
                <a:lnTo>
                  <a:pt x="279793" y="709986"/>
                </a:lnTo>
                <a:lnTo>
                  <a:pt x="281836" y="705910"/>
                </a:lnTo>
                <a:lnTo>
                  <a:pt x="283880" y="701834"/>
                </a:lnTo>
                <a:lnTo>
                  <a:pt x="286150" y="697985"/>
                </a:lnTo>
                <a:lnTo>
                  <a:pt x="288421" y="694361"/>
                </a:lnTo>
                <a:lnTo>
                  <a:pt x="291145" y="690738"/>
                </a:lnTo>
                <a:lnTo>
                  <a:pt x="293870" y="687341"/>
                </a:lnTo>
                <a:lnTo>
                  <a:pt x="297048" y="683945"/>
                </a:lnTo>
                <a:lnTo>
                  <a:pt x="300000" y="680774"/>
                </a:lnTo>
                <a:lnTo>
                  <a:pt x="303178" y="678057"/>
                </a:lnTo>
                <a:lnTo>
                  <a:pt x="306357" y="675113"/>
                </a:lnTo>
                <a:lnTo>
                  <a:pt x="309990" y="672622"/>
                </a:lnTo>
                <a:lnTo>
                  <a:pt x="313622" y="670131"/>
                </a:lnTo>
                <a:lnTo>
                  <a:pt x="317255" y="668093"/>
                </a:lnTo>
                <a:lnTo>
                  <a:pt x="321115" y="665828"/>
                </a:lnTo>
                <a:lnTo>
                  <a:pt x="324974" y="664017"/>
                </a:lnTo>
                <a:lnTo>
                  <a:pt x="328834" y="662205"/>
                </a:lnTo>
                <a:lnTo>
                  <a:pt x="332921" y="660620"/>
                </a:lnTo>
                <a:lnTo>
                  <a:pt x="337007" y="659261"/>
                </a:lnTo>
                <a:lnTo>
                  <a:pt x="341094" y="658356"/>
                </a:lnTo>
                <a:lnTo>
                  <a:pt x="345408" y="657223"/>
                </a:lnTo>
                <a:lnTo>
                  <a:pt x="349495" y="656770"/>
                </a:lnTo>
                <a:lnTo>
                  <a:pt x="354036" y="656091"/>
                </a:lnTo>
                <a:lnTo>
                  <a:pt x="358349" y="655638"/>
                </a:lnTo>
                <a:close/>
                <a:moveTo>
                  <a:pt x="365456" y="536575"/>
                </a:moveTo>
                <a:lnTo>
                  <a:pt x="374987" y="536802"/>
                </a:lnTo>
                <a:lnTo>
                  <a:pt x="385199" y="537937"/>
                </a:lnTo>
                <a:lnTo>
                  <a:pt x="395411" y="538846"/>
                </a:lnTo>
                <a:lnTo>
                  <a:pt x="405396" y="540662"/>
                </a:lnTo>
                <a:lnTo>
                  <a:pt x="415381" y="542706"/>
                </a:lnTo>
                <a:lnTo>
                  <a:pt x="425593" y="545430"/>
                </a:lnTo>
                <a:lnTo>
                  <a:pt x="435578" y="548382"/>
                </a:lnTo>
                <a:lnTo>
                  <a:pt x="445563" y="551788"/>
                </a:lnTo>
                <a:lnTo>
                  <a:pt x="455775" y="555648"/>
                </a:lnTo>
                <a:lnTo>
                  <a:pt x="465533" y="559735"/>
                </a:lnTo>
                <a:lnTo>
                  <a:pt x="475291" y="564277"/>
                </a:lnTo>
                <a:lnTo>
                  <a:pt x="484822" y="569499"/>
                </a:lnTo>
                <a:lnTo>
                  <a:pt x="494353" y="574722"/>
                </a:lnTo>
                <a:lnTo>
                  <a:pt x="503657" y="580625"/>
                </a:lnTo>
                <a:lnTo>
                  <a:pt x="512734" y="586756"/>
                </a:lnTo>
                <a:lnTo>
                  <a:pt x="521357" y="593114"/>
                </a:lnTo>
                <a:lnTo>
                  <a:pt x="530208" y="599699"/>
                </a:lnTo>
                <a:lnTo>
                  <a:pt x="538377" y="606965"/>
                </a:lnTo>
                <a:lnTo>
                  <a:pt x="588075" y="644884"/>
                </a:lnTo>
                <a:lnTo>
                  <a:pt x="614853" y="665321"/>
                </a:lnTo>
                <a:lnTo>
                  <a:pt x="642312" y="686437"/>
                </a:lnTo>
                <a:lnTo>
                  <a:pt x="670678" y="707554"/>
                </a:lnTo>
                <a:lnTo>
                  <a:pt x="699952" y="729126"/>
                </a:lnTo>
                <a:lnTo>
                  <a:pt x="729907" y="750470"/>
                </a:lnTo>
                <a:lnTo>
                  <a:pt x="745338" y="761369"/>
                </a:lnTo>
                <a:lnTo>
                  <a:pt x="760769" y="771814"/>
                </a:lnTo>
                <a:lnTo>
                  <a:pt x="776428" y="782259"/>
                </a:lnTo>
                <a:lnTo>
                  <a:pt x="792313" y="792931"/>
                </a:lnTo>
                <a:lnTo>
                  <a:pt x="808198" y="803148"/>
                </a:lnTo>
                <a:lnTo>
                  <a:pt x="824537" y="813139"/>
                </a:lnTo>
                <a:lnTo>
                  <a:pt x="840649" y="822903"/>
                </a:lnTo>
                <a:lnTo>
                  <a:pt x="856988" y="832667"/>
                </a:lnTo>
                <a:lnTo>
                  <a:pt x="873781" y="841976"/>
                </a:lnTo>
                <a:lnTo>
                  <a:pt x="890120" y="851059"/>
                </a:lnTo>
                <a:lnTo>
                  <a:pt x="906913" y="859914"/>
                </a:lnTo>
                <a:lnTo>
                  <a:pt x="923706" y="868543"/>
                </a:lnTo>
                <a:lnTo>
                  <a:pt x="940725" y="876490"/>
                </a:lnTo>
                <a:lnTo>
                  <a:pt x="957518" y="884437"/>
                </a:lnTo>
                <a:lnTo>
                  <a:pt x="974538" y="891931"/>
                </a:lnTo>
                <a:lnTo>
                  <a:pt x="991785" y="898970"/>
                </a:lnTo>
                <a:lnTo>
                  <a:pt x="1008578" y="905327"/>
                </a:lnTo>
                <a:lnTo>
                  <a:pt x="1025824" y="911458"/>
                </a:lnTo>
                <a:lnTo>
                  <a:pt x="1287022" y="738208"/>
                </a:lnTo>
                <a:lnTo>
                  <a:pt x="1291106" y="735483"/>
                </a:lnTo>
                <a:lnTo>
                  <a:pt x="1295645" y="732986"/>
                </a:lnTo>
                <a:lnTo>
                  <a:pt x="1299957" y="730488"/>
                </a:lnTo>
                <a:lnTo>
                  <a:pt x="1304268" y="728444"/>
                </a:lnTo>
                <a:lnTo>
                  <a:pt x="1309034" y="726401"/>
                </a:lnTo>
                <a:lnTo>
                  <a:pt x="1313573" y="724357"/>
                </a:lnTo>
                <a:lnTo>
                  <a:pt x="1318111" y="722768"/>
                </a:lnTo>
                <a:lnTo>
                  <a:pt x="1322877" y="721178"/>
                </a:lnTo>
                <a:lnTo>
                  <a:pt x="1327415" y="719816"/>
                </a:lnTo>
                <a:lnTo>
                  <a:pt x="1332181" y="718681"/>
                </a:lnTo>
                <a:lnTo>
                  <a:pt x="1337173" y="717545"/>
                </a:lnTo>
                <a:lnTo>
                  <a:pt x="1341712" y="716637"/>
                </a:lnTo>
                <a:lnTo>
                  <a:pt x="1346704" y="716183"/>
                </a:lnTo>
                <a:lnTo>
                  <a:pt x="1351470" y="715275"/>
                </a:lnTo>
                <a:lnTo>
                  <a:pt x="1356463" y="715048"/>
                </a:lnTo>
                <a:lnTo>
                  <a:pt x="1361228" y="714820"/>
                </a:lnTo>
                <a:lnTo>
                  <a:pt x="1366221" y="714820"/>
                </a:lnTo>
                <a:lnTo>
                  <a:pt x="1370986" y="715048"/>
                </a:lnTo>
                <a:lnTo>
                  <a:pt x="1375979" y="715275"/>
                </a:lnTo>
                <a:lnTo>
                  <a:pt x="1380744" y="715956"/>
                </a:lnTo>
                <a:lnTo>
                  <a:pt x="1385737" y="716410"/>
                </a:lnTo>
                <a:lnTo>
                  <a:pt x="1390275" y="717091"/>
                </a:lnTo>
                <a:lnTo>
                  <a:pt x="1395041" y="718226"/>
                </a:lnTo>
                <a:lnTo>
                  <a:pt x="1400033" y="719135"/>
                </a:lnTo>
                <a:lnTo>
                  <a:pt x="1404572" y="720497"/>
                </a:lnTo>
                <a:lnTo>
                  <a:pt x="1409564" y="722087"/>
                </a:lnTo>
                <a:lnTo>
                  <a:pt x="1414103" y="723903"/>
                </a:lnTo>
                <a:lnTo>
                  <a:pt x="1418868" y="725720"/>
                </a:lnTo>
                <a:lnTo>
                  <a:pt x="1423180" y="727309"/>
                </a:lnTo>
                <a:lnTo>
                  <a:pt x="1427719" y="729807"/>
                </a:lnTo>
                <a:lnTo>
                  <a:pt x="1432030" y="732077"/>
                </a:lnTo>
                <a:lnTo>
                  <a:pt x="1436569" y="734575"/>
                </a:lnTo>
                <a:lnTo>
                  <a:pt x="1907904" y="1014772"/>
                </a:lnTo>
                <a:lnTo>
                  <a:pt x="1913804" y="1018632"/>
                </a:lnTo>
                <a:lnTo>
                  <a:pt x="1919705" y="1022719"/>
                </a:lnTo>
                <a:lnTo>
                  <a:pt x="1925378" y="1027034"/>
                </a:lnTo>
                <a:lnTo>
                  <a:pt x="1930597" y="1031575"/>
                </a:lnTo>
                <a:lnTo>
                  <a:pt x="1935590" y="1036570"/>
                </a:lnTo>
                <a:lnTo>
                  <a:pt x="1940355" y="1041793"/>
                </a:lnTo>
                <a:lnTo>
                  <a:pt x="1945121" y="1046788"/>
                </a:lnTo>
                <a:lnTo>
                  <a:pt x="1949206" y="1052238"/>
                </a:lnTo>
                <a:lnTo>
                  <a:pt x="1953063" y="1057914"/>
                </a:lnTo>
                <a:lnTo>
                  <a:pt x="1956694" y="1063591"/>
                </a:lnTo>
                <a:lnTo>
                  <a:pt x="1959871" y="1069495"/>
                </a:lnTo>
                <a:lnTo>
                  <a:pt x="1963048" y="1075625"/>
                </a:lnTo>
                <a:lnTo>
                  <a:pt x="1965771" y="1081756"/>
                </a:lnTo>
                <a:lnTo>
                  <a:pt x="1968268" y="1088114"/>
                </a:lnTo>
                <a:lnTo>
                  <a:pt x="1970310" y="1094472"/>
                </a:lnTo>
                <a:lnTo>
                  <a:pt x="1972352" y="1101057"/>
                </a:lnTo>
                <a:lnTo>
                  <a:pt x="1973487" y="1107641"/>
                </a:lnTo>
                <a:lnTo>
                  <a:pt x="1974849" y="1113999"/>
                </a:lnTo>
                <a:lnTo>
                  <a:pt x="1975529" y="1120811"/>
                </a:lnTo>
                <a:lnTo>
                  <a:pt x="1976437" y="1127623"/>
                </a:lnTo>
                <a:lnTo>
                  <a:pt x="1976437" y="1134435"/>
                </a:lnTo>
                <a:lnTo>
                  <a:pt x="1976437" y="1141247"/>
                </a:lnTo>
                <a:lnTo>
                  <a:pt x="1975983" y="1148059"/>
                </a:lnTo>
                <a:lnTo>
                  <a:pt x="1975076" y="1154871"/>
                </a:lnTo>
                <a:lnTo>
                  <a:pt x="1974168" y="1161683"/>
                </a:lnTo>
                <a:lnTo>
                  <a:pt x="1972806" y="1168268"/>
                </a:lnTo>
                <a:lnTo>
                  <a:pt x="1970991" y="1174852"/>
                </a:lnTo>
                <a:lnTo>
                  <a:pt x="1968722" y="1181664"/>
                </a:lnTo>
                <a:lnTo>
                  <a:pt x="1966452" y="1188249"/>
                </a:lnTo>
                <a:lnTo>
                  <a:pt x="1963502" y="1194607"/>
                </a:lnTo>
                <a:lnTo>
                  <a:pt x="1960325" y="1201192"/>
                </a:lnTo>
                <a:lnTo>
                  <a:pt x="1956921" y="1207550"/>
                </a:lnTo>
                <a:lnTo>
                  <a:pt x="1954425" y="1211637"/>
                </a:lnTo>
                <a:lnTo>
                  <a:pt x="1951475" y="1215497"/>
                </a:lnTo>
                <a:lnTo>
                  <a:pt x="1948979" y="1219357"/>
                </a:lnTo>
                <a:lnTo>
                  <a:pt x="1946028" y="1223217"/>
                </a:lnTo>
                <a:lnTo>
                  <a:pt x="1943078" y="1226850"/>
                </a:lnTo>
                <a:lnTo>
                  <a:pt x="1939901" y="1230029"/>
                </a:lnTo>
                <a:lnTo>
                  <a:pt x="1933547" y="1236841"/>
                </a:lnTo>
                <a:lnTo>
                  <a:pt x="1926966" y="1242972"/>
                </a:lnTo>
                <a:lnTo>
                  <a:pt x="1919705" y="1248648"/>
                </a:lnTo>
                <a:lnTo>
                  <a:pt x="1912216" y="1253871"/>
                </a:lnTo>
                <a:lnTo>
                  <a:pt x="1904500" y="1258412"/>
                </a:lnTo>
                <a:lnTo>
                  <a:pt x="1896558" y="1262499"/>
                </a:lnTo>
                <a:lnTo>
                  <a:pt x="1888388" y="1266132"/>
                </a:lnTo>
                <a:lnTo>
                  <a:pt x="1879992" y="1269084"/>
                </a:lnTo>
                <a:lnTo>
                  <a:pt x="1871141" y="1271809"/>
                </a:lnTo>
                <a:lnTo>
                  <a:pt x="1862518" y="1273852"/>
                </a:lnTo>
                <a:lnTo>
                  <a:pt x="1853668" y="1274988"/>
                </a:lnTo>
                <a:lnTo>
                  <a:pt x="1844817" y="1275896"/>
                </a:lnTo>
                <a:lnTo>
                  <a:pt x="1835740" y="1276350"/>
                </a:lnTo>
                <a:lnTo>
                  <a:pt x="1826890" y="1275896"/>
                </a:lnTo>
                <a:lnTo>
                  <a:pt x="1817586" y="1274988"/>
                </a:lnTo>
                <a:lnTo>
                  <a:pt x="1812820" y="1274307"/>
                </a:lnTo>
                <a:lnTo>
                  <a:pt x="1808282" y="1273625"/>
                </a:lnTo>
                <a:lnTo>
                  <a:pt x="1803970" y="1272490"/>
                </a:lnTo>
                <a:lnTo>
                  <a:pt x="1799431" y="1271582"/>
                </a:lnTo>
                <a:lnTo>
                  <a:pt x="1794666" y="1270219"/>
                </a:lnTo>
                <a:lnTo>
                  <a:pt x="1790354" y="1268630"/>
                </a:lnTo>
                <a:lnTo>
                  <a:pt x="1786042" y="1267041"/>
                </a:lnTo>
                <a:lnTo>
                  <a:pt x="1781277" y="1265224"/>
                </a:lnTo>
                <a:lnTo>
                  <a:pt x="1776965" y="1263180"/>
                </a:lnTo>
                <a:lnTo>
                  <a:pt x="1772653" y="1261137"/>
                </a:lnTo>
                <a:lnTo>
                  <a:pt x="1768569" y="1258866"/>
                </a:lnTo>
                <a:lnTo>
                  <a:pt x="1764257" y="1256596"/>
                </a:lnTo>
                <a:lnTo>
                  <a:pt x="1368717" y="1021357"/>
                </a:lnTo>
                <a:lnTo>
                  <a:pt x="1047156" y="1235024"/>
                </a:lnTo>
                <a:lnTo>
                  <a:pt x="1041710" y="1238430"/>
                </a:lnTo>
                <a:lnTo>
                  <a:pt x="1036717" y="1241155"/>
                </a:lnTo>
                <a:lnTo>
                  <a:pt x="1031271" y="1244107"/>
                </a:lnTo>
                <a:lnTo>
                  <a:pt x="1025824" y="1246605"/>
                </a:lnTo>
                <a:lnTo>
                  <a:pt x="1020151" y="1248875"/>
                </a:lnTo>
                <a:lnTo>
                  <a:pt x="1014932" y="1250692"/>
                </a:lnTo>
                <a:lnTo>
                  <a:pt x="1009259" y="1252508"/>
                </a:lnTo>
                <a:lnTo>
                  <a:pt x="1003585" y="1254098"/>
                </a:lnTo>
                <a:lnTo>
                  <a:pt x="994054" y="1257504"/>
                </a:lnTo>
                <a:lnTo>
                  <a:pt x="984523" y="1260683"/>
                </a:lnTo>
                <a:lnTo>
                  <a:pt x="974538" y="1263407"/>
                </a:lnTo>
                <a:lnTo>
                  <a:pt x="964553" y="1266132"/>
                </a:lnTo>
                <a:lnTo>
                  <a:pt x="954341" y="1268176"/>
                </a:lnTo>
                <a:lnTo>
                  <a:pt x="943676" y="1269992"/>
                </a:lnTo>
                <a:lnTo>
                  <a:pt x="933010" y="1271128"/>
                </a:lnTo>
                <a:lnTo>
                  <a:pt x="922117" y="1272036"/>
                </a:lnTo>
                <a:lnTo>
                  <a:pt x="910998" y="1272490"/>
                </a:lnTo>
                <a:lnTo>
                  <a:pt x="899651" y="1272490"/>
                </a:lnTo>
                <a:lnTo>
                  <a:pt x="888078" y="1272036"/>
                </a:lnTo>
                <a:lnTo>
                  <a:pt x="876504" y="1270901"/>
                </a:lnTo>
                <a:lnTo>
                  <a:pt x="864704" y="1269311"/>
                </a:lnTo>
                <a:lnTo>
                  <a:pt x="852676" y="1267268"/>
                </a:lnTo>
                <a:lnTo>
                  <a:pt x="840422" y="1264770"/>
                </a:lnTo>
                <a:lnTo>
                  <a:pt x="827941" y="1262045"/>
                </a:lnTo>
                <a:lnTo>
                  <a:pt x="806836" y="1254325"/>
                </a:lnTo>
                <a:lnTo>
                  <a:pt x="785959" y="1246832"/>
                </a:lnTo>
                <a:lnTo>
                  <a:pt x="765989" y="1239112"/>
                </a:lnTo>
                <a:lnTo>
                  <a:pt x="746246" y="1231391"/>
                </a:lnTo>
                <a:lnTo>
                  <a:pt x="748288" y="1227304"/>
                </a:lnTo>
                <a:lnTo>
                  <a:pt x="750331" y="1222990"/>
                </a:lnTo>
                <a:lnTo>
                  <a:pt x="751919" y="1218676"/>
                </a:lnTo>
                <a:lnTo>
                  <a:pt x="753281" y="1214135"/>
                </a:lnTo>
                <a:lnTo>
                  <a:pt x="754869" y="1209593"/>
                </a:lnTo>
                <a:lnTo>
                  <a:pt x="756004" y="1205052"/>
                </a:lnTo>
                <a:lnTo>
                  <a:pt x="756912" y="1200057"/>
                </a:lnTo>
                <a:lnTo>
                  <a:pt x="757819" y="1195515"/>
                </a:lnTo>
                <a:lnTo>
                  <a:pt x="758273" y="1189839"/>
                </a:lnTo>
                <a:lnTo>
                  <a:pt x="758500" y="1184162"/>
                </a:lnTo>
                <a:lnTo>
                  <a:pt x="758500" y="1178713"/>
                </a:lnTo>
                <a:lnTo>
                  <a:pt x="758500" y="1173036"/>
                </a:lnTo>
                <a:lnTo>
                  <a:pt x="758046" y="1167813"/>
                </a:lnTo>
                <a:lnTo>
                  <a:pt x="757139" y="1162364"/>
                </a:lnTo>
                <a:lnTo>
                  <a:pt x="756231" y="1156914"/>
                </a:lnTo>
                <a:lnTo>
                  <a:pt x="754869" y="1151465"/>
                </a:lnTo>
                <a:lnTo>
                  <a:pt x="753281" y="1146469"/>
                </a:lnTo>
                <a:lnTo>
                  <a:pt x="751465" y="1141020"/>
                </a:lnTo>
                <a:lnTo>
                  <a:pt x="749423" y="1136252"/>
                </a:lnTo>
                <a:lnTo>
                  <a:pt x="747154" y="1131029"/>
                </a:lnTo>
                <a:lnTo>
                  <a:pt x="744657" y="1126261"/>
                </a:lnTo>
                <a:lnTo>
                  <a:pt x="741707" y="1121492"/>
                </a:lnTo>
                <a:lnTo>
                  <a:pt x="738757" y="1116724"/>
                </a:lnTo>
                <a:lnTo>
                  <a:pt x="735353" y="1112183"/>
                </a:lnTo>
                <a:lnTo>
                  <a:pt x="731722" y="1107869"/>
                </a:lnTo>
                <a:lnTo>
                  <a:pt x="728091" y="1103554"/>
                </a:lnTo>
                <a:lnTo>
                  <a:pt x="724460" y="1099694"/>
                </a:lnTo>
                <a:lnTo>
                  <a:pt x="720149" y="1095834"/>
                </a:lnTo>
                <a:lnTo>
                  <a:pt x="716064" y="1092428"/>
                </a:lnTo>
                <a:lnTo>
                  <a:pt x="711752" y="1089249"/>
                </a:lnTo>
                <a:lnTo>
                  <a:pt x="707214" y="1086070"/>
                </a:lnTo>
                <a:lnTo>
                  <a:pt x="702448" y="1083346"/>
                </a:lnTo>
                <a:lnTo>
                  <a:pt x="697683" y="1080394"/>
                </a:lnTo>
                <a:lnTo>
                  <a:pt x="692690" y="1078123"/>
                </a:lnTo>
                <a:lnTo>
                  <a:pt x="687698" y="1076080"/>
                </a:lnTo>
                <a:lnTo>
                  <a:pt x="682478" y="1074036"/>
                </a:lnTo>
                <a:lnTo>
                  <a:pt x="677486" y="1072447"/>
                </a:lnTo>
                <a:lnTo>
                  <a:pt x="672039" y="1071311"/>
                </a:lnTo>
                <a:lnTo>
                  <a:pt x="666593" y="1069949"/>
                </a:lnTo>
                <a:lnTo>
                  <a:pt x="660920" y="1069041"/>
                </a:lnTo>
                <a:lnTo>
                  <a:pt x="409481" y="1035662"/>
                </a:lnTo>
                <a:lnTo>
                  <a:pt x="396092" y="1024536"/>
                </a:lnTo>
                <a:lnTo>
                  <a:pt x="382703" y="1012956"/>
                </a:lnTo>
                <a:lnTo>
                  <a:pt x="467802" y="783848"/>
                </a:lnTo>
                <a:lnTo>
                  <a:pt x="469617" y="778398"/>
                </a:lnTo>
                <a:lnTo>
                  <a:pt x="470979" y="773176"/>
                </a:lnTo>
                <a:lnTo>
                  <a:pt x="472340" y="767726"/>
                </a:lnTo>
                <a:lnTo>
                  <a:pt x="473475" y="762277"/>
                </a:lnTo>
                <a:lnTo>
                  <a:pt x="474156" y="756827"/>
                </a:lnTo>
                <a:lnTo>
                  <a:pt x="474610" y="751378"/>
                </a:lnTo>
                <a:lnTo>
                  <a:pt x="474610" y="745928"/>
                </a:lnTo>
                <a:lnTo>
                  <a:pt x="474610" y="740479"/>
                </a:lnTo>
                <a:lnTo>
                  <a:pt x="474383" y="735029"/>
                </a:lnTo>
                <a:lnTo>
                  <a:pt x="473702" y="729353"/>
                </a:lnTo>
                <a:lnTo>
                  <a:pt x="472794" y="724130"/>
                </a:lnTo>
                <a:lnTo>
                  <a:pt x="471887" y="718681"/>
                </a:lnTo>
                <a:lnTo>
                  <a:pt x="470298" y="713458"/>
                </a:lnTo>
                <a:lnTo>
                  <a:pt x="468483" y="708236"/>
                </a:lnTo>
                <a:lnTo>
                  <a:pt x="466667" y="703013"/>
                </a:lnTo>
                <a:lnTo>
                  <a:pt x="464398" y="697791"/>
                </a:lnTo>
                <a:lnTo>
                  <a:pt x="462129" y="692795"/>
                </a:lnTo>
                <a:lnTo>
                  <a:pt x="459178" y="687800"/>
                </a:lnTo>
                <a:lnTo>
                  <a:pt x="456455" y="683259"/>
                </a:lnTo>
                <a:lnTo>
                  <a:pt x="453278" y="678717"/>
                </a:lnTo>
                <a:lnTo>
                  <a:pt x="450101" y="674176"/>
                </a:lnTo>
                <a:lnTo>
                  <a:pt x="446470" y="669862"/>
                </a:lnTo>
                <a:lnTo>
                  <a:pt x="442613" y="666002"/>
                </a:lnTo>
                <a:lnTo>
                  <a:pt x="438755" y="662142"/>
                </a:lnTo>
                <a:lnTo>
                  <a:pt x="434670" y="658509"/>
                </a:lnTo>
                <a:lnTo>
                  <a:pt x="430358" y="655329"/>
                </a:lnTo>
                <a:lnTo>
                  <a:pt x="425820" y="651923"/>
                </a:lnTo>
                <a:lnTo>
                  <a:pt x="421281" y="648745"/>
                </a:lnTo>
                <a:lnTo>
                  <a:pt x="416516" y="646247"/>
                </a:lnTo>
                <a:lnTo>
                  <a:pt x="411523" y="643749"/>
                </a:lnTo>
                <a:lnTo>
                  <a:pt x="406304" y="641479"/>
                </a:lnTo>
                <a:lnTo>
                  <a:pt x="401311" y="639435"/>
                </a:lnTo>
                <a:lnTo>
                  <a:pt x="396546" y="637618"/>
                </a:lnTo>
                <a:lnTo>
                  <a:pt x="391780" y="636256"/>
                </a:lnTo>
                <a:lnTo>
                  <a:pt x="387015" y="634894"/>
                </a:lnTo>
                <a:lnTo>
                  <a:pt x="382022" y="633985"/>
                </a:lnTo>
                <a:lnTo>
                  <a:pt x="377256" y="633077"/>
                </a:lnTo>
                <a:lnTo>
                  <a:pt x="372264" y="632623"/>
                </a:lnTo>
                <a:lnTo>
                  <a:pt x="367498" y="632396"/>
                </a:lnTo>
                <a:lnTo>
                  <a:pt x="362279" y="632169"/>
                </a:lnTo>
                <a:lnTo>
                  <a:pt x="357967" y="632396"/>
                </a:lnTo>
                <a:lnTo>
                  <a:pt x="353656" y="632623"/>
                </a:lnTo>
                <a:lnTo>
                  <a:pt x="349117" y="632850"/>
                </a:lnTo>
                <a:lnTo>
                  <a:pt x="345032" y="633758"/>
                </a:lnTo>
                <a:lnTo>
                  <a:pt x="340721" y="634440"/>
                </a:lnTo>
                <a:lnTo>
                  <a:pt x="336636" y="635348"/>
                </a:lnTo>
                <a:lnTo>
                  <a:pt x="332551" y="636256"/>
                </a:lnTo>
                <a:lnTo>
                  <a:pt x="328466" y="637618"/>
                </a:lnTo>
                <a:lnTo>
                  <a:pt x="324382" y="638754"/>
                </a:lnTo>
                <a:lnTo>
                  <a:pt x="320524" y="640343"/>
                </a:lnTo>
                <a:lnTo>
                  <a:pt x="316666" y="642160"/>
                </a:lnTo>
                <a:lnTo>
                  <a:pt x="312808" y="643976"/>
                </a:lnTo>
                <a:lnTo>
                  <a:pt x="308950" y="645793"/>
                </a:lnTo>
                <a:lnTo>
                  <a:pt x="305319" y="647836"/>
                </a:lnTo>
                <a:lnTo>
                  <a:pt x="301689" y="650107"/>
                </a:lnTo>
                <a:lnTo>
                  <a:pt x="298058" y="652378"/>
                </a:lnTo>
                <a:lnTo>
                  <a:pt x="294881" y="655102"/>
                </a:lnTo>
                <a:lnTo>
                  <a:pt x="291477" y="657600"/>
                </a:lnTo>
                <a:lnTo>
                  <a:pt x="288073" y="660325"/>
                </a:lnTo>
                <a:lnTo>
                  <a:pt x="285123" y="663277"/>
                </a:lnTo>
                <a:lnTo>
                  <a:pt x="281946" y="666002"/>
                </a:lnTo>
                <a:lnTo>
                  <a:pt x="279222" y="669181"/>
                </a:lnTo>
                <a:lnTo>
                  <a:pt x="276272" y="672359"/>
                </a:lnTo>
                <a:lnTo>
                  <a:pt x="273776" y="675765"/>
                </a:lnTo>
                <a:lnTo>
                  <a:pt x="271280" y="679171"/>
                </a:lnTo>
                <a:lnTo>
                  <a:pt x="268557" y="682804"/>
                </a:lnTo>
                <a:lnTo>
                  <a:pt x="266287" y="686437"/>
                </a:lnTo>
                <a:lnTo>
                  <a:pt x="264245" y="689843"/>
                </a:lnTo>
                <a:lnTo>
                  <a:pt x="262203" y="693704"/>
                </a:lnTo>
                <a:lnTo>
                  <a:pt x="260160" y="697564"/>
                </a:lnTo>
                <a:lnTo>
                  <a:pt x="258572" y="701651"/>
                </a:lnTo>
                <a:lnTo>
                  <a:pt x="256756" y="705511"/>
                </a:lnTo>
                <a:lnTo>
                  <a:pt x="217270" y="812458"/>
                </a:lnTo>
                <a:lnTo>
                  <a:pt x="214547" y="803830"/>
                </a:lnTo>
                <a:lnTo>
                  <a:pt x="211824" y="795655"/>
                </a:lnTo>
                <a:lnTo>
                  <a:pt x="209782" y="787254"/>
                </a:lnTo>
                <a:lnTo>
                  <a:pt x="207739" y="779080"/>
                </a:lnTo>
                <a:lnTo>
                  <a:pt x="205924" y="770905"/>
                </a:lnTo>
                <a:lnTo>
                  <a:pt x="204789" y="762504"/>
                </a:lnTo>
                <a:lnTo>
                  <a:pt x="203428" y="754330"/>
                </a:lnTo>
                <a:lnTo>
                  <a:pt x="202747" y="746382"/>
                </a:lnTo>
                <a:lnTo>
                  <a:pt x="202066" y="738435"/>
                </a:lnTo>
                <a:lnTo>
                  <a:pt x="201612" y="730488"/>
                </a:lnTo>
                <a:lnTo>
                  <a:pt x="201612" y="722541"/>
                </a:lnTo>
                <a:lnTo>
                  <a:pt x="201839" y="714820"/>
                </a:lnTo>
                <a:lnTo>
                  <a:pt x="202066" y="706873"/>
                </a:lnTo>
                <a:lnTo>
                  <a:pt x="202974" y="699380"/>
                </a:lnTo>
                <a:lnTo>
                  <a:pt x="203655" y="691660"/>
                </a:lnTo>
                <a:lnTo>
                  <a:pt x="205016" y="684167"/>
                </a:lnTo>
                <a:lnTo>
                  <a:pt x="206151" y="677128"/>
                </a:lnTo>
                <a:lnTo>
                  <a:pt x="207739" y="669862"/>
                </a:lnTo>
                <a:lnTo>
                  <a:pt x="209555" y="662596"/>
                </a:lnTo>
                <a:lnTo>
                  <a:pt x="211370" y="655784"/>
                </a:lnTo>
                <a:lnTo>
                  <a:pt x="213639" y="648745"/>
                </a:lnTo>
                <a:lnTo>
                  <a:pt x="215909" y="642160"/>
                </a:lnTo>
                <a:lnTo>
                  <a:pt x="218632" y="635802"/>
                </a:lnTo>
                <a:lnTo>
                  <a:pt x="221355" y="629217"/>
                </a:lnTo>
                <a:lnTo>
                  <a:pt x="224305" y="622859"/>
                </a:lnTo>
                <a:lnTo>
                  <a:pt x="227255" y="616956"/>
                </a:lnTo>
                <a:lnTo>
                  <a:pt x="230659" y="611052"/>
                </a:lnTo>
                <a:lnTo>
                  <a:pt x="234063" y="605148"/>
                </a:lnTo>
                <a:lnTo>
                  <a:pt x="237467" y="599472"/>
                </a:lnTo>
                <a:lnTo>
                  <a:pt x="241325" y="594249"/>
                </a:lnTo>
                <a:lnTo>
                  <a:pt x="245183" y="589027"/>
                </a:lnTo>
                <a:lnTo>
                  <a:pt x="249268" y="584031"/>
                </a:lnTo>
                <a:lnTo>
                  <a:pt x="252445" y="580625"/>
                </a:lnTo>
                <a:lnTo>
                  <a:pt x="255622" y="577219"/>
                </a:lnTo>
                <a:lnTo>
                  <a:pt x="258799" y="574040"/>
                </a:lnTo>
                <a:lnTo>
                  <a:pt x="262203" y="571089"/>
                </a:lnTo>
                <a:lnTo>
                  <a:pt x="265607" y="567910"/>
                </a:lnTo>
                <a:lnTo>
                  <a:pt x="269011" y="565185"/>
                </a:lnTo>
                <a:lnTo>
                  <a:pt x="272641" y="562460"/>
                </a:lnTo>
                <a:lnTo>
                  <a:pt x="276499" y="559962"/>
                </a:lnTo>
                <a:lnTo>
                  <a:pt x="280357" y="557692"/>
                </a:lnTo>
                <a:lnTo>
                  <a:pt x="284215" y="555421"/>
                </a:lnTo>
                <a:lnTo>
                  <a:pt x="292157" y="551334"/>
                </a:lnTo>
                <a:lnTo>
                  <a:pt x="300327" y="547701"/>
                </a:lnTo>
                <a:lnTo>
                  <a:pt x="309177" y="544522"/>
                </a:lnTo>
                <a:lnTo>
                  <a:pt x="318028" y="542024"/>
                </a:lnTo>
                <a:lnTo>
                  <a:pt x="327105" y="539981"/>
                </a:lnTo>
                <a:lnTo>
                  <a:pt x="336409" y="538391"/>
                </a:lnTo>
                <a:lnTo>
                  <a:pt x="345940" y="537483"/>
                </a:lnTo>
                <a:lnTo>
                  <a:pt x="355698" y="536802"/>
                </a:lnTo>
                <a:lnTo>
                  <a:pt x="365456" y="536575"/>
                </a:lnTo>
                <a:close/>
                <a:moveTo>
                  <a:pt x="256728" y="0"/>
                </a:moveTo>
                <a:lnTo>
                  <a:pt x="268769" y="453"/>
                </a:lnTo>
                <a:lnTo>
                  <a:pt x="280811" y="1585"/>
                </a:lnTo>
                <a:lnTo>
                  <a:pt x="292852" y="3396"/>
                </a:lnTo>
                <a:lnTo>
                  <a:pt x="304893" y="5433"/>
                </a:lnTo>
                <a:lnTo>
                  <a:pt x="316707" y="8150"/>
                </a:lnTo>
                <a:lnTo>
                  <a:pt x="328294" y="11545"/>
                </a:lnTo>
                <a:lnTo>
                  <a:pt x="339881" y="15394"/>
                </a:lnTo>
                <a:lnTo>
                  <a:pt x="351240" y="19695"/>
                </a:lnTo>
                <a:lnTo>
                  <a:pt x="362600" y="24902"/>
                </a:lnTo>
                <a:lnTo>
                  <a:pt x="373278" y="30335"/>
                </a:lnTo>
                <a:lnTo>
                  <a:pt x="384183" y="36447"/>
                </a:lnTo>
                <a:lnTo>
                  <a:pt x="394407" y="42785"/>
                </a:lnTo>
                <a:lnTo>
                  <a:pt x="404404" y="50030"/>
                </a:lnTo>
                <a:lnTo>
                  <a:pt x="414173" y="57726"/>
                </a:lnTo>
                <a:lnTo>
                  <a:pt x="418944" y="61801"/>
                </a:lnTo>
                <a:lnTo>
                  <a:pt x="423715" y="65876"/>
                </a:lnTo>
                <a:lnTo>
                  <a:pt x="428259" y="70177"/>
                </a:lnTo>
                <a:lnTo>
                  <a:pt x="432575" y="74479"/>
                </a:lnTo>
                <a:lnTo>
                  <a:pt x="436892" y="78780"/>
                </a:lnTo>
                <a:lnTo>
                  <a:pt x="441436" y="83760"/>
                </a:lnTo>
                <a:lnTo>
                  <a:pt x="445753" y="88288"/>
                </a:lnTo>
                <a:lnTo>
                  <a:pt x="449842" y="93268"/>
                </a:lnTo>
                <a:lnTo>
                  <a:pt x="453704" y="98248"/>
                </a:lnTo>
                <a:lnTo>
                  <a:pt x="457567" y="103455"/>
                </a:lnTo>
                <a:lnTo>
                  <a:pt x="461429" y="108888"/>
                </a:lnTo>
                <a:lnTo>
                  <a:pt x="465064" y="114095"/>
                </a:lnTo>
                <a:lnTo>
                  <a:pt x="468699" y="119528"/>
                </a:lnTo>
                <a:lnTo>
                  <a:pt x="471880" y="125187"/>
                </a:lnTo>
                <a:lnTo>
                  <a:pt x="475061" y="130847"/>
                </a:lnTo>
                <a:lnTo>
                  <a:pt x="478014" y="136506"/>
                </a:lnTo>
                <a:lnTo>
                  <a:pt x="480968" y="142166"/>
                </a:lnTo>
                <a:lnTo>
                  <a:pt x="483694" y="148052"/>
                </a:lnTo>
                <a:lnTo>
                  <a:pt x="486420" y="153711"/>
                </a:lnTo>
                <a:lnTo>
                  <a:pt x="488692" y="159597"/>
                </a:lnTo>
                <a:lnTo>
                  <a:pt x="490964" y="165483"/>
                </a:lnTo>
                <a:lnTo>
                  <a:pt x="493009" y="171369"/>
                </a:lnTo>
                <a:lnTo>
                  <a:pt x="495053" y="177255"/>
                </a:lnTo>
                <a:lnTo>
                  <a:pt x="496644" y="183140"/>
                </a:lnTo>
                <a:lnTo>
                  <a:pt x="500052" y="195138"/>
                </a:lnTo>
                <a:lnTo>
                  <a:pt x="502324" y="207137"/>
                </a:lnTo>
                <a:lnTo>
                  <a:pt x="504368" y="219361"/>
                </a:lnTo>
                <a:lnTo>
                  <a:pt x="505504" y="231359"/>
                </a:lnTo>
                <a:lnTo>
                  <a:pt x="506413" y="243810"/>
                </a:lnTo>
                <a:lnTo>
                  <a:pt x="506413" y="255808"/>
                </a:lnTo>
                <a:lnTo>
                  <a:pt x="505959" y="267806"/>
                </a:lnTo>
                <a:lnTo>
                  <a:pt x="504823" y="280031"/>
                </a:lnTo>
                <a:lnTo>
                  <a:pt x="503232" y="292029"/>
                </a:lnTo>
                <a:lnTo>
                  <a:pt x="500961" y="303800"/>
                </a:lnTo>
                <a:lnTo>
                  <a:pt x="498461" y="315572"/>
                </a:lnTo>
                <a:lnTo>
                  <a:pt x="495053" y="327344"/>
                </a:lnTo>
                <a:lnTo>
                  <a:pt x="491191" y="338663"/>
                </a:lnTo>
                <a:lnTo>
                  <a:pt x="486647" y="350208"/>
                </a:lnTo>
                <a:lnTo>
                  <a:pt x="481649" y="361301"/>
                </a:lnTo>
                <a:lnTo>
                  <a:pt x="475969" y="371940"/>
                </a:lnTo>
                <a:lnTo>
                  <a:pt x="470062" y="382807"/>
                </a:lnTo>
                <a:lnTo>
                  <a:pt x="463474" y="392994"/>
                </a:lnTo>
                <a:lnTo>
                  <a:pt x="456204" y="403181"/>
                </a:lnTo>
                <a:lnTo>
                  <a:pt x="448933" y="412915"/>
                </a:lnTo>
                <a:lnTo>
                  <a:pt x="444617" y="417443"/>
                </a:lnTo>
                <a:lnTo>
                  <a:pt x="440527" y="422197"/>
                </a:lnTo>
                <a:lnTo>
                  <a:pt x="436211" y="426724"/>
                </a:lnTo>
                <a:lnTo>
                  <a:pt x="431894" y="431252"/>
                </a:lnTo>
                <a:lnTo>
                  <a:pt x="427350" y="435779"/>
                </a:lnTo>
                <a:lnTo>
                  <a:pt x="422579" y="440080"/>
                </a:lnTo>
                <a:lnTo>
                  <a:pt x="417808" y="444155"/>
                </a:lnTo>
                <a:lnTo>
                  <a:pt x="412810" y="448230"/>
                </a:lnTo>
                <a:lnTo>
                  <a:pt x="408039" y="452079"/>
                </a:lnTo>
                <a:lnTo>
                  <a:pt x="402586" y="455927"/>
                </a:lnTo>
                <a:lnTo>
                  <a:pt x="397361" y="459775"/>
                </a:lnTo>
                <a:lnTo>
                  <a:pt x="392135" y="463398"/>
                </a:lnTo>
                <a:lnTo>
                  <a:pt x="386455" y="467020"/>
                </a:lnTo>
                <a:lnTo>
                  <a:pt x="381003" y="470189"/>
                </a:lnTo>
                <a:lnTo>
                  <a:pt x="375323" y="473358"/>
                </a:lnTo>
                <a:lnTo>
                  <a:pt x="369643" y="476301"/>
                </a:lnTo>
                <a:lnTo>
                  <a:pt x="363736" y="479470"/>
                </a:lnTo>
                <a:lnTo>
                  <a:pt x="358056" y="481961"/>
                </a:lnTo>
                <a:lnTo>
                  <a:pt x="352149" y="484677"/>
                </a:lnTo>
                <a:lnTo>
                  <a:pt x="346469" y="486941"/>
                </a:lnTo>
                <a:lnTo>
                  <a:pt x="340562" y="489205"/>
                </a:lnTo>
                <a:lnTo>
                  <a:pt x="334655" y="491242"/>
                </a:lnTo>
                <a:lnTo>
                  <a:pt x="328748" y="493280"/>
                </a:lnTo>
                <a:lnTo>
                  <a:pt x="322614" y="495091"/>
                </a:lnTo>
                <a:lnTo>
                  <a:pt x="310800" y="498260"/>
                </a:lnTo>
                <a:lnTo>
                  <a:pt x="298532" y="500750"/>
                </a:lnTo>
                <a:lnTo>
                  <a:pt x="286490" y="502561"/>
                </a:lnTo>
                <a:lnTo>
                  <a:pt x="274449" y="503693"/>
                </a:lnTo>
                <a:lnTo>
                  <a:pt x="261954" y="504598"/>
                </a:lnTo>
                <a:lnTo>
                  <a:pt x="249912" y="504825"/>
                </a:lnTo>
                <a:lnTo>
                  <a:pt x="237644" y="504372"/>
                </a:lnTo>
                <a:lnTo>
                  <a:pt x="225603" y="503240"/>
                </a:lnTo>
                <a:lnTo>
                  <a:pt x="213561" y="501429"/>
                </a:lnTo>
                <a:lnTo>
                  <a:pt x="201747" y="499392"/>
                </a:lnTo>
                <a:lnTo>
                  <a:pt x="189933" y="496675"/>
                </a:lnTo>
                <a:lnTo>
                  <a:pt x="178119" y="493280"/>
                </a:lnTo>
                <a:lnTo>
                  <a:pt x="166533" y="489431"/>
                </a:lnTo>
                <a:lnTo>
                  <a:pt x="155173" y="485130"/>
                </a:lnTo>
                <a:lnTo>
                  <a:pt x="144040" y="479923"/>
                </a:lnTo>
                <a:lnTo>
                  <a:pt x="133135" y="474716"/>
                </a:lnTo>
                <a:lnTo>
                  <a:pt x="122457" y="468378"/>
                </a:lnTo>
                <a:lnTo>
                  <a:pt x="112006" y="461813"/>
                </a:lnTo>
                <a:lnTo>
                  <a:pt x="102009" y="454795"/>
                </a:lnTo>
                <a:lnTo>
                  <a:pt x="92240" y="447325"/>
                </a:lnTo>
                <a:lnTo>
                  <a:pt x="87242" y="443023"/>
                </a:lnTo>
                <a:lnTo>
                  <a:pt x="82698" y="438949"/>
                </a:lnTo>
                <a:lnTo>
                  <a:pt x="78154" y="434647"/>
                </a:lnTo>
                <a:lnTo>
                  <a:pt x="73838" y="430346"/>
                </a:lnTo>
                <a:lnTo>
                  <a:pt x="69294" y="426045"/>
                </a:lnTo>
                <a:lnTo>
                  <a:pt x="64977" y="421065"/>
                </a:lnTo>
                <a:lnTo>
                  <a:pt x="60888" y="416537"/>
                </a:lnTo>
                <a:lnTo>
                  <a:pt x="56798" y="411557"/>
                </a:lnTo>
                <a:lnTo>
                  <a:pt x="52709" y="406576"/>
                </a:lnTo>
                <a:lnTo>
                  <a:pt x="48846" y="401370"/>
                </a:lnTo>
                <a:lnTo>
                  <a:pt x="44984" y="395937"/>
                </a:lnTo>
                <a:lnTo>
                  <a:pt x="41349" y="390730"/>
                </a:lnTo>
                <a:lnTo>
                  <a:pt x="37941" y="385297"/>
                </a:lnTo>
                <a:lnTo>
                  <a:pt x="34760" y="379637"/>
                </a:lnTo>
                <a:lnTo>
                  <a:pt x="31352" y="373978"/>
                </a:lnTo>
                <a:lnTo>
                  <a:pt x="28172" y="368318"/>
                </a:lnTo>
                <a:lnTo>
                  <a:pt x="25445" y="362659"/>
                </a:lnTo>
                <a:lnTo>
                  <a:pt x="22946" y="356773"/>
                </a:lnTo>
                <a:lnTo>
                  <a:pt x="20220" y="351114"/>
                </a:lnTo>
                <a:lnTo>
                  <a:pt x="17721" y="345228"/>
                </a:lnTo>
                <a:lnTo>
                  <a:pt x="15449" y="339342"/>
                </a:lnTo>
                <a:lnTo>
                  <a:pt x="13404" y="333456"/>
                </a:lnTo>
                <a:lnTo>
                  <a:pt x="11587" y="327570"/>
                </a:lnTo>
                <a:lnTo>
                  <a:pt x="9769" y="321684"/>
                </a:lnTo>
                <a:lnTo>
                  <a:pt x="6588" y="309686"/>
                </a:lnTo>
                <a:lnTo>
                  <a:pt x="4089" y="297688"/>
                </a:lnTo>
                <a:lnTo>
                  <a:pt x="2045" y="285464"/>
                </a:lnTo>
                <a:lnTo>
                  <a:pt x="681" y="273466"/>
                </a:lnTo>
                <a:lnTo>
                  <a:pt x="227" y="261015"/>
                </a:lnTo>
                <a:lnTo>
                  <a:pt x="0" y="249017"/>
                </a:lnTo>
                <a:lnTo>
                  <a:pt x="454" y="237019"/>
                </a:lnTo>
                <a:lnTo>
                  <a:pt x="1590" y="224794"/>
                </a:lnTo>
                <a:lnTo>
                  <a:pt x="3181" y="213022"/>
                </a:lnTo>
                <a:lnTo>
                  <a:pt x="5453" y="201024"/>
                </a:lnTo>
                <a:lnTo>
                  <a:pt x="8179" y="189253"/>
                </a:lnTo>
                <a:lnTo>
                  <a:pt x="11360" y="177481"/>
                </a:lnTo>
                <a:lnTo>
                  <a:pt x="15449" y="166162"/>
                </a:lnTo>
                <a:lnTo>
                  <a:pt x="19766" y="154617"/>
                </a:lnTo>
                <a:lnTo>
                  <a:pt x="24764" y="143524"/>
                </a:lnTo>
                <a:lnTo>
                  <a:pt x="30217" y="132884"/>
                </a:lnTo>
                <a:lnTo>
                  <a:pt x="36124" y="122018"/>
                </a:lnTo>
                <a:lnTo>
                  <a:pt x="42939" y="111831"/>
                </a:lnTo>
                <a:lnTo>
                  <a:pt x="49982" y="101644"/>
                </a:lnTo>
                <a:lnTo>
                  <a:pt x="57707" y="91910"/>
                </a:lnTo>
                <a:lnTo>
                  <a:pt x="61569" y="87382"/>
                </a:lnTo>
                <a:lnTo>
                  <a:pt x="66113" y="82628"/>
                </a:lnTo>
                <a:lnTo>
                  <a:pt x="70202" y="78101"/>
                </a:lnTo>
                <a:lnTo>
                  <a:pt x="74519" y="73573"/>
                </a:lnTo>
                <a:lnTo>
                  <a:pt x="79063" y="69045"/>
                </a:lnTo>
                <a:lnTo>
                  <a:pt x="83834" y="64744"/>
                </a:lnTo>
                <a:lnTo>
                  <a:pt x="88605" y="60669"/>
                </a:lnTo>
                <a:lnTo>
                  <a:pt x="93603" y="56595"/>
                </a:lnTo>
                <a:lnTo>
                  <a:pt x="98602" y="52746"/>
                </a:lnTo>
                <a:lnTo>
                  <a:pt x="103827" y="48898"/>
                </a:lnTo>
                <a:lnTo>
                  <a:pt x="108825" y="45049"/>
                </a:lnTo>
                <a:lnTo>
                  <a:pt x="114505" y="41427"/>
                </a:lnTo>
                <a:lnTo>
                  <a:pt x="119958" y="37805"/>
                </a:lnTo>
                <a:lnTo>
                  <a:pt x="125638" y="34636"/>
                </a:lnTo>
                <a:lnTo>
                  <a:pt x="131317" y="31467"/>
                </a:lnTo>
                <a:lnTo>
                  <a:pt x="136997" y="28524"/>
                </a:lnTo>
                <a:lnTo>
                  <a:pt x="142677" y="25581"/>
                </a:lnTo>
                <a:lnTo>
                  <a:pt x="148130" y="22864"/>
                </a:lnTo>
                <a:lnTo>
                  <a:pt x="154037" y="20148"/>
                </a:lnTo>
                <a:lnTo>
                  <a:pt x="159944" y="17884"/>
                </a:lnTo>
                <a:lnTo>
                  <a:pt x="165851" y="15620"/>
                </a:lnTo>
                <a:lnTo>
                  <a:pt x="171758" y="13583"/>
                </a:lnTo>
                <a:lnTo>
                  <a:pt x="177892" y="11545"/>
                </a:lnTo>
                <a:lnTo>
                  <a:pt x="183799" y="9734"/>
                </a:lnTo>
                <a:lnTo>
                  <a:pt x="195840" y="6565"/>
                </a:lnTo>
                <a:lnTo>
                  <a:pt x="207882" y="4075"/>
                </a:lnTo>
                <a:lnTo>
                  <a:pt x="219923" y="2264"/>
                </a:lnTo>
                <a:lnTo>
                  <a:pt x="232191" y="1132"/>
                </a:lnTo>
                <a:lnTo>
                  <a:pt x="244233" y="226"/>
                </a:lnTo>
                <a:lnTo>
                  <a:pt x="256728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9655791" y="770336"/>
            <a:ext cx="1061515" cy="949523"/>
            <a:chOff x="2830690" y="812051"/>
            <a:chExt cx="2438712" cy="2181422"/>
          </a:xfrm>
        </p:grpSpPr>
        <p:sp>
          <p:nvSpPr>
            <p:cNvPr id="7" name="Freeform 32"/>
            <p:cNvSpPr>
              <a:spLocks/>
            </p:cNvSpPr>
            <p:nvPr/>
          </p:nvSpPr>
          <p:spPr bwMode="auto">
            <a:xfrm flipV="1">
              <a:off x="4547503" y="812051"/>
              <a:ext cx="675184" cy="673884"/>
            </a:xfrm>
            <a:custGeom>
              <a:avLst/>
              <a:gdLst>
                <a:gd name="T0" fmla="*/ 848 w 2282"/>
                <a:gd name="T1" fmla="*/ 2241 h 2274"/>
                <a:gd name="T2" fmla="*/ 1437 w 2282"/>
                <a:gd name="T3" fmla="*/ 2241 h 2274"/>
                <a:gd name="T4" fmla="*/ 2099 w 2282"/>
                <a:gd name="T5" fmla="*/ 1710 h 2274"/>
                <a:gd name="T6" fmla="*/ 2190 w 2282"/>
                <a:gd name="T7" fmla="*/ 871 h 2274"/>
                <a:gd name="T8" fmla="*/ 2006 w 2282"/>
                <a:gd name="T9" fmla="*/ 445 h 2274"/>
                <a:gd name="T10" fmla="*/ 1638 w 2282"/>
                <a:gd name="T11" fmla="*/ 178 h 2274"/>
                <a:gd name="T12" fmla="*/ 666 w 2282"/>
                <a:gd name="T13" fmla="*/ 162 h 2274"/>
                <a:gd name="T14" fmla="*/ 236 w 2282"/>
                <a:gd name="T15" fmla="*/ 475 h 2274"/>
                <a:gd name="T16" fmla="*/ 39 w 2282"/>
                <a:gd name="T17" fmla="*/ 1262 h 2274"/>
                <a:gd name="T18" fmla="*/ 226 w 2282"/>
                <a:gd name="T19" fmla="*/ 1804 h 2274"/>
                <a:gd name="T20" fmla="*/ 848 w 2282"/>
                <a:gd name="T21" fmla="*/ 2241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2" h="2274">
                  <a:moveTo>
                    <a:pt x="848" y="2241"/>
                  </a:moveTo>
                  <a:cubicBezTo>
                    <a:pt x="1041" y="2274"/>
                    <a:pt x="1243" y="2272"/>
                    <a:pt x="1437" y="2241"/>
                  </a:cubicBezTo>
                  <a:cubicBezTo>
                    <a:pt x="1706" y="2142"/>
                    <a:pt x="1962" y="1969"/>
                    <a:pt x="2099" y="1710"/>
                  </a:cubicBezTo>
                  <a:cubicBezTo>
                    <a:pt x="2216" y="1451"/>
                    <a:pt x="2282" y="1148"/>
                    <a:pt x="2190" y="871"/>
                  </a:cubicBezTo>
                  <a:cubicBezTo>
                    <a:pt x="2141" y="724"/>
                    <a:pt x="2122" y="559"/>
                    <a:pt x="2006" y="445"/>
                  </a:cubicBezTo>
                  <a:cubicBezTo>
                    <a:pt x="1917" y="315"/>
                    <a:pt x="1767" y="258"/>
                    <a:pt x="1638" y="178"/>
                  </a:cubicBezTo>
                  <a:cubicBezTo>
                    <a:pt x="1346" y="7"/>
                    <a:pt x="964" y="0"/>
                    <a:pt x="666" y="162"/>
                  </a:cubicBezTo>
                  <a:cubicBezTo>
                    <a:pt x="513" y="252"/>
                    <a:pt x="326" y="309"/>
                    <a:pt x="236" y="475"/>
                  </a:cubicBezTo>
                  <a:cubicBezTo>
                    <a:pt x="121" y="720"/>
                    <a:pt x="0" y="984"/>
                    <a:pt x="39" y="1262"/>
                  </a:cubicBezTo>
                  <a:cubicBezTo>
                    <a:pt x="48" y="1458"/>
                    <a:pt x="149" y="1629"/>
                    <a:pt x="226" y="1804"/>
                  </a:cubicBezTo>
                  <a:cubicBezTo>
                    <a:pt x="374" y="2017"/>
                    <a:pt x="603" y="2163"/>
                    <a:pt x="848" y="2241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任意多边形 7"/>
            <p:cNvSpPr>
              <a:spLocks/>
            </p:cNvSpPr>
            <p:nvPr/>
          </p:nvSpPr>
          <p:spPr bwMode="auto">
            <a:xfrm flipV="1">
              <a:off x="2830690" y="1512685"/>
              <a:ext cx="2438712" cy="1480788"/>
            </a:xfrm>
            <a:custGeom>
              <a:avLst/>
              <a:gdLst>
                <a:gd name="connsiteX0" fmla="*/ 1834191 w 2438712"/>
                <a:gd name="connsiteY0" fmla="*/ 1311750 h 1480788"/>
                <a:gd name="connsiteX1" fmla="*/ 1954279 w 2438712"/>
                <a:gd name="connsiteY1" fmla="*/ 1223036 h 1480788"/>
                <a:gd name="connsiteX2" fmla="*/ 1975599 w 2438712"/>
                <a:gd name="connsiteY2" fmla="*/ 1022229 h 1480788"/>
                <a:gd name="connsiteX3" fmla="*/ 2025936 w 2438712"/>
                <a:gd name="connsiteY3" fmla="*/ 836527 h 1480788"/>
                <a:gd name="connsiteX4" fmla="*/ 2128092 w 2438712"/>
                <a:gd name="connsiteY4" fmla="*/ 599883 h 1480788"/>
                <a:gd name="connsiteX5" fmla="*/ 2192347 w 2438712"/>
                <a:gd name="connsiteY5" fmla="*/ 463346 h 1480788"/>
                <a:gd name="connsiteX6" fmla="*/ 2360830 w 2438712"/>
                <a:gd name="connsiteY6" fmla="*/ 239141 h 1480788"/>
                <a:gd name="connsiteX7" fmla="*/ 2431303 w 2438712"/>
                <a:gd name="connsiteY7" fmla="*/ 155620 h 1480788"/>
                <a:gd name="connsiteX8" fmla="*/ 2418274 w 2438712"/>
                <a:gd name="connsiteY8" fmla="*/ 46923 h 1480788"/>
                <a:gd name="connsiteX9" fmla="*/ 2298648 w 2438712"/>
                <a:gd name="connsiteY9" fmla="*/ 3089 h 1480788"/>
                <a:gd name="connsiteX10" fmla="*/ 2163329 w 2438712"/>
                <a:gd name="connsiteY10" fmla="*/ 110009 h 1480788"/>
                <a:gd name="connsiteX11" fmla="*/ 2090783 w 2438712"/>
                <a:gd name="connsiteY11" fmla="*/ 207450 h 1480788"/>
                <a:gd name="connsiteX12" fmla="*/ 1951318 w 2438712"/>
                <a:gd name="connsiteY12" fmla="*/ 425732 h 1480788"/>
                <a:gd name="connsiteX13" fmla="*/ 1842352 w 2438712"/>
                <a:gd name="connsiteY13" fmla="*/ 649048 h 1480788"/>
                <a:gd name="connsiteX14" fmla="*/ 1768030 w 2438712"/>
                <a:gd name="connsiteY14" fmla="*/ 909978 h 1480788"/>
                <a:gd name="connsiteX15" fmla="*/ 1723318 w 2438712"/>
                <a:gd name="connsiteY15" fmla="*/ 1202600 h 1480788"/>
                <a:gd name="connsiteX16" fmla="*/ 1782539 w 2438712"/>
                <a:gd name="connsiteY16" fmla="*/ 1299449 h 1480788"/>
                <a:gd name="connsiteX17" fmla="*/ 1834191 w 2438712"/>
                <a:gd name="connsiteY17" fmla="*/ 1311750 h 1480788"/>
                <a:gd name="connsiteX18" fmla="*/ 1833568 w 2438712"/>
                <a:gd name="connsiteY18" fmla="*/ 1480388 h 1480788"/>
                <a:gd name="connsiteX19" fmla="*/ 1892030 w 2438712"/>
                <a:gd name="connsiteY19" fmla="*/ 1473565 h 1480788"/>
                <a:gd name="connsiteX20" fmla="*/ 2016423 w 2438712"/>
                <a:gd name="connsiteY20" fmla="*/ 1378243 h 1480788"/>
                <a:gd name="connsiteX21" fmla="*/ 2018200 w 2438712"/>
                <a:gd name="connsiteY21" fmla="*/ 980670 h 1480788"/>
                <a:gd name="connsiteX22" fmla="*/ 1953634 w 2438712"/>
                <a:gd name="connsiteY22" fmla="*/ 1283216 h 1480788"/>
                <a:gd name="connsiteX23" fmla="*/ 1830722 w 2438712"/>
                <a:gd name="connsiteY23" fmla="*/ 1339758 h 1480788"/>
                <a:gd name="connsiteX24" fmla="*/ 1711364 w 2438712"/>
                <a:gd name="connsiteY24" fmla="*/ 1258349 h 1480788"/>
                <a:gd name="connsiteX25" fmla="*/ 1703071 w 2438712"/>
                <a:gd name="connsiteY25" fmla="*/ 1097603 h 1480788"/>
                <a:gd name="connsiteX26" fmla="*/ 1783926 w 2438712"/>
                <a:gd name="connsiteY26" fmla="*/ 729635 h 1480788"/>
                <a:gd name="connsiteX27" fmla="*/ 1821540 w 2438712"/>
                <a:gd name="connsiteY27" fmla="*/ 626615 h 1480788"/>
                <a:gd name="connsiteX28" fmla="*/ 1750459 w 2438712"/>
                <a:gd name="connsiteY28" fmla="*/ 529516 h 1480788"/>
                <a:gd name="connsiteX29" fmla="*/ 1644132 w 2438712"/>
                <a:gd name="connsiteY29" fmla="*/ 425017 h 1480788"/>
                <a:gd name="connsiteX30" fmla="*/ 1518554 w 2438712"/>
                <a:gd name="connsiteY30" fmla="*/ 311636 h 1480788"/>
                <a:gd name="connsiteX31" fmla="*/ 1444867 w 2438712"/>
                <a:gd name="connsiteY31" fmla="*/ 266468 h 1480788"/>
                <a:gd name="connsiteX32" fmla="*/ 1375231 w 2438712"/>
                <a:gd name="connsiteY32" fmla="*/ 231864 h 1480788"/>
                <a:gd name="connsiteX33" fmla="*/ 1375969 w 2438712"/>
                <a:gd name="connsiteY33" fmla="*/ 231132 h 1480788"/>
                <a:gd name="connsiteX34" fmla="*/ 1366136 w 2438712"/>
                <a:gd name="connsiteY34" fmla="*/ 227439 h 1480788"/>
                <a:gd name="connsiteX35" fmla="*/ 1208756 w 2438712"/>
                <a:gd name="connsiteY35" fmla="*/ 159771 h 1480788"/>
                <a:gd name="connsiteX36" fmla="*/ 1199578 w 2438712"/>
                <a:gd name="connsiteY36" fmla="*/ 168057 h 1480788"/>
                <a:gd name="connsiteX37" fmla="*/ 1126571 w 2438712"/>
                <a:gd name="connsiteY37" fmla="*/ 145026 h 1480788"/>
                <a:gd name="connsiteX38" fmla="*/ 813787 w 2438712"/>
                <a:gd name="connsiteY38" fmla="*/ 94723 h 1480788"/>
                <a:gd name="connsiteX39" fmla="*/ 93436 w 2438712"/>
                <a:gd name="connsiteY39" fmla="*/ 118099 h 1480788"/>
                <a:gd name="connsiteX40" fmla="*/ 2207 w 2438712"/>
                <a:gd name="connsiteY40" fmla="*/ 272262 h 1480788"/>
                <a:gd name="connsiteX41" fmla="*/ 29941 w 2438712"/>
                <a:gd name="connsiteY41" fmla="*/ 300186 h 1480788"/>
                <a:gd name="connsiteX42" fmla="*/ 34968 w 2438712"/>
                <a:gd name="connsiteY42" fmla="*/ 327962 h 1480788"/>
                <a:gd name="connsiteX43" fmla="*/ 46637 w 2438712"/>
                <a:gd name="connsiteY43" fmla="*/ 370454 h 1480788"/>
                <a:gd name="connsiteX44" fmla="*/ 173793 w 2438712"/>
                <a:gd name="connsiteY44" fmla="*/ 460753 h 1480788"/>
                <a:gd name="connsiteX45" fmla="*/ 192753 w 2438712"/>
                <a:gd name="connsiteY45" fmla="*/ 461870 h 1480788"/>
                <a:gd name="connsiteX46" fmla="*/ 201251 w 2438712"/>
                <a:gd name="connsiteY46" fmla="*/ 470219 h 1480788"/>
                <a:gd name="connsiteX47" fmla="*/ 865029 w 2438712"/>
                <a:gd name="connsiteY47" fmla="*/ 470219 h 1480788"/>
                <a:gd name="connsiteX48" fmla="*/ 979806 w 2438712"/>
                <a:gd name="connsiteY48" fmla="*/ 493225 h 1480788"/>
                <a:gd name="connsiteX49" fmla="*/ 1048509 w 2438712"/>
                <a:gd name="connsiteY49" fmla="*/ 506730 h 1480788"/>
                <a:gd name="connsiteX50" fmla="*/ 1055440 w 2438712"/>
                <a:gd name="connsiteY50" fmla="*/ 528679 h 1480788"/>
                <a:gd name="connsiteX51" fmla="*/ 1152483 w 2438712"/>
                <a:gd name="connsiteY51" fmla="*/ 627799 h 1480788"/>
                <a:gd name="connsiteX52" fmla="*/ 1291092 w 2438712"/>
                <a:gd name="connsiteY52" fmla="*/ 696775 h 1480788"/>
                <a:gd name="connsiteX53" fmla="*/ 1455765 w 2438712"/>
                <a:gd name="connsiteY53" fmla="*/ 978894 h 1480788"/>
                <a:gd name="connsiteX54" fmla="*/ 1564165 w 2438712"/>
                <a:gd name="connsiteY54" fmla="*/ 1236443 h 1480788"/>
                <a:gd name="connsiteX55" fmla="*/ 1677007 w 2438712"/>
                <a:gd name="connsiteY55" fmla="*/ 1406662 h 1480788"/>
                <a:gd name="connsiteX56" fmla="*/ 1833568 w 2438712"/>
                <a:gd name="connsiteY56" fmla="*/ 1480388 h 148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438712" h="1480788">
                  <a:moveTo>
                    <a:pt x="1834191" y="1311750"/>
                  </a:moveTo>
                  <a:cubicBezTo>
                    <a:pt x="1887378" y="1311666"/>
                    <a:pt x="1940732" y="1276347"/>
                    <a:pt x="1954279" y="1223036"/>
                  </a:cubicBezTo>
                  <a:cubicBezTo>
                    <a:pt x="1963162" y="1156396"/>
                    <a:pt x="1958425" y="1087980"/>
                    <a:pt x="1975599" y="1022229"/>
                  </a:cubicBezTo>
                  <a:cubicBezTo>
                    <a:pt x="1992477" y="960624"/>
                    <a:pt x="2004617" y="897243"/>
                    <a:pt x="2025936" y="836527"/>
                  </a:cubicBezTo>
                  <a:cubicBezTo>
                    <a:pt x="2059692" y="757744"/>
                    <a:pt x="2081604" y="672742"/>
                    <a:pt x="2128092" y="599883"/>
                  </a:cubicBezTo>
                  <a:cubicBezTo>
                    <a:pt x="2155630" y="556937"/>
                    <a:pt x="2161256" y="504218"/>
                    <a:pt x="2192347" y="463346"/>
                  </a:cubicBezTo>
                  <a:cubicBezTo>
                    <a:pt x="2247126" y="387525"/>
                    <a:pt x="2305162" y="313777"/>
                    <a:pt x="2360830" y="239141"/>
                  </a:cubicBezTo>
                  <a:cubicBezTo>
                    <a:pt x="2388664" y="215743"/>
                    <a:pt x="2419459" y="191457"/>
                    <a:pt x="2431303" y="155620"/>
                  </a:cubicBezTo>
                  <a:cubicBezTo>
                    <a:pt x="2444035" y="120375"/>
                    <a:pt x="2440778" y="77725"/>
                    <a:pt x="2418274" y="46923"/>
                  </a:cubicBezTo>
                  <a:cubicBezTo>
                    <a:pt x="2386295" y="17898"/>
                    <a:pt x="2343656" y="-9350"/>
                    <a:pt x="2298648" y="3089"/>
                  </a:cubicBezTo>
                  <a:cubicBezTo>
                    <a:pt x="2241500" y="18787"/>
                    <a:pt x="2195012" y="61436"/>
                    <a:pt x="2163329" y="110009"/>
                  </a:cubicBezTo>
                  <a:cubicBezTo>
                    <a:pt x="2144674" y="146438"/>
                    <a:pt x="2114472" y="174871"/>
                    <a:pt x="2090783" y="207450"/>
                  </a:cubicBezTo>
                  <a:cubicBezTo>
                    <a:pt x="2032451" y="271720"/>
                    <a:pt x="1983594" y="345468"/>
                    <a:pt x="1951318" y="425732"/>
                  </a:cubicBezTo>
                  <a:cubicBezTo>
                    <a:pt x="1907791" y="496518"/>
                    <a:pt x="1879957" y="575004"/>
                    <a:pt x="1842352" y="649048"/>
                  </a:cubicBezTo>
                  <a:cubicBezTo>
                    <a:pt x="1812742" y="734347"/>
                    <a:pt x="1776025" y="819053"/>
                    <a:pt x="1768030" y="909978"/>
                  </a:cubicBezTo>
                  <a:cubicBezTo>
                    <a:pt x="1748783" y="1006532"/>
                    <a:pt x="1723614" y="1103381"/>
                    <a:pt x="1723318" y="1202600"/>
                  </a:cubicBezTo>
                  <a:cubicBezTo>
                    <a:pt x="1725983" y="1242287"/>
                    <a:pt x="1753817" y="1274274"/>
                    <a:pt x="1782539" y="1299449"/>
                  </a:cubicBezTo>
                  <a:cubicBezTo>
                    <a:pt x="1798751" y="1307890"/>
                    <a:pt x="1816462" y="1311777"/>
                    <a:pt x="1834191" y="1311750"/>
                  </a:cubicBezTo>
                  <a:close/>
                  <a:moveTo>
                    <a:pt x="1833568" y="1480388"/>
                  </a:moveTo>
                  <a:cubicBezTo>
                    <a:pt x="1852768" y="1481725"/>
                    <a:pt x="1872334" y="1479782"/>
                    <a:pt x="1892030" y="1473565"/>
                  </a:cubicBezTo>
                  <a:cubicBezTo>
                    <a:pt x="1946822" y="1461724"/>
                    <a:pt x="1975847" y="1411398"/>
                    <a:pt x="2016423" y="1378243"/>
                  </a:cubicBezTo>
                  <a:cubicBezTo>
                    <a:pt x="2096686" y="1261902"/>
                    <a:pt x="2090763" y="1099084"/>
                    <a:pt x="2018200" y="980670"/>
                  </a:cubicBezTo>
                  <a:cubicBezTo>
                    <a:pt x="1977328" y="1076585"/>
                    <a:pt x="1995395" y="1187597"/>
                    <a:pt x="1953634" y="1283216"/>
                  </a:cubicBezTo>
                  <a:cubicBezTo>
                    <a:pt x="1924905" y="1319924"/>
                    <a:pt x="1877221" y="1341239"/>
                    <a:pt x="1830722" y="1339758"/>
                  </a:cubicBezTo>
                  <a:cubicBezTo>
                    <a:pt x="1778891" y="1340054"/>
                    <a:pt x="1735946" y="1300682"/>
                    <a:pt x="1711364" y="1258349"/>
                  </a:cubicBezTo>
                  <a:cubicBezTo>
                    <a:pt x="1683819" y="1208912"/>
                    <a:pt x="1697147" y="1150593"/>
                    <a:pt x="1703071" y="1097603"/>
                  </a:cubicBezTo>
                  <a:cubicBezTo>
                    <a:pt x="1717583" y="972382"/>
                    <a:pt x="1758752" y="852488"/>
                    <a:pt x="1783926" y="729635"/>
                  </a:cubicBezTo>
                  <a:cubicBezTo>
                    <a:pt x="1794885" y="694703"/>
                    <a:pt x="1807028" y="660363"/>
                    <a:pt x="1821540" y="626615"/>
                  </a:cubicBezTo>
                  <a:cubicBezTo>
                    <a:pt x="1791923" y="598788"/>
                    <a:pt x="1775041" y="561192"/>
                    <a:pt x="1750459" y="529516"/>
                  </a:cubicBezTo>
                  <a:cubicBezTo>
                    <a:pt x="1716399" y="493400"/>
                    <a:pt x="1684412" y="454620"/>
                    <a:pt x="1644132" y="425017"/>
                  </a:cubicBezTo>
                  <a:cubicBezTo>
                    <a:pt x="1596744" y="393045"/>
                    <a:pt x="1566238" y="342719"/>
                    <a:pt x="1518554" y="311636"/>
                  </a:cubicBezTo>
                  <a:cubicBezTo>
                    <a:pt x="1494786" y="295132"/>
                    <a:pt x="1470130" y="280238"/>
                    <a:pt x="1444867" y="266468"/>
                  </a:cubicBezTo>
                  <a:lnTo>
                    <a:pt x="1375231" y="231864"/>
                  </a:lnTo>
                  <a:lnTo>
                    <a:pt x="1375969" y="231132"/>
                  </a:lnTo>
                  <a:lnTo>
                    <a:pt x="1366136" y="227439"/>
                  </a:lnTo>
                  <a:lnTo>
                    <a:pt x="1208756" y="159771"/>
                  </a:lnTo>
                  <a:lnTo>
                    <a:pt x="1199578" y="168057"/>
                  </a:lnTo>
                  <a:lnTo>
                    <a:pt x="1126571" y="145026"/>
                  </a:lnTo>
                  <a:cubicBezTo>
                    <a:pt x="1024976" y="113956"/>
                    <a:pt x="918345" y="110110"/>
                    <a:pt x="813787" y="94723"/>
                  </a:cubicBezTo>
                  <a:cubicBezTo>
                    <a:pt x="574460" y="63062"/>
                    <a:pt x="330689" y="75490"/>
                    <a:pt x="93436" y="118099"/>
                  </a:cubicBezTo>
                  <a:cubicBezTo>
                    <a:pt x="35677" y="143842"/>
                    <a:pt x="-10826" y="208644"/>
                    <a:pt x="2207" y="272262"/>
                  </a:cubicBezTo>
                  <a:lnTo>
                    <a:pt x="29941" y="300186"/>
                  </a:lnTo>
                  <a:lnTo>
                    <a:pt x="34968" y="327962"/>
                  </a:lnTo>
                  <a:cubicBezTo>
                    <a:pt x="37450" y="342519"/>
                    <a:pt x="40562" y="356892"/>
                    <a:pt x="46637" y="370454"/>
                  </a:cubicBezTo>
                  <a:cubicBezTo>
                    <a:pt x="73977" y="416889"/>
                    <a:pt x="121322" y="449890"/>
                    <a:pt x="173793" y="460753"/>
                  </a:cubicBezTo>
                  <a:lnTo>
                    <a:pt x="192753" y="461870"/>
                  </a:lnTo>
                  <a:lnTo>
                    <a:pt x="201251" y="470219"/>
                  </a:lnTo>
                  <a:cubicBezTo>
                    <a:pt x="420141" y="433527"/>
                    <a:pt x="646139" y="430864"/>
                    <a:pt x="865029" y="470219"/>
                  </a:cubicBezTo>
                  <a:cubicBezTo>
                    <a:pt x="903387" y="477024"/>
                    <a:pt x="941596" y="485162"/>
                    <a:pt x="979806" y="493225"/>
                  </a:cubicBezTo>
                  <a:lnTo>
                    <a:pt x="1048509" y="506730"/>
                  </a:lnTo>
                  <a:lnTo>
                    <a:pt x="1055440" y="528679"/>
                  </a:lnTo>
                  <a:cubicBezTo>
                    <a:pt x="1073793" y="573459"/>
                    <a:pt x="1104725" y="614034"/>
                    <a:pt x="1152483" y="627799"/>
                  </a:cubicBezTo>
                  <a:cubicBezTo>
                    <a:pt x="1198982" y="650002"/>
                    <a:pt x="1251997" y="660955"/>
                    <a:pt x="1291092" y="696775"/>
                  </a:cubicBezTo>
                  <a:cubicBezTo>
                    <a:pt x="1376095" y="769599"/>
                    <a:pt x="1412228" y="879427"/>
                    <a:pt x="1455765" y="978894"/>
                  </a:cubicBezTo>
                  <a:cubicBezTo>
                    <a:pt x="1497526" y="1062376"/>
                    <a:pt x="1518554" y="1154738"/>
                    <a:pt x="1564165" y="1236443"/>
                  </a:cubicBezTo>
                  <a:cubicBezTo>
                    <a:pt x="1582232" y="1302754"/>
                    <a:pt x="1615699" y="1370546"/>
                    <a:pt x="1677007" y="1406662"/>
                  </a:cubicBezTo>
                  <a:cubicBezTo>
                    <a:pt x="1721656" y="1442852"/>
                    <a:pt x="1775967" y="1476378"/>
                    <a:pt x="1833568" y="1480388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4" name="Group 25"/>
          <p:cNvGrpSpPr>
            <a:grpSpLocks/>
          </p:cNvGrpSpPr>
          <p:nvPr/>
        </p:nvGrpSpPr>
        <p:grpSpPr bwMode="auto">
          <a:xfrm>
            <a:off x="459199" y="5042384"/>
            <a:ext cx="2415674" cy="1382940"/>
            <a:chOff x="4035" y="850"/>
            <a:chExt cx="2566" cy="1469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65" name="Freeform 22"/>
            <p:cNvSpPr>
              <a:spLocks/>
            </p:cNvSpPr>
            <p:nvPr/>
          </p:nvSpPr>
          <p:spPr bwMode="auto">
            <a:xfrm flipV="1">
              <a:off x="4035" y="850"/>
              <a:ext cx="2031" cy="1469"/>
            </a:xfrm>
            <a:custGeom>
              <a:avLst/>
              <a:gdLst>
                <a:gd name="T0" fmla="*/ 1180 w 2580"/>
                <a:gd name="T1" fmla="*/ 1781 h 1856"/>
                <a:gd name="T2" fmla="*/ 2268 w 2580"/>
                <a:gd name="T3" fmla="*/ 1687 h 1856"/>
                <a:gd name="T4" fmla="*/ 2369 w 2580"/>
                <a:gd name="T5" fmla="*/ 1140 h 1856"/>
                <a:gd name="T6" fmla="*/ 2323 w 2580"/>
                <a:gd name="T7" fmla="*/ 1460 h 1856"/>
                <a:gd name="T8" fmla="*/ 2070 w 2580"/>
                <a:gd name="T9" fmla="*/ 1421 h 1856"/>
                <a:gd name="T10" fmla="*/ 2018 w 2580"/>
                <a:gd name="T11" fmla="*/ 1118 h 1856"/>
                <a:gd name="T12" fmla="*/ 1312 w 2580"/>
                <a:gd name="T13" fmla="*/ 1185 h 1856"/>
                <a:gd name="T14" fmla="*/ 518 w 2580"/>
                <a:gd name="T15" fmla="*/ 148 h 1856"/>
                <a:gd name="T16" fmla="*/ 174 w 2580"/>
                <a:gd name="T17" fmla="*/ 50 h 1856"/>
                <a:gd name="T18" fmla="*/ 52 w 2580"/>
                <a:gd name="T19" fmla="*/ 345 h 1856"/>
                <a:gd name="T20" fmla="*/ 246 w 2580"/>
                <a:gd name="T21" fmla="*/ 498 h 1856"/>
                <a:gd name="T22" fmla="*/ 924 w 2580"/>
                <a:gd name="T23" fmla="*/ 1523 h 1856"/>
                <a:gd name="T24" fmla="*/ 1180 w 2580"/>
                <a:gd name="T25" fmla="*/ 1781 h 1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80" h="1856">
                  <a:moveTo>
                    <a:pt x="1180" y="1781"/>
                  </a:moveTo>
                  <a:cubicBezTo>
                    <a:pt x="1540" y="1856"/>
                    <a:pt x="1928" y="1833"/>
                    <a:pt x="2268" y="1687"/>
                  </a:cubicBezTo>
                  <a:cubicBezTo>
                    <a:pt x="2469" y="1599"/>
                    <a:pt x="2580" y="1279"/>
                    <a:pt x="2369" y="1140"/>
                  </a:cubicBezTo>
                  <a:cubicBezTo>
                    <a:pt x="2358" y="1244"/>
                    <a:pt x="2423" y="1383"/>
                    <a:pt x="2323" y="1460"/>
                  </a:cubicBezTo>
                  <a:cubicBezTo>
                    <a:pt x="2250" y="1536"/>
                    <a:pt x="2121" y="1508"/>
                    <a:pt x="2070" y="1421"/>
                  </a:cubicBezTo>
                  <a:cubicBezTo>
                    <a:pt x="2022" y="1328"/>
                    <a:pt x="2026" y="1219"/>
                    <a:pt x="2018" y="1118"/>
                  </a:cubicBezTo>
                  <a:cubicBezTo>
                    <a:pt x="1785" y="1160"/>
                    <a:pt x="1549" y="1190"/>
                    <a:pt x="1312" y="1185"/>
                  </a:cubicBezTo>
                  <a:cubicBezTo>
                    <a:pt x="1177" y="761"/>
                    <a:pt x="908" y="372"/>
                    <a:pt x="518" y="148"/>
                  </a:cubicBezTo>
                  <a:cubicBezTo>
                    <a:pt x="413" y="94"/>
                    <a:pt x="298" y="0"/>
                    <a:pt x="174" y="50"/>
                  </a:cubicBezTo>
                  <a:cubicBezTo>
                    <a:pt x="59" y="92"/>
                    <a:pt x="0" y="234"/>
                    <a:pt x="52" y="345"/>
                  </a:cubicBezTo>
                  <a:cubicBezTo>
                    <a:pt x="87" y="426"/>
                    <a:pt x="175" y="458"/>
                    <a:pt x="246" y="498"/>
                  </a:cubicBezTo>
                  <a:cubicBezTo>
                    <a:pt x="625" y="696"/>
                    <a:pt x="886" y="1098"/>
                    <a:pt x="924" y="1523"/>
                  </a:cubicBezTo>
                  <a:cubicBezTo>
                    <a:pt x="937" y="1656"/>
                    <a:pt x="1056" y="1752"/>
                    <a:pt x="1180" y="178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23"/>
            <p:cNvSpPr>
              <a:spLocks/>
            </p:cNvSpPr>
            <p:nvPr/>
          </p:nvSpPr>
          <p:spPr bwMode="auto">
            <a:xfrm flipV="1">
              <a:off x="5597" y="1140"/>
              <a:ext cx="657" cy="1167"/>
            </a:xfrm>
            <a:custGeom>
              <a:avLst/>
              <a:gdLst>
                <a:gd name="T0" fmla="*/ 88 w 834"/>
                <a:gd name="T1" fmla="*/ 1332 h 1474"/>
                <a:gd name="T2" fmla="*/ 179 w 834"/>
                <a:gd name="T3" fmla="*/ 1460 h 1474"/>
                <a:gd name="T4" fmla="*/ 362 w 834"/>
                <a:gd name="T5" fmla="*/ 1303 h 1474"/>
                <a:gd name="T6" fmla="*/ 667 w 834"/>
                <a:gd name="T7" fmla="*/ 365 h 1474"/>
                <a:gd name="T8" fmla="*/ 804 w 834"/>
                <a:gd name="T9" fmla="*/ 131 h 1474"/>
                <a:gd name="T10" fmla="*/ 579 w 834"/>
                <a:gd name="T11" fmla="*/ 62 h 1474"/>
                <a:gd name="T12" fmla="*/ 88 w 834"/>
                <a:gd name="T13" fmla="*/ 1332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4" h="1474">
                  <a:moveTo>
                    <a:pt x="88" y="1332"/>
                  </a:moveTo>
                  <a:cubicBezTo>
                    <a:pt x="100" y="1386"/>
                    <a:pt x="144" y="1421"/>
                    <a:pt x="179" y="1460"/>
                  </a:cubicBezTo>
                  <a:cubicBezTo>
                    <a:pt x="272" y="1474"/>
                    <a:pt x="383" y="1408"/>
                    <a:pt x="362" y="1303"/>
                  </a:cubicBezTo>
                  <a:cubicBezTo>
                    <a:pt x="308" y="965"/>
                    <a:pt x="420" y="604"/>
                    <a:pt x="667" y="365"/>
                  </a:cubicBezTo>
                  <a:cubicBezTo>
                    <a:pt x="727" y="298"/>
                    <a:pt x="834" y="237"/>
                    <a:pt x="804" y="131"/>
                  </a:cubicBezTo>
                  <a:cubicBezTo>
                    <a:pt x="777" y="37"/>
                    <a:pt x="653" y="0"/>
                    <a:pt x="579" y="62"/>
                  </a:cubicBezTo>
                  <a:cubicBezTo>
                    <a:pt x="209" y="360"/>
                    <a:pt x="0" y="860"/>
                    <a:pt x="88" y="13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24"/>
            <p:cNvSpPr>
              <a:spLocks/>
            </p:cNvSpPr>
            <p:nvPr/>
          </p:nvSpPr>
          <p:spPr bwMode="auto">
            <a:xfrm flipV="1">
              <a:off x="5941" y="1185"/>
              <a:ext cx="660" cy="687"/>
            </a:xfrm>
            <a:custGeom>
              <a:avLst/>
              <a:gdLst>
                <a:gd name="T0" fmla="*/ 263 w 838"/>
                <a:gd name="T1" fmla="*/ 767 h 868"/>
                <a:gd name="T2" fmla="*/ 796 w 838"/>
                <a:gd name="T3" fmla="*/ 466 h 868"/>
                <a:gd name="T4" fmla="*/ 427 w 838"/>
                <a:gd name="T5" fmla="*/ 18 h 868"/>
                <a:gd name="T6" fmla="*/ 23 w 838"/>
                <a:gd name="T7" fmla="*/ 432 h 868"/>
                <a:gd name="T8" fmla="*/ 263 w 838"/>
                <a:gd name="T9" fmla="*/ 767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8" h="868">
                  <a:moveTo>
                    <a:pt x="263" y="767"/>
                  </a:moveTo>
                  <a:cubicBezTo>
                    <a:pt x="484" y="868"/>
                    <a:pt x="768" y="707"/>
                    <a:pt x="796" y="466"/>
                  </a:cubicBezTo>
                  <a:cubicBezTo>
                    <a:pt x="838" y="246"/>
                    <a:pt x="653" y="16"/>
                    <a:pt x="427" y="18"/>
                  </a:cubicBezTo>
                  <a:cubicBezTo>
                    <a:pt x="204" y="0"/>
                    <a:pt x="0" y="210"/>
                    <a:pt x="23" y="432"/>
                  </a:cubicBezTo>
                  <a:cubicBezTo>
                    <a:pt x="30" y="578"/>
                    <a:pt x="130" y="711"/>
                    <a:pt x="263" y="7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3761199" y="5242671"/>
            <a:ext cx="2391951" cy="1366319"/>
            <a:chOff x="8726488" y="4773613"/>
            <a:chExt cx="3187700" cy="1820863"/>
          </a:xfrm>
          <a:solidFill>
            <a:srgbClr val="595959"/>
          </a:solidFill>
        </p:grpSpPr>
        <p:sp>
          <p:nvSpPr>
            <p:cNvPr id="69" name="Freeform 5"/>
            <p:cNvSpPr>
              <a:spLocks/>
            </p:cNvSpPr>
            <p:nvPr/>
          </p:nvSpPr>
          <p:spPr bwMode="auto">
            <a:xfrm flipV="1">
              <a:off x="8726488" y="4773613"/>
              <a:ext cx="2451100" cy="1820863"/>
            </a:xfrm>
            <a:custGeom>
              <a:avLst/>
              <a:gdLst>
                <a:gd name="T0" fmla="*/ 3918 w 17095"/>
                <a:gd name="T1" fmla="*/ 12343 h 12696"/>
                <a:gd name="T2" fmla="*/ 5007 w 17095"/>
                <a:gd name="T3" fmla="*/ 12677 h 12696"/>
                <a:gd name="T4" fmla="*/ 5783 w 17095"/>
                <a:gd name="T5" fmla="*/ 12592 h 12696"/>
                <a:gd name="T6" fmla="*/ 13528 w 17095"/>
                <a:gd name="T7" fmla="*/ 9761 h 12696"/>
                <a:gd name="T8" fmla="*/ 14949 w 17095"/>
                <a:gd name="T9" fmla="*/ 9060 h 12696"/>
                <a:gd name="T10" fmla="*/ 16180 w 17095"/>
                <a:gd name="T11" fmla="*/ 8385 h 12696"/>
                <a:gd name="T12" fmla="*/ 16853 w 17095"/>
                <a:gd name="T13" fmla="*/ 7607 h 12696"/>
                <a:gd name="T14" fmla="*/ 17076 w 17095"/>
                <a:gd name="T15" fmla="*/ 6490 h 12696"/>
                <a:gd name="T16" fmla="*/ 16214 w 17095"/>
                <a:gd name="T17" fmla="*/ 4670 h 12696"/>
                <a:gd name="T18" fmla="*/ 15208 w 17095"/>
                <a:gd name="T19" fmla="*/ 4055 h 12696"/>
                <a:gd name="T20" fmla="*/ 15654 w 17095"/>
                <a:gd name="T21" fmla="*/ 3484 h 12696"/>
                <a:gd name="T22" fmla="*/ 16655 w 17095"/>
                <a:gd name="T23" fmla="*/ 2509 h 12696"/>
                <a:gd name="T24" fmla="*/ 16982 w 17095"/>
                <a:gd name="T25" fmla="*/ 1410 h 12696"/>
                <a:gd name="T26" fmla="*/ 15166 w 17095"/>
                <a:gd name="T27" fmla="*/ 21 h 12696"/>
                <a:gd name="T28" fmla="*/ 14038 w 17095"/>
                <a:gd name="T29" fmla="*/ 527 h 12696"/>
                <a:gd name="T30" fmla="*/ 12054 w 17095"/>
                <a:gd name="T31" fmla="*/ 3098 h 12696"/>
                <a:gd name="T32" fmla="*/ 11486 w 17095"/>
                <a:gd name="T33" fmla="*/ 5174 h 12696"/>
                <a:gd name="T34" fmla="*/ 8846 w 17095"/>
                <a:gd name="T35" fmla="*/ 6341 h 12696"/>
                <a:gd name="T36" fmla="*/ 9216 w 17095"/>
                <a:gd name="T37" fmla="*/ 5796 h 12696"/>
                <a:gd name="T38" fmla="*/ 10220 w 17095"/>
                <a:gd name="T39" fmla="*/ 4362 h 12696"/>
                <a:gd name="T40" fmla="*/ 10486 w 17095"/>
                <a:gd name="T41" fmla="*/ 3780 h 12696"/>
                <a:gd name="T42" fmla="*/ 10335 w 17095"/>
                <a:gd name="T43" fmla="*/ 2822 h 12696"/>
                <a:gd name="T44" fmla="*/ 9137 w 17095"/>
                <a:gd name="T45" fmla="*/ 1904 h 12696"/>
                <a:gd name="T46" fmla="*/ 8367 w 17095"/>
                <a:gd name="T47" fmla="*/ 1829 h 12696"/>
                <a:gd name="T48" fmla="*/ 7865 w 17095"/>
                <a:gd name="T49" fmla="*/ 1796 h 12696"/>
                <a:gd name="T50" fmla="*/ 3175 w 17095"/>
                <a:gd name="T51" fmla="*/ 1711 h 12696"/>
                <a:gd name="T52" fmla="*/ 1204 w 17095"/>
                <a:gd name="T53" fmla="*/ 1907 h 12696"/>
                <a:gd name="T54" fmla="*/ 365 w 17095"/>
                <a:gd name="T55" fmla="*/ 2270 h 12696"/>
                <a:gd name="T56" fmla="*/ 0 w 17095"/>
                <a:gd name="T57" fmla="*/ 2878 h 12696"/>
                <a:gd name="T58" fmla="*/ 0 w 17095"/>
                <a:gd name="T59" fmla="*/ 3579 h 12696"/>
                <a:gd name="T60" fmla="*/ 928 w 17095"/>
                <a:gd name="T61" fmla="*/ 4858 h 12696"/>
                <a:gd name="T62" fmla="*/ 2011 w 17095"/>
                <a:gd name="T63" fmla="*/ 5039 h 12696"/>
                <a:gd name="T64" fmla="*/ 4127 w 17095"/>
                <a:gd name="T65" fmla="*/ 4885 h 12696"/>
                <a:gd name="T66" fmla="*/ 5120 w 17095"/>
                <a:gd name="T67" fmla="*/ 4883 h 12696"/>
                <a:gd name="T68" fmla="*/ 5854 w 17095"/>
                <a:gd name="T69" fmla="*/ 4918 h 12696"/>
                <a:gd name="T70" fmla="*/ 4095 w 17095"/>
                <a:gd name="T71" fmla="*/ 7094 h 12696"/>
                <a:gd name="T72" fmla="*/ 3353 w 17095"/>
                <a:gd name="T73" fmla="*/ 7937 h 12696"/>
                <a:gd name="T74" fmla="*/ 3144 w 17095"/>
                <a:gd name="T75" fmla="*/ 8469 h 12696"/>
                <a:gd name="T76" fmla="*/ 2872 w 17095"/>
                <a:gd name="T77" fmla="*/ 9011 h 12696"/>
                <a:gd name="T78" fmla="*/ 3918 w 17095"/>
                <a:gd name="T79" fmla="*/ 12343 h 12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095" h="12696">
                  <a:moveTo>
                    <a:pt x="3918" y="12343"/>
                  </a:moveTo>
                  <a:cubicBezTo>
                    <a:pt x="4245" y="12546"/>
                    <a:pt x="4626" y="12648"/>
                    <a:pt x="5007" y="12677"/>
                  </a:cubicBezTo>
                  <a:cubicBezTo>
                    <a:pt x="5269" y="12696"/>
                    <a:pt x="5527" y="12640"/>
                    <a:pt x="5783" y="12592"/>
                  </a:cubicBezTo>
                  <a:cubicBezTo>
                    <a:pt x="8460" y="11939"/>
                    <a:pt x="11041" y="10939"/>
                    <a:pt x="13528" y="9761"/>
                  </a:cubicBezTo>
                  <a:cubicBezTo>
                    <a:pt x="14000" y="9523"/>
                    <a:pt x="14484" y="9311"/>
                    <a:pt x="14949" y="9060"/>
                  </a:cubicBezTo>
                  <a:cubicBezTo>
                    <a:pt x="15360" y="8837"/>
                    <a:pt x="15795" y="8654"/>
                    <a:pt x="16180" y="8385"/>
                  </a:cubicBezTo>
                  <a:cubicBezTo>
                    <a:pt x="16452" y="8174"/>
                    <a:pt x="16701" y="7921"/>
                    <a:pt x="16853" y="7607"/>
                  </a:cubicBezTo>
                  <a:cubicBezTo>
                    <a:pt x="17040" y="7269"/>
                    <a:pt x="17095" y="6873"/>
                    <a:pt x="17076" y="6490"/>
                  </a:cubicBezTo>
                  <a:cubicBezTo>
                    <a:pt x="17042" y="5802"/>
                    <a:pt x="16708" y="5144"/>
                    <a:pt x="16214" y="4670"/>
                  </a:cubicBezTo>
                  <a:cubicBezTo>
                    <a:pt x="15933" y="4388"/>
                    <a:pt x="15578" y="4193"/>
                    <a:pt x="15208" y="4055"/>
                  </a:cubicBezTo>
                  <a:cubicBezTo>
                    <a:pt x="15346" y="3857"/>
                    <a:pt x="15490" y="3662"/>
                    <a:pt x="15654" y="3484"/>
                  </a:cubicBezTo>
                  <a:cubicBezTo>
                    <a:pt x="15951" y="3122"/>
                    <a:pt x="16332" y="2845"/>
                    <a:pt x="16655" y="2509"/>
                  </a:cubicBezTo>
                  <a:cubicBezTo>
                    <a:pt x="16928" y="2220"/>
                    <a:pt x="17060" y="1802"/>
                    <a:pt x="16982" y="1410"/>
                  </a:cubicBezTo>
                  <a:cubicBezTo>
                    <a:pt x="16808" y="593"/>
                    <a:pt x="15990" y="0"/>
                    <a:pt x="15166" y="21"/>
                  </a:cubicBezTo>
                  <a:cubicBezTo>
                    <a:pt x="14744" y="45"/>
                    <a:pt x="14342" y="234"/>
                    <a:pt x="14038" y="527"/>
                  </a:cubicBezTo>
                  <a:cubicBezTo>
                    <a:pt x="13209" y="1234"/>
                    <a:pt x="12522" y="2112"/>
                    <a:pt x="12054" y="3098"/>
                  </a:cubicBezTo>
                  <a:cubicBezTo>
                    <a:pt x="11749" y="3751"/>
                    <a:pt x="11546" y="4454"/>
                    <a:pt x="11486" y="5174"/>
                  </a:cubicBezTo>
                  <a:cubicBezTo>
                    <a:pt x="10622" y="5598"/>
                    <a:pt x="9735" y="5973"/>
                    <a:pt x="8846" y="6341"/>
                  </a:cubicBezTo>
                  <a:cubicBezTo>
                    <a:pt x="8954" y="6149"/>
                    <a:pt x="9092" y="5977"/>
                    <a:pt x="9216" y="5796"/>
                  </a:cubicBezTo>
                  <a:cubicBezTo>
                    <a:pt x="9550" y="5318"/>
                    <a:pt x="9885" y="4840"/>
                    <a:pt x="10220" y="4362"/>
                  </a:cubicBezTo>
                  <a:cubicBezTo>
                    <a:pt x="10341" y="4185"/>
                    <a:pt x="10449" y="3994"/>
                    <a:pt x="10486" y="3780"/>
                  </a:cubicBezTo>
                  <a:cubicBezTo>
                    <a:pt x="10536" y="3456"/>
                    <a:pt x="10505" y="3108"/>
                    <a:pt x="10335" y="2822"/>
                  </a:cubicBezTo>
                  <a:cubicBezTo>
                    <a:pt x="10088" y="2364"/>
                    <a:pt x="9636" y="2036"/>
                    <a:pt x="9137" y="1904"/>
                  </a:cubicBezTo>
                  <a:cubicBezTo>
                    <a:pt x="8885" y="1841"/>
                    <a:pt x="8623" y="1859"/>
                    <a:pt x="8367" y="1829"/>
                  </a:cubicBezTo>
                  <a:cubicBezTo>
                    <a:pt x="8200" y="1812"/>
                    <a:pt x="8032" y="1817"/>
                    <a:pt x="7865" y="1796"/>
                  </a:cubicBezTo>
                  <a:cubicBezTo>
                    <a:pt x="6306" y="1664"/>
                    <a:pt x="4738" y="1648"/>
                    <a:pt x="3175" y="1711"/>
                  </a:cubicBezTo>
                  <a:cubicBezTo>
                    <a:pt x="2516" y="1751"/>
                    <a:pt x="1860" y="1833"/>
                    <a:pt x="1204" y="1907"/>
                  </a:cubicBezTo>
                  <a:cubicBezTo>
                    <a:pt x="903" y="1961"/>
                    <a:pt x="590" y="2052"/>
                    <a:pt x="365" y="2270"/>
                  </a:cubicBezTo>
                  <a:cubicBezTo>
                    <a:pt x="180" y="2428"/>
                    <a:pt x="82" y="2656"/>
                    <a:pt x="0" y="2878"/>
                  </a:cubicBezTo>
                  <a:lnTo>
                    <a:pt x="0" y="3579"/>
                  </a:lnTo>
                  <a:cubicBezTo>
                    <a:pt x="123" y="4105"/>
                    <a:pt x="443" y="4601"/>
                    <a:pt x="928" y="4858"/>
                  </a:cubicBezTo>
                  <a:cubicBezTo>
                    <a:pt x="1253" y="5045"/>
                    <a:pt x="1644" y="5090"/>
                    <a:pt x="2011" y="5039"/>
                  </a:cubicBezTo>
                  <a:cubicBezTo>
                    <a:pt x="2716" y="4974"/>
                    <a:pt x="3419" y="4880"/>
                    <a:pt x="4127" y="4885"/>
                  </a:cubicBezTo>
                  <a:cubicBezTo>
                    <a:pt x="4458" y="4881"/>
                    <a:pt x="4789" y="4862"/>
                    <a:pt x="5120" y="4883"/>
                  </a:cubicBezTo>
                  <a:cubicBezTo>
                    <a:pt x="5364" y="4898"/>
                    <a:pt x="5612" y="4869"/>
                    <a:pt x="5854" y="4918"/>
                  </a:cubicBezTo>
                  <a:cubicBezTo>
                    <a:pt x="5308" y="5674"/>
                    <a:pt x="4716" y="6398"/>
                    <a:pt x="4095" y="7094"/>
                  </a:cubicBezTo>
                  <a:cubicBezTo>
                    <a:pt x="3847" y="7374"/>
                    <a:pt x="3565" y="7626"/>
                    <a:pt x="3353" y="7937"/>
                  </a:cubicBezTo>
                  <a:cubicBezTo>
                    <a:pt x="3243" y="8095"/>
                    <a:pt x="3186" y="8283"/>
                    <a:pt x="3144" y="8469"/>
                  </a:cubicBezTo>
                  <a:cubicBezTo>
                    <a:pt x="3110" y="8676"/>
                    <a:pt x="2938" y="8818"/>
                    <a:pt x="2872" y="9011"/>
                  </a:cubicBezTo>
                  <a:cubicBezTo>
                    <a:pt x="2357" y="10177"/>
                    <a:pt x="2839" y="11675"/>
                    <a:pt x="3918" y="123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Freeform 6"/>
            <p:cNvSpPr>
              <a:spLocks/>
            </p:cNvSpPr>
            <p:nvPr/>
          </p:nvSpPr>
          <p:spPr bwMode="auto">
            <a:xfrm flipV="1">
              <a:off x="11196638" y="5516563"/>
              <a:ext cx="717550" cy="701675"/>
            </a:xfrm>
            <a:custGeom>
              <a:avLst/>
              <a:gdLst>
                <a:gd name="T0" fmla="*/ 2223 w 5004"/>
                <a:gd name="T1" fmla="*/ 4844 h 4891"/>
                <a:gd name="T2" fmla="*/ 3851 w 5004"/>
                <a:gd name="T3" fmla="*/ 4377 h 4891"/>
                <a:gd name="T4" fmla="*/ 4738 w 5004"/>
                <a:gd name="T5" fmla="*/ 1830 h 4891"/>
                <a:gd name="T6" fmla="*/ 3206 w 5004"/>
                <a:gd name="T7" fmla="*/ 184 h 4891"/>
                <a:gd name="T8" fmla="*/ 1708 w 5004"/>
                <a:gd name="T9" fmla="*/ 157 h 4891"/>
                <a:gd name="T10" fmla="*/ 432 w 5004"/>
                <a:gd name="T11" fmla="*/ 1097 h 4891"/>
                <a:gd name="T12" fmla="*/ 9 w 5004"/>
                <a:gd name="T13" fmla="*/ 2529 h 4891"/>
                <a:gd name="T14" fmla="*/ 709 w 5004"/>
                <a:gd name="T15" fmla="*/ 4135 h 4891"/>
                <a:gd name="T16" fmla="*/ 2223 w 5004"/>
                <a:gd name="T17" fmla="*/ 4844 h 4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04" h="4891">
                  <a:moveTo>
                    <a:pt x="2223" y="4844"/>
                  </a:moveTo>
                  <a:cubicBezTo>
                    <a:pt x="2798" y="4891"/>
                    <a:pt x="3390" y="4727"/>
                    <a:pt x="3851" y="4377"/>
                  </a:cubicBezTo>
                  <a:cubicBezTo>
                    <a:pt x="4628" y="3816"/>
                    <a:pt x="5004" y="2754"/>
                    <a:pt x="4738" y="1830"/>
                  </a:cubicBezTo>
                  <a:cubicBezTo>
                    <a:pt x="4543" y="1073"/>
                    <a:pt x="3948" y="432"/>
                    <a:pt x="3206" y="184"/>
                  </a:cubicBezTo>
                  <a:cubicBezTo>
                    <a:pt x="2730" y="6"/>
                    <a:pt x="2191" y="0"/>
                    <a:pt x="1708" y="157"/>
                  </a:cubicBezTo>
                  <a:cubicBezTo>
                    <a:pt x="1189" y="308"/>
                    <a:pt x="739" y="657"/>
                    <a:pt x="432" y="1097"/>
                  </a:cubicBezTo>
                  <a:cubicBezTo>
                    <a:pt x="145" y="1513"/>
                    <a:pt x="0" y="2025"/>
                    <a:pt x="9" y="2529"/>
                  </a:cubicBezTo>
                  <a:cubicBezTo>
                    <a:pt x="43" y="3123"/>
                    <a:pt x="276" y="3717"/>
                    <a:pt x="709" y="4135"/>
                  </a:cubicBezTo>
                  <a:cubicBezTo>
                    <a:pt x="1102" y="4549"/>
                    <a:pt x="1656" y="4799"/>
                    <a:pt x="2223" y="48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6" name="组合 85"/>
          <p:cNvGrpSpPr/>
          <p:nvPr/>
        </p:nvGrpSpPr>
        <p:grpSpPr>
          <a:xfrm>
            <a:off x="6813426" y="4524049"/>
            <a:ext cx="2285679" cy="2084941"/>
            <a:chOff x="7014855" y="4592328"/>
            <a:chExt cx="2285679" cy="2084941"/>
          </a:xfrm>
          <a:solidFill>
            <a:srgbClr val="595959"/>
          </a:solidFill>
        </p:grpSpPr>
        <p:sp>
          <p:nvSpPr>
            <p:cNvPr id="77" name="Freeform 6"/>
            <p:cNvSpPr>
              <a:spLocks/>
            </p:cNvSpPr>
            <p:nvPr/>
          </p:nvSpPr>
          <p:spPr bwMode="auto">
            <a:xfrm flipV="1">
              <a:off x="8550047" y="4592328"/>
              <a:ext cx="547468" cy="526938"/>
            </a:xfrm>
            <a:custGeom>
              <a:avLst/>
              <a:gdLst>
                <a:gd name="T0" fmla="*/ 418 w 1052"/>
                <a:gd name="T1" fmla="*/ 749 h 1007"/>
                <a:gd name="T2" fmla="*/ 714 w 1052"/>
                <a:gd name="T3" fmla="*/ 964 h 1007"/>
                <a:gd name="T4" fmla="*/ 1052 w 1052"/>
                <a:gd name="T5" fmla="*/ 634 h 1007"/>
                <a:gd name="T6" fmla="*/ 698 w 1052"/>
                <a:gd name="T7" fmla="*/ 798 h 1007"/>
                <a:gd name="T8" fmla="*/ 437 w 1052"/>
                <a:gd name="T9" fmla="*/ 754 h 1007"/>
                <a:gd name="T10" fmla="*/ 697 w 1052"/>
                <a:gd name="T11" fmla="*/ 231 h 1007"/>
                <a:gd name="T12" fmla="*/ 103 w 1052"/>
                <a:gd name="T13" fmla="*/ 273 h 1007"/>
                <a:gd name="T14" fmla="*/ 418 w 1052"/>
                <a:gd name="T15" fmla="*/ 749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2" h="1007">
                  <a:moveTo>
                    <a:pt x="418" y="749"/>
                  </a:moveTo>
                  <a:cubicBezTo>
                    <a:pt x="441" y="889"/>
                    <a:pt x="565" y="1007"/>
                    <a:pt x="714" y="964"/>
                  </a:cubicBezTo>
                  <a:cubicBezTo>
                    <a:pt x="910" y="933"/>
                    <a:pt x="829" y="623"/>
                    <a:pt x="1052" y="634"/>
                  </a:cubicBezTo>
                  <a:cubicBezTo>
                    <a:pt x="902" y="536"/>
                    <a:pt x="808" y="730"/>
                    <a:pt x="698" y="798"/>
                  </a:cubicBezTo>
                  <a:cubicBezTo>
                    <a:pt x="614" y="864"/>
                    <a:pt x="516" y="790"/>
                    <a:pt x="437" y="754"/>
                  </a:cubicBezTo>
                  <a:cubicBezTo>
                    <a:pt x="671" y="713"/>
                    <a:pt x="829" y="443"/>
                    <a:pt x="697" y="231"/>
                  </a:cubicBezTo>
                  <a:cubicBezTo>
                    <a:pt x="571" y="0"/>
                    <a:pt x="194" y="25"/>
                    <a:pt x="103" y="273"/>
                  </a:cubicBezTo>
                  <a:cubicBezTo>
                    <a:pt x="0" y="492"/>
                    <a:pt x="185" y="743"/>
                    <a:pt x="418" y="74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 flipV="1">
              <a:off x="7943270" y="5096455"/>
              <a:ext cx="1275144" cy="1081249"/>
            </a:xfrm>
            <a:custGeom>
              <a:avLst/>
              <a:gdLst>
                <a:gd name="T0" fmla="*/ 665 w 2446"/>
                <a:gd name="T1" fmla="*/ 1597 h 2076"/>
                <a:gd name="T2" fmla="*/ 1278 w 2446"/>
                <a:gd name="T3" fmla="*/ 2031 h 2076"/>
                <a:gd name="T4" fmla="*/ 2034 w 2446"/>
                <a:gd name="T5" fmla="*/ 2017 h 2076"/>
                <a:gd name="T6" fmla="*/ 2446 w 2446"/>
                <a:gd name="T7" fmla="*/ 1601 h 2076"/>
                <a:gd name="T8" fmla="*/ 1766 w 2446"/>
                <a:gd name="T9" fmla="*/ 1593 h 2076"/>
                <a:gd name="T10" fmla="*/ 1629 w 2446"/>
                <a:gd name="T11" fmla="*/ 1292 h 2076"/>
                <a:gd name="T12" fmla="*/ 1996 w 2446"/>
                <a:gd name="T13" fmla="*/ 1196 h 2076"/>
                <a:gd name="T14" fmla="*/ 1751 w 2446"/>
                <a:gd name="T15" fmla="*/ 609 h 2076"/>
                <a:gd name="T16" fmla="*/ 439 w 2446"/>
                <a:gd name="T17" fmla="*/ 290 h 2076"/>
                <a:gd name="T18" fmla="*/ 0 w 2446"/>
                <a:gd name="T19" fmla="*/ 0 h 2076"/>
                <a:gd name="T20" fmla="*/ 309 w 2446"/>
                <a:gd name="T21" fmla="*/ 426 h 2076"/>
                <a:gd name="T22" fmla="*/ 982 w 2446"/>
                <a:gd name="T23" fmla="*/ 673 h 2076"/>
                <a:gd name="T24" fmla="*/ 1155 w 2446"/>
                <a:gd name="T25" fmla="*/ 1197 h 2076"/>
                <a:gd name="T26" fmla="*/ 1508 w 2446"/>
                <a:gd name="T27" fmla="*/ 1312 h 2076"/>
                <a:gd name="T28" fmla="*/ 1352 w 2446"/>
                <a:gd name="T29" fmla="*/ 1594 h 2076"/>
                <a:gd name="T30" fmla="*/ 665 w 2446"/>
                <a:gd name="T31" fmla="*/ 1597 h 2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46" h="2076">
                  <a:moveTo>
                    <a:pt x="665" y="1597"/>
                  </a:moveTo>
                  <a:cubicBezTo>
                    <a:pt x="870" y="1740"/>
                    <a:pt x="987" y="2076"/>
                    <a:pt x="1278" y="2031"/>
                  </a:cubicBezTo>
                  <a:cubicBezTo>
                    <a:pt x="1529" y="2020"/>
                    <a:pt x="1784" y="2049"/>
                    <a:pt x="2034" y="2017"/>
                  </a:cubicBezTo>
                  <a:cubicBezTo>
                    <a:pt x="2180" y="1888"/>
                    <a:pt x="2307" y="1738"/>
                    <a:pt x="2446" y="1601"/>
                  </a:cubicBezTo>
                  <a:cubicBezTo>
                    <a:pt x="2219" y="1594"/>
                    <a:pt x="1992" y="1617"/>
                    <a:pt x="1766" y="1593"/>
                  </a:cubicBezTo>
                  <a:cubicBezTo>
                    <a:pt x="1633" y="1574"/>
                    <a:pt x="1537" y="1404"/>
                    <a:pt x="1629" y="1292"/>
                  </a:cubicBezTo>
                  <a:cubicBezTo>
                    <a:pt x="1711" y="1172"/>
                    <a:pt x="1871" y="1201"/>
                    <a:pt x="1996" y="1196"/>
                  </a:cubicBezTo>
                  <a:cubicBezTo>
                    <a:pt x="2020" y="974"/>
                    <a:pt x="1939" y="739"/>
                    <a:pt x="1751" y="609"/>
                  </a:cubicBezTo>
                  <a:cubicBezTo>
                    <a:pt x="1375" y="336"/>
                    <a:pt x="888" y="308"/>
                    <a:pt x="439" y="290"/>
                  </a:cubicBezTo>
                  <a:cubicBezTo>
                    <a:pt x="255" y="272"/>
                    <a:pt x="126" y="120"/>
                    <a:pt x="0" y="0"/>
                  </a:cubicBezTo>
                  <a:cubicBezTo>
                    <a:pt x="26" y="180"/>
                    <a:pt x="124" y="369"/>
                    <a:pt x="309" y="426"/>
                  </a:cubicBezTo>
                  <a:cubicBezTo>
                    <a:pt x="537" y="494"/>
                    <a:pt x="796" y="508"/>
                    <a:pt x="982" y="673"/>
                  </a:cubicBezTo>
                  <a:cubicBezTo>
                    <a:pt x="1132" y="802"/>
                    <a:pt x="1154" y="1012"/>
                    <a:pt x="1155" y="1197"/>
                  </a:cubicBezTo>
                  <a:cubicBezTo>
                    <a:pt x="1279" y="1195"/>
                    <a:pt x="1439" y="1184"/>
                    <a:pt x="1508" y="1312"/>
                  </a:cubicBezTo>
                  <a:cubicBezTo>
                    <a:pt x="1586" y="1428"/>
                    <a:pt x="1475" y="1577"/>
                    <a:pt x="1352" y="1594"/>
                  </a:cubicBezTo>
                  <a:cubicBezTo>
                    <a:pt x="1124" y="1620"/>
                    <a:pt x="894" y="1583"/>
                    <a:pt x="665" y="15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" name="Freeform 9"/>
            <p:cNvSpPr>
              <a:spLocks/>
            </p:cNvSpPr>
            <p:nvPr/>
          </p:nvSpPr>
          <p:spPr bwMode="auto">
            <a:xfrm flipV="1">
              <a:off x="8169100" y="5313161"/>
              <a:ext cx="542906" cy="216706"/>
            </a:xfrm>
            <a:custGeom>
              <a:avLst/>
              <a:gdLst>
                <a:gd name="T0" fmla="*/ 183 w 1040"/>
                <a:gd name="T1" fmla="*/ 21 h 416"/>
                <a:gd name="T2" fmla="*/ 315 w 1040"/>
                <a:gd name="T3" fmla="*/ 292 h 416"/>
                <a:gd name="T4" fmla="*/ 1040 w 1040"/>
                <a:gd name="T5" fmla="*/ 156 h 416"/>
                <a:gd name="T6" fmla="*/ 880 w 1040"/>
                <a:gd name="T7" fmla="*/ 14 h 416"/>
                <a:gd name="T8" fmla="*/ 183 w 1040"/>
                <a:gd name="T9" fmla="*/ 2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0" h="416">
                  <a:moveTo>
                    <a:pt x="183" y="21"/>
                  </a:moveTo>
                  <a:cubicBezTo>
                    <a:pt x="0" y="102"/>
                    <a:pt x="139" y="358"/>
                    <a:pt x="315" y="292"/>
                  </a:cubicBezTo>
                  <a:cubicBezTo>
                    <a:pt x="548" y="239"/>
                    <a:pt x="906" y="416"/>
                    <a:pt x="1040" y="156"/>
                  </a:cubicBezTo>
                  <a:cubicBezTo>
                    <a:pt x="1004" y="93"/>
                    <a:pt x="968" y="5"/>
                    <a:pt x="880" y="14"/>
                  </a:cubicBezTo>
                  <a:cubicBezTo>
                    <a:pt x="648" y="12"/>
                    <a:pt x="414" y="0"/>
                    <a:pt x="183" y="2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1" name="Freeform 10"/>
            <p:cNvSpPr>
              <a:spLocks/>
            </p:cNvSpPr>
            <p:nvPr/>
          </p:nvSpPr>
          <p:spPr bwMode="auto">
            <a:xfrm flipV="1">
              <a:off x="8789564" y="5377032"/>
              <a:ext cx="510970" cy="150554"/>
            </a:xfrm>
            <a:custGeom>
              <a:avLst/>
              <a:gdLst>
                <a:gd name="T0" fmla="*/ 154 w 980"/>
                <a:gd name="T1" fmla="*/ 13 h 290"/>
                <a:gd name="T2" fmla="*/ 154 w 980"/>
                <a:gd name="T3" fmla="*/ 284 h 290"/>
                <a:gd name="T4" fmla="*/ 847 w 980"/>
                <a:gd name="T5" fmla="*/ 283 h 290"/>
                <a:gd name="T6" fmla="*/ 980 w 980"/>
                <a:gd name="T7" fmla="*/ 155 h 290"/>
                <a:gd name="T8" fmla="*/ 820 w 980"/>
                <a:gd name="T9" fmla="*/ 10 h 290"/>
                <a:gd name="T10" fmla="*/ 154 w 980"/>
                <a:gd name="T11" fmla="*/ 13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0" h="290">
                  <a:moveTo>
                    <a:pt x="154" y="13"/>
                  </a:moveTo>
                  <a:cubicBezTo>
                    <a:pt x="0" y="19"/>
                    <a:pt x="0" y="281"/>
                    <a:pt x="154" y="284"/>
                  </a:cubicBezTo>
                  <a:cubicBezTo>
                    <a:pt x="385" y="289"/>
                    <a:pt x="617" y="290"/>
                    <a:pt x="847" y="283"/>
                  </a:cubicBezTo>
                  <a:cubicBezTo>
                    <a:pt x="921" y="284"/>
                    <a:pt x="944" y="204"/>
                    <a:pt x="980" y="155"/>
                  </a:cubicBezTo>
                  <a:cubicBezTo>
                    <a:pt x="947" y="90"/>
                    <a:pt x="909" y="0"/>
                    <a:pt x="820" y="10"/>
                  </a:cubicBezTo>
                  <a:cubicBezTo>
                    <a:pt x="598" y="6"/>
                    <a:pt x="375" y="0"/>
                    <a:pt x="154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" name="Freeform 11"/>
            <p:cNvSpPr>
              <a:spLocks noEditPoints="1"/>
            </p:cNvSpPr>
            <p:nvPr/>
          </p:nvSpPr>
          <p:spPr bwMode="auto">
            <a:xfrm flipV="1">
              <a:off x="7014855" y="6221046"/>
              <a:ext cx="976318" cy="394633"/>
            </a:xfrm>
            <a:custGeom>
              <a:avLst/>
              <a:gdLst>
                <a:gd name="T0" fmla="*/ 1702 w 1870"/>
                <a:gd name="T1" fmla="*/ 748 h 754"/>
                <a:gd name="T2" fmla="*/ 1870 w 1870"/>
                <a:gd name="T3" fmla="*/ 754 h 754"/>
                <a:gd name="T4" fmla="*/ 1619 w 1870"/>
                <a:gd name="T5" fmla="*/ 391 h 754"/>
                <a:gd name="T6" fmla="*/ 1236 w 1870"/>
                <a:gd name="T7" fmla="*/ 248 h 754"/>
                <a:gd name="T8" fmla="*/ 455 w 1870"/>
                <a:gd name="T9" fmla="*/ 97 h 754"/>
                <a:gd name="T10" fmla="*/ 0 w 1870"/>
                <a:gd name="T11" fmla="*/ 404 h 754"/>
                <a:gd name="T12" fmla="*/ 361 w 1870"/>
                <a:gd name="T13" fmla="*/ 395 h 754"/>
                <a:gd name="T14" fmla="*/ 538 w 1870"/>
                <a:gd name="T15" fmla="*/ 466 h 754"/>
                <a:gd name="T16" fmla="*/ 975 w 1870"/>
                <a:gd name="T17" fmla="*/ 465 h 754"/>
                <a:gd name="T18" fmla="*/ 1702 w 1870"/>
                <a:gd name="T19" fmla="*/ 748 h 754"/>
                <a:gd name="T20" fmla="*/ 139 w 1870"/>
                <a:gd name="T21" fmla="*/ 401 h 754"/>
                <a:gd name="T22" fmla="*/ 81 w 1870"/>
                <a:gd name="T23" fmla="*/ 332 h 754"/>
                <a:gd name="T24" fmla="*/ 283 w 1870"/>
                <a:gd name="T25" fmla="*/ 195 h 754"/>
                <a:gd name="T26" fmla="*/ 330 w 1870"/>
                <a:gd name="T27" fmla="*/ 385 h 754"/>
                <a:gd name="T28" fmla="*/ 139 w 1870"/>
                <a:gd name="T29" fmla="*/ 401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70" h="754">
                  <a:moveTo>
                    <a:pt x="1702" y="748"/>
                  </a:moveTo>
                  <a:cubicBezTo>
                    <a:pt x="1758" y="750"/>
                    <a:pt x="1814" y="751"/>
                    <a:pt x="1870" y="754"/>
                  </a:cubicBezTo>
                  <a:cubicBezTo>
                    <a:pt x="1758" y="652"/>
                    <a:pt x="1741" y="483"/>
                    <a:pt x="1619" y="391"/>
                  </a:cubicBezTo>
                  <a:cubicBezTo>
                    <a:pt x="1513" y="298"/>
                    <a:pt x="1371" y="270"/>
                    <a:pt x="1236" y="248"/>
                  </a:cubicBezTo>
                  <a:cubicBezTo>
                    <a:pt x="1070" y="0"/>
                    <a:pt x="707" y="9"/>
                    <a:pt x="455" y="97"/>
                  </a:cubicBezTo>
                  <a:cubicBezTo>
                    <a:pt x="312" y="221"/>
                    <a:pt x="31" y="169"/>
                    <a:pt x="0" y="404"/>
                  </a:cubicBezTo>
                  <a:cubicBezTo>
                    <a:pt x="114" y="474"/>
                    <a:pt x="248" y="452"/>
                    <a:pt x="361" y="395"/>
                  </a:cubicBezTo>
                  <a:cubicBezTo>
                    <a:pt x="420" y="420"/>
                    <a:pt x="479" y="444"/>
                    <a:pt x="538" y="466"/>
                  </a:cubicBezTo>
                  <a:cubicBezTo>
                    <a:pt x="674" y="397"/>
                    <a:pt x="840" y="392"/>
                    <a:pt x="975" y="465"/>
                  </a:cubicBezTo>
                  <a:cubicBezTo>
                    <a:pt x="1233" y="323"/>
                    <a:pt x="1655" y="421"/>
                    <a:pt x="1702" y="748"/>
                  </a:cubicBezTo>
                  <a:moveTo>
                    <a:pt x="139" y="401"/>
                  </a:moveTo>
                  <a:cubicBezTo>
                    <a:pt x="124" y="384"/>
                    <a:pt x="95" y="349"/>
                    <a:pt x="81" y="332"/>
                  </a:cubicBezTo>
                  <a:cubicBezTo>
                    <a:pt x="134" y="268"/>
                    <a:pt x="207" y="227"/>
                    <a:pt x="283" y="195"/>
                  </a:cubicBezTo>
                  <a:cubicBezTo>
                    <a:pt x="298" y="259"/>
                    <a:pt x="313" y="322"/>
                    <a:pt x="330" y="385"/>
                  </a:cubicBezTo>
                  <a:cubicBezTo>
                    <a:pt x="267" y="393"/>
                    <a:pt x="203" y="398"/>
                    <a:pt x="139" y="40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3" name="Freeform 12"/>
            <p:cNvSpPr>
              <a:spLocks/>
            </p:cNvSpPr>
            <p:nvPr/>
          </p:nvSpPr>
          <p:spPr bwMode="auto">
            <a:xfrm flipV="1">
              <a:off x="7311400" y="6312290"/>
              <a:ext cx="191614" cy="77558"/>
            </a:xfrm>
            <a:custGeom>
              <a:avLst/>
              <a:gdLst>
                <a:gd name="T0" fmla="*/ 0 w 370"/>
                <a:gd name="T1" fmla="*/ 41 h 147"/>
                <a:gd name="T2" fmla="*/ 188 w 370"/>
                <a:gd name="T3" fmla="*/ 147 h 147"/>
                <a:gd name="T4" fmla="*/ 370 w 370"/>
                <a:gd name="T5" fmla="*/ 38 h 147"/>
                <a:gd name="T6" fmla="*/ 0 w 370"/>
                <a:gd name="T7" fmla="*/ 4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0" h="147">
                  <a:moveTo>
                    <a:pt x="0" y="41"/>
                  </a:moveTo>
                  <a:cubicBezTo>
                    <a:pt x="60" y="80"/>
                    <a:pt x="125" y="112"/>
                    <a:pt x="188" y="147"/>
                  </a:cubicBezTo>
                  <a:cubicBezTo>
                    <a:pt x="249" y="112"/>
                    <a:pt x="311" y="78"/>
                    <a:pt x="370" y="38"/>
                  </a:cubicBezTo>
                  <a:cubicBezTo>
                    <a:pt x="249" y="0"/>
                    <a:pt x="119" y="0"/>
                    <a:pt x="0" y="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" name="Freeform 13"/>
            <p:cNvSpPr>
              <a:spLocks/>
            </p:cNvSpPr>
            <p:nvPr/>
          </p:nvSpPr>
          <p:spPr bwMode="auto">
            <a:xfrm flipV="1">
              <a:off x="7147160" y="6554089"/>
              <a:ext cx="526938" cy="123180"/>
            </a:xfrm>
            <a:custGeom>
              <a:avLst/>
              <a:gdLst>
                <a:gd name="T0" fmla="*/ 47 w 1013"/>
                <a:gd name="T1" fmla="*/ 231 h 235"/>
                <a:gd name="T2" fmla="*/ 969 w 1013"/>
                <a:gd name="T3" fmla="*/ 235 h 235"/>
                <a:gd name="T4" fmla="*/ 1013 w 1013"/>
                <a:gd name="T5" fmla="*/ 159 h 235"/>
                <a:gd name="T6" fmla="*/ 0 w 1013"/>
                <a:gd name="T7" fmla="*/ 159 h 235"/>
                <a:gd name="T8" fmla="*/ 47 w 1013"/>
                <a:gd name="T9" fmla="*/ 231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3" h="235">
                  <a:moveTo>
                    <a:pt x="47" y="231"/>
                  </a:moveTo>
                  <a:cubicBezTo>
                    <a:pt x="307" y="63"/>
                    <a:pt x="713" y="59"/>
                    <a:pt x="969" y="235"/>
                  </a:cubicBezTo>
                  <a:cubicBezTo>
                    <a:pt x="980" y="216"/>
                    <a:pt x="1002" y="178"/>
                    <a:pt x="1013" y="159"/>
                  </a:cubicBezTo>
                  <a:cubicBezTo>
                    <a:pt x="710" y="0"/>
                    <a:pt x="304" y="3"/>
                    <a:pt x="0" y="159"/>
                  </a:cubicBezTo>
                  <a:cubicBezTo>
                    <a:pt x="12" y="177"/>
                    <a:pt x="35" y="213"/>
                    <a:pt x="47" y="2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5" name="组合 94"/>
          <p:cNvGrpSpPr/>
          <p:nvPr/>
        </p:nvGrpSpPr>
        <p:grpSpPr>
          <a:xfrm>
            <a:off x="716747" y="2571706"/>
            <a:ext cx="2213655" cy="2215812"/>
            <a:chOff x="1081088" y="2879726"/>
            <a:chExt cx="1628775" cy="1630362"/>
          </a:xfrm>
          <a:solidFill>
            <a:srgbClr val="595959"/>
          </a:solidFill>
        </p:grpSpPr>
        <p:sp>
          <p:nvSpPr>
            <p:cNvPr id="90" name="Freeform 20"/>
            <p:cNvSpPr>
              <a:spLocks/>
            </p:cNvSpPr>
            <p:nvPr/>
          </p:nvSpPr>
          <p:spPr bwMode="auto">
            <a:xfrm flipV="1">
              <a:off x="1666876" y="2879726"/>
              <a:ext cx="417513" cy="450850"/>
            </a:xfrm>
            <a:custGeom>
              <a:avLst/>
              <a:gdLst>
                <a:gd name="T0" fmla="*/ 351 w 895"/>
                <a:gd name="T1" fmla="*/ 877 h 970"/>
                <a:gd name="T2" fmla="*/ 514 w 895"/>
                <a:gd name="T3" fmla="*/ 912 h 970"/>
                <a:gd name="T4" fmla="*/ 714 w 895"/>
                <a:gd name="T5" fmla="*/ 372 h 970"/>
                <a:gd name="T6" fmla="*/ 681 w 895"/>
                <a:gd name="T7" fmla="*/ 1 h 970"/>
                <a:gd name="T8" fmla="*/ 220 w 895"/>
                <a:gd name="T9" fmla="*/ 0 h 970"/>
                <a:gd name="T10" fmla="*/ 185 w 895"/>
                <a:gd name="T11" fmla="*/ 372 h 970"/>
                <a:gd name="T12" fmla="*/ 351 w 895"/>
                <a:gd name="T13" fmla="*/ 87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5" h="970">
                  <a:moveTo>
                    <a:pt x="351" y="877"/>
                  </a:moveTo>
                  <a:cubicBezTo>
                    <a:pt x="385" y="928"/>
                    <a:pt x="466" y="970"/>
                    <a:pt x="514" y="912"/>
                  </a:cubicBezTo>
                  <a:cubicBezTo>
                    <a:pt x="651" y="769"/>
                    <a:pt x="676" y="559"/>
                    <a:pt x="714" y="372"/>
                  </a:cubicBezTo>
                  <a:cubicBezTo>
                    <a:pt x="895" y="305"/>
                    <a:pt x="886" y="17"/>
                    <a:pt x="681" y="1"/>
                  </a:cubicBezTo>
                  <a:cubicBezTo>
                    <a:pt x="529" y="43"/>
                    <a:pt x="371" y="54"/>
                    <a:pt x="220" y="0"/>
                  </a:cubicBezTo>
                  <a:cubicBezTo>
                    <a:pt x="7" y="4"/>
                    <a:pt x="0" y="308"/>
                    <a:pt x="185" y="372"/>
                  </a:cubicBezTo>
                  <a:cubicBezTo>
                    <a:pt x="215" y="547"/>
                    <a:pt x="248" y="729"/>
                    <a:pt x="351" y="87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 flipV="1">
              <a:off x="1081088" y="3073401"/>
              <a:ext cx="1628775" cy="1228725"/>
            </a:xfrm>
            <a:custGeom>
              <a:avLst/>
              <a:gdLst>
                <a:gd name="T0" fmla="*/ 411 w 3499"/>
                <a:gd name="T1" fmla="*/ 2466 h 2641"/>
                <a:gd name="T2" fmla="*/ 894 w 3499"/>
                <a:gd name="T3" fmla="*/ 2542 h 2641"/>
                <a:gd name="T4" fmla="*/ 953 w 3499"/>
                <a:gd name="T5" fmla="*/ 1974 h 2641"/>
                <a:gd name="T6" fmla="*/ 1527 w 3499"/>
                <a:gd name="T7" fmla="*/ 1593 h 2641"/>
                <a:gd name="T8" fmla="*/ 1958 w 3499"/>
                <a:gd name="T9" fmla="*/ 1598 h 2641"/>
                <a:gd name="T10" fmla="*/ 2518 w 3499"/>
                <a:gd name="T11" fmla="*/ 1971 h 2641"/>
                <a:gd name="T12" fmla="*/ 2573 w 3499"/>
                <a:gd name="T13" fmla="*/ 2531 h 2641"/>
                <a:gd name="T14" fmla="*/ 3048 w 3499"/>
                <a:gd name="T15" fmla="*/ 2489 h 2641"/>
                <a:gd name="T16" fmla="*/ 2801 w 3499"/>
                <a:gd name="T17" fmla="*/ 2410 h 2641"/>
                <a:gd name="T18" fmla="*/ 2792 w 3499"/>
                <a:gd name="T19" fmla="*/ 1826 h 2641"/>
                <a:gd name="T20" fmla="*/ 2161 w 3499"/>
                <a:gd name="T21" fmla="*/ 1378 h 2641"/>
                <a:gd name="T22" fmla="*/ 2718 w 3499"/>
                <a:gd name="T23" fmla="*/ 1297 h 2641"/>
                <a:gd name="T24" fmla="*/ 3065 w 3499"/>
                <a:gd name="T25" fmla="*/ 1690 h 2641"/>
                <a:gd name="T26" fmla="*/ 3499 w 3499"/>
                <a:gd name="T27" fmla="*/ 1612 h 2641"/>
                <a:gd name="T28" fmla="*/ 2820 w 3499"/>
                <a:gd name="T29" fmla="*/ 1004 h 2641"/>
                <a:gd name="T30" fmla="*/ 2172 w 3499"/>
                <a:gd name="T31" fmla="*/ 1069 h 2641"/>
                <a:gd name="T32" fmla="*/ 2462 w 3499"/>
                <a:gd name="T33" fmla="*/ 600 h 2641"/>
                <a:gd name="T34" fmla="*/ 3219 w 3499"/>
                <a:gd name="T35" fmla="*/ 797 h 2641"/>
                <a:gd name="T36" fmla="*/ 3037 w 3499"/>
                <a:gd name="T37" fmla="*/ 697 h 2641"/>
                <a:gd name="T38" fmla="*/ 2624 w 3499"/>
                <a:gd name="T39" fmla="*/ 364 h 2641"/>
                <a:gd name="T40" fmla="*/ 2371 w 3499"/>
                <a:gd name="T41" fmla="*/ 278 h 2641"/>
                <a:gd name="T42" fmla="*/ 2184 w 3499"/>
                <a:gd name="T43" fmla="*/ 491 h 2641"/>
                <a:gd name="T44" fmla="*/ 2180 w 3499"/>
                <a:gd name="T45" fmla="*/ 215 h 2641"/>
                <a:gd name="T46" fmla="*/ 1769 w 3499"/>
                <a:gd name="T47" fmla="*/ 0 h 2641"/>
                <a:gd name="T48" fmla="*/ 1312 w 3499"/>
                <a:gd name="T49" fmla="*/ 219 h 2641"/>
                <a:gd name="T50" fmla="*/ 1307 w 3499"/>
                <a:gd name="T51" fmla="*/ 515 h 2641"/>
                <a:gd name="T52" fmla="*/ 1114 w 3499"/>
                <a:gd name="T53" fmla="*/ 287 h 2641"/>
                <a:gd name="T54" fmla="*/ 837 w 3499"/>
                <a:gd name="T55" fmla="*/ 367 h 2641"/>
                <a:gd name="T56" fmla="*/ 426 w 3499"/>
                <a:gd name="T57" fmla="*/ 701 h 2641"/>
                <a:gd name="T58" fmla="*/ 256 w 3499"/>
                <a:gd name="T59" fmla="*/ 740 h 2641"/>
                <a:gd name="T60" fmla="*/ 263 w 3499"/>
                <a:gd name="T61" fmla="*/ 823 h 2641"/>
                <a:gd name="T62" fmla="*/ 1010 w 3499"/>
                <a:gd name="T63" fmla="*/ 597 h 2641"/>
                <a:gd name="T64" fmla="*/ 1323 w 3499"/>
                <a:gd name="T65" fmla="*/ 1070 h 2641"/>
                <a:gd name="T66" fmla="*/ 639 w 3499"/>
                <a:gd name="T67" fmla="*/ 1011 h 2641"/>
                <a:gd name="T68" fmla="*/ 194 w 3499"/>
                <a:gd name="T69" fmla="*/ 1539 h 2641"/>
                <a:gd name="T70" fmla="*/ 0 w 3499"/>
                <a:gd name="T71" fmla="*/ 1593 h 2641"/>
                <a:gd name="T72" fmla="*/ 0 w 3499"/>
                <a:gd name="T73" fmla="*/ 1663 h 2641"/>
                <a:gd name="T74" fmla="*/ 415 w 3499"/>
                <a:gd name="T75" fmla="*/ 1675 h 2641"/>
                <a:gd name="T76" fmla="*/ 749 w 3499"/>
                <a:gd name="T77" fmla="*/ 1300 h 2641"/>
                <a:gd name="T78" fmla="*/ 1327 w 3499"/>
                <a:gd name="T79" fmla="*/ 1364 h 2641"/>
                <a:gd name="T80" fmla="*/ 691 w 3499"/>
                <a:gd name="T81" fmla="*/ 1811 h 2641"/>
                <a:gd name="T82" fmla="*/ 666 w 3499"/>
                <a:gd name="T83" fmla="*/ 2410 h 2641"/>
                <a:gd name="T84" fmla="*/ 411 w 3499"/>
                <a:gd name="T85" fmla="*/ 2466 h 2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99" h="2641">
                  <a:moveTo>
                    <a:pt x="411" y="2466"/>
                  </a:moveTo>
                  <a:cubicBezTo>
                    <a:pt x="490" y="2641"/>
                    <a:pt x="743" y="2559"/>
                    <a:pt x="894" y="2542"/>
                  </a:cubicBezTo>
                  <a:cubicBezTo>
                    <a:pt x="1013" y="2386"/>
                    <a:pt x="927" y="2158"/>
                    <a:pt x="953" y="1974"/>
                  </a:cubicBezTo>
                  <a:cubicBezTo>
                    <a:pt x="1148" y="1853"/>
                    <a:pt x="1326" y="1705"/>
                    <a:pt x="1527" y="1593"/>
                  </a:cubicBezTo>
                  <a:cubicBezTo>
                    <a:pt x="1669" y="1581"/>
                    <a:pt x="1816" y="1574"/>
                    <a:pt x="1958" y="1598"/>
                  </a:cubicBezTo>
                  <a:cubicBezTo>
                    <a:pt x="2151" y="1712"/>
                    <a:pt x="2328" y="1852"/>
                    <a:pt x="2518" y="1971"/>
                  </a:cubicBezTo>
                  <a:cubicBezTo>
                    <a:pt x="2546" y="2153"/>
                    <a:pt x="2459" y="2376"/>
                    <a:pt x="2573" y="2531"/>
                  </a:cubicBezTo>
                  <a:cubicBezTo>
                    <a:pt x="2719" y="2583"/>
                    <a:pt x="2927" y="2608"/>
                    <a:pt x="3048" y="2489"/>
                  </a:cubicBezTo>
                  <a:cubicBezTo>
                    <a:pt x="2968" y="2455"/>
                    <a:pt x="2885" y="2430"/>
                    <a:pt x="2801" y="2410"/>
                  </a:cubicBezTo>
                  <a:cubicBezTo>
                    <a:pt x="2798" y="2216"/>
                    <a:pt x="2815" y="2020"/>
                    <a:pt x="2792" y="1826"/>
                  </a:cubicBezTo>
                  <a:cubicBezTo>
                    <a:pt x="2598" y="1657"/>
                    <a:pt x="2360" y="1543"/>
                    <a:pt x="2161" y="1378"/>
                  </a:cubicBezTo>
                  <a:cubicBezTo>
                    <a:pt x="2341" y="1320"/>
                    <a:pt x="2532" y="1323"/>
                    <a:pt x="2718" y="1297"/>
                  </a:cubicBezTo>
                  <a:cubicBezTo>
                    <a:pt x="2834" y="1427"/>
                    <a:pt x="2941" y="1566"/>
                    <a:pt x="3065" y="1690"/>
                  </a:cubicBezTo>
                  <a:cubicBezTo>
                    <a:pt x="3209" y="1672"/>
                    <a:pt x="3394" y="1744"/>
                    <a:pt x="3499" y="1612"/>
                  </a:cubicBezTo>
                  <a:cubicBezTo>
                    <a:pt x="3165" y="1560"/>
                    <a:pt x="3080" y="1172"/>
                    <a:pt x="2820" y="1004"/>
                  </a:cubicBezTo>
                  <a:cubicBezTo>
                    <a:pt x="2604" y="1011"/>
                    <a:pt x="2389" y="1053"/>
                    <a:pt x="2172" y="1069"/>
                  </a:cubicBezTo>
                  <a:cubicBezTo>
                    <a:pt x="2192" y="876"/>
                    <a:pt x="2361" y="753"/>
                    <a:pt x="2462" y="600"/>
                  </a:cubicBezTo>
                  <a:cubicBezTo>
                    <a:pt x="2674" y="762"/>
                    <a:pt x="2955" y="948"/>
                    <a:pt x="3219" y="797"/>
                  </a:cubicBezTo>
                  <a:cubicBezTo>
                    <a:pt x="3210" y="708"/>
                    <a:pt x="3099" y="725"/>
                    <a:pt x="3037" y="697"/>
                  </a:cubicBezTo>
                  <a:cubicBezTo>
                    <a:pt x="2945" y="538"/>
                    <a:pt x="2766" y="470"/>
                    <a:pt x="2624" y="364"/>
                  </a:cubicBezTo>
                  <a:cubicBezTo>
                    <a:pt x="2547" y="322"/>
                    <a:pt x="2465" y="234"/>
                    <a:pt x="2371" y="278"/>
                  </a:cubicBezTo>
                  <a:cubicBezTo>
                    <a:pt x="2291" y="331"/>
                    <a:pt x="2244" y="418"/>
                    <a:pt x="2184" y="491"/>
                  </a:cubicBezTo>
                  <a:cubicBezTo>
                    <a:pt x="2182" y="399"/>
                    <a:pt x="2182" y="307"/>
                    <a:pt x="2180" y="215"/>
                  </a:cubicBezTo>
                  <a:cubicBezTo>
                    <a:pt x="2041" y="147"/>
                    <a:pt x="1906" y="73"/>
                    <a:pt x="1769" y="0"/>
                  </a:cubicBezTo>
                  <a:cubicBezTo>
                    <a:pt x="1617" y="74"/>
                    <a:pt x="1465" y="147"/>
                    <a:pt x="1312" y="219"/>
                  </a:cubicBezTo>
                  <a:cubicBezTo>
                    <a:pt x="1309" y="317"/>
                    <a:pt x="1309" y="416"/>
                    <a:pt x="1307" y="515"/>
                  </a:cubicBezTo>
                  <a:cubicBezTo>
                    <a:pt x="1245" y="437"/>
                    <a:pt x="1191" y="351"/>
                    <a:pt x="1114" y="287"/>
                  </a:cubicBezTo>
                  <a:cubicBezTo>
                    <a:pt x="1014" y="222"/>
                    <a:pt x="919" y="318"/>
                    <a:pt x="837" y="367"/>
                  </a:cubicBezTo>
                  <a:cubicBezTo>
                    <a:pt x="695" y="472"/>
                    <a:pt x="516" y="540"/>
                    <a:pt x="426" y="701"/>
                  </a:cubicBezTo>
                  <a:cubicBezTo>
                    <a:pt x="369" y="714"/>
                    <a:pt x="313" y="727"/>
                    <a:pt x="256" y="740"/>
                  </a:cubicBezTo>
                  <a:cubicBezTo>
                    <a:pt x="258" y="761"/>
                    <a:pt x="261" y="802"/>
                    <a:pt x="263" y="823"/>
                  </a:cubicBezTo>
                  <a:cubicBezTo>
                    <a:pt x="548" y="917"/>
                    <a:pt x="793" y="763"/>
                    <a:pt x="1010" y="597"/>
                  </a:cubicBezTo>
                  <a:cubicBezTo>
                    <a:pt x="1115" y="754"/>
                    <a:pt x="1274" y="882"/>
                    <a:pt x="1323" y="1070"/>
                  </a:cubicBezTo>
                  <a:cubicBezTo>
                    <a:pt x="1095" y="1060"/>
                    <a:pt x="864" y="1001"/>
                    <a:pt x="639" y="1011"/>
                  </a:cubicBezTo>
                  <a:cubicBezTo>
                    <a:pt x="470" y="1167"/>
                    <a:pt x="325" y="1351"/>
                    <a:pt x="194" y="1539"/>
                  </a:cubicBezTo>
                  <a:cubicBezTo>
                    <a:pt x="129" y="1557"/>
                    <a:pt x="64" y="1574"/>
                    <a:pt x="0" y="1593"/>
                  </a:cubicBezTo>
                  <a:lnTo>
                    <a:pt x="0" y="1663"/>
                  </a:lnTo>
                  <a:cubicBezTo>
                    <a:pt x="135" y="1696"/>
                    <a:pt x="279" y="1704"/>
                    <a:pt x="415" y="1675"/>
                  </a:cubicBezTo>
                  <a:cubicBezTo>
                    <a:pt x="545" y="1569"/>
                    <a:pt x="636" y="1423"/>
                    <a:pt x="749" y="1300"/>
                  </a:cubicBezTo>
                  <a:cubicBezTo>
                    <a:pt x="943" y="1312"/>
                    <a:pt x="1135" y="1336"/>
                    <a:pt x="1327" y="1364"/>
                  </a:cubicBezTo>
                  <a:cubicBezTo>
                    <a:pt x="1129" y="1532"/>
                    <a:pt x="896" y="1652"/>
                    <a:pt x="691" y="1811"/>
                  </a:cubicBezTo>
                  <a:cubicBezTo>
                    <a:pt x="640" y="2004"/>
                    <a:pt x="678" y="2211"/>
                    <a:pt x="666" y="2410"/>
                  </a:cubicBezTo>
                  <a:cubicBezTo>
                    <a:pt x="581" y="2427"/>
                    <a:pt x="495" y="2445"/>
                    <a:pt x="411" y="24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 flipV="1">
              <a:off x="1704976" y="3343276"/>
              <a:ext cx="336550" cy="201613"/>
            </a:xfrm>
            <a:custGeom>
              <a:avLst/>
              <a:gdLst>
                <a:gd name="T0" fmla="*/ 31 w 723"/>
                <a:gd name="T1" fmla="*/ 429 h 433"/>
                <a:gd name="T2" fmla="*/ 710 w 723"/>
                <a:gd name="T3" fmla="*/ 424 h 433"/>
                <a:gd name="T4" fmla="*/ 388 w 723"/>
                <a:gd name="T5" fmla="*/ 23 h 433"/>
                <a:gd name="T6" fmla="*/ 31 w 723"/>
                <a:gd name="T7" fmla="*/ 429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3" h="433">
                  <a:moveTo>
                    <a:pt x="31" y="429"/>
                  </a:moveTo>
                  <a:cubicBezTo>
                    <a:pt x="257" y="427"/>
                    <a:pt x="483" y="433"/>
                    <a:pt x="710" y="424"/>
                  </a:cubicBezTo>
                  <a:cubicBezTo>
                    <a:pt x="723" y="233"/>
                    <a:pt x="593" y="27"/>
                    <a:pt x="388" y="23"/>
                  </a:cubicBezTo>
                  <a:cubicBezTo>
                    <a:pt x="168" y="0"/>
                    <a:pt x="0" y="220"/>
                    <a:pt x="31" y="4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 flipV="1">
              <a:off x="1831976" y="4144963"/>
              <a:ext cx="488950" cy="365125"/>
            </a:xfrm>
            <a:custGeom>
              <a:avLst/>
              <a:gdLst>
                <a:gd name="T0" fmla="*/ 691 w 1050"/>
                <a:gd name="T1" fmla="*/ 664 h 783"/>
                <a:gd name="T2" fmla="*/ 889 w 1050"/>
                <a:gd name="T3" fmla="*/ 369 h 783"/>
                <a:gd name="T4" fmla="*/ 311 w 1050"/>
                <a:gd name="T5" fmla="*/ 65 h 783"/>
                <a:gd name="T6" fmla="*/ 164 w 1050"/>
                <a:gd name="T7" fmla="*/ 381 h 783"/>
                <a:gd name="T8" fmla="*/ 691 w 1050"/>
                <a:gd name="T9" fmla="*/ 66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0" h="783">
                  <a:moveTo>
                    <a:pt x="691" y="664"/>
                  </a:moveTo>
                  <a:cubicBezTo>
                    <a:pt x="863" y="783"/>
                    <a:pt x="1050" y="479"/>
                    <a:pt x="889" y="369"/>
                  </a:cubicBezTo>
                  <a:cubicBezTo>
                    <a:pt x="698" y="264"/>
                    <a:pt x="509" y="155"/>
                    <a:pt x="311" y="65"/>
                  </a:cubicBezTo>
                  <a:cubicBezTo>
                    <a:pt x="140" y="0"/>
                    <a:pt x="0" y="292"/>
                    <a:pt x="164" y="381"/>
                  </a:cubicBezTo>
                  <a:cubicBezTo>
                    <a:pt x="336" y="482"/>
                    <a:pt x="516" y="570"/>
                    <a:pt x="691" y="6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 flipV="1">
              <a:off x="1473201" y="4183063"/>
              <a:ext cx="401638" cy="300038"/>
            </a:xfrm>
            <a:custGeom>
              <a:avLst/>
              <a:gdLst>
                <a:gd name="T0" fmla="*/ 203 w 863"/>
                <a:gd name="T1" fmla="*/ 258 h 646"/>
                <a:gd name="T2" fmla="*/ 289 w 863"/>
                <a:gd name="T3" fmla="*/ 607 h 646"/>
                <a:gd name="T4" fmla="*/ 849 w 863"/>
                <a:gd name="T5" fmla="*/ 345 h 646"/>
                <a:gd name="T6" fmla="*/ 839 w 863"/>
                <a:gd name="T7" fmla="*/ 8 h 646"/>
                <a:gd name="T8" fmla="*/ 203 w 863"/>
                <a:gd name="T9" fmla="*/ 25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3" h="646">
                  <a:moveTo>
                    <a:pt x="203" y="258"/>
                  </a:moveTo>
                  <a:cubicBezTo>
                    <a:pt x="0" y="312"/>
                    <a:pt x="92" y="646"/>
                    <a:pt x="289" y="607"/>
                  </a:cubicBezTo>
                  <a:cubicBezTo>
                    <a:pt x="481" y="531"/>
                    <a:pt x="661" y="429"/>
                    <a:pt x="849" y="345"/>
                  </a:cubicBezTo>
                  <a:cubicBezTo>
                    <a:pt x="755" y="239"/>
                    <a:pt x="863" y="99"/>
                    <a:pt x="839" y="8"/>
                  </a:cubicBezTo>
                  <a:cubicBezTo>
                    <a:pt x="611" y="0"/>
                    <a:pt x="416" y="183"/>
                    <a:pt x="203" y="25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5" name="组合 104"/>
          <p:cNvGrpSpPr/>
          <p:nvPr/>
        </p:nvGrpSpPr>
        <p:grpSpPr>
          <a:xfrm>
            <a:off x="3598847" y="3746363"/>
            <a:ext cx="1444960" cy="1152524"/>
            <a:chOff x="3992562" y="2968145"/>
            <a:chExt cx="2321298" cy="1851506"/>
          </a:xfrm>
          <a:solidFill>
            <a:srgbClr val="595959"/>
          </a:solidFill>
        </p:grpSpPr>
        <p:sp>
          <p:nvSpPr>
            <p:cNvPr id="101" name="Freeform 30"/>
            <p:cNvSpPr>
              <a:spLocks/>
            </p:cNvSpPr>
            <p:nvPr/>
          </p:nvSpPr>
          <p:spPr bwMode="auto">
            <a:xfrm flipV="1">
              <a:off x="4142259" y="3330104"/>
              <a:ext cx="1639075" cy="1426411"/>
            </a:xfrm>
            <a:custGeom>
              <a:avLst/>
              <a:gdLst>
                <a:gd name="T0" fmla="*/ 1317 w 2019"/>
                <a:gd name="T1" fmla="*/ 1714 h 1897"/>
                <a:gd name="T2" fmla="*/ 1639 w 2019"/>
                <a:gd name="T3" fmla="*/ 1052 h 1897"/>
                <a:gd name="T4" fmla="*/ 1589 w 2019"/>
                <a:gd name="T5" fmla="*/ 1400 h 1897"/>
                <a:gd name="T6" fmla="*/ 1213 w 2019"/>
                <a:gd name="T7" fmla="*/ 1330 h 1897"/>
                <a:gd name="T8" fmla="*/ 1082 w 2019"/>
                <a:gd name="T9" fmla="*/ 722 h 1897"/>
                <a:gd name="T10" fmla="*/ 804 w 2019"/>
                <a:gd name="T11" fmla="*/ 543 h 1897"/>
                <a:gd name="T12" fmla="*/ 990 w 2019"/>
                <a:gd name="T13" fmla="*/ 224 h 1897"/>
                <a:gd name="T14" fmla="*/ 729 w 2019"/>
                <a:gd name="T15" fmla="*/ 24 h 1897"/>
                <a:gd name="T16" fmla="*/ 166 w 2019"/>
                <a:gd name="T17" fmla="*/ 27 h 1897"/>
                <a:gd name="T18" fmla="*/ 162 w 2019"/>
                <a:gd name="T19" fmla="*/ 371 h 1897"/>
                <a:gd name="T20" fmla="*/ 485 w 2019"/>
                <a:gd name="T21" fmla="*/ 377 h 1897"/>
                <a:gd name="T22" fmla="*/ 318 w 2019"/>
                <a:gd name="T23" fmla="*/ 1092 h 1897"/>
                <a:gd name="T24" fmla="*/ 1317 w 2019"/>
                <a:gd name="T25" fmla="*/ 1714 h 1897"/>
                <a:gd name="connsiteX0" fmla="*/ 6319 w 8741"/>
                <a:gd name="connsiteY0" fmla="*/ 8930 h 9096"/>
                <a:gd name="connsiteX1" fmla="*/ 7914 w 8741"/>
                <a:gd name="connsiteY1" fmla="*/ 5441 h 9096"/>
                <a:gd name="connsiteX2" fmla="*/ 7666 w 8741"/>
                <a:gd name="connsiteY2" fmla="*/ 7275 h 9096"/>
                <a:gd name="connsiteX3" fmla="*/ 5804 w 8741"/>
                <a:gd name="connsiteY3" fmla="*/ 6906 h 9096"/>
                <a:gd name="connsiteX4" fmla="*/ 5155 w 8741"/>
                <a:gd name="connsiteY4" fmla="*/ 3701 h 9096"/>
                <a:gd name="connsiteX5" fmla="*/ 3778 w 8741"/>
                <a:gd name="connsiteY5" fmla="*/ 2757 h 9096"/>
                <a:gd name="connsiteX6" fmla="*/ 4699 w 8741"/>
                <a:gd name="connsiteY6" fmla="*/ 1076 h 9096"/>
                <a:gd name="connsiteX7" fmla="*/ 3407 w 8741"/>
                <a:gd name="connsiteY7" fmla="*/ 22 h 9096"/>
                <a:gd name="connsiteX8" fmla="*/ 618 w 8741"/>
                <a:gd name="connsiteY8" fmla="*/ 37 h 9096"/>
                <a:gd name="connsiteX9" fmla="*/ 598 w 8741"/>
                <a:gd name="connsiteY9" fmla="*/ 1851 h 9096"/>
                <a:gd name="connsiteX10" fmla="*/ 2198 w 8741"/>
                <a:gd name="connsiteY10" fmla="*/ 1882 h 9096"/>
                <a:gd name="connsiteX11" fmla="*/ 1371 w 8741"/>
                <a:gd name="connsiteY11" fmla="*/ 5651 h 9096"/>
                <a:gd name="connsiteX12" fmla="*/ 4700 w 8741"/>
                <a:gd name="connsiteY12" fmla="*/ 7707 h 9096"/>
                <a:gd name="connsiteX0" fmla="*/ 6523 w 9859"/>
                <a:gd name="connsiteY0" fmla="*/ 9101 h 9316"/>
                <a:gd name="connsiteX1" fmla="*/ 9054 w 9859"/>
                <a:gd name="connsiteY1" fmla="*/ 5982 h 9316"/>
                <a:gd name="connsiteX2" fmla="*/ 8770 w 9859"/>
                <a:gd name="connsiteY2" fmla="*/ 7998 h 9316"/>
                <a:gd name="connsiteX3" fmla="*/ 6640 w 9859"/>
                <a:gd name="connsiteY3" fmla="*/ 7592 h 9316"/>
                <a:gd name="connsiteX4" fmla="*/ 5897 w 9859"/>
                <a:gd name="connsiteY4" fmla="*/ 4069 h 9316"/>
                <a:gd name="connsiteX5" fmla="*/ 4322 w 9859"/>
                <a:gd name="connsiteY5" fmla="*/ 3031 h 9316"/>
                <a:gd name="connsiteX6" fmla="*/ 5376 w 9859"/>
                <a:gd name="connsiteY6" fmla="*/ 1183 h 9316"/>
                <a:gd name="connsiteX7" fmla="*/ 3898 w 9859"/>
                <a:gd name="connsiteY7" fmla="*/ 24 h 9316"/>
                <a:gd name="connsiteX8" fmla="*/ 707 w 9859"/>
                <a:gd name="connsiteY8" fmla="*/ 41 h 9316"/>
                <a:gd name="connsiteX9" fmla="*/ 684 w 9859"/>
                <a:gd name="connsiteY9" fmla="*/ 2035 h 9316"/>
                <a:gd name="connsiteX10" fmla="*/ 2515 w 9859"/>
                <a:gd name="connsiteY10" fmla="*/ 2069 h 9316"/>
                <a:gd name="connsiteX11" fmla="*/ 1568 w 9859"/>
                <a:gd name="connsiteY11" fmla="*/ 6213 h 9316"/>
                <a:gd name="connsiteX12" fmla="*/ 5377 w 9859"/>
                <a:gd name="connsiteY12" fmla="*/ 8473 h 9316"/>
                <a:gd name="connsiteX0" fmla="*/ 6615 w 9998"/>
                <a:gd name="connsiteY0" fmla="*/ 9769 h 10000"/>
                <a:gd name="connsiteX1" fmla="*/ 9182 w 9998"/>
                <a:gd name="connsiteY1" fmla="*/ 6421 h 10000"/>
                <a:gd name="connsiteX2" fmla="*/ 8894 w 9998"/>
                <a:gd name="connsiteY2" fmla="*/ 8585 h 10000"/>
                <a:gd name="connsiteX3" fmla="*/ 6734 w 9998"/>
                <a:gd name="connsiteY3" fmla="*/ 8149 h 10000"/>
                <a:gd name="connsiteX4" fmla="*/ 5980 w 9998"/>
                <a:gd name="connsiteY4" fmla="*/ 4368 h 10000"/>
                <a:gd name="connsiteX5" fmla="*/ 4383 w 9998"/>
                <a:gd name="connsiteY5" fmla="*/ 3254 h 10000"/>
                <a:gd name="connsiteX6" fmla="*/ 5452 w 9998"/>
                <a:gd name="connsiteY6" fmla="*/ 1270 h 10000"/>
                <a:gd name="connsiteX7" fmla="*/ 3953 w 9998"/>
                <a:gd name="connsiteY7" fmla="*/ 26 h 10000"/>
                <a:gd name="connsiteX8" fmla="*/ 716 w 9998"/>
                <a:gd name="connsiteY8" fmla="*/ 44 h 10000"/>
                <a:gd name="connsiteX9" fmla="*/ 693 w 9998"/>
                <a:gd name="connsiteY9" fmla="*/ 2184 h 10000"/>
                <a:gd name="connsiteX10" fmla="*/ 2550 w 9998"/>
                <a:gd name="connsiteY10" fmla="*/ 2221 h 10000"/>
                <a:gd name="connsiteX11" fmla="*/ 2126 w 9998"/>
                <a:gd name="connsiteY11" fmla="*/ 5899 h 10000"/>
                <a:gd name="connsiteX12" fmla="*/ 5453 w 9998"/>
                <a:gd name="connsiteY12" fmla="*/ 9095 h 10000"/>
                <a:gd name="connsiteX0" fmla="*/ 6616 w 10000"/>
                <a:gd name="connsiteY0" fmla="*/ 9769 h 10000"/>
                <a:gd name="connsiteX1" fmla="*/ 9184 w 10000"/>
                <a:gd name="connsiteY1" fmla="*/ 6421 h 10000"/>
                <a:gd name="connsiteX2" fmla="*/ 8896 w 10000"/>
                <a:gd name="connsiteY2" fmla="*/ 8585 h 10000"/>
                <a:gd name="connsiteX3" fmla="*/ 6735 w 10000"/>
                <a:gd name="connsiteY3" fmla="*/ 8149 h 10000"/>
                <a:gd name="connsiteX4" fmla="*/ 5981 w 10000"/>
                <a:gd name="connsiteY4" fmla="*/ 4368 h 10000"/>
                <a:gd name="connsiteX5" fmla="*/ 4384 w 10000"/>
                <a:gd name="connsiteY5" fmla="*/ 3254 h 10000"/>
                <a:gd name="connsiteX6" fmla="*/ 5453 w 10000"/>
                <a:gd name="connsiteY6" fmla="*/ 1270 h 10000"/>
                <a:gd name="connsiteX7" fmla="*/ 3954 w 10000"/>
                <a:gd name="connsiteY7" fmla="*/ 26 h 10000"/>
                <a:gd name="connsiteX8" fmla="*/ 716 w 10000"/>
                <a:gd name="connsiteY8" fmla="*/ 44 h 10000"/>
                <a:gd name="connsiteX9" fmla="*/ 693 w 10000"/>
                <a:gd name="connsiteY9" fmla="*/ 2184 h 10000"/>
                <a:gd name="connsiteX10" fmla="*/ 2551 w 10000"/>
                <a:gd name="connsiteY10" fmla="*/ 2221 h 10000"/>
                <a:gd name="connsiteX11" fmla="*/ 2126 w 10000"/>
                <a:gd name="connsiteY11" fmla="*/ 5899 h 10000"/>
                <a:gd name="connsiteX12" fmla="*/ 4649 w 10000"/>
                <a:gd name="connsiteY12" fmla="*/ 8229 h 10000"/>
                <a:gd name="connsiteX0" fmla="*/ 6616 w 10000"/>
                <a:gd name="connsiteY0" fmla="*/ 9769 h 10000"/>
                <a:gd name="connsiteX1" fmla="*/ 9184 w 10000"/>
                <a:gd name="connsiteY1" fmla="*/ 6421 h 10000"/>
                <a:gd name="connsiteX2" fmla="*/ 8896 w 10000"/>
                <a:gd name="connsiteY2" fmla="*/ 8585 h 10000"/>
                <a:gd name="connsiteX3" fmla="*/ 6735 w 10000"/>
                <a:gd name="connsiteY3" fmla="*/ 8149 h 10000"/>
                <a:gd name="connsiteX4" fmla="*/ 5981 w 10000"/>
                <a:gd name="connsiteY4" fmla="*/ 4368 h 10000"/>
                <a:gd name="connsiteX5" fmla="*/ 4384 w 10000"/>
                <a:gd name="connsiteY5" fmla="*/ 3254 h 10000"/>
                <a:gd name="connsiteX6" fmla="*/ 5453 w 10000"/>
                <a:gd name="connsiteY6" fmla="*/ 1270 h 10000"/>
                <a:gd name="connsiteX7" fmla="*/ 3954 w 10000"/>
                <a:gd name="connsiteY7" fmla="*/ 26 h 10000"/>
                <a:gd name="connsiteX8" fmla="*/ 716 w 10000"/>
                <a:gd name="connsiteY8" fmla="*/ 44 h 10000"/>
                <a:gd name="connsiteX9" fmla="*/ 693 w 10000"/>
                <a:gd name="connsiteY9" fmla="*/ 2184 h 10000"/>
                <a:gd name="connsiteX10" fmla="*/ 2551 w 10000"/>
                <a:gd name="connsiteY10" fmla="*/ 2221 h 10000"/>
                <a:gd name="connsiteX11" fmla="*/ 2126 w 10000"/>
                <a:gd name="connsiteY11" fmla="*/ 5899 h 10000"/>
                <a:gd name="connsiteX12" fmla="*/ 4649 w 10000"/>
                <a:gd name="connsiteY12" fmla="*/ 8229 h 10000"/>
                <a:gd name="connsiteX0" fmla="*/ 6616 w 10000"/>
                <a:gd name="connsiteY0" fmla="*/ 9769 h 10000"/>
                <a:gd name="connsiteX1" fmla="*/ 9184 w 10000"/>
                <a:gd name="connsiteY1" fmla="*/ 6421 h 10000"/>
                <a:gd name="connsiteX2" fmla="*/ 8896 w 10000"/>
                <a:gd name="connsiteY2" fmla="*/ 8585 h 10000"/>
                <a:gd name="connsiteX3" fmla="*/ 6735 w 10000"/>
                <a:gd name="connsiteY3" fmla="*/ 8149 h 10000"/>
                <a:gd name="connsiteX4" fmla="*/ 5981 w 10000"/>
                <a:gd name="connsiteY4" fmla="*/ 4368 h 10000"/>
                <a:gd name="connsiteX5" fmla="*/ 4384 w 10000"/>
                <a:gd name="connsiteY5" fmla="*/ 3254 h 10000"/>
                <a:gd name="connsiteX6" fmla="*/ 5453 w 10000"/>
                <a:gd name="connsiteY6" fmla="*/ 1270 h 10000"/>
                <a:gd name="connsiteX7" fmla="*/ 3954 w 10000"/>
                <a:gd name="connsiteY7" fmla="*/ 26 h 10000"/>
                <a:gd name="connsiteX8" fmla="*/ 716 w 10000"/>
                <a:gd name="connsiteY8" fmla="*/ 44 h 10000"/>
                <a:gd name="connsiteX9" fmla="*/ 693 w 10000"/>
                <a:gd name="connsiteY9" fmla="*/ 2184 h 10000"/>
                <a:gd name="connsiteX10" fmla="*/ 2551 w 10000"/>
                <a:gd name="connsiteY10" fmla="*/ 2221 h 10000"/>
                <a:gd name="connsiteX11" fmla="*/ 2126 w 10000"/>
                <a:gd name="connsiteY11" fmla="*/ 5899 h 10000"/>
                <a:gd name="connsiteX0" fmla="*/ 6616 w 10000"/>
                <a:gd name="connsiteY0" fmla="*/ 9769 h 10000"/>
                <a:gd name="connsiteX1" fmla="*/ 9184 w 10000"/>
                <a:gd name="connsiteY1" fmla="*/ 6421 h 10000"/>
                <a:gd name="connsiteX2" fmla="*/ 8896 w 10000"/>
                <a:gd name="connsiteY2" fmla="*/ 8585 h 10000"/>
                <a:gd name="connsiteX3" fmla="*/ 6735 w 10000"/>
                <a:gd name="connsiteY3" fmla="*/ 8149 h 10000"/>
                <a:gd name="connsiteX4" fmla="*/ 5981 w 10000"/>
                <a:gd name="connsiteY4" fmla="*/ 4368 h 10000"/>
                <a:gd name="connsiteX5" fmla="*/ 4384 w 10000"/>
                <a:gd name="connsiteY5" fmla="*/ 3254 h 10000"/>
                <a:gd name="connsiteX6" fmla="*/ 5453 w 10000"/>
                <a:gd name="connsiteY6" fmla="*/ 1270 h 10000"/>
                <a:gd name="connsiteX7" fmla="*/ 3954 w 10000"/>
                <a:gd name="connsiteY7" fmla="*/ 26 h 10000"/>
                <a:gd name="connsiteX8" fmla="*/ 716 w 10000"/>
                <a:gd name="connsiteY8" fmla="*/ 44 h 10000"/>
                <a:gd name="connsiteX9" fmla="*/ 693 w 10000"/>
                <a:gd name="connsiteY9" fmla="*/ 2184 h 10000"/>
                <a:gd name="connsiteX10" fmla="*/ 2551 w 10000"/>
                <a:gd name="connsiteY10" fmla="*/ 2221 h 10000"/>
                <a:gd name="connsiteX11" fmla="*/ 3110 w 10000"/>
                <a:gd name="connsiteY11" fmla="*/ 6092 h 10000"/>
                <a:gd name="connsiteX0" fmla="*/ 7153 w 10104"/>
                <a:gd name="connsiteY0" fmla="*/ 9192 h 9459"/>
                <a:gd name="connsiteX1" fmla="*/ 9184 w 10104"/>
                <a:gd name="connsiteY1" fmla="*/ 6421 h 9459"/>
                <a:gd name="connsiteX2" fmla="*/ 8896 w 10104"/>
                <a:gd name="connsiteY2" fmla="*/ 8585 h 9459"/>
                <a:gd name="connsiteX3" fmla="*/ 6735 w 10104"/>
                <a:gd name="connsiteY3" fmla="*/ 8149 h 9459"/>
                <a:gd name="connsiteX4" fmla="*/ 5981 w 10104"/>
                <a:gd name="connsiteY4" fmla="*/ 4368 h 9459"/>
                <a:gd name="connsiteX5" fmla="*/ 4384 w 10104"/>
                <a:gd name="connsiteY5" fmla="*/ 3254 h 9459"/>
                <a:gd name="connsiteX6" fmla="*/ 5453 w 10104"/>
                <a:gd name="connsiteY6" fmla="*/ 1270 h 9459"/>
                <a:gd name="connsiteX7" fmla="*/ 3954 w 10104"/>
                <a:gd name="connsiteY7" fmla="*/ 26 h 9459"/>
                <a:gd name="connsiteX8" fmla="*/ 716 w 10104"/>
                <a:gd name="connsiteY8" fmla="*/ 44 h 9459"/>
                <a:gd name="connsiteX9" fmla="*/ 693 w 10104"/>
                <a:gd name="connsiteY9" fmla="*/ 2184 h 9459"/>
                <a:gd name="connsiteX10" fmla="*/ 2551 w 10104"/>
                <a:gd name="connsiteY10" fmla="*/ 2221 h 9459"/>
                <a:gd name="connsiteX11" fmla="*/ 3110 w 10104"/>
                <a:gd name="connsiteY11" fmla="*/ 6092 h 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104" h="9459">
                  <a:moveTo>
                    <a:pt x="7153" y="9192"/>
                  </a:moveTo>
                  <a:cubicBezTo>
                    <a:pt x="9247" y="10330"/>
                    <a:pt x="11368" y="7540"/>
                    <a:pt x="9184" y="6421"/>
                  </a:cubicBezTo>
                  <a:cubicBezTo>
                    <a:pt x="9316" y="7141"/>
                    <a:pt x="9506" y="8043"/>
                    <a:pt x="8896" y="8585"/>
                  </a:cubicBezTo>
                  <a:cubicBezTo>
                    <a:pt x="8276" y="9295"/>
                    <a:pt x="7085" y="9026"/>
                    <a:pt x="6735" y="8149"/>
                  </a:cubicBezTo>
                  <a:cubicBezTo>
                    <a:pt x="6367" y="6918"/>
                    <a:pt x="6367" y="5586"/>
                    <a:pt x="5981" y="4368"/>
                  </a:cubicBezTo>
                  <a:cubicBezTo>
                    <a:pt x="5493" y="3932"/>
                    <a:pt x="4924" y="3614"/>
                    <a:pt x="4384" y="3254"/>
                  </a:cubicBezTo>
                  <a:cubicBezTo>
                    <a:pt x="4740" y="2596"/>
                    <a:pt x="5205" y="1991"/>
                    <a:pt x="5453" y="1270"/>
                  </a:cubicBezTo>
                  <a:cubicBezTo>
                    <a:pt x="5534" y="405"/>
                    <a:pt x="4655" y="-123"/>
                    <a:pt x="3954" y="26"/>
                  </a:cubicBezTo>
                  <a:cubicBezTo>
                    <a:pt x="2874" y="180"/>
                    <a:pt x="1790" y="-12"/>
                    <a:pt x="716" y="44"/>
                  </a:cubicBezTo>
                  <a:cubicBezTo>
                    <a:pt x="-232" y="213"/>
                    <a:pt x="-237" y="1998"/>
                    <a:pt x="693" y="2184"/>
                  </a:cubicBezTo>
                  <a:cubicBezTo>
                    <a:pt x="1314" y="2246"/>
                    <a:pt x="1934" y="2209"/>
                    <a:pt x="2551" y="2221"/>
                  </a:cubicBezTo>
                  <a:cubicBezTo>
                    <a:pt x="1890" y="3527"/>
                    <a:pt x="1795" y="4661"/>
                    <a:pt x="3110" y="60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" name="Freeform 31"/>
            <p:cNvSpPr>
              <a:spLocks/>
            </p:cNvSpPr>
            <p:nvPr/>
          </p:nvSpPr>
          <p:spPr bwMode="auto">
            <a:xfrm flipV="1">
              <a:off x="4032250" y="3449638"/>
              <a:ext cx="1982788" cy="1370013"/>
            </a:xfrm>
            <a:custGeom>
              <a:avLst/>
              <a:gdLst>
                <a:gd name="T0" fmla="*/ 1362 w 2125"/>
                <a:gd name="T1" fmla="*/ 1298 h 1461"/>
                <a:gd name="T2" fmla="*/ 1640 w 2125"/>
                <a:gd name="T3" fmla="*/ 1288 h 1461"/>
                <a:gd name="T4" fmla="*/ 1527 w 2125"/>
                <a:gd name="T5" fmla="*/ 651 h 1461"/>
                <a:gd name="T6" fmla="*/ 1843 w 2125"/>
                <a:gd name="T7" fmla="*/ 316 h 1461"/>
                <a:gd name="T8" fmla="*/ 1772 w 2125"/>
                <a:gd name="T9" fmla="*/ 87 h 1461"/>
                <a:gd name="T10" fmla="*/ 1852 w 2125"/>
                <a:gd name="T11" fmla="*/ 41 h 1461"/>
                <a:gd name="T12" fmla="*/ 1660 w 2125"/>
                <a:gd name="T13" fmla="*/ 560 h 1461"/>
                <a:gd name="T14" fmla="*/ 1637 w 2125"/>
                <a:gd name="T15" fmla="*/ 961 h 1461"/>
                <a:gd name="T16" fmla="*/ 1745 w 2125"/>
                <a:gd name="T17" fmla="*/ 1027 h 1461"/>
                <a:gd name="T18" fmla="*/ 1676 w 2125"/>
                <a:gd name="T19" fmla="*/ 651 h 1461"/>
                <a:gd name="T20" fmla="*/ 2028 w 2125"/>
                <a:gd name="T21" fmla="*/ 259 h 1461"/>
                <a:gd name="T22" fmla="*/ 1883 w 2125"/>
                <a:gd name="T23" fmla="*/ 47 h 1461"/>
                <a:gd name="T24" fmla="*/ 2125 w 2125"/>
                <a:gd name="T25" fmla="*/ 52 h 1461"/>
                <a:gd name="T26" fmla="*/ 2121 w 2125"/>
                <a:gd name="T27" fmla="*/ 5 h 1461"/>
                <a:gd name="T28" fmla="*/ 64 w 2125"/>
                <a:gd name="T29" fmla="*/ 8 h 1461"/>
                <a:gd name="T30" fmla="*/ 0 w 2125"/>
                <a:gd name="T31" fmla="*/ 41 h 1461"/>
                <a:gd name="T32" fmla="*/ 1715 w 2125"/>
                <a:gd name="T33" fmla="*/ 51 h 1461"/>
                <a:gd name="T34" fmla="*/ 1236 w 2125"/>
                <a:gd name="T35" fmla="*/ 559 h 1461"/>
                <a:gd name="T36" fmla="*/ 1362 w 2125"/>
                <a:gd name="T37" fmla="*/ 1298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25" h="1461">
                  <a:moveTo>
                    <a:pt x="1362" y="1298"/>
                  </a:moveTo>
                  <a:cubicBezTo>
                    <a:pt x="1373" y="1461"/>
                    <a:pt x="1640" y="1450"/>
                    <a:pt x="1640" y="1288"/>
                  </a:cubicBezTo>
                  <a:cubicBezTo>
                    <a:pt x="1615" y="1074"/>
                    <a:pt x="1562" y="864"/>
                    <a:pt x="1527" y="651"/>
                  </a:cubicBezTo>
                  <a:cubicBezTo>
                    <a:pt x="1630" y="537"/>
                    <a:pt x="1740" y="430"/>
                    <a:pt x="1843" y="316"/>
                  </a:cubicBezTo>
                  <a:cubicBezTo>
                    <a:pt x="1923" y="246"/>
                    <a:pt x="1899" y="77"/>
                    <a:pt x="1772" y="87"/>
                  </a:cubicBezTo>
                  <a:cubicBezTo>
                    <a:pt x="1798" y="71"/>
                    <a:pt x="1825" y="56"/>
                    <a:pt x="1852" y="41"/>
                  </a:cubicBezTo>
                  <a:cubicBezTo>
                    <a:pt x="2072" y="237"/>
                    <a:pt x="1786" y="416"/>
                    <a:pt x="1660" y="560"/>
                  </a:cubicBezTo>
                  <a:cubicBezTo>
                    <a:pt x="1522" y="658"/>
                    <a:pt x="1628" y="827"/>
                    <a:pt x="1637" y="961"/>
                  </a:cubicBezTo>
                  <a:cubicBezTo>
                    <a:pt x="1673" y="983"/>
                    <a:pt x="1709" y="1005"/>
                    <a:pt x="1745" y="1027"/>
                  </a:cubicBezTo>
                  <a:cubicBezTo>
                    <a:pt x="1720" y="902"/>
                    <a:pt x="1698" y="777"/>
                    <a:pt x="1676" y="651"/>
                  </a:cubicBezTo>
                  <a:cubicBezTo>
                    <a:pt x="1789" y="517"/>
                    <a:pt x="1929" y="405"/>
                    <a:pt x="2028" y="259"/>
                  </a:cubicBezTo>
                  <a:cubicBezTo>
                    <a:pt x="2072" y="153"/>
                    <a:pt x="1968" y="80"/>
                    <a:pt x="1883" y="47"/>
                  </a:cubicBezTo>
                  <a:cubicBezTo>
                    <a:pt x="1963" y="50"/>
                    <a:pt x="2044" y="51"/>
                    <a:pt x="2125" y="52"/>
                  </a:cubicBezTo>
                  <a:lnTo>
                    <a:pt x="2121" y="5"/>
                  </a:lnTo>
                  <a:cubicBezTo>
                    <a:pt x="1435" y="8"/>
                    <a:pt x="749" y="0"/>
                    <a:pt x="64" y="8"/>
                  </a:cubicBezTo>
                  <a:cubicBezTo>
                    <a:pt x="48" y="16"/>
                    <a:pt x="16" y="33"/>
                    <a:pt x="0" y="41"/>
                  </a:cubicBezTo>
                  <a:cubicBezTo>
                    <a:pt x="571" y="87"/>
                    <a:pt x="1142" y="36"/>
                    <a:pt x="1715" y="51"/>
                  </a:cubicBezTo>
                  <a:cubicBezTo>
                    <a:pt x="1549" y="214"/>
                    <a:pt x="1378" y="376"/>
                    <a:pt x="1236" y="559"/>
                  </a:cubicBezTo>
                  <a:cubicBezTo>
                    <a:pt x="1250" y="808"/>
                    <a:pt x="1317" y="1053"/>
                    <a:pt x="1362" y="129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" name="Freeform 32"/>
            <p:cNvSpPr>
              <a:spLocks/>
            </p:cNvSpPr>
            <p:nvPr/>
          </p:nvSpPr>
          <p:spPr bwMode="auto">
            <a:xfrm flipV="1">
              <a:off x="3992562" y="4292601"/>
              <a:ext cx="460375" cy="346075"/>
            </a:xfrm>
            <a:custGeom>
              <a:avLst/>
              <a:gdLst>
                <a:gd name="T0" fmla="*/ 127 w 493"/>
                <a:gd name="T1" fmla="*/ 338 h 369"/>
                <a:gd name="T2" fmla="*/ 453 w 493"/>
                <a:gd name="T3" fmla="*/ 353 h 369"/>
                <a:gd name="T4" fmla="*/ 493 w 493"/>
                <a:gd name="T5" fmla="*/ 283 h 369"/>
                <a:gd name="T6" fmla="*/ 114 w 493"/>
                <a:gd name="T7" fmla="*/ 0 h 369"/>
                <a:gd name="T8" fmla="*/ 127 w 493"/>
                <a:gd name="T9" fmla="*/ 33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3" h="369">
                  <a:moveTo>
                    <a:pt x="127" y="338"/>
                  </a:moveTo>
                  <a:cubicBezTo>
                    <a:pt x="231" y="369"/>
                    <a:pt x="345" y="347"/>
                    <a:pt x="453" y="353"/>
                  </a:cubicBezTo>
                  <a:cubicBezTo>
                    <a:pt x="463" y="335"/>
                    <a:pt x="483" y="300"/>
                    <a:pt x="493" y="283"/>
                  </a:cubicBezTo>
                  <a:cubicBezTo>
                    <a:pt x="294" y="327"/>
                    <a:pt x="48" y="255"/>
                    <a:pt x="114" y="0"/>
                  </a:cubicBezTo>
                  <a:cubicBezTo>
                    <a:pt x="33" y="91"/>
                    <a:pt x="0" y="270"/>
                    <a:pt x="127" y="33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4" name="椭圆 103"/>
            <p:cNvSpPr/>
            <p:nvPr/>
          </p:nvSpPr>
          <p:spPr>
            <a:xfrm>
              <a:off x="5716215" y="2968145"/>
              <a:ext cx="597645" cy="59764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7" name="Group 65"/>
          <p:cNvGrpSpPr>
            <a:grpSpLocks noChangeAspect="1"/>
          </p:cNvGrpSpPr>
          <p:nvPr/>
        </p:nvGrpSpPr>
        <p:grpSpPr bwMode="auto">
          <a:xfrm>
            <a:off x="9902413" y="3975099"/>
            <a:ext cx="1254639" cy="2633891"/>
            <a:chOff x="211" y="1287"/>
            <a:chExt cx="443" cy="930"/>
          </a:xfrm>
          <a:solidFill>
            <a:srgbClr val="595959"/>
          </a:solidFill>
        </p:grpSpPr>
        <p:sp>
          <p:nvSpPr>
            <p:cNvPr id="108" name="Freeform 66"/>
            <p:cNvSpPr>
              <a:spLocks/>
            </p:cNvSpPr>
            <p:nvPr/>
          </p:nvSpPr>
          <p:spPr bwMode="auto">
            <a:xfrm flipV="1">
              <a:off x="211" y="1287"/>
              <a:ext cx="115" cy="106"/>
            </a:xfrm>
            <a:custGeom>
              <a:avLst/>
              <a:gdLst>
                <a:gd name="T0" fmla="*/ 178 w 497"/>
                <a:gd name="T1" fmla="*/ 369 h 461"/>
                <a:gd name="T2" fmla="*/ 310 w 497"/>
                <a:gd name="T3" fmla="*/ 96 h 461"/>
                <a:gd name="T4" fmla="*/ 178 w 497"/>
                <a:gd name="T5" fmla="*/ 369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7" h="461">
                  <a:moveTo>
                    <a:pt x="178" y="369"/>
                  </a:moveTo>
                  <a:cubicBezTo>
                    <a:pt x="352" y="461"/>
                    <a:pt x="497" y="171"/>
                    <a:pt x="310" y="96"/>
                  </a:cubicBezTo>
                  <a:cubicBezTo>
                    <a:pt x="140" y="0"/>
                    <a:pt x="0" y="288"/>
                    <a:pt x="178" y="3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" name="Freeform 67"/>
            <p:cNvSpPr>
              <a:spLocks noEditPoints="1"/>
            </p:cNvSpPr>
            <p:nvPr/>
          </p:nvSpPr>
          <p:spPr bwMode="auto">
            <a:xfrm flipV="1">
              <a:off x="229" y="1360"/>
              <a:ext cx="410" cy="857"/>
            </a:xfrm>
            <a:custGeom>
              <a:avLst/>
              <a:gdLst>
                <a:gd name="T0" fmla="*/ 111 w 1777"/>
                <a:gd name="T1" fmla="*/ 3630 h 3747"/>
                <a:gd name="T2" fmla="*/ 362 w 1777"/>
                <a:gd name="T3" fmla="*/ 3747 h 3747"/>
                <a:gd name="T4" fmla="*/ 888 w 1777"/>
                <a:gd name="T5" fmla="*/ 2928 h 3747"/>
                <a:gd name="T6" fmla="*/ 819 w 1777"/>
                <a:gd name="T7" fmla="*/ 2765 h 3747"/>
                <a:gd name="T8" fmla="*/ 1040 w 1777"/>
                <a:gd name="T9" fmla="*/ 2841 h 3747"/>
                <a:gd name="T10" fmla="*/ 1161 w 1777"/>
                <a:gd name="T11" fmla="*/ 2639 h 3747"/>
                <a:gd name="T12" fmla="*/ 1210 w 1777"/>
                <a:gd name="T13" fmla="*/ 2789 h 3747"/>
                <a:gd name="T14" fmla="*/ 1777 w 1777"/>
                <a:gd name="T15" fmla="*/ 1859 h 3747"/>
                <a:gd name="T16" fmla="*/ 1523 w 1777"/>
                <a:gd name="T17" fmla="*/ 1738 h 3747"/>
                <a:gd name="T18" fmla="*/ 1239 w 1777"/>
                <a:gd name="T19" fmla="*/ 2310 h 3747"/>
                <a:gd name="T20" fmla="*/ 1283 w 1777"/>
                <a:gd name="T21" fmla="*/ 1634 h 3747"/>
                <a:gd name="T22" fmla="*/ 1189 w 1777"/>
                <a:gd name="T23" fmla="*/ 1562 h 3747"/>
                <a:gd name="T24" fmla="*/ 1638 w 1777"/>
                <a:gd name="T25" fmla="*/ 392 h 3747"/>
                <a:gd name="T26" fmla="*/ 1698 w 1777"/>
                <a:gd name="T27" fmla="*/ 168 h 3747"/>
                <a:gd name="T28" fmla="*/ 1422 w 1777"/>
                <a:gd name="T29" fmla="*/ 50 h 3747"/>
                <a:gd name="T30" fmla="*/ 817 w 1777"/>
                <a:gd name="T31" fmla="*/ 1380 h 3747"/>
                <a:gd name="T32" fmla="*/ 673 w 1777"/>
                <a:gd name="T33" fmla="*/ 1184 h 3747"/>
                <a:gd name="T34" fmla="*/ 379 w 1777"/>
                <a:gd name="T35" fmla="*/ 99 h 3747"/>
                <a:gd name="T36" fmla="*/ 37 w 1777"/>
                <a:gd name="T37" fmla="*/ 267 h 3747"/>
                <a:gd name="T38" fmla="*/ 379 w 1777"/>
                <a:gd name="T39" fmla="*/ 1600 h 3747"/>
                <a:gd name="T40" fmla="*/ 337 w 1777"/>
                <a:gd name="T41" fmla="*/ 1690 h 3747"/>
                <a:gd name="T42" fmla="*/ 489 w 1777"/>
                <a:gd name="T43" fmla="*/ 2440 h 3747"/>
                <a:gd name="T44" fmla="*/ 111 w 1777"/>
                <a:gd name="T45" fmla="*/ 3630 h 3747"/>
                <a:gd name="T46" fmla="*/ 800 w 1777"/>
                <a:gd name="T47" fmla="*/ 2716 h 3747"/>
                <a:gd name="T48" fmla="*/ 602 w 1777"/>
                <a:gd name="T49" fmla="*/ 1923 h 3747"/>
                <a:gd name="T50" fmla="*/ 780 w 1777"/>
                <a:gd name="T51" fmla="*/ 1964 h 3747"/>
                <a:gd name="T52" fmla="*/ 945 w 1777"/>
                <a:gd name="T53" fmla="*/ 2666 h 3747"/>
                <a:gd name="T54" fmla="*/ 911 w 1777"/>
                <a:gd name="T55" fmla="*/ 2755 h 3747"/>
                <a:gd name="T56" fmla="*/ 800 w 1777"/>
                <a:gd name="T57" fmla="*/ 2716 h 3747"/>
                <a:gd name="T58" fmla="*/ 915 w 1777"/>
                <a:gd name="T59" fmla="*/ 2064 h 3747"/>
                <a:gd name="T60" fmla="*/ 764 w 1777"/>
                <a:gd name="T61" fmla="*/ 1911 h 3747"/>
                <a:gd name="T62" fmla="*/ 1033 w 1777"/>
                <a:gd name="T63" fmla="*/ 1913 h 3747"/>
                <a:gd name="T64" fmla="*/ 1148 w 1777"/>
                <a:gd name="T65" fmla="*/ 2599 h 3747"/>
                <a:gd name="T66" fmla="*/ 1078 w 1777"/>
                <a:gd name="T67" fmla="*/ 2692 h 3747"/>
                <a:gd name="T68" fmla="*/ 915 w 1777"/>
                <a:gd name="T69" fmla="*/ 2064 h 3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77" h="3747">
                  <a:moveTo>
                    <a:pt x="111" y="3630"/>
                  </a:moveTo>
                  <a:cubicBezTo>
                    <a:pt x="210" y="3631"/>
                    <a:pt x="295" y="3676"/>
                    <a:pt x="362" y="3747"/>
                  </a:cubicBezTo>
                  <a:cubicBezTo>
                    <a:pt x="530" y="3472"/>
                    <a:pt x="605" y="3115"/>
                    <a:pt x="888" y="2928"/>
                  </a:cubicBezTo>
                  <a:cubicBezTo>
                    <a:pt x="865" y="2874"/>
                    <a:pt x="842" y="2820"/>
                    <a:pt x="819" y="2765"/>
                  </a:cubicBezTo>
                  <a:cubicBezTo>
                    <a:pt x="893" y="2790"/>
                    <a:pt x="967" y="2815"/>
                    <a:pt x="1040" y="2841"/>
                  </a:cubicBezTo>
                  <a:cubicBezTo>
                    <a:pt x="1081" y="2773"/>
                    <a:pt x="1120" y="2706"/>
                    <a:pt x="1161" y="2639"/>
                  </a:cubicBezTo>
                  <a:cubicBezTo>
                    <a:pt x="1177" y="2689"/>
                    <a:pt x="1193" y="2739"/>
                    <a:pt x="1210" y="2789"/>
                  </a:cubicBezTo>
                  <a:cubicBezTo>
                    <a:pt x="1576" y="2625"/>
                    <a:pt x="1640" y="2192"/>
                    <a:pt x="1777" y="1859"/>
                  </a:cubicBezTo>
                  <a:cubicBezTo>
                    <a:pt x="1692" y="1820"/>
                    <a:pt x="1607" y="1780"/>
                    <a:pt x="1523" y="1738"/>
                  </a:cubicBezTo>
                  <a:cubicBezTo>
                    <a:pt x="1432" y="1930"/>
                    <a:pt x="1377" y="2143"/>
                    <a:pt x="1239" y="2310"/>
                  </a:cubicBezTo>
                  <a:cubicBezTo>
                    <a:pt x="1156" y="2090"/>
                    <a:pt x="1205" y="1847"/>
                    <a:pt x="1283" y="1634"/>
                  </a:cubicBezTo>
                  <a:cubicBezTo>
                    <a:pt x="1252" y="1610"/>
                    <a:pt x="1221" y="1586"/>
                    <a:pt x="1189" y="1562"/>
                  </a:cubicBezTo>
                  <a:cubicBezTo>
                    <a:pt x="1301" y="1159"/>
                    <a:pt x="1448" y="764"/>
                    <a:pt x="1638" y="392"/>
                  </a:cubicBezTo>
                  <a:cubicBezTo>
                    <a:pt x="1675" y="322"/>
                    <a:pt x="1690" y="245"/>
                    <a:pt x="1698" y="168"/>
                  </a:cubicBezTo>
                  <a:cubicBezTo>
                    <a:pt x="1617" y="106"/>
                    <a:pt x="1528" y="50"/>
                    <a:pt x="1422" y="50"/>
                  </a:cubicBezTo>
                  <a:cubicBezTo>
                    <a:pt x="1152" y="455"/>
                    <a:pt x="1070" y="964"/>
                    <a:pt x="817" y="1380"/>
                  </a:cubicBezTo>
                  <a:cubicBezTo>
                    <a:pt x="717" y="1383"/>
                    <a:pt x="709" y="1252"/>
                    <a:pt x="673" y="1184"/>
                  </a:cubicBezTo>
                  <a:cubicBezTo>
                    <a:pt x="567" y="825"/>
                    <a:pt x="443" y="467"/>
                    <a:pt x="379" y="99"/>
                  </a:cubicBezTo>
                  <a:cubicBezTo>
                    <a:pt x="245" y="0"/>
                    <a:pt x="0" y="80"/>
                    <a:pt x="37" y="267"/>
                  </a:cubicBezTo>
                  <a:cubicBezTo>
                    <a:pt x="169" y="706"/>
                    <a:pt x="297" y="1148"/>
                    <a:pt x="379" y="1600"/>
                  </a:cubicBezTo>
                  <a:cubicBezTo>
                    <a:pt x="365" y="1630"/>
                    <a:pt x="351" y="1660"/>
                    <a:pt x="337" y="1690"/>
                  </a:cubicBezTo>
                  <a:cubicBezTo>
                    <a:pt x="417" y="1932"/>
                    <a:pt x="476" y="2185"/>
                    <a:pt x="489" y="2440"/>
                  </a:cubicBezTo>
                  <a:cubicBezTo>
                    <a:pt x="467" y="2862"/>
                    <a:pt x="269" y="3246"/>
                    <a:pt x="111" y="3630"/>
                  </a:cubicBezTo>
                  <a:moveTo>
                    <a:pt x="800" y="2716"/>
                  </a:moveTo>
                  <a:cubicBezTo>
                    <a:pt x="666" y="2472"/>
                    <a:pt x="608" y="2200"/>
                    <a:pt x="602" y="1923"/>
                  </a:cubicBezTo>
                  <a:cubicBezTo>
                    <a:pt x="662" y="1935"/>
                    <a:pt x="721" y="1949"/>
                    <a:pt x="780" y="1964"/>
                  </a:cubicBezTo>
                  <a:cubicBezTo>
                    <a:pt x="556" y="2166"/>
                    <a:pt x="833" y="2468"/>
                    <a:pt x="945" y="2666"/>
                  </a:cubicBezTo>
                  <a:cubicBezTo>
                    <a:pt x="936" y="2688"/>
                    <a:pt x="920" y="2733"/>
                    <a:pt x="911" y="2755"/>
                  </a:cubicBezTo>
                  <a:cubicBezTo>
                    <a:pt x="883" y="2745"/>
                    <a:pt x="828" y="2726"/>
                    <a:pt x="800" y="2716"/>
                  </a:cubicBezTo>
                  <a:moveTo>
                    <a:pt x="915" y="2064"/>
                  </a:moveTo>
                  <a:cubicBezTo>
                    <a:pt x="855" y="2023"/>
                    <a:pt x="795" y="1979"/>
                    <a:pt x="764" y="1911"/>
                  </a:cubicBezTo>
                  <a:cubicBezTo>
                    <a:pt x="853" y="1919"/>
                    <a:pt x="943" y="1917"/>
                    <a:pt x="1033" y="1913"/>
                  </a:cubicBezTo>
                  <a:cubicBezTo>
                    <a:pt x="987" y="2151"/>
                    <a:pt x="1070" y="2379"/>
                    <a:pt x="1148" y="2599"/>
                  </a:cubicBezTo>
                  <a:cubicBezTo>
                    <a:pt x="1131" y="2622"/>
                    <a:pt x="1095" y="2669"/>
                    <a:pt x="1078" y="2692"/>
                  </a:cubicBezTo>
                  <a:cubicBezTo>
                    <a:pt x="913" y="2540"/>
                    <a:pt x="956" y="2270"/>
                    <a:pt x="915" y="20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" name="Freeform 68"/>
            <p:cNvSpPr>
              <a:spLocks/>
            </p:cNvSpPr>
            <p:nvPr/>
          </p:nvSpPr>
          <p:spPr bwMode="auto">
            <a:xfrm flipV="1">
              <a:off x="416" y="1405"/>
              <a:ext cx="173" cy="163"/>
            </a:xfrm>
            <a:custGeom>
              <a:avLst/>
              <a:gdLst>
                <a:gd name="T0" fmla="*/ 279 w 752"/>
                <a:gd name="T1" fmla="*/ 678 h 710"/>
                <a:gd name="T2" fmla="*/ 623 w 752"/>
                <a:gd name="T3" fmla="*/ 556 h 710"/>
                <a:gd name="T4" fmla="*/ 471 w 752"/>
                <a:gd name="T5" fmla="*/ 65 h 710"/>
                <a:gd name="T6" fmla="*/ 55 w 752"/>
                <a:gd name="T7" fmla="*/ 273 h 710"/>
                <a:gd name="T8" fmla="*/ 279 w 752"/>
                <a:gd name="T9" fmla="*/ 678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710">
                  <a:moveTo>
                    <a:pt x="279" y="678"/>
                  </a:moveTo>
                  <a:cubicBezTo>
                    <a:pt x="404" y="710"/>
                    <a:pt x="548" y="664"/>
                    <a:pt x="623" y="556"/>
                  </a:cubicBezTo>
                  <a:cubicBezTo>
                    <a:pt x="752" y="396"/>
                    <a:pt x="670" y="122"/>
                    <a:pt x="471" y="65"/>
                  </a:cubicBezTo>
                  <a:cubicBezTo>
                    <a:pt x="305" y="0"/>
                    <a:pt x="105" y="105"/>
                    <a:pt x="55" y="273"/>
                  </a:cubicBezTo>
                  <a:cubicBezTo>
                    <a:pt x="0" y="440"/>
                    <a:pt x="105" y="638"/>
                    <a:pt x="279" y="6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" name="Freeform 69"/>
            <p:cNvSpPr>
              <a:spLocks/>
            </p:cNvSpPr>
            <p:nvPr/>
          </p:nvSpPr>
          <p:spPr bwMode="auto">
            <a:xfrm flipV="1">
              <a:off x="585" y="1802"/>
              <a:ext cx="69" cy="64"/>
            </a:xfrm>
            <a:custGeom>
              <a:avLst/>
              <a:gdLst>
                <a:gd name="T0" fmla="*/ 0 w 298"/>
                <a:gd name="T1" fmla="*/ 167 h 281"/>
                <a:gd name="T2" fmla="*/ 246 w 298"/>
                <a:gd name="T3" fmla="*/ 281 h 281"/>
                <a:gd name="T4" fmla="*/ 195 w 298"/>
                <a:gd name="T5" fmla="*/ 51 h 281"/>
                <a:gd name="T6" fmla="*/ 0 w 298"/>
                <a:gd name="T7" fmla="*/ 16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281">
                  <a:moveTo>
                    <a:pt x="0" y="167"/>
                  </a:moveTo>
                  <a:cubicBezTo>
                    <a:pt x="83" y="202"/>
                    <a:pt x="165" y="240"/>
                    <a:pt x="246" y="281"/>
                  </a:cubicBezTo>
                  <a:cubicBezTo>
                    <a:pt x="243" y="205"/>
                    <a:pt x="298" y="81"/>
                    <a:pt x="195" y="51"/>
                  </a:cubicBezTo>
                  <a:cubicBezTo>
                    <a:pt x="102" y="0"/>
                    <a:pt x="50" y="111"/>
                    <a:pt x="0" y="1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0" name="组合 129"/>
          <p:cNvGrpSpPr/>
          <p:nvPr/>
        </p:nvGrpSpPr>
        <p:grpSpPr>
          <a:xfrm>
            <a:off x="7545685" y="2419486"/>
            <a:ext cx="1212851" cy="1512888"/>
            <a:chOff x="6846888" y="3040064"/>
            <a:chExt cx="1212851" cy="1512888"/>
          </a:xfrm>
          <a:solidFill>
            <a:srgbClr val="595959"/>
          </a:solidFill>
        </p:grpSpPr>
        <p:sp>
          <p:nvSpPr>
            <p:cNvPr id="116" name="Freeform 36"/>
            <p:cNvSpPr>
              <a:spLocks noEditPoints="1"/>
            </p:cNvSpPr>
            <p:nvPr/>
          </p:nvSpPr>
          <p:spPr bwMode="auto">
            <a:xfrm flipV="1">
              <a:off x="6846888" y="3040064"/>
              <a:ext cx="1209675" cy="1512888"/>
            </a:xfrm>
            <a:custGeom>
              <a:avLst/>
              <a:gdLst>
                <a:gd name="T0" fmla="*/ 1997 w 3334"/>
                <a:gd name="T1" fmla="*/ 2691 h 4170"/>
                <a:gd name="T2" fmla="*/ 3070 w 3334"/>
                <a:gd name="T3" fmla="*/ 4122 h 4170"/>
                <a:gd name="T4" fmla="*/ 3178 w 3334"/>
                <a:gd name="T5" fmla="*/ 3859 h 4170"/>
                <a:gd name="T6" fmla="*/ 2275 w 3334"/>
                <a:gd name="T7" fmla="*/ 2766 h 4170"/>
                <a:gd name="T8" fmla="*/ 2969 w 3334"/>
                <a:gd name="T9" fmla="*/ 2031 h 4170"/>
                <a:gd name="T10" fmla="*/ 2836 w 3334"/>
                <a:gd name="T11" fmla="*/ 1215 h 4170"/>
                <a:gd name="T12" fmla="*/ 3251 w 3334"/>
                <a:gd name="T13" fmla="*/ 369 h 4170"/>
                <a:gd name="T14" fmla="*/ 2857 w 3334"/>
                <a:gd name="T15" fmla="*/ 189 h 4170"/>
                <a:gd name="T16" fmla="*/ 2481 w 3334"/>
                <a:gd name="T17" fmla="*/ 906 h 4170"/>
                <a:gd name="T18" fmla="*/ 1567 w 3334"/>
                <a:gd name="T19" fmla="*/ 1126 h 4170"/>
                <a:gd name="T20" fmla="*/ 1418 w 3334"/>
                <a:gd name="T21" fmla="*/ 1322 h 4170"/>
                <a:gd name="T22" fmla="*/ 584 w 3334"/>
                <a:gd name="T23" fmla="*/ 351 h 4170"/>
                <a:gd name="T24" fmla="*/ 251 w 3334"/>
                <a:gd name="T25" fmla="*/ 123 h 4170"/>
                <a:gd name="T26" fmla="*/ 124 w 3334"/>
                <a:gd name="T27" fmla="*/ 493 h 4170"/>
                <a:gd name="T28" fmla="*/ 1997 w 3334"/>
                <a:gd name="T29" fmla="*/ 2691 h 4170"/>
                <a:gd name="T30" fmla="*/ 2286 w 3334"/>
                <a:gd name="T31" fmla="*/ 1541 h 4170"/>
                <a:gd name="T32" fmla="*/ 2576 w 3334"/>
                <a:gd name="T33" fmla="*/ 1358 h 4170"/>
                <a:gd name="T34" fmla="*/ 2677 w 3334"/>
                <a:gd name="T35" fmla="*/ 1980 h 4170"/>
                <a:gd name="T36" fmla="*/ 2286 w 3334"/>
                <a:gd name="T37" fmla="*/ 1541 h 4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34" h="4170">
                  <a:moveTo>
                    <a:pt x="1997" y="2691"/>
                  </a:moveTo>
                  <a:cubicBezTo>
                    <a:pt x="1922" y="3365"/>
                    <a:pt x="2517" y="3865"/>
                    <a:pt x="3070" y="4122"/>
                  </a:cubicBezTo>
                  <a:cubicBezTo>
                    <a:pt x="3227" y="4170"/>
                    <a:pt x="3334" y="3928"/>
                    <a:pt x="3178" y="3859"/>
                  </a:cubicBezTo>
                  <a:cubicBezTo>
                    <a:pt x="2757" y="3638"/>
                    <a:pt x="2264" y="3297"/>
                    <a:pt x="2275" y="2766"/>
                  </a:cubicBezTo>
                  <a:cubicBezTo>
                    <a:pt x="2471" y="2494"/>
                    <a:pt x="2844" y="2362"/>
                    <a:pt x="2969" y="2031"/>
                  </a:cubicBezTo>
                  <a:cubicBezTo>
                    <a:pt x="3090" y="1755"/>
                    <a:pt x="2983" y="1456"/>
                    <a:pt x="2836" y="1215"/>
                  </a:cubicBezTo>
                  <a:cubicBezTo>
                    <a:pt x="2972" y="932"/>
                    <a:pt x="3125" y="657"/>
                    <a:pt x="3251" y="369"/>
                  </a:cubicBezTo>
                  <a:cubicBezTo>
                    <a:pt x="3307" y="151"/>
                    <a:pt x="2983" y="0"/>
                    <a:pt x="2857" y="189"/>
                  </a:cubicBezTo>
                  <a:cubicBezTo>
                    <a:pt x="2717" y="419"/>
                    <a:pt x="2614" y="671"/>
                    <a:pt x="2481" y="906"/>
                  </a:cubicBezTo>
                  <a:cubicBezTo>
                    <a:pt x="2180" y="986"/>
                    <a:pt x="1871" y="1050"/>
                    <a:pt x="1567" y="1126"/>
                  </a:cubicBezTo>
                  <a:cubicBezTo>
                    <a:pt x="1479" y="1153"/>
                    <a:pt x="1439" y="1240"/>
                    <a:pt x="1418" y="1322"/>
                  </a:cubicBezTo>
                  <a:cubicBezTo>
                    <a:pt x="1132" y="1005"/>
                    <a:pt x="859" y="676"/>
                    <a:pt x="584" y="351"/>
                  </a:cubicBezTo>
                  <a:cubicBezTo>
                    <a:pt x="490" y="256"/>
                    <a:pt x="410" y="94"/>
                    <a:pt x="251" y="123"/>
                  </a:cubicBezTo>
                  <a:cubicBezTo>
                    <a:pt x="79" y="143"/>
                    <a:pt x="0" y="373"/>
                    <a:pt x="124" y="493"/>
                  </a:cubicBezTo>
                  <a:cubicBezTo>
                    <a:pt x="746" y="1227"/>
                    <a:pt x="1368" y="1962"/>
                    <a:pt x="1997" y="2691"/>
                  </a:cubicBezTo>
                  <a:moveTo>
                    <a:pt x="2286" y="1541"/>
                  </a:moveTo>
                  <a:cubicBezTo>
                    <a:pt x="2114" y="1378"/>
                    <a:pt x="2470" y="1394"/>
                    <a:pt x="2576" y="1358"/>
                  </a:cubicBezTo>
                  <a:cubicBezTo>
                    <a:pt x="2696" y="1539"/>
                    <a:pt x="2805" y="1773"/>
                    <a:pt x="2677" y="1980"/>
                  </a:cubicBezTo>
                  <a:cubicBezTo>
                    <a:pt x="2527" y="1863"/>
                    <a:pt x="2420" y="1682"/>
                    <a:pt x="2286" y="15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7" name="Freeform 37"/>
            <p:cNvSpPr>
              <a:spLocks/>
            </p:cNvSpPr>
            <p:nvPr/>
          </p:nvSpPr>
          <p:spPr bwMode="auto">
            <a:xfrm flipV="1">
              <a:off x="7686676" y="3324227"/>
              <a:ext cx="373063" cy="342900"/>
            </a:xfrm>
            <a:custGeom>
              <a:avLst/>
              <a:gdLst>
                <a:gd name="T0" fmla="*/ 449 w 1027"/>
                <a:gd name="T1" fmla="*/ 879 h 948"/>
                <a:gd name="T2" fmla="*/ 877 w 1027"/>
                <a:gd name="T3" fmla="*/ 310 h 948"/>
                <a:gd name="T4" fmla="*/ 203 w 1027"/>
                <a:gd name="T5" fmla="*/ 230 h 948"/>
                <a:gd name="T6" fmla="*/ 449 w 1027"/>
                <a:gd name="T7" fmla="*/ 879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7" h="948">
                  <a:moveTo>
                    <a:pt x="449" y="879"/>
                  </a:moveTo>
                  <a:cubicBezTo>
                    <a:pt x="756" y="948"/>
                    <a:pt x="1027" y="586"/>
                    <a:pt x="877" y="310"/>
                  </a:cubicBezTo>
                  <a:cubicBezTo>
                    <a:pt x="771" y="44"/>
                    <a:pt x="370" y="0"/>
                    <a:pt x="203" y="230"/>
                  </a:cubicBezTo>
                  <a:cubicBezTo>
                    <a:pt x="0" y="450"/>
                    <a:pt x="154" y="846"/>
                    <a:pt x="449" y="8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3" name="Group 33"/>
          <p:cNvGrpSpPr>
            <a:grpSpLocks noChangeAspect="1"/>
          </p:cNvGrpSpPr>
          <p:nvPr/>
        </p:nvGrpSpPr>
        <p:grpSpPr bwMode="auto">
          <a:xfrm>
            <a:off x="9846547" y="2112904"/>
            <a:ext cx="1211263" cy="1530350"/>
            <a:chOff x="6465" y="1284"/>
            <a:chExt cx="763" cy="964"/>
          </a:xfrm>
          <a:solidFill>
            <a:srgbClr val="595959"/>
          </a:solidFill>
        </p:grpSpPr>
        <p:sp>
          <p:nvSpPr>
            <p:cNvPr id="44" name="Freeform 35"/>
            <p:cNvSpPr>
              <a:spLocks/>
            </p:cNvSpPr>
            <p:nvPr/>
          </p:nvSpPr>
          <p:spPr bwMode="auto">
            <a:xfrm flipV="1">
              <a:off x="6624" y="1284"/>
              <a:ext cx="530" cy="422"/>
            </a:xfrm>
            <a:custGeom>
              <a:avLst/>
              <a:gdLst>
                <a:gd name="T0" fmla="*/ 1071 w 2312"/>
                <a:gd name="T1" fmla="*/ 1479 h 1848"/>
                <a:gd name="T2" fmla="*/ 1911 w 2312"/>
                <a:gd name="T3" fmla="*/ 1051 h 1848"/>
                <a:gd name="T4" fmla="*/ 2280 w 2312"/>
                <a:gd name="T5" fmla="*/ 794 h 1848"/>
                <a:gd name="T6" fmla="*/ 1902 w 2312"/>
                <a:gd name="T7" fmla="*/ 363 h 1848"/>
                <a:gd name="T8" fmla="*/ 1481 w 2312"/>
                <a:gd name="T9" fmla="*/ 34 h 1848"/>
                <a:gd name="T10" fmla="*/ 1014 w 2312"/>
                <a:gd name="T11" fmla="*/ 273 h 1848"/>
                <a:gd name="T12" fmla="*/ 77 w 2312"/>
                <a:gd name="T13" fmla="*/ 476 h 1848"/>
                <a:gd name="T14" fmla="*/ 247 w 2312"/>
                <a:gd name="T15" fmla="*/ 792 h 1848"/>
                <a:gd name="T16" fmla="*/ 426 w 2312"/>
                <a:gd name="T17" fmla="*/ 1051 h 1848"/>
                <a:gd name="T18" fmla="*/ 561 w 2312"/>
                <a:gd name="T19" fmla="*/ 1509 h 1848"/>
                <a:gd name="T20" fmla="*/ 1071 w 2312"/>
                <a:gd name="T21" fmla="*/ 1479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12" h="1848">
                  <a:moveTo>
                    <a:pt x="1071" y="1479"/>
                  </a:moveTo>
                  <a:cubicBezTo>
                    <a:pt x="1343" y="1848"/>
                    <a:pt x="2036" y="1487"/>
                    <a:pt x="1911" y="1051"/>
                  </a:cubicBezTo>
                  <a:cubicBezTo>
                    <a:pt x="2070" y="1054"/>
                    <a:pt x="2261" y="972"/>
                    <a:pt x="2280" y="794"/>
                  </a:cubicBezTo>
                  <a:cubicBezTo>
                    <a:pt x="2312" y="571"/>
                    <a:pt x="2107" y="395"/>
                    <a:pt x="1902" y="363"/>
                  </a:cubicBezTo>
                  <a:cubicBezTo>
                    <a:pt x="1886" y="156"/>
                    <a:pt x="1661" y="60"/>
                    <a:pt x="1481" y="34"/>
                  </a:cubicBezTo>
                  <a:cubicBezTo>
                    <a:pt x="1299" y="0"/>
                    <a:pt x="1050" y="62"/>
                    <a:pt x="1014" y="273"/>
                  </a:cubicBezTo>
                  <a:cubicBezTo>
                    <a:pt x="715" y="120"/>
                    <a:pt x="238" y="135"/>
                    <a:pt x="77" y="476"/>
                  </a:cubicBezTo>
                  <a:cubicBezTo>
                    <a:pt x="0" y="610"/>
                    <a:pt x="99" y="776"/>
                    <a:pt x="247" y="792"/>
                  </a:cubicBezTo>
                  <a:cubicBezTo>
                    <a:pt x="145" y="923"/>
                    <a:pt x="286" y="1064"/>
                    <a:pt x="426" y="1051"/>
                  </a:cubicBezTo>
                  <a:cubicBezTo>
                    <a:pt x="332" y="1211"/>
                    <a:pt x="389" y="1430"/>
                    <a:pt x="561" y="1509"/>
                  </a:cubicBezTo>
                  <a:cubicBezTo>
                    <a:pt x="720" y="1568"/>
                    <a:pt x="940" y="1622"/>
                    <a:pt x="1071" y="14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36"/>
            <p:cNvSpPr>
              <a:spLocks/>
            </p:cNvSpPr>
            <p:nvPr/>
          </p:nvSpPr>
          <p:spPr bwMode="auto">
            <a:xfrm flipV="1">
              <a:off x="6786" y="1668"/>
              <a:ext cx="76" cy="86"/>
            </a:xfrm>
            <a:custGeom>
              <a:avLst/>
              <a:gdLst>
                <a:gd name="T0" fmla="*/ 0 w 335"/>
                <a:gd name="T1" fmla="*/ 230 h 377"/>
                <a:gd name="T2" fmla="*/ 321 w 335"/>
                <a:gd name="T3" fmla="*/ 165 h 377"/>
                <a:gd name="T4" fmla="*/ 1 w 335"/>
                <a:gd name="T5" fmla="*/ 125 h 377"/>
                <a:gd name="T6" fmla="*/ 0 w 335"/>
                <a:gd name="T7" fmla="*/ 23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77">
                  <a:moveTo>
                    <a:pt x="0" y="230"/>
                  </a:moveTo>
                  <a:cubicBezTo>
                    <a:pt x="69" y="377"/>
                    <a:pt x="335" y="338"/>
                    <a:pt x="321" y="165"/>
                  </a:cubicBezTo>
                  <a:cubicBezTo>
                    <a:pt x="299" y="14"/>
                    <a:pt x="73" y="0"/>
                    <a:pt x="1" y="125"/>
                  </a:cubicBezTo>
                  <a:cubicBezTo>
                    <a:pt x="1" y="151"/>
                    <a:pt x="1" y="204"/>
                    <a:pt x="0" y="2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 flipV="1">
              <a:off x="6714" y="1744"/>
              <a:ext cx="60" cy="57"/>
            </a:xfrm>
            <a:custGeom>
              <a:avLst/>
              <a:gdLst>
                <a:gd name="T0" fmla="*/ 0 w 259"/>
                <a:gd name="T1" fmla="*/ 147 h 249"/>
                <a:gd name="T2" fmla="*/ 259 w 259"/>
                <a:gd name="T3" fmla="*/ 145 h 249"/>
                <a:gd name="T4" fmla="*/ 0 w 259"/>
                <a:gd name="T5" fmla="*/ 14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9" h="249">
                  <a:moveTo>
                    <a:pt x="0" y="147"/>
                  </a:moveTo>
                  <a:cubicBezTo>
                    <a:pt x="59" y="233"/>
                    <a:pt x="210" y="249"/>
                    <a:pt x="259" y="145"/>
                  </a:cubicBezTo>
                  <a:cubicBezTo>
                    <a:pt x="259" y="0"/>
                    <a:pt x="10" y="7"/>
                    <a:pt x="0" y="14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 flipV="1">
              <a:off x="6465" y="1758"/>
              <a:ext cx="292" cy="485"/>
            </a:xfrm>
            <a:custGeom>
              <a:avLst/>
              <a:gdLst>
                <a:gd name="T0" fmla="*/ 12 w 1278"/>
                <a:gd name="T1" fmla="*/ 1942 h 2122"/>
                <a:gd name="T2" fmla="*/ 346 w 1278"/>
                <a:gd name="T3" fmla="*/ 2009 h 2122"/>
                <a:gd name="T4" fmla="*/ 349 w 1278"/>
                <a:gd name="T5" fmla="*/ 910 h 2122"/>
                <a:gd name="T6" fmla="*/ 1278 w 1278"/>
                <a:gd name="T7" fmla="*/ 909 h 2122"/>
                <a:gd name="T8" fmla="*/ 1273 w 1278"/>
                <a:gd name="T9" fmla="*/ 442 h 2122"/>
                <a:gd name="T10" fmla="*/ 348 w 1278"/>
                <a:gd name="T11" fmla="*/ 444 h 2122"/>
                <a:gd name="T12" fmla="*/ 344 w 1278"/>
                <a:gd name="T13" fmla="*/ 124 h 2122"/>
                <a:gd name="T14" fmla="*/ 12 w 1278"/>
                <a:gd name="T15" fmla="*/ 178 h 2122"/>
                <a:gd name="T16" fmla="*/ 12 w 1278"/>
                <a:gd name="T17" fmla="*/ 1942 h 2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8" h="2122">
                  <a:moveTo>
                    <a:pt x="12" y="1942"/>
                  </a:moveTo>
                  <a:cubicBezTo>
                    <a:pt x="0" y="2115"/>
                    <a:pt x="267" y="2122"/>
                    <a:pt x="346" y="2009"/>
                  </a:cubicBezTo>
                  <a:cubicBezTo>
                    <a:pt x="349" y="1643"/>
                    <a:pt x="346" y="1277"/>
                    <a:pt x="349" y="910"/>
                  </a:cubicBezTo>
                  <a:cubicBezTo>
                    <a:pt x="658" y="904"/>
                    <a:pt x="968" y="911"/>
                    <a:pt x="1278" y="909"/>
                  </a:cubicBezTo>
                  <a:cubicBezTo>
                    <a:pt x="1274" y="753"/>
                    <a:pt x="1276" y="598"/>
                    <a:pt x="1273" y="442"/>
                  </a:cubicBezTo>
                  <a:cubicBezTo>
                    <a:pt x="965" y="445"/>
                    <a:pt x="656" y="442"/>
                    <a:pt x="348" y="444"/>
                  </a:cubicBezTo>
                  <a:cubicBezTo>
                    <a:pt x="344" y="337"/>
                    <a:pt x="353" y="231"/>
                    <a:pt x="344" y="124"/>
                  </a:cubicBezTo>
                  <a:cubicBezTo>
                    <a:pt x="281" y="0"/>
                    <a:pt x="5" y="13"/>
                    <a:pt x="12" y="178"/>
                  </a:cubicBezTo>
                  <a:cubicBezTo>
                    <a:pt x="12" y="766"/>
                    <a:pt x="11" y="1354"/>
                    <a:pt x="12" y="194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 flipV="1">
              <a:off x="6647" y="1772"/>
              <a:ext cx="48" cy="36"/>
            </a:xfrm>
            <a:custGeom>
              <a:avLst/>
              <a:gdLst>
                <a:gd name="T0" fmla="*/ 0 w 207"/>
                <a:gd name="T1" fmla="*/ 77 h 157"/>
                <a:gd name="T2" fmla="*/ 205 w 207"/>
                <a:gd name="T3" fmla="*/ 115 h 157"/>
                <a:gd name="T4" fmla="*/ 207 w 207"/>
                <a:gd name="T5" fmla="*/ 39 h 157"/>
                <a:gd name="T6" fmla="*/ 59 w 207"/>
                <a:gd name="T7" fmla="*/ 9 h 157"/>
                <a:gd name="T8" fmla="*/ 0 w 207"/>
                <a:gd name="T9" fmla="*/ 7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157">
                  <a:moveTo>
                    <a:pt x="0" y="77"/>
                  </a:moveTo>
                  <a:cubicBezTo>
                    <a:pt x="49" y="147"/>
                    <a:pt x="134" y="157"/>
                    <a:pt x="205" y="115"/>
                  </a:cubicBezTo>
                  <a:cubicBezTo>
                    <a:pt x="205" y="90"/>
                    <a:pt x="206" y="64"/>
                    <a:pt x="207" y="39"/>
                  </a:cubicBezTo>
                  <a:cubicBezTo>
                    <a:pt x="165" y="4"/>
                    <a:pt x="111" y="0"/>
                    <a:pt x="59" y="9"/>
                  </a:cubicBezTo>
                  <a:cubicBezTo>
                    <a:pt x="44" y="26"/>
                    <a:pt x="15" y="60"/>
                    <a:pt x="0" y="7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 flipV="1">
              <a:off x="6556" y="1838"/>
              <a:ext cx="134" cy="151"/>
            </a:xfrm>
            <a:custGeom>
              <a:avLst/>
              <a:gdLst>
                <a:gd name="T0" fmla="*/ 207 w 585"/>
                <a:gd name="T1" fmla="*/ 578 h 661"/>
                <a:gd name="T2" fmla="*/ 577 w 585"/>
                <a:gd name="T3" fmla="*/ 339 h 661"/>
                <a:gd name="T4" fmla="*/ 161 w 585"/>
                <a:gd name="T5" fmla="*/ 130 h 661"/>
                <a:gd name="T6" fmla="*/ 207 w 585"/>
                <a:gd name="T7" fmla="*/ 578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5" h="661">
                  <a:moveTo>
                    <a:pt x="207" y="578"/>
                  </a:moveTo>
                  <a:cubicBezTo>
                    <a:pt x="372" y="661"/>
                    <a:pt x="583" y="520"/>
                    <a:pt x="577" y="339"/>
                  </a:cubicBezTo>
                  <a:cubicBezTo>
                    <a:pt x="585" y="134"/>
                    <a:pt x="320" y="0"/>
                    <a:pt x="161" y="130"/>
                  </a:cubicBezTo>
                  <a:cubicBezTo>
                    <a:pt x="0" y="234"/>
                    <a:pt x="29" y="509"/>
                    <a:pt x="207" y="5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 flipV="1">
              <a:off x="6757" y="1882"/>
              <a:ext cx="471" cy="366"/>
            </a:xfrm>
            <a:custGeom>
              <a:avLst/>
              <a:gdLst>
                <a:gd name="T0" fmla="*/ 31 w 2055"/>
                <a:gd name="T1" fmla="*/ 1556 h 1600"/>
                <a:gd name="T2" fmla="*/ 96 w 2055"/>
                <a:gd name="T3" fmla="*/ 1594 h 1600"/>
                <a:gd name="T4" fmla="*/ 1862 w 2055"/>
                <a:gd name="T5" fmla="*/ 1595 h 1600"/>
                <a:gd name="T6" fmla="*/ 1953 w 2055"/>
                <a:gd name="T7" fmla="*/ 1472 h 1600"/>
                <a:gd name="T8" fmla="*/ 1947 w 2055"/>
                <a:gd name="T9" fmla="*/ 917 h 1600"/>
                <a:gd name="T10" fmla="*/ 2051 w 2055"/>
                <a:gd name="T11" fmla="*/ 941 h 1600"/>
                <a:gd name="T12" fmla="*/ 2050 w 2055"/>
                <a:gd name="T13" fmla="*/ 168 h 1600"/>
                <a:gd name="T14" fmla="*/ 1712 w 2055"/>
                <a:gd name="T15" fmla="*/ 249 h 1600"/>
                <a:gd name="T16" fmla="*/ 1949 w 2055"/>
                <a:gd name="T17" fmla="*/ 244 h 1600"/>
                <a:gd name="T18" fmla="*/ 37 w 2055"/>
                <a:gd name="T19" fmla="*/ 294 h 1600"/>
                <a:gd name="T20" fmla="*/ 23 w 2055"/>
                <a:gd name="T21" fmla="*/ 1104 h 1600"/>
                <a:gd name="T22" fmla="*/ 634 w 2055"/>
                <a:gd name="T23" fmla="*/ 1390 h 1600"/>
                <a:gd name="T24" fmla="*/ 507 w 2055"/>
                <a:gd name="T25" fmla="*/ 1436 h 1600"/>
                <a:gd name="T26" fmla="*/ 16 w 2055"/>
                <a:gd name="T27" fmla="*/ 1293 h 1600"/>
                <a:gd name="T28" fmla="*/ 31 w 2055"/>
                <a:gd name="T29" fmla="*/ 1556 h 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55" h="1600">
                  <a:moveTo>
                    <a:pt x="31" y="1556"/>
                  </a:moveTo>
                  <a:cubicBezTo>
                    <a:pt x="47" y="1566"/>
                    <a:pt x="79" y="1585"/>
                    <a:pt x="96" y="1594"/>
                  </a:cubicBezTo>
                  <a:cubicBezTo>
                    <a:pt x="684" y="1598"/>
                    <a:pt x="1273" y="1596"/>
                    <a:pt x="1862" y="1595"/>
                  </a:cubicBezTo>
                  <a:cubicBezTo>
                    <a:pt x="1930" y="1600"/>
                    <a:pt x="1959" y="1529"/>
                    <a:pt x="1953" y="1472"/>
                  </a:cubicBezTo>
                  <a:cubicBezTo>
                    <a:pt x="1949" y="1287"/>
                    <a:pt x="1959" y="1102"/>
                    <a:pt x="1947" y="917"/>
                  </a:cubicBezTo>
                  <a:cubicBezTo>
                    <a:pt x="1973" y="923"/>
                    <a:pt x="2025" y="935"/>
                    <a:pt x="2051" y="941"/>
                  </a:cubicBezTo>
                  <a:cubicBezTo>
                    <a:pt x="2053" y="683"/>
                    <a:pt x="2055" y="425"/>
                    <a:pt x="2050" y="168"/>
                  </a:cubicBezTo>
                  <a:cubicBezTo>
                    <a:pt x="2004" y="0"/>
                    <a:pt x="1657" y="48"/>
                    <a:pt x="1712" y="249"/>
                  </a:cubicBezTo>
                  <a:cubicBezTo>
                    <a:pt x="1791" y="245"/>
                    <a:pt x="1870" y="243"/>
                    <a:pt x="1949" y="244"/>
                  </a:cubicBezTo>
                  <a:cubicBezTo>
                    <a:pt x="1320" y="316"/>
                    <a:pt x="664" y="217"/>
                    <a:pt x="37" y="294"/>
                  </a:cubicBezTo>
                  <a:cubicBezTo>
                    <a:pt x="0" y="562"/>
                    <a:pt x="34" y="834"/>
                    <a:pt x="23" y="1104"/>
                  </a:cubicBezTo>
                  <a:cubicBezTo>
                    <a:pt x="247" y="1056"/>
                    <a:pt x="584" y="1133"/>
                    <a:pt x="634" y="1390"/>
                  </a:cubicBezTo>
                  <a:cubicBezTo>
                    <a:pt x="594" y="1413"/>
                    <a:pt x="551" y="1428"/>
                    <a:pt x="507" y="1436"/>
                  </a:cubicBezTo>
                  <a:cubicBezTo>
                    <a:pt x="384" y="1301"/>
                    <a:pt x="193" y="1237"/>
                    <a:pt x="16" y="1293"/>
                  </a:cubicBezTo>
                  <a:cubicBezTo>
                    <a:pt x="19" y="1381"/>
                    <a:pt x="23" y="1469"/>
                    <a:pt x="31" y="15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 flipV="1">
              <a:off x="6678" y="1915"/>
              <a:ext cx="80" cy="106"/>
            </a:xfrm>
            <a:custGeom>
              <a:avLst/>
              <a:gdLst>
                <a:gd name="T0" fmla="*/ 38 w 350"/>
                <a:gd name="T1" fmla="*/ 335 h 465"/>
                <a:gd name="T2" fmla="*/ 346 w 350"/>
                <a:gd name="T3" fmla="*/ 445 h 465"/>
                <a:gd name="T4" fmla="*/ 339 w 350"/>
                <a:gd name="T5" fmla="*/ 313 h 465"/>
                <a:gd name="T6" fmla="*/ 191 w 350"/>
                <a:gd name="T7" fmla="*/ 374 h 465"/>
                <a:gd name="T8" fmla="*/ 130 w 350"/>
                <a:gd name="T9" fmla="*/ 320 h 465"/>
                <a:gd name="T10" fmla="*/ 135 w 350"/>
                <a:gd name="T11" fmla="*/ 204 h 465"/>
                <a:gd name="T12" fmla="*/ 345 w 350"/>
                <a:gd name="T13" fmla="*/ 118 h 465"/>
                <a:gd name="T14" fmla="*/ 350 w 350"/>
                <a:gd name="T15" fmla="*/ 0 h 465"/>
                <a:gd name="T16" fmla="*/ 38 w 350"/>
                <a:gd name="T17" fmla="*/ 33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0" h="465">
                  <a:moveTo>
                    <a:pt x="38" y="335"/>
                  </a:moveTo>
                  <a:cubicBezTo>
                    <a:pt x="80" y="465"/>
                    <a:pt x="236" y="464"/>
                    <a:pt x="346" y="445"/>
                  </a:cubicBezTo>
                  <a:cubicBezTo>
                    <a:pt x="344" y="412"/>
                    <a:pt x="341" y="346"/>
                    <a:pt x="339" y="313"/>
                  </a:cubicBezTo>
                  <a:cubicBezTo>
                    <a:pt x="290" y="334"/>
                    <a:pt x="241" y="354"/>
                    <a:pt x="191" y="374"/>
                  </a:cubicBezTo>
                  <a:cubicBezTo>
                    <a:pt x="176" y="361"/>
                    <a:pt x="145" y="334"/>
                    <a:pt x="130" y="320"/>
                  </a:cubicBezTo>
                  <a:cubicBezTo>
                    <a:pt x="151" y="285"/>
                    <a:pt x="153" y="246"/>
                    <a:pt x="135" y="204"/>
                  </a:cubicBezTo>
                  <a:cubicBezTo>
                    <a:pt x="202" y="170"/>
                    <a:pt x="272" y="140"/>
                    <a:pt x="345" y="118"/>
                  </a:cubicBezTo>
                  <a:cubicBezTo>
                    <a:pt x="346" y="88"/>
                    <a:pt x="349" y="30"/>
                    <a:pt x="350" y="0"/>
                  </a:cubicBezTo>
                  <a:cubicBezTo>
                    <a:pt x="188" y="25"/>
                    <a:pt x="0" y="148"/>
                    <a:pt x="38" y="33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 flipV="1">
              <a:off x="6713" y="1914"/>
              <a:ext cx="185" cy="93"/>
            </a:xfrm>
            <a:custGeom>
              <a:avLst/>
              <a:gdLst>
                <a:gd name="T0" fmla="*/ 489 w 805"/>
                <a:gd name="T1" fmla="*/ 215 h 405"/>
                <a:gd name="T2" fmla="*/ 805 w 805"/>
                <a:gd name="T3" fmla="*/ 331 h 405"/>
                <a:gd name="T4" fmla="*/ 0 w 805"/>
                <a:gd name="T5" fmla="*/ 155 h 405"/>
                <a:gd name="T6" fmla="*/ 11 w 805"/>
                <a:gd name="T7" fmla="*/ 288 h 405"/>
                <a:gd name="T8" fmla="*/ 489 w 805"/>
                <a:gd name="T9" fmla="*/ 21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5" h="405">
                  <a:moveTo>
                    <a:pt x="489" y="215"/>
                  </a:moveTo>
                  <a:cubicBezTo>
                    <a:pt x="610" y="236"/>
                    <a:pt x="673" y="405"/>
                    <a:pt x="805" y="331"/>
                  </a:cubicBezTo>
                  <a:cubicBezTo>
                    <a:pt x="698" y="13"/>
                    <a:pt x="251" y="0"/>
                    <a:pt x="0" y="155"/>
                  </a:cubicBezTo>
                  <a:cubicBezTo>
                    <a:pt x="3" y="188"/>
                    <a:pt x="9" y="254"/>
                    <a:pt x="11" y="288"/>
                  </a:cubicBezTo>
                  <a:cubicBezTo>
                    <a:pt x="164" y="236"/>
                    <a:pt x="325" y="153"/>
                    <a:pt x="489" y="2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44"/>
            <p:cNvSpPr>
              <a:spLocks/>
            </p:cNvSpPr>
            <p:nvPr/>
          </p:nvSpPr>
          <p:spPr bwMode="auto">
            <a:xfrm flipV="1">
              <a:off x="6552" y="1976"/>
              <a:ext cx="144" cy="53"/>
            </a:xfrm>
            <a:custGeom>
              <a:avLst/>
              <a:gdLst>
                <a:gd name="T0" fmla="*/ 89 w 630"/>
                <a:gd name="T1" fmla="*/ 227 h 234"/>
                <a:gd name="T2" fmla="*/ 498 w 630"/>
                <a:gd name="T3" fmla="*/ 230 h 234"/>
                <a:gd name="T4" fmla="*/ 500 w 630"/>
                <a:gd name="T5" fmla="*/ 3 h 234"/>
                <a:gd name="T6" fmla="*/ 112 w 630"/>
                <a:gd name="T7" fmla="*/ 3 h 234"/>
                <a:gd name="T8" fmla="*/ 89 w 630"/>
                <a:gd name="T9" fmla="*/ 22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0" h="234">
                  <a:moveTo>
                    <a:pt x="89" y="227"/>
                  </a:moveTo>
                  <a:cubicBezTo>
                    <a:pt x="225" y="234"/>
                    <a:pt x="361" y="232"/>
                    <a:pt x="498" y="230"/>
                  </a:cubicBezTo>
                  <a:cubicBezTo>
                    <a:pt x="623" y="227"/>
                    <a:pt x="630" y="7"/>
                    <a:pt x="500" y="3"/>
                  </a:cubicBezTo>
                  <a:cubicBezTo>
                    <a:pt x="371" y="0"/>
                    <a:pt x="241" y="0"/>
                    <a:pt x="112" y="3"/>
                  </a:cubicBezTo>
                  <a:cubicBezTo>
                    <a:pt x="4" y="16"/>
                    <a:pt x="0" y="183"/>
                    <a:pt x="89" y="2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4" name="Group 13"/>
          <p:cNvGrpSpPr>
            <a:grpSpLocks/>
          </p:cNvGrpSpPr>
          <p:nvPr/>
        </p:nvGrpSpPr>
        <p:grpSpPr bwMode="auto">
          <a:xfrm>
            <a:off x="3693682" y="398568"/>
            <a:ext cx="1499495" cy="2374627"/>
            <a:chOff x="-352" y="1367"/>
            <a:chExt cx="586" cy="928"/>
          </a:xfrm>
          <a:solidFill>
            <a:srgbClr val="595959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 flipV="1">
              <a:off x="-352" y="1367"/>
              <a:ext cx="1" cy="1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cubicBezTo>
                    <a:pt x="2" y="2"/>
                    <a:pt x="0" y="1"/>
                    <a:pt x="0" y="0"/>
                  </a:cubicBezTo>
                  <a:lnTo>
                    <a:pt x="0" y="3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 flipV="1">
              <a:off x="-333" y="1385"/>
              <a:ext cx="425" cy="284"/>
            </a:xfrm>
            <a:custGeom>
              <a:avLst/>
              <a:gdLst>
                <a:gd name="T0" fmla="*/ 665 w 1852"/>
                <a:gd name="T1" fmla="*/ 1134 h 1241"/>
                <a:gd name="T2" fmla="*/ 1155 w 1852"/>
                <a:gd name="T3" fmla="*/ 1074 h 1241"/>
                <a:gd name="T4" fmla="*/ 1535 w 1852"/>
                <a:gd name="T5" fmla="*/ 822 h 1241"/>
                <a:gd name="T6" fmla="*/ 1665 w 1852"/>
                <a:gd name="T7" fmla="*/ 448 h 1241"/>
                <a:gd name="T8" fmla="*/ 1202 w 1852"/>
                <a:gd name="T9" fmla="*/ 248 h 1241"/>
                <a:gd name="T10" fmla="*/ 687 w 1852"/>
                <a:gd name="T11" fmla="*/ 184 h 1241"/>
                <a:gd name="T12" fmla="*/ 287 w 1852"/>
                <a:gd name="T13" fmla="*/ 350 h 1241"/>
                <a:gd name="T14" fmla="*/ 11 w 1852"/>
                <a:gd name="T15" fmla="*/ 612 h 1241"/>
                <a:gd name="T16" fmla="*/ 275 w 1852"/>
                <a:gd name="T17" fmla="*/ 849 h 1241"/>
                <a:gd name="T18" fmla="*/ 665 w 1852"/>
                <a:gd name="T19" fmla="*/ 1134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52" h="1241">
                  <a:moveTo>
                    <a:pt x="665" y="1134"/>
                  </a:moveTo>
                  <a:cubicBezTo>
                    <a:pt x="819" y="1241"/>
                    <a:pt x="1019" y="1183"/>
                    <a:pt x="1155" y="1074"/>
                  </a:cubicBezTo>
                  <a:cubicBezTo>
                    <a:pt x="1323" y="1086"/>
                    <a:pt x="1498" y="997"/>
                    <a:pt x="1535" y="822"/>
                  </a:cubicBezTo>
                  <a:cubicBezTo>
                    <a:pt x="1719" y="807"/>
                    <a:pt x="1852" y="561"/>
                    <a:pt x="1665" y="448"/>
                  </a:cubicBezTo>
                  <a:cubicBezTo>
                    <a:pt x="1491" y="417"/>
                    <a:pt x="1385" y="249"/>
                    <a:pt x="1202" y="248"/>
                  </a:cubicBezTo>
                  <a:cubicBezTo>
                    <a:pt x="1135" y="21"/>
                    <a:pt x="814" y="0"/>
                    <a:pt x="687" y="184"/>
                  </a:cubicBezTo>
                  <a:cubicBezTo>
                    <a:pt x="534" y="156"/>
                    <a:pt x="365" y="208"/>
                    <a:pt x="287" y="350"/>
                  </a:cubicBezTo>
                  <a:cubicBezTo>
                    <a:pt x="155" y="368"/>
                    <a:pt x="0" y="460"/>
                    <a:pt x="11" y="612"/>
                  </a:cubicBezTo>
                  <a:cubicBezTo>
                    <a:pt x="17" y="751"/>
                    <a:pt x="157" y="819"/>
                    <a:pt x="275" y="849"/>
                  </a:cubicBezTo>
                  <a:cubicBezTo>
                    <a:pt x="333" y="1031"/>
                    <a:pt x="542" y="1022"/>
                    <a:pt x="665" y="11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 flipV="1">
              <a:off x="-48" y="1615"/>
              <a:ext cx="65" cy="58"/>
            </a:xfrm>
            <a:custGeom>
              <a:avLst/>
              <a:gdLst>
                <a:gd name="T0" fmla="*/ 0 w 282"/>
                <a:gd name="T1" fmla="*/ 135 h 255"/>
                <a:gd name="T2" fmla="*/ 282 w 282"/>
                <a:gd name="T3" fmla="*/ 110 h 255"/>
                <a:gd name="T4" fmla="*/ 0 w 282"/>
                <a:gd name="T5" fmla="*/ 13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255">
                  <a:moveTo>
                    <a:pt x="0" y="135"/>
                  </a:moveTo>
                  <a:cubicBezTo>
                    <a:pt x="60" y="239"/>
                    <a:pt x="274" y="255"/>
                    <a:pt x="282" y="110"/>
                  </a:cubicBezTo>
                  <a:cubicBezTo>
                    <a:pt x="220" y="0"/>
                    <a:pt x="50" y="25"/>
                    <a:pt x="0" y="13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 flipV="1">
              <a:off x="56" y="1651"/>
              <a:ext cx="161" cy="121"/>
            </a:xfrm>
            <a:custGeom>
              <a:avLst/>
              <a:gdLst>
                <a:gd name="T0" fmla="*/ 233 w 702"/>
                <a:gd name="T1" fmla="*/ 0 h 529"/>
                <a:gd name="T2" fmla="*/ 335 w 702"/>
                <a:gd name="T3" fmla="*/ 506 h 529"/>
                <a:gd name="T4" fmla="*/ 506 w 702"/>
                <a:gd name="T5" fmla="*/ 22 h 529"/>
                <a:gd name="T6" fmla="*/ 233 w 702"/>
                <a:gd name="T7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2" h="529">
                  <a:moveTo>
                    <a:pt x="233" y="0"/>
                  </a:moveTo>
                  <a:cubicBezTo>
                    <a:pt x="0" y="117"/>
                    <a:pt x="69" y="502"/>
                    <a:pt x="335" y="506"/>
                  </a:cubicBezTo>
                  <a:cubicBezTo>
                    <a:pt x="594" y="529"/>
                    <a:pt x="702" y="175"/>
                    <a:pt x="506" y="22"/>
                  </a:cubicBezTo>
                  <a:cubicBezTo>
                    <a:pt x="441" y="152"/>
                    <a:pt x="269" y="154"/>
                    <a:pt x="23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 flipV="1">
              <a:off x="-9" y="1671"/>
              <a:ext cx="62" cy="42"/>
            </a:xfrm>
            <a:custGeom>
              <a:avLst/>
              <a:gdLst>
                <a:gd name="T0" fmla="*/ 133 w 271"/>
                <a:gd name="T1" fmla="*/ 172 h 187"/>
                <a:gd name="T2" fmla="*/ 271 w 271"/>
                <a:gd name="T3" fmla="*/ 105 h 187"/>
                <a:gd name="T4" fmla="*/ 133 w 271"/>
                <a:gd name="T5" fmla="*/ 17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187">
                  <a:moveTo>
                    <a:pt x="133" y="172"/>
                  </a:moveTo>
                  <a:cubicBezTo>
                    <a:pt x="188" y="187"/>
                    <a:pt x="270" y="178"/>
                    <a:pt x="271" y="105"/>
                  </a:cubicBezTo>
                  <a:cubicBezTo>
                    <a:pt x="227" y="0"/>
                    <a:pt x="0" y="99"/>
                    <a:pt x="133" y="17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Freeform 11"/>
            <p:cNvSpPr>
              <a:spLocks/>
            </p:cNvSpPr>
            <p:nvPr/>
          </p:nvSpPr>
          <p:spPr bwMode="auto">
            <a:xfrm flipV="1">
              <a:off x="13" y="1734"/>
              <a:ext cx="221" cy="561"/>
            </a:xfrm>
            <a:custGeom>
              <a:avLst/>
              <a:gdLst>
                <a:gd name="T0" fmla="*/ 494 w 966"/>
                <a:gd name="T1" fmla="*/ 2369 h 2453"/>
                <a:gd name="T2" fmla="*/ 677 w 966"/>
                <a:gd name="T3" fmla="*/ 1972 h 2453"/>
                <a:gd name="T4" fmla="*/ 675 w 966"/>
                <a:gd name="T5" fmla="*/ 2199 h 2453"/>
                <a:gd name="T6" fmla="*/ 873 w 966"/>
                <a:gd name="T7" fmla="*/ 2189 h 2453"/>
                <a:gd name="T8" fmla="*/ 833 w 966"/>
                <a:gd name="T9" fmla="*/ 1882 h 2453"/>
                <a:gd name="T10" fmla="*/ 848 w 966"/>
                <a:gd name="T11" fmla="*/ 177 h 2453"/>
                <a:gd name="T12" fmla="*/ 570 w 966"/>
                <a:gd name="T13" fmla="*/ 151 h 2453"/>
                <a:gd name="T14" fmla="*/ 564 w 966"/>
                <a:gd name="T15" fmla="*/ 1235 h 2453"/>
                <a:gd name="T16" fmla="*/ 515 w 966"/>
                <a:gd name="T17" fmla="*/ 1236 h 2453"/>
                <a:gd name="T18" fmla="*/ 509 w 966"/>
                <a:gd name="T19" fmla="*/ 159 h 2453"/>
                <a:gd name="T20" fmla="*/ 229 w 966"/>
                <a:gd name="T21" fmla="*/ 174 h 2453"/>
                <a:gd name="T22" fmla="*/ 225 w 966"/>
                <a:gd name="T23" fmla="*/ 1520 h 2453"/>
                <a:gd name="T24" fmla="*/ 616 w 966"/>
                <a:gd name="T25" fmla="*/ 1498 h 2453"/>
                <a:gd name="T26" fmla="*/ 647 w 966"/>
                <a:gd name="T27" fmla="*/ 1723 h 2453"/>
                <a:gd name="T28" fmla="*/ 228 w 966"/>
                <a:gd name="T29" fmla="*/ 1765 h 2453"/>
                <a:gd name="T30" fmla="*/ 225 w 966"/>
                <a:gd name="T31" fmla="*/ 1879 h 2453"/>
                <a:gd name="T32" fmla="*/ 172 w 966"/>
                <a:gd name="T33" fmla="*/ 1796 h 2453"/>
                <a:gd name="T34" fmla="*/ 584 w 966"/>
                <a:gd name="T35" fmla="*/ 1692 h 2453"/>
                <a:gd name="T36" fmla="*/ 557 w 966"/>
                <a:gd name="T37" fmla="*/ 1514 h 2453"/>
                <a:gd name="T38" fmla="*/ 1 w 966"/>
                <a:gd name="T39" fmla="*/ 1771 h 2453"/>
                <a:gd name="T40" fmla="*/ 445 w 966"/>
                <a:gd name="T41" fmla="*/ 2194 h 2453"/>
                <a:gd name="T42" fmla="*/ 468 w 966"/>
                <a:gd name="T43" fmla="*/ 1858 h 2453"/>
                <a:gd name="T44" fmla="*/ 494 w 966"/>
                <a:gd name="T45" fmla="*/ 236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6" h="2453">
                  <a:moveTo>
                    <a:pt x="494" y="2369"/>
                  </a:moveTo>
                  <a:cubicBezTo>
                    <a:pt x="727" y="2453"/>
                    <a:pt x="620" y="2104"/>
                    <a:pt x="677" y="1972"/>
                  </a:cubicBezTo>
                  <a:cubicBezTo>
                    <a:pt x="679" y="2048"/>
                    <a:pt x="677" y="2123"/>
                    <a:pt x="675" y="2199"/>
                  </a:cubicBezTo>
                  <a:cubicBezTo>
                    <a:pt x="741" y="2197"/>
                    <a:pt x="807" y="2201"/>
                    <a:pt x="873" y="2189"/>
                  </a:cubicBezTo>
                  <a:cubicBezTo>
                    <a:pt x="966" y="2098"/>
                    <a:pt x="859" y="1979"/>
                    <a:pt x="833" y="1882"/>
                  </a:cubicBezTo>
                  <a:cubicBezTo>
                    <a:pt x="869" y="1319"/>
                    <a:pt x="843" y="744"/>
                    <a:pt x="848" y="177"/>
                  </a:cubicBezTo>
                  <a:cubicBezTo>
                    <a:pt x="852" y="19"/>
                    <a:pt x="598" y="0"/>
                    <a:pt x="570" y="151"/>
                  </a:cubicBezTo>
                  <a:cubicBezTo>
                    <a:pt x="557" y="512"/>
                    <a:pt x="570" y="874"/>
                    <a:pt x="564" y="1235"/>
                  </a:cubicBezTo>
                  <a:lnTo>
                    <a:pt x="515" y="1236"/>
                  </a:lnTo>
                  <a:cubicBezTo>
                    <a:pt x="509" y="877"/>
                    <a:pt x="523" y="518"/>
                    <a:pt x="509" y="159"/>
                  </a:cubicBezTo>
                  <a:cubicBezTo>
                    <a:pt x="490" y="2"/>
                    <a:pt x="228" y="14"/>
                    <a:pt x="229" y="174"/>
                  </a:cubicBezTo>
                  <a:cubicBezTo>
                    <a:pt x="220" y="623"/>
                    <a:pt x="228" y="1071"/>
                    <a:pt x="225" y="1520"/>
                  </a:cubicBezTo>
                  <a:cubicBezTo>
                    <a:pt x="353" y="1499"/>
                    <a:pt x="486" y="1470"/>
                    <a:pt x="616" y="1498"/>
                  </a:cubicBezTo>
                  <a:cubicBezTo>
                    <a:pt x="703" y="1548"/>
                    <a:pt x="667" y="1647"/>
                    <a:pt x="647" y="1723"/>
                  </a:cubicBezTo>
                  <a:cubicBezTo>
                    <a:pt x="507" y="1722"/>
                    <a:pt x="363" y="1717"/>
                    <a:pt x="228" y="1765"/>
                  </a:cubicBezTo>
                  <a:cubicBezTo>
                    <a:pt x="227" y="1793"/>
                    <a:pt x="225" y="1851"/>
                    <a:pt x="225" y="1879"/>
                  </a:cubicBezTo>
                  <a:cubicBezTo>
                    <a:pt x="211" y="1849"/>
                    <a:pt x="193" y="1822"/>
                    <a:pt x="172" y="1796"/>
                  </a:cubicBezTo>
                  <a:cubicBezTo>
                    <a:pt x="277" y="1679"/>
                    <a:pt x="445" y="1713"/>
                    <a:pt x="584" y="1692"/>
                  </a:cubicBezTo>
                  <a:cubicBezTo>
                    <a:pt x="691" y="1673"/>
                    <a:pt x="667" y="1496"/>
                    <a:pt x="557" y="1514"/>
                  </a:cubicBezTo>
                  <a:cubicBezTo>
                    <a:pt x="355" y="1505"/>
                    <a:pt x="51" y="1527"/>
                    <a:pt x="1" y="1771"/>
                  </a:cubicBezTo>
                  <a:cubicBezTo>
                    <a:pt x="0" y="1991"/>
                    <a:pt x="205" y="2251"/>
                    <a:pt x="445" y="2194"/>
                  </a:cubicBezTo>
                  <a:cubicBezTo>
                    <a:pt x="449" y="2082"/>
                    <a:pt x="450" y="1969"/>
                    <a:pt x="468" y="1858"/>
                  </a:cubicBezTo>
                  <a:cubicBezTo>
                    <a:pt x="516" y="2025"/>
                    <a:pt x="409" y="2214"/>
                    <a:pt x="494" y="23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" name="Group 4"/>
          <p:cNvGrpSpPr>
            <a:grpSpLocks noChangeAspect="1"/>
          </p:cNvGrpSpPr>
          <p:nvPr/>
        </p:nvGrpSpPr>
        <p:grpSpPr bwMode="auto">
          <a:xfrm>
            <a:off x="3317876" y="1771650"/>
            <a:ext cx="1282700" cy="2039938"/>
            <a:chOff x="2090" y="1116"/>
            <a:chExt cx="808" cy="1285"/>
          </a:xfrm>
          <a:solidFill>
            <a:srgbClr val="595959"/>
          </a:solidFill>
        </p:grpSpPr>
        <p:sp>
          <p:nvSpPr>
            <p:cNvPr id="12" name="Freeform 5"/>
            <p:cNvSpPr>
              <a:spLocks/>
            </p:cNvSpPr>
            <p:nvPr/>
          </p:nvSpPr>
          <p:spPr bwMode="auto">
            <a:xfrm flipV="1">
              <a:off x="2218" y="1116"/>
              <a:ext cx="288" cy="286"/>
            </a:xfrm>
            <a:custGeom>
              <a:avLst/>
              <a:gdLst>
                <a:gd name="T0" fmla="*/ 570 w 1256"/>
                <a:gd name="T1" fmla="*/ 1206 h 1253"/>
                <a:gd name="T2" fmla="*/ 1163 w 1256"/>
                <a:gd name="T3" fmla="*/ 878 h 1253"/>
                <a:gd name="T4" fmla="*/ 966 w 1256"/>
                <a:gd name="T5" fmla="*/ 215 h 1253"/>
                <a:gd name="T6" fmla="*/ 154 w 1256"/>
                <a:gd name="T7" fmla="*/ 436 h 1253"/>
                <a:gd name="T8" fmla="*/ 570 w 1256"/>
                <a:gd name="T9" fmla="*/ 1206 h 1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6" h="1253">
                  <a:moveTo>
                    <a:pt x="570" y="1206"/>
                  </a:moveTo>
                  <a:cubicBezTo>
                    <a:pt x="817" y="1253"/>
                    <a:pt x="1051" y="1087"/>
                    <a:pt x="1163" y="878"/>
                  </a:cubicBezTo>
                  <a:cubicBezTo>
                    <a:pt x="1256" y="648"/>
                    <a:pt x="1193" y="342"/>
                    <a:pt x="966" y="215"/>
                  </a:cubicBezTo>
                  <a:cubicBezTo>
                    <a:pt x="707" y="0"/>
                    <a:pt x="275" y="130"/>
                    <a:pt x="154" y="436"/>
                  </a:cubicBezTo>
                  <a:cubicBezTo>
                    <a:pt x="0" y="749"/>
                    <a:pt x="228" y="1159"/>
                    <a:pt x="570" y="120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Freeform 6"/>
            <p:cNvSpPr>
              <a:spLocks noEditPoints="1"/>
            </p:cNvSpPr>
            <p:nvPr/>
          </p:nvSpPr>
          <p:spPr bwMode="auto">
            <a:xfrm flipV="1">
              <a:off x="2090" y="1410"/>
              <a:ext cx="808" cy="991"/>
            </a:xfrm>
            <a:custGeom>
              <a:avLst/>
              <a:gdLst>
                <a:gd name="T0" fmla="*/ 392 w 3526"/>
                <a:gd name="T1" fmla="*/ 4067 h 4343"/>
                <a:gd name="T2" fmla="*/ 759 w 3526"/>
                <a:gd name="T3" fmla="*/ 4329 h 4343"/>
                <a:gd name="T4" fmla="*/ 3270 w 3526"/>
                <a:gd name="T5" fmla="*/ 4334 h 4343"/>
                <a:gd name="T6" fmla="*/ 3303 w 3526"/>
                <a:gd name="T7" fmla="*/ 3942 h 4343"/>
                <a:gd name="T8" fmla="*/ 1904 w 3526"/>
                <a:gd name="T9" fmla="*/ 3937 h 4343"/>
                <a:gd name="T10" fmla="*/ 1902 w 3526"/>
                <a:gd name="T11" fmla="*/ 346 h 4343"/>
                <a:gd name="T12" fmla="*/ 1310 w 3526"/>
                <a:gd name="T13" fmla="*/ 325 h 4343"/>
                <a:gd name="T14" fmla="*/ 1303 w 3526"/>
                <a:gd name="T15" fmla="*/ 2290 h 4343"/>
                <a:gd name="T16" fmla="*/ 1191 w 3526"/>
                <a:gd name="T17" fmla="*/ 2291 h 4343"/>
                <a:gd name="T18" fmla="*/ 1190 w 3526"/>
                <a:gd name="T19" fmla="*/ 415 h 4343"/>
                <a:gd name="T20" fmla="*/ 1112 w 3526"/>
                <a:gd name="T21" fmla="*/ 170 h 4343"/>
                <a:gd name="T22" fmla="*/ 592 w 3526"/>
                <a:gd name="T23" fmla="*/ 345 h 4343"/>
                <a:gd name="T24" fmla="*/ 588 w 3526"/>
                <a:gd name="T25" fmla="*/ 2347 h 4343"/>
                <a:gd name="T26" fmla="*/ 334 w 3526"/>
                <a:gd name="T27" fmla="*/ 2636 h 4343"/>
                <a:gd name="T28" fmla="*/ 392 w 3526"/>
                <a:gd name="T29" fmla="*/ 4067 h 4343"/>
                <a:gd name="T30" fmla="*/ 588 w 3526"/>
                <a:gd name="T31" fmla="*/ 2963 h 4343"/>
                <a:gd name="T32" fmla="*/ 587 w 3526"/>
                <a:gd name="T33" fmla="*/ 3695 h 4343"/>
                <a:gd name="T34" fmla="*/ 588 w 3526"/>
                <a:gd name="T35" fmla="*/ 2963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26" h="4343">
                  <a:moveTo>
                    <a:pt x="392" y="4067"/>
                  </a:moveTo>
                  <a:cubicBezTo>
                    <a:pt x="497" y="4171"/>
                    <a:pt x="593" y="4331"/>
                    <a:pt x="759" y="4329"/>
                  </a:cubicBezTo>
                  <a:cubicBezTo>
                    <a:pt x="1596" y="4331"/>
                    <a:pt x="2433" y="4343"/>
                    <a:pt x="3270" y="4334"/>
                  </a:cubicBezTo>
                  <a:cubicBezTo>
                    <a:pt x="3490" y="4337"/>
                    <a:pt x="3526" y="3977"/>
                    <a:pt x="3303" y="3942"/>
                  </a:cubicBezTo>
                  <a:cubicBezTo>
                    <a:pt x="2837" y="3932"/>
                    <a:pt x="2370" y="3941"/>
                    <a:pt x="1904" y="3937"/>
                  </a:cubicBezTo>
                  <a:cubicBezTo>
                    <a:pt x="1903" y="2740"/>
                    <a:pt x="1908" y="1543"/>
                    <a:pt x="1902" y="346"/>
                  </a:cubicBezTo>
                  <a:cubicBezTo>
                    <a:pt x="1888" y="18"/>
                    <a:pt x="1349" y="0"/>
                    <a:pt x="1310" y="325"/>
                  </a:cubicBezTo>
                  <a:cubicBezTo>
                    <a:pt x="1294" y="979"/>
                    <a:pt x="1309" y="1635"/>
                    <a:pt x="1303" y="2290"/>
                  </a:cubicBezTo>
                  <a:cubicBezTo>
                    <a:pt x="1275" y="2291"/>
                    <a:pt x="1219" y="2291"/>
                    <a:pt x="1191" y="2291"/>
                  </a:cubicBezTo>
                  <a:cubicBezTo>
                    <a:pt x="1189" y="1666"/>
                    <a:pt x="1191" y="1041"/>
                    <a:pt x="1190" y="415"/>
                  </a:cubicBezTo>
                  <a:cubicBezTo>
                    <a:pt x="1193" y="327"/>
                    <a:pt x="1162" y="242"/>
                    <a:pt x="1112" y="170"/>
                  </a:cubicBezTo>
                  <a:cubicBezTo>
                    <a:pt x="951" y="5"/>
                    <a:pt x="601" y="97"/>
                    <a:pt x="592" y="345"/>
                  </a:cubicBezTo>
                  <a:cubicBezTo>
                    <a:pt x="585" y="1012"/>
                    <a:pt x="593" y="1680"/>
                    <a:pt x="588" y="2347"/>
                  </a:cubicBezTo>
                  <a:cubicBezTo>
                    <a:pt x="481" y="2421"/>
                    <a:pt x="413" y="2535"/>
                    <a:pt x="334" y="2636"/>
                  </a:cubicBezTo>
                  <a:cubicBezTo>
                    <a:pt x="0" y="3036"/>
                    <a:pt x="8" y="3701"/>
                    <a:pt x="392" y="4067"/>
                  </a:cubicBezTo>
                  <a:moveTo>
                    <a:pt x="588" y="2963"/>
                  </a:moveTo>
                  <a:cubicBezTo>
                    <a:pt x="590" y="3207"/>
                    <a:pt x="591" y="3451"/>
                    <a:pt x="587" y="3695"/>
                  </a:cubicBezTo>
                  <a:cubicBezTo>
                    <a:pt x="437" y="3481"/>
                    <a:pt x="431" y="3175"/>
                    <a:pt x="588" y="29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" name="Group 24"/>
          <p:cNvGrpSpPr>
            <a:grpSpLocks/>
          </p:cNvGrpSpPr>
          <p:nvPr/>
        </p:nvGrpSpPr>
        <p:grpSpPr bwMode="auto">
          <a:xfrm>
            <a:off x="5539882" y="2566810"/>
            <a:ext cx="1502405" cy="1626339"/>
            <a:chOff x="3122" y="1188"/>
            <a:chExt cx="1285" cy="1391"/>
          </a:xfrm>
          <a:solidFill>
            <a:srgbClr val="595959"/>
          </a:solidFill>
        </p:grpSpPr>
        <p:sp>
          <p:nvSpPr>
            <p:cNvPr id="18" name="Freeform 10"/>
            <p:cNvSpPr>
              <a:spLocks/>
            </p:cNvSpPr>
            <p:nvPr/>
          </p:nvSpPr>
          <p:spPr bwMode="auto">
            <a:xfrm flipV="1">
              <a:off x="3122" y="1188"/>
              <a:ext cx="0" cy="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 flipV="1">
              <a:off x="3602" y="1263"/>
              <a:ext cx="318" cy="337"/>
            </a:xfrm>
            <a:custGeom>
              <a:avLst/>
              <a:gdLst>
                <a:gd name="T0" fmla="*/ 250 w 712"/>
                <a:gd name="T1" fmla="*/ 655 h 754"/>
                <a:gd name="T2" fmla="*/ 659 w 712"/>
                <a:gd name="T3" fmla="*/ 325 h 754"/>
                <a:gd name="T4" fmla="*/ 169 w 712"/>
                <a:gd name="T5" fmla="*/ 155 h 754"/>
                <a:gd name="T6" fmla="*/ 250 w 712"/>
                <a:gd name="T7" fmla="*/ 655 h 754"/>
                <a:gd name="T8" fmla="*/ 312 w 712"/>
                <a:gd name="T9" fmla="*/ 592 h 754"/>
                <a:gd name="T10" fmla="*/ 180 w 712"/>
                <a:gd name="T11" fmla="*/ 201 h 754"/>
                <a:gd name="T12" fmla="*/ 574 w 712"/>
                <a:gd name="T13" fmla="*/ 263 h 754"/>
                <a:gd name="T14" fmla="*/ 312 w 712"/>
                <a:gd name="T15" fmla="*/ 592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2" h="754">
                  <a:moveTo>
                    <a:pt x="250" y="655"/>
                  </a:moveTo>
                  <a:cubicBezTo>
                    <a:pt x="454" y="754"/>
                    <a:pt x="712" y="544"/>
                    <a:pt x="659" y="325"/>
                  </a:cubicBezTo>
                  <a:cubicBezTo>
                    <a:pt x="630" y="105"/>
                    <a:pt x="326" y="0"/>
                    <a:pt x="169" y="155"/>
                  </a:cubicBezTo>
                  <a:cubicBezTo>
                    <a:pt x="0" y="284"/>
                    <a:pt x="49" y="586"/>
                    <a:pt x="250" y="655"/>
                  </a:cubicBezTo>
                  <a:moveTo>
                    <a:pt x="312" y="592"/>
                  </a:moveTo>
                  <a:cubicBezTo>
                    <a:pt x="136" y="570"/>
                    <a:pt x="58" y="327"/>
                    <a:pt x="180" y="201"/>
                  </a:cubicBezTo>
                  <a:cubicBezTo>
                    <a:pt x="284" y="72"/>
                    <a:pt x="515" y="107"/>
                    <a:pt x="574" y="263"/>
                  </a:cubicBezTo>
                  <a:cubicBezTo>
                    <a:pt x="662" y="425"/>
                    <a:pt x="491" y="638"/>
                    <a:pt x="312" y="5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 flipV="1">
              <a:off x="3709" y="1351"/>
              <a:ext cx="102" cy="180"/>
            </a:xfrm>
            <a:custGeom>
              <a:avLst/>
              <a:gdLst>
                <a:gd name="T0" fmla="*/ 0 w 227"/>
                <a:gd name="T1" fmla="*/ 184 h 403"/>
                <a:gd name="T2" fmla="*/ 173 w 227"/>
                <a:gd name="T3" fmla="*/ 356 h 403"/>
                <a:gd name="T4" fmla="*/ 96 w 227"/>
                <a:gd name="T5" fmla="*/ 256 h 403"/>
                <a:gd name="T6" fmla="*/ 218 w 227"/>
                <a:gd name="T7" fmla="*/ 251 h 403"/>
                <a:gd name="T8" fmla="*/ 71 w 227"/>
                <a:gd name="T9" fmla="*/ 53 h 403"/>
                <a:gd name="T10" fmla="*/ 91 w 227"/>
                <a:gd name="T11" fmla="*/ 154 h 403"/>
                <a:gd name="T12" fmla="*/ 0 w 227"/>
                <a:gd name="T13" fmla="*/ 184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7" h="403">
                  <a:moveTo>
                    <a:pt x="0" y="184"/>
                  </a:moveTo>
                  <a:cubicBezTo>
                    <a:pt x="18" y="275"/>
                    <a:pt x="52" y="403"/>
                    <a:pt x="173" y="356"/>
                  </a:cubicBezTo>
                  <a:cubicBezTo>
                    <a:pt x="153" y="331"/>
                    <a:pt x="115" y="281"/>
                    <a:pt x="96" y="256"/>
                  </a:cubicBezTo>
                  <a:cubicBezTo>
                    <a:pt x="126" y="255"/>
                    <a:pt x="187" y="252"/>
                    <a:pt x="218" y="251"/>
                  </a:cubicBezTo>
                  <a:cubicBezTo>
                    <a:pt x="227" y="160"/>
                    <a:pt x="196" y="0"/>
                    <a:pt x="71" y="53"/>
                  </a:cubicBezTo>
                  <a:cubicBezTo>
                    <a:pt x="78" y="87"/>
                    <a:pt x="85" y="120"/>
                    <a:pt x="91" y="154"/>
                  </a:cubicBezTo>
                  <a:cubicBezTo>
                    <a:pt x="68" y="161"/>
                    <a:pt x="23" y="176"/>
                    <a:pt x="0" y="18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13"/>
            <p:cNvSpPr>
              <a:spLocks noEditPoints="1"/>
            </p:cNvSpPr>
            <p:nvPr/>
          </p:nvSpPr>
          <p:spPr bwMode="auto">
            <a:xfrm flipV="1">
              <a:off x="3938" y="1403"/>
              <a:ext cx="419" cy="421"/>
            </a:xfrm>
            <a:custGeom>
              <a:avLst/>
              <a:gdLst>
                <a:gd name="T0" fmla="*/ 336 w 937"/>
                <a:gd name="T1" fmla="*/ 883 h 944"/>
                <a:gd name="T2" fmla="*/ 829 w 937"/>
                <a:gd name="T3" fmla="*/ 659 h 944"/>
                <a:gd name="T4" fmla="*/ 593 w 937"/>
                <a:gd name="T5" fmla="*/ 94 h 944"/>
                <a:gd name="T6" fmla="*/ 46 w 937"/>
                <a:gd name="T7" fmla="*/ 406 h 944"/>
                <a:gd name="T8" fmla="*/ 336 w 937"/>
                <a:gd name="T9" fmla="*/ 883 h 944"/>
                <a:gd name="T10" fmla="*/ 304 w 937"/>
                <a:gd name="T11" fmla="*/ 776 h 944"/>
                <a:gd name="T12" fmla="*/ 97 w 937"/>
                <a:gd name="T13" fmla="*/ 471 h 944"/>
                <a:gd name="T14" fmla="*/ 466 w 937"/>
                <a:gd name="T15" fmla="*/ 139 h 944"/>
                <a:gd name="T16" fmla="*/ 751 w 937"/>
                <a:gd name="T17" fmla="*/ 539 h 944"/>
                <a:gd name="T18" fmla="*/ 304 w 937"/>
                <a:gd name="T19" fmla="*/ 77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7" h="944">
                  <a:moveTo>
                    <a:pt x="336" y="883"/>
                  </a:moveTo>
                  <a:cubicBezTo>
                    <a:pt x="526" y="944"/>
                    <a:pt x="748" y="840"/>
                    <a:pt x="829" y="659"/>
                  </a:cubicBezTo>
                  <a:cubicBezTo>
                    <a:pt x="937" y="449"/>
                    <a:pt x="816" y="166"/>
                    <a:pt x="593" y="94"/>
                  </a:cubicBezTo>
                  <a:cubicBezTo>
                    <a:pt x="366" y="0"/>
                    <a:pt x="81" y="163"/>
                    <a:pt x="46" y="406"/>
                  </a:cubicBezTo>
                  <a:cubicBezTo>
                    <a:pt x="0" y="609"/>
                    <a:pt x="137" y="828"/>
                    <a:pt x="336" y="883"/>
                  </a:cubicBezTo>
                  <a:moveTo>
                    <a:pt x="304" y="776"/>
                  </a:moveTo>
                  <a:cubicBezTo>
                    <a:pt x="185" y="726"/>
                    <a:pt x="92" y="603"/>
                    <a:pt x="97" y="471"/>
                  </a:cubicBezTo>
                  <a:cubicBezTo>
                    <a:pt x="89" y="280"/>
                    <a:pt x="279" y="114"/>
                    <a:pt x="466" y="139"/>
                  </a:cubicBezTo>
                  <a:cubicBezTo>
                    <a:pt x="651" y="158"/>
                    <a:pt x="800" y="356"/>
                    <a:pt x="751" y="539"/>
                  </a:cubicBezTo>
                  <a:cubicBezTo>
                    <a:pt x="716" y="733"/>
                    <a:pt x="484" y="855"/>
                    <a:pt x="304" y="7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 flipV="1">
              <a:off x="4036" y="1521"/>
              <a:ext cx="173" cy="234"/>
            </a:xfrm>
            <a:custGeom>
              <a:avLst/>
              <a:gdLst>
                <a:gd name="T0" fmla="*/ 225 w 387"/>
                <a:gd name="T1" fmla="*/ 506 h 525"/>
                <a:gd name="T2" fmla="*/ 387 w 387"/>
                <a:gd name="T3" fmla="*/ 415 h 525"/>
                <a:gd name="T4" fmla="*/ 247 w 387"/>
                <a:gd name="T5" fmla="*/ 394 h 525"/>
                <a:gd name="T6" fmla="*/ 347 w 387"/>
                <a:gd name="T7" fmla="*/ 283 h 525"/>
                <a:gd name="T8" fmla="*/ 27 w 387"/>
                <a:gd name="T9" fmla="*/ 223 h 525"/>
                <a:gd name="T10" fmla="*/ 199 w 387"/>
                <a:gd name="T11" fmla="*/ 272 h 525"/>
                <a:gd name="T12" fmla="*/ 225 w 387"/>
                <a:gd name="T13" fmla="*/ 506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7" h="525">
                  <a:moveTo>
                    <a:pt x="225" y="506"/>
                  </a:moveTo>
                  <a:cubicBezTo>
                    <a:pt x="301" y="525"/>
                    <a:pt x="380" y="507"/>
                    <a:pt x="387" y="415"/>
                  </a:cubicBezTo>
                  <a:cubicBezTo>
                    <a:pt x="340" y="410"/>
                    <a:pt x="294" y="403"/>
                    <a:pt x="247" y="394"/>
                  </a:cubicBezTo>
                  <a:cubicBezTo>
                    <a:pt x="279" y="356"/>
                    <a:pt x="313" y="319"/>
                    <a:pt x="347" y="283"/>
                  </a:cubicBezTo>
                  <a:cubicBezTo>
                    <a:pt x="296" y="151"/>
                    <a:pt x="71" y="0"/>
                    <a:pt x="27" y="223"/>
                  </a:cubicBezTo>
                  <a:cubicBezTo>
                    <a:pt x="85" y="239"/>
                    <a:pt x="141" y="258"/>
                    <a:pt x="199" y="272"/>
                  </a:cubicBezTo>
                  <a:cubicBezTo>
                    <a:pt x="0" y="303"/>
                    <a:pt x="101" y="465"/>
                    <a:pt x="225" y="50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 flipV="1">
              <a:off x="3568" y="1617"/>
              <a:ext cx="340" cy="346"/>
            </a:xfrm>
            <a:custGeom>
              <a:avLst/>
              <a:gdLst>
                <a:gd name="T0" fmla="*/ 246 w 762"/>
                <a:gd name="T1" fmla="*/ 703 h 776"/>
                <a:gd name="T2" fmla="*/ 704 w 762"/>
                <a:gd name="T3" fmla="*/ 447 h 776"/>
                <a:gd name="T4" fmla="*/ 345 w 762"/>
                <a:gd name="T5" fmla="*/ 17 h 776"/>
                <a:gd name="T6" fmla="*/ 7 w 762"/>
                <a:gd name="T7" fmla="*/ 361 h 776"/>
                <a:gd name="T8" fmla="*/ 246 w 762"/>
                <a:gd name="T9" fmla="*/ 703 h 776"/>
                <a:gd name="T10" fmla="*/ 350 w 762"/>
                <a:gd name="T11" fmla="*/ 630 h 776"/>
                <a:gd name="T12" fmla="*/ 142 w 762"/>
                <a:gd name="T13" fmla="*/ 196 h 776"/>
                <a:gd name="T14" fmla="*/ 647 w 762"/>
                <a:gd name="T15" fmla="*/ 300 h 776"/>
                <a:gd name="T16" fmla="*/ 350 w 762"/>
                <a:gd name="T17" fmla="*/ 63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2" h="776">
                  <a:moveTo>
                    <a:pt x="246" y="703"/>
                  </a:moveTo>
                  <a:cubicBezTo>
                    <a:pt x="435" y="776"/>
                    <a:pt x="665" y="644"/>
                    <a:pt x="704" y="447"/>
                  </a:cubicBezTo>
                  <a:cubicBezTo>
                    <a:pt x="762" y="232"/>
                    <a:pt x="564" y="2"/>
                    <a:pt x="345" y="17"/>
                  </a:cubicBezTo>
                  <a:cubicBezTo>
                    <a:pt x="168" y="22"/>
                    <a:pt x="5" y="181"/>
                    <a:pt x="7" y="361"/>
                  </a:cubicBezTo>
                  <a:cubicBezTo>
                    <a:pt x="0" y="513"/>
                    <a:pt x="109" y="650"/>
                    <a:pt x="246" y="703"/>
                  </a:cubicBezTo>
                  <a:moveTo>
                    <a:pt x="350" y="630"/>
                  </a:moveTo>
                  <a:cubicBezTo>
                    <a:pt x="143" y="625"/>
                    <a:pt x="20" y="360"/>
                    <a:pt x="142" y="196"/>
                  </a:cubicBezTo>
                  <a:cubicBezTo>
                    <a:pt x="260" y="0"/>
                    <a:pt x="629" y="59"/>
                    <a:pt x="647" y="300"/>
                  </a:cubicBezTo>
                  <a:cubicBezTo>
                    <a:pt x="687" y="476"/>
                    <a:pt x="528" y="653"/>
                    <a:pt x="350" y="6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 flipV="1">
              <a:off x="3677" y="1725"/>
              <a:ext cx="118" cy="164"/>
            </a:xfrm>
            <a:custGeom>
              <a:avLst/>
              <a:gdLst>
                <a:gd name="T0" fmla="*/ 122 w 266"/>
                <a:gd name="T1" fmla="*/ 352 h 369"/>
                <a:gd name="T2" fmla="*/ 266 w 266"/>
                <a:gd name="T3" fmla="*/ 309 h 369"/>
                <a:gd name="T4" fmla="*/ 126 w 266"/>
                <a:gd name="T5" fmla="*/ 232 h 369"/>
                <a:gd name="T6" fmla="*/ 266 w 266"/>
                <a:gd name="T7" fmla="*/ 165 h 369"/>
                <a:gd name="T8" fmla="*/ 145 w 266"/>
                <a:gd name="T9" fmla="*/ 0 h 369"/>
                <a:gd name="T10" fmla="*/ 74 w 266"/>
                <a:gd name="T11" fmla="*/ 2 h 369"/>
                <a:gd name="T12" fmla="*/ 1 w 266"/>
                <a:gd name="T13" fmla="*/ 66 h 369"/>
                <a:gd name="T14" fmla="*/ 96 w 266"/>
                <a:gd name="T15" fmla="*/ 121 h 369"/>
                <a:gd name="T16" fmla="*/ 0 w 266"/>
                <a:gd name="T17" fmla="*/ 224 h 369"/>
                <a:gd name="T18" fmla="*/ 122 w 266"/>
                <a:gd name="T19" fmla="*/ 35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6" h="369">
                  <a:moveTo>
                    <a:pt x="122" y="352"/>
                  </a:moveTo>
                  <a:cubicBezTo>
                    <a:pt x="179" y="369"/>
                    <a:pt x="228" y="353"/>
                    <a:pt x="266" y="309"/>
                  </a:cubicBezTo>
                  <a:cubicBezTo>
                    <a:pt x="221" y="281"/>
                    <a:pt x="174" y="256"/>
                    <a:pt x="126" y="232"/>
                  </a:cubicBezTo>
                  <a:cubicBezTo>
                    <a:pt x="182" y="227"/>
                    <a:pt x="229" y="205"/>
                    <a:pt x="266" y="165"/>
                  </a:cubicBezTo>
                  <a:cubicBezTo>
                    <a:pt x="224" y="112"/>
                    <a:pt x="181" y="58"/>
                    <a:pt x="145" y="0"/>
                  </a:cubicBezTo>
                  <a:cubicBezTo>
                    <a:pt x="121" y="0"/>
                    <a:pt x="97" y="1"/>
                    <a:pt x="74" y="2"/>
                  </a:cubicBezTo>
                  <a:cubicBezTo>
                    <a:pt x="49" y="24"/>
                    <a:pt x="25" y="45"/>
                    <a:pt x="1" y="66"/>
                  </a:cubicBezTo>
                  <a:cubicBezTo>
                    <a:pt x="33" y="85"/>
                    <a:pt x="65" y="103"/>
                    <a:pt x="96" y="121"/>
                  </a:cubicBezTo>
                  <a:cubicBezTo>
                    <a:pt x="66" y="157"/>
                    <a:pt x="32" y="189"/>
                    <a:pt x="0" y="224"/>
                  </a:cubicBezTo>
                  <a:cubicBezTo>
                    <a:pt x="42" y="266"/>
                    <a:pt x="83" y="308"/>
                    <a:pt x="122" y="35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" name="Freeform 17"/>
            <p:cNvSpPr>
              <a:spLocks/>
            </p:cNvSpPr>
            <p:nvPr/>
          </p:nvSpPr>
          <p:spPr bwMode="auto">
            <a:xfrm flipV="1">
              <a:off x="3530" y="1871"/>
              <a:ext cx="877" cy="495"/>
            </a:xfrm>
            <a:custGeom>
              <a:avLst/>
              <a:gdLst>
                <a:gd name="T0" fmla="*/ 1105 w 1945"/>
                <a:gd name="T1" fmla="*/ 727 h 1108"/>
                <a:gd name="T2" fmla="*/ 1147 w 1945"/>
                <a:gd name="T3" fmla="*/ 1108 h 1108"/>
                <a:gd name="T4" fmla="*/ 1326 w 1945"/>
                <a:gd name="T5" fmla="*/ 1090 h 1108"/>
                <a:gd name="T6" fmla="*/ 1300 w 1945"/>
                <a:gd name="T7" fmla="*/ 962 h 1108"/>
                <a:gd name="T8" fmla="*/ 1197 w 1945"/>
                <a:gd name="T9" fmla="*/ 961 h 1108"/>
                <a:gd name="T10" fmla="*/ 1511 w 1945"/>
                <a:gd name="T11" fmla="*/ 635 h 1108"/>
                <a:gd name="T12" fmla="*/ 1777 w 1945"/>
                <a:gd name="T13" fmla="*/ 660 h 1108"/>
                <a:gd name="T14" fmla="*/ 1680 w 1945"/>
                <a:gd name="T15" fmla="*/ 767 h 1108"/>
                <a:gd name="T16" fmla="*/ 1712 w 1945"/>
                <a:gd name="T17" fmla="*/ 912 h 1108"/>
                <a:gd name="T18" fmla="*/ 1905 w 1945"/>
                <a:gd name="T19" fmla="*/ 617 h 1108"/>
                <a:gd name="T20" fmla="*/ 1548 w 1945"/>
                <a:gd name="T21" fmla="*/ 448 h 1108"/>
                <a:gd name="T22" fmla="*/ 1096 w 1945"/>
                <a:gd name="T23" fmla="*/ 0 h 1108"/>
                <a:gd name="T24" fmla="*/ 620 w 1945"/>
                <a:gd name="T25" fmla="*/ 162 h 1108"/>
                <a:gd name="T26" fmla="*/ 1 w 1945"/>
                <a:gd name="T27" fmla="*/ 191 h 1108"/>
                <a:gd name="T28" fmla="*/ 1 w 1945"/>
                <a:gd name="T29" fmla="*/ 363 h 1108"/>
                <a:gd name="T30" fmla="*/ 832 w 1945"/>
                <a:gd name="T31" fmla="*/ 357 h 1108"/>
                <a:gd name="T32" fmla="*/ 1105 w 1945"/>
                <a:gd name="T33" fmla="*/ 727 h 1108"/>
                <a:gd name="connsiteX0" fmla="*/ 5680 w 9829"/>
                <a:gd name="connsiteY0" fmla="*/ 6561 h 10000"/>
                <a:gd name="connsiteX1" fmla="*/ 5896 w 9829"/>
                <a:gd name="connsiteY1" fmla="*/ 10000 h 10000"/>
                <a:gd name="connsiteX2" fmla="*/ 6816 w 9829"/>
                <a:gd name="connsiteY2" fmla="*/ 9838 h 10000"/>
                <a:gd name="connsiteX3" fmla="*/ 6683 w 9829"/>
                <a:gd name="connsiteY3" fmla="*/ 8682 h 10000"/>
                <a:gd name="connsiteX4" fmla="*/ 6153 w 9829"/>
                <a:gd name="connsiteY4" fmla="*/ 8673 h 10000"/>
                <a:gd name="connsiteX5" fmla="*/ 7768 w 9829"/>
                <a:gd name="connsiteY5" fmla="*/ 5731 h 10000"/>
                <a:gd name="connsiteX6" fmla="*/ 9135 w 9829"/>
                <a:gd name="connsiteY6" fmla="*/ 5957 h 10000"/>
                <a:gd name="connsiteX7" fmla="*/ 8637 w 9829"/>
                <a:gd name="connsiteY7" fmla="*/ 6922 h 10000"/>
                <a:gd name="connsiteX8" fmla="*/ 8801 w 9829"/>
                <a:gd name="connsiteY8" fmla="*/ 8231 h 10000"/>
                <a:gd name="connsiteX9" fmla="*/ 9793 w 9829"/>
                <a:gd name="connsiteY9" fmla="*/ 5569 h 10000"/>
                <a:gd name="connsiteX10" fmla="*/ 7958 w 9829"/>
                <a:gd name="connsiteY10" fmla="*/ 4043 h 10000"/>
                <a:gd name="connsiteX11" fmla="*/ 5634 w 9829"/>
                <a:gd name="connsiteY11" fmla="*/ 0 h 10000"/>
                <a:gd name="connsiteX12" fmla="*/ 3187 w 9829"/>
                <a:gd name="connsiteY12" fmla="*/ 1462 h 10000"/>
                <a:gd name="connsiteX13" fmla="*/ 4 w 9829"/>
                <a:gd name="connsiteY13" fmla="*/ 1724 h 10000"/>
                <a:gd name="connsiteX14" fmla="*/ 4 w 9829"/>
                <a:gd name="connsiteY14" fmla="*/ 3276 h 10000"/>
                <a:gd name="connsiteX15" fmla="*/ 4277 w 9829"/>
                <a:gd name="connsiteY15" fmla="*/ 3222 h 10000"/>
                <a:gd name="connsiteX16" fmla="*/ 5680 w 9829"/>
                <a:gd name="connsiteY16" fmla="*/ 6561 h 10000"/>
                <a:gd name="connsiteX0" fmla="*/ 5945 w 10165"/>
                <a:gd name="connsiteY0" fmla="*/ 6561 h 10000"/>
                <a:gd name="connsiteX1" fmla="*/ 6165 w 10165"/>
                <a:gd name="connsiteY1" fmla="*/ 10000 h 10000"/>
                <a:gd name="connsiteX2" fmla="*/ 7101 w 10165"/>
                <a:gd name="connsiteY2" fmla="*/ 9838 h 10000"/>
                <a:gd name="connsiteX3" fmla="*/ 6965 w 10165"/>
                <a:gd name="connsiteY3" fmla="*/ 8682 h 10000"/>
                <a:gd name="connsiteX4" fmla="*/ 6426 w 10165"/>
                <a:gd name="connsiteY4" fmla="*/ 8673 h 10000"/>
                <a:gd name="connsiteX5" fmla="*/ 8069 w 10165"/>
                <a:gd name="connsiteY5" fmla="*/ 5731 h 10000"/>
                <a:gd name="connsiteX6" fmla="*/ 9460 w 10165"/>
                <a:gd name="connsiteY6" fmla="*/ 5957 h 10000"/>
                <a:gd name="connsiteX7" fmla="*/ 8953 w 10165"/>
                <a:gd name="connsiteY7" fmla="*/ 6922 h 10000"/>
                <a:gd name="connsiteX8" fmla="*/ 9120 w 10165"/>
                <a:gd name="connsiteY8" fmla="*/ 8231 h 10000"/>
                <a:gd name="connsiteX9" fmla="*/ 10129 w 10165"/>
                <a:gd name="connsiteY9" fmla="*/ 5569 h 10000"/>
                <a:gd name="connsiteX10" fmla="*/ 8262 w 10165"/>
                <a:gd name="connsiteY10" fmla="*/ 4043 h 10000"/>
                <a:gd name="connsiteX11" fmla="*/ 5898 w 10165"/>
                <a:gd name="connsiteY11" fmla="*/ 0 h 10000"/>
                <a:gd name="connsiteX12" fmla="*/ 3408 w 10165"/>
                <a:gd name="connsiteY12" fmla="*/ 1462 h 10000"/>
                <a:gd name="connsiteX13" fmla="*/ 170 w 10165"/>
                <a:gd name="connsiteY13" fmla="*/ 1724 h 10000"/>
                <a:gd name="connsiteX14" fmla="*/ 170 w 10165"/>
                <a:gd name="connsiteY14" fmla="*/ 3276 h 10000"/>
                <a:gd name="connsiteX15" fmla="*/ 4517 w 10165"/>
                <a:gd name="connsiteY15" fmla="*/ 3222 h 10000"/>
                <a:gd name="connsiteX16" fmla="*/ 5945 w 10165"/>
                <a:gd name="connsiteY16" fmla="*/ 6561 h 10000"/>
                <a:gd name="connsiteX0" fmla="*/ 6051 w 10271"/>
                <a:gd name="connsiteY0" fmla="*/ 6561 h 10000"/>
                <a:gd name="connsiteX1" fmla="*/ 6271 w 10271"/>
                <a:gd name="connsiteY1" fmla="*/ 10000 h 10000"/>
                <a:gd name="connsiteX2" fmla="*/ 7207 w 10271"/>
                <a:gd name="connsiteY2" fmla="*/ 9838 h 10000"/>
                <a:gd name="connsiteX3" fmla="*/ 7071 w 10271"/>
                <a:gd name="connsiteY3" fmla="*/ 8682 h 10000"/>
                <a:gd name="connsiteX4" fmla="*/ 6532 w 10271"/>
                <a:gd name="connsiteY4" fmla="*/ 8673 h 10000"/>
                <a:gd name="connsiteX5" fmla="*/ 8175 w 10271"/>
                <a:gd name="connsiteY5" fmla="*/ 5731 h 10000"/>
                <a:gd name="connsiteX6" fmla="*/ 9566 w 10271"/>
                <a:gd name="connsiteY6" fmla="*/ 5957 h 10000"/>
                <a:gd name="connsiteX7" fmla="*/ 9059 w 10271"/>
                <a:gd name="connsiteY7" fmla="*/ 6922 h 10000"/>
                <a:gd name="connsiteX8" fmla="*/ 9226 w 10271"/>
                <a:gd name="connsiteY8" fmla="*/ 8231 h 10000"/>
                <a:gd name="connsiteX9" fmla="*/ 10235 w 10271"/>
                <a:gd name="connsiteY9" fmla="*/ 5569 h 10000"/>
                <a:gd name="connsiteX10" fmla="*/ 8368 w 10271"/>
                <a:gd name="connsiteY10" fmla="*/ 4043 h 10000"/>
                <a:gd name="connsiteX11" fmla="*/ 6004 w 10271"/>
                <a:gd name="connsiteY11" fmla="*/ 0 h 10000"/>
                <a:gd name="connsiteX12" fmla="*/ 3514 w 10271"/>
                <a:gd name="connsiteY12" fmla="*/ 1462 h 10000"/>
                <a:gd name="connsiteX13" fmla="*/ 276 w 10271"/>
                <a:gd name="connsiteY13" fmla="*/ 1724 h 10000"/>
                <a:gd name="connsiteX14" fmla="*/ 276 w 10271"/>
                <a:gd name="connsiteY14" fmla="*/ 3276 h 10000"/>
                <a:gd name="connsiteX15" fmla="*/ 4623 w 10271"/>
                <a:gd name="connsiteY15" fmla="*/ 3222 h 10000"/>
                <a:gd name="connsiteX16" fmla="*/ 6051 w 10271"/>
                <a:gd name="connsiteY16" fmla="*/ 6561 h 10000"/>
                <a:gd name="connsiteX0" fmla="*/ 6051 w 10271"/>
                <a:gd name="connsiteY0" fmla="*/ 6561 h 10000"/>
                <a:gd name="connsiteX1" fmla="*/ 6271 w 10271"/>
                <a:gd name="connsiteY1" fmla="*/ 10000 h 10000"/>
                <a:gd name="connsiteX2" fmla="*/ 7207 w 10271"/>
                <a:gd name="connsiteY2" fmla="*/ 9838 h 10000"/>
                <a:gd name="connsiteX3" fmla="*/ 7071 w 10271"/>
                <a:gd name="connsiteY3" fmla="*/ 8682 h 10000"/>
                <a:gd name="connsiteX4" fmla="*/ 6532 w 10271"/>
                <a:gd name="connsiteY4" fmla="*/ 8673 h 10000"/>
                <a:gd name="connsiteX5" fmla="*/ 8175 w 10271"/>
                <a:gd name="connsiteY5" fmla="*/ 5731 h 10000"/>
                <a:gd name="connsiteX6" fmla="*/ 9566 w 10271"/>
                <a:gd name="connsiteY6" fmla="*/ 5957 h 10000"/>
                <a:gd name="connsiteX7" fmla="*/ 9059 w 10271"/>
                <a:gd name="connsiteY7" fmla="*/ 6922 h 10000"/>
                <a:gd name="connsiteX8" fmla="*/ 9226 w 10271"/>
                <a:gd name="connsiteY8" fmla="*/ 8231 h 10000"/>
                <a:gd name="connsiteX9" fmla="*/ 10235 w 10271"/>
                <a:gd name="connsiteY9" fmla="*/ 5569 h 10000"/>
                <a:gd name="connsiteX10" fmla="*/ 8368 w 10271"/>
                <a:gd name="connsiteY10" fmla="*/ 4043 h 10000"/>
                <a:gd name="connsiteX11" fmla="*/ 6004 w 10271"/>
                <a:gd name="connsiteY11" fmla="*/ 0 h 10000"/>
                <a:gd name="connsiteX12" fmla="*/ 3514 w 10271"/>
                <a:gd name="connsiteY12" fmla="*/ 1462 h 10000"/>
                <a:gd name="connsiteX13" fmla="*/ 276 w 10271"/>
                <a:gd name="connsiteY13" fmla="*/ 1724 h 10000"/>
                <a:gd name="connsiteX14" fmla="*/ 276 w 10271"/>
                <a:gd name="connsiteY14" fmla="*/ 3276 h 10000"/>
                <a:gd name="connsiteX15" fmla="*/ 4623 w 10271"/>
                <a:gd name="connsiteY15" fmla="*/ 3222 h 10000"/>
                <a:gd name="connsiteX16" fmla="*/ 6051 w 10271"/>
                <a:gd name="connsiteY16" fmla="*/ 6561 h 10000"/>
                <a:gd name="connsiteX0" fmla="*/ 6051 w 10271"/>
                <a:gd name="connsiteY0" fmla="*/ 6561 h 10000"/>
                <a:gd name="connsiteX1" fmla="*/ 6271 w 10271"/>
                <a:gd name="connsiteY1" fmla="*/ 10000 h 10000"/>
                <a:gd name="connsiteX2" fmla="*/ 7207 w 10271"/>
                <a:gd name="connsiteY2" fmla="*/ 9838 h 10000"/>
                <a:gd name="connsiteX3" fmla="*/ 7071 w 10271"/>
                <a:gd name="connsiteY3" fmla="*/ 8682 h 10000"/>
                <a:gd name="connsiteX4" fmla="*/ 6532 w 10271"/>
                <a:gd name="connsiteY4" fmla="*/ 8673 h 10000"/>
                <a:gd name="connsiteX5" fmla="*/ 8175 w 10271"/>
                <a:gd name="connsiteY5" fmla="*/ 5731 h 10000"/>
                <a:gd name="connsiteX6" fmla="*/ 9566 w 10271"/>
                <a:gd name="connsiteY6" fmla="*/ 5957 h 10000"/>
                <a:gd name="connsiteX7" fmla="*/ 9059 w 10271"/>
                <a:gd name="connsiteY7" fmla="*/ 6922 h 10000"/>
                <a:gd name="connsiteX8" fmla="*/ 9226 w 10271"/>
                <a:gd name="connsiteY8" fmla="*/ 8231 h 10000"/>
                <a:gd name="connsiteX9" fmla="*/ 10235 w 10271"/>
                <a:gd name="connsiteY9" fmla="*/ 5569 h 10000"/>
                <a:gd name="connsiteX10" fmla="*/ 8368 w 10271"/>
                <a:gd name="connsiteY10" fmla="*/ 4043 h 10000"/>
                <a:gd name="connsiteX11" fmla="*/ 6004 w 10271"/>
                <a:gd name="connsiteY11" fmla="*/ 0 h 10000"/>
                <a:gd name="connsiteX12" fmla="*/ 3537 w 10271"/>
                <a:gd name="connsiteY12" fmla="*/ 1583 h 10000"/>
                <a:gd name="connsiteX13" fmla="*/ 276 w 10271"/>
                <a:gd name="connsiteY13" fmla="*/ 1724 h 10000"/>
                <a:gd name="connsiteX14" fmla="*/ 276 w 10271"/>
                <a:gd name="connsiteY14" fmla="*/ 3276 h 10000"/>
                <a:gd name="connsiteX15" fmla="*/ 4623 w 10271"/>
                <a:gd name="connsiteY15" fmla="*/ 3222 h 10000"/>
                <a:gd name="connsiteX16" fmla="*/ 6051 w 10271"/>
                <a:gd name="connsiteY16" fmla="*/ 6561 h 10000"/>
                <a:gd name="connsiteX0" fmla="*/ 6051 w 10271"/>
                <a:gd name="connsiteY0" fmla="*/ 6561 h 10000"/>
                <a:gd name="connsiteX1" fmla="*/ 6271 w 10271"/>
                <a:gd name="connsiteY1" fmla="*/ 10000 h 10000"/>
                <a:gd name="connsiteX2" fmla="*/ 7207 w 10271"/>
                <a:gd name="connsiteY2" fmla="*/ 9838 h 10000"/>
                <a:gd name="connsiteX3" fmla="*/ 7071 w 10271"/>
                <a:gd name="connsiteY3" fmla="*/ 8682 h 10000"/>
                <a:gd name="connsiteX4" fmla="*/ 6532 w 10271"/>
                <a:gd name="connsiteY4" fmla="*/ 8673 h 10000"/>
                <a:gd name="connsiteX5" fmla="*/ 8175 w 10271"/>
                <a:gd name="connsiteY5" fmla="*/ 5731 h 10000"/>
                <a:gd name="connsiteX6" fmla="*/ 9566 w 10271"/>
                <a:gd name="connsiteY6" fmla="*/ 5957 h 10000"/>
                <a:gd name="connsiteX7" fmla="*/ 9059 w 10271"/>
                <a:gd name="connsiteY7" fmla="*/ 6922 h 10000"/>
                <a:gd name="connsiteX8" fmla="*/ 9226 w 10271"/>
                <a:gd name="connsiteY8" fmla="*/ 8231 h 10000"/>
                <a:gd name="connsiteX9" fmla="*/ 10235 w 10271"/>
                <a:gd name="connsiteY9" fmla="*/ 5569 h 10000"/>
                <a:gd name="connsiteX10" fmla="*/ 8368 w 10271"/>
                <a:gd name="connsiteY10" fmla="*/ 4043 h 10000"/>
                <a:gd name="connsiteX11" fmla="*/ 6004 w 10271"/>
                <a:gd name="connsiteY11" fmla="*/ 0 h 10000"/>
                <a:gd name="connsiteX12" fmla="*/ 3537 w 10271"/>
                <a:gd name="connsiteY12" fmla="*/ 1583 h 10000"/>
                <a:gd name="connsiteX13" fmla="*/ 276 w 10271"/>
                <a:gd name="connsiteY13" fmla="*/ 1724 h 10000"/>
                <a:gd name="connsiteX14" fmla="*/ 276 w 10271"/>
                <a:gd name="connsiteY14" fmla="*/ 3276 h 10000"/>
                <a:gd name="connsiteX15" fmla="*/ 4623 w 10271"/>
                <a:gd name="connsiteY15" fmla="*/ 3222 h 10000"/>
                <a:gd name="connsiteX16" fmla="*/ 6051 w 10271"/>
                <a:gd name="connsiteY16" fmla="*/ 6561 h 10000"/>
                <a:gd name="connsiteX0" fmla="*/ 6051 w 10271"/>
                <a:gd name="connsiteY0" fmla="*/ 6561 h 10000"/>
                <a:gd name="connsiteX1" fmla="*/ 6271 w 10271"/>
                <a:gd name="connsiteY1" fmla="*/ 10000 h 10000"/>
                <a:gd name="connsiteX2" fmla="*/ 7207 w 10271"/>
                <a:gd name="connsiteY2" fmla="*/ 9838 h 10000"/>
                <a:gd name="connsiteX3" fmla="*/ 7071 w 10271"/>
                <a:gd name="connsiteY3" fmla="*/ 8682 h 10000"/>
                <a:gd name="connsiteX4" fmla="*/ 6532 w 10271"/>
                <a:gd name="connsiteY4" fmla="*/ 8673 h 10000"/>
                <a:gd name="connsiteX5" fmla="*/ 8175 w 10271"/>
                <a:gd name="connsiteY5" fmla="*/ 5731 h 10000"/>
                <a:gd name="connsiteX6" fmla="*/ 9566 w 10271"/>
                <a:gd name="connsiteY6" fmla="*/ 5957 h 10000"/>
                <a:gd name="connsiteX7" fmla="*/ 9059 w 10271"/>
                <a:gd name="connsiteY7" fmla="*/ 6922 h 10000"/>
                <a:gd name="connsiteX8" fmla="*/ 9226 w 10271"/>
                <a:gd name="connsiteY8" fmla="*/ 8231 h 10000"/>
                <a:gd name="connsiteX9" fmla="*/ 10235 w 10271"/>
                <a:gd name="connsiteY9" fmla="*/ 5569 h 10000"/>
                <a:gd name="connsiteX10" fmla="*/ 8368 w 10271"/>
                <a:gd name="connsiteY10" fmla="*/ 4043 h 10000"/>
                <a:gd name="connsiteX11" fmla="*/ 6004 w 10271"/>
                <a:gd name="connsiteY11" fmla="*/ 0 h 10000"/>
                <a:gd name="connsiteX12" fmla="*/ 3537 w 10271"/>
                <a:gd name="connsiteY12" fmla="*/ 1583 h 10000"/>
                <a:gd name="connsiteX13" fmla="*/ 276 w 10271"/>
                <a:gd name="connsiteY13" fmla="*/ 1724 h 10000"/>
                <a:gd name="connsiteX14" fmla="*/ 276 w 10271"/>
                <a:gd name="connsiteY14" fmla="*/ 3276 h 10000"/>
                <a:gd name="connsiteX15" fmla="*/ 4623 w 10271"/>
                <a:gd name="connsiteY15" fmla="*/ 3222 h 10000"/>
                <a:gd name="connsiteX16" fmla="*/ 6051 w 10271"/>
                <a:gd name="connsiteY16" fmla="*/ 6561 h 10000"/>
                <a:gd name="connsiteX0" fmla="*/ 6051 w 10271"/>
                <a:gd name="connsiteY0" fmla="*/ 6561 h 10018"/>
                <a:gd name="connsiteX1" fmla="*/ 6271 w 10271"/>
                <a:gd name="connsiteY1" fmla="*/ 10000 h 10018"/>
                <a:gd name="connsiteX2" fmla="*/ 7207 w 10271"/>
                <a:gd name="connsiteY2" fmla="*/ 9838 h 10018"/>
                <a:gd name="connsiteX3" fmla="*/ 7071 w 10271"/>
                <a:gd name="connsiteY3" fmla="*/ 8682 h 10018"/>
                <a:gd name="connsiteX4" fmla="*/ 6532 w 10271"/>
                <a:gd name="connsiteY4" fmla="*/ 8673 h 10018"/>
                <a:gd name="connsiteX5" fmla="*/ 8175 w 10271"/>
                <a:gd name="connsiteY5" fmla="*/ 5731 h 10018"/>
                <a:gd name="connsiteX6" fmla="*/ 9566 w 10271"/>
                <a:gd name="connsiteY6" fmla="*/ 5957 h 10018"/>
                <a:gd name="connsiteX7" fmla="*/ 9059 w 10271"/>
                <a:gd name="connsiteY7" fmla="*/ 6922 h 10018"/>
                <a:gd name="connsiteX8" fmla="*/ 9226 w 10271"/>
                <a:gd name="connsiteY8" fmla="*/ 8231 h 10018"/>
                <a:gd name="connsiteX9" fmla="*/ 10235 w 10271"/>
                <a:gd name="connsiteY9" fmla="*/ 5569 h 10018"/>
                <a:gd name="connsiteX10" fmla="*/ 8368 w 10271"/>
                <a:gd name="connsiteY10" fmla="*/ 4043 h 10018"/>
                <a:gd name="connsiteX11" fmla="*/ 6004 w 10271"/>
                <a:gd name="connsiteY11" fmla="*/ 0 h 10018"/>
                <a:gd name="connsiteX12" fmla="*/ 3537 w 10271"/>
                <a:gd name="connsiteY12" fmla="*/ 1583 h 10018"/>
                <a:gd name="connsiteX13" fmla="*/ 276 w 10271"/>
                <a:gd name="connsiteY13" fmla="*/ 1724 h 10018"/>
                <a:gd name="connsiteX14" fmla="*/ 276 w 10271"/>
                <a:gd name="connsiteY14" fmla="*/ 3276 h 10018"/>
                <a:gd name="connsiteX15" fmla="*/ 4623 w 10271"/>
                <a:gd name="connsiteY15" fmla="*/ 3222 h 10018"/>
                <a:gd name="connsiteX16" fmla="*/ 6051 w 10271"/>
                <a:gd name="connsiteY16" fmla="*/ 6561 h 10018"/>
                <a:gd name="connsiteX0" fmla="*/ 6051 w 10272"/>
                <a:gd name="connsiteY0" fmla="*/ 6561 h 10018"/>
                <a:gd name="connsiteX1" fmla="*/ 6271 w 10272"/>
                <a:gd name="connsiteY1" fmla="*/ 10000 h 10018"/>
                <a:gd name="connsiteX2" fmla="*/ 7207 w 10272"/>
                <a:gd name="connsiteY2" fmla="*/ 9838 h 10018"/>
                <a:gd name="connsiteX3" fmla="*/ 7071 w 10272"/>
                <a:gd name="connsiteY3" fmla="*/ 8682 h 10018"/>
                <a:gd name="connsiteX4" fmla="*/ 6532 w 10272"/>
                <a:gd name="connsiteY4" fmla="*/ 8673 h 10018"/>
                <a:gd name="connsiteX5" fmla="*/ 8175 w 10272"/>
                <a:gd name="connsiteY5" fmla="*/ 5731 h 10018"/>
                <a:gd name="connsiteX6" fmla="*/ 9566 w 10272"/>
                <a:gd name="connsiteY6" fmla="*/ 5957 h 10018"/>
                <a:gd name="connsiteX7" fmla="*/ 9059 w 10272"/>
                <a:gd name="connsiteY7" fmla="*/ 6922 h 10018"/>
                <a:gd name="connsiteX8" fmla="*/ 9226 w 10272"/>
                <a:gd name="connsiteY8" fmla="*/ 8231 h 10018"/>
                <a:gd name="connsiteX9" fmla="*/ 10235 w 10272"/>
                <a:gd name="connsiteY9" fmla="*/ 5569 h 10018"/>
                <a:gd name="connsiteX10" fmla="*/ 8368 w 10272"/>
                <a:gd name="connsiteY10" fmla="*/ 4043 h 10018"/>
                <a:gd name="connsiteX11" fmla="*/ 6004 w 10272"/>
                <a:gd name="connsiteY11" fmla="*/ 0 h 10018"/>
                <a:gd name="connsiteX12" fmla="*/ 3537 w 10272"/>
                <a:gd name="connsiteY12" fmla="*/ 1583 h 10018"/>
                <a:gd name="connsiteX13" fmla="*/ 276 w 10272"/>
                <a:gd name="connsiteY13" fmla="*/ 1724 h 10018"/>
                <a:gd name="connsiteX14" fmla="*/ 276 w 10272"/>
                <a:gd name="connsiteY14" fmla="*/ 3276 h 10018"/>
                <a:gd name="connsiteX15" fmla="*/ 4623 w 10272"/>
                <a:gd name="connsiteY15" fmla="*/ 3222 h 10018"/>
                <a:gd name="connsiteX16" fmla="*/ 6051 w 10272"/>
                <a:gd name="connsiteY16" fmla="*/ 6561 h 10018"/>
                <a:gd name="connsiteX0" fmla="*/ 6051 w 10272"/>
                <a:gd name="connsiteY0" fmla="*/ 6561 h 10018"/>
                <a:gd name="connsiteX1" fmla="*/ 6271 w 10272"/>
                <a:gd name="connsiteY1" fmla="*/ 10000 h 10018"/>
                <a:gd name="connsiteX2" fmla="*/ 7207 w 10272"/>
                <a:gd name="connsiteY2" fmla="*/ 9838 h 10018"/>
                <a:gd name="connsiteX3" fmla="*/ 7071 w 10272"/>
                <a:gd name="connsiteY3" fmla="*/ 8682 h 10018"/>
                <a:gd name="connsiteX4" fmla="*/ 6532 w 10272"/>
                <a:gd name="connsiteY4" fmla="*/ 8673 h 10018"/>
                <a:gd name="connsiteX5" fmla="*/ 8175 w 10272"/>
                <a:gd name="connsiteY5" fmla="*/ 5731 h 10018"/>
                <a:gd name="connsiteX6" fmla="*/ 9566 w 10272"/>
                <a:gd name="connsiteY6" fmla="*/ 5957 h 10018"/>
                <a:gd name="connsiteX7" fmla="*/ 9059 w 10272"/>
                <a:gd name="connsiteY7" fmla="*/ 6922 h 10018"/>
                <a:gd name="connsiteX8" fmla="*/ 9226 w 10272"/>
                <a:gd name="connsiteY8" fmla="*/ 8231 h 10018"/>
                <a:gd name="connsiteX9" fmla="*/ 10235 w 10272"/>
                <a:gd name="connsiteY9" fmla="*/ 5569 h 10018"/>
                <a:gd name="connsiteX10" fmla="*/ 8368 w 10272"/>
                <a:gd name="connsiteY10" fmla="*/ 4043 h 10018"/>
                <a:gd name="connsiteX11" fmla="*/ 6004 w 10272"/>
                <a:gd name="connsiteY11" fmla="*/ 0 h 10018"/>
                <a:gd name="connsiteX12" fmla="*/ 3537 w 10272"/>
                <a:gd name="connsiteY12" fmla="*/ 1583 h 10018"/>
                <a:gd name="connsiteX13" fmla="*/ 276 w 10272"/>
                <a:gd name="connsiteY13" fmla="*/ 1724 h 10018"/>
                <a:gd name="connsiteX14" fmla="*/ 276 w 10272"/>
                <a:gd name="connsiteY14" fmla="*/ 3276 h 10018"/>
                <a:gd name="connsiteX15" fmla="*/ 4623 w 10272"/>
                <a:gd name="connsiteY15" fmla="*/ 3222 h 10018"/>
                <a:gd name="connsiteX16" fmla="*/ 6051 w 10272"/>
                <a:gd name="connsiteY16" fmla="*/ 6561 h 10018"/>
                <a:gd name="connsiteX0" fmla="*/ 6051 w 10272"/>
                <a:gd name="connsiteY0" fmla="*/ 6561 h 10018"/>
                <a:gd name="connsiteX1" fmla="*/ 6271 w 10272"/>
                <a:gd name="connsiteY1" fmla="*/ 10000 h 10018"/>
                <a:gd name="connsiteX2" fmla="*/ 7207 w 10272"/>
                <a:gd name="connsiteY2" fmla="*/ 9838 h 10018"/>
                <a:gd name="connsiteX3" fmla="*/ 7071 w 10272"/>
                <a:gd name="connsiteY3" fmla="*/ 8682 h 10018"/>
                <a:gd name="connsiteX4" fmla="*/ 6532 w 10272"/>
                <a:gd name="connsiteY4" fmla="*/ 8673 h 10018"/>
                <a:gd name="connsiteX5" fmla="*/ 8175 w 10272"/>
                <a:gd name="connsiteY5" fmla="*/ 5731 h 10018"/>
                <a:gd name="connsiteX6" fmla="*/ 9566 w 10272"/>
                <a:gd name="connsiteY6" fmla="*/ 5957 h 10018"/>
                <a:gd name="connsiteX7" fmla="*/ 9059 w 10272"/>
                <a:gd name="connsiteY7" fmla="*/ 6922 h 10018"/>
                <a:gd name="connsiteX8" fmla="*/ 9226 w 10272"/>
                <a:gd name="connsiteY8" fmla="*/ 8231 h 10018"/>
                <a:gd name="connsiteX9" fmla="*/ 10235 w 10272"/>
                <a:gd name="connsiteY9" fmla="*/ 5569 h 10018"/>
                <a:gd name="connsiteX10" fmla="*/ 8368 w 10272"/>
                <a:gd name="connsiteY10" fmla="*/ 4043 h 10018"/>
                <a:gd name="connsiteX11" fmla="*/ 6004 w 10272"/>
                <a:gd name="connsiteY11" fmla="*/ 0 h 10018"/>
                <a:gd name="connsiteX12" fmla="*/ 3537 w 10272"/>
                <a:gd name="connsiteY12" fmla="*/ 1583 h 10018"/>
                <a:gd name="connsiteX13" fmla="*/ 276 w 10272"/>
                <a:gd name="connsiteY13" fmla="*/ 1724 h 10018"/>
                <a:gd name="connsiteX14" fmla="*/ 276 w 10272"/>
                <a:gd name="connsiteY14" fmla="*/ 3276 h 10018"/>
                <a:gd name="connsiteX15" fmla="*/ 4623 w 10272"/>
                <a:gd name="connsiteY15" fmla="*/ 3222 h 10018"/>
                <a:gd name="connsiteX16" fmla="*/ 6051 w 10272"/>
                <a:gd name="connsiteY16" fmla="*/ 6561 h 10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272" h="10018">
                  <a:moveTo>
                    <a:pt x="6051" y="6561"/>
                  </a:moveTo>
                  <a:cubicBezTo>
                    <a:pt x="5863" y="7681"/>
                    <a:pt x="5699" y="9924"/>
                    <a:pt x="6271" y="10000"/>
                  </a:cubicBezTo>
                  <a:cubicBezTo>
                    <a:pt x="6843" y="10076"/>
                    <a:pt x="6893" y="9901"/>
                    <a:pt x="7207" y="9838"/>
                  </a:cubicBezTo>
                  <a:cubicBezTo>
                    <a:pt x="7356" y="9377"/>
                    <a:pt x="7244" y="9030"/>
                    <a:pt x="7071" y="8682"/>
                  </a:cubicBezTo>
                  <a:cubicBezTo>
                    <a:pt x="6935" y="8682"/>
                    <a:pt x="6668" y="8682"/>
                    <a:pt x="6532" y="8673"/>
                  </a:cubicBezTo>
                  <a:cubicBezTo>
                    <a:pt x="6459" y="6940"/>
                    <a:pt x="7411" y="6291"/>
                    <a:pt x="8175" y="5731"/>
                  </a:cubicBezTo>
                  <a:cubicBezTo>
                    <a:pt x="8620" y="5244"/>
                    <a:pt x="9267" y="5448"/>
                    <a:pt x="9566" y="5957"/>
                  </a:cubicBezTo>
                  <a:cubicBezTo>
                    <a:pt x="9521" y="6372"/>
                    <a:pt x="9226" y="6606"/>
                    <a:pt x="9059" y="6922"/>
                  </a:cubicBezTo>
                  <a:cubicBezTo>
                    <a:pt x="9121" y="7356"/>
                    <a:pt x="9179" y="7798"/>
                    <a:pt x="9226" y="8231"/>
                  </a:cubicBezTo>
                  <a:cubicBezTo>
                    <a:pt x="9735" y="7869"/>
                    <a:pt x="10445" y="6787"/>
                    <a:pt x="10235" y="5569"/>
                  </a:cubicBezTo>
                  <a:cubicBezTo>
                    <a:pt x="9927" y="4278"/>
                    <a:pt x="8996" y="4477"/>
                    <a:pt x="8368" y="4043"/>
                  </a:cubicBezTo>
                  <a:cubicBezTo>
                    <a:pt x="7474" y="2897"/>
                    <a:pt x="6762" y="1399"/>
                    <a:pt x="6004" y="0"/>
                  </a:cubicBezTo>
                  <a:cubicBezTo>
                    <a:pt x="5105" y="72"/>
                    <a:pt x="4505" y="1210"/>
                    <a:pt x="3537" y="1583"/>
                  </a:cubicBezTo>
                  <a:cubicBezTo>
                    <a:pt x="2569" y="1956"/>
                    <a:pt x="1333" y="1255"/>
                    <a:pt x="276" y="1724"/>
                  </a:cubicBezTo>
                  <a:cubicBezTo>
                    <a:pt x="-80" y="2076"/>
                    <a:pt x="-104" y="2762"/>
                    <a:pt x="276" y="3276"/>
                  </a:cubicBezTo>
                  <a:cubicBezTo>
                    <a:pt x="1670" y="4236"/>
                    <a:pt x="3205" y="3736"/>
                    <a:pt x="4623" y="3222"/>
                  </a:cubicBezTo>
                  <a:cubicBezTo>
                    <a:pt x="5648" y="2852"/>
                    <a:pt x="6182" y="5117"/>
                    <a:pt x="6051" y="656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Freeform 18"/>
            <p:cNvSpPr>
              <a:spLocks/>
            </p:cNvSpPr>
            <p:nvPr/>
          </p:nvSpPr>
          <p:spPr bwMode="auto">
            <a:xfrm flipV="1">
              <a:off x="4123" y="1844"/>
              <a:ext cx="199" cy="217"/>
            </a:xfrm>
            <a:custGeom>
              <a:avLst/>
              <a:gdLst>
                <a:gd name="T0" fmla="*/ 72 w 446"/>
                <a:gd name="T1" fmla="*/ 376 h 486"/>
                <a:gd name="T2" fmla="*/ 415 w 446"/>
                <a:gd name="T3" fmla="*/ 198 h 486"/>
                <a:gd name="T4" fmla="*/ 115 w 446"/>
                <a:gd name="T5" fmla="*/ 31 h 486"/>
                <a:gd name="T6" fmla="*/ 72 w 446"/>
                <a:gd name="T7" fmla="*/ 376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6" h="486">
                  <a:moveTo>
                    <a:pt x="72" y="376"/>
                  </a:moveTo>
                  <a:cubicBezTo>
                    <a:pt x="208" y="486"/>
                    <a:pt x="446" y="381"/>
                    <a:pt x="415" y="198"/>
                  </a:cubicBezTo>
                  <a:cubicBezTo>
                    <a:pt x="414" y="42"/>
                    <a:pt x="240" y="0"/>
                    <a:pt x="115" y="31"/>
                  </a:cubicBezTo>
                  <a:cubicBezTo>
                    <a:pt x="0" y="113"/>
                    <a:pt x="1" y="265"/>
                    <a:pt x="72" y="3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19"/>
            <p:cNvSpPr>
              <a:spLocks/>
            </p:cNvSpPr>
            <p:nvPr/>
          </p:nvSpPr>
          <p:spPr bwMode="auto">
            <a:xfrm flipV="1">
              <a:off x="3551" y="2133"/>
              <a:ext cx="387" cy="64"/>
            </a:xfrm>
            <a:custGeom>
              <a:avLst/>
              <a:gdLst>
                <a:gd name="T0" fmla="*/ 251 w 868"/>
                <a:gd name="T1" fmla="*/ 114 h 239"/>
                <a:gd name="T2" fmla="*/ 361 w 868"/>
                <a:gd name="T3" fmla="*/ 115 h 239"/>
                <a:gd name="T4" fmla="*/ 868 w 868"/>
                <a:gd name="T5" fmla="*/ 2 h 239"/>
                <a:gd name="T6" fmla="*/ 295 w 868"/>
                <a:gd name="T7" fmla="*/ 96 h 239"/>
                <a:gd name="T8" fmla="*/ 306 w 868"/>
                <a:gd name="T9" fmla="*/ 48 h 239"/>
                <a:gd name="T10" fmla="*/ 0 w 868"/>
                <a:gd name="T11" fmla="*/ 0 h 239"/>
                <a:gd name="T12" fmla="*/ 251 w 868"/>
                <a:gd name="T13" fmla="*/ 114 h 239"/>
                <a:gd name="connsiteX0" fmla="*/ 2892 w 10000"/>
                <a:gd name="connsiteY0" fmla="*/ 4770 h 6861"/>
                <a:gd name="connsiteX1" fmla="*/ 4159 w 10000"/>
                <a:gd name="connsiteY1" fmla="*/ 4812 h 6861"/>
                <a:gd name="connsiteX2" fmla="*/ 10000 w 10000"/>
                <a:gd name="connsiteY2" fmla="*/ 84 h 6861"/>
                <a:gd name="connsiteX3" fmla="*/ 3525 w 10000"/>
                <a:gd name="connsiteY3" fmla="*/ 2008 h 6861"/>
                <a:gd name="connsiteX4" fmla="*/ 0 w 10000"/>
                <a:gd name="connsiteY4" fmla="*/ 0 h 6861"/>
                <a:gd name="connsiteX5" fmla="*/ 2892 w 10000"/>
                <a:gd name="connsiteY5" fmla="*/ 4770 h 6861"/>
                <a:gd name="connsiteX0" fmla="*/ 2892 w 10000"/>
                <a:gd name="connsiteY0" fmla="*/ 6952 h 6952"/>
                <a:gd name="connsiteX1" fmla="*/ 10000 w 10000"/>
                <a:gd name="connsiteY1" fmla="*/ 122 h 6952"/>
                <a:gd name="connsiteX2" fmla="*/ 3525 w 10000"/>
                <a:gd name="connsiteY2" fmla="*/ 2927 h 6952"/>
                <a:gd name="connsiteX3" fmla="*/ 0 w 10000"/>
                <a:gd name="connsiteY3" fmla="*/ 0 h 6952"/>
                <a:gd name="connsiteX4" fmla="*/ 2892 w 10000"/>
                <a:gd name="connsiteY4" fmla="*/ 6952 h 6952"/>
                <a:gd name="connsiteX0" fmla="*/ 2892 w 10000"/>
                <a:gd name="connsiteY0" fmla="*/ 10000 h 10000"/>
                <a:gd name="connsiteX1" fmla="*/ 10000 w 10000"/>
                <a:gd name="connsiteY1" fmla="*/ 175 h 10000"/>
                <a:gd name="connsiteX2" fmla="*/ 3525 w 10000"/>
                <a:gd name="connsiteY2" fmla="*/ 4210 h 10000"/>
                <a:gd name="connsiteX3" fmla="*/ 0 w 10000"/>
                <a:gd name="connsiteY3" fmla="*/ 0 h 10000"/>
                <a:gd name="connsiteX4" fmla="*/ 2892 w 10000"/>
                <a:gd name="connsiteY4" fmla="*/ 10000 h 10000"/>
                <a:gd name="connsiteX0" fmla="*/ 2892 w 10000"/>
                <a:gd name="connsiteY0" fmla="*/ 10000 h 10000"/>
                <a:gd name="connsiteX1" fmla="*/ 10000 w 10000"/>
                <a:gd name="connsiteY1" fmla="*/ 175 h 10000"/>
                <a:gd name="connsiteX2" fmla="*/ 3525 w 10000"/>
                <a:gd name="connsiteY2" fmla="*/ 4210 h 10000"/>
                <a:gd name="connsiteX3" fmla="*/ 0 w 10000"/>
                <a:gd name="connsiteY3" fmla="*/ 0 h 10000"/>
                <a:gd name="connsiteX0" fmla="*/ 2892 w 10000"/>
                <a:gd name="connsiteY0" fmla="*/ 10000 h 10553"/>
                <a:gd name="connsiteX1" fmla="*/ 10000 w 10000"/>
                <a:gd name="connsiteY1" fmla="*/ 175 h 10553"/>
                <a:gd name="connsiteX2" fmla="*/ 3525 w 10000"/>
                <a:gd name="connsiteY2" fmla="*/ 4210 h 10553"/>
                <a:gd name="connsiteX3" fmla="*/ 0 w 10000"/>
                <a:gd name="connsiteY3" fmla="*/ 0 h 10553"/>
                <a:gd name="connsiteX0" fmla="*/ 3512 w 10000"/>
                <a:gd name="connsiteY0" fmla="*/ 10391 h 10879"/>
                <a:gd name="connsiteX1" fmla="*/ 10000 w 10000"/>
                <a:gd name="connsiteY1" fmla="*/ 175 h 10879"/>
                <a:gd name="connsiteX2" fmla="*/ 3525 w 10000"/>
                <a:gd name="connsiteY2" fmla="*/ 4210 h 10879"/>
                <a:gd name="connsiteX3" fmla="*/ 0 w 10000"/>
                <a:gd name="connsiteY3" fmla="*/ 0 h 10879"/>
                <a:gd name="connsiteX0" fmla="*/ 2737 w 10000"/>
                <a:gd name="connsiteY0" fmla="*/ 10391 h 10879"/>
                <a:gd name="connsiteX1" fmla="*/ 10000 w 10000"/>
                <a:gd name="connsiteY1" fmla="*/ 175 h 10879"/>
                <a:gd name="connsiteX2" fmla="*/ 3525 w 10000"/>
                <a:gd name="connsiteY2" fmla="*/ 4210 h 10879"/>
                <a:gd name="connsiteX3" fmla="*/ 0 w 10000"/>
                <a:gd name="connsiteY3" fmla="*/ 0 h 10879"/>
                <a:gd name="connsiteX0" fmla="*/ 2737 w 10000"/>
                <a:gd name="connsiteY0" fmla="*/ 10391 h 10879"/>
                <a:gd name="connsiteX1" fmla="*/ 10000 w 10000"/>
                <a:gd name="connsiteY1" fmla="*/ 175 h 10879"/>
                <a:gd name="connsiteX2" fmla="*/ 3525 w 10000"/>
                <a:gd name="connsiteY2" fmla="*/ 4210 h 10879"/>
                <a:gd name="connsiteX3" fmla="*/ 0 w 10000"/>
                <a:gd name="connsiteY3" fmla="*/ 0 h 10879"/>
                <a:gd name="connsiteX4" fmla="*/ 2737 w 10000"/>
                <a:gd name="connsiteY4" fmla="*/ 10391 h 10879"/>
                <a:gd name="connsiteX0" fmla="*/ 2737 w 10000"/>
                <a:gd name="connsiteY0" fmla="*/ 10391 h 11563"/>
                <a:gd name="connsiteX1" fmla="*/ 10000 w 10000"/>
                <a:gd name="connsiteY1" fmla="*/ 175 h 11563"/>
                <a:gd name="connsiteX2" fmla="*/ 3525 w 10000"/>
                <a:gd name="connsiteY2" fmla="*/ 4210 h 11563"/>
                <a:gd name="connsiteX3" fmla="*/ 0 w 10000"/>
                <a:gd name="connsiteY3" fmla="*/ 0 h 11563"/>
                <a:gd name="connsiteX4" fmla="*/ 2737 w 10000"/>
                <a:gd name="connsiteY4" fmla="*/ 10391 h 11563"/>
                <a:gd name="connsiteX0" fmla="*/ 2737 w 10000"/>
                <a:gd name="connsiteY0" fmla="*/ 11857 h 11862"/>
                <a:gd name="connsiteX1" fmla="*/ 10000 w 10000"/>
                <a:gd name="connsiteY1" fmla="*/ 99 h 11862"/>
                <a:gd name="connsiteX2" fmla="*/ 3525 w 10000"/>
                <a:gd name="connsiteY2" fmla="*/ 5676 h 11862"/>
                <a:gd name="connsiteX3" fmla="*/ 0 w 10000"/>
                <a:gd name="connsiteY3" fmla="*/ 1466 h 11862"/>
                <a:gd name="connsiteX4" fmla="*/ 2737 w 10000"/>
                <a:gd name="connsiteY4" fmla="*/ 11857 h 11862"/>
                <a:gd name="connsiteX0" fmla="*/ 2737 w 10000"/>
                <a:gd name="connsiteY0" fmla="*/ 11857 h 11862"/>
                <a:gd name="connsiteX1" fmla="*/ 10000 w 10000"/>
                <a:gd name="connsiteY1" fmla="*/ 99 h 11862"/>
                <a:gd name="connsiteX2" fmla="*/ 3525 w 10000"/>
                <a:gd name="connsiteY2" fmla="*/ 5676 h 11862"/>
                <a:gd name="connsiteX3" fmla="*/ 0 w 10000"/>
                <a:gd name="connsiteY3" fmla="*/ 1466 h 11862"/>
                <a:gd name="connsiteX4" fmla="*/ 2737 w 10000"/>
                <a:gd name="connsiteY4" fmla="*/ 11857 h 11862"/>
                <a:gd name="connsiteX0" fmla="*/ 2737 w 10000"/>
                <a:gd name="connsiteY0" fmla="*/ 11857 h 12245"/>
                <a:gd name="connsiteX1" fmla="*/ 10000 w 10000"/>
                <a:gd name="connsiteY1" fmla="*/ 99 h 12245"/>
                <a:gd name="connsiteX2" fmla="*/ 3525 w 10000"/>
                <a:gd name="connsiteY2" fmla="*/ 5676 h 12245"/>
                <a:gd name="connsiteX3" fmla="*/ 0 w 10000"/>
                <a:gd name="connsiteY3" fmla="*/ 1466 h 12245"/>
                <a:gd name="connsiteX4" fmla="*/ 2737 w 10000"/>
                <a:gd name="connsiteY4" fmla="*/ 11857 h 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2245">
                  <a:moveTo>
                    <a:pt x="2737" y="11857"/>
                  </a:moveTo>
                  <a:cubicBezTo>
                    <a:pt x="6213" y="13160"/>
                    <a:pt x="5502" y="11653"/>
                    <a:pt x="10000" y="99"/>
                  </a:cubicBezTo>
                  <a:cubicBezTo>
                    <a:pt x="9894" y="-879"/>
                    <a:pt x="5192" y="5705"/>
                    <a:pt x="3525" y="5676"/>
                  </a:cubicBezTo>
                  <a:cubicBezTo>
                    <a:pt x="2327" y="5764"/>
                    <a:pt x="1187" y="2607"/>
                    <a:pt x="0" y="1466"/>
                  </a:cubicBezTo>
                  <a:cubicBezTo>
                    <a:pt x="912" y="4930"/>
                    <a:pt x="1070" y="12085"/>
                    <a:pt x="2737" y="118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 flipV="1">
              <a:off x="4197" y="2233"/>
              <a:ext cx="4" cy="11"/>
            </a:xfrm>
            <a:custGeom>
              <a:avLst/>
              <a:gdLst>
                <a:gd name="T0" fmla="*/ 0 w 10"/>
                <a:gd name="T1" fmla="*/ 0 h 25"/>
                <a:gd name="T2" fmla="*/ 0 w 10"/>
                <a:gd name="T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10" y="25"/>
                    <a:pt x="10" y="25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 flipV="1">
              <a:off x="4181" y="2244"/>
              <a:ext cx="16" cy="20"/>
            </a:xfrm>
            <a:custGeom>
              <a:avLst/>
              <a:gdLst>
                <a:gd name="T0" fmla="*/ 0 w 35"/>
                <a:gd name="T1" fmla="*/ 0 h 45"/>
                <a:gd name="T2" fmla="*/ 35 w 35"/>
                <a:gd name="T3" fmla="*/ 45 h 45"/>
                <a:gd name="T4" fmla="*/ 0 w 35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45">
                  <a:moveTo>
                    <a:pt x="0" y="0"/>
                  </a:moveTo>
                  <a:cubicBezTo>
                    <a:pt x="8" y="11"/>
                    <a:pt x="26" y="34"/>
                    <a:pt x="35" y="45"/>
                  </a:cubicBezTo>
                  <a:cubicBezTo>
                    <a:pt x="26" y="34"/>
                    <a:pt x="8" y="11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22"/>
            <p:cNvSpPr>
              <a:spLocks noEditPoints="1"/>
            </p:cNvSpPr>
            <p:nvPr/>
          </p:nvSpPr>
          <p:spPr bwMode="auto">
            <a:xfrm flipV="1">
              <a:off x="3782" y="2262"/>
              <a:ext cx="399" cy="317"/>
            </a:xfrm>
            <a:custGeom>
              <a:avLst/>
              <a:gdLst>
                <a:gd name="T0" fmla="*/ 535 w 895"/>
                <a:gd name="T1" fmla="*/ 451 h 710"/>
                <a:gd name="T2" fmla="*/ 895 w 895"/>
                <a:gd name="T3" fmla="*/ 705 h 710"/>
                <a:gd name="T4" fmla="*/ 480 w 895"/>
                <a:gd name="T5" fmla="*/ 0 h 710"/>
                <a:gd name="T6" fmla="*/ 411 w 895"/>
                <a:gd name="T7" fmla="*/ 51 h 710"/>
                <a:gd name="T8" fmla="*/ 148 w 895"/>
                <a:gd name="T9" fmla="*/ 358 h 710"/>
                <a:gd name="T10" fmla="*/ 78 w 895"/>
                <a:gd name="T11" fmla="*/ 253 h 710"/>
                <a:gd name="T12" fmla="*/ 0 w 895"/>
                <a:gd name="T13" fmla="*/ 317 h 710"/>
                <a:gd name="T14" fmla="*/ 172 w 895"/>
                <a:gd name="T15" fmla="*/ 599 h 710"/>
                <a:gd name="T16" fmla="*/ 535 w 895"/>
                <a:gd name="T17" fmla="*/ 451 h 710"/>
                <a:gd name="T18" fmla="*/ 181 w 895"/>
                <a:gd name="T19" fmla="*/ 404 h 710"/>
                <a:gd name="T20" fmla="*/ 473 w 895"/>
                <a:gd name="T21" fmla="*/ 223 h 710"/>
                <a:gd name="T22" fmla="*/ 263 w 895"/>
                <a:gd name="T23" fmla="*/ 543 h 710"/>
                <a:gd name="T24" fmla="*/ 181 w 895"/>
                <a:gd name="T25" fmla="*/ 404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5" h="710">
                  <a:moveTo>
                    <a:pt x="535" y="451"/>
                  </a:moveTo>
                  <a:cubicBezTo>
                    <a:pt x="698" y="458"/>
                    <a:pt x="731" y="710"/>
                    <a:pt x="895" y="705"/>
                  </a:cubicBezTo>
                  <a:cubicBezTo>
                    <a:pt x="702" y="508"/>
                    <a:pt x="609" y="239"/>
                    <a:pt x="480" y="0"/>
                  </a:cubicBezTo>
                  <a:cubicBezTo>
                    <a:pt x="463" y="13"/>
                    <a:pt x="429" y="38"/>
                    <a:pt x="411" y="51"/>
                  </a:cubicBezTo>
                  <a:cubicBezTo>
                    <a:pt x="490" y="234"/>
                    <a:pt x="254" y="271"/>
                    <a:pt x="148" y="358"/>
                  </a:cubicBezTo>
                  <a:cubicBezTo>
                    <a:pt x="124" y="324"/>
                    <a:pt x="100" y="288"/>
                    <a:pt x="78" y="253"/>
                  </a:cubicBezTo>
                  <a:cubicBezTo>
                    <a:pt x="52" y="275"/>
                    <a:pt x="27" y="297"/>
                    <a:pt x="0" y="317"/>
                  </a:cubicBezTo>
                  <a:cubicBezTo>
                    <a:pt x="61" y="408"/>
                    <a:pt x="119" y="502"/>
                    <a:pt x="172" y="599"/>
                  </a:cubicBezTo>
                  <a:cubicBezTo>
                    <a:pt x="306" y="585"/>
                    <a:pt x="405" y="476"/>
                    <a:pt x="535" y="451"/>
                  </a:cubicBezTo>
                  <a:moveTo>
                    <a:pt x="181" y="404"/>
                  </a:moveTo>
                  <a:cubicBezTo>
                    <a:pt x="278" y="343"/>
                    <a:pt x="375" y="282"/>
                    <a:pt x="473" y="223"/>
                  </a:cubicBezTo>
                  <a:cubicBezTo>
                    <a:pt x="638" y="390"/>
                    <a:pt x="380" y="468"/>
                    <a:pt x="263" y="543"/>
                  </a:cubicBezTo>
                  <a:cubicBezTo>
                    <a:pt x="231" y="500"/>
                    <a:pt x="205" y="453"/>
                    <a:pt x="181" y="4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 flipV="1">
              <a:off x="3454" y="2295"/>
              <a:ext cx="244" cy="230"/>
            </a:xfrm>
            <a:custGeom>
              <a:avLst/>
              <a:gdLst>
                <a:gd name="T0" fmla="*/ 12 w 549"/>
                <a:gd name="T1" fmla="*/ 594 h 652"/>
                <a:gd name="T2" fmla="*/ 543 w 549"/>
                <a:gd name="T3" fmla="*/ 591 h 652"/>
                <a:gd name="T4" fmla="*/ 541 w 549"/>
                <a:gd name="T5" fmla="*/ 106 h 652"/>
                <a:gd name="T6" fmla="*/ 281 w 549"/>
                <a:gd name="T7" fmla="*/ 70 h 652"/>
                <a:gd name="T8" fmla="*/ 12 w 549"/>
                <a:gd name="T9" fmla="*/ 90 h 652"/>
                <a:gd name="T10" fmla="*/ 12 w 549"/>
                <a:gd name="T11" fmla="*/ 594 h 652"/>
                <a:gd name="connsiteX0" fmla="*/ 152 w 9849"/>
                <a:gd name="connsiteY0" fmla="*/ 8380 h 8380"/>
                <a:gd name="connsiteX1" fmla="*/ 9824 w 9849"/>
                <a:gd name="connsiteY1" fmla="*/ 8334 h 8380"/>
                <a:gd name="connsiteX2" fmla="*/ 9787 w 9849"/>
                <a:gd name="connsiteY2" fmla="*/ 896 h 8380"/>
                <a:gd name="connsiteX3" fmla="*/ 5051 w 9849"/>
                <a:gd name="connsiteY3" fmla="*/ 344 h 8380"/>
                <a:gd name="connsiteX4" fmla="*/ 152 w 9849"/>
                <a:gd name="connsiteY4" fmla="*/ 650 h 8380"/>
                <a:gd name="connsiteX5" fmla="*/ 152 w 9849"/>
                <a:gd name="connsiteY5" fmla="*/ 8380 h 8380"/>
                <a:gd name="connsiteX0" fmla="*/ 153 w 9999"/>
                <a:gd name="connsiteY0" fmla="*/ 10218 h 10218"/>
                <a:gd name="connsiteX1" fmla="*/ 9974 w 9999"/>
                <a:gd name="connsiteY1" fmla="*/ 10163 h 10218"/>
                <a:gd name="connsiteX2" fmla="*/ 9936 w 9999"/>
                <a:gd name="connsiteY2" fmla="*/ 1287 h 10218"/>
                <a:gd name="connsiteX3" fmla="*/ 153 w 9999"/>
                <a:gd name="connsiteY3" fmla="*/ 994 h 10218"/>
                <a:gd name="connsiteX4" fmla="*/ 153 w 9999"/>
                <a:gd name="connsiteY4" fmla="*/ 10218 h 10218"/>
                <a:gd name="connsiteX0" fmla="*/ 153 w 10000"/>
                <a:gd name="connsiteY0" fmla="*/ 9027 h 9027"/>
                <a:gd name="connsiteX1" fmla="*/ 9975 w 10000"/>
                <a:gd name="connsiteY1" fmla="*/ 8973 h 9027"/>
                <a:gd name="connsiteX2" fmla="*/ 9937 w 10000"/>
                <a:gd name="connsiteY2" fmla="*/ 287 h 9027"/>
                <a:gd name="connsiteX3" fmla="*/ 153 w 10000"/>
                <a:gd name="connsiteY3" fmla="*/ 0 h 9027"/>
                <a:gd name="connsiteX4" fmla="*/ 153 w 10000"/>
                <a:gd name="connsiteY4" fmla="*/ 9027 h 9027"/>
                <a:gd name="connsiteX0" fmla="*/ 153 w 10067"/>
                <a:gd name="connsiteY0" fmla="*/ 10215 h 10215"/>
                <a:gd name="connsiteX1" fmla="*/ 9975 w 10067"/>
                <a:gd name="connsiteY1" fmla="*/ 10155 h 10215"/>
                <a:gd name="connsiteX2" fmla="*/ 10020 w 10067"/>
                <a:gd name="connsiteY2" fmla="*/ 0 h 10215"/>
                <a:gd name="connsiteX3" fmla="*/ 153 w 10067"/>
                <a:gd name="connsiteY3" fmla="*/ 215 h 10215"/>
                <a:gd name="connsiteX4" fmla="*/ 153 w 10067"/>
                <a:gd name="connsiteY4" fmla="*/ 10215 h 10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7" h="10215">
                  <a:moveTo>
                    <a:pt x="153" y="10215"/>
                  </a:moveTo>
                  <a:lnTo>
                    <a:pt x="9975" y="10155"/>
                  </a:lnTo>
                  <a:cubicBezTo>
                    <a:pt x="9919" y="6961"/>
                    <a:pt x="10168" y="3213"/>
                    <a:pt x="10020" y="0"/>
                  </a:cubicBezTo>
                  <a:lnTo>
                    <a:pt x="153" y="215"/>
                  </a:lnTo>
                  <a:cubicBezTo>
                    <a:pt x="-69" y="3548"/>
                    <a:pt x="-32" y="6902"/>
                    <a:pt x="153" y="102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2822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组合 5"/>
          <p:cNvGrpSpPr/>
          <p:nvPr/>
        </p:nvGrpSpPr>
        <p:grpSpPr>
          <a:xfrm>
            <a:off x="5439600" y="769527"/>
            <a:ext cx="1408337" cy="1649766"/>
            <a:chOff x="3976637" y="2790050"/>
            <a:chExt cx="1277938" cy="1497013"/>
          </a:xfrm>
        </p:grpSpPr>
        <p:sp>
          <p:nvSpPr>
            <p:cNvPr id="7" name="Freeform 15"/>
            <p:cNvSpPr>
              <a:spLocks/>
            </p:cNvSpPr>
            <p:nvPr/>
          </p:nvSpPr>
          <p:spPr bwMode="auto">
            <a:xfrm flipV="1">
              <a:off x="4783087" y="2790050"/>
              <a:ext cx="315913" cy="315913"/>
            </a:xfrm>
            <a:custGeom>
              <a:avLst/>
              <a:gdLst>
                <a:gd name="T0" fmla="*/ 260 w 869"/>
                <a:gd name="T1" fmla="*/ 763 h 870"/>
                <a:gd name="T2" fmla="*/ 796 w 869"/>
                <a:gd name="T3" fmla="*/ 529 h 870"/>
                <a:gd name="T4" fmla="*/ 495 w 869"/>
                <a:gd name="T5" fmla="*/ 39 h 870"/>
                <a:gd name="T6" fmla="*/ 61 w 869"/>
                <a:gd name="T7" fmla="*/ 304 h 870"/>
                <a:gd name="T8" fmla="*/ 260 w 869"/>
                <a:gd name="T9" fmla="*/ 763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9" h="870">
                  <a:moveTo>
                    <a:pt x="260" y="763"/>
                  </a:moveTo>
                  <a:cubicBezTo>
                    <a:pt x="462" y="870"/>
                    <a:pt x="736" y="748"/>
                    <a:pt x="796" y="529"/>
                  </a:cubicBezTo>
                  <a:cubicBezTo>
                    <a:pt x="869" y="318"/>
                    <a:pt x="714" y="73"/>
                    <a:pt x="495" y="39"/>
                  </a:cubicBezTo>
                  <a:cubicBezTo>
                    <a:pt x="309" y="0"/>
                    <a:pt x="112" y="123"/>
                    <a:pt x="61" y="304"/>
                  </a:cubicBezTo>
                  <a:cubicBezTo>
                    <a:pt x="0" y="479"/>
                    <a:pt x="93" y="687"/>
                    <a:pt x="260" y="763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 flipV="1">
              <a:off x="4595762" y="3102788"/>
              <a:ext cx="539750" cy="238125"/>
            </a:xfrm>
            <a:custGeom>
              <a:avLst/>
              <a:gdLst>
                <a:gd name="T0" fmla="*/ 111 w 1486"/>
                <a:gd name="T1" fmla="*/ 630 h 659"/>
                <a:gd name="T2" fmla="*/ 273 w 1486"/>
                <a:gd name="T3" fmla="*/ 591 h 659"/>
                <a:gd name="T4" fmla="*/ 674 w 1486"/>
                <a:gd name="T5" fmla="*/ 324 h 659"/>
                <a:gd name="T6" fmla="*/ 1202 w 1486"/>
                <a:gd name="T7" fmla="*/ 423 h 659"/>
                <a:gd name="T8" fmla="*/ 1359 w 1486"/>
                <a:gd name="T9" fmla="*/ 479 h 659"/>
                <a:gd name="T10" fmla="*/ 1458 w 1486"/>
                <a:gd name="T11" fmla="*/ 302 h 659"/>
                <a:gd name="T12" fmla="*/ 1312 w 1486"/>
                <a:gd name="T13" fmla="*/ 168 h 659"/>
                <a:gd name="T14" fmla="*/ 657 w 1486"/>
                <a:gd name="T15" fmla="*/ 47 h 659"/>
                <a:gd name="T16" fmla="*/ 63 w 1486"/>
                <a:gd name="T17" fmla="*/ 415 h 659"/>
                <a:gd name="T18" fmla="*/ 111 w 1486"/>
                <a:gd name="T19" fmla="*/ 63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6" h="659">
                  <a:moveTo>
                    <a:pt x="111" y="630"/>
                  </a:moveTo>
                  <a:cubicBezTo>
                    <a:pt x="166" y="659"/>
                    <a:pt x="234" y="635"/>
                    <a:pt x="273" y="591"/>
                  </a:cubicBezTo>
                  <a:cubicBezTo>
                    <a:pt x="386" y="475"/>
                    <a:pt x="514" y="363"/>
                    <a:pt x="674" y="324"/>
                  </a:cubicBezTo>
                  <a:cubicBezTo>
                    <a:pt x="854" y="274"/>
                    <a:pt x="1049" y="322"/>
                    <a:pt x="1202" y="423"/>
                  </a:cubicBezTo>
                  <a:cubicBezTo>
                    <a:pt x="1250" y="450"/>
                    <a:pt x="1298" y="498"/>
                    <a:pt x="1359" y="479"/>
                  </a:cubicBezTo>
                  <a:cubicBezTo>
                    <a:pt x="1427" y="454"/>
                    <a:pt x="1486" y="376"/>
                    <a:pt x="1458" y="302"/>
                  </a:cubicBezTo>
                  <a:cubicBezTo>
                    <a:pt x="1432" y="237"/>
                    <a:pt x="1368" y="203"/>
                    <a:pt x="1312" y="168"/>
                  </a:cubicBezTo>
                  <a:cubicBezTo>
                    <a:pt x="1117" y="54"/>
                    <a:pt x="880" y="0"/>
                    <a:pt x="657" y="47"/>
                  </a:cubicBezTo>
                  <a:cubicBezTo>
                    <a:pt x="423" y="92"/>
                    <a:pt x="218" y="238"/>
                    <a:pt x="63" y="415"/>
                  </a:cubicBezTo>
                  <a:cubicBezTo>
                    <a:pt x="0" y="480"/>
                    <a:pt x="29" y="597"/>
                    <a:pt x="111" y="630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17"/>
            <p:cNvSpPr>
              <a:spLocks/>
            </p:cNvSpPr>
            <p:nvPr/>
          </p:nvSpPr>
          <p:spPr bwMode="auto">
            <a:xfrm flipV="1">
              <a:off x="4427487" y="3085325"/>
              <a:ext cx="827088" cy="1201738"/>
            </a:xfrm>
            <a:custGeom>
              <a:avLst/>
              <a:gdLst>
                <a:gd name="T0" fmla="*/ 1655 w 2277"/>
                <a:gd name="T1" fmla="*/ 3252 h 3308"/>
                <a:gd name="T2" fmla="*/ 2094 w 2277"/>
                <a:gd name="T3" fmla="*/ 3032 h 3308"/>
                <a:gd name="T4" fmla="*/ 2205 w 2277"/>
                <a:gd name="T5" fmla="*/ 1963 h 3308"/>
                <a:gd name="T6" fmla="*/ 1993 w 2277"/>
                <a:gd name="T7" fmla="*/ 1723 h 3308"/>
                <a:gd name="T8" fmla="*/ 2001 w 2277"/>
                <a:gd name="T9" fmla="*/ 359 h 3308"/>
                <a:gd name="T10" fmla="*/ 1986 w 2277"/>
                <a:gd name="T11" fmla="*/ 132 h 3308"/>
                <a:gd name="T12" fmla="*/ 1623 w 2277"/>
                <a:gd name="T13" fmla="*/ 158 h 3308"/>
                <a:gd name="T14" fmla="*/ 1533 w 2277"/>
                <a:gd name="T15" fmla="*/ 1705 h 3308"/>
                <a:gd name="T16" fmla="*/ 953 w 2277"/>
                <a:gd name="T17" fmla="*/ 1787 h 3308"/>
                <a:gd name="T18" fmla="*/ 330 w 2277"/>
                <a:gd name="T19" fmla="*/ 1295 h 3308"/>
                <a:gd name="T20" fmla="*/ 17 w 2277"/>
                <a:gd name="T21" fmla="*/ 1457 h 3308"/>
                <a:gd name="T22" fmla="*/ 129 w 2277"/>
                <a:gd name="T23" fmla="*/ 1677 h 3308"/>
                <a:gd name="T24" fmla="*/ 774 w 2277"/>
                <a:gd name="T25" fmla="*/ 2191 h 3308"/>
                <a:gd name="T26" fmla="*/ 983 w 2277"/>
                <a:gd name="T27" fmla="*/ 2224 h 3308"/>
                <a:gd name="T28" fmla="*/ 1618 w 2277"/>
                <a:gd name="T29" fmla="*/ 2122 h 3308"/>
                <a:gd name="T30" fmla="*/ 1562 w 2277"/>
                <a:gd name="T31" fmla="*/ 2648 h 3308"/>
                <a:gd name="T32" fmla="*/ 1925 w 2277"/>
                <a:gd name="T33" fmla="*/ 2847 h 3308"/>
                <a:gd name="T34" fmla="*/ 1752 w 2277"/>
                <a:gd name="T35" fmla="*/ 3114 h 3308"/>
                <a:gd name="T36" fmla="*/ 1499 w 2277"/>
                <a:gd name="T37" fmla="*/ 2977 h 3308"/>
                <a:gd name="T38" fmla="*/ 1655 w 2277"/>
                <a:gd name="T39" fmla="*/ 3252 h 3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77" h="3308">
                  <a:moveTo>
                    <a:pt x="1655" y="3252"/>
                  </a:moveTo>
                  <a:cubicBezTo>
                    <a:pt x="1832" y="3308"/>
                    <a:pt x="2023" y="3195"/>
                    <a:pt x="2094" y="3032"/>
                  </a:cubicBezTo>
                  <a:cubicBezTo>
                    <a:pt x="2235" y="2697"/>
                    <a:pt x="2277" y="2319"/>
                    <a:pt x="2205" y="1963"/>
                  </a:cubicBezTo>
                  <a:cubicBezTo>
                    <a:pt x="2182" y="1848"/>
                    <a:pt x="2085" y="1781"/>
                    <a:pt x="1993" y="1723"/>
                  </a:cubicBezTo>
                  <a:cubicBezTo>
                    <a:pt x="1825" y="1289"/>
                    <a:pt x="1847" y="794"/>
                    <a:pt x="2001" y="359"/>
                  </a:cubicBezTo>
                  <a:cubicBezTo>
                    <a:pt x="2033" y="285"/>
                    <a:pt x="2039" y="197"/>
                    <a:pt x="1986" y="132"/>
                  </a:cubicBezTo>
                  <a:cubicBezTo>
                    <a:pt x="1906" y="0"/>
                    <a:pt x="1682" y="16"/>
                    <a:pt x="1623" y="158"/>
                  </a:cubicBezTo>
                  <a:cubicBezTo>
                    <a:pt x="1426" y="646"/>
                    <a:pt x="1398" y="1198"/>
                    <a:pt x="1533" y="1705"/>
                  </a:cubicBezTo>
                  <a:cubicBezTo>
                    <a:pt x="1339" y="1728"/>
                    <a:pt x="1148" y="1776"/>
                    <a:pt x="953" y="1787"/>
                  </a:cubicBezTo>
                  <a:cubicBezTo>
                    <a:pt x="742" y="1627"/>
                    <a:pt x="545" y="1449"/>
                    <a:pt x="330" y="1295"/>
                  </a:cubicBezTo>
                  <a:cubicBezTo>
                    <a:pt x="205" y="1218"/>
                    <a:pt x="26" y="1310"/>
                    <a:pt x="17" y="1457"/>
                  </a:cubicBezTo>
                  <a:cubicBezTo>
                    <a:pt x="0" y="1548"/>
                    <a:pt x="60" y="1626"/>
                    <a:pt x="129" y="1677"/>
                  </a:cubicBezTo>
                  <a:cubicBezTo>
                    <a:pt x="346" y="1846"/>
                    <a:pt x="557" y="2022"/>
                    <a:pt x="774" y="2191"/>
                  </a:cubicBezTo>
                  <a:cubicBezTo>
                    <a:pt x="831" y="2242"/>
                    <a:pt x="912" y="2238"/>
                    <a:pt x="983" y="2224"/>
                  </a:cubicBezTo>
                  <a:cubicBezTo>
                    <a:pt x="1195" y="2190"/>
                    <a:pt x="1407" y="2159"/>
                    <a:pt x="1618" y="2122"/>
                  </a:cubicBezTo>
                  <a:cubicBezTo>
                    <a:pt x="1622" y="2299"/>
                    <a:pt x="1586" y="2473"/>
                    <a:pt x="1562" y="2648"/>
                  </a:cubicBezTo>
                  <a:cubicBezTo>
                    <a:pt x="1696" y="2684"/>
                    <a:pt x="1829" y="2747"/>
                    <a:pt x="1925" y="2847"/>
                  </a:cubicBezTo>
                  <a:cubicBezTo>
                    <a:pt x="2024" y="2962"/>
                    <a:pt x="1893" y="3153"/>
                    <a:pt x="1752" y="3114"/>
                  </a:cubicBezTo>
                  <a:cubicBezTo>
                    <a:pt x="1664" y="3074"/>
                    <a:pt x="1587" y="3015"/>
                    <a:pt x="1499" y="2977"/>
                  </a:cubicBezTo>
                  <a:cubicBezTo>
                    <a:pt x="1508" y="3083"/>
                    <a:pt x="1546" y="3209"/>
                    <a:pt x="1655" y="3252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" name="Freeform 18"/>
            <p:cNvSpPr>
              <a:spLocks/>
            </p:cNvSpPr>
            <p:nvPr/>
          </p:nvSpPr>
          <p:spPr bwMode="auto">
            <a:xfrm flipV="1">
              <a:off x="4140149" y="3374250"/>
              <a:ext cx="358775" cy="381000"/>
            </a:xfrm>
            <a:custGeom>
              <a:avLst/>
              <a:gdLst>
                <a:gd name="T0" fmla="*/ 506 w 991"/>
                <a:gd name="T1" fmla="*/ 679 h 1052"/>
                <a:gd name="T2" fmla="*/ 568 w 991"/>
                <a:gd name="T3" fmla="*/ 1052 h 1052"/>
                <a:gd name="T4" fmla="*/ 763 w 991"/>
                <a:gd name="T5" fmla="*/ 725 h 1052"/>
                <a:gd name="T6" fmla="*/ 953 w 991"/>
                <a:gd name="T7" fmla="*/ 961 h 1052"/>
                <a:gd name="T8" fmla="*/ 991 w 991"/>
                <a:gd name="T9" fmla="*/ 638 h 1052"/>
                <a:gd name="T10" fmla="*/ 935 w 991"/>
                <a:gd name="T11" fmla="*/ 632 h 1052"/>
                <a:gd name="T12" fmla="*/ 916 w 991"/>
                <a:gd name="T13" fmla="*/ 852 h 1052"/>
                <a:gd name="T14" fmla="*/ 755 w 991"/>
                <a:gd name="T15" fmla="*/ 637 h 1052"/>
                <a:gd name="T16" fmla="*/ 582 w 991"/>
                <a:gd name="T17" fmla="*/ 926 h 1052"/>
                <a:gd name="T18" fmla="*/ 552 w 991"/>
                <a:gd name="T19" fmla="*/ 606 h 1052"/>
                <a:gd name="T20" fmla="*/ 276 w 991"/>
                <a:gd name="T21" fmla="*/ 737 h 1052"/>
                <a:gd name="T22" fmla="*/ 402 w 991"/>
                <a:gd name="T23" fmla="*/ 432 h 1052"/>
                <a:gd name="T24" fmla="*/ 119 w 991"/>
                <a:gd name="T25" fmla="*/ 435 h 1052"/>
                <a:gd name="T26" fmla="*/ 394 w 991"/>
                <a:gd name="T27" fmla="*/ 212 h 1052"/>
                <a:gd name="T28" fmla="*/ 219 w 991"/>
                <a:gd name="T29" fmla="*/ 75 h 1052"/>
                <a:gd name="T30" fmla="*/ 427 w 991"/>
                <a:gd name="T31" fmla="*/ 56 h 1052"/>
                <a:gd name="T32" fmla="*/ 417 w 991"/>
                <a:gd name="T33" fmla="*/ 0 h 1052"/>
                <a:gd name="T34" fmla="*/ 109 w 991"/>
                <a:gd name="T35" fmla="*/ 54 h 1052"/>
                <a:gd name="T36" fmla="*/ 313 w 991"/>
                <a:gd name="T37" fmla="*/ 214 h 1052"/>
                <a:gd name="T38" fmla="*/ 0 w 991"/>
                <a:gd name="T39" fmla="*/ 480 h 1052"/>
                <a:gd name="T40" fmla="*/ 331 w 991"/>
                <a:gd name="T41" fmla="*/ 485 h 1052"/>
                <a:gd name="T42" fmla="*/ 194 w 991"/>
                <a:gd name="T43" fmla="*/ 818 h 1052"/>
                <a:gd name="T44" fmla="*/ 506 w 991"/>
                <a:gd name="T45" fmla="*/ 679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1" h="1052">
                  <a:moveTo>
                    <a:pt x="506" y="679"/>
                  </a:moveTo>
                  <a:cubicBezTo>
                    <a:pt x="531" y="802"/>
                    <a:pt x="511" y="937"/>
                    <a:pt x="568" y="1052"/>
                  </a:cubicBezTo>
                  <a:cubicBezTo>
                    <a:pt x="638" y="946"/>
                    <a:pt x="699" y="835"/>
                    <a:pt x="763" y="725"/>
                  </a:cubicBezTo>
                  <a:cubicBezTo>
                    <a:pt x="825" y="804"/>
                    <a:pt x="868" y="903"/>
                    <a:pt x="953" y="961"/>
                  </a:cubicBezTo>
                  <a:cubicBezTo>
                    <a:pt x="968" y="854"/>
                    <a:pt x="976" y="745"/>
                    <a:pt x="991" y="638"/>
                  </a:cubicBezTo>
                  <a:cubicBezTo>
                    <a:pt x="977" y="636"/>
                    <a:pt x="949" y="633"/>
                    <a:pt x="935" y="632"/>
                  </a:cubicBezTo>
                  <a:cubicBezTo>
                    <a:pt x="928" y="705"/>
                    <a:pt x="922" y="778"/>
                    <a:pt x="916" y="852"/>
                  </a:cubicBezTo>
                  <a:cubicBezTo>
                    <a:pt x="865" y="779"/>
                    <a:pt x="814" y="705"/>
                    <a:pt x="755" y="637"/>
                  </a:cubicBezTo>
                  <a:cubicBezTo>
                    <a:pt x="697" y="733"/>
                    <a:pt x="641" y="830"/>
                    <a:pt x="582" y="926"/>
                  </a:cubicBezTo>
                  <a:cubicBezTo>
                    <a:pt x="573" y="819"/>
                    <a:pt x="565" y="712"/>
                    <a:pt x="552" y="606"/>
                  </a:cubicBezTo>
                  <a:cubicBezTo>
                    <a:pt x="456" y="641"/>
                    <a:pt x="366" y="688"/>
                    <a:pt x="276" y="737"/>
                  </a:cubicBezTo>
                  <a:cubicBezTo>
                    <a:pt x="323" y="637"/>
                    <a:pt x="371" y="538"/>
                    <a:pt x="402" y="432"/>
                  </a:cubicBezTo>
                  <a:cubicBezTo>
                    <a:pt x="308" y="430"/>
                    <a:pt x="213" y="432"/>
                    <a:pt x="119" y="435"/>
                  </a:cubicBezTo>
                  <a:cubicBezTo>
                    <a:pt x="212" y="363"/>
                    <a:pt x="304" y="289"/>
                    <a:pt x="394" y="212"/>
                  </a:cubicBezTo>
                  <a:cubicBezTo>
                    <a:pt x="337" y="165"/>
                    <a:pt x="278" y="120"/>
                    <a:pt x="219" y="75"/>
                  </a:cubicBezTo>
                  <a:cubicBezTo>
                    <a:pt x="288" y="69"/>
                    <a:pt x="358" y="63"/>
                    <a:pt x="427" y="56"/>
                  </a:cubicBezTo>
                  <a:cubicBezTo>
                    <a:pt x="425" y="42"/>
                    <a:pt x="419" y="14"/>
                    <a:pt x="417" y="0"/>
                  </a:cubicBezTo>
                  <a:cubicBezTo>
                    <a:pt x="314" y="15"/>
                    <a:pt x="209" y="22"/>
                    <a:pt x="109" y="54"/>
                  </a:cubicBezTo>
                  <a:cubicBezTo>
                    <a:pt x="175" y="110"/>
                    <a:pt x="243" y="162"/>
                    <a:pt x="313" y="214"/>
                  </a:cubicBezTo>
                  <a:cubicBezTo>
                    <a:pt x="209" y="303"/>
                    <a:pt x="89" y="374"/>
                    <a:pt x="0" y="480"/>
                  </a:cubicBezTo>
                  <a:cubicBezTo>
                    <a:pt x="110" y="490"/>
                    <a:pt x="221" y="486"/>
                    <a:pt x="331" y="485"/>
                  </a:cubicBezTo>
                  <a:cubicBezTo>
                    <a:pt x="282" y="595"/>
                    <a:pt x="229" y="703"/>
                    <a:pt x="194" y="818"/>
                  </a:cubicBezTo>
                  <a:cubicBezTo>
                    <a:pt x="305" y="788"/>
                    <a:pt x="403" y="729"/>
                    <a:pt x="506" y="679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19"/>
            <p:cNvSpPr>
              <a:spLocks/>
            </p:cNvSpPr>
            <p:nvPr/>
          </p:nvSpPr>
          <p:spPr bwMode="auto">
            <a:xfrm flipV="1">
              <a:off x="3976637" y="3645713"/>
              <a:ext cx="646113" cy="625475"/>
            </a:xfrm>
            <a:custGeom>
              <a:avLst/>
              <a:gdLst>
                <a:gd name="T0" fmla="*/ 72 w 1779"/>
                <a:gd name="T1" fmla="*/ 1715 h 1724"/>
                <a:gd name="T2" fmla="*/ 438 w 1779"/>
                <a:gd name="T3" fmla="*/ 1708 h 1724"/>
                <a:gd name="T4" fmla="*/ 504 w 1779"/>
                <a:gd name="T5" fmla="*/ 1618 h 1724"/>
                <a:gd name="T6" fmla="*/ 508 w 1779"/>
                <a:gd name="T7" fmla="*/ 1133 h 1724"/>
                <a:gd name="T8" fmla="*/ 629 w 1779"/>
                <a:gd name="T9" fmla="*/ 1018 h 1724"/>
                <a:gd name="T10" fmla="*/ 1027 w 1779"/>
                <a:gd name="T11" fmla="*/ 1014 h 1724"/>
                <a:gd name="T12" fmla="*/ 1061 w 1779"/>
                <a:gd name="T13" fmla="*/ 922 h 1724"/>
                <a:gd name="T14" fmla="*/ 977 w 1779"/>
                <a:gd name="T15" fmla="*/ 840 h 1724"/>
                <a:gd name="T16" fmla="*/ 1127 w 1779"/>
                <a:gd name="T17" fmla="*/ 712 h 1724"/>
                <a:gd name="T18" fmla="*/ 1243 w 1779"/>
                <a:gd name="T19" fmla="*/ 1016 h 1724"/>
                <a:gd name="T20" fmla="*/ 1763 w 1779"/>
                <a:gd name="T21" fmla="*/ 1016 h 1724"/>
                <a:gd name="T22" fmla="*/ 1714 w 1779"/>
                <a:gd name="T23" fmla="*/ 721 h 1724"/>
                <a:gd name="T24" fmla="*/ 1407 w 1779"/>
                <a:gd name="T25" fmla="*/ 543 h 1724"/>
                <a:gd name="T26" fmla="*/ 1291 w 1779"/>
                <a:gd name="T27" fmla="*/ 1 h 1724"/>
                <a:gd name="T28" fmla="*/ 6 w 1779"/>
                <a:gd name="T29" fmla="*/ 0 h 1724"/>
                <a:gd name="T30" fmla="*/ 7 w 1779"/>
                <a:gd name="T31" fmla="*/ 1590 h 1724"/>
                <a:gd name="T32" fmla="*/ 72 w 1779"/>
                <a:gd name="T33" fmla="*/ 1715 h 1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79" h="1724">
                  <a:moveTo>
                    <a:pt x="72" y="1715"/>
                  </a:moveTo>
                  <a:cubicBezTo>
                    <a:pt x="194" y="1712"/>
                    <a:pt x="317" y="1724"/>
                    <a:pt x="438" y="1708"/>
                  </a:cubicBezTo>
                  <a:cubicBezTo>
                    <a:pt x="479" y="1700"/>
                    <a:pt x="500" y="1655"/>
                    <a:pt x="504" y="1618"/>
                  </a:cubicBezTo>
                  <a:cubicBezTo>
                    <a:pt x="512" y="1456"/>
                    <a:pt x="501" y="1294"/>
                    <a:pt x="508" y="1133"/>
                  </a:cubicBezTo>
                  <a:cubicBezTo>
                    <a:pt x="502" y="1067"/>
                    <a:pt x="568" y="1015"/>
                    <a:pt x="629" y="1018"/>
                  </a:cubicBezTo>
                  <a:cubicBezTo>
                    <a:pt x="762" y="1013"/>
                    <a:pt x="895" y="1019"/>
                    <a:pt x="1027" y="1014"/>
                  </a:cubicBezTo>
                  <a:cubicBezTo>
                    <a:pt x="1036" y="991"/>
                    <a:pt x="1052" y="945"/>
                    <a:pt x="1061" y="922"/>
                  </a:cubicBezTo>
                  <a:cubicBezTo>
                    <a:pt x="1032" y="895"/>
                    <a:pt x="1004" y="868"/>
                    <a:pt x="977" y="840"/>
                  </a:cubicBezTo>
                  <a:cubicBezTo>
                    <a:pt x="1027" y="798"/>
                    <a:pt x="1078" y="756"/>
                    <a:pt x="1127" y="712"/>
                  </a:cubicBezTo>
                  <a:cubicBezTo>
                    <a:pt x="1082" y="837"/>
                    <a:pt x="1164" y="931"/>
                    <a:pt x="1243" y="1016"/>
                  </a:cubicBezTo>
                  <a:cubicBezTo>
                    <a:pt x="1416" y="1016"/>
                    <a:pt x="1590" y="1016"/>
                    <a:pt x="1763" y="1016"/>
                  </a:cubicBezTo>
                  <a:cubicBezTo>
                    <a:pt x="1761" y="917"/>
                    <a:pt x="1779" y="805"/>
                    <a:pt x="1714" y="721"/>
                  </a:cubicBezTo>
                  <a:cubicBezTo>
                    <a:pt x="1642" y="620"/>
                    <a:pt x="1521" y="577"/>
                    <a:pt x="1407" y="543"/>
                  </a:cubicBezTo>
                  <a:cubicBezTo>
                    <a:pt x="1366" y="363"/>
                    <a:pt x="1331" y="181"/>
                    <a:pt x="1291" y="1"/>
                  </a:cubicBezTo>
                  <a:cubicBezTo>
                    <a:pt x="863" y="0"/>
                    <a:pt x="435" y="2"/>
                    <a:pt x="6" y="0"/>
                  </a:cubicBezTo>
                  <a:cubicBezTo>
                    <a:pt x="6" y="530"/>
                    <a:pt x="4" y="1060"/>
                    <a:pt x="7" y="1590"/>
                  </a:cubicBezTo>
                  <a:cubicBezTo>
                    <a:pt x="0" y="1643"/>
                    <a:pt x="36" y="1682"/>
                    <a:pt x="72" y="1715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2" name="Group 32"/>
          <p:cNvGrpSpPr>
            <a:grpSpLocks/>
          </p:cNvGrpSpPr>
          <p:nvPr/>
        </p:nvGrpSpPr>
        <p:grpSpPr bwMode="auto">
          <a:xfrm>
            <a:off x="2796929" y="1026099"/>
            <a:ext cx="2120900" cy="1414463"/>
            <a:chOff x="3202" y="1745"/>
            <a:chExt cx="1336" cy="891"/>
          </a:xfrm>
          <a:solidFill>
            <a:srgbClr val="595959"/>
          </a:solidFill>
        </p:grpSpPr>
        <p:sp>
          <p:nvSpPr>
            <p:cNvPr id="13" name="Freeform 27"/>
            <p:cNvSpPr>
              <a:spLocks/>
            </p:cNvSpPr>
            <p:nvPr/>
          </p:nvSpPr>
          <p:spPr bwMode="auto">
            <a:xfrm flipV="1">
              <a:off x="3388" y="1745"/>
              <a:ext cx="208" cy="209"/>
            </a:xfrm>
            <a:custGeom>
              <a:avLst/>
              <a:gdLst>
                <a:gd name="T0" fmla="*/ 283 w 911"/>
                <a:gd name="T1" fmla="*/ 829 h 918"/>
                <a:gd name="T2" fmla="*/ 806 w 911"/>
                <a:gd name="T3" fmla="*/ 646 h 918"/>
                <a:gd name="T4" fmla="*/ 620 w 911"/>
                <a:gd name="T5" fmla="*/ 101 h 918"/>
                <a:gd name="T6" fmla="*/ 71 w 911"/>
                <a:gd name="T7" fmla="*/ 328 h 918"/>
                <a:gd name="T8" fmla="*/ 283 w 911"/>
                <a:gd name="T9" fmla="*/ 829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1" h="918">
                  <a:moveTo>
                    <a:pt x="283" y="829"/>
                  </a:moveTo>
                  <a:cubicBezTo>
                    <a:pt x="470" y="918"/>
                    <a:pt x="716" y="833"/>
                    <a:pt x="806" y="646"/>
                  </a:cubicBezTo>
                  <a:cubicBezTo>
                    <a:pt x="911" y="453"/>
                    <a:pt x="819" y="190"/>
                    <a:pt x="620" y="101"/>
                  </a:cubicBezTo>
                  <a:cubicBezTo>
                    <a:pt x="417" y="0"/>
                    <a:pt x="140" y="109"/>
                    <a:pt x="71" y="328"/>
                  </a:cubicBezTo>
                  <a:cubicBezTo>
                    <a:pt x="0" y="518"/>
                    <a:pt x="97" y="748"/>
                    <a:pt x="283" y="8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28"/>
            <p:cNvSpPr>
              <a:spLocks/>
            </p:cNvSpPr>
            <p:nvPr/>
          </p:nvSpPr>
          <p:spPr bwMode="auto">
            <a:xfrm flipV="1">
              <a:off x="3202" y="1876"/>
              <a:ext cx="871" cy="760"/>
            </a:xfrm>
            <a:custGeom>
              <a:avLst/>
              <a:gdLst>
                <a:gd name="T0" fmla="*/ 1696 w 3818"/>
                <a:gd name="T1" fmla="*/ 3323 h 3323"/>
                <a:gd name="T2" fmla="*/ 2761 w 3818"/>
                <a:gd name="T3" fmla="*/ 2783 h 3323"/>
                <a:gd name="T4" fmla="*/ 2536 w 3818"/>
                <a:gd name="T5" fmla="*/ 2630 h 3323"/>
                <a:gd name="T6" fmla="*/ 1712 w 3818"/>
                <a:gd name="T7" fmla="*/ 3052 h 3323"/>
                <a:gd name="T8" fmla="*/ 2249 w 3818"/>
                <a:gd name="T9" fmla="*/ 2391 h 3323"/>
                <a:gd name="T10" fmla="*/ 3818 w 3818"/>
                <a:gd name="T11" fmla="*/ 1779 h 3323"/>
                <a:gd name="T12" fmla="*/ 3697 w 3818"/>
                <a:gd name="T13" fmla="*/ 1358 h 3323"/>
                <a:gd name="T14" fmla="*/ 2098 w 3818"/>
                <a:gd name="T15" fmla="*/ 1910 h 3323"/>
                <a:gd name="T16" fmla="*/ 2015 w 3818"/>
                <a:gd name="T17" fmla="*/ 228 h 3323"/>
                <a:gd name="T18" fmla="*/ 1604 w 3818"/>
                <a:gd name="T19" fmla="*/ 217 h 3323"/>
                <a:gd name="T20" fmla="*/ 1642 w 3818"/>
                <a:gd name="T21" fmla="*/ 1868 h 3323"/>
                <a:gd name="T22" fmla="*/ 891 w 3818"/>
                <a:gd name="T23" fmla="*/ 2554 h 3323"/>
                <a:gd name="T24" fmla="*/ 217 w 3818"/>
                <a:gd name="T25" fmla="*/ 1821 h 3323"/>
                <a:gd name="T26" fmla="*/ 0 w 3818"/>
                <a:gd name="T27" fmla="*/ 1869 h 3323"/>
                <a:gd name="T28" fmla="*/ 266 w 3818"/>
                <a:gd name="T29" fmla="*/ 2318 h 3323"/>
                <a:gd name="T30" fmla="*/ 1042 w 3818"/>
                <a:gd name="T31" fmla="*/ 3061 h 3323"/>
                <a:gd name="T32" fmla="*/ 1696 w 3818"/>
                <a:gd name="T33" fmla="*/ 3323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18" h="3323">
                  <a:moveTo>
                    <a:pt x="1696" y="3323"/>
                  </a:moveTo>
                  <a:cubicBezTo>
                    <a:pt x="2102" y="3291"/>
                    <a:pt x="2503" y="3103"/>
                    <a:pt x="2761" y="2783"/>
                  </a:cubicBezTo>
                  <a:cubicBezTo>
                    <a:pt x="2858" y="2652"/>
                    <a:pt x="2623" y="2487"/>
                    <a:pt x="2536" y="2630"/>
                  </a:cubicBezTo>
                  <a:cubicBezTo>
                    <a:pt x="2324" y="2866"/>
                    <a:pt x="2025" y="3010"/>
                    <a:pt x="1712" y="3052"/>
                  </a:cubicBezTo>
                  <a:cubicBezTo>
                    <a:pt x="1885" y="2827"/>
                    <a:pt x="2074" y="2615"/>
                    <a:pt x="2249" y="2391"/>
                  </a:cubicBezTo>
                  <a:cubicBezTo>
                    <a:pt x="2826" y="2391"/>
                    <a:pt x="3379" y="2144"/>
                    <a:pt x="3818" y="1779"/>
                  </a:cubicBezTo>
                  <a:cubicBezTo>
                    <a:pt x="3781" y="1638"/>
                    <a:pt x="3739" y="1498"/>
                    <a:pt x="3697" y="1358"/>
                  </a:cubicBezTo>
                  <a:cubicBezTo>
                    <a:pt x="3230" y="1674"/>
                    <a:pt x="2698" y="2065"/>
                    <a:pt x="2098" y="1910"/>
                  </a:cubicBezTo>
                  <a:cubicBezTo>
                    <a:pt x="2036" y="1352"/>
                    <a:pt x="2012" y="790"/>
                    <a:pt x="2015" y="228"/>
                  </a:cubicBezTo>
                  <a:cubicBezTo>
                    <a:pt x="1990" y="10"/>
                    <a:pt x="1643" y="0"/>
                    <a:pt x="1604" y="217"/>
                  </a:cubicBezTo>
                  <a:cubicBezTo>
                    <a:pt x="1555" y="766"/>
                    <a:pt x="1637" y="1318"/>
                    <a:pt x="1642" y="1868"/>
                  </a:cubicBezTo>
                  <a:cubicBezTo>
                    <a:pt x="1398" y="2103"/>
                    <a:pt x="1136" y="2320"/>
                    <a:pt x="891" y="2554"/>
                  </a:cubicBezTo>
                  <a:cubicBezTo>
                    <a:pt x="656" y="2319"/>
                    <a:pt x="416" y="2089"/>
                    <a:pt x="217" y="1821"/>
                  </a:cubicBezTo>
                  <a:cubicBezTo>
                    <a:pt x="142" y="1826"/>
                    <a:pt x="70" y="1843"/>
                    <a:pt x="0" y="1869"/>
                  </a:cubicBezTo>
                  <a:cubicBezTo>
                    <a:pt x="0" y="2060"/>
                    <a:pt x="162" y="2179"/>
                    <a:pt x="266" y="2318"/>
                  </a:cubicBezTo>
                  <a:cubicBezTo>
                    <a:pt x="518" y="2572"/>
                    <a:pt x="772" y="2826"/>
                    <a:pt x="1042" y="3061"/>
                  </a:cubicBezTo>
                  <a:cubicBezTo>
                    <a:pt x="1292" y="2930"/>
                    <a:pt x="1601" y="3063"/>
                    <a:pt x="1696" y="33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29"/>
            <p:cNvSpPr>
              <a:spLocks/>
            </p:cNvSpPr>
            <p:nvPr/>
          </p:nvSpPr>
          <p:spPr bwMode="auto">
            <a:xfrm flipV="1">
              <a:off x="3957" y="1970"/>
              <a:ext cx="284" cy="170"/>
            </a:xfrm>
            <a:custGeom>
              <a:avLst/>
              <a:gdLst>
                <a:gd name="T0" fmla="*/ 487 w 1244"/>
                <a:gd name="T1" fmla="*/ 408 h 744"/>
                <a:gd name="T2" fmla="*/ 633 w 1244"/>
                <a:gd name="T3" fmla="*/ 744 h 744"/>
                <a:gd name="T4" fmla="*/ 749 w 1244"/>
                <a:gd name="T5" fmla="*/ 413 h 744"/>
                <a:gd name="T6" fmla="*/ 1063 w 1244"/>
                <a:gd name="T7" fmla="*/ 640 h 744"/>
                <a:gd name="T8" fmla="*/ 956 w 1244"/>
                <a:gd name="T9" fmla="*/ 264 h 744"/>
                <a:gd name="T10" fmla="*/ 1244 w 1244"/>
                <a:gd name="T11" fmla="*/ 301 h 744"/>
                <a:gd name="T12" fmla="*/ 1009 w 1244"/>
                <a:gd name="T13" fmla="*/ 44 h 744"/>
                <a:gd name="T14" fmla="*/ 1160 w 1244"/>
                <a:gd name="T15" fmla="*/ 244 h 744"/>
                <a:gd name="T16" fmla="*/ 885 w 1244"/>
                <a:gd name="T17" fmla="*/ 194 h 744"/>
                <a:gd name="T18" fmla="*/ 980 w 1244"/>
                <a:gd name="T19" fmla="*/ 531 h 744"/>
                <a:gd name="T20" fmla="*/ 724 w 1244"/>
                <a:gd name="T21" fmla="*/ 330 h 744"/>
                <a:gd name="T22" fmla="*/ 629 w 1244"/>
                <a:gd name="T23" fmla="*/ 611 h 744"/>
                <a:gd name="T24" fmla="*/ 502 w 1244"/>
                <a:gd name="T25" fmla="*/ 317 h 744"/>
                <a:gd name="T26" fmla="*/ 308 w 1244"/>
                <a:gd name="T27" fmla="*/ 517 h 744"/>
                <a:gd name="T28" fmla="*/ 332 w 1244"/>
                <a:gd name="T29" fmla="*/ 167 h 744"/>
                <a:gd name="T30" fmla="*/ 147 w 1244"/>
                <a:gd name="T31" fmla="*/ 173 h 744"/>
                <a:gd name="T32" fmla="*/ 269 w 1244"/>
                <a:gd name="T33" fmla="*/ 0 h 744"/>
                <a:gd name="T34" fmla="*/ 0 w 1244"/>
                <a:gd name="T35" fmla="*/ 267 h 744"/>
                <a:gd name="T36" fmla="*/ 287 w 1244"/>
                <a:gd name="T37" fmla="*/ 229 h 744"/>
                <a:gd name="T38" fmla="*/ 247 w 1244"/>
                <a:gd name="T39" fmla="*/ 641 h 744"/>
                <a:gd name="T40" fmla="*/ 487 w 1244"/>
                <a:gd name="T41" fmla="*/ 408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4" h="744">
                  <a:moveTo>
                    <a:pt x="487" y="408"/>
                  </a:moveTo>
                  <a:cubicBezTo>
                    <a:pt x="534" y="521"/>
                    <a:pt x="578" y="635"/>
                    <a:pt x="633" y="744"/>
                  </a:cubicBezTo>
                  <a:cubicBezTo>
                    <a:pt x="680" y="637"/>
                    <a:pt x="715" y="525"/>
                    <a:pt x="749" y="413"/>
                  </a:cubicBezTo>
                  <a:cubicBezTo>
                    <a:pt x="849" y="494"/>
                    <a:pt x="948" y="579"/>
                    <a:pt x="1063" y="640"/>
                  </a:cubicBezTo>
                  <a:cubicBezTo>
                    <a:pt x="1035" y="513"/>
                    <a:pt x="996" y="388"/>
                    <a:pt x="956" y="264"/>
                  </a:cubicBezTo>
                  <a:cubicBezTo>
                    <a:pt x="1052" y="278"/>
                    <a:pt x="1148" y="291"/>
                    <a:pt x="1244" y="301"/>
                  </a:cubicBezTo>
                  <a:cubicBezTo>
                    <a:pt x="1202" y="190"/>
                    <a:pt x="1129" y="81"/>
                    <a:pt x="1009" y="44"/>
                  </a:cubicBezTo>
                  <a:cubicBezTo>
                    <a:pt x="1054" y="114"/>
                    <a:pt x="1107" y="180"/>
                    <a:pt x="1160" y="244"/>
                  </a:cubicBezTo>
                  <a:cubicBezTo>
                    <a:pt x="1068" y="227"/>
                    <a:pt x="977" y="210"/>
                    <a:pt x="885" y="194"/>
                  </a:cubicBezTo>
                  <a:cubicBezTo>
                    <a:pt x="919" y="306"/>
                    <a:pt x="951" y="418"/>
                    <a:pt x="980" y="531"/>
                  </a:cubicBezTo>
                  <a:cubicBezTo>
                    <a:pt x="896" y="462"/>
                    <a:pt x="812" y="395"/>
                    <a:pt x="724" y="330"/>
                  </a:cubicBezTo>
                  <a:cubicBezTo>
                    <a:pt x="691" y="423"/>
                    <a:pt x="660" y="517"/>
                    <a:pt x="629" y="611"/>
                  </a:cubicBezTo>
                  <a:cubicBezTo>
                    <a:pt x="588" y="512"/>
                    <a:pt x="547" y="414"/>
                    <a:pt x="502" y="317"/>
                  </a:cubicBezTo>
                  <a:cubicBezTo>
                    <a:pt x="437" y="383"/>
                    <a:pt x="373" y="451"/>
                    <a:pt x="308" y="517"/>
                  </a:cubicBezTo>
                  <a:cubicBezTo>
                    <a:pt x="316" y="400"/>
                    <a:pt x="327" y="284"/>
                    <a:pt x="332" y="167"/>
                  </a:cubicBezTo>
                  <a:cubicBezTo>
                    <a:pt x="270" y="168"/>
                    <a:pt x="209" y="170"/>
                    <a:pt x="147" y="173"/>
                  </a:cubicBezTo>
                  <a:cubicBezTo>
                    <a:pt x="191" y="117"/>
                    <a:pt x="231" y="60"/>
                    <a:pt x="269" y="0"/>
                  </a:cubicBezTo>
                  <a:cubicBezTo>
                    <a:pt x="146" y="50"/>
                    <a:pt x="74" y="164"/>
                    <a:pt x="0" y="267"/>
                  </a:cubicBezTo>
                  <a:cubicBezTo>
                    <a:pt x="97" y="260"/>
                    <a:pt x="192" y="247"/>
                    <a:pt x="287" y="229"/>
                  </a:cubicBezTo>
                  <a:cubicBezTo>
                    <a:pt x="265" y="366"/>
                    <a:pt x="249" y="503"/>
                    <a:pt x="247" y="641"/>
                  </a:cubicBezTo>
                  <a:cubicBezTo>
                    <a:pt x="333" y="570"/>
                    <a:pt x="410" y="489"/>
                    <a:pt x="487" y="40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30"/>
            <p:cNvSpPr>
              <a:spLocks noEditPoints="1"/>
            </p:cNvSpPr>
            <p:nvPr/>
          </p:nvSpPr>
          <p:spPr bwMode="auto">
            <a:xfrm flipV="1">
              <a:off x="4290" y="2084"/>
              <a:ext cx="248" cy="316"/>
            </a:xfrm>
            <a:custGeom>
              <a:avLst/>
              <a:gdLst>
                <a:gd name="T0" fmla="*/ 0 w 1084"/>
                <a:gd name="T1" fmla="*/ 1266 h 1379"/>
                <a:gd name="T2" fmla="*/ 182 w 1084"/>
                <a:gd name="T3" fmla="*/ 1379 h 1379"/>
                <a:gd name="T4" fmla="*/ 442 w 1084"/>
                <a:gd name="T5" fmla="*/ 1010 h 1379"/>
                <a:gd name="T6" fmla="*/ 822 w 1084"/>
                <a:gd name="T7" fmla="*/ 882 h 1379"/>
                <a:gd name="T8" fmla="*/ 809 w 1084"/>
                <a:gd name="T9" fmla="*/ 503 h 1379"/>
                <a:gd name="T10" fmla="*/ 1084 w 1084"/>
                <a:gd name="T11" fmla="*/ 136 h 1379"/>
                <a:gd name="T12" fmla="*/ 897 w 1084"/>
                <a:gd name="T13" fmla="*/ 0 h 1379"/>
                <a:gd name="T14" fmla="*/ 0 w 1084"/>
                <a:gd name="T15" fmla="*/ 1266 h 1379"/>
                <a:gd name="T16" fmla="*/ 526 w 1084"/>
                <a:gd name="T17" fmla="*/ 924 h 1379"/>
                <a:gd name="T18" fmla="*/ 766 w 1084"/>
                <a:gd name="T19" fmla="*/ 585 h 1379"/>
                <a:gd name="T20" fmla="*/ 660 w 1084"/>
                <a:gd name="T21" fmla="*/ 942 h 1379"/>
                <a:gd name="T22" fmla="*/ 526 w 1084"/>
                <a:gd name="T23" fmla="*/ 924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4" h="1379">
                  <a:moveTo>
                    <a:pt x="0" y="1266"/>
                  </a:moveTo>
                  <a:cubicBezTo>
                    <a:pt x="61" y="1303"/>
                    <a:pt x="121" y="1341"/>
                    <a:pt x="182" y="1379"/>
                  </a:cubicBezTo>
                  <a:cubicBezTo>
                    <a:pt x="268" y="1256"/>
                    <a:pt x="361" y="1138"/>
                    <a:pt x="442" y="1010"/>
                  </a:cubicBezTo>
                  <a:cubicBezTo>
                    <a:pt x="576" y="1013"/>
                    <a:pt x="740" y="1006"/>
                    <a:pt x="822" y="882"/>
                  </a:cubicBezTo>
                  <a:cubicBezTo>
                    <a:pt x="904" y="768"/>
                    <a:pt x="841" y="623"/>
                    <a:pt x="809" y="503"/>
                  </a:cubicBezTo>
                  <a:cubicBezTo>
                    <a:pt x="906" y="384"/>
                    <a:pt x="993" y="259"/>
                    <a:pt x="1084" y="136"/>
                  </a:cubicBezTo>
                  <a:cubicBezTo>
                    <a:pt x="1021" y="91"/>
                    <a:pt x="959" y="45"/>
                    <a:pt x="897" y="0"/>
                  </a:cubicBezTo>
                  <a:cubicBezTo>
                    <a:pt x="603" y="425"/>
                    <a:pt x="282" y="833"/>
                    <a:pt x="0" y="1266"/>
                  </a:cubicBezTo>
                  <a:moveTo>
                    <a:pt x="526" y="924"/>
                  </a:moveTo>
                  <a:cubicBezTo>
                    <a:pt x="602" y="808"/>
                    <a:pt x="679" y="693"/>
                    <a:pt x="766" y="585"/>
                  </a:cubicBezTo>
                  <a:cubicBezTo>
                    <a:pt x="832" y="718"/>
                    <a:pt x="787" y="866"/>
                    <a:pt x="660" y="942"/>
                  </a:cubicBezTo>
                  <a:cubicBezTo>
                    <a:pt x="627" y="937"/>
                    <a:pt x="560" y="928"/>
                    <a:pt x="526" y="9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31"/>
            <p:cNvSpPr>
              <a:spLocks/>
            </p:cNvSpPr>
            <p:nvPr/>
          </p:nvSpPr>
          <p:spPr bwMode="auto">
            <a:xfrm flipV="1">
              <a:off x="3995" y="2152"/>
              <a:ext cx="389" cy="458"/>
            </a:xfrm>
            <a:custGeom>
              <a:avLst/>
              <a:gdLst>
                <a:gd name="T0" fmla="*/ 465 w 1707"/>
                <a:gd name="T1" fmla="*/ 2004 h 2004"/>
                <a:gd name="T2" fmla="*/ 1707 w 1707"/>
                <a:gd name="T3" fmla="*/ 1463 h 2004"/>
                <a:gd name="T4" fmla="*/ 853 w 1707"/>
                <a:gd name="T5" fmla="*/ 0 h 2004"/>
                <a:gd name="T6" fmla="*/ 0 w 1707"/>
                <a:gd name="T7" fmla="*/ 365 h 2004"/>
                <a:gd name="T8" fmla="*/ 465 w 1707"/>
                <a:gd name="T9" fmla="*/ 2004 h 2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7" h="2004">
                  <a:moveTo>
                    <a:pt x="465" y="2004"/>
                  </a:moveTo>
                  <a:cubicBezTo>
                    <a:pt x="873" y="1810"/>
                    <a:pt x="1295" y="1648"/>
                    <a:pt x="1707" y="1463"/>
                  </a:cubicBezTo>
                  <a:cubicBezTo>
                    <a:pt x="1421" y="976"/>
                    <a:pt x="1138" y="487"/>
                    <a:pt x="853" y="0"/>
                  </a:cubicBezTo>
                  <a:cubicBezTo>
                    <a:pt x="568" y="120"/>
                    <a:pt x="285" y="245"/>
                    <a:pt x="0" y="365"/>
                  </a:cubicBezTo>
                  <a:cubicBezTo>
                    <a:pt x="151" y="912"/>
                    <a:pt x="333" y="1451"/>
                    <a:pt x="465" y="20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1025976" y="806725"/>
            <a:ext cx="993869" cy="1796609"/>
            <a:chOff x="2444750" y="1443038"/>
            <a:chExt cx="1651000" cy="2984500"/>
          </a:xfrm>
          <a:solidFill>
            <a:srgbClr val="595959"/>
          </a:solidFill>
        </p:grpSpPr>
        <p:sp>
          <p:nvSpPr>
            <p:cNvPr id="19" name="Freeform 36"/>
            <p:cNvSpPr>
              <a:spLocks/>
            </p:cNvSpPr>
            <p:nvPr/>
          </p:nvSpPr>
          <p:spPr bwMode="auto">
            <a:xfrm flipV="1">
              <a:off x="3509963" y="1443038"/>
              <a:ext cx="177800" cy="460375"/>
            </a:xfrm>
            <a:custGeom>
              <a:avLst/>
              <a:gdLst>
                <a:gd name="T0" fmla="*/ 741 w 989"/>
                <a:gd name="T1" fmla="*/ 2563 h 2563"/>
                <a:gd name="T2" fmla="*/ 989 w 989"/>
                <a:gd name="T3" fmla="*/ 2461 h 2563"/>
                <a:gd name="T4" fmla="*/ 494 w 989"/>
                <a:gd name="T5" fmla="*/ 1462 h 2563"/>
                <a:gd name="T6" fmla="*/ 700 w 989"/>
                <a:gd name="T7" fmla="*/ 1322 h 2563"/>
                <a:gd name="T8" fmla="*/ 0 w 989"/>
                <a:gd name="T9" fmla="*/ 0 h 2563"/>
                <a:gd name="T10" fmla="*/ 443 w 989"/>
                <a:gd name="T11" fmla="*/ 1298 h 2563"/>
                <a:gd name="T12" fmla="*/ 225 w 989"/>
                <a:gd name="T13" fmla="*/ 1362 h 2563"/>
                <a:gd name="T14" fmla="*/ 741 w 989"/>
                <a:gd name="T15" fmla="*/ 25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" h="2563">
                  <a:moveTo>
                    <a:pt x="741" y="2563"/>
                  </a:moveTo>
                  <a:cubicBezTo>
                    <a:pt x="824" y="2529"/>
                    <a:pt x="907" y="2496"/>
                    <a:pt x="989" y="2461"/>
                  </a:cubicBezTo>
                  <a:cubicBezTo>
                    <a:pt x="821" y="2129"/>
                    <a:pt x="662" y="1793"/>
                    <a:pt x="494" y="1462"/>
                  </a:cubicBezTo>
                  <a:cubicBezTo>
                    <a:pt x="562" y="1415"/>
                    <a:pt x="631" y="1369"/>
                    <a:pt x="700" y="1322"/>
                  </a:cubicBezTo>
                  <a:cubicBezTo>
                    <a:pt x="466" y="882"/>
                    <a:pt x="245" y="434"/>
                    <a:pt x="0" y="0"/>
                  </a:cubicBezTo>
                  <a:cubicBezTo>
                    <a:pt x="145" y="434"/>
                    <a:pt x="297" y="865"/>
                    <a:pt x="443" y="1298"/>
                  </a:cubicBezTo>
                  <a:cubicBezTo>
                    <a:pt x="371" y="1319"/>
                    <a:pt x="298" y="1340"/>
                    <a:pt x="225" y="1362"/>
                  </a:cubicBezTo>
                  <a:cubicBezTo>
                    <a:pt x="397" y="1762"/>
                    <a:pt x="570" y="2162"/>
                    <a:pt x="741" y="25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37"/>
            <p:cNvSpPr>
              <a:spLocks/>
            </p:cNvSpPr>
            <p:nvPr/>
          </p:nvSpPr>
          <p:spPr bwMode="auto">
            <a:xfrm flipV="1">
              <a:off x="2897188" y="1477963"/>
              <a:ext cx="142875" cy="487363"/>
            </a:xfrm>
            <a:custGeom>
              <a:avLst/>
              <a:gdLst>
                <a:gd name="T0" fmla="*/ 0 w 788"/>
                <a:gd name="T1" fmla="*/ 2658 h 2724"/>
                <a:gd name="T2" fmla="*/ 330 w 788"/>
                <a:gd name="T3" fmla="*/ 2724 h 2724"/>
                <a:gd name="T4" fmla="*/ 283 w 788"/>
                <a:gd name="T5" fmla="*/ 1788 h 2724"/>
                <a:gd name="T6" fmla="*/ 642 w 788"/>
                <a:gd name="T7" fmla="*/ 1811 h 2724"/>
                <a:gd name="T8" fmla="*/ 759 w 788"/>
                <a:gd name="T9" fmla="*/ 383 h 2724"/>
                <a:gd name="T10" fmla="*/ 772 w 788"/>
                <a:gd name="T11" fmla="*/ 0 h 2724"/>
                <a:gd name="T12" fmla="*/ 406 w 788"/>
                <a:gd name="T13" fmla="*/ 1557 h 2724"/>
                <a:gd name="T14" fmla="*/ 90 w 788"/>
                <a:gd name="T15" fmla="*/ 1462 h 2724"/>
                <a:gd name="T16" fmla="*/ 0 w 788"/>
                <a:gd name="T17" fmla="*/ 2658 h 2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8" h="2724">
                  <a:moveTo>
                    <a:pt x="0" y="2658"/>
                  </a:moveTo>
                  <a:cubicBezTo>
                    <a:pt x="110" y="2681"/>
                    <a:pt x="220" y="2702"/>
                    <a:pt x="330" y="2724"/>
                  </a:cubicBezTo>
                  <a:cubicBezTo>
                    <a:pt x="313" y="2412"/>
                    <a:pt x="299" y="2100"/>
                    <a:pt x="283" y="1788"/>
                  </a:cubicBezTo>
                  <a:cubicBezTo>
                    <a:pt x="403" y="1794"/>
                    <a:pt x="522" y="1804"/>
                    <a:pt x="642" y="1811"/>
                  </a:cubicBezTo>
                  <a:cubicBezTo>
                    <a:pt x="686" y="1336"/>
                    <a:pt x="719" y="859"/>
                    <a:pt x="759" y="383"/>
                  </a:cubicBezTo>
                  <a:cubicBezTo>
                    <a:pt x="767" y="256"/>
                    <a:pt x="788" y="128"/>
                    <a:pt x="772" y="0"/>
                  </a:cubicBezTo>
                  <a:cubicBezTo>
                    <a:pt x="667" y="523"/>
                    <a:pt x="524" y="1037"/>
                    <a:pt x="406" y="1557"/>
                  </a:cubicBezTo>
                  <a:cubicBezTo>
                    <a:pt x="301" y="1525"/>
                    <a:pt x="196" y="1492"/>
                    <a:pt x="90" y="1462"/>
                  </a:cubicBezTo>
                  <a:cubicBezTo>
                    <a:pt x="60" y="1861"/>
                    <a:pt x="33" y="2260"/>
                    <a:pt x="0" y="265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38"/>
            <p:cNvSpPr>
              <a:spLocks/>
            </p:cNvSpPr>
            <p:nvPr/>
          </p:nvSpPr>
          <p:spPr bwMode="auto">
            <a:xfrm flipV="1">
              <a:off x="3524250" y="1509713"/>
              <a:ext cx="339725" cy="411163"/>
            </a:xfrm>
            <a:custGeom>
              <a:avLst/>
              <a:gdLst>
                <a:gd name="T0" fmla="*/ 1093 w 1890"/>
                <a:gd name="T1" fmla="*/ 1658 h 2298"/>
                <a:gd name="T2" fmla="*/ 1707 w 1890"/>
                <a:gd name="T3" fmla="*/ 2298 h 2298"/>
                <a:gd name="T4" fmla="*/ 1890 w 1890"/>
                <a:gd name="T5" fmla="*/ 2012 h 2298"/>
                <a:gd name="T6" fmla="*/ 1394 w 1890"/>
                <a:gd name="T7" fmla="*/ 1676 h 2298"/>
                <a:gd name="T8" fmla="*/ 1540 w 1890"/>
                <a:gd name="T9" fmla="*/ 1355 h 2298"/>
                <a:gd name="T10" fmla="*/ 908 w 1890"/>
                <a:gd name="T11" fmla="*/ 932 h 2298"/>
                <a:gd name="T12" fmla="*/ 992 w 1890"/>
                <a:gd name="T13" fmla="*/ 649 h 2298"/>
                <a:gd name="T14" fmla="*/ 0 w 1890"/>
                <a:gd name="T15" fmla="*/ 0 h 2298"/>
                <a:gd name="T16" fmla="*/ 750 w 1890"/>
                <a:gd name="T17" fmla="*/ 769 h 2298"/>
                <a:gd name="T18" fmla="*/ 632 w 1890"/>
                <a:gd name="T19" fmla="*/ 923 h 2298"/>
                <a:gd name="T20" fmla="*/ 1225 w 1890"/>
                <a:gd name="T21" fmla="*/ 1456 h 2298"/>
                <a:gd name="T22" fmla="*/ 1093 w 1890"/>
                <a:gd name="T23" fmla="*/ 1658 h 2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0" h="2298">
                  <a:moveTo>
                    <a:pt x="1093" y="1658"/>
                  </a:moveTo>
                  <a:cubicBezTo>
                    <a:pt x="1294" y="1874"/>
                    <a:pt x="1505" y="2082"/>
                    <a:pt x="1707" y="2298"/>
                  </a:cubicBezTo>
                  <a:cubicBezTo>
                    <a:pt x="1769" y="2203"/>
                    <a:pt x="1830" y="2107"/>
                    <a:pt x="1890" y="2012"/>
                  </a:cubicBezTo>
                  <a:cubicBezTo>
                    <a:pt x="1724" y="1902"/>
                    <a:pt x="1559" y="1789"/>
                    <a:pt x="1394" y="1676"/>
                  </a:cubicBezTo>
                  <a:cubicBezTo>
                    <a:pt x="1443" y="1569"/>
                    <a:pt x="1493" y="1463"/>
                    <a:pt x="1540" y="1355"/>
                  </a:cubicBezTo>
                  <a:cubicBezTo>
                    <a:pt x="1329" y="1214"/>
                    <a:pt x="1117" y="1076"/>
                    <a:pt x="908" y="932"/>
                  </a:cubicBezTo>
                  <a:cubicBezTo>
                    <a:pt x="936" y="837"/>
                    <a:pt x="965" y="743"/>
                    <a:pt x="992" y="649"/>
                  </a:cubicBezTo>
                  <a:cubicBezTo>
                    <a:pt x="659" y="435"/>
                    <a:pt x="334" y="210"/>
                    <a:pt x="0" y="0"/>
                  </a:cubicBezTo>
                  <a:cubicBezTo>
                    <a:pt x="243" y="262"/>
                    <a:pt x="502" y="510"/>
                    <a:pt x="750" y="769"/>
                  </a:cubicBezTo>
                  <a:cubicBezTo>
                    <a:pt x="711" y="820"/>
                    <a:pt x="672" y="872"/>
                    <a:pt x="632" y="923"/>
                  </a:cubicBezTo>
                  <a:cubicBezTo>
                    <a:pt x="831" y="1100"/>
                    <a:pt x="1026" y="1279"/>
                    <a:pt x="1225" y="1456"/>
                  </a:cubicBezTo>
                  <a:cubicBezTo>
                    <a:pt x="1181" y="1523"/>
                    <a:pt x="1138" y="1591"/>
                    <a:pt x="1093" y="165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39"/>
            <p:cNvSpPr>
              <a:spLocks/>
            </p:cNvSpPr>
            <p:nvPr/>
          </p:nvSpPr>
          <p:spPr bwMode="auto">
            <a:xfrm flipV="1">
              <a:off x="2660650" y="1590676"/>
              <a:ext cx="354012" cy="396875"/>
            </a:xfrm>
            <a:custGeom>
              <a:avLst/>
              <a:gdLst>
                <a:gd name="T0" fmla="*/ 0 w 1970"/>
                <a:gd name="T1" fmla="*/ 2082 h 2213"/>
                <a:gd name="T2" fmla="*/ 311 w 1970"/>
                <a:gd name="T3" fmla="*/ 2213 h 2213"/>
                <a:gd name="T4" fmla="*/ 559 w 1970"/>
                <a:gd name="T5" fmla="*/ 1664 h 2213"/>
                <a:gd name="T6" fmla="*/ 896 w 1970"/>
                <a:gd name="T7" fmla="*/ 1757 h 2213"/>
                <a:gd name="T8" fmla="*/ 1202 w 1970"/>
                <a:gd name="T9" fmla="*/ 1062 h 2213"/>
                <a:gd name="T10" fmla="*/ 1500 w 1970"/>
                <a:gd name="T11" fmla="*/ 1094 h 2213"/>
                <a:gd name="T12" fmla="*/ 1970 w 1970"/>
                <a:gd name="T13" fmla="*/ 0 h 2213"/>
                <a:gd name="T14" fmla="*/ 1344 w 1970"/>
                <a:gd name="T15" fmla="*/ 877 h 2213"/>
                <a:gd name="T16" fmla="*/ 1169 w 1970"/>
                <a:gd name="T17" fmla="*/ 787 h 2213"/>
                <a:gd name="T18" fmla="*/ 744 w 1970"/>
                <a:gd name="T19" fmla="*/ 1461 h 2213"/>
                <a:gd name="T20" fmla="*/ 522 w 1970"/>
                <a:gd name="T21" fmla="*/ 1369 h 2213"/>
                <a:gd name="T22" fmla="*/ 0 w 1970"/>
                <a:gd name="T23" fmla="*/ 2082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0" h="2213">
                  <a:moveTo>
                    <a:pt x="0" y="2082"/>
                  </a:moveTo>
                  <a:cubicBezTo>
                    <a:pt x="104" y="2125"/>
                    <a:pt x="208" y="2168"/>
                    <a:pt x="311" y="2213"/>
                  </a:cubicBezTo>
                  <a:cubicBezTo>
                    <a:pt x="392" y="2029"/>
                    <a:pt x="477" y="1847"/>
                    <a:pt x="559" y="1664"/>
                  </a:cubicBezTo>
                  <a:cubicBezTo>
                    <a:pt x="671" y="1696"/>
                    <a:pt x="784" y="1725"/>
                    <a:pt x="896" y="1757"/>
                  </a:cubicBezTo>
                  <a:cubicBezTo>
                    <a:pt x="999" y="1526"/>
                    <a:pt x="1106" y="1296"/>
                    <a:pt x="1202" y="1062"/>
                  </a:cubicBezTo>
                  <a:cubicBezTo>
                    <a:pt x="1302" y="1070"/>
                    <a:pt x="1401" y="1081"/>
                    <a:pt x="1500" y="1094"/>
                  </a:cubicBezTo>
                  <a:cubicBezTo>
                    <a:pt x="1654" y="729"/>
                    <a:pt x="1827" y="370"/>
                    <a:pt x="1970" y="0"/>
                  </a:cubicBezTo>
                  <a:cubicBezTo>
                    <a:pt x="1761" y="293"/>
                    <a:pt x="1552" y="584"/>
                    <a:pt x="1344" y="877"/>
                  </a:cubicBezTo>
                  <a:cubicBezTo>
                    <a:pt x="1285" y="847"/>
                    <a:pt x="1227" y="817"/>
                    <a:pt x="1169" y="787"/>
                  </a:cubicBezTo>
                  <a:cubicBezTo>
                    <a:pt x="1028" y="1012"/>
                    <a:pt x="888" y="1238"/>
                    <a:pt x="744" y="1461"/>
                  </a:cubicBezTo>
                  <a:cubicBezTo>
                    <a:pt x="671" y="1429"/>
                    <a:pt x="597" y="1397"/>
                    <a:pt x="522" y="1369"/>
                  </a:cubicBezTo>
                  <a:cubicBezTo>
                    <a:pt x="347" y="1605"/>
                    <a:pt x="174" y="1845"/>
                    <a:pt x="0" y="20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40"/>
            <p:cNvSpPr>
              <a:spLocks/>
            </p:cNvSpPr>
            <p:nvPr/>
          </p:nvSpPr>
          <p:spPr bwMode="auto">
            <a:xfrm flipV="1">
              <a:off x="3548063" y="1720851"/>
              <a:ext cx="469900" cy="220663"/>
            </a:xfrm>
            <a:custGeom>
              <a:avLst/>
              <a:gdLst>
                <a:gd name="T0" fmla="*/ 1328 w 2613"/>
                <a:gd name="T1" fmla="*/ 940 h 1231"/>
                <a:gd name="T2" fmla="*/ 2493 w 2613"/>
                <a:gd name="T3" fmla="*/ 1231 h 1231"/>
                <a:gd name="T4" fmla="*/ 2613 w 2613"/>
                <a:gd name="T5" fmla="*/ 917 h 1231"/>
                <a:gd name="T6" fmla="*/ 1682 w 2613"/>
                <a:gd name="T7" fmla="*/ 805 h 1231"/>
                <a:gd name="T8" fmla="*/ 1771 w 2613"/>
                <a:gd name="T9" fmla="*/ 451 h 1231"/>
                <a:gd name="T10" fmla="*/ 0 w 2613"/>
                <a:gd name="T11" fmla="*/ 0 h 1231"/>
                <a:gd name="T12" fmla="*/ 1474 w 2613"/>
                <a:gd name="T13" fmla="*/ 645 h 1231"/>
                <a:gd name="T14" fmla="*/ 1328 w 2613"/>
                <a:gd name="T15" fmla="*/ 940 h 1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3" h="1231">
                  <a:moveTo>
                    <a:pt x="1328" y="940"/>
                  </a:moveTo>
                  <a:cubicBezTo>
                    <a:pt x="1717" y="1037"/>
                    <a:pt x="2104" y="1135"/>
                    <a:pt x="2493" y="1231"/>
                  </a:cubicBezTo>
                  <a:cubicBezTo>
                    <a:pt x="2533" y="1126"/>
                    <a:pt x="2574" y="1022"/>
                    <a:pt x="2613" y="917"/>
                  </a:cubicBezTo>
                  <a:cubicBezTo>
                    <a:pt x="2302" y="882"/>
                    <a:pt x="1993" y="841"/>
                    <a:pt x="1682" y="805"/>
                  </a:cubicBezTo>
                  <a:cubicBezTo>
                    <a:pt x="1711" y="687"/>
                    <a:pt x="1740" y="569"/>
                    <a:pt x="1771" y="451"/>
                  </a:cubicBezTo>
                  <a:cubicBezTo>
                    <a:pt x="1180" y="304"/>
                    <a:pt x="592" y="145"/>
                    <a:pt x="0" y="0"/>
                  </a:cubicBezTo>
                  <a:cubicBezTo>
                    <a:pt x="486" y="226"/>
                    <a:pt x="984" y="427"/>
                    <a:pt x="1474" y="645"/>
                  </a:cubicBezTo>
                  <a:cubicBezTo>
                    <a:pt x="1424" y="743"/>
                    <a:pt x="1375" y="841"/>
                    <a:pt x="1328" y="94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41"/>
            <p:cNvSpPr>
              <a:spLocks/>
            </p:cNvSpPr>
            <p:nvPr/>
          </p:nvSpPr>
          <p:spPr bwMode="auto">
            <a:xfrm flipV="1">
              <a:off x="2563813" y="1746251"/>
              <a:ext cx="431800" cy="250825"/>
            </a:xfrm>
            <a:custGeom>
              <a:avLst/>
              <a:gdLst>
                <a:gd name="T0" fmla="*/ 141 w 2399"/>
                <a:gd name="T1" fmla="*/ 1392 h 1392"/>
                <a:gd name="T2" fmla="*/ 1038 w 2399"/>
                <a:gd name="T3" fmla="*/ 733 h 1392"/>
                <a:gd name="T4" fmla="*/ 1217 w 2399"/>
                <a:gd name="T5" fmla="*/ 911 h 1392"/>
                <a:gd name="T6" fmla="*/ 2399 w 2399"/>
                <a:gd name="T7" fmla="*/ 0 h 1392"/>
                <a:gd name="T8" fmla="*/ 1194 w 2399"/>
                <a:gd name="T9" fmla="*/ 654 h 1392"/>
                <a:gd name="T10" fmla="*/ 1092 w 2399"/>
                <a:gd name="T11" fmla="*/ 451 h 1392"/>
                <a:gd name="T12" fmla="*/ 0 w 2399"/>
                <a:gd name="T13" fmla="*/ 1165 h 1392"/>
                <a:gd name="T14" fmla="*/ 141 w 2399"/>
                <a:gd name="T15" fmla="*/ 1392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99" h="1392">
                  <a:moveTo>
                    <a:pt x="141" y="1392"/>
                  </a:moveTo>
                  <a:cubicBezTo>
                    <a:pt x="440" y="1172"/>
                    <a:pt x="741" y="954"/>
                    <a:pt x="1038" y="733"/>
                  </a:cubicBezTo>
                  <a:cubicBezTo>
                    <a:pt x="1098" y="792"/>
                    <a:pt x="1157" y="852"/>
                    <a:pt x="1217" y="911"/>
                  </a:cubicBezTo>
                  <a:cubicBezTo>
                    <a:pt x="1610" y="605"/>
                    <a:pt x="2009" y="308"/>
                    <a:pt x="2399" y="0"/>
                  </a:cubicBezTo>
                  <a:cubicBezTo>
                    <a:pt x="1992" y="207"/>
                    <a:pt x="1597" y="438"/>
                    <a:pt x="1194" y="654"/>
                  </a:cubicBezTo>
                  <a:cubicBezTo>
                    <a:pt x="1160" y="587"/>
                    <a:pt x="1126" y="519"/>
                    <a:pt x="1092" y="451"/>
                  </a:cubicBezTo>
                  <a:cubicBezTo>
                    <a:pt x="728" y="689"/>
                    <a:pt x="362" y="924"/>
                    <a:pt x="0" y="1165"/>
                  </a:cubicBezTo>
                  <a:cubicBezTo>
                    <a:pt x="46" y="1241"/>
                    <a:pt x="93" y="1317"/>
                    <a:pt x="141" y="13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" name="Freeform 42"/>
            <p:cNvSpPr>
              <a:spLocks noEditPoints="1"/>
            </p:cNvSpPr>
            <p:nvPr/>
          </p:nvSpPr>
          <p:spPr bwMode="auto">
            <a:xfrm flipV="1">
              <a:off x="2444750" y="1954213"/>
              <a:ext cx="1651000" cy="2473325"/>
            </a:xfrm>
            <a:custGeom>
              <a:avLst/>
              <a:gdLst>
                <a:gd name="T0" fmla="*/ 3214 w 9186"/>
                <a:gd name="T1" fmla="*/ 12874 h 13789"/>
                <a:gd name="T2" fmla="*/ 4576 w 9186"/>
                <a:gd name="T3" fmla="*/ 13758 h 13789"/>
                <a:gd name="T4" fmla="*/ 6004 w 9186"/>
                <a:gd name="T5" fmla="*/ 12977 h 13789"/>
                <a:gd name="T6" fmla="*/ 6347 w 9186"/>
                <a:gd name="T7" fmla="*/ 13313 h 13789"/>
                <a:gd name="T8" fmla="*/ 6919 w 9186"/>
                <a:gd name="T9" fmla="*/ 13256 h 13789"/>
                <a:gd name="T10" fmla="*/ 8472 w 9186"/>
                <a:gd name="T11" fmla="*/ 12233 h 13789"/>
                <a:gd name="T12" fmla="*/ 9060 w 9186"/>
                <a:gd name="T13" fmla="*/ 11592 h 13789"/>
                <a:gd name="T14" fmla="*/ 8825 w 9186"/>
                <a:gd name="T15" fmla="*/ 10763 h 13789"/>
                <a:gd name="T16" fmla="*/ 8382 w 9186"/>
                <a:gd name="T17" fmla="*/ 10594 h 13789"/>
                <a:gd name="T18" fmla="*/ 6543 w 9186"/>
                <a:gd name="T19" fmla="*/ 9933 h 13789"/>
                <a:gd name="T20" fmla="*/ 6543 w 9186"/>
                <a:gd name="T21" fmla="*/ 864 h 13789"/>
                <a:gd name="T22" fmla="*/ 6170 w 9186"/>
                <a:gd name="T23" fmla="*/ 185 h 13789"/>
                <a:gd name="T24" fmla="*/ 5295 w 9186"/>
                <a:gd name="T25" fmla="*/ 175 h 13789"/>
                <a:gd name="T26" fmla="*/ 4903 w 9186"/>
                <a:gd name="T27" fmla="*/ 865 h 13789"/>
                <a:gd name="T28" fmla="*/ 4903 w 9186"/>
                <a:gd name="T29" fmla="*/ 5220 h 13789"/>
                <a:gd name="T30" fmla="*/ 4356 w 9186"/>
                <a:gd name="T31" fmla="*/ 5220 h 13789"/>
                <a:gd name="T32" fmla="*/ 4356 w 9186"/>
                <a:gd name="T33" fmla="*/ 896 h 13789"/>
                <a:gd name="T34" fmla="*/ 4044 w 9186"/>
                <a:gd name="T35" fmla="*/ 232 h 13789"/>
                <a:gd name="T36" fmla="*/ 3131 w 9186"/>
                <a:gd name="T37" fmla="*/ 161 h 13789"/>
                <a:gd name="T38" fmla="*/ 2715 w 9186"/>
                <a:gd name="T39" fmla="*/ 863 h 13789"/>
                <a:gd name="T40" fmla="*/ 2715 w 9186"/>
                <a:gd name="T41" fmla="*/ 9931 h 13789"/>
                <a:gd name="T42" fmla="*/ 748 w 9186"/>
                <a:gd name="T43" fmla="*/ 10615 h 13789"/>
                <a:gd name="T44" fmla="*/ 363 w 9186"/>
                <a:gd name="T45" fmla="*/ 10762 h 13789"/>
                <a:gd name="T46" fmla="*/ 127 w 9186"/>
                <a:gd name="T47" fmla="*/ 11592 h 13789"/>
                <a:gd name="T48" fmla="*/ 759 w 9186"/>
                <a:gd name="T49" fmla="*/ 12267 h 13789"/>
                <a:gd name="T50" fmla="*/ 2336 w 9186"/>
                <a:gd name="T51" fmla="*/ 13293 h 13789"/>
                <a:gd name="T52" fmla="*/ 3214 w 9186"/>
                <a:gd name="T53" fmla="*/ 12874 h 13789"/>
                <a:gd name="T54" fmla="*/ 2861 w 9186"/>
                <a:gd name="T55" fmla="*/ 12176 h 13789"/>
                <a:gd name="T56" fmla="*/ 1840 w 9186"/>
                <a:gd name="T57" fmla="*/ 11531 h 13789"/>
                <a:gd name="T58" fmla="*/ 3016 w 9186"/>
                <a:gd name="T59" fmla="*/ 11126 h 13789"/>
                <a:gd name="T60" fmla="*/ 3361 w 9186"/>
                <a:gd name="T61" fmla="*/ 11022 h 13789"/>
                <a:gd name="T62" fmla="*/ 4753 w 9186"/>
                <a:gd name="T63" fmla="*/ 10467 h 13789"/>
                <a:gd name="T64" fmla="*/ 5898 w 9186"/>
                <a:gd name="T65" fmla="*/ 11015 h 13789"/>
                <a:gd name="T66" fmla="*/ 5978 w 9186"/>
                <a:gd name="T67" fmla="*/ 11032 h 13789"/>
                <a:gd name="T68" fmla="*/ 7349 w 9186"/>
                <a:gd name="T69" fmla="*/ 11529 h 13789"/>
                <a:gd name="T70" fmla="*/ 6227 w 9186"/>
                <a:gd name="T71" fmla="*/ 12238 h 13789"/>
                <a:gd name="T72" fmla="*/ 5958 w 9186"/>
                <a:gd name="T73" fmla="*/ 11300 h 13789"/>
                <a:gd name="T74" fmla="*/ 4713 w 9186"/>
                <a:gd name="T75" fmla="*/ 10588 h 13789"/>
                <a:gd name="T76" fmla="*/ 3463 w 9186"/>
                <a:gd name="T77" fmla="*/ 11107 h 13789"/>
                <a:gd name="T78" fmla="*/ 3052 w 9186"/>
                <a:gd name="T79" fmla="*/ 12311 h 13789"/>
                <a:gd name="T80" fmla="*/ 2861 w 9186"/>
                <a:gd name="T81" fmla="*/ 12176 h 13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186" h="13789">
                  <a:moveTo>
                    <a:pt x="3214" y="12874"/>
                  </a:moveTo>
                  <a:cubicBezTo>
                    <a:pt x="3462" y="13386"/>
                    <a:pt x="4005" y="13746"/>
                    <a:pt x="4576" y="13758"/>
                  </a:cubicBezTo>
                  <a:cubicBezTo>
                    <a:pt x="5149" y="13789"/>
                    <a:pt x="5715" y="13470"/>
                    <a:pt x="6004" y="12977"/>
                  </a:cubicBezTo>
                  <a:cubicBezTo>
                    <a:pt x="6075" y="13124"/>
                    <a:pt x="6192" y="13254"/>
                    <a:pt x="6347" y="13313"/>
                  </a:cubicBezTo>
                  <a:cubicBezTo>
                    <a:pt x="6532" y="13388"/>
                    <a:pt x="6752" y="13365"/>
                    <a:pt x="6919" y="13256"/>
                  </a:cubicBezTo>
                  <a:cubicBezTo>
                    <a:pt x="7449" y="12935"/>
                    <a:pt x="7978" y="12608"/>
                    <a:pt x="8472" y="12233"/>
                  </a:cubicBezTo>
                  <a:cubicBezTo>
                    <a:pt x="8699" y="12053"/>
                    <a:pt x="8941" y="11865"/>
                    <a:pt x="9060" y="11592"/>
                  </a:cubicBezTo>
                  <a:cubicBezTo>
                    <a:pt x="9186" y="11305"/>
                    <a:pt x="9091" y="10935"/>
                    <a:pt x="8825" y="10763"/>
                  </a:cubicBezTo>
                  <a:cubicBezTo>
                    <a:pt x="8694" y="10668"/>
                    <a:pt x="8529" y="10652"/>
                    <a:pt x="8382" y="10594"/>
                  </a:cubicBezTo>
                  <a:cubicBezTo>
                    <a:pt x="7770" y="10373"/>
                    <a:pt x="7155" y="10155"/>
                    <a:pt x="6543" y="9933"/>
                  </a:cubicBezTo>
                  <a:cubicBezTo>
                    <a:pt x="6544" y="6910"/>
                    <a:pt x="6542" y="3887"/>
                    <a:pt x="6543" y="864"/>
                  </a:cubicBezTo>
                  <a:cubicBezTo>
                    <a:pt x="6546" y="594"/>
                    <a:pt x="6398" y="329"/>
                    <a:pt x="6170" y="185"/>
                  </a:cubicBezTo>
                  <a:cubicBezTo>
                    <a:pt x="5912" y="17"/>
                    <a:pt x="5557" y="14"/>
                    <a:pt x="5295" y="175"/>
                  </a:cubicBezTo>
                  <a:cubicBezTo>
                    <a:pt x="5058" y="319"/>
                    <a:pt x="4906" y="588"/>
                    <a:pt x="4903" y="865"/>
                  </a:cubicBezTo>
                  <a:cubicBezTo>
                    <a:pt x="4902" y="2316"/>
                    <a:pt x="4903" y="3768"/>
                    <a:pt x="4903" y="5220"/>
                  </a:cubicBezTo>
                  <a:cubicBezTo>
                    <a:pt x="4720" y="5220"/>
                    <a:pt x="4538" y="5220"/>
                    <a:pt x="4356" y="5220"/>
                  </a:cubicBezTo>
                  <a:cubicBezTo>
                    <a:pt x="4356" y="3779"/>
                    <a:pt x="4355" y="2337"/>
                    <a:pt x="4356" y="896"/>
                  </a:cubicBezTo>
                  <a:cubicBezTo>
                    <a:pt x="4361" y="643"/>
                    <a:pt x="4247" y="387"/>
                    <a:pt x="4044" y="232"/>
                  </a:cubicBezTo>
                  <a:cubicBezTo>
                    <a:pt x="3791" y="27"/>
                    <a:pt x="3412" y="0"/>
                    <a:pt x="3131" y="161"/>
                  </a:cubicBezTo>
                  <a:cubicBezTo>
                    <a:pt x="2880" y="298"/>
                    <a:pt x="2714" y="577"/>
                    <a:pt x="2715" y="863"/>
                  </a:cubicBezTo>
                  <a:cubicBezTo>
                    <a:pt x="2716" y="3885"/>
                    <a:pt x="2715" y="6908"/>
                    <a:pt x="2715" y="9931"/>
                  </a:cubicBezTo>
                  <a:cubicBezTo>
                    <a:pt x="2058" y="10153"/>
                    <a:pt x="1402" y="10381"/>
                    <a:pt x="748" y="10615"/>
                  </a:cubicBezTo>
                  <a:cubicBezTo>
                    <a:pt x="618" y="10660"/>
                    <a:pt x="477" y="10680"/>
                    <a:pt x="363" y="10762"/>
                  </a:cubicBezTo>
                  <a:cubicBezTo>
                    <a:pt x="97" y="10934"/>
                    <a:pt x="0" y="11305"/>
                    <a:pt x="127" y="11592"/>
                  </a:cubicBezTo>
                  <a:cubicBezTo>
                    <a:pt x="255" y="11882"/>
                    <a:pt x="517" y="12077"/>
                    <a:pt x="759" y="12267"/>
                  </a:cubicBezTo>
                  <a:cubicBezTo>
                    <a:pt x="1264" y="12640"/>
                    <a:pt x="1795" y="12975"/>
                    <a:pt x="2336" y="13293"/>
                  </a:cubicBezTo>
                  <a:cubicBezTo>
                    <a:pt x="2677" y="13477"/>
                    <a:pt x="3139" y="13253"/>
                    <a:pt x="3214" y="12874"/>
                  </a:cubicBezTo>
                  <a:moveTo>
                    <a:pt x="2861" y="12176"/>
                  </a:moveTo>
                  <a:cubicBezTo>
                    <a:pt x="2514" y="11971"/>
                    <a:pt x="2175" y="11754"/>
                    <a:pt x="1840" y="11531"/>
                  </a:cubicBezTo>
                  <a:cubicBezTo>
                    <a:pt x="2232" y="11395"/>
                    <a:pt x="2623" y="11258"/>
                    <a:pt x="3016" y="11126"/>
                  </a:cubicBezTo>
                  <a:cubicBezTo>
                    <a:pt x="3130" y="11088"/>
                    <a:pt x="3241" y="11039"/>
                    <a:pt x="3361" y="11022"/>
                  </a:cubicBezTo>
                  <a:cubicBezTo>
                    <a:pt x="3713" y="10643"/>
                    <a:pt x="4234" y="10424"/>
                    <a:pt x="4753" y="10467"/>
                  </a:cubicBezTo>
                  <a:cubicBezTo>
                    <a:pt x="5188" y="10491"/>
                    <a:pt x="5604" y="10696"/>
                    <a:pt x="5898" y="11015"/>
                  </a:cubicBezTo>
                  <a:cubicBezTo>
                    <a:pt x="5918" y="11020"/>
                    <a:pt x="5958" y="11028"/>
                    <a:pt x="5978" y="11032"/>
                  </a:cubicBezTo>
                  <a:cubicBezTo>
                    <a:pt x="6432" y="11205"/>
                    <a:pt x="6893" y="11361"/>
                    <a:pt x="7349" y="11529"/>
                  </a:cubicBezTo>
                  <a:cubicBezTo>
                    <a:pt x="6983" y="11778"/>
                    <a:pt x="6605" y="12009"/>
                    <a:pt x="6227" y="12238"/>
                  </a:cubicBezTo>
                  <a:cubicBezTo>
                    <a:pt x="6229" y="11908"/>
                    <a:pt x="6145" y="11574"/>
                    <a:pt x="5958" y="11300"/>
                  </a:cubicBezTo>
                  <a:cubicBezTo>
                    <a:pt x="5686" y="10883"/>
                    <a:pt x="5210" y="10610"/>
                    <a:pt x="4713" y="10588"/>
                  </a:cubicBezTo>
                  <a:cubicBezTo>
                    <a:pt x="4246" y="10562"/>
                    <a:pt x="3776" y="10761"/>
                    <a:pt x="3463" y="11107"/>
                  </a:cubicBezTo>
                  <a:cubicBezTo>
                    <a:pt x="3165" y="11428"/>
                    <a:pt x="3016" y="11875"/>
                    <a:pt x="3052" y="12311"/>
                  </a:cubicBezTo>
                  <a:cubicBezTo>
                    <a:pt x="2992" y="12261"/>
                    <a:pt x="2928" y="12215"/>
                    <a:pt x="2861" y="121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10531693" y="4593766"/>
            <a:ext cx="1516614" cy="1806500"/>
            <a:chOff x="2989262" y="4154488"/>
            <a:chExt cx="1935163" cy="2305050"/>
          </a:xfrm>
          <a:solidFill>
            <a:srgbClr val="595959"/>
          </a:solidFill>
        </p:grpSpPr>
        <p:sp>
          <p:nvSpPr>
            <p:cNvPr id="86" name="Freeform 8"/>
            <p:cNvSpPr>
              <a:spLocks/>
            </p:cNvSpPr>
            <p:nvPr/>
          </p:nvSpPr>
          <p:spPr bwMode="auto">
            <a:xfrm flipV="1">
              <a:off x="3235325" y="4154488"/>
              <a:ext cx="508000" cy="484187"/>
            </a:xfrm>
            <a:custGeom>
              <a:avLst/>
              <a:gdLst>
                <a:gd name="T0" fmla="*/ 810 w 2044"/>
                <a:gd name="T1" fmla="*/ 1838 h 1948"/>
                <a:gd name="T2" fmla="*/ 1801 w 2044"/>
                <a:gd name="T3" fmla="*/ 1451 h 1948"/>
                <a:gd name="T4" fmla="*/ 1533 w 2044"/>
                <a:gd name="T5" fmla="*/ 270 h 1948"/>
                <a:gd name="T6" fmla="*/ 302 w 2044"/>
                <a:gd name="T7" fmla="*/ 550 h 1948"/>
                <a:gd name="T8" fmla="*/ 810 w 2044"/>
                <a:gd name="T9" fmla="*/ 1838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4" h="1948">
                  <a:moveTo>
                    <a:pt x="810" y="1838"/>
                  </a:moveTo>
                  <a:cubicBezTo>
                    <a:pt x="1178" y="1948"/>
                    <a:pt x="1607" y="1785"/>
                    <a:pt x="1801" y="1451"/>
                  </a:cubicBezTo>
                  <a:cubicBezTo>
                    <a:pt x="2044" y="1068"/>
                    <a:pt x="1918" y="509"/>
                    <a:pt x="1533" y="270"/>
                  </a:cubicBezTo>
                  <a:cubicBezTo>
                    <a:pt x="1142" y="0"/>
                    <a:pt x="534" y="128"/>
                    <a:pt x="302" y="550"/>
                  </a:cubicBezTo>
                  <a:cubicBezTo>
                    <a:pt x="0" y="1013"/>
                    <a:pt x="274" y="1704"/>
                    <a:pt x="810" y="18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 flipV="1">
              <a:off x="4344988" y="4425950"/>
              <a:ext cx="282575" cy="403225"/>
            </a:xfrm>
            <a:custGeom>
              <a:avLst/>
              <a:gdLst>
                <a:gd name="T0" fmla="*/ 738 w 1138"/>
                <a:gd name="T1" fmla="*/ 1243 h 1625"/>
                <a:gd name="T2" fmla="*/ 1011 w 1138"/>
                <a:gd name="T3" fmla="*/ 1625 h 1625"/>
                <a:gd name="T4" fmla="*/ 945 w 1138"/>
                <a:gd name="T5" fmla="*/ 1105 h 1625"/>
                <a:gd name="T6" fmla="*/ 0 w 1138"/>
                <a:gd name="T7" fmla="*/ 0 h 1625"/>
                <a:gd name="T8" fmla="*/ 738 w 1138"/>
                <a:gd name="T9" fmla="*/ 1243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8" h="1625">
                  <a:moveTo>
                    <a:pt x="738" y="1243"/>
                  </a:moveTo>
                  <a:cubicBezTo>
                    <a:pt x="789" y="1388"/>
                    <a:pt x="817" y="1615"/>
                    <a:pt x="1011" y="1625"/>
                  </a:cubicBezTo>
                  <a:cubicBezTo>
                    <a:pt x="1138" y="1470"/>
                    <a:pt x="1016" y="1260"/>
                    <a:pt x="945" y="1105"/>
                  </a:cubicBezTo>
                  <a:cubicBezTo>
                    <a:pt x="725" y="674"/>
                    <a:pt x="460" y="208"/>
                    <a:pt x="0" y="0"/>
                  </a:cubicBezTo>
                  <a:cubicBezTo>
                    <a:pt x="368" y="328"/>
                    <a:pt x="607" y="773"/>
                    <a:pt x="738" y="12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 flipV="1">
              <a:off x="4359275" y="4545013"/>
              <a:ext cx="565150" cy="307975"/>
            </a:xfrm>
            <a:custGeom>
              <a:avLst/>
              <a:gdLst>
                <a:gd name="T0" fmla="*/ 1825 w 2272"/>
                <a:gd name="T1" fmla="*/ 1111 h 1240"/>
                <a:gd name="T2" fmla="*/ 2272 w 2272"/>
                <a:gd name="T3" fmla="*/ 1200 h 1240"/>
                <a:gd name="T4" fmla="*/ 1830 w 2272"/>
                <a:gd name="T5" fmla="*/ 826 h 1240"/>
                <a:gd name="T6" fmla="*/ 0 w 2272"/>
                <a:gd name="T7" fmla="*/ 0 h 1240"/>
                <a:gd name="T8" fmla="*/ 1825 w 2272"/>
                <a:gd name="T9" fmla="*/ 1111 h 1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240">
                  <a:moveTo>
                    <a:pt x="1825" y="1111"/>
                  </a:moveTo>
                  <a:cubicBezTo>
                    <a:pt x="1960" y="1188"/>
                    <a:pt x="2116" y="1240"/>
                    <a:pt x="2272" y="1200"/>
                  </a:cubicBezTo>
                  <a:cubicBezTo>
                    <a:pt x="2254" y="972"/>
                    <a:pt x="1997" y="919"/>
                    <a:pt x="1830" y="826"/>
                  </a:cubicBezTo>
                  <a:cubicBezTo>
                    <a:pt x="1210" y="573"/>
                    <a:pt x="615" y="263"/>
                    <a:pt x="0" y="0"/>
                  </a:cubicBezTo>
                  <a:cubicBezTo>
                    <a:pt x="576" y="417"/>
                    <a:pt x="1206" y="759"/>
                    <a:pt x="1825" y="1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 flipV="1">
              <a:off x="2989262" y="4652963"/>
              <a:ext cx="884238" cy="739775"/>
            </a:xfrm>
            <a:custGeom>
              <a:avLst/>
              <a:gdLst>
                <a:gd name="T0" fmla="*/ 401 w 3554"/>
                <a:gd name="T1" fmla="*/ 2533 h 2978"/>
                <a:gd name="T2" fmla="*/ 1074 w 3554"/>
                <a:gd name="T3" fmla="*/ 2943 h 2978"/>
                <a:gd name="T4" fmla="*/ 2428 w 3554"/>
                <a:gd name="T5" fmla="*/ 2820 h 2978"/>
                <a:gd name="T6" fmla="*/ 2891 w 3554"/>
                <a:gd name="T7" fmla="*/ 2364 h 2978"/>
                <a:gd name="T8" fmla="*/ 3554 w 3554"/>
                <a:gd name="T9" fmla="*/ 1682 h 2978"/>
                <a:gd name="T10" fmla="*/ 2868 w 3554"/>
                <a:gd name="T11" fmla="*/ 1397 h 2978"/>
                <a:gd name="T12" fmla="*/ 2541 w 3554"/>
                <a:gd name="T13" fmla="*/ 1722 h 2978"/>
                <a:gd name="T14" fmla="*/ 2479 w 3554"/>
                <a:gd name="T15" fmla="*/ 1188 h 2978"/>
                <a:gd name="T16" fmla="*/ 1709 w 3554"/>
                <a:gd name="T17" fmla="*/ 781 h 2978"/>
                <a:gd name="T18" fmla="*/ 855 w 3554"/>
                <a:gd name="T19" fmla="*/ 1315 h 2978"/>
                <a:gd name="T20" fmla="*/ 932 w 3554"/>
                <a:gd name="T21" fmla="*/ 2115 h 2978"/>
                <a:gd name="T22" fmla="*/ 808 w 3554"/>
                <a:gd name="T23" fmla="*/ 1235 h 2978"/>
                <a:gd name="T24" fmla="*/ 1960 w 3554"/>
                <a:gd name="T25" fmla="*/ 662 h 2978"/>
                <a:gd name="T26" fmla="*/ 2169 w 3554"/>
                <a:gd name="T27" fmla="*/ 164 h 2978"/>
                <a:gd name="T28" fmla="*/ 1653 w 3554"/>
                <a:gd name="T29" fmla="*/ 73 h 2978"/>
                <a:gd name="T30" fmla="*/ 336 w 3554"/>
                <a:gd name="T31" fmla="*/ 799 h 2978"/>
                <a:gd name="T32" fmla="*/ 401 w 3554"/>
                <a:gd name="T33" fmla="*/ 2533 h 2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54" h="2978">
                  <a:moveTo>
                    <a:pt x="401" y="2533"/>
                  </a:moveTo>
                  <a:cubicBezTo>
                    <a:pt x="534" y="2771"/>
                    <a:pt x="787" y="2978"/>
                    <a:pt x="1074" y="2943"/>
                  </a:cubicBezTo>
                  <a:cubicBezTo>
                    <a:pt x="1525" y="2900"/>
                    <a:pt x="1977" y="2867"/>
                    <a:pt x="2428" y="2820"/>
                  </a:cubicBezTo>
                  <a:cubicBezTo>
                    <a:pt x="2673" y="2800"/>
                    <a:pt x="2797" y="2560"/>
                    <a:pt x="2891" y="2364"/>
                  </a:cubicBezTo>
                  <a:cubicBezTo>
                    <a:pt x="3032" y="2072"/>
                    <a:pt x="3269" y="1834"/>
                    <a:pt x="3554" y="1682"/>
                  </a:cubicBezTo>
                  <a:cubicBezTo>
                    <a:pt x="3309" y="1631"/>
                    <a:pt x="3078" y="1531"/>
                    <a:pt x="2868" y="1397"/>
                  </a:cubicBezTo>
                  <a:cubicBezTo>
                    <a:pt x="2752" y="1498"/>
                    <a:pt x="2649" y="1612"/>
                    <a:pt x="2541" y="1722"/>
                  </a:cubicBezTo>
                  <a:cubicBezTo>
                    <a:pt x="2502" y="1546"/>
                    <a:pt x="2484" y="1367"/>
                    <a:pt x="2479" y="1188"/>
                  </a:cubicBezTo>
                  <a:cubicBezTo>
                    <a:pt x="2220" y="1058"/>
                    <a:pt x="1976" y="895"/>
                    <a:pt x="1709" y="781"/>
                  </a:cubicBezTo>
                  <a:cubicBezTo>
                    <a:pt x="1372" y="816"/>
                    <a:pt x="977" y="968"/>
                    <a:pt x="855" y="1315"/>
                  </a:cubicBezTo>
                  <a:cubicBezTo>
                    <a:pt x="760" y="1583"/>
                    <a:pt x="876" y="1854"/>
                    <a:pt x="932" y="2115"/>
                  </a:cubicBezTo>
                  <a:cubicBezTo>
                    <a:pt x="716" y="1895"/>
                    <a:pt x="710" y="1515"/>
                    <a:pt x="808" y="1235"/>
                  </a:cubicBezTo>
                  <a:cubicBezTo>
                    <a:pt x="1009" y="805"/>
                    <a:pt x="1536" y="713"/>
                    <a:pt x="1960" y="662"/>
                  </a:cubicBezTo>
                  <a:cubicBezTo>
                    <a:pt x="2194" y="650"/>
                    <a:pt x="2315" y="341"/>
                    <a:pt x="2169" y="164"/>
                  </a:cubicBezTo>
                  <a:cubicBezTo>
                    <a:pt x="2049" y="0"/>
                    <a:pt x="1825" y="47"/>
                    <a:pt x="1653" y="73"/>
                  </a:cubicBezTo>
                  <a:cubicBezTo>
                    <a:pt x="1151" y="150"/>
                    <a:pt x="620" y="353"/>
                    <a:pt x="336" y="799"/>
                  </a:cubicBezTo>
                  <a:cubicBezTo>
                    <a:pt x="0" y="1322"/>
                    <a:pt x="95" y="2019"/>
                    <a:pt x="401" y="25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 flipV="1">
              <a:off x="4357688" y="4770438"/>
              <a:ext cx="501650" cy="112712"/>
            </a:xfrm>
            <a:custGeom>
              <a:avLst/>
              <a:gdLst>
                <a:gd name="T0" fmla="*/ 0 w 2017"/>
                <a:gd name="T1" fmla="*/ 0 h 455"/>
                <a:gd name="T2" fmla="*/ 1573 w 2017"/>
                <a:gd name="T3" fmla="*/ 398 h 455"/>
                <a:gd name="T4" fmla="*/ 2017 w 2017"/>
                <a:gd name="T5" fmla="*/ 293 h 455"/>
                <a:gd name="T6" fmla="*/ 1676 w 2017"/>
                <a:gd name="T7" fmla="*/ 142 h 455"/>
                <a:gd name="T8" fmla="*/ 0 w 2017"/>
                <a:gd name="T9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17" h="455">
                  <a:moveTo>
                    <a:pt x="0" y="0"/>
                  </a:moveTo>
                  <a:cubicBezTo>
                    <a:pt x="485" y="249"/>
                    <a:pt x="1040" y="317"/>
                    <a:pt x="1573" y="398"/>
                  </a:cubicBezTo>
                  <a:cubicBezTo>
                    <a:pt x="1719" y="410"/>
                    <a:pt x="1938" y="455"/>
                    <a:pt x="2017" y="293"/>
                  </a:cubicBezTo>
                  <a:cubicBezTo>
                    <a:pt x="1991" y="139"/>
                    <a:pt x="1796" y="146"/>
                    <a:pt x="1676" y="142"/>
                  </a:cubicBezTo>
                  <a:cubicBezTo>
                    <a:pt x="1114" y="160"/>
                    <a:pt x="550" y="117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 flipV="1">
              <a:off x="3452812" y="4854575"/>
              <a:ext cx="860425" cy="592137"/>
            </a:xfrm>
            <a:custGeom>
              <a:avLst/>
              <a:gdLst>
                <a:gd name="T0" fmla="*/ 2196 w 3461"/>
                <a:gd name="T1" fmla="*/ 1905 h 2379"/>
                <a:gd name="T2" fmla="*/ 3309 w 3461"/>
                <a:gd name="T3" fmla="*/ 2379 h 2379"/>
                <a:gd name="T4" fmla="*/ 3461 w 3461"/>
                <a:gd name="T5" fmla="*/ 2102 h 2379"/>
                <a:gd name="T6" fmla="*/ 2409 w 3461"/>
                <a:gd name="T7" fmla="*/ 1376 h 2379"/>
                <a:gd name="T8" fmla="*/ 1681 w 3461"/>
                <a:gd name="T9" fmla="*/ 725 h 2379"/>
                <a:gd name="T10" fmla="*/ 308 w 3461"/>
                <a:gd name="T11" fmla="*/ 0 h 2379"/>
                <a:gd name="T12" fmla="*/ 159 w 3461"/>
                <a:gd name="T13" fmla="*/ 181 h 2379"/>
                <a:gd name="T14" fmla="*/ 431 w 3461"/>
                <a:gd name="T15" fmla="*/ 645 h 2379"/>
                <a:gd name="T16" fmla="*/ 0 w 3461"/>
                <a:gd name="T17" fmla="*/ 977 h 2379"/>
                <a:gd name="T18" fmla="*/ 1266 w 3461"/>
                <a:gd name="T19" fmla="*/ 1673 h 2379"/>
                <a:gd name="T20" fmla="*/ 2196 w 3461"/>
                <a:gd name="T21" fmla="*/ 1905 h 2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61" h="2379">
                  <a:moveTo>
                    <a:pt x="2196" y="1905"/>
                  </a:moveTo>
                  <a:cubicBezTo>
                    <a:pt x="2587" y="2011"/>
                    <a:pt x="2940" y="2217"/>
                    <a:pt x="3309" y="2379"/>
                  </a:cubicBezTo>
                  <a:cubicBezTo>
                    <a:pt x="3365" y="2290"/>
                    <a:pt x="3415" y="2197"/>
                    <a:pt x="3461" y="2102"/>
                  </a:cubicBezTo>
                  <a:cubicBezTo>
                    <a:pt x="3108" y="1865"/>
                    <a:pt x="2718" y="1674"/>
                    <a:pt x="2409" y="1376"/>
                  </a:cubicBezTo>
                  <a:cubicBezTo>
                    <a:pt x="2187" y="1138"/>
                    <a:pt x="1982" y="869"/>
                    <a:pt x="1681" y="725"/>
                  </a:cubicBezTo>
                  <a:cubicBezTo>
                    <a:pt x="1220" y="490"/>
                    <a:pt x="781" y="208"/>
                    <a:pt x="308" y="0"/>
                  </a:cubicBezTo>
                  <a:cubicBezTo>
                    <a:pt x="232" y="33"/>
                    <a:pt x="201" y="117"/>
                    <a:pt x="159" y="181"/>
                  </a:cubicBezTo>
                  <a:cubicBezTo>
                    <a:pt x="334" y="264"/>
                    <a:pt x="481" y="440"/>
                    <a:pt x="431" y="645"/>
                  </a:cubicBezTo>
                  <a:cubicBezTo>
                    <a:pt x="402" y="857"/>
                    <a:pt x="187" y="949"/>
                    <a:pt x="0" y="977"/>
                  </a:cubicBezTo>
                  <a:cubicBezTo>
                    <a:pt x="415" y="1220"/>
                    <a:pt x="844" y="1441"/>
                    <a:pt x="1266" y="1673"/>
                  </a:cubicBezTo>
                  <a:cubicBezTo>
                    <a:pt x="1552" y="1828"/>
                    <a:pt x="1885" y="1832"/>
                    <a:pt x="2196" y="190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 flipV="1">
              <a:off x="4376738" y="4870450"/>
              <a:ext cx="496888" cy="195262"/>
            </a:xfrm>
            <a:custGeom>
              <a:avLst/>
              <a:gdLst>
                <a:gd name="T0" fmla="*/ 0 w 2000"/>
                <a:gd name="T1" fmla="*/ 655 h 781"/>
                <a:gd name="T2" fmla="*/ 1817 w 2000"/>
                <a:gd name="T3" fmla="*/ 295 h 781"/>
                <a:gd name="T4" fmla="*/ 2000 w 2000"/>
                <a:gd name="T5" fmla="*/ 0 h 781"/>
                <a:gd name="T6" fmla="*/ 1368 w 2000"/>
                <a:gd name="T7" fmla="*/ 343 h 781"/>
                <a:gd name="T8" fmla="*/ 0 w 2000"/>
                <a:gd name="T9" fmla="*/ 655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0" h="781">
                  <a:moveTo>
                    <a:pt x="0" y="655"/>
                  </a:moveTo>
                  <a:cubicBezTo>
                    <a:pt x="621" y="781"/>
                    <a:pt x="1285" y="633"/>
                    <a:pt x="1817" y="295"/>
                  </a:cubicBezTo>
                  <a:cubicBezTo>
                    <a:pt x="1924" y="233"/>
                    <a:pt x="2000" y="127"/>
                    <a:pt x="2000" y="0"/>
                  </a:cubicBezTo>
                  <a:cubicBezTo>
                    <a:pt x="1751" y="32"/>
                    <a:pt x="1584" y="237"/>
                    <a:pt x="1368" y="343"/>
                  </a:cubicBezTo>
                  <a:cubicBezTo>
                    <a:pt x="954" y="582"/>
                    <a:pt x="471" y="650"/>
                    <a:pt x="0" y="6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Freeform 17"/>
            <p:cNvSpPr>
              <a:spLocks/>
            </p:cNvSpPr>
            <p:nvPr/>
          </p:nvSpPr>
          <p:spPr bwMode="auto">
            <a:xfrm flipV="1">
              <a:off x="4044950" y="4983163"/>
              <a:ext cx="212725" cy="158750"/>
            </a:xfrm>
            <a:custGeom>
              <a:avLst/>
              <a:gdLst>
                <a:gd name="T0" fmla="*/ 0 w 856"/>
                <a:gd name="T1" fmla="*/ 0 h 633"/>
                <a:gd name="T2" fmla="*/ 846 w 856"/>
                <a:gd name="T3" fmla="*/ 633 h 633"/>
                <a:gd name="T4" fmla="*/ 730 w 856"/>
                <a:gd name="T5" fmla="*/ 257 h 633"/>
                <a:gd name="T6" fmla="*/ 0 w 856"/>
                <a:gd name="T7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6" h="633">
                  <a:moveTo>
                    <a:pt x="0" y="0"/>
                  </a:moveTo>
                  <a:cubicBezTo>
                    <a:pt x="223" y="280"/>
                    <a:pt x="547" y="449"/>
                    <a:pt x="846" y="633"/>
                  </a:cubicBezTo>
                  <a:cubicBezTo>
                    <a:pt x="855" y="501"/>
                    <a:pt x="856" y="338"/>
                    <a:pt x="730" y="257"/>
                  </a:cubicBezTo>
                  <a:cubicBezTo>
                    <a:pt x="510" y="120"/>
                    <a:pt x="254" y="5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" name="Freeform 18"/>
            <p:cNvSpPr>
              <a:spLocks/>
            </p:cNvSpPr>
            <p:nvPr/>
          </p:nvSpPr>
          <p:spPr bwMode="auto">
            <a:xfrm flipV="1">
              <a:off x="3211512" y="5341938"/>
              <a:ext cx="763588" cy="1117600"/>
            </a:xfrm>
            <a:custGeom>
              <a:avLst/>
              <a:gdLst>
                <a:gd name="T0" fmla="*/ 9 w 3071"/>
                <a:gd name="T1" fmla="*/ 4502 h 4502"/>
                <a:gd name="T2" fmla="*/ 1045 w 3071"/>
                <a:gd name="T3" fmla="*/ 4261 h 4502"/>
                <a:gd name="T4" fmla="*/ 1353 w 3071"/>
                <a:gd name="T5" fmla="*/ 4025 h 4502"/>
                <a:gd name="T6" fmla="*/ 2058 w 3071"/>
                <a:gd name="T7" fmla="*/ 4402 h 4502"/>
                <a:gd name="T8" fmla="*/ 2841 w 3071"/>
                <a:gd name="T9" fmla="*/ 3026 h 4502"/>
                <a:gd name="T10" fmla="*/ 2772 w 3071"/>
                <a:gd name="T11" fmla="*/ 415 h 4502"/>
                <a:gd name="T12" fmla="*/ 2133 w 3071"/>
                <a:gd name="T13" fmla="*/ 129 h 4502"/>
                <a:gd name="T14" fmla="*/ 1849 w 3071"/>
                <a:gd name="T15" fmla="*/ 710 h 4502"/>
                <a:gd name="T16" fmla="*/ 1873 w 3071"/>
                <a:gd name="T17" fmla="*/ 2870 h 4502"/>
                <a:gd name="T18" fmla="*/ 1214 w 3071"/>
                <a:gd name="T19" fmla="*/ 3841 h 4502"/>
                <a:gd name="T20" fmla="*/ 974 w 3071"/>
                <a:gd name="T21" fmla="*/ 346 h 4502"/>
                <a:gd name="T22" fmla="*/ 324 w 3071"/>
                <a:gd name="T23" fmla="*/ 121 h 4502"/>
                <a:gd name="T24" fmla="*/ 77 w 3071"/>
                <a:gd name="T25" fmla="*/ 710 h 4502"/>
                <a:gd name="T26" fmla="*/ 9 w 3071"/>
                <a:gd name="T27" fmla="*/ 4502 h 4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71" h="4502">
                  <a:moveTo>
                    <a:pt x="9" y="4502"/>
                  </a:moveTo>
                  <a:cubicBezTo>
                    <a:pt x="340" y="4370"/>
                    <a:pt x="688" y="4283"/>
                    <a:pt x="1045" y="4261"/>
                  </a:cubicBezTo>
                  <a:cubicBezTo>
                    <a:pt x="1108" y="4149"/>
                    <a:pt x="1191" y="3955"/>
                    <a:pt x="1353" y="4025"/>
                  </a:cubicBezTo>
                  <a:cubicBezTo>
                    <a:pt x="1594" y="4138"/>
                    <a:pt x="1822" y="4279"/>
                    <a:pt x="2058" y="4402"/>
                  </a:cubicBezTo>
                  <a:cubicBezTo>
                    <a:pt x="2446" y="4032"/>
                    <a:pt x="2698" y="3539"/>
                    <a:pt x="2841" y="3026"/>
                  </a:cubicBezTo>
                  <a:cubicBezTo>
                    <a:pt x="3071" y="2171"/>
                    <a:pt x="2990" y="1263"/>
                    <a:pt x="2772" y="415"/>
                  </a:cubicBezTo>
                  <a:cubicBezTo>
                    <a:pt x="2694" y="157"/>
                    <a:pt x="2376" y="24"/>
                    <a:pt x="2133" y="129"/>
                  </a:cubicBezTo>
                  <a:cubicBezTo>
                    <a:pt x="1910" y="214"/>
                    <a:pt x="1781" y="481"/>
                    <a:pt x="1849" y="710"/>
                  </a:cubicBezTo>
                  <a:cubicBezTo>
                    <a:pt x="2013" y="1414"/>
                    <a:pt x="2089" y="2168"/>
                    <a:pt x="1873" y="2870"/>
                  </a:cubicBezTo>
                  <a:cubicBezTo>
                    <a:pt x="1753" y="3246"/>
                    <a:pt x="1542" y="3610"/>
                    <a:pt x="1214" y="3841"/>
                  </a:cubicBezTo>
                  <a:cubicBezTo>
                    <a:pt x="1419" y="2680"/>
                    <a:pt x="1364" y="1463"/>
                    <a:pt x="974" y="346"/>
                  </a:cubicBezTo>
                  <a:cubicBezTo>
                    <a:pt x="872" y="105"/>
                    <a:pt x="554" y="0"/>
                    <a:pt x="324" y="121"/>
                  </a:cubicBezTo>
                  <a:cubicBezTo>
                    <a:pt x="107" y="218"/>
                    <a:pt x="0" y="487"/>
                    <a:pt x="77" y="710"/>
                  </a:cubicBezTo>
                  <a:cubicBezTo>
                    <a:pt x="464" y="1936"/>
                    <a:pt x="465" y="3295"/>
                    <a:pt x="9" y="450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5" name="组合 114"/>
          <p:cNvGrpSpPr/>
          <p:nvPr/>
        </p:nvGrpSpPr>
        <p:grpSpPr>
          <a:xfrm>
            <a:off x="7502911" y="549239"/>
            <a:ext cx="1755441" cy="1908760"/>
            <a:chOff x="8467725" y="409575"/>
            <a:chExt cx="2344738" cy="2549526"/>
          </a:xfrm>
          <a:solidFill>
            <a:srgbClr val="595959"/>
          </a:solidFill>
        </p:grpSpPr>
        <p:sp>
          <p:nvSpPr>
            <p:cNvPr id="106" name="Freeform 18"/>
            <p:cNvSpPr>
              <a:spLocks/>
            </p:cNvSpPr>
            <p:nvPr/>
          </p:nvSpPr>
          <p:spPr bwMode="auto">
            <a:xfrm flipV="1">
              <a:off x="9783763" y="409575"/>
              <a:ext cx="595313" cy="906463"/>
            </a:xfrm>
            <a:custGeom>
              <a:avLst/>
              <a:gdLst>
                <a:gd name="T0" fmla="*/ 1091 w 1646"/>
                <a:gd name="T1" fmla="*/ 2456 h 2505"/>
                <a:gd name="T2" fmla="*/ 1180 w 1646"/>
                <a:gd name="T3" fmla="*/ 2505 h 2505"/>
                <a:gd name="T4" fmla="*/ 1631 w 1646"/>
                <a:gd name="T5" fmla="*/ 2248 h 2505"/>
                <a:gd name="T6" fmla="*/ 1646 w 1646"/>
                <a:gd name="T7" fmla="*/ 2160 h 2505"/>
                <a:gd name="T8" fmla="*/ 1343 w 1646"/>
                <a:gd name="T9" fmla="*/ 2122 h 2505"/>
                <a:gd name="T10" fmla="*/ 1269 w 1646"/>
                <a:gd name="T11" fmla="*/ 2022 h 2505"/>
                <a:gd name="T12" fmla="*/ 1514 w 1646"/>
                <a:gd name="T13" fmla="*/ 2066 h 2505"/>
                <a:gd name="T14" fmla="*/ 1538 w 1646"/>
                <a:gd name="T15" fmla="*/ 1958 h 2505"/>
                <a:gd name="T16" fmla="*/ 1211 w 1646"/>
                <a:gd name="T17" fmla="*/ 1916 h 2505"/>
                <a:gd name="T18" fmla="*/ 1186 w 1646"/>
                <a:gd name="T19" fmla="*/ 1837 h 2505"/>
                <a:gd name="T20" fmla="*/ 1411 w 1646"/>
                <a:gd name="T21" fmla="*/ 1858 h 2505"/>
                <a:gd name="T22" fmla="*/ 1419 w 1646"/>
                <a:gd name="T23" fmla="*/ 1756 h 2505"/>
                <a:gd name="T24" fmla="*/ 1079 w 1646"/>
                <a:gd name="T25" fmla="*/ 1651 h 2505"/>
                <a:gd name="T26" fmla="*/ 356 w 1646"/>
                <a:gd name="T27" fmla="*/ 286 h 2505"/>
                <a:gd name="T28" fmla="*/ 474 w 1646"/>
                <a:gd name="T29" fmla="*/ 286 h 2505"/>
                <a:gd name="T30" fmla="*/ 462 w 1646"/>
                <a:gd name="T31" fmla="*/ 163 h 2505"/>
                <a:gd name="T32" fmla="*/ 336 w 1646"/>
                <a:gd name="T33" fmla="*/ 143 h 2505"/>
                <a:gd name="T34" fmla="*/ 240 w 1646"/>
                <a:gd name="T35" fmla="*/ 0 h 2505"/>
                <a:gd name="T36" fmla="*/ 187 w 1646"/>
                <a:gd name="T37" fmla="*/ 171 h 2505"/>
                <a:gd name="T38" fmla="*/ 80 w 1646"/>
                <a:gd name="T39" fmla="*/ 161 h 2505"/>
                <a:gd name="T40" fmla="*/ 0 w 1646"/>
                <a:gd name="T41" fmla="*/ 307 h 2505"/>
                <a:gd name="T42" fmla="*/ 289 w 1646"/>
                <a:gd name="T43" fmla="*/ 409 h 2505"/>
                <a:gd name="T44" fmla="*/ 993 w 1646"/>
                <a:gd name="T45" fmla="*/ 1740 h 2505"/>
                <a:gd name="T46" fmla="*/ 865 w 1646"/>
                <a:gd name="T47" fmla="*/ 2056 h 2505"/>
                <a:gd name="T48" fmla="*/ 966 w 1646"/>
                <a:gd name="T49" fmla="*/ 2109 h 2505"/>
                <a:gd name="T50" fmla="*/ 1103 w 1646"/>
                <a:gd name="T51" fmla="*/ 1904 h 2505"/>
                <a:gd name="T52" fmla="*/ 978 w 1646"/>
                <a:gd name="T53" fmla="*/ 2258 h 2505"/>
                <a:gd name="T54" fmla="*/ 1076 w 1646"/>
                <a:gd name="T55" fmla="*/ 2307 h 2505"/>
                <a:gd name="T56" fmla="*/ 1181 w 1646"/>
                <a:gd name="T57" fmla="*/ 2085 h 2505"/>
                <a:gd name="T58" fmla="*/ 1091 w 1646"/>
                <a:gd name="T59" fmla="*/ 2456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6" h="2505">
                  <a:moveTo>
                    <a:pt x="1091" y="2456"/>
                  </a:moveTo>
                  <a:cubicBezTo>
                    <a:pt x="1113" y="2468"/>
                    <a:pt x="1158" y="2493"/>
                    <a:pt x="1180" y="2505"/>
                  </a:cubicBezTo>
                  <a:cubicBezTo>
                    <a:pt x="1230" y="2290"/>
                    <a:pt x="1420" y="2185"/>
                    <a:pt x="1631" y="2248"/>
                  </a:cubicBezTo>
                  <a:cubicBezTo>
                    <a:pt x="1635" y="2226"/>
                    <a:pt x="1642" y="2182"/>
                    <a:pt x="1646" y="2160"/>
                  </a:cubicBezTo>
                  <a:cubicBezTo>
                    <a:pt x="1545" y="2145"/>
                    <a:pt x="1444" y="2131"/>
                    <a:pt x="1343" y="2122"/>
                  </a:cubicBezTo>
                  <a:cubicBezTo>
                    <a:pt x="1318" y="2089"/>
                    <a:pt x="1294" y="2055"/>
                    <a:pt x="1269" y="2022"/>
                  </a:cubicBezTo>
                  <a:cubicBezTo>
                    <a:pt x="1351" y="2035"/>
                    <a:pt x="1433" y="2049"/>
                    <a:pt x="1514" y="2066"/>
                  </a:cubicBezTo>
                  <a:cubicBezTo>
                    <a:pt x="1522" y="2030"/>
                    <a:pt x="1530" y="1994"/>
                    <a:pt x="1538" y="1958"/>
                  </a:cubicBezTo>
                  <a:cubicBezTo>
                    <a:pt x="1429" y="1946"/>
                    <a:pt x="1320" y="1931"/>
                    <a:pt x="1211" y="1916"/>
                  </a:cubicBezTo>
                  <a:cubicBezTo>
                    <a:pt x="1205" y="1896"/>
                    <a:pt x="1192" y="1857"/>
                    <a:pt x="1186" y="1837"/>
                  </a:cubicBezTo>
                  <a:cubicBezTo>
                    <a:pt x="1261" y="1844"/>
                    <a:pt x="1336" y="1851"/>
                    <a:pt x="1411" y="1858"/>
                  </a:cubicBezTo>
                  <a:cubicBezTo>
                    <a:pt x="1413" y="1833"/>
                    <a:pt x="1417" y="1782"/>
                    <a:pt x="1419" y="1756"/>
                  </a:cubicBezTo>
                  <a:cubicBezTo>
                    <a:pt x="1307" y="1734"/>
                    <a:pt x="1134" y="1781"/>
                    <a:pt x="1079" y="1651"/>
                  </a:cubicBezTo>
                  <a:cubicBezTo>
                    <a:pt x="842" y="1194"/>
                    <a:pt x="593" y="742"/>
                    <a:pt x="356" y="286"/>
                  </a:cubicBezTo>
                  <a:cubicBezTo>
                    <a:pt x="385" y="286"/>
                    <a:pt x="444" y="286"/>
                    <a:pt x="474" y="286"/>
                  </a:cubicBezTo>
                  <a:cubicBezTo>
                    <a:pt x="470" y="245"/>
                    <a:pt x="466" y="204"/>
                    <a:pt x="462" y="163"/>
                  </a:cubicBezTo>
                  <a:cubicBezTo>
                    <a:pt x="420" y="156"/>
                    <a:pt x="378" y="149"/>
                    <a:pt x="336" y="143"/>
                  </a:cubicBezTo>
                  <a:cubicBezTo>
                    <a:pt x="305" y="95"/>
                    <a:pt x="273" y="47"/>
                    <a:pt x="240" y="0"/>
                  </a:cubicBezTo>
                  <a:cubicBezTo>
                    <a:pt x="222" y="57"/>
                    <a:pt x="204" y="114"/>
                    <a:pt x="187" y="171"/>
                  </a:cubicBezTo>
                  <a:cubicBezTo>
                    <a:pt x="160" y="169"/>
                    <a:pt x="107" y="163"/>
                    <a:pt x="80" y="161"/>
                  </a:cubicBezTo>
                  <a:cubicBezTo>
                    <a:pt x="54" y="210"/>
                    <a:pt x="28" y="259"/>
                    <a:pt x="0" y="307"/>
                  </a:cubicBezTo>
                  <a:cubicBezTo>
                    <a:pt x="97" y="340"/>
                    <a:pt x="192" y="376"/>
                    <a:pt x="289" y="409"/>
                  </a:cubicBezTo>
                  <a:cubicBezTo>
                    <a:pt x="522" y="854"/>
                    <a:pt x="762" y="1295"/>
                    <a:pt x="993" y="1740"/>
                  </a:cubicBezTo>
                  <a:cubicBezTo>
                    <a:pt x="1010" y="1855"/>
                    <a:pt x="910" y="1954"/>
                    <a:pt x="865" y="2056"/>
                  </a:cubicBezTo>
                  <a:cubicBezTo>
                    <a:pt x="899" y="2073"/>
                    <a:pt x="932" y="2091"/>
                    <a:pt x="966" y="2109"/>
                  </a:cubicBezTo>
                  <a:cubicBezTo>
                    <a:pt x="1009" y="2042"/>
                    <a:pt x="1013" y="1923"/>
                    <a:pt x="1103" y="1904"/>
                  </a:cubicBezTo>
                  <a:cubicBezTo>
                    <a:pt x="1136" y="2035"/>
                    <a:pt x="1019" y="2141"/>
                    <a:pt x="978" y="2258"/>
                  </a:cubicBezTo>
                  <a:cubicBezTo>
                    <a:pt x="1002" y="2270"/>
                    <a:pt x="1051" y="2295"/>
                    <a:pt x="1076" y="2307"/>
                  </a:cubicBezTo>
                  <a:cubicBezTo>
                    <a:pt x="1109" y="2232"/>
                    <a:pt x="1144" y="2158"/>
                    <a:pt x="1181" y="2085"/>
                  </a:cubicBezTo>
                  <a:cubicBezTo>
                    <a:pt x="1272" y="2210"/>
                    <a:pt x="1127" y="2336"/>
                    <a:pt x="1091" y="24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 flipV="1">
              <a:off x="8882063" y="836613"/>
              <a:ext cx="260350" cy="482600"/>
            </a:xfrm>
            <a:custGeom>
              <a:avLst/>
              <a:gdLst>
                <a:gd name="T0" fmla="*/ 0 w 719"/>
                <a:gd name="T1" fmla="*/ 1303 h 1333"/>
                <a:gd name="T2" fmla="*/ 140 w 719"/>
                <a:gd name="T3" fmla="*/ 1333 h 1333"/>
                <a:gd name="T4" fmla="*/ 719 w 719"/>
                <a:gd name="T5" fmla="*/ 0 h 1333"/>
                <a:gd name="T6" fmla="*/ 620 w 719"/>
                <a:gd name="T7" fmla="*/ 92 h 1333"/>
                <a:gd name="T8" fmla="*/ 0 w 719"/>
                <a:gd name="T9" fmla="*/ 1303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9" h="1333">
                  <a:moveTo>
                    <a:pt x="0" y="1303"/>
                  </a:moveTo>
                  <a:cubicBezTo>
                    <a:pt x="47" y="1313"/>
                    <a:pt x="94" y="1324"/>
                    <a:pt x="140" y="1333"/>
                  </a:cubicBezTo>
                  <a:cubicBezTo>
                    <a:pt x="332" y="889"/>
                    <a:pt x="558" y="456"/>
                    <a:pt x="719" y="0"/>
                  </a:cubicBezTo>
                  <a:cubicBezTo>
                    <a:pt x="683" y="26"/>
                    <a:pt x="638" y="47"/>
                    <a:pt x="620" y="92"/>
                  </a:cubicBezTo>
                  <a:cubicBezTo>
                    <a:pt x="411" y="494"/>
                    <a:pt x="210" y="901"/>
                    <a:pt x="0" y="130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 flipV="1">
              <a:off x="8597900" y="1055688"/>
              <a:ext cx="466725" cy="315913"/>
            </a:xfrm>
            <a:custGeom>
              <a:avLst/>
              <a:gdLst>
                <a:gd name="T0" fmla="*/ 0 w 1292"/>
                <a:gd name="T1" fmla="*/ 771 h 869"/>
                <a:gd name="T2" fmla="*/ 105 w 1292"/>
                <a:gd name="T3" fmla="*/ 869 h 869"/>
                <a:gd name="T4" fmla="*/ 1292 w 1292"/>
                <a:gd name="T5" fmla="*/ 32 h 869"/>
                <a:gd name="T6" fmla="*/ 1085 w 1292"/>
                <a:gd name="T7" fmla="*/ 94 h 869"/>
                <a:gd name="T8" fmla="*/ 0 w 1292"/>
                <a:gd name="T9" fmla="*/ 771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2" h="869">
                  <a:moveTo>
                    <a:pt x="0" y="771"/>
                  </a:moveTo>
                  <a:cubicBezTo>
                    <a:pt x="35" y="803"/>
                    <a:pt x="70" y="836"/>
                    <a:pt x="105" y="869"/>
                  </a:cubicBezTo>
                  <a:cubicBezTo>
                    <a:pt x="497" y="585"/>
                    <a:pt x="911" y="330"/>
                    <a:pt x="1292" y="32"/>
                  </a:cubicBezTo>
                  <a:cubicBezTo>
                    <a:pt x="1213" y="0"/>
                    <a:pt x="1148" y="56"/>
                    <a:pt x="1085" y="94"/>
                  </a:cubicBezTo>
                  <a:cubicBezTo>
                    <a:pt x="725" y="322"/>
                    <a:pt x="360" y="542"/>
                    <a:pt x="0" y="77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" name="Freeform 21"/>
            <p:cNvSpPr>
              <a:spLocks noEditPoints="1"/>
            </p:cNvSpPr>
            <p:nvPr/>
          </p:nvSpPr>
          <p:spPr bwMode="auto">
            <a:xfrm flipV="1">
              <a:off x="9374188" y="1038225"/>
              <a:ext cx="950913" cy="984250"/>
            </a:xfrm>
            <a:custGeom>
              <a:avLst/>
              <a:gdLst>
                <a:gd name="T0" fmla="*/ 532 w 2629"/>
                <a:gd name="T1" fmla="*/ 2462 h 2722"/>
                <a:gd name="T2" fmla="*/ 1513 w 2629"/>
                <a:gd name="T3" fmla="*/ 2629 h 2722"/>
                <a:gd name="T4" fmla="*/ 1414 w 2629"/>
                <a:gd name="T5" fmla="*/ 2448 h 2722"/>
                <a:gd name="T6" fmla="*/ 909 w 2629"/>
                <a:gd name="T7" fmla="*/ 2377 h 2722"/>
                <a:gd name="T8" fmla="*/ 1355 w 2629"/>
                <a:gd name="T9" fmla="*/ 1793 h 2722"/>
                <a:gd name="T10" fmla="*/ 1522 w 2629"/>
                <a:gd name="T11" fmla="*/ 1787 h 2722"/>
                <a:gd name="T12" fmla="*/ 1804 w 2629"/>
                <a:gd name="T13" fmla="*/ 2308 h 2722"/>
                <a:gd name="T14" fmla="*/ 1621 w 2629"/>
                <a:gd name="T15" fmla="*/ 2397 h 2722"/>
                <a:gd name="T16" fmla="*/ 1708 w 2629"/>
                <a:gd name="T17" fmla="*/ 2561 h 2722"/>
                <a:gd name="T18" fmla="*/ 2509 w 2629"/>
                <a:gd name="T19" fmla="*/ 1005 h 2722"/>
                <a:gd name="T20" fmla="*/ 2251 w 2629"/>
                <a:gd name="T21" fmla="*/ 989 h 2722"/>
                <a:gd name="T22" fmla="*/ 2321 w 2629"/>
                <a:gd name="T23" fmla="*/ 1505 h 2722"/>
                <a:gd name="T24" fmla="*/ 1724 w 2629"/>
                <a:gd name="T25" fmla="*/ 1502 h 2722"/>
                <a:gd name="T26" fmla="*/ 1704 w 2629"/>
                <a:gd name="T27" fmla="*/ 1342 h 2722"/>
                <a:gd name="T28" fmla="*/ 1995 w 2629"/>
                <a:gd name="T29" fmla="*/ 968 h 2722"/>
                <a:gd name="T30" fmla="*/ 1889 w 2629"/>
                <a:gd name="T31" fmla="*/ 965 h 2722"/>
                <a:gd name="T32" fmla="*/ 1660 w 2629"/>
                <a:gd name="T33" fmla="*/ 1263 h 2722"/>
                <a:gd name="T34" fmla="*/ 1331 w 2629"/>
                <a:gd name="T35" fmla="*/ 1278 h 2722"/>
                <a:gd name="T36" fmla="*/ 938 w 2629"/>
                <a:gd name="T37" fmla="*/ 551 h 2722"/>
                <a:gd name="T38" fmla="*/ 2090 w 2629"/>
                <a:gd name="T39" fmla="*/ 769 h 2722"/>
                <a:gd name="T40" fmla="*/ 2453 w 2629"/>
                <a:gd name="T41" fmla="*/ 787 h 2722"/>
                <a:gd name="T42" fmla="*/ 1325 w 2629"/>
                <a:gd name="T43" fmla="*/ 29 h 2722"/>
                <a:gd name="T44" fmla="*/ 35 w 2629"/>
                <a:gd name="T45" fmla="*/ 1353 h 2722"/>
                <a:gd name="T46" fmla="*/ 532 w 2629"/>
                <a:gd name="T47" fmla="*/ 2462 h 2722"/>
                <a:gd name="T48" fmla="*/ 388 w 2629"/>
                <a:gd name="T49" fmla="*/ 1577 h 2722"/>
                <a:gd name="T50" fmla="*/ 1206 w 2629"/>
                <a:gd name="T51" fmla="*/ 1581 h 2722"/>
                <a:gd name="T52" fmla="*/ 1285 w 2629"/>
                <a:gd name="T53" fmla="*/ 1751 h 2722"/>
                <a:gd name="T54" fmla="*/ 832 w 2629"/>
                <a:gd name="T55" fmla="*/ 2336 h 2722"/>
                <a:gd name="T56" fmla="*/ 388 w 2629"/>
                <a:gd name="T57" fmla="*/ 1577 h 2722"/>
                <a:gd name="T58" fmla="*/ 1874 w 2629"/>
                <a:gd name="T59" fmla="*/ 2254 h 2722"/>
                <a:gd name="T60" fmla="*/ 1592 w 2629"/>
                <a:gd name="T61" fmla="*/ 1749 h 2722"/>
                <a:gd name="T62" fmla="*/ 1705 w 2629"/>
                <a:gd name="T63" fmla="*/ 1581 h 2722"/>
                <a:gd name="T64" fmla="*/ 2305 w 2629"/>
                <a:gd name="T65" fmla="*/ 1583 h 2722"/>
                <a:gd name="T66" fmla="*/ 1874 w 2629"/>
                <a:gd name="T67" fmla="*/ 2254 h 2722"/>
                <a:gd name="T68" fmla="*/ 388 w 2629"/>
                <a:gd name="T69" fmla="*/ 1501 h 2722"/>
                <a:gd name="T70" fmla="*/ 863 w 2629"/>
                <a:gd name="T71" fmla="*/ 601 h 2722"/>
                <a:gd name="T72" fmla="*/ 1277 w 2629"/>
                <a:gd name="T73" fmla="*/ 1348 h 2722"/>
                <a:gd name="T74" fmla="*/ 1213 w 2629"/>
                <a:gd name="T75" fmla="*/ 1502 h 2722"/>
                <a:gd name="T76" fmla="*/ 388 w 2629"/>
                <a:gd name="T77" fmla="*/ 1501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29" h="2722">
                  <a:moveTo>
                    <a:pt x="532" y="2462"/>
                  </a:moveTo>
                  <a:cubicBezTo>
                    <a:pt x="812" y="2664"/>
                    <a:pt x="1181" y="2722"/>
                    <a:pt x="1513" y="2629"/>
                  </a:cubicBezTo>
                  <a:cubicBezTo>
                    <a:pt x="1479" y="2569"/>
                    <a:pt x="1446" y="2509"/>
                    <a:pt x="1414" y="2448"/>
                  </a:cubicBezTo>
                  <a:cubicBezTo>
                    <a:pt x="1243" y="2461"/>
                    <a:pt x="1069" y="2441"/>
                    <a:pt x="909" y="2377"/>
                  </a:cubicBezTo>
                  <a:cubicBezTo>
                    <a:pt x="1053" y="2179"/>
                    <a:pt x="1209" y="1990"/>
                    <a:pt x="1355" y="1793"/>
                  </a:cubicBezTo>
                  <a:cubicBezTo>
                    <a:pt x="1411" y="1793"/>
                    <a:pt x="1467" y="1791"/>
                    <a:pt x="1522" y="1787"/>
                  </a:cubicBezTo>
                  <a:cubicBezTo>
                    <a:pt x="1610" y="1964"/>
                    <a:pt x="1711" y="2134"/>
                    <a:pt x="1804" y="2308"/>
                  </a:cubicBezTo>
                  <a:cubicBezTo>
                    <a:pt x="1743" y="2338"/>
                    <a:pt x="1682" y="2367"/>
                    <a:pt x="1621" y="2397"/>
                  </a:cubicBezTo>
                  <a:cubicBezTo>
                    <a:pt x="1650" y="2451"/>
                    <a:pt x="1679" y="2506"/>
                    <a:pt x="1708" y="2561"/>
                  </a:cubicBezTo>
                  <a:cubicBezTo>
                    <a:pt x="2278" y="2292"/>
                    <a:pt x="2629" y="1627"/>
                    <a:pt x="2509" y="1005"/>
                  </a:cubicBezTo>
                  <a:cubicBezTo>
                    <a:pt x="2423" y="999"/>
                    <a:pt x="2337" y="994"/>
                    <a:pt x="2251" y="989"/>
                  </a:cubicBezTo>
                  <a:cubicBezTo>
                    <a:pt x="2314" y="1154"/>
                    <a:pt x="2334" y="1330"/>
                    <a:pt x="2321" y="1505"/>
                  </a:cubicBezTo>
                  <a:cubicBezTo>
                    <a:pt x="2122" y="1507"/>
                    <a:pt x="1923" y="1505"/>
                    <a:pt x="1724" y="1502"/>
                  </a:cubicBezTo>
                  <a:cubicBezTo>
                    <a:pt x="1718" y="1449"/>
                    <a:pt x="1711" y="1396"/>
                    <a:pt x="1704" y="1342"/>
                  </a:cubicBezTo>
                  <a:cubicBezTo>
                    <a:pt x="1801" y="1218"/>
                    <a:pt x="1898" y="1093"/>
                    <a:pt x="1995" y="968"/>
                  </a:cubicBezTo>
                  <a:cubicBezTo>
                    <a:pt x="1969" y="968"/>
                    <a:pt x="1916" y="966"/>
                    <a:pt x="1889" y="965"/>
                  </a:cubicBezTo>
                  <a:cubicBezTo>
                    <a:pt x="1813" y="1065"/>
                    <a:pt x="1734" y="1162"/>
                    <a:pt x="1660" y="1263"/>
                  </a:cubicBezTo>
                  <a:cubicBezTo>
                    <a:pt x="1555" y="1191"/>
                    <a:pt x="1432" y="1212"/>
                    <a:pt x="1331" y="1278"/>
                  </a:cubicBezTo>
                  <a:cubicBezTo>
                    <a:pt x="1205" y="1033"/>
                    <a:pt x="1061" y="797"/>
                    <a:pt x="938" y="551"/>
                  </a:cubicBezTo>
                  <a:cubicBezTo>
                    <a:pt x="1300" y="342"/>
                    <a:pt x="1877" y="370"/>
                    <a:pt x="2090" y="769"/>
                  </a:cubicBezTo>
                  <a:cubicBezTo>
                    <a:pt x="2210" y="778"/>
                    <a:pt x="2331" y="785"/>
                    <a:pt x="2453" y="787"/>
                  </a:cubicBezTo>
                  <a:cubicBezTo>
                    <a:pt x="2280" y="332"/>
                    <a:pt x="1817" y="0"/>
                    <a:pt x="1325" y="29"/>
                  </a:cubicBezTo>
                  <a:cubicBezTo>
                    <a:pt x="638" y="57"/>
                    <a:pt x="68" y="678"/>
                    <a:pt x="35" y="1353"/>
                  </a:cubicBezTo>
                  <a:cubicBezTo>
                    <a:pt x="0" y="1773"/>
                    <a:pt x="182" y="2218"/>
                    <a:pt x="532" y="2462"/>
                  </a:cubicBezTo>
                  <a:moveTo>
                    <a:pt x="388" y="1577"/>
                  </a:moveTo>
                  <a:cubicBezTo>
                    <a:pt x="660" y="1575"/>
                    <a:pt x="933" y="1584"/>
                    <a:pt x="1206" y="1581"/>
                  </a:cubicBezTo>
                  <a:cubicBezTo>
                    <a:pt x="1230" y="1638"/>
                    <a:pt x="1257" y="1695"/>
                    <a:pt x="1285" y="1751"/>
                  </a:cubicBezTo>
                  <a:cubicBezTo>
                    <a:pt x="1129" y="1942"/>
                    <a:pt x="981" y="2140"/>
                    <a:pt x="832" y="2336"/>
                  </a:cubicBezTo>
                  <a:cubicBezTo>
                    <a:pt x="573" y="2168"/>
                    <a:pt x="421" y="1880"/>
                    <a:pt x="388" y="1577"/>
                  </a:cubicBezTo>
                  <a:moveTo>
                    <a:pt x="1874" y="2254"/>
                  </a:moveTo>
                  <a:cubicBezTo>
                    <a:pt x="1778" y="2087"/>
                    <a:pt x="1688" y="1916"/>
                    <a:pt x="1592" y="1749"/>
                  </a:cubicBezTo>
                  <a:cubicBezTo>
                    <a:pt x="1631" y="1694"/>
                    <a:pt x="1669" y="1638"/>
                    <a:pt x="1705" y="1581"/>
                  </a:cubicBezTo>
                  <a:cubicBezTo>
                    <a:pt x="1905" y="1583"/>
                    <a:pt x="2105" y="1580"/>
                    <a:pt x="2305" y="1583"/>
                  </a:cubicBezTo>
                  <a:cubicBezTo>
                    <a:pt x="2239" y="1846"/>
                    <a:pt x="2095" y="2093"/>
                    <a:pt x="1874" y="2254"/>
                  </a:cubicBezTo>
                  <a:moveTo>
                    <a:pt x="388" y="1501"/>
                  </a:moveTo>
                  <a:cubicBezTo>
                    <a:pt x="404" y="1149"/>
                    <a:pt x="578" y="810"/>
                    <a:pt x="863" y="601"/>
                  </a:cubicBezTo>
                  <a:cubicBezTo>
                    <a:pt x="1004" y="849"/>
                    <a:pt x="1135" y="1102"/>
                    <a:pt x="1277" y="1348"/>
                  </a:cubicBezTo>
                  <a:cubicBezTo>
                    <a:pt x="1255" y="1399"/>
                    <a:pt x="1234" y="1451"/>
                    <a:pt x="1213" y="1502"/>
                  </a:cubicBezTo>
                  <a:cubicBezTo>
                    <a:pt x="938" y="1500"/>
                    <a:pt x="663" y="1502"/>
                    <a:pt x="388" y="150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" name="Freeform 22"/>
            <p:cNvSpPr>
              <a:spLocks/>
            </p:cNvSpPr>
            <p:nvPr/>
          </p:nvSpPr>
          <p:spPr bwMode="auto">
            <a:xfrm flipV="1">
              <a:off x="9093200" y="1312863"/>
              <a:ext cx="304800" cy="476250"/>
            </a:xfrm>
            <a:custGeom>
              <a:avLst/>
              <a:gdLst>
                <a:gd name="T0" fmla="*/ 22 w 841"/>
                <a:gd name="T1" fmla="*/ 669 h 1315"/>
                <a:gd name="T2" fmla="*/ 769 w 841"/>
                <a:gd name="T3" fmla="*/ 1201 h 1315"/>
                <a:gd name="T4" fmla="*/ 841 w 841"/>
                <a:gd name="T5" fmla="*/ 193 h 1315"/>
                <a:gd name="T6" fmla="*/ 22 w 841"/>
                <a:gd name="T7" fmla="*/ 669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1" h="1315">
                  <a:moveTo>
                    <a:pt x="22" y="669"/>
                  </a:moveTo>
                  <a:cubicBezTo>
                    <a:pt x="0" y="1052"/>
                    <a:pt x="419" y="1315"/>
                    <a:pt x="769" y="1201"/>
                  </a:cubicBezTo>
                  <a:cubicBezTo>
                    <a:pt x="661" y="869"/>
                    <a:pt x="706" y="511"/>
                    <a:pt x="841" y="193"/>
                  </a:cubicBezTo>
                  <a:cubicBezTo>
                    <a:pt x="494" y="0"/>
                    <a:pt x="7" y="263"/>
                    <a:pt x="22" y="6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" name="Freeform 23"/>
            <p:cNvSpPr>
              <a:spLocks/>
            </p:cNvSpPr>
            <p:nvPr/>
          </p:nvSpPr>
          <p:spPr bwMode="auto">
            <a:xfrm flipV="1">
              <a:off x="8467725" y="1385888"/>
              <a:ext cx="539750" cy="95250"/>
            </a:xfrm>
            <a:custGeom>
              <a:avLst/>
              <a:gdLst>
                <a:gd name="T0" fmla="*/ 57 w 1494"/>
                <a:gd name="T1" fmla="*/ 263 h 263"/>
                <a:gd name="T2" fmla="*/ 1494 w 1494"/>
                <a:gd name="T3" fmla="*/ 49 h 263"/>
                <a:gd name="T4" fmla="*/ 1383 w 1494"/>
                <a:gd name="T5" fmla="*/ 9 h 263"/>
                <a:gd name="T6" fmla="*/ 0 w 1494"/>
                <a:gd name="T7" fmla="*/ 124 h 263"/>
                <a:gd name="T8" fmla="*/ 57 w 1494"/>
                <a:gd name="T9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63">
                  <a:moveTo>
                    <a:pt x="57" y="263"/>
                  </a:moveTo>
                  <a:cubicBezTo>
                    <a:pt x="534" y="180"/>
                    <a:pt x="1019" y="146"/>
                    <a:pt x="1494" y="49"/>
                  </a:cubicBezTo>
                  <a:cubicBezTo>
                    <a:pt x="1459" y="31"/>
                    <a:pt x="1425" y="0"/>
                    <a:pt x="1383" y="9"/>
                  </a:cubicBezTo>
                  <a:cubicBezTo>
                    <a:pt x="921" y="36"/>
                    <a:pt x="461" y="89"/>
                    <a:pt x="0" y="124"/>
                  </a:cubicBezTo>
                  <a:cubicBezTo>
                    <a:pt x="19" y="171"/>
                    <a:pt x="38" y="217"/>
                    <a:pt x="57" y="2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" name="Freeform 24"/>
            <p:cNvSpPr>
              <a:spLocks/>
            </p:cNvSpPr>
            <p:nvPr/>
          </p:nvSpPr>
          <p:spPr bwMode="auto">
            <a:xfrm flipV="1">
              <a:off x="9815513" y="1550988"/>
              <a:ext cx="996950" cy="252413"/>
            </a:xfrm>
            <a:custGeom>
              <a:avLst/>
              <a:gdLst>
                <a:gd name="T0" fmla="*/ 2181 w 2754"/>
                <a:gd name="T1" fmla="*/ 677 h 699"/>
                <a:gd name="T2" fmla="*/ 2268 w 2754"/>
                <a:gd name="T3" fmla="*/ 613 h 699"/>
                <a:gd name="T4" fmla="*/ 2134 w 2754"/>
                <a:gd name="T5" fmla="*/ 408 h 699"/>
                <a:gd name="T6" fmla="*/ 2237 w 2754"/>
                <a:gd name="T7" fmla="*/ 418 h 699"/>
                <a:gd name="T8" fmla="*/ 2405 w 2754"/>
                <a:gd name="T9" fmla="*/ 688 h 699"/>
                <a:gd name="T10" fmla="*/ 2495 w 2754"/>
                <a:gd name="T11" fmla="*/ 630 h 699"/>
                <a:gd name="T12" fmla="*/ 2360 w 2754"/>
                <a:gd name="T13" fmla="*/ 410 h 699"/>
                <a:gd name="T14" fmla="*/ 2634 w 2754"/>
                <a:gd name="T15" fmla="*/ 699 h 699"/>
                <a:gd name="T16" fmla="*/ 2723 w 2754"/>
                <a:gd name="T17" fmla="*/ 642 h 699"/>
                <a:gd name="T18" fmla="*/ 2754 w 2754"/>
                <a:gd name="T19" fmla="*/ 130 h 699"/>
                <a:gd name="T20" fmla="*/ 2662 w 2754"/>
                <a:gd name="T21" fmla="*/ 71 h 699"/>
                <a:gd name="T22" fmla="*/ 2475 w 2754"/>
                <a:gd name="T23" fmla="*/ 313 h 699"/>
                <a:gd name="T24" fmla="*/ 2371 w 2754"/>
                <a:gd name="T25" fmla="*/ 308 h 699"/>
                <a:gd name="T26" fmla="*/ 2518 w 2754"/>
                <a:gd name="T27" fmla="*/ 126 h 699"/>
                <a:gd name="T28" fmla="*/ 2440 w 2754"/>
                <a:gd name="T29" fmla="*/ 53 h 699"/>
                <a:gd name="T30" fmla="*/ 2143 w 2754"/>
                <a:gd name="T31" fmla="*/ 306 h 699"/>
                <a:gd name="T32" fmla="*/ 2289 w 2754"/>
                <a:gd name="T33" fmla="*/ 111 h 699"/>
                <a:gd name="T34" fmla="*/ 2214 w 2754"/>
                <a:gd name="T35" fmla="*/ 40 h 699"/>
                <a:gd name="T36" fmla="*/ 2023 w 2754"/>
                <a:gd name="T37" fmla="*/ 282 h 699"/>
                <a:gd name="T38" fmla="*/ 305 w 2754"/>
                <a:gd name="T39" fmla="*/ 166 h 699"/>
                <a:gd name="T40" fmla="*/ 372 w 2754"/>
                <a:gd name="T41" fmla="*/ 37 h 699"/>
                <a:gd name="T42" fmla="*/ 245 w 2754"/>
                <a:gd name="T43" fmla="*/ 0 h 699"/>
                <a:gd name="T44" fmla="*/ 185 w 2754"/>
                <a:gd name="T45" fmla="*/ 101 h 699"/>
                <a:gd name="T46" fmla="*/ 0 w 2754"/>
                <a:gd name="T47" fmla="*/ 132 h 699"/>
                <a:gd name="T48" fmla="*/ 143 w 2754"/>
                <a:gd name="T49" fmla="*/ 256 h 699"/>
                <a:gd name="T50" fmla="*/ 85 w 2754"/>
                <a:gd name="T51" fmla="*/ 347 h 699"/>
                <a:gd name="T52" fmla="*/ 179 w 2754"/>
                <a:gd name="T53" fmla="*/ 483 h 699"/>
                <a:gd name="T54" fmla="*/ 395 w 2754"/>
                <a:gd name="T55" fmla="*/ 297 h 699"/>
                <a:gd name="T56" fmla="*/ 2007 w 2754"/>
                <a:gd name="T57" fmla="*/ 400 h 699"/>
                <a:gd name="T58" fmla="*/ 2181 w 2754"/>
                <a:gd name="T59" fmla="*/ 67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54" h="699">
                  <a:moveTo>
                    <a:pt x="2181" y="677"/>
                  </a:moveTo>
                  <a:cubicBezTo>
                    <a:pt x="2210" y="656"/>
                    <a:pt x="2239" y="634"/>
                    <a:pt x="2268" y="613"/>
                  </a:cubicBezTo>
                  <a:cubicBezTo>
                    <a:pt x="2223" y="545"/>
                    <a:pt x="2178" y="477"/>
                    <a:pt x="2134" y="408"/>
                  </a:cubicBezTo>
                  <a:cubicBezTo>
                    <a:pt x="2159" y="411"/>
                    <a:pt x="2211" y="416"/>
                    <a:pt x="2237" y="418"/>
                  </a:cubicBezTo>
                  <a:cubicBezTo>
                    <a:pt x="2291" y="509"/>
                    <a:pt x="2349" y="598"/>
                    <a:pt x="2405" y="688"/>
                  </a:cubicBezTo>
                  <a:cubicBezTo>
                    <a:pt x="2435" y="669"/>
                    <a:pt x="2465" y="649"/>
                    <a:pt x="2495" y="630"/>
                  </a:cubicBezTo>
                  <a:cubicBezTo>
                    <a:pt x="2449" y="558"/>
                    <a:pt x="2402" y="485"/>
                    <a:pt x="2360" y="410"/>
                  </a:cubicBezTo>
                  <a:cubicBezTo>
                    <a:pt x="2516" y="424"/>
                    <a:pt x="2551" y="596"/>
                    <a:pt x="2634" y="699"/>
                  </a:cubicBezTo>
                  <a:cubicBezTo>
                    <a:pt x="2656" y="685"/>
                    <a:pt x="2701" y="656"/>
                    <a:pt x="2723" y="642"/>
                  </a:cubicBezTo>
                  <a:cubicBezTo>
                    <a:pt x="2561" y="490"/>
                    <a:pt x="2578" y="263"/>
                    <a:pt x="2754" y="130"/>
                  </a:cubicBezTo>
                  <a:cubicBezTo>
                    <a:pt x="2723" y="110"/>
                    <a:pt x="2693" y="91"/>
                    <a:pt x="2662" y="71"/>
                  </a:cubicBezTo>
                  <a:cubicBezTo>
                    <a:pt x="2599" y="151"/>
                    <a:pt x="2536" y="231"/>
                    <a:pt x="2475" y="313"/>
                  </a:cubicBezTo>
                  <a:cubicBezTo>
                    <a:pt x="2449" y="311"/>
                    <a:pt x="2397" y="309"/>
                    <a:pt x="2371" y="308"/>
                  </a:cubicBezTo>
                  <a:cubicBezTo>
                    <a:pt x="2420" y="247"/>
                    <a:pt x="2470" y="187"/>
                    <a:pt x="2518" y="126"/>
                  </a:cubicBezTo>
                  <a:cubicBezTo>
                    <a:pt x="2492" y="102"/>
                    <a:pt x="2466" y="77"/>
                    <a:pt x="2440" y="53"/>
                  </a:cubicBezTo>
                  <a:cubicBezTo>
                    <a:pt x="2349" y="145"/>
                    <a:pt x="2295" y="313"/>
                    <a:pt x="2143" y="306"/>
                  </a:cubicBezTo>
                  <a:cubicBezTo>
                    <a:pt x="2190" y="240"/>
                    <a:pt x="2240" y="176"/>
                    <a:pt x="2289" y="111"/>
                  </a:cubicBezTo>
                  <a:cubicBezTo>
                    <a:pt x="2264" y="87"/>
                    <a:pt x="2240" y="63"/>
                    <a:pt x="2214" y="40"/>
                  </a:cubicBezTo>
                  <a:cubicBezTo>
                    <a:pt x="2151" y="121"/>
                    <a:pt x="2087" y="202"/>
                    <a:pt x="2023" y="282"/>
                  </a:cubicBezTo>
                  <a:cubicBezTo>
                    <a:pt x="1450" y="239"/>
                    <a:pt x="876" y="225"/>
                    <a:pt x="305" y="166"/>
                  </a:cubicBezTo>
                  <a:cubicBezTo>
                    <a:pt x="327" y="123"/>
                    <a:pt x="349" y="80"/>
                    <a:pt x="372" y="37"/>
                  </a:cubicBezTo>
                  <a:cubicBezTo>
                    <a:pt x="330" y="25"/>
                    <a:pt x="287" y="12"/>
                    <a:pt x="245" y="0"/>
                  </a:cubicBezTo>
                  <a:cubicBezTo>
                    <a:pt x="225" y="34"/>
                    <a:pt x="205" y="68"/>
                    <a:pt x="185" y="101"/>
                  </a:cubicBezTo>
                  <a:cubicBezTo>
                    <a:pt x="123" y="112"/>
                    <a:pt x="61" y="122"/>
                    <a:pt x="0" y="132"/>
                  </a:cubicBezTo>
                  <a:cubicBezTo>
                    <a:pt x="48" y="173"/>
                    <a:pt x="95" y="215"/>
                    <a:pt x="143" y="256"/>
                  </a:cubicBezTo>
                  <a:cubicBezTo>
                    <a:pt x="124" y="286"/>
                    <a:pt x="105" y="317"/>
                    <a:pt x="85" y="347"/>
                  </a:cubicBezTo>
                  <a:cubicBezTo>
                    <a:pt x="117" y="392"/>
                    <a:pt x="148" y="438"/>
                    <a:pt x="179" y="483"/>
                  </a:cubicBezTo>
                  <a:cubicBezTo>
                    <a:pt x="240" y="408"/>
                    <a:pt x="312" y="345"/>
                    <a:pt x="395" y="297"/>
                  </a:cubicBezTo>
                  <a:cubicBezTo>
                    <a:pt x="932" y="333"/>
                    <a:pt x="1470" y="362"/>
                    <a:pt x="2007" y="400"/>
                  </a:cubicBezTo>
                  <a:cubicBezTo>
                    <a:pt x="2064" y="493"/>
                    <a:pt x="2123" y="585"/>
                    <a:pt x="2181" y="67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" name="Freeform 25"/>
            <p:cNvSpPr>
              <a:spLocks/>
            </p:cNvSpPr>
            <p:nvPr/>
          </p:nvSpPr>
          <p:spPr bwMode="auto">
            <a:xfrm flipV="1">
              <a:off x="8863013" y="1624013"/>
              <a:ext cx="728663" cy="488950"/>
            </a:xfrm>
            <a:custGeom>
              <a:avLst/>
              <a:gdLst>
                <a:gd name="T0" fmla="*/ 58 w 2016"/>
                <a:gd name="T1" fmla="*/ 576 h 1351"/>
                <a:gd name="T2" fmla="*/ 653 w 2016"/>
                <a:gd name="T3" fmla="*/ 1338 h 1351"/>
                <a:gd name="T4" fmla="*/ 963 w 2016"/>
                <a:gd name="T5" fmla="*/ 1028 h 1351"/>
                <a:gd name="T6" fmla="*/ 919 w 2016"/>
                <a:gd name="T7" fmla="*/ 802 h 1351"/>
                <a:gd name="T8" fmla="*/ 1205 w 2016"/>
                <a:gd name="T9" fmla="*/ 840 h 1351"/>
                <a:gd name="T10" fmla="*/ 1145 w 2016"/>
                <a:gd name="T11" fmla="*/ 968 h 1351"/>
                <a:gd name="T12" fmla="*/ 1503 w 2016"/>
                <a:gd name="T13" fmla="*/ 1051 h 1351"/>
                <a:gd name="T14" fmla="*/ 1717 w 2016"/>
                <a:gd name="T15" fmla="*/ 737 h 1351"/>
                <a:gd name="T16" fmla="*/ 1661 w 2016"/>
                <a:gd name="T17" fmla="*/ 560 h 1351"/>
                <a:gd name="T18" fmla="*/ 1242 w 2016"/>
                <a:gd name="T19" fmla="*/ 488 h 1351"/>
                <a:gd name="T20" fmla="*/ 1182 w 2016"/>
                <a:gd name="T21" fmla="*/ 726 h 1351"/>
                <a:gd name="T22" fmla="*/ 985 w 2016"/>
                <a:gd name="T23" fmla="*/ 697 h 1351"/>
                <a:gd name="T24" fmla="*/ 989 w 2016"/>
                <a:gd name="T25" fmla="*/ 463 h 1351"/>
                <a:gd name="T26" fmla="*/ 432 w 2016"/>
                <a:gd name="T27" fmla="*/ 702 h 1351"/>
                <a:gd name="T28" fmla="*/ 595 w 2016"/>
                <a:gd name="T29" fmla="*/ 479 h 1351"/>
                <a:gd name="T30" fmla="*/ 1750 w 2016"/>
                <a:gd name="T31" fmla="*/ 523 h 1351"/>
                <a:gd name="T32" fmla="*/ 1823 w 2016"/>
                <a:gd name="T33" fmla="*/ 151 h 1351"/>
                <a:gd name="T34" fmla="*/ 628 w 2016"/>
                <a:gd name="T35" fmla="*/ 61 h 1351"/>
                <a:gd name="T36" fmla="*/ 58 w 2016"/>
                <a:gd name="T37" fmla="*/ 576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6" h="1351">
                  <a:moveTo>
                    <a:pt x="58" y="576"/>
                  </a:moveTo>
                  <a:cubicBezTo>
                    <a:pt x="0" y="927"/>
                    <a:pt x="274" y="1351"/>
                    <a:pt x="653" y="1338"/>
                  </a:cubicBezTo>
                  <a:cubicBezTo>
                    <a:pt x="726" y="1208"/>
                    <a:pt x="827" y="1094"/>
                    <a:pt x="963" y="1028"/>
                  </a:cubicBezTo>
                  <a:cubicBezTo>
                    <a:pt x="944" y="954"/>
                    <a:pt x="932" y="878"/>
                    <a:pt x="919" y="802"/>
                  </a:cubicBezTo>
                  <a:cubicBezTo>
                    <a:pt x="1017" y="758"/>
                    <a:pt x="1119" y="780"/>
                    <a:pt x="1205" y="840"/>
                  </a:cubicBezTo>
                  <a:cubicBezTo>
                    <a:pt x="1185" y="883"/>
                    <a:pt x="1165" y="926"/>
                    <a:pt x="1145" y="968"/>
                  </a:cubicBezTo>
                  <a:cubicBezTo>
                    <a:pt x="1270" y="970"/>
                    <a:pt x="1391" y="999"/>
                    <a:pt x="1503" y="1051"/>
                  </a:cubicBezTo>
                  <a:cubicBezTo>
                    <a:pt x="1564" y="939"/>
                    <a:pt x="1634" y="833"/>
                    <a:pt x="1717" y="737"/>
                  </a:cubicBezTo>
                  <a:cubicBezTo>
                    <a:pt x="1699" y="678"/>
                    <a:pt x="1680" y="619"/>
                    <a:pt x="1661" y="560"/>
                  </a:cubicBezTo>
                  <a:cubicBezTo>
                    <a:pt x="1523" y="526"/>
                    <a:pt x="1383" y="504"/>
                    <a:pt x="1242" y="488"/>
                  </a:cubicBezTo>
                  <a:cubicBezTo>
                    <a:pt x="1219" y="567"/>
                    <a:pt x="1201" y="647"/>
                    <a:pt x="1182" y="726"/>
                  </a:cubicBezTo>
                  <a:cubicBezTo>
                    <a:pt x="1117" y="714"/>
                    <a:pt x="1051" y="704"/>
                    <a:pt x="985" y="697"/>
                  </a:cubicBezTo>
                  <a:cubicBezTo>
                    <a:pt x="987" y="619"/>
                    <a:pt x="988" y="541"/>
                    <a:pt x="989" y="463"/>
                  </a:cubicBezTo>
                  <a:cubicBezTo>
                    <a:pt x="777" y="462"/>
                    <a:pt x="540" y="495"/>
                    <a:pt x="432" y="702"/>
                  </a:cubicBezTo>
                  <a:cubicBezTo>
                    <a:pt x="442" y="603"/>
                    <a:pt x="492" y="504"/>
                    <a:pt x="595" y="479"/>
                  </a:cubicBezTo>
                  <a:cubicBezTo>
                    <a:pt x="971" y="342"/>
                    <a:pt x="1372" y="467"/>
                    <a:pt x="1750" y="523"/>
                  </a:cubicBezTo>
                  <a:cubicBezTo>
                    <a:pt x="1959" y="547"/>
                    <a:pt x="2016" y="211"/>
                    <a:pt x="1823" y="151"/>
                  </a:cubicBezTo>
                  <a:cubicBezTo>
                    <a:pt x="1435" y="50"/>
                    <a:pt x="1027" y="0"/>
                    <a:pt x="628" y="61"/>
                  </a:cubicBezTo>
                  <a:cubicBezTo>
                    <a:pt x="363" y="107"/>
                    <a:pt x="97" y="294"/>
                    <a:pt x="58" y="5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4" name="Freeform 26"/>
            <p:cNvSpPr>
              <a:spLocks/>
            </p:cNvSpPr>
            <p:nvPr/>
          </p:nvSpPr>
          <p:spPr bwMode="auto">
            <a:xfrm flipV="1">
              <a:off x="8740775" y="2084388"/>
              <a:ext cx="1162050" cy="874713"/>
            </a:xfrm>
            <a:custGeom>
              <a:avLst/>
              <a:gdLst>
                <a:gd name="T0" fmla="*/ 731 w 3213"/>
                <a:gd name="T1" fmla="*/ 2419 h 2419"/>
                <a:gd name="T2" fmla="*/ 1333 w 3213"/>
                <a:gd name="T3" fmla="*/ 2316 h 2419"/>
                <a:gd name="T4" fmla="*/ 1335 w 3213"/>
                <a:gd name="T5" fmla="*/ 2060 h 2419"/>
                <a:gd name="T6" fmla="*/ 1605 w 3213"/>
                <a:gd name="T7" fmla="*/ 1806 h 2419"/>
                <a:gd name="T8" fmla="*/ 1790 w 3213"/>
                <a:gd name="T9" fmla="*/ 2132 h 2419"/>
                <a:gd name="T10" fmla="*/ 1722 w 3213"/>
                <a:gd name="T11" fmla="*/ 2353 h 2419"/>
                <a:gd name="T12" fmla="*/ 1973 w 3213"/>
                <a:gd name="T13" fmla="*/ 2396 h 2419"/>
                <a:gd name="T14" fmla="*/ 2046 w 3213"/>
                <a:gd name="T15" fmla="*/ 2105 h 2419"/>
                <a:gd name="T16" fmla="*/ 2656 w 3213"/>
                <a:gd name="T17" fmla="*/ 2340 h 2419"/>
                <a:gd name="T18" fmla="*/ 3030 w 3213"/>
                <a:gd name="T19" fmla="*/ 2067 h 2419"/>
                <a:gd name="T20" fmla="*/ 3184 w 3213"/>
                <a:gd name="T21" fmla="*/ 515 h 2419"/>
                <a:gd name="T22" fmla="*/ 2898 w 3213"/>
                <a:gd name="T23" fmla="*/ 179 h 2419"/>
                <a:gd name="T24" fmla="*/ 2593 w 3213"/>
                <a:gd name="T25" fmla="*/ 449 h 2419"/>
                <a:gd name="T26" fmla="*/ 2476 w 3213"/>
                <a:gd name="T27" fmla="*/ 1628 h 2419"/>
                <a:gd name="T28" fmla="*/ 1666 w 3213"/>
                <a:gd name="T29" fmla="*/ 1459 h 2419"/>
                <a:gd name="T30" fmla="*/ 1731 w 3213"/>
                <a:gd name="T31" fmla="*/ 626 h 2419"/>
                <a:gd name="T32" fmla="*/ 568 w 3213"/>
                <a:gd name="T33" fmla="*/ 98 h 2419"/>
                <a:gd name="T34" fmla="*/ 157 w 3213"/>
                <a:gd name="T35" fmla="*/ 105 h 2419"/>
                <a:gd name="T36" fmla="*/ 209 w 3213"/>
                <a:gd name="T37" fmla="*/ 594 h 2419"/>
                <a:gd name="T38" fmla="*/ 1176 w 3213"/>
                <a:gd name="T39" fmla="*/ 1022 h 2419"/>
                <a:gd name="T40" fmla="*/ 731 w 3213"/>
                <a:gd name="T41" fmla="*/ 2419 h 2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13" h="2419">
                  <a:moveTo>
                    <a:pt x="731" y="2419"/>
                  </a:moveTo>
                  <a:cubicBezTo>
                    <a:pt x="925" y="2351"/>
                    <a:pt x="1128" y="2316"/>
                    <a:pt x="1333" y="2316"/>
                  </a:cubicBezTo>
                  <a:cubicBezTo>
                    <a:pt x="1334" y="2230"/>
                    <a:pt x="1335" y="2145"/>
                    <a:pt x="1335" y="2060"/>
                  </a:cubicBezTo>
                  <a:cubicBezTo>
                    <a:pt x="1427" y="1978"/>
                    <a:pt x="1516" y="1892"/>
                    <a:pt x="1605" y="1806"/>
                  </a:cubicBezTo>
                  <a:cubicBezTo>
                    <a:pt x="1666" y="1915"/>
                    <a:pt x="1728" y="2024"/>
                    <a:pt x="1790" y="2132"/>
                  </a:cubicBezTo>
                  <a:cubicBezTo>
                    <a:pt x="1767" y="2206"/>
                    <a:pt x="1744" y="2279"/>
                    <a:pt x="1722" y="2353"/>
                  </a:cubicBezTo>
                  <a:cubicBezTo>
                    <a:pt x="1805" y="2369"/>
                    <a:pt x="1889" y="2383"/>
                    <a:pt x="1973" y="2396"/>
                  </a:cubicBezTo>
                  <a:cubicBezTo>
                    <a:pt x="1995" y="2299"/>
                    <a:pt x="2021" y="2202"/>
                    <a:pt x="2046" y="2105"/>
                  </a:cubicBezTo>
                  <a:cubicBezTo>
                    <a:pt x="2251" y="2178"/>
                    <a:pt x="2449" y="2272"/>
                    <a:pt x="2656" y="2340"/>
                  </a:cubicBezTo>
                  <a:cubicBezTo>
                    <a:pt x="2833" y="2393"/>
                    <a:pt x="3023" y="2248"/>
                    <a:pt x="3030" y="2067"/>
                  </a:cubicBezTo>
                  <a:cubicBezTo>
                    <a:pt x="3074" y="1549"/>
                    <a:pt x="3138" y="1033"/>
                    <a:pt x="3184" y="515"/>
                  </a:cubicBezTo>
                  <a:cubicBezTo>
                    <a:pt x="3213" y="348"/>
                    <a:pt x="3067" y="176"/>
                    <a:pt x="2898" y="179"/>
                  </a:cubicBezTo>
                  <a:cubicBezTo>
                    <a:pt x="2746" y="165"/>
                    <a:pt x="2598" y="298"/>
                    <a:pt x="2593" y="449"/>
                  </a:cubicBezTo>
                  <a:cubicBezTo>
                    <a:pt x="2554" y="842"/>
                    <a:pt x="2501" y="1234"/>
                    <a:pt x="2476" y="1628"/>
                  </a:cubicBezTo>
                  <a:cubicBezTo>
                    <a:pt x="2210" y="1563"/>
                    <a:pt x="1947" y="1318"/>
                    <a:pt x="1666" y="1459"/>
                  </a:cubicBezTo>
                  <a:cubicBezTo>
                    <a:pt x="1715" y="1194"/>
                    <a:pt x="1955" y="863"/>
                    <a:pt x="1731" y="626"/>
                  </a:cubicBezTo>
                  <a:cubicBezTo>
                    <a:pt x="1356" y="425"/>
                    <a:pt x="952" y="281"/>
                    <a:pt x="568" y="98"/>
                  </a:cubicBezTo>
                  <a:cubicBezTo>
                    <a:pt x="442" y="32"/>
                    <a:pt x="271" y="0"/>
                    <a:pt x="157" y="105"/>
                  </a:cubicBezTo>
                  <a:cubicBezTo>
                    <a:pt x="0" y="227"/>
                    <a:pt x="26" y="509"/>
                    <a:pt x="209" y="594"/>
                  </a:cubicBezTo>
                  <a:cubicBezTo>
                    <a:pt x="529" y="741"/>
                    <a:pt x="855" y="877"/>
                    <a:pt x="1176" y="1022"/>
                  </a:cubicBezTo>
                  <a:cubicBezTo>
                    <a:pt x="1044" y="1493"/>
                    <a:pt x="915" y="1965"/>
                    <a:pt x="731" y="24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6" name="组合 115"/>
          <p:cNvGrpSpPr/>
          <p:nvPr/>
        </p:nvGrpSpPr>
        <p:grpSpPr>
          <a:xfrm>
            <a:off x="9528246" y="805545"/>
            <a:ext cx="2571277" cy="1458195"/>
            <a:chOff x="8001000" y="3938588"/>
            <a:chExt cx="4305301" cy="2441575"/>
          </a:xfrm>
        </p:grpSpPr>
        <p:grpSp>
          <p:nvGrpSpPr>
            <p:cNvPr id="117" name="Group 95"/>
            <p:cNvGrpSpPr>
              <a:grpSpLocks/>
            </p:cNvGrpSpPr>
            <p:nvPr/>
          </p:nvGrpSpPr>
          <p:grpSpPr bwMode="auto">
            <a:xfrm>
              <a:off x="10190163" y="3938588"/>
              <a:ext cx="2116138" cy="2322513"/>
              <a:chOff x="6419" y="2481"/>
              <a:chExt cx="1333" cy="1463"/>
            </a:xfrm>
          </p:grpSpPr>
          <p:sp>
            <p:nvSpPr>
              <p:cNvPr id="140" name="Freeform 90"/>
              <p:cNvSpPr>
                <a:spLocks noEditPoints="1"/>
              </p:cNvSpPr>
              <p:nvPr/>
            </p:nvSpPr>
            <p:spPr bwMode="auto">
              <a:xfrm flipV="1">
                <a:off x="6419" y="2481"/>
                <a:ext cx="469" cy="391"/>
              </a:xfrm>
              <a:custGeom>
                <a:avLst/>
                <a:gdLst>
                  <a:gd name="T0" fmla="*/ 0 w 2062"/>
                  <a:gd name="T1" fmla="*/ 1173 h 1715"/>
                  <a:gd name="T2" fmla="*/ 1698 w 2062"/>
                  <a:gd name="T3" fmla="*/ 1715 h 1715"/>
                  <a:gd name="T4" fmla="*/ 2062 w 2062"/>
                  <a:gd name="T5" fmla="*/ 551 h 1715"/>
                  <a:gd name="T6" fmla="*/ 381 w 2062"/>
                  <a:gd name="T7" fmla="*/ 0 h 1715"/>
                  <a:gd name="T8" fmla="*/ 0 w 2062"/>
                  <a:gd name="T9" fmla="*/ 1173 h 1715"/>
                  <a:gd name="T10" fmla="*/ 1361 w 2062"/>
                  <a:gd name="T11" fmla="*/ 1565 h 1715"/>
                  <a:gd name="T12" fmla="*/ 49 w 2062"/>
                  <a:gd name="T13" fmla="*/ 1140 h 1715"/>
                  <a:gd name="T14" fmla="*/ 400 w 2062"/>
                  <a:gd name="T15" fmla="*/ 64 h 1715"/>
                  <a:gd name="T16" fmla="*/ 2014 w 2062"/>
                  <a:gd name="T17" fmla="*/ 576 h 1715"/>
                  <a:gd name="T18" fmla="*/ 1729 w 2062"/>
                  <a:gd name="T19" fmla="*/ 1493 h 1715"/>
                  <a:gd name="T20" fmla="*/ 1653 w 2062"/>
                  <a:gd name="T21" fmla="*/ 1669 h 1715"/>
                  <a:gd name="T22" fmla="*/ 1361 w 2062"/>
                  <a:gd name="T23" fmla="*/ 1565 h 1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62" h="1715">
                    <a:moveTo>
                      <a:pt x="0" y="1173"/>
                    </a:moveTo>
                    <a:cubicBezTo>
                      <a:pt x="568" y="1347"/>
                      <a:pt x="1127" y="1551"/>
                      <a:pt x="1698" y="1715"/>
                    </a:cubicBezTo>
                    <a:cubicBezTo>
                      <a:pt x="1823" y="1328"/>
                      <a:pt x="1960" y="944"/>
                      <a:pt x="2062" y="551"/>
                    </a:cubicBezTo>
                    <a:cubicBezTo>
                      <a:pt x="1505" y="359"/>
                      <a:pt x="938" y="193"/>
                      <a:pt x="381" y="0"/>
                    </a:cubicBezTo>
                    <a:cubicBezTo>
                      <a:pt x="245" y="387"/>
                      <a:pt x="121" y="780"/>
                      <a:pt x="0" y="1173"/>
                    </a:cubicBezTo>
                    <a:moveTo>
                      <a:pt x="1361" y="1565"/>
                    </a:moveTo>
                    <a:cubicBezTo>
                      <a:pt x="922" y="1427"/>
                      <a:pt x="485" y="1286"/>
                      <a:pt x="49" y="1140"/>
                    </a:cubicBezTo>
                    <a:cubicBezTo>
                      <a:pt x="170" y="783"/>
                      <a:pt x="282" y="422"/>
                      <a:pt x="400" y="64"/>
                    </a:cubicBezTo>
                    <a:cubicBezTo>
                      <a:pt x="940" y="227"/>
                      <a:pt x="1476" y="406"/>
                      <a:pt x="2014" y="576"/>
                    </a:cubicBezTo>
                    <a:cubicBezTo>
                      <a:pt x="1926" y="884"/>
                      <a:pt x="1822" y="1187"/>
                      <a:pt x="1729" y="1493"/>
                    </a:cubicBezTo>
                    <a:cubicBezTo>
                      <a:pt x="1712" y="1556"/>
                      <a:pt x="1680" y="1612"/>
                      <a:pt x="1653" y="1669"/>
                    </a:cubicBezTo>
                    <a:cubicBezTo>
                      <a:pt x="1558" y="1629"/>
                      <a:pt x="1459" y="1596"/>
                      <a:pt x="1361" y="1565"/>
                    </a:cubicBezTo>
                  </a:path>
                </a:pathLst>
              </a:custGeom>
              <a:solidFill>
                <a:srgbClr val="4A4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91"/>
              <p:cNvSpPr>
                <a:spLocks noEditPoints="1"/>
              </p:cNvSpPr>
              <p:nvPr/>
            </p:nvSpPr>
            <p:spPr bwMode="auto">
              <a:xfrm flipV="1">
                <a:off x="6681" y="2688"/>
                <a:ext cx="488" cy="467"/>
              </a:xfrm>
              <a:custGeom>
                <a:avLst/>
                <a:gdLst>
                  <a:gd name="T0" fmla="*/ 0 w 2143"/>
                  <a:gd name="T1" fmla="*/ 961 h 2049"/>
                  <a:gd name="T2" fmla="*/ 1415 w 2143"/>
                  <a:gd name="T3" fmla="*/ 2049 h 2049"/>
                  <a:gd name="T4" fmla="*/ 2143 w 2143"/>
                  <a:gd name="T5" fmla="*/ 1091 h 2049"/>
                  <a:gd name="T6" fmla="*/ 1896 w 2143"/>
                  <a:gd name="T7" fmla="*/ 886 h 2049"/>
                  <a:gd name="T8" fmla="*/ 960 w 2143"/>
                  <a:gd name="T9" fmla="*/ 155 h 2049"/>
                  <a:gd name="T10" fmla="*/ 742 w 2143"/>
                  <a:gd name="T11" fmla="*/ 0 h 2049"/>
                  <a:gd name="T12" fmla="*/ 0 w 2143"/>
                  <a:gd name="T13" fmla="*/ 961 h 2049"/>
                  <a:gd name="T14" fmla="*/ 58 w 2143"/>
                  <a:gd name="T15" fmla="*/ 950 h 2049"/>
                  <a:gd name="T16" fmla="*/ 744 w 2143"/>
                  <a:gd name="T17" fmla="*/ 57 h 2049"/>
                  <a:gd name="T18" fmla="*/ 1027 w 2143"/>
                  <a:gd name="T19" fmla="*/ 262 h 2049"/>
                  <a:gd name="T20" fmla="*/ 2096 w 2143"/>
                  <a:gd name="T21" fmla="*/ 1094 h 2049"/>
                  <a:gd name="T22" fmla="*/ 1400 w 2143"/>
                  <a:gd name="T23" fmla="*/ 1991 h 2049"/>
                  <a:gd name="T24" fmla="*/ 58 w 2143"/>
                  <a:gd name="T25" fmla="*/ 950 h 20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43" h="2049">
                    <a:moveTo>
                      <a:pt x="0" y="961"/>
                    </a:moveTo>
                    <a:cubicBezTo>
                      <a:pt x="474" y="1321"/>
                      <a:pt x="939" y="1692"/>
                      <a:pt x="1415" y="2049"/>
                    </a:cubicBezTo>
                    <a:cubicBezTo>
                      <a:pt x="1652" y="1726"/>
                      <a:pt x="1920" y="1424"/>
                      <a:pt x="2143" y="1091"/>
                    </a:cubicBezTo>
                    <a:cubicBezTo>
                      <a:pt x="2073" y="1009"/>
                      <a:pt x="1979" y="952"/>
                      <a:pt x="1896" y="886"/>
                    </a:cubicBezTo>
                    <a:cubicBezTo>
                      <a:pt x="1583" y="643"/>
                      <a:pt x="1271" y="400"/>
                      <a:pt x="960" y="155"/>
                    </a:cubicBezTo>
                    <a:cubicBezTo>
                      <a:pt x="889" y="101"/>
                      <a:pt x="824" y="36"/>
                      <a:pt x="742" y="0"/>
                    </a:cubicBezTo>
                    <a:cubicBezTo>
                      <a:pt x="489" y="315"/>
                      <a:pt x="243" y="637"/>
                      <a:pt x="0" y="961"/>
                    </a:cubicBezTo>
                    <a:moveTo>
                      <a:pt x="58" y="950"/>
                    </a:moveTo>
                    <a:cubicBezTo>
                      <a:pt x="285" y="652"/>
                      <a:pt x="519" y="358"/>
                      <a:pt x="744" y="57"/>
                    </a:cubicBezTo>
                    <a:cubicBezTo>
                      <a:pt x="846" y="114"/>
                      <a:pt x="936" y="189"/>
                      <a:pt x="1027" y="262"/>
                    </a:cubicBezTo>
                    <a:cubicBezTo>
                      <a:pt x="1383" y="540"/>
                      <a:pt x="1738" y="819"/>
                      <a:pt x="2096" y="1094"/>
                    </a:cubicBezTo>
                    <a:cubicBezTo>
                      <a:pt x="1869" y="1396"/>
                      <a:pt x="1636" y="1695"/>
                      <a:pt x="1400" y="1991"/>
                    </a:cubicBezTo>
                    <a:cubicBezTo>
                      <a:pt x="954" y="1642"/>
                      <a:pt x="508" y="1294"/>
                      <a:pt x="58" y="950"/>
                    </a:cubicBezTo>
                  </a:path>
                </a:pathLst>
              </a:custGeom>
              <a:solidFill>
                <a:srgbClr val="4A4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Freeform 92"/>
              <p:cNvSpPr>
                <a:spLocks noEditPoints="1"/>
              </p:cNvSpPr>
              <p:nvPr/>
            </p:nvSpPr>
            <p:spPr bwMode="auto">
              <a:xfrm flipV="1">
                <a:off x="7021" y="3197"/>
                <a:ext cx="731" cy="617"/>
              </a:xfrm>
              <a:custGeom>
                <a:avLst/>
                <a:gdLst>
                  <a:gd name="T0" fmla="*/ 225 w 3213"/>
                  <a:gd name="T1" fmla="*/ 1858 h 2708"/>
                  <a:gd name="T2" fmla="*/ 1467 w 3213"/>
                  <a:gd name="T3" fmla="*/ 2708 h 2708"/>
                  <a:gd name="T4" fmla="*/ 2108 w 3213"/>
                  <a:gd name="T5" fmla="*/ 1754 h 2708"/>
                  <a:gd name="T6" fmla="*/ 2515 w 3213"/>
                  <a:gd name="T7" fmla="*/ 2013 h 2708"/>
                  <a:gd name="T8" fmla="*/ 3174 w 3213"/>
                  <a:gd name="T9" fmla="*/ 1038 h 2708"/>
                  <a:gd name="T10" fmla="*/ 3103 w 3213"/>
                  <a:gd name="T11" fmla="*/ 930 h 2708"/>
                  <a:gd name="T12" fmla="*/ 1717 w 3213"/>
                  <a:gd name="T13" fmla="*/ 0 h 2708"/>
                  <a:gd name="T14" fmla="*/ 1072 w 3213"/>
                  <a:gd name="T15" fmla="*/ 952 h 2708"/>
                  <a:gd name="T16" fmla="*/ 746 w 3213"/>
                  <a:gd name="T17" fmla="*/ 757 h 2708"/>
                  <a:gd name="T18" fmla="*/ 697 w 3213"/>
                  <a:gd name="T19" fmla="*/ 755 h 2708"/>
                  <a:gd name="T20" fmla="*/ 2094 w 3213"/>
                  <a:gd name="T21" fmla="*/ 1708 h 2708"/>
                  <a:gd name="T22" fmla="*/ 1460 w 3213"/>
                  <a:gd name="T23" fmla="*/ 2641 h 2708"/>
                  <a:gd name="T24" fmla="*/ 49 w 3213"/>
                  <a:gd name="T25" fmla="*/ 1686 h 2708"/>
                  <a:gd name="T26" fmla="*/ 405 w 3213"/>
                  <a:gd name="T27" fmla="*/ 1141 h 2708"/>
                  <a:gd name="T28" fmla="*/ 183 w 3213"/>
                  <a:gd name="T29" fmla="*/ 1379 h 2708"/>
                  <a:gd name="T30" fmla="*/ 0 w 3213"/>
                  <a:gd name="T31" fmla="*/ 1690 h 2708"/>
                  <a:gd name="T32" fmla="*/ 225 w 3213"/>
                  <a:gd name="T33" fmla="*/ 1858 h 2708"/>
                  <a:gd name="T34" fmla="*/ 2060 w 3213"/>
                  <a:gd name="T35" fmla="*/ 1627 h 2708"/>
                  <a:gd name="T36" fmla="*/ 1110 w 3213"/>
                  <a:gd name="T37" fmla="*/ 981 h 2708"/>
                  <a:gd name="T38" fmla="*/ 1736 w 3213"/>
                  <a:gd name="T39" fmla="*/ 58 h 2708"/>
                  <a:gd name="T40" fmla="*/ 3143 w 3213"/>
                  <a:gd name="T41" fmla="*/ 1015 h 2708"/>
                  <a:gd name="T42" fmla="*/ 2508 w 3213"/>
                  <a:gd name="T43" fmla="*/ 1949 h 2708"/>
                  <a:gd name="T44" fmla="*/ 2060 w 3213"/>
                  <a:gd name="T45" fmla="*/ 1627 h 2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13" h="2708">
                    <a:moveTo>
                      <a:pt x="225" y="1858"/>
                    </a:moveTo>
                    <a:cubicBezTo>
                      <a:pt x="638" y="2144"/>
                      <a:pt x="1057" y="2419"/>
                      <a:pt x="1467" y="2708"/>
                    </a:cubicBezTo>
                    <a:cubicBezTo>
                      <a:pt x="1684" y="2392"/>
                      <a:pt x="1904" y="2078"/>
                      <a:pt x="2108" y="1754"/>
                    </a:cubicBezTo>
                    <a:cubicBezTo>
                      <a:pt x="2256" y="1819"/>
                      <a:pt x="2378" y="1928"/>
                      <a:pt x="2515" y="2013"/>
                    </a:cubicBezTo>
                    <a:cubicBezTo>
                      <a:pt x="2733" y="1687"/>
                      <a:pt x="2960" y="1367"/>
                      <a:pt x="3174" y="1038"/>
                    </a:cubicBezTo>
                    <a:cubicBezTo>
                      <a:pt x="3213" y="983"/>
                      <a:pt x="3136" y="958"/>
                      <a:pt x="3103" y="930"/>
                    </a:cubicBezTo>
                    <a:cubicBezTo>
                      <a:pt x="2636" y="627"/>
                      <a:pt x="2185" y="300"/>
                      <a:pt x="1717" y="0"/>
                    </a:cubicBezTo>
                    <a:cubicBezTo>
                      <a:pt x="1507" y="321"/>
                      <a:pt x="1287" y="635"/>
                      <a:pt x="1072" y="952"/>
                    </a:cubicBezTo>
                    <a:cubicBezTo>
                      <a:pt x="961" y="893"/>
                      <a:pt x="868" y="790"/>
                      <a:pt x="746" y="757"/>
                    </a:cubicBezTo>
                    <a:cubicBezTo>
                      <a:pt x="734" y="756"/>
                      <a:pt x="709" y="755"/>
                      <a:pt x="697" y="755"/>
                    </a:cubicBezTo>
                    <a:cubicBezTo>
                      <a:pt x="1162" y="1073"/>
                      <a:pt x="1636" y="1379"/>
                      <a:pt x="2094" y="1708"/>
                    </a:cubicBezTo>
                    <a:cubicBezTo>
                      <a:pt x="1881" y="2018"/>
                      <a:pt x="1677" y="2334"/>
                      <a:pt x="1460" y="2641"/>
                    </a:cubicBezTo>
                    <a:cubicBezTo>
                      <a:pt x="986" y="2329"/>
                      <a:pt x="518" y="2007"/>
                      <a:pt x="49" y="1686"/>
                    </a:cubicBezTo>
                    <a:cubicBezTo>
                      <a:pt x="168" y="1504"/>
                      <a:pt x="304" y="1334"/>
                      <a:pt x="405" y="1141"/>
                    </a:cubicBezTo>
                    <a:cubicBezTo>
                      <a:pt x="329" y="1219"/>
                      <a:pt x="257" y="1299"/>
                      <a:pt x="183" y="1379"/>
                    </a:cubicBezTo>
                    <a:cubicBezTo>
                      <a:pt x="149" y="1497"/>
                      <a:pt x="55" y="1583"/>
                      <a:pt x="0" y="1690"/>
                    </a:cubicBezTo>
                    <a:cubicBezTo>
                      <a:pt x="60" y="1763"/>
                      <a:pt x="151" y="1802"/>
                      <a:pt x="225" y="1858"/>
                    </a:cubicBezTo>
                    <a:moveTo>
                      <a:pt x="2060" y="1627"/>
                    </a:moveTo>
                    <a:cubicBezTo>
                      <a:pt x="1746" y="1408"/>
                      <a:pt x="1429" y="1193"/>
                      <a:pt x="1110" y="981"/>
                    </a:cubicBezTo>
                    <a:cubicBezTo>
                      <a:pt x="1312" y="669"/>
                      <a:pt x="1525" y="364"/>
                      <a:pt x="1736" y="58"/>
                    </a:cubicBezTo>
                    <a:cubicBezTo>
                      <a:pt x="2205" y="377"/>
                      <a:pt x="2673" y="698"/>
                      <a:pt x="3143" y="1015"/>
                    </a:cubicBezTo>
                    <a:cubicBezTo>
                      <a:pt x="2930" y="1325"/>
                      <a:pt x="2719" y="1637"/>
                      <a:pt x="2508" y="1949"/>
                    </a:cubicBezTo>
                    <a:cubicBezTo>
                      <a:pt x="2347" y="1858"/>
                      <a:pt x="2202" y="1745"/>
                      <a:pt x="2060" y="1627"/>
                    </a:cubicBezTo>
                  </a:path>
                </a:pathLst>
              </a:custGeom>
              <a:solidFill>
                <a:srgbClr val="4A4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Freeform 93"/>
              <p:cNvSpPr>
                <a:spLocks/>
              </p:cNvSpPr>
              <p:nvPr/>
            </p:nvSpPr>
            <p:spPr bwMode="auto">
              <a:xfrm flipV="1">
                <a:off x="7329" y="3782"/>
                <a:ext cx="163" cy="115"/>
              </a:xfrm>
              <a:custGeom>
                <a:avLst/>
                <a:gdLst>
                  <a:gd name="T0" fmla="*/ 539 w 718"/>
                  <a:gd name="T1" fmla="*/ 426 h 502"/>
                  <a:gd name="T2" fmla="*/ 718 w 718"/>
                  <a:gd name="T3" fmla="*/ 502 h 502"/>
                  <a:gd name="T4" fmla="*/ 25 w 718"/>
                  <a:gd name="T5" fmla="*/ 0 h 502"/>
                  <a:gd name="T6" fmla="*/ 0 w 718"/>
                  <a:gd name="T7" fmla="*/ 50 h 502"/>
                  <a:gd name="T8" fmla="*/ 539 w 718"/>
                  <a:gd name="T9" fmla="*/ 426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8" h="502">
                    <a:moveTo>
                      <a:pt x="539" y="426"/>
                    </a:moveTo>
                    <a:cubicBezTo>
                      <a:pt x="591" y="467"/>
                      <a:pt x="654" y="490"/>
                      <a:pt x="718" y="502"/>
                    </a:cubicBezTo>
                    <a:cubicBezTo>
                      <a:pt x="501" y="318"/>
                      <a:pt x="257" y="166"/>
                      <a:pt x="25" y="0"/>
                    </a:cubicBezTo>
                    <a:cubicBezTo>
                      <a:pt x="19" y="12"/>
                      <a:pt x="6" y="37"/>
                      <a:pt x="0" y="50"/>
                    </a:cubicBezTo>
                    <a:cubicBezTo>
                      <a:pt x="180" y="174"/>
                      <a:pt x="360" y="299"/>
                      <a:pt x="539" y="426"/>
                    </a:cubicBezTo>
                  </a:path>
                </a:pathLst>
              </a:custGeom>
              <a:solidFill>
                <a:srgbClr val="4A4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4" name="Freeform 94"/>
              <p:cNvSpPr>
                <a:spLocks noEditPoints="1"/>
              </p:cNvSpPr>
              <p:nvPr/>
            </p:nvSpPr>
            <p:spPr bwMode="auto">
              <a:xfrm flipV="1">
                <a:off x="7134" y="3844"/>
                <a:ext cx="89" cy="100"/>
              </a:xfrm>
              <a:custGeom>
                <a:avLst/>
                <a:gdLst>
                  <a:gd name="T0" fmla="*/ 90 w 392"/>
                  <a:gd name="T1" fmla="*/ 349 h 440"/>
                  <a:gd name="T2" fmla="*/ 335 w 392"/>
                  <a:gd name="T3" fmla="*/ 146 h 440"/>
                  <a:gd name="T4" fmla="*/ 30 w 392"/>
                  <a:gd name="T5" fmla="*/ 125 h 440"/>
                  <a:gd name="T6" fmla="*/ 90 w 392"/>
                  <a:gd name="T7" fmla="*/ 349 h 440"/>
                  <a:gd name="T8" fmla="*/ 134 w 392"/>
                  <a:gd name="T9" fmla="*/ 241 h 440"/>
                  <a:gd name="T10" fmla="*/ 208 w 392"/>
                  <a:gd name="T11" fmla="*/ 163 h 440"/>
                  <a:gd name="T12" fmla="*/ 134 w 392"/>
                  <a:gd name="T13" fmla="*/ 241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2" h="440">
                    <a:moveTo>
                      <a:pt x="90" y="349"/>
                    </a:moveTo>
                    <a:cubicBezTo>
                      <a:pt x="215" y="440"/>
                      <a:pt x="392" y="280"/>
                      <a:pt x="335" y="146"/>
                    </a:cubicBezTo>
                    <a:cubicBezTo>
                      <a:pt x="291" y="22"/>
                      <a:pt x="84" y="0"/>
                      <a:pt x="30" y="125"/>
                    </a:cubicBezTo>
                    <a:cubicBezTo>
                      <a:pt x="0" y="202"/>
                      <a:pt x="7" y="309"/>
                      <a:pt x="90" y="349"/>
                    </a:cubicBezTo>
                    <a:moveTo>
                      <a:pt x="134" y="241"/>
                    </a:moveTo>
                    <a:cubicBezTo>
                      <a:pt x="84" y="195"/>
                      <a:pt x="160" y="114"/>
                      <a:pt x="208" y="163"/>
                    </a:cubicBezTo>
                    <a:cubicBezTo>
                      <a:pt x="262" y="208"/>
                      <a:pt x="182" y="294"/>
                      <a:pt x="134" y="241"/>
                    </a:cubicBezTo>
                  </a:path>
                </a:pathLst>
              </a:custGeom>
              <a:solidFill>
                <a:srgbClr val="4A4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118" name="Group 101"/>
            <p:cNvGrpSpPr>
              <a:grpSpLocks/>
            </p:cNvGrpSpPr>
            <p:nvPr/>
          </p:nvGrpSpPr>
          <p:grpSpPr bwMode="auto">
            <a:xfrm>
              <a:off x="10207625" y="3956050"/>
              <a:ext cx="2073275" cy="2078038"/>
              <a:chOff x="6430" y="2492"/>
              <a:chExt cx="1306" cy="1309"/>
            </a:xfrm>
          </p:grpSpPr>
          <p:sp>
            <p:nvSpPr>
              <p:cNvPr id="135" name="Freeform 96"/>
              <p:cNvSpPr>
                <a:spLocks/>
              </p:cNvSpPr>
              <p:nvPr/>
            </p:nvSpPr>
            <p:spPr bwMode="auto">
              <a:xfrm flipV="1">
                <a:off x="6430" y="2492"/>
                <a:ext cx="447" cy="365"/>
              </a:xfrm>
              <a:custGeom>
                <a:avLst/>
                <a:gdLst>
                  <a:gd name="T0" fmla="*/ 1312 w 1965"/>
                  <a:gd name="T1" fmla="*/ 1501 h 1605"/>
                  <a:gd name="T2" fmla="*/ 1604 w 1965"/>
                  <a:gd name="T3" fmla="*/ 1605 h 1605"/>
                  <a:gd name="T4" fmla="*/ 1680 w 1965"/>
                  <a:gd name="T5" fmla="*/ 1429 h 1605"/>
                  <a:gd name="T6" fmla="*/ 1965 w 1965"/>
                  <a:gd name="T7" fmla="*/ 512 h 1605"/>
                  <a:gd name="T8" fmla="*/ 351 w 1965"/>
                  <a:gd name="T9" fmla="*/ 0 h 1605"/>
                  <a:gd name="T10" fmla="*/ 0 w 1965"/>
                  <a:gd name="T11" fmla="*/ 1076 h 1605"/>
                  <a:gd name="T12" fmla="*/ 1312 w 1965"/>
                  <a:gd name="T13" fmla="*/ 1501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65" h="1605">
                    <a:moveTo>
                      <a:pt x="1312" y="1501"/>
                    </a:moveTo>
                    <a:cubicBezTo>
                      <a:pt x="1410" y="1532"/>
                      <a:pt x="1509" y="1565"/>
                      <a:pt x="1604" y="1605"/>
                    </a:cubicBezTo>
                    <a:cubicBezTo>
                      <a:pt x="1631" y="1548"/>
                      <a:pt x="1663" y="1492"/>
                      <a:pt x="1680" y="1429"/>
                    </a:cubicBezTo>
                    <a:cubicBezTo>
                      <a:pt x="1773" y="1123"/>
                      <a:pt x="1877" y="820"/>
                      <a:pt x="1965" y="512"/>
                    </a:cubicBezTo>
                    <a:cubicBezTo>
                      <a:pt x="1427" y="342"/>
                      <a:pt x="891" y="163"/>
                      <a:pt x="351" y="0"/>
                    </a:cubicBezTo>
                    <a:cubicBezTo>
                      <a:pt x="233" y="358"/>
                      <a:pt x="121" y="719"/>
                      <a:pt x="0" y="1076"/>
                    </a:cubicBezTo>
                    <a:cubicBezTo>
                      <a:pt x="436" y="1222"/>
                      <a:pt x="873" y="1363"/>
                      <a:pt x="1312" y="1501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97"/>
              <p:cNvSpPr>
                <a:spLocks/>
              </p:cNvSpPr>
              <p:nvPr/>
            </p:nvSpPr>
            <p:spPr bwMode="auto">
              <a:xfrm flipV="1">
                <a:off x="6695" y="2701"/>
                <a:ext cx="463" cy="441"/>
              </a:xfrm>
              <a:custGeom>
                <a:avLst/>
                <a:gdLst>
                  <a:gd name="T0" fmla="*/ 0 w 2038"/>
                  <a:gd name="T1" fmla="*/ 893 h 1934"/>
                  <a:gd name="T2" fmla="*/ 1342 w 2038"/>
                  <a:gd name="T3" fmla="*/ 1934 h 1934"/>
                  <a:gd name="T4" fmla="*/ 2038 w 2038"/>
                  <a:gd name="T5" fmla="*/ 1037 h 1934"/>
                  <a:gd name="T6" fmla="*/ 969 w 2038"/>
                  <a:gd name="T7" fmla="*/ 205 h 1934"/>
                  <a:gd name="T8" fmla="*/ 686 w 2038"/>
                  <a:gd name="T9" fmla="*/ 0 h 1934"/>
                  <a:gd name="T10" fmla="*/ 0 w 2038"/>
                  <a:gd name="T11" fmla="*/ 893 h 1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8" h="1934">
                    <a:moveTo>
                      <a:pt x="0" y="893"/>
                    </a:moveTo>
                    <a:cubicBezTo>
                      <a:pt x="450" y="1237"/>
                      <a:pt x="896" y="1585"/>
                      <a:pt x="1342" y="1934"/>
                    </a:cubicBezTo>
                    <a:cubicBezTo>
                      <a:pt x="1578" y="1638"/>
                      <a:pt x="1811" y="1339"/>
                      <a:pt x="2038" y="1037"/>
                    </a:cubicBezTo>
                    <a:cubicBezTo>
                      <a:pt x="1680" y="762"/>
                      <a:pt x="1325" y="483"/>
                      <a:pt x="969" y="205"/>
                    </a:cubicBezTo>
                    <a:cubicBezTo>
                      <a:pt x="878" y="132"/>
                      <a:pt x="788" y="57"/>
                      <a:pt x="686" y="0"/>
                    </a:cubicBezTo>
                    <a:cubicBezTo>
                      <a:pt x="461" y="301"/>
                      <a:pt x="227" y="595"/>
                      <a:pt x="0" y="893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98"/>
              <p:cNvSpPr>
                <a:spLocks/>
              </p:cNvSpPr>
              <p:nvPr/>
            </p:nvSpPr>
            <p:spPr bwMode="auto">
              <a:xfrm flipV="1">
                <a:off x="6960" y="2916"/>
                <a:ext cx="463" cy="410"/>
              </a:xfrm>
              <a:custGeom>
                <a:avLst/>
                <a:gdLst>
                  <a:gd name="T0" fmla="*/ 0 w 2035"/>
                  <a:gd name="T1" fmla="*/ 1022 h 1798"/>
                  <a:gd name="T2" fmla="*/ 1483 w 2035"/>
                  <a:gd name="T3" fmla="*/ 1798 h 1798"/>
                  <a:gd name="T4" fmla="*/ 1563 w 2035"/>
                  <a:gd name="T5" fmla="*/ 1679 h 1798"/>
                  <a:gd name="T6" fmla="*/ 2035 w 2035"/>
                  <a:gd name="T7" fmla="*/ 778 h 1798"/>
                  <a:gd name="T8" fmla="*/ 1499 w 2035"/>
                  <a:gd name="T9" fmla="*/ 506 h 1798"/>
                  <a:gd name="T10" fmla="*/ 518 w 2035"/>
                  <a:gd name="T11" fmla="*/ 0 h 1798"/>
                  <a:gd name="T12" fmla="*/ 69 w 2035"/>
                  <a:gd name="T13" fmla="*/ 820 h 1798"/>
                  <a:gd name="T14" fmla="*/ 0 w 2035"/>
                  <a:gd name="T15" fmla="*/ 1022 h 1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35" h="1798">
                    <a:moveTo>
                      <a:pt x="0" y="1022"/>
                    </a:moveTo>
                    <a:cubicBezTo>
                      <a:pt x="504" y="1262"/>
                      <a:pt x="982" y="1552"/>
                      <a:pt x="1483" y="1798"/>
                    </a:cubicBezTo>
                    <a:cubicBezTo>
                      <a:pt x="1522" y="1769"/>
                      <a:pt x="1539" y="1720"/>
                      <a:pt x="1563" y="1679"/>
                    </a:cubicBezTo>
                    <a:cubicBezTo>
                      <a:pt x="1714" y="1375"/>
                      <a:pt x="1884" y="1082"/>
                      <a:pt x="2035" y="778"/>
                    </a:cubicBezTo>
                    <a:cubicBezTo>
                      <a:pt x="1852" y="695"/>
                      <a:pt x="1680" y="591"/>
                      <a:pt x="1499" y="506"/>
                    </a:cubicBezTo>
                    <a:cubicBezTo>
                      <a:pt x="1171" y="340"/>
                      <a:pt x="851" y="157"/>
                      <a:pt x="518" y="0"/>
                    </a:cubicBezTo>
                    <a:cubicBezTo>
                      <a:pt x="352" y="264"/>
                      <a:pt x="227" y="551"/>
                      <a:pt x="69" y="820"/>
                    </a:cubicBezTo>
                    <a:cubicBezTo>
                      <a:pt x="29" y="881"/>
                      <a:pt x="7" y="950"/>
                      <a:pt x="0" y="1022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8" name="Freeform 99"/>
              <p:cNvSpPr>
                <a:spLocks/>
              </p:cNvSpPr>
              <p:nvPr/>
            </p:nvSpPr>
            <p:spPr bwMode="auto">
              <a:xfrm flipV="1">
                <a:off x="7032" y="3212"/>
                <a:ext cx="465" cy="430"/>
              </a:xfrm>
              <a:custGeom>
                <a:avLst/>
                <a:gdLst>
                  <a:gd name="T0" fmla="*/ 0 w 2045"/>
                  <a:gd name="T1" fmla="*/ 932 h 1887"/>
                  <a:gd name="T2" fmla="*/ 1411 w 2045"/>
                  <a:gd name="T3" fmla="*/ 1887 h 1887"/>
                  <a:gd name="T4" fmla="*/ 2045 w 2045"/>
                  <a:gd name="T5" fmla="*/ 954 h 1887"/>
                  <a:gd name="T6" fmla="*/ 648 w 2045"/>
                  <a:gd name="T7" fmla="*/ 1 h 1887"/>
                  <a:gd name="T8" fmla="*/ 632 w 2045"/>
                  <a:gd name="T9" fmla="*/ 0 h 1887"/>
                  <a:gd name="T10" fmla="*/ 368 w 2045"/>
                  <a:gd name="T11" fmla="*/ 378 h 1887"/>
                  <a:gd name="T12" fmla="*/ 134 w 2045"/>
                  <a:gd name="T13" fmla="*/ 625 h 1887"/>
                  <a:gd name="T14" fmla="*/ 356 w 2045"/>
                  <a:gd name="T15" fmla="*/ 387 h 1887"/>
                  <a:gd name="T16" fmla="*/ 0 w 2045"/>
                  <a:gd name="T17" fmla="*/ 932 h 18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45" h="1887">
                    <a:moveTo>
                      <a:pt x="0" y="932"/>
                    </a:moveTo>
                    <a:cubicBezTo>
                      <a:pt x="469" y="1253"/>
                      <a:pt x="937" y="1575"/>
                      <a:pt x="1411" y="1887"/>
                    </a:cubicBezTo>
                    <a:cubicBezTo>
                      <a:pt x="1628" y="1580"/>
                      <a:pt x="1832" y="1264"/>
                      <a:pt x="2045" y="954"/>
                    </a:cubicBezTo>
                    <a:cubicBezTo>
                      <a:pt x="1587" y="625"/>
                      <a:pt x="1113" y="319"/>
                      <a:pt x="648" y="1"/>
                    </a:cubicBezTo>
                    <a:lnTo>
                      <a:pt x="632" y="0"/>
                    </a:lnTo>
                    <a:cubicBezTo>
                      <a:pt x="541" y="124"/>
                      <a:pt x="463" y="257"/>
                      <a:pt x="368" y="378"/>
                    </a:cubicBezTo>
                    <a:cubicBezTo>
                      <a:pt x="242" y="399"/>
                      <a:pt x="197" y="532"/>
                      <a:pt x="134" y="625"/>
                    </a:cubicBezTo>
                    <a:cubicBezTo>
                      <a:pt x="208" y="545"/>
                      <a:pt x="280" y="465"/>
                      <a:pt x="356" y="387"/>
                    </a:cubicBezTo>
                    <a:cubicBezTo>
                      <a:pt x="255" y="580"/>
                      <a:pt x="119" y="750"/>
                      <a:pt x="0" y="932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9" name="Freeform 100"/>
              <p:cNvSpPr>
                <a:spLocks/>
              </p:cNvSpPr>
              <p:nvPr/>
            </p:nvSpPr>
            <p:spPr bwMode="auto">
              <a:xfrm flipV="1">
                <a:off x="7273" y="3370"/>
                <a:ext cx="463" cy="431"/>
              </a:xfrm>
              <a:custGeom>
                <a:avLst/>
                <a:gdLst>
                  <a:gd name="T0" fmla="*/ 950 w 2033"/>
                  <a:gd name="T1" fmla="*/ 1569 h 1891"/>
                  <a:gd name="T2" fmla="*/ 1398 w 2033"/>
                  <a:gd name="T3" fmla="*/ 1891 h 1891"/>
                  <a:gd name="T4" fmla="*/ 2033 w 2033"/>
                  <a:gd name="T5" fmla="*/ 957 h 1891"/>
                  <a:gd name="T6" fmla="*/ 626 w 2033"/>
                  <a:gd name="T7" fmla="*/ 0 h 1891"/>
                  <a:gd name="T8" fmla="*/ 0 w 2033"/>
                  <a:gd name="T9" fmla="*/ 923 h 1891"/>
                  <a:gd name="T10" fmla="*/ 950 w 2033"/>
                  <a:gd name="T11" fmla="*/ 1569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3" h="1891">
                    <a:moveTo>
                      <a:pt x="950" y="1569"/>
                    </a:moveTo>
                    <a:cubicBezTo>
                      <a:pt x="1092" y="1687"/>
                      <a:pt x="1237" y="1800"/>
                      <a:pt x="1398" y="1891"/>
                    </a:cubicBezTo>
                    <a:cubicBezTo>
                      <a:pt x="1609" y="1579"/>
                      <a:pt x="1820" y="1267"/>
                      <a:pt x="2033" y="957"/>
                    </a:cubicBezTo>
                    <a:cubicBezTo>
                      <a:pt x="1563" y="640"/>
                      <a:pt x="1095" y="319"/>
                      <a:pt x="626" y="0"/>
                    </a:cubicBezTo>
                    <a:cubicBezTo>
                      <a:pt x="415" y="306"/>
                      <a:pt x="202" y="611"/>
                      <a:pt x="0" y="923"/>
                    </a:cubicBezTo>
                    <a:cubicBezTo>
                      <a:pt x="319" y="1135"/>
                      <a:pt x="636" y="1350"/>
                      <a:pt x="950" y="1569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119" name="Group 105"/>
            <p:cNvGrpSpPr>
              <a:grpSpLocks/>
            </p:cNvGrpSpPr>
            <p:nvPr/>
          </p:nvGrpSpPr>
          <p:grpSpPr bwMode="auto">
            <a:xfrm>
              <a:off x="9028113" y="4259263"/>
              <a:ext cx="2605088" cy="2120900"/>
              <a:chOff x="5687" y="2683"/>
              <a:chExt cx="1641" cy="1336"/>
            </a:xfrm>
          </p:grpSpPr>
          <p:sp>
            <p:nvSpPr>
              <p:cNvPr id="132" name="Freeform 102"/>
              <p:cNvSpPr>
                <a:spLocks/>
              </p:cNvSpPr>
              <p:nvPr/>
            </p:nvSpPr>
            <p:spPr bwMode="auto">
              <a:xfrm flipV="1">
                <a:off x="5795" y="2683"/>
                <a:ext cx="287" cy="318"/>
              </a:xfrm>
              <a:custGeom>
                <a:avLst/>
                <a:gdLst>
                  <a:gd name="T0" fmla="*/ 298 w 1261"/>
                  <a:gd name="T1" fmla="*/ 1201 h 1395"/>
                  <a:gd name="T2" fmla="*/ 1253 w 1261"/>
                  <a:gd name="T3" fmla="*/ 554 h 1395"/>
                  <a:gd name="T4" fmla="*/ 783 w 1261"/>
                  <a:gd name="T5" fmla="*/ 43 h 1395"/>
                  <a:gd name="T6" fmla="*/ 8 w 1261"/>
                  <a:gd name="T7" fmla="*/ 729 h 1395"/>
                  <a:gd name="T8" fmla="*/ 298 w 1261"/>
                  <a:gd name="T9" fmla="*/ 1201 h 1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1" h="1395">
                    <a:moveTo>
                      <a:pt x="298" y="1201"/>
                    </a:moveTo>
                    <a:cubicBezTo>
                      <a:pt x="728" y="1395"/>
                      <a:pt x="1261" y="1015"/>
                      <a:pt x="1253" y="554"/>
                    </a:cubicBezTo>
                    <a:cubicBezTo>
                      <a:pt x="1261" y="294"/>
                      <a:pt x="1040" y="60"/>
                      <a:pt x="783" y="43"/>
                    </a:cubicBezTo>
                    <a:cubicBezTo>
                      <a:pt x="395" y="0"/>
                      <a:pt x="9" y="336"/>
                      <a:pt x="8" y="729"/>
                    </a:cubicBezTo>
                    <a:cubicBezTo>
                      <a:pt x="0" y="926"/>
                      <a:pt x="120" y="1117"/>
                      <a:pt x="298" y="1201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103"/>
              <p:cNvSpPr>
                <a:spLocks noEditPoints="1"/>
              </p:cNvSpPr>
              <p:nvPr/>
            </p:nvSpPr>
            <p:spPr bwMode="auto">
              <a:xfrm flipV="1">
                <a:off x="5687" y="2971"/>
                <a:ext cx="1321" cy="1040"/>
              </a:xfrm>
              <a:custGeom>
                <a:avLst/>
                <a:gdLst>
                  <a:gd name="T0" fmla="*/ 1438 w 5804"/>
                  <a:gd name="T1" fmla="*/ 4212 h 4563"/>
                  <a:gd name="T2" fmla="*/ 1714 w 5804"/>
                  <a:gd name="T3" fmla="*/ 4539 h 4563"/>
                  <a:gd name="T4" fmla="*/ 2081 w 5804"/>
                  <a:gd name="T5" fmla="*/ 4501 h 4563"/>
                  <a:gd name="T6" fmla="*/ 3000 w 5804"/>
                  <a:gd name="T7" fmla="*/ 3719 h 4563"/>
                  <a:gd name="T8" fmla="*/ 3482 w 5804"/>
                  <a:gd name="T9" fmla="*/ 3872 h 4563"/>
                  <a:gd name="T10" fmla="*/ 3919 w 5804"/>
                  <a:gd name="T11" fmla="*/ 3993 h 4563"/>
                  <a:gd name="T12" fmla="*/ 3904 w 5804"/>
                  <a:gd name="T13" fmla="*/ 3863 h 4563"/>
                  <a:gd name="T14" fmla="*/ 4075 w 5804"/>
                  <a:gd name="T15" fmla="*/ 3849 h 4563"/>
                  <a:gd name="T16" fmla="*/ 3653 w 5804"/>
                  <a:gd name="T17" fmla="*/ 3644 h 4563"/>
                  <a:gd name="T18" fmla="*/ 3202 w 5804"/>
                  <a:gd name="T19" fmla="*/ 3329 h 4563"/>
                  <a:gd name="T20" fmla="*/ 3327 w 5804"/>
                  <a:gd name="T21" fmla="*/ 2340 h 4563"/>
                  <a:gd name="T22" fmla="*/ 4383 w 5804"/>
                  <a:gd name="T23" fmla="*/ 2098 h 4563"/>
                  <a:gd name="T24" fmla="*/ 4914 w 5804"/>
                  <a:gd name="T25" fmla="*/ 1704 h 4563"/>
                  <a:gd name="T26" fmla="*/ 5731 w 5804"/>
                  <a:gd name="T27" fmla="*/ 542 h 4563"/>
                  <a:gd name="T28" fmla="*/ 5782 w 5804"/>
                  <a:gd name="T29" fmla="*/ 223 h 4563"/>
                  <a:gd name="T30" fmla="*/ 5489 w 5804"/>
                  <a:gd name="T31" fmla="*/ 22 h 4563"/>
                  <a:gd name="T32" fmla="*/ 5194 w 5804"/>
                  <a:gd name="T33" fmla="*/ 164 h 4563"/>
                  <a:gd name="T34" fmla="*/ 4439 w 5804"/>
                  <a:gd name="T35" fmla="*/ 1263 h 4563"/>
                  <a:gd name="T36" fmla="*/ 4074 w 5804"/>
                  <a:gd name="T37" fmla="*/ 1492 h 4563"/>
                  <a:gd name="T38" fmla="*/ 3933 w 5804"/>
                  <a:gd name="T39" fmla="*/ 1528 h 4563"/>
                  <a:gd name="T40" fmla="*/ 3474 w 5804"/>
                  <a:gd name="T41" fmla="*/ 1631 h 4563"/>
                  <a:gd name="T42" fmla="*/ 3128 w 5804"/>
                  <a:gd name="T43" fmla="*/ 1715 h 4563"/>
                  <a:gd name="T44" fmla="*/ 3016 w 5804"/>
                  <a:gd name="T45" fmla="*/ 1734 h 4563"/>
                  <a:gd name="T46" fmla="*/ 2874 w 5804"/>
                  <a:gd name="T47" fmla="*/ 1768 h 4563"/>
                  <a:gd name="T48" fmla="*/ 2427 w 5804"/>
                  <a:gd name="T49" fmla="*/ 1311 h 4563"/>
                  <a:gd name="T50" fmla="*/ 1658 w 5804"/>
                  <a:gd name="T51" fmla="*/ 850 h 4563"/>
                  <a:gd name="T52" fmla="*/ 408 w 5804"/>
                  <a:gd name="T53" fmla="*/ 693 h 4563"/>
                  <a:gd name="T54" fmla="*/ 27 w 5804"/>
                  <a:gd name="T55" fmla="*/ 1038 h 4563"/>
                  <a:gd name="T56" fmla="*/ 226 w 5804"/>
                  <a:gd name="T57" fmla="*/ 1329 h 4563"/>
                  <a:gd name="T58" fmla="*/ 622 w 5804"/>
                  <a:gd name="T59" fmla="*/ 1383 h 4563"/>
                  <a:gd name="T60" fmla="*/ 1398 w 5804"/>
                  <a:gd name="T61" fmla="*/ 1488 h 4563"/>
                  <a:gd name="T62" fmla="*/ 1540 w 5804"/>
                  <a:gd name="T63" fmla="*/ 1524 h 4563"/>
                  <a:gd name="T64" fmla="*/ 1925 w 5804"/>
                  <a:gd name="T65" fmla="*/ 1742 h 4563"/>
                  <a:gd name="T66" fmla="*/ 2362 w 5804"/>
                  <a:gd name="T67" fmla="*/ 2184 h 4563"/>
                  <a:gd name="T68" fmla="*/ 2405 w 5804"/>
                  <a:gd name="T69" fmla="*/ 2425 h 4563"/>
                  <a:gd name="T70" fmla="*/ 2469 w 5804"/>
                  <a:gd name="T71" fmla="*/ 2520 h 4563"/>
                  <a:gd name="T72" fmla="*/ 2391 w 5804"/>
                  <a:gd name="T73" fmla="*/ 2972 h 4563"/>
                  <a:gd name="T74" fmla="*/ 1887 w 5804"/>
                  <a:gd name="T75" fmla="*/ 2829 h 4563"/>
                  <a:gd name="T76" fmla="*/ 1615 w 5804"/>
                  <a:gd name="T77" fmla="*/ 3187 h 4563"/>
                  <a:gd name="T78" fmla="*/ 1529 w 5804"/>
                  <a:gd name="T79" fmla="*/ 3776 h 4563"/>
                  <a:gd name="T80" fmla="*/ 1438 w 5804"/>
                  <a:gd name="T81" fmla="*/ 4212 h 4563"/>
                  <a:gd name="T82" fmla="*/ 1964 w 5804"/>
                  <a:gd name="T83" fmla="*/ 3656 h 4563"/>
                  <a:gd name="T84" fmla="*/ 2031 w 5804"/>
                  <a:gd name="T85" fmla="*/ 3307 h 4563"/>
                  <a:gd name="T86" fmla="*/ 2171 w 5804"/>
                  <a:gd name="T87" fmla="*/ 3357 h 4563"/>
                  <a:gd name="T88" fmla="*/ 1964 w 5804"/>
                  <a:gd name="T89" fmla="*/ 3656 h 4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804" h="4563">
                    <a:moveTo>
                      <a:pt x="1438" y="4212"/>
                    </a:moveTo>
                    <a:cubicBezTo>
                      <a:pt x="1436" y="4369"/>
                      <a:pt x="1566" y="4505"/>
                      <a:pt x="1714" y="4539"/>
                    </a:cubicBezTo>
                    <a:cubicBezTo>
                      <a:pt x="1837" y="4563"/>
                      <a:pt x="1966" y="4553"/>
                      <a:pt x="2081" y="4501"/>
                    </a:cubicBezTo>
                    <a:cubicBezTo>
                      <a:pt x="2454" y="4337"/>
                      <a:pt x="2774" y="4058"/>
                      <a:pt x="3000" y="3719"/>
                    </a:cubicBezTo>
                    <a:cubicBezTo>
                      <a:pt x="3161" y="3769"/>
                      <a:pt x="3307" y="3875"/>
                      <a:pt x="3482" y="3872"/>
                    </a:cubicBezTo>
                    <a:cubicBezTo>
                      <a:pt x="3629" y="3904"/>
                      <a:pt x="3772" y="3958"/>
                      <a:pt x="3919" y="3993"/>
                    </a:cubicBezTo>
                    <a:cubicBezTo>
                      <a:pt x="3915" y="3960"/>
                      <a:pt x="3908" y="3895"/>
                      <a:pt x="3904" y="3863"/>
                    </a:cubicBezTo>
                    <a:cubicBezTo>
                      <a:pt x="3961" y="3857"/>
                      <a:pt x="4018" y="3852"/>
                      <a:pt x="4075" y="3849"/>
                    </a:cubicBezTo>
                    <a:cubicBezTo>
                      <a:pt x="3925" y="3802"/>
                      <a:pt x="3787" y="3726"/>
                      <a:pt x="3653" y="3644"/>
                    </a:cubicBezTo>
                    <a:cubicBezTo>
                      <a:pt x="3596" y="3440"/>
                      <a:pt x="3373" y="3397"/>
                      <a:pt x="3202" y="3329"/>
                    </a:cubicBezTo>
                    <a:cubicBezTo>
                      <a:pt x="3303" y="3011"/>
                      <a:pt x="3389" y="2675"/>
                      <a:pt x="3327" y="2340"/>
                    </a:cubicBezTo>
                    <a:cubicBezTo>
                      <a:pt x="3680" y="2264"/>
                      <a:pt x="4032" y="2180"/>
                      <a:pt x="4383" y="2098"/>
                    </a:cubicBezTo>
                    <a:cubicBezTo>
                      <a:pt x="4606" y="2046"/>
                      <a:pt x="4786" y="1888"/>
                      <a:pt x="4914" y="1704"/>
                    </a:cubicBezTo>
                    <a:cubicBezTo>
                      <a:pt x="5187" y="1317"/>
                      <a:pt x="5458" y="929"/>
                      <a:pt x="5731" y="542"/>
                    </a:cubicBezTo>
                    <a:cubicBezTo>
                      <a:pt x="5804" y="451"/>
                      <a:pt x="5802" y="332"/>
                      <a:pt x="5782" y="223"/>
                    </a:cubicBezTo>
                    <a:cubicBezTo>
                      <a:pt x="5716" y="121"/>
                      <a:pt x="5625" y="6"/>
                      <a:pt x="5489" y="22"/>
                    </a:cubicBezTo>
                    <a:cubicBezTo>
                      <a:pt x="5367" y="0"/>
                      <a:pt x="5264" y="72"/>
                      <a:pt x="5194" y="164"/>
                    </a:cubicBezTo>
                    <a:cubicBezTo>
                      <a:pt x="4942" y="530"/>
                      <a:pt x="4692" y="898"/>
                      <a:pt x="4439" y="1263"/>
                    </a:cubicBezTo>
                    <a:cubicBezTo>
                      <a:pt x="4353" y="1385"/>
                      <a:pt x="4214" y="1451"/>
                      <a:pt x="4074" y="1492"/>
                    </a:cubicBezTo>
                    <a:cubicBezTo>
                      <a:pt x="4028" y="1505"/>
                      <a:pt x="3980" y="1516"/>
                      <a:pt x="3933" y="1528"/>
                    </a:cubicBezTo>
                    <a:cubicBezTo>
                      <a:pt x="3781" y="1564"/>
                      <a:pt x="3627" y="1598"/>
                      <a:pt x="3474" y="1631"/>
                    </a:cubicBezTo>
                    <a:cubicBezTo>
                      <a:pt x="3359" y="1662"/>
                      <a:pt x="3242" y="1681"/>
                      <a:pt x="3128" y="1715"/>
                    </a:cubicBezTo>
                    <a:cubicBezTo>
                      <a:pt x="3091" y="1721"/>
                      <a:pt x="3053" y="1728"/>
                      <a:pt x="3016" y="1734"/>
                    </a:cubicBezTo>
                    <a:cubicBezTo>
                      <a:pt x="2969" y="1747"/>
                      <a:pt x="2922" y="1758"/>
                      <a:pt x="2874" y="1768"/>
                    </a:cubicBezTo>
                    <a:cubicBezTo>
                      <a:pt x="2729" y="1612"/>
                      <a:pt x="2574" y="1466"/>
                      <a:pt x="2427" y="1311"/>
                    </a:cubicBezTo>
                    <a:cubicBezTo>
                      <a:pt x="2216" y="1097"/>
                      <a:pt x="1966" y="890"/>
                      <a:pt x="1658" y="850"/>
                    </a:cubicBezTo>
                    <a:cubicBezTo>
                      <a:pt x="1242" y="792"/>
                      <a:pt x="824" y="746"/>
                      <a:pt x="408" y="693"/>
                    </a:cubicBezTo>
                    <a:cubicBezTo>
                      <a:pt x="210" y="654"/>
                      <a:pt x="0" y="834"/>
                      <a:pt x="27" y="1038"/>
                    </a:cubicBezTo>
                    <a:cubicBezTo>
                      <a:pt x="21" y="1166"/>
                      <a:pt x="118" y="1274"/>
                      <a:pt x="226" y="1329"/>
                    </a:cubicBezTo>
                    <a:cubicBezTo>
                      <a:pt x="354" y="1367"/>
                      <a:pt x="490" y="1370"/>
                      <a:pt x="622" y="1383"/>
                    </a:cubicBezTo>
                    <a:cubicBezTo>
                      <a:pt x="879" y="1430"/>
                      <a:pt x="1140" y="1447"/>
                      <a:pt x="1398" y="1488"/>
                    </a:cubicBezTo>
                    <a:cubicBezTo>
                      <a:pt x="1445" y="1503"/>
                      <a:pt x="1492" y="1514"/>
                      <a:pt x="1540" y="1524"/>
                    </a:cubicBezTo>
                    <a:cubicBezTo>
                      <a:pt x="1680" y="1572"/>
                      <a:pt x="1821" y="1633"/>
                      <a:pt x="1925" y="1742"/>
                    </a:cubicBezTo>
                    <a:cubicBezTo>
                      <a:pt x="2070" y="1890"/>
                      <a:pt x="2222" y="2032"/>
                      <a:pt x="2362" y="2184"/>
                    </a:cubicBezTo>
                    <a:cubicBezTo>
                      <a:pt x="2384" y="2262"/>
                      <a:pt x="2394" y="2344"/>
                      <a:pt x="2405" y="2425"/>
                    </a:cubicBezTo>
                    <a:cubicBezTo>
                      <a:pt x="2426" y="2457"/>
                      <a:pt x="2448" y="2489"/>
                      <a:pt x="2469" y="2520"/>
                    </a:cubicBezTo>
                    <a:cubicBezTo>
                      <a:pt x="2481" y="2675"/>
                      <a:pt x="2437" y="2826"/>
                      <a:pt x="2391" y="2972"/>
                    </a:cubicBezTo>
                    <a:cubicBezTo>
                      <a:pt x="2226" y="2917"/>
                      <a:pt x="2069" y="2793"/>
                      <a:pt x="1887" y="2829"/>
                    </a:cubicBezTo>
                    <a:cubicBezTo>
                      <a:pt x="1732" y="2870"/>
                      <a:pt x="1615" y="3027"/>
                      <a:pt x="1615" y="3187"/>
                    </a:cubicBezTo>
                    <a:cubicBezTo>
                      <a:pt x="1601" y="3385"/>
                      <a:pt x="1583" y="3584"/>
                      <a:pt x="1529" y="3776"/>
                    </a:cubicBezTo>
                    <a:cubicBezTo>
                      <a:pt x="1497" y="3921"/>
                      <a:pt x="1439" y="4062"/>
                      <a:pt x="1438" y="4212"/>
                    </a:cubicBezTo>
                    <a:moveTo>
                      <a:pt x="1964" y="3656"/>
                    </a:moveTo>
                    <a:cubicBezTo>
                      <a:pt x="1984" y="3539"/>
                      <a:pt x="2013" y="3424"/>
                      <a:pt x="2031" y="3307"/>
                    </a:cubicBezTo>
                    <a:cubicBezTo>
                      <a:pt x="2078" y="3322"/>
                      <a:pt x="2124" y="3340"/>
                      <a:pt x="2171" y="3357"/>
                    </a:cubicBezTo>
                    <a:cubicBezTo>
                      <a:pt x="2107" y="3460"/>
                      <a:pt x="2042" y="3563"/>
                      <a:pt x="1964" y="3656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104"/>
              <p:cNvSpPr>
                <a:spLocks noEditPoints="1"/>
              </p:cNvSpPr>
              <p:nvPr/>
            </p:nvSpPr>
            <p:spPr bwMode="auto">
              <a:xfrm flipV="1">
                <a:off x="7060" y="3789"/>
                <a:ext cx="268" cy="230"/>
              </a:xfrm>
              <a:custGeom>
                <a:avLst/>
                <a:gdLst>
                  <a:gd name="T0" fmla="*/ 16 w 1180"/>
                  <a:gd name="T1" fmla="*/ 583 h 1013"/>
                  <a:gd name="T2" fmla="*/ 370 w 1180"/>
                  <a:gd name="T3" fmla="*/ 1013 h 1013"/>
                  <a:gd name="T4" fmla="*/ 679 w 1180"/>
                  <a:gd name="T5" fmla="*/ 983 h 1013"/>
                  <a:gd name="T6" fmla="*/ 988 w 1180"/>
                  <a:gd name="T7" fmla="*/ 516 h 1013"/>
                  <a:gd name="T8" fmla="*/ 1180 w 1180"/>
                  <a:gd name="T9" fmla="*/ 492 h 1013"/>
                  <a:gd name="T10" fmla="*/ 1060 w 1180"/>
                  <a:gd name="T11" fmla="*/ 440 h 1013"/>
                  <a:gd name="T12" fmla="*/ 1057 w 1180"/>
                  <a:gd name="T13" fmla="*/ 493 h 1013"/>
                  <a:gd name="T14" fmla="*/ 989 w 1180"/>
                  <a:gd name="T15" fmla="*/ 494 h 1013"/>
                  <a:gd name="T16" fmla="*/ 838 w 1180"/>
                  <a:gd name="T17" fmla="*/ 177 h 1013"/>
                  <a:gd name="T18" fmla="*/ 806 w 1180"/>
                  <a:gd name="T19" fmla="*/ 156 h 1013"/>
                  <a:gd name="T20" fmla="*/ 126 w 1180"/>
                  <a:gd name="T21" fmla="*/ 217 h 1013"/>
                  <a:gd name="T22" fmla="*/ 16 w 1180"/>
                  <a:gd name="T23" fmla="*/ 583 h 1013"/>
                  <a:gd name="T24" fmla="*/ 419 w 1180"/>
                  <a:gd name="T25" fmla="*/ 770 h 1013"/>
                  <a:gd name="T26" fmla="*/ 351 w 1180"/>
                  <a:gd name="T27" fmla="*/ 345 h 1013"/>
                  <a:gd name="T28" fmla="*/ 740 w 1180"/>
                  <a:gd name="T29" fmla="*/ 510 h 1013"/>
                  <a:gd name="T30" fmla="*/ 419 w 1180"/>
                  <a:gd name="T31" fmla="*/ 770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0" h="1013">
                    <a:moveTo>
                      <a:pt x="16" y="583"/>
                    </a:moveTo>
                    <a:cubicBezTo>
                      <a:pt x="31" y="782"/>
                      <a:pt x="182" y="955"/>
                      <a:pt x="370" y="1013"/>
                    </a:cubicBezTo>
                    <a:cubicBezTo>
                      <a:pt x="473" y="1012"/>
                      <a:pt x="580" y="1013"/>
                      <a:pt x="679" y="983"/>
                    </a:cubicBezTo>
                    <a:cubicBezTo>
                      <a:pt x="801" y="842"/>
                      <a:pt x="910" y="686"/>
                      <a:pt x="988" y="516"/>
                    </a:cubicBezTo>
                    <a:cubicBezTo>
                      <a:pt x="1052" y="505"/>
                      <a:pt x="1116" y="493"/>
                      <a:pt x="1180" y="492"/>
                    </a:cubicBezTo>
                    <a:cubicBezTo>
                      <a:pt x="1141" y="474"/>
                      <a:pt x="1101" y="456"/>
                      <a:pt x="1060" y="440"/>
                    </a:cubicBezTo>
                    <a:lnTo>
                      <a:pt x="1057" y="493"/>
                    </a:lnTo>
                    <a:lnTo>
                      <a:pt x="989" y="494"/>
                    </a:lnTo>
                    <a:cubicBezTo>
                      <a:pt x="969" y="376"/>
                      <a:pt x="914" y="269"/>
                      <a:pt x="838" y="177"/>
                    </a:cubicBezTo>
                    <a:lnTo>
                      <a:pt x="806" y="156"/>
                    </a:lnTo>
                    <a:cubicBezTo>
                      <a:pt x="606" y="0"/>
                      <a:pt x="294" y="26"/>
                      <a:pt x="126" y="217"/>
                    </a:cubicBezTo>
                    <a:cubicBezTo>
                      <a:pt x="51" y="323"/>
                      <a:pt x="0" y="451"/>
                      <a:pt x="16" y="583"/>
                    </a:cubicBezTo>
                    <a:moveTo>
                      <a:pt x="419" y="770"/>
                    </a:moveTo>
                    <a:cubicBezTo>
                      <a:pt x="239" y="717"/>
                      <a:pt x="197" y="452"/>
                      <a:pt x="351" y="345"/>
                    </a:cubicBezTo>
                    <a:cubicBezTo>
                      <a:pt x="487" y="213"/>
                      <a:pt x="730" y="331"/>
                      <a:pt x="740" y="510"/>
                    </a:cubicBezTo>
                    <a:cubicBezTo>
                      <a:pt x="770" y="681"/>
                      <a:pt x="580" y="831"/>
                      <a:pt x="419" y="770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120" name="Group 112"/>
            <p:cNvGrpSpPr>
              <a:grpSpLocks/>
            </p:cNvGrpSpPr>
            <p:nvPr/>
          </p:nvGrpSpPr>
          <p:grpSpPr bwMode="auto">
            <a:xfrm>
              <a:off x="8001000" y="4538663"/>
              <a:ext cx="3797300" cy="1414463"/>
              <a:chOff x="5040" y="2859"/>
              <a:chExt cx="2392" cy="891"/>
            </a:xfrm>
          </p:grpSpPr>
          <p:sp>
            <p:nvSpPr>
              <p:cNvPr id="127" name="Freeform 107"/>
              <p:cNvSpPr>
                <a:spLocks/>
              </p:cNvSpPr>
              <p:nvPr/>
            </p:nvSpPr>
            <p:spPr bwMode="auto">
              <a:xfrm flipV="1">
                <a:off x="5040" y="2859"/>
                <a:ext cx="543" cy="21"/>
              </a:xfrm>
              <a:custGeom>
                <a:avLst/>
                <a:gdLst>
                  <a:gd name="T0" fmla="*/ 0 w 2390"/>
                  <a:gd name="T1" fmla="*/ 64 h 91"/>
                  <a:gd name="T2" fmla="*/ 469 w 2390"/>
                  <a:gd name="T3" fmla="*/ 84 h 91"/>
                  <a:gd name="T4" fmla="*/ 2344 w 2390"/>
                  <a:gd name="T5" fmla="*/ 83 h 91"/>
                  <a:gd name="T6" fmla="*/ 2390 w 2390"/>
                  <a:gd name="T7" fmla="*/ 37 h 91"/>
                  <a:gd name="T8" fmla="*/ 1738 w 2390"/>
                  <a:gd name="T9" fmla="*/ 31 h 91"/>
                  <a:gd name="T10" fmla="*/ 1420 w 2390"/>
                  <a:gd name="T11" fmla="*/ 31 h 91"/>
                  <a:gd name="T12" fmla="*/ 0 w 2390"/>
                  <a:gd name="T13" fmla="*/ 6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0" h="91">
                    <a:moveTo>
                      <a:pt x="0" y="64"/>
                    </a:moveTo>
                    <a:cubicBezTo>
                      <a:pt x="156" y="80"/>
                      <a:pt x="312" y="91"/>
                      <a:pt x="469" y="84"/>
                    </a:cubicBezTo>
                    <a:cubicBezTo>
                      <a:pt x="1094" y="86"/>
                      <a:pt x="1719" y="87"/>
                      <a:pt x="2344" y="83"/>
                    </a:cubicBezTo>
                    <a:cubicBezTo>
                      <a:pt x="2355" y="72"/>
                      <a:pt x="2378" y="49"/>
                      <a:pt x="2390" y="37"/>
                    </a:cubicBezTo>
                    <a:cubicBezTo>
                      <a:pt x="2173" y="26"/>
                      <a:pt x="1955" y="33"/>
                      <a:pt x="1738" y="31"/>
                    </a:cubicBezTo>
                    <a:cubicBezTo>
                      <a:pt x="1632" y="32"/>
                      <a:pt x="1526" y="31"/>
                      <a:pt x="1420" y="31"/>
                    </a:cubicBezTo>
                    <a:cubicBezTo>
                      <a:pt x="947" y="45"/>
                      <a:pt x="470" y="0"/>
                      <a:pt x="0" y="64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108"/>
              <p:cNvSpPr>
                <a:spLocks noEditPoints="1"/>
              </p:cNvSpPr>
              <p:nvPr/>
            </p:nvSpPr>
            <p:spPr bwMode="auto">
              <a:xfrm flipV="1">
                <a:off x="6952" y="2906"/>
                <a:ext cx="480" cy="433"/>
              </a:xfrm>
              <a:custGeom>
                <a:avLst/>
                <a:gdLst>
                  <a:gd name="T0" fmla="*/ 1380 w 2110"/>
                  <a:gd name="T1" fmla="*/ 1818 h 1899"/>
                  <a:gd name="T2" fmla="*/ 1548 w 2110"/>
                  <a:gd name="T3" fmla="*/ 1899 h 1899"/>
                  <a:gd name="T4" fmla="*/ 2110 w 2110"/>
                  <a:gd name="T5" fmla="*/ 824 h 1899"/>
                  <a:gd name="T6" fmla="*/ 2002 w 2110"/>
                  <a:gd name="T7" fmla="*/ 773 h 1899"/>
                  <a:gd name="T8" fmla="*/ 1705 w 2110"/>
                  <a:gd name="T9" fmla="*/ 616 h 1899"/>
                  <a:gd name="T10" fmla="*/ 1564 w 2110"/>
                  <a:gd name="T11" fmla="*/ 543 h 1899"/>
                  <a:gd name="T12" fmla="*/ 1262 w 2110"/>
                  <a:gd name="T13" fmla="*/ 390 h 1899"/>
                  <a:gd name="T14" fmla="*/ 1190 w 2110"/>
                  <a:gd name="T15" fmla="*/ 350 h 1899"/>
                  <a:gd name="T16" fmla="*/ 961 w 2110"/>
                  <a:gd name="T17" fmla="*/ 228 h 1899"/>
                  <a:gd name="T18" fmla="*/ 794 w 2110"/>
                  <a:gd name="T19" fmla="*/ 143 h 1899"/>
                  <a:gd name="T20" fmla="*/ 545 w 2110"/>
                  <a:gd name="T21" fmla="*/ 0 h 1899"/>
                  <a:gd name="T22" fmla="*/ 61 w 2110"/>
                  <a:gd name="T23" fmla="*/ 897 h 1899"/>
                  <a:gd name="T24" fmla="*/ 0 w 2110"/>
                  <a:gd name="T25" fmla="*/ 1090 h 1899"/>
                  <a:gd name="T26" fmla="*/ 1380 w 2110"/>
                  <a:gd name="T27" fmla="*/ 1818 h 1899"/>
                  <a:gd name="T28" fmla="*/ 36 w 2110"/>
                  <a:gd name="T29" fmla="*/ 1078 h 1899"/>
                  <a:gd name="T30" fmla="*/ 105 w 2110"/>
                  <a:gd name="T31" fmla="*/ 876 h 1899"/>
                  <a:gd name="T32" fmla="*/ 554 w 2110"/>
                  <a:gd name="T33" fmla="*/ 56 h 1899"/>
                  <a:gd name="T34" fmla="*/ 1535 w 2110"/>
                  <a:gd name="T35" fmla="*/ 562 h 1899"/>
                  <a:gd name="T36" fmla="*/ 2071 w 2110"/>
                  <a:gd name="T37" fmla="*/ 834 h 1899"/>
                  <a:gd name="T38" fmla="*/ 1599 w 2110"/>
                  <a:gd name="T39" fmla="*/ 1735 h 1899"/>
                  <a:gd name="T40" fmla="*/ 1519 w 2110"/>
                  <a:gd name="T41" fmla="*/ 1854 h 1899"/>
                  <a:gd name="T42" fmla="*/ 36 w 2110"/>
                  <a:gd name="T43" fmla="*/ 1078 h 1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10" h="1899">
                    <a:moveTo>
                      <a:pt x="1380" y="1818"/>
                    </a:moveTo>
                    <a:cubicBezTo>
                      <a:pt x="1435" y="1846"/>
                      <a:pt x="1491" y="1873"/>
                      <a:pt x="1548" y="1899"/>
                    </a:cubicBezTo>
                    <a:cubicBezTo>
                      <a:pt x="1734" y="1540"/>
                      <a:pt x="1929" y="1186"/>
                      <a:pt x="2110" y="824"/>
                    </a:cubicBezTo>
                    <a:cubicBezTo>
                      <a:pt x="2074" y="807"/>
                      <a:pt x="2038" y="790"/>
                      <a:pt x="2002" y="773"/>
                    </a:cubicBezTo>
                    <a:cubicBezTo>
                      <a:pt x="1904" y="719"/>
                      <a:pt x="1805" y="666"/>
                      <a:pt x="1705" y="616"/>
                    </a:cubicBezTo>
                    <a:cubicBezTo>
                      <a:pt x="1657" y="592"/>
                      <a:pt x="1610" y="568"/>
                      <a:pt x="1564" y="543"/>
                    </a:cubicBezTo>
                    <a:cubicBezTo>
                      <a:pt x="1462" y="494"/>
                      <a:pt x="1362" y="442"/>
                      <a:pt x="1262" y="390"/>
                    </a:cubicBezTo>
                    <a:cubicBezTo>
                      <a:pt x="1244" y="380"/>
                      <a:pt x="1208" y="360"/>
                      <a:pt x="1190" y="350"/>
                    </a:cubicBezTo>
                    <a:cubicBezTo>
                      <a:pt x="1114" y="309"/>
                      <a:pt x="1036" y="270"/>
                      <a:pt x="961" y="228"/>
                    </a:cubicBezTo>
                    <a:cubicBezTo>
                      <a:pt x="905" y="200"/>
                      <a:pt x="849" y="172"/>
                      <a:pt x="794" y="143"/>
                    </a:cubicBezTo>
                    <a:cubicBezTo>
                      <a:pt x="709" y="100"/>
                      <a:pt x="625" y="54"/>
                      <a:pt x="545" y="0"/>
                    </a:cubicBezTo>
                    <a:cubicBezTo>
                      <a:pt x="369" y="291"/>
                      <a:pt x="227" y="601"/>
                      <a:pt x="61" y="897"/>
                    </a:cubicBezTo>
                    <a:cubicBezTo>
                      <a:pt x="24" y="955"/>
                      <a:pt x="7" y="1022"/>
                      <a:pt x="0" y="1090"/>
                    </a:cubicBezTo>
                    <a:cubicBezTo>
                      <a:pt x="462" y="1330"/>
                      <a:pt x="920" y="1575"/>
                      <a:pt x="1380" y="1818"/>
                    </a:cubicBezTo>
                    <a:moveTo>
                      <a:pt x="36" y="1078"/>
                    </a:moveTo>
                    <a:cubicBezTo>
                      <a:pt x="43" y="1006"/>
                      <a:pt x="65" y="937"/>
                      <a:pt x="105" y="876"/>
                    </a:cubicBezTo>
                    <a:cubicBezTo>
                      <a:pt x="263" y="607"/>
                      <a:pt x="388" y="320"/>
                      <a:pt x="554" y="56"/>
                    </a:cubicBezTo>
                    <a:cubicBezTo>
                      <a:pt x="887" y="213"/>
                      <a:pt x="1207" y="396"/>
                      <a:pt x="1535" y="562"/>
                    </a:cubicBezTo>
                    <a:cubicBezTo>
                      <a:pt x="1716" y="647"/>
                      <a:pt x="1888" y="751"/>
                      <a:pt x="2071" y="834"/>
                    </a:cubicBezTo>
                    <a:cubicBezTo>
                      <a:pt x="1920" y="1138"/>
                      <a:pt x="1750" y="1431"/>
                      <a:pt x="1599" y="1735"/>
                    </a:cubicBezTo>
                    <a:cubicBezTo>
                      <a:pt x="1575" y="1776"/>
                      <a:pt x="1558" y="1825"/>
                      <a:pt x="1519" y="1854"/>
                    </a:cubicBezTo>
                    <a:cubicBezTo>
                      <a:pt x="1018" y="1608"/>
                      <a:pt x="540" y="1318"/>
                      <a:pt x="36" y="1078"/>
                    </a:cubicBezTo>
                  </a:path>
                </a:pathLst>
              </a:custGeom>
              <a:solidFill>
                <a:srgbClr val="161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109"/>
              <p:cNvSpPr>
                <a:spLocks/>
              </p:cNvSpPr>
              <p:nvPr/>
            </p:nvSpPr>
            <p:spPr bwMode="auto">
              <a:xfrm flipV="1">
                <a:off x="5137" y="3137"/>
                <a:ext cx="698" cy="23"/>
              </a:xfrm>
              <a:custGeom>
                <a:avLst/>
                <a:gdLst>
                  <a:gd name="T0" fmla="*/ 0 w 3067"/>
                  <a:gd name="T1" fmla="*/ 73 h 101"/>
                  <a:gd name="T2" fmla="*/ 745 w 3067"/>
                  <a:gd name="T3" fmla="*/ 94 h 101"/>
                  <a:gd name="T4" fmla="*/ 2474 w 3067"/>
                  <a:gd name="T5" fmla="*/ 93 h 101"/>
                  <a:gd name="T6" fmla="*/ 2935 w 3067"/>
                  <a:gd name="T7" fmla="*/ 92 h 101"/>
                  <a:gd name="T8" fmla="*/ 3067 w 3067"/>
                  <a:gd name="T9" fmla="*/ 15 h 101"/>
                  <a:gd name="T10" fmla="*/ 887 w 3067"/>
                  <a:gd name="T11" fmla="*/ 9 h 101"/>
                  <a:gd name="T12" fmla="*/ 0 w 3067"/>
                  <a:gd name="T13" fmla="*/ 73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67" h="101">
                    <a:moveTo>
                      <a:pt x="0" y="73"/>
                    </a:moveTo>
                    <a:cubicBezTo>
                      <a:pt x="249" y="63"/>
                      <a:pt x="496" y="101"/>
                      <a:pt x="745" y="94"/>
                    </a:cubicBezTo>
                    <a:cubicBezTo>
                      <a:pt x="1321" y="93"/>
                      <a:pt x="1898" y="95"/>
                      <a:pt x="2474" y="93"/>
                    </a:cubicBezTo>
                    <a:cubicBezTo>
                      <a:pt x="2628" y="92"/>
                      <a:pt x="2782" y="99"/>
                      <a:pt x="2935" y="92"/>
                    </a:cubicBezTo>
                    <a:cubicBezTo>
                      <a:pt x="2992" y="94"/>
                      <a:pt x="3030" y="51"/>
                      <a:pt x="3067" y="15"/>
                    </a:cubicBezTo>
                    <a:cubicBezTo>
                      <a:pt x="2340" y="1"/>
                      <a:pt x="1614" y="13"/>
                      <a:pt x="887" y="9"/>
                    </a:cubicBezTo>
                    <a:cubicBezTo>
                      <a:pt x="590" y="0"/>
                      <a:pt x="294" y="38"/>
                      <a:pt x="0" y="73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110"/>
              <p:cNvSpPr>
                <a:spLocks/>
              </p:cNvSpPr>
              <p:nvPr/>
            </p:nvSpPr>
            <p:spPr bwMode="auto">
              <a:xfrm flipV="1">
                <a:off x="5130" y="3477"/>
                <a:ext cx="761" cy="20"/>
              </a:xfrm>
              <a:custGeom>
                <a:avLst/>
                <a:gdLst>
                  <a:gd name="T0" fmla="*/ 0 w 3345"/>
                  <a:gd name="T1" fmla="*/ 73 h 88"/>
                  <a:gd name="T2" fmla="*/ 3142 w 3345"/>
                  <a:gd name="T3" fmla="*/ 81 h 88"/>
                  <a:gd name="T4" fmla="*/ 3345 w 3345"/>
                  <a:gd name="T5" fmla="*/ 16 h 88"/>
                  <a:gd name="T6" fmla="*/ 743 w 3345"/>
                  <a:gd name="T7" fmla="*/ 9 h 88"/>
                  <a:gd name="T8" fmla="*/ 0 w 3345"/>
                  <a:gd name="T9" fmla="*/ 7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45" h="88">
                    <a:moveTo>
                      <a:pt x="0" y="73"/>
                    </a:moveTo>
                    <a:cubicBezTo>
                      <a:pt x="1047" y="88"/>
                      <a:pt x="2095" y="76"/>
                      <a:pt x="3142" y="81"/>
                    </a:cubicBezTo>
                    <a:cubicBezTo>
                      <a:pt x="3216" y="86"/>
                      <a:pt x="3290" y="69"/>
                      <a:pt x="3345" y="16"/>
                    </a:cubicBezTo>
                    <a:cubicBezTo>
                      <a:pt x="2478" y="0"/>
                      <a:pt x="1610" y="14"/>
                      <a:pt x="743" y="9"/>
                    </a:cubicBezTo>
                    <a:cubicBezTo>
                      <a:pt x="495" y="22"/>
                      <a:pt x="247" y="48"/>
                      <a:pt x="0" y="73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111"/>
              <p:cNvSpPr>
                <a:spLocks/>
              </p:cNvSpPr>
              <p:nvPr/>
            </p:nvSpPr>
            <p:spPr bwMode="auto">
              <a:xfrm flipV="1">
                <a:off x="5145" y="3731"/>
                <a:ext cx="365" cy="19"/>
              </a:xfrm>
              <a:custGeom>
                <a:avLst/>
                <a:gdLst>
                  <a:gd name="T0" fmla="*/ 0 w 1603"/>
                  <a:gd name="T1" fmla="*/ 82 h 84"/>
                  <a:gd name="T2" fmla="*/ 1419 w 1603"/>
                  <a:gd name="T3" fmla="*/ 81 h 84"/>
                  <a:gd name="T4" fmla="*/ 1603 w 1603"/>
                  <a:gd name="T5" fmla="*/ 16 h 84"/>
                  <a:gd name="T6" fmla="*/ 782 w 1603"/>
                  <a:gd name="T7" fmla="*/ 9 h 84"/>
                  <a:gd name="T8" fmla="*/ 0 w 1603"/>
                  <a:gd name="T9" fmla="*/ 8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3" h="84">
                    <a:moveTo>
                      <a:pt x="0" y="82"/>
                    </a:moveTo>
                    <a:cubicBezTo>
                      <a:pt x="473" y="80"/>
                      <a:pt x="946" y="82"/>
                      <a:pt x="1419" y="81"/>
                    </a:cubicBezTo>
                    <a:cubicBezTo>
                      <a:pt x="1487" y="84"/>
                      <a:pt x="1545" y="45"/>
                      <a:pt x="1603" y="16"/>
                    </a:cubicBezTo>
                    <a:cubicBezTo>
                      <a:pt x="1329" y="1"/>
                      <a:pt x="1055" y="13"/>
                      <a:pt x="782" y="9"/>
                    </a:cubicBezTo>
                    <a:cubicBezTo>
                      <a:pt x="519" y="0"/>
                      <a:pt x="258" y="40"/>
                      <a:pt x="0" y="82"/>
                    </a:cubicBezTo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21" name="Freeform 113"/>
            <p:cNvSpPr>
              <a:spLocks/>
            </p:cNvSpPr>
            <p:nvPr/>
          </p:nvSpPr>
          <p:spPr bwMode="auto">
            <a:xfrm flipV="1">
              <a:off x="10437813" y="4873625"/>
              <a:ext cx="1214438" cy="1330325"/>
            </a:xfrm>
            <a:custGeom>
              <a:avLst/>
              <a:gdLst>
                <a:gd name="T0" fmla="*/ 15 w 3360"/>
                <a:gd name="T1" fmla="*/ 3540 h 3677"/>
                <a:gd name="T2" fmla="*/ 632 w 3360"/>
                <a:gd name="T3" fmla="*/ 3629 h 3677"/>
                <a:gd name="T4" fmla="*/ 1100 w 3360"/>
                <a:gd name="T5" fmla="*/ 3272 h 3677"/>
                <a:gd name="T6" fmla="*/ 2142 w 3360"/>
                <a:gd name="T7" fmla="*/ 1790 h 3677"/>
                <a:gd name="T8" fmla="*/ 2376 w 3360"/>
                <a:gd name="T9" fmla="*/ 1543 h 3677"/>
                <a:gd name="T10" fmla="*/ 2640 w 3360"/>
                <a:gd name="T11" fmla="*/ 1165 h 3677"/>
                <a:gd name="T12" fmla="*/ 2656 w 3360"/>
                <a:gd name="T13" fmla="*/ 1166 h 3677"/>
                <a:gd name="T14" fmla="*/ 2705 w 3360"/>
                <a:gd name="T15" fmla="*/ 1168 h 3677"/>
                <a:gd name="T16" fmla="*/ 2767 w 3360"/>
                <a:gd name="T17" fmla="*/ 886 h 3677"/>
                <a:gd name="T18" fmla="*/ 3312 w 3360"/>
                <a:gd name="T19" fmla="*/ 98 h 3677"/>
                <a:gd name="T20" fmla="*/ 3337 w 3360"/>
                <a:gd name="T21" fmla="*/ 48 h 3677"/>
                <a:gd name="T22" fmla="*/ 3360 w 3360"/>
                <a:gd name="T23" fmla="*/ 0 h 3677"/>
                <a:gd name="T24" fmla="*/ 3311 w 3360"/>
                <a:gd name="T25" fmla="*/ 2 h 3677"/>
                <a:gd name="T26" fmla="*/ 3119 w 3360"/>
                <a:gd name="T27" fmla="*/ 26 h 3677"/>
                <a:gd name="T28" fmla="*/ 2810 w 3360"/>
                <a:gd name="T29" fmla="*/ 493 h 3677"/>
                <a:gd name="T30" fmla="*/ 2501 w 3360"/>
                <a:gd name="T31" fmla="*/ 523 h 3677"/>
                <a:gd name="T32" fmla="*/ 2784 w 3360"/>
                <a:gd name="T33" fmla="*/ 538 h 3677"/>
                <a:gd name="T34" fmla="*/ 2288 w 3360"/>
                <a:gd name="T35" fmla="*/ 1249 h 3677"/>
                <a:gd name="T36" fmla="*/ 2087 w 3360"/>
                <a:gd name="T37" fmla="*/ 1532 h 3677"/>
                <a:gd name="T38" fmla="*/ 1344 w 3360"/>
                <a:gd name="T39" fmla="*/ 2595 h 3677"/>
                <a:gd name="T40" fmla="*/ 1125 w 3360"/>
                <a:gd name="T41" fmla="*/ 2913 h 3677"/>
                <a:gd name="T42" fmla="*/ 652 w 3360"/>
                <a:gd name="T43" fmla="*/ 3424 h 3677"/>
                <a:gd name="T44" fmla="*/ 171 w 3360"/>
                <a:gd name="T45" fmla="*/ 3396 h 3677"/>
                <a:gd name="T46" fmla="*/ 0 w 3360"/>
                <a:gd name="T47" fmla="*/ 3410 h 3677"/>
                <a:gd name="T48" fmla="*/ 15 w 3360"/>
                <a:gd name="T49" fmla="*/ 3540 h 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0" h="3677">
                  <a:moveTo>
                    <a:pt x="15" y="3540"/>
                  </a:moveTo>
                  <a:cubicBezTo>
                    <a:pt x="210" y="3613"/>
                    <a:pt x="423" y="3677"/>
                    <a:pt x="632" y="3629"/>
                  </a:cubicBezTo>
                  <a:cubicBezTo>
                    <a:pt x="831" y="3582"/>
                    <a:pt x="980" y="3429"/>
                    <a:pt x="1100" y="3272"/>
                  </a:cubicBezTo>
                  <a:cubicBezTo>
                    <a:pt x="1449" y="2779"/>
                    <a:pt x="1781" y="2274"/>
                    <a:pt x="2142" y="1790"/>
                  </a:cubicBezTo>
                  <a:cubicBezTo>
                    <a:pt x="2205" y="1697"/>
                    <a:pt x="2250" y="1564"/>
                    <a:pt x="2376" y="1543"/>
                  </a:cubicBezTo>
                  <a:cubicBezTo>
                    <a:pt x="2471" y="1422"/>
                    <a:pt x="2549" y="1289"/>
                    <a:pt x="2640" y="1165"/>
                  </a:cubicBezTo>
                  <a:lnTo>
                    <a:pt x="2656" y="1166"/>
                  </a:lnTo>
                  <a:cubicBezTo>
                    <a:pt x="2668" y="1166"/>
                    <a:pt x="2693" y="1167"/>
                    <a:pt x="2705" y="1168"/>
                  </a:cubicBezTo>
                  <a:cubicBezTo>
                    <a:pt x="2585" y="1080"/>
                    <a:pt x="2713" y="969"/>
                    <a:pt x="2767" y="886"/>
                  </a:cubicBezTo>
                  <a:cubicBezTo>
                    <a:pt x="2946" y="622"/>
                    <a:pt x="3141" y="368"/>
                    <a:pt x="3312" y="98"/>
                  </a:cubicBezTo>
                  <a:cubicBezTo>
                    <a:pt x="3318" y="85"/>
                    <a:pt x="3331" y="60"/>
                    <a:pt x="3337" y="48"/>
                  </a:cubicBezTo>
                  <a:lnTo>
                    <a:pt x="3360" y="0"/>
                  </a:lnTo>
                  <a:lnTo>
                    <a:pt x="3311" y="2"/>
                  </a:lnTo>
                  <a:cubicBezTo>
                    <a:pt x="3247" y="3"/>
                    <a:pt x="3183" y="15"/>
                    <a:pt x="3119" y="26"/>
                  </a:cubicBezTo>
                  <a:cubicBezTo>
                    <a:pt x="3041" y="196"/>
                    <a:pt x="2932" y="352"/>
                    <a:pt x="2810" y="493"/>
                  </a:cubicBezTo>
                  <a:cubicBezTo>
                    <a:pt x="2711" y="523"/>
                    <a:pt x="2604" y="522"/>
                    <a:pt x="2501" y="523"/>
                  </a:cubicBezTo>
                  <a:cubicBezTo>
                    <a:pt x="2594" y="546"/>
                    <a:pt x="2690" y="544"/>
                    <a:pt x="2784" y="538"/>
                  </a:cubicBezTo>
                  <a:cubicBezTo>
                    <a:pt x="2617" y="773"/>
                    <a:pt x="2452" y="1011"/>
                    <a:pt x="2288" y="1249"/>
                  </a:cubicBezTo>
                  <a:cubicBezTo>
                    <a:pt x="2224" y="1345"/>
                    <a:pt x="2155" y="1438"/>
                    <a:pt x="2087" y="1532"/>
                  </a:cubicBezTo>
                  <a:cubicBezTo>
                    <a:pt x="1837" y="1884"/>
                    <a:pt x="1588" y="2238"/>
                    <a:pt x="1344" y="2595"/>
                  </a:cubicBezTo>
                  <a:cubicBezTo>
                    <a:pt x="1276" y="2705"/>
                    <a:pt x="1202" y="2810"/>
                    <a:pt x="1125" y="2913"/>
                  </a:cubicBezTo>
                  <a:cubicBezTo>
                    <a:pt x="987" y="3098"/>
                    <a:pt x="870" y="3321"/>
                    <a:pt x="652" y="3424"/>
                  </a:cubicBezTo>
                  <a:cubicBezTo>
                    <a:pt x="497" y="3498"/>
                    <a:pt x="327" y="3434"/>
                    <a:pt x="171" y="3396"/>
                  </a:cubicBezTo>
                  <a:cubicBezTo>
                    <a:pt x="114" y="3399"/>
                    <a:pt x="57" y="3404"/>
                    <a:pt x="0" y="3410"/>
                  </a:cubicBezTo>
                  <a:cubicBezTo>
                    <a:pt x="4" y="3442"/>
                    <a:pt x="11" y="3507"/>
                    <a:pt x="15" y="3540"/>
                  </a:cubicBezTo>
                </a:path>
              </a:pathLst>
            </a:custGeom>
            <a:solidFill>
              <a:srgbClr val="B12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2" name="Freeform 114"/>
            <p:cNvSpPr>
              <a:spLocks/>
            </p:cNvSpPr>
            <p:nvPr/>
          </p:nvSpPr>
          <p:spPr bwMode="auto">
            <a:xfrm flipV="1">
              <a:off x="9737725" y="5045075"/>
              <a:ext cx="74613" cy="127000"/>
            </a:xfrm>
            <a:custGeom>
              <a:avLst/>
              <a:gdLst>
                <a:gd name="T0" fmla="*/ 0 w 207"/>
                <a:gd name="T1" fmla="*/ 349 h 349"/>
                <a:gd name="T2" fmla="*/ 207 w 207"/>
                <a:gd name="T3" fmla="*/ 50 h 349"/>
                <a:gd name="T4" fmla="*/ 67 w 207"/>
                <a:gd name="T5" fmla="*/ 0 h 349"/>
                <a:gd name="T6" fmla="*/ 0 w 207"/>
                <a:gd name="T7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" h="349">
                  <a:moveTo>
                    <a:pt x="0" y="349"/>
                  </a:moveTo>
                  <a:cubicBezTo>
                    <a:pt x="78" y="256"/>
                    <a:pt x="143" y="153"/>
                    <a:pt x="207" y="50"/>
                  </a:cubicBezTo>
                  <a:cubicBezTo>
                    <a:pt x="160" y="33"/>
                    <a:pt x="114" y="15"/>
                    <a:pt x="67" y="0"/>
                  </a:cubicBezTo>
                  <a:cubicBezTo>
                    <a:pt x="49" y="117"/>
                    <a:pt x="20" y="232"/>
                    <a:pt x="0" y="3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3" name="Freeform 115"/>
            <p:cNvSpPr>
              <a:spLocks/>
            </p:cNvSpPr>
            <p:nvPr/>
          </p:nvSpPr>
          <p:spPr bwMode="auto">
            <a:xfrm flipV="1">
              <a:off x="10774363" y="5149850"/>
              <a:ext cx="149225" cy="144463"/>
            </a:xfrm>
            <a:custGeom>
              <a:avLst/>
              <a:gdLst>
                <a:gd name="T0" fmla="*/ 194 w 413"/>
                <a:gd name="T1" fmla="*/ 400 h 400"/>
                <a:gd name="T2" fmla="*/ 413 w 413"/>
                <a:gd name="T3" fmla="*/ 82 h 400"/>
                <a:gd name="T4" fmla="*/ 332 w 413"/>
                <a:gd name="T5" fmla="*/ 164 h 400"/>
                <a:gd name="T6" fmla="*/ 82 w 413"/>
                <a:gd name="T7" fmla="*/ 14 h 400"/>
                <a:gd name="T8" fmla="*/ 0 w 413"/>
                <a:gd name="T9" fmla="*/ 113 h 400"/>
                <a:gd name="T10" fmla="*/ 228 w 413"/>
                <a:gd name="T11" fmla="*/ 294 h 400"/>
                <a:gd name="T12" fmla="*/ 194 w 413"/>
                <a:gd name="T13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3" h="400">
                  <a:moveTo>
                    <a:pt x="194" y="400"/>
                  </a:moveTo>
                  <a:cubicBezTo>
                    <a:pt x="271" y="297"/>
                    <a:pt x="345" y="192"/>
                    <a:pt x="413" y="82"/>
                  </a:cubicBezTo>
                  <a:cubicBezTo>
                    <a:pt x="386" y="110"/>
                    <a:pt x="359" y="137"/>
                    <a:pt x="332" y="164"/>
                  </a:cubicBezTo>
                  <a:cubicBezTo>
                    <a:pt x="251" y="111"/>
                    <a:pt x="174" y="49"/>
                    <a:pt x="82" y="14"/>
                  </a:cubicBezTo>
                  <a:cubicBezTo>
                    <a:pt x="17" y="0"/>
                    <a:pt x="13" y="68"/>
                    <a:pt x="0" y="113"/>
                  </a:cubicBezTo>
                  <a:cubicBezTo>
                    <a:pt x="67" y="184"/>
                    <a:pt x="149" y="238"/>
                    <a:pt x="228" y="294"/>
                  </a:cubicBezTo>
                  <a:cubicBezTo>
                    <a:pt x="219" y="320"/>
                    <a:pt x="202" y="373"/>
                    <a:pt x="194" y="400"/>
                  </a:cubicBezTo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4" name="Freeform 116"/>
            <p:cNvSpPr>
              <a:spLocks/>
            </p:cNvSpPr>
            <p:nvPr/>
          </p:nvSpPr>
          <p:spPr bwMode="auto">
            <a:xfrm flipV="1">
              <a:off x="11101388" y="5649913"/>
              <a:ext cx="163513" cy="133350"/>
            </a:xfrm>
            <a:custGeom>
              <a:avLst/>
              <a:gdLst>
                <a:gd name="T0" fmla="*/ 250 w 451"/>
                <a:gd name="T1" fmla="*/ 370 h 370"/>
                <a:gd name="T2" fmla="*/ 451 w 451"/>
                <a:gd name="T3" fmla="*/ 87 h 370"/>
                <a:gd name="T4" fmla="*/ 351 w 451"/>
                <a:gd name="T5" fmla="*/ 170 h 370"/>
                <a:gd name="T6" fmla="*/ 82 w 451"/>
                <a:gd name="T7" fmla="*/ 0 h 370"/>
                <a:gd name="T8" fmla="*/ 44 w 451"/>
                <a:gd name="T9" fmla="*/ 144 h 370"/>
                <a:gd name="T10" fmla="*/ 254 w 451"/>
                <a:gd name="T11" fmla="*/ 310 h 370"/>
                <a:gd name="T12" fmla="*/ 250 w 451"/>
                <a:gd name="T13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1" h="370">
                  <a:moveTo>
                    <a:pt x="250" y="370"/>
                  </a:moveTo>
                  <a:cubicBezTo>
                    <a:pt x="318" y="276"/>
                    <a:pt x="387" y="183"/>
                    <a:pt x="451" y="87"/>
                  </a:cubicBezTo>
                  <a:cubicBezTo>
                    <a:pt x="418" y="115"/>
                    <a:pt x="385" y="143"/>
                    <a:pt x="351" y="170"/>
                  </a:cubicBezTo>
                  <a:cubicBezTo>
                    <a:pt x="261" y="114"/>
                    <a:pt x="171" y="58"/>
                    <a:pt x="82" y="0"/>
                  </a:cubicBezTo>
                  <a:cubicBezTo>
                    <a:pt x="65" y="46"/>
                    <a:pt x="0" y="95"/>
                    <a:pt x="44" y="144"/>
                  </a:cubicBezTo>
                  <a:cubicBezTo>
                    <a:pt x="105" y="209"/>
                    <a:pt x="184" y="254"/>
                    <a:pt x="254" y="310"/>
                  </a:cubicBezTo>
                  <a:cubicBezTo>
                    <a:pt x="253" y="325"/>
                    <a:pt x="251" y="355"/>
                    <a:pt x="250" y="370"/>
                  </a:cubicBezTo>
                </a:path>
              </a:pathLst>
            </a:custGeom>
            <a:solidFill>
              <a:srgbClr val="B2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5" name="Freeform 117"/>
            <p:cNvSpPr>
              <a:spLocks noEditPoints="1"/>
            </p:cNvSpPr>
            <p:nvPr/>
          </p:nvSpPr>
          <p:spPr bwMode="auto">
            <a:xfrm flipV="1">
              <a:off x="11279188" y="6080125"/>
              <a:ext cx="206375" cy="223838"/>
            </a:xfrm>
            <a:custGeom>
              <a:avLst/>
              <a:gdLst>
                <a:gd name="T0" fmla="*/ 222 w 573"/>
                <a:gd name="T1" fmla="*/ 557 h 618"/>
                <a:gd name="T2" fmla="*/ 543 w 573"/>
                <a:gd name="T3" fmla="*/ 297 h 618"/>
                <a:gd name="T4" fmla="*/ 154 w 573"/>
                <a:gd name="T5" fmla="*/ 132 h 618"/>
                <a:gd name="T6" fmla="*/ 222 w 573"/>
                <a:gd name="T7" fmla="*/ 557 h 618"/>
                <a:gd name="T8" fmla="*/ 217 w 573"/>
                <a:gd name="T9" fmla="*/ 467 h 618"/>
                <a:gd name="T10" fmla="*/ 157 w 573"/>
                <a:gd name="T11" fmla="*/ 243 h 618"/>
                <a:gd name="T12" fmla="*/ 462 w 573"/>
                <a:gd name="T13" fmla="*/ 264 h 618"/>
                <a:gd name="T14" fmla="*/ 217 w 573"/>
                <a:gd name="T15" fmla="*/ 467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3" h="618">
                  <a:moveTo>
                    <a:pt x="222" y="557"/>
                  </a:moveTo>
                  <a:cubicBezTo>
                    <a:pt x="383" y="618"/>
                    <a:pt x="573" y="468"/>
                    <a:pt x="543" y="297"/>
                  </a:cubicBezTo>
                  <a:cubicBezTo>
                    <a:pt x="533" y="118"/>
                    <a:pt x="290" y="0"/>
                    <a:pt x="154" y="132"/>
                  </a:cubicBezTo>
                  <a:cubicBezTo>
                    <a:pt x="0" y="239"/>
                    <a:pt x="42" y="504"/>
                    <a:pt x="222" y="557"/>
                  </a:cubicBezTo>
                  <a:moveTo>
                    <a:pt x="217" y="467"/>
                  </a:moveTo>
                  <a:cubicBezTo>
                    <a:pt x="134" y="427"/>
                    <a:pt x="127" y="320"/>
                    <a:pt x="157" y="243"/>
                  </a:cubicBezTo>
                  <a:cubicBezTo>
                    <a:pt x="211" y="118"/>
                    <a:pt x="418" y="140"/>
                    <a:pt x="462" y="264"/>
                  </a:cubicBezTo>
                  <a:cubicBezTo>
                    <a:pt x="519" y="398"/>
                    <a:pt x="342" y="558"/>
                    <a:pt x="217" y="467"/>
                  </a:cubicBezTo>
                </a:path>
              </a:pathLst>
            </a:custGeom>
            <a:solidFill>
              <a:srgbClr val="7D7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6" name="Freeform 118"/>
            <p:cNvSpPr>
              <a:spLocks/>
            </p:cNvSpPr>
            <p:nvPr/>
          </p:nvSpPr>
          <p:spPr bwMode="auto">
            <a:xfrm flipV="1">
              <a:off x="11355388" y="6154738"/>
              <a:ext cx="63500" cy="65088"/>
            </a:xfrm>
            <a:custGeom>
              <a:avLst/>
              <a:gdLst>
                <a:gd name="T0" fmla="*/ 50 w 178"/>
                <a:gd name="T1" fmla="*/ 127 h 180"/>
                <a:gd name="T2" fmla="*/ 124 w 178"/>
                <a:gd name="T3" fmla="*/ 49 h 180"/>
                <a:gd name="T4" fmla="*/ 50 w 178"/>
                <a:gd name="T5" fmla="*/ 12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" h="180">
                  <a:moveTo>
                    <a:pt x="50" y="127"/>
                  </a:moveTo>
                  <a:cubicBezTo>
                    <a:pt x="98" y="180"/>
                    <a:pt x="178" y="94"/>
                    <a:pt x="124" y="49"/>
                  </a:cubicBezTo>
                  <a:cubicBezTo>
                    <a:pt x="76" y="0"/>
                    <a:pt x="0" y="81"/>
                    <a:pt x="50" y="127"/>
                  </a:cubicBezTo>
                </a:path>
              </a:pathLst>
            </a:custGeom>
            <a:solidFill>
              <a:srgbClr val="2D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5" name="组合 144"/>
          <p:cNvGrpSpPr/>
          <p:nvPr/>
        </p:nvGrpSpPr>
        <p:grpSpPr>
          <a:xfrm>
            <a:off x="1075386" y="4862512"/>
            <a:ext cx="923150" cy="1407463"/>
            <a:chOff x="9715768" y="552947"/>
            <a:chExt cx="1807895" cy="2756374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46" name="Freeform 89"/>
            <p:cNvSpPr>
              <a:spLocks/>
            </p:cNvSpPr>
            <p:nvPr/>
          </p:nvSpPr>
          <p:spPr bwMode="auto">
            <a:xfrm flipV="1">
              <a:off x="10240449" y="552947"/>
              <a:ext cx="576263" cy="573088"/>
            </a:xfrm>
            <a:custGeom>
              <a:avLst/>
              <a:gdLst>
                <a:gd name="T0" fmla="*/ 981 w 2286"/>
                <a:gd name="T1" fmla="*/ 2231 h 2273"/>
                <a:gd name="T2" fmla="*/ 1655 w 2286"/>
                <a:gd name="T3" fmla="*/ 2136 h 2273"/>
                <a:gd name="T4" fmla="*/ 2176 w 2286"/>
                <a:gd name="T5" fmla="*/ 1589 h 2273"/>
                <a:gd name="T6" fmla="*/ 2183 w 2286"/>
                <a:gd name="T7" fmla="*/ 707 h 2273"/>
                <a:gd name="T8" fmla="*/ 1661 w 2286"/>
                <a:gd name="T9" fmla="*/ 144 h 2273"/>
                <a:gd name="T10" fmla="*/ 671 w 2286"/>
                <a:gd name="T11" fmla="*/ 131 h 2273"/>
                <a:gd name="T12" fmla="*/ 182 w 2286"/>
                <a:gd name="T13" fmla="*/ 592 h 2273"/>
                <a:gd name="T14" fmla="*/ 98 w 2286"/>
                <a:gd name="T15" fmla="*/ 1460 h 2273"/>
                <a:gd name="T16" fmla="*/ 551 w 2286"/>
                <a:gd name="T17" fmla="*/ 2071 h 2273"/>
                <a:gd name="T18" fmla="*/ 981 w 2286"/>
                <a:gd name="T19" fmla="*/ 2231 h 2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6" h="2273">
                  <a:moveTo>
                    <a:pt x="981" y="2231"/>
                  </a:moveTo>
                  <a:cubicBezTo>
                    <a:pt x="1209" y="2273"/>
                    <a:pt x="1443" y="2221"/>
                    <a:pt x="1655" y="2136"/>
                  </a:cubicBezTo>
                  <a:cubicBezTo>
                    <a:pt x="1880" y="2014"/>
                    <a:pt x="2061" y="1817"/>
                    <a:pt x="2176" y="1589"/>
                  </a:cubicBezTo>
                  <a:cubicBezTo>
                    <a:pt x="2281" y="1308"/>
                    <a:pt x="2286" y="990"/>
                    <a:pt x="2183" y="707"/>
                  </a:cubicBezTo>
                  <a:cubicBezTo>
                    <a:pt x="2077" y="468"/>
                    <a:pt x="1886" y="275"/>
                    <a:pt x="1661" y="144"/>
                  </a:cubicBezTo>
                  <a:cubicBezTo>
                    <a:pt x="1352" y="0"/>
                    <a:pt x="986" y="2"/>
                    <a:pt x="671" y="131"/>
                  </a:cubicBezTo>
                  <a:cubicBezTo>
                    <a:pt x="471" y="238"/>
                    <a:pt x="304" y="401"/>
                    <a:pt x="182" y="592"/>
                  </a:cubicBezTo>
                  <a:cubicBezTo>
                    <a:pt x="53" y="859"/>
                    <a:pt x="0" y="1174"/>
                    <a:pt x="98" y="1460"/>
                  </a:cubicBezTo>
                  <a:cubicBezTo>
                    <a:pt x="153" y="1718"/>
                    <a:pt x="342" y="1923"/>
                    <a:pt x="551" y="2071"/>
                  </a:cubicBezTo>
                  <a:cubicBezTo>
                    <a:pt x="674" y="2169"/>
                    <a:pt x="833" y="2197"/>
                    <a:pt x="981" y="22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7" name="任意多边形 146"/>
            <p:cNvSpPr>
              <a:spLocks/>
            </p:cNvSpPr>
            <p:nvPr/>
          </p:nvSpPr>
          <p:spPr bwMode="auto">
            <a:xfrm flipV="1">
              <a:off x="9715768" y="975021"/>
              <a:ext cx="1476037" cy="2334300"/>
            </a:xfrm>
            <a:custGeom>
              <a:avLst/>
              <a:gdLst>
                <a:gd name="connsiteX0" fmla="*/ 551789 w 1476037"/>
                <a:gd name="connsiteY0" fmla="*/ 2334300 h 2334300"/>
                <a:gd name="connsiteX1" fmla="*/ 645626 w 1476037"/>
                <a:gd name="connsiteY1" fmla="*/ 2222136 h 2334300"/>
                <a:gd name="connsiteX2" fmla="*/ 902164 w 1476037"/>
                <a:gd name="connsiteY2" fmla="*/ 2177774 h 2334300"/>
                <a:gd name="connsiteX3" fmla="*/ 1004830 w 1476037"/>
                <a:gd name="connsiteY3" fmla="*/ 2228437 h 2334300"/>
                <a:gd name="connsiteX4" fmla="*/ 1080505 w 1476037"/>
                <a:gd name="connsiteY4" fmla="*/ 2222388 h 2334300"/>
                <a:gd name="connsiteX5" fmla="*/ 1285080 w 1476037"/>
                <a:gd name="connsiteY5" fmla="*/ 1991001 h 2334300"/>
                <a:gd name="connsiteX6" fmla="*/ 1348647 w 1476037"/>
                <a:gd name="connsiteY6" fmla="*/ 1818848 h 2334300"/>
                <a:gd name="connsiteX7" fmla="*/ 1311818 w 1476037"/>
                <a:gd name="connsiteY7" fmla="*/ 1645182 h 2334300"/>
                <a:gd name="connsiteX8" fmla="*/ 1169297 w 1476037"/>
                <a:gd name="connsiteY8" fmla="*/ 1520163 h 2334300"/>
                <a:gd name="connsiteX9" fmla="*/ 988938 w 1476037"/>
                <a:gd name="connsiteY9" fmla="*/ 1457149 h 2334300"/>
                <a:gd name="connsiteX10" fmla="*/ 746778 w 1476037"/>
                <a:gd name="connsiteY10" fmla="*/ 1420853 h 2334300"/>
                <a:gd name="connsiteX11" fmla="*/ 652942 w 1476037"/>
                <a:gd name="connsiteY11" fmla="*/ 1541840 h 2334300"/>
                <a:gd name="connsiteX12" fmla="*/ 756364 w 1476037"/>
                <a:gd name="connsiteY12" fmla="*/ 1622497 h 2334300"/>
                <a:gd name="connsiteX13" fmla="*/ 1086307 w 1476037"/>
                <a:gd name="connsiteY13" fmla="*/ 1702399 h 2334300"/>
                <a:gd name="connsiteX14" fmla="*/ 1148613 w 1476037"/>
                <a:gd name="connsiteY14" fmla="*/ 1782804 h 2334300"/>
                <a:gd name="connsiteX15" fmla="*/ 1083532 w 1476037"/>
                <a:gd name="connsiteY15" fmla="*/ 1933533 h 2334300"/>
                <a:gd name="connsiteX16" fmla="*/ 1033082 w 1476037"/>
                <a:gd name="connsiteY16" fmla="*/ 1702147 h 2334300"/>
                <a:gd name="connsiteX17" fmla="*/ 729626 w 1476037"/>
                <a:gd name="connsiteY17" fmla="*/ 1640645 h 2334300"/>
                <a:gd name="connsiteX18" fmla="*/ 640329 w 1476037"/>
                <a:gd name="connsiteY18" fmla="*/ 1462443 h 2334300"/>
                <a:gd name="connsiteX19" fmla="*/ 738454 w 1476037"/>
                <a:gd name="connsiteY19" fmla="*/ 1397412 h 2334300"/>
                <a:gd name="connsiteX20" fmla="*/ 1067136 w 1476037"/>
                <a:gd name="connsiteY20" fmla="*/ 1454881 h 2334300"/>
                <a:gd name="connsiteX21" fmla="*/ 1219747 w 1476037"/>
                <a:gd name="connsiteY21" fmla="*/ 1522180 h 2334300"/>
                <a:gd name="connsiteX22" fmla="*/ 1270796 w 1476037"/>
                <a:gd name="connsiteY22" fmla="*/ 1477975 h 2334300"/>
                <a:gd name="connsiteX23" fmla="*/ 1281823 w 1476037"/>
                <a:gd name="connsiteY23" fmla="*/ 1454874 h 2334300"/>
                <a:gd name="connsiteX24" fmla="*/ 1285440 w 1476037"/>
                <a:gd name="connsiteY24" fmla="*/ 1460248 h 2334300"/>
                <a:gd name="connsiteX25" fmla="*/ 1295510 w 1476037"/>
                <a:gd name="connsiteY25" fmla="*/ 1426198 h 2334300"/>
                <a:gd name="connsiteX26" fmla="*/ 1300467 w 1476037"/>
                <a:gd name="connsiteY26" fmla="*/ 1415812 h 2334300"/>
                <a:gd name="connsiteX27" fmla="*/ 1299002 w 1476037"/>
                <a:gd name="connsiteY27" fmla="*/ 1414388 h 2334300"/>
                <a:gd name="connsiteX28" fmla="*/ 1316719 w 1476037"/>
                <a:gd name="connsiteY28" fmla="*/ 1354482 h 2334300"/>
                <a:gd name="connsiteX29" fmla="*/ 1349135 w 1476037"/>
                <a:gd name="connsiteY29" fmla="*/ 1248716 h 2334300"/>
                <a:gd name="connsiteX30" fmla="*/ 1430271 w 1476037"/>
                <a:gd name="connsiteY30" fmla="*/ 964911 h 2334300"/>
                <a:gd name="connsiteX31" fmla="*/ 1473492 w 1476037"/>
                <a:gd name="connsiteY31" fmla="*/ 758667 h 2334300"/>
                <a:gd name="connsiteX32" fmla="*/ 1414094 w 1476037"/>
                <a:gd name="connsiteY32" fmla="*/ 664989 h 2334300"/>
                <a:gd name="connsiteX33" fmla="*/ 1259153 w 1476037"/>
                <a:gd name="connsiteY33" fmla="*/ 645095 h 2334300"/>
                <a:gd name="connsiteX34" fmla="*/ 1176248 w 1476037"/>
                <a:gd name="connsiteY34" fmla="*/ 733233 h 2334300"/>
                <a:gd name="connsiteX35" fmla="*/ 1117355 w 1476037"/>
                <a:gd name="connsiteY35" fmla="*/ 931670 h 2334300"/>
                <a:gd name="connsiteX36" fmla="*/ 1075366 w 1476037"/>
                <a:gd name="connsiteY36" fmla="*/ 1070330 h 2334300"/>
                <a:gd name="connsiteX37" fmla="*/ 1047814 w 1476037"/>
                <a:gd name="connsiteY37" fmla="*/ 1162688 h 2334300"/>
                <a:gd name="connsiteX38" fmla="*/ 1045947 w 1476037"/>
                <a:gd name="connsiteY38" fmla="*/ 1160733 h 2334300"/>
                <a:gd name="connsiteX39" fmla="*/ 1041154 w 1476037"/>
                <a:gd name="connsiteY39" fmla="*/ 1183418 h 2334300"/>
                <a:gd name="connsiteX40" fmla="*/ 795715 w 1476037"/>
                <a:gd name="connsiteY40" fmla="*/ 1095199 h 2334300"/>
                <a:gd name="connsiteX41" fmla="*/ 601482 w 1476037"/>
                <a:gd name="connsiteY41" fmla="*/ 1143845 h 2334300"/>
                <a:gd name="connsiteX42" fmla="*/ 600978 w 1476037"/>
                <a:gd name="connsiteY42" fmla="*/ 146968 h 2334300"/>
                <a:gd name="connsiteX43" fmla="*/ 497556 w 1476037"/>
                <a:gd name="connsiteY43" fmla="*/ 14892 h 2334300"/>
                <a:gd name="connsiteX44" fmla="*/ 418601 w 1476037"/>
                <a:gd name="connsiteY44" fmla="*/ 9346 h 2334300"/>
                <a:gd name="connsiteX45" fmla="*/ 386566 w 1476037"/>
                <a:gd name="connsiteY45" fmla="*/ 1785 h 2334300"/>
                <a:gd name="connsiteX46" fmla="*/ 411791 w 1476037"/>
                <a:gd name="connsiteY46" fmla="*/ 11363 h 2334300"/>
                <a:gd name="connsiteX47" fmla="*/ 293738 w 1476037"/>
                <a:gd name="connsiteY47" fmla="*/ 146464 h 2334300"/>
                <a:gd name="connsiteX48" fmla="*/ 295756 w 1476037"/>
                <a:gd name="connsiteY48" fmla="*/ 431286 h 2334300"/>
                <a:gd name="connsiteX49" fmla="*/ 294494 w 1476037"/>
                <a:gd name="connsiteY49" fmla="*/ 821971 h 2334300"/>
                <a:gd name="connsiteX50" fmla="*/ 291720 w 1476037"/>
                <a:gd name="connsiteY50" fmla="*/ 1436229 h 2334300"/>
                <a:gd name="connsiteX51" fmla="*/ 340656 w 1476037"/>
                <a:gd name="connsiteY51" fmla="*/ 1756843 h 2334300"/>
                <a:gd name="connsiteX52" fmla="*/ 416331 w 1476037"/>
                <a:gd name="connsiteY52" fmla="*/ 2087034 h 2334300"/>
                <a:gd name="connsiteX53" fmla="*/ 351755 w 1476037"/>
                <a:gd name="connsiteY53" fmla="*/ 2027045 h 2334300"/>
                <a:gd name="connsiteX54" fmla="*/ 225126 w 1476037"/>
                <a:gd name="connsiteY54" fmla="*/ 1739451 h 2334300"/>
                <a:gd name="connsiteX55" fmla="*/ 203937 w 1476037"/>
                <a:gd name="connsiteY55" fmla="*/ 1365149 h 2334300"/>
                <a:gd name="connsiteX56" fmla="*/ 116406 w 1476037"/>
                <a:gd name="connsiteY56" fmla="*/ 1261051 h 2334300"/>
                <a:gd name="connsiteX57" fmla="*/ 2641 w 1476037"/>
                <a:gd name="connsiteY57" fmla="*/ 1355319 h 2334300"/>
                <a:gd name="connsiteX58" fmla="*/ 45271 w 1476037"/>
                <a:gd name="connsiteY58" fmla="*/ 1836744 h 2334300"/>
                <a:gd name="connsiteX59" fmla="*/ 109595 w 1476037"/>
                <a:gd name="connsiteY59" fmla="*/ 2020492 h 2334300"/>
                <a:gd name="connsiteX60" fmla="*/ 333089 w 1476037"/>
                <a:gd name="connsiteY60" fmla="*/ 2268262 h 2334300"/>
                <a:gd name="connsiteX61" fmla="*/ 421881 w 1476037"/>
                <a:gd name="connsiteY61" fmla="*/ 2311363 h 2334300"/>
                <a:gd name="connsiteX62" fmla="*/ 551789 w 1476037"/>
                <a:gd name="connsiteY62" fmla="*/ 2334300 h 233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476037" h="2334300">
                  <a:moveTo>
                    <a:pt x="551789" y="2334300"/>
                  </a:moveTo>
                  <a:cubicBezTo>
                    <a:pt x="570456" y="2287670"/>
                    <a:pt x="609302" y="2254903"/>
                    <a:pt x="645626" y="2222136"/>
                  </a:cubicBezTo>
                  <a:cubicBezTo>
                    <a:pt x="720292" y="2173993"/>
                    <a:pt x="815643" y="2150300"/>
                    <a:pt x="902164" y="2177774"/>
                  </a:cubicBezTo>
                  <a:cubicBezTo>
                    <a:pt x="937984" y="2191133"/>
                    <a:pt x="975317" y="2203484"/>
                    <a:pt x="1004830" y="2228437"/>
                  </a:cubicBezTo>
                  <a:cubicBezTo>
                    <a:pt x="1025262" y="2251878"/>
                    <a:pt x="1059316" y="2236503"/>
                    <a:pt x="1080505" y="2222388"/>
                  </a:cubicBezTo>
                  <a:cubicBezTo>
                    <a:pt x="1158450" y="2154837"/>
                    <a:pt x="1233116" y="2080733"/>
                    <a:pt x="1285080" y="1991001"/>
                  </a:cubicBezTo>
                  <a:cubicBezTo>
                    <a:pt x="1320899" y="1940338"/>
                    <a:pt x="1339566" y="1879341"/>
                    <a:pt x="1348647" y="1818848"/>
                  </a:cubicBezTo>
                  <a:cubicBezTo>
                    <a:pt x="1357980" y="1758355"/>
                    <a:pt x="1339061" y="1698366"/>
                    <a:pt x="1311818" y="1645182"/>
                  </a:cubicBezTo>
                  <a:cubicBezTo>
                    <a:pt x="1275746" y="1592503"/>
                    <a:pt x="1225296" y="1550914"/>
                    <a:pt x="1169297" y="1520163"/>
                  </a:cubicBezTo>
                  <a:cubicBezTo>
                    <a:pt x="1111027" y="1494958"/>
                    <a:pt x="1052253" y="1467736"/>
                    <a:pt x="988938" y="1457149"/>
                  </a:cubicBezTo>
                  <a:cubicBezTo>
                    <a:pt x="908723" y="1441774"/>
                    <a:pt x="828507" y="1424382"/>
                    <a:pt x="746778" y="1420853"/>
                  </a:cubicBezTo>
                  <a:cubicBezTo>
                    <a:pt x="686743" y="1420853"/>
                    <a:pt x="638816" y="1484119"/>
                    <a:pt x="652942" y="1541840"/>
                  </a:cubicBezTo>
                  <a:cubicBezTo>
                    <a:pt x="664040" y="1588470"/>
                    <a:pt x="707932" y="1623758"/>
                    <a:pt x="756364" y="1622497"/>
                  </a:cubicBezTo>
                  <a:cubicBezTo>
                    <a:pt x="870129" y="1628043"/>
                    <a:pt x="983137" y="1653752"/>
                    <a:pt x="1086307" y="1702399"/>
                  </a:cubicBezTo>
                  <a:cubicBezTo>
                    <a:pt x="1112541" y="1723319"/>
                    <a:pt x="1151640" y="1743232"/>
                    <a:pt x="1148613" y="1782804"/>
                  </a:cubicBezTo>
                  <a:cubicBezTo>
                    <a:pt x="1151892" y="1841029"/>
                    <a:pt x="1114811" y="1888415"/>
                    <a:pt x="1083532" y="1933533"/>
                  </a:cubicBezTo>
                  <a:cubicBezTo>
                    <a:pt x="1067388" y="1856152"/>
                    <a:pt x="1049983" y="1779275"/>
                    <a:pt x="1033082" y="1702147"/>
                  </a:cubicBezTo>
                  <a:cubicBezTo>
                    <a:pt x="934452" y="1670388"/>
                    <a:pt x="832543" y="1650980"/>
                    <a:pt x="729626" y="1640645"/>
                  </a:cubicBezTo>
                  <a:cubicBezTo>
                    <a:pt x="648653" y="1631823"/>
                    <a:pt x="601230" y="1532514"/>
                    <a:pt x="640329" y="1462443"/>
                  </a:cubicBezTo>
                  <a:cubicBezTo>
                    <a:pt x="663536" y="1430180"/>
                    <a:pt x="695067" y="1396152"/>
                    <a:pt x="738454" y="1397412"/>
                  </a:cubicBezTo>
                  <a:cubicBezTo>
                    <a:pt x="850201" y="1398421"/>
                    <a:pt x="960434" y="1422870"/>
                    <a:pt x="1067136" y="1454881"/>
                  </a:cubicBezTo>
                  <a:cubicBezTo>
                    <a:pt x="1122126" y="1466980"/>
                    <a:pt x="1170054" y="1497478"/>
                    <a:pt x="1219747" y="1522180"/>
                  </a:cubicBezTo>
                  <a:cubicBezTo>
                    <a:pt x="1241945" y="1513358"/>
                    <a:pt x="1258152" y="1497163"/>
                    <a:pt x="1270796" y="1477975"/>
                  </a:cubicBezTo>
                  <a:lnTo>
                    <a:pt x="1281823" y="1454874"/>
                  </a:lnTo>
                  <a:lnTo>
                    <a:pt x="1285440" y="1460248"/>
                  </a:lnTo>
                  <a:lnTo>
                    <a:pt x="1295510" y="1426198"/>
                  </a:lnTo>
                  <a:lnTo>
                    <a:pt x="1300467" y="1415812"/>
                  </a:lnTo>
                  <a:lnTo>
                    <a:pt x="1299002" y="1414388"/>
                  </a:lnTo>
                  <a:lnTo>
                    <a:pt x="1316719" y="1354482"/>
                  </a:lnTo>
                  <a:cubicBezTo>
                    <a:pt x="1326513" y="1318975"/>
                    <a:pt x="1336497" y="1283468"/>
                    <a:pt x="1349135" y="1248716"/>
                  </a:cubicBezTo>
                  <a:cubicBezTo>
                    <a:pt x="1370872" y="1152519"/>
                    <a:pt x="1409039" y="1061107"/>
                    <a:pt x="1430271" y="964911"/>
                  </a:cubicBezTo>
                  <a:cubicBezTo>
                    <a:pt x="1446953" y="896918"/>
                    <a:pt x="1486383" y="830941"/>
                    <a:pt x="1473492" y="758667"/>
                  </a:cubicBezTo>
                  <a:cubicBezTo>
                    <a:pt x="1468437" y="720138"/>
                    <a:pt x="1440128" y="691430"/>
                    <a:pt x="1414094" y="664989"/>
                  </a:cubicBezTo>
                  <a:cubicBezTo>
                    <a:pt x="1370872" y="630741"/>
                    <a:pt x="1309957" y="629985"/>
                    <a:pt x="1259153" y="645095"/>
                  </a:cubicBezTo>
                  <a:cubicBezTo>
                    <a:pt x="1222756" y="663730"/>
                    <a:pt x="1189644" y="693445"/>
                    <a:pt x="1176248" y="733233"/>
                  </a:cubicBezTo>
                  <a:cubicBezTo>
                    <a:pt x="1152742" y="798203"/>
                    <a:pt x="1133785" y="864685"/>
                    <a:pt x="1117355" y="931670"/>
                  </a:cubicBezTo>
                  <a:cubicBezTo>
                    <a:pt x="1101179" y="977250"/>
                    <a:pt x="1088225" y="1023775"/>
                    <a:pt x="1075366" y="1070330"/>
                  </a:cubicBezTo>
                  <a:lnTo>
                    <a:pt x="1047814" y="1162688"/>
                  </a:lnTo>
                  <a:lnTo>
                    <a:pt x="1045947" y="1160733"/>
                  </a:lnTo>
                  <a:cubicBezTo>
                    <a:pt x="1044686" y="1166278"/>
                    <a:pt x="1042415" y="1177621"/>
                    <a:pt x="1041154" y="1183418"/>
                  </a:cubicBezTo>
                  <a:cubicBezTo>
                    <a:pt x="958668" y="1155692"/>
                    <a:pt x="878201" y="1122925"/>
                    <a:pt x="795715" y="1095199"/>
                  </a:cubicBezTo>
                  <a:cubicBezTo>
                    <a:pt x="729878" y="1060667"/>
                    <a:pt x="645122" y="1085621"/>
                    <a:pt x="601482" y="1143845"/>
                  </a:cubicBezTo>
                  <a:cubicBezTo>
                    <a:pt x="602239" y="811637"/>
                    <a:pt x="600726" y="479177"/>
                    <a:pt x="600978" y="146968"/>
                  </a:cubicBezTo>
                  <a:cubicBezTo>
                    <a:pt x="595176" y="87988"/>
                    <a:pt x="552294" y="35812"/>
                    <a:pt x="497556" y="14892"/>
                  </a:cubicBezTo>
                  <a:cubicBezTo>
                    <a:pt x="471826" y="7078"/>
                    <a:pt x="444835" y="10103"/>
                    <a:pt x="418601" y="9346"/>
                  </a:cubicBezTo>
                  <a:cubicBezTo>
                    <a:pt x="409773" y="1281"/>
                    <a:pt x="399178" y="-2500"/>
                    <a:pt x="386566" y="1785"/>
                  </a:cubicBezTo>
                  <a:cubicBezTo>
                    <a:pt x="394890" y="5062"/>
                    <a:pt x="403214" y="8086"/>
                    <a:pt x="411791" y="11363"/>
                  </a:cubicBezTo>
                  <a:cubicBezTo>
                    <a:pt x="350494" y="29007"/>
                    <a:pt x="300801" y="82442"/>
                    <a:pt x="293738" y="146464"/>
                  </a:cubicBezTo>
                  <a:cubicBezTo>
                    <a:pt x="288945" y="241489"/>
                    <a:pt x="298530" y="336262"/>
                    <a:pt x="295756" y="431286"/>
                  </a:cubicBezTo>
                  <a:cubicBezTo>
                    <a:pt x="298530" y="561598"/>
                    <a:pt x="287684" y="691659"/>
                    <a:pt x="294494" y="821971"/>
                  </a:cubicBezTo>
                  <a:cubicBezTo>
                    <a:pt x="289954" y="1026388"/>
                    <a:pt x="294747" y="1231560"/>
                    <a:pt x="291720" y="1436229"/>
                  </a:cubicBezTo>
                  <a:cubicBezTo>
                    <a:pt x="295503" y="1544612"/>
                    <a:pt x="325269" y="1649719"/>
                    <a:pt x="340656" y="1756843"/>
                  </a:cubicBezTo>
                  <a:cubicBezTo>
                    <a:pt x="365881" y="1866738"/>
                    <a:pt x="393376" y="1976382"/>
                    <a:pt x="416331" y="2087034"/>
                  </a:cubicBezTo>
                  <a:cubicBezTo>
                    <a:pt x="394890" y="2066870"/>
                    <a:pt x="373196" y="2046958"/>
                    <a:pt x="351755" y="2027045"/>
                  </a:cubicBezTo>
                  <a:cubicBezTo>
                    <a:pt x="285161" y="1944119"/>
                    <a:pt x="248837" y="1841785"/>
                    <a:pt x="225126" y="1739451"/>
                  </a:cubicBezTo>
                  <a:cubicBezTo>
                    <a:pt x="205198" y="1615692"/>
                    <a:pt x="198892" y="1490169"/>
                    <a:pt x="203937" y="1365149"/>
                  </a:cubicBezTo>
                  <a:cubicBezTo>
                    <a:pt x="207468" y="1314738"/>
                    <a:pt x="167360" y="1265336"/>
                    <a:pt x="116406" y="1261051"/>
                  </a:cubicBezTo>
                  <a:cubicBezTo>
                    <a:pt x="60406" y="1251725"/>
                    <a:pt x="3650" y="1298355"/>
                    <a:pt x="2641" y="1355319"/>
                  </a:cubicBezTo>
                  <a:cubicBezTo>
                    <a:pt x="-5683" y="1516634"/>
                    <a:pt x="4911" y="1679966"/>
                    <a:pt x="45271" y="1836744"/>
                  </a:cubicBezTo>
                  <a:cubicBezTo>
                    <a:pt x="55109" y="1901774"/>
                    <a:pt x="86388" y="1959999"/>
                    <a:pt x="109595" y="2020492"/>
                  </a:cubicBezTo>
                  <a:cubicBezTo>
                    <a:pt x="162820" y="2119549"/>
                    <a:pt x="234711" y="2211297"/>
                    <a:pt x="333089" y="2268262"/>
                  </a:cubicBezTo>
                  <a:cubicBezTo>
                    <a:pt x="362350" y="2283133"/>
                    <a:pt x="391106" y="2299517"/>
                    <a:pt x="421881" y="2311363"/>
                  </a:cubicBezTo>
                  <a:cubicBezTo>
                    <a:pt x="463754" y="2324722"/>
                    <a:pt x="507898" y="2330015"/>
                    <a:pt x="551789" y="23343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8" name="Freeform 92"/>
            <p:cNvSpPr>
              <a:spLocks/>
            </p:cNvSpPr>
            <p:nvPr/>
          </p:nvSpPr>
          <p:spPr bwMode="auto">
            <a:xfrm flipV="1">
              <a:off x="10609263" y="2770188"/>
              <a:ext cx="914400" cy="511175"/>
            </a:xfrm>
            <a:custGeom>
              <a:avLst/>
              <a:gdLst>
                <a:gd name="T0" fmla="*/ 0 w 3625"/>
                <a:gd name="T1" fmla="*/ 2025 h 2025"/>
                <a:gd name="T2" fmla="*/ 3624 w 3625"/>
                <a:gd name="T3" fmla="*/ 2024 h 2025"/>
                <a:gd name="T4" fmla="*/ 3625 w 3625"/>
                <a:gd name="T5" fmla="*/ 11 h 2025"/>
                <a:gd name="T6" fmla="*/ 3 w 3625"/>
                <a:gd name="T7" fmla="*/ 5 h 2025"/>
                <a:gd name="T8" fmla="*/ 0 w 3625"/>
                <a:gd name="T9" fmla="*/ 2025 h 2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25" h="2025">
                  <a:moveTo>
                    <a:pt x="0" y="2025"/>
                  </a:moveTo>
                  <a:cubicBezTo>
                    <a:pt x="1208" y="2024"/>
                    <a:pt x="2416" y="2025"/>
                    <a:pt x="3624" y="2024"/>
                  </a:cubicBezTo>
                  <a:cubicBezTo>
                    <a:pt x="3621" y="1353"/>
                    <a:pt x="3618" y="682"/>
                    <a:pt x="3625" y="11"/>
                  </a:cubicBezTo>
                  <a:cubicBezTo>
                    <a:pt x="2418" y="0"/>
                    <a:pt x="1210" y="11"/>
                    <a:pt x="3" y="5"/>
                  </a:cubicBezTo>
                  <a:cubicBezTo>
                    <a:pt x="0" y="679"/>
                    <a:pt x="6" y="1352"/>
                    <a:pt x="0" y="202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9" name="组合 148"/>
          <p:cNvGrpSpPr/>
          <p:nvPr/>
        </p:nvGrpSpPr>
        <p:grpSpPr>
          <a:xfrm>
            <a:off x="3289526" y="3164494"/>
            <a:ext cx="763966" cy="1044663"/>
            <a:chOff x="5233985" y="710058"/>
            <a:chExt cx="2314575" cy="3164998"/>
          </a:xfrm>
        </p:grpSpPr>
        <p:sp>
          <p:nvSpPr>
            <p:cNvPr id="150" name="Freeform 44"/>
            <p:cNvSpPr>
              <a:spLocks/>
            </p:cNvSpPr>
            <p:nvPr/>
          </p:nvSpPr>
          <p:spPr bwMode="auto">
            <a:xfrm flipV="1">
              <a:off x="5233985" y="1716056"/>
              <a:ext cx="2314575" cy="2149475"/>
            </a:xfrm>
            <a:custGeom>
              <a:avLst/>
              <a:gdLst>
                <a:gd name="T0" fmla="*/ 2047 w 6395"/>
                <a:gd name="T1" fmla="*/ 5915 h 5952"/>
                <a:gd name="T2" fmla="*/ 2340 w 6395"/>
                <a:gd name="T3" fmla="*/ 5950 h 5952"/>
                <a:gd name="T4" fmla="*/ 4174 w 6395"/>
                <a:gd name="T5" fmla="*/ 5948 h 5952"/>
                <a:gd name="T6" fmla="*/ 4563 w 6395"/>
                <a:gd name="T7" fmla="*/ 5758 h 5952"/>
                <a:gd name="T8" fmla="*/ 4623 w 6395"/>
                <a:gd name="T9" fmla="*/ 5447 h 5952"/>
                <a:gd name="T10" fmla="*/ 4997 w 6395"/>
                <a:gd name="T11" fmla="*/ 4256 h 5952"/>
                <a:gd name="T12" fmla="*/ 5242 w 6395"/>
                <a:gd name="T13" fmla="*/ 3777 h 5952"/>
                <a:gd name="T14" fmla="*/ 5480 w 6395"/>
                <a:gd name="T15" fmla="*/ 3372 h 5952"/>
                <a:gd name="T16" fmla="*/ 6240 w 6395"/>
                <a:gd name="T17" fmla="*/ 2431 h 5952"/>
                <a:gd name="T18" fmla="*/ 6383 w 6395"/>
                <a:gd name="T19" fmla="*/ 2098 h 5952"/>
                <a:gd name="T20" fmla="*/ 5876 w 6395"/>
                <a:gd name="T21" fmla="*/ 1742 h 5952"/>
                <a:gd name="T22" fmla="*/ 5457 w 6395"/>
                <a:gd name="T23" fmla="*/ 2102 h 5952"/>
                <a:gd name="T24" fmla="*/ 5246 w 6395"/>
                <a:gd name="T25" fmla="*/ 2351 h 5952"/>
                <a:gd name="T26" fmla="*/ 4574 w 6395"/>
                <a:gd name="T27" fmla="*/ 3406 h 5952"/>
                <a:gd name="T28" fmla="*/ 4570 w 6395"/>
                <a:gd name="T29" fmla="*/ 2602 h 5952"/>
                <a:gd name="T30" fmla="*/ 5192 w 6395"/>
                <a:gd name="T31" fmla="*/ 2264 h 5952"/>
                <a:gd name="T32" fmla="*/ 5267 w 6395"/>
                <a:gd name="T33" fmla="*/ 2152 h 5952"/>
                <a:gd name="T34" fmla="*/ 5709 w 6395"/>
                <a:gd name="T35" fmla="*/ 1720 h 5952"/>
                <a:gd name="T36" fmla="*/ 5993 w 6395"/>
                <a:gd name="T37" fmla="*/ 1616 h 5952"/>
                <a:gd name="T38" fmla="*/ 6218 w 6395"/>
                <a:gd name="T39" fmla="*/ 1077 h 5952"/>
                <a:gd name="T40" fmla="*/ 5867 w 6395"/>
                <a:gd name="T41" fmla="*/ 373 h 5952"/>
                <a:gd name="T42" fmla="*/ 4962 w 6395"/>
                <a:gd name="T43" fmla="*/ 302 h 5952"/>
                <a:gd name="T44" fmla="*/ 4945 w 6395"/>
                <a:gd name="T45" fmla="*/ 896 h 5952"/>
                <a:gd name="T46" fmla="*/ 4218 w 6395"/>
                <a:gd name="T47" fmla="*/ 1393 h 5952"/>
                <a:gd name="T48" fmla="*/ 3573 w 6395"/>
                <a:gd name="T49" fmla="*/ 1542 h 5952"/>
                <a:gd name="T50" fmla="*/ 3951 w 6395"/>
                <a:gd name="T51" fmla="*/ 1566 h 5952"/>
                <a:gd name="T52" fmla="*/ 3472 w 6395"/>
                <a:gd name="T53" fmla="*/ 1781 h 5952"/>
                <a:gd name="T54" fmla="*/ 3187 w 6395"/>
                <a:gd name="T55" fmla="*/ 1806 h 5952"/>
                <a:gd name="T56" fmla="*/ 2493 w 6395"/>
                <a:gd name="T57" fmla="*/ 1561 h 5952"/>
                <a:gd name="T58" fmla="*/ 3579 w 6395"/>
                <a:gd name="T59" fmla="*/ 1468 h 5952"/>
                <a:gd name="T60" fmla="*/ 3873 w 6395"/>
                <a:gd name="T61" fmla="*/ 1409 h 5952"/>
                <a:gd name="T62" fmla="*/ 4571 w 6395"/>
                <a:gd name="T63" fmla="*/ 1150 h 5952"/>
                <a:gd name="T64" fmla="*/ 4903 w 6395"/>
                <a:gd name="T65" fmla="*/ 776 h 5952"/>
                <a:gd name="T66" fmla="*/ 4773 w 6395"/>
                <a:gd name="T67" fmla="*/ 193 h 5952"/>
                <a:gd name="T68" fmla="*/ 4315 w 6395"/>
                <a:gd name="T69" fmla="*/ 16 h 5952"/>
                <a:gd name="T70" fmla="*/ 3844 w 6395"/>
                <a:gd name="T71" fmla="*/ 152 h 5952"/>
                <a:gd name="T72" fmla="*/ 3222 w 6395"/>
                <a:gd name="T73" fmla="*/ 316 h 5952"/>
                <a:gd name="T74" fmla="*/ 1812 w 6395"/>
                <a:gd name="T75" fmla="*/ 345 h 5952"/>
                <a:gd name="T76" fmla="*/ 779 w 6395"/>
                <a:gd name="T77" fmla="*/ 289 h 5952"/>
                <a:gd name="T78" fmla="*/ 209 w 6395"/>
                <a:gd name="T79" fmla="*/ 1178 h 5952"/>
                <a:gd name="T80" fmla="*/ 427 w 6395"/>
                <a:gd name="T81" fmla="*/ 1618 h 5952"/>
                <a:gd name="T82" fmla="*/ 872 w 6395"/>
                <a:gd name="T83" fmla="*/ 1874 h 5952"/>
                <a:gd name="T84" fmla="*/ 1067 w 6395"/>
                <a:gd name="T85" fmla="*/ 2104 h 5952"/>
                <a:gd name="T86" fmla="*/ 1125 w 6395"/>
                <a:gd name="T87" fmla="*/ 2076 h 5952"/>
                <a:gd name="T88" fmla="*/ 1238 w 6395"/>
                <a:gd name="T89" fmla="*/ 2243 h 5952"/>
                <a:gd name="T90" fmla="*/ 1897 w 6395"/>
                <a:gd name="T91" fmla="*/ 2617 h 5952"/>
                <a:gd name="T92" fmla="*/ 1895 w 6395"/>
                <a:gd name="T93" fmla="*/ 3372 h 5952"/>
                <a:gd name="T94" fmla="*/ 1638 w 6395"/>
                <a:gd name="T95" fmla="*/ 2973 h 5952"/>
                <a:gd name="T96" fmla="*/ 1365 w 6395"/>
                <a:gd name="T97" fmla="*/ 2611 h 5952"/>
                <a:gd name="T98" fmla="*/ 1038 w 6395"/>
                <a:gd name="T99" fmla="*/ 2166 h 5952"/>
                <a:gd name="T100" fmla="*/ 638 w 6395"/>
                <a:gd name="T101" fmla="*/ 1769 h 5952"/>
                <a:gd name="T102" fmla="*/ 151 w 6395"/>
                <a:gd name="T103" fmla="*/ 1848 h 5952"/>
                <a:gd name="T104" fmla="*/ 159 w 6395"/>
                <a:gd name="T105" fmla="*/ 2407 h 5952"/>
                <a:gd name="T106" fmla="*/ 574 w 6395"/>
                <a:gd name="T107" fmla="*/ 2836 h 5952"/>
                <a:gd name="T108" fmla="*/ 726 w 6395"/>
                <a:gd name="T109" fmla="*/ 3078 h 5952"/>
                <a:gd name="T110" fmla="*/ 1006 w 6395"/>
                <a:gd name="T111" fmla="*/ 3456 h 5952"/>
                <a:gd name="T112" fmla="*/ 1641 w 6395"/>
                <a:gd name="T113" fmla="*/ 4803 h 5952"/>
                <a:gd name="T114" fmla="*/ 1838 w 6395"/>
                <a:gd name="T115" fmla="*/ 5642 h 5952"/>
                <a:gd name="T116" fmla="*/ 2047 w 6395"/>
                <a:gd name="T117" fmla="*/ 5915 h 5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95" h="5952">
                  <a:moveTo>
                    <a:pt x="2047" y="5915"/>
                  </a:moveTo>
                  <a:cubicBezTo>
                    <a:pt x="2142" y="5945"/>
                    <a:pt x="2242" y="5949"/>
                    <a:pt x="2340" y="5950"/>
                  </a:cubicBezTo>
                  <a:cubicBezTo>
                    <a:pt x="2951" y="5949"/>
                    <a:pt x="3563" y="5952"/>
                    <a:pt x="4174" y="5948"/>
                  </a:cubicBezTo>
                  <a:cubicBezTo>
                    <a:pt x="4323" y="5949"/>
                    <a:pt x="4480" y="5886"/>
                    <a:pt x="4563" y="5758"/>
                  </a:cubicBezTo>
                  <a:cubicBezTo>
                    <a:pt x="4628" y="5668"/>
                    <a:pt x="4608" y="5551"/>
                    <a:pt x="4623" y="5447"/>
                  </a:cubicBezTo>
                  <a:cubicBezTo>
                    <a:pt x="4673" y="5031"/>
                    <a:pt x="4837" y="4641"/>
                    <a:pt x="4997" y="4256"/>
                  </a:cubicBezTo>
                  <a:cubicBezTo>
                    <a:pt x="5066" y="4090"/>
                    <a:pt x="5185" y="3949"/>
                    <a:pt x="5242" y="3777"/>
                  </a:cubicBezTo>
                  <a:cubicBezTo>
                    <a:pt x="5288" y="3625"/>
                    <a:pt x="5381" y="3494"/>
                    <a:pt x="5480" y="3372"/>
                  </a:cubicBezTo>
                  <a:cubicBezTo>
                    <a:pt x="5714" y="3044"/>
                    <a:pt x="5950" y="2713"/>
                    <a:pt x="6240" y="2431"/>
                  </a:cubicBezTo>
                  <a:cubicBezTo>
                    <a:pt x="6329" y="2344"/>
                    <a:pt x="6395" y="2225"/>
                    <a:pt x="6383" y="2098"/>
                  </a:cubicBezTo>
                  <a:cubicBezTo>
                    <a:pt x="6369" y="1859"/>
                    <a:pt x="6108" y="1665"/>
                    <a:pt x="5876" y="1742"/>
                  </a:cubicBezTo>
                  <a:cubicBezTo>
                    <a:pt x="5690" y="1799"/>
                    <a:pt x="5603" y="1989"/>
                    <a:pt x="5457" y="2102"/>
                  </a:cubicBezTo>
                  <a:cubicBezTo>
                    <a:pt x="5368" y="2168"/>
                    <a:pt x="5294" y="2252"/>
                    <a:pt x="5246" y="2351"/>
                  </a:cubicBezTo>
                  <a:cubicBezTo>
                    <a:pt x="5027" y="2705"/>
                    <a:pt x="4673" y="2986"/>
                    <a:pt x="4574" y="3406"/>
                  </a:cubicBezTo>
                  <a:cubicBezTo>
                    <a:pt x="4548" y="3139"/>
                    <a:pt x="4558" y="2869"/>
                    <a:pt x="4570" y="2602"/>
                  </a:cubicBezTo>
                  <a:cubicBezTo>
                    <a:pt x="4772" y="2479"/>
                    <a:pt x="4992" y="2389"/>
                    <a:pt x="5192" y="2264"/>
                  </a:cubicBezTo>
                  <a:cubicBezTo>
                    <a:pt x="5236" y="2243"/>
                    <a:pt x="5246" y="2191"/>
                    <a:pt x="5267" y="2152"/>
                  </a:cubicBezTo>
                  <a:cubicBezTo>
                    <a:pt x="5434" y="2029"/>
                    <a:pt x="5543" y="1844"/>
                    <a:pt x="5709" y="1720"/>
                  </a:cubicBezTo>
                  <a:cubicBezTo>
                    <a:pt x="5791" y="1657"/>
                    <a:pt x="5894" y="1639"/>
                    <a:pt x="5993" y="1616"/>
                  </a:cubicBezTo>
                  <a:cubicBezTo>
                    <a:pt x="6115" y="1460"/>
                    <a:pt x="6223" y="1283"/>
                    <a:pt x="6218" y="1077"/>
                  </a:cubicBezTo>
                  <a:cubicBezTo>
                    <a:pt x="6244" y="797"/>
                    <a:pt x="6075" y="543"/>
                    <a:pt x="5867" y="373"/>
                  </a:cubicBezTo>
                  <a:cubicBezTo>
                    <a:pt x="5589" y="219"/>
                    <a:pt x="5262" y="273"/>
                    <a:pt x="4962" y="302"/>
                  </a:cubicBezTo>
                  <a:cubicBezTo>
                    <a:pt x="5038" y="491"/>
                    <a:pt x="5059" y="719"/>
                    <a:pt x="4945" y="896"/>
                  </a:cubicBezTo>
                  <a:cubicBezTo>
                    <a:pt x="4806" y="1176"/>
                    <a:pt x="4498" y="1301"/>
                    <a:pt x="4218" y="1393"/>
                  </a:cubicBezTo>
                  <a:cubicBezTo>
                    <a:pt x="4006" y="1458"/>
                    <a:pt x="3790" y="1499"/>
                    <a:pt x="3573" y="1542"/>
                  </a:cubicBezTo>
                  <a:cubicBezTo>
                    <a:pt x="3698" y="1565"/>
                    <a:pt x="3825" y="1561"/>
                    <a:pt x="3951" y="1566"/>
                  </a:cubicBezTo>
                  <a:cubicBezTo>
                    <a:pt x="3794" y="1643"/>
                    <a:pt x="3634" y="1714"/>
                    <a:pt x="3472" y="1781"/>
                  </a:cubicBezTo>
                  <a:cubicBezTo>
                    <a:pt x="3383" y="1823"/>
                    <a:pt x="3282" y="1801"/>
                    <a:pt x="3187" y="1806"/>
                  </a:cubicBezTo>
                  <a:cubicBezTo>
                    <a:pt x="2930" y="1834"/>
                    <a:pt x="2712" y="1668"/>
                    <a:pt x="2493" y="1561"/>
                  </a:cubicBezTo>
                  <a:cubicBezTo>
                    <a:pt x="2858" y="1572"/>
                    <a:pt x="3218" y="1508"/>
                    <a:pt x="3579" y="1468"/>
                  </a:cubicBezTo>
                  <a:cubicBezTo>
                    <a:pt x="3672" y="1429"/>
                    <a:pt x="3777" y="1442"/>
                    <a:pt x="3873" y="1409"/>
                  </a:cubicBezTo>
                  <a:cubicBezTo>
                    <a:pt x="4107" y="1327"/>
                    <a:pt x="4346" y="1257"/>
                    <a:pt x="4571" y="1150"/>
                  </a:cubicBezTo>
                  <a:cubicBezTo>
                    <a:pt x="4713" y="1059"/>
                    <a:pt x="4836" y="933"/>
                    <a:pt x="4903" y="776"/>
                  </a:cubicBezTo>
                  <a:cubicBezTo>
                    <a:pt x="4964" y="576"/>
                    <a:pt x="4912" y="348"/>
                    <a:pt x="4773" y="193"/>
                  </a:cubicBezTo>
                  <a:cubicBezTo>
                    <a:pt x="4642" y="91"/>
                    <a:pt x="4488" y="0"/>
                    <a:pt x="4315" y="16"/>
                  </a:cubicBezTo>
                  <a:cubicBezTo>
                    <a:pt x="4145" y="10"/>
                    <a:pt x="4007" y="124"/>
                    <a:pt x="3844" y="152"/>
                  </a:cubicBezTo>
                  <a:cubicBezTo>
                    <a:pt x="3637" y="207"/>
                    <a:pt x="3433" y="276"/>
                    <a:pt x="3222" y="316"/>
                  </a:cubicBezTo>
                  <a:cubicBezTo>
                    <a:pt x="2757" y="400"/>
                    <a:pt x="2280" y="401"/>
                    <a:pt x="1812" y="345"/>
                  </a:cubicBezTo>
                  <a:cubicBezTo>
                    <a:pt x="1468" y="320"/>
                    <a:pt x="1124" y="227"/>
                    <a:pt x="779" y="289"/>
                  </a:cubicBezTo>
                  <a:cubicBezTo>
                    <a:pt x="402" y="383"/>
                    <a:pt x="128" y="792"/>
                    <a:pt x="209" y="1178"/>
                  </a:cubicBezTo>
                  <a:cubicBezTo>
                    <a:pt x="226" y="1348"/>
                    <a:pt x="331" y="1484"/>
                    <a:pt x="427" y="1618"/>
                  </a:cubicBezTo>
                  <a:cubicBezTo>
                    <a:pt x="615" y="1612"/>
                    <a:pt x="757" y="1741"/>
                    <a:pt x="872" y="1874"/>
                  </a:cubicBezTo>
                  <a:cubicBezTo>
                    <a:pt x="939" y="1948"/>
                    <a:pt x="1015" y="2017"/>
                    <a:pt x="1067" y="2104"/>
                  </a:cubicBezTo>
                  <a:cubicBezTo>
                    <a:pt x="1086" y="2094"/>
                    <a:pt x="1105" y="2085"/>
                    <a:pt x="1125" y="2076"/>
                  </a:cubicBezTo>
                  <a:cubicBezTo>
                    <a:pt x="1156" y="2135"/>
                    <a:pt x="1182" y="2202"/>
                    <a:pt x="1238" y="2243"/>
                  </a:cubicBezTo>
                  <a:cubicBezTo>
                    <a:pt x="1435" y="2404"/>
                    <a:pt x="1673" y="2500"/>
                    <a:pt x="1897" y="2617"/>
                  </a:cubicBezTo>
                  <a:cubicBezTo>
                    <a:pt x="1889" y="2869"/>
                    <a:pt x="1896" y="3121"/>
                    <a:pt x="1895" y="3372"/>
                  </a:cubicBezTo>
                  <a:cubicBezTo>
                    <a:pt x="1792" y="3253"/>
                    <a:pt x="1733" y="3100"/>
                    <a:pt x="1638" y="2973"/>
                  </a:cubicBezTo>
                  <a:cubicBezTo>
                    <a:pt x="1566" y="2838"/>
                    <a:pt x="1440" y="2744"/>
                    <a:pt x="1365" y="2611"/>
                  </a:cubicBezTo>
                  <a:cubicBezTo>
                    <a:pt x="1290" y="2441"/>
                    <a:pt x="1159" y="2305"/>
                    <a:pt x="1038" y="2166"/>
                  </a:cubicBezTo>
                  <a:cubicBezTo>
                    <a:pt x="888" y="2051"/>
                    <a:pt x="772" y="1900"/>
                    <a:pt x="638" y="1769"/>
                  </a:cubicBezTo>
                  <a:cubicBezTo>
                    <a:pt x="482" y="1691"/>
                    <a:pt x="272" y="1719"/>
                    <a:pt x="151" y="1848"/>
                  </a:cubicBezTo>
                  <a:cubicBezTo>
                    <a:pt x="0" y="1993"/>
                    <a:pt x="1" y="2266"/>
                    <a:pt x="159" y="2407"/>
                  </a:cubicBezTo>
                  <a:cubicBezTo>
                    <a:pt x="301" y="2547"/>
                    <a:pt x="421" y="2708"/>
                    <a:pt x="574" y="2836"/>
                  </a:cubicBezTo>
                  <a:cubicBezTo>
                    <a:pt x="643" y="2904"/>
                    <a:pt x="668" y="3002"/>
                    <a:pt x="726" y="3078"/>
                  </a:cubicBezTo>
                  <a:cubicBezTo>
                    <a:pt x="820" y="3204"/>
                    <a:pt x="904" y="3337"/>
                    <a:pt x="1006" y="3456"/>
                  </a:cubicBezTo>
                  <a:cubicBezTo>
                    <a:pt x="1293" y="3866"/>
                    <a:pt x="1452" y="4344"/>
                    <a:pt x="1641" y="4803"/>
                  </a:cubicBezTo>
                  <a:cubicBezTo>
                    <a:pt x="1729" y="5077"/>
                    <a:pt x="1795" y="5358"/>
                    <a:pt x="1838" y="5642"/>
                  </a:cubicBezTo>
                  <a:cubicBezTo>
                    <a:pt x="1877" y="5750"/>
                    <a:pt x="1942" y="5862"/>
                    <a:pt x="2047" y="5915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1" name="Freeform 45"/>
            <p:cNvSpPr>
              <a:spLocks/>
            </p:cNvSpPr>
            <p:nvPr/>
          </p:nvSpPr>
          <p:spPr bwMode="auto">
            <a:xfrm flipV="1">
              <a:off x="5818185" y="3754406"/>
              <a:ext cx="484188" cy="120650"/>
            </a:xfrm>
            <a:custGeom>
              <a:avLst/>
              <a:gdLst>
                <a:gd name="T0" fmla="*/ 0 w 1337"/>
                <a:gd name="T1" fmla="*/ 252 h 332"/>
                <a:gd name="T2" fmla="*/ 1337 w 1337"/>
                <a:gd name="T3" fmla="*/ 288 h 332"/>
                <a:gd name="T4" fmla="*/ 837 w 1337"/>
                <a:gd name="T5" fmla="*/ 141 h 332"/>
                <a:gd name="T6" fmla="*/ 326 w 1337"/>
                <a:gd name="T7" fmla="*/ 63 h 332"/>
                <a:gd name="T8" fmla="*/ 0 w 1337"/>
                <a:gd name="T9" fmla="*/ 25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7" h="332">
                  <a:moveTo>
                    <a:pt x="0" y="252"/>
                  </a:moveTo>
                  <a:cubicBezTo>
                    <a:pt x="443" y="308"/>
                    <a:pt x="891" y="332"/>
                    <a:pt x="1337" y="288"/>
                  </a:cubicBezTo>
                  <a:cubicBezTo>
                    <a:pt x="1170" y="241"/>
                    <a:pt x="1007" y="179"/>
                    <a:pt x="837" y="141"/>
                  </a:cubicBezTo>
                  <a:cubicBezTo>
                    <a:pt x="678" y="72"/>
                    <a:pt x="499" y="0"/>
                    <a:pt x="326" y="63"/>
                  </a:cubicBezTo>
                  <a:cubicBezTo>
                    <a:pt x="211" y="113"/>
                    <a:pt x="81" y="150"/>
                    <a:pt x="0" y="252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2" name="椭圆 151"/>
            <p:cNvSpPr/>
            <p:nvPr/>
          </p:nvSpPr>
          <p:spPr>
            <a:xfrm>
              <a:off x="5967011" y="710058"/>
              <a:ext cx="913289" cy="913289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2" name="组合 161"/>
          <p:cNvGrpSpPr/>
          <p:nvPr/>
        </p:nvGrpSpPr>
        <p:grpSpPr>
          <a:xfrm>
            <a:off x="10178184" y="2951120"/>
            <a:ext cx="1775301" cy="1187868"/>
            <a:chOff x="6970713" y="-57150"/>
            <a:chExt cx="3684588" cy="2465388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63" name="Freeform 72"/>
            <p:cNvSpPr>
              <a:spLocks/>
            </p:cNvSpPr>
            <p:nvPr/>
          </p:nvSpPr>
          <p:spPr bwMode="auto">
            <a:xfrm flipV="1">
              <a:off x="9323388" y="-55563"/>
              <a:ext cx="269875" cy="576263"/>
            </a:xfrm>
            <a:custGeom>
              <a:avLst/>
              <a:gdLst>
                <a:gd name="T0" fmla="*/ 400 w 747"/>
                <a:gd name="T1" fmla="*/ 1542 h 1597"/>
                <a:gd name="T2" fmla="*/ 747 w 747"/>
                <a:gd name="T3" fmla="*/ 1597 h 1597"/>
                <a:gd name="T4" fmla="*/ 747 w 747"/>
                <a:gd name="T5" fmla="*/ 1488 h 1597"/>
                <a:gd name="T6" fmla="*/ 374 w 747"/>
                <a:gd name="T7" fmla="*/ 1402 h 1597"/>
                <a:gd name="T8" fmla="*/ 387 w 747"/>
                <a:gd name="T9" fmla="*/ 1148 h 1597"/>
                <a:gd name="T10" fmla="*/ 598 w 747"/>
                <a:gd name="T11" fmla="*/ 924 h 1597"/>
                <a:gd name="T12" fmla="*/ 119 w 747"/>
                <a:gd name="T13" fmla="*/ 752 h 1597"/>
                <a:gd name="T14" fmla="*/ 108 w 747"/>
                <a:gd name="T15" fmla="*/ 0 h 1597"/>
                <a:gd name="T16" fmla="*/ 2 w 747"/>
                <a:gd name="T17" fmla="*/ 3 h 1597"/>
                <a:gd name="T18" fmla="*/ 2 w 747"/>
                <a:gd name="T19" fmla="*/ 682 h 1597"/>
                <a:gd name="T20" fmla="*/ 140 w 747"/>
                <a:gd name="T21" fmla="*/ 930 h 1597"/>
                <a:gd name="T22" fmla="*/ 450 w 747"/>
                <a:gd name="T23" fmla="*/ 943 h 1597"/>
                <a:gd name="T24" fmla="*/ 264 w 747"/>
                <a:gd name="T25" fmla="*/ 1227 h 1597"/>
                <a:gd name="T26" fmla="*/ 400 w 747"/>
                <a:gd name="T27" fmla="*/ 1542 h 1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7" h="1597">
                  <a:moveTo>
                    <a:pt x="400" y="1542"/>
                  </a:moveTo>
                  <a:cubicBezTo>
                    <a:pt x="508" y="1589"/>
                    <a:pt x="630" y="1592"/>
                    <a:pt x="747" y="1597"/>
                  </a:cubicBezTo>
                  <a:cubicBezTo>
                    <a:pt x="747" y="1560"/>
                    <a:pt x="747" y="1524"/>
                    <a:pt x="747" y="1488"/>
                  </a:cubicBezTo>
                  <a:cubicBezTo>
                    <a:pt x="618" y="1488"/>
                    <a:pt x="485" y="1473"/>
                    <a:pt x="374" y="1402"/>
                  </a:cubicBezTo>
                  <a:cubicBezTo>
                    <a:pt x="361" y="1318"/>
                    <a:pt x="347" y="1228"/>
                    <a:pt x="387" y="1148"/>
                  </a:cubicBezTo>
                  <a:cubicBezTo>
                    <a:pt x="447" y="1065"/>
                    <a:pt x="536" y="1006"/>
                    <a:pt x="598" y="924"/>
                  </a:cubicBezTo>
                  <a:cubicBezTo>
                    <a:pt x="511" y="746"/>
                    <a:pt x="197" y="952"/>
                    <a:pt x="119" y="752"/>
                  </a:cubicBezTo>
                  <a:cubicBezTo>
                    <a:pt x="93" y="503"/>
                    <a:pt x="114" y="251"/>
                    <a:pt x="108" y="0"/>
                  </a:cubicBezTo>
                  <a:cubicBezTo>
                    <a:pt x="82" y="1"/>
                    <a:pt x="29" y="2"/>
                    <a:pt x="2" y="3"/>
                  </a:cubicBezTo>
                  <a:cubicBezTo>
                    <a:pt x="1" y="229"/>
                    <a:pt x="0" y="456"/>
                    <a:pt x="2" y="682"/>
                  </a:cubicBezTo>
                  <a:cubicBezTo>
                    <a:pt x="1" y="779"/>
                    <a:pt x="38" y="897"/>
                    <a:pt x="140" y="930"/>
                  </a:cubicBezTo>
                  <a:cubicBezTo>
                    <a:pt x="242" y="946"/>
                    <a:pt x="347" y="944"/>
                    <a:pt x="450" y="943"/>
                  </a:cubicBezTo>
                  <a:cubicBezTo>
                    <a:pt x="353" y="1005"/>
                    <a:pt x="298" y="1119"/>
                    <a:pt x="264" y="1227"/>
                  </a:cubicBezTo>
                  <a:cubicBezTo>
                    <a:pt x="229" y="1350"/>
                    <a:pt x="310" y="1466"/>
                    <a:pt x="400" y="154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" name="Freeform 73"/>
            <p:cNvSpPr>
              <a:spLocks/>
            </p:cNvSpPr>
            <p:nvPr/>
          </p:nvSpPr>
          <p:spPr bwMode="auto">
            <a:xfrm flipV="1">
              <a:off x="9423401" y="-57150"/>
              <a:ext cx="539750" cy="577850"/>
            </a:xfrm>
            <a:custGeom>
              <a:avLst/>
              <a:gdLst>
                <a:gd name="T0" fmla="*/ 1007 w 1495"/>
                <a:gd name="T1" fmla="*/ 1340 h 1599"/>
                <a:gd name="T2" fmla="*/ 1494 w 1495"/>
                <a:gd name="T3" fmla="*/ 1590 h 1599"/>
                <a:gd name="T4" fmla="*/ 1495 w 1495"/>
                <a:gd name="T5" fmla="*/ 1488 h 1599"/>
                <a:gd name="T6" fmla="*/ 1123 w 1495"/>
                <a:gd name="T7" fmla="*/ 1323 h 1599"/>
                <a:gd name="T8" fmla="*/ 1005 w 1495"/>
                <a:gd name="T9" fmla="*/ 877 h 1599"/>
                <a:gd name="T10" fmla="*/ 802 w 1495"/>
                <a:gd name="T11" fmla="*/ 664 h 1599"/>
                <a:gd name="T12" fmla="*/ 130 w 1495"/>
                <a:gd name="T13" fmla="*/ 440 h 1599"/>
                <a:gd name="T14" fmla="*/ 110 w 1495"/>
                <a:gd name="T15" fmla="*/ 1 h 1599"/>
                <a:gd name="T16" fmla="*/ 33 w 1495"/>
                <a:gd name="T17" fmla="*/ 0 h 1599"/>
                <a:gd name="T18" fmla="*/ 110 w 1495"/>
                <a:gd name="T19" fmla="*/ 580 h 1599"/>
                <a:gd name="T20" fmla="*/ 609 w 1495"/>
                <a:gd name="T21" fmla="*/ 702 h 1599"/>
                <a:gd name="T22" fmla="*/ 890 w 1495"/>
                <a:gd name="T23" fmla="*/ 893 h 1599"/>
                <a:gd name="T24" fmla="*/ 1007 w 1495"/>
                <a:gd name="T25" fmla="*/ 134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5" h="1599">
                  <a:moveTo>
                    <a:pt x="1007" y="1340"/>
                  </a:moveTo>
                  <a:cubicBezTo>
                    <a:pt x="1096" y="1518"/>
                    <a:pt x="1304" y="1599"/>
                    <a:pt x="1494" y="1590"/>
                  </a:cubicBezTo>
                  <a:cubicBezTo>
                    <a:pt x="1494" y="1556"/>
                    <a:pt x="1495" y="1522"/>
                    <a:pt x="1495" y="1488"/>
                  </a:cubicBezTo>
                  <a:cubicBezTo>
                    <a:pt x="1358" y="1480"/>
                    <a:pt x="1203" y="1447"/>
                    <a:pt x="1123" y="1323"/>
                  </a:cubicBezTo>
                  <a:cubicBezTo>
                    <a:pt x="1029" y="1190"/>
                    <a:pt x="1097" y="1010"/>
                    <a:pt x="1005" y="877"/>
                  </a:cubicBezTo>
                  <a:cubicBezTo>
                    <a:pt x="960" y="787"/>
                    <a:pt x="890" y="712"/>
                    <a:pt x="802" y="664"/>
                  </a:cubicBezTo>
                  <a:cubicBezTo>
                    <a:pt x="605" y="511"/>
                    <a:pt x="279" y="673"/>
                    <a:pt x="130" y="440"/>
                  </a:cubicBezTo>
                  <a:cubicBezTo>
                    <a:pt x="93" y="297"/>
                    <a:pt x="116" y="147"/>
                    <a:pt x="110" y="1"/>
                  </a:cubicBezTo>
                  <a:cubicBezTo>
                    <a:pt x="91" y="1"/>
                    <a:pt x="53" y="0"/>
                    <a:pt x="33" y="0"/>
                  </a:cubicBezTo>
                  <a:cubicBezTo>
                    <a:pt x="45" y="194"/>
                    <a:pt x="0" y="405"/>
                    <a:pt x="110" y="580"/>
                  </a:cubicBezTo>
                  <a:cubicBezTo>
                    <a:pt x="242" y="706"/>
                    <a:pt x="441" y="685"/>
                    <a:pt x="609" y="702"/>
                  </a:cubicBezTo>
                  <a:cubicBezTo>
                    <a:pt x="729" y="711"/>
                    <a:pt x="822" y="801"/>
                    <a:pt x="890" y="893"/>
                  </a:cubicBezTo>
                  <a:cubicBezTo>
                    <a:pt x="991" y="1021"/>
                    <a:pt x="924" y="1203"/>
                    <a:pt x="1007" y="134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5" name="Freeform 75"/>
            <p:cNvSpPr>
              <a:spLocks/>
            </p:cNvSpPr>
            <p:nvPr/>
          </p:nvSpPr>
          <p:spPr bwMode="auto">
            <a:xfrm flipV="1">
              <a:off x="9345613" y="598488"/>
              <a:ext cx="384175" cy="207963"/>
            </a:xfrm>
            <a:custGeom>
              <a:avLst/>
              <a:gdLst>
                <a:gd name="T0" fmla="*/ 71 w 1064"/>
                <a:gd name="T1" fmla="*/ 578 h 578"/>
                <a:gd name="T2" fmla="*/ 502 w 1064"/>
                <a:gd name="T3" fmla="*/ 416 h 578"/>
                <a:gd name="T4" fmla="*/ 1064 w 1064"/>
                <a:gd name="T5" fmla="*/ 177 h 578"/>
                <a:gd name="T6" fmla="*/ 999 w 1064"/>
                <a:gd name="T7" fmla="*/ 0 h 578"/>
                <a:gd name="T8" fmla="*/ 560 w 1064"/>
                <a:gd name="T9" fmla="*/ 182 h 578"/>
                <a:gd name="T10" fmla="*/ 0 w 1064"/>
                <a:gd name="T11" fmla="*/ 422 h 578"/>
                <a:gd name="T12" fmla="*/ 71 w 1064"/>
                <a:gd name="T13" fmla="*/ 578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4" h="578">
                  <a:moveTo>
                    <a:pt x="71" y="578"/>
                  </a:moveTo>
                  <a:cubicBezTo>
                    <a:pt x="215" y="524"/>
                    <a:pt x="348" y="440"/>
                    <a:pt x="502" y="416"/>
                  </a:cubicBezTo>
                  <a:cubicBezTo>
                    <a:pt x="693" y="348"/>
                    <a:pt x="884" y="272"/>
                    <a:pt x="1064" y="177"/>
                  </a:cubicBezTo>
                  <a:cubicBezTo>
                    <a:pt x="1043" y="118"/>
                    <a:pt x="1020" y="59"/>
                    <a:pt x="999" y="0"/>
                  </a:cubicBezTo>
                  <a:cubicBezTo>
                    <a:pt x="853" y="64"/>
                    <a:pt x="707" y="123"/>
                    <a:pt x="560" y="182"/>
                  </a:cubicBezTo>
                  <a:cubicBezTo>
                    <a:pt x="369" y="253"/>
                    <a:pt x="193" y="358"/>
                    <a:pt x="0" y="422"/>
                  </a:cubicBezTo>
                  <a:cubicBezTo>
                    <a:pt x="25" y="474"/>
                    <a:pt x="48" y="526"/>
                    <a:pt x="71" y="5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6" name="Freeform 76"/>
            <p:cNvSpPr>
              <a:spLocks/>
            </p:cNvSpPr>
            <p:nvPr/>
          </p:nvSpPr>
          <p:spPr bwMode="auto">
            <a:xfrm flipV="1">
              <a:off x="9678988" y="642938"/>
              <a:ext cx="165100" cy="109538"/>
            </a:xfrm>
            <a:custGeom>
              <a:avLst/>
              <a:gdLst>
                <a:gd name="T0" fmla="*/ 0 w 456"/>
                <a:gd name="T1" fmla="*/ 199 h 303"/>
                <a:gd name="T2" fmla="*/ 456 w 456"/>
                <a:gd name="T3" fmla="*/ 0 h 303"/>
                <a:gd name="T4" fmla="*/ 0 w 456"/>
                <a:gd name="T5" fmla="*/ 19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6" h="303">
                  <a:moveTo>
                    <a:pt x="0" y="199"/>
                  </a:moveTo>
                  <a:cubicBezTo>
                    <a:pt x="175" y="303"/>
                    <a:pt x="408" y="191"/>
                    <a:pt x="456" y="0"/>
                  </a:cubicBezTo>
                  <a:cubicBezTo>
                    <a:pt x="307" y="74"/>
                    <a:pt x="146" y="120"/>
                    <a:pt x="0" y="19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7" name="Freeform 77"/>
            <p:cNvSpPr>
              <a:spLocks noEditPoints="1"/>
            </p:cNvSpPr>
            <p:nvPr/>
          </p:nvSpPr>
          <p:spPr bwMode="auto">
            <a:xfrm flipV="1">
              <a:off x="6970713" y="776288"/>
              <a:ext cx="3351213" cy="1631950"/>
            </a:xfrm>
            <a:custGeom>
              <a:avLst/>
              <a:gdLst>
                <a:gd name="T0" fmla="*/ 7114 w 9279"/>
                <a:gd name="T1" fmla="*/ 4519 h 4519"/>
                <a:gd name="T2" fmla="*/ 7543 w 9279"/>
                <a:gd name="T3" fmla="*/ 4096 h 4519"/>
                <a:gd name="T4" fmla="*/ 7500 w 9279"/>
                <a:gd name="T5" fmla="*/ 3845 h 4519"/>
                <a:gd name="T6" fmla="*/ 8127 w 9279"/>
                <a:gd name="T7" fmla="*/ 3505 h 4519"/>
                <a:gd name="T8" fmla="*/ 9031 w 9279"/>
                <a:gd name="T9" fmla="*/ 2486 h 4519"/>
                <a:gd name="T10" fmla="*/ 8948 w 9279"/>
                <a:gd name="T11" fmla="*/ 15 h 4519"/>
                <a:gd name="T12" fmla="*/ 6446 w 9279"/>
                <a:gd name="T13" fmla="*/ 261 h 4519"/>
                <a:gd name="T14" fmla="*/ 5965 w 9279"/>
                <a:gd name="T15" fmla="*/ 275 h 4519"/>
                <a:gd name="T16" fmla="*/ 4543 w 9279"/>
                <a:gd name="T17" fmla="*/ 16 h 4519"/>
                <a:gd name="T18" fmla="*/ 3738 w 9279"/>
                <a:gd name="T19" fmla="*/ 170 h 4519"/>
                <a:gd name="T20" fmla="*/ 2870 w 9279"/>
                <a:gd name="T21" fmla="*/ 11 h 4519"/>
                <a:gd name="T22" fmla="*/ 116 w 9279"/>
                <a:gd name="T23" fmla="*/ 320 h 4519"/>
                <a:gd name="T24" fmla="*/ 2024 w 9279"/>
                <a:gd name="T25" fmla="*/ 984 h 4519"/>
                <a:gd name="T26" fmla="*/ 2850 w 9279"/>
                <a:gd name="T27" fmla="*/ 2281 h 4519"/>
                <a:gd name="T28" fmla="*/ 2954 w 9279"/>
                <a:gd name="T29" fmla="*/ 2452 h 4519"/>
                <a:gd name="T30" fmla="*/ 3771 w 9279"/>
                <a:gd name="T31" fmla="*/ 3021 h 4519"/>
                <a:gd name="T32" fmla="*/ 4888 w 9279"/>
                <a:gd name="T33" fmla="*/ 2131 h 4519"/>
                <a:gd name="T34" fmla="*/ 6118 w 9279"/>
                <a:gd name="T35" fmla="*/ 2286 h 4519"/>
                <a:gd name="T36" fmla="*/ 6294 w 9279"/>
                <a:gd name="T37" fmla="*/ 3042 h 4519"/>
                <a:gd name="T38" fmla="*/ 6159 w 9279"/>
                <a:gd name="T39" fmla="*/ 3760 h 4519"/>
                <a:gd name="T40" fmla="*/ 7839 w 9279"/>
                <a:gd name="T41" fmla="*/ 3209 h 4519"/>
                <a:gd name="T42" fmla="*/ 7309 w 9279"/>
                <a:gd name="T43" fmla="*/ 2678 h 4519"/>
                <a:gd name="T44" fmla="*/ 6939 w 9279"/>
                <a:gd name="T45" fmla="*/ 2270 h 4519"/>
                <a:gd name="T46" fmla="*/ 7725 w 9279"/>
                <a:gd name="T47" fmla="*/ 3062 h 4519"/>
                <a:gd name="T48" fmla="*/ 7733 w 9279"/>
                <a:gd name="T49" fmla="*/ 3063 h 4519"/>
                <a:gd name="T50" fmla="*/ 7839 w 9279"/>
                <a:gd name="T51" fmla="*/ 3209 h 4519"/>
                <a:gd name="T52" fmla="*/ 6909 w 9279"/>
                <a:gd name="T53" fmla="*/ 2245 h 4519"/>
                <a:gd name="T54" fmla="*/ 6375 w 9279"/>
                <a:gd name="T55" fmla="*/ 1705 h 4519"/>
                <a:gd name="T56" fmla="*/ 6375 w 9279"/>
                <a:gd name="T57" fmla="*/ 1705 h 4519"/>
                <a:gd name="T58" fmla="*/ 4674 w 9279"/>
                <a:gd name="T59" fmla="*/ 984 h 4519"/>
                <a:gd name="T60" fmla="*/ 4010 w 9279"/>
                <a:gd name="T61" fmla="*/ 1576 h 4519"/>
                <a:gd name="T62" fmla="*/ 3166 w 9279"/>
                <a:gd name="T63" fmla="*/ 983 h 4519"/>
                <a:gd name="T64" fmla="*/ 6346 w 9279"/>
                <a:gd name="T65" fmla="*/ 1680 h 4519"/>
                <a:gd name="T66" fmla="*/ 8014 w 9279"/>
                <a:gd name="T67" fmla="*/ 1266 h 4519"/>
                <a:gd name="T68" fmla="*/ 6792 w 9279"/>
                <a:gd name="T69" fmla="*/ 600 h 4519"/>
                <a:gd name="T70" fmla="*/ 8529 w 9279"/>
                <a:gd name="T71" fmla="*/ 1620 h 4519"/>
                <a:gd name="T72" fmla="*/ 6032 w 9279"/>
                <a:gd name="T73" fmla="*/ 1399 h 4519"/>
                <a:gd name="T74" fmla="*/ 6032 w 9279"/>
                <a:gd name="T75" fmla="*/ 1399 h 4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279" h="4519">
                  <a:moveTo>
                    <a:pt x="6659" y="4207"/>
                  </a:moveTo>
                  <a:cubicBezTo>
                    <a:pt x="6834" y="4277"/>
                    <a:pt x="6952" y="4430"/>
                    <a:pt x="7114" y="4519"/>
                  </a:cubicBezTo>
                  <a:cubicBezTo>
                    <a:pt x="7341" y="4438"/>
                    <a:pt x="7550" y="4312"/>
                    <a:pt x="7780" y="4242"/>
                  </a:cubicBezTo>
                  <a:cubicBezTo>
                    <a:pt x="7696" y="4204"/>
                    <a:pt x="7614" y="4157"/>
                    <a:pt x="7543" y="4096"/>
                  </a:cubicBezTo>
                  <a:cubicBezTo>
                    <a:pt x="7385" y="3965"/>
                    <a:pt x="7202" y="3868"/>
                    <a:pt x="7043" y="3738"/>
                  </a:cubicBezTo>
                  <a:cubicBezTo>
                    <a:pt x="7194" y="3776"/>
                    <a:pt x="7340" y="3854"/>
                    <a:pt x="7500" y="3845"/>
                  </a:cubicBezTo>
                  <a:cubicBezTo>
                    <a:pt x="7634" y="3838"/>
                    <a:pt x="7774" y="3803"/>
                    <a:pt x="7873" y="3707"/>
                  </a:cubicBezTo>
                  <a:cubicBezTo>
                    <a:pt x="7951" y="3631"/>
                    <a:pt x="8040" y="3569"/>
                    <a:pt x="8127" y="3505"/>
                  </a:cubicBezTo>
                  <a:cubicBezTo>
                    <a:pt x="8329" y="3302"/>
                    <a:pt x="8575" y="3151"/>
                    <a:pt x="8786" y="2958"/>
                  </a:cubicBezTo>
                  <a:cubicBezTo>
                    <a:pt x="8935" y="2848"/>
                    <a:pt x="9013" y="2667"/>
                    <a:pt x="9031" y="2486"/>
                  </a:cubicBezTo>
                  <a:cubicBezTo>
                    <a:pt x="9104" y="1780"/>
                    <a:pt x="9174" y="1074"/>
                    <a:pt x="9246" y="368"/>
                  </a:cubicBezTo>
                  <a:cubicBezTo>
                    <a:pt x="9279" y="192"/>
                    <a:pt x="9129" y="8"/>
                    <a:pt x="8948" y="15"/>
                  </a:cubicBezTo>
                  <a:cubicBezTo>
                    <a:pt x="8218" y="11"/>
                    <a:pt x="7489" y="15"/>
                    <a:pt x="6760" y="13"/>
                  </a:cubicBezTo>
                  <a:cubicBezTo>
                    <a:pt x="6614" y="6"/>
                    <a:pt x="6470" y="114"/>
                    <a:pt x="6446" y="261"/>
                  </a:cubicBezTo>
                  <a:cubicBezTo>
                    <a:pt x="6428" y="338"/>
                    <a:pt x="6470" y="412"/>
                    <a:pt x="6495" y="483"/>
                  </a:cubicBezTo>
                  <a:cubicBezTo>
                    <a:pt x="6318" y="412"/>
                    <a:pt x="6155" y="307"/>
                    <a:pt x="5965" y="275"/>
                  </a:cubicBezTo>
                  <a:cubicBezTo>
                    <a:pt x="5694" y="217"/>
                    <a:pt x="5460" y="46"/>
                    <a:pt x="5182" y="14"/>
                  </a:cubicBezTo>
                  <a:cubicBezTo>
                    <a:pt x="4969" y="13"/>
                    <a:pt x="4756" y="17"/>
                    <a:pt x="4543" y="16"/>
                  </a:cubicBezTo>
                  <a:cubicBezTo>
                    <a:pt x="4464" y="107"/>
                    <a:pt x="4380" y="207"/>
                    <a:pt x="4257" y="235"/>
                  </a:cubicBezTo>
                  <a:cubicBezTo>
                    <a:pt x="4078" y="283"/>
                    <a:pt x="3914" y="143"/>
                    <a:pt x="3738" y="170"/>
                  </a:cubicBezTo>
                  <a:cubicBezTo>
                    <a:pt x="3598" y="230"/>
                    <a:pt x="3467" y="345"/>
                    <a:pt x="3304" y="313"/>
                  </a:cubicBezTo>
                  <a:cubicBezTo>
                    <a:pt x="3116" y="294"/>
                    <a:pt x="2989" y="141"/>
                    <a:pt x="2870" y="11"/>
                  </a:cubicBezTo>
                  <a:cubicBezTo>
                    <a:pt x="2097" y="17"/>
                    <a:pt x="1324" y="11"/>
                    <a:pt x="551" y="13"/>
                  </a:cubicBezTo>
                  <a:cubicBezTo>
                    <a:pt x="351" y="0"/>
                    <a:pt x="214" y="169"/>
                    <a:pt x="116" y="320"/>
                  </a:cubicBezTo>
                  <a:cubicBezTo>
                    <a:pt x="0" y="593"/>
                    <a:pt x="193" y="996"/>
                    <a:pt x="517" y="979"/>
                  </a:cubicBezTo>
                  <a:cubicBezTo>
                    <a:pt x="1020" y="988"/>
                    <a:pt x="1522" y="976"/>
                    <a:pt x="2024" y="984"/>
                  </a:cubicBezTo>
                  <a:cubicBezTo>
                    <a:pt x="2090" y="1191"/>
                    <a:pt x="2242" y="1353"/>
                    <a:pt x="2335" y="1547"/>
                  </a:cubicBezTo>
                  <a:cubicBezTo>
                    <a:pt x="2521" y="1782"/>
                    <a:pt x="2665" y="2046"/>
                    <a:pt x="2850" y="2281"/>
                  </a:cubicBezTo>
                  <a:cubicBezTo>
                    <a:pt x="2863" y="2250"/>
                    <a:pt x="2875" y="2219"/>
                    <a:pt x="2888" y="2187"/>
                  </a:cubicBezTo>
                  <a:cubicBezTo>
                    <a:pt x="2873" y="2282"/>
                    <a:pt x="2911" y="2370"/>
                    <a:pt x="2954" y="2452"/>
                  </a:cubicBezTo>
                  <a:cubicBezTo>
                    <a:pt x="3037" y="2598"/>
                    <a:pt x="3130" y="2739"/>
                    <a:pt x="3234" y="2872"/>
                  </a:cubicBezTo>
                  <a:cubicBezTo>
                    <a:pt x="3373" y="3002"/>
                    <a:pt x="3582" y="3089"/>
                    <a:pt x="3771" y="3021"/>
                  </a:cubicBezTo>
                  <a:cubicBezTo>
                    <a:pt x="4115" y="2902"/>
                    <a:pt x="4311" y="2577"/>
                    <a:pt x="4590" y="2365"/>
                  </a:cubicBezTo>
                  <a:cubicBezTo>
                    <a:pt x="4680" y="2275"/>
                    <a:pt x="4807" y="2232"/>
                    <a:pt x="4888" y="2131"/>
                  </a:cubicBezTo>
                  <a:cubicBezTo>
                    <a:pt x="4959" y="2044"/>
                    <a:pt x="5045" y="1969"/>
                    <a:pt x="5131" y="1896"/>
                  </a:cubicBezTo>
                  <a:cubicBezTo>
                    <a:pt x="5482" y="1968"/>
                    <a:pt x="5791" y="2152"/>
                    <a:pt x="6118" y="2286"/>
                  </a:cubicBezTo>
                  <a:cubicBezTo>
                    <a:pt x="6410" y="2500"/>
                    <a:pt x="6649" y="2778"/>
                    <a:pt x="6861" y="3070"/>
                  </a:cubicBezTo>
                  <a:cubicBezTo>
                    <a:pt x="6673" y="3049"/>
                    <a:pt x="6482" y="3005"/>
                    <a:pt x="6294" y="3042"/>
                  </a:cubicBezTo>
                  <a:cubicBezTo>
                    <a:pt x="6125" y="3091"/>
                    <a:pt x="5984" y="3258"/>
                    <a:pt x="5997" y="3439"/>
                  </a:cubicBezTo>
                  <a:cubicBezTo>
                    <a:pt x="5996" y="3566"/>
                    <a:pt x="6092" y="3661"/>
                    <a:pt x="6159" y="3760"/>
                  </a:cubicBezTo>
                  <a:cubicBezTo>
                    <a:pt x="6283" y="3950"/>
                    <a:pt x="6473" y="4083"/>
                    <a:pt x="6659" y="4207"/>
                  </a:cubicBezTo>
                  <a:moveTo>
                    <a:pt x="7839" y="3209"/>
                  </a:moveTo>
                  <a:cubicBezTo>
                    <a:pt x="7775" y="3099"/>
                    <a:pt x="7662" y="3034"/>
                    <a:pt x="7578" y="2943"/>
                  </a:cubicBezTo>
                  <a:cubicBezTo>
                    <a:pt x="7506" y="2838"/>
                    <a:pt x="7407" y="2757"/>
                    <a:pt x="7309" y="2678"/>
                  </a:cubicBezTo>
                  <a:cubicBezTo>
                    <a:pt x="7231" y="2568"/>
                    <a:pt x="7136" y="2470"/>
                    <a:pt x="7024" y="2396"/>
                  </a:cubicBezTo>
                  <a:cubicBezTo>
                    <a:pt x="6980" y="2366"/>
                    <a:pt x="6963" y="2315"/>
                    <a:pt x="6939" y="2270"/>
                  </a:cubicBezTo>
                  <a:cubicBezTo>
                    <a:pt x="7113" y="2426"/>
                    <a:pt x="7261" y="2610"/>
                    <a:pt x="7445" y="2754"/>
                  </a:cubicBezTo>
                  <a:cubicBezTo>
                    <a:pt x="7524" y="2869"/>
                    <a:pt x="7638" y="2953"/>
                    <a:pt x="7725" y="3062"/>
                  </a:cubicBezTo>
                  <a:lnTo>
                    <a:pt x="7761" y="3004"/>
                  </a:lnTo>
                  <a:cubicBezTo>
                    <a:pt x="7754" y="3019"/>
                    <a:pt x="7740" y="3048"/>
                    <a:pt x="7733" y="3063"/>
                  </a:cubicBezTo>
                  <a:cubicBezTo>
                    <a:pt x="7858" y="3189"/>
                    <a:pt x="7994" y="3305"/>
                    <a:pt x="8104" y="3445"/>
                  </a:cubicBezTo>
                  <a:cubicBezTo>
                    <a:pt x="8009" y="3374"/>
                    <a:pt x="7918" y="3298"/>
                    <a:pt x="7839" y="3209"/>
                  </a:cubicBezTo>
                  <a:moveTo>
                    <a:pt x="6650" y="1994"/>
                  </a:moveTo>
                  <a:cubicBezTo>
                    <a:pt x="6746" y="2067"/>
                    <a:pt x="6831" y="2153"/>
                    <a:pt x="6909" y="2245"/>
                  </a:cubicBezTo>
                  <a:cubicBezTo>
                    <a:pt x="6814" y="2171"/>
                    <a:pt x="6730" y="2084"/>
                    <a:pt x="6650" y="1994"/>
                  </a:cubicBezTo>
                  <a:moveTo>
                    <a:pt x="6375" y="1705"/>
                  </a:moveTo>
                  <a:cubicBezTo>
                    <a:pt x="6463" y="1789"/>
                    <a:pt x="6554" y="1870"/>
                    <a:pt x="6630" y="1966"/>
                  </a:cubicBezTo>
                  <a:cubicBezTo>
                    <a:pt x="6546" y="1875"/>
                    <a:pt x="6411" y="1834"/>
                    <a:pt x="6375" y="1705"/>
                  </a:cubicBezTo>
                  <a:moveTo>
                    <a:pt x="3166" y="983"/>
                  </a:moveTo>
                  <a:cubicBezTo>
                    <a:pt x="3669" y="981"/>
                    <a:pt x="4172" y="980"/>
                    <a:pt x="4674" y="984"/>
                  </a:cubicBezTo>
                  <a:cubicBezTo>
                    <a:pt x="4593" y="1051"/>
                    <a:pt x="4511" y="1117"/>
                    <a:pt x="4432" y="1187"/>
                  </a:cubicBezTo>
                  <a:cubicBezTo>
                    <a:pt x="4284" y="1309"/>
                    <a:pt x="4178" y="1478"/>
                    <a:pt x="4010" y="1576"/>
                  </a:cubicBezTo>
                  <a:cubicBezTo>
                    <a:pt x="3897" y="1636"/>
                    <a:pt x="3809" y="1730"/>
                    <a:pt x="3717" y="1816"/>
                  </a:cubicBezTo>
                  <a:cubicBezTo>
                    <a:pt x="3542" y="1533"/>
                    <a:pt x="3349" y="1262"/>
                    <a:pt x="3166" y="983"/>
                  </a:cubicBezTo>
                  <a:moveTo>
                    <a:pt x="6087" y="1429"/>
                  </a:moveTo>
                  <a:cubicBezTo>
                    <a:pt x="6183" y="1502"/>
                    <a:pt x="6267" y="1589"/>
                    <a:pt x="6346" y="1680"/>
                  </a:cubicBezTo>
                  <a:cubicBezTo>
                    <a:pt x="6249" y="1607"/>
                    <a:pt x="6150" y="1535"/>
                    <a:pt x="6087" y="1429"/>
                  </a:cubicBezTo>
                  <a:moveTo>
                    <a:pt x="8014" y="1266"/>
                  </a:moveTo>
                  <a:cubicBezTo>
                    <a:pt x="7870" y="1173"/>
                    <a:pt x="7724" y="1083"/>
                    <a:pt x="7576" y="998"/>
                  </a:cubicBezTo>
                  <a:cubicBezTo>
                    <a:pt x="7314" y="867"/>
                    <a:pt x="7039" y="757"/>
                    <a:pt x="6792" y="600"/>
                  </a:cubicBezTo>
                  <a:cubicBezTo>
                    <a:pt x="7403" y="607"/>
                    <a:pt x="8014" y="604"/>
                    <a:pt x="8625" y="602"/>
                  </a:cubicBezTo>
                  <a:cubicBezTo>
                    <a:pt x="8599" y="942"/>
                    <a:pt x="8553" y="1280"/>
                    <a:pt x="8529" y="1620"/>
                  </a:cubicBezTo>
                  <a:cubicBezTo>
                    <a:pt x="8324" y="1554"/>
                    <a:pt x="8193" y="1374"/>
                    <a:pt x="8014" y="1266"/>
                  </a:cubicBezTo>
                  <a:moveTo>
                    <a:pt x="6032" y="1399"/>
                  </a:moveTo>
                  <a:cubicBezTo>
                    <a:pt x="5989" y="1367"/>
                    <a:pt x="5918" y="1323"/>
                    <a:pt x="5923" y="1262"/>
                  </a:cubicBezTo>
                  <a:cubicBezTo>
                    <a:pt x="5976" y="1248"/>
                    <a:pt x="6086" y="1357"/>
                    <a:pt x="6032" y="1399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8" name="Freeform 78"/>
            <p:cNvSpPr>
              <a:spLocks/>
            </p:cNvSpPr>
            <p:nvPr/>
          </p:nvSpPr>
          <p:spPr bwMode="auto">
            <a:xfrm flipV="1">
              <a:off x="7874001" y="2216150"/>
              <a:ext cx="863600" cy="187326"/>
            </a:xfrm>
            <a:custGeom>
              <a:avLst/>
              <a:gdLst>
                <a:gd name="T0" fmla="*/ 0 w 520"/>
                <a:gd name="T1" fmla="*/ 4 h 130"/>
                <a:gd name="T2" fmla="*/ 224 w 520"/>
                <a:gd name="T3" fmla="*/ 123 h 130"/>
                <a:gd name="T4" fmla="*/ 520 w 520"/>
                <a:gd name="T5" fmla="*/ 2 h 130"/>
                <a:gd name="T6" fmla="*/ 0 w 520"/>
                <a:gd name="T7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0" h="130">
                  <a:moveTo>
                    <a:pt x="0" y="4"/>
                  </a:moveTo>
                  <a:cubicBezTo>
                    <a:pt x="65" y="58"/>
                    <a:pt x="132" y="128"/>
                    <a:pt x="224" y="123"/>
                  </a:cubicBezTo>
                  <a:cubicBezTo>
                    <a:pt x="336" y="130"/>
                    <a:pt x="430" y="60"/>
                    <a:pt x="520" y="2"/>
                  </a:cubicBezTo>
                  <a:cubicBezTo>
                    <a:pt x="346" y="1"/>
                    <a:pt x="173" y="0"/>
                    <a:pt x="0" y="4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9" name="Freeform 89"/>
            <p:cNvSpPr>
              <a:spLocks/>
            </p:cNvSpPr>
            <p:nvPr/>
          </p:nvSpPr>
          <p:spPr bwMode="auto">
            <a:xfrm flipV="1">
              <a:off x="9732963" y="757238"/>
              <a:ext cx="211138" cy="128588"/>
            </a:xfrm>
            <a:custGeom>
              <a:avLst/>
              <a:gdLst>
                <a:gd name="T0" fmla="*/ 70 w 588"/>
                <a:gd name="T1" fmla="*/ 357 h 357"/>
                <a:gd name="T2" fmla="*/ 526 w 588"/>
                <a:gd name="T3" fmla="*/ 176 h 357"/>
                <a:gd name="T4" fmla="*/ 524 w 588"/>
                <a:gd name="T5" fmla="*/ 0 h 357"/>
                <a:gd name="T6" fmla="*/ 0 w 588"/>
                <a:gd name="T7" fmla="*/ 178 h 357"/>
                <a:gd name="T8" fmla="*/ 70 w 588"/>
                <a:gd name="T9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8" h="357">
                  <a:moveTo>
                    <a:pt x="70" y="357"/>
                  </a:moveTo>
                  <a:cubicBezTo>
                    <a:pt x="225" y="306"/>
                    <a:pt x="377" y="242"/>
                    <a:pt x="526" y="176"/>
                  </a:cubicBezTo>
                  <a:cubicBezTo>
                    <a:pt x="588" y="137"/>
                    <a:pt x="521" y="56"/>
                    <a:pt x="524" y="0"/>
                  </a:cubicBezTo>
                  <a:cubicBezTo>
                    <a:pt x="339" y="25"/>
                    <a:pt x="170" y="106"/>
                    <a:pt x="0" y="178"/>
                  </a:cubicBezTo>
                  <a:cubicBezTo>
                    <a:pt x="24" y="238"/>
                    <a:pt x="47" y="297"/>
                    <a:pt x="70" y="3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0" name="椭圆 169"/>
            <p:cNvSpPr/>
            <p:nvPr/>
          </p:nvSpPr>
          <p:spPr>
            <a:xfrm>
              <a:off x="9861551" y="433387"/>
              <a:ext cx="793750" cy="79375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1" name="任意多边形 170"/>
            <p:cNvSpPr/>
            <p:nvPr/>
          </p:nvSpPr>
          <p:spPr>
            <a:xfrm>
              <a:off x="9004300" y="1143000"/>
              <a:ext cx="939800" cy="927100"/>
            </a:xfrm>
            <a:custGeom>
              <a:avLst/>
              <a:gdLst>
                <a:gd name="connsiteX0" fmla="*/ 812800 w 939800"/>
                <a:gd name="connsiteY0" fmla="*/ 0 h 927100"/>
                <a:gd name="connsiteX1" fmla="*/ 895350 w 939800"/>
                <a:gd name="connsiteY1" fmla="*/ 19050 h 927100"/>
                <a:gd name="connsiteX2" fmla="*/ 939800 w 939800"/>
                <a:gd name="connsiteY2" fmla="*/ 190500 h 927100"/>
                <a:gd name="connsiteX3" fmla="*/ 31750 w 939800"/>
                <a:gd name="connsiteY3" fmla="*/ 927100 h 927100"/>
                <a:gd name="connsiteX4" fmla="*/ 0 w 939800"/>
                <a:gd name="connsiteY4" fmla="*/ 793750 h 927100"/>
                <a:gd name="connsiteX5" fmla="*/ 812800 w 939800"/>
                <a:gd name="connsiteY5" fmla="*/ 0 h 92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9800" h="927100">
                  <a:moveTo>
                    <a:pt x="812800" y="0"/>
                  </a:moveTo>
                  <a:lnTo>
                    <a:pt x="895350" y="19050"/>
                  </a:lnTo>
                  <a:lnTo>
                    <a:pt x="939800" y="190500"/>
                  </a:lnTo>
                  <a:lnTo>
                    <a:pt x="31750" y="927100"/>
                  </a:lnTo>
                  <a:lnTo>
                    <a:pt x="0" y="793750"/>
                  </a:lnTo>
                  <a:lnTo>
                    <a:pt x="8128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2" name="Group 124"/>
          <p:cNvGrpSpPr>
            <a:grpSpLocks/>
          </p:cNvGrpSpPr>
          <p:nvPr/>
        </p:nvGrpSpPr>
        <p:grpSpPr bwMode="auto">
          <a:xfrm>
            <a:off x="2136020" y="3110670"/>
            <a:ext cx="738128" cy="1052007"/>
            <a:chOff x="682" y="256"/>
            <a:chExt cx="1371" cy="1954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73" name="Freeform 120"/>
            <p:cNvSpPr>
              <a:spLocks/>
            </p:cNvSpPr>
            <p:nvPr/>
          </p:nvSpPr>
          <p:spPr bwMode="auto">
            <a:xfrm flipV="1">
              <a:off x="1092" y="256"/>
              <a:ext cx="540" cy="536"/>
            </a:xfrm>
            <a:custGeom>
              <a:avLst/>
              <a:gdLst>
                <a:gd name="T0" fmla="*/ 658 w 2370"/>
                <a:gd name="T1" fmla="*/ 2136 h 2352"/>
                <a:gd name="T2" fmla="*/ 1859 w 2370"/>
                <a:gd name="T3" fmla="*/ 2070 h 2352"/>
                <a:gd name="T4" fmla="*/ 2148 w 2370"/>
                <a:gd name="T5" fmla="*/ 1760 h 2352"/>
                <a:gd name="T6" fmla="*/ 2270 w 2370"/>
                <a:gd name="T7" fmla="*/ 831 h 2352"/>
                <a:gd name="T8" fmla="*/ 1986 w 2370"/>
                <a:gd name="T9" fmla="*/ 417 h 2352"/>
                <a:gd name="T10" fmla="*/ 1627 w 2370"/>
                <a:gd name="T11" fmla="*/ 132 h 2352"/>
                <a:gd name="T12" fmla="*/ 656 w 2370"/>
                <a:gd name="T13" fmla="*/ 195 h 2352"/>
                <a:gd name="T14" fmla="*/ 292 w 2370"/>
                <a:gd name="T15" fmla="*/ 530 h 2352"/>
                <a:gd name="T16" fmla="*/ 394 w 2370"/>
                <a:gd name="T17" fmla="*/ 1901 h 2352"/>
                <a:gd name="T18" fmla="*/ 658 w 2370"/>
                <a:gd name="T19" fmla="*/ 2136 h 2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70" h="2352">
                  <a:moveTo>
                    <a:pt x="658" y="2136"/>
                  </a:moveTo>
                  <a:cubicBezTo>
                    <a:pt x="1025" y="2352"/>
                    <a:pt x="1517" y="2321"/>
                    <a:pt x="1859" y="2070"/>
                  </a:cubicBezTo>
                  <a:cubicBezTo>
                    <a:pt x="1958" y="1969"/>
                    <a:pt x="2050" y="1861"/>
                    <a:pt x="2148" y="1760"/>
                  </a:cubicBezTo>
                  <a:cubicBezTo>
                    <a:pt x="2324" y="1490"/>
                    <a:pt x="2370" y="1138"/>
                    <a:pt x="2270" y="831"/>
                  </a:cubicBezTo>
                  <a:cubicBezTo>
                    <a:pt x="2215" y="671"/>
                    <a:pt x="2146" y="499"/>
                    <a:pt x="1986" y="417"/>
                  </a:cubicBezTo>
                  <a:cubicBezTo>
                    <a:pt x="1919" y="271"/>
                    <a:pt x="1769" y="191"/>
                    <a:pt x="1627" y="132"/>
                  </a:cubicBezTo>
                  <a:cubicBezTo>
                    <a:pt x="1317" y="0"/>
                    <a:pt x="948" y="28"/>
                    <a:pt x="656" y="195"/>
                  </a:cubicBezTo>
                  <a:cubicBezTo>
                    <a:pt x="528" y="299"/>
                    <a:pt x="404" y="409"/>
                    <a:pt x="292" y="530"/>
                  </a:cubicBezTo>
                  <a:cubicBezTo>
                    <a:pt x="0" y="931"/>
                    <a:pt x="20" y="1558"/>
                    <a:pt x="394" y="1901"/>
                  </a:cubicBezTo>
                  <a:cubicBezTo>
                    <a:pt x="476" y="1985"/>
                    <a:pt x="565" y="2063"/>
                    <a:pt x="658" y="21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" name="Freeform 121"/>
            <p:cNvSpPr>
              <a:spLocks/>
            </p:cNvSpPr>
            <p:nvPr/>
          </p:nvSpPr>
          <p:spPr bwMode="auto">
            <a:xfrm flipV="1">
              <a:off x="838" y="850"/>
              <a:ext cx="1067" cy="847"/>
            </a:xfrm>
            <a:custGeom>
              <a:avLst/>
              <a:gdLst>
                <a:gd name="T0" fmla="*/ 1095 w 4683"/>
                <a:gd name="T1" fmla="*/ 3653 h 3721"/>
                <a:gd name="T2" fmla="*/ 1421 w 4683"/>
                <a:gd name="T3" fmla="*/ 3720 h 3721"/>
                <a:gd name="T4" fmla="*/ 3220 w 4683"/>
                <a:gd name="T5" fmla="*/ 3721 h 3721"/>
                <a:gd name="T6" fmla="*/ 3527 w 4683"/>
                <a:gd name="T7" fmla="*/ 3664 h 3721"/>
                <a:gd name="T8" fmla="*/ 3835 w 4683"/>
                <a:gd name="T9" fmla="*/ 3411 h 3721"/>
                <a:gd name="T10" fmla="*/ 4228 w 4683"/>
                <a:gd name="T11" fmla="*/ 2930 h 3721"/>
                <a:gd name="T12" fmla="*/ 4442 w 4683"/>
                <a:gd name="T13" fmla="*/ 2456 h 3721"/>
                <a:gd name="T14" fmla="*/ 4609 w 4683"/>
                <a:gd name="T15" fmla="*/ 1274 h 3721"/>
                <a:gd name="T16" fmla="*/ 4335 w 4683"/>
                <a:gd name="T17" fmla="*/ 686 h 3721"/>
                <a:gd name="T18" fmla="*/ 4370 w 4683"/>
                <a:gd name="T19" fmla="*/ 621 h 3721"/>
                <a:gd name="T20" fmla="*/ 4303 w 4683"/>
                <a:gd name="T21" fmla="*/ 609 h 3721"/>
                <a:gd name="T22" fmla="*/ 3359 w 4683"/>
                <a:gd name="T23" fmla="*/ 102 h 3721"/>
                <a:gd name="T24" fmla="*/ 2444 w 4683"/>
                <a:gd name="T25" fmla="*/ 5 h 3721"/>
                <a:gd name="T26" fmla="*/ 2084 w 4683"/>
                <a:gd name="T27" fmla="*/ 543 h 3721"/>
                <a:gd name="T28" fmla="*/ 2476 w 4683"/>
                <a:gd name="T29" fmla="*/ 804 h 3721"/>
                <a:gd name="T30" fmla="*/ 3428 w 4683"/>
                <a:gd name="T31" fmla="*/ 969 h 3721"/>
                <a:gd name="T32" fmla="*/ 3677 w 4683"/>
                <a:gd name="T33" fmla="*/ 1136 h 3721"/>
                <a:gd name="T34" fmla="*/ 3804 w 4683"/>
                <a:gd name="T35" fmla="*/ 1839 h 3721"/>
                <a:gd name="T36" fmla="*/ 3677 w 4683"/>
                <a:gd name="T37" fmla="*/ 2268 h 3721"/>
                <a:gd name="T38" fmla="*/ 3659 w 4683"/>
                <a:gd name="T39" fmla="*/ 2159 h 3721"/>
                <a:gd name="T40" fmla="*/ 3657 w 4683"/>
                <a:gd name="T41" fmla="*/ 1211 h 3721"/>
                <a:gd name="T42" fmla="*/ 2445 w 4683"/>
                <a:gd name="T43" fmla="*/ 899 h 3721"/>
                <a:gd name="T44" fmla="*/ 1171 w 4683"/>
                <a:gd name="T45" fmla="*/ 1096 h 3721"/>
                <a:gd name="T46" fmla="*/ 1004 w 4683"/>
                <a:gd name="T47" fmla="*/ 1277 h 3721"/>
                <a:gd name="T48" fmla="*/ 1002 w 4683"/>
                <a:gd name="T49" fmla="*/ 2292 h 3721"/>
                <a:gd name="T50" fmla="*/ 844 w 4683"/>
                <a:gd name="T51" fmla="*/ 1343 h 3721"/>
                <a:gd name="T52" fmla="*/ 1097 w 4683"/>
                <a:gd name="T53" fmla="*/ 1029 h 3721"/>
                <a:gd name="T54" fmla="*/ 2177 w 4683"/>
                <a:gd name="T55" fmla="*/ 804 h 3721"/>
                <a:gd name="T56" fmla="*/ 1965 w 4683"/>
                <a:gd name="T57" fmla="*/ 392 h 3721"/>
                <a:gd name="T58" fmla="*/ 2173 w 4683"/>
                <a:gd name="T59" fmla="*/ 2 h 3721"/>
                <a:gd name="T60" fmla="*/ 1111 w 4683"/>
                <a:gd name="T61" fmla="*/ 151 h 3721"/>
                <a:gd name="T62" fmla="*/ 387 w 4683"/>
                <a:gd name="T63" fmla="*/ 591 h 3721"/>
                <a:gd name="T64" fmla="*/ 11 w 4683"/>
                <a:gd name="T65" fmla="*/ 1559 h 3721"/>
                <a:gd name="T66" fmla="*/ 172 w 4683"/>
                <a:gd name="T67" fmla="*/ 2392 h 3721"/>
                <a:gd name="T68" fmla="*/ 432 w 4683"/>
                <a:gd name="T69" fmla="*/ 2941 h 3721"/>
                <a:gd name="T70" fmla="*/ 705 w 4683"/>
                <a:gd name="T71" fmla="*/ 3298 h 3721"/>
                <a:gd name="T72" fmla="*/ 1095 w 4683"/>
                <a:gd name="T73" fmla="*/ 3653 h 3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83" h="3721">
                  <a:moveTo>
                    <a:pt x="1095" y="3653"/>
                  </a:moveTo>
                  <a:cubicBezTo>
                    <a:pt x="1194" y="3707"/>
                    <a:pt x="1310" y="3717"/>
                    <a:pt x="1421" y="3720"/>
                  </a:cubicBezTo>
                  <a:cubicBezTo>
                    <a:pt x="2021" y="3720"/>
                    <a:pt x="2620" y="3719"/>
                    <a:pt x="3220" y="3721"/>
                  </a:cubicBezTo>
                  <a:cubicBezTo>
                    <a:pt x="3324" y="3720"/>
                    <a:pt x="3430" y="3705"/>
                    <a:pt x="3527" y="3664"/>
                  </a:cubicBezTo>
                  <a:cubicBezTo>
                    <a:pt x="3656" y="3616"/>
                    <a:pt x="3738" y="3501"/>
                    <a:pt x="3835" y="3411"/>
                  </a:cubicBezTo>
                  <a:cubicBezTo>
                    <a:pt x="3973" y="3256"/>
                    <a:pt x="4125" y="3112"/>
                    <a:pt x="4228" y="2930"/>
                  </a:cubicBezTo>
                  <a:cubicBezTo>
                    <a:pt x="4330" y="2786"/>
                    <a:pt x="4345" y="2603"/>
                    <a:pt x="4442" y="2456"/>
                  </a:cubicBezTo>
                  <a:cubicBezTo>
                    <a:pt x="4596" y="2086"/>
                    <a:pt x="4683" y="1673"/>
                    <a:pt x="4609" y="1274"/>
                  </a:cubicBezTo>
                  <a:cubicBezTo>
                    <a:pt x="4555" y="1064"/>
                    <a:pt x="4472" y="856"/>
                    <a:pt x="4335" y="686"/>
                  </a:cubicBezTo>
                  <a:cubicBezTo>
                    <a:pt x="4347" y="664"/>
                    <a:pt x="4358" y="643"/>
                    <a:pt x="4370" y="621"/>
                  </a:cubicBezTo>
                  <a:cubicBezTo>
                    <a:pt x="4353" y="618"/>
                    <a:pt x="4320" y="612"/>
                    <a:pt x="4303" y="609"/>
                  </a:cubicBezTo>
                  <a:cubicBezTo>
                    <a:pt x="4026" y="380"/>
                    <a:pt x="3713" y="180"/>
                    <a:pt x="3359" y="102"/>
                  </a:cubicBezTo>
                  <a:cubicBezTo>
                    <a:pt x="3059" y="33"/>
                    <a:pt x="2751" y="0"/>
                    <a:pt x="2444" y="5"/>
                  </a:cubicBezTo>
                  <a:cubicBezTo>
                    <a:pt x="2190" y="17"/>
                    <a:pt x="1992" y="302"/>
                    <a:pt x="2084" y="543"/>
                  </a:cubicBezTo>
                  <a:cubicBezTo>
                    <a:pt x="2157" y="688"/>
                    <a:pt x="2306" y="813"/>
                    <a:pt x="2476" y="804"/>
                  </a:cubicBezTo>
                  <a:cubicBezTo>
                    <a:pt x="2799" y="804"/>
                    <a:pt x="3128" y="842"/>
                    <a:pt x="3428" y="969"/>
                  </a:cubicBezTo>
                  <a:cubicBezTo>
                    <a:pt x="3521" y="1008"/>
                    <a:pt x="3609" y="1061"/>
                    <a:pt x="3677" y="1136"/>
                  </a:cubicBezTo>
                  <a:cubicBezTo>
                    <a:pt x="3856" y="1320"/>
                    <a:pt x="3860" y="1604"/>
                    <a:pt x="3804" y="1839"/>
                  </a:cubicBezTo>
                  <a:cubicBezTo>
                    <a:pt x="3763" y="1983"/>
                    <a:pt x="3710" y="2122"/>
                    <a:pt x="3677" y="2268"/>
                  </a:cubicBezTo>
                  <a:cubicBezTo>
                    <a:pt x="3669" y="2232"/>
                    <a:pt x="3658" y="2197"/>
                    <a:pt x="3659" y="2159"/>
                  </a:cubicBezTo>
                  <a:cubicBezTo>
                    <a:pt x="3658" y="1843"/>
                    <a:pt x="3667" y="1527"/>
                    <a:pt x="3657" y="1211"/>
                  </a:cubicBezTo>
                  <a:cubicBezTo>
                    <a:pt x="3309" y="954"/>
                    <a:pt x="2865" y="902"/>
                    <a:pt x="2445" y="899"/>
                  </a:cubicBezTo>
                  <a:cubicBezTo>
                    <a:pt x="2016" y="896"/>
                    <a:pt x="1562" y="898"/>
                    <a:pt x="1171" y="1096"/>
                  </a:cubicBezTo>
                  <a:cubicBezTo>
                    <a:pt x="1106" y="1141"/>
                    <a:pt x="1000" y="1184"/>
                    <a:pt x="1004" y="1277"/>
                  </a:cubicBezTo>
                  <a:cubicBezTo>
                    <a:pt x="1000" y="1615"/>
                    <a:pt x="1008" y="1953"/>
                    <a:pt x="1002" y="2292"/>
                  </a:cubicBezTo>
                  <a:cubicBezTo>
                    <a:pt x="877" y="1996"/>
                    <a:pt x="741" y="1665"/>
                    <a:pt x="844" y="1343"/>
                  </a:cubicBezTo>
                  <a:cubicBezTo>
                    <a:pt x="873" y="1201"/>
                    <a:pt x="1013" y="1134"/>
                    <a:pt x="1097" y="1029"/>
                  </a:cubicBezTo>
                  <a:cubicBezTo>
                    <a:pt x="1423" y="846"/>
                    <a:pt x="1810" y="809"/>
                    <a:pt x="2177" y="804"/>
                  </a:cubicBezTo>
                  <a:cubicBezTo>
                    <a:pt x="2061" y="700"/>
                    <a:pt x="1948" y="558"/>
                    <a:pt x="1965" y="392"/>
                  </a:cubicBezTo>
                  <a:cubicBezTo>
                    <a:pt x="1972" y="238"/>
                    <a:pt x="2061" y="102"/>
                    <a:pt x="2173" y="2"/>
                  </a:cubicBezTo>
                  <a:cubicBezTo>
                    <a:pt x="1815" y="8"/>
                    <a:pt x="1455" y="45"/>
                    <a:pt x="1111" y="151"/>
                  </a:cubicBezTo>
                  <a:cubicBezTo>
                    <a:pt x="849" y="259"/>
                    <a:pt x="586" y="384"/>
                    <a:pt x="387" y="591"/>
                  </a:cubicBezTo>
                  <a:cubicBezTo>
                    <a:pt x="152" y="854"/>
                    <a:pt x="2" y="1203"/>
                    <a:pt x="11" y="1559"/>
                  </a:cubicBezTo>
                  <a:cubicBezTo>
                    <a:pt x="0" y="1845"/>
                    <a:pt x="80" y="2125"/>
                    <a:pt x="172" y="2392"/>
                  </a:cubicBezTo>
                  <a:cubicBezTo>
                    <a:pt x="256" y="2577"/>
                    <a:pt x="365" y="2749"/>
                    <a:pt x="432" y="2941"/>
                  </a:cubicBezTo>
                  <a:cubicBezTo>
                    <a:pt x="484" y="3087"/>
                    <a:pt x="613" y="3180"/>
                    <a:pt x="705" y="3298"/>
                  </a:cubicBezTo>
                  <a:cubicBezTo>
                    <a:pt x="815" y="3437"/>
                    <a:pt x="953" y="3549"/>
                    <a:pt x="1095" y="36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5" name="Freeform 122"/>
            <p:cNvSpPr>
              <a:spLocks/>
            </p:cNvSpPr>
            <p:nvPr/>
          </p:nvSpPr>
          <p:spPr bwMode="auto">
            <a:xfrm flipV="1">
              <a:off x="682" y="1644"/>
              <a:ext cx="1371" cy="557"/>
            </a:xfrm>
            <a:custGeom>
              <a:avLst/>
              <a:gdLst>
                <a:gd name="T0" fmla="*/ 804 w 6092"/>
                <a:gd name="T1" fmla="*/ 2142 h 2499"/>
                <a:gd name="T2" fmla="*/ 1428 w 6092"/>
                <a:gd name="T3" fmla="*/ 2499 h 2499"/>
                <a:gd name="T4" fmla="*/ 3024 w 6092"/>
                <a:gd name="T5" fmla="*/ 2183 h 2499"/>
                <a:gd name="T6" fmla="*/ 4648 w 6092"/>
                <a:gd name="T7" fmla="*/ 2499 h 2499"/>
                <a:gd name="T8" fmla="*/ 5167 w 6092"/>
                <a:gd name="T9" fmla="*/ 2191 h 2499"/>
                <a:gd name="T10" fmla="*/ 5669 w 6092"/>
                <a:gd name="T11" fmla="*/ 1851 h 2499"/>
                <a:gd name="T12" fmla="*/ 5968 w 6092"/>
                <a:gd name="T13" fmla="*/ 1444 h 2499"/>
                <a:gd name="T14" fmla="*/ 4885 w 6092"/>
                <a:gd name="T15" fmla="*/ 370 h 2499"/>
                <a:gd name="T16" fmla="*/ 5978 w 6092"/>
                <a:gd name="T17" fmla="*/ 1434 h 2499"/>
                <a:gd name="T18" fmla="*/ 5994 w 6092"/>
                <a:gd name="T19" fmla="*/ 788 h 2499"/>
                <a:gd name="T20" fmla="*/ 5417 w 6092"/>
                <a:gd name="T21" fmla="*/ 317 h 2499"/>
                <a:gd name="T22" fmla="*/ 4798 w 6092"/>
                <a:gd name="T23" fmla="*/ 335 h 2499"/>
                <a:gd name="T24" fmla="*/ 4778 w 6092"/>
                <a:gd name="T25" fmla="*/ 931 h 2499"/>
                <a:gd name="T26" fmla="*/ 4208 w 6092"/>
                <a:gd name="T27" fmla="*/ 1373 h 2499"/>
                <a:gd name="T28" fmla="*/ 3403 w 6092"/>
                <a:gd name="T29" fmla="*/ 1583 h 2499"/>
                <a:gd name="T30" fmla="*/ 3763 w 6092"/>
                <a:gd name="T31" fmla="*/ 1609 h 2499"/>
                <a:gd name="T32" fmla="*/ 3231 w 6092"/>
                <a:gd name="T33" fmla="*/ 1840 h 2499"/>
                <a:gd name="T34" fmla="*/ 2737 w 6092"/>
                <a:gd name="T35" fmla="*/ 1800 h 2499"/>
                <a:gd name="T36" fmla="*/ 2327 w 6092"/>
                <a:gd name="T37" fmla="*/ 1598 h 2499"/>
                <a:gd name="T38" fmla="*/ 3424 w 6092"/>
                <a:gd name="T39" fmla="*/ 1510 h 2499"/>
                <a:gd name="T40" fmla="*/ 3427 w 6092"/>
                <a:gd name="T41" fmla="*/ 1486 h 2499"/>
                <a:gd name="T42" fmla="*/ 4030 w 6092"/>
                <a:gd name="T43" fmla="*/ 1336 h 2499"/>
                <a:gd name="T44" fmla="*/ 4657 w 6092"/>
                <a:gd name="T45" fmla="*/ 948 h 2499"/>
                <a:gd name="T46" fmla="*/ 4605 w 6092"/>
                <a:gd name="T47" fmla="*/ 230 h 2499"/>
                <a:gd name="T48" fmla="*/ 3970 w 6092"/>
                <a:gd name="T49" fmla="*/ 84 h 2499"/>
                <a:gd name="T50" fmla="*/ 3308 w 6092"/>
                <a:gd name="T51" fmla="*/ 293 h 2499"/>
                <a:gd name="T52" fmla="*/ 1297 w 6092"/>
                <a:gd name="T53" fmla="*/ 344 h 2499"/>
                <a:gd name="T54" fmla="*/ 559 w 6092"/>
                <a:gd name="T55" fmla="*/ 340 h 2499"/>
                <a:gd name="T56" fmla="*/ 45 w 6092"/>
                <a:gd name="T57" fmla="*/ 902 h 2499"/>
                <a:gd name="T58" fmla="*/ 216 w 6092"/>
                <a:gd name="T59" fmla="*/ 1590 h 2499"/>
                <a:gd name="T60" fmla="*/ 804 w 6092"/>
                <a:gd name="T61" fmla="*/ 2142 h 2499"/>
                <a:gd name="connsiteX0" fmla="*/ 1273 w 9888"/>
                <a:gd name="connsiteY0" fmla="*/ 8366 h 9795"/>
                <a:gd name="connsiteX1" fmla="*/ 2297 w 9888"/>
                <a:gd name="connsiteY1" fmla="*/ 9795 h 9795"/>
                <a:gd name="connsiteX2" fmla="*/ 4917 w 9888"/>
                <a:gd name="connsiteY2" fmla="*/ 8530 h 9795"/>
                <a:gd name="connsiteX3" fmla="*/ 7583 w 9888"/>
                <a:gd name="connsiteY3" fmla="*/ 9795 h 9795"/>
                <a:gd name="connsiteX4" fmla="*/ 8435 w 9888"/>
                <a:gd name="connsiteY4" fmla="*/ 8563 h 9795"/>
                <a:gd name="connsiteX5" fmla="*/ 9259 w 9888"/>
                <a:gd name="connsiteY5" fmla="*/ 7202 h 9795"/>
                <a:gd name="connsiteX6" fmla="*/ 9749 w 9888"/>
                <a:gd name="connsiteY6" fmla="*/ 5573 h 9795"/>
                <a:gd name="connsiteX7" fmla="*/ 9766 w 9888"/>
                <a:gd name="connsiteY7" fmla="*/ 5533 h 9795"/>
                <a:gd name="connsiteX8" fmla="*/ 9792 w 9888"/>
                <a:gd name="connsiteY8" fmla="*/ 2948 h 9795"/>
                <a:gd name="connsiteX9" fmla="*/ 8845 w 9888"/>
                <a:gd name="connsiteY9" fmla="*/ 1064 h 9795"/>
                <a:gd name="connsiteX10" fmla="*/ 7829 w 9888"/>
                <a:gd name="connsiteY10" fmla="*/ 1136 h 9795"/>
                <a:gd name="connsiteX11" fmla="*/ 7796 w 9888"/>
                <a:gd name="connsiteY11" fmla="*/ 3520 h 9795"/>
                <a:gd name="connsiteX12" fmla="*/ 6860 w 9888"/>
                <a:gd name="connsiteY12" fmla="*/ 5289 h 9795"/>
                <a:gd name="connsiteX13" fmla="*/ 5539 w 9888"/>
                <a:gd name="connsiteY13" fmla="*/ 6130 h 9795"/>
                <a:gd name="connsiteX14" fmla="*/ 6130 w 9888"/>
                <a:gd name="connsiteY14" fmla="*/ 6234 h 9795"/>
                <a:gd name="connsiteX15" fmla="*/ 5257 w 9888"/>
                <a:gd name="connsiteY15" fmla="*/ 7158 h 9795"/>
                <a:gd name="connsiteX16" fmla="*/ 4446 w 9888"/>
                <a:gd name="connsiteY16" fmla="*/ 6998 h 9795"/>
                <a:gd name="connsiteX17" fmla="*/ 3773 w 9888"/>
                <a:gd name="connsiteY17" fmla="*/ 6190 h 9795"/>
                <a:gd name="connsiteX18" fmla="*/ 5573 w 9888"/>
                <a:gd name="connsiteY18" fmla="*/ 5837 h 9795"/>
                <a:gd name="connsiteX19" fmla="*/ 5578 w 9888"/>
                <a:gd name="connsiteY19" fmla="*/ 5741 h 9795"/>
                <a:gd name="connsiteX20" fmla="*/ 6568 w 9888"/>
                <a:gd name="connsiteY20" fmla="*/ 5141 h 9795"/>
                <a:gd name="connsiteX21" fmla="*/ 7597 w 9888"/>
                <a:gd name="connsiteY21" fmla="*/ 3589 h 9795"/>
                <a:gd name="connsiteX22" fmla="*/ 7512 w 9888"/>
                <a:gd name="connsiteY22" fmla="*/ 715 h 9795"/>
                <a:gd name="connsiteX23" fmla="*/ 6470 w 9888"/>
                <a:gd name="connsiteY23" fmla="*/ 131 h 9795"/>
                <a:gd name="connsiteX24" fmla="*/ 5383 w 9888"/>
                <a:gd name="connsiteY24" fmla="*/ 967 h 9795"/>
                <a:gd name="connsiteX25" fmla="*/ 2082 w 9888"/>
                <a:gd name="connsiteY25" fmla="*/ 1172 h 9795"/>
                <a:gd name="connsiteX26" fmla="*/ 871 w 9888"/>
                <a:gd name="connsiteY26" fmla="*/ 1156 h 9795"/>
                <a:gd name="connsiteX27" fmla="*/ 27 w 9888"/>
                <a:gd name="connsiteY27" fmla="*/ 3404 h 9795"/>
                <a:gd name="connsiteX28" fmla="*/ 308 w 9888"/>
                <a:gd name="connsiteY28" fmla="*/ 6158 h 9795"/>
                <a:gd name="connsiteX29" fmla="*/ 1273 w 9888"/>
                <a:gd name="connsiteY29" fmla="*/ 8366 h 9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9888" h="9795">
                  <a:moveTo>
                    <a:pt x="1273" y="8366"/>
                  </a:moveTo>
                  <a:cubicBezTo>
                    <a:pt x="1644" y="8715"/>
                    <a:pt x="1926" y="9447"/>
                    <a:pt x="2297" y="9795"/>
                  </a:cubicBezTo>
                  <a:cubicBezTo>
                    <a:pt x="3088" y="8711"/>
                    <a:pt x="4022" y="8426"/>
                    <a:pt x="4917" y="8530"/>
                  </a:cubicBezTo>
                  <a:cubicBezTo>
                    <a:pt x="5826" y="8422"/>
                    <a:pt x="6782" y="8667"/>
                    <a:pt x="7583" y="9795"/>
                  </a:cubicBezTo>
                  <a:cubicBezTo>
                    <a:pt x="7888" y="9475"/>
                    <a:pt x="8170" y="9043"/>
                    <a:pt x="8435" y="8563"/>
                  </a:cubicBezTo>
                  <a:cubicBezTo>
                    <a:pt x="8750" y="8282"/>
                    <a:pt x="9012" y="7746"/>
                    <a:pt x="9259" y="7202"/>
                  </a:cubicBezTo>
                  <a:cubicBezTo>
                    <a:pt x="9421" y="6658"/>
                    <a:pt x="9598" y="6138"/>
                    <a:pt x="9749" y="5573"/>
                  </a:cubicBezTo>
                  <a:cubicBezTo>
                    <a:pt x="9833" y="5295"/>
                    <a:pt x="9759" y="5970"/>
                    <a:pt x="9766" y="5533"/>
                  </a:cubicBezTo>
                  <a:cubicBezTo>
                    <a:pt x="9891" y="4717"/>
                    <a:pt x="9953" y="3765"/>
                    <a:pt x="9792" y="2948"/>
                  </a:cubicBezTo>
                  <a:cubicBezTo>
                    <a:pt x="9625" y="2008"/>
                    <a:pt x="9283" y="1152"/>
                    <a:pt x="8845" y="1064"/>
                  </a:cubicBezTo>
                  <a:cubicBezTo>
                    <a:pt x="8505" y="907"/>
                    <a:pt x="8165" y="1140"/>
                    <a:pt x="7829" y="1136"/>
                  </a:cubicBezTo>
                  <a:cubicBezTo>
                    <a:pt x="7931" y="1900"/>
                    <a:pt x="7983" y="2804"/>
                    <a:pt x="7796" y="3520"/>
                  </a:cubicBezTo>
                  <a:cubicBezTo>
                    <a:pt x="7617" y="4437"/>
                    <a:pt x="7230" y="4933"/>
                    <a:pt x="6860" y="5289"/>
                  </a:cubicBezTo>
                  <a:cubicBezTo>
                    <a:pt x="6437" y="5721"/>
                    <a:pt x="5981" y="5861"/>
                    <a:pt x="5539" y="6130"/>
                  </a:cubicBezTo>
                  <a:cubicBezTo>
                    <a:pt x="5734" y="6186"/>
                    <a:pt x="5933" y="6186"/>
                    <a:pt x="6130" y="6234"/>
                  </a:cubicBezTo>
                  <a:cubicBezTo>
                    <a:pt x="5846" y="6582"/>
                    <a:pt x="5557" y="6922"/>
                    <a:pt x="5257" y="7158"/>
                  </a:cubicBezTo>
                  <a:cubicBezTo>
                    <a:pt x="4987" y="7134"/>
                    <a:pt x="4697" y="7302"/>
                    <a:pt x="4446" y="6998"/>
                  </a:cubicBezTo>
                  <a:cubicBezTo>
                    <a:pt x="4211" y="6778"/>
                    <a:pt x="3986" y="6514"/>
                    <a:pt x="3773" y="6190"/>
                  </a:cubicBezTo>
                  <a:cubicBezTo>
                    <a:pt x="4378" y="6250"/>
                    <a:pt x="4973" y="5933"/>
                    <a:pt x="5573" y="5837"/>
                  </a:cubicBezTo>
                  <a:cubicBezTo>
                    <a:pt x="5575" y="5805"/>
                    <a:pt x="5576" y="5773"/>
                    <a:pt x="5578" y="5741"/>
                  </a:cubicBezTo>
                  <a:cubicBezTo>
                    <a:pt x="5925" y="5741"/>
                    <a:pt x="6243" y="5389"/>
                    <a:pt x="6568" y="5141"/>
                  </a:cubicBezTo>
                  <a:cubicBezTo>
                    <a:pt x="6947" y="4805"/>
                    <a:pt x="7369" y="4461"/>
                    <a:pt x="7597" y="3589"/>
                  </a:cubicBezTo>
                  <a:cubicBezTo>
                    <a:pt x="7870" y="2752"/>
                    <a:pt x="7791" y="1480"/>
                    <a:pt x="7512" y="715"/>
                  </a:cubicBezTo>
                  <a:cubicBezTo>
                    <a:pt x="7225" y="151"/>
                    <a:pt x="6833" y="-205"/>
                    <a:pt x="6470" y="131"/>
                  </a:cubicBezTo>
                  <a:cubicBezTo>
                    <a:pt x="6118" y="499"/>
                    <a:pt x="5747" y="711"/>
                    <a:pt x="5383" y="967"/>
                  </a:cubicBezTo>
                  <a:cubicBezTo>
                    <a:pt x="4306" y="1700"/>
                    <a:pt x="3175" y="1524"/>
                    <a:pt x="2082" y="1172"/>
                  </a:cubicBezTo>
                  <a:cubicBezTo>
                    <a:pt x="1681" y="1043"/>
                    <a:pt x="1268" y="899"/>
                    <a:pt x="871" y="1156"/>
                  </a:cubicBezTo>
                  <a:cubicBezTo>
                    <a:pt x="454" y="1496"/>
                    <a:pt x="145" y="2384"/>
                    <a:pt x="27" y="3404"/>
                  </a:cubicBezTo>
                  <a:cubicBezTo>
                    <a:pt x="-47" y="4361"/>
                    <a:pt x="33" y="5421"/>
                    <a:pt x="308" y="6158"/>
                  </a:cubicBezTo>
                  <a:cubicBezTo>
                    <a:pt x="588" y="6990"/>
                    <a:pt x="862" y="7898"/>
                    <a:pt x="1273" y="83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6" name="Freeform 123"/>
            <p:cNvSpPr>
              <a:spLocks/>
            </p:cNvSpPr>
            <p:nvPr/>
          </p:nvSpPr>
          <p:spPr bwMode="auto">
            <a:xfrm flipV="1">
              <a:off x="1004" y="2134"/>
              <a:ext cx="303" cy="76"/>
            </a:xfrm>
            <a:custGeom>
              <a:avLst/>
              <a:gdLst>
                <a:gd name="T0" fmla="*/ 0 w 1329"/>
                <a:gd name="T1" fmla="*/ 251 h 333"/>
                <a:gd name="T2" fmla="*/ 1329 w 1329"/>
                <a:gd name="T3" fmla="*/ 286 h 333"/>
                <a:gd name="T4" fmla="*/ 817 w 1329"/>
                <a:gd name="T5" fmla="*/ 131 h 333"/>
                <a:gd name="T6" fmla="*/ 300 w 1329"/>
                <a:gd name="T7" fmla="*/ 70 h 333"/>
                <a:gd name="T8" fmla="*/ 0 w 1329"/>
                <a:gd name="T9" fmla="*/ 251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9" h="333">
                  <a:moveTo>
                    <a:pt x="0" y="251"/>
                  </a:moveTo>
                  <a:cubicBezTo>
                    <a:pt x="440" y="306"/>
                    <a:pt x="886" y="333"/>
                    <a:pt x="1329" y="286"/>
                  </a:cubicBezTo>
                  <a:cubicBezTo>
                    <a:pt x="1159" y="233"/>
                    <a:pt x="990" y="177"/>
                    <a:pt x="817" y="131"/>
                  </a:cubicBezTo>
                  <a:cubicBezTo>
                    <a:pt x="658" y="59"/>
                    <a:pt x="472" y="0"/>
                    <a:pt x="300" y="70"/>
                  </a:cubicBezTo>
                  <a:cubicBezTo>
                    <a:pt x="195" y="121"/>
                    <a:pt x="77" y="157"/>
                    <a:pt x="0" y="2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2" name="组合 181"/>
          <p:cNvGrpSpPr/>
          <p:nvPr/>
        </p:nvGrpSpPr>
        <p:grpSpPr>
          <a:xfrm>
            <a:off x="8583613" y="4699000"/>
            <a:ext cx="1276350" cy="1684338"/>
            <a:chOff x="8583613" y="4699000"/>
            <a:chExt cx="1276350" cy="1684338"/>
          </a:xfrm>
          <a:solidFill>
            <a:srgbClr val="595959"/>
          </a:solidFill>
        </p:grpSpPr>
        <p:sp>
          <p:nvSpPr>
            <p:cNvPr id="180" name="Freeform 30"/>
            <p:cNvSpPr>
              <a:spLocks noEditPoints="1"/>
            </p:cNvSpPr>
            <p:nvPr/>
          </p:nvSpPr>
          <p:spPr bwMode="auto">
            <a:xfrm flipV="1">
              <a:off x="8583613" y="4699000"/>
              <a:ext cx="1276350" cy="1684338"/>
            </a:xfrm>
            <a:custGeom>
              <a:avLst/>
              <a:gdLst>
                <a:gd name="T0" fmla="*/ 1336 w 2265"/>
                <a:gd name="T1" fmla="*/ 1957 h 3005"/>
                <a:gd name="T2" fmla="*/ 1351 w 2265"/>
                <a:gd name="T3" fmla="*/ 2931 h 3005"/>
                <a:gd name="T4" fmla="*/ 1449 w 2265"/>
                <a:gd name="T5" fmla="*/ 2881 h 3005"/>
                <a:gd name="T6" fmla="*/ 2264 w 2265"/>
                <a:gd name="T7" fmla="*/ 2818 h 3005"/>
                <a:gd name="T8" fmla="*/ 2265 w 2265"/>
                <a:gd name="T9" fmla="*/ 2260 h 3005"/>
                <a:gd name="T10" fmla="*/ 1427 w 2265"/>
                <a:gd name="T11" fmla="*/ 2315 h 3005"/>
                <a:gd name="T12" fmla="*/ 1429 w 2265"/>
                <a:gd name="T13" fmla="*/ 1966 h 3005"/>
                <a:gd name="T14" fmla="*/ 1429 w 2265"/>
                <a:gd name="T15" fmla="*/ 1714 h 3005"/>
                <a:gd name="T16" fmla="*/ 1425 w 2265"/>
                <a:gd name="T17" fmla="*/ 163 h 3005"/>
                <a:gd name="T18" fmla="*/ 1339 w 2265"/>
                <a:gd name="T19" fmla="*/ 97 h 3005"/>
                <a:gd name="T20" fmla="*/ 1336 w 2265"/>
                <a:gd name="T21" fmla="*/ 1723 h 3005"/>
                <a:gd name="T22" fmla="*/ 835 w 2265"/>
                <a:gd name="T23" fmla="*/ 1723 h 3005"/>
                <a:gd name="T24" fmla="*/ 932 w 2265"/>
                <a:gd name="T25" fmla="*/ 256 h 3005"/>
                <a:gd name="T26" fmla="*/ 670 w 2265"/>
                <a:gd name="T27" fmla="*/ 140 h 3005"/>
                <a:gd name="T28" fmla="*/ 584 w 2265"/>
                <a:gd name="T29" fmla="*/ 665 h 3005"/>
                <a:gd name="T30" fmla="*/ 498 w 2265"/>
                <a:gd name="T31" fmla="*/ 142 h 3005"/>
                <a:gd name="T32" fmla="*/ 233 w 2265"/>
                <a:gd name="T33" fmla="*/ 196 h 3005"/>
                <a:gd name="T34" fmla="*/ 330 w 2265"/>
                <a:gd name="T35" fmla="*/ 1223 h 3005"/>
                <a:gd name="T36" fmla="*/ 222 w 2265"/>
                <a:gd name="T37" fmla="*/ 948 h 3005"/>
                <a:gd name="T38" fmla="*/ 25 w 2265"/>
                <a:gd name="T39" fmla="*/ 1044 h 3005"/>
                <a:gd name="T40" fmla="*/ 263 w 2265"/>
                <a:gd name="T41" fmla="*/ 1755 h 3005"/>
                <a:gd name="T42" fmla="*/ 413 w 2265"/>
                <a:gd name="T43" fmla="*/ 1953 h 3005"/>
                <a:gd name="T44" fmla="*/ 1336 w 2265"/>
                <a:gd name="T45" fmla="*/ 1957 h 3005"/>
                <a:gd name="T46" fmla="*/ 1431 w 2265"/>
                <a:gd name="T47" fmla="*/ 2731 h 3005"/>
                <a:gd name="T48" fmla="*/ 1433 w 2265"/>
                <a:gd name="T49" fmla="*/ 2495 h 3005"/>
                <a:gd name="T50" fmla="*/ 1431 w 2265"/>
                <a:gd name="T51" fmla="*/ 2731 h 3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65" h="3005">
                  <a:moveTo>
                    <a:pt x="1336" y="1957"/>
                  </a:moveTo>
                  <a:cubicBezTo>
                    <a:pt x="1345" y="2281"/>
                    <a:pt x="1317" y="2608"/>
                    <a:pt x="1351" y="2931"/>
                  </a:cubicBezTo>
                  <a:cubicBezTo>
                    <a:pt x="1375" y="2918"/>
                    <a:pt x="1424" y="2893"/>
                    <a:pt x="1449" y="2881"/>
                  </a:cubicBezTo>
                  <a:cubicBezTo>
                    <a:pt x="1727" y="3005"/>
                    <a:pt x="1983" y="2738"/>
                    <a:pt x="2264" y="2818"/>
                  </a:cubicBezTo>
                  <a:cubicBezTo>
                    <a:pt x="2231" y="2633"/>
                    <a:pt x="2234" y="2444"/>
                    <a:pt x="2265" y="2260"/>
                  </a:cubicBezTo>
                  <a:cubicBezTo>
                    <a:pt x="1976" y="2182"/>
                    <a:pt x="1710" y="2458"/>
                    <a:pt x="1427" y="2315"/>
                  </a:cubicBezTo>
                  <a:cubicBezTo>
                    <a:pt x="1427" y="2198"/>
                    <a:pt x="1425" y="2082"/>
                    <a:pt x="1429" y="1966"/>
                  </a:cubicBezTo>
                  <a:cubicBezTo>
                    <a:pt x="1514" y="1894"/>
                    <a:pt x="1511" y="1785"/>
                    <a:pt x="1429" y="1714"/>
                  </a:cubicBezTo>
                  <a:cubicBezTo>
                    <a:pt x="1423" y="1197"/>
                    <a:pt x="1431" y="679"/>
                    <a:pt x="1425" y="163"/>
                  </a:cubicBezTo>
                  <a:cubicBezTo>
                    <a:pt x="1437" y="102"/>
                    <a:pt x="1382" y="102"/>
                    <a:pt x="1339" y="97"/>
                  </a:cubicBezTo>
                  <a:cubicBezTo>
                    <a:pt x="1332" y="639"/>
                    <a:pt x="1337" y="1181"/>
                    <a:pt x="1336" y="1723"/>
                  </a:cubicBezTo>
                  <a:cubicBezTo>
                    <a:pt x="1169" y="1723"/>
                    <a:pt x="1002" y="1723"/>
                    <a:pt x="835" y="1723"/>
                  </a:cubicBezTo>
                  <a:cubicBezTo>
                    <a:pt x="817" y="1231"/>
                    <a:pt x="847" y="741"/>
                    <a:pt x="932" y="256"/>
                  </a:cubicBezTo>
                  <a:cubicBezTo>
                    <a:pt x="982" y="101"/>
                    <a:pt x="749" y="0"/>
                    <a:pt x="670" y="140"/>
                  </a:cubicBezTo>
                  <a:cubicBezTo>
                    <a:pt x="617" y="310"/>
                    <a:pt x="619" y="491"/>
                    <a:pt x="584" y="665"/>
                  </a:cubicBezTo>
                  <a:cubicBezTo>
                    <a:pt x="547" y="492"/>
                    <a:pt x="549" y="312"/>
                    <a:pt x="498" y="142"/>
                  </a:cubicBezTo>
                  <a:cubicBezTo>
                    <a:pt x="438" y="27"/>
                    <a:pt x="241" y="65"/>
                    <a:pt x="233" y="196"/>
                  </a:cubicBezTo>
                  <a:cubicBezTo>
                    <a:pt x="253" y="540"/>
                    <a:pt x="352" y="877"/>
                    <a:pt x="330" y="1223"/>
                  </a:cubicBezTo>
                  <a:cubicBezTo>
                    <a:pt x="296" y="1131"/>
                    <a:pt x="275" y="1032"/>
                    <a:pt x="222" y="948"/>
                  </a:cubicBezTo>
                  <a:cubicBezTo>
                    <a:pt x="153" y="868"/>
                    <a:pt x="0" y="936"/>
                    <a:pt x="25" y="1044"/>
                  </a:cubicBezTo>
                  <a:cubicBezTo>
                    <a:pt x="92" y="1285"/>
                    <a:pt x="188" y="1517"/>
                    <a:pt x="263" y="1755"/>
                  </a:cubicBezTo>
                  <a:cubicBezTo>
                    <a:pt x="294" y="1831"/>
                    <a:pt x="309" y="1949"/>
                    <a:pt x="413" y="1953"/>
                  </a:cubicBezTo>
                  <a:cubicBezTo>
                    <a:pt x="720" y="1963"/>
                    <a:pt x="1028" y="1953"/>
                    <a:pt x="1336" y="1957"/>
                  </a:cubicBezTo>
                  <a:moveTo>
                    <a:pt x="1431" y="2731"/>
                  </a:moveTo>
                  <a:cubicBezTo>
                    <a:pt x="1413" y="2656"/>
                    <a:pt x="1411" y="2569"/>
                    <a:pt x="1433" y="2495"/>
                  </a:cubicBezTo>
                  <a:cubicBezTo>
                    <a:pt x="1483" y="2542"/>
                    <a:pt x="1479" y="2682"/>
                    <a:pt x="1431" y="27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 flipV="1">
              <a:off x="8675688" y="4862513"/>
              <a:ext cx="474663" cy="417513"/>
            </a:xfrm>
            <a:custGeom>
              <a:avLst/>
              <a:gdLst>
                <a:gd name="T0" fmla="*/ 365 w 844"/>
                <a:gd name="T1" fmla="*/ 654 h 745"/>
                <a:gd name="T2" fmla="*/ 474 w 844"/>
                <a:gd name="T3" fmla="*/ 87 h 745"/>
                <a:gd name="T4" fmla="*/ 365 w 844"/>
                <a:gd name="T5" fmla="*/ 65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4" h="745">
                  <a:moveTo>
                    <a:pt x="365" y="654"/>
                  </a:moveTo>
                  <a:cubicBezTo>
                    <a:pt x="730" y="745"/>
                    <a:pt x="844" y="136"/>
                    <a:pt x="474" y="87"/>
                  </a:cubicBezTo>
                  <a:cubicBezTo>
                    <a:pt x="111" y="0"/>
                    <a:pt x="0" y="600"/>
                    <a:pt x="365" y="6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9" name="组合 188"/>
          <p:cNvGrpSpPr/>
          <p:nvPr/>
        </p:nvGrpSpPr>
        <p:grpSpPr>
          <a:xfrm>
            <a:off x="6111647" y="4984143"/>
            <a:ext cx="1561563" cy="1425828"/>
            <a:chOff x="6323014" y="4821238"/>
            <a:chExt cx="1561563" cy="1425828"/>
          </a:xfrm>
        </p:grpSpPr>
        <p:sp>
          <p:nvSpPr>
            <p:cNvPr id="186" name="Freeform 35"/>
            <p:cNvSpPr>
              <a:spLocks/>
            </p:cNvSpPr>
            <p:nvPr/>
          </p:nvSpPr>
          <p:spPr bwMode="auto">
            <a:xfrm flipV="1">
              <a:off x="6861616" y="4825708"/>
              <a:ext cx="1022961" cy="1421358"/>
            </a:xfrm>
            <a:custGeom>
              <a:avLst/>
              <a:gdLst>
                <a:gd name="T0" fmla="*/ 711 w 1279"/>
                <a:gd name="T1" fmla="*/ 1337 h 1770"/>
                <a:gd name="T2" fmla="*/ 1236 w 1279"/>
                <a:gd name="T3" fmla="*/ 1770 h 1770"/>
                <a:gd name="T4" fmla="*/ 1240 w 1279"/>
                <a:gd name="T5" fmla="*/ 1635 h 1770"/>
                <a:gd name="T6" fmla="*/ 763 w 1279"/>
                <a:gd name="T7" fmla="*/ 1146 h 1770"/>
                <a:gd name="T8" fmla="*/ 703 w 1279"/>
                <a:gd name="T9" fmla="*/ 811 h 1770"/>
                <a:gd name="T10" fmla="*/ 1008 w 1279"/>
                <a:gd name="T11" fmla="*/ 552 h 1770"/>
                <a:gd name="T12" fmla="*/ 774 w 1279"/>
                <a:gd name="T13" fmla="*/ 230 h 1770"/>
                <a:gd name="T14" fmla="*/ 613 w 1279"/>
                <a:gd name="T15" fmla="*/ 294 h 1770"/>
                <a:gd name="T16" fmla="*/ 774 w 1279"/>
                <a:gd name="T17" fmla="*/ 548 h 1770"/>
                <a:gd name="T18" fmla="*/ 585 w 1279"/>
                <a:gd name="T19" fmla="*/ 685 h 1770"/>
                <a:gd name="T20" fmla="*/ 471 w 1279"/>
                <a:gd name="T21" fmla="*/ 681 h 1770"/>
                <a:gd name="T22" fmla="*/ 237 w 1279"/>
                <a:gd name="T23" fmla="*/ 94 h 1770"/>
                <a:gd name="T24" fmla="*/ 72 w 1279"/>
                <a:gd name="T25" fmla="*/ 156 h 1770"/>
                <a:gd name="T26" fmla="*/ 367 w 1279"/>
                <a:gd name="T27" fmla="*/ 1083 h 1770"/>
                <a:gd name="T28" fmla="*/ 162 w 1279"/>
                <a:gd name="T29" fmla="*/ 802 h 1770"/>
                <a:gd name="T30" fmla="*/ 66 w 1279"/>
                <a:gd name="T31" fmla="*/ 928 h 1770"/>
                <a:gd name="T32" fmla="*/ 711 w 1279"/>
                <a:gd name="T33" fmla="*/ 1337 h 1770"/>
                <a:gd name="connsiteX0" fmla="*/ 5224 w 9690"/>
                <a:gd name="connsiteY0" fmla="*/ 7284 h 9732"/>
                <a:gd name="connsiteX1" fmla="*/ 9329 w 9690"/>
                <a:gd name="connsiteY1" fmla="*/ 9730 h 9732"/>
                <a:gd name="connsiteX2" fmla="*/ 9360 w 9690"/>
                <a:gd name="connsiteY2" fmla="*/ 8967 h 9732"/>
                <a:gd name="connsiteX3" fmla="*/ 5631 w 9690"/>
                <a:gd name="connsiteY3" fmla="*/ 6205 h 9732"/>
                <a:gd name="connsiteX4" fmla="*/ 5161 w 9690"/>
                <a:gd name="connsiteY4" fmla="*/ 4312 h 9732"/>
                <a:gd name="connsiteX5" fmla="*/ 7546 w 9690"/>
                <a:gd name="connsiteY5" fmla="*/ 2849 h 9732"/>
                <a:gd name="connsiteX6" fmla="*/ 5717 w 9690"/>
                <a:gd name="connsiteY6" fmla="*/ 1029 h 9732"/>
                <a:gd name="connsiteX7" fmla="*/ 4458 w 9690"/>
                <a:gd name="connsiteY7" fmla="*/ 1391 h 9732"/>
                <a:gd name="connsiteX8" fmla="*/ 5717 w 9690"/>
                <a:gd name="connsiteY8" fmla="*/ 2826 h 9732"/>
                <a:gd name="connsiteX9" fmla="*/ 4239 w 9690"/>
                <a:gd name="connsiteY9" fmla="*/ 3600 h 9732"/>
                <a:gd name="connsiteX10" fmla="*/ 3348 w 9690"/>
                <a:gd name="connsiteY10" fmla="*/ 3577 h 9732"/>
                <a:gd name="connsiteX11" fmla="*/ 1518 w 9690"/>
                <a:gd name="connsiteY11" fmla="*/ 261 h 9732"/>
                <a:gd name="connsiteX12" fmla="*/ 228 w 9690"/>
                <a:gd name="connsiteY12" fmla="*/ 611 h 9732"/>
                <a:gd name="connsiteX13" fmla="*/ 2534 w 9690"/>
                <a:gd name="connsiteY13" fmla="*/ 5849 h 9732"/>
                <a:gd name="connsiteX14" fmla="*/ 932 w 9690"/>
                <a:gd name="connsiteY14" fmla="*/ 4261 h 9732"/>
                <a:gd name="connsiteX15" fmla="*/ 181 w 9690"/>
                <a:gd name="connsiteY15" fmla="*/ 4973 h 9732"/>
                <a:gd name="connsiteX16" fmla="*/ 5224 w 9690"/>
                <a:gd name="connsiteY16" fmla="*/ 7284 h 9732"/>
                <a:gd name="connsiteX0" fmla="*/ 5391 w 10000"/>
                <a:gd name="connsiteY0" fmla="*/ 7485 h 10000"/>
                <a:gd name="connsiteX1" fmla="*/ 9627 w 10000"/>
                <a:gd name="connsiteY1" fmla="*/ 9998 h 10000"/>
                <a:gd name="connsiteX2" fmla="*/ 9659 w 10000"/>
                <a:gd name="connsiteY2" fmla="*/ 9214 h 10000"/>
                <a:gd name="connsiteX3" fmla="*/ 5811 w 10000"/>
                <a:gd name="connsiteY3" fmla="*/ 6376 h 10000"/>
                <a:gd name="connsiteX4" fmla="*/ 5326 w 10000"/>
                <a:gd name="connsiteY4" fmla="*/ 4431 h 10000"/>
                <a:gd name="connsiteX5" fmla="*/ 7787 w 10000"/>
                <a:gd name="connsiteY5" fmla="*/ 2927 h 10000"/>
                <a:gd name="connsiteX6" fmla="*/ 5900 w 10000"/>
                <a:gd name="connsiteY6" fmla="*/ 1057 h 10000"/>
                <a:gd name="connsiteX7" fmla="*/ 4601 w 10000"/>
                <a:gd name="connsiteY7" fmla="*/ 1429 h 10000"/>
                <a:gd name="connsiteX8" fmla="*/ 5900 w 10000"/>
                <a:gd name="connsiteY8" fmla="*/ 2904 h 10000"/>
                <a:gd name="connsiteX9" fmla="*/ 4375 w 10000"/>
                <a:gd name="connsiteY9" fmla="*/ 3699 h 10000"/>
                <a:gd name="connsiteX10" fmla="*/ 3455 w 10000"/>
                <a:gd name="connsiteY10" fmla="*/ 3676 h 10000"/>
                <a:gd name="connsiteX11" fmla="*/ 1567 w 10000"/>
                <a:gd name="connsiteY11" fmla="*/ 268 h 10000"/>
                <a:gd name="connsiteX12" fmla="*/ 235 w 10000"/>
                <a:gd name="connsiteY12" fmla="*/ 628 h 10000"/>
                <a:gd name="connsiteX13" fmla="*/ 2615 w 10000"/>
                <a:gd name="connsiteY13" fmla="*/ 6010 h 10000"/>
                <a:gd name="connsiteX14" fmla="*/ 962 w 10000"/>
                <a:gd name="connsiteY14" fmla="*/ 4378 h 10000"/>
                <a:gd name="connsiteX15" fmla="*/ 187 w 10000"/>
                <a:gd name="connsiteY15" fmla="*/ 5110 h 10000"/>
                <a:gd name="connsiteX16" fmla="*/ 5391 w 10000"/>
                <a:gd name="connsiteY16" fmla="*/ 7485 h 10000"/>
                <a:gd name="connsiteX0" fmla="*/ 5391 w 10000"/>
                <a:gd name="connsiteY0" fmla="*/ 7485 h 10000"/>
                <a:gd name="connsiteX1" fmla="*/ 9627 w 10000"/>
                <a:gd name="connsiteY1" fmla="*/ 9998 h 10000"/>
                <a:gd name="connsiteX2" fmla="*/ 9659 w 10000"/>
                <a:gd name="connsiteY2" fmla="*/ 9214 h 10000"/>
                <a:gd name="connsiteX3" fmla="*/ 5811 w 10000"/>
                <a:gd name="connsiteY3" fmla="*/ 6376 h 10000"/>
                <a:gd name="connsiteX4" fmla="*/ 5326 w 10000"/>
                <a:gd name="connsiteY4" fmla="*/ 4431 h 10000"/>
                <a:gd name="connsiteX5" fmla="*/ 7787 w 10000"/>
                <a:gd name="connsiteY5" fmla="*/ 2927 h 10000"/>
                <a:gd name="connsiteX6" fmla="*/ 5900 w 10000"/>
                <a:gd name="connsiteY6" fmla="*/ 1057 h 10000"/>
                <a:gd name="connsiteX7" fmla="*/ 4601 w 10000"/>
                <a:gd name="connsiteY7" fmla="*/ 1429 h 10000"/>
                <a:gd name="connsiteX8" fmla="*/ 5900 w 10000"/>
                <a:gd name="connsiteY8" fmla="*/ 2904 h 10000"/>
                <a:gd name="connsiteX9" fmla="*/ 4375 w 10000"/>
                <a:gd name="connsiteY9" fmla="*/ 3699 h 10000"/>
                <a:gd name="connsiteX10" fmla="*/ 3455 w 10000"/>
                <a:gd name="connsiteY10" fmla="*/ 3676 h 10000"/>
                <a:gd name="connsiteX11" fmla="*/ 1567 w 10000"/>
                <a:gd name="connsiteY11" fmla="*/ 268 h 10000"/>
                <a:gd name="connsiteX12" fmla="*/ 235 w 10000"/>
                <a:gd name="connsiteY12" fmla="*/ 628 h 10000"/>
                <a:gd name="connsiteX13" fmla="*/ 2770 w 10000"/>
                <a:gd name="connsiteY13" fmla="*/ 5988 h 10000"/>
                <a:gd name="connsiteX14" fmla="*/ 962 w 10000"/>
                <a:gd name="connsiteY14" fmla="*/ 4378 h 10000"/>
                <a:gd name="connsiteX15" fmla="*/ 187 w 10000"/>
                <a:gd name="connsiteY15" fmla="*/ 5110 h 10000"/>
                <a:gd name="connsiteX16" fmla="*/ 5391 w 10000"/>
                <a:gd name="connsiteY16" fmla="*/ 7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00" h="10000">
                  <a:moveTo>
                    <a:pt x="5391" y="7485"/>
                  </a:moveTo>
                  <a:cubicBezTo>
                    <a:pt x="6836" y="8280"/>
                    <a:pt x="9005" y="10072"/>
                    <a:pt x="9627" y="9998"/>
                  </a:cubicBezTo>
                  <a:cubicBezTo>
                    <a:pt x="10250" y="9924"/>
                    <a:pt x="9974" y="9429"/>
                    <a:pt x="9659" y="9214"/>
                  </a:cubicBezTo>
                  <a:cubicBezTo>
                    <a:pt x="8425" y="8233"/>
                    <a:pt x="7069" y="7339"/>
                    <a:pt x="5811" y="6376"/>
                  </a:cubicBezTo>
                  <a:cubicBezTo>
                    <a:pt x="5682" y="5719"/>
                    <a:pt x="5496" y="5075"/>
                    <a:pt x="5326" y="4431"/>
                  </a:cubicBezTo>
                  <a:cubicBezTo>
                    <a:pt x="6182" y="3966"/>
                    <a:pt x="7238" y="3629"/>
                    <a:pt x="7787" y="2927"/>
                  </a:cubicBezTo>
                  <a:cubicBezTo>
                    <a:pt x="7142" y="2312"/>
                    <a:pt x="6593" y="1638"/>
                    <a:pt x="5900" y="1057"/>
                  </a:cubicBezTo>
                  <a:cubicBezTo>
                    <a:pt x="5496" y="675"/>
                    <a:pt x="4463" y="947"/>
                    <a:pt x="4601" y="1429"/>
                  </a:cubicBezTo>
                  <a:cubicBezTo>
                    <a:pt x="4891" y="1975"/>
                    <a:pt x="5456" y="2422"/>
                    <a:pt x="5900" y="2904"/>
                  </a:cubicBezTo>
                  <a:cubicBezTo>
                    <a:pt x="5383" y="3165"/>
                    <a:pt x="4882" y="3432"/>
                    <a:pt x="4375" y="3699"/>
                  </a:cubicBezTo>
                  <a:cubicBezTo>
                    <a:pt x="4068" y="3688"/>
                    <a:pt x="3762" y="3682"/>
                    <a:pt x="3455" y="3676"/>
                  </a:cubicBezTo>
                  <a:cubicBezTo>
                    <a:pt x="2858" y="2532"/>
                    <a:pt x="2301" y="1372"/>
                    <a:pt x="1567" y="268"/>
                  </a:cubicBezTo>
                  <a:cubicBezTo>
                    <a:pt x="1268" y="-277"/>
                    <a:pt x="1" y="95"/>
                    <a:pt x="235" y="628"/>
                  </a:cubicBezTo>
                  <a:cubicBezTo>
                    <a:pt x="962" y="2439"/>
                    <a:pt x="2561" y="4084"/>
                    <a:pt x="2770" y="5988"/>
                  </a:cubicBezTo>
                  <a:cubicBezTo>
                    <a:pt x="2020" y="5552"/>
                    <a:pt x="1583" y="4884"/>
                    <a:pt x="962" y="4378"/>
                  </a:cubicBezTo>
                  <a:cubicBezTo>
                    <a:pt x="373" y="3955"/>
                    <a:pt x="-346" y="4762"/>
                    <a:pt x="187" y="5110"/>
                  </a:cubicBezTo>
                  <a:cubicBezTo>
                    <a:pt x="1765" y="6513"/>
                    <a:pt x="3189" y="8070"/>
                    <a:pt x="5391" y="7485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7" name="Freeform 36"/>
            <p:cNvSpPr>
              <a:spLocks/>
            </p:cNvSpPr>
            <p:nvPr/>
          </p:nvSpPr>
          <p:spPr bwMode="auto">
            <a:xfrm flipV="1">
              <a:off x="7197725" y="4821238"/>
              <a:ext cx="325438" cy="381000"/>
            </a:xfrm>
            <a:custGeom>
              <a:avLst/>
              <a:gdLst>
                <a:gd name="T0" fmla="*/ 122 w 395"/>
                <a:gd name="T1" fmla="*/ 392 h 462"/>
                <a:gd name="T2" fmla="*/ 374 w 395"/>
                <a:gd name="T3" fmla="*/ 258 h 462"/>
                <a:gd name="T4" fmla="*/ 103 w 395"/>
                <a:gd name="T5" fmla="*/ 108 h 462"/>
                <a:gd name="T6" fmla="*/ 122 w 395"/>
                <a:gd name="T7" fmla="*/ 39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5" h="462">
                  <a:moveTo>
                    <a:pt x="122" y="392"/>
                  </a:moveTo>
                  <a:cubicBezTo>
                    <a:pt x="221" y="462"/>
                    <a:pt x="370" y="374"/>
                    <a:pt x="374" y="258"/>
                  </a:cubicBezTo>
                  <a:cubicBezTo>
                    <a:pt x="395" y="124"/>
                    <a:pt x="202" y="0"/>
                    <a:pt x="103" y="108"/>
                  </a:cubicBezTo>
                  <a:cubicBezTo>
                    <a:pt x="0" y="172"/>
                    <a:pt x="18" y="339"/>
                    <a:pt x="122" y="392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8" name="Freeform 37"/>
            <p:cNvSpPr>
              <a:spLocks/>
            </p:cNvSpPr>
            <p:nvPr/>
          </p:nvSpPr>
          <p:spPr bwMode="auto">
            <a:xfrm flipV="1">
              <a:off x="6323014" y="5191139"/>
              <a:ext cx="830259" cy="780005"/>
            </a:xfrm>
            <a:custGeom>
              <a:avLst/>
              <a:gdLst>
                <a:gd name="T0" fmla="*/ 0 w 844"/>
                <a:gd name="T1" fmla="*/ 421 h 875"/>
                <a:gd name="T2" fmla="*/ 844 w 844"/>
                <a:gd name="T3" fmla="*/ 875 h 875"/>
                <a:gd name="T4" fmla="*/ 650 w 844"/>
                <a:gd name="T5" fmla="*/ 375 h 875"/>
                <a:gd name="T6" fmla="*/ 528 w 844"/>
                <a:gd name="T7" fmla="*/ 45 h 875"/>
                <a:gd name="T8" fmla="*/ 173 w 844"/>
                <a:gd name="T9" fmla="*/ 97 h 875"/>
                <a:gd name="T10" fmla="*/ 0 w 844"/>
                <a:gd name="T11" fmla="*/ 421 h 875"/>
                <a:gd name="connsiteX0" fmla="*/ 0 w 10501"/>
                <a:gd name="connsiteY0" fmla="*/ 4381 h 9834"/>
                <a:gd name="connsiteX1" fmla="*/ 10501 w 10501"/>
                <a:gd name="connsiteY1" fmla="*/ 9834 h 9834"/>
                <a:gd name="connsiteX2" fmla="*/ 7701 w 10501"/>
                <a:gd name="connsiteY2" fmla="*/ 3856 h 9834"/>
                <a:gd name="connsiteX3" fmla="*/ 6256 w 10501"/>
                <a:gd name="connsiteY3" fmla="*/ 84 h 9834"/>
                <a:gd name="connsiteX4" fmla="*/ 2050 w 10501"/>
                <a:gd name="connsiteY4" fmla="*/ 679 h 9834"/>
                <a:gd name="connsiteX5" fmla="*/ 0 w 10501"/>
                <a:gd name="connsiteY5" fmla="*/ 4381 h 9834"/>
                <a:gd name="connsiteX0" fmla="*/ 0 w 10000"/>
                <a:gd name="connsiteY0" fmla="*/ 4455 h 10000"/>
                <a:gd name="connsiteX1" fmla="*/ 10000 w 10000"/>
                <a:gd name="connsiteY1" fmla="*/ 10000 h 10000"/>
                <a:gd name="connsiteX2" fmla="*/ 7334 w 10000"/>
                <a:gd name="connsiteY2" fmla="*/ 3921 h 10000"/>
                <a:gd name="connsiteX3" fmla="*/ 5958 w 10000"/>
                <a:gd name="connsiteY3" fmla="*/ 85 h 10000"/>
                <a:gd name="connsiteX4" fmla="*/ 1952 w 10000"/>
                <a:gd name="connsiteY4" fmla="*/ 690 h 10000"/>
                <a:gd name="connsiteX5" fmla="*/ 0 w 10000"/>
                <a:gd name="connsiteY5" fmla="*/ 4455 h 10000"/>
                <a:gd name="connsiteX0" fmla="*/ 0 w 10607"/>
                <a:gd name="connsiteY0" fmla="*/ 4455 h 10223"/>
                <a:gd name="connsiteX1" fmla="*/ 10607 w 10607"/>
                <a:gd name="connsiteY1" fmla="*/ 10223 h 10223"/>
                <a:gd name="connsiteX2" fmla="*/ 7334 w 10607"/>
                <a:gd name="connsiteY2" fmla="*/ 3921 h 10223"/>
                <a:gd name="connsiteX3" fmla="*/ 5958 w 10607"/>
                <a:gd name="connsiteY3" fmla="*/ 85 h 10223"/>
                <a:gd name="connsiteX4" fmla="*/ 1952 w 10607"/>
                <a:gd name="connsiteY4" fmla="*/ 690 h 10223"/>
                <a:gd name="connsiteX5" fmla="*/ 0 w 10607"/>
                <a:gd name="connsiteY5" fmla="*/ 4455 h 10223"/>
                <a:gd name="connsiteX0" fmla="*/ 0 w 10607"/>
                <a:gd name="connsiteY0" fmla="*/ 4455 h 10223"/>
                <a:gd name="connsiteX1" fmla="*/ 10607 w 10607"/>
                <a:gd name="connsiteY1" fmla="*/ 10223 h 10223"/>
                <a:gd name="connsiteX2" fmla="*/ 7768 w 10607"/>
                <a:gd name="connsiteY2" fmla="*/ 3966 h 10223"/>
                <a:gd name="connsiteX3" fmla="*/ 5958 w 10607"/>
                <a:gd name="connsiteY3" fmla="*/ 85 h 10223"/>
                <a:gd name="connsiteX4" fmla="*/ 1952 w 10607"/>
                <a:gd name="connsiteY4" fmla="*/ 690 h 10223"/>
                <a:gd name="connsiteX5" fmla="*/ 0 w 10607"/>
                <a:gd name="connsiteY5" fmla="*/ 4455 h 10223"/>
                <a:gd name="connsiteX0" fmla="*/ 0 w 10607"/>
                <a:gd name="connsiteY0" fmla="*/ 4455 h 10223"/>
                <a:gd name="connsiteX1" fmla="*/ 10607 w 10607"/>
                <a:gd name="connsiteY1" fmla="*/ 10223 h 10223"/>
                <a:gd name="connsiteX2" fmla="*/ 7768 w 10607"/>
                <a:gd name="connsiteY2" fmla="*/ 3966 h 10223"/>
                <a:gd name="connsiteX3" fmla="*/ 5958 w 10607"/>
                <a:gd name="connsiteY3" fmla="*/ 85 h 10223"/>
                <a:gd name="connsiteX4" fmla="*/ 1952 w 10607"/>
                <a:gd name="connsiteY4" fmla="*/ 690 h 10223"/>
                <a:gd name="connsiteX5" fmla="*/ 0 w 10607"/>
                <a:gd name="connsiteY5" fmla="*/ 4455 h 10223"/>
                <a:gd name="connsiteX0" fmla="*/ 0 w 10607"/>
                <a:gd name="connsiteY0" fmla="*/ 4766 h 10534"/>
                <a:gd name="connsiteX1" fmla="*/ 10607 w 10607"/>
                <a:gd name="connsiteY1" fmla="*/ 10534 h 10534"/>
                <a:gd name="connsiteX2" fmla="*/ 7768 w 10607"/>
                <a:gd name="connsiteY2" fmla="*/ 4277 h 10534"/>
                <a:gd name="connsiteX3" fmla="*/ 5958 w 10607"/>
                <a:gd name="connsiteY3" fmla="*/ 396 h 10534"/>
                <a:gd name="connsiteX4" fmla="*/ 1952 w 10607"/>
                <a:gd name="connsiteY4" fmla="*/ 1001 h 10534"/>
                <a:gd name="connsiteX5" fmla="*/ 0 w 10607"/>
                <a:gd name="connsiteY5" fmla="*/ 4766 h 10534"/>
                <a:gd name="connsiteX0" fmla="*/ 0 w 10607"/>
                <a:gd name="connsiteY0" fmla="*/ 4766 h 10534"/>
                <a:gd name="connsiteX1" fmla="*/ 10607 w 10607"/>
                <a:gd name="connsiteY1" fmla="*/ 10534 h 10534"/>
                <a:gd name="connsiteX2" fmla="*/ 7768 w 10607"/>
                <a:gd name="connsiteY2" fmla="*/ 4277 h 10534"/>
                <a:gd name="connsiteX3" fmla="*/ 5958 w 10607"/>
                <a:gd name="connsiteY3" fmla="*/ 396 h 10534"/>
                <a:gd name="connsiteX4" fmla="*/ 1952 w 10607"/>
                <a:gd name="connsiteY4" fmla="*/ 1001 h 10534"/>
                <a:gd name="connsiteX5" fmla="*/ 0 w 10607"/>
                <a:gd name="connsiteY5" fmla="*/ 4766 h 10534"/>
                <a:gd name="connsiteX0" fmla="*/ 0 w 10607"/>
                <a:gd name="connsiteY0" fmla="*/ 4766 h 10534"/>
                <a:gd name="connsiteX1" fmla="*/ 10607 w 10607"/>
                <a:gd name="connsiteY1" fmla="*/ 10534 h 10534"/>
                <a:gd name="connsiteX2" fmla="*/ 7768 w 10607"/>
                <a:gd name="connsiteY2" fmla="*/ 4277 h 10534"/>
                <a:gd name="connsiteX3" fmla="*/ 5958 w 10607"/>
                <a:gd name="connsiteY3" fmla="*/ 396 h 10534"/>
                <a:gd name="connsiteX4" fmla="*/ 1952 w 10607"/>
                <a:gd name="connsiteY4" fmla="*/ 1001 h 10534"/>
                <a:gd name="connsiteX5" fmla="*/ 0 w 10607"/>
                <a:gd name="connsiteY5" fmla="*/ 4766 h 10534"/>
                <a:gd name="connsiteX0" fmla="*/ 0 w 11345"/>
                <a:gd name="connsiteY0" fmla="*/ 4766 h 10981"/>
                <a:gd name="connsiteX1" fmla="*/ 11345 w 11345"/>
                <a:gd name="connsiteY1" fmla="*/ 10981 h 10981"/>
                <a:gd name="connsiteX2" fmla="*/ 7768 w 11345"/>
                <a:gd name="connsiteY2" fmla="*/ 4277 h 10981"/>
                <a:gd name="connsiteX3" fmla="*/ 5958 w 11345"/>
                <a:gd name="connsiteY3" fmla="*/ 396 h 10981"/>
                <a:gd name="connsiteX4" fmla="*/ 1952 w 11345"/>
                <a:gd name="connsiteY4" fmla="*/ 1001 h 10981"/>
                <a:gd name="connsiteX5" fmla="*/ 0 w 11345"/>
                <a:gd name="connsiteY5" fmla="*/ 4766 h 10981"/>
                <a:gd name="connsiteX0" fmla="*/ 0 w 11345"/>
                <a:gd name="connsiteY0" fmla="*/ 4766 h 10981"/>
                <a:gd name="connsiteX1" fmla="*/ 11345 w 11345"/>
                <a:gd name="connsiteY1" fmla="*/ 10981 h 10981"/>
                <a:gd name="connsiteX2" fmla="*/ 7768 w 11345"/>
                <a:gd name="connsiteY2" fmla="*/ 4277 h 10981"/>
                <a:gd name="connsiteX3" fmla="*/ 5958 w 11345"/>
                <a:gd name="connsiteY3" fmla="*/ 396 h 10981"/>
                <a:gd name="connsiteX4" fmla="*/ 1952 w 11345"/>
                <a:gd name="connsiteY4" fmla="*/ 1001 h 10981"/>
                <a:gd name="connsiteX5" fmla="*/ 0 w 11345"/>
                <a:gd name="connsiteY5" fmla="*/ 4766 h 10981"/>
                <a:gd name="connsiteX0" fmla="*/ 0 w 11345"/>
                <a:gd name="connsiteY0" fmla="*/ 4766 h 10981"/>
                <a:gd name="connsiteX1" fmla="*/ 11345 w 11345"/>
                <a:gd name="connsiteY1" fmla="*/ 10981 h 10981"/>
                <a:gd name="connsiteX2" fmla="*/ 7768 w 11345"/>
                <a:gd name="connsiteY2" fmla="*/ 4277 h 10981"/>
                <a:gd name="connsiteX3" fmla="*/ 5958 w 11345"/>
                <a:gd name="connsiteY3" fmla="*/ 396 h 10981"/>
                <a:gd name="connsiteX4" fmla="*/ 1952 w 11345"/>
                <a:gd name="connsiteY4" fmla="*/ 1001 h 10981"/>
                <a:gd name="connsiteX5" fmla="*/ 0 w 11345"/>
                <a:gd name="connsiteY5" fmla="*/ 4766 h 10981"/>
                <a:gd name="connsiteX0" fmla="*/ 0 w 11345"/>
                <a:gd name="connsiteY0" fmla="*/ 4766 h 10981"/>
                <a:gd name="connsiteX1" fmla="*/ 11345 w 11345"/>
                <a:gd name="connsiteY1" fmla="*/ 10981 h 10981"/>
                <a:gd name="connsiteX2" fmla="*/ 7768 w 11345"/>
                <a:gd name="connsiteY2" fmla="*/ 4277 h 10981"/>
                <a:gd name="connsiteX3" fmla="*/ 5958 w 11345"/>
                <a:gd name="connsiteY3" fmla="*/ 396 h 10981"/>
                <a:gd name="connsiteX4" fmla="*/ 1952 w 11345"/>
                <a:gd name="connsiteY4" fmla="*/ 1001 h 10981"/>
                <a:gd name="connsiteX5" fmla="*/ 0 w 11345"/>
                <a:gd name="connsiteY5" fmla="*/ 4766 h 1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45" h="10981">
                  <a:moveTo>
                    <a:pt x="0" y="4766"/>
                  </a:moveTo>
                  <a:cubicBezTo>
                    <a:pt x="3536" y="5795"/>
                    <a:pt x="7809" y="9058"/>
                    <a:pt x="11345" y="10981"/>
                  </a:cubicBezTo>
                  <a:cubicBezTo>
                    <a:pt x="8320" y="7816"/>
                    <a:pt x="5474" y="5969"/>
                    <a:pt x="7768" y="4277"/>
                  </a:cubicBezTo>
                  <a:cubicBezTo>
                    <a:pt x="7328" y="2987"/>
                    <a:pt x="6290" y="2435"/>
                    <a:pt x="5958" y="396"/>
                  </a:cubicBezTo>
                  <a:cubicBezTo>
                    <a:pt x="4649" y="490"/>
                    <a:pt x="2880" y="-886"/>
                    <a:pt x="1952" y="1001"/>
                  </a:cubicBezTo>
                  <a:cubicBezTo>
                    <a:pt x="2400" y="3166"/>
                    <a:pt x="1038" y="3744"/>
                    <a:pt x="0" y="4766"/>
                  </a:cubicBezTo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02" name="组合 201"/>
          <p:cNvGrpSpPr/>
          <p:nvPr/>
        </p:nvGrpSpPr>
        <p:grpSpPr>
          <a:xfrm>
            <a:off x="5748851" y="2807746"/>
            <a:ext cx="885824" cy="1547812"/>
            <a:chOff x="5372101" y="2792413"/>
            <a:chExt cx="885824" cy="1547812"/>
          </a:xfrm>
          <a:solidFill>
            <a:srgbClr val="595959"/>
          </a:solidFill>
        </p:grpSpPr>
        <p:sp>
          <p:nvSpPr>
            <p:cNvPr id="193" name="Freeform 41"/>
            <p:cNvSpPr>
              <a:spLocks/>
            </p:cNvSpPr>
            <p:nvPr/>
          </p:nvSpPr>
          <p:spPr bwMode="auto">
            <a:xfrm flipV="1">
              <a:off x="5489575" y="2792413"/>
              <a:ext cx="355600" cy="346075"/>
            </a:xfrm>
            <a:custGeom>
              <a:avLst/>
              <a:gdLst>
                <a:gd name="T0" fmla="*/ 1316 w 2927"/>
                <a:gd name="T1" fmla="*/ 2794 h 2863"/>
                <a:gd name="T2" fmla="*/ 2561 w 2927"/>
                <a:gd name="T3" fmla="*/ 2292 h 2863"/>
                <a:gd name="T4" fmla="*/ 2793 w 2927"/>
                <a:gd name="T5" fmla="*/ 1035 h 2863"/>
                <a:gd name="T6" fmla="*/ 1627 w 2927"/>
                <a:gd name="T7" fmla="*/ 87 h 2863"/>
                <a:gd name="T8" fmla="*/ 148 w 2927"/>
                <a:gd name="T9" fmla="*/ 1213 h 2863"/>
                <a:gd name="T10" fmla="*/ 1316 w 2927"/>
                <a:gd name="T11" fmla="*/ 2794 h 2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7" h="2863">
                  <a:moveTo>
                    <a:pt x="1316" y="2794"/>
                  </a:moveTo>
                  <a:cubicBezTo>
                    <a:pt x="1782" y="2863"/>
                    <a:pt x="2272" y="2662"/>
                    <a:pt x="2561" y="2292"/>
                  </a:cubicBezTo>
                  <a:cubicBezTo>
                    <a:pt x="2841" y="1945"/>
                    <a:pt x="2927" y="1459"/>
                    <a:pt x="2793" y="1035"/>
                  </a:cubicBezTo>
                  <a:cubicBezTo>
                    <a:pt x="2640" y="524"/>
                    <a:pt x="2159" y="131"/>
                    <a:pt x="1627" y="87"/>
                  </a:cubicBezTo>
                  <a:cubicBezTo>
                    <a:pt x="938" y="0"/>
                    <a:pt x="250" y="526"/>
                    <a:pt x="148" y="1213"/>
                  </a:cubicBezTo>
                  <a:cubicBezTo>
                    <a:pt x="0" y="1947"/>
                    <a:pt x="570" y="2722"/>
                    <a:pt x="1316" y="27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" name="Freeform 42"/>
            <p:cNvSpPr>
              <a:spLocks noEditPoints="1"/>
            </p:cNvSpPr>
            <p:nvPr/>
          </p:nvSpPr>
          <p:spPr bwMode="auto">
            <a:xfrm flipV="1">
              <a:off x="5372101" y="3101975"/>
              <a:ext cx="687387" cy="1238250"/>
            </a:xfrm>
            <a:custGeom>
              <a:avLst/>
              <a:gdLst>
                <a:gd name="T0" fmla="*/ 3147 w 5654"/>
                <a:gd name="T1" fmla="*/ 10011 h 10223"/>
                <a:gd name="T2" fmla="*/ 4107 w 5654"/>
                <a:gd name="T3" fmla="*/ 9971 h 10223"/>
                <a:gd name="T4" fmla="*/ 4411 w 5654"/>
                <a:gd name="T5" fmla="*/ 9534 h 10223"/>
                <a:gd name="T6" fmla="*/ 5390 w 5654"/>
                <a:gd name="T7" fmla="*/ 6017 h 10223"/>
                <a:gd name="T8" fmla="*/ 5129 w 5654"/>
                <a:gd name="T9" fmla="*/ 5268 h 10223"/>
                <a:gd name="T10" fmla="*/ 5474 w 5654"/>
                <a:gd name="T11" fmla="*/ 3686 h 10223"/>
                <a:gd name="T12" fmla="*/ 5654 w 5654"/>
                <a:gd name="T13" fmla="*/ 3414 h 10223"/>
                <a:gd name="T14" fmla="*/ 4810 w 5654"/>
                <a:gd name="T15" fmla="*/ 2743 h 10223"/>
                <a:gd name="T16" fmla="*/ 4627 w 5654"/>
                <a:gd name="T17" fmla="*/ 2988 h 10223"/>
                <a:gd name="T18" fmla="*/ 4440 w 5654"/>
                <a:gd name="T19" fmla="*/ 589 h 10223"/>
                <a:gd name="T20" fmla="*/ 3543 w 5654"/>
                <a:gd name="T21" fmla="*/ 270 h 10223"/>
                <a:gd name="T22" fmla="*/ 3341 w 5654"/>
                <a:gd name="T23" fmla="*/ 761 h 10223"/>
                <a:gd name="T24" fmla="*/ 3396 w 5654"/>
                <a:gd name="T25" fmla="*/ 3265 h 10223"/>
                <a:gd name="T26" fmla="*/ 3632 w 5654"/>
                <a:gd name="T27" fmla="*/ 5197 h 10223"/>
                <a:gd name="T28" fmla="*/ 3353 w 5654"/>
                <a:gd name="T29" fmla="*/ 5631 h 10223"/>
                <a:gd name="T30" fmla="*/ 3119 w 5654"/>
                <a:gd name="T31" fmla="*/ 5064 h 10223"/>
                <a:gd name="T32" fmla="*/ 2978 w 5654"/>
                <a:gd name="T33" fmla="*/ 4988 h 10223"/>
                <a:gd name="T34" fmla="*/ 2114 w 5654"/>
                <a:gd name="T35" fmla="*/ 4907 h 10223"/>
                <a:gd name="T36" fmla="*/ 408 w 5654"/>
                <a:gd name="T37" fmla="*/ 574 h 10223"/>
                <a:gd name="T38" fmla="*/ 82 w 5654"/>
                <a:gd name="T39" fmla="*/ 691 h 10223"/>
                <a:gd name="T40" fmla="*/ 1777 w 5654"/>
                <a:gd name="T41" fmla="*/ 5022 h 10223"/>
                <a:gd name="T42" fmla="*/ 1314 w 5654"/>
                <a:gd name="T43" fmla="*/ 5630 h 10223"/>
                <a:gd name="T44" fmla="*/ 1326 w 5654"/>
                <a:gd name="T45" fmla="*/ 5873 h 10223"/>
                <a:gd name="T46" fmla="*/ 2530 w 5654"/>
                <a:gd name="T47" fmla="*/ 8946 h 10223"/>
                <a:gd name="T48" fmla="*/ 2307 w 5654"/>
                <a:gd name="T49" fmla="*/ 9055 h 10223"/>
                <a:gd name="T50" fmla="*/ 2446 w 5654"/>
                <a:gd name="T51" fmla="*/ 9344 h 10223"/>
                <a:gd name="T52" fmla="*/ 2857 w 5654"/>
                <a:gd name="T53" fmla="*/ 9194 h 10223"/>
                <a:gd name="T54" fmla="*/ 3147 w 5654"/>
                <a:gd name="T55" fmla="*/ 10011 h 10223"/>
                <a:gd name="T56" fmla="*/ 3044 w 5654"/>
                <a:gd name="T57" fmla="*/ 9586 h 10223"/>
                <a:gd name="T58" fmla="*/ 2796 w 5654"/>
                <a:gd name="T59" fmla="*/ 8739 h 10223"/>
                <a:gd name="T60" fmla="*/ 1626 w 5654"/>
                <a:gd name="T61" fmla="*/ 5756 h 10223"/>
                <a:gd name="T62" fmla="*/ 2030 w 5654"/>
                <a:gd name="T63" fmla="*/ 5252 h 10223"/>
                <a:gd name="T64" fmla="*/ 2869 w 5654"/>
                <a:gd name="T65" fmla="*/ 5300 h 10223"/>
                <a:gd name="T66" fmla="*/ 4181 w 5654"/>
                <a:gd name="T67" fmla="*/ 9263 h 10223"/>
                <a:gd name="T68" fmla="*/ 3798 w 5654"/>
                <a:gd name="T69" fmla="*/ 9908 h 10223"/>
                <a:gd name="T70" fmla="*/ 3044 w 5654"/>
                <a:gd name="T71" fmla="*/ 9586 h 10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654" h="10223">
                  <a:moveTo>
                    <a:pt x="3147" y="10011"/>
                  </a:moveTo>
                  <a:cubicBezTo>
                    <a:pt x="3424" y="10223"/>
                    <a:pt x="3850" y="10209"/>
                    <a:pt x="4107" y="9971"/>
                  </a:cubicBezTo>
                  <a:cubicBezTo>
                    <a:pt x="4243" y="9853"/>
                    <a:pt x="4319" y="9686"/>
                    <a:pt x="4411" y="9534"/>
                  </a:cubicBezTo>
                  <a:cubicBezTo>
                    <a:pt x="5004" y="8459"/>
                    <a:pt x="5338" y="7243"/>
                    <a:pt x="5390" y="6017"/>
                  </a:cubicBezTo>
                  <a:cubicBezTo>
                    <a:pt x="5406" y="5745"/>
                    <a:pt x="5307" y="5473"/>
                    <a:pt x="5129" y="5268"/>
                  </a:cubicBezTo>
                  <a:cubicBezTo>
                    <a:pt x="5216" y="4735"/>
                    <a:pt x="5323" y="4204"/>
                    <a:pt x="5474" y="3686"/>
                  </a:cubicBezTo>
                  <a:cubicBezTo>
                    <a:pt x="5501" y="3577"/>
                    <a:pt x="5589" y="3500"/>
                    <a:pt x="5654" y="3414"/>
                  </a:cubicBezTo>
                  <a:cubicBezTo>
                    <a:pt x="5371" y="3192"/>
                    <a:pt x="5096" y="2961"/>
                    <a:pt x="4810" y="2743"/>
                  </a:cubicBezTo>
                  <a:cubicBezTo>
                    <a:pt x="4727" y="2793"/>
                    <a:pt x="4690" y="2912"/>
                    <a:pt x="4627" y="2988"/>
                  </a:cubicBezTo>
                  <a:cubicBezTo>
                    <a:pt x="4528" y="2192"/>
                    <a:pt x="4468" y="1391"/>
                    <a:pt x="4440" y="589"/>
                  </a:cubicBezTo>
                  <a:cubicBezTo>
                    <a:pt x="4383" y="188"/>
                    <a:pt x="3841" y="0"/>
                    <a:pt x="3543" y="270"/>
                  </a:cubicBezTo>
                  <a:cubicBezTo>
                    <a:pt x="3396" y="387"/>
                    <a:pt x="3331" y="578"/>
                    <a:pt x="3341" y="761"/>
                  </a:cubicBezTo>
                  <a:cubicBezTo>
                    <a:pt x="3326" y="1596"/>
                    <a:pt x="3336" y="2432"/>
                    <a:pt x="3396" y="3265"/>
                  </a:cubicBezTo>
                  <a:cubicBezTo>
                    <a:pt x="3464" y="3911"/>
                    <a:pt x="3557" y="4553"/>
                    <a:pt x="3632" y="5197"/>
                  </a:cubicBezTo>
                  <a:cubicBezTo>
                    <a:pt x="3509" y="5319"/>
                    <a:pt x="3413" y="5467"/>
                    <a:pt x="3353" y="5631"/>
                  </a:cubicBezTo>
                  <a:cubicBezTo>
                    <a:pt x="3263" y="5447"/>
                    <a:pt x="3209" y="5248"/>
                    <a:pt x="3119" y="5064"/>
                  </a:cubicBezTo>
                  <a:cubicBezTo>
                    <a:pt x="3097" y="5008"/>
                    <a:pt x="3031" y="4994"/>
                    <a:pt x="2978" y="4988"/>
                  </a:cubicBezTo>
                  <a:cubicBezTo>
                    <a:pt x="2690" y="4960"/>
                    <a:pt x="2402" y="4934"/>
                    <a:pt x="2114" y="4907"/>
                  </a:cubicBezTo>
                  <a:cubicBezTo>
                    <a:pt x="1542" y="3464"/>
                    <a:pt x="980" y="2017"/>
                    <a:pt x="408" y="574"/>
                  </a:cubicBezTo>
                  <a:cubicBezTo>
                    <a:pt x="340" y="370"/>
                    <a:pt x="0" y="487"/>
                    <a:pt x="82" y="691"/>
                  </a:cubicBezTo>
                  <a:cubicBezTo>
                    <a:pt x="639" y="2138"/>
                    <a:pt x="1218" y="3576"/>
                    <a:pt x="1777" y="5022"/>
                  </a:cubicBezTo>
                  <a:cubicBezTo>
                    <a:pt x="1622" y="5224"/>
                    <a:pt x="1465" y="5424"/>
                    <a:pt x="1314" y="5630"/>
                  </a:cubicBezTo>
                  <a:cubicBezTo>
                    <a:pt x="1258" y="5702"/>
                    <a:pt x="1298" y="5797"/>
                    <a:pt x="1326" y="5873"/>
                  </a:cubicBezTo>
                  <a:cubicBezTo>
                    <a:pt x="1730" y="6896"/>
                    <a:pt x="2125" y="7923"/>
                    <a:pt x="2530" y="8946"/>
                  </a:cubicBezTo>
                  <a:cubicBezTo>
                    <a:pt x="2455" y="8979"/>
                    <a:pt x="2369" y="8998"/>
                    <a:pt x="2307" y="9055"/>
                  </a:cubicBezTo>
                  <a:cubicBezTo>
                    <a:pt x="2221" y="9163"/>
                    <a:pt x="2298" y="9356"/>
                    <a:pt x="2446" y="9344"/>
                  </a:cubicBezTo>
                  <a:cubicBezTo>
                    <a:pt x="2590" y="9318"/>
                    <a:pt x="2720" y="9243"/>
                    <a:pt x="2857" y="9194"/>
                  </a:cubicBezTo>
                  <a:cubicBezTo>
                    <a:pt x="2792" y="9492"/>
                    <a:pt x="2891" y="9832"/>
                    <a:pt x="3147" y="10011"/>
                  </a:cubicBezTo>
                  <a:moveTo>
                    <a:pt x="3044" y="9586"/>
                  </a:moveTo>
                  <a:cubicBezTo>
                    <a:pt x="2946" y="9309"/>
                    <a:pt x="2922" y="9008"/>
                    <a:pt x="2796" y="8739"/>
                  </a:cubicBezTo>
                  <a:cubicBezTo>
                    <a:pt x="2403" y="7746"/>
                    <a:pt x="2021" y="6748"/>
                    <a:pt x="1626" y="5756"/>
                  </a:cubicBezTo>
                  <a:cubicBezTo>
                    <a:pt x="1761" y="5589"/>
                    <a:pt x="1872" y="5394"/>
                    <a:pt x="2030" y="5252"/>
                  </a:cubicBezTo>
                  <a:cubicBezTo>
                    <a:pt x="2305" y="5215"/>
                    <a:pt x="2590" y="5296"/>
                    <a:pt x="2869" y="5300"/>
                  </a:cubicBezTo>
                  <a:cubicBezTo>
                    <a:pt x="3384" y="6593"/>
                    <a:pt x="3885" y="7899"/>
                    <a:pt x="4181" y="9263"/>
                  </a:cubicBezTo>
                  <a:cubicBezTo>
                    <a:pt x="4228" y="9533"/>
                    <a:pt x="4059" y="9821"/>
                    <a:pt x="3798" y="9908"/>
                  </a:cubicBezTo>
                  <a:cubicBezTo>
                    <a:pt x="3514" y="10019"/>
                    <a:pt x="3157" y="9873"/>
                    <a:pt x="3044" y="95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" name="Freeform 43"/>
            <p:cNvSpPr>
              <a:spLocks/>
            </p:cNvSpPr>
            <p:nvPr/>
          </p:nvSpPr>
          <p:spPr bwMode="auto">
            <a:xfrm flipV="1">
              <a:off x="5594350" y="3128963"/>
              <a:ext cx="290512" cy="563563"/>
            </a:xfrm>
            <a:custGeom>
              <a:avLst/>
              <a:gdLst>
                <a:gd name="T0" fmla="*/ 1575 w 2384"/>
                <a:gd name="T1" fmla="*/ 4497 h 4651"/>
                <a:gd name="T2" fmla="*/ 2275 w 2384"/>
                <a:gd name="T3" fmla="*/ 3878 h 4651"/>
                <a:gd name="T4" fmla="*/ 1064 w 2384"/>
                <a:gd name="T5" fmla="*/ 358 h 4651"/>
                <a:gd name="T6" fmla="*/ 575 w 2384"/>
                <a:gd name="T7" fmla="*/ 13 h 4651"/>
                <a:gd name="T8" fmla="*/ 31 w 2384"/>
                <a:gd name="T9" fmla="*/ 491 h 4651"/>
                <a:gd name="T10" fmla="*/ 233 w 2384"/>
                <a:gd name="T11" fmla="*/ 1079 h 4651"/>
                <a:gd name="T12" fmla="*/ 1226 w 2384"/>
                <a:gd name="T13" fmla="*/ 4067 h 4651"/>
                <a:gd name="T14" fmla="*/ 1575 w 2384"/>
                <a:gd name="T15" fmla="*/ 4497 h 4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4" h="4651">
                  <a:moveTo>
                    <a:pt x="1575" y="4497"/>
                  </a:moveTo>
                  <a:cubicBezTo>
                    <a:pt x="1948" y="4651"/>
                    <a:pt x="2384" y="4268"/>
                    <a:pt x="2275" y="3878"/>
                  </a:cubicBezTo>
                  <a:cubicBezTo>
                    <a:pt x="1977" y="2673"/>
                    <a:pt x="1621" y="1471"/>
                    <a:pt x="1064" y="358"/>
                  </a:cubicBezTo>
                  <a:cubicBezTo>
                    <a:pt x="981" y="163"/>
                    <a:pt x="791" y="15"/>
                    <a:pt x="575" y="13"/>
                  </a:cubicBezTo>
                  <a:cubicBezTo>
                    <a:pt x="305" y="0"/>
                    <a:pt x="52" y="221"/>
                    <a:pt x="31" y="491"/>
                  </a:cubicBezTo>
                  <a:cubicBezTo>
                    <a:pt x="0" y="711"/>
                    <a:pt x="155" y="887"/>
                    <a:pt x="233" y="1079"/>
                  </a:cubicBezTo>
                  <a:cubicBezTo>
                    <a:pt x="671" y="2035"/>
                    <a:pt x="974" y="3048"/>
                    <a:pt x="1226" y="4067"/>
                  </a:cubicBezTo>
                  <a:cubicBezTo>
                    <a:pt x="1254" y="4260"/>
                    <a:pt x="1390" y="4432"/>
                    <a:pt x="1575" y="44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6" name="Freeform 44"/>
            <p:cNvSpPr>
              <a:spLocks/>
            </p:cNvSpPr>
            <p:nvPr/>
          </p:nvSpPr>
          <p:spPr bwMode="auto">
            <a:xfrm flipV="1">
              <a:off x="5965825" y="3941763"/>
              <a:ext cx="119062" cy="98425"/>
            </a:xfrm>
            <a:custGeom>
              <a:avLst/>
              <a:gdLst>
                <a:gd name="T0" fmla="*/ 0 w 972"/>
                <a:gd name="T1" fmla="*/ 126 h 823"/>
                <a:gd name="T2" fmla="*/ 870 w 972"/>
                <a:gd name="T3" fmla="*/ 823 h 823"/>
                <a:gd name="T4" fmla="*/ 972 w 972"/>
                <a:gd name="T5" fmla="*/ 721 h 823"/>
                <a:gd name="T6" fmla="*/ 90 w 972"/>
                <a:gd name="T7" fmla="*/ 0 h 823"/>
                <a:gd name="T8" fmla="*/ 0 w 972"/>
                <a:gd name="T9" fmla="*/ 126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2" h="823">
                  <a:moveTo>
                    <a:pt x="0" y="126"/>
                  </a:moveTo>
                  <a:cubicBezTo>
                    <a:pt x="290" y="358"/>
                    <a:pt x="582" y="589"/>
                    <a:pt x="870" y="823"/>
                  </a:cubicBezTo>
                  <a:cubicBezTo>
                    <a:pt x="904" y="789"/>
                    <a:pt x="938" y="755"/>
                    <a:pt x="972" y="721"/>
                  </a:cubicBezTo>
                  <a:cubicBezTo>
                    <a:pt x="677" y="483"/>
                    <a:pt x="383" y="242"/>
                    <a:pt x="90" y="0"/>
                  </a:cubicBezTo>
                  <a:cubicBezTo>
                    <a:pt x="60" y="42"/>
                    <a:pt x="30" y="84"/>
                    <a:pt x="0" y="12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7" name="Freeform 45"/>
            <p:cNvSpPr>
              <a:spLocks/>
            </p:cNvSpPr>
            <p:nvPr/>
          </p:nvSpPr>
          <p:spPr bwMode="auto">
            <a:xfrm flipV="1">
              <a:off x="5988050" y="3967163"/>
              <a:ext cx="131762" cy="112713"/>
            </a:xfrm>
            <a:custGeom>
              <a:avLst/>
              <a:gdLst>
                <a:gd name="T0" fmla="*/ 0 w 1073"/>
                <a:gd name="T1" fmla="*/ 192 h 927"/>
                <a:gd name="T2" fmla="*/ 899 w 1073"/>
                <a:gd name="T3" fmla="*/ 927 h 927"/>
                <a:gd name="T4" fmla="*/ 1073 w 1073"/>
                <a:gd name="T5" fmla="*/ 754 h 927"/>
                <a:gd name="T6" fmla="*/ 144 w 1073"/>
                <a:gd name="T7" fmla="*/ 0 h 927"/>
                <a:gd name="T8" fmla="*/ 0 w 1073"/>
                <a:gd name="T9" fmla="*/ 192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3" h="927">
                  <a:moveTo>
                    <a:pt x="0" y="192"/>
                  </a:moveTo>
                  <a:cubicBezTo>
                    <a:pt x="301" y="436"/>
                    <a:pt x="601" y="680"/>
                    <a:pt x="899" y="927"/>
                  </a:cubicBezTo>
                  <a:cubicBezTo>
                    <a:pt x="957" y="869"/>
                    <a:pt x="1015" y="811"/>
                    <a:pt x="1073" y="754"/>
                  </a:cubicBezTo>
                  <a:cubicBezTo>
                    <a:pt x="768" y="497"/>
                    <a:pt x="450" y="256"/>
                    <a:pt x="144" y="0"/>
                  </a:cubicBezTo>
                  <a:cubicBezTo>
                    <a:pt x="94" y="63"/>
                    <a:pt x="47" y="128"/>
                    <a:pt x="0" y="1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8" name="Freeform 46"/>
            <p:cNvSpPr>
              <a:spLocks/>
            </p:cNvSpPr>
            <p:nvPr/>
          </p:nvSpPr>
          <p:spPr bwMode="auto">
            <a:xfrm flipV="1">
              <a:off x="6018213" y="4005263"/>
              <a:ext cx="136525" cy="122238"/>
            </a:xfrm>
            <a:custGeom>
              <a:avLst/>
              <a:gdLst>
                <a:gd name="T0" fmla="*/ 0 w 1134"/>
                <a:gd name="T1" fmla="*/ 257 h 1016"/>
                <a:gd name="T2" fmla="*/ 947 w 1134"/>
                <a:gd name="T3" fmla="*/ 1016 h 1016"/>
                <a:gd name="T4" fmla="*/ 1134 w 1134"/>
                <a:gd name="T5" fmla="*/ 872 h 1016"/>
                <a:gd name="T6" fmla="*/ 191 w 1134"/>
                <a:gd name="T7" fmla="*/ 0 h 1016"/>
                <a:gd name="T8" fmla="*/ 0 w 1134"/>
                <a:gd name="T9" fmla="*/ 257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4" h="1016">
                  <a:moveTo>
                    <a:pt x="0" y="257"/>
                  </a:moveTo>
                  <a:cubicBezTo>
                    <a:pt x="312" y="514"/>
                    <a:pt x="626" y="771"/>
                    <a:pt x="947" y="1016"/>
                  </a:cubicBezTo>
                  <a:cubicBezTo>
                    <a:pt x="1024" y="1002"/>
                    <a:pt x="1071" y="916"/>
                    <a:pt x="1134" y="872"/>
                  </a:cubicBezTo>
                  <a:cubicBezTo>
                    <a:pt x="820" y="581"/>
                    <a:pt x="503" y="293"/>
                    <a:pt x="191" y="0"/>
                  </a:cubicBezTo>
                  <a:cubicBezTo>
                    <a:pt x="124" y="83"/>
                    <a:pt x="63" y="171"/>
                    <a:pt x="0" y="2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9" name="Freeform 47"/>
            <p:cNvSpPr>
              <a:spLocks/>
            </p:cNvSpPr>
            <p:nvPr/>
          </p:nvSpPr>
          <p:spPr bwMode="auto">
            <a:xfrm flipV="1">
              <a:off x="6051550" y="4035425"/>
              <a:ext cx="157162" cy="130175"/>
            </a:xfrm>
            <a:custGeom>
              <a:avLst/>
              <a:gdLst>
                <a:gd name="T0" fmla="*/ 0 w 1297"/>
                <a:gd name="T1" fmla="*/ 176 h 1077"/>
                <a:gd name="T2" fmla="*/ 978 w 1297"/>
                <a:gd name="T3" fmla="*/ 1077 h 1077"/>
                <a:gd name="T4" fmla="*/ 1297 w 1297"/>
                <a:gd name="T5" fmla="*/ 803 h 1077"/>
                <a:gd name="T6" fmla="*/ 123 w 1297"/>
                <a:gd name="T7" fmla="*/ 0 h 1077"/>
                <a:gd name="T8" fmla="*/ 0 w 1297"/>
                <a:gd name="T9" fmla="*/ 176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7" h="1077">
                  <a:moveTo>
                    <a:pt x="0" y="176"/>
                  </a:moveTo>
                  <a:cubicBezTo>
                    <a:pt x="324" y="478"/>
                    <a:pt x="652" y="777"/>
                    <a:pt x="978" y="1077"/>
                  </a:cubicBezTo>
                  <a:cubicBezTo>
                    <a:pt x="1081" y="982"/>
                    <a:pt x="1187" y="891"/>
                    <a:pt x="1297" y="803"/>
                  </a:cubicBezTo>
                  <a:cubicBezTo>
                    <a:pt x="905" y="537"/>
                    <a:pt x="512" y="271"/>
                    <a:pt x="123" y="0"/>
                  </a:cubicBezTo>
                  <a:cubicBezTo>
                    <a:pt x="81" y="58"/>
                    <a:pt x="40" y="117"/>
                    <a:pt x="0" y="1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0" name="Freeform 48"/>
            <p:cNvSpPr>
              <a:spLocks/>
            </p:cNvSpPr>
            <p:nvPr/>
          </p:nvSpPr>
          <p:spPr bwMode="auto">
            <a:xfrm flipV="1">
              <a:off x="6076950" y="4081463"/>
              <a:ext cx="166687" cy="131763"/>
            </a:xfrm>
            <a:custGeom>
              <a:avLst/>
              <a:gdLst>
                <a:gd name="T0" fmla="*/ 0 w 1372"/>
                <a:gd name="T1" fmla="*/ 262 h 1096"/>
                <a:gd name="T2" fmla="*/ 1224 w 1372"/>
                <a:gd name="T3" fmla="*/ 1096 h 1096"/>
                <a:gd name="T4" fmla="*/ 1372 w 1372"/>
                <a:gd name="T5" fmla="*/ 913 h 1096"/>
                <a:gd name="T6" fmla="*/ 182 w 1372"/>
                <a:gd name="T7" fmla="*/ 0 h 1096"/>
                <a:gd name="T8" fmla="*/ 0 w 1372"/>
                <a:gd name="T9" fmla="*/ 262 h 1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2" h="1096">
                  <a:moveTo>
                    <a:pt x="0" y="262"/>
                  </a:moveTo>
                  <a:cubicBezTo>
                    <a:pt x="410" y="538"/>
                    <a:pt x="814" y="822"/>
                    <a:pt x="1224" y="1096"/>
                  </a:cubicBezTo>
                  <a:cubicBezTo>
                    <a:pt x="1277" y="1037"/>
                    <a:pt x="1326" y="976"/>
                    <a:pt x="1372" y="913"/>
                  </a:cubicBezTo>
                  <a:cubicBezTo>
                    <a:pt x="977" y="607"/>
                    <a:pt x="583" y="298"/>
                    <a:pt x="182" y="0"/>
                  </a:cubicBezTo>
                  <a:cubicBezTo>
                    <a:pt x="115" y="83"/>
                    <a:pt x="56" y="171"/>
                    <a:pt x="0" y="2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1" name="Freeform 49"/>
            <p:cNvSpPr>
              <a:spLocks/>
            </p:cNvSpPr>
            <p:nvPr/>
          </p:nvSpPr>
          <p:spPr bwMode="auto">
            <a:xfrm flipV="1">
              <a:off x="6115050" y="4122738"/>
              <a:ext cx="142875" cy="127000"/>
            </a:xfrm>
            <a:custGeom>
              <a:avLst/>
              <a:gdLst>
                <a:gd name="T0" fmla="*/ 0 w 1176"/>
                <a:gd name="T1" fmla="*/ 194 h 1051"/>
                <a:gd name="T2" fmla="*/ 1125 w 1176"/>
                <a:gd name="T3" fmla="*/ 1051 h 1051"/>
                <a:gd name="T4" fmla="*/ 988 w 1176"/>
                <a:gd name="T5" fmla="*/ 366 h 1051"/>
                <a:gd name="T6" fmla="*/ 0 w 1176"/>
                <a:gd name="T7" fmla="*/ 194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6" h="1051">
                  <a:moveTo>
                    <a:pt x="0" y="194"/>
                  </a:moveTo>
                  <a:cubicBezTo>
                    <a:pt x="376" y="478"/>
                    <a:pt x="743" y="775"/>
                    <a:pt x="1125" y="1051"/>
                  </a:cubicBezTo>
                  <a:cubicBezTo>
                    <a:pt x="1176" y="816"/>
                    <a:pt x="1146" y="555"/>
                    <a:pt x="988" y="366"/>
                  </a:cubicBezTo>
                  <a:cubicBezTo>
                    <a:pt x="763" y="69"/>
                    <a:pt x="314" y="0"/>
                    <a:pt x="0" y="1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06" name="Group 56"/>
          <p:cNvGrpSpPr>
            <a:grpSpLocks/>
          </p:cNvGrpSpPr>
          <p:nvPr/>
        </p:nvGrpSpPr>
        <p:grpSpPr bwMode="auto">
          <a:xfrm>
            <a:off x="2670266" y="4617502"/>
            <a:ext cx="2713038" cy="1731963"/>
            <a:chOff x="2009" y="2762"/>
            <a:chExt cx="1709" cy="1091"/>
          </a:xfrm>
          <a:solidFill>
            <a:srgbClr val="595959"/>
          </a:solidFill>
        </p:grpSpPr>
        <p:sp>
          <p:nvSpPr>
            <p:cNvPr id="207" name="Freeform 53"/>
            <p:cNvSpPr>
              <a:spLocks/>
            </p:cNvSpPr>
            <p:nvPr/>
          </p:nvSpPr>
          <p:spPr bwMode="auto">
            <a:xfrm flipV="1">
              <a:off x="2009" y="2762"/>
              <a:ext cx="1" cy="1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0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4" y="3"/>
                  </a:lnTo>
                  <a:cubicBezTo>
                    <a:pt x="3" y="2"/>
                    <a:pt x="1" y="1"/>
                    <a:pt x="0" y="0"/>
                  </a:cubicBezTo>
                  <a:lnTo>
                    <a:pt x="0" y="3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8" name="Freeform 54"/>
            <p:cNvSpPr>
              <a:spLocks noEditPoints="1"/>
            </p:cNvSpPr>
            <p:nvPr/>
          </p:nvSpPr>
          <p:spPr bwMode="auto">
            <a:xfrm flipV="1">
              <a:off x="2027" y="2796"/>
              <a:ext cx="1691" cy="1057"/>
            </a:xfrm>
            <a:custGeom>
              <a:avLst/>
              <a:gdLst>
                <a:gd name="T0" fmla="*/ 5251 w 7426"/>
                <a:gd name="T1" fmla="*/ 4567 h 4632"/>
                <a:gd name="T2" fmla="*/ 5884 w 7426"/>
                <a:gd name="T3" fmla="*/ 4459 h 4632"/>
                <a:gd name="T4" fmla="*/ 6262 w 7426"/>
                <a:gd name="T5" fmla="*/ 3796 h 4632"/>
                <a:gd name="T6" fmla="*/ 6920 w 7426"/>
                <a:gd name="T7" fmla="*/ 3698 h 4632"/>
                <a:gd name="T8" fmla="*/ 6849 w 7426"/>
                <a:gd name="T9" fmla="*/ 3018 h 4632"/>
                <a:gd name="T10" fmla="*/ 7372 w 7426"/>
                <a:gd name="T11" fmla="*/ 2591 h 4632"/>
                <a:gd name="T12" fmla="*/ 6964 w 7426"/>
                <a:gd name="T13" fmla="*/ 2044 h 4632"/>
                <a:gd name="T14" fmla="*/ 7214 w 7426"/>
                <a:gd name="T15" fmla="*/ 1435 h 4632"/>
                <a:gd name="T16" fmla="*/ 6591 w 7426"/>
                <a:gd name="T17" fmla="*/ 1155 h 4632"/>
                <a:gd name="T18" fmla="*/ 6494 w 7426"/>
                <a:gd name="T19" fmla="*/ 498 h 4632"/>
                <a:gd name="T20" fmla="*/ 5811 w 7426"/>
                <a:gd name="T21" fmla="*/ 568 h 4632"/>
                <a:gd name="T22" fmla="*/ 5510 w 7426"/>
                <a:gd name="T23" fmla="*/ 69 h 4632"/>
                <a:gd name="T24" fmla="*/ 4842 w 7426"/>
                <a:gd name="T25" fmla="*/ 450 h 4632"/>
                <a:gd name="T26" fmla="*/ 4330 w 7426"/>
                <a:gd name="T27" fmla="*/ 163 h 4632"/>
                <a:gd name="T28" fmla="*/ 3949 w 7426"/>
                <a:gd name="T29" fmla="*/ 826 h 4632"/>
                <a:gd name="T30" fmla="*/ 3294 w 7426"/>
                <a:gd name="T31" fmla="*/ 918 h 4632"/>
                <a:gd name="T32" fmla="*/ 3361 w 7426"/>
                <a:gd name="T33" fmla="*/ 1604 h 4632"/>
                <a:gd name="T34" fmla="*/ 2836 w 7426"/>
                <a:gd name="T35" fmla="*/ 1945 h 4632"/>
                <a:gd name="T36" fmla="*/ 1512 w 7426"/>
                <a:gd name="T37" fmla="*/ 1243 h 4632"/>
                <a:gd name="T38" fmla="*/ 1738 w 7426"/>
                <a:gd name="T39" fmla="*/ 62 h 4632"/>
                <a:gd name="T40" fmla="*/ 1622 w 7426"/>
                <a:gd name="T41" fmla="*/ 748 h 4632"/>
                <a:gd name="T42" fmla="*/ 613 w 7426"/>
                <a:gd name="T43" fmla="*/ 347 h 4632"/>
                <a:gd name="T44" fmla="*/ 21 w 7426"/>
                <a:gd name="T45" fmla="*/ 257 h 4632"/>
                <a:gd name="T46" fmla="*/ 1419 w 7426"/>
                <a:gd name="T47" fmla="*/ 2221 h 4632"/>
                <a:gd name="T48" fmla="*/ 2147 w 7426"/>
                <a:gd name="T49" fmla="*/ 2111 h 4632"/>
                <a:gd name="T50" fmla="*/ 2843 w 7426"/>
                <a:gd name="T51" fmla="*/ 2455 h 4632"/>
                <a:gd name="T52" fmla="*/ 3284 w 7426"/>
                <a:gd name="T53" fmla="*/ 2797 h 4632"/>
                <a:gd name="T54" fmla="*/ 3214 w 7426"/>
                <a:gd name="T55" fmla="*/ 3563 h 4632"/>
                <a:gd name="T56" fmla="*/ 3769 w 7426"/>
                <a:gd name="T57" fmla="*/ 3642 h 4632"/>
                <a:gd name="T58" fmla="*/ 4144 w 7426"/>
                <a:gd name="T59" fmla="*/ 4312 h 4632"/>
                <a:gd name="T60" fmla="*/ 4608 w 7426"/>
                <a:gd name="T61" fmla="*/ 4124 h 4632"/>
                <a:gd name="T62" fmla="*/ 4842 w 7426"/>
                <a:gd name="T63" fmla="*/ 3489 h 4632"/>
                <a:gd name="T64" fmla="*/ 4539 w 7426"/>
                <a:gd name="T65" fmla="*/ 1247 h 4632"/>
                <a:gd name="T66" fmla="*/ 6215 w 7426"/>
                <a:gd name="T67" fmla="*/ 2782 h 4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426" h="4632">
                  <a:moveTo>
                    <a:pt x="4724" y="4568"/>
                  </a:moveTo>
                  <a:cubicBezTo>
                    <a:pt x="4897" y="4567"/>
                    <a:pt x="5090" y="4632"/>
                    <a:pt x="5251" y="4567"/>
                  </a:cubicBezTo>
                  <a:cubicBezTo>
                    <a:pt x="5327" y="4386"/>
                    <a:pt x="5304" y="4107"/>
                    <a:pt x="5575" y="4128"/>
                  </a:cubicBezTo>
                  <a:cubicBezTo>
                    <a:pt x="5692" y="4225"/>
                    <a:pt x="5742" y="4400"/>
                    <a:pt x="5884" y="4459"/>
                  </a:cubicBezTo>
                  <a:cubicBezTo>
                    <a:pt x="6044" y="4391"/>
                    <a:pt x="6218" y="4325"/>
                    <a:pt x="6352" y="4213"/>
                  </a:cubicBezTo>
                  <a:cubicBezTo>
                    <a:pt x="6359" y="4072"/>
                    <a:pt x="6287" y="3935"/>
                    <a:pt x="6262" y="3796"/>
                  </a:cubicBezTo>
                  <a:cubicBezTo>
                    <a:pt x="6318" y="3744"/>
                    <a:pt x="6376" y="3694"/>
                    <a:pt x="6436" y="3646"/>
                  </a:cubicBezTo>
                  <a:cubicBezTo>
                    <a:pt x="6590" y="3679"/>
                    <a:pt x="6813" y="3903"/>
                    <a:pt x="6920" y="3698"/>
                  </a:cubicBezTo>
                  <a:cubicBezTo>
                    <a:pt x="6986" y="3575"/>
                    <a:pt x="7099" y="3471"/>
                    <a:pt x="7136" y="3338"/>
                  </a:cubicBezTo>
                  <a:cubicBezTo>
                    <a:pt x="7074" y="3210"/>
                    <a:pt x="6939" y="3128"/>
                    <a:pt x="6849" y="3018"/>
                  </a:cubicBezTo>
                  <a:cubicBezTo>
                    <a:pt x="6874" y="2948"/>
                    <a:pt x="6898" y="2877"/>
                    <a:pt x="6920" y="2806"/>
                  </a:cubicBezTo>
                  <a:cubicBezTo>
                    <a:pt x="7073" y="2751"/>
                    <a:pt x="7391" y="2839"/>
                    <a:pt x="7372" y="2591"/>
                  </a:cubicBezTo>
                  <a:cubicBezTo>
                    <a:pt x="7362" y="2452"/>
                    <a:pt x="7426" y="2296"/>
                    <a:pt x="7364" y="2167"/>
                  </a:cubicBezTo>
                  <a:cubicBezTo>
                    <a:pt x="7236" y="2111"/>
                    <a:pt x="7092" y="2100"/>
                    <a:pt x="6964" y="2044"/>
                  </a:cubicBezTo>
                  <a:cubicBezTo>
                    <a:pt x="6955" y="1975"/>
                    <a:pt x="6941" y="1907"/>
                    <a:pt x="6922" y="1840"/>
                  </a:cubicBezTo>
                  <a:cubicBezTo>
                    <a:pt x="7016" y="1707"/>
                    <a:pt x="7338" y="1637"/>
                    <a:pt x="7214" y="1435"/>
                  </a:cubicBezTo>
                  <a:cubicBezTo>
                    <a:pt x="7144" y="1313"/>
                    <a:pt x="7103" y="1172"/>
                    <a:pt x="7011" y="1064"/>
                  </a:cubicBezTo>
                  <a:cubicBezTo>
                    <a:pt x="6868" y="1059"/>
                    <a:pt x="6731" y="1127"/>
                    <a:pt x="6591" y="1155"/>
                  </a:cubicBezTo>
                  <a:cubicBezTo>
                    <a:pt x="6543" y="1099"/>
                    <a:pt x="6493" y="1045"/>
                    <a:pt x="6440" y="993"/>
                  </a:cubicBezTo>
                  <a:cubicBezTo>
                    <a:pt x="6460" y="833"/>
                    <a:pt x="6698" y="613"/>
                    <a:pt x="6494" y="498"/>
                  </a:cubicBezTo>
                  <a:cubicBezTo>
                    <a:pt x="6371" y="428"/>
                    <a:pt x="6265" y="323"/>
                    <a:pt x="6132" y="278"/>
                  </a:cubicBezTo>
                  <a:cubicBezTo>
                    <a:pt x="6004" y="347"/>
                    <a:pt x="5920" y="474"/>
                    <a:pt x="5811" y="568"/>
                  </a:cubicBezTo>
                  <a:cubicBezTo>
                    <a:pt x="5743" y="543"/>
                    <a:pt x="5674" y="519"/>
                    <a:pt x="5604" y="499"/>
                  </a:cubicBezTo>
                  <a:cubicBezTo>
                    <a:pt x="5556" y="361"/>
                    <a:pt x="5593" y="189"/>
                    <a:pt x="5510" y="69"/>
                  </a:cubicBezTo>
                  <a:cubicBezTo>
                    <a:pt x="5345" y="26"/>
                    <a:pt x="5167" y="35"/>
                    <a:pt x="4997" y="30"/>
                  </a:cubicBezTo>
                  <a:cubicBezTo>
                    <a:pt x="4884" y="134"/>
                    <a:pt x="4905" y="316"/>
                    <a:pt x="4842" y="450"/>
                  </a:cubicBezTo>
                  <a:cubicBezTo>
                    <a:pt x="4767" y="464"/>
                    <a:pt x="4692" y="478"/>
                    <a:pt x="4616" y="490"/>
                  </a:cubicBezTo>
                  <a:cubicBezTo>
                    <a:pt x="4523" y="382"/>
                    <a:pt x="4459" y="231"/>
                    <a:pt x="4330" y="163"/>
                  </a:cubicBezTo>
                  <a:cubicBezTo>
                    <a:pt x="4164" y="222"/>
                    <a:pt x="4013" y="316"/>
                    <a:pt x="3854" y="391"/>
                  </a:cubicBezTo>
                  <a:cubicBezTo>
                    <a:pt x="3851" y="541"/>
                    <a:pt x="3916" y="682"/>
                    <a:pt x="3949" y="826"/>
                  </a:cubicBezTo>
                  <a:cubicBezTo>
                    <a:pt x="3892" y="878"/>
                    <a:pt x="3834" y="929"/>
                    <a:pt x="3775" y="978"/>
                  </a:cubicBezTo>
                  <a:cubicBezTo>
                    <a:pt x="3624" y="949"/>
                    <a:pt x="3406" y="725"/>
                    <a:pt x="3294" y="918"/>
                  </a:cubicBezTo>
                  <a:cubicBezTo>
                    <a:pt x="3223" y="1042"/>
                    <a:pt x="3118" y="1150"/>
                    <a:pt x="3071" y="1286"/>
                  </a:cubicBezTo>
                  <a:cubicBezTo>
                    <a:pt x="3136" y="1415"/>
                    <a:pt x="3267" y="1496"/>
                    <a:pt x="3361" y="1604"/>
                  </a:cubicBezTo>
                  <a:cubicBezTo>
                    <a:pt x="3337" y="1678"/>
                    <a:pt x="3312" y="1751"/>
                    <a:pt x="3282" y="1823"/>
                  </a:cubicBezTo>
                  <a:cubicBezTo>
                    <a:pt x="3136" y="1862"/>
                    <a:pt x="2934" y="1809"/>
                    <a:pt x="2836" y="1945"/>
                  </a:cubicBezTo>
                  <a:cubicBezTo>
                    <a:pt x="2511" y="1857"/>
                    <a:pt x="2174" y="1850"/>
                    <a:pt x="1839" y="1854"/>
                  </a:cubicBezTo>
                  <a:cubicBezTo>
                    <a:pt x="1731" y="1650"/>
                    <a:pt x="1624" y="1445"/>
                    <a:pt x="1512" y="1243"/>
                  </a:cubicBezTo>
                  <a:cubicBezTo>
                    <a:pt x="1654" y="1103"/>
                    <a:pt x="1810" y="978"/>
                    <a:pt x="1948" y="834"/>
                  </a:cubicBezTo>
                  <a:cubicBezTo>
                    <a:pt x="1885" y="575"/>
                    <a:pt x="1794" y="323"/>
                    <a:pt x="1738" y="62"/>
                  </a:cubicBezTo>
                  <a:cubicBezTo>
                    <a:pt x="1639" y="0"/>
                    <a:pt x="1459" y="43"/>
                    <a:pt x="1486" y="186"/>
                  </a:cubicBezTo>
                  <a:cubicBezTo>
                    <a:pt x="1532" y="373"/>
                    <a:pt x="1575" y="561"/>
                    <a:pt x="1622" y="748"/>
                  </a:cubicBezTo>
                  <a:cubicBezTo>
                    <a:pt x="1477" y="877"/>
                    <a:pt x="1335" y="1008"/>
                    <a:pt x="1194" y="1142"/>
                  </a:cubicBezTo>
                  <a:cubicBezTo>
                    <a:pt x="996" y="879"/>
                    <a:pt x="909" y="525"/>
                    <a:pt x="613" y="347"/>
                  </a:cubicBezTo>
                  <a:cubicBezTo>
                    <a:pt x="453" y="253"/>
                    <a:pt x="333" y="103"/>
                    <a:pt x="164" y="29"/>
                  </a:cubicBezTo>
                  <a:cubicBezTo>
                    <a:pt x="77" y="68"/>
                    <a:pt x="0" y="158"/>
                    <a:pt x="21" y="257"/>
                  </a:cubicBezTo>
                  <a:cubicBezTo>
                    <a:pt x="227" y="404"/>
                    <a:pt x="434" y="553"/>
                    <a:pt x="612" y="734"/>
                  </a:cubicBezTo>
                  <a:cubicBezTo>
                    <a:pt x="907" y="1214"/>
                    <a:pt x="1157" y="1721"/>
                    <a:pt x="1419" y="2221"/>
                  </a:cubicBezTo>
                  <a:cubicBezTo>
                    <a:pt x="1441" y="2251"/>
                    <a:pt x="1455" y="2313"/>
                    <a:pt x="1504" y="2301"/>
                  </a:cubicBezTo>
                  <a:cubicBezTo>
                    <a:pt x="1720" y="2242"/>
                    <a:pt x="1916" y="2104"/>
                    <a:pt x="2147" y="2111"/>
                  </a:cubicBezTo>
                  <a:cubicBezTo>
                    <a:pt x="2379" y="2084"/>
                    <a:pt x="2602" y="2176"/>
                    <a:pt x="2833" y="2170"/>
                  </a:cubicBezTo>
                  <a:cubicBezTo>
                    <a:pt x="2832" y="2264"/>
                    <a:pt x="2794" y="2369"/>
                    <a:pt x="2843" y="2455"/>
                  </a:cubicBezTo>
                  <a:cubicBezTo>
                    <a:pt x="2973" y="2512"/>
                    <a:pt x="3116" y="2526"/>
                    <a:pt x="3246" y="2580"/>
                  </a:cubicBezTo>
                  <a:cubicBezTo>
                    <a:pt x="3256" y="2653"/>
                    <a:pt x="3270" y="2725"/>
                    <a:pt x="3284" y="2797"/>
                  </a:cubicBezTo>
                  <a:cubicBezTo>
                    <a:pt x="3174" y="2913"/>
                    <a:pt x="2854" y="3009"/>
                    <a:pt x="3009" y="3206"/>
                  </a:cubicBezTo>
                  <a:cubicBezTo>
                    <a:pt x="3091" y="3316"/>
                    <a:pt x="3097" y="3484"/>
                    <a:pt x="3214" y="3563"/>
                  </a:cubicBezTo>
                  <a:cubicBezTo>
                    <a:pt x="3353" y="3555"/>
                    <a:pt x="3486" y="3497"/>
                    <a:pt x="3622" y="3469"/>
                  </a:cubicBezTo>
                  <a:cubicBezTo>
                    <a:pt x="3672" y="3526"/>
                    <a:pt x="3721" y="3583"/>
                    <a:pt x="3769" y="3642"/>
                  </a:cubicBezTo>
                  <a:cubicBezTo>
                    <a:pt x="3743" y="3797"/>
                    <a:pt x="3518" y="4014"/>
                    <a:pt x="3714" y="4123"/>
                  </a:cubicBezTo>
                  <a:cubicBezTo>
                    <a:pt x="3853" y="4198"/>
                    <a:pt x="3969" y="4353"/>
                    <a:pt x="4144" y="4312"/>
                  </a:cubicBezTo>
                  <a:cubicBezTo>
                    <a:pt x="4226" y="4224"/>
                    <a:pt x="4311" y="4139"/>
                    <a:pt x="4398" y="4056"/>
                  </a:cubicBezTo>
                  <a:cubicBezTo>
                    <a:pt x="4467" y="4081"/>
                    <a:pt x="4537" y="4104"/>
                    <a:pt x="4608" y="4124"/>
                  </a:cubicBezTo>
                  <a:cubicBezTo>
                    <a:pt x="4660" y="4266"/>
                    <a:pt x="4600" y="4466"/>
                    <a:pt x="4724" y="4568"/>
                  </a:cubicBezTo>
                  <a:moveTo>
                    <a:pt x="4842" y="3489"/>
                  </a:moveTo>
                  <a:cubicBezTo>
                    <a:pt x="4363" y="3389"/>
                    <a:pt x="3972" y="2967"/>
                    <a:pt x="3910" y="2481"/>
                  </a:cubicBezTo>
                  <a:cubicBezTo>
                    <a:pt x="3832" y="1991"/>
                    <a:pt x="4099" y="1474"/>
                    <a:pt x="4539" y="1247"/>
                  </a:cubicBezTo>
                  <a:cubicBezTo>
                    <a:pt x="4953" y="1019"/>
                    <a:pt x="5499" y="1073"/>
                    <a:pt x="5863" y="1374"/>
                  </a:cubicBezTo>
                  <a:cubicBezTo>
                    <a:pt x="6275" y="1698"/>
                    <a:pt x="6430" y="2302"/>
                    <a:pt x="6215" y="2782"/>
                  </a:cubicBezTo>
                  <a:cubicBezTo>
                    <a:pt x="6004" y="3307"/>
                    <a:pt x="5393" y="3625"/>
                    <a:pt x="4842" y="34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9" name="Freeform 55"/>
            <p:cNvSpPr>
              <a:spLocks/>
            </p:cNvSpPr>
            <p:nvPr/>
          </p:nvSpPr>
          <p:spPr bwMode="auto">
            <a:xfrm flipV="1">
              <a:off x="2340" y="3184"/>
              <a:ext cx="164" cy="164"/>
            </a:xfrm>
            <a:custGeom>
              <a:avLst/>
              <a:gdLst>
                <a:gd name="T0" fmla="*/ 285 w 719"/>
                <a:gd name="T1" fmla="*/ 649 h 719"/>
                <a:gd name="T2" fmla="*/ 650 w 719"/>
                <a:gd name="T3" fmla="*/ 284 h 719"/>
                <a:gd name="T4" fmla="*/ 161 w 719"/>
                <a:gd name="T5" fmla="*/ 159 h 719"/>
                <a:gd name="T6" fmla="*/ 285 w 719"/>
                <a:gd name="T7" fmla="*/ 64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9" h="719">
                  <a:moveTo>
                    <a:pt x="285" y="649"/>
                  </a:moveTo>
                  <a:cubicBezTo>
                    <a:pt x="498" y="719"/>
                    <a:pt x="719" y="497"/>
                    <a:pt x="650" y="284"/>
                  </a:cubicBezTo>
                  <a:cubicBezTo>
                    <a:pt x="597" y="76"/>
                    <a:pt x="307" y="0"/>
                    <a:pt x="161" y="159"/>
                  </a:cubicBezTo>
                  <a:cubicBezTo>
                    <a:pt x="0" y="302"/>
                    <a:pt x="76" y="599"/>
                    <a:pt x="285" y="64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24" name="Freeform 69"/>
          <p:cNvSpPr>
            <a:spLocks/>
          </p:cNvSpPr>
          <p:nvPr/>
        </p:nvSpPr>
        <p:spPr bwMode="auto">
          <a:xfrm flipV="1">
            <a:off x="7757267" y="3269242"/>
            <a:ext cx="160014" cy="99056"/>
          </a:xfrm>
          <a:custGeom>
            <a:avLst/>
            <a:gdLst>
              <a:gd name="T0" fmla="*/ 0 w 368"/>
              <a:gd name="T1" fmla="*/ 112 h 223"/>
              <a:gd name="T2" fmla="*/ 368 w 368"/>
              <a:gd name="T3" fmla="*/ 223 h 223"/>
              <a:gd name="T4" fmla="*/ 57 w 368"/>
              <a:gd name="T5" fmla="*/ 0 h 223"/>
              <a:gd name="T6" fmla="*/ 0 w 368"/>
              <a:gd name="T7" fmla="*/ 112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8" h="223">
                <a:moveTo>
                  <a:pt x="0" y="112"/>
                </a:moveTo>
                <a:cubicBezTo>
                  <a:pt x="123" y="148"/>
                  <a:pt x="244" y="188"/>
                  <a:pt x="368" y="223"/>
                </a:cubicBezTo>
                <a:cubicBezTo>
                  <a:pt x="266" y="145"/>
                  <a:pt x="161" y="74"/>
                  <a:pt x="57" y="0"/>
                </a:cubicBezTo>
                <a:cubicBezTo>
                  <a:pt x="38" y="37"/>
                  <a:pt x="19" y="74"/>
                  <a:pt x="0" y="112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25" name="Group 77"/>
          <p:cNvGrpSpPr>
            <a:grpSpLocks/>
          </p:cNvGrpSpPr>
          <p:nvPr/>
        </p:nvGrpSpPr>
        <p:grpSpPr bwMode="auto">
          <a:xfrm>
            <a:off x="6854331" y="2951119"/>
            <a:ext cx="603863" cy="1354406"/>
            <a:chOff x="4517" y="1999"/>
            <a:chExt cx="317" cy="711"/>
          </a:xfrm>
          <a:solidFill>
            <a:srgbClr val="595959"/>
          </a:solidFill>
        </p:grpSpPr>
        <p:sp>
          <p:nvSpPr>
            <p:cNvPr id="228" name="Freeform 72"/>
            <p:cNvSpPr>
              <a:spLocks/>
            </p:cNvSpPr>
            <p:nvPr/>
          </p:nvSpPr>
          <p:spPr bwMode="auto">
            <a:xfrm flipV="1">
              <a:off x="4517" y="1999"/>
              <a:ext cx="163" cy="149"/>
            </a:xfrm>
            <a:custGeom>
              <a:avLst/>
              <a:gdLst>
                <a:gd name="T0" fmla="*/ 417 w 713"/>
                <a:gd name="T1" fmla="*/ 649 h 649"/>
                <a:gd name="T2" fmla="*/ 576 w 713"/>
                <a:gd name="T3" fmla="*/ 425 h 649"/>
                <a:gd name="T4" fmla="*/ 706 w 713"/>
                <a:gd name="T5" fmla="*/ 544 h 649"/>
                <a:gd name="T6" fmla="*/ 713 w 713"/>
                <a:gd name="T7" fmla="*/ 330 h 649"/>
                <a:gd name="T8" fmla="*/ 676 w 713"/>
                <a:gd name="T9" fmla="*/ 330 h 649"/>
                <a:gd name="T10" fmla="*/ 672 w 713"/>
                <a:gd name="T11" fmla="*/ 464 h 649"/>
                <a:gd name="T12" fmla="*/ 570 w 713"/>
                <a:gd name="T13" fmla="*/ 362 h 649"/>
                <a:gd name="T14" fmla="*/ 447 w 713"/>
                <a:gd name="T15" fmla="*/ 552 h 649"/>
                <a:gd name="T16" fmla="*/ 427 w 713"/>
                <a:gd name="T17" fmla="*/ 366 h 649"/>
                <a:gd name="T18" fmla="*/ 240 w 713"/>
                <a:gd name="T19" fmla="*/ 467 h 649"/>
                <a:gd name="T20" fmla="*/ 308 w 713"/>
                <a:gd name="T21" fmla="*/ 283 h 649"/>
                <a:gd name="T22" fmla="*/ 97 w 713"/>
                <a:gd name="T23" fmla="*/ 278 h 649"/>
                <a:gd name="T24" fmla="*/ 272 w 713"/>
                <a:gd name="T25" fmla="*/ 150 h 649"/>
                <a:gd name="T26" fmla="*/ 132 w 713"/>
                <a:gd name="T27" fmla="*/ 62 h 649"/>
                <a:gd name="T28" fmla="*/ 282 w 713"/>
                <a:gd name="T29" fmla="*/ 0 h 649"/>
                <a:gd name="T30" fmla="*/ 30 w 713"/>
                <a:gd name="T31" fmla="*/ 41 h 649"/>
                <a:gd name="T32" fmla="*/ 203 w 713"/>
                <a:gd name="T33" fmla="*/ 152 h 649"/>
                <a:gd name="T34" fmla="*/ 0 w 713"/>
                <a:gd name="T35" fmla="*/ 312 h 649"/>
                <a:gd name="T36" fmla="*/ 255 w 713"/>
                <a:gd name="T37" fmla="*/ 319 h 649"/>
                <a:gd name="T38" fmla="*/ 178 w 713"/>
                <a:gd name="T39" fmla="*/ 538 h 649"/>
                <a:gd name="T40" fmla="*/ 395 w 713"/>
                <a:gd name="T41" fmla="*/ 426 h 649"/>
                <a:gd name="T42" fmla="*/ 417 w 713"/>
                <a:gd name="T43" fmla="*/ 649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3" h="649">
                  <a:moveTo>
                    <a:pt x="417" y="649"/>
                  </a:moveTo>
                  <a:cubicBezTo>
                    <a:pt x="473" y="577"/>
                    <a:pt x="526" y="502"/>
                    <a:pt x="576" y="425"/>
                  </a:cubicBezTo>
                  <a:cubicBezTo>
                    <a:pt x="619" y="465"/>
                    <a:pt x="662" y="505"/>
                    <a:pt x="706" y="544"/>
                  </a:cubicBezTo>
                  <a:cubicBezTo>
                    <a:pt x="709" y="473"/>
                    <a:pt x="712" y="401"/>
                    <a:pt x="713" y="330"/>
                  </a:cubicBezTo>
                  <a:lnTo>
                    <a:pt x="676" y="330"/>
                  </a:lnTo>
                  <a:cubicBezTo>
                    <a:pt x="675" y="364"/>
                    <a:pt x="673" y="431"/>
                    <a:pt x="672" y="464"/>
                  </a:cubicBezTo>
                  <a:cubicBezTo>
                    <a:pt x="638" y="430"/>
                    <a:pt x="604" y="396"/>
                    <a:pt x="570" y="362"/>
                  </a:cubicBezTo>
                  <a:cubicBezTo>
                    <a:pt x="529" y="425"/>
                    <a:pt x="488" y="489"/>
                    <a:pt x="447" y="552"/>
                  </a:cubicBezTo>
                  <a:cubicBezTo>
                    <a:pt x="440" y="490"/>
                    <a:pt x="434" y="428"/>
                    <a:pt x="427" y="366"/>
                  </a:cubicBezTo>
                  <a:cubicBezTo>
                    <a:pt x="364" y="399"/>
                    <a:pt x="302" y="433"/>
                    <a:pt x="240" y="467"/>
                  </a:cubicBezTo>
                  <a:cubicBezTo>
                    <a:pt x="262" y="406"/>
                    <a:pt x="286" y="345"/>
                    <a:pt x="308" y="283"/>
                  </a:cubicBezTo>
                  <a:cubicBezTo>
                    <a:pt x="238" y="281"/>
                    <a:pt x="167" y="280"/>
                    <a:pt x="97" y="278"/>
                  </a:cubicBezTo>
                  <a:cubicBezTo>
                    <a:pt x="155" y="235"/>
                    <a:pt x="214" y="193"/>
                    <a:pt x="272" y="150"/>
                  </a:cubicBezTo>
                  <a:cubicBezTo>
                    <a:pt x="226" y="120"/>
                    <a:pt x="179" y="91"/>
                    <a:pt x="132" y="62"/>
                  </a:cubicBezTo>
                  <a:cubicBezTo>
                    <a:pt x="184" y="45"/>
                    <a:pt x="233" y="24"/>
                    <a:pt x="282" y="0"/>
                  </a:cubicBezTo>
                  <a:cubicBezTo>
                    <a:pt x="197" y="6"/>
                    <a:pt x="113" y="23"/>
                    <a:pt x="30" y="41"/>
                  </a:cubicBezTo>
                  <a:cubicBezTo>
                    <a:pt x="88" y="79"/>
                    <a:pt x="146" y="115"/>
                    <a:pt x="203" y="152"/>
                  </a:cubicBezTo>
                  <a:cubicBezTo>
                    <a:pt x="134" y="203"/>
                    <a:pt x="64" y="254"/>
                    <a:pt x="0" y="312"/>
                  </a:cubicBezTo>
                  <a:cubicBezTo>
                    <a:pt x="85" y="317"/>
                    <a:pt x="170" y="318"/>
                    <a:pt x="255" y="319"/>
                  </a:cubicBezTo>
                  <a:cubicBezTo>
                    <a:pt x="227" y="391"/>
                    <a:pt x="201" y="464"/>
                    <a:pt x="178" y="538"/>
                  </a:cubicBezTo>
                  <a:cubicBezTo>
                    <a:pt x="252" y="504"/>
                    <a:pt x="323" y="466"/>
                    <a:pt x="395" y="426"/>
                  </a:cubicBezTo>
                  <a:cubicBezTo>
                    <a:pt x="401" y="501"/>
                    <a:pt x="408" y="575"/>
                    <a:pt x="417" y="64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0" name="Freeform 74"/>
            <p:cNvSpPr>
              <a:spLocks/>
            </p:cNvSpPr>
            <p:nvPr/>
          </p:nvSpPr>
          <p:spPr bwMode="auto">
            <a:xfrm flipV="1">
              <a:off x="4545" y="2028"/>
              <a:ext cx="289" cy="682"/>
            </a:xfrm>
            <a:custGeom>
              <a:avLst/>
              <a:gdLst>
                <a:gd name="T0" fmla="*/ 847 w 1264"/>
                <a:gd name="T1" fmla="*/ 2806 h 2979"/>
                <a:gd name="T2" fmla="*/ 1003 w 1264"/>
                <a:gd name="T3" fmla="*/ 2887 h 2979"/>
                <a:gd name="T4" fmla="*/ 1240 w 1264"/>
                <a:gd name="T5" fmla="*/ 2291 h 2979"/>
                <a:gd name="T6" fmla="*/ 953 w 1264"/>
                <a:gd name="T7" fmla="*/ 2096 h 2979"/>
                <a:gd name="T8" fmla="*/ 1033 w 1264"/>
                <a:gd name="T9" fmla="*/ 1238 h 2979"/>
                <a:gd name="T10" fmla="*/ 722 w 1264"/>
                <a:gd name="T11" fmla="*/ 758 h 2979"/>
                <a:gd name="T12" fmla="*/ 673 w 1264"/>
                <a:gd name="T13" fmla="*/ 530 h 2979"/>
                <a:gd name="T14" fmla="*/ 653 w 1264"/>
                <a:gd name="T15" fmla="*/ 137 h 2979"/>
                <a:gd name="T16" fmla="*/ 381 w 1264"/>
                <a:gd name="T17" fmla="*/ 140 h 2979"/>
                <a:gd name="T18" fmla="*/ 596 w 1264"/>
                <a:gd name="T19" fmla="*/ 1154 h 2979"/>
                <a:gd name="T20" fmla="*/ 483 w 1264"/>
                <a:gd name="T21" fmla="*/ 1086 h 2979"/>
                <a:gd name="T22" fmla="*/ 508 w 1264"/>
                <a:gd name="T23" fmla="*/ 1025 h 2979"/>
                <a:gd name="T24" fmla="*/ 407 w 1264"/>
                <a:gd name="T25" fmla="*/ 734 h 2979"/>
                <a:gd name="T26" fmla="*/ 105 w 1264"/>
                <a:gd name="T27" fmla="*/ 1158 h 2979"/>
                <a:gd name="T28" fmla="*/ 526 w 1264"/>
                <a:gd name="T29" fmla="*/ 1441 h 2979"/>
                <a:gd name="T30" fmla="*/ 499 w 1264"/>
                <a:gd name="T31" fmla="*/ 1639 h 2979"/>
                <a:gd name="T32" fmla="*/ 606 w 1264"/>
                <a:gd name="T33" fmla="*/ 1674 h 2979"/>
                <a:gd name="T34" fmla="*/ 293 w 1264"/>
                <a:gd name="T35" fmla="*/ 1894 h 2979"/>
                <a:gd name="T36" fmla="*/ 606 w 1264"/>
                <a:gd name="T37" fmla="*/ 1848 h 2979"/>
                <a:gd name="T38" fmla="*/ 606 w 1264"/>
                <a:gd name="T39" fmla="*/ 1674 h 2979"/>
                <a:gd name="T40" fmla="*/ 0 w 1264"/>
                <a:gd name="T41" fmla="*/ 1758 h 2979"/>
                <a:gd name="T42" fmla="*/ 410 w 1264"/>
                <a:gd name="T43" fmla="*/ 2137 h 2979"/>
                <a:gd name="T44" fmla="*/ 797 w 1264"/>
                <a:gd name="T45" fmla="*/ 2296 h 2979"/>
                <a:gd name="T46" fmla="*/ 1068 w 1264"/>
                <a:gd name="T47" fmla="*/ 2301 h 2979"/>
                <a:gd name="T48" fmla="*/ 847 w 1264"/>
                <a:gd name="T49" fmla="*/ 2806 h 2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64" h="2979">
                  <a:moveTo>
                    <a:pt x="847" y="2806"/>
                  </a:moveTo>
                  <a:cubicBezTo>
                    <a:pt x="803" y="2896"/>
                    <a:pt x="953" y="2979"/>
                    <a:pt x="1003" y="2887"/>
                  </a:cubicBezTo>
                  <a:cubicBezTo>
                    <a:pt x="1124" y="2713"/>
                    <a:pt x="1264" y="2514"/>
                    <a:pt x="1240" y="2291"/>
                  </a:cubicBezTo>
                  <a:cubicBezTo>
                    <a:pt x="1222" y="2153"/>
                    <a:pt x="1071" y="2110"/>
                    <a:pt x="953" y="2096"/>
                  </a:cubicBezTo>
                  <a:cubicBezTo>
                    <a:pt x="1031" y="1820"/>
                    <a:pt x="1074" y="1521"/>
                    <a:pt x="1033" y="1238"/>
                  </a:cubicBezTo>
                  <a:cubicBezTo>
                    <a:pt x="901" y="1098"/>
                    <a:pt x="792" y="938"/>
                    <a:pt x="722" y="758"/>
                  </a:cubicBezTo>
                  <a:cubicBezTo>
                    <a:pt x="882" y="772"/>
                    <a:pt x="797" y="531"/>
                    <a:pt x="673" y="530"/>
                  </a:cubicBezTo>
                  <a:cubicBezTo>
                    <a:pt x="659" y="400"/>
                    <a:pt x="664" y="268"/>
                    <a:pt x="653" y="137"/>
                  </a:cubicBezTo>
                  <a:cubicBezTo>
                    <a:pt x="626" y="0"/>
                    <a:pt x="405" y="4"/>
                    <a:pt x="381" y="140"/>
                  </a:cubicBezTo>
                  <a:cubicBezTo>
                    <a:pt x="346" y="490"/>
                    <a:pt x="427" y="847"/>
                    <a:pt x="596" y="1154"/>
                  </a:cubicBezTo>
                  <a:cubicBezTo>
                    <a:pt x="559" y="1132"/>
                    <a:pt x="521" y="1109"/>
                    <a:pt x="483" y="1086"/>
                  </a:cubicBezTo>
                  <a:cubicBezTo>
                    <a:pt x="490" y="1071"/>
                    <a:pt x="502" y="1040"/>
                    <a:pt x="508" y="1025"/>
                  </a:cubicBezTo>
                  <a:cubicBezTo>
                    <a:pt x="467" y="931"/>
                    <a:pt x="431" y="834"/>
                    <a:pt x="407" y="734"/>
                  </a:cubicBezTo>
                  <a:cubicBezTo>
                    <a:pt x="310" y="875"/>
                    <a:pt x="92" y="967"/>
                    <a:pt x="105" y="1158"/>
                  </a:cubicBezTo>
                  <a:cubicBezTo>
                    <a:pt x="211" y="1292"/>
                    <a:pt x="389" y="1343"/>
                    <a:pt x="526" y="1441"/>
                  </a:cubicBezTo>
                  <a:cubicBezTo>
                    <a:pt x="518" y="1507"/>
                    <a:pt x="509" y="1573"/>
                    <a:pt x="499" y="1639"/>
                  </a:cubicBezTo>
                  <a:cubicBezTo>
                    <a:pt x="525" y="1648"/>
                    <a:pt x="579" y="1665"/>
                    <a:pt x="606" y="1674"/>
                  </a:cubicBezTo>
                  <a:cubicBezTo>
                    <a:pt x="738" y="1900"/>
                    <a:pt x="445" y="1905"/>
                    <a:pt x="293" y="1894"/>
                  </a:cubicBezTo>
                  <a:cubicBezTo>
                    <a:pt x="397" y="1880"/>
                    <a:pt x="502" y="1866"/>
                    <a:pt x="606" y="1848"/>
                  </a:cubicBezTo>
                  <a:cubicBezTo>
                    <a:pt x="607" y="1790"/>
                    <a:pt x="606" y="1732"/>
                    <a:pt x="606" y="1674"/>
                  </a:cubicBezTo>
                  <a:cubicBezTo>
                    <a:pt x="412" y="1703"/>
                    <a:pt x="122" y="1549"/>
                    <a:pt x="0" y="1758"/>
                  </a:cubicBezTo>
                  <a:cubicBezTo>
                    <a:pt x="3" y="1965"/>
                    <a:pt x="252" y="2053"/>
                    <a:pt x="410" y="2137"/>
                  </a:cubicBezTo>
                  <a:cubicBezTo>
                    <a:pt x="559" y="2122"/>
                    <a:pt x="711" y="2163"/>
                    <a:pt x="797" y="2296"/>
                  </a:cubicBezTo>
                  <a:cubicBezTo>
                    <a:pt x="888" y="2293"/>
                    <a:pt x="978" y="2292"/>
                    <a:pt x="1068" y="2301"/>
                  </a:cubicBezTo>
                  <a:cubicBezTo>
                    <a:pt x="1062" y="2493"/>
                    <a:pt x="935" y="2646"/>
                    <a:pt x="847" y="280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1" name="Freeform 75"/>
            <p:cNvSpPr>
              <a:spLocks/>
            </p:cNvSpPr>
            <p:nvPr/>
          </p:nvSpPr>
          <p:spPr bwMode="auto">
            <a:xfrm flipV="1">
              <a:off x="4595" y="2086"/>
              <a:ext cx="136" cy="147"/>
            </a:xfrm>
            <a:custGeom>
              <a:avLst/>
              <a:gdLst>
                <a:gd name="T0" fmla="*/ 232 w 596"/>
                <a:gd name="T1" fmla="*/ 579 h 644"/>
                <a:gd name="T2" fmla="*/ 570 w 596"/>
                <a:gd name="T3" fmla="*/ 316 h 644"/>
                <a:gd name="T4" fmla="*/ 152 w 596"/>
                <a:gd name="T5" fmla="*/ 140 h 644"/>
                <a:gd name="T6" fmla="*/ 232 w 596"/>
                <a:gd name="T7" fmla="*/ 579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6" h="644">
                  <a:moveTo>
                    <a:pt x="232" y="579"/>
                  </a:moveTo>
                  <a:cubicBezTo>
                    <a:pt x="398" y="644"/>
                    <a:pt x="596" y="494"/>
                    <a:pt x="570" y="316"/>
                  </a:cubicBezTo>
                  <a:cubicBezTo>
                    <a:pt x="566" y="119"/>
                    <a:pt x="295" y="0"/>
                    <a:pt x="152" y="140"/>
                  </a:cubicBezTo>
                  <a:cubicBezTo>
                    <a:pt x="0" y="257"/>
                    <a:pt x="49" y="523"/>
                    <a:pt x="232" y="5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2" name="Freeform 76"/>
            <p:cNvSpPr>
              <a:spLocks/>
            </p:cNvSpPr>
            <p:nvPr/>
          </p:nvSpPr>
          <p:spPr bwMode="auto">
            <a:xfrm flipV="1">
              <a:off x="4519" y="2292"/>
              <a:ext cx="18" cy="38"/>
            </a:xfrm>
            <a:custGeom>
              <a:avLst/>
              <a:gdLst>
                <a:gd name="T0" fmla="*/ 0 w 81"/>
                <a:gd name="T1" fmla="*/ 167 h 167"/>
                <a:gd name="T2" fmla="*/ 81 w 81"/>
                <a:gd name="T3" fmla="*/ 35 h 167"/>
                <a:gd name="T4" fmla="*/ 11 w 81"/>
                <a:gd name="T5" fmla="*/ 0 h 167"/>
                <a:gd name="T6" fmla="*/ 0 w 81"/>
                <a:gd name="T7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67">
                  <a:moveTo>
                    <a:pt x="0" y="167"/>
                  </a:moveTo>
                  <a:cubicBezTo>
                    <a:pt x="28" y="124"/>
                    <a:pt x="54" y="79"/>
                    <a:pt x="81" y="35"/>
                  </a:cubicBezTo>
                  <a:cubicBezTo>
                    <a:pt x="63" y="26"/>
                    <a:pt x="28" y="9"/>
                    <a:pt x="11" y="0"/>
                  </a:cubicBezTo>
                  <a:cubicBezTo>
                    <a:pt x="6" y="56"/>
                    <a:pt x="3" y="112"/>
                    <a:pt x="0" y="1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9" name="组合 238"/>
          <p:cNvGrpSpPr/>
          <p:nvPr/>
        </p:nvGrpSpPr>
        <p:grpSpPr>
          <a:xfrm>
            <a:off x="4367938" y="3016857"/>
            <a:ext cx="1304926" cy="1257299"/>
            <a:chOff x="3733800" y="2995613"/>
            <a:chExt cx="1304926" cy="1257299"/>
          </a:xfrm>
          <a:solidFill>
            <a:srgbClr val="595959"/>
          </a:solidFill>
        </p:grpSpPr>
        <p:sp>
          <p:nvSpPr>
            <p:cNvPr id="236" name="Freeform 81"/>
            <p:cNvSpPr>
              <a:spLocks/>
            </p:cNvSpPr>
            <p:nvPr/>
          </p:nvSpPr>
          <p:spPr bwMode="auto">
            <a:xfrm flipV="1">
              <a:off x="3733800" y="2995613"/>
              <a:ext cx="365125" cy="295275"/>
            </a:xfrm>
            <a:custGeom>
              <a:avLst/>
              <a:gdLst>
                <a:gd name="T0" fmla="*/ 201 w 675"/>
                <a:gd name="T1" fmla="*/ 0 h 545"/>
                <a:gd name="T2" fmla="*/ 290 w 675"/>
                <a:gd name="T3" fmla="*/ 504 h 545"/>
                <a:gd name="T4" fmla="*/ 480 w 675"/>
                <a:gd name="T5" fmla="*/ 33 h 545"/>
                <a:gd name="T6" fmla="*/ 254 w 675"/>
                <a:gd name="T7" fmla="*/ 258 h 545"/>
                <a:gd name="T8" fmla="*/ 201 w 675"/>
                <a:gd name="T9" fmla="*/ 0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5" h="545">
                  <a:moveTo>
                    <a:pt x="201" y="0"/>
                  </a:moveTo>
                  <a:cubicBezTo>
                    <a:pt x="0" y="129"/>
                    <a:pt x="37" y="476"/>
                    <a:pt x="290" y="504"/>
                  </a:cubicBezTo>
                  <a:cubicBezTo>
                    <a:pt x="551" y="545"/>
                    <a:pt x="675" y="191"/>
                    <a:pt x="480" y="33"/>
                  </a:cubicBezTo>
                  <a:cubicBezTo>
                    <a:pt x="419" y="114"/>
                    <a:pt x="391" y="292"/>
                    <a:pt x="254" y="258"/>
                  </a:cubicBezTo>
                  <a:cubicBezTo>
                    <a:pt x="134" y="234"/>
                    <a:pt x="213" y="80"/>
                    <a:pt x="20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7" name="Freeform 82"/>
            <p:cNvSpPr>
              <a:spLocks/>
            </p:cNvSpPr>
            <p:nvPr/>
          </p:nvSpPr>
          <p:spPr bwMode="auto">
            <a:xfrm flipV="1">
              <a:off x="3830638" y="3132138"/>
              <a:ext cx="666750" cy="923925"/>
            </a:xfrm>
            <a:custGeom>
              <a:avLst/>
              <a:gdLst>
                <a:gd name="T0" fmla="*/ 402 w 1237"/>
                <a:gd name="T1" fmla="*/ 1536 h 1710"/>
                <a:gd name="T2" fmla="*/ 751 w 1237"/>
                <a:gd name="T3" fmla="*/ 1628 h 1710"/>
                <a:gd name="T4" fmla="*/ 1182 w 1237"/>
                <a:gd name="T5" fmla="*/ 1070 h 1710"/>
                <a:gd name="T6" fmla="*/ 971 w 1237"/>
                <a:gd name="T7" fmla="*/ 750 h 1710"/>
                <a:gd name="T8" fmla="*/ 531 w 1237"/>
                <a:gd name="T9" fmla="*/ 745 h 1710"/>
                <a:gd name="T10" fmla="*/ 569 w 1237"/>
                <a:gd name="T11" fmla="*/ 165 h 1710"/>
                <a:gd name="T12" fmla="*/ 301 w 1237"/>
                <a:gd name="T13" fmla="*/ 119 h 1710"/>
                <a:gd name="T14" fmla="*/ 246 w 1237"/>
                <a:gd name="T15" fmla="*/ 731 h 1710"/>
                <a:gd name="T16" fmla="*/ 279 w 1237"/>
                <a:gd name="T17" fmla="*/ 990 h 1710"/>
                <a:gd name="T18" fmla="*/ 745 w 1237"/>
                <a:gd name="T19" fmla="*/ 1030 h 1710"/>
                <a:gd name="T20" fmla="*/ 566 w 1237"/>
                <a:gd name="T21" fmla="*/ 1241 h 1710"/>
                <a:gd name="T22" fmla="*/ 683 w 1237"/>
                <a:gd name="T23" fmla="*/ 1559 h 1710"/>
                <a:gd name="T24" fmla="*/ 466 w 1237"/>
                <a:gd name="T25" fmla="*/ 1484 h 1710"/>
                <a:gd name="T26" fmla="*/ 693 w 1237"/>
                <a:gd name="T27" fmla="*/ 1472 h 1710"/>
                <a:gd name="T28" fmla="*/ 316 w 1237"/>
                <a:gd name="T29" fmla="*/ 1025 h 1710"/>
                <a:gd name="T30" fmla="*/ 67 w 1237"/>
                <a:gd name="T31" fmla="*/ 1438 h 1710"/>
                <a:gd name="T32" fmla="*/ 136 w 1237"/>
                <a:gd name="T33" fmla="*/ 1656 h 1710"/>
                <a:gd name="T34" fmla="*/ 347 w 1237"/>
                <a:gd name="T35" fmla="*/ 1293 h 1710"/>
                <a:gd name="T36" fmla="*/ 402 w 1237"/>
                <a:gd name="T37" fmla="*/ 1536 h 1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7" h="1710">
                  <a:moveTo>
                    <a:pt x="402" y="1536"/>
                  </a:moveTo>
                  <a:cubicBezTo>
                    <a:pt x="436" y="1686"/>
                    <a:pt x="641" y="1710"/>
                    <a:pt x="751" y="1628"/>
                  </a:cubicBezTo>
                  <a:cubicBezTo>
                    <a:pt x="945" y="1490"/>
                    <a:pt x="1098" y="1293"/>
                    <a:pt x="1182" y="1070"/>
                  </a:cubicBezTo>
                  <a:cubicBezTo>
                    <a:pt x="1237" y="922"/>
                    <a:pt x="1091" y="801"/>
                    <a:pt x="971" y="750"/>
                  </a:cubicBezTo>
                  <a:cubicBezTo>
                    <a:pt x="825" y="736"/>
                    <a:pt x="678" y="747"/>
                    <a:pt x="531" y="745"/>
                  </a:cubicBezTo>
                  <a:cubicBezTo>
                    <a:pt x="548" y="552"/>
                    <a:pt x="553" y="358"/>
                    <a:pt x="569" y="165"/>
                  </a:cubicBezTo>
                  <a:cubicBezTo>
                    <a:pt x="555" y="30"/>
                    <a:pt x="363" y="0"/>
                    <a:pt x="301" y="119"/>
                  </a:cubicBezTo>
                  <a:cubicBezTo>
                    <a:pt x="259" y="320"/>
                    <a:pt x="269" y="527"/>
                    <a:pt x="246" y="731"/>
                  </a:cubicBezTo>
                  <a:cubicBezTo>
                    <a:pt x="245" y="816"/>
                    <a:pt x="207" y="922"/>
                    <a:pt x="279" y="990"/>
                  </a:cubicBezTo>
                  <a:cubicBezTo>
                    <a:pt x="425" y="1056"/>
                    <a:pt x="590" y="1021"/>
                    <a:pt x="745" y="1030"/>
                  </a:cubicBezTo>
                  <a:cubicBezTo>
                    <a:pt x="686" y="1101"/>
                    <a:pt x="625" y="1171"/>
                    <a:pt x="566" y="1241"/>
                  </a:cubicBezTo>
                  <a:cubicBezTo>
                    <a:pt x="615" y="1339"/>
                    <a:pt x="777" y="1443"/>
                    <a:pt x="683" y="1559"/>
                  </a:cubicBezTo>
                  <a:cubicBezTo>
                    <a:pt x="612" y="1643"/>
                    <a:pt x="491" y="1573"/>
                    <a:pt x="466" y="1484"/>
                  </a:cubicBezTo>
                  <a:cubicBezTo>
                    <a:pt x="512" y="1575"/>
                    <a:pt x="699" y="1615"/>
                    <a:pt x="693" y="1472"/>
                  </a:cubicBezTo>
                  <a:cubicBezTo>
                    <a:pt x="578" y="1321"/>
                    <a:pt x="495" y="1102"/>
                    <a:pt x="316" y="1025"/>
                  </a:cubicBezTo>
                  <a:cubicBezTo>
                    <a:pt x="187" y="1125"/>
                    <a:pt x="154" y="1305"/>
                    <a:pt x="67" y="1438"/>
                  </a:cubicBezTo>
                  <a:cubicBezTo>
                    <a:pt x="14" y="1512"/>
                    <a:pt x="0" y="1684"/>
                    <a:pt x="136" y="1656"/>
                  </a:cubicBezTo>
                  <a:cubicBezTo>
                    <a:pt x="243" y="1562"/>
                    <a:pt x="277" y="1414"/>
                    <a:pt x="347" y="1293"/>
                  </a:cubicBezTo>
                  <a:cubicBezTo>
                    <a:pt x="419" y="1360"/>
                    <a:pt x="485" y="1446"/>
                    <a:pt x="402" y="153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8" name="Freeform 83"/>
            <p:cNvSpPr>
              <a:spLocks noEditPoints="1"/>
            </p:cNvSpPr>
            <p:nvPr/>
          </p:nvSpPr>
          <p:spPr bwMode="auto">
            <a:xfrm flipV="1">
              <a:off x="4167188" y="3698875"/>
              <a:ext cx="871538" cy="554037"/>
            </a:xfrm>
            <a:custGeom>
              <a:avLst/>
              <a:gdLst>
                <a:gd name="T0" fmla="*/ 50 w 1613"/>
                <a:gd name="T1" fmla="*/ 743 h 1025"/>
                <a:gd name="T2" fmla="*/ 477 w 1613"/>
                <a:gd name="T3" fmla="*/ 968 h 1025"/>
                <a:gd name="T4" fmla="*/ 447 w 1613"/>
                <a:gd name="T5" fmla="*/ 814 h 1025"/>
                <a:gd name="T6" fmla="*/ 234 w 1613"/>
                <a:gd name="T7" fmla="*/ 688 h 1025"/>
                <a:gd name="T8" fmla="*/ 514 w 1613"/>
                <a:gd name="T9" fmla="*/ 382 h 1025"/>
                <a:gd name="T10" fmla="*/ 640 w 1613"/>
                <a:gd name="T11" fmla="*/ 981 h 1025"/>
                <a:gd name="T12" fmla="*/ 856 w 1613"/>
                <a:gd name="T13" fmla="*/ 981 h 1025"/>
                <a:gd name="T14" fmla="*/ 1034 w 1613"/>
                <a:gd name="T15" fmla="*/ 85 h 1025"/>
                <a:gd name="T16" fmla="*/ 1035 w 1613"/>
                <a:gd name="T17" fmla="*/ 976 h 1025"/>
                <a:gd name="T18" fmla="*/ 1516 w 1613"/>
                <a:gd name="T19" fmla="*/ 840 h 1025"/>
                <a:gd name="T20" fmla="*/ 1497 w 1613"/>
                <a:gd name="T21" fmla="*/ 202 h 1025"/>
                <a:gd name="T22" fmla="*/ 853 w 1613"/>
                <a:gd name="T23" fmla="*/ 80 h 1025"/>
                <a:gd name="T24" fmla="*/ 821 w 1613"/>
                <a:gd name="T25" fmla="*/ 279 h 1025"/>
                <a:gd name="T26" fmla="*/ 659 w 1613"/>
                <a:gd name="T27" fmla="*/ 281 h 1025"/>
                <a:gd name="T28" fmla="*/ 617 w 1613"/>
                <a:gd name="T29" fmla="*/ 76 h 1025"/>
                <a:gd name="T30" fmla="*/ 441 w 1613"/>
                <a:gd name="T31" fmla="*/ 77 h 1025"/>
                <a:gd name="T32" fmla="*/ 480 w 1613"/>
                <a:gd name="T33" fmla="*/ 184 h 1025"/>
                <a:gd name="T34" fmla="*/ 31 w 1613"/>
                <a:gd name="T35" fmla="*/ 95 h 1025"/>
                <a:gd name="T36" fmla="*/ 59 w 1613"/>
                <a:gd name="T37" fmla="*/ 247 h 1025"/>
                <a:gd name="T38" fmla="*/ 332 w 1613"/>
                <a:gd name="T39" fmla="*/ 287 h 1025"/>
                <a:gd name="T40" fmla="*/ 50 w 1613"/>
                <a:gd name="T41" fmla="*/ 743 h 1025"/>
                <a:gd name="T42" fmla="*/ 1216 w 1613"/>
                <a:gd name="T43" fmla="*/ 858 h 1025"/>
                <a:gd name="T44" fmla="*/ 1216 w 1613"/>
                <a:gd name="T45" fmla="*/ 199 h 1025"/>
                <a:gd name="T46" fmla="*/ 1216 w 1613"/>
                <a:gd name="T47" fmla="*/ 858 h 1025"/>
                <a:gd name="T48" fmla="*/ 746 w 1613"/>
                <a:gd name="T49" fmla="*/ 820 h 1025"/>
                <a:gd name="T50" fmla="*/ 679 w 1613"/>
                <a:gd name="T51" fmla="*/ 418 h 1025"/>
                <a:gd name="T52" fmla="*/ 802 w 1613"/>
                <a:gd name="T53" fmla="*/ 421 h 1025"/>
                <a:gd name="T54" fmla="*/ 746 w 1613"/>
                <a:gd name="T55" fmla="*/ 820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3" h="1025">
                  <a:moveTo>
                    <a:pt x="50" y="743"/>
                  </a:moveTo>
                  <a:cubicBezTo>
                    <a:pt x="46" y="964"/>
                    <a:pt x="304" y="1025"/>
                    <a:pt x="477" y="968"/>
                  </a:cubicBezTo>
                  <a:cubicBezTo>
                    <a:pt x="467" y="917"/>
                    <a:pt x="457" y="866"/>
                    <a:pt x="447" y="814"/>
                  </a:cubicBezTo>
                  <a:cubicBezTo>
                    <a:pt x="351" y="859"/>
                    <a:pt x="169" y="831"/>
                    <a:pt x="234" y="688"/>
                  </a:cubicBezTo>
                  <a:cubicBezTo>
                    <a:pt x="339" y="597"/>
                    <a:pt x="477" y="530"/>
                    <a:pt x="514" y="382"/>
                  </a:cubicBezTo>
                  <a:cubicBezTo>
                    <a:pt x="551" y="583"/>
                    <a:pt x="601" y="781"/>
                    <a:pt x="640" y="981"/>
                  </a:cubicBezTo>
                  <a:cubicBezTo>
                    <a:pt x="712" y="981"/>
                    <a:pt x="784" y="981"/>
                    <a:pt x="856" y="981"/>
                  </a:cubicBezTo>
                  <a:cubicBezTo>
                    <a:pt x="914" y="682"/>
                    <a:pt x="966" y="382"/>
                    <a:pt x="1034" y="85"/>
                  </a:cubicBezTo>
                  <a:cubicBezTo>
                    <a:pt x="1036" y="382"/>
                    <a:pt x="1032" y="679"/>
                    <a:pt x="1035" y="976"/>
                  </a:cubicBezTo>
                  <a:cubicBezTo>
                    <a:pt x="1200" y="991"/>
                    <a:pt x="1422" y="1011"/>
                    <a:pt x="1516" y="840"/>
                  </a:cubicBezTo>
                  <a:cubicBezTo>
                    <a:pt x="1613" y="645"/>
                    <a:pt x="1606" y="391"/>
                    <a:pt x="1497" y="202"/>
                  </a:cubicBezTo>
                  <a:cubicBezTo>
                    <a:pt x="1347" y="0"/>
                    <a:pt x="1066" y="89"/>
                    <a:pt x="853" y="80"/>
                  </a:cubicBezTo>
                  <a:cubicBezTo>
                    <a:pt x="843" y="147"/>
                    <a:pt x="832" y="213"/>
                    <a:pt x="821" y="279"/>
                  </a:cubicBezTo>
                  <a:cubicBezTo>
                    <a:pt x="767" y="280"/>
                    <a:pt x="713" y="280"/>
                    <a:pt x="659" y="281"/>
                  </a:cubicBezTo>
                  <a:cubicBezTo>
                    <a:pt x="645" y="213"/>
                    <a:pt x="631" y="145"/>
                    <a:pt x="617" y="76"/>
                  </a:cubicBezTo>
                  <a:cubicBezTo>
                    <a:pt x="558" y="77"/>
                    <a:pt x="500" y="77"/>
                    <a:pt x="441" y="77"/>
                  </a:cubicBezTo>
                  <a:cubicBezTo>
                    <a:pt x="450" y="104"/>
                    <a:pt x="470" y="157"/>
                    <a:pt x="480" y="184"/>
                  </a:cubicBezTo>
                  <a:cubicBezTo>
                    <a:pt x="362" y="63"/>
                    <a:pt x="187" y="44"/>
                    <a:pt x="31" y="95"/>
                  </a:cubicBezTo>
                  <a:cubicBezTo>
                    <a:pt x="41" y="146"/>
                    <a:pt x="50" y="197"/>
                    <a:pt x="59" y="247"/>
                  </a:cubicBezTo>
                  <a:cubicBezTo>
                    <a:pt x="150" y="230"/>
                    <a:pt x="271" y="188"/>
                    <a:pt x="332" y="287"/>
                  </a:cubicBezTo>
                  <a:cubicBezTo>
                    <a:pt x="343" y="489"/>
                    <a:pt x="0" y="515"/>
                    <a:pt x="50" y="743"/>
                  </a:cubicBezTo>
                  <a:moveTo>
                    <a:pt x="1216" y="858"/>
                  </a:moveTo>
                  <a:cubicBezTo>
                    <a:pt x="1208" y="639"/>
                    <a:pt x="1208" y="419"/>
                    <a:pt x="1216" y="199"/>
                  </a:cubicBezTo>
                  <a:cubicBezTo>
                    <a:pt x="1470" y="275"/>
                    <a:pt x="1481" y="791"/>
                    <a:pt x="1216" y="858"/>
                  </a:cubicBezTo>
                  <a:moveTo>
                    <a:pt x="746" y="820"/>
                  </a:moveTo>
                  <a:cubicBezTo>
                    <a:pt x="720" y="687"/>
                    <a:pt x="697" y="553"/>
                    <a:pt x="679" y="418"/>
                  </a:cubicBezTo>
                  <a:cubicBezTo>
                    <a:pt x="720" y="419"/>
                    <a:pt x="761" y="420"/>
                    <a:pt x="802" y="421"/>
                  </a:cubicBezTo>
                  <a:cubicBezTo>
                    <a:pt x="781" y="554"/>
                    <a:pt x="763" y="687"/>
                    <a:pt x="746" y="8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" name="Group 86"/>
          <p:cNvGrpSpPr>
            <a:grpSpLocks noChangeAspect="1"/>
          </p:cNvGrpSpPr>
          <p:nvPr/>
        </p:nvGrpSpPr>
        <p:grpSpPr bwMode="auto">
          <a:xfrm>
            <a:off x="8890004" y="2544763"/>
            <a:ext cx="1160463" cy="1755775"/>
            <a:chOff x="5600" y="1603"/>
            <a:chExt cx="731" cy="1106"/>
          </a:xfrm>
          <a:solidFill>
            <a:srgbClr val="595959"/>
          </a:solidFill>
        </p:grpSpPr>
        <p:sp>
          <p:nvSpPr>
            <p:cNvPr id="244" name="Freeform 87"/>
            <p:cNvSpPr>
              <a:spLocks/>
            </p:cNvSpPr>
            <p:nvPr/>
          </p:nvSpPr>
          <p:spPr bwMode="auto">
            <a:xfrm flipV="1">
              <a:off x="5637" y="1603"/>
              <a:ext cx="374" cy="316"/>
            </a:xfrm>
            <a:custGeom>
              <a:avLst/>
              <a:gdLst>
                <a:gd name="T0" fmla="*/ 57 w 1046"/>
                <a:gd name="T1" fmla="*/ 892 h 892"/>
                <a:gd name="T2" fmla="*/ 416 w 1046"/>
                <a:gd name="T3" fmla="*/ 570 h 892"/>
                <a:gd name="T4" fmla="*/ 448 w 1046"/>
                <a:gd name="T5" fmla="*/ 726 h 892"/>
                <a:gd name="T6" fmla="*/ 1046 w 1046"/>
                <a:gd name="T7" fmla="*/ 0 h 892"/>
                <a:gd name="T8" fmla="*/ 516 w 1046"/>
                <a:gd name="T9" fmla="*/ 348 h 892"/>
                <a:gd name="T10" fmla="*/ 478 w 1046"/>
                <a:gd name="T11" fmla="*/ 168 h 892"/>
                <a:gd name="T12" fmla="*/ 0 w 1046"/>
                <a:gd name="T13" fmla="*/ 601 h 892"/>
                <a:gd name="T14" fmla="*/ 57 w 1046"/>
                <a:gd name="T15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6" h="892">
                  <a:moveTo>
                    <a:pt x="57" y="892"/>
                  </a:moveTo>
                  <a:cubicBezTo>
                    <a:pt x="178" y="786"/>
                    <a:pt x="293" y="673"/>
                    <a:pt x="416" y="570"/>
                  </a:cubicBezTo>
                  <a:cubicBezTo>
                    <a:pt x="427" y="622"/>
                    <a:pt x="437" y="674"/>
                    <a:pt x="448" y="726"/>
                  </a:cubicBezTo>
                  <a:cubicBezTo>
                    <a:pt x="648" y="484"/>
                    <a:pt x="851" y="246"/>
                    <a:pt x="1046" y="0"/>
                  </a:cubicBezTo>
                  <a:cubicBezTo>
                    <a:pt x="868" y="114"/>
                    <a:pt x="695" y="236"/>
                    <a:pt x="516" y="348"/>
                  </a:cubicBezTo>
                  <a:cubicBezTo>
                    <a:pt x="503" y="288"/>
                    <a:pt x="490" y="228"/>
                    <a:pt x="478" y="168"/>
                  </a:cubicBezTo>
                  <a:cubicBezTo>
                    <a:pt x="317" y="311"/>
                    <a:pt x="158" y="455"/>
                    <a:pt x="0" y="601"/>
                  </a:cubicBezTo>
                  <a:cubicBezTo>
                    <a:pt x="15" y="699"/>
                    <a:pt x="36" y="795"/>
                    <a:pt x="57" y="8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" name="Freeform 88"/>
            <p:cNvSpPr>
              <a:spLocks/>
            </p:cNvSpPr>
            <p:nvPr/>
          </p:nvSpPr>
          <p:spPr bwMode="auto">
            <a:xfrm flipV="1">
              <a:off x="6063" y="1808"/>
              <a:ext cx="268" cy="260"/>
            </a:xfrm>
            <a:custGeom>
              <a:avLst/>
              <a:gdLst>
                <a:gd name="T0" fmla="*/ 325 w 752"/>
                <a:gd name="T1" fmla="*/ 678 h 734"/>
                <a:gd name="T2" fmla="*/ 677 w 752"/>
                <a:gd name="T3" fmla="*/ 290 h 734"/>
                <a:gd name="T4" fmla="*/ 157 w 752"/>
                <a:gd name="T5" fmla="*/ 178 h 734"/>
                <a:gd name="T6" fmla="*/ 325 w 752"/>
                <a:gd name="T7" fmla="*/ 678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2" h="734">
                  <a:moveTo>
                    <a:pt x="325" y="678"/>
                  </a:moveTo>
                  <a:cubicBezTo>
                    <a:pt x="542" y="734"/>
                    <a:pt x="752" y="500"/>
                    <a:pt x="677" y="290"/>
                  </a:cubicBezTo>
                  <a:cubicBezTo>
                    <a:pt x="620" y="68"/>
                    <a:pt x="300" y="0"/>
                    <a:pt x="157" y="178"/>
                  </a:cubicBezTo>
                  <a:cubicBezTo>
                    <a:pt x="0" y="341"/>
                    <a:pt x="103" y="644"/>
                    <a:pt x="325" y="6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" name="Freeform 89"/>
            <p:cNvSpPr>
              <a:spLocks/>
            </p:cNvSpPr>
            <p:nvPr/>
          </p:nvSpPr>
          <p:spPr bwMode="auto">
            <a:xfrm flipV="1">
              <a:off x="5600" y="1944"/>
              <a:ext cx="544" cy="765"/>
            </a:xfrm>
            <a:custGeom>
              <a:avLst/>
              <a:gdLst>
                <a:gd name="T0" fmla="*/ 238 w 1523"/>
                <a:gd name="T1" fmla="*/ 1894 h 2157"/>
                <a:gd name="T2" fmla="*/ 302 w 1523"/>
                <a:gd name="T3" fmla="*/ 2128 h 2157"/>
                <a:gd name="T4" fmla="*/ 1175 w 1523"/>
                <a:gd name="T5" fmla="*/ 2059 h 2157"/>
                <a:gd name="T6" fmla="*/ 1515 w 1523"/>
                <a:gd name="T7" fmla="*/ 1753 h 2157"/>
                <a:gd name="T8" fmla="*/ 1516 w 1523"/>
                <a:gd name="T9" fmla="*/ 872 h 2157"/>
                <a:gd name="T10" fmla="*/ 1279 w 1523"/>
                <a:gd name="T11" fmla="*/ 872 h 2157"/>
                <a:gd name="T12" fmla="*/ 1274 w 1523"/>
                <a:gd name="T13" fmla="*/ 1437 h 2157"/>
                <a:gd name="T14" fmla="*/ 955 w 1523"/>
                <a:gd name="T15" fmla="*/ 1134 h 2157"/>
                <a:gd name="T16" fmla="*/ 951 w 1523"/>
                <a:gd name="T17" fmla="*/ 541 h 2157"/>
                <a:gd name="T18" fmla="*/ 1294 w 1523"/>
                <a:gd name="T19" fmla="*/ 312 h 2157"/>
                <a:gd name="T20" fmla="*/ 1127 w 1523"/>
                <a:gd name="T21" fmla="*/ 68 h 2157"/>
                <a:gd name="T22" fmla="*/ 641 w 1523"/>
                <a:gd name="T23" fmla="*/ 385 h 2157"/>
                <a:gd name="T24" fmla="*/ 629 w 1523"/>
                <a:gd name="T25" fmla="*/ 1008 h 2157"/>
                <a:gd name="T26" fmla="*/ 372 w 1523"/>
                <a:gd name="T27" fmla="*/ 874 h 2157"/>
                <a:gd name="T28" fmla="*/ 592 w 1523"/>
                <a:gd name="T29" fmla="*/ 412 h 2157"/>
                <a:gd name="T30" fmla="*/ 313 w 1523"/>
                <a:gd name="T31" fmla="*/ 317 h 2157"/>
                <a:gd name="T32" fmla="*/ 0 w 1523"/>
                <a:gd name="T33" fmla="*/ 932 h 2157"/>
                <a:gd name="T34" fmla="*/ 890 w 1523"/>
                <a:gd name="T35" fmla="*/ 1843 h 2157"/>
                <a:gd name="T36" fmla="*/ 238 w 1523"/>
                <a:gd name="T37" fmla="*/ 1894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3" h="2157">
                  <a:moveTo>
                    <a:pt x="238" y="1894"/>
                  </a:moveTo>
                  <a:cubicBezTo>
                    <a:pt x="110" y="1943"/>
                    <a:pt x="164" y="2157"/>
                    <a:pt x="302" y="2128"/>
                  </a:cubicBezTo>
                  <a:cubicBezTo>
                    <a:pt x="593" y="2105"/>
                    <a:pt x="886" y="2097"/>
                    <a:pt x="1175" y="2059"/>
                  </a:cubicBezTo>
                  <a:cubicBezTo>
                    <a:pt x="1291" y="1963"/>
                    <a:pt x="1440" y="1886"/>
                    <a:pt x="1515" y="1753"/>
                  </a:cubicBezTo>
                  <a:cubicBezTo>
                    <a:pt x="1523" y="1460"/>
                    <a:pt x="1520" y="1166"/>
                    <a:pt x="1516" y="872"/>
                  </a:cubicBezTo>
                  <a:cubicBezTo>
                    <a:pt x="1498" y="748"/>
                    <a:pt x="1296" y="747"/>
                    <a:pt x="1279" y="872"/>
                  </a:cubicBezTo>
                  <a:cubicBezTo>
                    <a:pt x="1271" y="1060"/>
                    <a:pt x="1280" y="1249"/>
                    <a:pt x="1274" y="1437"/>
                  </a:cubicBezTo>
                  <a:cubicBezTo>
                    <a:pt x="1166" y="1338"/>
                    <a:pt x="1061" y="1236"/>
                    <a:pt x="955" y="1134"/>
                  </a:cubicBezTo>
                  <a:cubicBezTo>
                    <a:pt x="952" y="937"/>
                    <a:pt x="947" y="739"/>
                    <a:pt x="951" y="541"/>
                  </a:cubicBezTo>
                  <a:cubicBezTo>
                    <a:pt x="1064" y="464"/>
                    <a:pt x="1186" y="398"/>
                    <a:pt x="1294" y="312"/>
                  </a:cubicBezTo>
                  <a:cubicBezTo>
                    <a:pt x="1406" y="205"/>
                    <a:pt x="1268" y="0"/>
                    <a:pt x="1127" y="68"/>
                  </a:cubicBezTo>
                  <a:cubicBezTo>
                    <a:pt x="961" y="167"/>
                    <a:pt x="799" y="274"/>
                    <a:pt x="641" y="385"/>
                  </a:cubicBezTo>
                  <a:cubicBezTo>
                    <a:pt x="637" y="593"/>
                    <a:pt x="633" y="801"/>
                    <a:pt x="629" y="1008"/>
                  </a:cubicBezTo>
                  <a:cubicBezTo>
                    <a:pt x="542" y="966"/>
                    <a:pt x="456" y="921"/>
                    <a:pt x="372" y="874"/>
                  </a:cubicBezTo>
                  <a:cubicBezTo>
                    <a:pt x="440" y="717"/>
                    <a:pt x="539" y="574"/>
                    <a:pt x="592" y="412"/>
                  </a:cubicBezTo>
                  <a:cubicBezTo>
                    <a:pt x="615" y="261"/>
                    <a:pt x="386" y="182"/>
                    <a:pt x="313" y="317"/>
                  </a:cubicBezTo>
                  <a:cubicBezTo>
                    <a:pt x="206" y="520"/>
                    <a:pt x="102" y="726"/>
                    <a:pt x="0" y="932"/>
                  </a:cubicBezTo>
                  <a:cubicBezTo>
                    <a:pt x="295" y="1237"/>
                    <a:pt x="596" y="1537"/>
                    <a:pt x="890" y="1843"/>
                  </a:cubicBezTo>
                  <a:cubicBezTo>
                    <a:pt x="673" y="1860"/>
                    <a:pt x="454" y="1869"/>
                    <a:pt x="238" y="18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755651" y="3013077"/>
            <a:ext cx="862013" cy="1397000"/>
            <a:chOff x="476" y="1898"/>
            <a:chExt cx="543" cy="880"/>
          </a:xfrm>
          <a:solidFill>
            <a:srgbClr val="595959"/>
          </a:solidFill>
        </p:grpSpPr>
        <p:sp>
          <p:nvSpPr>
            <p:cNvPr id="4" name="Freeform 5"/>
            <p:cNvSpPr>
              <a:spLocks/>
            </p:cNvSpPr>
            <p:nvPr/>
          </p:nvSpPr>
          <p:spPr bwMode="auto">
            <a:xfrm flipV="1">
              <a:off x="798" y="1898"/>
              <a:ext cx="216" cy="217"/>
            </a:xfrm>
            <a:custGeom>
              <a:avLst/>
              <a:gdLst>
                <a:gd name="T0" fmla="*/ 372 w 937"/>
                <a:gd name="T1" fmla="*/ 854 h 946"/>
                <a:gd name="T2" fmla="*/ 849 w 937"/>
                <a:gd name="T3" fmla="*/ 382 h 946"/>
                <a:gd name="T4" fmla="*/ 199 w 937"/>
                <a:gd name="T5" fmla="*/ 218 h 946"/>
                <a:gd name="T6" fmla="*/ 372 w 937"/>
                <a:gd name="T7" fmla="*/ 854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7" h="946">
                  <a:moveTo>
                    <a:pt x="372" y="854"/>
                  </a:moveTo>
                  <a:cubicBezTo>
                    <a:pt x="646" y="946"/>
                    <a:pt x="937" y="658"/>
                    <a:pt x="849" y="382"/>
                  </a:cubicBezTo>
                  <a:cubicBezTo>
                    <a:pt x="788" y="101"/>
                    <a:pt x="387" y="0"/>
                    <a:pt x="199" y="218"/>
                  </a:cubicBezTo>
                  <a:cubicBezTo>
                    <a:pt x="0" y="412"/>
                    <a:pt x="101" y="788"/>
                    <a:pt x="372" y="8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 flipV="1">
              <a:off x="673" y="2088"/>
              <a:ext cx="346" cy="690"/>
            </a:xfrm>
            <a:custGeom>
              <a:avLst/>
              <a:gdLst>
                <a:gd name="T0" fmla="*/ 537 w 1507"/>
                <a:gd name="T1" fmla="*/ 2988 h 3012"/>
                <a:gd name="T2" fmla="*/ 939 w 1507"/>
                <a:gd name="T3" fmla="*/ 2843 h 3012"/>
                <a:gd name="T4" fmla="*/ 1055 w 1507"/>
                <a:gd name="T5" fmla="*/ 2403 h 3012"/>
                <a:gd name="T6" fmla="*/ 1383 w 1507"/>
                <a:gd name="T7" fmla="*/ 2338 h 3012"/>
                <a:gd name="T8" fmla="*/ 1414 w 1507"/>
                <a:gd name="T9" fmla="*/ 2092 h 3012"/>
                <a:gd name="T10" fmla="*/ 779 w 1507"/>
                <a:gd name="T11" fmla="*/ 2292 h 3012"/>
                <a:gd name="T12" fmla="*/ 595 w 1507"/>
                <a:gd name="T13" fmla="*/ 1758 h 3012"/>
                <a:gd name="T14" fmla="*/ 608 w 1507"/>
                <a:gd name="T15" fmla="*/ 217 h 3012"/>
                <a:gd name="T16" fmla="*/ 207 w 1507"/>
                <a:gd name="T17" fmla="*/ 337 h 3012"/>
                <a:gd name="T18" fmla="*/ 224 w 1507"/>
                <a:gd name="T19" fmla="*/ 1524 h 3012"/>
                <a:gd name="T20" fmla="*/ 0 w 1507"/>
                <a:gd name="T21" fmla="*/ 1787 h 3012"/>
                <a:gd name="T22" fmla="*/ 168 w 1507"/>
                <a:gd name="T23" fmla="*/ 2084 h 3012"/>
                <a:gd name="T24" fmla="*/ 242 w 1507"/>
                <a:gd name="T25" fmla="*/ 2600 h 3012"/>
                <a:gd name="T26" fmla="*/ 722 w 1507"/>
                <a:gd name="T27" fmla="*/ 2609 h 3012"/>
                <a:gd name="T28" fmla="*/ 780 w 1507"/>
                <a:gd name="T29" fmla="*/ 2903 h 3012"/>
                <a:gd name="T30" fmla="*/ 537 w 1507"/>
                <a:gd name="T31" fmla="*/ 2988 h 3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07" h="3012">
                  <a:moveTo>
                    <a:pt x="537" y="2988"/>
                  </a:moveTo>
                  <a:cubicBezTo>
                    <a:pt x="679" y="3005"/>
                    <a:pt x="885" y="3012"/>
                    <a:pt x="939" y="2843"/>
                  </a:cubicBezTo>
                  <a:cubicBezTo>
                    <a:pt x="965" y="2695"/>
                    <a:pt x="937" y="2520"/>
                    <a:pt x="1055" y="2403"/>
                  </a:cubicBezTo>
                  <a:cubicBezTo>
                    <a:pt x="1141" y="2314"/>
                    <a:pt x="1274" y="2355"/>
                    <a:pt x="1383" y="2338"/>
                  </a:cubicBezTo>
                  <a:cubicBezTo>
                    <a:pt x="1492" y="2310"/>
                    <a:pt x="1507" y="2148"/>
                    <a:pt x="1414" y="2092"/>
                  </a:cubicBezTo>
                  <a:cubicBezTo>
                    <a:pt x="1186" y="2013"/>
                    <a:pt x="923" y="2101"/>
                    <a:pt x="779" y="2292"/>
                  </a:cubicBezTo>
                  <a:cubicBezTo>
                    <a:pt x="708" y="2118"/>
                    <a:pt x="621" y="1945"/>
                    <a:pt x="595" y="1758"/>
                  </a:cubicBezTo>
                  <a:cubicBezTo>
                    <a:pt x="787" y="1267"/>
                    <a:pt x="770" y="712"/>
                    <a:pt x="608" y="217"/>
                  </a:cubicBezTo>
                  <a:cubicBezTo>
                    <a:pt x="524" y="0"/>
                    <a:pt x="159" y="108"/>
                    <a:pt x="207" y="337"/>
                  </a:cubicBezTo>
                  <a:cubicBezTo>
                    <a:pt x="308" y="723"/>
                    <a:pt x="360" y="1139"/>
                    <a:pt x="224" y="1524"/>
                  </a:cubicBezTo>
                  <a:cubicBezTo>
                    <a:pt x="114" y="1576"/>
                    <a:pt x="28" y="1666"/>
                    <a:pt x="0" y="1787"/>
                  </a:cubicBezTo>
                  <a:cubicBezTo>
                    <a:pt x="149" y="1801"/>
                    <a:pt x="249" y="1947"/>
                    <a:pt x="168" y="2084"/>
                  </a:cubicBezTo>
                  <a:cubicBezTo>
                    <a:pt x="75" y="2254"/>
                    <a:pt x="104" y="2468"/>
                    <a:pt x="242" y="2600"/>
                  </a:cubicBezTo>
                  <a:cubicBezTo>
                    <a:pt x="399" y="2655"/>
                    <a:pt x="562" y="2603"/>
                    <a:pt x="722" y="2609"/>
                  </a:cubicBezTo>
                  <a:cubicBezTo>
                    <a:pt x="850" y="2638"/>
                    <a:pt x="886" y="2827"/>
                    <a:pt x="780" y="2903"/>
                  </a:cubicBezTo>
                  <a:cubicBezTo>
                    <a:pt x="705" y="2946"/>
                    <a:pt x="618" y="2958"/>
                    <a:pt x="537" y="298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Freeform 7"/>
            <p:cNvSpPr>
              <a:spLocks/>
            </p:cNvSpPr>
            <p:nvPr/>
          </p:nvSpPr>
          <p:spPr bwMode="auto">
            <a:xfrm flipV="1">
              <a:off x="606" y="2103"/>
              <a:ext cx="263" cy="266"/>
            </a:xfrm>
            <a:custGeom>
              <a:avLst/>
              <a:gdLst>
                <a:gd name="T0" fmla="*/ 499 w 1145"/>
                <a:gd name="T1" fmla="*/ 1122 h 1161"/>
                <a:gd name="T2" fmla="*/ 1022 w 1145"/>
                <a:gd name="T3" fmla="*/ 1106 h 1161"/>
                <a:gd name="T4" fmla="*/ 981 w 1145"/>
                <a:gd name="T5" fmla="*/ 852 h 1161"/>
                <a:gd name="T6" fmla="*/ 401 w 1145"/>
                <a:gd name="T7" fmla="*/ 764 h 1161"/>
                <a:gd name="T8" fmla="*/ 454 w 1145"/>
                <a:gd name="T9" fmla="*/ 153 h 1161"/>
                <a:gd name="T10" fmla="*/ 172 w 1145"/>
                <a:gd name="T11" fmla="*/ 181 h 1161"/>
                <a:gd name="T12" fmla="*/ 499 w 1145"/>
                <a:gd name="T13" fmla="*/ 112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5" h="1161">
                  <a:moveTo>
                    <a:pt x="499" y="1122"/>
                  </a:moveTo>
                  <a:cubicBezTo>
                    <a:pt x="670" y="1151"/>
                    <a:pt x="855" y="1161"/>
                    <a:pt x="1022" y="1106"/>
                  </a:cubicBezTo>
                  <a:cubicBezTo>
                    <a:pt x="1145" y="1062"/>
                    <a:pt x="1113" y="847"/>
                    <a:pt x="981" y="852"/>
                  </a:cubicBezTo>
                  <a:cubicBezTo>
                    <a:pt x="789" y="864"/>
                    <a:pt x="550" y="918"/>
                    <a:pt x="401" y="764"/>
                  </a:cubicBezTo>
                  <a:cubicBezTo>
                    <a:pt x="278" y="567"/>
                    <a:pt x="437" y="353"/>
                    <a:pt x="454" y="153"/>
                  </a:cubicBezTo>
                  <a:cubicBezTo>
                    <a:pt x="416" y="0"/>
                    <a:pt x="188" y="31"/>
                    <a:pt x="172" y="181"/>
                  </a:cubicBezTo>
                  <a:cubicBezTo>
                    <a:pt x="0" y="516"/>
                    <a:pt x="58" y="1053"/>
                    <a:pt x="499" y="11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 flipV="1">
              <a:off x="478" y="2310"/>
              <a:ext cx="145" cy="50"/>
            </a:xfrm>
            <a:custGeom>
              <a:avLst/>
              <a:gdLst>
                <a:gd name="T0" fmla="*/ 260 w 630"/>
                <a:gd name="T1" fmla="*/ 220 h 220"/>
                <a:gd name="T2" fmla="*/ 630 w 630"/>
                <a:gd name="T3" fmla="*/ 97 h 220"/>
                <a:gd name="T4" fmla="*/ 316 w 630"/>
                <a:gd name="T5" fmla="*/ 150 h 220"/>
                <a:gd name="T6" fmla="*/ 343 w 630"/>
                <a:gd name="T7" fmla="*/ 29 h 220"/>
                <a:gd name="T8" fmla="*/ 0 w 630"/>
                <a:gd name="T9" fmla="*/ 128 h 220"/>
                <a:gd name="T10" fmla="*/ 286 w 630"/>
                <a:gd name="T11" fmla="*/ 82 h 220"/>
                <a:gd name="T12" fmla="*/ 260 w 630"/>
                <a:gd name="T13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0" h="220">
                  <a:moveTo>
                    <a:pt x="260" y="220"/>
                  </a:moveTo>
                  <a:cubicBezTo>
                    <a:pt x="384" y="183"/>
                    <a:pt x="511" y="150"/>
                    <a:pt x="630" y="97"/>
                  </a:cubicBezTo>
                  <a:cubicBezTo>
                    <a:pt x="524" y="109"/>
                    <a:pt x="420" y="131"/>
                    <a:pt x="316" y="150"/>
                  </a:cubicBezTo>
                  <a:cubicBezTo>
                    <a:pt x="322" y="120"/>
                    <a:pt x="336" y="59"/>
                    <a:pt x="343" y="29"/>
                  </a:cubicBezTo>
                  <a:cubicBezTo>
                    <a:pt x="234" y="63"/>
                    <a:pt x="52" y="0"/>
                    <a:pt x="0" y="128"/>
                  </a:cubicBezTo>
                  <a:cubicBezTo>
                    <a:pt x="96" y="116"/>
                    <a:pt x="191" y="99"/>
                    <a:pt x="286" y="82"/>
                  </a:cubicBezTo>
                  <a:cubicBezTo>
                    <a:pt x="280" y="117"/>
                    <a:pt x="266" y="185"/>
                    <a:pt x="260" y="2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 flipV="1">
              <a:off x="476" y="2366"/>
              <a:ext cx="149" cy="91"/>
            </a:xfrm>
            <a:custGeom>
              <a:avLst/>
              <a:gdLst>
                <a:gd name="T0" fmla="*/ 196 w 646"/>
                <a:gd name="T1" fmla="*/ 307 h 400"/>
                <a:gd name="T2" fmla="*/ 646 w 646"/>
                <a:gd name="T3" fmla="*/ 400 h 400"/>
                <a:gd name="T4" fmla="*/ 291 w 646"/>
                <a:gd name="T5" fmla="*/ 269 h 400"/>
                <a:gd name="T6" fmla="*/ 393 w 646"/>
                <a:gd name="T7" fmla="*/ 158 h 400"/>
                <a:gd name="T8" fmla="*/ 29 w 646"/>
                <a:gd name="T9" fmla="*/ 0 h 400"/>
                <a:gd name="T10" fmla="*/ 0 w 646"/>
                <a:gd name="T11" fmla="*/ 69 h 400"/>
                <a:gd name="T12" fmla="*/ 304 w 646"/>
                <a:gd name="T13" fmla="*/ 180 h 400"/>
                <a:gd name="T14" fmla="*/ 196 w 646"/>
                <a:gd name="T15" fmla="*/ 307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6" h="400">
                  <a:moveTo>
                    <a:pt x="196" y="307"/>
                  </a:moveTo>
                  <a:cubicBezTo>
                    <a:pt x="345" y="339"/>
                    <a:pt x="493" y="380"/>
                    <a:pt x="646" y="400"/>
                  </a:cubicBezTo>
                  <a:cubicBezTo>
                    <a:pt x="532" y="345"/>
                    <a:pt x="411" y="309"/>
                    <a:pt x="291" y="269"/>
                  </a:cubicBezTo>
                  <a:cubicBezTo>
                    <a:pt x="325" y="232"/>
                    <a:pt x="359" y="196"/>
                    <a:pt x="393" y="158"/>
                  </a:cubicBezTo>
                  <a:cubicBezTo>
                    <a:pt x="272" y="106"/>
                    <a:pt x="150" y="54"/>
                    <a:pt x="29" y="0"/>
                  </a:cubicBezTo>
                  <a:cubicBezTo>
                    <a:pt x="22" y="17"/>
                    <a:pt x="7" y="52"/>
                    <a:pt x="0" y="69"/>
                  </a:cubicBezTo>
                  <a:cubicBezTo>
                    <a:pt x="101" y="106"/>
                    <a:pt x="203" y="142"/>
                    <a:pt x="304" y="180"/>
                  </a:cubicBezTo>
                  <a:cubicBezTo>
                    <a:pt x="268" y="222"/>
                    <a:pt x="232" y="264"/>
                    <a:pt x="196" y="30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 flipV="1">
              <a:off x="564" y="2390"/>
              <a:ext cx="85" cy="118"/>
            </a:xfrm>
            <a:custGeom>
              <a:avLst/>
              <a:gdLst>
                <a:gd name="T0" fmla="*/ 68 w 370"/>
                <a:gd name="T1" fmla="*/ 286 h 516"/>
                <a:gd name="T2" fmla="*/ 370 w 370"/>
                <a:gd name="T3" fmla="*/ 516 h 516"/>
                <a:gd name="T4" fmla="*/ 156 w 370"/>
                <a:gd name="T5" fmla="*/ 291 h 516"/>
                <a:gd name="T6" fmla="*/ 272 w 370"/>
                <a:gd name="T7" fmla="*/ 245 h 516"/>
                <a:gd name="T8" fmla="*/ 0 w 370"/>
                <a:gd name="T9" fmla="*/ 0 h 516"/>
                <a:gd name="T10" fmla="*/ 196 w 370"/>
                <a:gd name="T11" fmla="*/ 230 h 516"/>
                <a:gd name="T12" fmla="*/ 68 w 370"/>
                <a:gd name="T13" fmla="*/ 28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0" h="516">
                  <a:moveTo>
                    <a:pt x="68" y="286"/>
                  </a:moveTo>
                  <a:cubicBezTo>
                    <a:pt x="167" y="365"/>
                    <a:pt x="265" y="445"/>
                    <a:pt x="370" y="516"/>
                  </a:cubicBezTo>
                  <a:cubicBezTo>
                    <a:pt x="304" y="436"/>
                    <a:pt x="231" y="363"/>
                    <a:pt x="156" y="291"/>
                  </a:cubicBezTo>
                  <a:cubicBezTo>
                    <a:pt x="195" y="276"/>
                    <a:pt x="233" y="260"/>
                    <a:pt x="272" y="245"/>
                  </a:cubicBezTo>
                  <a:cubicBezTo>
                    <a:pt x="184" y="162"/>
                    <a:pt x="128" y="27"/>
                    <a:pt x="0" y="0"/>
                  </a:cubicBezTo>
                  <a:cubicBezTo>
                    <a:pt x="49" y="89"/>
                    <a:pt x="124" y="159"/>
                    <a:pt x="196" y="230"/>
                  </a:cubicBezTo>
                  <a:cubicBezTo>
                    <a:pt x="153" y="248"/>
                    <a:pt x="111" y="267"/>
                    <a:pt x="68" y="2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4" name="Group 20"/>
          <p:cNvGrpSpPr>
            <a:grpSpLocks/>
          </p:cNvGrpSpPr>
          <p:nvPr/>
        </p:nvGrpSpPr>
        <p:grpSpPr bwMode="auto">
          <a:xfrm>
            <a:off x="7340715" y="2626125"/>
            <a:ext cx="1052513" cy="1046163"/>
            <a:chOff x="6326" y="1484"/>
            <a:chExt cx="663" cy="659"/>
          </a:xfrm>
          <a:solidFill>
            <a:srgbClr val="595959"/>
          </a:solidFill>
        </p:grpSpPr>
        <p:sp>
          <p:nvSpPr>
            <p:cNvPr id="155" name="Freeform 15"/>
            <p:cNvSpPr>
              <a:spLocks/>
            </p:cNvSpPr>
            <p:nvPr/>
          </p:nvSpPr>
          <p:spPr bwMode="auto">
            <a:xfrm flipV="1">
              <a:off x="6326" y="1484"/>
              <a:ext cx="0" cy="1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cubicBezTo>
                    <a:pt x="1" y="2"/>
                    <a:pt x="0" y="1"/>
                    <a:pt x="0" y="0"/>
                  </a:cubicBezTo>
                  <a:lnTo>
                    <a:pt x="0" y="3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6" name="Freeform 16"/>
            <p:cNvSpPr>
              <a:spLocks noEditPoints="1"/>
            </p:cNvSpPr>
            <p:nvPr/>
          </p:nvSpPr>
          <p:spPr bwMode="auto">
            <a:xfrm flipV="1">
              <a:off x="6403" y="1504"/>
              <a:ext cx="586" cy="639"/>
            </a:xfrm>
            <a:custGeom>
              <a:avLst/>
              <a:gdLst>
                <a:gd name="T0" fmla="*/ 1650 w 2556"/>
                <a:gd name="T1" fmla="*/ 2720 h 2784"/>
                <a:gd name="T2" fmla="*/ 2193 w 2556"/>
                <a:gd name="T3" fmla="*/ 2573 h 2784"/>
                <a:gd name="T4" fmla="*/ 2106 w 2556"/>
                <a:gd name="T5" fmla="*/ 2195 h 2784"/>
                <a:gd name="T6" fmla="*/ 2091 w 2556"/>
                <a:gd name="T7" fmla="*/ 1843 h 2784"/>
                <a:gd name="T8" fmla="*/ 2070 w 2556"/>
                <a:gd name="T9" fmla="*/ 1430 h 2784"/>
                <a:gd name="T10" fmla="*/ 2431 w 2556"/>
                <a:gd name="T11" fmla="*/ 907 h 2784"/>
                <a:gd name="T12" fmla="*/ 2544 w 2556"/>
                <a:gd name="T13" fmla="*/ 114 h 2784"/>
                <a:gd name="T14" fmla="*/ 2451 w 2556"/>
                <a:gd name="T15" fmla="*/ 0 h 2784"/>
                <a:gd name="T16" fmla="*/ 2170 w 2556"/>
                <a:gd name="T17" fmla="*/ 646 h 2784"/>
                <a:gd name="T18" fmla="*/ 1453 w 2556"/>
                <a:gd name="T19" fmla="*/ 833 h 2784"/>
                <a:gd name="T20" fmla="*/ 1194 w 2556"/>
                <a:gd name="T21" fmla="*/ 973 h 2784"/>
                <a:gd name="T22" fmla="*/ 721 w 2556"/>
                <a:gd name="T23" fmla="*/ 1301 h 2784"/>
                <a:gd name="T24" fmla="*/ 407 w 2556"/>
                <a:gd name="T25" fmla="*/ 1170 h 2784"/>
                <a:gd name="T26" fmla="*/ 220 w 2556"/>
                <a:gd name="T27" fmla="*/ 1454 h 2784"/>
                <a:gd name="T28" fmla="*/ 8 w 2556"/>
                <a:gd name="T29" fmla="*/ 1917 h 2784"/>
                <a:gd name="T30" fmla="*/ 211 w 2556"/>
                <a:gd name="T31" fmla="*/ 2037 h 2784"/>
                <a:gd name="T32" fmla="*/ 645 w 2556"/>
                <a:gd name="T33" fmla="*/ 1845 h 2784"/>
                <a:gd name="T34" fmla="*/ 523 w 2556"/>
                <a:gd name="T35" fmla="*/ 2503 h 2784"/>
                <a:gd name="T36" fmla="*/ 1033 w 2556"/>
                <a:gd name="T37" fmla="*/ 2542 h 2784"/>
                <a:gd name="T38" fmla="*/ 1350 w 2556"/>
                <a:gd name="T39" fmla="*/ 2307 h 2784"/>
                <a:gd name="T40" fmla="*/ 1650 w 2556"/>
                <a:gd name="T41" fmla="*/ 2720 h 2784"/>
                <a:gd name="T42" fmla="*/ 1578 w 2556"/>
                <a:gd name="T43" fmla="*/ 2582 h 2784"/>
                <a:gd name="T44" fmla="*/ 1262 w 2556"/>
                <a:gd name="T45" fmla="*/ 2274 h 2784"/>
                <a:gd name="T46" fmla="*/ 675 w 2556"/>
                <a:gd name="T47" fmla="*/ 2567 h 2784"/>
                <a:gd name="T48" fmla="*/ 705 w 2556"/>
                <a:gd name="T49" fmla="*/ 1829 h 2784"/>
                <a:gd name="T50" fmla="*/ 123 w 2556"/>
                <a:gd name="T51" fmla="*/ 1999 h 2784"/>
                <a:gd name="T52" fmla="*/ 224 w 2556"/>
                <a:gd name="T53" fmla="*/ 1699 h 2784"/>
                <a:gd name="T54" fmla="*/ 447 w 2556"/>
                <a:gd name="T55" fmla="*/ 1204 h 2784"/>
                <a:gd name="T56" fmla="*/ 1224 w 2556"/>
                <a:gd name="T57" fmla="*/ 1145 h 2784"/>
                <a:gd name="T58" fmla="*/ 1406 w 2556"/>
                <a:gd name="T59" fmla="*/ 877 h 2784"/>
                <a:gd name="T60" fmla="*/ 1929 w 2556"/>
                <a:gd name="T61" fmla="*/ 863 h 2784"/>
                <a:gd name="T62" fmla="*/ 2432 w 2556"/>
                <a:gd name="T63" fmla="*/ 440 h 2784"/>
                <a:gd name="T64" fmla="*/ 2196 w 2556"/>
                <a:gd name="T65" fmla="*/ 1096 h 2784"/>
                <a:gd name="T66" fmla="*/ 1975 w 2556"/>
                <a:gd name="T67" fmla="*/ 1653 h 2784"/>
                <a:gd name="T68" fmla="*/ 2028 w 2556"/>
                <a:gd name="T69" fmla="*/ 2199 h 2784"/>
                <a:gd name="T70" fmla="*/ 2077 w 2556"/>
                <a:gd name="T71" fmla="*/ 2565 h 2784"/>
                <a:gd name="T72" fmla="*/ 1578 w 2556"/>
                <a:gd name="T73" fmla="*/ 2582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56" h="2784">
                  <a:moveTo>
                    <a:pt x="1650" y="2720"/>
                  </a:moveTo>
                  <a:cubicBezTo>
                    <a:pt x="1837" y="2768"/>
                    <a:pt x="2060" y="2718"/>
                    <a:pt x="2193" y="2573"/>
                  </a:cubicBezTo>
                  <a:cubicBezTo>
                    <a:pt x="2295" y="2446"/>
                    <a:pt x="2169" y="2306"/>
                    <a:pt x="2106" y="2195"/>
                  </a:cubicBezTo>
                  <a:cubicBezTo>
                    <a:pt x="2033" y="2088"/>
                    <a:pt x="2079" y="1959"/>
                    <a:pt x="2091" y="1843"/>
                  </a:cubicBezTo>
                  <a:cubicBezTo>
                    <a:pt x="2087" y="1705"/>
                    <a:pt x="2020" y="1567"/>
                    <a:pt x="2070" y="1430"/>
                  </a:cubicBezTo>
                  <a:cubicBezTo>
                    <a:pt x="2145" y="1226"/>
                    <a:pt x="2355" y="1110"/>
                    <a:pt x="2431" y="907"/>
                  </a:cubicBezTo>
                  <a:cubicBezTo>
                    <a:pt x="2528" y="655"/>
                    <a:pt x="2537" y="380"/>
                    <a:pt x="2544" y="114"/>
                  </a:cubicBezTo>
                  <a:cubicBezTo>
                    <a:pt x="2556" y="51"/>
                    <a:pt x="2514" y="0"/>
                    <a:pt x="2451" y="0"/>
                  </a:cubicBezTo>
                  <a:cubicBezTo>
                    <a:pt x="2395" y="228"/>
                    <a:pt x="2341" y="473"/>
                    <a:pt x="2170" y="646"/>
                  </a:cubicBezTo>
                  <a:cubicBezTo>
                    <a:pt x="1990" y="840"/>
                    <a:pt x="1702" y="871"/>
                    <a:pt x="1453" y="833"/>
                  </a:cubicBezTo>
                  <a:cubicBezTo>
                    <a:pt x="1346" y="808"/>
                    <a:pt x="1208" y="847"/>
                    <a:pt x="1194" y="973"/>
                  </a:cubicBezTo>
                  <a:cubicBezTo>
                    <a:pt x="1154" y="1189"/>
                    <a:pt x="921" y="1295"/>
                    <a:pt x="721" y="1301"/>
                  </a:cubicBezTo>
                  <a:cubicBezTo>
                    <a:pt x="598" y="1300"/>
                    <a:pt x="536" y="1144"/>
                    <a:pt x="407" y="1170"/>
                  </a:cubicBezTo>
                  <a:cubicBezTo>
                    <a:pt x="270" y="1179"/>
                    <a:pt x="199" y="1331"/>
                    <a:pt x="220" y="1454"/>
                  </a:cubicBezTo>
                  <a:cubicBezTo>
                    <a:pt x="240" y="1645"/>
                    <a:pt x="4" y="1731"/>
                    <a:pt x="8" y="1917"/>
                  </a:cubicBezTo>
                  <a:cubicBezTo>
                    <a:pt x="0" y="2022"/>
                    <a:pt x="128" y="2062"/>
                    <a:pt x="211" y="2037"/>
                  </a:cubicBezTo>
                  <a:cubicBezTo>
                    <a:pt x="371" y="2009"/>
                    <a:pt x="478" y="1846"/>
                    <a:pt x="645" y="1845"/>
                  </a:cubicBezTo>
                  <a:cubicBezTo>
                    <a:pt x="774" y="2070"/>
                    <a:pt x="402" y="2263"/>
                    <a:pt x="523" y="2503"/>
                  </a:cubicBezTo>
                  <a:cubicBezTo>
                    <a:pt x="634" y="2675"/>
                    <a:pt x="882" y="2633"/>
                    <a:pt x="1033" y="2542"/>
                  </a:cubicBezTo>
                  <a:cubicBezTo>
                    <a:pt x="1157" y="2488"/>
                    <a:pt x="1224" y="2356"/>
                    <a:pt x="1350" y="2307"/>
                  </a:cubicBezTo>
                  <a:cubicBezTo>
                    <a:pt x="1470" y="2432"/>
                    <a:pt x="1460" y="2664"/>
                    <a:pt x="1650" y="2720"/>
                  </a:cubicBezTo>
                  <a:moveTo>
                    <a:pt x="1578" y="2582"/>
                  </a:moveTo>
                  <a:cubicBezTo>
                    <a:pt x="1524" y="2447"/>
                    <a:pt x="1450" y="2229"/>
                    <a:pt x="1262" y="2274"/>
                  </a:cubicBezTo>
                  <a:cubicBezTo>
                    <a:pt x="1077" y="2379"/>
                    <a:pt x="915" y="2620"/>
                    <a:pt x="675" y="2567"/>
                  </a:cubicBezTo>
                  <a:cubicBezTo>
                    <a:pt x="401" y="2350"/>
                    <a:pt x="938" y="2053"/>
                    <a:pt x="705" y="1829"/>
                  </a:cubicBezTo>
                  <a:cubicBezTo>
                    <a:pt x="492" y="1707"/>
                    <a:pt x="323" y="1968"/>
                    <a:pt x="123" y="1999"/>
                  </a:cubicBezTo>
                  <a:cubicBezTo>
                    <a:pt x="48" y="1900"/>
                    <a:pt x="159" y="1777"/>
                    <a:pt x="224" y="1699"/>
                  </a:cubicBezTo>
                  <a:cubicBezTo>
                    <a:pt x="384" y="1566"/>
                    <a:pt x="228" y="1297"/>
                    <a:pt x="447" y="1204"/>
                  </a:cubicBezTo>
                  <a:cubicBezTo>
                    <a:pt x="660" y="1416"/>
                    <a:pt x="1038" y="1368"/>
                    <a:pt x="1224" y="1145"/>
                  </a:cubicBezTo>
                  <a:cubicBezTo>
                    <a:pt x="1289" y="1059"/>
                    <a:pt x="1268" y="888"/>
                    <a:pt x="1406" y="877"/>
                  </a:cubicBezTo>
                  <a:cubicBezTo>
                    <a:pt x="1580" y="885"/>
                    <a:pt x="1758" y="915"/>
                    <a:pt x="1929" y="863"/>
                  </a:cubicBezTo>
                  <a:cubicBezTo>
                    <a:pt x="2158" y="818"/>
                    <a:pt x="2316" y="628"/>
                    <a:pt x="2432" y="440"/>
                  </a:cubicBezTo>
                  <a:cubicBezTo>
                    <a:pt x="2409" y="672"/>
                    <a:pt x="2365" y="921"/>
                    <a:pt x="2196" y="1096"/>
                  </a:cubicBezTo>
                  <a:cubicBezTo>
                    <a:pt x="2056" y="1242"/>
                    <a:pt x="1898" y="1436"/>
                    <a:pt x="1975" y="1653"/>
                  </a:cubicBezTo>
                  <a:cubicBezTo>
                    <a:pt x="2046" y="1831"/>
                    <a:pt x="1903" y="2035"/>
                    <a:pt x="2028" y="2199"/>
                  </a:cubicBezTo>
                  <a:cubicBezTo>
                    <a:pt x="2098" y="2303"/>
                    <a:pt x="2201" y="2458"/>
                    <a:pt x="2077" y="2565"/>
                  </a:cubicBezTo>
                  <a:cubicBezTo>
                    <a:pt x="1953" y="2683"/>
                    <a:pt x="1670" y="2784"/>
                    <a:pt x="1578" y="25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7" name="Freeform 17"/>
            <p:cNvSpPr>
              <a:spLocks/>
            </p:cNvSpPr>
            <p:nvPr/>
          </p:nvSpPr>
          <p:spPr bwMode="auto">
            <a:xfrm flipV="1">
              <a:off x="6591" y="1585"/>
              <a:ext cx="58" cy="61"/>
            </a:xfrm>
            <a:custGeom>
              <a:avLst/>
              <a:gdLst>
                <a:gd name="T0" fmla="*/ 85 w 253"/>
                <a:gd name="T1" fmla="*/ 246 h 263"/>
                <a:gd name="T2" fmla="*/ 218 w 253"/>
                <a:gd name="T3" fmla="*/ 66 h 263"/>
                <a:gd name="T4" fmla="*/ 85 w 253"/>
                <a:gd name="T5" fmla="*/ 246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3" h="263">
                  <a:moveTo>
                    <a:pt x="85" y="246"/>
                  </a:moveTo>
                  <a:cubicBezTo>
                    <a:pt x="177" y="263"/>
                    <a:pt x="253" y="150"/>
                    <a:pt x="218" y="66"/>
                  </a:cubicBezTo>
                  <a:cubicBezTo>
                    <a:pt x="123" y="0"/>
                    <a:pt x="0" y="178"/>
                    <a:pt x="85" y="24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8" name="Freeform 18"/>
            <p:cNvSpPr>
              <a:spLocks/>
            </p:cNvSpPr>
            <p:nvPr/>
          </p:nvSpPr>
          <p:spPr bwMode="auto">
            <a:xfrm flipV="1">
              <a:off x="6561" y="1608"/>
              <a:ext cx="56" cy="69"/>
            </a:xfrm>
            <a:custGeom>
              <a:avLst/>
              <a:gdLst>
                <a:gd name="T0" fmla="*/ 51 w 245"/>
                <a:gd name="T1" fmla="*/ 227 h 299"/>
                <a:gd name="T2" fmla="*/ 202 w 245"/>
                <a:gd name="T3" fmla="*/ 69 h 299"/>
                <a:gd name="T4" fmla="*/ 51 w 245"/>
                <a:gd name="T5" fmla="*/ 227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" h="299">
                  <a:moveTo>
                    <a:pt x="51" y="227"/>
                  </a:moveTo>
                  <a:cubicBezTo>
                    <a:pt x="127" y="299"/>
                    <a:pt x="245" y="152"/>
                    <a:pt x="202" y="69"/>
                  </a:cubicBezTo>
                  <a:cubicBezTo>
                    <a:pt x="114" y="0"/>
                    <a:pt x="0" y="153"/>
                    <a:pt x="51" y="2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 flipV="1">
              <a:off x="6611" y="1653"/>
              <a:ext cx="67" cy="66"/>
            </a:xfrm>
            <a:custGeom>
              <a:avLst/>
              <a:gdLst>
                <a:gd name="T0" fmla="*/ 279 w 294"/>
                <a:gd name="T1" fmla="*/ 31 h 287"/>
                <a:gd name="T2" fmla="*/ 133 w 294"/>
                <a:gd name="T3" fmla="*/ 287 h 287"/>
                <a:gd name="T4" fmla="*/ 279 w 294"/>
                <a:gd name="T5" fmla="*/ 3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4" h="287">
                  <a:moveTo>
                    <a:pt x="279" y="31"/>
                  </a:moveTo>
                  <a:cubicBezTo>
                    <a:pt x="158" y="0"/>
                    <a:pt x="0" y="234"/>
                    <a:pt x="133" y="287"/>
                  </a:cubicBezTo>
                  <a:cubicBezTo>
                    <a:pt x="230" y="243"/>
                    <a:pt x="294" y="139"/>
                    <a:pt x="279" y="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930444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77"/>
          <p:cNvGrpSpPr>
            <a:grpSpLocks/>
          </p:cNvGrpSpPr>
          <p:nvPr/>
        </p:nvGrpSpPr>
        <p:grpSpPr bwMode="auto">
          <a:xfrm>
            <a:off x="711361" y="5050553"/>
            <a:ext cx="1721292" cy="1456575"/>
            <a:chOff x="4203" y="2544"/>
            <a:chExt cx="1359" cy="1150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3" name="Freeform 172"/>
            <p:cNvSpPr>
              <a:spLocks/>
            </p:cNvSpPr>
            <p:nvPr/>
          </p:nvSpPr>
          <p:spPr bwMode="auto">
            <a:xfrm flipV="1">
              <a:off x="4994" y="2544"/>
              <a:ext cx="267" cy="262"/>
            </a:xfrm>
            <a:custGeom>
              <a:avLst/>
              <a:gdLst>
                <a:gd name="T0" fmla="*/ 410 w 1174"/>
                <a:gd name="T1" fmla="*/ 1025 h 1148"/>
                <a:gd name="T2" fmla="*/ 1012 w 1174"/>
                <a:gd name="T3" fmla="*/ 356 h 1148"/>
                <a:gd name="T4" fmla="*/ 497 w 1174"/>
                <a:gd name="T5" fmla="*/ 17 h 1148"/>
                <a:gd name="T6" fmla="*/ 17 w 1174"/>
                <a:gd name="T7" fmla="*/ 561 h 1148"/>
                <a:gd name="T8" fmla="*/ 410 w 1174"/>
                <a:gd name="T9" fmla="*/ 1025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4" h="1148">
                  <a:moveTo>
                    <a:pt x="410" y="1025"/>
                  </a:moveTo>
                  <a:cubicBezTo>
                    <a:pt x="777" y="1148"/>
                    <a:pt x="1174" y="710"/>
                    <a:pt x="1012" y="356"/>
                  </a:cubicBezTo>
                  <a:cubicBezTo>
                    <a:pt x="941" y="143"/>
                    <a:pt x="719" y="0"/>
                    <a:pt x="497" y="17"/>
                  </a:cubicBezTo>
                  <a:cubicBezTo>
                    <a:pt x="224" y="29"/>
                    <a:pt x="0" y="291"/>
                    <a:pt x="17" y="561"/>
                  </a:cubicBezTo>
                  <a:cubicBezTo>
                    <a:pt x="32" y="779"/>
                    <a:pt x="197" y="974"/>
                    <a:pt x="410" y="10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" name="Freeform 173"/>
            <p:cNvSpPr>
              <a:spLocks/>
            </p:cNvSpPr>
            <p:nvPr/>
          </p:nvSpPr>
          <p:spPr bwMode="auto">
            <a:xfrm flipV="1">
              <a:off x="4509" y="2562"/>
              <a:ext cx="252" cy="263"/>
            </a:xfrm>
            <a:custGeom>
              <a:avLst/>
              <a:gdLst>
                <a:gd name="T0" fmla="*/ 510 w 1107"/>
                <a:gd name="T1" fmla="*/ 1123 h 1152"/>
                <a:gd name="T2" fmla="*/ 992 w 1107"/>
                <a:gd name="T3" fmla="*/ 929 h 1152"/>
                <a:gd name="T4" fmla="*/ 1072 w 1107"/>
                <a:gd name="T5" fmla="*/ 441 h 1152"/>
                <a:gd name="T6" fmla="*/ 335 w 1107"/>
                <a:gd name="T7" fmla="*/ 169 h 1152"/>
                <a:gd name="T8" fmla="*/ 204 w 1107"/>
                <a:gd name="T9" fmla="*/ 945 h 1152"/>
                <a:gd name="T10" fmla="*/ 510 w 1107"/>
                <a:gd name="T11" fmla="*/ 1123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7" h="1152">
                  <a:moveTo>
                    <a:pt x="510" y="1123"/>
                  </a:moveTo>
                  <a:cubicBezTo>
                    <a:pt x="689" y="1152"/>
                    <a:pt x="880" y="1068"/>
                    <a:pt x="992" y="929"/>
                  </a:cubicBezTo>
                  <a:cubicBezTo>
                    <a:pt x="1107" y="797"/>
                    <a:pt x="1107" y="604"/>
                    <a:pt x="1072" y="441"/>
                  </a:cubicBezTo>
                  <a:cubicBezTo>
                    <a:pt x="984" y="146"/>
                    <a:pt x="595" y="0"/>
                    <a:pt x="335" y="169"/>
                  </a:cubicBezTo>
                  <a:cubicBezTo>
                    <a:pt x="64" y="313"/>
                    <a:pt x="0" y="719"/>
                    <a:pt x="204" y="945"/>
                  </a:cubicBezTo>
                  <a:cubicBezTo>
                    <a:pt x="277" y="1045"/>
                    <a:pt x="399" y="1083"/>
                    <a:pt x="510" y="11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174"/>
            <p:cNvSpPr>
              <a:spLocks/>
            </p:cNvSpPr>
            <p:nvPr/>
          </p:nvSpPr>
          <p:spPr bwMode="auto">
            <a:xfrm flipV="1">
              <a:off x="4203" y="2795"/>
              <a:ext cx="734" cy="899"/>
            </a:xfrm>
            <a:custGeom>
              <a:avLst/>
              <a:gdLst>
                <a:gd name="T0" fmla="*/ 1176 w 3220"/>
                <a:gd name="T1" fmla="*/ 3886 h 3942"/>
                <a:gd name="T2" fmla="*/ 1642 w 3220"/>
                <a:gd name="T3" fmla="*/ 3898 h 3942"/>
                <a:gd name="T4" fmla="*/ 1882 w 3220"/>
                <a:gd name="T5" fmla="*/ 3613 h 3942"/>
                <a:gd name="T6" fmla="*/ 1492 w 3220"/>
                <a:gd name="T7" fmla="*/ 3735 h 3942"/>
                <a:gd name="T8" fmla="*/ 1358 w 3220"/>
                <a:gd name="T9" fmla="*/ 3512 h 3942"/>
                <a:gd name="T10" fmla="*/ 1452 w 3220"/>
                <a:gd name="T11" fmla="*/ 3373 h 3942"/>
                <a:gd name="T12" fmla="*/ 1468 w 3220"/>
                <a:gd name="T13" fmla="*/ 3683 h 3942"/>
                <a:gd name="T14" fmla="*/ 1713 w 3220"/>
                <a:gd name="T15" fmla="*/ 3659 h 3942"/>
                <a:gd name="T16" fmla="*/ 2328 w 3220"/>
                <a:gd name="T17" fmla="*/ 3464 h 3942"/>
                <a:gd name="T18" fmla="*/ 2757 w 3220"/>
                <a:gd name="T19" fmla="*/ 3690 h 3942"/>
                <a:gd name="T20" fmla="*/ 2804 w 3220"/>
                <a:gd name="T21" fmla="*/ 3922 h 3942"/>
                <a:gd name="T22" fmla="*/ 2854 w 3220"/>
                <a:gd name="T23" fmla="*/ 3828 h 3942"/>
                <a:gd name="T24" fmla="*/ 3010 w 3220"/>
                <a:gd name="T25" fmla="*/ 3926 h 3942"/>
                <a:gd name="T26" fmla="*/ 3209 w 3220"/>
                <a:gd name="T27" fmla="*/ 3831 h 3942"/>
                <a:gd name="T28" fmla="*/ 3173 w 3220"/>
                <a:gd name="T29" fmla="*/ 3635 h 3942"/>
                <a:gd name="T30" fmla="*/ 2442 w 3220"/>
                <a:gd name="T31" fmla="*/ 3105 h 3942"/>
                <a:gd name="T32" fmla="*/ 2061 w 3220"/>
                <a:gd name="T33" fmla="*/ 3105 h 3942"/>
                <a:gd name="T34" fmla="*/ 1514 w 3220"/>
                <a:gd name="T35" fmla="*/ 3350 h 3942"/>
                <a:gd name="T36" fmla="*/ 1465 w 3220"/>
                <a:gd name="T37" fmla="*/ 3337 h 3942"/>
                <a:gd name="T38" fmla="*/ 1809 w 3220"/>
                <a:gd name="T39" fmla="*/ 3135 h 3942"/>
                <a:gd name="T40" fmla="*/ 1767 w 3220"/>
                <a:gd name="T41" fmla="*/ 2177 h 3942"/>
                <a:gd name="T42" fmla="*/ 2359 w 3220"/>
                <a:gd name="T43" fmla="*/ 1113 h 3942"/>
                <a:gd name="T44" fmla="*/ 2315 w 3220"/>
                <a:gd name="T45" fmla="*/ 491 h 3942"/>
                <a:gd name="T46" fmla="*/ 2020 w 3220"/>
                <a:gd name="T47" fmla="*/ 45 h 3942"/>
                <a:gd name="T48" fmla="*/ 1701 w 3220"/>
                <a:gd name="T49" fmla="*/ 421 h 3942"/>
                <a:gd name="T50" fmla="*/ 1555 w 3220"/>
                <a:gd name="T51" fmla="*/ 1568 h 3942"/>
                <a:gd name="T52" fmla="*/ 631 w 3220"/>
                <a:gd name="T53" fmla="*/ 249 h 3942"/>
                <a:gd name="T54" fmla="*/ 152 w 3220"/>
                <a:gd name="T55" fmla="*/ 196 h 3942"/>
                <a:gd name="T56" fmla="*/ 207 w 3220"/>
                <a:gd name="T57" fmla="*/ 666 h 3942"/>
                <a:gd name="T58" fmla="*/ 946 w 3220"/>
                <a:gd name="T59" fmla="*/ 1496 h 3942"/>
                <a:gd name="T60" fmla="*/ 952 w 3220"/>
                <a:gd name="T61" fmla="*/ 2192 h 3942"/>
                <a:gd name="T62" fmla="*/ 935 w 3220"/>
                <a:gd name="T63" fmla="*/ 2983 h 3942"/>
                <a:gd name="T64" fmla="*/ 1034 w 3220"/>
                <a:gd name="T65" fmla="*/ 3445 h 3942"/>
                <a:gd name="T66" fmla="*/ 731 w 3220"/>
                <a:gd name="T67" fmla="*/ 2944 h 3942"/>
                <a:gd name="T68" fmla="*/ 736 w 3220"/>
                <a:gd name="T69" fmla="*/ 2427 h 3942"/>
                <a:gd name="T70" fmla="*/ 462 w 3220"/>
                <a:gd name="T71" fmla="*/ 2300 h 3942"/>
                <a:gd name="T72" fmla="*/ 364 w 3220"/>
                <a:gd name="T73" fmla="*/ 2561 h 3942"/>
                <a:gd name="T74" fmla="*/ 468 w 3220"/>
                <a:gd name="T75" fmla="*/ 3333 h 3942"/>
                <a:gd name="T76" fmla="*/ 1176 w 3220"/>
                <a:gd name="T77" fmla="*/ 3886 h 3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20" h="3942">
                  <a:moveTo>
                    <a:pt x="1176" y="3886"/>
                  </a:moveTo>
                  <a:cubicBezTo>
                    <a:pt x="1330" y="3905"/>
                    <a:pt x="1487" y="3921"/>
                    <a:pt x="1642" y="3898"/>
                  </a:cubicBezTo>
                  <a:cubicBezTo>
                    <a:pt x="1779" y="3883"/>
                    <a:pt x="1861" y="3739"/>
                    <a:pt x="1882" y="3613"/>
                  </a:cubicBezTo>
                  <a:cubicBezTo>
                    <a:pt x="1762" y="3686"/>
                    <a:pt x="1640" y="3767"/>
                    <a:pt x="1492" y="3735"/>
                  </a:cubicBezTo>
                  <a:cubicBezTo>
                    <a:pt x="1419" y="3686"/>
                    <a:pt x="1342" y="3609"/>
                    <a:pt x="1358" y="3512"/>
                  </a:cubicBezTo>
                  <a:cubicBezTo>
                    <a:pt x="1354" y="3455"/>
                    <a:pt x="1386" y="3374"/>
                    <a:pt x="1452" y="3373"/>
                  </a:cubicBezTo>
                  <a:cubicBezTo>
                    <a:pt x="1418" y="3478"/>
                    <a:pt x="1389" y="3590"/>
                    <a:pt x="1468" y="3683"/>
                  </a:cubicBezTo>
                  <a:cubicBezTo>
                    <a:pt x="1550" y="3696"/>
                    <a:pt x="1644" y="3721"/>
                    <a:pt x="1713" y="3659"/>
                  </a:cubicBezTo>
                  <a:cubicBezTo>
                    <a:pt x="1890" y="3530"/>
                    <a:pt x="2104" y="3433"/>
                    <a:pt x="2328" y="3464"/>
                  </a:cubicBezTo>
                  <a:cubicBezTo>
                    <a:pt x="2500" y="3466"/>
                    <a:pt x="2631" y="3588"/>
                    <a:pt x="2757" y="3690"/>
                  </a:cubicBezTo>
                  <a:cubicBezTo>
                    <a:pt x="2725" y="3776"/>
                    <a:pt x="2734" y="3858"/>
                    <a:pt x="2804" y="3922"/>
                  </a:cubicBezTo>
                  <a:cubicBezTo>
                    <a:pt x="2821" y="3891"/>
                    <a:pt x="2838" y="3860"/>
                    <a:pt x="2854" y="3828"/>
                  </a:cubicBezTo>
                  <a:cubicBezTo>
                    <a:pt x="2900" y="3867"/>
                    <a:pt x="2942" y="3930"/>
                    <a:pt x="3010" y="3926"/>
                  </a:cubicBezTo>
                  <a:cubicBezTo>
                    <a:pt x="3092" y="3942"/>
                    <a:pt x="3152" y="3878"/>
                    <a:pt x="3209" y="3831"/>
                  </a:cubicBezTo>
                  <a:cubicBezTo>
                    <a:pt x="3200" y="3766"/>
                    <a:pt x="3220" y="3690"/>
                    <a:pt x="3173" y="3635"/>
                  </a:cubicBezTo>
                  <a:cubicBezTo>
                    <a:pt x="2999" y="3383"/>
                    <a:pt x="2748" y="3167"/>
                    <a:pt x="2442" y="3105"/>
                  </a:cubicBezTo>
                  <a:cubicBezTo>
                    <a:pt x="2315" y="3095"/>
                    <a:pt x="2188" y="3096"/>
                    <a:pt x="2061" y="3105"/>
                  </a:cubicBezTo>
                  <a:cubicBezTo>
                    <a:pt x="1861" y="3141"/>
                    <a:pt x="1680" y="3237"/>
                    <a:pt x="1514" y="3350"/>
                  </a:cubicBezTo>
                  <a:cubicBezTo>
                    <a:pt x="1502" y="3347"/>
                    <a:pt x="1477" y="3340"/>
                    <a:pt x="1465" y="3337"/>
                  </a:cubicBezTo>
                  <a:cubicBezTo>
                    <a:pt x="1572" y="3256"/>
                    <a:pt x="1688" y="3190"/>
                    <a:pt x="1809" y="3135"/>
                  </a:cubicBezTo>
                  <a:cubicBezTo>
                    <a:pt x="1799" y="2817"/>
                    <a:pt x="1671" y="2490"/>
                    <a:pt x="1767" y="2177"/>
                  </a:cubicBezTo>
                  <a:cubicBezTo>
                    <a:pt x="2081" y="1905"/>
                    <a:pt x="2306" y="1527"/>
                    <a:pt x="2359" y="1113"/>
                  </a:cubicBezTo>
                  <a:cubicBezTo>
                    <a:pt x="2361" y="905"/>
                    <a:pt x="2377" y="693"/>
                    <a:pt x="2315" y="491"/>
                  </a:cubicBezTo>
                  <a:cubicBezTo>
                    <a:pt x="2277" y="321"/>
                    <a:pt x="2228" y="76"/>
                    <a:pt x="2020" y="45"/>
                  </a:cubicBezTo>
                  <a:cubicBezTo>
                    <a:pt x="1819" y="0"/>
                    <a:pt x="1614" y="230"/>
                    <a:pt x="1701" y="421"/>
                  </a:cubicBezTo>
                  <a:cubicBezTo>
                    <a:pt x="1843" y="793"/>
                    <a:pt x="1842" y="1263"/>
                    <a:pt x="1555" y="1568"/>
                  </a:cubicBezTo>
                  <a:cubicBezTo>
                    <a:pt x="1451" y="1023"/>
                    <a:pt x="1120" y="520"/>
                    <a:pt x="631" y="249"/>
                  </a:cubicBezTo>
                  <a:cubicBezTo>
                    <a:pt x="496" y="153"/>
                    <a:pt x="299" y="86"/>
                    <a:pt x="152" y="196"/>
                  </a:cubicBezTo>
                  <a:cubicBezTo>
                    <a:pt x="0" y="319"/>
                    <a:pt x="30" y="580"/>
                    <a:pt x="207" y="666"/>
                  </a:cubicBezTo>
                  <a:cubicBezTo>
                    <a:pt x="553" y="827"/>
                    <a:pt x="839" y="1125"/>
                    <a:pt x="946" y="1496"/>
                  </a:cubicBezTo>
                  <a:cubicBezTo>
                    <a:pt x="1013" y="1719"/>
                    <a:pt x="1059" y="1974"/>
                    <a:pt x="952" y="2192"/>
                  </a:cubicBezTo>
                  <a:cubicBezTo>
                    <a:pt x="905" y="2452"/>
                    <a:pt x="896" y="2721"/>
                    <a:pt x="935" y="2983"/>
                  </a:cubicBezTo>
                  <a:cubicBezTo>
                    <a:pt x="948" y="3141"/>
                    <a:pt x="1017" y="3287"/>
                    <a:pt x="1034" y="3445"/>
                  </a:cubicBezTo>
                  <a:cubicBezTo>
                    <a:pt x="849" y="3346"/>
                    <a:pt x="770" y="3138"/>
                    <a:pt x="731" y="2944"/>
                  </a:cubicBezTo>
                  <a:cubicBezTo>
                    <a:pt x="719" y="2772"/>
                    <a:pt x="733" y="2599"/>
                    <a:pt x="736" y="2427"/>
                  </a:cubicBezTo>
                  <a:cubicBezTo>
                    <a:pt x="752" y="2292"/>
                    <a:pt x="557" y="2206"/>
                    <a:pt x="462" y="2300"/>
                  </a:cubicBezTo>
                  <a:cubicBezTo>
                    <a:pt x="373" y="2354"/>
                    <a:pt x="377" y="2471"/>
                    <a:pt x="364" y="2561"/>
                  </a:cubicBezTo>
                  <a:cubicBezTo>
                    <a:pt x="351" y="2820"/>
                    <a:pt x="352" y="3094"/>
                    <a:pt x="468" y="3333"/>
                  </a:cubicBezTo>
                  <a:cubicBezTo>
                    <a:pt x="594" y="3620"/>
                    <a:pt x="874" y="3822"/>
                    <a:pt x="1176" y="38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175"/>
            <p:cNvSpPr>
              <a:spLocks/>
            </p:cNvSpPr>
            <p:nvPr/>
          </p:nvSpPr>
          <p:spPr bwMode="auto">
            <a:xfrm flipV="1">
              <a:off x="4890" y="2797"/>
              <a:ext cx="672" cy="892"/>
            </a:xfrm>
            <a:custGeom>
              <a:avLst/>
              <a:gdLst>
                <a:gd name="T0" fmla="*/ 1213 w 2951"/>
                <a:gd name="T1" fmla="*/ 3859 h 3915"/>
                <a:gd name="T2" fmla="*/ 1648 w 2951"/>
                <a:gd name="T3" fmla="*/ 3761 h 3915"/>
                <a:gd name="T4" fmla="*/ 1249 w 2951"/>
                <a:gd name="T5" fmla="*/ 3685 h 3915"/>
                <a:gd name="T6" fmla="*/ 1427 w 2951"/>
                <a:gd name="T7" fmla="*/ 3305 h 3915"/>
                <a:gd name="T8" fmla="*/ 1775 w 2951"/>
                <a:gd name="T9" fmla="*/ 3300 h 3915"/>
                <a:gd name="T10" fmla="*/ 1957 w 2951"/>
                <a:gd name="T11" fmla="*/ 3139 h 3915"/>
                <a:gd name="T12" fmla="*/ 1986 w 2951"/>
                <a:gd name="T13" fmla="*/ 2289 h 3915"/>
                <a:gd name="T14" fmla="*/ 1927 w 2951"/>
                <a:gd name="T15" fmla="*/ 2037 h 3915"/>
                <a:gd name="T16" fmla="*/ 2518 w 2951"/>
                <a:gd name="T17" fmla="*/ 760 h 3915"/>
                <a:gd name="T18" fmla="*/ 2832 w 2951"/>
                <a:gd name="T19" fmla="*/ 536 h 3915"/>
                <a:gd name="T20" fmla="*/ 2607 w 2951"/>
                <a:gd name="T21" fmla="*/ 120 h 3915"/>
                <a:gd name="T22" fmla="*/ 2193 w 2951"/>
                <a:gd name="T23" fmla="*/ 291 h 3915"/>
                <a:gd name="T24" fmla="*/ 1380 w 2951"/>
                <a:gd name="T25" fmla="*/ 1560 h 3915"/>
                <a:gd name="T26" fmla="*/ 1159 w 2951"/>
                <a:gd name="T27" fmla="*/ 610 h 3915"/>
                <a:gd name="T28" fmla="*/ 1203 w 2951"/>
                <a:gd name="T29" fmla="*/ 170 h 3915"/>
                <a:gd name="T30" fmla="*/ 880 w 2951"/>
                <a:gd name="T31" fmla="*/ 32 h 3915"/>
                <a:gd name="T32" fmla="*/ 656 w 2951"/>
                <a:gd name="T33" fmla="*/ 293 h 3915"/>
                <a:gd name="T34" fmla="*/ 742 w 2951"/>
                <a:gd name="T35" fmla="*/ 1642 h 3915"/>
                <a:gd name="T36" fmla="*/ 1141 w 2951"/>
                <a:gd name="T37" fmla="*/ 2131 h 3915"/>
                <a:gd name="T38" fmla="*/ 1189 w 2951"/>
                <a:gd name="T39" fmla="*/ 2322 h 3915"/>
                <a:gd name="T40" fmla="*/ 1072 w 2951"/>
                <a:gd name="T41" fmla="*/ 3269 h 3915"/>
                <a:gd name="T42" fmla="*/ 0 w 2951"/>
                <a:gd name="T43" fmla="*/ 3340 h 3915"/>
                <a:gd name="T44" fmla="*/ 207 w 2951"/>
                <a:gd name="T45" fmla="*/ 3623 h 3915"/>
                <a:gd name="T46" fmla="*/ 406 w 2951"/>
                <a:gd name="T47" fmla="*/ 3515 h 3915"/>
                <a:gd name="T48" fmla="*/ 885 w 2951"/>
                <a:gd name="T49" fmla="*/ 3592 h 3915"/>
                <a:gd name="T50" fmla="*/ 1213 w 2951"/>
                <a:gd name="T51" fmla="*/ 3859 h 3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51" h="3915">
                  <a:moveTo>
                    <a:pt x="1213" y="3859"/>
                  </a:moveTo>
                  <a:cubicBezTo>
                    <a:pt x="1362" y="3915"/>
                    <a:pt x="1546" y="3893"/>
                    <a:pt x="1648" y="3761"/>
                  </a:cubicBezTo>
                  <a:cubicBezTo>
                    <a:pt x="1514" y="3746"/>
                    <a:pt x="1346" y="3813"/>
                    <a:pt x="1249" y="3685"/>
                  </a:cubicBezTo>
                  <a:cubicBezTo>
                    <a:pt x="1101" y="3547"/>
                    <a:pt x="1252" y="3307"/>
                    <a:pt x="1427" y="3305"/>
                  </a:cubicBezTo>
                  <a:cubicBezTo>
                    <a:pt x="1539" y="3341"/>
                    <a:pt x="1666" y="3356"/>
                    <a:pt x="1775" y="3300"/>
                  </a:cubicBezTo>
                  <a:cubicBezTo>
                    <a:pt x="1847" y="3262"/>
                    <a:pt x="1946" y="3233"/>
                    <a:pt x="1957" y="3139"/>
                  </a:cubicBezTo>
                  <a:cubicBezTo>
                    <a:pt x="2013" y="2860"/>
                    <a:pt x="2003" y="2572"/>
                    <a:pt x="1986" y="2289"/>
                  </a:cubicBezTo>
                  <a:cubicBezTo>
                    <a:pt x="1984" y="2201"/>
                    <a:pt x="1951" y="2120"/>
                    <a:pt x="1927" y="2037"/>
                  </a:cubicBezTo>
                  <a:cubicBezTo>
                    <a:pt x="1861" y="1544"/>
                    <a:pt x="2096" y="1024"/>
                    <a:pt x="2518" y="760"/>
                  </a:cubicBezTo>
                  <a:cubicBezTo>
                    <a:pt x="2620" y="682"/>
                    <a:pt x="2768" y="656"/>
                    <a:pt x="2832" y="536"/>
                  </a:cubicBezTo>
                  <a:cubicBezTo>
                    <a:pt x="2951" y="375"/>
                    <a:pt x="2805" y="112"/>
                    <a:pt x="2607" y="120"/>
                  </a:cubicBezTo>
                  <a:cubicBezTo>
                    <a:pt x="2450" y="109"/>
                    <a:pt x="2322" y="216"/>
                    <a:pt x="2193" y="291"/>
                  </a:cubicBezTo>
                  <a:cubicBezTo>
                    <a:pt x="1760" y="573"/>
                    <a:pt x="1448" y="1045"/>
                    <a:pt x="1380" y="1560"/>
                  </a:cubicBezTo>
                  <a:cubicBezTo>
                    <a:pt x="1133" y="1314"/>
                    <a:pt x="1089" y="937"/>
                    <a:pt x="1159" y="610"/>
                  </a:cubicBezTo>
                  <a:cubicBezTo>
                    <a:pt x="1189" y="467"/>
                    <a:pt x="1294" y="310"/>
                    <a:pt x="1203" y="170"/>
                  </a:cubicBezTo>
                  <a:cubicBezTo>
                    <a:pt x="1147" y="51"/>
                    <a:pt x="1003" y="0"/>
                    <a:pt x="880" y="32"/>
                  </a:cubicBezTo>
                  <a:cubicBezTo>
                    <a:pt x="755" y="53"/>
                    <a:pt x="685" y="181"/>
                    <a:pt x="656" y="293"/>
                  </a:cubicBezTo>
                  <a:cubicBezTo>
                    <a:pt x="508" y="731"/>
                    <a:pt x="514" y="1233"/>
                    <a:pt x="742" y="1642"/>
                  </a:cubicBezTo>
                  <a:cubicBezTo>
                    <a:pt x="834" y="1834"/>
                    <a:pt x="987" y="1987"/>
                    <a:pt x="1141" y="2131"/>
                  </a:cubicBezTo>
                  <a:cubicBezTo>
                    <a:pt x="1202" y="2175"/>
                    <a:pt x="1181" y="2258"/>
                    <a:pt x="1189" y="2322"/>
                  </a:cubicBezTo>
                  <a:cubicBezTo>
                    <a:pt x="1207" y="2643"/>
                    <a:pt x="1114" y="2953"/>
                    <a:pt x="1072" y="3269"/>
                  </a:cubicBezTo>
                  <a:cubicBezTo>
                    <a:pt x="743" y="3072"/>
                    <a:pt x="288" y="3065"/>
                    <a:pt x="0" y="3340"/>
                  </a:cubicBezTo>
                  <a:cubicBezTo>
                    <a:pt x="69" y="3435"/>
                    <a:pt x="143" y="3525"/>
                    <a:pt x="207" y="3623"/>
                  </a:cubicBezTo>
                  <a:cubicBezTo>
                    <a:pt x="273" y="3587"/>
                    <a:pt x="338" y="3548"/>
                    <a:pt x="406" y="3515"/>
                  </a:cubicBezTo>
                  <a:cubicBezTo>
                    <a:pt x="568" y="3479"/>
                    <a:pt x="745" y="3496"/>
                    <a:pt x="885" y="3592"/>
                  </a:cubicBezTo>
                  <a:cubicBezTo>
                    <a:pt x="1008" y="3663"/>
                    <a:pt x="1104" y="3770"/>
                    <a:pt x="1213" y="38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176"/>
            <p:cNvSpPr>
              <a:spLocks/>
            </p:cNvSpPr>
            <p:nvPr/>
          </p:nvSpPr>
          <p:spPr bwMode="auto">
            <a:xfrm flipV="1">
              <a:off x="5168" y="2833"/>
              <a:ext cx="301" cy="349"/>
            </a:xfrm>
            <a:custGeom>
              <a:avLst/>
              <a:gdLst>
                <a:gd name="T0" fmla="*/ 123 w 1318"/>
                <a:gd name="T1" fmla="*/ 1491 h 1531"/>
                <a:gd name="T2" fmla="*/ 728 w 1318"/>
                <a:gd name="T3" fmla="*/ 1446 h 1531"/>
                <a:gd name="T4" fmla="*/ 1256 w 1318"/>
                <a:gd name="T5" fmla="*/ 794 h 1531"/>
                <a:gd name="T6" fmla="*/ 1299 w 1318"/>
                <a:gd name="T7" fmla="*/ 174 h 1531"/>
                <a:gd name="T8" fmla="*/ 960 w 1318"/>
                <a:gd name="T9" fmla="*/ 208 h 1531"/>
                <a:gd name="T10" fmla="*/ 860 w 1318"/>
                <a:gd name="T11" fmla="*/ 808 h 1531"/>
                <a:gd name="T12" fmla="*/ 430 w 1318"/>
                <a:gd name="T13" fmla="*/ 1143 h 1531"/>
                <a:gd name="T14" fmla="*/ 71 w 1318"/>
                <a:gd name="T15" fmla="*/ 1189 h 1531"/>
                <a:gd name="T16" fmla="*/ 13 w 1318"/>
                <a:gd name="T17" fmla="*/ 1374 h 1531"/>
                <a:gd name="T18" fmla="*/ 123 w 1318"/>
                <a:gd name="T19" fmla="*/ 149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8" h="1531">
                  <a:moveTo>
                    <a:pt x="123" y="1491"/>
                  </a:moveTo>
                  <a:cubicBezTo>
                    <a:pt x="324" y="1489"/>
                    <a:pt x="537" y="1531"/>
                    <a:pt x="728" y="1446"/>
                  </a:cubicBezTo>
                  <a:cubicBezTo>
                    <a:pt x="1006" y="1343"/>
                    <a:pt x="1177" y="1067"/>
                    <a:pt x="1256" y="794"/>
                  </a:cubicBezTo>
                  <a:cubicBezTo>
                    <a:pt x="1300" y="591"/>
                    <a:pt x="1318" y="380"/>
                    <a:pt x="1299" y="174"/>
                  </a:cubicBezTo>
                  <a:cubicBezTo>
                    <a:pt x="1266" y="0"/>
                    <a:pt x="959" y="32"/>
                    <a:pt x="960" y="208"/>
                  </a:cubicBezTo>
                  <a:cubicBezTo>
                    <a:pt x="944" y="410"/>
                    <a:pt x="950" y="622"/>
                    <a:pt x="860" y="808"/>
                  </a:cubicBezTo>
                  <a:cubicBezTo>
                    <a:pt x="793" y="987"/>
                    <a:pt x="631" y="1146"/>
                    <a:pt x="430" y="1143"/>
                  </a:cubicBezTo>
                  <a:cubicBezTo>
                    <a:pt x="311" y="1164"/>
                    <a:pt x="163" y="1081"/>
                    <a:pt x="71" y="1189"/>
                  </a:cubicBezTo>
                  <a:cubicBezTo>
                    <a:pt x="0" y="1225"/>
                    <a:pt x="23" y="1310"/>
                    <a:pt x="13" y="1374"/>
                  </a:cubicBezTo>
                  <a:cubicBezTo>
                    <a:pt x="50" y="1413"/>
                    <a:pt x="87" y="1452"/>
                    <a:pt x="123" y="149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" name="KSO_Shape"/>
          <p:cNvSpPr>
            <a:spLocks/>
          </p:cNvSpPr>
          <p:nvPr/>
        </p:nvSpPr>
        <p:spPr bwMode="auto">
          <a:xfrm>
            <a:off x="3302798" y="5102604"/>
            <a:ext cx="1482181" cy="1398191"/>
          </a:xfrm>
          <a:custGeom>
            <a:avLst/>
            <a:gdLst>
              <a:gd name="T0" fmla="*/ 1653629 w 1093788"/>
              <a:gd name="T1" fmla="*/ 328999 h 1031876"/>
              <a:gd name="T2" fmla="*/ 1761157 w 1093788"/>
              <a:gd name="T3" fmla="*/ 342428 h 1031876"/>
              <a:gd name="T4" fmla="*/ 1817687 w 1093788"/>
              <a:gd name="T5" fmla="*/ 385479 h 1031876"/>
              <a:gd name="T6" fmla="*/ 1841801 w 1093788"/>
              <a:gd name="T7" fmla="*/ 469208 h 1031876"/>
              <a:gd name="T8" fmla="*/ 1682883 w 1093788"/>
              <a:gd name="T9" fmla="*/ 1708975 h 1031876"/>
              <a:gd name="T10" fmla="*/ 1651257 w 1093788"/>
              <a:gd name="T11" fmla="*/ 1780462 h 1031876"/>
              <a:gd name="T12" fmla="*/ 1585635 w 1093788"/>
              <a:gd name="T13" fmla="*/ 1795866 h 1031876"/>
              <a:gd name="T14" fmla="*/ 1529895 w 1093788"/>
              <a:gd name="T15" fmla="*/ 1754790 h 1031876"/>
              <a:gd name="T16" fmla="*/ 1465852 w 1093788"/>
              <a:gd name="T17" fmla="*/ 1719243 h 1031876"/>
              <a:gd name="T18" fmla="*/ 1428297 w 1093788"/>
              <a:gd name="T19" fmla="*/ 1784412 h 1031876"/>
              <a:gd name="T20" fmla="*/ 1361883 w 1093788"/>
              <a:gd name="T21" fmla="*/ 1793891 h 1031876"/>
              <a:gd name="T22" fmla="*/ 1309701 w 1093788"/>
              <a:gd name="T23" fmla="*/ 1748076 h 1031876"/>
              <a:gd name="T24" fmla="*/ 1302980 w 1093788"/>
              <a:gd name="T25" fmla="*/ 527268 h 1031876"/>
              <a:gd name="T26" fmla="*/ 990677 w 1093788"/>
              <a:gd name="T27" fmla="*/ 834938 h 1031876"/>
              <a:gd name="T28" fmla="*/ 938891 w 1093788"/>
              <a:gd name="T29" fmla="*/ 813216 h 1031876"/>
              <a:gd name="T30" fmla="*/ 917939 w 1093788"/>
              <a:gd name="T31" fmla="*/ 761477 h 1031876"/>
              <a:gd name="T32" fmla="*/ 1241705 w 1093788"/>
              <a:gd name="T33" fmla="*/ 355857 h 1031876"/>
              <a:gd name="T34" fmla="*/ 1298237 w 1093788"/>
              <a:gd name="T35" fmla="*/ 330974 h 1031876"/>
              <a:gd name="T36" fmla="*/ 992588 w 1093788"/>
              <a:gd name="T37" fmla="*/ 469658 h 1031876"/>
              <a:gd name="T38" fmla="*/ 991402 w 1093788"/>
              <a:gd name="T39" fmla="*/ 520706 h 1031876"/>
              <a:gd name="T40" fmla="*/ 796906 w 1093788"/>
              <a:gd name="T41" fmla="*/ 750615 h 1031876"/>
              <a:gd name="T42" fmla="*/ 764488 w 1093788"/>
              <a:gd name="T43" fmla="*/ 755757 h 1031876"/>
              <a:gd name="T44" fmla="*/ 715865 w 1093788"/>
              <a:gd name="T45" fmla="*/ 714605 h 1031876"/>
              <a:gd name="T46" fmla="*/ 194443 w 1093788"/>
              <a:gd name="T47" fmla="*/ 589559 h 1031876"/>
              <a:gd name="T48" fmla="*/ 68733 w 1093788"/>
              <a:gd name="T49" fmla="*/ 474407 h 1031876"/>
              <a:gd name="T50" fmla="*/ 99567 w 1093788"/>
              <a:gd name="T51" fmla="*/ 400409 h 1031876"/>
              <a:gd name="T52" fmla="*/ 164003 w 1093788"/>
              <a:gd name="T53" fmla="*/ 364794 h 1031876"/>
              <a:gd name="T54" fmla="*/ 575528 w 1093788"/>
              <a:gd name="T55" fmla="*/ 356484 h 1031876"/>
              <a:gd name="T56" fmla="*/ 648266 w 1093788"/>
              <a:gd name="T57" fmla="*/ 371917 h 1031876"/>
              <a:gd name="T58" fmla="*/ 703215 w 1093788"/>
              <a:gd name="T59" fmla="*/ 424151 h 1031876"/>
              <a:gd name="T60" fmla="*/ 795720 w 1093788"/>
              <a:gd name="T61" fmla="*/ 569773 h 1031876"/>
              <a:gd name="T62" fmla="*/ 934476 w 1093788"/>
              <a:gd name="T63" fmla="*/ 434836 h 1031876"/>
              <a:gd name="T64" fmla="*/ 459305 w 1093788"/>
              <a:gd name="T65" fmla="*/ 34770 h 1031876"/>
              <a:gd name="T66" fmla="*/ 515441 w 1093788"/>
              <a:gd name="T67" fmla="*/ 66823 h 1031876"/>
              <a:gd name="T68" fmla="*/ 552994 w 1093788"/>
              <a:gd name="T69" fmla="*/ 119057 h 1031876"/>
              <a:gd name="T70" fmla="*/ 564064 w 1093788"/>
              <a:gd name="T71" fmla="*/ 185141 h 1031876"/>
              <a:gd name="T72" fmla="*/ 546275 w 1093788"/>
              <a:gd name="T73" fmla="*/ 248850 h 1031876"/>
              <a:gd name="T74" fmla="*/ 504766 w 1093788"/>
              <a:gd name="T75" fmla="*/ 297522 h 1031876"/>
              <a:gd name="T76" fmla="*/ 445073 w 1093788"/>
              <a:gd name="T77" fmla="*/ 324036 h 1031876"/>
              <a:gd name="T78" fmla="*/ 377869 w 1093788"/>
              <a:gd name="T79" fmla="*/ 322057 h 1031876"/>
              <a:gd name="T80" fmla="*/ 319759 w 1093788"/>
              <a:gd name="T81" fmla="*/ 292775 h 1031876"/>
              <a:gd name="T82" fmla="*/ 280227 w 1093788"/>
              <a:gd name="T83" fmla="*/ 242124 h 1031876"/>
              <a:gd name="T84" fmla="*/ 265600 w 1093788"/>
              <a:gd name="T85" fmla="*/ 177226 h 1031876"/>
              <a:gd name="T86" fmla="*/ 280227 w 1093788"/>
              <a:gd name="T87" fmla="*/ 112726 h 1031876"/>
              <a:gd name="T88" fmla="*/ 319759 w 1093788"/>
              <a:gd name="T89" fmla="*/ 62074 h 1031876"/>
              <a:gd name="T90" fmla="*/ 377869 w 1093788"/>
              <a:gd name="T91" fmla="*/ 32396 h 1031876"/>
              <a:gd name="T92" fmla="*/ 1508042 w 1093788"/>
              <a:gd name="T93" fmla="*/ 789 h 1031876"/>
              <a:gd name="T94" fmla="*/ 1570449 w 1093788"/>
              <a:gd name="T95" fmla="*/ 21722 h 1031876"/>
              <a:gd name="T96" fmla="*/ 1616662 w 1093788"/>
              <a:gd name="T97" fmla="*/ 65957 h 1031876"/>
              <a:gd name="T98" fmla="*/ 1640756 w 1093788"/>
              <a:gd name="T99" fmla="*/ 126780 h 1031876"/>
              <a:gd name="T100" fmla="*/ 1636017 w 1093788"/>
              <a:gd name="T101" fmla="*/ 193528 h 1031876"/>
              <a:gd name="T102" fmla="*/ 1603628 w 1093788"/>
              <a:gd name="T103" fmla="*/ 249613 h 1031876"/>
              <a:gd name="T104" fmla="*/ 1551096 w 1093788"/>
              <a:gd name="T105" fmla="*/ 287132 h 1031876"/>
              <a:gd name="T106" fmla="*/ 1485134 w 1093788"/>
              <a:gd name="T107" fmla="*/ 298191 h 1031876"/>
              <a:gd name="T108" fmla="*/ 1421937 w 1093788"/>
              <a:gd name="T109" fmla="*/ 280419 h 1031876"/>
              <a:gd name="T110" fmla="*/ 1373749 w 1093788"/>
              <a:gd name="T111" fmla="*/ 238949 h 1031876"/>
              <a:gd name="T112" fmla="*/ 1346891 w 1093788"/>
              <a:gd name="T113" fmla="*/ 179310 h 1031876"/>
              <a:gd name="T114" fmla="*/ 1348470 w 1093788"/>
              <a:gd name="T115" fmla="*/ 112167 h 1031876"/>
              <a:gd name="T116" fmla="*/ 1378094 w 1093788"/>
              <a:gd name="T117" fmla="*/ 54110 h 1031876"/>
              <a:gd name="T118" fmla="*/ 1428255 w 1093788"/>
              <a:gd name="T119" fmla="*/ 14613 h 103187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1093788" h="1031876">
                <a:moveTo>
                  <a:pt x="966256" y="322490"/>
                </a:moveTo>
                <a:lnTo>
                  <a:pt x="966256" y="508000"/>
                </a:lnTo>
                <a:lnTo>
                  <a:pt x="988453" y="508000"/>
                </a:lnTo>
                <a:lnTo>
                  <a:pt x="983733" y="322490"/>
                </a:lnTo>
                <a:lnTo>
                  <a:pt x="966256" y="322490"/>
                </a:lnTo>
                <a:close/>
                <a:moveTo>
                  <a:pt x="757888" y="188913"/>
                </a:moveTo>
                <a:lnTo>
                  <a:pt x="764925" y="188913"/>
                </a:lnTo>
                <a:lnTo>
                  <a:pt x="857078" y="188913"/>
                </a:lnTo>
                <a:lnTo>
                  <a:pt x="949459" y="188913"/>
                </a:lnTo>
                <a:lnTo>
                  <a:pt x="963986" y="189140"/>
                </a:lnTo>
                <a:lnTo>
                  <a:pt x="971022" y="189367"/>
                </a:lnTo>
                <a:lnTo>
                  <a:pt x="977832" y="189820"/>
                </a:lnTo>
                <a:lnTo>
                  <a:pt x="983960" y="190728"/>
                </a:lnTo>
                <a:lnTo>
                  <a:pt x="990088" y="191408"/>
                </a:lnTo>
                <a:lnTo>
                  <a:pt x="995763" y="192315"/>
                </a:lnTo>
                <a:lnTo>
                  <a:pt x="1001210" y="193676"/>
                </a:lnTo>
                <a:lnTo>
                  <a:pt x="1006431" y="194810"/>
                </a:lnTo>
                <a:lnTo>
                  <a:pt x="1011198" y="196624"/>
                </a:lnTo>
                <a:lnTo>
                  <a:pt x="1015964" y="198438"/>
                </a:lnTo>
                <a:lnTo>
                  <a:pt x="1020277" y="200253"/>
                </a:lnTo>
                <a:lnTo>
                  <a:pt x="1024362" y="202520"/>
                </a:lnTo>
                <a:lnTo>
                  <a:pt x="1028221" y="205015"/>
                </a:lnTo>
                <a:lnTo>
                  <a:pt x="1031626" y="207736"/>
                </a:lnTo>
                <a:lnTo>
                  <a:pt x="1035257" y="210685"/>
                </a:lnTo>
                <a:lnTo>
                  <a:pt x="1038208" y="213860"/>
                </a:lnTo>
                <a:lnTo>
                  <a:pt x="1040932" y="217488"/>
                </a:lnTo>
                <a:lnTo>
                  <a:pt x="1043656" y="221344"/>
                </a:lnTo>
                <a:lnTo>
                  <a:pt x="1045925" y="225199"/>
                </a:lnTo>
                <a:lnTo>
                  <a:pt x="1048195" y="229735"/>
                </a:lnTo>
                <a:lnTo>
                  <a:pt x="1050238" y="234497"/>
                </a:lnTo>
                <a:lnTo>
                  <a:pt x="1051827" y="239486"/>
                </a:lnTo>
                <a:lnTo>
                  <a:pt x="1053416" y="244703"/>
                </a:lnTo>
                <a:lnTo>
                  <a:pt x="1054551" y="250372"/>
                </a:lnTo>
                <a:lnTo>
                  <a:pt x="1055912" y="256495"/>
                </a:lnTo>
                <a:lnTo>
                  <a:pt x="1056593" y="262619"/>
                </a:lnTo>
                <a:lnTo>
                  <a:pt x="1057501" y="269422"/>
                </a:lnTo>
                <a:lnTo>
                  <a:pt x="1058182" y="276679"/>
                </a:lnTo>
                <a:lnTo>
                  <a:pt x="1058409" y="283937"/>
                </a:lnTo>
                <a:lnTo>
                  <a:pt x="1058636" y="291874"/>
                </a:lnTo>
                <a:lnTo>
                  <a:pt x="1058863" y="300038"/>
                </a:lnTo>
                <a:lnTo>
                  <a:pt x="1058863" y="508000"/>
                </a:lnTo>
                <a:lnTo>
                  <a:pt x="1093788" y="508000"/>
                </a:lnTo>
                <a:lnTo>
                  <a:pt x="1093788" y="604838"/>
                </a:lnTo>
                <a:lnTo>
                  <a:pt x="966256" y="604838"/>
                </a:lnTo>
                <a:lnTo>
                  <a:pt x="966256" y="981303"/>
                </a:lnTo>
                <a:lnTo>
                  <a:pt x="965802" y="987426"/>
                </a:lnTo>
                <a:lnTo>
                  <a:pt x="965121" y="993323"/>
                </a:lnTo>
                <a:lnTo>
                  <a:pt x="963759" y="998765"/>
                </a:lnTo>
                <a:lnTo>
                  <a:pt x="962170" y="1003755"/>
                </a:lnTo>
                <a:lnTo>
                  <a:pt x="960127" y="1008290"/>
                </a:lnTo>
                <a:lnTo>
                  <a:pt x="957630" y="1012373"/>
                </a:lnTo>
                <a:lnTo>
                  <a:pt x="954680" y="1016228"/>
                </a:lnTo>
                <a:lnTo>
                  <a:pt x="951729" y="1019403"/>
                </a:lnTo>
                <a:lnTo>
                  <a:pt x="948097" y="1022351"/>
                </a:lnTo>
                <a:lnTo>
                  <a:pt x="944466" y="1024846"/>
                </a:lnTo>
                <a:lnTo>
                  <a:pt x="940607" y="1027114"/>
                </a:lnTo>
                <a:lnTo>
                  <a:pt x="936294" y="1028928"/>
                </a:lnTo>
                <a:lnTo>
                  <a:pt x="932436" y="1030062"/>
                </a:lnTo>
                <a:lnTo>
                  <a:pt x="927896" y="1031196"/>
                </a:lnTo>
                <a:lnTo>
                  <a:pt x="923583" y="1031649"/>
                </a:lnTo>
                <a:lnTo>
                  <a:pt x="919271" y="1031876"/>
                </a:lnTo>
                <a:lnTo>
                  <a:pt x="914958" y="1031649"/>
                </a:lnTo>
                <a:lnTo>
                  <a:pt x="910419" y="1031196"/>
                </a:lnTo>
                <a:lnTo>
                  <a:pt x="906106" y="1029835"/>
                </a:lnTo>
                <a:lnTo>
                  <a:pt x="902020" y="1028701"/>
                </a:lnTo>
                <a:lnTo>
                  <a:pt x="897935" y="1026660"/>
                </a:lnTo>
                <a:lnTo>
                  <a:pt x="894303" y="1024619"/>
                </a:lnTo>
                <a:lnTo>
                  <a:pt x="890444" y="1021898"/>
                </a:lnTo>
                <a:lnTo>
                  <a:pt x="887040" y="1018949"/>
                </a:lnTo>
                <a:lnTo>
                  <a:pt x="883862" y="1015774"/>
                </a:lnTo>
                <a:lnTo>
                  <a:pt x="880911" y="1011919"/>
                </a:lnTo>
                <a:lnTo>
                  <a:pt x="878415" y="1007610"/>
                </a:lnTo>
                <a:lnTo>
                  <a:pt x="876372" y="1003301"/>
                </a:lnTo>
                <a:lnTo>
                  <a:pt x="874783" y="998312"/>
                </a:lnTo>
                <a:lnTo>
                  <a:pt x="873194" y="993096"/>
                </a:lnTo>
                <a:lnTo>
                  <a:pt x="872513" y="987199"/>
                </a:lnTo>
                <a:lnTo>
                  <a:pt x="872286" y="981303"/>
                </a:lnTo>
                <a:lnTo>
                  <a:pt x="866699" y="604838"/>
                </a:lnTo>
                <a:lnTo>
                  <a:pt x="847681" y="604838"/>
                </a:lnTo>
                <a:lnTo>
                  <a:pt x="841871" y="981303"/>
                </a:lnTo>
                <a:lnTo>
                  <a:pt x="841644" y="987199"/>
                </a:lnTo>
                <a:lnTo>
                  <a:pt x="840963" y="993096"/>
                </a:lnTo>
                <a:lnTo>
                  <a:pt x="839601" y="998312"/>
                </a:lnTo>
                <a:lnTo>
                  <a:pt x="837785" y="1003301"/>
                </a:lnTo>
                <a:lnTo>
                  <a:pt x="835515" y="1007610"/>
                </a:lnTo>
                <a:lnTo>
                  <a:pt x="833019" y="1011919"/>
                </a:lnTo>
                <a:lnTo>
                  <a:pt x="830295" y="1015774"/>
                </a:lnTo>
                <a:lnTo>
                  <a:pt x="827117" y="1018949"/>
                </a:lnTo>
                <a:lnTo>
                  <a:pt x="823712" y="1021898"/>
                </a:lnTo>
                <a:lnTo>
                  <a:pt x="820081" y="1024619"/>
                </a:lnTo>
                <a:lnTo>
                  <a:pt x="816222" y="1026660"/>
                </a:lnTo>
                <a:lnTo>
                  <a:pt x="812137" y="1028701"/>
                </a:lnTo>
                <a:lnTo>
                  <a:pt x="807824" y="1029835"/>
                </a:lnTo>
                <a:lnTo>
                  <a:pt x="803738" y="1031196"/>
                </a:lnTo>
                <a:lnTo>
                  <a:pt x="799199" y="1031649"/>
                </a:lnTo>
                <a:lnTo>
                  <a:pt x="794886" y="1031876"/>
                </a:lnTo>
                <a:lnTo>
                  <a:pt x="790346" y="1031649"/>
                </a:lnTo>
                <a:lnTo>
                  <a:pt x="786261" y="1031196"/>
                </a:lnTo>
                <a:lnTo>
                  <a:pt x="781948" y="1030062"/>
                </a:lnTo>
                <a:lnTo>
                  <a:pt x="777636" y="1028928"/>
                </a:lnTo>
                <a:lnTo>
                  <a:pt x="773777" y="1027114"/>
                </a:lnTo>
                <a:lnTo>
                  <a:pt x="769691" y="1024846"/>
                </a:lnTo>
                <a:lnTo>
                  <a:pt x="766060" y="1022351"/>
                </a:lnTo>
                <a:lnTo>
                  <a:pt x="762655" y="1019403"/>
                </a:lnTo>
                <a:lnTo>
                  <a:pt x="759477" y="1016228"/>
                </a:lnTo>
                <a:lnTo>
                  <a:pt x="756527" y="1012373"/>
                </a:lnTo>
                <a:lnTo>
                  <a:pt x="754030" y="1008290"/>
                </a:lnTo>
                <a:lnTo>
                  <a:pt x="751987" y="1003755"/>
                </a:lnTo>
                <a:lnTo>
                  <a:pt x="750398" y="998765"/>
                </a:lnTo>
                <a:lnTo>
                  <a:pt x="749036" y="993323"/>
                </a:lnTo>
                <a:lnTo>
                  <a:pt x="748355" y="987426"/>
                </a:lnTo>
                <a:lnTo>
                  <a:pt x="748128" y="981303"/>
                </a:lnTo>
                <a:lnTo>
                  <a:pt x="748128" y="604838"/>
                </a:lnTo>
                <a:lnTo>
                  <a:pt x="0" y="604838"/>
                </a:lnTo>
                <a:lnTo>
                  <a:pt x="0" y="508000"/>
                </a:lnTo>
                <a:lnTo>
                  <a:pt x="748128" y="508000"/>
                </a:lnTo>
                <a:lnTo>
                  <a:pt x="748128" y="302760"/>
                </a:lnTo>
                <a:lnTo>
                  <a:pt x="597414" y="465138"/>
                </a:lnTo>
                <a:lnTo>
                  <a:pt x="594009" y="468540"/>
                </a:lnTo>
                <a:lnTo>
                  <a:pt x="590831" y="471262"/>
                </a:lnTo>
                <a:lnTo>
                  <a:pt x="587427" y="473756"/>
                </a:lnTo>
                <a:lnTo>
                  <a:pt x="583568" y="475797"/>
                </a:lnTo>
                <a:lnTo>
                  <a:pt x="580163" y="477385"/>
                </a:lnTo>
                <a:lnTo>
                  <a:pt x="576305" y="478519"/>
                </a:lnTo>
                <a:lnTo>
                  <a:pt x="572673" y="478972"/>
                </a:lnTo>
                <a:lnTo>
                  <a:pt x="568814" y="479426"/>
                </a:lnTo>
                <a:lnTo>
                  <a:pt x="565183" y="479199"/>
                </a:lnTo>
                <a:lnTo>
                  <a:pt x="561324" y="478972"/>
                </a:lnTo>
                <a:lnTo>
                  <a:pt x="557919" y="478065"/>
                </a:lnTo>
                <a:lnTo>
                  <a:pt x="554515" y="476931"/>
                </a:lnTo>
                <a:lnTo>
                  <a:pt x="550883" y="475571"/>
                </a:lnTo>
                <a:lnTo>
                  <a:pt x="547705" y="473756"/>
                </a:lnTo>
                <a:lnTo>
                  <a:pt x="544755" y="471715"/>
                </a:lnTo>
                <a:lnTo>
                  <a:pt x="541804" y="469447"/>
                </a:lnTo>
                <a:lnTo>
                  <a:pt x="539080" y="466953"/>
                </a:lnTo>
                <a:lnTo>
                  <a:pt x="536583" y="464685"/>
                </a:lnTo>
                <a:lnTo>
                  <a:pt x="534314" y="461510"/>
                </a:lnTo>
                <a:lnTo>
                  <a:pt x="532271" y="458562"/>
                </a:lnTo>
                <a:lnTo>
                  <a:pt x="530455" y="455387"/>
                </a:lnTo>
                <a:lnTo>
                  <a:pt x="529320" y="451758"/>
                </a:lnTo>
                <a:lnTo>
                  <a:pt x="527958" y="448356"/>
                </a:lnTo>
                <a:lnTo>
                  <a:pt x="527504" y="444728"/>
                </a:lnTo>
                <a:lnTo>
                  <a:pt x="527050" y="440872"/>
                </a:lnTo>
                <a:lnTo>
                  <a:pt x="527050" y="437244"/>
                </a:lnTo>
                <a:lnTo>
                  <a:pt x="527504" y="433162"/>
                </a:lnTo>
                <a:lnTo>
                  <a:pt x="528412" y="429079"/>
                </a:lnTo>
                <a:lnTo>
                  <a:pt x="530001" y="425224"/>
                </a:lnTo>
                <a:lnTo>
                  <a:pt x="531817" y="421369"/>
                </a:lnTo>
                <a:lnTo>
                  <a:pt x="534314" y="417513"/>
                </a:lnTo>
                <a:lnTo>
                  <a:pt x="537037" y="413431"/>
                </a:lnTo>
                <a:lnTo>
                  <a:pt x="704321" y="212499"/>
                </a:lnTo>
                <a:lnTo>
                  <a:pt x="708407" y="208644"/>
                </a:lnTo>
                <a:lnTo>
                  <a:pt x="712946" y="204335"/>
                </a:lnTo>
                <a:lnTo>
                  <a:pt x="715216" y="202294"/>
                </a:lnTo>
                <a:lnTo>
                  <a:pt x="717940" y="200253"/>
                </a:lnTo>
                <a:lnTo>
                  <a:pt x="720664" y="198438"/>
                </a:lnTo>
                <a:lnTo>
                  <a:pt x="723615" y="196624"/>
                </a:lnTo>
                <a:lnTo>
                  <a:pt x="727019" y="194810"/>
                </a:lnTo>
                <a:lnTo>
                  <a:pt x="731105" y="193449"/>
                </a:lnTo>
                <a:lnTo>
                  <a:pt x="735417" y="192088"/>
                </a:lnTo>
                <a:lnTo>
                  <a:pt x="739957" y="191181"/>
                </a:lnTo>
                <a:lnTo>
                  <a:pt x="745405" y="190047"/>
                </a:lnTo>
                <a:lnTo>
                  <a:pt x="751306" y="189367"/>
                </a:lnTo>
                <a:lnTo>
                  <a:pt x="757888" y="188913"/>
                </a:lnTo>
                <a:close/>
                <a:moveTo>
                  <a:pt x="538163" y="92075"/>
                </a:moveTo>
                <a:lnTo>
                  <a:pt x="614363" y="92075"/>
                </a:lnTo>
                <a:lnTo>
                  <a:pt x="614363" y="263525"/>
                </a:lnTo>
                <a:lnTo>
                  <a:pt x="565974" y="263525"/>
                </a:lnTo>
                <a:lnTo>
                  <a:pt x="566733" y="264454"/>
                </a:lnTo>
                <a:lnTo>
                  <a:pt x="568322" y="266954"/>
                </a:lnTo>
                <a:lnTo>
                  <a:pt x="569911" y="269680"/>
                </a:lnTo>
                <a:lnTo>
                  <a:pt x="571045" y="272634"/>
                </a:lnTo>
                <a:lnTo>
                  <a:pt x="572180" y="275588"/>
                </a:lnTo>
                <a:lnTo>
                  <a:pt x="572861" y="278542"/>
                </a:lnTo>
                <a:lnTo>
                  <a:pt x="573088" y="281950"/>
                </a:lnTo>
                <a:lnTo>
                  <a:pt x="573088" y="285131"/>
                </a:lnTo>
                <a:lnTo>
                  <a:pt x="572634" y="288539"/>
                </a:lnTo>
                <a:lnTo>
                  <a:pt x="571953" y="292175"/>
                </a:lnTo>
                <a:lnTo>
                  <a:pt x="570818" y="295356"/>
                </a:lnTo>
                <a:lnTo>
                  <a:pt x="569230" y="298992"/>
                </a:lnTo>
                <a:lnTo>
                  <a:pt x="567187" y="302400"/>
                </a:lnTo>
                <a:lnTo>
                  <a:pt x="564917" y="305808"/>
                </a:lnTo>
                <a:lnTo>
                  <a:pt x="472537" y="417146"/>
                </a:lnTo>
                <a:lnTo>
                  <a:pt x="468452" y="422599"/>
                </a:lnTo>
                <a:lnTo>
                  <a:pt x="466182" y="424417"/>
                </a:lnTo>
                <a:lnTo>
                  <a:pt x="464139" y="426462"/>
                </a:lnTo>
                <a:lnTo>
                  <a:pt x="461869" y="428280"/>
                </a:lnTo>
                <a:lnTo>
                  <a:pt x="459599" y="429643"/>
                </a:lnTo>
                <a:lnTo>
                  <a:pt x="457557" y="431007"/>
                </a:lnTo>
                <a:lnTo>
                  <a:pt x="455287" y="432143"/>
                </a:lnTo>
                <a:lnTo>
                  <a:pt x="453471" y="433052"/>
                </a:lnTo>
                <a:lnTo>
                  <a:pt x="451428" y="433733"/>
                </a:lnTo>
                <a:lnTo>
                  <a:pt x="449158" y="434188"/>
                </a:lnTo>
                <a:lnTo>
                  <a:pt x="447116" y="434415"/>
                </a:lnTo>
                <a:lnTo>
                  <a:pt x="444846" y="434642"/>
                </a:lnTo>
                <a:lnTo>
                  <a:pt x="442803" y="434642"/>
                </a:lnTo>
                <a:lnTo>
                  <a:pt x="440987" y="434415"/>
                </a:lnTo>
                <a:lnTo>
                  <a:pt x="438944" y="433960"/>
                </a:lnTo>
                <a:lnTo>
                  <a:pt x="436675" y="433279"/>
                </a:lnTo>
                <a:lnTo>
                  <a:pt x="434632" y="432597"/>
                </a:lnTo>
                <a:lnTo>
                  <a:pt x="432589" y="431461"/>
                </a:lnTo>
                <a:lnTo>
                  <a:pt x="430773" y="430325"/>
                </a:lnTo>
                <a:lnTo>
                  <a:pt x="426688" y="427598"/>
                </a:lnTo>
                <a:lnTo>
                  <a:pt x="422602" y="423963"/>
                </a:lnTo>
                <a:lnTo>
                  <a:pt x="418743" y="420100"/>
                </a:lnTo>
                <a:lnTo>
                  <a:pt x="414658" y="415556"/>
                </a:lnTo>
                <a:lnTo>
                  <a:pt x="411026" y="410330"/>
                </a:lnTo>
                <a:lnTo>
                  <a:pt x="406941" y="404195"/>
                </a:lnTo>
                <a:lnTo>
                  <a:pt x="400585" y="394197"/>
                </a:lnTo>
                <a:lnTo>
                  <a:pt x="391733" y="381700"/>
                </a:lnTo>
                <a:lnTo>
                  <a:pt x="371986" y="353297"/>
                </a:lnTo>
                <a:lnTo>
                  <a:pt x="347473" y="318760"/>
                </a:lnTo>
                <a:lnTo>
                  <a:pt x="347473" y="490538"/>
                </a:lnTo>
                <a:lnTo>
                  <a:pt x="129120" y="490538"/>
                </a:lnTo>
                <a:lnTo>
                  <a:pt x="129120" y="338528"/>
                </a:lnTo>
                <a:lnTo>
                  <a:pt x="111643" y="338528"/>
                </a:lnTo>
                <a:lnTo>
                  <a:pt x="107557" y="490538"/>
                </a:lnTo>
                <a:lnTo>
                  <a:pt x="36513" y="490538"/>
                </a:lnTo>
                <a:lnTo>
                  <a:pt x="36513" y="316033"/>
                </a:lnTo>
                <a:lnTo>
                  <a:pt x="36740" y="307853"/>
                </a:lnTo>
                <a:lnTo>
                  <a:pt x="36740" y="300128"/>
                </a:lnTo>
                <a:lnTo>
                  <a:pt x="37194" y="292629"/>
                </a:lnTo>
                <a:lnTo>
                  <a:pt x="37648" y="285358"/>
                </a:lnTo>
                <a:lnTo>
                  <a:pt x="38783" y="278542"/>
                </a:lnTo>
                <a:lnTo>
                  <a:pt x="39464" y="272407"/>
                </a:lnTo>
                <a:lnTo>
                  <a:pt x="40826" y="266499"/>
                </a:lnTo>
                <a:lnTo>
                  <a:pt x="41961" y="260591"/>
                </a:lnTo>
                <a:lnTo>
                  <a:pt x="43549" y="255365"/>
                </a:lnTo>
                <a:lnTo>
                  <a:pt x="45138" y="250366"/>
                </a:lnTo>
                <a:lnTo>
                  <a:pt x="47181" y="245595"/>
                </a:lnTo>
                <a:lnTo>
                  <a:pt x="49451" y="241278"/>
                </a:lnTo>
                <a:lnTo>
                  <a:pt x="51721" y="237188"/>
                </a:lnTo>
                <a:lnTo>
                  <a:pt x="54444" y="233552"/>
                </a:lnTo>
                <a:lnTo>
                  <a:pt x="57168" y="229917"/>
                </a:lnTo>
                <a:lnTo>
                  <a:pt x="60119" y="226736"/>
                </a:lnTo>
                <a:lnTo>
                  <a:pt x="63750" y="223782"/>
                </a:lnTo>
                <a:lnTo>
                  <a:pt x="67155" y="221055"/>
                </a:lnTo>
                <a:lnTo>
                  <a:pt x="71014" y="218556"/>
                </a:lnTo>
                <a:lnTo>
                  <a:pt x="75099" y="216283"/>
                </a:lnTo>
                <a:lnTo>
                  <a:pt x="79412" y="214238"/>
                </a:lnTo>
                <a:lnTo>
                  <a:pt x="84178" y="212421"/>
                </a:lnTo>
                <a:lnTo>
                  <a:pt x="88945" y="210830"/>
                </a:lnTo>
                <a:lnTo>
                  <a:pt x="94165" y="209467"/>
                </a:lnTo>
                <a:lnTo>
                  <a:pt x="99613" y="208331"/>
                </a:lnTo>
                <a:lnTo>
                  <a:pt x="105287" y="207195"/>
                </a:lnTo>
                <a:lnTo>
                  <a:pt x="111416" y="206513"/>
                </a:lnTo>
                <a:lnTo>
                  <a:pt x="117544" y="205831"/>
                </a:lnTo>
                <a:lnTo>
                  <a:pt x="124353" y="205150"/>
                </a:lnTo>
                <a:lnTo>
                  <a:pt x="131390" y="204922"/>
                </a:lnTo>
                <a:lnTo>
                  <a:pt x="146143" y="204695"/>
                </a:lnTo>
                <a:lnTo>
                  <a:pt x="238296" y="204695"/>
                </a:lnTo>
                <a:lnTo>
                  <a:pt x="330449" y="204695"/>
                </a:lnTo>
                <a:lnTo>
                  <a:pt x="336124" y="204695"/>
                </a:lnTo>
                <a:lnTo>
                  <a:pt x="341571" y="205150"/>
                </a:lnTo>
                <a:lnTo>
                  <a:pt x="346565" y="205831"/>
                </a:lnTo>
                <a:lnTo>
                  <a:pt x="351558" y="206513"/>
                </a:lnTo>
                <a:lnTo>
                  <a:pt x="356098" y="207422"/>
                </a:lnTo>
                <a:lnTo>
                  <a:pt x="360410" y="208785"/>
                </a:lnTo>
                <a:lnTo>
                  <a:pt x="364496" y="209921"/>
                </a:lnTo>
                <a:lnTo>
                  <a:pt x="368581" y="211739"/>
                </a:lnTo>
                <a:lnTo>
                  <a:pt x="372213" y="213557"/>
                </a:lnTo>
                <a:lnTo>
                  <a:pt x="375845" y="215375"/>
                </a:lnTo>
                <a:lnTo>
                  <a:pt x="379022" y="217420"/>
                </a:lnTo>
                <a:lnTo>
                  <a:pt x="382200" y="219919"/>
                </a:lnTo>
                <a:lnTo>
                  <a:pt x="385378" y="222191"/>
                </a:lnTo>
                <a:lnTo>
                  <a:pt x="388328" y="224918"/>
                </a:lnTo>
                <a:lnTo>
                  <a:pt x="391052" y="227644"/>
                </a:lnTo>
                <a:lnTo>
                  <a:pt x="393776" y="230598"/>
                </a:lnTo>
                <a:lnTo>
                  <a:pt x="398996" y="236960"/>
                </a:lnTo>
                <a:lnTo>
                  <a:pt x="403763" y="243550"/>
                </a:lnTo>
                <a:lnTo>
                  <a:pt x="408529" y="250594"/>
                </a:lnTo>
                <a:lnTo>
                  <a:pt x="413296" y="258092"/>
                </a:lnTo>
                <a:lnTo>
                  <a:pt x="422602" y="274452"/>
                </a:lnTo>
                <a:lnTo>
                  <a:pt x="427596" y="282632"/>
                </a:lnTo>
                <a:lnTo>
                  <a:pt x="433270" y="291493"/>
                </a:lnTo>
                <a:lnTo>
                  <a:pt x="447116" y="312852"/>
                </a:lnTo>
                <a:lnTo>
                  <a:pt x="454152" y="323077"/>
                </a:lnTo>
                <a:lnTo>
                  <a:pt x="456195" y="326031"/>
                </a:lnTo>
                <a:lnTo>
                  <a:pt x="456876" y="327167"/>
                </a:lnTo>
                <a:lnTo>
                  <a:pt x="511350" y="261955"/>
                </a:lnTo>
                <a:lnTo>
                  <a:pt x="514301" y="259228"/>
                </a:lnTo>
                <a:lnTo>
                  <a:pt x="517252" y="256729"/>
                </a:lnTo>
                <a:lnTo>
                  <a:pt x="520202" y="254684"/>
                </a:lnTo>
                <a:lnTo>
                  <a:pt x="523607" y="252866"/>
                </a:lnTo>
                <a:lnTo>
                  <a:pt x="526785" y="251730"/>
                </a:lnTo>
                <a:lnTo>
                  <a:pt x="529962" y="250594"/>
                </a:lnTo>
                <a:lnTo>
                  <a:pt x="533140" y="249912"/>
                </a:lnTo>
                <a:lnTo>
                  <a:pt x="536545" y="249685"/>
                </a:lnTo>
                <a:lnTo>
                  <a:pt x="538163" y="249685"/>
                </a:lnTo>
                <a:lnTo>
                  <a:pt x="538163" y="92075"/>
                </a:lnTo>
                <a:close/>
                <a:moveTo>
                  <a:pt x="238296" y="15875"/>
                </a:moveTo>
                <a:lnTo>
                  <a:pt x="242836" y="16102"/>
                </a:lnTo>
                <a:lnTo>
                  <a:pt x="247148" y="16330"/>
                </a:lnTo>
                <a:lnTo>
                  <a:pt x="251234" y="17011"/>
                </a:lnTo>
                <a:lnTo>
                  <a:pt x="255546" y="17693"/>
                </a:lnTo>
                <a:lnTo>
                  <a:pt x="259859" y="18602"/>
                </a:lnTo>
                <a:lnTo>
                  <a:pt x="263718" y="19965"/>
                </a:lnTo>
                <a:lnTo>
                  <a:pt x="267803" y="21101"/>
                </a:lnTo>
                <a:lnTo>
                  <a:pt x="271662" y="22692"/>
                </a:lnTo>
                <a:lnTo>
                  <a:pt x="275521" y="24510"/>
                </a:lnTo>
                <a:lnTo>
                  <a:pt x="279152" y="26327"/>
                </a:lnTo>
                <a:lnTo>
                  <a:pt x="282784" y="28372"/>
                </a:lnTo>
                <a:lnTo>
                  <a:pt x="286189" y="30645"/>
                </a:lnTo>
                <a:lnTo>
                  <a:pt x="289820" y="33144"/>
                </a:lnTo>
                <a:lnTo>
                  <a:pt x="292998" y="35643"/>
                </a:lnTo>
                <a:lnTo>
                  <a:pt x="295949" y="38370"/>
                </a:lnTo>
                <a:lnTo>
                  <a:pt x="298899" y="41097"/>
                </a:lnTo>
                <a:lnTo>
                  <a:pt x="301623" y="44051"/>
                </a:lnTo>
                <a:lnTo>
                  <a:pt x="304347" y="47232"/>
                </a:lnTo>
                <a:lnTo>
                  <a:pt x="306844" y="50413"/>
                </a:lnTo>
                <a:lnTo>
                  <a:pt x="309340" y="53821"/>
                </a:lnTo>
                <a:lnTo>
                  <a:pt x="311610" y="57457"/>
                </a:lnTo>
                <a:lnTo>
                  <a:pt x="313653" y="60865"/>
                </a:lnTo>
                <a:lnTo>
                  <a:pt x="315696" y="64728"/>
                </a:lnTo>
                <a:lnTo>
                  <a:pt x="317511" y="68363"/>
                </a:lnTo>
                <a:lnTo>
                  <a:pt x="318873" y="72453"/>
                </a:lnTo>
                <a:lnTo>
                  <a:pt x="320235" y="76316"/>
                </a:lnTo>
                <a:lnTo>
                  <a:pt x="321370" y="80406"/>
                </a:lnTo>
                <a:lnTo>
                  <a:pt x="322505" y="84723"/>
                </a:lnTo>
                <a:lnTo>
                  <a:pt x="323186" y="88813"/>
                </a:lnTo>
                <a:lnTo>
                  <a:pt x="323640" y="93130"/>
                </a:lnTo>
                <a:lnTo>
                  <a:pt x="323867" y="97447"/>
                </a:lnTo>
                <a:lnTo>
                  <a:pt x="324094" y="101764"/>
                </a:lnTo>
                <a:lnTo>
                  <a:pt x="323867" y="106309"/>
                </a:lnTo>
                <a:lnTo>
                  <a:pt x="323640" y="110626"/>
                </a:lnTo>
                <a:lnTo>
                  <a:pt x="323186" y="114716"/>
                </a:lnTo>
                <a:lnTo>
                  <a:pt x="322505" y="119033"/>
                </a:lnTo>
                <a:lnTo>
                  <a:pt x="321370" y="123350"/>
                </a:lnTo>
                <a:lnTo>
                  <a:pt x="320235" y="127213"/>
                </a:lnTo>
                <a:lnTo>
                  <a:pt x="318873" y="131303"/>
                </a:lnTo>
                <a:lnTo>
                  <a:pt x="317511" y="135393"/>
                </a:lnTo>
                <a:lnTo>
                  <a:pt x="315696" y="139029"/>
                </a:lnTo>
                <a:lnTo>
                  <a:pt x="313653" y="142891"/>
                </a:lnTo>
                <a:lnTo>
                  <a:pt x="311610" y="146300"/>
                </a:lnTo>
                <a:lnTo>
                  <a:pt x="309340" y="149708"/>
                </a:lnTo>
                <a:lnTo>
                  <a:pt x="306844" y="153343"/>
                </a:lnTo>
                <a:lnTo>
                  <a:pt x="304347" y="156525"/>
                </a:lnTo>
                <a:lnTo>
                  <a:pt x="301623" y="159478"/>
                </a:lnTo>
                <a:lnTo>
                  <a:pt x="298899" y="162432"/>
                </a:lnTo>
                <a:lnTo>
                  <a:pt x="295949" y="165613"/>
                </a:lnTo>
                <a:lnTo>
                  <a:pt x="292998" y="168113"/>
                </a:lnTo>
                <a:lnTo>
                  <a:pt x="289820" y="170839"/>
                </a:lnTo>
                <a:lnTo>
                  <a:pt x="286189" y="173112"/>
                </a:lnTo>
                <a:lnTo>
                  <a:pt x="282784" y="175157"/>
                </a:lnTo>
                <a:lnTo>
                  <a:pt x="279152" y="177202"/>
                </a:lnTo>
                <a:lnTo>
                  <a:pt x="275521" y="179247"/>
                </a:lnTo>
                <a:lnTo>
                  <a:pt x="271662" y="181064"/>
                </a:lnTo>
                <a:lnTo>
                  <a:pt x="267803" y="182428"/>
                </a:lnTo>
                <a:lnTo>
                  <a:pt x="263718" y="184018"/>
                </a:lnTo>
                <a:lnTo>
                  <a:pt x="259859" y="184927"/>
                </a:lnTo>
                <a:lnTo>
                  <a:pt x="255546" y="186063"/>
                </a:lnTo>
                <a:lnTo>
                  <a:pt x="251234" y="186745"/>
                </a:lnTo>
                <a:lnTo>
                  <a:pt x="247148" y="187199"/>
                </a:lnTo>
                <a:lnTo>
                  <a:pt x="242836" y="187654"/>
                </a:lnTo>
                <a:lnTo>
                  <a:pt x="238296" y="187654"/>
                </a:lnTo>
                <a:lnTo>
                  <a:pt x="233757" y="187654"/>
                </a:lnTo>
                <a:lnTo>
                  <a:pt x="229671" y="187199"/>
                </a:lnTo>
                <a:lnTo>
                  <a:pt x="225132" y="186745"/>
                </a:lnTo>
                <a:lnTo>
                  <a:pt x="221046" y="186063"/>
                </a:lnTo>
                <a:lnTo>
                  <a:pt x="216960" y="184927"/>
                </a:lnTo>
                <a:lnTo>
                  <a:pt x="212875" y="184018"/>
                </a:lnTo>
                <a:lnTo>
                  <a:pt x="208789" y="182428"/>
                </a:lnTo>
                <a:lnTo>
                  <a:pt x="204930" y="181064"/>
                </a:lnTo>
                <a:lnTo>
                  <a:pt x="201072" y="179247"/>
                </a:lnTo>
                <a:lnTo>
                  <a:pt x="197440" y="177202"/>
                </a:lnTo>
                <a:lnTo>
                  <a:pt x="194036" y="175157"/>
                </a:lnTo>
                <a:lnTo>
                  <a:pt x="190404" y="173112"/>
                </a:lnTo>
                <a:lnTo>
                  <a:pt x="186999" y="170839"/>
                </a:lnTo>
                <a:lnTo>
                  <a:pt x="183595" y="168113"/>
                </a:lnTo>
                <a:lnTo>
                  <a:pt x="180644" y="165613"/>
                </a:lnTo>
                <a:lnTo>
                  <a:pt x="177693" y="162432"/>
                </a:lnTo>
                <a:lnTo>
                  <a:pt x="174742" y="159478"/>
                </a:lnTo>
                <a:lnTo>
                  <a:pt x="172019" y="156525"/>
                </a:lnTo>
                <a:lnTo>
                  <a:pt x="169522" y="153343"/>
                </a:lnTo>
                <a:lnTo>
                  <a:pt x="167252" y="149708"/>
                </a:lnTo>
                <a:lnTo>
                  <a:pt x="164982" y="146300"/>
                </a:lnTo>
                <a:lnTo>
                  <a:pt x="162713" y="142891"/>
                </a:lnTo>
                <a:lnTo>
                  <a:pt x="160897" y="139029"/>
                </a:lnTo>
                <a:lnTo>
                  <a:pt x="159308" y="135393"/>
                </a:lnTo>
                <a:lnTo>
                  <a:pt x="157719" y="131303"/>
                </a:lnTo>
                <a:lnTo>
                  <a:pt x="156357" y="127213"/>
                </a:lnTo>
                <a:lnTo>
                  <a:pt x="155222" y="123350"/>
                </a:lnTo>
                <a:lnTo>
                  <a:pt x="154314" y="119033"/>
                </a:lnTo>
                <a:lnTo>
                  <a:pt x="153407" y="114716"/>
                </a:lnTo>
                <a:lnTo>
                  <a:pt x="152953" y="110626"/>
                </a:lnTo>
                <a:lnTo>
                  <a:pt x="152499" y="106309"/>
                </a:lnTo>
                <a:lnTo>
                  <a:pt x="152499" y="101764"/>
                </a:lnTo>
                <a:lnTo>
                  <a:pt x="152499" y="97447"/>
                </a:lnTo>
                <a:lnTo>
                  <a:pt x="152953" y="93130"/>
                </a:lnTo>
                <a:lnTo>
                  <a:pt x="153407" y="88813"/>
                </a:lnTo>
                <a:lnTo>
                  <a:pt x="154314" y="84723"/>
                </a:lnTo>
                <a:lnTo>
                  <a:pt x="155222" y="80406"/>
                </a:lnTo>
                <a:lnTo>
                  <a:pt x="156357" y="76316"/>
                </a:lnTo>
                <a:lnTo>
                  <a:pt x="157719" y="72453"/>
                </a:lnTo>
                <a:lnTo>
                  <a:pt x="159308" y="68363"/>
                </a:lnTo>
                <a:lnTo>
                  <a:pt x="160897" y="64728"/>
                </a:lnTo>
                <a:lnTo>
                  <a:pt x="162713" y="60865"/>
                </a:lnTo>
                <a:lnTo>
                  <a:pt x="164982" y="57457"/>
                </a:lnTo>
                <a:lnTo>
                  <a:pt x="167252" y="53821"/>
                </a:lnTo>
                <a:lnTo>
                  <a:pt x="169522" y="50413"/>
                </a:lnTo>
                <a:lnTo>
                  <a:pt x="172019" y="47232"/>
                </a:lnTo>
                <a:lnTo>
                  <a:pt x="174742" y="44051"/>
                </a:lnTo>
                <a:lnTo>
                  <a:pt x="177693" y="41097"/>
                </a:lnTo>
                <a:lnTo>
                  <a:pt x="180644" y="38370"/>
                </a:lnTo>
                <a:lnTo>
                  <a:pt x="183595" y="35643"/>
                </a:lnTo>
                <a:lnTo>
                  <a:pt x="186999" y="33144"/>
                </a:lnTo>
                <a:lnTo>
                  <a:pt x="190404" y="30645"/>
                </a:lnTo>
                <a:lnTo>
                  <a:pt x="194036" y="28372"/>
                </a:lnTo>
                <a:lnTo>
                  <a:pt x="197440" y="26327"/>
                </a:lnTo>
                <a:lnTo>
                  <a:pt x="201072" y="24510"/>
                </a:lnTo>
                <a:lnTo>
                  <a:pt x="204930" y="22692"/>
                </a:lnTo>
                <a:lnTo>
                  <a:pt x="208789" y="21101"/>
                </a:lnTo>
                <a:lnTo>
                  <a:pt x="212875" y="19965"/>
                </a:lnTo>
                <a:lnTo>
                  <a:pt x="216960" y="18602"/>
                </a:lnTo>
                <a:lnTo>
                  <a:pt x="221046" y="17693"/>
                </a:lnTo>
                <a:lnTo>
                  <a:pt x="225132" y="17011"/>
                </a:lnTo>
                <a:lnTo>
                  <a:pt x="229671" y="16330"/>
                </a:lnTo>
                <a:lnTo>
                  <a:pt x="233757" y="16102"/>
                </a:lnTo>
                <a:lnTo>
                  <a:pt x="238296" y="15875"/>
                </a:lnTo>
                <a:close/>
                <a:moveTo>
                  <a:pt x="852715" y="0"/>
                </a:moveTo>
                <a:lnTo>
                  <a:pt x="857250" y="0"/>
                </a:lnTo>
                <a:lnTo>
                  <a:pt x="861786" y="0"/>
                </a:lnTo>
                <a:lnTo>
                  <a:pt x="865868" y="453"/>
                </a:lnTo>
                <a:lnTo>
                  <a:pt x="870404" y="907"/>
                </a:lnTo>
                <a:lnTo>
                  <a:pt x="874486" y="1814"/>
                </a:lnTo>
                <a:lnTo>
                  <a:pt x="878568" y="2721"/>
                </a:lnTo>
                <a:lnTo>
                  <a:pt x="882650" y="3855"/>
                </a:lnTo>
                <a:lnTo>
                  <a:pt x="886732" y="5216"/>
                </a:lnTo>
                <a:lnTo>
                  <a:pt x="890588" y="6803"/>
                </a:lnTo>
                <a:lnTo>
                  <a:pt x="894443" y="8391"/>
                </a:lnTo>
                <a:lnTo>
                  <a:pt x="898072" y="10432"/>
                </a:lnTo>
                <a:lnTo>
                  <a:pt x="901700" y="12473"/>
                </a:lnTo>
                <a:lnTo>
                  <a:pt x="905102" y="14741"/>
                </a:lnTo>
                <a:lnTo>
                  <a:pt x="908504" y="17009"/>
                </a:lnTo>
                <a:lnTo>
                  <a:pt x="911906" y="19731"/>
                </a:lnTo>
                <a:lnTo>
                  <a:pt x="914854" y="22225"/>
                </a:lnTo>
                <a:lnTo>
                  <a:pt x="917802" y="25173"/>
                </a:lnTo>
                <a:lnTo>
                  <a:pt x="920750" y="28122"/>
                </a:lnTo>
                <a:lnTo>
                  <a:pt x="923245" y="31070"/>
                </a:lnTo>
                <a:lnTo>
                  <a:pt x="925966" y="34472"/>
                </a:lnTo>
                <a:lnTo>
                  <a:pt x="928234" y="37873"/>
                </a:lnTo>
                <a:lnTo>
                  <a:pt x="930502" y="41275"/>
                </a:lnTo>
                <a:lnTo>
                  <a:pt x="932543" y="44904"/>
                </a:lnTo>
                <a:lnTo>
                  <a:pt x="934584" y="48532"/>
                </a:lnTo>
                <a:lnTo>
                  <a:pt x="936172" y="52388"/>
                </a:lnTo>
                <a:lnTo>
                  <a:pt x="937759" y="56243"/>
                </a:lnTo>
                <a:lnTo>
                  <a:pt x="939347" y="60325"/>
                </a:lnTo>
                <a:lnTo>
                  <a:pt x="940254" y="64407"/>
                </a:lnTo>
                <a:lnTo>
                  <a:pt x="941161" y="68490"/>
                </a:lnTo>
                <a:lnTo>
                  <a:pt x="942068" y="72798"/>
                </a:lnTo>
                <a:lnTo>
                  <a:pt x="942522" y="77107"/>
                </a:lnTo>
                <a:lnTo>
                  <a:pt x="942975" y="81190"/>
                </a:lnTo>
                <a:lnTo>
                  <a:pt x="942975" y="85725"/>
                </a:lnTo>
                <a:lnTo>
                  <a:pt x="942975" y="90261"/>
                </a:lnTo>
                <a:lnTo>
                  <a:pt x="942522" y="94570"/>
                </a:lnTo>
                <a:lnTo>
                  <a:pt x="942068" y="98652"/>
                </a:lnTo>
                <a:lnTo>
                  <a:pt x="941161" y="102961"/>
                </a:lnTo>
                <a:lnTo>
                  <a:pt x="940254" y="107270"/>
                </a:lnTo>
                <a:lnTo>
                  <a:pt x="939347" y="111125"/>
                </a:lnTo>
                <a:lnTo>
                  <a:pt x="937759" y="115207"/>
                </a:lnTo>
                <a:lnTo>
                  <a:pt x="936172" y="119063"/>
                </a:lnTo>
                <a:lnTo>
                  <a:pt x="934584" y="122918"/>
                </a:lnTo>
                <a:lnTo>
                  <a:pt x="932543" y="126547"/>
                </a:lnTo>
                <a:lnTo>
                  <a:pt x="930502" y="130175"/>
                </a:lnTo>
                <a:lnTo>
                  <a:pt x="928234" y="133577"/>
                </a:lnTo>
                <a:lnTo>
                  <a:pt x="925966" y="137206"/>
                </a:lnTo>
                <a:lnTo>
                  <a:pt x="923245" y="140381"/>
                </a:lnTo>
                <a:lnTo>
                  <a:pt x="920750" y="143329"/>
                </a:lnTo>
                <a:lnTo>
                  <a:pt x="917802" y="146277"/>
                </a:lnTo>
                <a:lnTo>
                  <a:pt x="914854" y="148998"/>
                </a:lnTo>
                <a:lnTo>
                  <a:pt x="911906" y="151720"/>
                </a:lnTo>
                <a:lnTo>
                  <a:pt x="908504" y="154215"/>
                </a:lnTo>
                <a:lnTo>
                  <a:pt x="905102" y="156709"/>
                </a:lnTo>
                <a:lnTo>
                  <a:pt x="901700" y="158977"/>
                </a:lnTo>
                <a:lnTo>
                  <a:pt x="898072" y="161018"/>
                </a:lnTo>
                <a:lnTo>
                  <a:pt x="894443" y="163059"/>
                </a:lnTo>
                <a:lnTo>
                  <a:pt x="890588" y="164873"/>
                </a:lnTo>
                <a:lnTo>
                  <a:pt x="886732" y="166234"/>
                </a:lnTo>
                <a:lnTo>
                  <a:pt x="882650" y="167595"/>
                </a:lnTo>
                <a:lnTo>
                  <a:pt x="878568" y="168729"/>
                </a:lnTo>
                <a:lnTo>
                  <a:pt x="874486" y="169636"/>
                </a:lnTo>
                <a:lnTo>
                  <a:pt x="870404" y="170543"/>
                </a:lnTo>
                <a:lnTo>
                  <a:pt x="865868" y="170997"/>
                </a:lnTo>
                <a:lnTo>
                  <a:pt x="861786" y="171223"/>
                </a:lnTo>
                <a:lnTo>
                  <a:pt x="857250" y="171450"/>
                </a:lnTo>
                <a:lnTo>
                  <a:pt x="852715" y="171223"/>
                </a:lnTo>
                <a:lnTo>
                  <a:pt x="848406" y="170997"/>
                </a:lnTo>
                <a:lnTo>
                  <a:pt x="844323" y="170543"/>
                </a:lnTo>
                <a:lnTo>
                  <a:pt x="840015" y="169636"/>
                </a:lnTo>
                <a:lnTo>
                  <a:pt x="835706" y="168729"/>
                </a:lnTo>
                <a:lnTo>
                  <a:pt x="831850" y="167595"/>
                </a:lnTo>
                <a:lnTo>
                  <a:pt x="827768" y="166234"/>
                </a:lnTo>
                <a:lnTo>
                  <a:pt x="823913" y="164873"/>
                </a:lnTo>
                <a:lnTo>
                  <a:pt x="820057" y="163059"/>
                </a:lnTo>
                <a:lnTo>
                  <a:pt x="816429" y="161018"/>
                </a:lnTo>
                <a:lnTo>
                  <a:pt x="812800" y="158977"/>
                </a:lnTo>
                <a:lnTo>
                  <a:pt x="809398" y="156709"/>
                </a:lnTo>
                <a:lnTo>
                  <a:pt x="805997" y="154215"/>
                </a:lnTo>
                <a:lnTo>
                  <a:pt x="802595" y="151720"/>
                </a:lnTo>
                <a:lnTo>
                  <a:pt x="799647" y="148998"/>
                </a:lnTo>
                <a:lnTo>
                  <a:pt x="796698" y="146277"/>
                </a:lnTo>
                <a:lnTo>
                  <a:pt x="793977" y="143329"/>
                </a:lnTo>
                <a:lnTo>
                  <a:pt x="791256" y="140381"/>
                </a:lnTo>
                <a:lnTo>
                  <a:pt x="788761" y="137206"/>
                </a:lnTo>
                <a:lnTo>
                  <a:pt x="786266" y="133577"/>
                </a:lnTo>
                <a:lnTo>
                  <a:pt x="783998" y="130175"/>
                </a:lnTo>
                <a:lnTo>
                  <a:pt x="781957" y="126547"/>
                </a:lnTo>
                <a:lnTo>
                  <a:pt x="779916" y="122918"/>
                </a:lnTo>
                <a:lnTo>
                  <a:pt x="778329" y="119063"/>
                </a:lnTo>
                <a:lnTo>
                  <a:pt x="776741" y="115207"/>
                </a:lnTo>
                <a:lnTo>
                  <a:pt x="775381" y="111125"/>
                </a:lnTo>
                <a:lnTo>
                  <a:pt x="774247" y="107270"/>
                </a:lnTo>
                <a:lnTo>
                  <a:pt x="773340" y="102961"/>
                </a:lnTo>
                <a:lnTo>
                  <a:pt x="772432" y="98652"/>
                </a:lnTo>
                <a:lnTo>
                  <a:pt x="771979" y="94570"/>
                </a:lnTo>
                <a:lnTo>
                  <a:pt x="771752" y="90261"/>
                </a:lnTo>
                <a:lnTo>
                  <a:pt x="771525" y="85725"/>
                </a:lnTo>
                <a:lnTo>
                  <a:pt x="771752" y="81190"/>
                </a:lnTo>
                <a:lnTo>
                  <a:pt x="771979" y="77107"/>
                </a:lnTo>
                <a:lnTo>
                  <a:pt x="772432" y="72798"/>
                </a:lnTo>
                <a:lnTo>
                  <a:pt x="773340" y="68490"/>
                </a:lnTo>
                <a:lnTo>
                  <a:pt x="774247" y="64407"/>
                </a:lnTo>
                <a:lnTo>
                  <a:pt x="775381" y="60325"/>
                </a:lnTo>
                <a:lnTo>
                  <a:pt x="776741" y="56243"/>
                </a:lnTo>
                <a:lnTo>
                  <a:pt x="778329" y="52388"/>
                </a:lnTo>
                <a:lnTo>
                  <a:pt x="779916" y="48532"/>
                </a:lnTo>
                <a:lnTo>
                  <a:pt x="781957" y="44904"/>
                </a:lnTo>
                <a:lnTo>
                  <a:pt x="783998" y="41275"/>
                </a:lnTo>
                <a:lnTo>
                  <a:pt x="786266" y="37873"/>
                </a:lnTo>
                <a:lnTo>
                  <a:pt x="788761" y="34472"/>
                </a:lnTo>
                <a:lnTo>
                  <a:pt x="791256" y="31070"/>
                </a:lnTo>
                <a:lnTo>
                  <a:pt x="793977" y="28122"/>
                </a:lnTo>
                <a:lnTo>
                  <a:pt x="796698" y="25173"/>
                </a:lnTo>
                <a:lnTo>
                  <a:pt x="799647" y="22225"/>
                </a:lnTo>
                <a:lnTo>
                  <a:pt x="802595" y="19731"/>
                </a:lnTo>
                <a:lnTo>
                  <a:pt x="805997" y="17009"/>
                </a:lnTo>
                <a:lnTo>
                  <a:pt x="809398" y="14741"/>
                </a:lnTo>
                <a:lnTo>
                  <a:pt x="812800" y="12473"/>
                </a:lnTo>
                <a:lnTo>
                  <a:pt x="816429" y="10432"/>
                </a:lnTo>
                <a:lnTo>
                  <a:pt x="820057" y="8391"/>
                </a:lnTo>
                <a:lnTo>
                  <a:pt x="823913" y="6803"/>
                </a:lnTo>
                <a:lnTo>
                  <a:pt x="827768" y="5216"/>
                </a:lnTo>
                <a:lnTo>
                  <a:pt x="831850" y="3855"/>
                </a:lnTo>
                <a:lnTo>
                  <a:pt x="835706" y="2721"/>
                </a:lnTo>
                <a:lnTo>
                  <a:pt x="840015" y="1814"/>
                </a:lnTo>
                <a:lnTo>
                  <a:pt x="844323" y="907"/>
                </a:lnTo>
                <a:lnTo>
                  <a:pt x="848406" y="453"/>
                </a:lnTo>
                <a:lnTo>
                  <a:pt x="852715" y="0"/>
                </a:lnTo>
                <a:close/>
              </a:path>
            </a:pathLst>
          </a:custGeom>
          <a:solidFill>
            <a:srgbClr val="595959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 contourW="12700">
              <a:contourClr>
                <a:srgbClr val="FFFFFF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5382603" y="4887343"/>
            <a:ext cx="1650004" cy="1661407"/>
            <a:chOff x="3410820" y="4232276"/>
            <a:chExt cx="2511068" cy="2528422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0" name="Freeform 65"/>
            <p:cNvSpPr>
              <a:spLocks noEditPoints="1"/>
            </p:cNvSpPr>
            <p:nvPr/>
          </p:nvSpPr>
          <p:spPr bwMode="auto">
            <a:xfrm flipV="1">
              <a:off x="5235576" y="4232276"/>
              <a:ext cx="477838" cy="433388"/>
            </a:xfrm>
            <a:custGeom>
              <a:avLst/>
              <a:gdLst>
                <a:gd name="T0" fmla="*/ 1048 w 3109"/>
                <a:gd name="T1" fmla="*/ 2687 h 2815"/>
                <a:gd name="T2" fmla="*/ 2072 w 3109"/>
                <a:gd name="T3" fmla="*/ 2517 h 2815"/>
                <a:gd name="T4" fmla="*/ 2196 w 3109"/>
                <a:gd name="T5" fmla="*/ 2000 h 2815"/>
                <a:gd name="T6" fmla="*/ 2862 w 3109"/>
                <a:gd name="T7" fmla="*/ 1894 h 2815"/>
                <a:gd name="T8" fmla="*/ 3041 w 3109"/>
                <a:gd name="T9" fmla="*/ 1289 h 2815"/>
                <a:gd name="T10" fmla="*/ 2732 w 3109"/>
                <a:gd name="T11" fmla="*/ 1002 h 2815"/>
                <a:gd name="T12" fmla="*/ 2872 w 3109"/>
                <a:gd name="T13" fmla="*/ 854 h 2815"/>
                <a:gd name="T14" fmla="*/ 2926 w 3109"/>
                <a:gd name="T15" fmla="*/ 418 h 2815"/>
                <a:gd name="T16" fmla="*/ 2683 w 3109"/>
                <a:gd name="T17" fmla="*/ 98 h 2815"/>
                <a:gd name="T18" fmla="*/ 2199 w 3109"/>
                <a:gd name="T19" fmla="*/ 13 h 2815"/>
                <a:gd name="T20" fmla="*/ 2197 w 3109"/>
                <a:gd name="T21" fmla="*/ 115 h 2815"/>
                <a:gd name="T22" fmla="*/ 2488 w 3109"/>
                <a:gd name="T23" fmla="*/ 151 h 2815"/>
                <a:gd name="T24" fmla="*/ 2507 w 3109"/>
                <a:gd name="T25" fmla="*/ 450 h 2815"/>
                <a:gd name="T26" fmla="*/ 2634 w 3109"/>
                <a:gd name="T27" fmla="*/ 571 h 2815"/>
                <a:gd name="T28" fmla="*/ 2816 w 3109"/>
                <a:gd name="T29" fmla="*/ 590 h 2815"/>
                <a:gd name="T30" fmla="*/ 2734 w 3109"/>
                <a:gd name="T31" fmla="*/ 882 h 2815"/>
                <a:gd name="T32" fmla="*/ 2492 w 3109"/>
                <a:gd name="T33" fmla="*/ 988 h 2815"/>
                <a:gd name="T34" fmla="*/ 2390 w 3109"/>
                <a:gd name="T35" fmla="*/ 1085 h 2815"/>
                <a:gd name="T36" fmla="*/ 2781 w 3109"/>
                <a:gd name="T37" fmla="*/ 1160 h 2815"/>
                <a:gd name="T38" fmla="*/ 2837 w 3109"/>
                <a:gd name="T39" fmla="*/ 1717 h 2815"/>
                <a:gd name="T40" fmla="*/ 2581 w 3109"/>
                <a:gd name="T41" fmla="*/ 1932 h 2815"/>
                <a:gd name="T42" fmla="*/ 2153 w 3109"/>
                <a:gd name="T43" fmla="*/ 1814 h 2815"/>
                <a:gd name="T44" fmla="*/ 1947 w 3109"/>
                <a:gd name="T45" fmla="*/ 1807 h 2815"/>
                <a:gd name="T46" fmla="*/ 2039 w 3109"/>
                <a:gd name="T47" fmla="*/ 2408 h 2815"/>
                <a:gd name="T48" fmla="*/ 910 w 3109"/>
                <a:gd name="T49" fmla="*/ 2402 h 2815"/>
                <a:gd name="T50" fmla="*/ 842 w 3109"/>
                <a:gd name="T51" fmla="*/ 1854 h 2815"/>
                <a:gd name="T52" fmla="*/ 899 w 3109"/>
                <a:gd name="T53" fmla="*/ 1646 h 2815"/>
                <a:gd name="T54" fmla="*/ 387 w 3109"/>
                <a:gd name="T55" fmla="*/ 1543 h 2815"/>
                <a:gd name="T56" fmla="*/ 542 w 3109"/>
                <a:gd name="T57" fmla="*/ 527 h 2815"/>
                <a:gd name="T58" fmla="*/ 939 w 3109"/>
                <a:gd name="T59" fmla="*/ 530 h 2815"/>
                <a:gd name="T60" fmla="*/ 1137 w 3109"/>
                <a:gd name="T61" fmla="*/ 497 h 2815"/>
                <a:gd name="T62" fmla="*/ 395 w 3109"/>
                <a:gd name="T63" fmla="*/ 497 h 2815"/>
                <a:gd name="T64" fmla="*/ 147 w 3109"/>
                <a:gd name="T65" fmla="*/ 765 h 2815"/>
                <a:gd name="T66" fmla="*/ 163 w 3109"/>
                <a:gd name="T67" fmla="*/ 1524 h 2815"/>
                <a:gd name="T68" fmla="*/ 733 w 3109"/>
                <a:gd name="T69" fmla="*/ 1759 h 2815"/>
                <a:gd name="T70" fmla="*/ 716 w 3109"/>
                <a:gd name="T71" fmla="*/ 2412 h 2815"/>
                <a:gd name="T72" fmla="*/ 1048 w 3109"/>
                <a:gd name="T73" fmla="*/ 2687 h 2815"/>
                <a:gd name="T74" fmla="*/ 2691 w 3109"/>
                <a:gd name="T75" fmla="*/ 550 h 2815"/>
                <a:gd name="T76" fmla="*/ 2508 w 3109"/>
                <a:gd name="T77" fmla="*/ 405 h 2815"/>
                <a:gd name="T78" fmla="*/ 2504 w 3109"/>
                <a:gd name="T79" fmla="*/ 142 h 2815"/>
                <a:gd name="T80" fmla="*/ 2821 w 3109"/>
                <a:gd name="T81" fmla="*/ 569 h 2815"/>
                <a:gd name="T82" fmla="*/ 2691 w 3109"/>
                <a:gd name="T83" fmla="*/ 550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09" h="2815">
                  <a:moveTo>
                    <a:pt x="1048" y="2687"/>
                  </a:moveTo>
                  <a:cubicBezTo>
                    <a:pt x="1385" y="2815"/>
                    <a:pt x="1800" y="2761"/>
                    <a:pt x="2072" y="2517"/>
                  </a:cubicBezTo>
                  <a:cubicBezTo>
                    <a:pt x="2234" y="2403"/>
                    <a:pt x="2214" y="2174"/>
                    <a:pt x="2196" y="2000"/>
                  </a:cubicBezTo>
                  <a:cubicBezTo>
                    <a:pt x="2414" y="2064"/>
                    <a:pt x="2705" y="2095"/>
                    <a:pt x="2862" y="1894"/>
                  </a:cubicBezTo>
                  <a:cubicBezTo>
                    <a:pt x="3042" y="1755"/>
                    <a:pt x="3109" y="1503"/>
                    <a:pt x="3041" y="1289"/>
                  </a:cubicBezTo>
                  <a:cubicBezTo>
                    <a:pt x="3000" y="1142"/>
                    <a:pt x="2847" y="1082"/>
                    <a:pt x="2732" y="1002"/>
                  </a:cubicBezTo>
                  <a:cubicBezTo>
                    <a:pt x="2787" y="961"/>
                    <a:pt x="2830" y="907"/>
                    <a:pt x="2872" y="854"/>
                  </a:cubicBezTo>
                  <a:cubicBezTo>
                    <a:pt x="2961" y="730"/>
                    <a:pt x="3012" y="556"/>
                    <a:pt x="2926" y="418"/>
                  </a:cubicBezTo>
                  <a:cubicBezTo>
                    <a:pt x="2855" y="305"/>
                    <a:pt x="2807" y="164"/>
                    <a:pt x="2683" y="98"/>
                  </a:cubicBezTo>
                  <a:cubicBezTo>
                    <a:pt x="2543" y="0"/>
                    <a:pt x="2362" y="5"/>
                    <a:pt x="2199" y="13"/>
                  </a:cubicBezTo>
                  <a:cubicBezTo>
                    <a:pt x="2199" y="38"/>
                    <a:pt x="2198" y="90"/>
                    <a:pt x="2197" y="115"/>
                  </a:cubicBezTo>
                  <a:cubicBezTo>
                    <a:pt x="2295" y="117"/>
                    <a:pt x="2392" y="133"/>
                    <a:pt x="2488" y="151"/>
                  </a:cubicBezTo>
                  <a:cubicBezTo>
                    <a:pt x="2443" y="247"/>
                    <a:pt x="2449" y="361"/>
                    <a:pt x="2507" y="450"/>
                  </a:cubicBezTo>
                  <a:cubicBezTo>
                    <a:pt x="2545" y="495"/>
                    <a:pt x="2607" y="516"/>
                    <a:pt x="2634" y="571"/>
                  </a:cubicBezTo>
                  <a:cubicBezTo>
                    <a:pt x="2695" y="547"/>
                    <a:pt x="2756" y="581"/>
                    <a:pt x="2816" y="590"/>
                  </a:cubicBezTo>
                  <a:cubicBezTo>
                    <a:pt x="2808" y="692"/>
                    <a:pt x="2793" y="795"/>
                    <a:pt x="2734" y="882"/>
                  </a:cubicBezTo>
                  <a:cubicBezTo>
                    <a:pt x="2656" y="923"/>
                    <a:pt x="2578" y="965"/>
                    <a:pt x="2492" y="988"/>
                  </a:cubicBezTo>
                  <a:cubicBezTo>
                    <a:pt x="2438" y="993"/>
                    <a:pt x="2407" y="1036"/>
                    <a:pt x="2390" y="1085"/>
                  </a:cubicBezTo>
                  <a:cubicBezTo>
                    <a:pt x="2522" y="1092"/>
                    <a:pt x="2661" y="1098"/>
                    <a:pt x="2781" y="1160"/>
                  </a:cubicBezTo>
                  <a:cubicBezTo>
                    <a:pt x="2892" y="1323"/>
                    <a:pt x="2919" y="1536"/>
                    <a:pt x="2837" y="1717"/>
                  </a:cubicBezTo>
                  <a:cubicBezTo>
                    <a:pt x="2815" y="1840"/>
                    <a:pt x="2693" y="1906"/>
                    <a:pt x="2581" y="1932"/>
                  </a:cubicBezTo>
                  <a:cubicBezTo>
                    <a:pt x="2429" y="1954"/>
                    <a:pt x="2280" y="1891"/>
                    <a:pt x="2153" y="1814"/>
                  </a:cubicBezTo>
                  <a:cubicBezTo>
                    <a:pt x="2090" y="1774"/>
                    <a:pt x="2013" y="1807"/>
                    <a:pt x="1947" y="1807"/>
                  </a:cubicBezTo>
                  <a:cubicBezTo>
                    <a:pt x="2032" y="1991"/>
                    <a:pt x="2140" y="2208"/>
                    <a:pt x="2039" y="2408"/>
                  </a:cubicBezTo>
                  <a:cubicBezTo>
                    <a:pt x="1758" y="2742"/>
                    <a:pt x="1199" y="2711"/>
                    <a:pt x="910" y="2402"/>
                  </a:cubicBezTo>
                  <a:cubicBezTo>
                    <a:pt x="820" y="2234"/>
                    <a:pt x="814" y="2039"/>
                    <a:pt x="842" y="1854"/>
                  </a:cubicBezTo>
                  <a:cubicBezTo>
                    <a:pt x="876" y="1790"/>
                    <a:pt x="888" y="1717"/>
                    <a:pt x="899" y="1646"/>
                  </a:cubicBezTo>
                  <a:cubicBezTo>
                    <a:pt x="725" y="1666"/>
                    <a:pt x="529" y="1662"/>
                    <a:pt x="387" y="1543"/>
                  </a:cubicBezTo>
                  <a:cubicBezTo>
                    <a:pt x="81" y="1271"/>
                    <a:pt x="186" y="707"/>
                    <a:pt x="542" y="527"/>
                  </a:cubicBezTo>
                  <a:cubicBezTo>
                    <a:pt x="670" y="487"/>
                    <a:pt x="810" y="490"/>
                    <a:pt x="939" y="530"/>
                  </a:cubicBezTo>
                  <a:cubicBezTo>
                    <a:pt x="1007" y="558"/>
                    <a:pt x="1074" y="519"/>
                    <a:pt x="1137" y="497"/>
                  </a:cubicBezTo>
                  <a:cubicBezTo>
                    <a:pt x="907" y="371"/>
                    <a:pt x="629" y="395"/>
                    <a:pt x="395" y="497"/>
                  </a:cubicBezTo>
                  <a:cubicBezTo>
                    <a:pt x="263" y="527"/>
                    <a:pt x="196" y="651"/>
                    <a:pt x="147" y="765"/>
                  </a:cubicBezTo>
                  <a:cubicBezTo>
                    <a:pt x="26" y="998"/>
                    <a:pt x="0" y="1303"/>
                    <a:pt x="163" y="1524"/>
                  </a:cubicBezTo>
                  <a:cubicBezTo>
                    <a:pt x="269" y="1725"/>
                    <a:pt x="526" y="1766"/>
                    <a:pt x="733" y="1759"/>
                  </a:cubicBezTo>
                  <a:cubicBezTo>
                    <a:pt x="637" y="1959"/>
                    <a:pt x="610" y="2211"/>
                    <a:pt x="716" y="2412"/>
                  </a:cubicBezTo>
                  <a:cubicBezTo>
                    <a:pt x="806" y="2525"/>
                    <a:pt x="907" y="2640"/>
                    <a:pt x="1048" y="2687"/>
                  </a:cubicBezTo>
                  <a:moveTo>
                    <a:pt x="2691" y="550"/>
                  </a:moveTo>
                  <a:cubicBezTo>
                    <a:pt x="2633" y="497"/>
                    <a:pt x="2552" y="473"/>
                    <a:pt x="2508" y="405"/>
                  </a:cubicBezTo>
                  <a:cubicBezTo>
                    <a:pt x="2467" y="321"/>
                    <a:pt x="2490" y="230"/>
                    <a:pt x="2504" y="142"/>
                  </a:cubicBezTo>
                  <a:cubicBezTo>
                    <a:pt x="2654" y="244"/>
                    <a:pt x="2793" y="382"/>
                    <a:pt x="2821" y="569"/>
                  </a:cubicBezTo>
                  <a:cubicBezTo>
                    <a:pt x="2777" y="564"/>
                    <a:pt x="2734" y="557"/>
                    <a:pt x="2691" y="5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66"/>
            <p:cNvSpPr>
              <a:spLocks/>
            </p:cNvSpPr>
            <p:nvPr/>
          </p:nvSpPr>
          <p:spPr bwMode="auto">
            <a:xfrm flipV="1">
              <a:off x="4868863" y="4383089"/>
              <a:ext cx="304800" cy="314325"/>
            </a:xfrm>
            <a:custGeom>
              <a:avLst/>
              <a:gdLst>
                <a:gd name="T0" fmla="*/ 741 w 1986"/>
                <a:gd name="T1" fmla="*/ 1990 h 2042"/>
                <a:gd name="T2" fmla="*/ 1249 w 1986"/>
                <a:gd name="T3" fmla="*/ 2008 h 2042"/>
                <a:gd name="T4" fmla="*/ 1546 w 1986"/>
                <a:gd name="T5" fmla="*/ 1751 h 2042"/>
                <a:gd name="T6" fmla="*/ 1561 w 1986"/>
                <a:gd name="T7" fmla="*/ 1397 h 2042"/>
                <a:gd name="T8" fmla="*/ 1868 w 1986"/>
                <a:gd name="T9" fmla="*/ 1303 h 2042"/>
                <a:gd name="T10" fmla="*/ 1898 w 1986"/>
                <a:gd name="T11" fmla="*/ 728 h 2042"/>
                <a:gd name="T12" fmla="*/ 1261 w 1986"/>
                <a:gd name="T13" fmla="*/ 606 h 2042"/>
                <a:gd name="T14" fmla="*/ 1275 w 1986"/>
                <a:gd name="T15" fmla="*/ 267 h 2042"/>
                <a:gd name="T16" fmla="*/ 1147 w 1986"/>
                <a:gd name="T17" fmla="*/ 788 h 2042"/>
                <a:gd name="T18" fmla="*/ 1545 w 1986"/>
                <a:gd name="T19" fmla="*/ 675 h 2042"/>
                <a:gd name="T20" fmla="*/ 1758 w 1986"/>
                <a:gd name="T21" fmla="*/ 1219 h 2042"/>
                <a:gd name="T22" fmla="*/ 1345 w 1986"/>
                <a:gd name="T23" fmla="*/ 1340 h 2042"/>
                <a:gd name="T24" fmla="*/ 1309 w 1986"/>
                <a:gd name="T25" fmla="*/ 1861 h 2042"/>
                <a:gd name="T26" fmla="*/ 1057 w 1986"/>
                <a:gd name="T27" fmla="*/ 1944 h 2042"/>
                <a:gd name="T28" fmla="*/ 740 w 1986"/>
                <a:gd name="T29" fmla="*/ 1750 h 2042"/>
                <a:gd name="T30" fmla="*/ 791 w 1986"/>
                <a:gd name="T31" fmla="*/ 1384 h 2042"/>
                <a:gd name="T32" fmla="*/ 423 w 1986"/>
                <a:gd name="T33" fmla="*/ 1488 h 2042"/>
                <a:gd name="T34" fmla="*/ 261 w 1986"/>
                <a:gd name="T35" fmla="*/ 1079 h 2042"/>
                <a:gd name="T36" fmla="*/ 521 w 1986"/>
                <a:gd name="T37" fmla="*/ 904 h 2042"/>
                <a:gd name="T38" fmla="*/ 259 w 1986"/>
                <a:gd name="T39" fmla="*/ 694 h 2042"/>
                <a:gd name="T40" fmla="*/ 556 w 1986"/>
                <a:gd name="T41" fmla="*/ 427 h 2042"/>
                <a:gd name="T42" fmla="*/ 841 w 1986"/>
                <a:gd name="T43" fmla="*/ 498 h 2042"/>
                <a:gd name="T44" fmla="*/ 731 w 1986"/>
                <a:gd name="T45" fmla="*/ 698 h 2042"/>
                <a:gd name="T46" fmla="*/ 927 w 1986"/>
                <a:gd name="T47" fmla="*/ 503 h 2042"/>
                <a:gd name="T48" fmla="*/ 1305 w 1986"/>
                <a:gd name="T49" fmla="*/ 158 h 2042"/>
                <a:gd name="T50" fmla="*/ 1326 w 1986"/>
                <a:gd name="T51" fmla="*/ 307 h 2042"/>
                <a:gd name="T52" fmla="*/ 1486 w 1986"/>
                <a:gd name="T53" fmla="*/ 0 h 2042"/>
                <a:gd name="T54" fmla="*/ 887 w 1986"/>
                <a:gd name="T55" fmla="*/ 413 h 2042"/>
                <a:gd name="T56" fmla="*/ 291 w 1986"/>
                <a:gd name="T57" fmla="*/ 392 h 2042"/>
                <a:gd name="T58" fmla="*/ 89 w 1986"/>
                <a:gd name="T59" fmla="*/ 729 h 2042"/>
                <a:gd name="T60" fmla="*/ 226 w 1986"/>
                <a:gd name="T61" fmla="*/ 944 h 2042"/>
                <a:gd name="T62" fmla="*/ 24 w 1986"/>
                <a:gd name="T63" fmla="*/ 1299 h 2042"/>
                <a:gd name="T64" fmla="*/ 244 w 1986"/>
                <a:gd name="T65" fmla="*/ 1572 h 2042"/>
                <a:gd name="T66" fmla="*/ 584 w 1986"/>
                <a:gd name="T67" fmla="*/ 1574 h 2042"/>
                <a:gd name="T68" fmla="*/ 741 w 1986"/>
                <a:gd name="T69" fmla="*/ 1990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6" h="2042">
                  <a:moveTo>
                    <a:pt x="741" y="1990"/>
                  </a:moveTo>
                  <a:cubicBezTo>
                    <a:pt x="905" y="2042"/>
                    <a:pt x="1081" y="2031"/>
                    <a:pt x="1249" y="2008"/>
                  </a:cubicBezTo>
                  <a:cubicBezTo>
                    <a:pt x="1376" y="1965"/>
                    <a:pt x="1488" y="1872"/>
                    <a:pt x="1546" y="1751"/>
                  </a:cubicBezTo>
                  <a:cubicBezTo>
                    <a:pt x="1593" y="1639"/>
                    <a:pt x="1581" y="1514"/>
                    <a:pt x="1561" y="1397"/>
                  </a:cubicBezTo>
                  <a:cubicBezTo>
                    <a:pt x="1664" y="1368"/>
                    <a:pt x="1777" y="1362"/>
                    <a:pt x="1868" y="1303"/>
                  </a:cubicBezTo>
                  <a:cubicBezTo>
                    <a:pt x="1986" y="1137"/>
                    <a:pt x="1957" y="910"/>
                    <a:pt x="1898" y="728"/>
                  </a:cubicBezTo>
                  <a:cubicBezTo>
                    <a:pt x="1734" y="556"/>
                    <a:pt x="1478" y="522"/>
                    <a:pt x="1261" y="606"/>
                  </a:cubicBezTo>
                  <a:cubicBezTo>
                    <a:pt x="1264" y="493"/>
                    <a:pt x="1329" y="376"/>
                    <a:pt x="1275" y="267"/>
                  </a:cubicBezTo>
                  <a:cubicBezTo>
                    <a:pt x="1225" y="439"/>
                    <a:pt x="1115" y="601"/>
                    <a:pt x="1147" y="788"/>
                  </a:cubicBezTo>
                  <a:cubicBezTo>
                    <a:pt x="1262" y="710"/>
                    <a:pt x="1401" y="633"/>
                    <a:pt x="1545" y="675"/>
                  </a:cubicBezTo>
                  <a:cubicBezTo>
                    <a:pt x="1777" y="719"/>
                    <a:pt x="1855" y="1028"/>
                    <a:pt x="1758" y="1219"/>
                  </a:cubicBezTo>
                  <a:cubicBezTo>
                    <a:pt x="1672" y="1366"/>
                    <a:pt x="1484" y="1312"/>
                    <a:pt x="1345" y="1340"/>
                  </a:cubicBezTo>
                  <a:cubicBezTo>
                    <a:pt x="1401" y="1508"/>
                    <a:pt x="1442" y="1718"/>
                    <a:pt x="1309" y="1861"/>
                  </a:cubicBezTo>
                  <a:cubicBezTo>
                    <a:pt x="1257" y="1950"/>
                    <a:pt x="1147" y="1949"/>
                    <a:pt x="1057" y="1944"/>
                  </a:cubicBezTo>
                  <a:cubicBezTo>
                    <a:pt x="929" y="1936"/>
                    <a:pt x="794" y="1872"/>
                    <a:pt x="740" y="1750"/>
                  </a:cubicBezTo>
                  <a:cubicBezTo>
                    <a:pt x="679" y="1629"/>
                    <a:pt x="754" y="1500"/>
                    <a:pt x="791" y="1384"/>
                  </a:cubicBezTo>
                  <a:cubicBezTo>
                    <a:pt x="647" y="1351"/>
                    <a:pt x="566" y="1523"/>
                    <a:pt x="423" y="1488"/>
                  </a:cubicBezTo>
                  <a:cubicBezTo>
                    <a:pt x="247" y="1453"/>
                    <a:pt x="162" y="1226"/>
                    <a:pt x="261" y="1079"/>
                  </a:cubicBezTo>
                  <a:cubicBezTo>
                    <a:pt x="309" y="964"/>
                    <a:pt x="516" y="1046"/>
                    <a:pt x="521" y="904"/>
                  </a:cubicBezTo>
                  <a:cubicBezTo>
                    <a:pt x="407" y="887"/>
                    <a:pt x="278" y="819"/>
                    <a:pt x="259" y="694"/>
                  </a:cubicBezTo>
                  <a:cubicBezTo>
                    <a:pt x="267" y="546"/>
                    <a:pt x="403" y="406"/>
                    <a:pt x="556" y="427"/>
                  </a:cubicBezTo>
                  <a:cubicBezTo>
                    <a:pt x="653" y="448"/>
                    <a:pt x="736" y="524"/>
                    <a:pt x="841" y="498"/>
                  </a:cubicBezTo>
                  <a:cubicBezTo>
                    <a:pt x="799" y="561"/>
                    <a:pt x="762" y="628"/>
                    <a:pt x="731" y="698"/>
                  </a:cubicBezTo>
                  <a:cubicBezTo>
                    <a:pt x="841" y="693"/>
                    <a:pt x="878" y="581"/>
                    <a:pt x="927" y="503"/>
                  </a:cubicBezTo>
                  <a:cubicBezTo>
                    <a:pt x="1017" y="354"/>
                    <a:pt x="1163" y="254"/>
                    <a:pt x="1305" y="158"/>
                  </a:cubicBezTo>
                  <a:cubicBezTo>
                    <a:pt x="1260" y="212"/>
                    <a:pt x="1308" y="259"/>
                    <a:pt x="1326" y="307"/>
                  </a:cubicBezTo>
                  <a:cubicBezTo>
                    <a:pt x="1369" y="199"/>
                    <a:pt x="1432" y="102"/>
                    <a:pt x="1486" y="0"/>
                  </a:cubicBezTo>
                  <a:cubicBezTo>
                    <a:pt x="1237" y="41"/>
                    <a:pt x="1048" y="231"/>
                    <a:pt x="887" y="413"/>
                  </a:cubicBezTo>
                  <a:cubicBezTo>
                    <a:pt x="712" y="301"/>
                    <a:pt x="470" y="277"/>
                    <a:pt x="291" y="392"/>
                  </a:cubicBezTo>
                  <a:cubicBezTo>
                    <a:pt x="183" y="470"/>
                    <a:pt x="86" y="589"/>
                    <a:pt x="89" y="729"/>
                  </a:cubicBezTo>
                  <a:cubicBezTo>
                    <a:pt x="89" y="821"/>
                    <a:pt x="161" y="889"/>
                    <a:pt x="226" y="944"/>
                  </a:cubicBezTo>
                  <a:cubicBezTo>
                    <a:pt x="105" y="1018"/>
                    <a:pt x="0" y="1148"/>
                    <a:pt x="24" y="1299"/>
                  </a:cubicBezTo>
                  <a:cubicBezTo>
                    <a:pt x="65" y="1409"/>
                    <a:pt x="126" y="1529"/>
                    <a:pt x="244" y="1572"/>
                  </a:cubicBezTo>
                  <a:cubicBezTo>
                    <a:pt x="351" y="1623"/>
                    <a:pt x="473" y="1594"/>
                    <a:pt x="584" y="1574"/>
                  </a:cubicBezTo>
                  <a:cubicBezTo>
                    <a:pt x="565" y="1722"/>
                    <a:pt x="583" y="1923"/>
                    <a:pt x="741" y="19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67"/>
            <p:cNvSpPr>
              <a:spLocks/>
            </p:cNvSpPr>
            <p:nvPr/>
          </p:nvSpPr>
          <p:spPr bwMode="auto">
            <a:xfrm flipV="1">
              <a:off x="5410201" y="4459289"/>
              <a:ext cx="150813" cy="84138"/>
            </a:xfrm>
            <a:custGeom>
              <a:avLst/>
              <a:gdLst>
                <a:gd name="T0" fmla="*/ 0 w 981"/>
                <a:gd name="T1" fmla="*/ 265 h 549"/>
                <a:gd name="T2" fmla="*/ 981 w 981"/>
                <a:gd name="T3" fmla="*/ 0 h 549"/>
                <a:gd name="T4" fmla="*/ 572 w 981"/>
                <a:gd name="T5" fmla="*/ 285 h 549"/>
                <a:gd name="T6" fmla="*/ 108 w 981"/>
                <a:gd name="T7" fmla="*/ 127 h 549"/>
                <a:gd name="T8" fmla="*/ 0 w 981"/>
                <a:gd name="T9" fmla="*/ 265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1" h="549">
                  <a:moveTo>
                    <a:pt x="0" y="265"/>
                  </a:moveTo>
                  <a:cubicBezTo>
                    <a:pt x="291" y="549"/>
                    <a:pt x="888" y="405"/>
                    <a:pt x="981" y="0"/>
                  </a:cubicBezTo>
                  <a:cubicBezTo>
                    <a:pt x="869" y="124"/>
                    <a:pt x="749" y="262"/>
                    <a:pt x="572" y="285"/>
                  </a:cubicBezTo>
                  <a:cubicBezTo>
                    <a:pt x="399" y="325"/>
                    <a:pt x="236" y="233"/>
                    <a:pt x="108" y="127"/>
                  </a:cubicBezTo>
                  <a:cubicBezTo>
                    <a:pt x="55" y="155"/>
                    <a:pt x="35" y="219"/>
                    <a:pt x="0" y="2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Freeform 68"/>
            <p:cNvSpPr>
              <a:spLocks/>
            </p:cNvSpPr>
            <p:nvPr/>
          </p:nvSpPr>
          <p:spPr bwMode="auto">
            <a:xfrm flipV="1">
              <a:off x="4964113" y="4524376"/>
              <a:ext cx="101600" cy="55563"/>
            </a:xfrm>
            <a:custGeom>
              <a:avLst/>
              <a:gdLst>
                <a:gd name="T0" fmla="*/ 0 w 668"/>
                <a:gd name="T1" fmla="*/ 143 h 361"/>
                <a:gd name="T2" fmla="*/ 293 w 668"/>
                <a:gd name="T3" fmla="*/ 336 h 361"/>
                <a:gd name="T4" fmla="*/ 668 w 668"/>
                <a:gd name="T5" fmla="*/ 79 h 361"/>
                <a:gd name="T6" fmla="*/ 366 w 668"/>
                <a:gd name="T7" fmla="*/ 177 h 361"/>
                <a:gd name="T8" fmla="*/ 100 w 668"/>
                <a:gd name="T9" fmla="*/ 0 h 361"/>
                <a:gd name="T10" fmla="*/ 0 w 668"/>
                <a:gd name="T11" fmla="*/ 143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8" h="361">
                  <a:moveTo>
                    <a:pt x="0" y="143"/>
                  </a:moveTo>
                  <a:cubicBezTo>
                    <a:pt x="71" y="239"/>
                    <a:pt x="168" y="328"/>
                    <a:pt x="293" y="336"/>
                  </a:cubicBezTo>
                  <a:cubicBezTo>
                    <a:pt x="459" y="361"/>
                    <a:pt x="639" y="250"/>
                    <a:pt x="668" y="79"/>
                  </a:cubicBezTo>
                  <a:cubicBezTo>
                    <a:pt x="580" y="138"/>
                    <a:pt x="478" y="208"/>
                    <a:pt x="366" y="177"/>
                  </a:cubicBezTo>
                  <a:cubicBezTo>
                    <a:pt x="256" y="158"/>
                    <a:pt x="178" y="72"/>
                    <a:pt x="100" y="0"/>
                  </a:cubicBezTo>
                  <a:cubicBezTo>
                    <a:pt x="66" y="48"/>
                    <a:pt x="33" y="95"/>
                    <a:pt x="0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69"/>
            <p:cNvSpPr>
              <a:spLocks/>
            </p:cNvSpPr>
            <p:nvPr/>
          </p:nvSpPr>
          <p:spPr bwMode="auto">
            <a:xfrm flipV="1">
              <a:off x="5359401" y="4556126"/>
              <a:ext cx="212725" cy="187325"/>
            </a:xfrm>
            <a:custGeom>
              <a:avLst/>
              <a:gdLst>
                <a:gd name="T0" fmla="*/ 354 w 1382"/>
                <a:gd name="T1" fmla="*/ 1199 h 1224"/>
                <a:gd name="T2" fmla="*/ 390 w 1382"/>
                <a:gd name="T3" fmla="*/ 1224 h 1224"/>
                <a:gd name="T4" fmla="*/ 478 w 1382"/>
                <a:gd name="T5" fmla="*/ 774 h 1224"/>
                <a:gd name="T6" fmla="*/ 261 w 1382"/>
                <a:gd name="T7" fmla="*/ 294 h 1224"/>
                <a:gd name="T8" fmla="*/ 748 w 1382"/>
                <a:gd name="T9" fmla="*/ 681 h 1224"/>
                <a:gd name="T10" fmla="*/ 1000 w 1382"/>
                <a:gd name="T11" fmla="*/ 1060 h 1224"/>
                <a:gd name="T12" fmla="*/ 1125 w 1382"/>
                <a:gd name="T13" fmla="*/ 967 h 1224"/>
                <a:gd name="T14" fmla="*/ 1029 w 1382"/>
                <a:gd name="T15" fmla="*/ 766 h 1224"/>
                <a:gd name="T16" fmla="*/ 1380 w 1382"/>
                <a:gd name="T17" fmla="*/ 640 h 1224"/>
                <a:gd name="T18" fmla="*/ 1382 w 1382"/>
                <a:gd name="T19" fmla="*/ 536 h 1224"/>
                <a:gd name="T20" fmla="*/ 986 w 1382"/>
                <a:gd name="T21" fmla="*/ 699 h 1224"/>
                <a:gd name="T22" fmla="*/ 79 w 1382"/>
                <a:gd name="T23" fmla="*/ 0 h 1224"/>
                <a:gd name="T24" fmla="*/ 0 w 1382"/>
                <a:gd name="T25" fmla="*/ 144 h 1224"/>
                <a:gd name="T26" fmla="*/ 365 w 1382"/>
                <a:gd name="T27" fmla="*/ 994 h 1224"/>
                <a:gd name="T28" fmla="*/ 354 w 1382"/>
                <a:gd name="T29" fmla="*/ 1199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2" h="1224">
                  <a:moveTo>
                    <a:pt x="354" y="1199"/>
                  </a:moveTo>
                  <a:cubicBezTo>
                    <a:pt x="363" y="1205"/>
                    <a:pt x="381" y="1218"/>
                    <a:pt x="390" y="1224"/>
                  </a:cubicBezTo>
                  <a:cubicBezTo>
                    <a:pt x="533" y="1119"/>
                    <a:pt x="513" y="927"/>
                    <a:pt x="478" y="774"/>
                  </a:cubicBezTo>
                  <a:cubicBezTo>
                    <a:pt x="430" y="605"/>
                    <a:pt x="371" y="434"/>
                    <a:pt x="261" y="294"/>
                  </a:cubicBezTo>
                  <a:cubicBezTo>
                    <a:pt x="463" y="358"/>
                    <a:pt x="642" y="496"/>
                    <a:pt x="748" y="681"/>
                  </a:cubicBezTo>
                  <a:cubicBezTo>
                    <a:pt x="843" y="800"/>
                    <a:pt x="912" y="936"/>
                    <a:pt x="1000" y="1060"/>
                  </a:cubicBezTo>
                  <a:cubicBezTo>
                    <a:pt x="1042" y="1029"/>
                    <a:pt x="1084" y="999"/>
                    <a:pt x="1125" y="967"/>
                  </a:cubicBezTo>
                  <a:cubicBezTo>
                    <a:pt x="1093" y="900"/>
                    <a:pt x="1062" y="832"/>
                    <a:pt x="1029" y="766"/>
                  </a:cubicBezTo>
                  <a:cubicBezTo>
                    <a:pt x="1147" y="726"/>
                    <a:pt x="1257" y="665"/>
                    <a:pt x="1380" y="640"/>
                  </a:cubicBezTo>
                  <a:cubicBezTo>
                    <a:pt x="1381" y="605"/>
                    <a:pt x="1381" y="571"/>
                    <a:pt x="1382" y="536"/>
                  </a:cubicBezTo>
                  <a:cubicBezTo>
                    <a:pt x="1243" y="570"/>
                    <a:pt x="1106" y="619"/>
                    <a:pt x="986" y="699"/>
                  </a:cubicBezTo>
                  <a:cubicBezTo>
                    <a:pt x="779" y="365"/>
                    <a:pt x="435" y="146"/>
                    <a:pt x="79" y="0"/>
                  </a:cubicBezTo>
                  <a:cubicBezTo>
                    <a:pt x="31" y="35"/>
                    <a:pt x="12" y="89"/>
                    <a:pt x="0" y="144"/>
                  </a:cubicBezTo>
                  <a:cubicBezTo>
                    <a:pt x="125" y="425"/>
                    <a:pt x="290" y="692"/>
                    <a:pt x="365" y="994"/>
                  </a:cubicBezTo>
                  <a:cubicBezTo>
                    <a:pt x="386" y="1062"/>
                    <a:pt x="365" y="1131"/>
                    <a:pt x="354" y="11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70"/>
            <p:cNvSpPr>
              <a:spLocks/>
            </p:cNvSpPr>
            <p:nvPr/>
          </p:nvSpPr>
          <p:spPr bwMode="auto">
            <a:xfrm flipV="1">
              <a:off x="4324351" y="4641851"/>
              <a:ext cx="69850" cy="123825"/>
            </a:xfrm>
            <a:custGeom>
              <a:avLst/>
              <a:gdLst>
                <a:gd name="T0" fmla="*/ 16 w 458"/>
                <a:gd name="T1" fmla="*/ 692 h 803"/>
                <a:gd name="T2" fmla="*/ 174 w 458"/>
                <a:gd name="T3" fmla="*/ 734 h 803"/>
                <a:gd name="T4" fmla="*/ 410 w 458"/>
                <a:gd name="T5" fmla="*/ 221 h 803"/>
                <a:gd name="T6" fmla="*/ 277 w 458"/>
                <a:gd name="T7" fmla="*/ 29 h 803"/>
                <a:gd name="T8" fmla="*/ 307 w 458"/>
                <a:gd name="T9" fmla="*/ 319 h 803"/>
                <a:gd name="T10" fmla="*/ 16 w 458"/>
                <a:gd name="T11" fmla="*/ 69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8" h="803">
                  <a:moveTo>
                    <a:pt x="16" y="692"/>
                  </a:moveTo>
                  <a:cubicBezTo>
                    <a:pt x="0" y="803"/>
                    <a:pt x="116" y="788"/>
                    <a:pt x="174" y="734"/>
                  </a:cubicBezTo>
                  <a:cubicBezTo>
                    <a:pt x="320" y="609"/>
                    <a:pt x="458" y="425"/>
                    <a:pt x="410" y="221"/>
                  </a:cubicBezTo>
                  <a:cubicBezTo>
                    <a:pt x="393" y="152"/>
                    <a:pt x="380" y="0"/>
                    <a:pt x="277" y="29"/>
                  </a:cubicBezTo>
                  <a:cubicBezTo>
                    <a:pt x="235" y="124"/>
                    <a:pt x="323" y="219"/>
                    <a:pt x="307" y="319"/>
                  </a:cubicBezTo>
                  <a:cubicBezTo>
                    <a:pt x="309" y="495"/>
                    <a:pt x="174" y="634"/>
                    <a:pt x="16" y="6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71"/>
            <p:cNvSpPr>
              <a:spLocks/>
            </p:cNvSpPr>
            <p:nvPr/>
          </p:nvSpPr>
          <p:spPr bwMode="auto">
            <a:xfrm flipV="1">
              <a:off x="4305301" y="4675189"/>
              <a:ext cx="52388" cy="80963"/>
            </a:xfrm>
            <a:custGeom>
              <a:avLst/>
              <a:gdLst>
                <a:gd name="T0" fmla="*/ 0 w 333"/>
                <a:gd name="T1" fmla="*/ 479 h 533"/>
                <a:gd name="T2" fmla="*/ 55 w 333"/>
                <a:gd name="T3" fmla="*/ 533 h 533"/>
                <a:gd name="T4" fmla="*/ 272 w 333"/>
                <a:gd name="T5" fmla="*/ 400 h 533"/>
                <a:gd name="T6" fmla="*/ 251 w 333"/>
                <a:gd name="T7" fmla="*/ 0 h 533"/>
                <a:gd name="T8" fmla="*/ 174 w 333"/>
                <a:gd name="T9" fmla="*/ 3 h 533"/>
                <a:gd name="T10" fmla="*/ 175 w 333"/>
                <a:gd name="T11" fmla="*/ 341 h 533"/>
                <a:gd name="T12" fmla="*/ 0 w 333"/>
                <a:gd name="T13" fmla="*/ 479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3" h="533">
                  <a:moveTo>
                    <a:pt x="0" y="479"/>
                  </a:moveTo>
                  <a:cubicBezTo>
                    <a:pt x="14" y="492"/>
                    <a:pt x="41" y="520"/>
                    <a:pt x="55" y="533"/>
                  </a:cubicBezTo>
                  <a:cubicBezTo>
                    <a:pt x="135" y="502"/>
                    <a:pt x="201" y="447"/>
                    <a:pt x="272" y="400"/>
                  </a:cubicBezTo>
                  <a:cubicBezTo>
                    <a:pt x="333" y="270"/>
                    <a:pt x="324" y="123"/>
                    <a:pt x="251" y="0"/>
                  </a:cubicBezTo>
                  <a:cubicBezTo>
                    <a:pt x="231" y="1"/>
                    <a:pt x="193" y="3"/>
                    <a:pt x="174" y="3"/>
                  </a:cubicBezTo>
                  <a:cubicBezTo>
                    <a:pt x="163" y="118"/>
                    <a:pt x="249" y="235"/>
                    <a:pt x="175" y="341"/>
                  </a:cubicBezTo>
                  <a:cubicBezTo>
                    <a:pt x="145" y="421"/>
                    <a:pt x="34" y="406"/>
                    <a:pt x="0" y="4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72"/>
            <p:cNvSpPr>
              <a:spLocks/>
            </p:cNvSpPr>
            <p:nvPr/>
          </p:nvSpPr>
          <p:spPr bwMode="auto">
            <a:xfrm flipV="1">
              <a:off x="3410820" y="4708326"/>
              <a:ext cx="2511068" cy="2052372"/>
            </a:xfrm>
            <a:custGeom>
              <a:avLst/>
              <a:gdLst>
                <a:gd name="T0" fmla="*/ 5782 w 16372"/>
                <a:gd name="T1" fmla="*/ 13015 h 13456"/>
                <a:gd name="T2" fmla="*/ 6964 w 16372"/>
                <a:gd name="T3" fmla="*/ 11719 h 13456"/>
                <a:gd name="T4" fmla="*/ 7863 w 16372"/>
                <a:gd name="T5" fmla="*/ 10882 h 13456"/>
                <a:gd name="T6" fmla="*/ 7341 w 16372"/>
                <a:gd name="T7" fmla="*/ 11444 h 13456"/>
                <a:gd name="T8" fmla="*/ 6870 w 16372"/>
                <a:gd name="T9" fmla="*/ 11894 h 13456"/>
                <a:gd name="T10" fmla="*/ 6707 w 16372"/>
                <a:gd name="T11" fmla="*/ 12057 h 13456"/>
                <a:gd name="T12" fmla="*/ 6995 w 16372"/>
                <a:gd name="T13" fmla="*/ 12192 h 13456"/>
                <a:gd name="T14" fmla="*/ 9344 w 16372"/>
                <a:gd name="T15" fmla="*/ 11561 h 13456"/>
                <a:gd name="T16" fmla="*/ 10217 w 16372"/>
                <a:gd name="T17" fmla="*/ 10596 h 13456"/>
                <a:gd name="T18" fmla="*/ 12090 w 16372"/>
                <a:gd name="T19" fmla="*/ 10218 h 13456"/>
                <a:gd name="T20" fmla="*/ 14038 w 16372"/>
                <a:gd name="T21" fmla="*/ 10887 h 13456"/>
                <a:gd name="T22" fmla="*/ 15559 w 16372"/>
                <a:gd name="T23" fmla="*/ 9012 h 13456"/>
                <a:gd name="T24" fmla="*/ 16365 w 16372"/>
                <a:gd name="T25" fmla="*/ 5931 h 13456"/>
                <a:gd name="T26" fmla="*/ 15277 w 16372"/>
                <a:gd name="T27" fmla="*/ 5670 h 13456"/>
                <a:gd name="T28" fmla="*/ 14690 w 16372"/>
                <a:gd name="T29" fmla="*/ 6914 h 13456"/>
                <a:gd name="T30" fmla="*/ 14365 w 16372"/>
                <a:gd name="T31" fmla="*/ 5075 h 13456"/>
                <a:gd name="T32" fmla="*/ 14894 w 16372"/>
                <a:gd name="T33" fmla="*/ 3136 h 13456"/>
                <a:gd name="T34" fmla="*/ 15113 w 16372"/>
                <a:gd name="T35" fmla="*/ 492 h 13456"/>
                <a:gd name="T36" fmla="*/ 13421 w 16372"/>
                <a:gd name="T37" fmla="*/ 562 h 13456"/>
                <a:gd name="T38" fmla="*/ 12755 w 16372"/>
                <a:gd name="T39" fmla="*/ 3672 h 13456"/>
                <a:gd name="T40" fmla="*/ 11512 w 16372"/>
                <a:gd name="T41" fmla="*/ 4332 h 13456"/>
                <a:gd name="T42" fmla="*/ 10612 w 16372"/>
                <a:gd name="T43" fmla="*/ 513 h 13456"/>
                <a:gd name="T44" fmla="*/ 8900 w 16372"/>
                <a:gd name="T45" fmla="*/ 563 h 13456"/>
                <a:gd name="T46" fmla="*/ 9235 w 16372"/>
                <a:gd name="T47" fmla="*/ 3491 h 13456"/>
                <a:gd name="T48" fmla="*/ 9259 w 16372"/>
                <a:gd name="T49" fmla="*/ 6811 h 13456"/>
                <a:gd name="T50" fmla="*/ 9733 w 16372"/>
                <a:gd name="T51" fmla="*/ 10243 h 13456"/>
                <a:gd name="T52" fmla="*/ 6802 w 16372"/>
                <a:gd name="T53" fmla="*/ 10993 h 13456"/>
                <a:gd name="T54" fmla="*/ 4986 w 16372"/>
                <a:gd name="T55" fmla="*/ 5716 h 13456"/>
                <a:gd name="T56" fmla="*/ 6182 w 16372"/>
                <a:gd name="T57" fmla="*/ 3699 h 13456"/>
                <a:gd name="T58" fmla="*/ 6047 w 16372"/>
                <a:gd name="T59" fmla="*/ 1511 h 13456"/>
                <a:gd name="T60" fmla="*/ 5495 w 16372"/>
                <a:gd name="T61" fmla="*/ 3686 h 13456"/>
                <a:gd name="T62" fmla="*/ 4449 w 16372"/>
                <a:gd name="T63" fmla="*/ 4171 h 13456"/>
                <a:gd name="T64" fmla="*/ 4411 w 16372"/>
                <a:gd name="T65" fmla="*/ 4085 h 13456"/>
                <a:gd name="T66" fmla="*/ 3298 w 16372"/>
                <a:gd name="T67" fmla="*/ 4314 h 13456"/>
                <a:gd name="T68" fmla="*/ 799 w 16372"/>
                <a:gd name="T69" fmla="*/ 3208 h 13456"/>
                <a:gd name="T70" fmla="*/ 19 w 16372"/>
                <a:gd name="T71" fmla="*/ 3026 h 13456"/>
                <a:gd name="T72" fmla="*/ 1298 w 16372"/>
                <a:gd name="T73" fmla="*/ 4458 h 13456"/>
                <a:gd name="T74" fmla="*/ 3073 w 16372"/>
                <a:gd name="T75" fmla="*/ 7970 h 13456"/>
                <a:gd name="T76" fmla="*/ 1759 w 16372"/>
                <a:gd name="T77" fmla="*/ 10192 h 13456"/>
                <a:gd name="T78" fmla="*/ 911 w 16372"/>
                <a:gd name="T79" fmla="*/ 11626 h 13456"/>
                <a:gd name="T80" fmla="*/ 1519 w 16372"/>
                <a:gd name="T81" fmla="*/ 12511 h 13456"/>
                <a:gd name="T82" fmla="*/ 2515 w 16372"/>
                <a:gd name="T83" fmla="*/ 10863 h 13456"/>
                <a:gd name="T84" fmla="*/ 3963 w 16372"/>
                <a:gd name="T85" fmla="*/ 8433 h 13456"/>
                <a:gd name="T86" fmla="*/ 4429 w 16372"/>
                <a:gd name="T87" fmla="*/ 12065 h 13456"/>
                <a:gd name="T88" fmla="*/ 4785 w 16372"/>
                <a:gd name="T89" fmla="*/ 12616 h 13456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346 w 16349"/>
                <a:gd name="connsiteY6" fmla="*/ 11269 h 13351"/>
                <a:gd name="connsiteX7" fmla="*/ 7933 w 16349"/>
                <a:gd name="connsiteY7" fmla="*/ 10694 h 13351"/>
                <a:gd name="connsiteX8" fmla="*/ 7847 w 16349"/>
                <a:gd name="connsiteY8" fmla="*/ 10817 h 13351"/>
                <a:gd name="connsiteX9" fmla="*/ 7543 w 16349"/>
                <a:gd name="connsiteY9" fmla="*/ 11110 h 13351"/>
                <a:gd name="connsiteX10" fmla="*/ 7321 w 16349"/>
                <a:gd name="connsiteY10" fmla="*/ 11307 h 13351"/>
                <a:gd name="connsiteX11" fmla="*/ 7325 w 16349"/>
                <a:gd name="connsiteY11" fmla="*/ 11379 h 13351"/>
                <a:gd name="connsiteX12" fmla="*/ 6817 w 16349"/>
                <a:gd name="connsiteY12" fmla="*/ 11805 h 13351"/>
                <a:gd name="connsiteX13" fmla="*/ 6854 w 16349"/>
                <a:gd name="connsiteY13" fmla="*/ 11829 h 13351"/>
                <a:gd name="connsiteX14" fmla="*/ 6780 w 16349"/>
                <a:gd name="connsiteY14" fmla="*/ 11868 h 13351"/>
                <a:gd name="connsiteX15" fmla="*/ 6689 w 16349"/>
                <a:gd name="connsiteY15" fmla="*/ 11950 h 13351"/>
                <a:gd name="connsiteX16" fmla="*/ 6691 w 16349"/>
                <a:gd name="connsiteY16" fmla="*/ 11992 h 13351"/>
                <a:gd name="connsiteX17" fmla="*/ 6645 w 16349"/>
                <a:gd name="connsiteY17" fmla="*/ 11979 h 13351"/>
                <a:gd name="connsiteX18" fmla="*/ 6398 w 16349"/>
                <a:gd name="connsiteY18" fmla="*/ 12252 h 13351"/>
                <a:gd name="connsiteX19" fmla="*/ 6979 w 16349"/>
                <a:gd name="connsiteY19" fmla="*/ 12127 h 13351"/>
                <a:gd name="connsiteX20" fmla="*/ 8517 w 16349"/>
                <a:gd name="connsiteY20" fmla="*/ 11708 h 13351"/>
                <a:gd name="connsiteX21" fmla="*/ 9325 w 16349"/>
                <a:gd name="connsiteY21" fmla="*/ 11518 h 13351"/>
                <a:gd name="connsiteX22" fmla="*/ 9328 w 16349"/>
                <a:gd name="connsiteY22" fmla="*/ 11496 h 13351"/>
                <a:gd name="connsiteX23" fmla="*/ 9884 w 16349"/>
                <a:gd name="connsiteY23" fmla="*/ 11374 h 13351"/>
                <a:gd name="connsiteX24" fmla="*/ 10029 w 16349"/>
                <a:gd name="connsiteY24" fmla="*/ 10850 h 13351"/>
                <a:gd name="connsiteX25" fmla="*/ 10201 w 16349"/>
                <a:gd name="connsiteY25" fmla="*/ 10531 h 13351"/>
                <a:gd name="connsiteX26" fmla="*/ 10697 w 16349"/>
                <a:gd name="connsiteY26" fmla="*/ 10157 h 13351"/>
                <a:gd name="connsiteX27" fmla="*/ 10744 w 16349"/>
                <a:gd name="connsiteY27" fmla="*/ 10120 h 13351"/>
                <a:gd name="connsiteX28" fmla="*/ 12074 w 16349"/>
                <a:gd name="connsiteY28" fmla="*/ 10153 h 13351"/>
                <a:gd name="connsiteX29" fmla="*/ 12866 w 16349"/>
                <a:gd name="connsiteY29" fmla="*/ 11463 h 13351"/>
                <a:gd name="connsiteX30" fmla="*/ 13276 w 16349"/>
                <a:gd name="connsiteY30" fmla="*/ 11315 h 13351"/>
                <a:gd name="connsiteX31" fmla="*/ 14022 w 16349"/>
                <a:gd name="connsiteY31" fmla="*/ 10822 h 13351"/>
                <a:gd name="connsiteX32" fmla="*/ 14441 w 16349"/>
                <a:gd name="connsiteY32" fmla="*/ 10432 h 13351"/>
                <a:gd name="connsiteX33" fmla="*/ 15300 w 16349"/>
                <a:gd name="connsiteY33" fmla="*/ 9417 h 13351"/>
                <a:gd name="connsiteX34" fmla="*/ 15543 w 16349"/>
                <a:gd name="connsiteY34" fmla="*/ 8947 h 13351"/>
                <a:gd name="connsiteX35" fmla="*/ 15897 w 16349"/>
                <a:gd name="connsiteY35" fmla="*/ 8223 h 13351"/>
                <a:gd name="connsiteX36" fmla="*/ 16088 w 16349"/>
                <a:gd name="connsiteY36" fmla="*/ 7558 h 13351"/>
                <a:gd name="connsiteX37" fmla="*/ 16349 w 16349"/>
                <a:gd name="connsiteY37" fmla="*/ 5866 h 13351"/>
                <a:gd name="connsiteX38" fmla="*/ 16041 w 16349"/>
                <a:gd name="connsiteY38" fmla="*/ 5404 h 13351"/>
                <a:gd name="connsiteX39" fmla="*/ 15494 w 16349"/>
                <a:gd name="connsiteY39" fmla="*/ 5379 h 13351"/>
                <a:gd name="connsiteX40" fmla="*/ 15261 w 16349"/>
                <a:gd name="connsiteY40" fmla="*/ 5605 h 13351"/>
                <a:gd name="connsiteX41" fmla="*/ 15164 w 16349"/>
                <a:gd name="connsiteY41" fmla="*/ 6006 h 13351"/>
                <a:gd name="connsiteX42" fmla="*/ 14882 w 16349"/>
                <a:gd name="connsiteY42" fmla="*/ 7480 h 13351"/>
                <a:gd name="connsiteX43" fmla="*/ 14674 w 16349"/>
                <a:gd name="connsiteY43" fmla="*/ 6849 h 13351"/>
                <a:gd name="connsiteX44" fmla="*/ 14073 w 16349"/>
                <a:gd name="connsiteY44" fmla="*/ 5785 h 13351"/>
                <a:gd name="connsiteX45" fmla="*/ 14078 w 16349"/>
                <a:gd name="connsiteY45" fmla="*/ 5622 h 13351"/>
                <a:gd name="connsiteX46" fmla="*/ 14349 w 16349"/>
                <a:gd name="connsiteY46" fmla="*/ 5010 h 13351"/>
                <a:gd name="connsiteX47" fmla="*/ 14620 w 16349"/>
                <a:gd name="connsiteY47" fmla="*/ 4241 h 13351"/>
                <a:gd name="connsiteX48" fmla="*/ 14722 w 16349"/>
                <a:gd name="connsiteY48" fmla="*/ 3742 h 13351"/>
                <a:gd name="connsiteX49" fmla="*/ 14878 w 16349"/>
                <a:gd name="connsiteY49" fmla="*/ 3071 h 13351"/>
                <a:gd name="connsiteX50" fmla="*/ 15074 w 16349"/>
                <a:gd name="connsiteY50" fmla="*/ 2221 h 13351"/>
                <a:gd name="connsiteX51" fmla="*/ 15229 w 16349"/>
                <a:gd name="connsiteY51" fmla="*/ 1270 h 13351"/>
                <a:gd name="connsiteX52" fmla="*/ 15097 w 16349"/>
                <a:gd name="connsiteY52" fmla="*/ 427 h 13351"/>
                <a:gd name="connsiteX53" fmla="*/ 14410 w 16349"/>
                <a:gd name="connsiteY53" fmla="*/ 12 h 13351"/>
                <a:gd name="connsiteX54" fmla="*/ 13561 w 16349"/>
                <a:gd name="connsiteY54" fmla="*/ 314 h 13351"/>
                <a:gd name="connsiteX55" fmla="*/ 13405 w 16349"/>
                <a:gd name="connsiteY55" fmla="*/ 497 h 13351"/>
                <a:gd name="connsiteX56" fmla="*/ 13195 w 16349"/>
                <a:gd name="connsiteY56" fmla="*/ 1553 h 13351"/>
                <a:gd name="connsiteX57" fmla="*/ 12989 w 16349"/>
                <a:gd name="connsiteY57" fmla="*/ 2546 h 13351"/>
                <a:gd name="connsiteX58" fmla="*/ 12739 w 16349"/>
                <a:gd name="connsiteY58" fmla="*/ 3607 h 13351"/>
                <a:gd name="connsiteX59" fmla="*/ 12426 w 16349"/>
                <a:gd name="connsiteY59" fmla="*/ 4513 h 13351"/>
                <a:gd name="connsiteX60" fmla="*/ 11596 w 16349"/>
                <a:gd name="connsiteY60" fmla="*/ 4504 h 13351"/>
                <a:gd name="connsiteX61" fmla="*/ 11496 w 16349"/>
                <a:gd name="connsiteY61" fmla="*/ 4267 h 13351"/>
                <a:gd name="connsiteX62" fmla="*/ 11321 w 16349"/>
                <a:gd name="connsiteY62" fmla="*/ 3638 h 13351"/>
                <a:gd name="connsiteX63" fmla="*/ 10810 w 16349"/>
                <a:gd name="connsiteY63" fmla="*/ 1418 h 13351"/>
                <a:gd name="connsiteX64" fmla="*/ 10596 w 16349"/>
                <a:gd name="connsiteY64" fmla="*/ 448 h 13351"/>
                <a:gd name="connsiteX65" fmla="*/ 10051 w 16349"/>
                <a:gd name="connsiteY65" fmla="*/ 46 h 13351"/>
                <a:gd name="connsiteX66" fmla="*/ 9111 w 16349"/>
                <a:gd name="connsiteY66" fmla="*/ 259 h 13351"/>
                <a:gd name="connsiteX67" fmla="*/ 8884 w 16349"/>
                <a:gd name="connsiteY67" fmla="*/ 498 h 13351"/>
                <a:gd name="connsiteX68" fmla="*/ 8784 w 16349"/>
                <a:gd name="connsiteY68" fmla="*/ 1027 h 13351"/>
                <a:gd name="connsiteX69" fmla="*/ 9022 w 16349"/>
                <a:gd name="connsiteY69" fmla="*/ 2543 h 13351"/>
                <a:gd name="connsiteX70" fmla="*/ 9219 w 16349"/>
                <a:gd name="connsiteY70" fmla="*/ 3426 h 13351"/>
                <a:gd name="connsiteX71" fmla="*/ 9502 w 16349"/>
                <a:gd name="connsiteY71" fmla="*/ 4521 h 13351"/>
                <a:gd name="connsiteX72" fmla="*/ 9922 w 16349"/>
                <a:gd name="connsiteY72" fmla="*/ 5576 h 13351"/>
                <a:gd name="connsiteX73" fmla="*/ 9243 w 16349"/>
                <a:gd name="connsiteY73" fmla="*/ 6746 h 13351"/>
                <a:gd name="connsiteX74" fmla="*/ 9244 w 16349"/>
                <a:gd name="connsiteY74" fmla="*/ 9378 h 13351"/>
                <a:gd name="connsiteX75" fmla="*/ 9453 w 16349"/>
                <a:gd name="connsiteY75" fmla="*/ 9780 h 13351"/>
                <a:gd name="connsiteX76" fmla="*/ 9717 w 16349"/>
                <a:gd name="connsiteY76" fmla="*/ 10178 h 13351"/>
                <a:gd name="connsiteX77" fmla="*/ 8249 w 16349"/>
                <a:gd name="connsiteY77" fmla="*/ 10559 h 13351"/>
                <a:gd name="connsiteX78" fmla="*/ 7406 w 16349"/>
                <a:gd name="connsiteY78" fmla="*/ 10794 h 13351"/>
                <a:gd name="connsiteX79" fmla="*/ 6786 w 16349"/>
                <a:gd name="connsiteY79" fmla="*/ 10928 h 13351"/>
                <a:gd name="connsiteX80" fmla="*/ 5594 w 16349"/>
                <a:gd name="connsiteY80" fmla="*/ 11250 h 13351"/>
                <a:gd name="connsiteX81" fmla="*/ 5499 w 16349"/>
                <a:gd name="connsiteY81" fmla="*/ 10165 h 13351"/>
                <a:gd name="connsiteX82" fmla="*/ 4970 w 16349"/>
                <a:gd name="connsiteY82" fmla="*/ 5651 h 13351"/>
                <a:gd name="connsiteX83" fmla="*/ 4877 w 16349"/>
                <a:gd name="connsiteY83" fmla="*/ 4643 h 13351"/>
                <a:gd name="connsiteX84" fmla="*/ 5550 w 16349"/>
                <a:gd name="connsiteY84" fmla="*/ 4324 h 13351"/>
                <a:gd name="connsiteX85" fmla="*/ 6166 w 16349"/>
                <a:gd name="connsiteY85" fmla="*/ 3634 h 13351"/>
                <a:gd name="connsiteX86" fmla="*/ 6398 w 16349"/>
                <a:gd name="connsiteY86" fmla="*/ 2831 h 13351"/>
                <a:gd name="connsiteX87" fmla="*/ 6403 w 16349"/>
                <a:gd name="connsiteY87" fmla="*/ 1692 h 13351"/>
                <a:gd name="connsiteX88" fmla="*/ 6031 w 16349"/>
                <a:gd name="connsiteY88" fmla="*/ 1446 h 13351"/>
                <a:gd name="connsiteX89" fmla="*/ 5819 w 16349"/>
                <a:gd name="connsiteY89" fmla="*/ 1768 h 13351"/>
                <a:gd name="connsiteX90" fmla="*/ 5783 w 16349"/>
                <a:gd name="connsiteY90" fmla="*/ 2899 h 13351"/>
                <a:gd name="connsiteX91" fmla="*/ 5479 w 16349"/>
                <a:gd name="connsiteY91" fmla="*/ 3621 h 13351"/>
                <a:gd name="connsiteX92" fmla="*/ 5232 w 16349"/>
                <a:gd name="connsiteY92" fmla="*/ 3826 h 13351"/>
                <a:gd name="connsiteX93" fmla="*/ 4800 w 16349"/>
                <a:gd name="connsiteY93" fmla="*/ 4069 h 13351"/>
                <a:gd name="connsiteX94" fmla="*/ 4433 w 16349"/>
                <a:gd name="connsiteY94" fmla="*/ 4106 h 13351"/>
                <a:gd name="connsiteX95" fmla="*/ 4409 w 16349"/>
                <a:gd name="connsiteY95" fmla="*/ 4070 h 13351"/>
                <a:gd name="connsiteX96" fmla="*/ 4542 w 16349"/>
                <a:gd name="connsiteY96" fmla="*/ 3896 h 13351"/>
                <a:gd name="connsiteX97" fmla="*/ 4395 w 16349"/>
                <a:gd name="connsiteY97" fmla="*/ 4020 h 13351"/>
                <a:gd name="connsiteX98" fmla="*/ 4343 w 16349"/>
                <a:gd name="connsiteY98" fmla="*/ 4102 h 13351"/>
                <a:gd name="connsiteX99" fmla="*/ 4214 w 16349"/>
                <a:gd name="connsiteY99" fmla="*/ 4140 h 13351"/>
                <a:gd name="connsiteX100" fmla="*/ 3282 w 16349"/>
                <a:gd name="connsiteY100" fmla="*/ 4249 h 13351"/>
                <a:gd name="connsiteX101" fmla="*/ 1693 w 16349"/>
                <a:gd name="connsiteY101" fmla="*/ 3955 h 13351"/>
                <a:gd name="connsiteX102" fmla="*/ 1180 w 16349"/>
                <a:gd name="connsiteY102" fmla="*/ 3624 h 13351"/>
                <a:gd name="connsiteX103" fmla="*/ 783 w 16349"/>
                <a:gd name="connsiteY103" fmla="*/ 3143 h 13351"/>
                <a:gd name="connsiteX104" fmla="*/ 570 w 16349"/>
                <a:gd name="connsiteY104" fmla="*/ 2810 h 13351"/>
                <a:gd name="connsiteX105" fmla="*/ 206 w 16349"/>
                <a:gd name="connsiteY105" fmla="*/ 2633 h 13351"/>
                <a:gd name="connsiteX106" fmla="*/ 3 w 16349"/>
                <a:gd name="connsiteY106" fmla="*/ 2961 h 13351"/>
                <a:gd name="connsiteX107" fmla="*/ 329 w 16349"/>
                <a:gd name="connsiteY107" fmla="*/ 3588 h 13351"/>
                <a:gd name="connsiteX108" fmla="*/ 894 w 16349"/>
                <a:gd name="connsiteY108" fmla="*/ 4151 h 13351"/>
                <a:gd name="connsiteX109" fmla="*/ 1282 w 16349"/>
                <a:gd name="connsiteY109" fmla="*/ 4393 h 13351"/>
                <a:gd name="connsiteX110" fmla="*/ 2732 w 16349"/>
                <a:gd name="connsiteY110" fmla="*/ 4851 h 13351"/>
                <a:gd name="connsiteX111" fmla="*/ 2899 w 16349"/>
                <a:gd name="connsiteY111" fmla="*/ 6318 h 13351"/>
                <a:gd name="connsiteX112" fmla="*/ 3057 w 16349"/>
                <a:gd name="connsiteY112" fmla="*/ 7905 h 13351"/>
                <a:gd name="connsiteX113" fmla="*/ 2357 w 16349"/>
                <a:gd name="connsiteY113" fmla="*/ 9077 h 13351"/>
                <a:gd name="connsiteX114" fmla="*/ 2144 w 16349"/>
                <a:gd name="connsiteY114" fmla="*/ 9490 h 13351"/>
                <a:gd name="connsiteX115" fmla="*/ 1743 w 16349"/>
                <a:gd name="connsiteY115" fmla="*/ 10127 h 13351"/>
                <a:gd name="connsiteX116" fmla="*/ 1624 w 16349"/>
                <a:gd name="connsiteY116" fmla="*/ 10303 h 13351"/>
                <a:gd name="connsiteX117" fmla="*/ 1243 w 16349"/>
                <a:gd name="connsiteY117" fmla="*/ 10956 h 13351"/>
                <a:gd name="connsiteX118" fmla="*/ 895 w 16349"/>
                <a:gd name="connsiteY118" fmla="*/ 11561 h 13351"/>
                <a:gd name="connsiteX119" fmla="*/ 658 w 16349"/>
                <a:gd name="connsiteY119" fmla="*/ 12073 h 13351"/>
                <a:gd name="connsiteX120" fmla="*/ 949 w 16349"/>
                <a:gd name="connsiteY120" fmla="*/ 12547 h 13351"/>
                <a:gd name="connsiteX121" fmla="*/ 1503 w 16349"/>
                <a:gd name="connsiteY121" fmla="*/ 12446 h 13351"/>
                <a:gd name="connsiteX122" fmla="*/ 1685 w 16349"/>
                <a:gd name="connsiteY122" fmla="*/ 12139 h 13351"/>
                <a:gd name="connsiteX123" fmla="*/ 2183 w 16349"/>
                <a:gd name="connsiteY123" fmla="*/ 11359 h 13351"/>
                <a:gd name="connsiteX124" fmla="*/ 2499 w 16349"/>
                <a:gd name="connsiteY124" fmla="*/ 10798 h 13351"/>
                <a:gd name="connsiteX125" fmla="*/ 2887 w 16349"/>
                <a:gd name="connsiteY125" fmla="*/ 10159 h 13351"/>
                <a:gd name="connsiteX126" fmla="*/ 3563 w 16349"/>
                <a:gd name="connsiteY126" fmla="*/ 9000 h 13351"/>
                <a:gd name="connsiteX127" fmla="*/ 3947 w 16349"/>
                <a:gd name="connsiteY127" fmla="*/ 8368 h 13351"/>
                <a:gd name="connsiteX128" fmla="*/ 4271 w 16349"/>
                <a:gd name="connsiteY128" fmla="*/ 8269 h 13351"/>
                <a:gd name="connsiteX129" fmla="*/ 4648 w 16349"/>
                <a:gd name="connsiteY129" fmla="*/ 11527 h 13351"/>
                <a:gd name="connsiteX130" fmla="*/ 4413 w 16349"/>
                <a:gd name="connsiteY130" fmla="*/ 12000 h 13351"/>
                <a:gd name="connsiteX131" fmla="*/ 4590 w 16349"/>
                <a:gd name="connsiteY131" fmla="*/ 12423 h 13351"/>
                <a:gd name="connsiteX132" fmla="*/ 4641 w 16349"/>
                <a:gd name="connsiteY132" fmla="*/ 12515 h 13351"/>
                <a:gd name="connsiteX133" fmla="*/ 4769 w 16349"/>
                <a:gd name="connsiteY133" fmla="*/ 12551 h 13351"/>
                <a:gd name="connsiteX134" fmla="*/ 4917 w 16349"/>
                <a:gd name="connsiteY134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346 w 16349"/>
                <a:gd name="connsiteY6" fmla="*/ 11269 h 13351"/>
                <a:gd name="connsiteX7" fmla="*/ 7933 w 16349"/>
                <a:gd name="connsiteY7" fmla="*/ 10694 h 13351"/>
                <a:gd name="connsiteX8" fmla="*/ 7847 w 16349"/>
                <a:gd name="connsiteY8" fmla="*/ 10817 h 13351"/>
                <a:gd name="connsiteX9" fmla="*/ 7543 w 16349"/>
                <a:gd name="connsiteY9" fmla="*/ 11110 h 13351"/>
                <a:gd name="connsiteX10" fmla="*/ 7325 w 16349"/>
                <a:gd name="connsiteY10" fmla="*/ 11379 h 13351"/>
                <a:gd name="connsiteX11" fmla="*/ 6817 w 16349"/>
                <a:gd name="connsiteY11" fmla="*/ 11805 h 13351"/>
                <a:gd name="connsiteX12" fmla="*/ 6854 w 16349"/>
                <a:gd name="connsiteY12" fmla="*/ 11829 h 13351"/>
                <a:gd name="connsiteX13" fmla="*/ 6780 w 16349"/>
                <a:gd name="connsiteY13" fmla="*/ 11868 h 13351"/>
                <a:gd name="connsiteX14" fmla="*/ 6689 w 16349"/>
                <a:gd name="connsiteY14" fmla="*/ 11950 h 13351"/>
                <a:gd name="connsiteX15" fmla="*/ 6691 w 16349"/>
                <a:gd name="connsiteY15" fmla="*/ 11992 h 13351"/>
                <a:gd name="connsiteX16" fmla="*/ 6645 w 16349"/>
                <a:gd name="connsiteY16" fmla="*/ 11979 h 13351"/>
                <a:gd name="connsiteX17" fmla="*/ 6398 w 16349"/>
                <a:gd name="connsiteY17" fmla="*/ 12252 h 13351"/>
                <a:gd name="connsiteX18" fmla="*/ 6979 w 16349"/>
                <a:gd name="connsiteY18" fmla="*/ 12127 h 13351"/>
                <a:gd name="connsiteX19" fmla="*/ 8517 w 16349"/>
                <a:gd name="connsiteY19" fmla="*/ 11708 h 13351"/>
                <a:gd name="connsiteX20" fmla="*/ 9325 w 16349"/>
                <a:gd name="connsiteY20" fmla="*/ 11518 h 13351"/>
                <a:gd name="connsiteX21" fmla="*/ 9328 w 16349"/>
                <a:gd name="connsiteY21" fmla="*/ 11496 h 13351"/>
                <a:gd name="connsiteX22" fmla="*/ 9884 w 16349"/>
                <a:gd name="connsiteY22" fmla="*/ 11374 h 13351"/>
                <a:gd name="connsiteX23" fmla="*/ 10029 w 16349"/>
                <a:gd name="connsiteY23" fmla="*/ 10850 h 13351"/>
                <a:gd name="connsiteX24" fmla="*/ 10201 w 16349"/>
                <a:gd name="connsiteY24" fmla="*/ 10531 h 13351"/>
                <a:gd name="connsiteX25" fmla="*/ 10697 w 16349"/>
                <a:gd name="connsiteY25" fmla="*/ 10157 h 13351"/>
                <a:gd name="connsiteX26" fmla="*/ 10744 w 16349"/>
                <a:gd name="connsiteY26" fmla="*/ 10120 h 13351"/>
                <a:gd name="connsiteX27" fmla="*/ 12074 w 16349"/>
                <a:gd name="connsiteY27" fmla="*/ 10153 h 13351"/>
                <a:gd name="connsiteX28" fmla="*/ 12866 w 16349"/>
                <a:gd name="connsiteY28" fmla="*/ 11463 h 13351"/>
                <a:gd name="connsiteX29" fmla="*/ 13276 w 16349"/>
                <a:gd name="connsiteY29" fmla="*/ 11315 h 13351"/>
                <a:gd name="connsiteX30" fmla="*/ 14022 w 16349"/>
                <a:gd name="connsiteY30" fmla="*/ 10822 h 13351"/>
                <a:gd name="connsiteX31" fmla="*/ 14441 w 16349"/>
                <a:gd name="connsiteY31" fmla="*/ 10432 h 13351"/>
                <a:gd name="connsiteX32" fmla="*/ 15300 w 16349"/>
                <a:gd name="connsiteY32" fmla="*/ 9417 h 13351"/>
                <a:gd name="connsiteX33" fmla="*/ 15543 w 16349"/>
                <a:gd name="connsiteY33" fmla="*/ 8947 h 13351"/>
                <a:gd name="connsiteX34" fmla="*/ 15897 w 16349"/>
                <a:gd name="connsiteY34" fmla="*/ 8223 h 13351"/>
                <a:gd name="connsiteX35" fmla="*/ 16088 w 16349"/>
                <a:gd name="connsiteY35" fmla="*/ 7558 h 13351"/>
                <a:gd name="connsiteX36" fmla="*/ 16349 w 16349"/>
                <a:gd name="connsiteY36" fmla="*/ 5866 h 13351"/>
                <a:gd name="connsiteX37" fmla="*/ 16041 w 16349"/>
                <a:gd name="connsiteY37" fmla="*/ 5404 h 13351"/>
                <a:gd name="connsiteX38" fmla="*/ 15494 w 16349"/>
                <a:gd name="connsiteY38" fmla="*/ 5379 h 13351"/>
                <a:gd name="connsiteX39" fmla="*/ 15261 w 16349"/>
                <a:gd name="connsiteY39" fmla="*/ 5605 h 13351"/>
                <a:gd name="connsiteX40" fmla="*/ 15164 w 16349"/>
                <a:gd name="connsiteY40" fmla="*/ 6006 h 13351"/>
                <a:gd name="connsiteX41" fmla="*/ 14882 w 16349"/>
                <a:gd name="connsiteY41" fmla="*/ 7480 h 13351"/>
                <a:gd name="connsiteX42" fmla="*/ 14674 w 16349"/>
                <a:gd name="connsiteY42" fmla="*/ 6849 h 13351"/>
                <a:gd name="connsiteX43" fmla="*/ 14073 w 16349"/>
                <a:gd name="connsiteY43" fmla="*/ 5785 h 13351"/>
                <a:gd name="connsiteX44" fmla="*/ 14078 w 16349"/>
                <a:gd name="connsiteY44" fmla="*/ 5622 h 13351"/>
                <a:gd name="connsiteX45" fmla="*/ 14349 w 16349"/>
                <a:gd name="connsiteY45" fmla="*/ 5010 h 13351"/>
                <a:gd name="connsiteX46" fmla="*/ 14620 w 16349"/>
                <a:gd name="connsiteY46" fmla="*/ 4241 h 13351"/>
                <a:gd name="connsiteX47" fmla="*/ 14722 w 16349"/>
                <a:gd name="connsiteY47" fmla="*/ 3742 h 13351"/>
                <a:gd name="connsiteX48" fmla="*/ 14878 w 16349"/>
                <a:gd name="connsiteY48" fmla="*/ 3071 h 13351"/>
                <a:gd name="connsiteX49" fmla="*/ 15074 w 16349"/>
                <a:gd name="connsiteY49" fmla="*/ 2221 h 13351"/>
                <a:gd name="connsiteX50" fmla="*/ 15229 w 16349"/>
                <a:gd name="connsiteY50" fmla="*/ 1270 h 13351"/>
                <a:gd name="connsiteX51" fmla="*/ 15097 w 16349"/>
                <a:gd name="connsiteY51" fmla="*/ 427 h 13351"/>
                <a:gd name="connsiteX52" fmla="*/ 14410 w 16349"/>
                <a:gd name="connsiteY52" fmla="*/ 12 h 13351"/>
                <a:gd name="connsiteX53" fmla="*/ 13561 w 16349"/>
                <a:gd name="connsiteY53" fmla="*/ 314 h 13351"/>
                <a:gd name="connsiteX54" fmla="*/ 13405 w 16349"/>
                <a:gd name="connsiteY54" fmla="*/ 497 h 13351"/>
                <a:gd name="connsiteX55" fmla="*/ 13195 w 16349"/>
                <a:gd name="connsiteY55" fmla="*/ 1553 h 13351"/>
                <a:gd name="connsiteX56" fmla="*/ 12989 w 16349"/>
                <a:gd name="connsiteY56" fmla="*/ 2546 h 13351"/>
                <a:gd name="connsiteX57" fmla="*/ 12739 w 16349"/>
                <a:gd name="connsiteY57" fmla="*/ 3607 h 13351"/>
                <a:gd name="connsiteX58" fmla="*/ 12426 w 16349"/>
                <a:gd name="connsiteY58" fmla="*/ 4513 h 13351"/>
                <a:gd name="connsiteX59" fmla="*/ 11596 w 16349"/>
                <a:gd name="connsiteY59" fmla="*/ 4504 h 13351"/>
                <a:gd name="connsiteX60" fmla="*/ 11496 w 16349"/>
                <a:gd name="connsiteY60" fmla="*/ 4267 h 13351"/>
                <a:gd name="connsiteX61" fmla="*/ 11321 w 16349"/>
                <a:gd name="connsiteY61" fmla="*/ 3638 h 13351"/>
                <a:gd name="connsiteX62" fmla="*/ 10810 w 16349"/>
                <a:gd name="connsiteY62" fmla="*/ 1418 h 13351"/>
                <a:gd name="connsiteX63" fmla="*/ 10596 w 16349"/>
                <a:gd name="connsiteY63" fmla="*/ 448 h 13351"/>
                <a:gd name="connsiteX64" fmla="*/ 10051 w 16349"/>
                <a:gd name="connsiteY64" fmla="*/ 46 h 13351"/>
                <a:gd name="connsiteX65" fmla="*/ 9111 w 16349"/>
                <a:gd name="connsiteY65" fmla="*/ 259 h 13351"/>
                <a:gd name="connsiteX66" fmla="*/ 8884 w 16349"/>
                <a:gd name="connsiteY66" fmla="*/ 498 h 13351"/>
                <a:gd name="connsiteX67" fmla="*/ 8784 w 16349"/>
                <a:gd name="connsiteY67" fmla="*/ 1027 h 13351"/>
                <a:gd name="connsiteX68" fmla="*/ 9022 w 16349"/>
                <a:gd name="connsiteY68" fmla="*/ 2543 h 13351"/>
                <a:gd name="connsiteX69" fmla="*/ 9219 w 16349"/>
                <a:gd name="connsiteY69" fmla="*/ 3426 h 13351"/>
                <a:gd name="connsiteX70" fmla="*/ 9502 w 16349"/>
                <a:gd name="connsiteY70" fmla="*/ 4521 h 13351"/>
                <a:gd name="connsiteX71" fmla="*/ 9922 w 16349"/>
                <a:gd name="connsiteY71" fmla="*/ 5576 h 13351"/>
                <a:gd name="connsiteX72" fmla="*/ 9243 w 16349"/>
                <a:gd name="connsiteY72" fmla="*/ 6746 h 13351"/>
                <a:gd name="connsiteX73" fmla="*/ 9244 w 16349"/>
                <a:gd name="connsiteY73" fmla="*/ 9378 h 13351"/>
                <a:gd name="connsiteX74" fmla="*/ 9453 w 16349"/>
                <a:gd name="connsiteY74" fmla="*/ 9780 h 13351"/>
                <a:gd name="connsiteX75" fmla="*/ 9717 w 16349"/>
                <a:gd name="connsiteY75" fmla="*/ 10178 h 13351"/>
                <a:gd name="connsiteX76" fmla="*/ 8249 w 16349"/>
                <a:gd name="connsiteY76" fmla="*/ 10559 h 13351"/>
                <a:gd name="connsiteX77" fmla="*/ 7406 w 16349"/>
                <a:gd name="connsiteY77" fmla="*/ 10794 h 13351"/>
                <a:gd name="connsiteX78" fmla="*/ 6786 w 16349"/>
                <a:gd name="connsiteY78" fmla="*/ 10928 h 13351"/>
                <a:gd name="connsiteX79" fmla="*/ 5594 w 16349"/>
                <a:gd name="connsiteY79" fmla="*/ 11250 h 13351"/>
                <a:gd name="connsiteX80" fmla="*/ 5499 w 16349"/>
                <a:gd name="connsiteY80" fmla="*/ 10165 h 13351"/>
                <a:gd name="connsiteX81" fmla="*/ 4970 w 16349"/>
                <a:gd name="connsiteY81" fmla="*/ 5651 h 13351"/>
                <a:gd name="connsiteX82" fmla="*/ 4877 w 16349"/>
                <a:gd name="connsiteY82" fmla="*/ 4643 h 13351"/>
                <a:gd name="connsiteX83" fmla="*/ 5550 w 16349"/>
                <a:gd name="connsiteY83" fmla="*/ 4324 h 13351"/>
                <a:gd name="connsiteX84" fmla="*/ 6166 w 16349"/>
                <a:gd name="connsiteY84" fmla="*/ 3634 h 13351"/>
                <a:gd name="connsiteX85" fmla="*/ 6398 w 16349"/>
                <a:gd name="connsiteY85" fmla="*/ 2831 h 13351"/>
                <a:gd name="connsiteX86" fmla="*/ 6403 w 16349"/>
                <a:gd name="connsiteY86" fmla="*/ 1692 h 13351"/>
                <a:gd name="connsiteX87" fmla="*/ 6031 w 16349"/>
                <a:gd name="connsiteY87" fmla="*/ 1446 h 13351"/>
                <a:gd name="connsiteX88" fmla="*/ 5819 w 16349"/>
                <a:gd name="connsiteY88" fmla="*/ 1768 h 13351"/>
                <a:gd name="connsiteX89" fmla="*/ 5783 w 16349"/>
                <a:gd name="connsiteY89" fmla="*/ 2899 h 13351"/>
                <a:gd name="connsiteX90" fmla="*/ 5479 w 16349"/>
                <a:gd name="connsiteY90" fmla="*/ 3621 h 13351"/>
                <a:gd name="connsiteX91" fmla="*/ 5232 w 16349"/>
                <a:gd name="connsiteY91" fmla="*/ 3826 h 13351"/>
                <a:gd name="connsiteX92" fmla="*/ 4800 w 16349"/>
                <a:gd name="connsiteY92" fmla="*/ 4069 h 13351"/>
                <a:gd name="connsiteX93" fmla="*/ 4433 w 16349"/>
                <a:gd name="connsiteY93" fmla="*/ 4106 h 13351"/>
                <a:gd name="connsiteX94" fmla="*/ 4409 w 16349"/>
                <a:gd name="connsiteY94" fmla="*/ 4070 h 13351"/>
                <a:gd name="connsiteX95" fmla="*/ 4542 w 16349"/>
                <a:gd name="connsiteY95" fmla="*/ 3896 h 13351"/>
                <a:gd name="connsiteX96" fmla="*/ 4395 w 16349"/>
                <a:gd name="connsiteY96" fmla="*/ 4020 h 13351"/>
                <a:gd name="connsiteX97" fmla="*/ 4343 w 16349"/>
                <a:gd name="connsiteY97" fmla="*/ 4102 h 13351"/>
                <a:gd name="connsiteX98" fmla="*/ 4214 w 16349"/>
                <a:gd name="connsiteY98" fmla="*/ 4140 h 13351"/>
                <a:gd name="connsiteX99" fmla="*/ 3282 w 16349"/>
                <a:gd name="connsiteY99" fmla="*/ 4249 h 13351"/>
                <a:gd name="connsiteX100" fmla="*/ 1693 w 16349"/>
                <a:gd name="connsiteY100" fmla="*/ 3955 h 13351"/>
                <a:gd name="connsiteX101" fmla="*/ 1180 w 16349"/>
                <a:gd name="connsiteY101" fmla="*/ 3624 h 13351"/>
                <a:gd name="connsiteX102" fmla="*/ 783 w 16349"/>
                <a:gd name="connsiteY102" fmla="*/ 3143 h 13351"/>
                <a:gd name="connsiteX103" fmla="*/ 570 w 16349"/>
                <a:gd name="connsiteY103" fmla="*/ 2810 h 13351"/>
                <a:gd name="connsiteX104" fmla="*/ 206 w 16349"/>
                <a:gd name="connsiteY104" fmla="*/ 2633 h 13351"/>
                <a:gd name="connsiteX105" fmla="*/ 3 w 16349"/>
                <a:gd name="connsiteY105" fmla="*/ 2961 h 13351"/>
                <a:gd name="connsiteX106" fmla="*/ 329 w 16349"/>
                <a:gd name="connsiteY106" fmla="*/ 3588 h 13351"/>
                <a:gd name="connsiteX107" fmla="*/ 894 w 16349"/>
                <a:gd name="connsiteY107" fmla="*/ 4151 h 13351"/>
                <a:gd name="connsiteX108" fmla="*/ 1282 w 16349"/>
                <a:gd name="connsiteY108" fmla="*/ 4393 h 13351"/>
                <a:gd name="connsiteX109" fmla="*/ 2732 w 16349"/>
                <a:gd name="connsiteY109" fmla="*/ 4851 h 13351"/>
                <a:gd name="connsiteX110" fmla="*/ 2899 w 16349"/>
                <a:gd name="connsiteY110" fmla="*/ 6318 h 13351"/>
                <a:gd name="connsiteX111" fmla="*/ 3057 w 16349"/>
                <a:gd name="connsiteY111" fmla="*/ 7905 h 13351"/>
                <a:gd name="connsiteX112" fmla="*/ 2357 w 16349"/>
                <a:gd name="connsiteY112" fmla="*/ 9077 h 13351"/>
                <a:gd name="connsiteX113" fmla="*/ 2144 w 16349"/>
                <a:gd name="connsiteY113" fmla="*/ 9490 h 13351"/>
                <a:gd name="connsiteX114" fmla="*/ 1743 w 16349"/>
                <a:gd name="connsiteY114" fmla="*/ 10127 h 13351"/>
                <a:gd name="connsiteX115" fmla="*/ 1624 w 16349"/>
                <a:gd name="connsiteY115" fmla="*/ 10303 h 13351"/>
                <a:gd name="connsiteX116" fmla="*/ 1243 w 16349"/>
                <a:gd name="connsiteY116" fmla="*/ 10956 h 13351"/>
                <a:gd name="connsiteX117" fmla="*/ 895 w 16349"/>
                <a:gd name="connsiteY117" fmla="*/ 11561 h 13351"/>
                <a:gd name="connsiteX118" fmla="*/ 658 w 16349"/>
                <a:gd name="connsiteY118" fmla="*/ 12073 h 13351"/>
                <a:gd name="connsiteX119" fmla="*/ 949 w 16349"/>
                <a:gd name="connsiteY119" fmla="*/ 12547 h 13351"/>
                <a:gd name="connsiteX120" fmla="*/ 1503 w 16349"/>
                <a:gd name="connsiteY120" fmla="*/ 12446 h 13351"/>
                <a:gd name="connsiteX121" fmla="*/ 1685 w 16349"/>
                <a:gd name="connsiteY121" fmla="*/ 12139 h 13351"/>
                <a:gd name="connsiteX122" fmla="*/ 2183 w 16349"/>
                <a:gd name="connsiteY122" fmla="*/ 11359 h 13351"/>
                <a:gd name="connsiteX123" fmla="*/ 2499 w 16349"/>
                <a:gd name="connsiteY123" fmla="*/ 10798 h 13351"/>
                <a:gd name="connsiteX124" fmla="*/ 2887 w 16349"/>
                <a:gd name="connsiteY124" fmla="*/ 10159 h 13351"/>
                <a:gd name="connsiteX125" fmla="*/ 3563 w 16349"/>
                <a:gd name="connsiteY125" fmla="*/ 9000 h 13351"/>
                <a:gd name="connsiteX126" fmla="*/ 3947 w 16349"/>
                <a:gd name="connsiteY126" fmla="*/ 8368 h 13351"/>
                <a:gd name="connsiteX127" fmla="*/ 4271 w 16349"/>
                <a:gd name="connsiteY127" fmla="*/ 8269 h 13351"/>
                <a:gd name="connsiteX128" fmla="*/ 4648 w 16349"/>
                <a:gd name="connsiteY128" fmla="*/ 11527 h 13351"/>
                <a:gd name="connsiteX129" fmla="*/ 4413 w 16349"/>
                <a:gd name="connsiteY129" fmla="*/ 12000 h 13351"/>
                <a:gd name="connsiteX130" fmla="*/ 4590 w 16349"/>
                <a:gd name="connsiteY130" fmla="*/ 12423 h 13351"/>
                <a:gd name="connsiteX131" fmla="*/ 4641 w 16349"/>
                <a:gd name="connsiteY131" fmla="*/ 12515 h 13351"/>
                <a:gd name="connsiteX132" fmla="*/ 4769 w 16349"/>
                <a:gd name="connsiteY132" fmla="*/ 12551 h 13351"/>
                <a:gd name="connsiteX133" fmla="*/ 4917 w 16349"/>
                <a:gd name="connsiteY133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346 w 16349"/>
                <a:gd name="connsiteY6" fmla="*/ 11269 h 13351"/>
                <a:gd name="connsiteX7" fmla="*/ 7933 w 16349"/>
                <a:gd name="connsiteY7" fmla="*/ 10694 h 13351"/>
                <a:gd name="connsiteX8" fmla="*/ 7847 w 16349"/>
                <a:gd name="connsiteY8" fmla="*/ 10817 h 13351"/>
                <a:gd name="connsiteX9" fmla="*/ 7543 w 16349"/>
                <a:gd name="connsiteY9" fmla="*/ 11110 h 13351"/>
                <a:gd name="connsiteX10" fmla="*/ 6817 w 16349"/>
                <a:gd name="connsiteY10" fmla="*/ 11805 h 13351"/>
                <a:gd name="connsiteX11" fmla="*/ 6854 w 16349"/>
                <a:gd name="connsiteY11" fmla="*/ 11829 h 13351"/>
                <a:gd name="connsiteX12" fmla="*/ 6780 w 16349"/>
                <a:gd name="connsiteY12" fmla="*/ 11868 h 13351"/>
                <a:gd name="connsiteX13" fmla="*/ 6689 w 16349"/>
                <a:gd name="connsiteY13" fmla="*/ 11950 h 13351"/>
                <a:gd name="connsiteX14" fmla="*/ 6691 w 16349"/>
                <a:gd name="connsiteY14" fmla="*/ 11992 h 13351"/>
                <a:gd name="connsiteX15" fmla="*/ 6645 w 16349"/>
                <a:gd name="connsiteY15" fmla="*/ 11979 h 13351"/>
                <a:gd name="connsiteX16" fmla="*/ 6398 w 16349"/>
                <a:gd name="connsiteY16" fmla="*/ 12252 h 13351"/>
                <a:gd name="connsiteX17" fmla="*/ 6979 w 16349"/>
                <a:gd name="connsiteY17" fmla="*/ 12127 h 13351"/>
                <a:gd name="connsiteX18" fmla="*/ 8517 w 16349"/>
                <a:gd name="connsiteY18" fmla="*/ 11708 h 13351"/>
                <a:gd name="connsiteX19" fmla="*/ 9325 w 16349"/>
                <a:gd name="connsiteY19" fmla="*/ 11518 h 13351"/>
                <a:gd name="connsiteX20" fmla="*/ 9328 w 16349"/>
                <a:gd name="connsiteY20" fmla="*/ 11496 h 13351"/>
                <a:gd name="connsiteX21" fmla="*/ 9884 w 16349"/>
                <a:gd name="connsiteY21" fmla="*/ 11374 h 13351"/>
                <a:gd name="connsiteX22" fmla="*/ 10029 w 16349"/>
                <a:gd name="connsiteY22" fmla="*/ 10850 h 13351"/>
                <a:gd name="connsiteX23" fmla="*/ 10201 w 16349"/>
                <a:gd name="connsiteY23" fmla="*/ 10531 h 13351"/>
                <a:gd name="connsiteX24" fmla="*/ 10697 w 16349"/>
                <a:gd name="connsiteY24" fmla="*/ 10157 h 13351"/>
                <a:gd name="connsiteX25" fmla="*/ 10744 w 16349"/>
                <a:gd name="connsiteY25" fmla="*/ 10120 h 13351"/>
                <a:gd name="connsiteX26" fmla="*/ 12074 w 16349"/>
                <a:gd name="connsiteY26" fmla="*/ 10153 h 13351"/>
                <a:gd name="connsiteX27" fmla="*/ 12866 w 16349"/>
                <a:gd name="connsiteY27" fmla="*/ 11463 h 13351"/>
                <a:gd name="connsiteX28" fmla="*/ 13276 w 16349"/>
                <a:gd name="connsiteY28" fmla="*/ 11315 h 13351"/>
                <a:gd name="connsiteX29" fmla="*/ 14022 w 16349"/>
                <a:gd name="connsiteY29" fmla="*/ 10822 h 13351"/>
                <a:gd name="connsiteX30" fmla="*/ 14441 w 16349"/>
                <a:gd name="connsiteY30" fmla="*/ 10432 h 13351"/>
                <a:gd name="connsiteX31" fmla="*/ 15300 w 16349"/>
                <a:gd name="connsiteY31" fmla="*/ 9417 h 13351"/>
                <a:gd name="connsiteX32" fmla="*/ 15543 w 16349"/>
                <a:gd name="connsiteY32" fmla="*/ 8947 h 13351"/>
                <a:gd name="connsiteX33" fmla="*/ 15897 w 16349"/>
                <a:gd name="connsiteY33" fmla="*/ 8223 h 13351"/>
                <a:gd name="connsiteX34" fmla="*/ 16088 w 16349"/>
                <a:gd name="connsiteY34" fmla="*/ 7558 h 13351"/>
                <a:gd name="connsiteX35" fmla="*/ 16349 w 16349"/>
                <a:gd name="connsiteY35" fmla="*/ 5866 h 13351"/>
                <a:gd name="connsiteX36" fmla="*/ 16041 w 16349"/>
                <a:gd name="connsiteY36" fmla="*/ 5404 h 13351"/>
                <a:gd name="connsiteX37" fmla="*/ 15494 w 16349"/>
                <a:gd name="connsiteY37" fmla="*/ 5379 h 13351"/>
                <a:gd name="connsiteX38" fmla="*/ 15261 w 16349"/>
                <a:gd name="connsiteY38" fmla="*/ 5605 h 13351"/>
                <a:gd name="connsiteX39" fmla="*/ 15164 w 16349"/>
                <a:gd name="connsiteY39" fmla="*/ 6006 h 13351"/>
                <a:gd name="connsiteX40" fmla="*/ 14882 w 16349"/>
                <a:gd name="connsiteY40" fmla="*/ 7480 h 13351"/>
                <a:gd name="connsiteX41" fmla="*/ 14674 w 16349"/>
                <a:gd name="connsiteY41" fmla="*/ 6849 h 13351"/>
                <a:gd name="connsiteX42" fmla="*/ 14073 w 16349"/>
                <a:gd name="connsiteY42" fmla="*/ 5785 h 13351"/>
                <a:gd name="connsiteX43" fmla="*/ 14078 w 16349"/>
                <a:gd name="connsiteY43" fmla="*/ 5622 h 13351"/>
                <a:gd name="connsiteX44" fmla="*/ 14349 w 16349"/>
                <a:gd name="connsiteY44" fmla="*/ 5010 h 13351"/>
                <a:gd name="connsiteX45" fmla="*/ 14620 w 16349"/>
                <a:gd name="connsiteY45" fmla="*/ 4241 h 13351"/>
                <a:gd name="connsiteX46" fmla="*/ 14722 w 16349"/>
                <a:gd name="connsiteY46" fmla="*/ 3742 h 13351"/>
                <a:gd name="connsiteX47" fmla="*/ 14878 w 16349"/>
                <a:gd name="connsiteY47" fmla="*/ 3071 h 13351"/>
                <a:gd name="connsiteX48" fmla="*/ 15074 w 16349"/>
                <a:gd name="connsiteY48" fmla="*/ 2221 h 13351"/>
                <a:gd name="connsiteX49" fmla="*/ 15229 w 16349"/>
                <a:gd name="connsiteY49" fmla="*/ 1270 h 13351"/>
                <a:gd name="connsiteX50" fmla="*/ 15097 w 16349"/>
                <a:gd name="connsiteY50" fmla="*/ 427 h 13351"/>
                <a:gd name="connsiteX51" fmla="*/ 14410 w 16349"/>
                <a:gd name="connsiteY51" fmla="*/ 12 h 13351"/>
                <a:gd name="connsiteX52" fmla="*/ 13561 w 16349"/>
                <a:gd name="connsiteY52" fmla="*/ 314 h 13351"/>
                <a:gd name="connsiteX53" fmla="*/ 13405 w 16349"/>
                <a:gd name="connsiteY53" fmla="*/ 497 h 13351"/>
                <a:gd name="connsiteX54" fmla="*/ 13195 w 16349"/>
                <a:gd name="connsiteY54" fmla="*/ 1553 h 13351"/>
                <a:gd name="connsiteX55" fmla="*/ 12989 w 16349"/>
                <a:gd name="connsiteY55" fmla="*/ 2546 h 13351"/>
                <a:gd name="connsiteX56" fmla="*/ 12739 w 16349"/>
                <a:gd name="connsiteY56" fmla="*/ 3607 h 13351"/>
                <a:gd name="connsiteX57" fmla="*/ 12426 w 16349"/>
                <a:gd name="connsiteY57" fmla="*/ 4513 h 13351"/>
                <a:gd name="connsiteX58" fmla="*/ 11596 w 16349"/>
                <a:gd name="connsiteY58" fmla="*/ 4504 h 13351"/>
                <a:gd name="connsiteX59" fmla="*/ 11496 w 16349"/>
                <a:gd name="connsiteY59" fmla="*/ 4267 h 13351"/>
                <a:gd name="connsiteX60" fmla="*/ 11321 w 16349"/>
                <a:gd name="connsiteY60" fmla="*/ 3638 h 13351"/>
                <a:gd name="connsiteX61" fmla="*/ 10810 w 16349"/>
                <a:gd name="connsiteY61" fmla="*/ 1418 h 13351"/>
                <a:gd name="connsiteX62" fmla="*/ 10596 w 16349"/>
                <a:gd name="connsiteY62" fmla="*/ 448 h 13351"/>
                <a:gd name="connsiteX63" fmla="*/ 10051 w 16349"/>
                <a:gd name="connsiteY63" fmla="*/ 46 h 13351"/>
                <a:gd name="connsiteX64" fmla="*/ 9111 w 16349"/>
                <a:gd name="connsiteY64" fmla="*/ 259 h 13351"/>
                <a:gd name="connsiteX65" fmla="*/ 8884 w 16349"/>
                <a:gd name="connsiteY65" fmla="*/ 498 h 13351"/>
                <a:gd name="connsiteX66" fmla="*/ 8784 w 16349"/>
                <a:gd name="connsiteY66" fmla="*/ 1027 h 13351"/>
                <a:gd name="connsiteX67" fmla="*/ 9022 w 16349"/>
                <a:gd name="connsiteY67" fmla="*/ 2543 h 13351"/>
                <a:gd name="connsiteX68" fmla="*/ 9219 w 16349"/>
                <a:gd name="connsiteY68" fmla="*/ 3426 h 13351"/>
                <a:gd name="connsiteX69" fmla="*/ 9502 w 16349"/>
                <a:gd name="connsiteY69" fmla="*/ 4521 h 13351"/>
                <a:gd name="connsiteX70" fmla="*/ 9922 w 16349"/>
                <a:gd name="connsiteY70" fmla="*/ 5576 h 13351"/>
                <a:gd name="connsiteX71" fmla="*/ 9243 w 16349"/>
                <a:gd name="connsiteY71" fmla="*/ 6746 h 13351"/>
                <a:gd name="connsiteX72" fmla="*/ 9244 w 16349"/>
                <a:gd name="connsiteY72" fmla="*/ 9378 h 13351"/>
                <a:gd name="connsiteX73" fmla="*/ 9453 w 16349"/>
                <a:gd name="connsiteY73" fmla="*/ 9780 h 13351"/>
                <a:gd name="connsiteX74" fmla="*/ 9717 w 16349"/>
                <a:gd name="connsiteY74" fmla="*/ 10178 h 13351"/>
                <a:gd name="connsiteX75" fmla="*/ 8249 w 16349"/>
                <a:gd name="connsiteY75" fmla="*/ 10559 h 13351"/>
                <a:gd name="connsiteX76" fmla="*/ 7406 w 16349"/>
                <a:gd name="connsiteY76" fmla="*/ 10794 h 13351"/>
                <a:gd name="connsiteX77" fmla="*/ 6786 w 16349"/>
                <a:gd name="connsiteY77" fmla="*/ 10928 h 13351"/>
                <a:gd name="connsiteX78" fmla="*/ 5594 w 16349"/>
                <a:gd name="connsiteY78" fmla="*/ 11250 h 13351"/>
                <a:gd name="connsiteX79" fmla="*/ 5499 w 16349"/>
                <a:gd name="connsiteY79" fmla="*/ 10165 h 13351"/>
                <a:gd name="connsiteX80" fmla="*/ 4970 w 16349"/>
                <a:gd name="connsiteY80" fmla="*/ 5651 h 13351"/>
                <a:gd name="connsiteX81" fmla="*/ 4877 w 16349"/>
                <a:gd name="connsiteY81" fmla="*/ 4643 h 13351"/>
                <a:gd name="connsiteX82" fmla="*/ 5550 w 16349"/>
                <a:gd name="connsiteY82" fmla="*/ 4324 h 13351"/>
                <a:gd name="connsiteX83" fmla="*/ 6166 w 16349"/>
                <a:gd name="connsiteY83" fmla="*/ 3634 h 13351"/>
                <a:gd name="connsiteX84" fmla="*/ 6398 w 16349"/>
                <a:gd name="connsiteY84" fmla="*/ 2831 h 13351"/>
                <a:gd name="connsiteX85" fmla="*/ 6403 w 16349"/>
                <a:gd name="connsiteY85" fmla="*/ 1692 h 13351"/>
                <a:gd name="connsiteX86" fmla="*/ 6031 w 16349"/>
                <a:gd name="connsiteY86" fmla="*/ 1446 h 13351"/>
                <a:gd name="connsiteX87" fmla="*/ 5819 w 16349"/>
                <a:gd name="connsiteY87" fmla="*/ 1768 h 13351"/>
                <a:gd name="connsiteX88" fmla="*/ 5783 w 16349"/>
                <a:gd name="connsiteY88" fmla="*/ 2899 h 13351"/>
                <a:gd name="connsiteX89" fmla="*/ 5479 w 16349"/>
                <a:gd name="connsiteY89" fmla="*/ 3621 h 13351"/>
                <a:gd name="connsiteX90" fmla="*/ 5232 w 16349"/>
                <a:gd name="connsiteY90" fmla="*/ 3826 h 13351"/>
                <a:gd name="connsiteX91" fmla="*/ 4800 w 16349"/>
                <a:gd name="connsiteY91" fmla="*/ 4069 h 13351"/>
                <a:gd name="connsiteX92" fmla="*/ 4433 w 16349"/>
                <a:gd name="connsiteY92" fmla="*/ 4106 h 13351"/>
                <a:gd name="connsiteX93" fmla="*/ 4409 w 16349"/>
                <a:gd name="connsiteY93" fmla="*/ 4070 h 13351"/>
                <a:gd name="connsiteX94" fmla="*/ 4542 w 16349"/>
                <a:gd name="connsiteY94" fmla="*/ 3896 h 13351"/>
                <a:gd name="connsiteX95" fmla="*/ 4395 w 16349"/>
                <a:gd name="connsiteY95" fmla="*/ 4020 h 13351"/>
                <a:gd name="connsiteX96" fmla="*/ 4343 w 16349"/>
                <a:gd name="connsiteY96" fmla="*/ 4102 h 13351"/>
                <a:gd name="connsiteX97" fmla="*/ 4214 w 16349"/>
                <a:gd name="connsiteY97" fmla="*/ 4140 h 13351"/>
                <a:gd name="connsiteX98" fmla="*/ 3282 w 16349"/>
                <a:gd name="connsiteY98" fmla="*/ 4249 h 13351"/>
                <a:gd name="connsiteX99" fmla="*/ 1693 w 16349"/>
                <a:gd name="connsiteY99" fmla="*/ 3955 h 13351"/>
                <a:gd name="connsiteX100" fmla="*/ 1180 w 16349"/>
                <a:gd name="connsiteY100" fmla="*/ 3624 h 13351"/>
                <a:gd name="connsiteX101" fmla="*/ 783 w 16349"/>
                <a:gd name="connsiteY101" fmla="*/ 3143 h 13351"/>
                <a:gd name="connsiteX102" fmla="*/ 570 w 16349"/>
                <a:gd name="connsiteY102" fmla="*/ 2810 h 13351"/>
                <a:gd name="connsiteX103" fmla="*/ 206 w 16349"/>
                <a:gd name="connsiteY103" fmla="*/ 2633 h 13351"/>
                <a:gd name="connsiteX104" fmla="*/ 3 w 16349"/>
                <a:gd name="connsiteY104" fmla="*/ 2961 h 13351"/>
                <a:gd name="connsiteX105" fmla="*/ 329 w 16349"/>
                <a:gd name="connsiteY105" fmla="*/ 3588 h 13351"/>
                <a:gd name="connsiteX106" fmla="*/ 894 w 16349"/>
                <a:gd name="connsiteY106" fmla="*/ 4151 h 13351"/>
                <a:gd name="connsiteX107" fmla="*/ 1282 w 16349"/>
                <a:gd name="connsiteY107" fmla="*/ 4393 h 13351"/>
                <a:gd name="connsiteX108" fmla="*/ 2732 w 16349"/>
                <a:gd name="connsiteY108" fmla="*/ 4851 h 13351"/>
                <a:gd name="connsiteX109" fmla="*/ 2899 w 16349"/>
                <a:gd name="connsiteY109" fmla="*/ 6318 h 13351"/>
                <a:gd name="connsiteX110" fmla="*/ 3057 w 16349"/>
                <a:gd name="connsiteY110" fmla="*/ 7905 h 13351"/>
                <a:gd name="connsiteX111" fmla="*/ 2357 w 16349"/>
                <a:gd name="connsiteY111" fmla="*/ 9077 h 13351"/>
                <a:gd name="connsiteX112" fmla="*/ 2144 w 16349"/>
                <a:gd name="connsiteY112" fmla="*/ 9490 h 13351"/>
                <a:gd name="connsiteX113" fmla="*/ 1743 w 16349"/>
                <a:gd name="connsiteY113" fmla="*/ 10127 h 13351"/>
                <a:gd name="connsiteX114" fmla="*/ 1624 w 16349"/>
                <a:gd name="connsiteY114" fmla="*/ 10303 h 13351"/>
                <a:gd name="connsiteX115" fmla="*/ 1243 w 16349"/>
                <a:gd name="connsiteY115" fmla="*/ 10956 h 13351"/>
                <a:gd name="connsiteX116" fmla="*/ 895 w 16349"/>
                <a:gd name="connsiteY116" fmla="*/ 11561 h 13351"/>
                <a:gd name="connsiteX117" fmla="*/ 658 w 16349"/>
                <a:gd name="connsiteY117" fmla="*/ 12073 h 13351"/>
                <a:gd name="connsiteX118" fmla="*/ 949 w 16349"/>
                <a:gd name="connsiteY118" fmla="*/ 12547 h 13351"/>
                <a:gd name="connsiteX119" fmla="*/ 1503 w 16349"/>
                <a:gd name="connsiteY119" fmla="*/ 12446 h 13351"/>
                <a:gd name="connsiteX120" fmla="*/ 1685 w 16349"/>
                <a:gd name="connsiteY120" fmla="*/ 12139 h 13351"/>
                <a:gd name="connsiteX121" fmla="*/ 2183 w 16349"/>
                <a:gd name="connsiteY121" fmla="*/ 11359 h 13351"/>
                <a:gd name="connsiteX122" fmla="*/ 2499 w 16349"/>
                <a:gd name="connsiteY122" fmla="*/ 10798 h 13351"/>
                <a:gd name="connsiteX123" fmla="*/ 2887 w 16349"/>
                <a:gd name="connsiteY123" fmla="*/ 10159 h 13351"/>
                <a:gd name="connsiteX124" fmla="*/ 3563 w 16349"/>
                <a:gd name="connsiteY124" fmla="*/ 9000 h 13351"/>
                <a:gd name="connsiteX125" fmla="*/ 3947 w 16349"/>
                <a:gd name="connsiteY125" fmla="*/ 8368 h 13351"/>
                <a:gd name="connsiteX126" fmla="*/ 4271 w 16349"/>
                <a:gd name="connsiteY126" fmla="*/ 8269 h 13351"/>
                <a:gd name="connsiteX127" fmla="*/ 4648 w 16349"/>
                <a:gd name="connsiteY127" fmla="*/ 11527 h 13351"/>
                <a:gd name="connsiteX128" fmla="*/ 4413 w 16349"/>
                <a:gd name="connsiteY128" fmla="*/ 12000 h 13351"/>
                <a:gd name="connsiteX129" fmla="*/ 4590 w 16349"/>
                <a:gd name="connsiteY129" fmla="*/ 12423 h 13351"/>
                <a:gd name="connsiteX130" fmla="*/ 4641 w 16349"/>
                <a:gd name="connsiteY130" fmla="*/ 12515 h 13351"/>
                <a:gd name="connsiteX131" fmla="*/ 4769 w 16349"/>
                <a:gd name="connsiteY131" fmla="*/ 12551 h 13351"/>
                <a:gd name="connsiteX132" fmla="*/ 4917 w 16349"/>
                <a:gd name="connsiteY132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346 w 16349"/>
                <a:gd name="connsiteY6" fmla="*/ 11269 h 13351"/>
                <a:gd name="connsiteX7" fmla="*/ 7933 w 16349"/>
                <a:gd name="connsiteY7" fmla="*/ 10694 h 13351"/>
                <a:gd name="connsiteX8" fmla="*/ 7847 w 16349"/>
                <a:gd name="connsiteY8" fmla="*/ 10817 h 13351"/>
                <a:gd name="connsiteX9" fmla="*/ 6817 w 16349"/>
                <a:gd name="connsiteY9" fmla="*/ 11805 h 13351"/>
                <a:gd name="connsiteX10" fmla="*/ 6854 w 16349"/>
                <a:gd name="connsiteY10" fmla="*/ 11829 h 13351"/>
                <a:gd name="connsiteX11" fmla="*/ 6780 w 16349"/>
                <a:gd name="connsiteY11" fmla="*/ 11868 h 13351"/>
                <a:gd name="connsiteX12" fmla="*/ 6689 w 16349"/>
                <a:gd name="connsiteY12" fmla="*/ 11950 h 13351"/>
                <a:gd name="connsiteX13" fmla="*/ 6691 w 16349"/>
                <a:gd name="connsiteY13" fmla="*/ 11992 h 13351"/>
                <a:gd name="connsiteX14" fmla="*/ 6645 w 16349"/>
                <a:gd name="connsiteY14" fmla="*/ 11979 h 13351"/>
                <a:gd name="connsiteX15" fmla="*/ 6398 w 16349"/>
                <a:gd name="connsiteY15" fmla="*/ 12252 h 13351"/>
                <a:gd name="connsiteX16" fmla="*/ 6979 w 16349"/>
                <a:gd name="connsiteY16" fmla="*/ 12127 h 13351"/>
                <a:gd name="connsiteX17" fmla="*/ 8517 w 16349"/>
                <a:gd name="connsiteY17" fmla="*/ 11708 h 13351"/>
                <a:gd name="connsiteX18" fmla="*/ 9325 w 16349"/>
                <a:gd name="connsiteY18" fmla="*/ 11518 h 13351"/>
                <a:gd name="connsiteX19" fmla="*/ 9328 w 16349"/>
                <a:gd name="connsiteY19" fmla="*/ 11496 h 13351"/>
                <a:gd name="connsiteX20" fmla="*/ 9884 w 16349"/>
                <a:gd name="connsiteY20" fmla="*/ 11374 h 13351"/>
                <a:gd name="connsiteX21" fmla="*/ 10029 w 16349"/>
                <a:gd name="connsiteY21" fmla="*/ 10850 h 13351"/>
                <a:gd name="connsiteX22" fmla="*/ 10201 w 16349"/>
                <a:gd name="connsiteY22" fmla="*/ 10531 h 13351"/>
                <a:gd name="connsiteX23" fmla="*/ 10697 w 16349"/>
                <a:gd name="connsiteY23" fmla="*/ 10157 h 13351"/>
                <a:gd name="connsiteX24" fmla="*/ 10744 w 16349"/>
                <a:gd name="connsiteY24" fmla="*/ 10120 h 13351"/>
                <a:gd name="connsiteX25" fmla="*/ 12074 w 16349"/>
                <a:gd name="connsiteY25" fmla="*/ 10153 h 13351"/>
                <a:gd name="connsiteX26" fmla="*/ 12866 w 16349"/>
                <a:gd name="connsiteY26" fmla="*/ 11463 h 13351"/>
                <a:gd name="connsiteX27" fmla="*/ 13276 w 16349"/>
                <a:gd name="connsiteY27" fmla="*/ 11315 h 13351"/>
                <a:gd name="connsiteX28" fmla="*/ 14022 w 16349"/>
                <a:gd name="connsiteY28" fmla="*/ 10822 h 13351"/>
                <a:gd name="connsiteX29" fmla="*/ 14441 w 16349"/>
                <a:gd name="connsiteY29" fmla="*/ 10432 h 13351"/>
                <a:gd name="connsiteX30" fmla="*/ 15300 w 16349"/>
                <a:gd name="connsiteY30" fmla="*/ 9417 h 13351"/>
                <a:gd name="connsiteX31" fmla="*/ 15543 w 16349"/>
                <a:gd name="connsiteY31" fmla="*/ 8947 h 13351"/>
                <a:gd name="connsiteX32" fmla="*/ 15897 w 16349"/>
                <a:gd name="connsiteY32" fmla="*/ 8223 h 13351"/>
                <a:gd name="connsiteX33" fmla="*/ 16088 w 16349"/>
                <a:gd name="connsiteY33" fmla="*/ 7558 h 13351"/>
                <a:gd name="connsiteX34" fmla="*/ 16349 w 16349"/>
                <a:gd name="connsiteY34" fmla="*/ 5866 h 13351"/>
                <a:gd name="connsiteX35" fmla="*/ 16041 w 16349"/>
                <a:gd name="connsiteY35" fmla="*/ 5404 h 13351"/>
                <a:gd name="connsiteX36" fmla="*/ 15494 w 16349"/>
                <a:gd name="connsiteY36" fmla="*/ 5379 h 13351"/>
                <a:gd name="connsiteX37" fmla="*/ 15261 w 16349"/>
                <a:gd name="connsiteY37" fmla="*/ 5605 h 13351"/>
                <a:gd name="connsiteX38" fmla="*/ 15164 w 16349"/>
                <a:gd name="connsiteY38" fmla="*/ 6006 h 13351"/>
                <a:gd name="connsiteX39" fmla="*/ 14882 w 16349"/>
                <a:gd name="connsiteY39" fmla="*/ 7480 h 13351"/>
                <a:gd name="connsiteX40" fmla="*/ 14674 w 16349"/>
                <a:gd name="connsiteY40" fmla="*/ 6849 h 13351"/>
                <a:gd name="connsiteX41" fmla="*/ 14073 w 16349"/>
                <a:gd name="connsiteY41" fmla="*/ 5785 h 13351"/>
                <a:gd name="connsiteX42" fmla="*/ 14078 w 16349"/>
                <a:gd name="connsiteY42" fmla="*/ 5622 h 13351"/>
                <a:gd name="connsiteX43" fmla="*/ 14349 w 16349"/>
                <a:gd name="connsiteY43" fmla="*/ 5010 h 13351"/>
                <a:gd name="connsiteX44" fmla="*/ 14620 w 16349"/>
                <a:gd name="connsiteY44" fmla="*/ 4241 h 13351"/>
                <a:gd name="connsiteX45" fmla="*/ 14722 w 16349"/>
                <a:gd name="connsiteY45" fmla="*/ 3742 h 13351"/>
                <a:gd name="connsiteX46" fmla="*/ 14878 w 16349"/>
                <a:gd name="connsiteY46" fmla="*/ 3071 h 13351"/>
                <a:gd name="connsiteX47" fmla="*/ 15074 w 16349"/>
                <a:gd name="connsiteY47" fmla="*/ 2221 h 13351"/>
                <a:gd name="connsiteX48" fmla="*/ 15229 w 16349"/>
                <a:gd name="connsiteY48" fmla="*/ 1270 h 13351"/>
                <a:gd name="connsiteX49" fmla="*/ 15097 w 16349"/>
                <a:gd name="connsiteY49" fmla="*/ 427 h 13351"/>
                <a:gd name="connsiteX50" fmla="*/ 14410 w 16349"/>
                <a:gd name="connsiteY50" fmla="*/ 12 h 13351"/>
                <a:gd name="connsiteX51" fmla="*/ 13561 w 16349"/>
                <a:gd name="connsiteY51" fmla="*/ 314 h 13351"/>
                <a:gd name="connsiteX52" fmla="*/ 13405 w 16349"/>
                <a:gd name="connsiteY52" fmla="*/ 497 h 13351"/>
                <a:gd name="connsiteX53" fmla="*/ 13195 w 16349"/>
                <a:gd name="connsiteY53" fmla="*/ 1553 h 13351"/>
                <a:gd name="connsiteX54" fmla="*/ 12989 w 16349"/>
                <a:gd name="connsiteY54" fmla="*/ 2546 h 13351"/>
                <a:gd name="connsiteX55" fmla="*/ 12739 w 16349"/>
                <a:gd name="connsiteY55" fmla="*/ 3607 h 13351"/>
                <a:gd name="connsiteX56" fmla="*/ 12426 w 16349"/>
                <a:gd name="connsiteY56" fmla="*/ 4513 h 13351"/>
                <a:gd name="connsiteX57" fmla="*/ 11596 w 16349"/>
                <a:gd name="connsiteY57" fmla="*/ 4504 h 13351"/>
                <a:gd name="connsiteX58" fmla="*/ 11496 w 16349"/>
                <a:gd name="connsiteY58" fmla="*/ 4267 h 13351"/>
                <a:gd name="connsiteX59" fmla="*/ 11321 w 16349"/>
                <a:gd name="connsiteY59" fmla="*/ 3638 h 13351"/>
                <a:gd name="connsiteX60" fmla="*/ 10810 w 16349"/>
                <a:gd name="connsiteY60" fmla="*/ 1418 h 13351"/>
                <a:gd name="connsiteX61" fmla="*/ 10596 w 16349"/>
                <a:gd name="connsiteY61" fmla="*/ 448 h 13351"/>
                <a:gd name="connsiteX62" fmla="*/ 10051 w 16349"/>
                <a:gd name="connsiteY62" fmla="*/ 46 h 13351"/>
                <a:gd name="connsiteX63" fmla="*/ 9111 w 16349"/>
                <a:gd name="connsiteY63" fmla="*/ 259 h 13351"/>
                <a:gd name="connsiteX64" fmla="*/ 8884 w 16349"/>
                <a:gd name="connsiteY64" fmla="*/ 498 h 13351"/>
                <a:gd name="connsiteX65" fmla="*/ 8784 w 16349"/>
                <a:gd name="connsiteY65" fmla="*/ 1027 h 13351"/>
                <a:gd name="connsiteX66" fmla="*/ 9022 w 16349"/>
                <a:gd name="connsiteY66" fmla="*/ 2543 h 13351"/>
                <a:gd name="connsiteX67" fmla="*/ 9219 w 16349"/>
                <a:gd name="connsiteY67" fmla="*/ 3426 h 13351"/>
                <a:gd name="connsiteX68" fmla="*/ 9502 w 16349"/>
                <a:gd name="connsiteY68" fmla="*/ 4521 h 13351"/>
                <a:gd name="connsiteX69" fmla="*/ 9922 w 16349"/>
                <a:gd name="connsiteY69" fmla="*/ 5576 h 13351"/>
                <a:gd name="connsiteX70" fmla="*/ 9243 w 16349"/>
                <a:gd name="connsiteY70" fmla="*/ 6746 h 13351"/>
                <a:gd name="connsiteX71" fmla="*/ 9244 w 16349"/>
                <a:gd name="connsiteY71" fmla="*/ 9378 h 13351"/>
                <a:gd name="connsiteX72" fmla="*/ 9453 w 16349"/>
                <a:gd name="connsiteY72" fmla="*/ 9780 h 13351"/>
                <a:gd name="connsiteX73" fmla="*/ 9717 w 16349"/>
                <a:gd name="connsiteY73" fmla="*/ 10178 h 13351"/>
                <a:gd name="connsiteX74" fmla="*/ 8249 w 16349"/>
                <a:gd name="connsiteY74" fmla="*/ 10559 h 13351"/>
                <a:gd name="connsiteX75" fmla="*/ 7406 w 16349"/>
                <a:gd name="connsiteY75" fmla="*/ 10794 h 13351"/>
                <a:gd name="connsiteX76" fmla="*/ 6786 w 16349"/>
                <a:gd name="connsiteY76" fmla="*/ 10928 h 13351"/>
                <a:gd name="connsiteX77" fmla="*/ 5594 w 16349"/>
                <a:gd name="connsiteY77" fmla="*/ 11250 h 13351"/>
                <a:gd name="connsiteX78" fmla="*/ 5499 w 16349"/>
                <a:gd name="connsiteY78" fmla="*/ 10165 h 13351"/>
                <a:gd name="connsiteX79" fmla="*/ 4970 w 16349"/>
                <a:gd name="connsiteY79" fmla="*/ 5651 h 13351"/>
                <a:gd name="connsiteX80" fmla="*/ 4877 w 16349"/>
                <a:gd name="connsiteY80" fmla="*/ 4643 h 13351"/>
                <a:gd name="connsiteX81" fmla="*/ 5550 w 16349"/>
                <a:gd name="connsiteY81" fmla="*/ 4324 h 13351"/>
                <a:gd name="connsiteX82" fmla="*/ 6166 w 16349"/>
                <a:gd name="connsiteY82" fmla="*/ 3634 h 13351"/>
                <a:gd name="connsiteX83" fmla="*/ 6398 w 16349"/>
                <a:gd name="connsiteY83" fmla="*/ 2831 h 13351"/>
                <a:gd name="connsiteX84" fmla="*/ 6403 w 16349"/>
                <a:gd name="connsiteY84" fmla="*/ 1692 h 13351"/>
                <a:gd name="connsiteX85" fmla="*/ 6031 w 16349"/>
                <a:gd name="connsiteY85" fmla="*/ 1446 h 13351"/>
                <a:gd name="connsiteX86" fmla="*/ 5819 w 16349"/>
                <a:gd name="connsiteY86" fmla="*/ 1768 h 13351"/>
                <a:gd name="connsiteX87" fmla="*/ 5783 w 16349"/>
                <a:gd name="connsiteY87" fmla="*/ 2899 h 13351"/>
                <a:gd name="connsiteX88" fmla="*/ 5479 w 16349"/>
                <a:gd name="connsiteY88" fmla="*/ 3621 h 13351"/>
                <a:gd name="connsiteX89" fmla="*/ 5232 w 16349"/>
                <a:gd name="connsiteY89" fmla="*/ 3826 h 13351"/>
                <a:gd name="connsiteX90" fmla="*/ 4800 w 16349"/>
                <a:gd name="connsiteY90" fmla="*/ 4069 h 13351"/>
                <a:gd name="connsiteX91" fmla="*/ 4433 w 16349"/>
                <a:gd name="connsiteY91" fmla="*/ 4106 h 13351"/>
                <a:gd name="connsiteX92" fmla="*/ 4409 w 16349"/>
                <a:gd name="connsiteY92" fmla="*/ 4070 h 13351"/>
                <a:gd name="connsiteX93" fmla="*/ 4542 w 16349"/>
                <a:gd name="connsiteY93" fmla="*/ 3896 h 13351"/>
                <a:gd name="connsiteX94" fmla="*/ 4395 w 16349"/>
                <a:gd name="connsiteY94" fmla="*/ 4020 h 13351"/>
                <a:gd name="connsiteX95" fmla="*/ 4343 w 16349"/>
                <a:gd name="connsiteY95" fmla="*/ 4102 h 13351"/>
                <a:gd name="connsiteX96" fmla="*/ 4214 w 16349"/>
                <a:gd name="connsiteY96" fmla="*/ 4140 h 13351"/>
                <a:gd name="connsiteX97" fmla="*/ 3282 w 16349"/>
                <a:gd name="connsiteY97" fmla="*/ 4249 h 13351"/>
                <a:gd name="connsiteX98" fmla="*/ 1693 w 16349"/>
                <a:gd name="connsiteY98" fmla="*/ 3955 h 13351"/>
                <a:gd name="connsiteX99" fmla="*/ 1180 w 16349"/>
                <a:gd name="connsiteY99" fmla="*/ 3624 h 13351"/>
                <a:gd name="connsiteX100" fmla="*/ 783 w 16349"/>
                <a:gd name="connsiteY100" fmla="*/ 3143 h 13351"/>
                <a:gd name="connsiteX101" fmla="*/ 570 w 16349"/>
                <a:gd name="connsiteY101" fmla="*/ 2810 h 13351"/>
                <a:gd name="connsiteX102" fmla="*/ 206 w 16349"/>
                <a:gd name="connsiteY102" fmla="*/ 2633 h 13351"/>
                <a:gd name="connsiteX103" fmla="*/ 3 w 16349"/>
                <a:gd name="connsiteY103" fmla="*/ 2961 h 13351"/>
                <a:gd name="connsiteX104" fmla="*/ 329 w 16349"/>
                <a:gd name="connsiteY104" fmla="*/ 3588 h 13351"/>
                <a:gd name="connsiteX105" fmla="*/ 894 w 16349"/>
                <a:gd name="connsiteY105" fmla="*/ 4151 h 13351"/>
                <a:gd name="connsiteX106" fmla="*/ 1282 w 16349"/>
                <a:gd name="connsiteY106" fmla="*/ 4393 h 13351"/>
                <a:gd name="connsiteX107" fmla="*/ 2732 w 16349"/>
                <a:gd name="connsiteY107" fmla="*/ 4851 h 13351"/>
                <a:gd name="connsiteX108" fmla="*/ 2899 w 16349"/>
                <a:gd name="connsiteY108" fmla="*/ 6318 h 13351"/>
                <a:gd name="connsiteX109" fmla="*/ 3057 w 16349"/>
                <a:gd name="connsiteY109" fmla="*/ 7905 h 13351"/>
                <a:gd name="connsiteX110" fmla="*/ 2357 w 16349"/>
                <a:gd name="connsiteY110" fmla="*/ 9077 h 13351"/>
                <a:gd name="connsiteX111" fmla="*/ 2144 w 16349"/>
                <a:gd name="connsiteY111" fmla="*/ 9490 h 13351"/>
                <a:gd name="connsiteX112" fmla="*/ 1743 w 16349"/>
                <a:gd name="connsiteY112" fmla="*/ 10127 h 13351"/>
                <a:gd name="connsiteX113" fmla="*/ 1624 w 16349"/>
                <a:gd name="connsiteY113" fmla="*/ 10303 h 13351"/>
                <a:gd name="connsiteX114" fmla="*/ 1243 w 16349"/>
                <a:gd name="connsiteY114" fmla="*/ 10956 h 13351"/>
                <a:gd name="connsiteX115" fmla="*/ 895 w 16349"/>
                <a:gd name="connsiteY115" fmla="*/ 11561 h 13351"/>
                <a:gd name="connsiteX116" fmla="*/ 658 w 16349"/>
                <a:gd name="connsiteY116" fmla="*/ 12073 h 13351"/>
                <a:gd name="connsiteX117" fmla="*/ 949 w 16349"/>
                <a:gd name="connsiteY117" fmla="*/ 12547 h 13351"/>
                <a:gd name="connsiteX118" fmla="*/ 1503 w 16349"/>
                <a:gd name="connsiteY118" fmla="*/ 12446 h 13351"/>
                <a:gd name="connsiteX119" fmla="*/ 1685 w 16349"/>
                <a:gd name="connsiteY119" fmla="*/ 12139 h 13351"/>
                <a:gd name="connsiteX120" fmla="*/ 2183 w 16349"/>
                <a:gd name="connsiteY120" fmla="*/ 11359 h 13351"/>
                <a:gd name="connsiteX121" fmla="*/ 2499 w 16349"/>
                <a:gd name="connsiteY121" fmla="*/ 10798 h 13351"/>
                <a:gd name="connsiteX122" fmla="*/ 2887 w 16349"/>
                <a:gd name="connsiteY122" fmla="*/ 10159 h 13351"/>
                <a:gd name="connsiteX123" fmla="*/ 3563 w 16349"/>
                <a:gd name="connsiteY123" fmla="*/ 9000 h 13351"/>
                <a:gd name="connsiteX124" fmla="*/ 3947 w 16349"/>
                <a:gd name="connsiteY124" fmla="*/ 8368 h 13351"/>
                <a:gd name="connsiteX125" fmla="*/ 4271 w 16349"/>
                <a:gd name="connsiteY125" fmla="*/ 8269 h 13351"/>
                <a:gd name="connsiteX126" fmla="*/ 4648 w 16349"/>
                <a:gd name="connsiteY126" fmla="*/ 11527 h 13351"/>
                <a:gd name="connsiteX127" fmla="*/ 4413 w 16349"/>
                <a:gd name="connsiteY127" fmla="*/ 12000 h 13351"/>
                <a:gd name="connsiteX128" fmla="*/ 4590 w 16349"/>
                <a:gd name="connsiteY128" fmla="*/ 12423 h 13351"/>
                <a:gd name="connsiteX129" fmla="*/ 4641 w 16349"/>
                <a:gd name="connsiteY129" fmla="*/ 12515 h 13351"/>
                <a:gd name="connsiteX130" fmla="*/ 4769 w 16349"/>
                <a:gd name="connsiteY130" fmla="*/ 12551 h 13351"/>
                <a:gd name="connsiteX131" fmla="*/ 4917 w 16349"/>
                <a:gd name="connsiteY131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933 w 16349"/>
                <a:gd name="connsiteY6" fmla="*/ 10694 h 13351"/>
                <a:gd name="connsiteX7" fmla="*/ 7847 w 16349"/>
                <a:gd name="connsiteY7" fmla="*/ 10817 h 13351"/>
                <a:gd name="connsiteX8" fmla="*/ 6817 w 16349"/>
                <a:gd name="connsiteY8" fmla="*/ 11805 h 13351"/>
                <a:gd name="connsiteX9" fmla="*/ 6854 w 16349"/>
                <a:gd name="connsiteY9" fmla="*/ 11829 h 13351"/>
                <a:gd name="connsiteX10" fmla="*/ 6780 w 16349"/>
                <a:gd name="connsiteY10" fmla="*/ 11868 h 13351"/>
                <a:gd name="connsiteX11" fmla="*/ 6689 w 16349"/>
                <a:gd name="connsiteY11" fmla="*/ 11950 h 13351"/>
                <a:gd name="connsiteX12" fmla="*/ 6691 w 16349"/>
                <a:gd name="connsiteY12" fmla="*/ 11992 h 13351"/>
                <a:gd name="connsiteX13" fmla="*/ 6645 w 16349"/>
                <a:gd name="connsiteY13" fmla="*/ 11979 h 13351"/>
                <a:gd name="connsiteX14" fmla="*/ 6398 w 16349"/>
                <a:gd name="connsiteY14" fmla="*/ 12252 h 13351"/>
                <a:gd name="connsiteX15" fmla="*/ 6979 w 16349"/>
                <a:gd name="connsiteY15" fmla="*/ 12127 h 13351"/>
                <a:gd name="connsiteX16" fmla="*/ 8517 w 16349"/>
                <a:gd name="connsiteY16" fmla="*/ 11708 h 13351"/>
                <a:gd name="connsiteX17" fmla="*/ 9325 w 16349"/>
                <a:gd name="connsiteY17" fmla="*/ 11518 h 13351"/>
                <a:gd name="connsiteX18" fmla="*/ 9328 w 16349"/>
                <a:gd name="connsiteY18" fmla="*/ 11496 h 13351"/>
                <a:gd name="connsiteX19" fmla="*/ 9884 w 16349"/>
                <a:gd name="connsiteY19" fmla="*/ 11374 h 13351"/>
                <a:gd name="connsiteX20" fmla="*/ 10029 w 16349"/>
                <a:gd name="connsiteY20" fmla="*/ 10850 h 13351"/>
                <a:gd name="connsiteX21" fmla="*/ 10201 w 16349"/>
                <a:gd name="connsiteY21" fmla="*/ 10531 h 13351"/>
                <a:gd name="connsiteX22" fmla="*/ 10697 w 16349"/>
                <a:gd name="connsiteY22" fmla="*/ 10157 h 13351"/>
                <a:gd name="connsiteX23" fmla="*/ 10744 w 16349"/>
                <a:gd name="connsiteY23" fmla="*/ 10120 h 13351"/>
                <a:gd name="connsiteX24" fmla="*/ 12074 w 16349"/>
                <a:gd name="connsiteY24" fmla="*/ 10153 h 13351"/>
                <a:gd name="connsiteX25" fmla="*/ 12866 w 16349"/>
                <a:gd name="connsiteY25" fmla="*/ 11463 h 13351"/>
                <a:gd name="connsiteX26" fmla="*/ 13276 w 16349"/>
                <a:gd name="connsiteY26" fmla="*/ 11315 h 13351"/>
                <a:gd name="connsiteX27" fmla="*/ 14022 w 16349"/>
                <a:gd name="connsiteY27" fmla="*/ 10822 h 13351"/>
                <a:gd name="connsiteX28" fmla="*/ 14441 w 16349"/>
                <a:gd name="connsiteY28" fmla="*/ 10432 h 13351"/>
                <a:gd name="connsiteX29" fmla="*/ 15300 w 16349"/>
                <a:gd name="connsiteY29" fmla="*/ 9417 h 13351"/>
                <a:gd name="connsiteX30" fmla="*/ 15543 w 16349"/>
                <a:gd name="connsiteY30" fmla="*/ 8947 h 13351"/>
                <a:gd name="connsiteX31" fmla="*/ 15897 w 16349"/>
                <a:gd name="connsiteY31" fmla="*/ 8223 h 13351"/>
                <a:gd name="connsiteX32" fmla="*/ 16088 w 16349"/>
                <a:gd name="connsiteY32" fmla="*/ 7558 h 13351"/>
                <a:gd name="connsiteX33" fmla="*/ 16349 w 16349"/>
                <a:gd name="connsiteY33" fmla="*/ 5866 h 13351"/>
                <a:gd name="connsiteX34" fmla="*/ 16041 w 16349"/>
                <a:gd name="connsiteY34" fmla="*/ 5404 h 13351"/>
                <a:gd name="connsiteX35" fmla="*/ 15494 w 16349"/>
                <a:gd name="connsiteY35" fmla="*/ 5379 h 13351"/>
                <a:gd name="connsiteX36" fmla="*/ 15261 w 16349"/>
                <a:gd name="connsiteY36" fmla="*/ 5605 h 13351"/>
                <a:gd name="connsiteX37" fmla="*/ 15164 w 16349"/>
                <a:gd name="connsiteY37" fmla="*/ 6006 h 13351"/>
                <a:gd name="connsiteX38" fmla="*/ 14882 w 16349"/>
                <a:gd name="connsiteY38" fmla="*/ 7480 h 13351"/>
                <a:gd name="connsiteX39" fmla="*/ 14674 w 16349"/>
                <a:gd name="connsiteY39" fmla="*/ 6849 h 13351"/>
                <a:gd name="connsiteX40" fmla="*/ 14073 w 16349"/>
                <a:gd name="connsiteY40" fmla="*/ 5785 h 13351"/>
                <a:gd name="connsiteX41" fmla="*/ 14078 w 16349"/>
                <a:gd name="connsiteY41" fmla="*/ 5622 h 13351"/>
                <a:gd name="connsiteX42" fmla="*/ 14349 w 16349"/>
                <a:gd name="connsiteY42" fmla="*/ 5010 h 13351"/>
                <a:gd name="connsiteX43" fmla="*/ 14620 w 16349"/>
                <a:gd name="connsiteY43" fmla="*/ 4241 h 13351"/>
                <a:gd name="connsiteX44" fmla="*/ 14722 w 16349"/>
                <a:gd name="connsiteY44" fmla="*/ 3742 h 13351"/>
                <a:gd name="connsiteX45" fmla="*/ 14878 w 16349"/>
                <a:gd name="connsiteY45" fmla="*/ 3071 h 13351"/>
                <a:gd name="connsiteX46" fmla="*/ 15074 w 16349"/>
                <a:gd name="connsiteY46" fmla="*/ 2221 h 13351"/>
                <a:gd name="connsiteX47" fmla="*/ 15229 w 16349"/>
                <a:gd name="connsiteY47" fmla="*/ 1270 h 13351"/>
                <a:gd name="connsiteX48" fmla="*/ 15097 w 16349"/>
                <a:gd name="connsiteY48" fmla="*/ 427 h 13351"/>
                <a:gd name="connsiteX49" fmla="*/ 14410 w 16349"/>
                <a:gd name="connsiteY49" fmla="*/ 12 h 13351"/>
                <a:gd name="connsiteX50" fmla="*/ 13561 w 16349"/>
                <a:gd name="connsiteY50" fmla="*/ 314 h 13351"/>
                <a:gd name="connsiteX51" fmla="*/ 13405 w 16349"/>
                <a:gd name="connsiteY51" fmla="*/ 497 h 13351"/>
                <a:gd name="connsiteX52" fmla="*/ 13195 w 16349"/>
                <a:gd name="connsiteY52" fmla="*/ 1553 h 13351"/>
                <a:gd name="connsiteX53" fmla="*/ 12989 w 16349"/>
                <a:gd name="connsiteY53" fmla="*/ 2546 h 13351"/>
                <a:gd name="connsiteX54" fmla="*/ 12739 w 16349"/>
                <a:gd name="connsiteY54" fmla="*/ 3607 h 13351"/>
                <a:gd name="connsiteX55" fmla="*/ 12426 w 16349"/>
                <a:gd name="connsiteY55" fmla="*/ 4513 h 13351"/>
                <a:gd name="connsiteX56" fmla="*/ 11596 w 16349"/>
                <a:gd name="connsiteY56" fmla="*/ 4504 h 13351"/>
                <a:gd name="connsiteX57" fmla="*/ 11496 w 16349"/>
                <a:gd name="connsiteY57" fmla="*/ 4267 h 13351"/>
                <a:gd name="connsiteX58" fmla="*/ 11321 w 16349"/>
                <a:gd name="connsiteY58" fmla="*/ 3638 h 13351"/>
                <a:gd name="connsiteX59" fmla="*/ 10810 w 16349"/>
                <a:gd name="connsiteY59" fmla="*/ 1418 h 13351"/>
                <a:gd name="connsiteX60" fmla="*/ 10596 w 16349"/>
                <a:gd name="connsiteY60" fmla="*/ 448 h 13351"/>
                <a:gd name="connsiteX61" fmla="*/ 10051 w 16349"/>
                <a:gd name="connsiteY61" fmla="*/ 46 h 13351"/>
                <a:gd name="connsiteX62" fmla="*/ 9111 w 16349"/>
                <a:gd name="connsiteY62" fmla="*/ 259 h 13351"/>
                <a:gd name="connsiteX63" fmla="*/ 8884 w 16349"/>
                <a:gd name="connsiteY63" fmla="*/ 498 h 13351"/>
                <a:gd name="connsiteX64" fmla="*/ 8784 w 16349"/>
                <a:gd name="connsiteY64" fmla="*/ 1027 h 13351"/>
                <a:gd name="connsiteX65" fmla="*/ 9022 w 16349"/>
                <a:gd name="connsiteY65" fmla="*/ 2543 h 13351"/>
                <a:gd name="connsiteX66" fmla="*/ 9219 w 16349"/>
                <a:gd name="connsiteY66" fmla="*/ 3426 h 13351"/>
                <a:gd name="connsiteX67" fmla="*/ 9502 w 16349"/>
                <a:gd name="connsiteY67" fmla="*/ 4521 h 13351"/>
                <a:gd name="connsiteX68" fmla="*/ 9922 w 16349"/>
                <a:gd name="connsiteY68" fmla="*/ 5576 h 13351"/>
                <a:gd name="connsiteX69" fmla="*/ 9243 w 16349"/>
                <a:gd name="connsiteY69" fmla="*/ 6746 h 13351"/>
                <a:gd name="connsiteX70" fmla="*/ 9244 w 16349"/>
                <a:gd name="connsiteY70" fmla="*/ 9378 h 13351"/>
                <a:gd name="connsiteX71" fmla="*/ 9453 w 16349"/>
                <a:gd name="connsiteY71" fmla="*/ 9780 h 13351"/>
                <a:gd name="connsiteX72" fmla="*/ 9717 w 16349"/>
                <a:gd name="connsiteY72" fmla="*/ 10178 h 13351"/>
                <a:gd name="connsiteX73" fmla="*/ 8249 w 16349"/>
                <a:gd name="connsiteY73" fmla="*/ 10559 h 13351"/>
                <a:gd name="connsiteX74" fmla="*/ 7406 w 16349"/>
                <a:gd name="connsiteY74" fmla="*/ 10794 h 13351"/>
                <a:gd name="connsiteX75" fmla="*/ 6786 w 16349"/>
                <a:gd name="connsiteY75" fmla="*/ 10928 h 13351"/>
                <a:gd name="connsiteX76" fmla="*/ 5594 w 16349"/>
                <a:gd name="connsiteY76" fmla="*/ 11250 h 13351"/>
                <a:gd name="connsiteX77" fmla="*/ 5499 w 16349"/>
                <a:gd name="connsiteY77" fmla="*/ 10165 h 13351"/>
                <a:gd name="connsiteX78" fmla="*/ 4970 w 16349"/>
                <a:gd name="connsiteY78" fmla="*/ 5651 h 13351"/>
                <a:gd name="connsiteX79" fmla="*/ 4877 w 16349"/>
                <a:gd name="connsiteY79" fmla="*/ 4643 h 13351"/>
                <a:gd name="connsiteX80" fmla="*/ 5550 w 16349"/>
                <a:gd name="connsiteY80" fmla="*/ 4324 h 13351"/>
                <a:gd name="connsiteX81" fmla="*/ 6166 w 16349"/>
                <a:gd name="connsiteY81" fmla="*/ 3634 h 13351"/>
                <a:gd name="connsiteX82" fmla="*/ 6398 w 16349"/>
                <a:gd name="connsiteY82" fmla="*/ 2831 h 13351"/>
                <a:gd name="connsiteX83" fmla="*/ 6403 w 16349"/>
                <a:gd name="connsiteY83" fmla="*/ 1692 h 13351"/>
                <a:gd name="connsiteX84" fmla="*/ 6031 w 16349"/>
                <a:gd name="connsiteY84" fmla="*/ 1446 h 13351"/>
                <a:gd name="connsiteX85" fmla="*/ 5819 w 16349"/>
                <a:gd name="connsiteY85" fmla="*/ 1768 h 13351"/>
                <a:gd name="connsiteX86" fmla="*/ 5783 w 16349"/>
                <a:gd name="connsiteY86" fmla="*/ 2899 h 13351"/>
                <a:gd name="connsiteX87" fmla="*/ 5479 w 16349"/>
                <a:gd name="connsiteY87" fmla="*/ 3621 h 13351"/>
                <a:gd name="connsiteX88" fmla="*/ 5232 w 16349"/>
                <a:gd name="connsiteY88" fmla="*/ 3826 h 13351"/>
                <a:gd name="connsiteX89" fmla="*/ 4800 w 16349"/>
                <a:gd name="connsiteY89" fmla="*/ 4069 h 13351"/>
                <a:gd name="connsiteX90" fmla="*/ 4433 w 16349"/>
                <a:gd name="connsiteY90" fmla="*/ 4106 h 13351"/>
                <a:gd name="connsiteX91" fmla="*/ 4409 w 16349"/>
                <a:gd name="connsiteY91" fmla="*/ 4070 h 13351"/>
                <a:gd name="connsiteX92" fmla="*/ 4542 w 16349"/>
                <a:gd name="connsiteY92" fmla="*/ 3896 h 13351"/>
                <a:gd name="connsiteX93" fmla="*/ 4395 w 16349"/>
                <a:gd name="connsiteY93" fmla="*/ 4020 h 13351"/>
                <a:gd name="connsiteX94" fmla="*/ 4343 w 16349"/>
                <a:gd name="connsiteY94" fmla="*/ 4102 h 13351"/>
                <a:gd name="connsiteX95" fmla="*/ 4214 w 16349"/>
                <a:gd name="connsiteY95" fmla="*/ 4140 h 13351"/>
                <a:gd name="connsiteX96" fmla="*/ 3282 w 16349"/>
                <a:gd name="connsiteY96" fmla="*/ 4249 h 13351"/>
                <a:gd name="connsiteX97" fmla="*/ 1693 w 16349"/>
                <a:gd name="connsiteY97" fmla="*/ 3955 h 13351"/>
                <a:gd name="connsiteX98" fmla="*/ 1180 w 16349"/>
                <a:gd name="connsiteY98" fmla="*/ 3624 h 13351"/>
                <a:gd name="connsiteX99" fmla="*/ 783 w 16349"/>
                <a:gd name="connsiteY99" fmla="*/ 3143 h 13351"/>
                <a:gd name="connsiteX100" fmla="*/ 570 w 16349"/>
                <a:gd name="connsiteY100" fmla="*/ 2810 h 13351"/>
                <a:gd name="connsiteX101" fmla="*/ 206 w 16349"/>
                <a:gd name="connsiteY101" fmla="*/ 2633 h 13351"/>
                <a:gd name="connsiteX102" fmla="*/ 3 w 16349"/>
                <a:gd name="connsiteY102" fmla="*/ 2961 h 13351"/>
                <a:gd name="connsiteX103" fmla="*/ 329 w 16349"/>
                <a:gd name="connsiteY103" fmla="*/ 3588 h 13351"/>
                <a:gd name="connsiteX104" fmla="*/ 894 w 16349"/>
                <a:gd name="connsiteY104" fmla="*/ 4151 h 13351"/>
                <a:gd name="connsiteX105" fmla="*/ 1282 w 16349"/>
                <a:gd name="connsiteY105" fmla="*/ 4393 h 13351"/>
                <a:gd name="connsiteX106" fmla="*/ 2732 w 16349"/>
                <a:gd name="connsiteY106" fmla="*/ 4851 h 13351"/>
                <a:gd name="connsiteX107" fmla="*/ 2899 w 16349"/>
                <a:gd name="connsiteY107" fmla="*/ 6318 h 13351"/>
                <a:gd name="connsiteX108" fmla="*/ 3057 w 16349"/>
                <a:gd name="connsiteY108" fmla="*/ 7905 h 13351"/>
                <a:gd name="connsiteX109" fmla="*/ 2357 w 16349"/>
                <a:gd name="connsiteY109" fmla="*/ 9077 h 13351"/>
                <a:gd name="connsiteX110" fmla="*/ 2144 w 16349"/>
                <a:gd name="connsiteY110" fmla="*/ 9490 h 13351"/>
                <a:gd name="connsiteX111" fmla="*/ 1743 w 16349"/>
                <a:gd name="connsiteY111" fmla="*/ 10127 h 13351"/>
                <a:gd name="connsiteX112" fmla="*/ 1624 w 16349"/>
                <a:gd name="connsiteY112" fmla="*/ 10303 h 13351"/>
                <a:gd name="connsiteX113" fmla="*/ 1243 w 16349"/>
                <a:gd name="connsiteY113" fmla="*/ 10956 h 13351"/>
                <a:gd name="connsiteX114" fmla="*/ 895 w 16349"/>
                <a:gd name="connsiteY114" fmla="*/ 11561 h 13351"/>
                <a:gd name="connsiteX115" fmla="*/ 658 w 16349"/>
                <a:gd name="connsiteY115" fmla="*/ 12073 h 13351"/>
                <a:gd name="connsiteX116" fmla="*/ 949 w 16349"/>
                <a:gd name="connsiteY116" fmla="*/ 12547 h 13351"/>
                <a:gd name="connsiteX117" fmla="*/ 1503 w 16349"/>
                <a:gd name="connsiteY117" fmla="*/ 12446 h 13351"/>
                <a:gd name="connsiteX118" fmla="*/ 1685 w 16349"/>
                <a:gd name="connsiteY118" fmla="*/ 12139 h 13351"/>
                <a:gd name="connsiteX119" fmla="*/ 2183 w 16349"/>
                <a:gd name="connsiteY119" fmla="*/ 11359 h 13351"/>
                <a:gd name="connsiteX120" fmla="*/ 2499 w 16349"/>
                <a:gd name="connsiteY120" fmla="*/ 10798 h 13351"/>
                <a:gd name="connsiteX121" fmla="*/ 2887 w 16349"/>
                <a:gd name="connsiteY121" fmla="*/ 10159 h 13351"/>
                <a:gd name="connsiteX122" fmla="*/ 3563 w 16349"/>
                <a:gd name="connsiteY122" fmla="*/ 9000 h 13351"/>
                <a:gd name="connsiteX123" fmla="*/ 3947 w 16349"/>
                <a:gd name="connsiteY123" fmla="*/ 8368 h 13351"/>
                <a:gd name="connsiteX124" fmla="*/ 4271 w 16349"/>
                <a:gd name="connsiteY124" fmla="*/ 8269 h 13351"/>
                <a:gd name="connsiteX125" fmla="*/ 4648 w 16349"/>
                <a:gd name="connsiteY125" fmla="*/ 11527 h 13351"/>
                <a:gd name="connsiteX126" fmla="*/ 4413 w 16349"/>
                <a:gd name="connsiteY126" fmla="*/ 12000 h 13351"/>
                <a:gd name="connsiteX127" fmla="*/ 4590 w 16349"/>
                <a:gd name="connsiteY127" fmla="*/ 12423 h 13351"/>
                <a:gd name="connsiteX128" fmla="*/ 4641 w 16349"/>
                <a:gd name="connsiteY128" fmla="*/ 12515 h 13351"/>
                <a:gd name="connsiteX129" fmla="*/ 4769 w 16349"/>
                <a:gd name="connsiteY129" fmla="*/ 12551 h 13351"/>
                <a:gd name="connsiteX130" fmla="*/ 4917 w 16349"/>
                <a:gd name="connsiteY130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933 w 16349"/>
                <a:gd name="connsiteY6" fmla="*/ 10694 h 13351"/>
                <a:gd name="connsiteX7" fmla="*/ 6817 w 16349"/>
                <a:gd name="connsiteY7" fmla="*/ 11805 h 13351"/>
                <a:gd name="connsiteX8" fmla="*/ 6854 w 16349"/>
                <a:gd name="connsiteY8" fmla="*/ 11829 h 13351"/>
                <a:gd name="connsiteX9" fmla="*/ 6780 w 16349"/>
                <a:gd name="connsiteY9" fmla="*/ 11868 h 13351"/>
                <a:gd name="connsiteX10" fmla="*/ 6689 w 16349"/>
                <a:gd name="connsiteY10" fmla="*/ 11950 h 13351"/>
                <a:gd name="connsiteX11" fmla="*/ 6691 w 16349"/>
                <a:gd name="connsiteY11" fmla="*/ 11992 h 13351"/>
                <a:gd name="connsiteX12" fmla="*/ 6645 w 16349"/>
                <a:gd name="connsiteY12" fmla="*/ 11979 h 13351"/>
                <a:gd name="connsiteX13" fmla="*/ 6398 w 16349"/>
                <a:gd name="connsiteY13" fmla="*/ 12252 h 13351"/>
                <a:gd name="connsiteX14" fmla="*/ 6979 w 16349"/>
                <a:gd name="connsiteY14" fmla="*/ 12127 h 13351"/>
                <a:gd name="connsiteX15" fmla="*/ 8517 w 16349"/>
                <a:gd name="connsiteY15" fmla="*/ 11708 h 13351"/>
                <a:gd name="connsiteX16" fmla="*/ 9325 w 16349"/>
                <a:gd name="connsiteY16" fmla="*/ 11518 h 13351"/>
                <a:gd name="connsiteX17" fmla="*/ 9328 w 16349"/>
                <a:gd name="connsiteY17" fmla="*/ 11496 h 13351"/>
                <a:gd name="connsiteX18" fmla="*/ 9884 w 16349"/>
                <a:gd name="connsiteY18" fmla="*/ 11374 h 13351"/>
                <a:gd name="connsiteX19" fmla="*/ 10029 w 16349"/>
                <a:gd name="connsiteY19" fmla="*/ 10850 h 13351"/>
                <a:gd name="connsiteX20" fmla="*/ 10201 w 16349"/>
                <a:gd name="connsiteY20" fmla="*/ 10531 h 13351"/>
                <a:gd name="connsiteX21" fmla="*/ 10697 w 16349"/>
                <a:gd name="connsiteY21" fmla="*/ 10157 h 13351"/>
                <a:gd name="connsiteX22" fmla="*/ 10744 w 16349"/>
                <a:gd name="connsiteY22" fmla="*/ 10120 h 13351"/>
                <a:gd name="connsiteX23" fmla="*/ 12074 w 16349"/>
                <a:gd name="connsiteY23" fmla="*/ 10153 h 13351"/>
                <a:gd name="connsiteX24" fmla="*/ 12866 w 16349"/>
                <a:gd name="connsiteY24" fmla="*/ 11463 h 13351"/>
                <a:gd name="connsiteX25" fmla="*/ 13276 w 16349"/>
                <a:gd name="connsiteY25" fmla="*/ 11315 h 13351"/>
                <a:gd name="connsiteX26" fmla="*/ 14022 w 16349"/>
                <a:gd name="connsiteY26" fmla="*/ 10822 h 13351"/>
                <a:gd name="connsiteX27" fmla="*/ 14441 w 16349"/>
                <a:gd name="connsiteY27" fmla="*/ 10432 h 13351"/>
                <a:gd name="connsiteX28" fmla="*/ 15300 w 16349"/>
                <a:gd name="connsiteY28" fmla="*/ 9417 h 13351"/>
                <a:gd name="connsiteX29" fmla="*/ 15543 w 16349"/>
                <a:gd name="connsiteY29" fmla="*/ 8947 h 13351"/>
                <a:gd name="connsiteX30" fmla="*/ 15897 w 16349"/>
                <a:gd name="connsiteY30" fmla="*/ 8223 h 13351"/>
                <a:gd name="connsiteX31" fmla="*/ 16088 w 16349"/>
                <a:gd name="connsiteY31" fmla="*/ 7558 h 13351"/>
                <a:gd name="connsiteX32" fmla="*/ 16349 w 16349"/>
                <a:gd name="connsiteY32" fmla="*/ 5866 h 13351"/>
                <a:gd name="connsiteX33" fmla="*/ 16041 w 16349"/>
                <a:gd name="connsiteY33" fmla="*/ 5404 h 13351"/>
                <a:gd name="connsiteX34" fmla="*/ 15494 w 16349"/>
                <a:gd name="connsiteY34" fmla="*/ 5379 h 13351"/>
                <a:gd name="connsiteX35" fmla="*/ 15261 w 16349"/>
                <a:gd name="connsiteY35" fmla="*/ 5605 h 13351"/>
                <a:gd name="connsiteX36" fmla="*/ 15164 w 16349"/>
                <a:gd name="connsiteY36" fmla="*/ 6006 h 13351"/>
                <a:gd name="connsiteX37" fmla="*/ 14882 w 16349"/>
                <a:gd name="connsiteY37" fmla="*/ 7480 h 13351"/>
                <a:gd name="connsiteX38" fmla="*/ 14674 w 16349"/>
                <a:gd name="connsiteY38" fmla="*/ 6849 h 13351"/>
                <a:gd name="connsiteX39" fmla="*/ 14073 w 16349"/>
                <a:gd name="connsiteY39" fmla="*/ 5785 h 13351"/>
                <a:gd name="connsiteX40" fmla="*/ 14078 w 16349"/>
                <a:gd name="connsiteY40" fmla="*/ 5622 h 13351"/>
                <a:gd name="connsiteX41" fmla="*/ 14349 w 16349"/>
                <a:gd name="connsiteY41" fmla="*/ 5010 h 13351"/>
                <a:gd name="connsiteX42" fmla="*/ 14620 w 16349"/>
                <a:gd name="connsiteY42" fmla="*/ 4241 h 13351"/>
                <a:gd name="connsiteX43" fmla="*/ 14722 w 16349"/>
                <a:gd name="connsiteY43" fmla="*/ 3742 h 13351"/>
                <a:gd name="connsiteX44" fmla="*/ 14878 w 16349"/>
                <a:gd name="connsiteY44" fmla="*/ 3071 h 13351"/>
                <a:gd name="connsiteX45" fmla="*/ 15074 w 16349"/>
                <a:gd name="connsiteY45" fmla="*/ 2221 h 13351"/>
                <a:gd name="connsiteX46" fmla="*/ 15229 w 16349"/>
                <a:gd name="connsiteY46" fmla="*/ 1270 h 13351"/>
                <a:gd name="connsiteX47" fmla="*/ 15097 w 16349"/>
                <a:gd name="connsiteY47" fmla="*/ 427 h 13351"/>
                <a:gd name="connsiteX48" fmla="*/ 14410 w 16349"/>
                <a:gd name="connsiteY48" fmla="*/ 12 h 13351"/>
                <a:gd name="connsiteX49" fmla="*/ 13561 w 16349"/>
                <a:gd name="connsiteY49" fmla="*/ 314 h 13351"/>
                <a:gd name="connsiteX50" fmla="*/ 13405 w 16349"/>
                <a:gd name="connsiteY50" fmla="*/ 497 h 13351"/>
                <a:gd name="connsiteX51" fmla="*/ 13195 w 16349"/>
                <a:gd name="connsiteY51" fmla="*/ 1553 h 13351"/>
                <a:gd name="connsiteX52" fmla="*/ 12989 w 16349"/>
                <a:gd name="connsiteY52" fmla="*/ 2546 h 13351"/>
                <a:gd name="connsiteX53" fmla="*/ 12739 w 16349"/>
                <a:gd name="connsiteY53" fmla="*/ 3607 h 13351"/>
                <a:gd name="connsiteX54" fmla="*/ 12426 w 16349"/>
                <a:gd name="connsiteY54" fmla="*/ 4513 h 13351"/>
                <a:gd name="connsiteX55" fmla="*/ 11596 w 16349"/>
                <a:gd name="connsiteY55" fmla="*/ 4504 h 13351"/>
                <a:gd name="connsiteX56" fmla="*/ 11496 w 16349"/>
                <a:gd name="connsiteY56" fmla="*/ 4267 h 13351"/>
                <a:gd name="connsiteX57" fmla="*/ 11321 w 16349"/>
                <a:gd name="connsiteY57" fmla="*/ 3638 h 13351"/>
                <a:gd name="connsiteX58" fmla="*/ 10810 w 16349"/>
                <a:gd name="connsiteY58" fmla="*/ 1418 h 13351"/>
                <a:gd name="connsiteX59" fmla="*/ 10596 w 16349"/>
                <a:gd name="connsiteY59" fmla="*/ 448 h 13351"/>
                <a:gd name="connsiteX60" fmla="*/ 10051 w 16349"/>
                <a:gd name="connsiteY60" fmla="*/ 46 h 13351"/>
                <a:gd name="connsiteX61" fmla="*/ 9111 w 16349"/>
                <a:gd name="connsiteY61" fmla="*/ 259 h 13351"/>
                <a:gd name="connsiteX62" fmla="*/ 8884 w 16349"/>
                <a:gd name="connsiteY62" fmla="*/ 498 h 13351"/>
                <a:gd name="connsiteX63" fmla="*/ 8784 w 16349"/>
                <a:gd name="connsiteY63" fmla="*/ 1027 h 13351"/>
                <a:gd name="connsiteX64" fmla="*/ 9022 w 16349"/>
                <a:gd name="connsiteY64" fmla="*/ 2543 h 13351"/>
                <a:gd name="connsiteX65" fmla="*/ 9219 w 16349"/>
                <a:gd name="connsiteY65" fmla="*/ 3426 h 13351"/>
                <a:gd name="connsiteX66" fmla="*/ 9502 w 16349"/>
                <a:gd name="connsiteY66" fmla="*/ 4521 h 13351"/>
                <a:gd name="connsiteX67" fmla="*/ 9922 w 16349"/>
                <a:gd name="connsiteY67" fmla="*/ 5576 h 13351"/>
                <a:gd name="connsiteX68" fmla="*/ 9243 w 16349"/>
                <a:gd name="connsiteY68" fmla="*/ 6746 h 13351"/>
                <a:gd name="connsiteX69" fmla="*/ 9244 w 16349"/>
                <a:gd name="connsiteY69" fmla="*/ 9378 h 13351"/>
                <a:gd name="connsiteX70" fmla="*/ 9453 w 16349"/>
                <a:gd name="connsiteY70" fmla="*/ 9780 h 13351"/>
                <a:gd name="connsiteX71" fmla="*/ 9717 w 16349"/>
                <a:gd name="connsiteY71" fmla="*/ 10178 h 13351"/>
                <a:gd name="connsiteX72" fmla="*/ 8249 w 16349"/>
                <a:gd name="connsiteY72" fmla="*/ 10559 h 13351"/>
                <a:gd name="connsiteX73" fmla="*/ 7406 w 16349"/>
                <a:gd name="connsiteY73" fmla="*/ 10794 h 13351"/>
                <a:gd name="connsiteX74" fmla="*/ 6786 w 16349"/>
                <a:gd name="connsiteY74" fmla="*/ 10928 h 13351"/>
                <a:gd name="connsiteX75" fmla="*/ 5594 w 16349"/>
                <a:gd name="connsiteY75" fmla="*/ 11250 h 13351"/>
                <a:gd name="connsiteX76" fmla="*/ 5499 w 16349"/>
                <a:gd name="connsiteY76" fmla="*/ 10165 h 13351"/>
                <a:gd name="connsiteX77" fmla="*/ 4970 w 16349"/>
                <a:gd name="connsiteY77" fmla="*/ 5651 h 13351"/>
                <a:gd name="connsiteX78" fmla="*/ 4877 w 16349"/>
                <a:gd name="connsiteY78" fmla="*/ 4643 h 13351"/>
                <a:gd name="connsiteX79" fmla="*/ 5550 w 16349"/>
                <a:gd name="connsiteY79" fmla="*/ 4324 h 13351"/>
                <a:gd name="connsiteX80" fmla="*/ 6166 w 16349"/>
                <a:gd name="connsiteY80" fmla="*/ 3634 h 13351"/>
                <a:gd name="connsiteX81" fmla="*/ 6398 w 16349"/>
                <a:gd name="connsiteY81" fmla="*/ 2831 h 13351"/>
                <a:gd name="connsiteX82" fmla="*/ 6403 w 16349"/>
                <a:gd name="connsiteY82" fmla="*/ 1692 h 13351"/>
                <a:gd name="connsiteX83" fmla="*/ 6031 w 16349"/>
                <a:gd name="connsiteY83" fmla="*/ 1446 h 13351"/>
                <a:gd name="connsiteX84" fmla="*/ 5819 w 16349"/>
                <a:gd name="connsiteY84" fmla="*/ 1768 h 13351"/>
                <a:gd name="connsiteX85" fmla="*/ 5783 w 16349"/>
                <a:gd name="connsiteY85" fmla="*/ 2899 h 13351"/>
                <a:gd name="connsiteX86" fmla="*/ 5479 w 16349"/>
                <a:gd name="connsiteY86" fmla="*/ 3621 h 13351"/>
                <a:gd name="connsiteX87" fmla="*/ 5232 w 16349"/>
                <a:gd name="connsiteY87" fmla="*/ 3826 h 13351"/>
                <a:gd name="connsiteX88" fmla="*/ 4800 w 16349"/>
                <a:gd name="connsiteY88" fmla="*/ 4069 h 13351"/>
                <a:gd name="connsiteX89" fmla="*/ 4433 w 16349"/>
                <a:gd name="connsiteY89" fmla="*/ 4106 h 13351"/>
                <a:gd name="connsiteX90" fmla="*/ 4409 w 16349"/>
                <a:gd name="connsiteY90" fmla="*/ 4070 h 13351"/>
                <a:gd name="connsiteX91" fmla="*/ 4542 w 16349"/>
                <a:gd name="connsiteY91" fmla="*/ 3896 h 13351"/>
                <a:gd name="connsiteX92" fmla="*/ 4395 w 16349"/>
                <a:gd name="connsiteY92" fmla="*/ 4020 h 13351"/>
                <a:gd name="connsiteX93" fmla="*/ 4343 w 16349"/>
                <a:gd name="connsiteY93" fmla="*/ 4102 h 13351"/>
                <a:gd name="connsiteX94" fmla="*/ 4214 w 16349"/>
                <a:gd name="connsiteY94" fmla="*/ 4140 h 13351"/>
                <a:gd name="connsiteX95" fmla="*/ 3282 w 16349"/>
                <a:gd name="connsiteY95" fmla="*/ 4249 h 13351"/>
                <a:gd name="connsiteX96" fmla="*/ 1693 w 16349"/>
                <a:gd name="connsiteY96" fmla="*/ 3955 h 13351"/>
                <a:gd name="connsiteX97" fmla="*/ 1180 w 16349"/>
                <a:gd name="connsiteY97" fmla="*/ 3624 h 13351"/>
                <a:gd name="connsiteX98" fmla="*/ 783 w 16349"/>
                <a:gd name="connsiteY98" fmla="*/ 3143 h 13351"/>
                <a:gd name="connsiteX99" fmla="*/ 570 w 16349"/>
                <a:gd name="connsiteY99" fmla="*/ 2810 h 13351"/>
                <a:gd name="connsiteX100" fmla="*/ 206 w 16349"/>
                <a:gd name="connsiteY100" fmla="*/ 2633 h 13351"/>
                <a:gd name="connsiteX101" fmla="*/ 3 w 16349"/>
                <a:gd name="connsiteY101" fmla="*/ 2961 h 13351"/>
                <a:gd name="connsiteX102" fmla="*/ 329 w 16349"/>
                <a:gd name="connsiteY102" fmla="*/ 3588 h 13351"/>
                <a:gd name="connsiteX103" fmla="*/ 894 w 16349"/>
                <a:gd name="connsiteY103" fmla="*/ 4151 h 13351"/>
                <a:gd name="connsiteX104" fmla="*/ 1282 w 16349"/>
                <a:gd name="connsiteY104" fmla="*/ 4393 h 13351"/>
                <a:gd name="connsiteX105" fmla="*/ 2732 w 16349"/>
                <a:gd name="connsiteY105" fmla="*/ 4851 h 13351"/>
                <a:gd name="connsiteX106" fmla="*/ 2899 w 16349"/>
                <a:gd name="connsiteY106" fmla="*/ 6318 h 13351"/>
                <a:gd name="connsiteX107" fmla="*/ 3057 w 16349"/>
                <a:gd name="connsiteY107" fmla="*/ 7905 h 13351"/>
                <a:gd name="connsiteX108" fmla="*/ 2357 w 16349"/>
                <a:gd name="connsiteY108" fmla="*/ 9077 h 13351"/>
                <a:gd name="connsiteX109" fmla="*/ 2144 w 16349"/>
                <a:gd name="connsiteY109" fmla="*/ 9490 h 13351"/>
                <a:gd name="connsiteX110" fmla="*/ 1743 w 16349"/>
                <a:gd name="connsiteY110" fmla="*/ 10127 h 13351"/>
                <a:gd name="connsiteX111" fmla="*/ 1624 w 16349"/>
                <a:gd name="connsiteY111" fmla="*/ 10303 h 13351"/>
                <a:gd name="connsiteX112" fmla="*/ 1243 w 16349"/>
                <a:gd name="connsiteY112" fmla="*/ 10956 h 13351"/>
                <a:gd name="connsiteX113" fmla="*/ 895 w 16349"/>
                <a:gd name="connsiteY113" fmla="*/ 11561 h 13351"/>
                <a:gd name="connsiteX114" fmla="*/ 658 w 16349"/>
                <a:gd name="connsiteY114" fmla="*/ 12073 h 13351"/>
                <a:gd name="connsiteX115" fmla="*/ 949 w 16349"/>
                <a:gd name="connsiteY115" fmla="*/ 12547 h 13351"/>
                <a:gd name="connsiteX116" fmla="*/ 1503 w 16349"/>
                <a:gd name="connsiteY116" fmla="*/ 12446 h 13351"/>
                <a:gd name="connsiteX117" fmla="*/ 1685 w 16349"/>
                <a:gd name="connsiteY117" fmla="*/ 12139 h 13351"/>
                <a:gd name="connsiteX118" fmla="*/ 2183 w 16349"/>
                <a:gd name="connsiteY118" fmla="*/ 11359 h 13351"/>
                <a:gd name="connsiteX119" fmla="*/ 2499 w 16349"/>
                <a:gd name="connsiteY119" fmla="*/ 10798 h 13351"/>
                <a:gd name="connsiteX120" fmla="*/ 2887 w 16349"/>
                <a:gd name="connsiteY120" fmla="*/ 10159 h 13351"/>
                <a:gd name="connsiteX121" fmla="*/ 3563 w 16349"/>
                <a:gd name="connsiteY121" fmla="*/ 9000 h 13351"/>
                <a:gd name="connsiteX122" fmla="*/ 3947 w 16349"/>
                <a:gd name="connsiteY122" fmla="*/ 8368 h 13351"/>
                <a:gd name="connsiteX123" fmla="*/ 4271 w 16349"/>
                <a:gd name="connsiteY123" fmla="*/ 8269 h 13351"/>
                <a:gd name="connsiteX124" fmla="*/ 4648 w 16349"/>
                <a:gd name="connsiteY124" fmla="*/ 11527 h 13351"/>
                <a:gd name="connsiteX125" fmla="*/ 4413 w 16349"/>
                <a:gd name="connsiteY125" fmla="*/ 12000 h 13351"/>
                <a:gd name="connsiteX126" fmla="*/ 4590 w 16349"/>
                <a:gd name="connsiteY126" fmla="*/ 12423 h 13351"/>
                <a:gd name="connsiteX127" fmla="*/ 4641 w 16349"/>
                <a:gd name="connsiteY127" fmla="*/ 12515 h 13351"/>
                <a:gd name="connsiteX128" fmla="*/ 4769 w 16349"/>
                <a:gd name="connsiteY128" fmla="*/ 12551 h 13351"/>
                <a:gd name="connsiteX129" fmla="*/ 4917 w 16349"/>
                <a:gd name="connsiteY129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933 w 16349"/>
                <a:gd name="connsiteY6" fmla="*/ 10694 h 13351"/>
                <a:gd name="connsiteX7" fmla="*/ 6817 w 16349"/>
                <a:gd name="connsiteY7" fmla="*/ 11805 h 13351"/>
                <a:gd name="connsiteX8" fmla="*/ 6780 w 16349"/>
                <a:gd name="connsiteY8" fmla="*/ 11868 h 13351"/>
                <a:gd name="connsiteX9" fmla="*/ 6689 w 16349"/>
                <a:gd name="connsiteY9" fmla="*/ 11950 h 13351"/>
                <a:gd name="connsiteX10" fmla="*/ 6691 w 16349"/>
                <a:gd name="connsiteY10" fmla="*/ 11992 h 13351"/>
                <a:gd name="connsiteX11" fmla="*/ 6645 w 16349"/>
                <a:gd name="connsiteY11" fmla="*/ 11979 h 13351"/>
                <a:gd name="connsiteX12" fmla="*/ 6398 w 16349"/>
                <a:gd name="connsiteY12" fmla="*/ 12252 h 13351"/>
                <a:gd name="connsiteX13" fmla="*/ 6979 w 16349"/>
                <a:gd name="connsiteY13" fmla="*/ 12127 h 13351"/>
                <a:gd name="connsiteX14" fmla="*/ 8517 w 16349"/>
                <a:gd name="connsiteY14" fmla="*/ 11708 h 13351"/>
                <a:gd name="connsiteX15" fmla="*/ 9325 w 16349"/>
                <a:gd name="connsiteY15" fmla="*/ 11518 h 13351"/>
                <a:gd name="connsiteX16" fmla="*/ 9328 w 16349"/>
                <a:gd name="connsiteY16" fmla="*/ 11496 h 13351"/>
                <a:gd name="connsiteX17" fmla="*/ 9884 w 16349"/>
                <a:gd name="connsiteY17" fmla="*/ 11374 h 13351"/>
                <a:gd name="connsiteX18" fmla="*/ 10029 w 16349"/>
                <a:gd name="connsiteY18" fmla="*/ 10850 h 13351"/>
                <a:gd name="connsiteX19" fmla="*/ 10201 w 16349"/>
                <a:gd name="connsiteY19" fmla="*/ 10531 h 13351"/>
                <a:gd name="connsiteX20" fmla="*/ 10697 w 16349"/>
                <a:gd name="connsiteY20" fmla="*/ 10157 h 13351"/>
                <a:gd name="connsiteX21" fmla="*/ 10744 w 16349"/>
                <a:gd name="connsiteY21" fmla="*/ 10120 h 13351"/>
                <a:gd name="connsiteX22" fmla="*/ 12074 w 16349"/>
                <a:gd name="connsiteY22" fmla="*/ 10153 h 13351"/>
                <a:gd name="connsiteX23" fmla="*/ 12866 w 16349"/>
                <a:gd name="connsiteY23" fmla="*/ 11463 h 13351"/>
                <a:gd name="connsiteX24" fmla="*/ 13276 w 16349"/>
                <a:gd name="connsiteY24" fmla="*/ 11315 h 13351"/>
                <a:gd name="connsiteX25" fmla="*/ 14022 w 16349"/>
                <a:gd name="connsiteY25" fmla="*/ 10822 h 13351"/>
                <a:gd name="connsiteX26" fmla="*/ 14441 w 16349"/>
                <a:gd name="connsiteY26" fmla="*/ 10432 h 13351"/>
                <a:gd name="connsiteX27" fmla="*/ 15300 w 16349"/>
                <a:gd name="connsiteY27" fmla="*/ 9417 h 13351"/>
                <a:gd name="connsiteX28" fmla="*/ 15543 w 16349"/>
                <a:gd name="connsiteY28" fmla="*/ 8947 h 13351"/>
                <a:gd name="connsiteX29" fmla="*/ 15897 w 16349"/>
                <a:gd name="connsiteY29" fmla="*/ 8223 h 13351"/>
                <a:gd name="connsiteX30" fmla="*/ 16088 w 16349"/>
                <a:gd name="connsiteY30" fmla="*/ 7558 h 13351"/>
                <a:gd name="connsiteX31" fmla="*/ 16349 w 16349"/>
                <a:gd name="connsiteY31" fmla="*/ 5866 h 13351"/>
                <a:gd name="connsiteX32" fmla="*/ 16041 w 16349"/>
                <a:gd name="connsiteY32" fmla="*/ 5404 h 13351"/>
                <a:gd name="connsiteX33" fmla="*/ 15494 w 16349"/>
                <a:gd name="connsiteY33" fmla="*/ 5379 h 13351"/>
                <a:gd name="connsiteX34" fmla="*/ 15261 w 16349"/>
                <a:gd name="connsiteY34" fmla="*/ 5605 h 13351"/>
                <a:gd name="connsiteX35" fmla="*/ 15164 w 16349"/>
                <a:gd name="connsiteY35" fmla="*/ 6006 h 13351"/>
                <a:gd name="connsiteX36" fmla="*/ 14882 w 16349"/>
                <a:gd name="connsiteY36" fmla="*/ 7480 h 13351"/>
                <a:gd name="connsiteX37" fmla="*/ 14674 w 16349"/>
                <a:gd name="connsiteY37" fmla="*/ 6849 h 13351"/>
                <a:gd name="connsiteX38" fmla="*/ 14073 w 16349"/>
                <a:gd name="connsiteY38" fmla="*/ 5785 h 13351"/>
                <a:gd name="connsiteX39" fmla="*/ 14078 w 16349"/>
                <a:gd name="connsiteY39" fmla="*/ 5622 h 13351"/>
                <a:gd name="connsiteX40" fmla="*/ 14349 w 16349"/>
                <a:gd name="connsiteY40" fmla="*/ 5010 h 13351"/>
                <a:gd name="connsiteX41" fmla="*/ 14620 w 16349"/>
                <a:gd name="connsiteY41" fmla="*/ 4241 h 13351"/>
                <a:gd name="connsiteX42" fmla="*/ 14722 w 16349"/>
                <a:gd name="connsiteY42" fmla="*/ 3742 h 13351"/>
                <a:gd name="connsiteX43" fmla="*/ 14878 w 16349"/>
                <a:gd name="connsiteY43" fmla="*/ 3071 h 13351"/>
                <a:gd name="connsiteX44" fmla="*/ 15074 w 16349"/>
                <a:gd name="connsiteY44" fmla="*/ 2221 h 13351"/>
                <a:gd name="connsiteX45" fmla="*/ 15229 w 16349"/>
                <a:gd name="connsiteY45" fmla="*/ 1270 h 13351"/>
                <a:gd name="connsiteX46" fmla="*/ 15097 w 16349"/>
                <a:gd name="connsiteY46" fmla="*/ 427 h 13351"/>
                <a:gd name="connsiteX47" fmla="*/ 14410 w 16349"/>
                <a:gd name="connsiteY47" fmla="*/ 12 h 13351"/>
                <a:gd name="connsiteX48" fmla="*/ 13561 w 16349"/>
                <a:gd name="connsiteY48" fmla="*/ 314 h 13351"/>
                <a:gd name="connsiteX49" fmla="*/ 13405 w 16349"/>
                <a:gd name="connsiteY49" fmla="*/ 497 h 13351"/>
                <a:gd name="connsiteX50" fmla="*/ 13195 w 16349"/>
                <a:gd name="connsiteY50" fmla="*/ 1553 h 13351"/>
                <a:gd name="connsiteX51" fmla="*/ 12989 w 16349"/>
                <a:gd name="connsiteY51" fmla="*/ 2546 h 13351"/>
                <a:gd name="connsiteX52" fmla="*/ 12739 w 16349"/>
                <a:gd name="connsiteY52" fmla="*/ 3607 h 13351"/>
                <a:gd name="connsiteX53" fmla="*/ 12426 w 16349"/>
                <a:gd name="connsiteY53" fmla="*/ 4513 h 13351"/>
                <a:gd name="connsiteX54" fmla="*/ 11596 w 16349"/>
                <a:gd name="connsiteY54" fmla="*/ 4504 h 13351"/>
                <a:gd name="connsiteX55" fmla="*/ 11496 w 16349"/>
                <a:gd name="connsiteY55" fmla="*/ 4267 h 13351"/>
                <a:gd name="connsiteX56" fmla="*/ 11321 w 16349"/>
                <a:gd name="connsiteY56" fmla="*/ 3638 h 13351"/>
                <a:gd name="connsiteX57" fmla="*/ 10810 w 16349"/>
                <a:gd name="connsiteY57" fmla="*/ 1418 h 13351"/>
                <a:gd name="connsiteX58" fmla="*/ 10596 w 16349"/>
                <a:gd name="connsiteY58" fmla="*/ 448 h 13351"/>
                <a:gd name="connsiteX59" fmla="*/ 10051 w 16349"/>
                <a:gd name="connsiteY59" fmla="*/ 46 h 13351"/>
                <a:gd name="connsiteX60" fmla="*/ 9111 w 16349"/>
                <a:gd name="connsiteY60" fmla="*/ 259 h 13351"/>
                <a:gd name="connsiteX61" fmla="*/ 8884 w 16349"/>
                <a:gd name="connsiteY61" fmla="*/ 498 h 13351"/>
                <a:gd name="connsiteX62" fmla="*/ 8784 w 16349"/>
                <a:gd name="connsiteY62" fmla="*/ 1027 h 13351"/>
                <a:gd name="connsiteX63" fmla="*/ 9022 w 16349"/>
                <a:gd name="connsiteY63" fmla="*/ 2543 h 13351"/>
                <a:gd name="connsiteX64" fmla="*/ 9219 w 16349"/>
                <a:gd name="connsiteY64" fmla="*/ 3426 h 13351"/>
                <a:gd name="connsiteX65" fmla="*/ 9502 w 16349"/>
                <a:gd name="connsiteY65" fmla="*/ 4521 h 13351"/>
                <a:gd name="connsiteX66" fmla="*/ 9922 w 16349"/>
                <a:gd name="connsiteY66" fmla="*/ 5576 h 13351"/>
                <a:gd name="connsiteX67" fmla="*/ 9243 w 16349"/>
                <a:gd name="connsiteY67" fmla="*/ 6746 h 13351"/>
                <a:gd name="connsiteX68" fmla="*/ 9244 w 16349"/>
                <a:gd name="connsiteY68" fmla="*/ 9378 h 13351"/>
                <a:gd name="connsiteX69" fmla="*/ 9453 w 16349"/>
                <a:gd name="connsiteY69" fmla="*/ 9780 h 13351"/>
                <a:gd name="connsiteX70" fmla="*/ 9717 w 16349"/>
                <a:gd name="connsiteY70" fmla="*/ 10178 h 13351"/>
                <a:gd name="connsiteX71" fmla="*/ 8249 w 16349"/>
                <a:gd name="connsiteY71" fmla="*/ 10559 h 13351"/>
                <a:gd name="connsiteX72" fmla="*/ 7406 w 16349"/>
                <a:gd name="connsiteY72" fmla="*/ 10794 h 13351"/>
                <a:gd name="connsiteX73" fmla="*/ 6786 w 16349"/>
                <a:gd name="connsiteY73" fmla="*/ 10928 h 13351"/>
                <a:gd name="connsiteX74" fmla="*/ 5594 w 16349"/>
                <a:gd name="connsiteY74" fmla="*/ 11250 h 13351"/>
                <a:gd name="connsiteX75" fmla="*/ 5499 w 16349"/>
                <a:gd name="connsiteY75" fmla="*/ 10165 h 13351"/>
                <a:gd name="connsiteX76" fmla="*/ 4970 w 16349"/>
                <a:gd name="connsiteY76" fmla="*/ 5651 h 13351"/>
                <a:gd name="connsiteX77" fmla="*/ 4877 w 16349"/>
                <a:gd name="connsiteY77" fmla="*/ 4643 h 13351"/>
                <a:gd name="connsiteX78" fmla="*/ 5550 w 16349"/>
                <a:gd name="connsiteY78" fmla="*/ 4324 h 13351"/>
                <a:gd name="connsiteX79" fmla="*/ 6166 w 16349"/>
                <a:gd name="connsiteY79" fmla="*/ 3634 h 13351"/>
                <a:gd name="connsiteX80" fmla="*/ 6398 w 16349"/>
                <a:gd name="connsiteY80" fmla="*/ 2831 h 13351"/>
                <a:gd name="connsiteX81" fmla="*/ 6403 w 16349"/>
                <a:gd name="connsiteY81" fmla="*/ 1692 h 13351"/>
                <a:gd name="connsiteX82" fmla="*/ 6031 w 16349"/>
                <a:gd name="connsiteY82" fmla="*/ 1446 h 13351"/>
                <a:gd name="connsiteX83" fmla="*/ 5819 w 16349"/>
                <a:gd name="connsiteY83" fmla="*/ 1768 h 13351"/>
                <a:gd name="connsiteX84" fmla="*/ 5783 w 16349"/>
                <a:gd name="connsiteY84" fmla="*/ 2899 h 13351"/>
                <a:gd name="connsiteX85" fmla="*/ 5479 w 16349"/>
                <a:gd name="connsiteY85" fmla="*/ 3621 h 13351"/>
                <a:gd name="connsiteX86" fmla="*/ 5232 w 16349"/>
                <a:gd name="connsiteY86" fmla="*/ 3826 h 13351"/>
                <a:gd name="connsiteX87" fmla="*/ 4800 w 16349"/>
                <a:gd name="connsiteY87" fmla="*/ 4069 h 13351"/>
                <a:gd name="connsiteX88" fmla="*/ 4433 w 16349"/>
                <a:gd name="connsiteY88" fmla="*/ 4106 h 13351"/>
                <a:gd name="connsiteX89" fmla="*/ 4409 w 16349"/>
                <a:gd name="connsiteY89" fmla="*/ 4070 h 13351"/>
                <a:gd name="connsiteX90" fmla="*/ 4542 w 16349"/>
                <a:gd name="connsiteY90" fmla="*/ 3896 h 13351"/>
                <a:gd name="connsiteX91" fmla="*/ 4395 w 16349"/>
                <a:gd name="connsiteY91" fmla="*/ 4020 h 13351"/>
                <a:gd name="connsiteX92" fmla="*/ 4343 w 16349"/>
                <a:gd name="connsiteY92" fmla="*/ 4102 h 13351"/>
                <a:gd name="connsiteX93" fmla="*/ 4214 w 16349"/>
                <a:gd name="connsiteY93" fmla="*/ 4140 h 13351"/>
                <a:gd name="connsiteX94" fmla="*/ 3282 w 16349"/>
                <a:gd name="connsiteY94" fmla="*/ 4249 h 13351"/>
                <a:gd name="connsiteX95" fmla="*/ 1693 w 16349"/>
                <a:gd name="connsiteY95" fmla="*/ 3955 h 13351"/>
                <a:gd name="connsiteX96" fmla="*/ 1180 w 16349"/>
                <a:gd name="connsiteY96" fmla="*/ 3624 h 13351"/>
                <a:gd name="connsiteX97" fmla="*/ 783 w 16349"/>
                <a:gd name="connsiteY97" fmla="*/ 3143 h 13351"/>
                <a:gd name="connsiteX98" fmla="*/ 570 w 16349"/>
                <a:gd name="connsiteY98" fmla="*/ 2810 h 13351"/>
                <a:gd name="connsiteX99" fmla="*/ 206 w 16349"/>
                <a:gd name="connsiteY99" fmla="*/ 2633 h 13351"/>
                <a:gd name="connsiteX100" fmla="*/ 3 w 16349"/>
                <a:gd name="connsiteY100" fmla="*/ 2961 h 13351"/>
                <a:gd name="connsiteX101" fmla="*/ 329 w 16349"/>
                <a:gd name="connsiteY101" fmla="*/ 3588 h 13351"/>
                <a:gd name="connsiteX102" fmla="*/ 894 w 16349"/>
                <a:gd name="connsiteY102" fmla="*/ 4151 h 13351"/>
                <a:gd name="connsiteX103" fmla="*/ 1282 w 16349"/>
                <a:gd name="connsiteY103" fmla="*/ 4393 h 13351"/>
                <a:gd name="connsiteX104" fmla="*/ 2732 w 16349"/>
                <a:gd name="connsiteY104" fmla="*/ 4851 h 13351"/>
                <a:gd name="connsiteX105" fmla="*/ 2899 w 16349"/>
                <a:gd name="connsiteY105" fmla="*/ 6318 h 13351"/>
                <a:gd name="connsiteX106" fmla="*/ 3057 w 16349"/>
                <a:gd name="connsiteY106" fmla="*/ 7905 h 13351"/>
                <a:gd name="connsiteX107" fmla="*/ 2357 w 16349"/>
                <a:gd name="connsiteY107" fmla="*/ 9077 h 13351"/>
                <a:gd name="connsiteX108" fmla="*/ 2144 w 16349"/>
                <a:gd name="connsiteY108" fmla="*/ 9490 h 13351"/>
                <a:gd name="connsiteX109" fmla="*/ 1743 w 16349"/>
                <a:gd name="connsiteY109" fmla="*/ 10127 h 13351"/>
                <a:gd name="connsiteX110" fmla="*/ 1624 w 16349"/>
                <a:gd name="connsiteY110" fmla="*/ 10303 h 13351"/>
                <a:gd name="connsiteX111" fmla="*/ 1243 w 16349"/>
                <a:gd name="connsiteY111" fmla="*/ 10956 h 13351"/>
                <a:gd name="connsiteX112" fmla="*/ 895 w 16349"/>
                <a:gd name="connsiteY112" fmla="*/ 11561 h 13351"/>
                <a:gd name="connsiteX113" fmla="*/ 658 w 16349"/>
                <a:gd name="connsiteY113" fmla="*/ 12073 h 13351"/>
                <a:gd name="connsiteX114" fmla="*/ 949 w 16349"/>
                <a:gd name="connsiteY114" fmla="*/ 12547 h 13351"/>
                <a:gd name="connsiteX115" fmla="*/ 1503 w 16349"/>
                <a:gd name="connsiteY115" fmla="*/ 12446 h 13351"/>
                <a:gd name="connsiteX116" fmla="*/ 1685 w 16349"/>
                <a:gd name="connsiteY116" fmla="*/ 12139 h 13351"/>
                <a:gd name="connsiteX117" fmla="*/ 2183 w 16349"/>
                <a:gd name="connsiteY117" fmla="*/ 11359 h 13351"/>
                <a:gd name="connsiteX118" fmla="*/ 2499 w 16349"/>
                <a:gd name="connsiteY118" fmla="*/ 10798 h 13351"/>
                <a:gd name="connsiteX119" fmla="*/ 2887 w 16349"/>
                <a:gd name="connsiteY119" fmla="*/ 10159 h 13351"/>
                <a:gd name="connsiteX120" fmla="*/ 3563 w 16349"/>
                <a:gd name="connsiteY120" fmla="*/ 9000 h 13351"/>
                <a:gd name="connsiteX121" fmla="*/ 3947 w 16349"/>
                <a:gd name="connsiteY121" fmla="*/ 8368 h 13351"/>
                <a:gd name="connsiteX122" fmla="*/ 4271 w 16349"/>
                <a:gd name="connsiteY122" fmla="*/ 8269 h 13351"/>
                <a:gd name="connsiteX123" fmla="*/ 4648 w 16349"/>
                <a:gd name="connsiteY123" fmla="*/ 11527 h 13351"/>
                <a:gd name="connsiteX124" fmla="*/ 4413 w 16349"/>
                <a:gd name="connsiteY124" fmla="*/ 12000 h 13351"/>
                <a:gd name="connsiteX125" fmla="*/ 4590 w 16349"/>
                <a:gd name="connsiteY125" fmla="*/ 12423 h 13351"/>
                <a:gd name="connsiteX126" fmla="*/ 4641 w 16349"/>
                <a:gd name="connsiteY126" fmla="*/ 12515 h 13351"/>
                <a:gd name="connsiteX127" fmla="*/ 4769 w 16349"/>
                <a:gd name="connsiteY127" fmla="*/ 12551 h 13351"/>
                <a:gd name="connsiteX128" fmla="*/ 4917 w 16349"/>
                <a:gd name="connsiteY128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933 w 16349"/>
                <a:gd name="connsiteY6" fmla="*/ 10694 h 13351"/>
                <a:gd name="connsiteX7" fmla="*/ 6817 w 16349"/>
                <a:gd name="connsiteY7" fmla="*/ 11805 h 13351"/>
                <a:gd name="connsiteX8" fmla="*/ 6689 w 16349"/>
                <a:gd name="connsiteY8" fmla="*/ 11950 h 13351"/>
                <a:gd name="connsiteX9" fmla="*/ 6691 w 16349"/>
                <a:gd name="connsiteY9" fmla="*/ 11992 h 13351"/>
                <a:gd name="connsiteX10" fmla="*/ 6645 w 16349"/>
                <a:gd name="connsiteY10" fmla="*/ 11979 h 13351"/>
                <a:gd name="connsiteX11" fmla="*/ 6398 w 16349"/>
                <a:gd name="connsiteY11" fmla="*/ 12252 h 13351"/>
                <a:gd name="connsiteX12" fmla="*/ 6979 w 16349"/>
                <a:gd name="connsiteY12" fmla="*/ 12127 h 13351"/>
                <a:gd name="connsiteX13" fmla="*/ 8517 w 16349"/>
                <a:gd name="connsiteY13" fmla="*/ 11708 h 13351"/>
                <a:gd name="connsiteX14" fmla="*/ 9325 w 16349"/>
                <a:gd name="connsiteY14" fmla="*/ 11518 h 13351"/>
                <a:gd name="connsiteX15" fmla="*/ 9328 w 16349"/>
                <a:gd name="connsiteY15" fmla="*/ 11496 h 13351"/>
                <a:gd name="connsiteX16" fmla="*/ 9884 w 16349"/>
                <a:gd name="connsiteY16" fmla="*/ 11374 h 13351"/>
                <a:gd name="connsiteX17" fmla="*/ 10029 w 16349"/>
                <a:gd name="connsiteY17" fmla="*/ 10850 h 13351"/>
                <a:gd name="connsiteX18" fmla="*/ 10201 w 16349"/>
                <a:gd name="connsiteY18" fmla="*/ 10531 h 13351"/>
                <a:gd name="connsiteX19" fmla="*/ 10697 w 16349"/>
                <a:gd name="connsiteY19" fmla="*/ 10157 h 13351"/>
                <a:gd name="connsiteX20" fmla="*/ 10744 w 16349"/>
                <a:gd name="connsiteY20" fmla="*/ 10120 h 13351"/>
                <a:gd name="connsiteX21" fmla="*/ 12074 w 16349"/>
                <a:gd name="connsiteY21" fmla="*/ 10153 h 13351"/>
                <a:gd name="connsiteX22" fmla="*/ 12866 w 16349"/>
                <a:gd name="connsiteY22" fmla="*/ 11463 h 13351"/>
                <a:gd name="connsiteX23" fmla="*/ 13276 w 16349"/>
                <a:gd name="connsiteY23" fmla="*/ 11315 h 13351"/>
                <a:gd name="connsiteX24" fmla="*/ 14022 w 16349"/>
                <a:gd name="connsiteY24" fmla="*/ 10822 h 13351"/>
                <a:gd name="connsiteX25" fmla="*/ 14441 w 16349"/>
                <a:gd name="connsiteY25" fmla="*/ 10432 h 13351"/>
                <a:gd name="connsiteX26" fmla="*/ 15300 w 16349"/>
                <a:gd name="connsiteY26" fmla="*/ 9417 h 13351"/>
                <a:gd name="connsiteX27" fmla="*/ 15543 w 16349"/>
                <a:gd name="connsiteY27" fmla="*/ 8947 h 13351"/>
                <a:gd name="connsiteX28" fmla="*/ 15897 w 16349"/>
                <a:gd name="connsiteY28" fmla="*/ 8223 h 13351"/>
                <a:gd name="connsiteX29" fmla="*/ 16088 w 16349"/>
                <a:gd name="connsiteY29" fmla="*/ 7558 h 13351"/>
                <a:gd name="connsiteX30" fmla="*/ 16349 w 16349"/>
                <a:gd name="connsiteY30" fmla="*/ 5866 h 13351"/>
                <a:gd name="connsiteX31" fmla="*/ 16041 w 16349"/>
                <a:gd name="connsiteY31" fmla="*/ 5404 h 13351"/>
                <a:gd name="connsiteX32" fmla="*/ 15494 w 16349"/>
                <a:gd name="connsiteY32" fmla="*/ 5379 h 13351"/>
                <a:gd name="connsiteX33" fmla="*/ 15261 w 16349"/>
                <a:gd name="connsiteY33" fmla="*/ 5605 h 13351"/>
                <a:gd name="connsiteX34" fmla="*/ 15164 w 16349"/>
                <a:gd name="connsiteY34" fmla="*/ 6006 h 13351"/>
                <a:gd name="connsiteX35" fmla="*/ 14882 w 16349"/>
                <a:gd name="connsiteY35" fmla="*/ 7480 h 13351"/>
                <a:gd name="connsiteX36" fmla="*/ 14674 w 16349"/>
                <a:gd name="connsiteY36" fmla="*/ 6849 h 13351"/>
                <a:gd name="connsiteX37" fmla="*/ 14073 w 16349"/>
                <a:gd name="connsiteY37" fmla="*/ 5785 h 13351"/>
                <a:gd name="connsiteX38" fmla="*/ 14078 w 16349"/>
                <a:gd name="connsiteY38" fmla="*/ 5622 h 13351"/>
                <a:gd name="connsiteX39" fmla="*/ 14349 w 16349"/>
                <a:gd name="connsiteY39" fmla="*/ 5010 h 13351"/>
                <a:gd name="connsiteX40" fmla="*/ 14620 w 16349"/>
                <a:gd name="connsiteY40" fmla="*/ 4241 h 13351"/>
                <a:gd name="connsiteX41" fmla="*/ 14722 w 16349"/>
                <a:gd name="connsiteY41" fmla="*/ 3742 h 13351"/>
                <a:gd name="connsiteX42" fmla="*/ 14878 w 16349"/>
                <a:gd name="connsiteY42" fmla="*/ 3071 h 13351"/>
                <a:gd name="connsiteX43" fmla="*/ 15074 w 16349"/>
                <a:gd name="connsiteY43" fmla="*/ 2221 h 13351"/>
                <a:gd name="connsiteX44" fmla="*/ 15229 w 16349"/>
                <a:gd name="connsiteY44" fmla="*/ 1270 h 13351"/>
                <a:gd name="connsiteX45" fmla="*/ 15097 w 16349"/>
                <a:gd name="connsiteY45" fmla="*/ 427 h 13351"/>
                <a:gd name="connsiteX46" fmla="*/ 14410 w 16349"/>
                <a:gd name="connsiteY46" fmla="*/ 12 h 13351"/>
                <a:gd name="connsiteX47" fmla="*/ 13561 w 16349"/>
                <a:gd name="connsiteY47" fmla="*/ 314 h 13351"/>
                <a:gd name="connsiteX48" fmla="*/ 13405 w 16349"/>
                <a:gd name="connsiteY48" fmla="*/ 497 h 13351"/>
                <a:gd name="connsiteX49" fmla="*/ 13195 w 16349"/>
                <a:gd name="connsiteY49" fmla="*/ 1553 h 13351"/>
                <a:gd name="connsiteX50" fmla="*/ 12989 w 16349"/>
                <a:gd name="connsiteY50" fmla="*/ 2546 h 13351"/>
                <a:gd name="connsiteX51" fmla="*/ 12739 w 16349"/>
                <a:gd name="connsiteY51" fmla="*/ 3607 h 13351"/>
                <a:gd name="connsiteX52" fmla="*/ 12426 w 16349"/>
                <a:gd name="connsiteY52" fmla="*/ 4513 h 13351"/>
                <a:gd name="connsiteX53" fmla="*/ 11596 w 16349"/>
                <a:gd name="connsiteY53" fmla="*/ 4504 h 13351"/>
                <a:gd name="connsiteX54" fmla="*/ 11496 w 16349"/>
                <a:gd name="connsiteY54" fmla="*/ 4267 h 13351"/>
                <a:gd name="connsiteX55" fmla="*/ 11321 w 16349"/>
                <a:gd name="connsiteY55" fmla="*/ 3638 h 13351"/>
                <a:gd name="connsiteX56" fmla="*/ 10810 w 16349"/>
                <a:gd name="connsiteY56" fmla="*/ 1418 h 13351"/>
                <a:gd name="connsiteX57" fmla="*/ 10596 w 16349"/>
                <a:gd name="connsiteY57" fmla="*/ 448 h 13351"/>
                <a:gd name="connsiteX58" fmla="*/ 10051 w 16349"/>
                <a:gd name="connsiteY58" fmla="*/ 46 h 13351"/>
                <a:gd name="connsiteX59" fmla="*/ 9111 w 16349"/>
                <a:gd name="connsiteY59" fmla="*/ 259 h 13351"/>
                <a:gd name="connsiteX60" fmla="*/ 8884 w 16349"/>
                <a:gd name="connsiteY60" fmla="*/ 498 h 13351"/>
                <a:gd name="connsiteX61" fmla="*/ 8784 w 16349"/>
                <a:gd name="connsiteY61" fmla="*/ 1027 h 13351"/>
                <a:gd name="connsiteX62" fmla="*/ 9022 w 16349"/>
                <a:gd name="connsiteY62" fmla="*/ 2543 h 13351"/>
                <a:gd name="connsiteX63" fmla="*/ 9219 w 16349"/>
                <a:gd name="connsiteY63" fmla="*/ 3426 h 13351"/>
                <a:gd name="connsiteX64" fmla="*/ 9502 w 16349"/>
                <a:gd name="connsiteY64" fmla="*/ 4521 h 13351"/>
                <a:gd name="connsiteX65" fmla="*/ 9922 w 16349"/>
                <a:gd name="connsiteY65" fmla="*/ 5576 h 13351"/>
                <a:gd name="connsiteX66" fmla="*/ 9243 w 16349"/>
                <a:gd name="connsiteY66" fmla="*/ 6746 h 13351"/>
                <a:gd name="connsiteX67" fmla="*/ 9244 w 16349"/>
                <a:gd name="connsiteY67" fmla="*/ 9378 h 13351"/>
                <a:gd name="connsiteX68" fmla="*/ 9453 w 16349"/>
                <a:gd name="connsiteY68" fmla="*/ 9780 h 13351"/>
                <a:gd name="connsiteX69" fmla="*/ 9717 w 16349"/>
                <a:gd name="connsiteY69" fmla="*/ 10178 h 13351"/>
                <a:gd name="connsiteX70" fmla="*/ 8249 w 16349"/>
                <a:gd name="connsiteY70" fmla="*/ 10559 h 13351"/>
                <a:gd name="connsiteX71" fmla="*/ 7406 w 16349"/>
                <a:gd name="connsiteY71" fmla="*/ 10794 h 13351"/>
                <a:gd name="connsiteX72" fmla="*/ 6786 w 16349"/>
                <a:gd name="connsiteY72" fmla="*/ 10928 h 13351"/>
                <a:gd name="connsiteX73" fmla="*/ 5594 w 16349"/>
                <a:gd name="connsiteY73" fmla="*/ 11250 h 13351"/>
                <a:gd name="connsiteX74" fmla="*/ 5499 w 16349"/>
                <a:gd name="connsiteY74" fmla="*/ 10165 h 13351"/>
                <a:gd name="connsiteX75" fmla="*/ 4970 w 16349"/>
                <a:gd name="connsiteY75" fmla="*/ 5651 h 13351"/>
                <a:gd name="connsiteX76" fmla="*/ 4877 w 16349"/>
                <a:gd name="connsiteY76" fmla="*/ 4643 h 13351"/>
                <a:gd name="connsiteX77" fmla="*/ 5550 w 16349"/>
                <a:gd name="connsiteY77" fmla="*/ 4324 h 13351"/>
                <a:gd name="connsiteX78" fmla="*/ 6166 w 16349"/>
                <a:gd name="connsiteY78" fmla="*/ 3634 h 13351"/>
                <a:gd name="connsiteX79" fmla="*/ 6398 w 16349"/>
                <a:gd name="connsiteY79" fmla="*/ 2831 h 13351"/>
                <a:gd name="connsiteX80" fmla="*/ 6403 w 16349"/>
                <a:gd name="connsiteY80" fmla="*/ 1692 h 13351"/>
                <a:gd name="connsiteX81" fmla="*/ 6031 w 16349"/>
                <a:gd name="connsiteY81" fmla="*/ 1446 h 13351"/>
                <a:gd name="connsiteX82" fmla="*/ 5819 w 16349"/>
                <a:gd name="connsiteY82" fmla="*/ 1768 h 13351"/>
                <a:gd name="connsiteX83" fmla="*/ 5783 w 16349"/>
                <a:gd name="connsiteY83" fmla="*/ 2899 h 13351"/>
                <a:gd name="connsiteX84" fmla="*/ 5479 w 16349"/>
                <a:gd name="connsiteY84" fmla="*/ 3621 h 13351"/>
                <a:gd name="connsiteX85" fmla="*/ 5232 w 16349"/>
                <a:gd name="connsiteY85" fmla="*/ 3826 h 13351"/>
                <a:gd name="connsiteX86" fmla="*/ 4800 w 16349"/>
                <a:gd name="connsiteY86" fmla="*/ 4069 h 13351"/>
                <a:gd name="connsiteX87" fmla="*/ 4433 w 16349"/>
                <a:gd name="connsiteY87" fmla="*/ 4106 h 13351"/>
                <a:gd name="connsiteX88" fmla="*/ 4409 w 16349"/>
                <a:gd name="connsiteY88" fmla="*/ 4070 h 13351"/>
                <a:gd name="connsiteX89" fmla="*/ 4542 w 16349"/>
                <a:gd name="connsiteY89" fmla="*/ 3896 h 13351"/>
                <a:gd name="connsiteX90" fmla="*/ 4395 w 16349"/>
                <a:gd name="connsiteY90" fmla="*/ 4020 h 13351"/>
                <a:gd name="connsiteX91" fmla="*/ 4343 w 16349"/>
                <a:gd name="connsiteY91" fmla="*/ 4102 h 13351"/>
                <a:gd name="connsiteX92" fmla="*/ 4214 w 16349"/>
                <a:gd name="connsiteY92" fmla="*/ 4140 h 13351"/>
                <a:gd name="connsiteX93" fmla="*/ 3282 w 16349"/>
                <a:gd name="connsiteY93" fmla="*/ 4249 h 13351"/>
                <a:gd name="connsiteX94" fmla="*/ 1693 w 16349"/>
                <a:gd name="connsiteY94" fmla="*/ 3955 h 13351"/>
                <a:gd name="connsiteX95" fmla="*/ 1180 w 16349"/>
                <a:gd name="connsiteY95" fmla="*/ 3624 h 13351"/>
                <a:gd name="connsiteX96" fmla="*/ 783 w 16349"/>
                <a:gd name="connsiteY96" fmla="*/ 3143 h 13351"/>
                <a:gd name="connsiteX97" fmla="*/ 570 w 16349"/>
                <a:gd name="connsiteY97" fmla="*/ 2810 h 13351"/>
                <a:gd name="connsiteX98" fmla="*/ 206 w 16349"/>
                <a:gd name="connsiteY98" fmla="*/ 2633 h 13351"/>
                <a:gd name="connsiteX99" fmla="*/ 3 w 16349"/>
                <a:gd name="connsiteY99" fmla="*/ 2961 h 13351"/>
                <a:gd name="connsiteX100" fmla="*/ 329 w 16349"/>
                <a:gd name="connsiteY100" fmla="*/ 3588 h 13351"/>
                <a:gd name="connsiteX101" fmla="*/ 894 w 16349"/>
                <a:gd name="connsiteY101" fmla="*/ 4151 h 13351"/>
                <a:gd name="connsiteX102" fmla="*/ 1282 w 16349"/>
                <a:gd name="connsiteY102" fmla="*/ 4393 h 13351"/>
                <a:gd name="connsiteX103" fmla="*/ 2732 w 16349"/>
                <a:gd name="connsiteY103" fmla="*/ 4851 h 13351"/>
                <a:gd name="connsiteX104" fmla="*/ 2899 w 16349"/>
                <a:gd name="connsiteY104" fmla="*/ 6318 h 13351"/>
                <a:gd name="connsiteX105" fmla="*/ 3057 w 16349"/>
                <a:gd name="connsiteY105" fmla="*/ 7905 h 13351"/>
                <a:gd name="connsiteX106" fmla="*/ 2357 w 16349"/>
                <a:gd name="connsiteY106" fmla="*/ 9077 h 13351"/>
                <a:gd name="connsiteX107" fmla="*/ 2144 w 16349"/>
                <a:gd name="connsiteY107" fmla="*/ 9490 h 13351"/>
                <a:gd name="connsiteX108" fmla="*/ 1743 w 16349"/>
                <a:gd name="connsiteY108" fmla="*/ 10127 h 13351"/>
                <a:gd name="connsiteX109" fmla="*/ 1624 w 16349"/>
                <a:gd name="connsiteY109" fmla="*/ 10303 h 13351"/>
                <a:gd name="connsiteX110" fmla="*/ 1243 w 16349"/>
                <a:gd name="connsiteY110" fmla="*/ 10956 h 13351"/>
                <a:gd name="connsiteX111" fmla="*/ 895 w 16349"/>
                <a:gd name="connsiteY111" fmla="*/ 11561 h 13351"/>
                <a:gd name="connsiteX112" fmla="*/ 658 w 16349"/>
                <a:gd name="connsiteY112" fmla="*/ 12073 h 13351"/>
                <a:gd name="connsiteX113" fmla="*/ 949 w 16349"/>
                <a:gd name="connsiteY113" fmla="*/ 12547 h 13351"/>
                <a:gd name="connsiteX114" fmla="*/ 1503 w 16349"/>
                <a:gd name="connsiteY114" fmla="*/ 12446 h 13351"/>
                <a:gd name="connsiteX115" fmla="*/ 1685 w 16349"/>
                <a:gd name="connsiteY115" fmla="*/ 12139 h 13351"/>
                <a:gd name="connsiteX116" fmla="*/ 2183 w 16349"/>
                <a:gd name="connsiteY116" fmla="*/ 11359 h 13351"/>
                <a:gd name="connsiteX117" fmla="*/ 2499 w 16349"/>
                <a:gd name="connsiteY117" fmla="*/ 10798 h 13351"/>
                <a:gd name="connsiteX118" fmla="*/ 2887 w 16349"/>
                <a:gd name="connsiteY118" fmla="*/ 10159 h 13351"/>
                <a:gd name="connsiteX119" fmla="*/ 3563 w 16349"/>
                <a:gd name="connsiteY119" fmla="*/ 9000 h 13351"/>
                <a:gd name="connsiteX120" fmla="*/ 3947 w 16349"/>
                <a:gd name="connsiteY120" fmla="*/ 8368 h 13351"/>
                <a:gd name="connsiteX121" fmla="*/ 4271 w 16349"/>
                <a:gd name="connsiteY121" fmla="*/ 8269 h 13351"/>
                <a:gd name="connsiteX122" fmla="*/ 4648 w 16349"/>
                <a:gd name="connsiteY122" fmla="*/ 11527 h 13351"/>
                <a:gd name="connsiteX123" fmla="*/ 4413 w 16349"/>
                <a:gd name="connsiteY123" fmla="*/ 12000 h 13351"/>
                <a:gd name="connsiteX124" fmla="*/ 4590 w 16349"/>
                <a:gd name="connsiteY124" fmla="*/ 12423 h 13351"/>
                <a:gd name="connsiteX125" fmla="*/ 4641 w 16349"/>
                <a:gd name="connsiteY125" fmla="*/ 12515 h 13351"/>
                <a:gd name="connsiteX126" fmla="*/ 4769 w 16349"/>
                <a:gd name="connsiteY126" fmla="*/ 12551 h 13351"/>
                <a:gd name="connsiteX127" fmla="*/ 4917 w 16349"/>
                <a:gd name="connsiteY127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948 w 16349"/>
                <a:gd name="connsiteY5" fmla="*/ 11654 h 13351"/>
                <a:gd name="connsiteX6" fmla="*/ 7933 w 16349"/>
                <a:gd name="connsiteY6" fmla="*/ 10694 h 13351"/>
                <a:gd name="connsiteX7" fmla="*/ 6689 w 16349"/>
                <a:gd name="connsiteY7" fmla="*/ 11950 h 13351"/>
                <a:gd name="connsiteX8" fmla="*/ 6691 w 16349"/>
                <a:gd name="connsiteY8" fmla="*/ 11992 h 13351"/>
                <a:gd name="connsiteX9" fmla="*/ 6645 w 16349"/>
                <a:gd name="connsiteY9" fmla="*/ 11979 h 13351"/>
                <a:gd name="connsiteX10" fmla="*/ 6398 w 16349"/>
                <a:gd name="connsiteY10" fmla="*/ 12252 h 13351"/>
                <a:gd name="connsiteX11" fmla="*/ 6979 w 16349"/>
                <a:gd name="connsiteY11" fmla="*/ 12127 h 13351"/>
                <a:gd name="connsiteX12" fmla="*/ 8517 w 16349"/>
                <a:gd name="connsiteY12" fmla="*/ 11708 h 13351"/>
                <a:gd name="connsiteX13" fmla="*/ 9325 w 16349"/>
                <a:gd name="connsiteY13" fmla="*/ 11518 h 13351"/>
                <a:gd name="connsiteX14" fmla="*/ 9328 w 16349"/>
                <a:gd name="connsiteY14" fmla="*/ 11496 h 13351"/>
                <a:gd name="connsiteX15" fmla="*/ 9884 w 16349"/>
                <a:gd name="connsiteY15" fmla="*/ 11374 h 13351"/>
                <a:gd name="connsiteX16" fmla="*/ 10029 w 16349"/>
                <a:gd name="connsiteY16" fmla="*/ 10850 h 13351"/>
                <a:gd name="connsiteX17" fmla="*/ 10201 w 16349"/>
                <a:gd name="connsiteY17" fmla="*/ 10531 h 13351"/>
                <a:gd name="connsiteX18" fmla="*/ 10697 w 16349"/>
                <a:gd name="connsiteY18" fmla="*/ 10157 h 13351"/>
                <a:gd name="connsiteX19" fmla="*/ 10744 w 16349"/>
                <a:gd name="connsiteY19" fmla="*/ 10120 h 13351"/>
                <a:gd name="connsiteX20" fmla="*/ 12074 w 16349"/>
                <a:gd name="connsiteY20" fmla="*/ 10153 h 13351"/>
                <a:gd name="connsiteX21" fmla="*/ 12866 w 16349"/>
                <a:gd name="connsiteY21" fmla="*/ 11463 h 13351"/>
                <a:gd name="connsiteX22" fmla="*/ 13276 w 16349"/>
                <a:gd name="connsiteY22" fmla="*/ 11315 h 13351"/>
                <a:gd name="connsiteX23" fmla="*/ 14022 w 16349"/>
                <a:gd name="connsiteY23" fmla="*/ 10822 h 13351"/>
                <a:gd name="connsiteX24" fmla="*/ 14441 w 16349"/>
                <a:gd name="connsiteY24" fmla="*/ 10432 h 13351"/>
                <a:gd name="connsiteX25" fmla="*/ 15300 w 16349"/>
                <a:gd name="connsiteY25" fmla="*/ 9417 h 13351"/>
                <a:gd name="connsiteX26" fmla="*/ 15543 w 16349"/>
                <a:gd name="connsiteY26" fmla="*/ 8947 h 13351"/>
                <a:gd name="connsiteX27" fmla="*/ 15897 w 16349"/>
                <a:gd name="connsiteY27" fmla="*/ 8223 h 13351"/>
                <a:gd name="connsiteX28" fmla="*/ 16088 w 16349"/>
                <a:gd name="connsiteY28" fmla="*/ 7558 h 13351"/>
                <a:gd name="connsiteX29" fmla="*/ 16349 w 16349"/>
                <a:gd name="connsiteY29" fmla="*/ 5866 h 13351"/>
                <a:gd name="connsiteX30" fmla="*/ 16041 w 16349"/>
                <a:gd name="connsiteY30" fmla="*/ 5404 h 13351"/>
                <a:gd name="connsiteX31" fmla="*/ 15494 w 16349"/>
                <a:gd name="connsiteY31" fmla="*/ 5379 h 13351"/>
                <a:gd name="connsiteX32" fmla="*/ 15261 w 16349"/>
                <a:gd name="connsiteY32" fmla="*/ 5605 h 13351"/>
                <a:gd name="connsiteX33" fmla="*/ 15164 w 16349"/>
                <a:gd name="connsiteY33" fmla="*/ 6006 h 13351"/>
                <a:gd name="connsiteX34" fmla="*/ 14882 w 16349"/>
                <a:gd name="connsiteY34" fmla="*/ 7480 h 13351"/>
                <a:gd name="connsiteX35" fmla="*/ 14674 w 16349"/>
                <a:gd name="connsiteY35" fmla="*/ 6849 h 13351"/>
                <a:gd name="connsiteX36" fmla="*/ 14073 w 16349"/>
                <a:gd name="connsiteY36" fmla="*/ 5785 h 13351"/>
                <a:gd name="connsiteX37" fmla="*/ 14078 w 16349"/>
                <a:gd name="connsiteY37" fmla="*/ 5622 h 13351"/>
                <a:gd name="connsiteX38" fmla="*/ 14349 w 16349"/>
                <a:gd name="connsiteY38" fmla="*/ 5010 h 13351"/>
                <a:gd name="connsiteX39" fmla="*/ 14620 w 16349"/>
                <a:gd name="connsiteY39" fmla="*/ 4241 h 13351"/>
                <a:gd name="connsiteX40" fmla="*/ 14722 w 16349"/>
                <a:gd name="connsiteY40" fmla="*/ 3742 h 13351"/>
                <a:gd name="connsiteX41" fmla="*/ 14878 w 16349"/>
                <a:gd name="connsiteY41" fmla="*/ 3071 h 13351"/>
                <a:gd name="connsiteX42" fmla="*/ 15074 w 16349"/>
                <a:gd name="connsiteY42" fmla="*/ 2221 h 13351"/>
                <a:gd name="connsiteX43" fmla="*/ 15229 w 16349"/>
                <a:gd name="connsiteY43" fmla="*/ 1270 h 13351"/>
                <a:gd name="connsiteX44" fmla="*/ 15097 w 16349"/>
                <a:gd name="connsiteY44" fmla="*/ 427 h 13351"/>
                <a:gd name="connsiteX45" fmla="*/ 14410 w 16349"/>
                <a:gd name="connsiteY45" fmla="*/ 12 h 13351"/>
                <a:gd name="connsiteX46" fmla="*/ 13561 w 16349"/>
                <a:gd name="connsiteY46" fmla="*/ 314 h 13351"/>
                <a:gd name="connsiteX47" fmla="*/ 13405 w 16349"/>
                <a:gd name="connsiteY47" fmla="*/ 497 h 13351"/>
                <a:gd name="connsiteX48" fmla="*/ 13195 w 16349"/>
                <a:gd name="connsiteY48" fmla="*/ 1553 h 13351"/>
                <a:gd name="connsiteX49" fmla="*/ 12989 w 16349"/>
                <a:gd name="connsiteY49" fmla="*/ 2546 h 13351"/>
                <a:gd name="connsiteX50" fmla="*/ 12739 w 16349"/>
                <a:gd name="connsiteY50" fmla="*/ 3607 h 13351"/>
                <a:gd name="connsiteX51" fmla="*/ 12426 w 16349"/>
                <a:gd name="connsiteY51" fmla="*/ 4513 h 13351"/>
                <a:gd name="connsiteX52" fmla="*/ 11596 w 16349"/>
                <a:gd name="connsiteY52" fmla="*/ 4504 h 13351"/>
                <a:gd name="connsiteX53" fmla="*/ 11496 w 16349"/>
                <a:gd name="connsiteY53" fmla="*/ 4267 h 13351"/>
                <a:gd name="connsiteX54" fmla="*/ 11321 w 16349"/>
                <a:gd name="connsiteY54" fmla="*/ 3638 h 13351"/>
                <a:gd name="connsiteX55" fmla="*/ 10810 w 16349"/>
                <a:gd name="connsiteY55" fmla="*/ 1418 h 13351"/>
                <a:gd name="connsiteX56" fmla="*/ 10596 w 16349"/>
                <a:gd name="connsiteY56" fmla="*/ 448 h 13351"/>
                <a:gd name="connsiteX57" fmla="*/ 10051 w 16349"/>
                <a:gd name="connsiteY57" fmla="*/ 46 h 13351"/>
                <a:gd name="connsiteX58" fmla="*/ 9111 w 16349"/>
                <a:gd name="connsiteY58" fmla="*/ 259 h 13351"/>
                <a:gd name="connsiteX59" fmla="*/ 8884 w 16349"/>
                <a:gd name="connsiteY59" fmla="*/ 498 h 13351"/>
                <a:gd name="connsiteX60" fmla="*/ 8784 w 16349"/>
                <a:gd name="connsiteY60" fmla="*/ 1027 h 13351"/>
                <a:gd name="connsiteX61" fmla="*/ 9022 w 16349"/>
                <a:gd name="connsiteY61" fmla="*/ 2543 h 13351"/>
                <a:gd name="connsiteX62" fmla="*/ 9219 w 16349"/>
                <a:gd name="connsiteY62" fmla="*/ 3426 h 13351"/>
                <a:gd name="connsiteX63" fmla="*/ 9502 w 16349"/>
                <a:gd name="connsiteY63" fmla="*/ 4521 h 13351"/>
                <a:gd name="connsiteX64" fmla="*/ 9922 w 16349"/>
                <a:gd name="connsiteY64" fmla="*/ 5576 h 13351"/>
                <a:gd name="connsiteX65" fmla="*/ 9243 w 16349"/>
                <a:gd name="connsiteY65" fmla="*/ 6746 h 13351"/>
                <a:gd name="connsiteX66" fmla="*/ 9244 w 16349"/>
                <a:gd name="connsiteY66" fmla="*/ 9378 h 13351"/>
                <a:gd name="connsiteX67" fmla="*/ 9453 w 16349"/>
                <a:gd name="connsiteY67" fmla="*/ 9780 h 13351"/>
                <a:gd name="connsiteX68" fmla="*/ 9717 w 16349"/>
                <a:gd name="connsiteY68" fmla="*/ 10178 h 13351"/>
                <a:gd name="connsiteX69" fmla="*/ 8249 w 16349"/>
                <a:gd name="connsiteY69" fmla="*/ 10559 h 13351"/>
                <a:gd name="connsiteX70" fmla="*/ 7406 w 16349"/>
                <a:gd name="connsiteY70" fmla="*/ 10794 h 13351"/>
                <a:gd name="connsiteX71" fmla="*/ 6786 w 16349"/>
                <a:gd name="connsiteY71" fmla="*/ 10928 h 13351"/>
                <a:gd name="connsiteX72" fmla="*/ 5594 w 16349"/>
                <a:gd name="connsiteY72" fmla="*/ 11250 h 13351"/>
                <a:gd name="connsiteX73" fmla="*/ 5499 w 16349"/>
                <a:gd name="connsiteY73" fmla="*/ 10165 h 13351"/>
                <a:gd name="connsiteX74" fmla="*/ 4970 w 16349"/>
                <a:gd name="connsiteY74" fmla="*/ 5651 h 13351"/>
                <a:gd name="connsiteX75" fmla="*/ 4877 w 16349"/>
                <a:gd name="connsiteY75" fmla="*/ 4643 h 13351"/>
                <a:gd name="connsiteX76" fmla="*/ 5550 w 16349"/>
                <a:gd name="connsiteY76" fmla="*/ 4324 h 13351"/>
                <a:gd name="connsiteX77" fmla="*/ 6166 w 16349"/>
                <a:gd name="connsiteY77" fmla="*/ 3634 h 13351"/>
                <a:gd name="connsiteX78" fmla="*/ 6398 w 16349"/>
                <a:gd name="connsiteY78" fmla="*/ 2831 h 13351"/>
                <a:gd name="connsiteX79" fmla="*/ 6403 w 16349"/>
                <a:gd name="connsiteY79" fmla="*/ 1692 h 13351"/>
                <a:gd name="connsiteX80" fmla="*/ 6031 w 16349"/>
                <a:gd name="connsiteY80" fmla="*/ 1446 h 13351"/>
                <a:gd name="connsiteX81" fmla="*/ 5819 w 16349"/>
                <a:gd name="connsiteY81" fmla="*/ 1768 h 13351"/>
                <a:gd name="connsiteX82" fmla="*/ 5783 w 16349"/>
                <a:gd name="connsiteY82" fmla="*/ 2899 h 13351"/>
                <a:gd name="connsiteX83" fmla="*/ 5479 w 16349"/>
                <a:gd name="connsiteY83" fmla="*/ 3621 h 13351"/>
                <a:gd name="connsiteX84" fmla="*/ 5232 w 16349"/>
                <a:gd name="connsiteY84" fmla="*/ 3826 h 13351"/>
                <a:gd name="connsiteX85" fmla="*/ 4800 w 16349"/>
                <a:gd name="connsiteY85" fmla="*/ 4069 h 13351"/>
                <a:gd name="connsiteX86" fmla="*/ 4433 w 16349"/>
                <a:gd name="connsiteY86" fmla="*/ 4106 h 13351"/>
                <a:gd name="connsiteX87" fmla="*/ 4409 w 16349"/>
                <a:gd name="connsiteY87" fmla="*/ 4070 h 13351"/>
                <a:gd name="connsiteX88" fmla="*/ 4542 w 16349"/>
                <a:gd name="connsiteY88" fmla="*/ 3896 h 13351"/>
                <a:gd name="connsiteX89" fmla="*/ 4395 w 16349"/>
                <a:gd name="connsiteY89" fmla="*/ 4020 h 13351"/>
                <a:gd name="connsiteX90" fmla="*/ 4343 w 16349"/>
                <a:gd name="connsiteY90" fmla="*/ 4102 h 13351"/>
                <a:gd name="connsiteX91" fmla="*/ 4214 w 16349"/>
                <a:gd name="connsiteY91" fmla="*/ 4140 h 13351"/>
                <a:gd name="connsiteX92" fmla="*/ 3282 w 16349"/>
                <a:gd name="connsiteY92" fmla="*/ 4249 h 13351"/>
                <a:gd name="connsiteX93" fmla="*/ 1693 w 16349"/>
                <a:gd name="connsiteY93" fmla="*/ 3955 h 13351"/>
                <a:gd name="connsiteX94" fmla="*/ 1180 w 16349"/>
                <a:gd name="connsiteY94" fmla="*/ 3624 h 13351"/>
                <a:gd name="connsiteX95" fmla="*/ 783 w 16349"/>
                <a:gd name="connsiteY95" fmla="*/ 3143 h 13351"/>
                <a:gd name="connsiteX96" fmla="*/ 570 w 16349"/>
                <a:gd name="connsiteY96" fmla="*/ 2810 h 13351"/>
                <a:gd name="connsiteX97" fmla="*/ 206 w 16349"/>
                <a:gd name="connsiteY97" fmla="*/ 2633 h 13351"/>
                <a:gd name="connsiteX98" fmla="*/ 3 w 16349"/>
                <a:gd name="connsiteY98" fmla="*/ 2961 h 13351"/>
                <a:gd name="connsiteX99" fmla="*/ 329 w 16349"/>
                <a:gd name="connsiteY99" fmla="*/ 3588 h 13351"/>
                <a:gd name="connsiteX100" fmla="*/ 894 w 16349"/>
                <a:gd name="connsiteY100" fmla="*/ 4151 h 13351"/>
                <a:gd name="connsiteX101" fmla="*/ 1282 w 16349"/>
                <a:gd name="connsiteY101" fmla="*/ 4393 h 13351"/>
                <a:gd name="connsiteX102" fmla="*/ 2732 w 16349"/>
                <a:gd name="connsiteY102" fmla="*/ 4851 h 13351"/>
                <a:gd name="connsiteX103" fmla="*/ 2899 w 16349"/>
                <a:gd name="connsiteY103" fmla="*/ 6318 h 13351"/>
                <a:gd name="connsiteX104" fmla="*/ 3057 w 16349"/>
                <a:gd name="connsiteY104" fmla="*/ 7905 h 13351"/>
                <a:gd name="connsiteX105" fmla="*/ 2357 w 16349"/>
                <a:gd name="connsiteY105" fmla="*/ 9077 h 13351"/>
                <a:gd name="connsiteX106" fmla="*/ 2144 w 16349"/>
                <a:gd name="connsiteY106" fmla="*/ 9490 h 13351"/>
                <a:gd name="connsiteX107" fmla="*/ 1743 w 16349"/>
                <a:gd name="connsiteY107" fmla="*/ 10127 h 13351"/>
                <a:gd name="connsiteX108" fmla="*/ 1624 w 16349"/>
                <a:gd name="connsiteY108" fmla="*/ 10303 h 13351"/>
                <a:gd name="connsiteX109" fmla="*/ 1243 w 16349"/>
                <a:gd name="connsiteY109" fmla="*/ 10956 h 13351"/>
                <a:gd name="connsiteX110" fmla="*/ 895 w 16349"/>
                <a:gd name="connsiteY110" fmla="*/ 11561 h 13351"/>
                <a:gd name="connsiteX111" fmla="*/ 658 w 16349"/>
                <a:gd name="connsiteY111" fmla="*/ 12073 h 13351"/>
                <a:gd name="connsiteX112" fmla="*/ 949 w 16349"/>
                <a:gd name="connsiteY112" fmla="*/ 12547 h 13351"/>
                <a:gd name="connsiteX113" fmla="*/ 1503 w 16349"/>
                <a:gd name="connsiteY113" fmla="*/ 12446 h 13351"/>
                <a:gd name="connsiteX114" fmla="*/ 1685 w 16349"/>
                <a:gd name="connsiteY114" fmla="*/ 12139 h 13351"/>
                <a:gd name="connsiteX115" fmla="*/ 2183 w 16349"/>
                <a:gd name="connsiteY115" fmla="*/ 11359 h 13351"/>
                <a:gd name="connsiteX116" fmla="*/ 2499 w 16349"/>
                <a:gd name="connsiteY116" fmla="*/ 10798 h 13351"/>
                <a:gd name="connsiteX117" fmla="*/ 2887 w 16349"/>
                <a:gd name="connsiteY117" fmla="*/ 10159 h 13351"/>
                <a:gd name="connsiteX118" fmla="*/ 3563 w 16349"/>
                <a:gd name="connsiteY118" fmla="*/ 9000 h 13351"/>
                <a:gd name="connsiteX119" fmla="*/ 3947 w 16349"/>
                <a:gd name="connsiteY119" fmla="*/ 8368 h 13351"/>
                <a:gd name="connsiteX120" fmla="*/ 4271 w 16349"/>
                <a:gd name="connsiteY120" fmla="*/ 8269 h 13351"/>
                <a:gd name="connsiteX121" fmla="*/ 4648 w 16349"/>
                <a:gd name="connsiteY121" fmla="*/ 11527 h 13351"/>
                <a:gd name="connsiteX122" fmla="*/ 4413 w 16349"/>
                <a:gd name="connsiteY122" fmla="*/ 12000 h 13351"/>
                <a:gd name="connsiteX123" fmla="*/ 4590 w 16349"/>
                <a:gd name="connsiteY123" fmla="*/ 12423 h 13351"/>
                <a:gd name="connsiteX124" fmla="*/ 4641 w 16349"/>
                <a:gd name="connsiteY124" fmla="*/ 12515 h 13351"/>
                <a:gd name="connsiteX125" fmla="*/ 4769 w 16349"/>
                <a:gd name="connsiteY125" fmla="*/ 12551 h 13351"/>
                <a:gd name="connsiteX126" fmla="*/ 4917 w 16349"/>
                <a:gd name="connsiteY126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7933 w 16349"/>
                <a:gd name="connsiteY5" fmla="*/ 10694 h 13351"/>
                <a:gd name="connsiteX6" fmla="*/ 6689 w 16349"/>
                <a:gd name="connsiteY6" fmla="*/ 11950 h 13351"/>
                <a:gd name="connsiteX7" fmla="*/ 6691 w 16349"/>
                <a:gd name="connsiteY7" fmla="*/ 11992 h 13351"/>
                <a:gd name="connsiteX8" fmla="*/ 6645 w 16349"/>
                <a:gd name="connsiteY8" fmla="*/ 11979 h 13351"/>
                <a:gd name="connsiteX9" fmla="*/ 6398 w 16349"/>
                <a:gd name="connsiteY9" fmla="*/ 12252 h 13351"/>
                <a:gd name="connsiteX10" fmla="*/ 6979 w 16349"/>
                <a:gd name="connsiteY10" fmla="*/ 12127 h 13351"/>
                <a:gd name="connsiteX11" fmla="*/ 8517 w 16349"/>
                <a:gd name="connsiteY11" fmla="*/ 11708 h 13351"/>
                <a:gd name="connsiteX12" fmla="*/ 9325 w 16349"/>
                <a:gd name="connsiteY12" fmla="*/ 11518 h 13351"/>
                <a:gd name="connsiteX13" fmla="*/ 9328 w 16349"/>
                <a:gd name="connsiteY13" fmla="*/ 11496 h 13351"/>
                <a:gd name="connsiteX14" fmla="*/ 9884 w 16349"/>
                <a:gd name="connsiteY14" fmla="*/ 11374 h 13351"/>
                <a:gd name="connsiteX15" fmla="*/ 10029 w 16349"/>
                <a:gd name="connsiteY15" fmla="*/ 10850 h 13351"/>
                <a:gd name="connsiteX16" fmla="*/ 10201 w 16349"/>
                <a:gd name="connsiteY16" fmla="*/ 10531 h 13351"/>
                <a:gd name="connsiteX17" fmla="*/ 10697 w 16349"/>
                <a:gd name="connsiteY17" fmla="*/ 10157 h 13351"/>
                <a:gd name="connsiteX18" fmla="*/ 10744 w 16349"/>
                <a:gd name="connsiteY18" fmla="*/ 10120 h 13351"/>
                <a:gd name="connsiteX19" fmla="*/ 12074 w 16349"/>
                <a:gd name="connsiteY19" fmla="*/ 10153 h 13351"/>
                <a:gd name="connsiteX20" fmla="*/ 12866 w 16349"/>
                <a:gd name="connsiteY20" fmla="*/ 11463 h 13351"/>
                <a:gd name="connsiteX21" fmla="*/ 13276 w 16349"/>
                <a:gd name="connsiteY21" fmla="*/ 11315 h 13351"/>
                <a:gd name="connsiteX22" fmla="*/ 14022 w 16349"/>
                <a:gd name="connsiteY22" fmla="*/ 10822 h 13351"/>
                <a:gd name="connsiteX23" fmla="*/ 14441 w 16349"/>
                <a:gd name="connsiteY23" fmla="*/ 10432 h 13351"/>
                <a:gd name="connsiteX24" fmla="*/ 15300 w 16349"/>
                <a:gd name="connsiteY24" fmla="*/ 9417 h 13351"/>
                <a:gd name="connsiteX25" fmla="*/ 15543 w 16349"/>
                <a:gd name="connsiteY25" fmla="*/ 8947 h 13351"/>
                <a:gd name="connsiteX26" fmla="*/ 15897 w 16349"/>
                <a:gd name="connsiteY26" fmla="*/ 8223 h 13351"/>
                <a:gd name="connsiteX27" fmla="*/ 16088 w 16349"/>
                <a:gd name="connsiteY27" fmla="*/ 7558 h 13351"/>
                <a:gd name="connsiteX28" fmla="*/ 16349 w 16349"/>
                <a:gd name="connsiteY28" fmla="*/ 5866 h 13351"/>
                <a:gd name="connsiteX29" fmla="*/ 16041 w 16349"/>
                <a:gd name="connsiteY29" fmla="*/ 5404 h 13351"/>
                <a:gd name="connsiteX30" fmla="*/ 15494 w 16349"/>
                <a:gd name="connsiteY30" fmla="*/ 5379 h 13351"/>
                <a:gd name="connsiteX31" fmla="*/ 15261 w 16349"/>
                <a:gd name="connsiteY31" fmla="*/ 5605 h 13351"/>
                <a:gd name="connsiteX32" fmla="*/ 15164 w 16349"/>
                <a:gd name="connsiteY32" fmla="*/ 6006 h 13351"/>
                <a:gd name="connsiteX33" fmla="*/ 14882 w 16349"/>
                <a:gd name="connsiteY33" fmla="*/ 7480 h 13351"/>
                <a:gd name="connsiteX34" fmla="*/ 14674 w 16349"/>
                <a:gd name="connsiteY34" fmla="*/ 6849 h 13351"/>
                <a:gd name="connsiteX35" fmla="*/ 14073 w 16349"/>
                <a:gd name="connsiteY35" fmla="*/ 5785 h 13351"/>
                <a:gd name="connsiteX36" fmla="*/ 14078 w 16349"/>
                <a:gd name="connsiteY36" fmla="*/ 5622 h 13351"/>
                <a:gd name="connsiteX37" fmla="*/ 14349 w 16349"/>
                <a:gd name="connsiteY37" fmla="*/ 5010 h 13351"/>
                <a:gd name="connsiteX38" fmla="*/ 14620 w 16349"/>
                <a:gd name="connsiteY38" fmla="*/ 4241 h 13351"/>
                <a:gd name="connsiteX39" fmla="*/ 14722 w 16349"/>
                <a:gd name="connsiteY39" fmla="*/ 3742 h 13351"/>
                <a:gd name="connsiteX40" fmla="*/ 14878 w 16349"/>
                <a:gd name="connsiteY40" fmla="*/ 3071 h 13351"/>
                <a:gd name="connsiteX41" fmla="*/ 15074 w 16349"/>
                <a:gd name="connsiteY41" fmla="*/ 2221 h 13351"/>
                <a:gd name="connsiteX42" fmla="*/ 15229 w 16349"/>
                <a:gd name="connsiteY42" fmla="*/ 1270 h 13351"/>
                <a:gd name="connsiteX43" fmla="*/ 15097 w 16349"/>
                <a:gd name="connsiteY43" fmla="*/ 427 h 13351"/>
                <a:gd name="connsiteX44" fmla="*/ 14410 w 16349"/>
                <a:gd name="connsiteY44" fmla="*/ 12 h 13351"/>
                <a:gd name="connsiteX45" fmla="*/ 13561 w 16349"/>
                <a:gd name="connsiteY45" fmla="*/ 314 h 13351"/>
                <a:gd name="connsiteX46" fmla="*/ 13405 w 16349"/>
                <a:gd name="connsiteY46" fmla="*/ 497 h 13351"/>
                <a:gd name="connsiteX47" fmla="*/ 13195 w 16349"/>
                <a:gd name="connsiteY47" fmla="*/ 1553 h 13351"/>
                <a:gd name="connsiteX48" fmla="*/ 12989 w 16349"/>
                <a:gd name="connsiteY48" fmla="*/ 2546 h 13351"/>
                <a:gd name="connsiteX49" fmla="*/ 12739 w 16349"/>
                <a:gd name="connsiteY49" fmla="*/ 3607 h 13351"/>
                <a:gd name="connsiteX50" fmla="*/ 12426 w 16349"/>
                <a:gd name="connsiteY50" fmla="*/ 4513 h 13351"/>
                <a:gd name="connsiteX51" fmla="*/ 11596 w 16349"/>
                <a:gd name="connsiteY51" fmla="*/ 4504 h 13351"/>
                <a:gd name="connsiteX52" fmla="*/ 11496 w 16349"/>
                <a:gd name="connsiteY52" fmla="*/ 4267 h 13351"/>
                <a:gd name="connsiteX53" fmla="*/ 11321 w 16349"/>
                <a:gd name="connsiteY53" fmla="*/ 3638 h 13351"/>
                <a:gd name="connsiteX54" fmla="*/ 10810 w 16349"/>
                <a:gd name="connsiteY54" fmla="*/ 1418 h 13351"/>
                <a:gd name="connsiteX55" fmla="*/ 10596 w 16349"/>
                <a:gd name="connsiteY55" fmla="*/ 448 h 13351"/>
                <a:gd name="connsiteX56" fmla="*/ 10051 w 16349"/>
                <a:gd name="connsiteY56" fmla="*/ 46 h 13351"/>
                <a:gd name="connsiteX57" fmla="*/ 9111 w 16349"/>
                <a:gd name="connsiteY57" fmla="*/ 259 h 13351"/>
                <a:gd name="connsiteX58" fmla="*/ 8884 w 16349"/>
                <a:gd name="connsiteY58" fmla="*/ 498 h 13351"/>
                <a:gd name="connsiteX59" fmla="*/ 8784 w 16349"/>
                <a:gd name="connsiteY59" fmla="*/ 1027 h 13351"/>
                <a:gd name="connsiteX60" fmla="*/ 9022 w 16349"/>
                <a:gd name="connsiteY60" fmla="*/ 2543 h 13351"/>
                <a:gd name="connsiteX61" fmla="*/ 9219 w 16349"/>
                <a:gd name="connsiteY61" fmla="*/ 3426 h 13351"/>
                <a:gd name="connsiteX62" fmla="*/ 9502 w 16349"/>
                <a:gd name="connsiteY62" fmla="*/ 4521 h 13351"/>
                <a:gd name="connsiteX63" fmla="*/ 9922 w 16349"/>
                <a:gd name="connsiteY63" fmla="*/ 5576 h 13351"/>
                <a:gd name="connsiteX64" fmla="*/ 9243 w 16349"/>
                <a:gd name="connsiteY64" fmla="*/ 6746 h 13351"/>
                <a:gd name="connsiteX65" fmla="*/ 9244 w 16349"/>
                <a:gd name="connsiteY65" fmla="*/ 9378 h 13351"/>
                <a:gd name="connsiteX66" fmla="*/ 9453 w 16349"/>
                <a:gd name="connsiteY66" fmla="*/ 9780 h 13351"/>
                <a:gd name="connsiteX67" fmla="*/ 9717 w 16349"/>
                <a:gd name="connsiteY67" fmla="*/ 10178 h 13351"/>
                <a:gd name="connsiteX68" fmla="*/ 8249 w 16349"/>
                <a:gd name="connsiteY68" fmla="*/ 10559 h 13351"/>
                <a:gd name="connsiteX69" fmla="*/ 7406 w 16349"/>
                <a:gd name="connsiteY69" fmla="*/ 10794 h 13351"/>
                <a:gd name="connsiteX70" fmla="*/ 6786 w 16349"/>
                <a:gd name="connsiteY70" fmla="*/ 10928 h 13351"/>
                <a:gd name="connsiteX71" fmla="*/ 5594 w 16349"/>
                <a:gd name="connsiteY71" fmla="*/ 11250 h 13351"/>
                <a:gd name="connsiteX72" fmla="*/ 5499 w 16349"/>
                <a:gd name="connsiteY72" fmla="*/ 10165 h 13351"/>
                <a:gd name="connsiteX73" fmla="*/ 4970 w 16349"/>
                <a:gd name="connsiteY73" fmla="*/ 5651 h 13351"/>
                <a:gd name="connsiteX74" fmla="*/ 4877 w 16349"/>
                <a:gd name="connsiteY74" fmla="*/ 4643 h 13351"/>
                <a:gd name="connsiteX75" fmla="*/ 5550 w 16349"/>
                <a:gd name="connsiteY75" fmla="*/ 4324 h 13351"/>
                <a:gd name="connsiteX76" fmla="*/ 6166 w 16349"/>
                <a:gd name="connsiteY76" fmla="*/ 3634 h 13351"/>
                <a:gd name="connsiteX77" fmla="*/ 6398 w 16349"/>
                <a:gd name="connsiteY77" fmla="*/ 2831 h 13351"/>
                <a:gd name="connsiteX78" fmla="*/ 6403 w 16349"/>
                <a:gd name="connsiteY78" fmla="*/ 1692 h 13351"/>
                <a:gd name="connsiteX79" fmla="*/ 6031 w 16349"/>
                <a:gd name="connsiteY79" fmla="*/ 1446 h 13351"/>
                <a:gd name="connsiteX80" fmla="*/ 5819 w 16349"/>
                <a:gd name="connsiteY80" fmla="*/ 1768 h 13351"/>
                <a:gd name="connsiteX81" fmla="*/ 5783 w 16349"/>
                <a:gd name="connsiteY81" fmla="*/ 2899 h 13351"/>
                <a:gd name="connsiteX82" fmla="*/ 5479 w 16349"/>
                <a:gd name="connsiteY82" fmla="*/ 3621 h 13351"/>
                <a:gd name="connsiteX83" fmla="*/ 5232 w 16349"/>
                <a:gd name="connsiteY83" fmla="*/ 3826 h 13351"/>
                <a:gd name="connsiteX84" fmla="*/ 4800 w 16349"/>
                <a:gd name="connsiteY84" fmla="*/ 4069 h 13351"/>
                <a:gd name="connsiteX85" fmla="*/ 4433 w 16349"/>
                <a:gd name="connsiteY85" fmla="*/ 4106 h 13351"/>
                <a:gd name="connsiteX86" fmla="*/ 4409 w 16349"/>
                <a:gd name="connsiteY86" fmla="*/ 4070 h 13351"/>
                <a:gd name="connsiteX87" fmla="*/ 4542 w 16349"/>
                <a:gd name="connsiteY87" fmla="*/ 3896 h 13351"/>
                <a:gd name="connsiteX88" fmla="*/ 4395 w 16349"/>
                <a:gd name="connsiteY88" fmla="*/ 4020 h 13351"/>
                <a:gd name="connsiteX89" fmla="*/ 4343 w 16349"/>
                <a:gd name="connsiteY89" fmla="*/ 4102 h 13351"/>
                <a:gd name="connsiteX90" fmla="*/ 4214 w 16349"/>
                <a:gd name="connsiteY90" fmla="*/ 4140 h 13351"/>
                <a:gd name="connsiteX91" fmla="*/ 3282 w 16349"/>
                <a:gd name="connsiteY91" fmla="*/ 4249 h 13351"/>
                <a:gd name="connsiteX92" fmla="*/ 1693 w 16349"/>
                <a:gd name="connsiteY92" fmla="*/ 3955 h 13351"/>
                <a:gd name="connsiteX93" fmla="*/ 1180 w 16349"/>
                <a:gd name="connsiteY93" fmla="*/ 3624 h 13351"/>
                <a:gd name="connsiteX94" fmla="*/ 783 w 16349"/>
                <a:gd name="connsiteY94" fmla="*/ 3143 h 13351"/>
                <a:gd name="connsiteX95" fmla="*/ 570 w 16349"/>
                <a:gd name="connsiteY95" fmla="*/ 2810 h 13351"/>
                <a:gd name="connsiteX96" fmla="*/ 206 w 16349"/>
                <a:gd name="connsiteY96" fmla="*/ 2633 h 13351"/>
                <a:gd name="connsiteX97" fmla="*/ 3 w 16349"/>
                <a:gd name="connsiteY97" fmla="*/ 2961 h 13351"/>
                <a:gd name="connsiteX98" fmla="*/ 329 w 16349"/>
                <a:gd name="connsiteY98" fmla="*/ 3588 h 13351"/>
                <a:gd name="connsiteX99" fmla="*/ 894 w 16349"/>
                <a:gd name="connsiteY99" fmla="*/ 4151 h 13351"/>
                <a:gd name="connsiteX100" fmla="*/ 1282 w 16349"/>
                <a:gd name="connsiteY100" fmla="*/ 4393 h 13351"/>
                <a:gd name="connsiteX101" fmla="*/ 2732 w 16349"/>
                <a:gd name="connsiteY101" fmla="*/ 4851 h 13351"/>
                <a:gd name="connsiteX102" fmla="*/ 2899 w 16349"/>
                <a:gd name="connsiteY102" fmla="*/ 6318 h 13351"/>
                <a:gd name="connsiteX103" fmla="*/ 3057 w 16349"/>
                <a:gd name="connsiteY103" fmla="*/ 7905 h 13351"/>
                <a:gd name="connsiteX104" fmla="*/ 2357 w 16349"/>
                <a:gd name="connsiteY104" fmla="*/ 9077 h 13351"/>
                <a:gd name="connsiteX105" fmla="*/ 2144 w 16349"/>
                <a:gd name="connsiteY105" fmla="*/ 9490 h 13351"/>
                <a:gd name="connsiteX106" fmla="*/ 1743 w 16349"/>
                <a:gd name="connsiteY106" fmla="*/ 10127 h 13351"/>
                <a:gd name="connsiteX107" fmla="*/ 1624 w 16349"/>
                <a:gd name="connsiteY107" fmla="*/ 10303 h 13351"/>
                <a:gd name="connsiteX108" fmla="*/ 1243 w 16349"/>
                <a:gd name="connsiteY108" fmla="*/ 10956 h 13351"/>
                <a:gd name="connsiteX109" fmla="*/ 895 w 16349"/>
                <a:gd name="connsiteY109" fmla="*/ 11561 h 13351"/>
                <a:gd name="connsiteX110" fmla="*/ 658 w 16349"/>
                <a:gd name="connsiteY110" fmla="*/ 12073 h 13351"/>
                <a:gd name="connsiteX111" fmla="*/ 949 w 16349"/>
                <a:gd name="connsiteY111" fmla="*/ 12547 h 13351"/>
                <a:gd name="connsiteX112" fmla="*/ 1503 w 16349"/>
                <a:gd name="connsiteY112" fmla="*/ 12446 h 13351"/>
                <a:gd name="connsiteX113" fmla="*/ 1685 w 16349"/>
                <a:gd name="connsiteY113" fmla="*/ 12139 h 13351"/>
                <a:gd name="connsiteX114" fmla="*/ 2183 w 16349"/>
                <a:gd name="connsiteY114" fmla="*/ 11359 h 13351"/>
                <a:gd name="connsiteX115" fmla="*/ 2499 w 16349"/>
                <a:gd name="connsiteY115" fmla="*/ 10798 h 13351"/>
                <a:gd name="connsiteX116" fmla="*/ 2887 w 16349"/>
                <a:gd name="connsiteY116" fmla="*/ 10159 h 13351"/>
                <a:gd name="connsiteX117" fmla="*/ 3563 w 16349"/>
                <a:gd name="connsiteY117" fmla="*/ 9000 h 13351"/>
                <a:gd name="connsiteX118" fmla="*/ 3947 w 16349"/>
                <a:gd name="connsiteY118" fmla="*/ 8368 h 13351"/>
                <a:gd name="connsiteX119" fmla="*/ 4271 w 16349"/>
                <a:gd name="connsiteY119" fmla="*/ 8269 h 13351"/>
                <a:gd name="connsiteX120" fmla="*/ 4648 w 16349"/>
                <a:gd name="connsiteY120" fmla="*/ 11527 h 13351"/>
                <a:gd name="connsiteX121" fmla="*/ 4413 w 16349"/>
                <a:gd name="connsiteY121" fmla="*/ 12000 h 13351"/>
                <a:gd name="connsiteX122" fmla="*/ 4590 w 16349"/>
                <a:gd name="connsiteY122" fmla="*/ 12423 h 13351"/>
                <a:gd name="connsiteX123" fmla="*/ 4641 w 16349"/>
                <a:gd name="connsiteY123" fmla="*/ 12515 h 13351"/>
                <a:gd name="connsiteX124" fmla="*/ 4769 w 16349"/>
                <a:gd name="connsiteY124" fmla="*/ 12551 h 13351"/>
                <a:gd name="connsiteX125" fmla="*/ 4917 w 16349"/>
                <a:gd name="connsiteY125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7933 w 16349"/>
                <a:gd name="connsiteY5" fmla="*/ 10694 h 13351"/>
                <a:gd name="connsiteX6" fmla="*/ 6689 w 16349"/>
                <a:gd name="connsiteY6" fmla="*/ 11950 h 13351"/>
                <a:gd name="connsiteX7" fmla="*/ 6691 w 16349"/>
                <a:gd name="connsiteY7" fmla="*/ 11992 h 13351"/>
                <a:gd name="connsiteX8" fmla="*/ 6398 w 16349"/>
                <a:gd name="connsiteY8" fmla="*/ 12252 h 13351"/>
                <a:gd name="connsiteX9" fmla="*/ 6979 w 16349"/>
                <a:gd name="connsiteY9" fmla="*/ 12127 h 13351"/>
                <a:gd name="connsiteX10" fmla="*/ 8517 w 16349"/>
                <a:gd name="connsiteY10" fmla="*/ 11708 h 13351"/>
                <a:gd name="connsiteX11" fmla="*/ 9325 w 16349"/>
                <a:gd name="connsiteY11" fmla="*/ 11518 h 13351"/>
                <a:gd name="connsiteX12" fmla="*/ 9328 w 16349"/>
                <a:gd name="connsiteY12" fmla="*/ 11496 h 13351"/>
                <a:gd name="connsiteX13" fmla="*/ 9884 w 16349"/>
                <a:gd name="connsiteY13" fmla="*/ 11374 h 13351"/>
                <a:gd name="connsiteX14" fmla="*/ 10029 w 16349"/>
                <a:gd name="connsiteY14" fmla="*/ 10850 h 13351"/>
                <a:gd name="connsiteX15" fmla="*/ 10201 w 16349"/>
                <a:gd name="connsiteY15" fmla="*/ 10531 h 13351"/>
                <a:gd name="connsiteX16" fmla="*/ 10697 w 16349"/>
                <a:gd name="connsiteY16" fmla="*/ 10157 h 13351"/>
                <a:gd name="connsiteX17" fmla="*/ 10744 w 16349"/>
                <a:gd name="connsiteY17" fmla="*/ 10120 h 13351"/>
                <a:gd name="connsiteX18" fmla="*/ 12074 w 16349"/>
                <a:gd name="connsiteY18" fmla="*/ 10153 h 13351"/>
                <a:gd name="connsiteX19" fmla="*/ 12866 w 16349"/>
                <a:gd name="connsiteY19" fmla="*/ 11463 h 13351"/>
                <a:gd name="connsiteX20" fmla="*/ 13276 w 16349"/>
                <a:gd name="connsiteY20" fmla="*/ 11315 h 13351"/>
                <a:gd name="connsiteX21" fmla="*/ 14022 w 16349"/>
                <a:gd name="connsiteY21" fmla="*/ 10822 h 13351"/>
                <a:gd name="connsiteX22" fmla="*/ 14441 w 16349"/>
                <a:gd name="connsiteY22" fmla="*/ 10432 h 13351"/>
                <a:gd name="connsiteX23" fmla="*/ 15300 w 16349"/>
                <a:gd name="connsiteY23" fmla="*/ 9417 h 13351"/>
                <a:gd name="connsiteX24" fmla="*/ 15543 w 16349"/>
                <a:gd name="connsiteY24" fmla="*/ 8947 h 13351"/>
                <a:gd name="connsiteX25" fmla="*/ 15897 w 16349"/>
                <a:gd name="connsiteY25" fmla="*/ 8223 h 13351"/>
                <a:gd name="connsiteX26" fmla="*/ 16088 w 16349"/>
                <a:gd name="connsiteY26" fmla="*/ 7558 h 13351"/>
                <a:gd name="connsiteX27" fmla="*/ 16349 w 16349"/>
                <a:gd name="connsiteY27" fmla="*/ 5866 h 13351"/>
                <a:gd name="connsiteX28" fmla="*/ 16041 w 16349"/>
                <a:gd name="connsiteY28" fmla="*/ 5404 h 13351"/>
                <a:gd name="connsiteX29" fmla="*/ 15494 w 16349"/>
                <a:gd name="connsiteY29" fmla="*/ 5379 h 13351"/>
                <a:gd name="connsiteX30" fmla="*/ 15261 w 16349"/>
                <a:gd name="connsiteY30" fmla="*/ 5605 h 13351"/>
                <a:gd name="connsiteX31" fmla="*/ 15164 w 16349"/>
                <a:gd name="connsiteY31" fmla="*/ 6006 h 13351"/>
                <a:gd name="connsiteX32" fmla="*/ 14882 w 16349"/>
                <a:gd name="connsiteY32" fmla="*/ 7480 h 13351"/>
                <a:gd name="connsiteX33" fmla="*/ 14674 w 16349"/>
                <a:gd name="connsiteY33" fmla="*/ 6849 h 13351"/>
                <a:gd name="connsiteX34" fmla="*/ 14073 w 16349"/>
                <a:gd name="connsiteY34" fmla="*/ 5785 h 13351"/>
                <a:gd name="connsiteX35" fmla="*/ 14078 w 16349"/>
                <a:gd name="connsiteY35" fmla="*/ 5622 h 13351"/>
                <a:gd name="connsiteX36" fmla="*/ 14349 w 16349"/>
                <a:gd name="connsiteY36" fmla="*/ 5010 h 13351"/>
                <a:gd name="connsiteX37" fmla="*/ 14620 w 16349"/>
                <a:gd name="connsiteY37" fmla="*/ 4241 h 13351"/>
                <a:gd name="connsiteX38" fmla="*/ 14722 w 16349"/>
                <a:gd name="connsiteY38" fmla="*/ 3742 h 13351"/>
                <a:gd name="connsiteX39" fmla="*/ 14878 w 16349"/>
                <a:gd name="connsiteY39" fmla="*/ 3071 h 13351"/>
                <a:gd name="connsiteX40" fmla="*/ 15074 w 16349"/>
                <a:gd name="connsiteY40" fmla="*/ 2221 h 13351"/>
                <a:gd name="connsiteX41" fmla="*/ 15229 w 16349"/>
                <a:gd name="connsiteY41" fmla="*/ 1270 h 13351"/>
                <a:gd name="connsiteX42" fmla="*/ 15097 w 16349"/>
                <a:gd name="connsiteY42" fmla="*/ 427 h 13351"/>
                <a:gd name="connsiteX43" fmla="*/ 14410 w 16349"/>
                <a:gd name="connsiteY43" fmla="*/ 12 h 13351"/>
                <a:gd name="connsiteX44" fmla="*/ 13561 w 16349"/>
                <a:gd name="connsiteY44" fmla="*/ 314 h 13351"/>
                <a:gd name="connsiteX45" fmla="*/ 13405 w 16349"/>
                <a:gd name="connsiteY45" fmla="*/ 497 h 13351"/>
                <a:gd name="connsiteX46" fmla="*/ 13195 w 16349"/>
                <a:gd name="connsiteY46" fmla="*/ 1553 h 13351"/>
                <a:gd name="connsiteX47" fmla="*/ 12989 w 16349"/>
                <a:gd name="connsiteY47" fmla="*/ 2546 h 13351"/>
                <a:gd name="connsiteX48" fmla="*/ 12739 w 16349"/>
                <a:gd name="connsiteY48" fmla="*/ 3607 h 13351"/>
                <a:gd name="connsiteX49" fmla="*/ 12426 w 16349"/>
                <a:gd name="connsiteY49" fmla="*/ 4513 h 13351"/>
                <a:gd name="connsiteX50" fmla="*/ 11596 w 16349"/>
                <a:gd name="connsiteY50" fmla="*/ 4504 h 13351"/>
                <a:gd name="connsiteX51" fmla="*/ 11496 w 16349"/>
                <a:gd name="connsiteY51" fmla="*/ 4267 h 13351"/>
                <a:gd name="connsiteX52" fmla="*/ 11321 w 16349"/>
                <a:gd name="connsiteY52" fmla="*/ 3638 h 13351"/>
                <a:gd name="connsiteX53" fmla="*/ 10810 w 16349"/>
                <a:gd name="connsiteY53" fmla="*/ 1418 h 13351"/>
                <a:gd name="connsiteX54" fmla="*/ 10596 w 16349"/>
                <a:gd name="connsiteY54" fmla="*/ 448 h 13351"/>
                <a:gd name="connsiteX55" fmla="*/ 10051 w 16349"/>
                <a:gd name="connsiteY55" fmla="*/ 46 h 13351"/>
                <a:gd name="connsiteX56" fmla="*/ 9111 w 16349"/>
                <a:gd name="connsiteY56" fmla="*/ 259 h 13351"/>
                <a:gd name="connsiteX57" fmla="*/ 8884 w 16349"/>
                <a:gd name="connsiteY57" fmla="*/ 498 h 13351"/>
                <a:gd name="connsiteX58" fmla="*/ 8784 w 16349"/>
                <a:gd name="connsiteY58" fmla="*/ 1027 h 13351"/>
                <a:gd name="connsiteX59" fmla="*/ 9022 w 16349"/>
                <a:gd name="connsiteY59" fmla="*/ 2543 h 13351"/>
                <a:gd name="connsiteX60" fmla="*/ 9219 w 16349"/>
                <a:gd name="connsiteY60" fmla="*/ 3426 h 13351"/>
                <a:gd name="connsiteX61" fmla="*/ 9502 w 16349"/>
                <a:gd name="connsiteY61" fmla="*/ 4521 h 13351"/>
                <a:gd name="connsiteX62" fmla="*/ 9922 w 16349"/>
                <a:gd name="connsiteY62" fmla="*/ 5576 h 13351"/>
                <a:gd name="connsiteX63" fmla="*/ 9243 w 16349"/>
                <a:gd name="connsiteY63" fmla="*/ 6746 h 13351"/>
                <a:gd name="connsiteX64" fmla="*/ 9244 w 16349"/>
                <a:gd name="connsiteY64" fmla="*/ 9378 h 13351"/>
                <a:gd name="connsiteX65" fmla="*/ 9453 w 16349"/>
                <a:gd name="connsiteY65" fmla="*/ 9780 h 13351"/>
                <a:gd name="connsiteX66" fmla="*/ 9717 w 16349"/>
                <a:gd name="connsiteY66" fmla="*/ 10178 h 13351"/>
                <a:gd name="connsiteX67" fmla="*/ 8249 w 16349"/>
                <a:gd name="connsiteY67" fmla="*/ 10559 h 13351"/>
                <a:gd name="connsiteX68" fmla="*/ 7406 w 16349"/>
                <a:gd name="connsiteY68" fmla="*/ 10794 h 13351"/>
                <a:gd name="connsiteX69" fmla="*/ 6786 w 16349"/>
                <a:gd name="connsiteY69" fmla="*/ 10928 h 13351"/>
                <a:gd name="connsiteX70" fmla="*/ 5594 w 16349"/>
                <a:gd name="connsiteY70" fmla="*/ 11250 h 13351"/>
                <a:gd name="connsiteX71" fmla="*/ 5499 w 16349"/>
                <a:gd name="connsiteY71" fmla="*/ 10165 h 13351"/>
                <a:gd name="connsiteX72" fmla="*/ 4970 w 16349"/>
                <a:gd name="connsiteY72" fmla="*/ 5651 h 13351"/>
                <a:gd name="connsiteX73" fmla="*/ 4877 w 16349"/>
                <a:gd name="connsiteY73" fmla="*/ 4643 h 13351"/>
                <a:gd name="connsiteX74" fmla="*/ 5550 w 16349"/>
                <a:gd name="connsiteY74" fmla="*/ 4324 h 13351"/>
                <a:gd name="connsiteX75" fmla="*/ 6166 w 16349"/>
                <a:gd name="connsiteY75" fmla="*/ 3634 h 13351"/>
                <a:gd name="connsiteX76" fmla="*/ 6398 w 16349"/>
                <a:gd name="connsiteY76" fmla="*/ 2831 h 13351"/>
                <a:gd name="connsiteX77" fmla="*/ 6403 w 16349"/>
                <a:gd name="connsiteY77" fmla="*/ 1692 h 13351"/>
                <a:gd name="connsiteX78" fmla="*/ 6031 w 16349"/>
                <a:gd name="connsiteY78" fmla="*/ 1446 h 13351"/>
                <a:gd name="connsiteX79" fmla="*/ 5819 w 16349"/>
                <a:gd name="connsiteY79" fmla="*/ 1768 h 13351"/>
                <a:gd name="connsiteX80" fmla="*/ 5783 w 16349"/>
                <a:gd name="connsiteY80" fmla="*/ 2899 h 13351"/>
                <a:gd name="connsiteX81" fmla="*/ 5479 w 16349"/>
                <a:gd name="connsiteY81" fmla="*/ 3621 h 13351"/>
                <a:gd name="connsiteX82" fmla="*/ 5232 w 16349"/>
                <a:gd name="connsiteY82" fmla="*/ 3826 h 13351"/>
                <a:gd name="connsiteX83" fmla="*/ 4800 w 16349"/>
                <a:gd name="connsiteY83" fmla="*/ 4069 h 13351"/>
                <a:gd name="connsiteX84" fmla="*/ 4433 w 16349"/>
                <a:gd name="connsiteY84" fmla="*/ 4106 h 13351"/>
                <a:gd name="connsiteX85" fmla="*/ 4409 w 16349"/>
                <a:gd name="connsiteY85" fmla="*/ 4070 h 13351"/>
                <a:gd name="connsiteX86" fmla="*/ 4542 w 16349"/>
                <a:gd name="connsiteY86" fmla="*/ 3896 h 13351"/>
                <a:gd name="connsiteX87" fmla="*/ 4395 w 16349"/>
                <a:gd name="connsiteY87" fmla="*/ 4020 h 13351"/>
                <a:gd name="connsiteX88" fmla="*/ 4343 w 16349"/>
                <a:gd name="connsiteY88" fmla="*/ 4102 h 13351"/>
                <a:gd name="connsiteX89" fmla="*/ 4214 w 16349"/>
                <a:gd name="connsiteY89" fmla="*/ 4140 h 13351"/>
                <a:gd name="connsiteX90" fmla="*/ 3282 w 16349"/>
                <a:gd name="connsiteY90" fmla="*/ 4249 h 13351"/>
                <a:gd name="connsiteX91" fmla="*/ 1693 w 16349"/>
                <a:gd name="connsiteY91" fmla="*/ 3955 h 13351"/>
                <a:gd name="connsiteX92" fmla="*/ 1180 w 16349"/>
                <a:gd name="connsiteY92" fmla="*/ 3624 h 13351"/>
                <a:gd name="connsiteX93" fmla="*/ 783 w 16349"/>
                <a:gd name="connsiteY93" fmla="*/ 3143 h 13351"/>
                <a:gd name="connsiteX94" fmla="*/ 570 w 16349"/>
                <a:gd name="connsiteY94" fmla="*/ 2810 h 13351"/>
                <a:gd name="connsiteX95" fmla="*/ 206 w 16349"/>
                <a:gd name="connsiteY95" fmla="*/ 2633 h 13351"/>
                <a:gd name="connsiteX96" fmla="*/ 3 w 16349"/>
                <a:gd name="connsiteY96" fmla="*/ 2961 h 13351"/>
                <a:gd name="connsiteX97" fmla="*/ 329 w 16349"/>
                <a:gd name="connsiteY97" fmla="*/ 3588 h 13351"/>
                <a:gd name="connsiteX98" fmla="*/ 894 w 16349"/>
                <a:gd name="connsiteY98" fmla="*/ 4151 h 13351"/>
                <a:gd name="connsiteX99" fmla="*/ 1282 w 16349"/>
                <a:gd name="connsiteY99" fmla="*/ 4393 h 13351"/>
                <a:gd name="connsiteX100" fmla="*/ 2732 w 16349"/>
                <a:gd name="connsiteY100" fmla="*/ 4851 h 13351"/>
                <a:gd name="connsiteX101" fmla="*/ 2899 w 16349"/>
                <a:gd name="connsiteY101" fmla="*/ 6318 h 13351"/>
                <a:gd name="connsiteX102" fmla="*/ 3057 w 16349"/>
                <a:gd name="connsiteY102" fmla="*/ 7905 h 13351"/>
                <a:gd name="connsiteX103" fmla="*/ 2357 w 16349"/>
                <a:gd name="connsiteY103" fmla="*/ 9077 h 13351"/>
                <a:gd name="connsiteX104" fmla="*/ 2144 w 16349"/>
                <a:gd name="connsiteY104" fmla="*/ 9490 h 13351"/>
                <a:gd name="connsiteX105" fmla="*/ 1743 w 16349"/>
                <a:gd name="connsiteY105" fmla="*/ 10127 h 13351"/>
                <a:gd name="connsiteX106" fmla="*/ 1624 w 16349"/>
                <a:gd name="connsiteY106" fmla="*/ 10303 h 13351"/>
                <a:gd name="connsiteX107" fmla="*/ 1243 w 16349"/>
                <a:gd name="connsiteY107" fmla="*/ 10956 h 13351"/>
                <a:gd name="connsiteX108" fmla="*/ 895 w 16349"/>
                <a:gd name="connsiteY108" fmla="*/ 11561 h 13351"/>
                <a:gd name="connsiteX109" fmla="*/ 658 w 16349"/>
                <a:gd name="connsiteY109" fmla="*/ 12073 h 13351"/>
                <a:gd name="connsiteX110" fmla="*/ 949 w 16349"/>
                <a:gd name="connsiteY110" fmla="*/ 12547 h 13351"/>
                <a:gd name="connsiteX111" fmla="*/ 1503 w 16349"/>
                <a:gd name="connsiteY111" fmla="*/ 12446 h 13351"/>
                <a:gd name="connsiteX112" fmla="*/ 1685 w 16349"/>
                <a:gd name="connsiteY112" fmla="*/ 12139 h 13351"/>
                <a:gd name="connsiteX113" fmla="*/ 2183 w 16349"/>
                <a:gd name="connsiteY113" fmla="*/ 11359 h 13351"/>
                <a:gd name="connsiteX114" fmla="*/ 2499 w 16349"/>
                <a:gd name="connsiteY114" fmla="*/ 10798 h 13351"/>
                <a:gd name="connsiteX115" fmla="*/ 2887 w 16349"/>
                <a:gd name="connsiteY115" fmla="*/ 10159 h 13351"/>
                <a:gd name="connsiteX116" fmla="*/ 3563 w 16349"/>
                <a:gd name="connsiteY116" fmla="*/ 9000 h 13351"/>
                <a:gd name="connsiteX117" fmla="*/ 3947 w 16349"/>
                <a:gd name="connsiteY117" fmla="*/ 8368 h 13351"/>
                <a:gd name="connsiteX118" fmla="*/ 4271 w 16349"/>
                <a:gd name="connsiteY118" fmla="*/ 8269 h 13351"/>
                <a:gd name="connsiteX119" fmla="*/ 4648 w 16349"/>
                <a:gd name="connsiteY119" fmla="*/ 11527 h 13351"/>
                <a:gd name="connsiteX120" fmla="*/ 4413 w 16349"/>
                <a:gd name="connsiteY120" fmla="*/ 12000 h 13351"/>
                <a:gd name="connsiteX121" fmla="*/ 4590 w 16349"/>
                <a:gd name="connsiteY121" fmla="*/ 12423 h 13351"/>
                <a:gd name="connsiteX122" fmla="*/ 4641 w 16349"/>
                <a:gd name="connsiteY122" fmla="*/ 12515 h 13351"/>
                <a:gd name="connsiteX123" fmla="*/ 4769 w 16349"/>
                <a:gd name="connsiteY123" fmla="*/ 12551 h 13351"/>
                <a:gd name="connsiteX124" fmla="*/ 4917 w 16349"/>
                <a:gd name="connsiteY124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7933 w 16349"/>
                <a:gd name="connsiteY5" fmla="*/ 10694 h 13351"/>
                <a:gd name="connsiteX6" fmla="*/ 6689 w 16349"/>
                <a:gd name="connsiteY6" fmla="*/ 11950 h 13351"/>
                <a:gd name="connsiteX7" fmla="*/ 6398 w 16349"/>
                <a:gd name="connsiteY7" fmla="*/ 12252 h 13351"/>
                <a:gd name="connsiteX8" fmla="*/ 6979 w 16349"/>
                <a:gd name="connsiteY8" fmla="*/ 12127 h 13351"/>
                <a:gd name="connsiteX9" fmla="*/ 8517 w 16349"/>
                <a:gd name="connsiteY9" fmla="*/ 11708 h 13351"/>
                <a:gd name="connsiteX10" fmla="*/ 9325 w 16349"/>
                <a:gd name="connsiteY10" fmla="*/ 11518 h 13351"/>
                <a:gd name="connsiteX11" fmla="*/ 9328 w 16349"/>
                <a:gd name="connsiteY11" fmla="*/ 11496 h 13351"/>
                <a:gd name="connsiteX12" fmla="*/ 9884 w 16349"/>
                <a:gd name="connsiteY12" fmla="*/ 11374 h 13351"/>
                <a:gd name="connsiteX13" fmla="*/ 10029 w 16349"/>
                <a:gd name="connsiteY13" fmla="*/ 10850 h 13351"/>
                <a:gd name="connsiteX14" fmla="*/ 10201 w 16349"/>
                <a:gd name="connsiteY14" fmla="*/ 10531 h 13351"/>
                <a:gd name="connsiteX15" fmla="*/ 10697 w 16349"/>
                <a:gd name="connsiteY15" fmla="*/ 10157 h 13351"/>
                <a:gd name="connsiteX16" fmla="*/ 10744 w 16349"/>
                <a:gd name="connsiteY16" fmla="*/ 10120 h 13351"/>
                <a:gd name="connsiteX17" fmla="*/ 12074 w 16349"/>
                <a:gd name="connsiteY17" fmla="*/ 10153 h 13351"/>
                <a:gd name="connsiteX18" fmla="*/ 12866 w 16349"/>
                <a:gd name="connsiteY18" fmla="*/ 11463 h 13351"/>
                <a:gd name="connsiteX19" fmla="*/ 13276 w 16349"/>
                <a:gd name="connsiteY19" fmla="*/ 11315 h 13351"/>
                <a:gd name="connsiteX20" fmla="*/ 14022 w 16349"/>
                <a:gd name="connsiteY20" fmla="*/ 10822 h 13351"/>
                <a:gd name="connsiteX21" fmla="*/ 14441 w 16349"/>
                <a:gd name="connsiteY21" fmla="*/ 10432 h 13351"/>
                <a:gd name="connsiteX22" fmla="*/ 15300 w 16349"/>
                <a:gd name="connsiteY22" fmla="*/ 9417 h 13351"/>
                <a:gd name="connsiteX23" fmla="*/ 15543 w 16349"/>
                <a:gd name="connsiteY23" fmla="*/ 8947 h 13351"/>
                <a:gd name="connsiteX24" fmla="*/ 15897 w 16349"/>
                <a:gd name="connsiteY24" fmla="*/ 8223 h 13351"/>
                <a:gd name="connsiteX25" fmla="*/ 16088 w 16349"/>
                <a:gd name="connsiteY25" fmla="*/ 7558 h 13351"/>
                <a:gd name="connsiteX26" fmla="*/ 16349 w 16349"/>
                <a:gd name="connsiteY26" fmla="*/ 5866 h 13351"/>
                <a:gd name="connsiteX27" fmla="*/ 16041 w 16349"/>
                <a:gd name="connsiteY27" fmla="*/ 5404 h 13351"/>
                <a:gd name="connsiteX28" fmla="*/ 15494 w 16349"/>
                <a:gd name="connsiteY28" fmla="*/ 5379 h 13351"/>
                <a:gd name="connsiteX29" fmla="*/ 15261 w 16349"/>
                <a:gd name="connsiteY29" fmla="*/ 5605 h 13351"/>
                <a:gd name="connsiteX30" fmla="*/ 15164 w 16349"/>
                <a:gd name="connsiteY30" fmla="*/ 6006 h 13351"/>
                <a:gd name="connsiteX31" fmla="*/ 14882 w 16349"/>
                <a:gd name="connsiteY31" fmla="*/ 7480 h 13351"/>
                <a:gd name="connsiteX32" fmla="*/ 14674 w 16349"/>
                <a:gd name="connsiteY32" fmla="*/ 6849 h 13351"/>
                <a:gd name="connsiteX33" fmla="*/ 14073 w 16349"/>
                <a:gd name="connsiteY33" fmla="*/ 5785 h 13351"/>
                <a:gd name="connsiteX34" fmla="*/ 14078 w 16349"/>
                <a:gd name="connsiteY34" fmla="*/ 5622 h 13351"/>
                <a:gd name="connsiteX35" fmla="*/ 14349 w 16349"/>
                <a:gd name="connsiteY35" fmla="*/ 5010 h 13351"/>
                <a:gd name="connsiteX36" fmla="*/ 14620 w 16349"/>
                <a:gd name="connsiteY36" fmla="*/ 4241 h 13351"/>
                <a:gd name="connsiteX37" fmla="*/ 14722 w 16349"/>
                <a:gd name="connsiteY37" fmla="*/ 3742 h 13351"/>
                <a:gd name="connsiteX38" fmla="*/ 14878 w 16349"/>
                <a:gd name="connsiteY38" fmla="*/ 3071 h 13351"/>
                <a:gd name="connsiteX39" fmla="*/ 15074 w 16349"/>
                <a:gd name="connsiteY39" fmla="*/ 2221 h 13351"/>
                <a:gd name="connsiteX40" fmla="*/ 15229 w 16349"/>
                <a:gd name="connsiteY40" fmla="*/ 1270 h 13351"/>
                <a:gd name="connsiteX41" fmla="*/ 15097 w 16349"/>
                <a:gd name="connsiteY41" fmla="*/ 427 h 13351"/>
                <a:gd name="connsiteX42" fmla="*/ 14410 w 16349"/>
                <a:gd name="connsiteY42" fmla="*/ 12 h 13351"/>
                <a:gd name="connsiteX43" fmla="*/ 13561 w 16349"/>
                <a:gd name="connsiteY43" fmla="*/ 314 h 13351"/>
                <a:gd name="connsiteX44" fmla="*/ 13405 w 16349"/>
                <a:gd name="connsiteY44" fmla="*/ 497 h 13351"/>
                <a:gd name="connsiteX45" fmla="*/ 13195 w 16349"/>
                <a:gd name="connsiteY45" fmla="*/ 1553 h 13351"/>
                <a:gd name="connsiteX46" fmla="*/ 12989 w 16349"/>
                <a:gd name="connsiteY46" fmla="*/ 2546 h 13351"/>
                <a:gd name="connsiteX47" fmla="*/ 12739 w 16349"/>
                <a:gd name="connsiteY47" fmla="*/ 3607 h 13351"/>
                <a:gd name="connsiteX48" fmla="*/ 12426 w 16349"/>
                <a:gd name="connsiteY48" fmla="*/ 4513 h 13351"/>
                <a:gd name="connsiteX49" fmla="*/ 11596 w 16349"/>
                <a:gd name="connsiteY49" fmla="*/ 4504 h 13351"/>
                <a:gd name="connsiteX50" fmla="*/ 11496 w 16349"/>
                <a:gd name="connsiteY50" fmla="*/ 4267 h 13351"/>
                <a:gd name="connsiteX51" fmla="*/ 11321 w 16349"/>
                <a:gd name="connsiteY51" fmla="*/ 3638 h 13351"/>
                <a:gd name="connsiteX52" fmla="*/ 10810 w 16349"/>
                <a:gd name="connsiteY52" fmla="*/ 1418 h 13351"/>
                <a:gd name="connsiteX53" fmla="*/ 10596 w 16349"/>
                <a:gd name="connsiteY53" fmla="*/ 448 h 13351"/>
                <a:gd name="connsiteX54" fmla="*/ 10051 w 16349"/>
                <a:gd name="connsiteY54" fmla="*/ 46 h 13351"/>
                <a:gd name="connsiteX55" fmla="*/ 9111 w 16349"/>
                <a:gd name="connsiteY55" fmla="*/ 259 h 13351"/>
                <a:gd name="connsiteX56" fmla="*/ 8884 w 16349"/>
                <a:gd name="connsiteY56" fmla="*/ 498 h 13351"/>
                <a:gd name="connsiteX57" fmla="*/ 8784 w 16349"/>
                <a:gd name="connsiteY57" fmla="*/ 1027 h 13351"/>
                <a:gd name="connsiteX58" fmla="*/ 9022 w 16349"/>
                <a:gd name="connsiteY58" fmla="*/ 2543 h 13351"/>
                <a:gd name="connsiteX59" fmla="*/ 9219 w 16349"/>
                <a:gd name="connsiteY59" fmla="*/ 3426 h 13351"/>
                <a:gd name="connsiteX60" fmla="*/ 9502 w 16349"/>
                <a:gd name="connsiteY60" fmla="*/ 4521 h 13351"/>
                <a:gd name="connsiteX61" fmla="*/ 9922 w 16349"/>
                <a:gd name="connsiteY61" fmla="*/ 5576 h 13351"/>
                <a:gd name="connsiteX62" fmla="*/ 9243 w 16349"/>
                <a:gd name="connsiteY62" fmla="*/ 6746 h 13351"/>
                <a:gd name="connsiteX63" fmla="*/ 9244 w 16349"/>
                <a:gd name="connsiteY63" fmla="*/ 9378 h 13351"/>
                <a:gd name="connsiteX64" fmla="*/ 9453 w 16349"/>
                <a:gd name="connsiteY64" fmla="*/ 9780 h 13351"/>
                <a:gd name="connsiteX65" fmla="*/ 9717 w 16349"/>
                <a:gd name="connsiteY65" fmla="*/ 10178 h 13351"/>
                <a:gd name="connsiteX66" fmla="*/ 8249 w 16349"/>
                <a:gd name="connsiteY66" fmla="*/ 10559 h 13351"/>
                <a:gd name="connsiteX67" fmla="*/ 7406 w 16349"/>
                <a:gd name="connsiteY67" fmla="*/ 10794 h 13351"/>
                <a:gd name="connsiteX68" fmla="*/ 6786 w 16349"/>
                <a:gd name="connsiteY68" fmla="*/ 10928 h 13351"/>
                <a:gd name="connsiteX69" fmla="*/ 5594 w 16349"/>
                <a:gd name="connsiteY69" fmla="*/ 11250 h 13351"/>
                <a:gd name="connsiteX70" fmla="*/ 5499 w 16349"/>
                <a:gd name="connsiteY70" fmla="*/ 10165 h 13351"/>
                <a:gd name="connsiteX71" fmla="*/ 4970 w 16349"/>
                <a:gd name="connsiteY71" fmla="*/ 5651 h 13351"/>
                <a:gd name="connsiteX72" fmla="*/ 4877 w 16349"/>
                <a:gd name="connsiteY72" fmla="*/ 4643 h 13351"/>
                <a:gd name="connsiteX73" fmla="*/ 5550 w 16349"/>
                <a:gd name="connsiteY73" fmla="*/ 4324 h 13351"/>
                <a:gd name="connsiteX74" fmla="*/ 6166 w 16349"/>
                <a:gd name="connsiteY74" fmla="*/ 3634 h 13351"/>
                <a:gd name="connsiteX75" fmla="*/ 6398 w 16349"/>
                <a:gd name="connsiteY75" fmla="*/ 2831 h 13351"/>
                <a:gd name="connsiteX76" fmla="*/ 6403 w 16349"/>
                <a:gd name="connsiteY76" fmla="*/ 1692 h 13351"/>
                <a:gd name="connsiteX77" fmla="*/ 6031 w 16349"/>
                <a:gd name="connsiteY77" fmla="*/ 1446 h 13351"/>
                <a:gd name="connsiteX78" fmla="*/ 5819 w 16349"/>
                <a:gd name="connsiteY78" fmla="*/ 1768 h 13351"/>
                <a:gd name="connsiteX79" fmla="*/ 5783 w 16349"/>
                <a:gd name="connsiteY79" fmla="*/ 2899 h 13351"/>
                <a:gd name="connsiteX80" fmla="*/ 5479 w 16349"/>
                <a:gd name="connsiteY80" fmla="*/ 3621 h 13351"/>
                <a:gd name="connsiteX81" fmla="*/ 5232 w 16349"/>
                <a:gd name="connsiteY81" fmla="*/ 3826 h 13351"/>
                <a:gd name="connsiteX82" fmla="*/ 4800 w 16349"/>
                <a:gd name="connsiteY82" fmla="*/ 4069 h 13351"/>
                <a:gd name="connsiteX83" fmla="*/ 4433 w 16349"/>
                <a:gd name="connsiteY83" fmla="*/ 4106 h 13351"/>
                <a:gd name="connsiteX84" fmla="*/ 4409 w 16349"/>
                <a:gd name="connsiteY84" fmla="*/ 4070 h 13351"/>
                <a:gd name="connsiteX85" fmla="*/ 4542 w 16349"/>
                <a:gd name="connsiteY85" fmla="*/ 3896 h 13351"/>
                <a:gd name="connsiteX86" fmla="*/ 4395 w 16349"/>
                <a:gd name="connsiteY86" fmla="*/ 4020 h 13351"/>
                <a:gd name="connsiteX87" fmla="*/ 4343 w 16349"/>
                <a:gd name="connsiteY87" fmla="*/ 4102 h 13351"/>
                <a:gd name="connsiteX88" fmla="*/ 4214 w 16349"/>
                <a:gd name="connsiteY88" fmla="*/ 4140 h 13351"/>
                <a:gd name="connsiteX89" fmla="*/ 3282 w 16349"/>
                <a:gd name="connsiteY89" fmla="*/ 4249 h 13351"/>
                <a:gd name="connsiteX90" fmla="*/ 1693 w 16349"/>
                <a:gd name="connsiteY90" fmla="*/ 3955 h 13351"/>
                <a:gd name="connsiteX91" fmla="*/ 1180 w 16349"/>
                <a:gd name="connsiteY91" fmla="*/ 3624 h 13351"/>
                <a:gd name="connsiteX92" fmla="*/ 783 w 16349"/>
                <a:gd name="connsiteY92" fmla="*/ 3143 h 13351"/>
                <a:gd name="connsiteX93" fmla="*/ 570 w 16349"/>
                <a:gd name="connsiteY93" fmla="*/ 2810 h 13351"/>
                <a:gd name="connsiteX94" fmla="*/ 206 w 16349"/>
                <a:gd name="connsiteY94" fmla="*/ 2633 h 13351"/>
                <a:gd name="connsiteX95" fmla="*/ 3 w 16349"/>
                <a:gd name="connsiteY95" fmla="*/ 2961 h 13351"/>
                <a:gd name="connsiteX96" fmla="*/ 329 w 16349"/>
                <a:gd name="connsiteY96" fmla="*/ 3588 h 13351"/>
                <a:gd name="connsiteX97" fmla="*/ 894 w 16349"/>
                <a:gd name="connsiteY97" fmla="*/ 4151 h 13351"/>
                <a:gd name="connsiteX98" fmla="*/ 1282 w 16349"/>
                <a:gd name="connsiteY98" fmla="*/ 4393 h 13351"/>
                <a:gd name="connsiteX99" fmla="*/ 2732 w 16349"/>
                <a:gd name="connsiteY99" fmla="*/ 4851 h 13351"/>
                <a:gd name="connsiteX100" fmla="*/ 2899 w 16349"/>
                <a:gd name="connsiteY100" fmla="*/ 6318 h 13351"/>
                <a:gd name="connsiteX101" fmla="*/ 3057 w 16349"/>
                <a:gd name="connsiteY101" fmla="*/ 7905 h 13351"/>
                <a:gd name="connsiteX102" fmla="*/ 2357 w 16349"/>
                <a:gd name="connsiteY102" fmla="*/ 9077 h 13351"/>
                <a:gd name="connsiteX103" fmla="*/ 2144 w 16349"/>
                <a:gd name="connsiteY103" fmla="*/ 9490 h 13351"/>
                <a:gd name="connsiteX104" fmla="*/ 1743 w 16349"/>
                <a:gd name="connsiteY104" fmla="*/ 10127 h 13351"/>
                <a:gd name="connsiteX105" fmla="*/ 1624 w 16349"/>
                <a:gd name="connsiteY105" fmla="*/ 10303 h 13351"/>
                <a:gd name="connsiteX106" fmla="*/ 1243 w 16349"/>
                <a:gd name="connsiteY106" fmla="*/ 10956 h 13351"/>
                <a:gd name="connsiteX107" fmla="*/ 895 w 16349"/>
                <a:gd name="connsiteY107" fmla="*/ 11561 h 13351"/>
                <a:gd name="connsiteX108" fmla="*/ 658 w 16349"/>
                <a:gd name="connsiteY108" fmla="*/ 12073 h 13351"/>
                <a:gd name="connsiteX109" fmla="*/ 949 w 16349"/>
                <a:gd name="connsiteY109" fmla="*/ 12547 h 13351"/>
                <a:gd name="connsiteX110" fmla="*/ 1503 w 16349"/>
                <a:gd name="connsiteY110" fmla="*/ 12446 h 13351"/>
                <a:gd name="connsiteX111" fmla="*/ 1685 w 16349"/>
                <a:gd name="connsiteY111" fmla="*/ 12139 h 13351"/>
                <a:gd name="connsiteX112" fmla="*/ 2183 w 16349"/>
                <a:gd name="connsiteY112" fmla="*/ 11359 h 13351"/>
                <a:gd name="connsiteX113" fmla="*/ 2499 w 16349"/>
                <a:gd name="connsiteY113" fmla="*/ 10798 h 13351"/>
                <a:gd name="connsiteX114" fmla="*/ 2887 w 16349"/>
                <a:gd name="connsiteY114" fmla="*/ 10159 h 13351"/>
                <a:gd name="connsiteX115" fmla="*/ 3563 w 16349"/>
                <a:gd name="connsiteY115" fmla="*/ 9000 h 13351"/>
                <a:gd name="connsiteX116" fmla="*/ 3947 w 16349"/>
                <a:gd name="connsiteY116" fmla="*/ 8368 h 13351"/>
                <a:gd name="connsiteX117" fmla="*/ 4271 w 16349"/>
                <a:gd name="connsiteY117" fmla="*/ 8269 h 13351"/>
                <a:gd name="connsiteX118" fmla="*/ 4648 w 16349"/>
                <a:gd name="connsiteY118" fmla="*/ 11527 h 13351"/>
                <a:gd name="connsiteX119" fmla="*/ 4413 w 16349"/>
                <a:gd name="connsiteY119" fmla="*/ 12000 h 13351"/>
                <a:gd name="connsiteX120" fmla="*/ 4590 w 16349"/>
                <a:gd name="connsiteY120" fmla="*/ 12423 h 13351"/>
                <a:gd name="connsiteX121" fmla="*/ 4641 w 16349"/>
                <a:gd name="connsiteY121" fmla="*/ 12515 h 13351"/>
                <a:gd name="connsiteX122" fmla="*/ 4769 w 16349"/>
                <a:gd name="connsiteY122" fmla="*/ 12551 h 13351"/>
                <a:gd name="connsiteX123" fmla="*/ 4917 w 16349"/>
                <a:gd name="connsiteY123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7933 w 16349"/>
                <a:gd name="connsiteY5" fmla="*/ 10694 h 13351"/>
                <a:gd name="connsiteX6" fmla="*/ 6398 w 16349"/>
                <a:gd name="connsiteY6" fmla="*/ 12252 h 13351"/>
                <a:gd name="connsiteX7" fmla="*/ 6979 w 16349"/>
                <a:gd name="connsiteY7" fmla="*/ 12127 h 13351"/>
                <a:gd name="connsiteX8" fmla="*/ 8517 w 16349"/>
                <a:gd name="connsiteY8" fmla="*/ 11708 h 13351"/>
                <a:gd name="connsiteX9" fmla="*/ 9325 w 16349"/>
                <a:gd name="connsiteY9" fmla="*/ 11518 h 13351"/>
                <a:gd name="connsiteX10" fmla="*/ 9328 w 16349"/>
                <a:gd name="connsiteY10" fmla="*/ 11496 h 13351"/>
                <a:gd name="connsiteX11" fmla="*/ 9884 w 16349"/>
                <a:gd name="connsiteY11" fmla="*/ 11374 h 13351"/>
                <a:gd name="connsiteX12" fmla="*/ 10029 w 16349"/>
                <a:gd name="connsiteY12" fmla="*/ 10850 h 13351"/>
                <a:gd name="connsiteX13" fmla="*/ 10201 w 16349"/>
                <a:gd name="connsiteY13" fmla="*/ 10531 h 13351"/>
                <a:gd name="connsiteX14" fmla="*/ 10697 w 16349"/>
                <a:gd name="connsiteY14" fmla="*/ 10157 h 13351"/>
                <a:gd name="connsiteX15" fmla="*/ 10744 w 16349"/>
                <a:gd name="connsiteY15" fmla="*/ 10120 h 13351"/>
                <a:gd name="connsiteX16" fmla="*/ 12074 w 16349"/>
                <a:gd name="connsiteY16" fmla="*/ 10153 h 13351"/>
                <a:gd name="connsiteX17" fmla="*/ 12866 w 16349"/>
                <a:gd name="connsiteY17" fmla="*/ 11463 h 13351"/>
                <a:gd name="connsiteX18" fmla="*/ 13276 w 16349"/>
                <a:gd name="connsiteY18" fmla="*/ 11315 h 13351"/>
                <a:gd name="connsiteX19" fmla="*/ 14022 w 16349"/>
                <a:gd name="connsiteY19" fmla="*/ 10822 h 13351"/>
                <a:gd name="connsiteX20" fmla="*/ 14441 w 16349"/>
                <a:gd name="connsiteY20" fmla="*/ 10432 h 13351"/>
                <a:gd name="connsiteX21" fmla="*/ 15300 w 16349"/>
                <a:gd name="connsiteY21" fmla="*/ 9417 h 13351"/>
                <a:gd name="connsiteX22" fmla="*/ 15543 w 16349"/>
                <a:gd name="connsiteY22" fmla="*/ 8947 h 13351"/>
                <a:gd name="connsiteX23" fmla="*/ 15897 w 16349"/>
                <a:gd name="connsiteY23" fmla="*/ 8223 h 13351"/>
                <a:gd name="connsiteX24" fmla="*/ 16088 w 16349"/>
                <a:gd name="connsiteY24" fmla="*/ 7558 h 13351"/>
                <a:gd name="connsiteX25" fmla="*/ 16349 w 16349"/>
                <a:gd name="connsiteY25" fmla="*/ 5866 h 13351"/>
                <a:gd name="connsiteX26" fmla="*/ 16041 w 16349"/>
                <a:gd name="connsiteY26" fmla="*/ 5404 h 13351"/>
                <a:gd name="connsiteX27" fmla="*/ 15494 w 16349"/>
                <a:gd name="connsiteY27" fmla="*/ 5379 h 13351"/>
                <a:gd name="connsiteX28" fmla="*/ 15261 w 16349"/>
                <a:gd name="connsiteY28" fmla="*/ 5605 h 13351"/>
                <a:gd name="connsiteX29" fmla="*/ 15164 w 16349"/>
                <a:gd name="connsiteY29" fmla="*/ 6006 h 13351"/>
                <a:gd name="connsiteX30" fmla="*/ 14882 w 16349"/>
                <a:gd name="connsiteY30" fmla="*/ 7480 h 13351"/>
                <a:gd name="connsiteX31" fmla="*/ 14674 w 16349"/>
                <a:gd name="connsiteY31" fmla="*/ 6849 h 13351"/>
                <a:gd name="connsiteX32" fmla="*/ 14073 w 16349"/>
                <a:gd name="connsiteY32" fmla="*/ 5785 h 13351"/>
                <a:gd name="connsiteX33" fmla="*/ 14078 w 16349"/>
                <a:gd name="connsiteY33" fmla="*/ 5622 h 13351"/>
                <a:gd name="connsiteX34" fmla="*/ 14349 w 16349"/>
                <a:gd name="connsiteY34" fmla="*/ 5010 h 13351"/>
                <a:gd name="connsiteX35" fmla="*/ 14620 w 16349"/>
                <a:gd name="connsiteY35" fmla="*/ 4241 h 13351"/>
                <a:gd name="connsiteX36" fmla="*/ 14722 w 16349"/>
                <a:gd name="connsiteY36" fmla="*/ 3742 h 13351"/>
                <a:gd name="connsiteX37" fmla="*/ 14878 w 16349"/>
                <a:gd name="connsiteY37" fmla="*/ 3071 h 13351"/>
                <a:gd name="connsiteX38" fmla="*/ 15074 w 16349"/>
                <a:gd name="connsiteY38" fmla="*/ 2221 h 13351"/>
                <a:gd name="connsiteX39" fmla="*/ 15229 w 16349"/>
                <a:gd name="connsiteY39" fmla="*/ 1270 h 13351"/>
                <a:gd name="connsiteX40" fmla="*/ 15097 w 16349"/>
                <a:gd name="connsiteY40" fmla="*/ 427 h 13351"/>
                <a:gd name="connsiteX41" fmla="*/ 14410 w 16349"/>
                <a:gd name="connsiteY41" fmla="*/ 12 h 13351"/>
                <a:gd name="connsiteX42" fmla="*/ 13561 w 16349"/>
                <a:gd name="connsiteY42" fmla="*/ 314 h 13351"/>
                <a:gd name="connsiteX43" fmla="*/ 13405 w 16349"/>
                <a:gd name="connsiteY43" fmla="*/ 497 h 13351"/>
                <a:gd name="connsiteX44" fmla="*/ 13195 w 16349"/>
                <a:gd name="connsiteY44" fmla="*/ 1553 h 13351"/>
                <a:gd name="connsiteX45" fmla="*/ 12989 w 16349"/>
                <a:gd name="connsiteY45" fmla="*/ 2546 h 13351"/>
                <a:gd name="connsiteX46" fmla="*/ 12739 w 16349"/>
                <a:gd name="connsiteY46" fmla="*/ 3607 h 13351"/>
                <a:gd name="connsiteX47" fmla="*/ 12426 w 16349"/>
                <a:gd name="connsiteY47" fmla="*/ 4513 h 13351"/>
                <a:gd name="connsiteX48" fmla="*/ 11596 w 16349"/>
                <a:gd name="connsiteY48" fmla="*/ 4504 h 13351"/>
                <a:gd name="connsiteX49" fmla="*/ 11496 w 16349"/>
                <a:gd name="connsiteY49" fmla="*/ 4267 h 13351"/>
                <a:gd name="connsiteX50" fmla="*/ 11321 w 16349"/>
                <a:gd name="connsiteY50" fmla="*/ 3638 h 13351"/>
                <a:gd name="connsiteX51" fmla="*/ 10810 w 16349"/>
                <a:gd name="connsiteY51" fmla="*/ 1418 h 13351"/>
                <a:gd name="connsiteX52" fmla="*/ 10596 w 16349"/>
                <a:gd name="connsiteY52" fmla="*/ 448 h 13351"/>
                <a:gd name="connsiteX53" fmla="*/ 10051 w 16349"/>
                <a:gd name="connsiteY53" fmla="*/ 46 h 13351"/>
                <a:gd name="connsiteX54" fmla="*/ 9111 w 16349"/>
                <a:gd name="connsiteY54" fmla="*/ 259 h 13351"/>
                <a:gd name="connsiteX55" fmla="*/ 8884 w 16349"/>
                <a:gd name="connsiteY55" fmla="*/ 498 h 13351"/>
                <a:gd name="connsiteX56" fmla="*/ 8784 w 16349"/>
                <a:gd name="connsiteY56" fmla="*/ 1027 h 13351"/>
                <a:gd name="connsiteX57" fmla="*/ 9022 w 16349"/>
                <a:gd name="connsiteY57" fmla="*/ 2543 h 13351"/>
                <a:gd name="connsiteX58" fmla="*/ 9219 w 16349"/>
                <a:gd name="connsiteY58" fmla="*/ 3426 h 13351"/>
                <a:gd name="connsiteX59" fmla="*/ 9502 w 16349"/>
                <a:gd name="connsiteY59" fmla="*/ 4521 h 13351"/>
                <a:gd name="connsiteX60" fmla="*/ 9922 w 16349"/>
                <a:gd name="connsiteY60" fmla="*/ 5576 h 13351"/>
                <a:gd name="connsiteX61" fmla="*/ 9243 w 16349"/>
                <a:gd name="connsiteY61" fmla="*/ 6746 h 13351"/>
                <a:gd name="connsiteX62" fmla="*/ 9244 w 16349"/>
                <a:gd name="connsiteY62" fmla="*/ 9378 h 13351"/>
                <a:gd name="connsiteX63" fmla="*/ 9453 w 16349"/>
                <a:gd name="connsiteY63" fmla="*/ 9780 h 13351"/>
                <a:gd name="connsiteX64" fmla="*/ 9717 w 16349"/>
                <a:gd name="connsiteY64" fmla="*/ 10178 h 13351"/>
                <a:gd name="connsiteX65" fmla="*/ 8249 w 16349"/>
                <a:gd name="connsiteY65" fmla="*/ 10559 h 13351"/>
                <a:gd name="connsiteX66" fmla="*/ 7406 w 16349"/>
                <a:gd name="connsiteY66" fmla="*/ 10794 h 13351"/>
                <a:gd name="connsiteX67" fmla="*/ 6786 w 16349"/>
                <a:gd name="connsiteY67" fmla="*/ 10928 h 13351"/>
                <a:gd name="connsiteX68" fmla="*/ 5594 w 16349"/>
                <a:gd name="connsiteY68" fmla="*/ 11250 h 13351"/>
                <a:gd name="connsiteX69" fmla="*/ 5499 w 16349"/>
                <a:gd name="connsiteY69" fmla="*/ 10165 h 13351"/>
                <a:gd name="connsiteX70" fmla="*/ 4970 w 16349"/>
                <a:gd name="connsiteY70" fmla="*/ 5651 h 13351"/>
                <a:gd name="connsiteX71" fmla="*/ 4877 w 16349"/>
                <a:gd name="connsiteY71" fmla="*/ 4643 h 13351"/>
                <a:gd name="connsiteX72" fmla="*/ 5550 w 16349"/>
                <a:gd name="connsiteY72" fmla="*/ 4324 h 13351"/>
                <a:gd name="connsiteX73" fmla="*/ 6166 w 16349"/>
                <a:gd name="connsiteY73" fmla="*/ 3634 h 13351"/>
                <a:gd name="connsiteX74" fmla="*/ 6398 w 16349"/>
                <a:gd name="connsiteY74" fmla="*/ 2831 h 13351"/>
                <a:gd name="connsiteX75" fmla="*/ 6403 w 16349"/>
                <a:gd name="connsiteY75" fmla="*/ 1692 h 13351"/>
                <a:gd name="connsiteX76" fmla="*/ 6031 w 16349"/>
                <a:gd name="connsiteY76" fmla="*/ 1446 h 13351"/>
                <a:gd name="connsiteX77" fmla="*/ 5819 w 16349"/>
                <a:gd name="connsiteY77" fmla="*/ 1768 h 13351"/>
                <a:gd name="connsiteX78" fmla="*/ 5783 w 16349"/>
                <a:gd name="connsiteY78" fmla="*/ 2899 h 13351"/>
                <a:gd name="connsiteX79" fmla="*/ 5479 w 16349"/>
                <a:gd name="connsiteY79" fmla="*/ 3621 h 13351"/>
                <a:gd name="connsiteX80" fmla="*/ 5232 w 16349"/>
                <a:gd name="connsiteY80" fmla="*/ 3826 h 13351"/>
                <a:gd name="connsiteX81" fmla="*/ 4800 w 16349"/>
                <a:gd name="connsiteY81" fmla="*/ 4069 h 13351"/>
                <a:gd name="connsiteX82" fmla="*/ 4433 w 16349"/>
                <a:gd name="connsiteY82" fmla="*/ 4106 h 13351"/>
                <a:gd name="connsiteX83" fmla="*/ 4409 w 16349"/>
                <a:gd name="connsiteY83" fmla="*/ 4070 h 13351"/>
                <a:gd name="connsiteX84" fmla="*/ 4542 w 16349"/>
                <a:gd name="connsiteY84" fmla="*/ 3896 h 13351"/>
                <a:gd name="connsiteX85" fmla="*/ 4395 w 16349"/>
                <a:gd name="connsiteY85" fmla="*/ 4020 h 13351"/>
                <a:gd name="connsiteX86" fmla="*/ 4343 w 16349"/>
                <a:gd name="connsiteY86" fmla="*/ 4102 h 13351"/>
                <a:gd name="connsiteX87" fmla="*/ 4214 w 16349"/>
                <a:gd name="connsiteY87" fmla="*/ 4140 h 13351"/>
                <a:gd name="connsiteX88" fmla="*/ 3282 w 16349"/>
                <a:gd name="connsiteY88" fmla="*/ 4249 h 13351"/>
                <a:gd name="connsiteX89" fmla="*/ 1693 w 16349"/>
                <a:gd name="connsiteY89" fmla="*/ 3955 h 13351"/>
                <a:gd name="connsiteX90" fmla="*/ 1180 w 16349"/>
                <a:gd name="connsiteY90" fmla="*/ 3624 h 13351"/>
                <a:gd name="connsiteX91" fmla="*/ 783 w 16349"/>
                <a:gd name="connsiteY91" fmla="*/ 3143 h 13351"/>
                <a:gd name="connsiteX92" fmla="*/ 570 w 16349"/>
                <a:gd name="connsiteY92" fmla="*/ 2810 h 13351"/>
                <a:gd name="connsiteX93" fmla="*/ 206 w 16349"/>
                <a:gd name="connsiteY93" fmla="*/ 2633 h 13351"/>
                <a:gd name="connsiteX94" fmla="*/ 3 w 16349"/>
                <a:gd name="connsiteY94" fmla="*/ 2961 h 13351"/>
                <a:gd name="connsiteX95" fmla="*/ 329 w 16349"/>
                <a:gd name="connsiteY95" fmla="*/ 3588 h 13351"/>
                <a:gd name="connsiteX96" fmla="*/ 894 w 16349"/>
                <a:gd name="connsiteY96" fmla="*/ 4151 h 13351"/>
                <a:gd name="connsiteX97" fmla="*/ 1282 w 16349"/>
                <a:gd name="connsiteY97" fmla="*/ 4393 h 13351"/>
                <a:gd name="connsiteX98" fmla="*/ 2732 w 16349"/>
                <a:gd name="connsiteY98" fmla="*/ 4851 h 13351"/>
                <a:gd name="connsiteX99" fmla="*/ 2899 w 16349"/>
                <a:gd name="connsiteY99" fmla="*/ 6318 h 13351"/>
                <a:gd name="connsiteX100" fmla="*/ 3057 w 16349"/>
                <a:gd name="connsiteY100" fmla="*/ 7905 h 13351"/>
                <a:gd name="connsiteX101" fmla="*/ 2357 w 16349"/>
                <a:gd name="connsiteY101" fmla="*/ 9077 h 13351"/>
                <a:gd name="connsiteX102" fmla="*/ 2144 w 16349"/>
                <a:gd name="connsiteY102" fmla="*/ 9490 h 13351"/>
                <a:gd name="connsiteX103" fmla="*/ 1743 w 16349"/>
                <a:gd name="connsiteY103" fmla="*/ 10127 h 13351"/>
                <a:gd name="connsiteX104" fmla="*/ 1624 w 16349"/>
                <a:gd name="connsiteY104" fmla="*/ 10303 h 13351"/>
                <a:gd name="connsiteX105" fmla="*/ 1243 w 16349"/>
                <a:gd name="connsiteY105" fmla="*/ 10956 h 13351"/>
                <a:gd name="connsiteX106" fmla="*/ 895 w 16349"/>
                <a:gd name="connsiteY106" fmla="*/ 11561 h 13351"/>
                <a:gd name="connsiteX107" fmla="*/ 658 w 16349"/>
                <a:gd name="connsiteY107" fmla="*/ 12073 h 13351"/>
                <a:gd name="connsiteX108" fmla="*/ 949 w 16349"/>
                <a:gd name="connsiteY108" fmla="*/ 12547 h 13351"/>
                <a:gd name="connsiteX109" fmla="*/ 1503 w 16349"/>
                <a:gd name="connsiteY109" fmla="*/ 12446 h 13351"/>
                <a:gd name="connsiteX110" fmla="*/ 1685 w 16349"/>
                <a:gd name="connsiteY110" fmla="*/ 12139 h 13351"/>
                <a:gd name="connsiteX111" fmla="*/ 2183 w 16349"/>
                <a:gd name="connsiteY111" fmla="*/ 11359 h 13351"/>
                <a:gd name="connsiteX112" fmla="*/ 2499 w 16349"/>
                <a:gd name="connsiteY112" fmla="*/ 10798 h 13351"/>
                <a:gd name="connsiteX113" fmla="*/ 2887 w 16349"/>
                <a:gd name="connsiteY113" fmla="*/ 10159 h 13351"/>
                <a:gd name="connsiteX114" fmla="*/ 3563 w 16349"/>
                <a:gd name="connsiteY114" fmla="*/ 9000 h 13351"/>
                <a:gd name="connsiteX115" fmla="*/ 3947 w 16349"/>
                <a:gd name="connsiteY115" fmla="*/ 8368 h 13351"/>
                <a:gd name="connsiteX116" fmla="*/ 4271 w 16349"/>
                <a:gd name="connsiteY116" fmla="*/ 8269 h 13351"/>
                <a:gd name="connsiteX117" fmla="*/ 4648 w 16349"/>
                <a:gd name="connsiteY117" fmla="*/ 11527 h 13351"/>
                <a:gd name="connsiteX118" fmla="*/ 4413 w 16349"/>
                <a:gd name="connsiteY118" fmla="*/ 12000 h 13351"/>
                <a:gd name="connsiteX119" fmla="*/ 4590 w 16349"/>
                <a:gd name="connsiteY119" fmla="*/ 12423 h 13351"/>
                <a:gd name="connsiteX120" fmla="*/ 4641 w 16349"/>
                <a:gd name="connsiteY120" fmla="*/ 12515 h 13351"/>
                <a:gd name="connsiteX121" fmla="*/ 4769 w 16349"/>
                <a:gd name="connsiteY121" fmla="*/ 12551 h 13351"/>
                <a:gd name="connsiteX122" fmla="*/ 4917 w 16349"/>
                <a:gd name="connsiteY122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7933 w 16349"/>
                <a:gd name="connsiteY5" fmla="*/ 10694 h 13351"/>
                <a:gd name="connsiteX6" fmla="*/ 6398 w 16349"/>
                <a:gd name="connsiteY6" fmla="*/ 12252 h 13351"/>
                <a:gd name="connsiteX7" fmla="*/ 6979 w 16349"/>
                <a:gd name="connsiteY7" fmla="*/ 12127 h 13351"/>
                <a:gd name="connsiteX8" fmla="*/ 8517 w 16349"/>
                <a:gd name="connsiteY8" fmla="*/ 11708 h 13351"/>
                <a:gd name="connsiteX9" fmla="*/ 9325 w 16349"/>
                <a:gd name="connsiteY9" fmla="*/ 11518 h 13351"/>
                <a:gd name="connsiteX10" fmla="*/ 9328 w 16349"/>
                <a:gd name="connsiteY10" fmla="*/ 11496 h 13351"/>
                <a:gd name="connsiteX11" fmla="*/ 9884 w 16349"/>
                <a:gd name="connsiteY11" fmla="*/ 11374 h 13351"/>
                <a:gd name="connsiteX12" fmla="*/ 10029 w 16349"/>
                <a:gd name="connsiteY12" fmla="*/ 10850 h 13351"/>
                <a:gd name="connsiteX13" fmla="*/ 10201 w 16349"/>
                <a:gd name="connsiteY13" fmla="*/ 10531 h 13351"/>
                <a:gd name="connsiteX14" fmla="*/ 10697 w 16349"/>
                <a:gd name="connsiteY14" fmla="*/ 10157 h 13351"/>
                <a:gd name="connsiteX15" fmla="*/ 10744 w 16349"/>
                <a:gd name="connsiteY15" fmla="*/ 10120 h 13351"/>
                <a:gd name="connsiteX16" fmla="*/ 12074 w 16349"/>
                <a:gd name="connsiteY16" fmla="*/ 10153 h 13351"/>
                <a:gd name="connsiteX17" fmla="*/ 12866 w 16349"/>
                <a:gd name="connsiteY17" fmla="*/ 11463 h 13351"/>
                <a:gd name="connsiteX18" fmla="*/ 13276 w 16349"/>
                <a:gd name="connsiteY18" fmla="*/ 11315 h 13351"/>
                <a:gd name="connsiteX19" fmla="*/ 14022 w 16349"/>
                <a:gd name="connsiteY19" fmla="*/ 10822 h 13351"/>
                <a:gd name="connsiteX20" fmla="*/ 14441 w 16349"/>
                <a:gd name="connsiteY20" fmla="*/ 10432 h 13351"/>
                <a:gd name="connsiteX21" fmla="*/ 15300 w 16349"/>
                <a:gd name="connsiteY21" fmla="*/ 9417 h 13351"/>
                <a:gd name="connsiteX22" fmla="*/ 15543 w 16349"/>
                <a:gd name="connsiteY22" fmla="*/ 8947 h 13351"/>
                <a:gd name="connsiteX23" fmla="*/ 15897 w 16349"/>
                <a:gd name="connsiteY23" fmla="*/ 8223 h 13351"/>
                <a:gd name="connsiteX24" fmla="*/ 16088 w 16349"/>
                <a:gd name="connsiteY24" fmla="*/ 7558 h 13351"/>
                <a:gd name="connsiteX25" fmla="*/ 16349 w 16349"/>
                <a:gd name="connsiteY25" fmla="*/ 5866 h 13351"/>
                <a:gd name="connsiteX26" fmla="*/ 16041 w 16349"/>
                <a:gd name="connsiteY26" fmla="*/ 5404 h 13351"/>
                <a:gd name="connsiteX27" fmla="*/ 15494 w 16349"/>
                <a:gd name="connsiteY27" fmla="*/ 5379 h 13351"/>
                <a:gd name="connsiteX28" fmla="*/ 15261 w 16349"/>
                <a:gd name="connsiteY28" fmla="*/ 5605 h 13351"/>
                <a:gd name="connsiteX29" fmla="*/ 15164 w 16349"/>
                <a:gd name="connsiteY29" fmla="*/ 6006 h 13351"/>
                <a:gd name="connsiteX30" fmla="*/ 14882 w 16349"/>
                <a:gd name="connsiteY30" fmla="*/ 7480 h 13351"/>
                <a:gd name="connsiteX31" fmla="*/ 14674 w 16349"/>
                <a:gd name="connsiteY31" fmla="*/ 6849 h 13351"/>
                <a:gd name="connsiteX32" fmla="*/ 14073 w 16349"/>
                <a:gd name="connsiteY32" fmla="*/ 5785 h 13351"/>
                <a:gd name="connsiteX33" fmla="*/ 14078 w 16349"/>
                <a:gd name="connsiteY33" fmla="*/ 5622 h 13351"/>
                <a:gd name="connsiteX34" fmla="*/ 14349 w 16349"/>
                <a:gd name="connsiteY34" fmla="*/ 5010 h 13351"/>
                <a:gd name="connsiteX35" fmla="*/ 14620 w 16349"/>
                <a:gd name="connsiteY35" fmla="*/ 4241 h 13351"/>
                <a:gd name="connsiteX36" fmla="*/ 14722 w 16349"/>
                <a:gd name="connsiteY36" fmla="*/ 3742 h 13351"/>
                <a:gd name="connsiteX37" fmla="*/ 14878 w 16349"/>
                <a:gd name="connsiteY37" fmla="*/ 3071 h 13351"/>
                <a:gd name="connsiteX38" fmla="*/ 15074 w 16349"/>
                <a:gd name="connsiteY38" fmla="*/ 2221 h 13351"/>
                <a:gd name="connsiteX39" fmla="*/ 15229 w 16349"/>
                <a:gd name="connsiteY39" fmla="*/ 1270 h 13351"/>
                <a:gd name="connsiteX40" fmla="*/ 15097 w 16349"/>
                <a:gd name="connsiteY40" fmla="*/ 427 h 13351"/>
                <a:gd name="connsiteX41" fmla="*/ 14410 w 16349"/>
                <a:gd name="connsiteY41" fmla="*/ 12 h 13351"/>
                <a:gd name="connsiteX42" fmla="*/ 13561 w 16349"/>
                <a:gd name="connsiteY42" fmla="*/ 314 h 13351"/>
                <a:gd name="connsiteX43" fmla="*/ 13405 w 16349"/>
                <a:gd name="connsiteY43" fmla="*/ 497 h 13351"/>
                <a:gd name="connsiteX44" fmla="*/ 13195 w 16349"/>
                <a:gd name="connsiteY44" fmla="*/ 1553 h 13351"/>
                <a:gd name="connsiteX45" fmla="*/ 12989 w 16349"/>
                <a:gd name="connsiteY45" fmla="*/ 2546 h 13351"/>
                <a:gd name="connsiteX46" fmla="*/ 12739 w 16349"/>
                <a:gd name="connsiteY46" fmla="*/ 3607 h 13351"/>
                <a:gd name="connsiteX47" fmla="*/ 12426 w 16349"/>
                <a:gd name="connsiteY47" fmla="*/ 4513 h 13351"/>
                <a:gd name="connsiteX48" fmla="*/ 11596 w 16349"/>
                <a:gd name="connsiteY48" fmla="*/ 4504 h 13351"/>
                <a:gd name="connsiteX49" fmla="*/ 11496 w 16349"/>
                <a:gd name="connsiteY49" fmla="*/ 4267 h 13351"/>
                <a:gd name="connsiteX50" fmla="*/ 11321 w 16349"/>
                <a:gd name="connsiteY50" fmla="*/ 3638 h 13351"/>
                <a:gd name="connsiteX51" fmla="*/ 10810 w 16349"/>
                <a:gd name="connsiteY51" fmla="*/ 1418 h 13351"/>
                <a:gd name="connsiteX52" fmla="*/ 10596 w 16349"/>
                <a:gd name="connsiteY52" fmla="*/ 448 h 13351"/>
                <a:gd name="connsiteX53" fmla="*/ 10051 w 16349"/>
                <a:gd name="connsiteY53" fmla="*/ 46 h 13351"/>
                <a:gd name="connsiteX54" fmla="*/ 9111 w 16349"/>
                <a:gd name="connsiteY54" fmla="*/ 259 h 13351"/>
                <a:gd name="connsiteX55" fmla="*/ 8884 w 16349"/>
                <a:gd name="connsiteY55" fmla="*/ 498 h 13351"/>
                <a:gd name="connsiteX56" fmla="*/ 8784 w 16349"/>
                <a:gd name="connsiteY56" fmla="*/ 1027 h 13351"/>
                <a:gd name="connsiteX57" fmla="*/ 9022 w 16349"/>
                <a:gd name="connsiteY57" fmla="*/ 2543 h 13351"/>
                <a:gd name="connsiteX58" fmla="*/ 9219 w 16349"/>
                <a:gd name="connsiteY58" fmla="*/ 3426 h 13351"/>
                <a:gd name="connsiteX59" fmla="*/ 9502 w 16349"/>
                <a:gd name="connsiteY59" fmla="*/ 4521 h 13351"/>
                <a:gd name="connsiteX60" fmla="*/ 9922 w 16349"/>
                <a:gd name="connsiteY60" fmla="*/ 5576 h 13351"/>
                <a:gd name="connsiteX61" fmla="*/ 9243 w 16349"/>
                <a:gd name="connsiteY61" fmla="*/ 6746 h 13351"/>
                <a:gd name="connsiteX62" fmla="*/ 9244 w 16349"/>
                <a:gd name="connsiteY62" fmla="*/ 9378 h 13351"/>
                <a:gd name="connsiteX63" fmla="*/ 9453 w 16349"/>
                <a:gd name="connsiteY63" fmla="*/ 9780 h 13351"/>
                <a:gd name="connsiteX64" fmla="*/ 9717 w 16349"/>
                <a:gd name="connsiteY64" fmla="*/ 10178 h 13351"/>
                <a:gd name="connsiteX65" fmla="*/ 7406 w 16349"/>
                <a:gd name="connsiteY65" fmla="*/ 10794 h 13351"/>
                <a:gd name="connsiteX66" fmla="*/ 6786 w 16349"/>
                <a:gd name="connsiteY66" fmla="*/ 10928 h 13351"/>
                <a:gd name="connsiteX67" fmla="*/ 5594 w 16349"/>
                <a:gd name="connsiteY67" fmla="*/ 11250 h 13351"/>
                <a:gd name="connsiteX68" fmla="*/ 5499 w 16349"/>
                <a:gd name="connsiteY68" fmla="*/ 10165 h 13351"/>
                <a:gd name="connsiteX69" fmla="*/ 4970 w 16349"/>
                <a:gd name="connsiteY69" fmla="*/ 5651 h 13351"/>
                <a:gd name="connsiteX70" fmla="*/ 4877 w 16349"/>
                <a:gd name="connsiteY70" fmla="*/ 4643 h 13351"/>
                <a:gd name="connsiteX71" fmla="*/ 5550 w 16349"/>
                <a:gd name="connsiteY71" fmla="*/ 4324 h 13351"/>
                <a:gd name="connsiteX72" fmla="*/ 6166 w 16349"/>
                <a:gd name="connsiteY72" fmla="*/ 3634 h 13351"/>
                <a:gd name="connsiteX73" fmla="*/ 6398 w 16349"/>
                <a:gd name="connsiteY73" fmla="*/ 2831 h 13351"/>
                <a:gd name="connsiteX74" fmla="*/ 6403 w 16349"/>
                <a:gd name="connsiteY74" fmla="*/ 1692 h 13351"/>
                <a:gd name="connsiteX75" fmla="*/ 6031 w 16349"/>
                <a:gd name="connsiteY75" fmla="*/ 1446 h 13351"/>
                <a:gd name="connsiteX76" fmla="*/ 5819 w 16349"/>
                <a:gd name="connsiteY76" fmla="*/ 1768 h 13351"/>
                <a:gd name="connsiteX77" fmla="*/ 5783 w 16349"/>
                <a:gd name="connsiteY77" fmla="*/ 2899 h 13351"/>
                <a:gd name="connsiteX78" fmla="*/ 5479 w 16349"/>
                <a:gd name="connsiteY78" fmla="*/ 3621 h 13351"/>
                <a:gd name="connsiteX79" fmla="*/ 5232 w 16349"/>
                <a:gd name="connsiteY79" fmla="*/ 3826 h 13351"/>
                <a:gd name="connsiteX80" fmla="*/ 4800 w 16349"/>
                <a:gd name="connsiteY80" fmla="*/ 4069 h 13351"/>
                <a:gd name="connsiteX81" fmla="*/ 4433 w 16349"/>
                <a:gd name="connsiteY81" fmla="*/ 4106 h 13351"/>
                <a:gd name="connsiteX82" fmla="*/ 4409 w 16349"/>
                <a:gd name="connsiteY82" fmla="*/ 4070 h 13351"/>
                <a:gd name="connsiteX83" fmla="*/ 4542 w 16349"/>
                <a:gd name="connsiteY83" fmla="*/ 3896 h 13351"/>
                <a:gd name="connsiteX84" fmla="*/ 4395 w 16349"/>
                <a:gd name="connsiteY84" fmla="*/ 4020 h 13351"/>
                <a:gd name="connsiteX85" fmla="*/ 4343 w 16349"/>
                <a:gd name="connsiteY85" fmla="*/ 4102 h 13351"/>
                <a:gd name="connsiteX86" fmla="*/ 4214 w 16349"/>
                <a:gd name="connsiteY86" fmla="*/ 4140 h 13351"/>
                <a:gd name="connsiteX87" fmla="*/ 3282 w 16349"/>
                <a:gd name="connsiteY87" fmla="*/ 4249 h 13351"/>
                <a:gd name="connsiteX88" fmla="*/ 1693 w 16349"/>
                <a:gd name="connsiteY88" fmla="*/ 3955 h 13351"/>
                <a:gd name="connsiteX89" fmla="*/ 1180 w 16349"/>
                <a:gd name="connsiteY89" fmla="*/ 3624 h 13351"/>
                <a:gd name="connsiteX90" fmla="*/ 783 w 16349"/>
                <a:gd name="connsiteY90" fmla="*/ 3143 h 13351"/>
                <a:gd name="connsiteX91" fmla="*/ 570 w 16349"/>
                <a:gd name="connsiteY91" fmla="*/ 2810 h 13351"/>
                <a:gd name="connsiteX92" fmla="*/ 206 w 16349"/>
                <a:gd name="connsiteY92" fmla="*/ 2633 h 13351"/>
                <a:gd name="connsiteX93" fmla="*/ 3 w 16349"/>
                <a:gd name="connsiteY93" fmla="*/ 2961 h 13351"/>
                <a:gd name="connsiteX94" fmla="*/ 329 w 16349"/>
                <a:gd name="connsiteY94" fmla="*/ 3588 h 13351"/>
                <a:gd name="connsiteX95" fmla="*/ 894 w 16349"/>
                <a:gd name="connsiteY95" fmla="*/ 4151 h 13351"/>
                <a:gd name="connsiteX96" fmla="*/ 1282 w 16349"/>
                <a:gd name="connsiteY96" fmla="*/ 4393 h 13351"/>
                <a:gd name="connsiteX97" fmla="*/ 2732 w 16349"/>
                <a:gd name="connsiteY97" fmla="*/ 4851 h 13351"/>
                <a:gd name="connsiteX98" fmla="*/ 2899 w 16349"/>
                <a:gd name="connsiteY98" fmla="*/ 6318 h 13351"/>
                <a:gd name="connsiteX99" fmla="*/ 3057 w 16349"/>
                <a:gd name="connsiteY99" fmla="*/ 7905 h 13351"/>
                <a:gd name="connsiteX100" fmla="*/ 2357 w 16349"/>
                <a:gd name="connsiteY100" fmla="*/ 9077 h 13351"/>
                <a:gd name="connsiteX101" fmla="*/ 2144 w 16349"/>
                <a:gd name="connsiteY101" fmla="*/ 9490 h 13351"/>
                <a:gd name="connsiteX102" fmla="*/ 1743 w 16349"/>
                <a:gd name="connsiteY102" fmla="*/ 10127 h 13351"/>
                <a:gd name="connsiteX103" fmla="*/ 1624 w 16349"/>
                <a:gd name="connsiteY103" fmla="*/ 10303 h 13351"/>
                <a:gd name="connsiteX104" fmla="*/ 1243 w 16349"/>
                <a:gd name="connsiteY104" fmla="*/ 10956 h 13351"/>
                <a:gd name="connsiteX105" fmla="*/ 895 w 16349"/>
                <a:gd name="connsiteY105" fmla="*/ 11561 h 13351"/>
                <a:gd name="connsiteX106" fmla="*/ 658 w 16349"/>
                <a:gd name="connsiteY106" fmla="*/ 12073 h 13351"/>
                <a:gd name="connsiteX107" fmla="*/ 949 w 16349"/>
                <a:gd name="connsiteY107" fmla="*/ 12547 h 13351"/>
                <a:gd name="connsiteX108" fmla="*/ 1503 w 16349"/>
                <a:gd name="connsiteY108" fmla="*/ 12446 h 13351"/>
                <a:gd name="connsiteX109" fmla="*/ 1685 w 16349"/>
                <a:gd name="connsiteY109" fmla="*/ 12139 h 13351"/>
                <a:gd name="connsiteX110" fmla="*/ 2183 w 16349"/>
                <a:gd name="connsiteY110" fmla="*/ 11359 h 13351"/>
                <a:gd name="connsiteX111" fmla="*/ 2499 w 16349"/>
                <a:gd name="connsiteY111" fmla="*/ 10798 h 13351"/>
                <a:gd name="connsiteX112" fmla="*/ 2887 w 16349"/>
                <a:gd name="connsiteY112" fmla="*/ 10159 h 13351"/>
                <a:gd name="connsiteX113" fmla="*/ 3563 w 16349"/>
                <a:gd name="connsiteY113" fmla="*/ 9000 h 13351"/>
                <a:gd name="connsiteX114" fmla="*/ 3947 w 16349"/>
                <a:gd name="connsiteY114" fmla="*/ 8368 h 13351"/>
                <a:gd name="connsiteX115" fmla="*/ 4271 w 16349"/>
                <a:gd name="connsiteY115" fmla="*/ 8269 h 13351"/>
                <a:gd name="connsiteX116" fmla="*/ 4648 w 16349"/>
                <a:gd name="connsiteY116" fmla="*/ 11527 h 13351"/>
                <a:gd name="connsiteX117" fmla="*/ 4413 w 16349"/>
                <a:gd name="connsiteY117" fmla="*/ 12000 h 13351"/>
                <a:gd name="connsiteX118" fmla="*/ 4590 w 16349"/>
                <a:gd name="connsiteY118" fmla="*/ 12423 h 13351"/>
                <a:gd name="connsiteX119" fmla="*/ 4641 w 16349"/>
                <a:gd name="connsiteY119" fmla="*/ 12515 h 13351"/>
                <a:gd name="connsiteX120" fmla="*/ 4769 w 16349"/>
                <a:gd name="connsiteY120" fmla="*/ 12551 h 13351"/>
                <a:gd name="connsiteX121" fmla="*/ 4917 w 16349"/>
                <a:gd name="connsiteY121" fmla="*/ 13187 h 13351"/>
                <a:gd name="connsiteX0" fmla="*/ 4917 w 16349"/>
                <a:gd name="connsiteY0" fmla="*/ 13187 h 13351"/>
                <a:gd name="connsiteX1" fmla="*/ 5468 w 16349"/>
                <a:gd name="connsiteY1" fmla="*/ 13322 h 13351"/>
                <a:gd name="connsiteX2" fmla="*/ 5766 w 16349"/>
                <a:gd name="connsiteY2" fmla="*/ 12950 h 13351"/>
                <a:gd name="connsiteX3" fmla="*/ 5731 w 16349"/>
                <a:gd name="connsiteY3" fmla="*/ 12437 h 13351"/>
                <a:gd name="connsiteX4" fmla="*/ 6376 w 16349"/>
                <a:gd name="connsiteY4" fmla="*/ 12246 h 13351"/>
                <a:gd name="connsiteX5" fmla="*/ 6398 w 16349"/>
                <a:gd name="connsiteY5" fmla="*/ 12252 h 13351"/>
                <a:gd name="connsiteX6" fmla="*/ 6979 w 16349"/>
                <a:gd name="connsiteY6" fmla="*/ 12127 h 13351"/>
                <a:gd name="connsiteX7" fmla="*/ 8517 w 16349"/>
                <a:gd name="connsiteY7" fmla="*/ 11708 h 13351"/>
                <a:gd name="connsiteX8" fmla="*/ 9325 w 16349"/>
                <a:gd name="connsiteY8" fmla="*/ 11518 h 13351"/>
                <a:gd name="connsiteX9" fmla="*/ 9328 w 16349"/>
                <a:gd name="connsiteY9" fmla="*/ 11496 h 13351"/>
                <a:gd name="connsiteX10" fmla="*/ 9884 w 16349"/>
                <a:gd name="connsiteY10" fmla="*/ 11374 h 13351"/>
                <a:gd name="connsiteX11" fmla="*/ 10029 w 16349"/>
                <a:gd name="connsiteY11" fmla="*/ 10850 h 13351"/>
                <a:gd name="connsiteX12" fmla="*/ 10201 w 16349"/>
                <a:gd name="connsiteY12" fmla="*/ 10531 h 13351"/>
                <a:gd name="connsiteX13" fmla="*/ 10697 w 16349"/>
                <a:gd name="connsiteY13" fmla="*/ 10157 h 13351"/>
                <a:gd name="connsiteX14" fmla="*/ 10744 w 16349"/>
                <a:gd name="connsiteY14" fmla="*/ 10120 h 13351"/>
                <a:gd name="connsiteX15" fmla="*/ 12074 w 16349"/>
                <a:gd name="connsiteY15" fmla="*/ 10153 h 13351"/>
                <a:gd name="connsiteX16" fmla="*/ 12866 w 16349"/>
                <a:gd name="connsiteY16" fmla="*/ 11463 h 13351"/>
                <a:gd name="connsiteX17" fmla="*/ 13276 w 16349"/>
                <a:gd name="connsiteY17" fmla="*/ 11315 h 13351"/>
                <a:gd name="connsiteX18" fmla="*/ 14022 w 16349"/>
                <a:gd name="connsiteY18" fmla="*/ 10822 h 13351"/>
                <a:gd name="connsiteX19" fmla="*/ 14441 w 16349"/>
                <a:gd name="connsiteY19" fmla="*/ 10432 h 13351"/>
                <a:gd name="connsiteX20" fmla="*/ 15300 w 16349"/>
                <a:gd name="connsiteY20" fmla="*/ 9417 h 13351"/>
                <a:gd name="connsiteX21" fmla="*/ 15543 w 16349"/>
                <a:gd name="connsiteY21" fmla="*/ 8947 h 13351"/>
                <a:gd name="connsiteX22" fmla="*/ 15897 w 16349"/>
                <a:gd name="connsiteY22" fmla="*/ 8223 h 13351"/>
                <a:gd name="connsiteX23" fmla="*/ 16088 w 16349"/>
                <a:gd name="connsiteY23" fmla="*/ 7558 h 13351"/>
                <a:gd name="connsiteX24" fmla="*/ 16349 w 16349"/>
                <a:gd name="connsiteY24" fmla="*/ 5866 h 13351"/>
                <a:gd name="connsiteX25" fmla="*/ 16041 w 16349"/>
                <a:gd name="connsiteY25" fmla="*/ 5404 h 13351"/>
                <a:gd name="connsiteX26" fmla="*/ 15494 w 16349"/>
                <a:gd name="connsiteY26" fmla="*/ 5379 h 13351"/>
                <a:gd name="connsiteX27" fmla="*/ 15261 w 16349"/>
                <a:gd name="connsiteY27" fmla="*/ 5605 h 13351"/>
                <a:gd name="connsiteX28" fmla="*/ 15164 w 16349"/>
                <a:gd name="connsiteY28" fmla="*/ 6006 h 13351"/>
                <a:gd name="connsiteX29" fmla="*/ 14882 w 16349"/>
                <a:gd name="connsiteY29" fmla="*/ 7480 h 13351"/>
                <a:gd name="connsiteX30" fmla="*/ 14674 w 16349"/>
                <a:gd name="connsiteY30" fmla="*/ 6849 h 13351"/>
                <a:gd name="connsiteX31" fmla="*/ 14073 w 16349"/>
                <a:gd name="connsiteY31" fmla="*/ 5785 h 13351"/>
                <a:gd name="connsiteX32" fmla="*/ 14078 w 16349"/>
                <a:gd name="connsiteY32" fmla="*/ 5622 h 13351"/>
                <a:gd name="connsiteX33" fmla="*/ 14349 w 16349"/>
                <a:gd name="connsiteY33" fmla="*/ 5010 h 13351"/>
                <a:gd name="connsiteX34" fmla="*/ 14620 w 16349"/>
                <a:gd name="connsiteY34" fmla="*/ 4241 h 13351"/>
                <a:gd name="connsiteX35" fmla="*/ 14722 w 16349"/>
                <a:gd name="connsiteY35" fmla="*/ 3742 h 13351"/>
                <a:gd name="connsiteX36" fmla="*/ 14878 w 16349"/>
                <a:gd name="connsiteY36" fmla="*/ 3071 h 13351"/>
                <a:gd name="connsiteX37" fmla="*/ 15074 w 16349"/>
                <a:gd name="connsiteY37" fmla="*/ 2221 h 13351"/>
                <a:gd name="connsiteX38" fmla="*/ 15229 w 16349"/>
                <a:gd name="connsiteY38" fmla="*/ 1270 h 13351"/>
                <a:gd name="connsiteX39" fmla="*/ 15097 w 16349"/>
                <a:gd name="connsiteY39" fmla="*/ 427 h 13351"/>
                <a:gd name="connsiteX40" fmla="*/ 14410 w 16349"/>
                <a:gd name="connsiteY40" fmla="*/ 12 h 13351"/>
                <a:gd name="connsiteX41" fmla="*/ 13561 w 16349"/>
                <a:gd name="connsiteY41" fmla="*/ 314 h 13351"/>
                <a:gd name="connsiteX42" fmla="*/ 13405 w 16349"/>
                <a:gd name="connsiteY42" fmla="*/ 497 h 13351"/>
                <a:gd name="connsiteX43" fmla="*/ 13195 w 16349"/>
                <a:gd name="connsiteY43" fmla="*/ 1553 h 13351"/>
                <a:gd name="connsiteX44" fmla="*/ 12989 w 16349"/>
                <a:gd name="connsiteY44" fmla="*/ 2546 h 13351"/>
                <a:gd name="connsiteX45" fmla="*/ 12739 w 16349"/>
                <a:gd name="connsiteY45" fmla="*/ 3607 h 13351"/>
                <a:gd name="connsiteX46" fmla="*/ 12426 w 16349"/>
                <a:gd name="connsiteY46" fmla="*/ 4513 h 13351"/>
                <a:gd name="connsiteX47" fmla="*/ 11596 w 16349"/>
                <a:gd name="connsiteY47" fmla="*/ 4504 h 13351"/>
                <a:gd name="connsiteX48" fmla="*/ 11496 w 16349"/>
                <a:gd name="connsiteY48" fmla="*/ 4267 h 13351"/>
                <a:gd name="connsiteX49" fmla="*/ 11321 w 16349"/>
                <a:gd name="connsiteY49" fmla="*/ 3638 h 13351"/>
                <a:gd name="connsiteX50" fmla="*/ 10810 w 16349"/>
                <a:gd name="connsiteY50" fmla="*/ 1418 h 13351"/>
                <a:gd name="connsiteX51" fmla="*/ 10596 w 16349"/>
                <a:gd name="connsiteY51" fmla="*/ 448 h 13351"/>
                <a:gd name="connsiteX52" fmla="*/ 10051 w 16349"/>
                <a:gd name="connsiteY52" fmla="*/ 46 h 13351"/>
                <a:gd name="connsiteX53" fmla="*/ 9111 w 16349"/>
                <a:gd name="connsiteY53" fmla="*/ 259 h 13351"/>
                <a:gd name="connsiteX54" fmla="*/ 8884 w 16349"/>
                <a:gd name="connsiteY54" fmla="*/ 498 h 13351"/>
                <a:gd name="connsiteX55" fmla="*/ 8784 w 16349"/>
                <a:gd name="connsiteY55" fmla="*/ 1027 h 13351"/>
                <a:gd name="connsiteX56" fmla="*/ 9022 w 16349"/>
                <a:gd name="connsiteY56" fmla="*/ 2543 h 13351"/>
                <a:gd name="connsiteX57" fmla="*/ 9219 w 16349"/>
                <a:gd name="connsiteY57" fmla="*/ 3426 h 13351"/>
                <a:gd name="connsiteX58" fmla="*/ 9502 w 16349"/>
                <a:gd name="connsiteY58" fmla="*/ 4521 h 13351"/>
                <a:gd name="connsiteX59" fmla="*/ 9922 w 16349"/>
                <a:gd name="connsiteY59" fmla="*/ 5576 h 13351"/>
                <a:gd name="connsiteX60" fmla="*/ 9243 w 16349"/>
                <a:gd name="connsiteY60" fmla="*/ 6746 h 13351"/>
                <a:gd name="connsiteX61" fmla="*/ 9244 w 16349"/>
                <a:gd name="connsiteY61" fmla="*/ 9378 h 13351"/>
                <a:gd name="connsiteX62" fmla="*/ 9453 w 16349"/>
                <a:gd name="connsiteY62" fmla="*/ 9780 h 13351"/>
                <a:gd name="connsiteX63" fmla="*/ 9717 w 16349"/>
                <a:gd name="connsiteY63" fmla="*/ 10178 h 13351"/>
                <a:gd name="connsiteX64" fmla="*/ 7406 w 16349"/>
                <a:gd name="connsiteY64" fmla="*/ 10794 h 13351"/>
                <a:gd name="connsiteX65" fmla="*/ 6786 w 16349"/>
                <a:gd name="connsiteY65" fmla="*/ 10928 h 13351"/>
                <a:gd name="connsiteX66" fmla="*/ 5594 w 16349"/>
                <a:gd name="connsiteY66" fmla="*/ 11250 h 13351"/>
                <a:gd name="connsiteX67" fmla="*/ 5499 w 16349"/>
                <a:gd name="connsiteY67" fmla="*/ 10165 h 13351"/>
                <a:gd name="connsiteX68" fmla="*/ 4970 w 16349"/>
                <a:gd name="connsiteY68" fmla="*/ 5651 h 13351"/>
                <a:gd name="connsiteX69" fmla="*/ 4877 w 16349"/>
                <a:gd name="connsiteY69" fmla="*/ 4643 h 13351"/>
                <a:gd name="connsiteX70" fmla="*/ 5550 w 16349"/>
                <a:gd name="connsiteY70" fmla="*/ 4324 h 13351"/>
                <a:gd name="connsiteX71" fmla="*/ 6166 w 16349"/>
                <a:gd name="connsiteY71" fmla="*/ 3634 h 13351"/>
                <a:gd name="connsiteX72" fmla="*/ 6398 w 16349"/>
                <a:gd name="connsiteY72" fmla="*/ 2831 h 13351"/>
                <a:gd name="connsiteX73" fmla="*/ 6403 w 16349"/>
                <a:gd name="connsiteY73" fmla="*/ 1692 h 13351"/>
                <a:gd name="connsiteX74" fmla="*/ 6031 w 16349"/>
                <a:gd name="connsiteY74" fmla="*/ 1446 h 13351"/>
                <a:gd name="connsiteX75" fmla="*/ 5819 w 16349"/>
                <a:gd name="connsiteY75" fmla="*/ 1768 h 13351"/>
                <a:gd name="connsiteX76" fmla="*/ 5783 w 16349"/>
                <a:gd name="connsiteY76" fmla="*/ 2899 h 13351"/>
                <a:gd name="connsiteX77" fmla="*/ 5479 w 16349"/>
                <a:gd name="connsiteY77" fmla="*/ 3621 h 13351"/>
                <a:gd name="connsiteX78" fmla="*/ 5232 w 16349"/>
                <a:gd name="connsiteY78" fmla="*/ 3826 h 13351"/>
                <a:gd name="connsiteX79" fmla="*/ 4800 w 16349"/>
                <a:gd name="connsiteY79" fmla="*/ 4069 h 13351"/>
                <a:gd name="connsiteX80" fmla="*/ 4433 w 16349"/>
                <a:gd name="connsiteY80" fmla="*/ 4106 h 13351"/>
                <a:gd name="connsiteX81" fmla="*/ 4409 w 16349"/>
                <a:gd name="connsiteY81" fmla="*/ 4070 h 13351"/>
                <a:gd name="connsiteX82" fmla="*/ 4542 w 16349"/>
                <a:gd name="connsiteY82" fmla="*/ 3896 h 13351"/>
                <a:gd name="connsiteX83" fmla="*/ 4395 w 16349"/>
                <a:gd name="connsiteY83" fmla="*/ 4020 h 13351"/>
                <a:gd name="connsiteX84" fmla="*/ 4343 w 16349"/>
                <a:gd name="connsiteY84" fmla="*/ 4102 h 13351"/>
                <a:gd name="connsiteX85" fmla="*/ 4214 w 16349"/>
                <a:gd name="connsiteY85" fmla="*/ 4140 h 13351"/>
                <a:gd name="connsiteX86" fmla="*/ 3282 w 16349"/>
                <a:gd name="connsiteY86" fmla="*/ 4249 h 13351"/>
                <a:gd name="connsiteX87" fmla="*/ 1693 w 16349"/>
                <a:gd name="connsiteY87" fmla="*/ 3955 h 13351"/>
                <a:gd name="connsiteX88" fmla="*/ 1180 w 16349"/>
                <a:gd name="connsiteY88" fmla="*/ 3624 h 13351"/>
                <a:gd name="connsiteX89" fmla="*/ 783 w 16349"/>
                <a:gd name="connsiteY89" fmla="*/ 3143 h 13351"/>
                <a:gd name="connsiteX90" fmla="*/ 570 w 16349"/>
                <a:gd name="connsiteY90" fmla="*/ 2810 h 13351"/>
                <a:gd name="connsiteX91" fmla="*/ 206 w 16349"/>
                <a:gd name="connsiteY91" fmla="*/ 2633 h 13351"/>
                <a:gd name="connsiteX92" fmla="*/ 3 w 16349"/>
                <a:gd name="connsiteY92" fmla="*/ 2961 h 13351"/>
                <a:gd name="connsiteX93" fmla="*/ 329 w 16349"/>
                <a:gd name="connsiteY93" fmla="*/ 3588 h 13351"/>
                <a:gd name="connsiteX94" fmla="*/ 894 w 16349"/>
                <a:gd name="connsiteY94" fmla="*/ 4151 h 13351"/>
                <a:gd name="connsiteX95" fmla="*/ 1282 w 16349"/>
                <a:gd name="connsiteY95" fmla="*/ 4393 h 13351"/>
                <a:gd name="connsiteX96" fmla="*/ 2732 w 16349"/>
                <a:gd name="connsiteY96" fmla="*/ 4851 h 13351"/>
                <a:gd name="connsiteX97" fmla="*/ 2899 w 16349"/>
                <a:gd name="connsiteY97" fmla="*/ 6318 h 13351"/>
                <a:gd name="connsiteX98" fmla="*/ 3057 w 16349"/>
                <a:gd name="connsiteY98" fmla="*/ 7905 h 13351"/>
                <a:gd name="connsiteX99" fmla="*/ 2357 w 16349"/>
                <a:gd name="connsiteY99" fmla="*/ 9077 h 13351"/>
                <a:gd name="connsiteX100" fmla="*/ 2144 w 16349"/>
                <a:gd name="connsiteY100" fmla="*/ 9490 h 13351"/>
                <a:gd name="connsiteX101" fmla="*/ 1743 w 16349"/>
                <a:gd name="connsiteY101" fmla="*/ 10127 h 13351"/>
                <a:gd name="connsiteX102" fmla="*/ 1624 w 16349"/>
                <a:gd name="connsiteY102" fmla="*/ 10303 h 13351"/>
                <a:gd name="connsiteX103" fmla="*/ 1243 w 16349"/>
                <a:gd name="connsiteY103" fmla="*/ 10956 h 13351"/>
                <a:gd name="connsiteX104" fmla="*/ 895 w 16349"/>
                <a:gd name="connsiteY104" fmla="*/ 11561 h 13351"/>
                <a:gd name="connsiteX105" fmla="*/ 658 w 16349"/>
                <a:gd name="connsiteY105" fmla="*/ 12073 h 13351"/>
                <a:gd name="connsiteX106" fmla="*/ 949 w 16349"/>
                <a:gd name="connsiteY106" fmla="*/ 12547 h 13351"/>
                <a:gd name="connsiteX107" fmla="*/ 1503 w 16349"/>
                <a:gd name="connsiteY107" fmla="*/ 12446 h 13351"/>
                <a:gd name="connsiteX108" fmla="*/ 1685 w 16349"/>
                <a:gd name="connsiteY108" fmla="*/ 12139 h 13351"/>
                <a:gd name="connsiteX109" fmla="*/ 2183 w 16349"/>
                <a:gd name="connsiteY109" fmla="*/ 11359 h 13351"/>
                <a:gd name="connsiteX110" fmla="*/ 2499 w 16349"/>
                <a:gd name="connsiteY110" fmla="*/ 10798 h 13351"/>
                <a:gd name="connsiteX111" fmla="*/ 2887 w 16349"/>
                <a:gd name="connsiteY111" fmla="*/ 10159 h 13351"/>
                <a:gd name="connsiteX112" fmla="*/ 3563 w 16349"/>
                <a:gd name="connsiteY112" fmla="*/ 9000 h 13351"/>
                <a:gd name="connsiteX113" fmla="*/ 3947 w 16349"/>
                <a:gd name="connsiteY113" fmla="*/ 8368 h 13351"/>
                <a:gd name="connsiteX114" fmla="*/ 4271 w 16349"/>
                <a:gd name="connsiteY114" fmla="*/ 8269 h 13351"/>
                <a:gd name="connsiteX115" fmla="*/ 4648 w 16349"/>
                <a:gd name="connsiteY115" fmla="*/ 11527 h 13351"/>
                <a:gd name="connsiteX116" fmla="*/ 4413 w 16349"/>
                <a:gd name="connsiteY116" fmla="*/ 12000 h 13351"/>
                <a:gd name="connsiteX117" fmla="*/ 4590 w 16349"/>
                <a:gd name="connsiteY117" fmla="*/ 12423 h 13351"/>
                <a:gd name="connsiteX118" fmla="*/ 4641 w 16349"/>
                <a:gd name="connsiteY118" fmla="*/ 12515 h 13351"/>
                <a:gd name="connsiteX119" fmla="*/ 4769 w 16349"/>
                <a:gd name="connsiteY119" fmla="*/ 12551 h 13351"/>
                <a:gd name="connsiteX120" fmla="*/ 4917 w 16349"/>
                <a:gd name="connsiteY120" fmla="*/ 13187 h 1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6349" h="13351">
                  <a:moveTo>
                    <a:pt x="4917" y="13187"/>
                  </a:moveTo>
                  <a:cubicBezTo>
                    <a:pt x="5049" y="13338"/>
                    <a:pt x="5280" y="13391"/>
                    <a:pt x="5468" y="13322"/>
                  </a:cubicBezTo>
                  <a:cubicBezTo>
                    <a:pt x="5609" y="13242"/>
                    <a:pt x="5728" y="13111"/>
                    <a:pt x="5766" y="12950"/>
                  </a:cubicBezTo>
                  <a:cubicBezTo>
                    <a:pt x="5785" y="12779"/>
                    <a:pt x="5753" y="12607"/>
                    <a:pt x="5731" y="12437"/>
                  </a:cubicBezTo>
                  <a:cubicBezTo>
                    <a:pt x="5946" y="12371"/>
                    <a:pt x="6169" y="12334"/>
                    <a:pt x="6376" y="12246"/>
                  </a:cubicBezTo>
                  <a:cubicBezTo>
                    <a:pt x="6487" y="12215"/>
                    <a:pt x="6298" y="12272"/>
                    <a:pt x="6398" y="12252"/>
                  </a:cubicBezTo>
                  <a:cubicBezTo>
                    <a:pt x="6498" y="12232"/>
                    <a:pt x="6784" y="12164"/>
                    <a:pt x="6979" y="12127"/>
                  </a:cubicBezTo>
                  <a:cubicBezTo>
                    <a:pt x="7494" y="11994"/>
                    <a:pt x="8004" y="11846"/>
                    <a:pt x="8517" y="11708"/>
                  </a:cubicBezTo>
                  <a:cubicBezTo>
                    <a:pt x="8788" y="11650"/>
                    <a:pt x="9045" y="11532"/>
                    <a:pt x="9325" y="11518"/>
                  </a:cubicBezTo>
                  <a:cubicBezTo>
                    <a:pt x="9326" y="11511"/>
                    <a:pt x="9327" y="11503"/>
                    <a:pt x="9328" y="11496"/>
                  </a:cubicBezTo>
                  <a:cubicBezTo>
                    <a:pt x="9517" y="11477"/>
                    <a:pt x="9699" y="11416"/>
                    <a:pt x="9884" y="11374"/>
                  </a:cubicBezTo>
                  <a:cubicBezTo>
                    <a:pt x="9914" y="11196"/>
                    <a:pt x="9934" y="11008"/>
                    <a:pt x="10029" y="10850"/>
                  </a:cubicBezTo>
                  <a:cubicBezTo>
                    <a:pt x="10096" y="10749"/>
                    <a:pt x="10116" y="10621"/>
                    <a:pt x="10201" y="10531"/>
                  </a:cubicBezTo>
                  <a:cubicBezTo>
                    <a:pt x="10335" y="10373"/>
                    <a:pt x="10491" y="10215"/>
                    <a:pt x="10697" y="10157"/>
                  </a:cubicBezTo>
                  <a:cubicBezTo>
                    <a:pt x="10708" y="10148"/>
                    <a:pt x="10732" y="10129"/>
                    <a:pt x="10744" y="10120"/>
                  </a:cubicBezTo>
                  <a:cubicBezTo>
                    <a:pt x="11162" y="9927"/>
                    <a:pt x="11667" y="9935"/>
                    <a:pt x="12074" y="10153"/>
                  </a:cubicBezTo>
                  <a:cubicBezTo>
                    <a:pt x="12580" y="10371"/>
                    <a:pt x="12860" y="10929"/>
                    <a:pt x="12866" y="11463"/>
                  </a:cubicBezTo>
                  <a:cubicBezTo>
                    <a:pt x="13015" y="11459"/>
                    <a:pt x="13147" y="11383"/>
                    <a:pt x="13276" y="11315"/>
                  </a:cubicBezTo>
                  <a:cubicBezTo>
                    <a:pt x="13529" y="11157"/>
                    <a:pt x="13765" y="10973"/>
                    <a:pt x="14022" y="10822"/>
                  </a:cubicBezTo>
                  <a:cubicBezTo>
                    <a:pt x="14152" y="10682"/>
                    <a:pt x="14306" y="10568"/>
                    <a:pt x="14441" y="10432"/>
                  </a:cubicBezTo>
                  <a:cubicBezTo>
                    <a:pt x="14765" y="10128"/>
                    <a:pt x="15025" y="9764"/>
                    <a:pt x="15300" y="9417"/>
                  </a:cubicBezTo>
                  <a:cubicBezTo>
                    <a:pt x="15377" y="9258"/>
                    <a:pt x="15445" y="9095"/>
                    <a:pt x="15543" y="8947"/>
                  </a:cubicBezTo>
                  <a:cubicBezTo>
                    <a:pt x="15698" y="8725"/>
                    <a:pt x="15779" y="8464"/>
                    <a:pt x="15897" y="8223"/>
                  </a:cubicBezTo>
                  <a:cubicBezTo>
                    <a:pt x="16006" y="8015"/>
                    <a:pt x="15994" y="7771"/>
                    <a:pt x="16088" y="7558"/>
                  </a:cubicBezTo>
                  <a:cubicBezTo>
                    <a:pt x="16238" y="7007"/>
                    <a:pt x="16335" y="6438"/>
                    <a:pt x="16349" y="5866"/>
                  </a:cubicBezTo>
                  <a:cubicBezTo>
                    <a:pt x="16356" y="5659"/>
                    <a:pt x="16195" y="5513"/>
                    <a:pt x="16041" y="5404"/>
                  </a:cubicBezTo>
                  <a:cubicBezTo>
                    <a:pt x="15884" y="5287"/>
                    <a:pt x="15664" y="5303"/>
                    <a:pt x="15494" y="5379"/>
                  </a:cubicBezTo>
                  <a:cubicBezTo>
                    <a:pt x="15387" y="5420"/>
                    <a:pt x="15334" y="5525"/>
                    <a:pt x="15261" y="5605"/>
                  </a:cubicBezTo>
                  <a:cubicBezTo>
                    <a:pt x="15167" y="5716"/>
                    <a:pt x="15179" y="5871"/>
                    <a:pt x="15164" y="6006"/>
                  </a:cubicBezTo>
                  <a:cubicBezTo>
                    <a:pt x="15128" y="6506"/>
                    <a:pt x="15036" y="7002"/>
                    <a:pt x="14882" y="7480"/>
                  </a:cubicBezTo>
                  <a:cubicBezTo>
                    <a:pt x="14826" y="7265"/>
                    <a:pt x="14737" y="7062"/>
                    <a:pt x="14674" y="6849"/>
                  </a:cubicBezTo>
                  <a:cubicBezTo>
                    <a:pt x="14539" y="6461"/>
                    <a:pt x="14291" y="6129"/>
                    <a:pt x="14073" y="5785"/>
                  </a:cubicBezTo>
                  <a:cubicBezTo>
                    <a:pt x="14037" y="5736"/>
                    <a:pt x="14047" y="5672"/>
                    <a:pt x="14078" y="5622"/>
                  </a:cubicBezTo>
                  <a:cubicBezTo>
                    <a:pt x="14189" y="5428"/>
                    <a:pt x="14263" y="5216"/>
                    <a:pt x="14349" y="5010"/>
                  </a:cubicBezTo>
                  <a:cubicBezTo>
                    <a:pt x="14467" y="4764"/>
                    <a:pt x="14522" y="4494"/>
                    <a:pt x="14620" y="4241"/>
                  </a:cubicBezTo>
                  <a:cubicBezTo>
                    <a:pt x="14681" y="4081"/>
                    <a:pt x="14684" y="3907"/>
                    <a:pt x="14722" y="3742"/>
                  </a:cubicBezTo>
                  <a:cubicBezTo>
                    <a:pt x="14790" y="3522"/>
                    <a:pt x="14843" y="3298"/>
                    <a:pt x="14878" y="3071"/>
                  </a:cubicBezTo>
                  <a:cubicBezTo>
                    <a:pt x="14982" y="2798"/>
                    <a:pt x="14998" y="2502"/>
                    <a:pt x="15074" y="2221"/>
                  </a:cubicBezTo>
                  <a:cubicBezTo>
                    <a:pt x="15122" y="1903"/>
                    <a:pt x="15209" y="1592"/>
                    <a:pt x="15229" y="1270"/>
                  </a:cubicBezTo>
                  <a:cubicBezTo>
                    <a:pt x="15326" y="990"/>
                    <a:pt x="15264" y="667"/>
                    <a:pt x="15097" y="427"/>
                  </a:cubicBezTo>
                  <a:cubicBezTo>
                    <a:pt x="14910" y="235"/>
                    <a:pt x="14688" y="40"/>
                    <a:pt x="14410" y="12"/>
                  </a:cubicBezTo>
                  <a:cubicBezTo>
                    <a:pt x="14098" y="-40"/>
                    <a:pt x="13782" y="100"/>
                    <a:pt x="13561" y="314"/>
                  </a:cubicBezTo>
                  <a:cubicBezTo>
                    <a:pt x="13504" y="370"/>
                    <a:pt x="13428" y="416"/>
                    <a:pt x="13405" y="497"/>
                  </a:cubicBezTo>
                  <a:cubicBezTo>
                    <a:pt x="13294" y="840"/>
                    <a:pt x="13262" y="1201"/>
                    <a:pt x="13195" y="1553"/>
                  </a:cubicBezTo>
                  <a:cubicBezTo>
                    <a:pt x="13126" y="1885"/>
                    <a:pt x="13071" y="2218"/>
                    <a:pt x="12989" y="2546"/>
                  </a:cubicBezTo>
                  <a:cubicBezTo>
                    <a:pt x="12925" y="2904"/>
                    <a:pt x="12795" y="3247"/>
                    <a:pt x="12739" y="3607"/>
                  </a:cubicBezTo>
                  <a:cubicBezTo>
                    <a:pt x="12661" y="3917"/>
                    <a:pt x="12556" y="4220"/>
                    <a:pt x="12426" y="4513"/>
                  </a:cubicBezTo>
                  <a:cubicBezTo>
                    <a:pt x="12154" y="4451"/>
                    <a:pt x="11871" y="4456"/>
                    <a:pt x="11596" y="4504"/>
                  </a:cubicBezTo>
                  <a:cubicBezTo>
                    <a:pt x="11567" y="4423"/>
                    <a:pt x="11534" y="4344"/>
                    <a:pt x="11496" y="4267"/>
                  </a:cubicBezTo>
                  <a:cubicBezTo>
                    <a:pt x="11399" y="4069"/>
                    <a:pt x="11410" y="3840"/>
                    <a:pt x="11321" y="3638"/>
                  </a:cubicBezTo>
                  <a:cubicBezTo>
                    <a:pt x="11104" y="2910"/>
                    <a:pt x="10945" y="2166"/>
                    <a:pt x="10810" y="1418"/>
                  </a:cubicBezTo>
                  <a:cubicBezTo>
                    <a:pt x="10751" y="1094"/>
                    <a:pt x="10798" y="730"/>
                    <a:pt x="10596" y="448"/>
                  </a:cubicBezTo>
                  <a:cubicBezTo>
                    <a:pt x="10450" y="272"/>
                    <a:pt x="10262" y="133"/>
                    <a:pt x="10051" y="46"/>
                  </a:cubicBezTo>
                  <a:cubicBezTo>
                    <a:pt x="9727" y="-65"/>
                    <a:pt x="9362" y="34"/>
                    <a:pt x="9111" y="259"/>
                  </a:cubicBezTo>
                  <a:cubicBezTo>
                    <a:pt x="9033" y="336"/>
                    <a:pt x="8931" y="395"/>
                    <a:pt x="8884" y="498"/>
                  </a:cubicBezTo>
                  <a:cubicBezTo>
                    <a:pt x="8789" y="656"/>
                    <a:pt x="8784" y="848"/>
                    <a:pt x="8784" y="1027"/>
                  </a:cubicBezTo>
                  <a:cubicBezTo>
                    <a:pt x="8803" y="1540"/>
                    <a:pt x="8922" y="2041"/>
                    <a:pt x="9022" y="2543"/>
                  </a:cubicBezTo>
                  <a:cubicBezTo>
                    <a:pt x="9071" y="2841"/>
                    <a:pt x="9157" y="3131"/>
                    <a:pt x="9219" y="3426"/>
                  </a:cubicBezTo>
                  <a:cubicBezTo>
                    <a:pt x="9311" y="3792"/>
                    <a:pt x="9430" y="4151"/>
                    <a:pt x="9502" y="4521"/>
                  </a:cubicBezTo>
                  <a:cubicBezTo>
                    <a:pt x="9611" y="4884"/>
                    <a:pt x="9766" y="5232"/>
                    <a:pt x="9922" y="5576"/>
                  </a:cubicBezTo>
                  <a:cubicBezTo>
                    <a:pt x="9612" y="5911"/>
                    <a:pt x="9414" y="6328"/>
                    <a:pt x="9243" y="6746"/>
                  </a:cubicBezTo>
                  <a:cubicBezTo>
                    <a:pt x="8887" y="7572"/>
                    <a:pt x="8842" y="8561"/>
                    <a:pt x="9244" y="9378"/>
                  </a:cubicBezTo>
                  <a:cubicBezTo>
                    <a:pt x="9279" y="9529"/>
                    <a:pt x="9404" y="9635"/>
                    <a:pt x="9453" y="9780"/>
                  </a:cubicBezTo>
                  <a:cubicBezTo>
                    <a:pt x="9506" y="9933"/>
                    <a:pt x="9616" y="10055"/>
                    <a:pt x="9717" y="10178"/>
                  </a:cubicBezTo>
                  <a:cubicBezTo>
                    <a:pt x="9376" y="10347"/>
                    <a:pt x="7894" y="10669"/>
                    <a:pt x="7406" y="10794"/>
                  </a:cubicBezTo>
                  <a:cubicBezTo>
                    <a:pt x="6918" y="10919"/>
                    <a:pt x="6984" y="10846"/>
                    <a:pt x="6786" y="10928"/>
                  </a:cubicBezTo>
                  <a:cubicBezTo>
                    <a:pt x="6387" y="11031"/>
                    <a:pt x="5992" y="11148"/>
                    <a:pt x="5594" y="11250"/>
                  </a:cubicBezTo>
                  <a:cubicBezTo>
                    <a:pt x="5544" y="10890"/>
                    <a:pt x="5519" y="10528"/>
                    <a:pt x="5499" y="10165"/>
                  </a:cubicBezTo>
                  <a:cubicBezTo>
                    <a:pt x="5328" y="8659"/>
                    <a:pt x="5143" y="7156"/>
                    <a:pt x="4970" y="5651"/>
                  </a:cubicBezTo>
                  <a:cubicBezTo>
                    <a:pt x="4927" y="5316"/>
                    <a:pt x="4885" y="4981"/>
                    <a:pt x="4877" y="4643"/>
                  </a:cubicBezTo>
                  <a:cubicBezTo>
                    <a:pt x="5116" y="4576"/>
                    <a:pt x="5358" y="4486"/>
                    <a:pt x="5550" y="4324"/>
                  </a:cubicBezTo>
                  <a:cubicBezTo>
                    <a:pt x="5827" y="4173"/>
                    <a:pt x="6009" y="3899"/>
                    <a:pt x="6166" y="3634"/>
                  </a:cubicBezTo>
                  <a:cubicBezTo>
                    <a:pt x="6256" y="3371"/>
                    <a:pt x="6355" y="3108"/>
                    <a:pt x="6398" y="2831"/>
                  </a:cubicBezTo>
                  <a:cubicBezTo>
                    <a:pt x="6452" y="2454"/>
                    <a:pt x="6454" y="2069"/>
                    <a:pt x="6403" y="1692"/>
                  </a:cubicBezTo>
                  <a:cubicBezTo>
                    <a:pt x="6379" y="1527"/>
                    <a:pt x="6195" y="1385"/>
                    <a:pt x="6031" y="1446"/>
                  </a:cubicBezTo>
                  <a:cubicBezTo>
                    <a:pt x="5901" y="1488"/>
                    <a:pt x="5795" y="1629"/>
                    <a:pt x="5819" y="1768"/>
                  </a:cubicBezTo>
                  <a:cubicBezTo>
                    <a:pt x="5855" y="2144"/>
                    <a:pt x="5865" y="2528"/>
                    <a:pt x="5783" y="2899"/>
                  </a:cubicBezTo>
                  <a:cubicBezTo>
                    <a:pt x="5723" y="3156"/>
                    <a:pt x="5599" y="3389"/>
                    <a:pt x="5479" y="3621"/>
                  </a:cubicBezTo>
                  <a:cubicBezTo>
                    <a:pt x="5397" y="3690"/>
                    <a:pt x="5315" y="3758"/>
                    <a:pt x="5232" y="3826"/>
                  </a:cubicBezTo>
                  <a:cubicBezTo>
                    <a:pt x="5102" y="3931"/>
                    <a:pt x="4943" y="3986"/>
                    <a:pt x="4800" y="4069"/>
                  </a:cubicBezTo>
                  <a:cubicBezTo>
                    <a:pt x="4679" y="4094"/>
                    <a:pt x="4557" y="4133"/>
                    <a:pt x="4433" y="4106"/>
                  </a:cubicBezTo>
                  <a:lnTo>
                    <a:pt x="4409" y="4070"/>
                  </a:lnTo>
                  <a:cubicBezTo>
                    <a:pt x="4451" y="4010"/>
                    <a:pt x="4500" y="3956"/>
                    <a:pt x="4542" y="3896"/>
                  </a:cubicBezTo>
                  <a:cubicBezTo>
                    <a:pt x="4502" y="3948"/>
                    <a:pt x="4457" y="3996"/>
                    <a:pt x="4395" y="4020"/>
                  </a:cubicBezTo>
                  <a:cubicBezTo>
                    <a:pt x="4377" y="4048"/>
                    <a:pt x="4360" y="4075"/>
                    <a:pt x="4343" y="4102"/>
                  </a:cubicBezTo>
                  <a:cubicBezTo>
                    <a:pt x="4311" y="4139"/>
                    <a:pt x="4256" y="4128"/>
                    <a:pt x="4214" y="4140"/>
                  </a:cubicBezTo>
                  <a:lnTo>
                    <a:pt x="3282" y="4249"/>
                  </a:lnTo>
                  <a:cubicBezTo>
                    <a:pt x="2738" y="4320"/>
                    <a:pt x="2182" y="4194"/>
                    <a:pt x="1693" y="3955"/>
                  </a:cubicBezTo>
                  <a:cubicBezTo>
                    <a:pt x="1518" y="3851"/>
                    <a:pt x="1357" y="3726"/>
                    <a:pt x="1180" y="3624"/>
                  </a:cubicBezTo>
                  <a:cubicBezTo>
                    <a:pt x="1001" y="3507"/>
                    <a:pt x="906" y="3310"/>
                    <a:pt x="783" y="3143"/>
                  </a:cubicBezTo>
                  <a:cubicBezTo>
                    <a:pt x="712" y="3032"/>
                    <a:pt x="621" y="2933"/>
                    <a:pt x="570" y="2810"/>
                  </a:cubicBezTo>
                  <a:cubicBezTo>
                    <a:pt x="519" y="2669"/>
                    <a:pt x="348" y="2576"/>
                    <a:pt x="206" y="2633"/>
                  </a:cubicBezTo>
                  <a:cubicBezTo>
                    <a:pt x="70" y="2673"/>
                    <a:pt x="-16" y="2824"/>
                    <a:pt x="3" y="2961"/>
                  </a:cubicBezTo>
                  <a:cubicBezTo>
                    <a:pt x="83" y="3184"/>
                    <a:pt x="234" y="3372"/>
                    <a:pt x="329" y="3588"/>
                  </a:cubicBezTo>
                  <a:cubicBezTo>
                    <a:pt x="512" y="3780"/>
                    <a:pt x="689" y="3980"/>
                    <a:pt x="894" y="4151"/>
                  </a:cubicBezTo>
                  <a:cubicBezTo>
                    <a:pt x="989" y="4281"/>
                    <a:pt x="1154" y="4307"/>
                    <a:pt x="1282" y="4393"/>
                  </a:cubicBezTo>
                  <a:cubicBezTo>
                    <a:pt x="1719" y="4660"/>
                    <a:pt x="2223" y="4806"/>
                    <a:pt x="2732" y="4851"/>
                  </a:cubicBezTo>
                  <a:cubicBezTo>
                    <a:pt x="2792" y="5340"/>
                    <a:pt x="2857" y="5828"/>
                    <a:pt x="2899" y="6318"/>
                  </a:cubicBezTo>
                  <a:cubicBezTo>
                    <a:pt x="2918" y="6850"/>
                    <a:pt x="3004" y="7376"/>
                    <a:pt x="3057" y="7905"/>
                  </a:cubicBezTo>
                  <a:cubicBezTo>
                    <a:pt x="2855" y="8312"/>
                    <a:pt x="2609" y="8698"/>
                    <a:pt x="2357" y="9077"/>
                  </a:cubicBezTo>
                  <a:cubicBezTo>
                    <a:pt x="2264" y="9203"/>
                    <a:pt x="2233" y="9362"/>
                    <a:pt x="2144" y="9490"/>
                  </a:cubicBezTo>
                  <a:cubicBezTo>
                    <a:pt x="1989" y="9689"/>
                    <a:pt x="1882" y="9918"/>
                    <a:pt x="1743" y="10127"/>
                  </a:cubicBezTo>
                  <a:cubicBezTo>
                    <a:pt x="1704" y="10186"/>
                    <a:pt x="1648" y="10235"/>
                    <a:pt x="1624" y="10303"/>
                  </a:cubicBezTo>
                  <a:cubicBezTo>
                    <a:pt x="1538" y="10542"/>
                    <a:pt x="1385" y="10749"/>
                    <a:pt x="1243" y="10956"/>
                  </a:cubicBezTo>
                  <a:cubicBezTo>
                    <a:pt x="1124" y="11156"/>
                    <a:pt x="998" y="11352"/>
                    <a:pt x="895" y="11561"/>
                  </a:cubicBezTo>
                  <a:cubicBezTo>
                    <a:pt x="809" y="11728"/>
                    <a:pt x="664" y="11876"/>
                    <a:pt x="658" y="12073"/>
                  </a:cubicBezTo>
                  <a:cubicBezTo>
                    <a:pt x="652" y="12273"/>
                    <a:pt x="783" y="12449"/>
                    <a:pt x="949" y="12547"/>
                  </a:cubicBezTo>
                  <a:cubicBezTo>
                    <a:pt x="1130" y="12633"/>
                    <a:pt x="1360" y="12583"/>
                    <a:pt x="1503" y="12446"/>
                  </a:cubicBezTo>
                  <a:cubicBezTo>
                    <a:pt x="1600" y="12367"/>
                    <a:pt x="1598" y="12226"/>
                    <a:pt x="1685" y="12139"/>
                  </a:cubicBezTo>
                  <a:cubicBezTo>
                    <a:pt x="1858" y="11884"/>
                    <a:pt x="1999" y="11607"/>
                    <a:pt x="2183" y="11359"/>
                  </a:cubicBezTo>
                  <a:cubicBezTo>
                    <a:pt x="2262" y="11159"/>
                    <a:pt x="2364" y="10967"/>
                    <a:pt x="2499" y="10798"/>
                  </a:cubicBezTo>
                  <a:cubicBezTo>
                    <a:pt x="2632" y="10588"/>
                    <a:pt x="2756" y="10371"/>
                    <a:pt x="2887" y="10159"/>
                  </a:cubicBezTo>
                  <a:cubicBezTo>
                    <a:pt x="3068" y="9747"/>
                    <a:pt x="3387" y="9414"/>
                    <a:pt x="3563" y="9000"/>
                  </a:cubicBezTo>
                  <a:cubicBezTo>
                    <a:pt x="3691" y="8790"/>
                    <a:pt x="3825" y="8582"/>
                    <a:pt x="3947" y="8368"/>
                  </a:cubicBezTo>
                  <a:cubicBezTo>
                    <a:pt x="4002" y="8244"/>
                    <a:pt x="4163" y="8296"/>
                    <a:pt x="4271" y="8269"/>
                  </a:cubicBezTo>
                  <a:cubicBezTo>
                    <a:pt x="4383" y="9357"/>
                    <a:pt x="4527" y="10441"/>
                    <a:pt x="4648" y="11527"/>
                  </a:cubicBezTo>
                  <a:cubicBezTo>
                    <a:pt x="4513" y="11646"/>
                    <a:pt x="4411" y="11815"/>
                    <a:pt x="4413" y="12000"/>
                  </a:cubicBezTo>
                  <a:cubicBezTo>
                    <a:pt x="4400" y="12159"/>
                    <a:pt x="4485" y="12309"/>
                    <a:pt x="4590" y="12423"/>
                  </a:cubicBezTo>
                  <a:cubicBezTo>
                    <a:pt x="4611" y="12451"/>
                    <a:pt x="4651" y="12473"/>
                    <a:pt x="4641" y="12515"/>
                  </a:cubicBezTo>
                  <a:cubicBezTo>
                    <a:pt x="4682" y="12476"/>
                    <a:pt x="4727" y="12541"/>
                    <a:pt x="4769" y="12551"/>
                  </a:cubicBezTo>
                  <a:cubicBezTo>
                    <a:pt x="4795" y="12766"/>
                    <a:pt x="4801" y="12996"/>
                    <a:pt x="4917" y="1318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73"/>
            <p:cNvSpPr>
              <a:spLocks/>
            </p:cNvSpPr>
            <p:nvPr/>
          </p:nvSpPr>
          <p:spPr bwMode="auto">
            <a:xfrm flipV="1">
              <a:off x="3541713" y="4724401"/>
              <a:ext cx="130175" cy="49213"/>
            </a:xfrm>
            <a:custGeom>
              <a:avLst/>
              <a:gdLst>
                <a:gd name="T0" fmla="*/ 159 w 849"/>
                <a:gd name="T1" fmla="*/ 210 h 319"/>
                <a:gd name="T2" fmla="*/ 708 w 849"/>
                <a:gd name="T3" fmla="*/ 211 h 319"/>
                <a:gd name="T4" fmla="*/ 790 w 849"/>
                <a:gd name="T5" fmla="*/ 21 h 319"/>
                <a:gd name="T6" fmla="*/ 549 w 849"/>
                <a:gd name="T7" fmla="*/ 164 h 319"/>
                <a:gd name="T8" fmla="*/ 67 w 849"/>
                <a:gd name="T9" fmla="*/ 0 h 319"/>
                <a:gd name="T10" fmla="*/ 159 w 849"/>
                <a:gd name="T11" fmla="*/ 21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9" h="319">
                  <a:moveTo>
                    <a:pt x="159" y="210"/>
                  </a:moveTo>
                  <a:cubicBezTo>
                    <a:pt x="321" y="319"/>
                    <a:pt x="544" y="316"/>
                    <a:pt x="708" y="211"/>
                  </a:cubicBezTo>
                  <a:cubicBezTo>
                    <a:pt x="758" y="160"/>
                    <a:pt x="849" y="100"/>
                    <a:pt x="790" y="21"/>
                  </a:cubicBezTo>
                  <a:cubicBezTo>
                    <a:pt x="704" y="58"/>
                    <a:pt x="646" y="145"/>
                    <a:pt x="549" y="164"/>
                  </a:cubicBezTo>
                  <a:cubicBezTo>
                    <a:pt x="368" y="230"/>
                    <a:pt x="193" y="121"/>
                    <a:pt x="67" y="0"/>
                  </a:cubicBezTo>
                  <a:cubicBezTo>
                    <a:pt x="0" y="77"/>
                    <a:pt x="89" y="175"/>
                    <a:pt x="159" y="2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74"/>
            <p:cNvSpPr>
              <a:spLocks/>
            </p:cNvSpPr>
            <p:nvPr/>
          </p:nvSpPr>
          <p:spPr bwMode="auto">
            <a:xfrm flipV="1">
              <a:off x="3563938" y="4764089"/>
              <a:ext cx="88900" cy="34925"/>
            </a:xfrm>
            <a:custGeom>
              <a:avLst/>
              <a:gdLst>
                <a:gd name="T0" fmla="*/ 197 w 579"/>
                <a:gd name="T1" fmla="*/ 182 h 229"/>
                <a:gd name="T2" fmla="*/ 579 w 579"/>
                <a:gd name="T3" fmla="*/ 66 h 229"/>
                <a:gd name="T4" fmla="*/ 565 w 579"/>
                <a:gd name="T5" fmla="*/ 0 h 229"/>
                <a:gd name="T6" fmla="*/ 511 w 579"/>
                <a:gd name="T7" fmla="*/ 7 h 229"/>
                <a:gd name="T8" fmla="*/ 71 w 579"/>
                <a:gd name="T9" fmla="*/ 20 h 229"/>
                <a:gd name="T10" fmla="*/ 0 w 579"/>
                <a:gd name="T11" fmla="*/ 37 h 229"/>
                <a:gd name="T12" fmla="*/ 197 w 579"/>
                <a:gd name="T13" fmla="*/ 18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9" h="229">
                  <a:moveTo>
                    <a:pt x="197" y="182"/>
                  </a:moveTo>
                  <a:cubicBezTo>
                    <a:pt x="338" y="229"/>
                    <a:pt x="470" y="145"/>
                    <a:pt x="579" y="66"/>
                  </a:cubicBezTo>
                  <a:cubicBezTo>
                    <a:pt x="576" y="49"/>
                    <a:pt x="569" y="16"/>
                    <a:pt x="565" y="0"/>
                  </a:cubicBezTo>
                  <a:cubicBezTo>
                    <a:pt x="552" y="2"/>
                    <a:pt x="524" y="6"/>
                    <a:pt x="511" y="7"/>
                  </a:cubicBezTo>
                  <a:cubicBezTo>
                    <a:pt x="386" y="108"/>
                    <a:pt x="202" y="109"/>
                    <a:pt x="71" y="20"/>
                  </a:cubicBezTo>
                  <a:cubicBezTo>
                    <a:pt x="53" y="25"/>
                    <a:pt x="18" y="33"/>
                    <a:pt x="0" y="37"/>
                  </a:cubicBezTo>
                  <a:cubicBezTo>
                    <a:pt x="21" y="121"/>
                    <a:pt x="124" y="155"/>
                    <a:pt x="197" y="18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77"/>
            <p:cNvSpPr>
              <a:spLocks/>
            </p:cNvSpPr>
            <p:nvPr/>
          </p:nvSpPr>
          <p:spPr bwMode="auto">
            <a:xfrm flipV="1">
              <a:off x="3500438" y="5969001"/>
              <a:ext cx="119063" cy="71438"/>
            </a:xfrm>
            <a:custGeom>
              <a:avLst/>
              <a:gdLst>
                <a:gd name="T0" fmla="*/ 136 w 780"/>
                <a:gd name="T1" fmla="*/ 246 h 468"/>
                <a:gd name="T2" fmla="*/ 498 w 780"/>
                <a:gd name="T3" fmla="*/ 459 h 468"/>
                <a:gd name="T4" fmla="*/ 780 w 780"/>
                <a:gd name="T5" fmla="*/ 416 h 468"/>
                <a:gd name="T6" fmla="*/ 736 w 780"/>
                <a:gd name="T7" fmla="*/ 318 h 468"/>
                <a:gd name="T8" fmla="*/ 290 w 780"/>
                <a:gd name="T9" fmla="*/ 262 h 468"/>
                <a:gd name="T10" fmla="*/ 112 w 780"/>
                <a:gd name="T11" fmla="*/ 0 h 468"/>
                <a:gd name="T12" fmla="*/ 136 w 780"/>
                <a:gd name="T13" fmla="*/ 246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0" h="468">
                  <a:moveTo>
                    <a:pt x="136" y="246"/>
                  </a:moveTo>
                  <a:cubicBezTo>
                    <a:pt x="239" y="339"/>
                    <a:pt x="350" y="455"/>
                    <a:pt x="498" y="459"/>
                  </a:cubicBezTo>
                  <a:cubicBezTo>
                    <a:pt x="594" y="468"/>
                    <a:pt x="689" y="447"/>
                    <a:pt x="780" y="416"/>
                  </a:cubicBezTo>
                  <a:cubicBezTo>
                    <a:pt x="770" y="382"/>
                    <a:pt x="760" y="346"/>
                    <a:pt x="736" y="318"/>
                  </a:cubicBezTo>
                  <a:cubicBezTo>
                    <a:pt x="590" y="368"/>
                    <a:pt x="412" y="371"/>
                    <a:pt x="290" y="262"/>
                  </a:cubicBezTo>
                  <a:cubicBezTo>
                    <a:pt x="198" y="199"/>
                    <a:pt x="201" y="62"/>
                    <a:pt x="112" y="0"/>
                  </a:cubicBezTo>
                  <a:cubicBezTo>
                    <a:pt x="0" y="44"/>
                    <a:pt x="95" y="180"/>
                    <a:pt x="136" y="2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78"/>
            <p:cNvSpPr>
              <a:spLocks/>
            </p:cNvSpPr>
            <p:nvPr/>
          </p:nvSpPr>
          <p:spPr bwMode="auto">
            <a:xfrm flipV="1">
              <a:off x="3540126" y="6002339"/>
              <a:ext cx="77788" cy="55563"/>
            </a:xfrm>
            <a:custGeom>
              <a:avLst/>
              <a:gdLst>
                <a:gd name="T0" fmla="*/ 0 w 509"/>
                <a:gd name="T1" fmla="*/ 54 h 367"/>
                <a:gd name="T2" fmla="*/ 209 w 509"/>
                <a:gd name="T3" fmla="*/ 338 h 367"/>
                <a:gd name="T4" fmla="*/ 501 w 509"/>
                <a:gd name="T5" fmla="*/ 319 h 367"/>
                <a:gd name="T6" fmla="*/ 509 w 509"/>
                <a:gd name="T7" fmla="*/ 239 h 367"/>
                <a:gd name="T8" fmla="*/ 192 w 509"/>
                <a:gd name="T9" fmla="*/ 208 h 367"/>
                <a:gd name="T10" fmla="*/ 71 w 509"/>
                <a:gd name="T11" fmla="*/ 0 h 367"/>
                <a:gd name="T12" fmla="*/ 0 w 509"/>
                <a:gd name="T13" fmla="*/ 54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9" h="367">
                  <a:moveTo>
                    <a:pt x="0" y="54"/>
                  </a:moveTo>
                  <a:cubicBezTo>
                    <a:pt x="36" y="165"/>
                    <a:pt x="84" y="302"/>
                    <a:pt x="209" y="338"/>
                  </a:cubicBezTo>
                  <a:cubicBezTo>
                    <a:pt x="305" y="367"/>
                    <a:pt x="406" y="340"/>
                    <a:pt x="501" y="319"/>
                  </a:cubicBezTo>
                  <a:cubicBezTo>
                    <a:pt x="503" y="299"/>
                    <a:pt x="507" y="259"/>
                    <a:pt x="509" y="239"/>
                  </a:cubicBezTo>
                  <a:cubicBezTo>
                    <a:pt x="406" y="203"/>
                    <a:pt x="286" y="283"/>
                    <a:pt x="192" y="208"/>
                  </a:cubicBezTo>
                  <a:cubicBezTo>
                    <a:pt x="116" y="164"/>
                    <a:pt x="92" y="79"/>
                    <a:pt x="71" y="0"/>
                  </a:cubicBezTo>
                  <a:cubicBezTo>
                    <a:pt x="47" y="18"/>
                    <a:pt x="23" y="35"/>
                    <a:pt x="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79"/>
            <p:cNvSpPr>
              <a:spLocks/>
            </p:cNvSpPr>
            <p:nvPr/>
          </p:nvSpPr>
          <p:spPr bwMode="auto">
            <a:xfrm flipV="1">
              <a:off x="4348163" y="6057901"/>
              <a:ext cx="90488" cy="103188"/>
            </a:xfrm>
            <a:custGeom>
              <a:avLst/>
              <a:gdLst>
                <a:gd name="T0" fmla="*/ 0 w 580"/>
                <a:gd name="T1" fmla="*/ 623 h 676"/>
                <a:gd name="T2" fmla="*/ 234 w 580"/>
                <a:gd name="T3" fmla="*/ 613 h 676"/>
                <a:gd name="T4" fmla="*/ 573 w 580"/>
                <a:gd name="T5" fmla="*/ 165 h 676"/>
                <a:gd name="T6" fmla="*/ 486 w 580"/>
                <a:gd name="T7" fmla="*/ 28 h 676"/>
                <a:gd name="T8" fmla="*/ 407 w 580"/>
                <a:gd name="T9" fmla="*/ 366 h 676"/>
                <a:gd name="T10" fmla="*/ 132 w 580"/>
                <a:gd name="T11" fmla="*/ 530 h 676"/>
                <a:gd name="T12" fmla="*/ 0 w 580"/>
                <a:gd name="T13" fmla="*/ 62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0" h="676">
                  <a:moveTo>
                    <a:pt x="0" y="623"/>
                  </a:moveTo>
                  <a:cubicBezTo>
                    <a:pt x="72" y="676"/>
                    <a:pt x="159" y="638"/>
                    <a:pt x="234" y="613"/>
                  </a:cubicBezTo>
                  <a:cubicBezTo>
                    <a:pt x="420" y="548"/>
                    <a:pt x="578" y="369"/>
                    <a:pt x="573" y="165"/>
                  </a:cubicBezTo>
                  <a:cubicBezTo>
                    <a:pt x="580" y="105"/>
                    <a:pt x="575" y="0"/>
                    <a:pt x="486" y="28"/>
                  </a:cubicBezTo>
                  <a:cubicBezTo>
                    <a:pt x="440" y="134"/>
                    <a:pt x="482" y="268"/>
                    <a:pt x="407" y="366"/>
                  </a:cubicBezTo>
                  <a:cubicBezTo>
                    <a:pt x="335" y="448"/>
                    <a:pt x="237" y="504"/>
                    <a:pt x="132" y="530"/>
                  </a:cubicBezTo>
                  <a:cubicBezTo>
                    <a:pt x="74" y="540"/>
                    <a:pt x="31" y="575"/>
                    <a:pt x="0" y="6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80"/>
            <p:cNvSpPr>
              <a:spLocks/>
            </p:cNvSpPr>
            <p:nvPr/>
          </p:nvSpPr>
          <p:spPr bwMode="auto">
            <a:xfrm flipV="1">
              <a:off x="4343401" y="6096001"/>
              <a:ext cx="61913" cy="77788"/>
            </a:xfrm>
            <a:custGeom>
              <a:avLst/>
              <a:gdLst>
                <a:gd name="T0" fmla="*/ 0 w 397"/>
                <a:gd name="T1" fmla="*/ 506 h 506"/>
                <a:gd name="T2" fmla="*/ 335 w 397"/>
                <a:gd name="T3" fmla="*/ 305 h 506"/>
                <a:gd name="T4" fmla="*/ 246 w 397"/>
                <a:gd name="T5" fmla="*/ 69 h 506"/>
                <a:gd name="T6" fmla="*/ 1 w 397"/>
                <a:gd name="T7" fmla="*/ 443 h 506"/>
                <a:gd name="T8" fmla="*/ 0 w 397"/>
                <a:gd name="T9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06">
                  <a:moveTo>
                    <a:pt x="0" y="506"/>
                  </a:moveTo>
                  <a:cubicBezTo>
                    <a:pt x="135" y="494"/>
                    <a:pt x="298" y="457"/>
                    <a:pt x="335" y="305"/>
                  </a:cubicBezTo>
                  <a:cubicBezTo>
                    <a:pt x="369" y="222"/>
                    <a:pt x="397" y="0"/>
                    <a:pt x="246" y="69"/>
                  </a:cubicBezTo>
                  <a:cubicBezTo>
                    <a:pt x="285" y="238"/>
                    <a:pt x="181" y="422"/>
                    <a:pt x="1" y="443"/>
                  </a:cubicBezTo>
                  <a:cubicBezTo>
                    <a:pt x="1" y="459"/>
                    <a:pt x="1" y="490"/>
                    <a:pt x="0" y="5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81"/>
            <p:cNvSpPr>
              <a:spLocks/>
            </p:cNvSpPr>
            <p:nvPr/>
          </p:nvSpPr>
          <p:spPr bwMode="auto">
            <a:xfrm flipV="1">
              <a:off x="3775719" y="6156293"/>
              <a:ext cx="288552" cy="330757"/>
            </a:xfrm>
            <a:custGeom>
              <a:avLst/>
              <a:gdLst>
                <a:gd name="T0" fmla="*/ 1012 w 2571"/>
                <a:gd name="T1" fmla="*/ 2237 h 2369"/>
                <a:gd name="T2" fmla="*/ 1592 w 2571"/>
                <a:gd name="T3" fmla="*/ 2282 h 2369"/>
                <a:gd name="T4" fmla="*/ 1885 w 2571"/>
                <a:gd name="T5" fmla="*/ 2029 h 2369"/>
                <a:gd name="T6" fmla="*/ 1934 w 2571"/>
                <a:gd name="T7" fmla="*/ 2167 h 2369"/>
                <a:gd name="T8" fmla="*/ 1908 w 2571"/>
                <a:gd name="T9" fmla="*/ 1998 h 2369"/>
                <a:gd name="T10" fmla="*/ 1966 w 2571"/>
                <a:gd name="T11" fmla="*/ 1764 h 2369"/>
                <a:gd name="T12" fmla="*/ 2105 w 2571"/>
                <a:gd name="T13" fmla="*/ 1800 h 2369"/>
                <a:gd name="T14" fmla="*/ 2122 w 2571"/>
                <a:gd name="T15" fmla="*/ 1875 h 2369"/>
                <a:gd name="T16" fmla="*/ 2141 w 2571"/>
                <a:gd name="T17" fmla="*/ 1783 h 2369"/>
                <a:gd name="T18" fmla="*/ 2513 w 2571"/>
                <a:gd name="T19" fmla="*/ 1739 h 2369"/>
                <a:gd name="T20" fmla="*/ 2498 w 2571"/>
                <a:gd name="T21" fmla="*/ 1665 h 2369"/>
                <a:gd name="T22" fmla="*/ 2086 w 2571"/>
                <a:gd name="T23" fmla="*/ 1787 h 2369"/>
                <a:gd name="T24" fmla="*/ 1969 w 2571"/>
                <a:gd name="T25" fmla="*/ 1720 h 2369"/>
                <a:gd name="T26" fmla="*/ 2000 w 2571"/>
                <a:gd name="T27" fmla="*/ 1628 h 2369"/>
                <a:gd name="T28" fmla="*/ 2191 w 2571"/>
                <a:gd name="T29" fmla="*/ 1338 h 2369"/>
                <a:gd name="T30" fmla="*/ 2148 w 2571"/>
                <a:gd name="T31" fmla="*/ 1394 h 2369"/>
                <a:gd name="T32" fmla="*/ 1975 w 2571"/>
                <a:gd name="T33" fmla="*/ 1556 h 2369"/>
                <a:gd name="T34" fmla="*/ 1880 w 2571"/>
                <a:gd name="T35" fmla="*/ 837 h 2369"/>
                <a:gd name="T36" fmla="*/ 1039 w 2571"/>
                <a:gd name="T37" fmla="*/ 232 h 2369"/>
                <a:gd name="T38" fmla="*/ 819 w 2571"/>
                <a:gd name="T39" fmla="*/ 4 h 2369"/>
                <a:gd name="T40" fmla="*/ 674 w 2571"/>
                <a:gd name="T41" fmla="*/ 44 h 2369"/>
                <a:gd name="T42" fmla="*/ 848 w 2571"/>
                <a:gd name="T43" fmla="*/ 101 h 2369"/>
                <a:gd name="T44" fmla="*/ 1024 w 2571"/>
                <a:gd name="T45" fmla="*/ 222 h 2369"/>
                <a:gd name="T46" fmla="*/ 824 w 2571"/>
                <a:gd name="T47" fmla="*/ 276 h 2369"/>
                <a:gd name="T48" fmla="*/ 648 w 2571"/>
                <a:gd name="T49" fmla="*/ 352 h 2369"/>
                <a:gd name="T50" fmla="*/ 190 w 2571"/>
                <a:gd name="T51" fmla="*/ 937 h 2369"/>
                <a:gd name="T52" fmla="*/ 46 w 2571"/>
                <a:gd name="T53" fmla="*/ 772 h 2369"/>
                <a:gd name="T54" fmla="*/ 206 w 2571"/>
                <a:gd name="T55" fmla="*/ 679 h 2369"/>
                <a:gd name="T56" fmla="*/ 134 w 2571"/>
                <a:gd name="T57" fmla="*/ 608 h 2369"/>
                <a:gd name="T58" fmla="*/ 20 w 2571"/>
                <a:gd name="T59" fmla="*/ 723 h 2369"/>
                <a:gd name="T60" fmla="*/ 175 w 2571"/>
                <a:gd name="T61" fmla="*/ 941 h 2369"/>
                <a:gd name="T62" fmla="*/ 581 w 2571"/>
                <a:gd name="T63" fmla="*/ 1930 h 2369"/>
                <a:gd name="T64" fmla="*/ 1012 w 2571"/>
                <a:gd name="T65" fmla="*/ 2237 h 2369"/>
                <a:gd name="connsiteX0" fmla="*/ 3870 w 9708"/>
                <a:gd name="connsiteY0" fmla="*/ 9426 h 9810"/>
                <a:gd name="connsiteX1" fmla="*/ 6126 w 9708"/>
                <a:gd name="connsiteY1" fmla="*/ 9616 h 9810"/>
                <a:gd name="connsiteX2" fmla="*/ 7266 w 9708"/>
                <a:gd name="connsiteY2" fmla="*/ 8548 h 9810"/>
                <a:gd name="connsiteX3" fmla="*/ 7456 w 9708"/>
                <a:gd name="connsiteY3" fmla="*/ 9130 h 9810"/>
                <a:gd name="connsiteX4" fmla="*/ 7355 w 9708"/>
                <a:gd name="connsiteY4" fmla="*/ 8417 h 9810"/>
                <a:gd name="connsiteX5" fmla="*/ 7581 w 9708"/>
                <a:gd name="connsiteY5" fmla="*/ 7429 h 9810"/>
                <a:gd name="connsiteX6" fmla="*/ 8121 w 9708"/>
                <a:gd name="connsiteY6" fmla="*/ 7581 h 9810"/>
                <a:gd name="connsiteX7" fmla="*/ 8188 w 9708"/>
                <a:gd name="connsiteY7" fmla="*/ 7898 h 9810"/>
                <a:gd name="connsiteX8" fmla="*/ 8261 w 9708"/>
                <a:gd name="connsiteY8" fmla="*/ 7509 h 9810"/>
                <a:gd name="connsiteX9" fmla="*/ 9708 w 9708"/>
                <a:gd name="connsiteY9" fmla="*/ 7324 h 9810"/>
                <a:gd name="connsiteX10" fmla="*/ 8048 w 9708"/>
                <a:gd name="connsiteY10" fmla="*/ 7526 h 9810"/>
                <a:gd name="connsiteX11" fmla="*/ 7592 w 9708"/>
                <a:gd name="connsiteY11" fmla="*/ 7243 h 9810"/>
                <a:gd name="connsiteX12" fmla="*/ 7713 w 9708"/>
                <a:gd name="connsiteY12" fmla="*/ 6855 h 9810"/>
                <a:gd name="connsiteX13" fmla="*/ 8456 w 9708"/>
                <a:gd name="connsiteY13" fmla="*/ 5631 h 9810"/>
                <a:gd name="connsiteX14" fmla="*/ 8289 w 9708"/>
                <a:gd name="connsiteY14" fmla="*/ 5867 h 9810"/>
                <a:gd name="connsiteX15" fmla="*/ 7616 w 9708"/>
                <a:gd name="connsiteY15" fmla="*/ 6551 h 9810"/>
                <a:gd name="connsiteX16" fmla="*/ 7246 w 9708"/>
                <a:gd name="connsiteY16" fmla="*/ 3516 h 9810"/>
                <a:gd name="connsiteX17" fmla="*/ 3975 w 9708"/>
                <a:gd name="connsiteY17" fmla="*/ 962 h 9810"/>
                <a:gd name="connsiteX18" fmla="*/ 3120 w 9708"/>
                <a:gd name="connsiteY18" fmla="*/ 0 h 9810"/>
                <a:gd name="connsiteX19" fmla="*/ 2556 w 9708"/>
                <a:gd name="connsiteY19" fmla="*/ 169 h 9810"/>
                <a:gd name="connsiteX20" fmla="*/ 3232 w 9708"/>
                <a:gd name="connsiteY20" fmla="*/ 409 h 9810"/>
                <a:gd name="connsiteX21" fmla="*/ 3917 w 9708"/>
                <a:gd name="connsiteY21" fmla="*/ 920 h 9810"/>
                <a:gd name="connsiteX22" fmla="*/ 3139 w 9708"/>
                <a:gd name="connsiteY22" fmla="*/ 1148 h 9810"/>
                <a:gd name="connsiteX23" fmla="*/ 2454 w 9708"/>
                <a:gd name="connsiteY23" fmla="*/ 1469 h 9810"/>
                <a:gd name="connsiteX24" fmla="*/ 673 w 9708"/>
                <a:gd name="connsiteY24" fmla="*/ 3938 h 9810"/>
                <a:gd name="connsiteX25" fmla="*/ 113 w 9708"/>
                <a:gd name="connsiteY25" fmla="*/ 3242 h 9810"/>
                <a:gd name="connsiteX26" fmla="*/ 735 w 9708"/>
                <a:gd name="connsiteY26" fmla="*/ 2849 h 9810"/>
                <a:gd name="connsiteX27" fmla="*/ 455 w 9708"/>
                <a:gd name="connsiteY27" fmla="*/ 2549 h 9810"/>
                <a:gd name="connsiteX28" fmla="*/ 12 w 9708"/>
                <a:gd name="connsiteY28" fmla="*/ 3035 h 9810"/>
                <a:gd name="connsiteX29" fmla="*/ 615 w 9708"/>
                <a:gd name="connsiteY29" fmla="*/ 3955 h 9810"/>
                <a:gd name="connsiteX30" fmla="*/ 2194 w 9708"/>
                <a:gd name="connsiteY30" fmla="*/ 8130 h 9810"/>
                <a:gd name="connsiteX31" fmla="*/ 3870 w 9708"/>
                <a:gd name="connsiteY31" fmla="*/ 9426 h 9810"/>
                <a:gd name="connsiteX0" fmla="*/ 3986 w 8711"/>
                <a:gd name="connsiteY0" fmla="*/ 9609 h 10000"/>
                <a:gd name="connsiteX1" fmla="*/ 6310 w 8711"/>
                <a:gd name="connsiteY1" fmla="*/ 9802 h 10000"/>
                <a:gd name="connsiteX2" fmla="*/ 7485 w 8711"/>
                <a:gd name="connsiteY2" fmla="*/ 8714 h 10000"/>
                <a:gd name="connsiteX3" fmla="*/ 7680 w 8711"/>
                <a:gd name="connsiteY3" fmla="*/ 9307 h 10000"/>
                <a:gd name="connsiteX4" fmla="*/ 7576 w 8711"/>
                <a:gd name="connsiteY4" fmla="*/ 8580 h 10000"/>
                <a:gd name="connsiteX5" fmla="*/ 7809 w 8711"/>
                <a:gd name="connsiteY5" fmla="*/ 7573 h 10000"/>
                <a:gd name="connsiteX6" fmla="*/ 8365 w 8711"/>
                <a:gd name="connsiteY6" fmla="*/ 7728 h 10000"/>
                <a:gd name="connsiteX7" fmla="*/ 8434 w 8711"/>
                <a:gd name="connsiteY7" fmla="*/ 8051 h 10000"/>
                <a:gd name="connsiteX8" fmla="*/ 8509 w 8711"/>
                <a:gd name="connsiteY8" fmla="*/ 7654 h 10000"/>
                <a:gd name="connsiteX9" fmla="*/ 8290 w 8711"/>
                <a:gd name="connsiteY9" fmla="*/ 7672 h 10000"/>
                <a:gd name="connsiteX10" fmla="*/ 7820 w 8711"/>
                <a:gd name="connsiteY10" fmla="*/ 7383 h 10000"/>
                <a:gd name="connsiteX11" fmla="*/ 7945 w 8711"/>
                <a:gd name="connsiteY11" fmla="*/ 6988 h 10000"/>
                <a:gd name="connsiteX12" fmla="*/ 8710 w 8711"/>
                <a:gd name="connsiteY12" fmla="*/ 5740 h 10000"/>
                <a:gd name="connsiteX13" fmla="*/ 8538 w 8711"/>
                <a:gd name="connsiteY13" fmla="*/ 5981 h 10000"/>
                <a:gd name="connsiteX14" fmla="*/ 7845 w 8711"/>
                <a:gd name="connsiteY14" fmla="*/ 6678 h 10000"/>
                <a:gd name="connsiteX15" fmla="*/ 7464 w 8711"/>
                <a:gd name="connsiteY15" fmla="*/ 3584 h 10000"/>
                <a:gd name="connsiteX16" fmla="*/ 4095 w 8711"/>
                <a:gd name="connsiteY16" fmla="*/ 981 h 10000"/>
                <a:gd name="connsiteX17" fmla="*/ 3214 w 8711"/>
                <a:gd name="connsiteY17" fmla="*/ 0 h 10000"/>
                <a:gd name="connsiteX18" fmla="*/ 2633 w 8711"/>
                <a:gd name="connsiteY18" fmla="*/ 172 h 10000"/>
                <a:gd name="connsiteX19" fmla="*/ 3329 w 8711"/>
                <a:gd name="connsiteY19" fmla="*/ 417 h 10000"/>
                <a:gd name="connsiteX20" fmla="*/ 4035 w 8711"/>
                <a:gd name="connsiteY20" fmla="*/ 938 h 10000"/>
                <a:gd name="connsiteX21" fmla="*/ 3233 w 8711"/>
                <a:gd name="connsiteY21" fmla="*/ 1170 h 10000"/>
                <a:gd name="connsiteX22" fmla="*/ 2528 w 8711"/>
                <a:gd name="connsiteY22" fmla="*/ 1497 h 10000"/>
                <a:gd name="connsiteX23" fmla="*/ 693 w 8711"/>
                <a:gd name="connsiteY23" fmla="*/ 4014 h 10000"/>
                <a:gd name="connsiteX24" fmla="*/ 116 w 8711"/>
                <a:gd name="connsiteY24" fmla="*/ 3305 h 10000"/>
                <a:gd name="connsiteX25" fmla="*/ 757 w 8711"/>
                <a:gd name="connsiteY25" fmla="*/ 2904 h 10000"/>
                <a:gd name="connsiteX26" fmla="*/ 469 w 8711"/>
                <a:gd name="connsiteY26" fmla="*/ 2598 h 10000"/>
                <a:gd name="connsiteX27" fmla="*/ 12 w 8711"/>
                <a:gd name="connsiteY27" fmla="*/ 3094 h 10000"/>
                <a:gd name="connsiteX28" fmla="*/ 633 w 8711"/>
                <a:gd name="connsiteY28" fmla="*/ 4032 h 10000"/>
                <a:gd name="connsiteX29" fmla="*/ 2260 w 8711"/>
                <a:gd name="connsiteY29" fmla="*/ 8287 h 10000"/>
                <a:gd name="connsiteX30" fmla="*/ 3986 w 8711"/>
                <a:gd name="connsiteY30" fmla="*/ 9609 h 10000"/>
                <a:gd name="connsiteX0" fmla="*/ 4576 w 10001"/>
                <a:gd name="connsiteY0" fmla="*/ 9609 h 10000"/>
                <a:gd name="connsiteX1" fmla="*/ 7244 w 10001"/>
                <a:gd name="connsiteY1" fmla="*/ 9802 h 10000"/>
                <a:gd name="connsiteX2" fmla="*/ 8593 w 10001"/>
                <a:gd name="connsiteY2" fmla="*/ 8714 h 10000"/>
                <a:gd name="connsiteX3" fmla="*/ 8816 w 10001"/>
                <a:gd name="connsiteY3" fmla="*/ 9307 h 10000"/>
                <a:gd name="connsiteX4" fmla="*/ 8697 w 10001"/>
                <a:gd name="connsiteY4" fmla="*/ 8580 h 10000"/>
                <a:gd name="connsiteX5" fmla="*/ 8965 w 10001"/>
                <a:gd name="connsiteY5" fmla="*/ 7573 h 10000"/>
                <a:gd name="connsiteX6" fmla="*/ 9603 w 10001"/>
                <a:gd name="connsiteY6" fmla="*/ 7728 h 10000"/>
                <a:gd name="connsiteX7" fmla="*/ 9682 w 10001"/>
                <a:gd name="connsiteY7" fmla="*/ 8051 h 10000"/>
                <a:gd name="connsiteX8" fmla="*/ 9768 w 10001"/>
                <a:gd name="connsiteY8" fmla="*/ 7654 h 10000"/>
                <a:gd name="connsiteX9" fmla="*/ 8977 w 10001"/>
                <a:gd name="connsiteY9" fmla="*/ 7383 h 10000"/>
                <a:gd name="connsiteX10" fmla="*/ 9121 w 10001"/>
                <a:gd name="connsiteY10" fmla="*/ 6988 h 10000"/>
                <a:gd name="connsiteX11" fmla="*/ 9999 w 10001"/>
                <a:gd name="connsiteY11" fmla="*/ 5740 h 10000"/>
                <a:gd name="connsiteX12" fmla="*/ 9801 w 10001"/>
                <a:gd name="connsiteY12" fmla="*/ 5981 h 10000"/>
                <a:gd name="connsiteX13" fmla="*/ 9006 w 10001"/>
                <a:gd name="connsiteY13" fmla="*/ 6678 h 10000"/>
                <a:gd name="connsiteX14" fmla="*/ 8568 w 10001"/>
                <a:gd name="connsiteY14" fmla="*/ 3584 h 10000"/>
                <a:gd name="connsiteX15" fmla="*/ 4701 w 10001"/>
                <a:gd name="connsiteY15" fmla="*/ 981 h 10000"/>
                <a:gd name="connsiteX16" fmla="*/ 3690 w 10001"/>
                <a:gd name="connsiteY16" fmla="*/ 0 h 10000"/>
                <a:gd name="connsiteX17" fmla="*/ 3023 w 10001"/>
                <a:gd name="connsiteY17" fmla="*/ 172 h 10000"/>
                <a:gd name="connsiteX18" fmla="*/ 3822 w 10001"/>
                <a:gd name="connsiteY18" fmla="*/ 417 h 10000"/>
                <a:gd name="connsiteX19" fmla="*/ 4632 w 10001"/>
                <a:gd name="connsiteY19" fmla="*/ 938 h 10000"/>
                <a:gd name="connsiteX20" fmla="*/ 3711 w 10001"/>
                <a:gd name="connsiteY20" fmla="*/ 1170 h 10000"/>
                <a:gd name="connsiteX21" fmla="*/ 2902 w 10001"/>
                <a:gd name="connsiteY21" fmla="*/ 1497 h 10000"/>
                <a:gd name="connsiteX22" fmla="*/ 796 w 10001"/>
                <a:gd name="connsiteY22" fmla="*/ 4014 h 10000"/>
                <a:gd name="connsiteX23" fmla="*/ 133 w 10001"/>
                <a:gd name="connsiteY23" fmla="*/ 3305 h 10000"/>
                <a:gd name="connsiteX24" fmla="*/ 869 w 10001"/>
                <a:gd name="connsiteY24" fmla="*/ 2904 h 10000"/>
                <a:gd name="connsiteX25" fmla="*/ 538 w 10001"/>
                <a:gd name="connsiteY25" fmla="*/ 2598 h 10000"/>
                <a:gd name="connsiteX26" fmla="*/ 14 w 10001"/>
                <a:gd name="connsiteY26" fmla="*/ 3094 h 10000"/>
                <a:gd name="connsiteX27" fmla="*/ 727 w 10001"/>
                <a:gd name="connsiteY27" fmla="*/ 4032 h 10000"/>
                <a:gd name="connsiteX28" fmla="*/ 2594 w 10001"/>
                <a:gd name="connsiteY28" fmla="*/ 8287 h 10000"/>
                <a:gd name="connsiteX29" fmla="*/ 4576 w 10001"/>
                <a:gd name="connsiteY29" fmla="*/ 9609 h 10000"/>
                <a:gd name="connsiteX0" fmla="*/ 4576 w 10001"/>
                <a:gd name="connsiteY0" fmla="*/ 9609 h 10000"/>
                <a:gd name="connsiteX1" fmla="*/ 7244 w 10001"/>
                <a:gd name="connsiteY1" fmla="*/ 9802 h 10000"/>
                <a:gd name="connsiteX2" fmla="*/ 8593 w 10001"/>
                <a:gd name="connsiteY2" fmla="*/ 8714 h 10000"/>
                <a:gd name="connsiteX3" fmla="*/ 8816 w 10001"/>
                <a:gd name="connsiteY3" fmla="*/ 9307 h 10000"/>
                <a:gd name="connsiteX4" fmla="*/ 8697 w 10001"/>
                <a:gd name="connsiteY4" fmla="*/ 8580 h 10000"/>
                <a:gd name="connsiteX5" fmla="*/ 8965 w 10001"/>
                <a:gd name="connsiteY5" fmla="*/ 7573 h 10000"/>
                <a:gd name="connsiteX6" fmla="*/ 9603 w 10001"/>
                <a:gd name="connsiteY6" fmla="*/ 7728 h 10000"/>
                <a:gd name="connsiteX7" fmla="*/ 9682 w 10001"/>
                <a:gd name="connsiteY7" fmla="*/ 8051 h 10000"/>
                <a:gd name="connsiteX8" fmla="*/ 8977 w 10001"/>
                <a:gd name="connsiteY8" fmla="*/ 7383 h 10000"/>
                <a:gd name="connsiteX9" fmla="*/ 9121 w 10001"/>
                <a:gd name="connsiteY9" fmla="*/ 6988 h 10000"/>
                <a:gd name="connsiteX10" fmla="*/ 9999 w 10001"/>
                <a:gd name="connsiteY10" fmla="*/ 5740 h 10000"/>
                <a:gd name="connsiteX11" fmla="*/ 9801 w 10001"/>
                <a:gd name="connsiteY11" fmla="*/ 5981 h 10000"/>
                <a:gd name="connsiteX12" fmla="*/ 9006 w 10001"/>
                <a:gd name="connsiteY12" fmla="*/ 6678 h 10000"/>
                <a:gd name="connsiteX13" fmla="*/ 8568 w 10001"/>
                <a:gd name="connsiteY13" fmla="*/ 3584 h 10000"/>
                <a:gd name="connsiteX14" fmla="*/ 4701 w 10001"/>
                <a:gd name="connsiteY14" fmla="*/ 981 h 10000"/>
                <a:gd name="connsiteX15" fmla="*/ 3690 w 10001"/>
                <a:gd name="connsiteY15" fmla="*/ 0 h 10000"/>
                <a:gd name="connsiteX16" fmla="*/ 3023 w 10001"/>
                <a:gd name="connsiteY16" fmla="*/ 172 h 10000"/>
                <a:gd name="connsiteX17" fmla="*/ 3822 w 10001"/>
                <a:gd name="connsiteY17" fmla="*/ 417 h 10000"/>
                <a:gd name="connsiteX18" fmla="*/ 4632 w 10001"/>
                <a:gd name="connsiteY18" fmla="*/ 938 h 10000"/>
                <a:gd name="connsiteX19" fmla="*/ 3711 w 10001"/>
                <a:gd name="connsiteY19" fmla="*/ 1170 h 10000"/>
                <a:gd name="connsiteX20" fmla="*/ 2902 w 10001"/>
                <a:gd name="connsiteY20" fmla="*/ 1497 h 10000"/>
                <a:gd name="connsiteX21" fmla="*/ 796 w 10001"/>
                <a:gd name="connsiteY21" fmla="*/ 4014 h 10000"/>
                <a:gd name="connsiteX22" fmla="*/ 133 w 10001"/>
                <a:gd name="connsiteY22" fmla="*/ 3305 h 10000"/>
                <a:gd name="connsiteX23" fmla="*/ 869 w 10001"/>
                <a:gd name="connsiteY23" fmla="*/ 2904 h 10000"/>
                <a:gd name="connsiteX24" fmla="*/ 538 w 10001"/>
                <a:gd name="connsiteY24" fmla="*/ 2598 h 10000"/>
                <a:gd name="connsiteX25" fmla="*/ 14 w 10001"/>
                <a:gd name="connsiteY25" fmla="*/ 3094 h 10000"/>
                <a:gd name="connsiteX26" fmla="*/ 727 w 10001"/>
                <a:gd name="connsiteY26" fmla="*/ 4032 h 10000"/>
                <a:gd name="connsiteX27" fmla="*/ 2594 w 10001"/>
                <a:gd name="connsiteY27" fmla="*/ 8287 h 10000"/>
                <a:gd name="connsiteX28" fmla="*/ 4576 w 10001"/>
                <a:gd name="connsiteY28" fmla="*/ 9609 h 10000"/>
                <a:gd name="connsiteX0" fmla="*/ 4576 w 10001"/>
                <a:gd name="connsiteY0" fmla="*/ 9609 h 10000"/>
                <a:gd name="connsiteX1" fmla="*/ 7244 w 10001"/>
                <a:gd name="connsiteY1" fmla="*/ 9802 h 10000"/>
                <a:gd name="connsiteX2" fmla="*/ 8593 w 10001"/>
                <a:gd name="connsiteY2" fmla="*/ 8714 h 10000"/>
                <a:gd name="connsiteX3" fmla="*/ 8816 w 10001"/>
                <a:gd name="connsiteY3" fmla="*/ 9307 h 10000"/>
                <a:gd name="connsiteX4" fmla="*/ 8697 w 10001"/>
                <a:gd name="connsiteY4" fmla="*/ 8580 h 10000"/>
                <a:gd name="connsiteX5" fmla="*/ 8965 w 10001"/>
                <a:gd name="connsiteY5" fmla="*/ 7573 h 10000"/>
                <a:gd name="connsiteX6" fmla="*/ 9603 w 10001"/>
                <a:gd name="connsiteY6" fmla="*/ 7728 h 10000"/>
                <a:gd name="connsiteX7" fmla="*/ 8977 w 10001"/>
                <a:gd name="connsiteY7" fmla="*/ 7383 h 10000"/>
                <a:gd name="connsiteX8" fmla="*/ 9121 w 10001"/>
                <a:gd name="connsiteY8" fmla="*/ 6988 h 10000"/>
                <a:gd name="connsiteX9" fmla="*/ 9999 w 10001"/>
                <a:gd name="connsiteY9" fmla="*/ 5740 h 10000"/>
                <a:gd name="connsiteX10" fmla="*/ 9801 w 10001"/>
                <a:gd name="connsiteY10" fmla="*/ 5981 h 10000"/>
                <a:gd name="connsiteX11" fmla="*/ 9006 w 10001"/>
                <a:gd name="connsiteY11" fmla="*/ 6678 h 10000"/>
                <a:gd name="connsiteX12" fmla="*/ 8568 w 10001"/>
                <a:gd name="connsiteY12" fmla="*/ 3584 h 10000"/>
                <a:gd name="connsiteX13" fmla="*/ 4701 w 10001"/>
                <a:gd name="connsiteY13" fmla="*/ 981 h 10000"/>
                <a:gd name="connsiteX14" fmla="*/ 3690 w 10001"/>
                <a:gd name="connsiteY14" fmla="*/ 0 h 10000"/>
                <a:gd name="connsiteX15" fmla="*/ 3023 w 10001"/>
                <a:gd name="connsiteY15" fmla="*/ 172 h 10000"/>
                <a:gd name="connsiteX16" fmla="*/ 3822 w 10001"/>
                <a:gd name="connsiteY16" fmla="*/ 417 h 10000"/>
                <a:gd name="connsiteX17" fmla="*/ 4632 w 10001"/>
                <a:gd name="connsiteY17" fmla="*/ 938 h 10000"/>
                <a:gd name="connsiteX18" fmla="*/ 3711 w 10001"/>
                <a:gd name="connsiteY18" fmla="*/ 1170 h 10000"/>
                <a:gd name="connsiteX19" fmla="*/ 2902 w 10001"/>
                <a:gd name="connsiteY19" fmla="*/ 1497 h 10000"/>
                <a:gd name="connsiteX20" fmla="*/ 796 w 10001"/>
                <a:gd name="connsiteY20" fmla="*/ 4014 h 10000"/>
                <a:gd name="connsiteX21" fmla="*/ 133 w 10001"/>
                <a:gd name="connsiteY21" fmla="*/ 3305 h 10000"/>
                <a:gd name="connsiteX22" fmla="*/ 869 w 10001"/>
                <a:gd name="connsiteY22" fmla="*/ 2904 h 10000"/>
                <a:gd name="connsiteX23" fmla="*/ 538 w 10001"/>
                <a:gd name="connsiteY23" fmla="*/ 2598 h 10000"/>
                <a:gd name="connsiteX24" fmla="*/ 14 w 10001"/>
                <a:gd name="connsiteY24" fmla="*/ 3094 h 10000"/>
                <a:gd name="connsiteX25" fmla="*/ 727 w 10001"/>
                <a:gd name="connsiteY25" fmla="*/ 4032 h 10000"/>
                <a:gd name="connsiteX26" fmla="*/ 2594 w 10001"/>
                <a:gd name="connsiteY26" fmla="*/ 8287 h 10000"/>
                <a:gd name="connsiteX27" fmla="*/ 4576 w 10001"/>
                <a:gd name="connsiteY27" fmla="*/ 9609 h 10000"/>
                <a:gd name="connsiteX0" fmla="*/ 4576 w 10001"/>
                <a:gd name="connsiteY0" fmla="*/ 9609 h 10000"/>
                <a:gd name="connsiteX1" fmla="*/ 7244 w 10001"/>
                <a:gd name="connsiteY1" fmla="*/ 9802 h 10000"/>
                <a:gd name="connsiteX2" fmla="*/ 8593 w 10001"/>
                <a:gd name="connsiteY2" fmla="*/ 8714 h 10000"/>
                <a:gd name="connsiteX3" fmla="*/ 8816 w 10001"/>
                <a:gd name="connsiteY3" fmla="*/ 9307 h 10000"/>
                <a:gd name="connsiteX4" fmla="*/ 8697 w 10001"/>
                <a:gd name="connsiteY4" fmla="*/ 8580 h 10000"/>
                <a:gd name="connsiteX5" fmla="*/ 8965 w 10001"/>
                <a:gd name="connsiteY5" fmla="*/ 7573 h 10000"/>
                <a:gd name="connsiteX6" fmla="*/ 8977 w 10001"/>
                <a:gd name="connsiteY6" fmla="*/ 7383 h 10000"/>
                <a:gd name="connsiteX7" fmla="*/ 9121 w 10001"/>
                <a:gd name="connsiteY7" fmla="*/ 6988 h 10000"/>
                <a:gd name="connsiteX8" fmla="*/ 9999 w 10001"/>
                <a:gd name="connsiteY8" fmla="*/ 5740 h 10000"/>
                <a:gd name="connsiteX9" fmla="*/ 9801 w 10001"/>
                <a:gd name="connsiteY9" fmla="*/ 5981 h 10000"/>
                <a:gd name="connsiteX10" fmla="*/ 9006 w 10001"/>
                <a:gd name="connsiteY10" fmla="*/ 6678 h 10000"/>
                <a:gd name="connsiteX11" fmla="*/ 8568 w 10001"/>
                <a:gd name="connsiteY11" fmla="*/ 3584 h 10000"/>
                <a:gd name="connsiteX12" fmla="*/ 4701 w 10001"/>
                <a:gd name="connsiteY12" fmla="*/ 981 h 10000"/>
                <a:gd name="connsiteX13" fmla="*/ 3690 w 10001"/>
                <a:gd name="connsiteY13" fmla="*/ 0 h 10000"/>
                <a:gd name="connsiteX14" fmla="*/ 3023 w 10001"/>
                <a:gd name="connsiteY14" fmla="*/ 172 h 10000"/>
                <a:gd name="connsiteX15" fmla="*/ 3822 w 10001"/>
                <a:gd name="connsiteY15" fmla="*/ 417 h 10000"/>
                <a:gd name="connsiteX16" fmla="*/ 4632 w 10001"/>
                <a:gd name="connsiteY16" fmla="*/ 938 h 10000"/>
                <a:gd name="connsiteX17" fmla="*/ 3711 w 10001"/>
                <a:gd name="connsiteY17" fmla="*/ 1170 h 10000"/>
                <a:gd name="connsiteX18" fmla="*/ 2902 w 10001"/>
                <a:gd name="connsiteY18" fmla="*/ 1497 h 10000"/>
                <a:gd name="connsiteX19" fmla="*/ 796 w 10001"/>
                <a:gd name="connsiteY19" fmla="*/ 4014 h 10000"/>
                <a:gd name="connsiteX20" fmla="*/ 133 w 10001"/>
                <a:gd name="connsiteY20" fmla="*/ 3305 h 10000"/>
                <a:gd name="connsiteX21" fmla="*/ 869 w 10001"/>
                <a:gd name="connsiteY21" fmla="*/ 2904 h 10000"/>
                <a:gd name="connsiteX22" fmla="*/ 538 w 10001"/>
                <a:gd name="connsiteY22" fmla="*/ 2598 h 10000"/>
                <a:gd name="connsiteX23" fmla="*/ 14 w 10001"/>
                <a:gd name="connsiteY23" fmla="*/ 3094 h 10000"/>
                <a:gd name="connsiteX24" fmla="*/ 727 w 10001"/>
                <a:gd name="connsiteY24" fmla="*/ 4032 h 10000"/>
                <a:gd name="connsiteX25" fmla="*/ 2594 w 10001"/>
                <a:gd name="connsiteY25" fmla="*/ 8287 h 10000"/>
                <a:gd name="connsiteX26" fmla="*/ 4576 w 10001"/>
                <a:gd name="connsiteY26" fmla="*/ 9609 h 10000"/>
                <a:gd name="connsiteX0" fmla="*/ 4576 w 10001"/>
                <a:gd name="connsiteY0" fmla="*/ 9609 h 10000"/>
                <a:gd name="connsiteX1" fmla="*/ 7244 w 10001"/>
                <a:gd name="connsiteY1" fmla="*/ 9802 h 10000"/>
                <a:gd name="connsiteX2" fmla="*/ 8593 w 10001"/>
                <a:gd name="connsiteY2" fmla="*/ 8714 h 10000"/>
                <a:gd name="connsiteX3" fmla="*/ 8816 w 10001"/>
                <a:gd name="connsiteY3" fmla="*/ 9307 h 10000"/>
                <a:gd name="connsiteX4" fmla="*/ 8697 w 10001"/>
                <a:gd name="connsiteY4" fmla="*/ 8580 h 10000"/>
                <a:gd name="connsiteX5" fmla="*/ 8965 w 10001"/>
                <a:gd name="connsiteY5" fmla="*/ 7573 h 10000"/>
                <a:gd name="connsiteX6" fmla="*/ 8977 w 10001"/>
                <a:gd name="connsiteY6" fmla="*/ 7383 h 10000"/>
                <a:gd name="connsiteX7" fmla="*/ 9121 w 10001"/>
                <a:gd name="connsiteY7" fmla="*/ 6988 h 10000"/>
                <a:gd name="connsiteX8" fmla="*/ 9999 w 10001"/>
                <a:gd name="connsiteY8" fmla="*/ 5740 h 10000"/>
                <a:gd name="connsiteX9" fmla="*/ 9006 w 10001"/>
                <a:gd name="connsiteY9" fmla="*/ 6678 h 10000"/>
                <a:gd name="connsiteX10" fmla="*/ 8568 w 10001"/>
                <a:gd name="connsiteY10" fmla="*/ 3584 h 10000"/>
                <a:gd name="connsiteX11" fmla="*/ 4701 w 10001"/>
                <a:gd name="connsiteY11" fmla="*/ 981 h 10000"/>
                <a:gd name="connsiteX12" fmla="*/ 3690 w 10001"/>
                <a:gd name="connsiteY12" fmla="*/ 0 h 10000"/>
                <a:gd name="connsiteX13" fmla="*/ 3023 w 10001"/>
                <a:gd name="connsiteY13" fmla="*/ 172 h 10000"/>
                <a:gd name="connsiteX14" fmla="*/ 3822 w 10001"/>
                <a:gd name="connsiteY14" fmla="*/ 417 h 10000"/>
                <a:gd name="connsiteX15" fmla="*/ 4632 w 10001"/>
                <a:gd name="connsiteY15" fmla="*/ 938 h 10000"/>
                <a:gd name="connsiteX16" fmla="*/ 3711 w 10001"/>
                <a:gd name="connsiteY16" fmla="*/ 1170 h 10000"/>
                <a:gd name="connsiteX17" fmla="*/ 2902 w 10001"/>
                <a:gd name="connsiteY17" fmla="*/ 1497 h 10000"/>
                <a:gd name="connsiteX18" fmla="*/ 796 w 10001"/>
                <a:gd name="connsiteY18" fmla="*/ 4014 h 10000"/>
                <a:gd name="connsiteX19" fmla="*/ 133 w 10001"/>
                <a:gd name="connsiteY19" fmla="*/ 3305 h 10000"/>
                <a:gd name="connsiteX20" fmla="*/ 869 w 10001"/>
                <a:gd name="connsiteY20" fmla="*/ 2904 h 10000"/>
                <a:gd name="connsiteX21" fmla="*/ 538 w 10001"/>
                <a:gd name="connsiteY21" fmla="*/ 2598 h 10000"/>
                <a:gd name="connsiteX22" fmla="*/ 14 w 10001"/>
                <a:gd name="connsiteY22" fmla="*/ 3094 h 10000"/>
                <a:gd name="connsiteX23" fmla="*/ 727 w 10001"/>
                <a:gd name="connsiteY23" fmla="*/ 4032 h 10000"/>
                <a:gd name="connsiteX24" fmla="*/ 2594 w 10001"/>
                <a:gd name="connsiteY24" fmla="*/ 8287 h 10000"/>
                <a:gd name="connsiteX25" fmla="*/ 4576 w 10001"/>
                <a:gd name="connsiteY25" fmla="*/ 9609 h 10000"/>
                <a:gd name="connsiteX0" fmla="*/ 4576 w 9121"/>
                <a:gd name="connsiteY0" fmla="*/ 9609 h 10000"/>
                <a:gd name="connsiteX1" fmla="*/ 7244 w 9121"/>
                <a:gd name="connsiteY1" fmla="*/ 9802 h 10000"/>
                <a:gd name="connsiteX2" fmla="*/ 8593 w 9121"/>
                <a:gd name="connsiteY2" fmla="*/ 8714 h 10000"/>
                <a:gd name="connsiteX3" fmla="*/ 8816 w 9121"/>
                <a:gd name="connsiteY3" fmla="*/ 9307 h 10000"/>
                <a:gd name="connsiteX4" fmla="*/ 8697 w 9121"/>
                <a:gd name="connsiteY4" fmla="*/ 8580 h 10000"/>
                <a:gd name="connsiteX5" fmla="*/ 8965 w 9121"/>
                <a:gd name="connsiteY5" fmla="*/ 7573 h 10000"/>
                <a:gd name="connsiteX6" fmla="*/ 8977 w 9121"/>
                <a:gd name="connsiteY6" fmla="*/ 7383 h 10000"/>
                <a:gd name="connsiteX7" fmla="*/ 9121 w 9121"/>
                <a:gd name="connsiteY7" fmla="*/ 6988 h 10000"/>
                <a:gd name="connsiteX8" fmla="*/ 9006 w 9121"/>
                <a:gd name="connsiteY8" fmla="*/ 6678 h 10000"/>
                <a:gd name="connsiteX9" fmla="*/ 8568 w 9121"/>
                <a:gd name="connsiteY9" fmla="*/ 3584 h 10000"/>
                <a:gd name="connsiteX10" fmla="*/ 4701 w 9121"/>
                <a:gd name="connsiteY10" fmla="*/ 981 h 10000"/>
                <a:gd name="connsiteX11" fmla="*/ 3690 w 9121"/>
                <a:gd name="connsiteY11" fmla="*/ 0 h 10000"/>
                <a:gd name="connsiteX12" fmla="*/ 3023 w 9121"/>
                <a:gd name="connsiteY12" fmla="*/ 172 h 10000"/>
                <a:gd name="connsiteX13" fmla="*/ 3822 w 9121"/>
                <a:gd name="connsiteY13" fmla="*/ 417 h 10000"/>
                <a:gd name="connsiteX14" fmla="*/ 4632 w 9121"/>
                <a:gd name="connsiteY14" fmla="*/ 938 h 10000"/>
                <a:gd name="connsiteX15" fmla="*/ 3711 w 9121"/>
                <a:gd name="connsiteY15" fmla="*/ 1170 h 10000"/>
                <a:gd name="connsiteX16" fmla="*/ 2902 w 9121"/>
                <a:gd name="connsiteY16" fmla="*/ 1497 h 10000"/>
                <a:gd name="connsiteX17" fmla="*/ 796 w 9121"/>
                <a:gd name="connsiteY17" fmla="*/ 4014 h 10000"/>
                <a:gd name="connsiteX18" fmla="*/ 133 w 9121"/>
                <a:gd name="connsiteY18" fmla="*/ 3305 h 10000"/>
                <a:gd name="connsiteX19" fmla="*/ 869 w 9121"/>
                <a:gd name="connsiteY19" fmla="*/ 2904 h 10000"/>
                <a:gd name="connsiteX20" fmla="*/ 538 w 9121"/>
                <a:gd name="connsiteY20" fmla="*/ 2598 h 10000"/>
                <a:gd name="connsiteX21" fmla="*/ 14 w 9121"/>
                <a:gd name="connsiteY21" fmla="*/ 3094 h 10000"/>
                <a:gd name="connsiteX22" fmla="*/ 727 w 9121"/>
                <a:gd name="connsiteY22" fmla="*/ 4032 h 10000"/>
                <a:gd name="connsiteX23" fmla="*/ 2594 w 9121"/>
                <a:gd name="connsiteY23" fmla="*/ 8287 h 10000"/>
                <a:gd name="connsiteX24" fmla="*/ 4576 w 9121"/>
                <a:gd name="connsiteY24" fmla="*/ 9609 h 10000"/>
                <a:gd name="connsiteX0" fmla="*/ 5017 w 10000"/>
                <a:gd name="connsiteY0" fmla="*/ 9609 h 10000"/>
                <a:gd name="connsiteX1" fmla="*/ 7942 w 10000"/>
                <a:gd name="connsiteY1" fmla="*/ 9802 h 10000"/>
                <a:gd name="connsiteX2" fmla="*/ 9421 w 10000"/>
                <a:gd name="connsiteY2" fmla="*/ 8714 h 10000"/>
                <a:gd name="connsiteX3" fmla="*/ 9666 w 10000"/>
                <a:gd name="connsiteY3" fmla="*/ 9307 h 10000"/>
                <a:gd name="connsiteX4" fmla="*/ 9535 w 10000"/>
                <a:gd name="connsiteY4" fmla="*/ 8580 h 10000"/>
                <a:gd name="connsiteX5" fmla="*/ 9829 w 10000"/>
                <a:gd name="connsiteY5" fmla="*/ 7573 h 10000"/>
                <a:gd name="connsiteX6" fmla="*/ 9842 w 10000"/>
                <a:gd name="connsiteY6" fmla="*/ 7383 h 10000"/>
                <a:gd name="connsiteX7" fmla="*/ 10000 w 10000"/>
                <a:gd name="connsiteY7" fmla="*/ 6988 h 10000"/>
                <a:gd name="connsiteX8" fmla="*/ 9394 w 10000"/>
                <a:gd name="connsiteY8" fmla="*/ 3584 h 10000"/>
                <a:gd name="connsiteX9" fmla="*/ 5154 w 10000"/>
                <a:gd name="connsiteY9" fmla="*/ 981 h 10000"/>
                <a:gd name="connsiteX10" fmla="*/ 4046 w 10000"/>
                <a:gd name="connsiteY10" fmla="*/ 0 h 10000"/>
                <a:gd name="connsiteX11" fmla="*/ 3314 w 10000"/>
                <a:gd name="connsiteY11" fmla="*/ 172 h 10000"/>
                <a:gd name="connsiteX12" fmla="*/ 4190 w 10000"/>
                <a:gd name="connsiteY12" fmla="*/ 417 h 10000"/>
                <a:gd name="connsiteX13" fmla="*/ 5078 w 10000"/>
                <a:gd name="connsiteY13" fmla="*/ 938 h 10000"/>
                <a:gd name="connsiteX14" fmla="*/ 4069 w 10000"/>
                <a:gd name="connsiteY14" fmla="*/ 1170 h 10000"/>
                <a:gd name="connsiteX15" fmla="*/ 3182 w 10000"/>
                <a:gd name="connsiteY15" fmla="*/ 1497 h 10000"/>
                <a:gd name="connsiteX16" fmla="*/ 873 w 10000"/>
                <a:gd name="connsiteY16" fmla="*/ 4014 h 10000"/>
                <a:gd name="connsiteX17" fmla="*/ 146 w 10000"/>
                <a:gd name="connsiteY17" fmla="*/ 3305 h 10000"/>
                <a:gd name="connsiteX18" fmla="*/ 953 w 10000"/>
                <a:gd name="connsiteY18" fmla="*/ 2904 h 10000"/>
                <a:gd name="connsiteX19" fmla="*/ 590 w 10000"/>
                <a:gd name="connsiteY19" fmla="*/ 2598 h 10000"/>
                <a:gd name="connsiteX20" fmla="*/ 15 w 10000"/>
                <a:gd name="connsiteY20" fmla="*/ 3094 h 10000"/>
                <a:gd name="connsiteX21" fmla="*/ 797 w 10000"/>
                <a:gd name="connsiteY21" fmla="*/ 4032 h 10000"/>
                <a:gd name="connsiteX22" fmla="*/ 2844 w 10000"/>
                <a:gd name="connsiteY22" fmla="*/ 8287 h 10000"/>
                <a:gd name="connsiteX23" fmla="*/ 5017 w 10000"/>
                <a:gd name="connsiteY23" fmla="*/ 9609 h 10000"/>
                <a:gd name="connsiteX0" fmla="*/ 5017 w 9884"/>
                <a:gd name="connsiteY0" fmla="*/ 9609 h 10000"/>
                <a:gd name="connsiteX1" fmla="*/ 7942 w 9884"/>
                <a:gd name="connsiteY1" fmla="*/ 9802 h 10000"/>
                <a:gd name="connsiteX2" fmla="*/ 9421 w 9884"/>
                <a:gd name="connsiteY2" fmla="*/ 8714 h 10000"/>
                <a:gd name="connsiteX3" fmla="*/ 9666 w 9884"/>
                <a:gd name="connsiteY3" fmla="*/ 9307 h 10000"/>
                <a:gd name="connsiteX4" fmla="*/ 9535 w 9884"/>
                <a:gd name="connsiteY4" fmla="*/ 8580 h 10000"/>
                <a:gd name="connsiteX5" fmla="*/ 9829 w 9884"/>
                <a:gd name="connsiteY5" fmla="*/ 7573 h 10000"/>
                <a:gd name="connsiteX6" fmla="*/ 9842 w 9884"/>
                <a:gd name="connsiteY6" fmla="*/ 7383 h 10000"/>
                <a:gd name="connsiteX7" fmla="*/ 9394 w 9884"/>
                <a:gd name="connsiteY7" fmla="*/ 3584 h 10000"/>
                <a:gd name="connsiteX8" fmla="*/ 5154 w 9884"/>
                <a:gd name="connsiteY8" fmla="*/ 981 h 10000"/>
                <a:gd name="connsiteX9" fmla="*/ 4046 w 9884"/>
                <a:gd name="connsiteY9" fmla="*/ 0 h 10000"/>
                <a:gd name="connsiteX10" fmla="*/ 3314 w 9884"/>
                <a:gd name="connsiteY10" fmla="*/ 172 h 10000"/>
                <a:gd name="connsiteX11" fmla="*/ 4190 w 9884"/>
                <a:gd name="connsiteY11" fmla="*/ 417 h 10000"/>
                <a:gd name="connsiteX12" fmla="*/ 5078 w 9884"/>
                <a:gd name="connsiteY12" fmla="*/ 938 h 10000"/>
                <a:gd name="connsiteX13" fmla="*/ 4069 w 9884"/>
                <a:gd name="connsiteY13" fmla="*/ 1170 h 10000"/>
                <a:gd name="connsiteX14" fmla="*/ 3182 w 9884"/>
                <a:gd name="connsiteY14" fmla="*/ 1497 h 10000"/>
                <a:gd name="connsiteX15" fmla="*/ 873 w 9884"/>
                <a:gd name="connsiteY15" fmla="*/ 4014 h 10000"/>
                <a:gd name="connsiteX16" fmla="*/ 146 w 9884"/>
                <a:gd name="connsiteY16" fmla="*/ 3305 h 10000"/>
                <a:gd name="connsiteX17" fmla="*/ 953 w 9884"/>
                <a:gd name="connsiteY17" fmla="*/ 2904 h 10000"/>
                <a:gd name="connsiteX18" fmla="*/ 590 w 9884"/>
                <a:gd name="connsiteY18" fmla="*/ 2598 h 10000"/>
                <a:gd name="connsiteX19" fmla="*/ 15 w 9884"/>
                <a:gd name="connsiteY19" fmla="*/ 3094 h 10000"/>
                <a:gd name="connsiteX20" fmla="*/ 797 w 9884"/>
                <a:gd name="connsiteY20" fmla="*/ 4032 h 10000"/>
                <a:gd name="connsiteX21" fmla="*/ 2844 w 9884"/>
                <a:gd name="connsiteY21" fmla="*/ 8287 h 10000"/>
                <a:gd name="connsiteX22" fmla="*/ 5017 w 9884"/>
                <a:gd name="connsiteY22" fmla="*/ 9609 h 10000"/>
                <a:gd name="connsiteX0" fmla="*/ 5076 w 10011"/>
                <a:gd name="connsiteY0" fmla="*/ 9609 h 10000"/>
                <a:gd name="connsiteX1" fmla="*/ 8035 w 10011"/>
                <a:gd name="connsiteY1" fmla="*/ 9802 h 10000"/>
                <a:gd name="connsiteX2" fmla="*/ 9532 w 10011"/>
                <a:gd name="connsiteY2" fmla="*/ 8714 h 10000"/>
                <a:gd name="connsiteX3" fmla="*/ 9779 w 10011"/>
                <a:gd name="connsiteY3" fmla="*/ 9307 h 10000"/>
                <a:gd name="connsiteX4" fmla="*/ 9647 w 10011"/>
                <a:gd name="connsiteY4" fmla="*/ 8580 h 10000"/>
                <a:gd name="connsiteX5" fmla="*/ 9944 w 10011"/>
                <a:gd name="connsiteY5" fmla="*/ 7573 h 10000"/>
                <a:gd name="connsiteX6" fmla="*/ 9504 w 10011"/>
                <a:gd name="connsiteY6" fmla="*/ 3584 h 10000"/>
                <a:gd name="connsiteX7" fmla="*/ 5214 w 10011"/>
                <a:gd name="connsiteY7" fmla="*/ 981 h 10000"/>
                <a:gd name="connsiteX8" fmla="*/ 4093 w 10011"/>
                <a:gd name="connsiteY8" fmla="*/ 0 h 10000"/>
                <a:gd name="connsiteX9" fmla="*/ 3353 w 10011"/>
                <a:gd name="connsiteY9" fmla="*/ 172 h 10000"/>
                <a:gd name="connsiteX10" fmla="*/ 4239 w 10011"/>
                <a:gd name="connsiteY10" fmla="*/ 417 h 10000"/>
                <a:gd name="connsiteX11" fmla="*/ 5138 w 10011"/>
                <a:gd name="connsiteY11" fmla="*/ 938 h 10000"/>
                <a:gd name="connsiteX12" fmla="*/ 4117 w 10011"/>
                <a:gd name="connsiteY12" fmla="*/ 1170 h 10000"/>
                <a:gd name="connsiteX13" fmla="*/ 3219 w 10011"/>
                <a:gd name="connsiteY13" fmla="*/ 1497 h 10000"/>
                <a:gd name="connsiteX14" fmla="*/ 883 w 10011"/>
                <a:gd name="connsiteY14" fmla="*/ 4014 h 10000"/>
                <a:gd name="connsiteX15" fmla="*/ 148 w 10011"/>
                <a:gd name="connsiteY15" fmla="*/ 3305 h 10000"/>
                <a:gd name="connsiteX16" fmla="*/ 964 w 10011"/>
                <a:gd name="connsiteY16" fmla="*/ 2904 h 10000"/>
                <a:gd name="connsiteX17" fmla="*/ 597 w 10011"/>
                <a:gd name="connsiteY17" fmla="*/ 2598 h 10000"/>
                <a:gd name="connsiteX18" fmla="*/ 15 w 10011"/>
                <a:gd name="connsiteY18" fmla="*/ 3094 h 10000"/>
                <a:gd name="connsiteX19" fmla="*/ 806 w 10011"/>
                <a:gd name="connsiteY19" fmla="*/ 4032 h 10000"/>
                <a:gd name="connsiteX20" fmla="*/ 2877 w 10011"/>
                <a:gd name="connsiteY20" fmla="*/ 8287 h 10000"/>
                <a:gd name="connsiteX21" fmla="*/ 5076 w 10011"/>
                <a:gd name="connsiteY21" fmla="*/ 9609 h 10000"/>
                <a:gd name="connsiteX0" fmla="*/ 5076 w 9861"/>
                <a:gd name="connsiteY0" fmla="*/ 9609 h 10000"/>
                <a:gd name="connsiteX1" fmla="*/ 8035 w 9861"/>
                <a:gd name="connsiteY1" fmla="*/ 9802 h 10000"/>
                <a:gd name="connsiteX2" fmla="*/ 9532 w 9861"/>
                <a:gd name="connsiteY2" fmla="*/ 8714 h 10000"/>
                <a:gd name="connsiteX3" fmla="*/ 9779 w 9861"/>
                <a:gd name="connsiteY3" fmla="*/ 9307 h 10000"/>
                <a:gd name="connsiteX4" fmla="*/ 9647 w 9861"/>
                <a:gd name="connsiteY4" fmla="*/ 8580 h 10000"/>
                <a:gd name="connsiteX5" fmla="*/ 9504 w 9861"/>
                <a:gd name="connsiteY5" fmla="*/ 3584 h 10000"/>
                <a:gd name="connsiteX6" fmla="*/ 5214 w 9861"/>
                <a:gd name="connsiteY6" fmla="*/ 981 h 10000"/>
                <a:gd name="connsiteX7" fmla="*/ 4093 w 9861"/>
                <a:gd name="connsiteY7" fmla="*/ 0 h 10000"/>
                <a:gd name="connsiteX8" fmla="*/ 3353 w 9861"/>
                <a:gd name="connsiteY8" fmla="*/ 172 h 10000"/>
                <a:gd name="connsiteX9" fmla="*/ 4239 w 9861"/>
                <a:gd name="connsiteY9" fmla="*/ 417 h 10000"/>
                <a:gd name="connsiteX10" fmla="*/ 5138 w 9861"/>
                <a:gd name="connsiteY10" fmla="*/ 938 h 10000"/>
                <a:gd name="connsiteX11" fmla="*/ 4117 w 9861"/>
                <a:gd name="connsiteY11" fmla="*/ 1170 h 10000"/>
                <a:gd name="connsiteX12" fmla="*/ 3219 w 9861"/>
                <a:gd name="connsiteY12" fmla="*/ 1497 h 10000"/>
                <a:gd name="connsiteX13" fmla="*/ 883 w 9861"/>
                <a:gd name="connsiteY13" fmla="*/ 4014 h 10000"/>
                <a:gd name="connsiteX14" fmla="*/ 148 w 9861"/>
                <a:gd name="connsiteY14" fmla="*/ 3305 h 10000"/>
                <a:gd name="connsiteX15" fmla="*/ 964 w 9861"/>
                <a:gd name="connsiteY15" fmla="*/ 2904 h 10000"/>
                <a:gd name="connsiteX16" fmla="*/ 597 w 9861"/>
                <a:gd name="connsiteY16" fmla="*/ 2598 h 10000"/>
                <a:gd name="connsiteX17" fmla="*/ 15 w 9861"/>
                <a:gd name="connsiteY17" fmla="*/ 3094 h 10000"/>
                <a:gd name="connsiteX18" fmla="*/ 806 w 9861"/>
                <a:gd name="connsiteY18" fmla="*/ 4032 h 10000"/>
                <a:gd name="connsiteX19" fmla="*/ 2877 w 9861"/>
                <a:gd name="connsiteY19" fmla="*/ 8287 h 10000"/>
                <a:gd name="connsiteX20" fmla="*/ 5076 w 9861"/>
                <a:gd name="connsiteY20" fmla="*/ 9609 h 10000"/>
                <a:gd name="connsiteX0" fmla="*/ 5148 w 10070"/>
                <a:gd name="connsiteY0" fmla="*/ 9609 h 10000"/>
                <a:gd name="connsiteX1" fmla="*/ 8148 w 10070"/>
                <a:gd name="connsiteY1" fmla="*/ 9802 h 10000"/>
                <a:gd name="connsiteX2" fmla="*/ 9666 w 10070"/>
                <a:gd name="connsiteY2" fmla="*/ 8714 h 10000"/>
                <a:gd name="connsiteX3" fmla="*/ 9917 w 10070"/>
                <a:gd name="connsiteY3" fmla="*/ 9307 h 10000"/>
                <a:gd name="connsiteX4" fmla="*/ 9638 w 10070"/>
                <a:gd name="connsiteY4" fmla="*/ 3584 h 10000"/>
                <a:gd name="connsiteX5" fmla="*/ 5287 w 10070"/>
                <a:gd name="connsiteY5" fmla="*/ 981 h 10000"/>
                <a:gd name="connsiteX6" fmla="*/ 4151 w 10070"/>
                <a:gd name="connsiteY6" fmla="*/ 0 h 10000"/>
                <a:gd name="connsiteX7" fmla="*/ 3400 w 10070"/>
                <a:gd name="connsiteY7" fmla="*/ 172 h 10000"/>
                <a:gd name="connsiteX8" fmla="*/ 4299 w 10070"/>
                <a:gd name="connsiteY8" fmla="*/ 417 h 10000"/>
                <a:gd name="connsiteX9" fmla="*/ 5210 w 10070"/>
                <a:gd name="connsiteY9" fmla="*/ 938 h 10000"/>
                <a:gd name="connsiteX10" fmla="*/ 4175 w 10070"/>
                <a:gd name="connsiteY10" fmla="*/ 1170 h 10000"/>
                <a:gd name="connsiteX11" fmla="*/ 3264 w 10070"/>
                <a:gd name="connsiteY11" fmla="*/ 1497 h 10000"/>
                <a:gd name="connsiteX12" fmla="*/ 895 w 10070"/>
                <a:gd name="connsiteY12" fmla="*/ 4014 h 10000"/>
                <a:gd name="connsiteX13" fmla="*/ 150 w 10070"/>
                <a:gd name="connsiteY13" fmla="*/ 3305 h 10000"/>
                <a:gd name="connsiteX14" fmla="*/ 978 w 10070"/>
                <a:gd name="connsiteY14" fmla="*/ 2904 h 10000"/>
                <a:gd name="connsiteX15" fmla="*/ 605 w 10070"/>
                <a:gd name="connsiteY15" fmla="*/ 2598 h 10000"/>
                <a:gd name="connsiteX16" fmla="*/ 15 w 10070"/>
                <a:gd name="connsiteY16" fmla="*/ 3094 h 10000"/>
                <a:gd name="connsiteX17" fmla="*/ 817 w 10070"/>
                <a:gd name="connsiteY17" fmla="*/ 4032 h 10000"/>
                <a:gd name="connsiteX18" fmla="*/ 2918 w 10070"/>
                <a:gd name="connsiteY18" fmla="*/ 8287 h 10000"/>
                <a:gd name="connsiteX19" fmla="*/ 5148 w 10070"/>
                <a:gd name="connsiteY19" fmla="*/ 9609 h 10000"/>
                <a:gd name="connsiteX0" fmla="*/ 5148 w 10034"/>
                <a:gd name="connsiteY0" fmla="*/ 9609 h 10000"/>
                <a:gd name="connsiteX1" fmla="*/ 8148 w 10034"/>
                <a:gd name="connsiteY1" fmla="*/ 9802 h 10000"/>
                <a:gd name="connsiteX2" fmla="*/ 9666 w 10034"/>
                <a:gd name="connsiteY2" fmla="*/ 8714 h 10000"/>
                <a:gd name="connsiteX3" fmla="*/ 9638 w 10034"/>
                <a:gd name="connsiteY3" fmla="*/ 3584 h 10000"/>
                <a:gd name="connsiteX4" fmla="*/ 5287 w 10034"/>
                <a:gd name="connsiteY4" fmla="*/ 981 h 10000"/>
                <a:gd name="connsiteX5" fmla="*/ 4151 w 10034"/>
                <a:gd name="connsiteY5" fmla="*/ 0 h 10000"/>
                <a:gd name="connsiteX6" fmla="*/ 3400 w 10034"/>
                <a:gd name="connsiteY6" fmla="*/ 172 h 10000"/>
                <a:gd name="connsiteX7" fmla="*/ 4299 w 10034"/>
                <a:gd name="connsiteY7" fmla="*/ 417 h 10000"/>
                <a:gd name="connsiteX8" fmla="*/ 5210 w 10034"/>
                <a:gd name="connsiteY8" fmla="*/ 938 h 10000"/>
                <a:gd name="connsiteX9" fmla="*/ 4175 w 10034"/>
                <a:gd name="connsiteY9" fmla="*/ 1170 h 10000"/>
                <a:gd name="connsiteX10" fmla="*/ 3264 w 10034"/>
                <a:gd name="connsiteY10" fmla="*/ 1497 h 10000"/>
                <a:gd name="connsiteX11" fmla="*/ 895 w 10034"/>
                <a:gd name="connsiteY11" fmla="*/ 4014 h 10000"/>
                <a:gd name="connsiteX12" fmla="*/ 150 w 10034"/>
                <a:gd name="connsiteY12" fmla="*/ 3305 h 10000"/>
                <a:gd name="connsiteX13" fmla="*/ 978 w 10034"/>
                <a:gd name="connsiteY13" fmla="*/ 2904 h 10000"/>
                <a:gd name="connsiteX14" fmla="*/ 605 w 10034"/>
                <a:gd name="connsiteY14" fmla="*/ 2598 h 10000"/>
                <a:gd name="connsiteX15" fmla="*/ 15 w 10034"/>
                <a:gd name="connsiteY15" fmla="*/ 3094 h 10000"/>
                <a:gd name="connsiteX16" fmla="*/ 817 w 10034"/>
                <a:gd name="connsiteY16" fmla="*/ 4032 h 10000"/>
                <a:gd name="connsiteX17" fmla="*/ 2918 w 10034"/>
                <a:gd name="connsiteY17" fmla="*/ 8287 h 10000"/>
                <a:gd name="connsiteX18" fmla="*/ 5148 w 10034"/>
                <a:gd name="connsiteY18" fmla="*/ 9609 h 10000"/>
                <a:gd name="connsiteX0" fmla="*/ 5148 w 9745"/>
                <a:gd name="connsiteY0" fmla="*/ 9609 h 10000"/>
                <a:gd name="connsiteX1" fmla="*/ 8148 w 9745"/>
                <a:gd name="connsiteY1" fmla="*/ 9802 h 10000"/>
                <a:gd name="connsiteX2" fmla="*/ 9638 w 9745"/>
                <a:gd name="connsiteY2" fmla="*/ 3584 h 10000"/>
                <a:gd name="connsiteX3" fmla="*/ 5287 w 9745"/>
                <a:gd name="connsiteY3" fmla="*/ 981 h 10000"/>
                <a:gd name="connsiteX4" fmla="*/ 4151 w 9745"/>
                <a:gd name="connsiteY4" fmla="*/ 0 h 10000"/>
                <a:gd name="connsiteX5" fmla="*/ 3400 w 9745"/>
                <a:gd name="connsiteY5" fmla="*/ 172 h 10000"/>
                <a:gd name="connsiteX6" fmla="*/ 4299 w 9745"/>
                <a:gd name="connsiteY6" fmla="*/ 417 h 10000"/>
                <a:gd name="connsiteX7" fmla="*/ 5210 w 9745"/>
                <a:gd name="connsiteY7" fmla="*/ 938 h 10000"/>
                <a:gd name="connsiteX8" fmla="*/ 4175 w 9745"/>
                <a:gd name="connsiteY8" fmla="*/ 1170 h 10000"/>
                <a:gd name="connsiteX9" fmla="*/ 3264 w 9745"/>
                <a:gd name="connsiteY9" fmla="*/ 1497 h 10000"/>
                <a:gd name="connsiteX10" fmla="*/ 895 w 9745"/>
                <a:gd name="connsiteY10" fmla="*/ 4014 h 10000"/>
                <a:gd name="connsiteX11" fmla="*/ 150 w 9745"/>
                <a:gd name="connsiteY11" fmla="*/ 3305 h 10000"/>
                <a:gd name="connsiteX12" fmla="*/ 978 w 9745"/>
                <a:gd name="connsiteY12" fmla="*/ 2904 h 10000"/>
                <a:gd name="connsiteX13" fmla="*/ 605 w 9745"/>
                <a:gd name="connsiteY13" fmla="*/ 2598 h 10000"/>
                <a:gd name="connsiteX14" fmla="*/ 15 w 9745"/>
                <a:gd name="connsiteY14" fmla="*/ 3094 h 10000"/>
                <a:gd name="connsiteX15" fmla="*/ 817 w 9745"/>
                <a:gd name="connsiteY15" fmla="*/ 4032 h 10000"/>
                <a:gd name="connsiteX16" fmla="*/ 2918 w 9745"/>
                <a:gd name="connsiteY16" fmla="*/ 8287 h 10000"/>
                <a:gd name="connsiteX17" fmla="*/ 5148 w 9745"/>
                <a:gd name="connsiteY17" fmla="*/ 9609 h 10000"/>
                <a:gd name="connsiteX0" fmla="*/ 5283 w 10554"/>
                <a:gd name="connsiteY0" fmla="*/ 9609 h 10000"/>
                <a:gd name="connsiteX1" fmla="*/ 8361 w 10554"/>
                <a:gd name="connsiteY1" fmla="*/ 9802 h 10000"/>
                <a:gd name="connsiteX2" fmla="*/ 9890 w 10554"/>
                <a:gd name="connsiteY2" fmla="*/ 3584 h 10000"/>
                <a:gd name="connsiteX3" fmla="*/ 5425 w 10554"/>
                <a:gd name="connsiteY3" fmla="*/ 981 h 10000"/>
                <a:gd name="connsiteX4" fmla="*/ 4260 w 10554"/>
                <a:gd name="connsiteY4" fmla="*/ 0 h 10000"/>
                <a:gd name="connsiteX5" fmla="*/ 3489 w 10554"/>
                <a:gd name="connsiteY5" fmla="*/ 172 h 10000"/>
                <a:gd name="connsiteX6" fmla="*/ 4411 w 10554"/>
                <a:gd name="connsiteY6" fmla="*/ 417 h 10000"/>
                <a:gd name="connsiteX7" fmla="*/ 5346 w 10554"/>
                <a:gd name="connsiteY7" fmla="*/ 938 h 10000"/>
                <a:gd name="connsiteX8" fmla="*/ 4284 w 10554"/>
                <a:gd name="connsiteY8" fmla="*/ 1170 h 10000"/>
                <a:gd name="connsiteX9" fmla="*/ 3349 w 10554"/>
                <a:gd name="connsiteY9" fmla="*/ 1497 h 10000"/>
                <a:gd name="connsiteX10" fmla="*/ 918 w 10554"/>
                <a:gd name="connsiteY10" fmla="*/ 4014 h 10000"/>
                <a:gd name="connsiteX11" fmla="*/ 154 w 10554"/>
                <a:gd name="connsiteY11" fmla="*/ 3305 h 10000"/>
                <a:gd name="connsiteX12" fmla="*/ 1004 w 10554"/>
                <a:gd name="connsiteY12" fmla="*/ 2904 h 10000"/>
                <a:gd name="connsiteX13" fmla="*/ 621 w 10554"/>
                <a:gd name="connsiteY13" fmla="*/ 2598 h 10000"/>
                <a:gd name="connsiteX14" fmla="*/ 15 w 10554"/>
                <a:gd name="connsiteY14" fmla="*/ 3094 h 10000"/>
                <a:gd name="connsiteX15" fmla="*/ 838 w 10554"/>
                <a:gd name="connsiteY15" fmla="*/ 4032 h 10000"/>
                <a:gd name="connsiteX16" fmla="*/ 2994 w 10554"/>
                <a:gd name="connsiteY16" fmla="*/ 8287 h 10000"/>
                <a:gd name="connsiteX17" fmla="*/ 5283 w 10554"/>
                <a:gd name="connsiteY17" fmla="*/ 9609 h 10000"/>
                <a:gd name="connsiteX0" fmla="*/ 5283 w 10554"/>
                <a:gd name="connsiteY0" fmla="*/ 9624 h 10015"/>
                <a:gd name="connsiteX1" fmla="*/ 8361 w 10554"/>
                <a:gd name="connsiteY1" fmla="*/ 9817 h 10015"/>
                <a:gd name="connsiteX2" fmla="*/ 9890 w 10554"/>
                <a:gd name="connsiteY2" fmla="*/ 3599 h 10015"/>
                <a:gd name="connsiteX3" fmla="*/ 5425 w 10554"/>
                <a:gd name="connsiteY3" fmla="*/ 996 h 10015"/>
                <a:gd name="connsiteX4" fmla="*/ 4260 w 10554"/>
                <a:gd name="connsiteY4" fmla="*/ 15 h 10015"/>
                <a:gd name="connsiteX5" fmla="*/ 4411 w 10554"/>
                <a:gd name="connsiteY5" fmla="*/ 432 h 10015"/>
                <a:gd name="connsiteX6" fmla="*/ 5346 w 10554"/>
                <a:gd name="connsiteY6" fmla="*/ 953 h 10015"/>
                <a:gd name="connsiteX7" fmla="*/ 4284 w 10554"/>
                <a:gd name="connsiteY7" fmla="*/ 1185 h 10015"/>
                <a:gd name="connsiteX8" fmla="*/ 3349 w 10554"/>
                <a:gd name="connsiteY8" fmla="*/ 1512 h 10015"/>
                <a:gd name="connsiteX9" fmla="*/ 918 w 10554"/>
                <a:gd name="connsiteY9" fmla="*/ 4029 h 10015"/>
                <a:gd name="connsiteX10" fmla="*/ 154 w 10554"/>
                <a:gd name="connsiteY10" fmla="*/ 3320 h 10015"/>
                <a:gd name="connsiteX11" fmla="*/ 1004 w 10554"/>
                <a:gd name="connsiteY11" fmla="*/ 2919 h 10015"/>
                <a:gd name="connsiteX12" fmla="*/ 621 w 10554"/>
                <a:gd name="connsiteY12" fmla="*/ 2613 h 10015"/>
                <a:gd name="connsiteX13" fmla="*/ 15 w 10554"/>
                <a:gd name="connsiteY13" fmla="*/ 3109 h 10015"/>
                <a:gd name="connsiteX14" fmla="*/ 838 w 10554"/>
                <a:gd name="connsiteY14" fmla="*/ 4047 h 10015"/>
                <a:gd name="connsiteX15" fmla="*/ 2994 w 10554"/>
                <a:gd name="connsiteY15" fmla="*/ 8302 h 10015"/>
                <a:gd name="connsiteX16" fmla="*/ 5283 w 10554"/>
                <a:gd name="connsiteY16" fmla="*/ 9624 h 10015"/>
                <a:gd name="connsiteX0" fmla="*/ 5283 w 10554"/>
                <a:gd name="connsiteY0" fmla="*/ 9192 h 9583"/>
                <a:gd name="connsiteX1" fmla="*/ 8361 w 10554"/>
                <a:gd name="connsiteY1" fmla="*/ 9385 h 9583"/>
                <a:gd name="connsiteX2" fmla="*/ 9890 w 10554"/>
                <a:gd name="connsiteY2" fmla="*/ 3167 h 9583"/>
                <a:gd name="connsiteX3" fmla="*/ 5425 w 10554"/>
                <a:gd name="connsiteY3" fmla="*/ 564 h 9583"/>
                <a:gd name="connsiteX4" fmla="*/ 4411 w 10554"/>
                <a:gd name="connsiteY4" fmla="*/ 0 h 9583"/>
                <a:gd name="connsiteX5" fmla="*/ 5346 w 10554"/>
                <a:gd name="connsiteY5" fmla="*/ 521 h 9583"/>
                <a:gd name="connsiteX6" fmla="*/ 4284 w 10554"/>
                <a:gd name="connsiteY6" fmla="*/ 753 h 9583"/>
                <a:gd name="connsiteX7" fmla="*/ 3349 w 10554"/>
                <a:gd name="connsiteY7" fmla="*/ 1080 h 9583"/>
                <a:gd name="connsiteX8" fmla="*/ 918 w 10554"/>
                <a:gd name="connsiteY8" fmla="*/ 3597 h 9583"/>
                <a:gd name="connsiteX9" fmla="*/ 154 w 10554"/>
                <a:gd name="connsiteY9" fmla="*/ 2888 h 9583"/>
                <a:gd name="connsiteX10" fmla="*/ 1004 w 10554"/>
                <a:gd name="connsiteY10" fmla="*/ 2487 h 9583"/>
                <a:gd name="connsiteX11" fmla="*/ 621 w 10554"/>
                <a:gd name="connsiteY11" fmla="*/ 2181 h 9583"/>
                <a:gd name="connsiteX12" fmla="*/ 15 w 10554"/>
                <a:gd name="connsiteY12" fmla="*/ 2677 h 9583"/>
                <a:gd name="connsiteX13" fmla="*/ 838 w 10554"/>
                <a:gd name="connsiteY13" fmla="*/ 3615 h 9583"/>
                <a:gd name="connsiteX14" fmla="*/ 2994 w 10554"/>
                <a:gd name="connsiteY14" fmla="*/ 7870 h 9583"/>
                <a:gd name="connsiteX15" fmla="*/ 5283 w 10554"/>
                <a:gd name="connsiteY15" fmla="*/ 9192 h 9583"/>
                <a:gd name="connsiteX0" fmla="*/ 5006 w 10000"/>
                <a:gd name="connsiteY0" fmla="*/ 9229 h 9637"/>
                <a:gd name="connsiteX1" fmla="*/ 7922 w 10000"/>
                <a:gd name="connsiteY1" fmla="*/ 9430 h 9637"/>
                <a:gd name="connsiteX2" fmla="*/ 9371 w 10000"/>
                <a:gd name="connsiteY2" fmla="*/ 2942 h 9637"/>
                <a:gd name="connsiteX3" fmla="*/ 5140 w 10000"/>
                <a:gd name="connsiteY3" fmla="*/ 226 h 9637"/>
                <a:gd name="connsiteX4" fmla="*/ 5065 w 10000"/>
                <a:gd name="connsiteY4" fmla="*/ 181 h 9637"/>
                <a:gd name="connsiteX5" fmla="*/ 4059 w 10000"/>
                <a:gd name="connsiteY5" fmla="*/ 423 h 9637"/>
                <a:gd name="connsiteX6" fmla="*/ 3173 w 10000"/>
                <a:gd name="connsiteY6" fmla="*/ 764 h 9637"/>
                <a:gd name="connsiteX7" fmla="*/ 870 w 10000"/>
                <a:gd name="connsiteY7" fmla="*/ 3391 h 9637"/>
                <a:gd name="connsiteX8" fmla="*/ 146 w 10000"/>
                <a:gd name="connsiteY8" fmla="*/ 2651 h 9637"/>
                <a:gd name="connsiteX9" fmla="*/ 951 w 10000"/>
                <a:gd name="connsiteY9" fmla="*/ 2232 h 9637"/>
                <a:gd name="connsiteX10" fmla="*/ 588 w 10000"/>
                <a:gd name="connsiteY10" fmla="*/ 1913 h 9637"/>
                <a:gd name="connsiteX11" fmla="*/ 14 w 10000"/>
                <a:gd name="connsiteY11" fmla="*/ 2430 h 9637"/>
                <a:gd name="connsiteX12" fmla="*/ 794 w 10000"/>
                <a:gd name="connsiteY12" fmla="*/ 3409 h 9637"/>
                <a:gd name="connsiteX13" fmla="*/ 2837 w 10000"/>
                <a:gd name="connsiteY13" fmla="*/ 7849 h 9637"/>
                <a:gd name="connsiteX14" fmla="*/ 5006 w 10000"/>
                <a:gd name="connsiteY14" fmla="*/ 9229 h 9637"/>
                <a:gd name="connsiteX0" fmla="*/ 5006 w 10000"/>
                <a:gd name="connsiteY0" fmla="*/ 9576 h 9999"/>
                <a:gd name="connsiteX1" fmla="*/ 7922 w 10000"/>
                <a:gd name="connsiteY1" fmla="*/ 9784 h 9999"/>
                <a:gd name="connsiteX2" fmla="*/ 9371 w 10000"/>
                <a:gd name="connsiteY2" fmla="*/ 3052 h 9999"/>
                <a:gd name="connsiteX3" fmla="*/ 5140 w 10000"/>
                <a:gd name="connsiteY3" fmla="*/ 234 h 9999"/>
                <a:gd name="connsiteX4" fmla="*/ 5065 w 10000"/>
                <a:gd name="connsiteY4" fmla="*/ 187 h 9999"/>
                <a:gd name="connsiteX5" fmla="*/ 4059 w 10000"/>
                <a:gd name="connsiteY5" fmla="*/ 438 h 9999"/>
                <a:gd name="connsiteX6" fmla="*/ 3173 w 10000"/>
                <a:gd name="connsiteY6" fmla="*/ 792 h 9999"/>
                <a:gd name="connsiteX7" fmla="*/ 870 w 10000"/>
                <a:gd name="connsiteY7" fmla="*/ 3518 h 9999"/>
                <a:gd name="connsiteX8" fmla="*/ 146 w 10000"/>
                <a:gd name="connsiteY8" fmla="*/ 2750 h 9999"/>
                <a:gd name="connsiteX9" fmla="*/ 951 w 10000"/>
                <a:gd name="connsiteY9" fmla="*/ 2315 h 9999"/>
                <a:gd name="connsiteX10" fmla="*/ 14 w 10000"/>
                <a:gd name="connsiteY10" fmla="*/ 2521 h 9999"/>
                <a:gd name="connsiteX11" fmla="*/ 794 w 10000"/>
                <a:gd name="connsiteY11" fmla="*/ 3536 h 9999"/>
                <a:gd name="connsiteX12" fmla="*/ 2837 w 10000"/>
                <a:gd name="connsiteY12" fmla="*/ 8144 h 9999"/>
                <a:gd name="connsiteX13" fmla="*/ 5006 w 10000"/>
                <a:gd name="connsiteY13" fmla="*/ 9576 h 9999"/>
                <a:gd name="connsiteX0" fmla="*/ 5038 w 10032"/>
                <a:gd name="connsiteY0" fmla="*/ 9577 h 10000"/>
                <a:gd name="connsiteX1" fmla="*/ 7954 w 10032"/>
                <a:gd name="connsiteY1" fmla="*/ 9785 h 10000"/>
                <a:gd name="connsiteX2" fmla="*/ 9403 w 10032"/>
                <a:gd name="connsiteY2" fmla="*/ 3052 h 10000"/>
                <a:gd name="connsiteX3" fmla="*/ 5172 w 10032"/>
                <a:gd name="connsiteY3" fmla="*/ 234 h 10000"/>
                <a:gd name="connsiteX4" fmla="*/ 5097 w 10032"/>
                <a:gd name="connsiteY4" fmla="*/ 187 h 10000"/>
                <a:gd name="connsiteX5" fmla="*/ 4091 w 10032"/>
                <a:gd name="connsiteY5" fmla="*/ 438 h 10000"/>
                <a:gd name="connsiteX6" fmla="*/ 3205 w 10032"/>
                <a:gd name="connsiteY6" fmla="*/ 792 h 10000"/>
                <a:gd name="connsiteX7" fmla="*/ 902 w 10032"/>
                <a:gd name="connsiteY7" fmla="*/ 3518 h 10000"/>
                <a:gd name="connsiteX8" fmla="*/ 178 w 10032"/>
                <a:gd name="connsiteY8" fmla="*/ 2750 h 10000"/>
                <a:gd name="connsiteX9" fmla="*/ 46 w 10032"/>
                <a:gd name="connsiteY9" fmla="*/ 2521 h 10000"/>
                <a:gd name="connsiteX10" fmla="*/ 826 w 10032"/>
                <a:gd name="connsiteY10" fmla="*/ 3536 h 10000"/>
                <a:gd name="connsiteX11" fmla="*/ 2869 w 10032"/>
                <a:gd name="connsiteY11" fmla="*/ 8145 h 10000"/>
                <a:gd name="connsiteX12" fmla="*/ 5038 w 10032"/>
                <a:gd name="connsiteY12" fmla="*/ 9577 h 10000"/>
                <a:gd name="connsiteX0" fmla="*/ 4861 w 9855"/>
                <a:gd name="connsiteY0" fmla="*/ 9577 h 10000"/>
                <a:gd name="connsiteX1" fmla="*/ 7777 w 9855"/>
                <a:gd name="connsiteY1" fmla="*/ 9785 h 10000"/>
                <a:gd name="connsiteX2" fmla="*/ 9226 w 9855"/>
                <a:gd name="connsiteY2" fmla="*/ 3052 h 10000"/>
                <a:gd name="connsiteX3" fmla="*/ 4995 w 9855"/>
                <a:gd name="connsiteY3" fmla="*/ 234 h 10000"/>
                <a:gd name="connsiteX4" fmla="*/ 4920 w 9855"/>
                <a:gd name="connsiteY4" fmla="*/ 187 h 10000"/>
                <a:gd name="connsiteX5" fmla="*/ 3914 w 9855"/>
                <a:gd name="connsiteY5" fmla="*/ 438 h 10000"/>
                <a:gd name="connsiteX6" fmla="*/ 3028 w 9855"/>
                <a:gd name="connsiteY6" fmla="*/ 792 h 10000"/>
                <a:gd name="connsiteX7" fmla="*/ 725 w 9855"/>
                <a:gd name="connsiteY7" fmla="*/ 3518 h 10000"/>
                <a:gd name="connsiteX8" fmla="*/ 1 w 9855"/>
                <a:gd name="connsiteY8" fmla="*/ 2750 h 10000"/>
                <a:gd name="connsiteX9" fmla="*/ 649 w 9855"/>
                <a:gd name="connsiteY9" fmla="*/ 3536 h 10000"/>
                <a:gd name="connsiteX10" fmla="*/ 2692 w 9855"/>
                <a:gd name="connsiteY10" fmla="*/ 8145 h 10000"/>
                <a:gd name="connsiteX11" fmla="*/ 4861 w 9855"/>
                <a:gd name="connsiteY11" fmla="*/ 9577 h 10000"/>
                <a:gd name="connsiteX0" fmla="*/ 4513 w 9580"/>
                <a:gd name="connsiteY0" fmla="*/ 9577 h 10000"/>
                <a:gd name="connsiteX1" fmla="*/ 7471 w 9580"/>
                <a:gd name="connsiteY1" fmla="*/ 9785 h 10000"/>
                <a:gd name="connsiteX2" fmla="*/ 8942 w 9580"/>
                <a:gd name="connsiteY2" fmla="*/ 3052 h 10000"/>
                <a:gd name="connsiteX3" fmla="*/ 4648 w 9580"/>
                <a:gd name="connsiteY3" fmla="*/ 234 h 10000"/>
                <a:gd name="connsiteX4" fmla="*/ 4572 w 9580"/>
                <a:gd name="connsiteY4" fmla="*/ 187 h 10000"/>
                <a:gd name="connsiteX5" fmla="*/ 3552 w 9580"/>
                <a:gd name="connsiteY5" fmla="*/ 438 h 10000"/>
                <a:gd name="connsiteX6" fmla="*/ 2653 w 9580"/>
                <a:gd name="connsiteY6" fmla="*/ 792 h 10000"/>
                <a:gd name="connsiteX7" fmla="*/ 316 w 9580"/>
                <a:gd name="connsiteY7" fmla="*/ 3518 h 10000"/>
                <a:gd name="connsiteX8" fmla="*/ 239 w 9580"/>
                <a:gd name="connsiteY8" fmla="*/ 3536 h 10000"/>
                <a:gd name="connsiteX9" fmla="*/ 2312 w 9580"/>
                <a:gd name="connsiteY9" fmla="*/ 8145 h 10000"/>
                <a:gd name="connsiteX10" fmla="*/ 4513 w 9580"/>
                <a:gd name="connsiteY10" fmla="*/ 957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80" h="10000">
                  <a:moveTo>
                    <a:pt x="4513" y="9577"/>
                  </a:moveTo>
                  <a:cubicBezTo>
                    <a:pt x="5424" y="9967"/>
                    <a:pt x="6518" y="10191"/>
                    <a:pt x="7471" y="9785"/>
                  </a:cubicBezTo>
                  <a:cubicBezTo>
                    <a:pt x="10661" y="8123"/>
                    <a:pt x="9413" y="4644"/>
                    <a:pt x="8942" y="3052"/>
                  </a:cubicBezTo>
                  <a:cubicBezTo>
                    <a:pt x="8095" y="1603"/>
                    <a:pt x="6589" y="167"/>
                    <a:pt x="4648" y="234"/>
                  </a:cubicBezTo>
                  <a:cubicBezTo>
                    <a:pt x="3920" y="-244"/>
                    <a:pt x="4755" y="153"/>
                    <a:pt x="4572" y="187"/>
                  </a:cubicBezTo>
                  <a:cubicBezTo>
                    <a:pt x="4241" y="308"/>
                    <a:pt x="3894" y="359"/>
                    <a:pt x="3552" y="438"/>
                  </a:cubicBezTo>
                  <a:cubicBezTo>
                    <a:pt x="3232" y="514"/>
                    <a:pt x="2935" y="643"/>
                    <a:pt x="2653" y="792"/>
                  </a:cubicBezTo>
                  <a:cubicBezTo>
                    <a:pt x="1552" y="1411"/>
                    <a:pt x="547" y="2307"/>
                    <a:pt x="316" y="3518"/>
                  </a:cubicBezTo>
                  <a:cubicBezTo>
                    <a:pt x="-86" y="3975"/>
                    <a:pt x="-94" y="2765"/>
                    <a:pt x="239" y="3536"/>
                  </a:cubicBezTo>
                  <a:cubicBezTo>
                    <a:pt x="51" y="5280"/>
                    <a:pt x="1067" y="6903"/>
                    <a:pt x="2312" y="8145"/>
                  </a:cubicBezTo>
                  <a:cubicBezTo>
                    <a:pt x="2879" y="8803"/>
                    <a:pt x="3715" y="9195"/>
                    <a:pt x="4513" y="95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" name="Freeform 82"/>
            <p:cNvSpPr>
              <a:spLocks/>
            </p:cNvSpPr>
            <p:nvPr/>
          </p:nvSpPr>
          <p:spPr bwMode="auto">
            <a:xfrm flipV="1">
              <a:off x="3663951" y="6327776"/>
              <a:ext cx="58738" cy="128588"/>
            </a:xfrm>
            <a:custGeom>
              <a:avLst/>
              <a:gdLst>
                <a:gd name="T0" fmla="*/ 135 w 382"/>
                <a:gd name="T1" fmla="*/ 775 h 835"/>
                <a:gd name="T2" fmla="*/ 233 w 382"/>
                <a:gd name="T3" fmla="*/ 736 h 835"/>
                <a:gd name="T4" fmla="*/ 150 w 382"/>
                <a:gd name="T5" fmla="*/ 417 h 835"/>
                <a:gd name="T6" fmla="*/ 382 w 382"/>
                <a:gd name="T7" fmla="*/ 104 h 835"/>
                <a:gd name="T8" fmla="*/ 380 w 382"/>
                <a:gd name="T9" fmla="*/ 0 h 835"/>
                <a:gd name="T10" fmla="*/ 69 w 382"/>
                <a:gd name="T11" fmla="*/ 307 h 835"/>
                <a:gd name="T12" fmla="*/ 135 w 382"/>
                <a:gd name="T13" fmla="*/ 775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2" h="835">
                  <a:moveTo>
                    <a:pt x="135" y="775"/>
                  </a:moveTo>
                  <a:cubicBezTo>
                    <a:pt x="157" y="835"/>
                    <a:pt x="263" y="793"/>
                    <a:pt x="233" y="736"/>
                  </a:cubicBezTo>
                  <a:cubicBezTo>
                    <a:pt x="187" y="636"/>
                    <a:pt x="133" y="532"/>
                    <a:pt x="150" y="417"/>
                  </a:cubicBezTo>
                  <a:cubicBezTo>
                    <a:pt x="165" y="277"/>
                    <a:pt x="291" y="195"/>
                    <a:pt x="382" y="104"/>
                  </a:cubicBezTo>
                  <a:cubicBezTo>
                    <a:pt x="382" y="78"/>
                    <a:pt x="381" y="26"/>
                    <a:pt x="380" y="0"/>
                  </a:cubicBezTo>
                  <a:cubicBezTo>
                    <a:pt x="240" y="53"/>
                    <a:pt x="133" y="173"/>
                    <a:pt x="69" y="307"/>
                  </a:cubicBezTo>
                  <a:cubicBezTo>
                    <a:pt x="0" y="460"/>
                    <a:pt x="49" y="640"/>
                    <a:pt x="135" y="77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Freeform 83"/>
            <p:cNvSpPr>
              <a:spLocks/>
            </p:cNvSpPr>
            <p:nvPr/>
          </p:nvSpPr>
          <p:spPr bwMode="auto">
            <a:xfrm flipV="1">
              <a:off x="3703638" y="6340476"/>
              <a:ext cx="49213" cy="88900"/>
            </a:xfrm>
            <a:custGeom>
              <a:avLst/>
              <a:gdLst>
                <a:gd name="T0" fmla="*/ 43 w 320"/>
                <a:gd name="T1" fmla="*/ 372 h 574"/>
                <a:gd name="T2" fmla="*/ 192 w 320"/>
                <a:gd name="T3" fmla="*/ 555 h 574"/>
                <a:gd name="T4" fmla="*/ 165 w 320"/>
                <a:gd name="T5" fmla="*/ 385 h 574"/>
                <a:gd name="T6" fmla="*/ 193 w 320"/>
                <a:gd name="T7" fmla="*/ 171 h 574"/>
                <a:gd name="T8" fmla="*/ 298 w 320"/>
                <a:gd name="T9" fmla="*/ 44 h 574"/>
                <a:gd name="T10" fmla="*/ 198 w 320"/>
                <a:gd name="T11" fmla="*/ 38 h 574"/>
                <a:gd name="T12" fmla="*/ 43 w 320"/>
                <a:gd name="T13" fmla="*/ 37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0" h="574">
                  <a:moveTo>
                    <a:pt x="43" y="372"/>
                  </a:moveTo>
                  <a:cubicBezTo>
                    <a:pt x="68" y="444"/>
                    <a:pt x="88" y="574"/>
                    <a:pt x="192" y="555"/>
                  </a:cubicBezTo>
                  <a:cubicBezTo>
                    <a:pt x="247" y="501"/>
                    <a:pt x="181" y="441"/>
                    <a:pt x="165" y="385"/>
                  </a:cubicBezTo>
                  <a:cubicBezTo>
                    <a:pt x="127" y="314"/>
                    <a:pt x="145" y="231"/>
                    <a:pt x="193" y="171"/>
                  </a:cubicBezTo>
                  <a:cubicBezTo>
                    <a:pt x="234" y="135"/>
                    <a:pt x="320" y="114"/>
                    <a:pt x="298" y="44"/>
                  </a:cubicBezTo>
                  <a:cubicBezTo>
                    <a:pt x="267" y="23"/>
                    <a:pt x="228" y="0"/>
                    <a:pt x="198" y="38"/>
                  </a:cubicBezTo>
                  <a:cubicBezTo>
                    <a:pt x="95" y="116"/>
                    <a:pt x="0" y="235"/>
                    <a:pt x="43" y="3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椭圆 26"/>
            <p:cNvSpPr/>
            <p:nvPr/>
          </p:nvSpPr>
          <p:spPr>
            <a:xfrm>
              <a:off x="4955383" y="4787505"/>
              <a:ext cx="404018" cy="4040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" name="Group 33"/>
          <p:cNvGrpSpPr>
            <a:grpSpLocks/>
          </p:cNvGrpSpPr>
          <p:nvPr/>
        </p:nvGrpSpPr>
        <p:grpSpPr bwMode="auto">
          <a:xfrm>
            <a:off x="10016339" y="4839389"/>
            <a:ext cx="1608373" cy="1681064"/>
            <a:chOff x="699" y="453"/>
            <a:chExt cx="2102" cy="2197"/>
          </a:xfrm>
          <a:solidFill>
            <a:srgbClr val="595959"/>
          </a:solidFill>
        </p:grpSpPr>
        <p:sp>
          <p:nvSpPr>
            <p:cNvPr id="29" name="Freeform 19"/>
            <p:cNvSpPr>
              <a:spLocks/>
            </p:cNvSpPr>
            <p:nvPr/>
          </p:nvSpPr>
          <p:spPr bwMode="auto">
            <a:xfrm flipV="1">
              <a:off x="1930" y="453"/>
              <a:ext cx="125" cy="118"/>
            </a:xfrm>
            <a:custGeom>
              <a:avLst/>
              <a:gdLst>
                <a:gd name="T0" fmla="*/ 41 w 547"/>
                <a:gd name="T1" fmla="*/ 471 h 518"/>
                <a:gd name="T2" fmla="*/ 532 w 547"/>
                <a:gd name="T3" fmla="*/ 23 h 518"/>
                <a:gd name="T4" fmla="*/ 483 w 547"/>
                <a:gd name="T5" fmla="*/ 0 h 518"/>
                <a:gd name="T6" fmla="*/ 233 w 547"/>
                <a:gd name="T7" fmla="*/ 368 h 518"/>
                <a:gd name="T8" fmla="*/ 41 w 547"/>
                <a:gd name="T9" fmla="*/ 471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7" h="518">
                  <a:moveTo>
                    <a:pt x="41" y="471"/>
                  </a:moveTo>
                  <a:cubicBezTo>
                    <a:pt x="303" y="518"/>
                    <a:pt x="547" y="283"/>
                    <a:pt x="532" y="23"/>
                  </a:cubicBezTo>
                  <a:lnTo>
                    <a:pt x="483" y="0"/>
                  </a:lnTo>
                  <a:cubicBezTo>
                    <a:pt x="424" y="134"/>
                    <a:pt x="401" y="319"/>
                    <a:pt x="233" y="368"/>
                  </a:cubicBezTo>
                  <a:cubicBezTo>
                    <a:pt x="172" y="412"/>
                    <a:pt x="0" y="355"/>
                    <a:pt x="41" y="47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20"/>
            <p:cNvSpPr>
              <a:spLocks/>
            </p:cNvSpPr>
            <p:nvPr/>
          </p:nvSpPr>
          <p:spPr bwMode="auto">
            <a:xfrm flipV="1">
              <a:off x="1434" y="459"/>
              <a:ext cx="135" cy="104"/>
            </a:xfrm>
            <a:custGeom>
              <a:avLst/>
              <a:gdLst>
                <a:gd name="T0" fmla="*/ 94 w 594"/>
                <a:gd name="T1" fmla="*/ 205 h 459"/>
                <a:gd name="T2" fmla="*/ 594 w 594"/>
                <a:gd name="T3" fmla="*/ 426 h 459"/>
                <a:gd name="T4" fmla="*/ 571 w 594"/>
                <a:gd name="T5" fmla="*/ 358 h 459"/>
                <a:gd name="T6" fmla="*/ 261 w 594"/>
                <a:gd name="T7" fmla="*/ 283 h 459"/>
                <a:gd name="T8" fmla="*/ 96 w 594"/>
                <a:gd name="T9" fmla="*/ 0 h 459"/>
                <a:gd name="T10" fmla="*/ 94 w 594"/>
                <a:gd name="T11" fmla="*/ 205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4" h="459">
                  <a:moveTo>
                    <a:pt x="94" y="205"/>
                  </a:moveTo>
                  <a:cubicBezTo>
                    <a:pt x="179" y="392"/>
                    <a:pt x="403" y="459"/>
                    <a:pt x="594" y="426"/>
                  </a:cubicBezTo>
                  <a:cubicBezTo>
                    <a:pt x="588" y="409"/>
                    <a:pt x="577" y="375"/>
                    <a:pt x="571" y="358"/>
                  </a:cubicBezTo>
                  <a:cubicBezTo>
                    <a:pt x="466" y="343"/>
                    <a:pt x="348" y="356"/>
                    <a:pt x="261" y="283"/>
                  </a:cubicBezTo>
                  <a:cubicBezTo>
                    <a:pt x="166" y="217"/>
                    <a:pt x="150" y="95"/>
                    <a:pt x="96" y="0"/>
                  </a:cubicBezTo>
                  <a:cubicBezTo>
                    <a:pt x="0" y="33"/>
                    <a:pt x="70" y="143"/>
                    <a:pt x="94" y="20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21"/>
            <p:cNvSpPr>
              <a:spLocks/>
            </p:cNvSpPr>
            <p:nvPr/>
          </p:nvSpPr>
          <p:spPr bwMode="auto">
            <a:xfrm flipV="1">
              <a:off x="1485" y="503"/>
              <a:ext cx="93" cy="70"/>
            </a:xfrm>
            <a:custGeom>
              <a:avLst/>
              <a:gdLst>
                <a:gd name="T0" fmla="*/ 71 w 408"/>
                <a:gd name="T1" fmla="*/ 219 h 308"/>
                <a:gd name="T2" fmla="*/ 365 w 408"/>
                <a:gd name="T3" fmla="*/ 290 h 308"/>
                <a:gd name="T4" fmla="*/ 185 w 408"/>
                <a:gd name="T5" fmla="*/ 203 h 308"/>
                <a:gd name="T6" fmla="*/ 0 w 408"/>
                <a:gd name="T7" fmla="*/ 0 h 308"/>
                <a:gd name="T8" fmla="*/ 71 w 408"/>
                <a:gd name="T9" fmla="*/ 219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8" h="308">
                  <a:moveTo>
                    <a:pt x="71" y="219"/>
                  </a:moveTo>
                  <a:cubicBezTo>
                    <a:pt x="143" y="303"/>
                    <a:pt x="264" y="308"/>
                    <a:pt x="365" y="290"/>
                  </a:cubicBezTo>
                  <a:cubicBezTo>
                    <a:pt x="408" y="169"/>
                    <a:pt x="247" y="237"/>
                    <a:pt x="185" y="203"/>
                  </a:cubicBezTo>
                  <a:cubicBezTo>
                    <a:pt x="75" y="176"/>
                    <a:pt x="122" y="1"/>
                    <a:pt x="0" y="0"/>
                  </a:cubicBezTo>
                  <a:cubicBezTo>
                    <a:pt x="10" y="76"/>
                    <a:pt x="10" y="163"/>
                    <a:pt x="71" y="2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" name="Freeform 22"/>
            <p:cNvSpPr>
              <a:spLocks/>
            </p:cNvSpPr>
            <p:nvPr/>
          </p:nvSpPr>
          <p:spPr bwMode="auto">
            <a:xfrm flipV="1">
              <a:off x="1932" y="500"/>
              <a:ext cx="88" cy="82"/>
            </a:xfrm>
            <a:custGeom>
              <a:avLst/>
              <a:gdLst>
                <a:gd name="T0" fmla="*/ 0 w 384"/>
                <a:gd name="T1" fmla="*/ 332 h 357"/>
                <a:gd name="T2" fmla="*/ 337 w 384"/>
                <a:gd name="T3" fmla="*/ 4 h 357"/>
                <a:gd name="T4" fmla="*/ 233 w 384"/>
                <a:gd name="T5" fmla="*/ 138 h 357"/>
                <a:gd name="T6" fmla="*/ 0 w 384"/>
                <a:gd name="T7" fmla="*/ 33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4" h="357">
                  <a:moveTo>
                    <a:pt x="0" y="332"/>
                  </a:moveTo>
                  <a:cubicBezTo>
                    <a:pt x="174" y="357"/>
                    <a:pt x="384" y="187"/>
                    <a:pt x="337" y="4"/>
                  </a:cubicBezTo>
                  <a:cubicBezTo>
                    <a:pt x="261" y="0"/>
                    <a:pt x="267" y="92"/>
                    <a:pt x="233" y="138"/>
                  </a:cubicBezTo>
                  <a:cubicBezTo>
                    <a:pt x="190" y="245"/>
                    <a:pt x="30" y="218"/>
                    <a:pt x="0" y="3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 flipV="1">
              <a:off x="2254" y="515"/>
              <a:ext cx="443" cy="436"/>
            </a:xfrm>
            <a:custGeom>
              <a:avLst/>
              <a:gdLst>
                <a:gd name="T0" fmla="*/ 808 w 1951"/>
                <a:gd name="T1" fmla="*/ 1852 h 1918"/>
                <a:gd name="T2" fmla="*/ 1684 w 1951"/>
                <a:gd name="T3" fmla="*/ 1505 h 1918"/>
                <a:gd name="T4" fmla="*/ 1531 w 1951"/>
                <a:gd name="T5" fmla="*/ 319 h 1918"/>
                <a:gd name="T6" fmla="*/ 269 w 1951"/>
                <a:gd name="T7" fmla="*/ 477 h 1918"/>
                <a:gd name="T8" fmla="*/ 407 w 1951"/>
                <a:gd name="T9" fmla="*/ 1659 h 1918"/>
                <a:gd name="T10" fmla="*/ 808 w 1951"/>
                <a:gd name="T11" fmla="*/ 1852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1" h="1918">
                  <a:moveTo>
                    <a:pt x="808" y="1852"/>
                  </a:moveTo>
                  <a:cubicBezTo>
                    <a:pt x="1136" y="1918"/>
                    <a:pt x="1491" y="1777"/>
                    <a:pt x="1684" y="1505"/>
                  </a:cubicBezTo>
                  <a:cubicBezTo>
                    <a:pt x="1951" y="1149"/>
                    <a:pt x="1882" y="595"/>
                    <a:pt x="1531" y="319"/>
                  </a:cubicBezTo>
                  <a:cubicBezTo>
                    <a:pt x="1166" y="0"/>
                    <a:pt x="545" y="78"/>
                    <a:pt x="269" y="477"/>
                  </a:cubicBezTo>
                  <a:cubicBezTo>
                    <a:pt x="0" y="829"/>
                    <a:pt x="63" y="1379"/>
                    <a:pt x="407" y="1659"/>
                  </a:cubicBezTo>
                  <a:cubicBezTo>
                    <a:pt x="522" y="1755"/>
                    <a:pt x="661" y="1825"/>
                    <a:pt x="808" y="185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24"/>
            <p:cNvSpPr>
              <a:spLocks/>
            </p:cNvSpPr>
            <p:nvPr/>
          </p:nvSpPr>
          <p:spPr bwMode="auto">
            <a:xfrm flipV="1">
              <a:off x="821" y="505"/>
              <a:ext cx="416" cy="423"/>
            </a:xfrm>
            <a:custGeom>
              <a:avLst/>
              <a:gdLst>
                <a:gd name="T0" fmla="*/ 617 w 1829"/>
                <a:gd name="T1" fmla="*/ 1712 h 1857"/>
                <a:gd name="T2" fmla="*/ 1671 w 1829"/>
                <a:gd name="T3" fmla="*/ 1330 h 1857"/>
                <a:gd name="T4" fmla="*/ 1721 w 1829"/>
                <a:gd name="T5" fmla="*/ 548 h 1857"/>
                <a:gd name="T6" fmla="*/ 989 w 1829"/>
                <a:gd name="T7" fmla="*/ 19 h 1857"/>
                <a:gd name="T8" fmla="*/ 372 w 1829"/>
                <a:gd name="T9" fmla="*/ 205 h 1857"/>
                <a:gd name="T10" fmla="*/ 55 w 1829"/>
                <a:gd name="T11" fmla="*/ 1036 h 1857"/>
                <a:gd name="T12" fmla="*/ 617 w 1829"/>
                <a:gd name="T13" fmla="*/ 1712 h 1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9" h="1857">
                  <a:moveTo>
                    <a:pt x="617" y="1712"/>
                  </a:moveTo>
                  <a:cubicBezTo>
                    <a:pt x="1001" y="1857"/>
                    <a:pt x="1471" y="1690"/>
                    <a:pt x="1671" y="1330"/>
                  </a:cubicBezTo>
                  <a:cubicBezTo>
                    <a:pt x="1811" y="1097"/>
                    <a:pt x="1829" y="797"/>
                    <a:pt x="1721" y="548"/>
                  </a:cubicBezTo>
                  <a:cubicBezTo>
                    <a:pt x="1601" y="253"/>
                    <a:pt x="1306" y="41"/>
                    <a:pt x="989" y="19"/>
                  </a:cubicBezTo>
                  <a:cubicBezTo>
                    <a:pt x="770" y="0"/>
                    <a:pt x="543" y="66"/>
                    <a:pt x="372" y="205"/>
                  </a:cubicBezTo>
                  <a:cubicBezTo>
                    <a:pt x="125" y="397"/>
                    <a:pt x="0" y="729"/>
                    <a:pt x="55" y="1036"/>
                  </a:cubicBezTo>
                  <a:cubicBezTo>
                    <a:pt x="102" y="1342"/>
                    <a:pt x="327" y="1607"/>
                    <a:pt x="617" y="17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 flipV="1">
              <a:off x="1534" y="574"/>
              <a:ext cx="177" cy="209"/>
            </a:xfrm>
            <a:custGeom>
              <a:avLst/>
              <a:gdLst>
                <a:gd name="T0" fmla="*/ 85 w 781"/>
                <a:gd name="T1" fmla="*/ 720 h 919"/>
                <a:gd name="T2" fmla="*/ 147 w 781"/>
                <a:gd name="T3" fmla="*/ 913 h 919"/>
                <a:gd name="T4" fmla="*/ 672 w 781"/>
                <a:gd name="T5" fmla="*/ 915 h 919"/>
                <a:gd name="T6" fmla="*/ 758 w 781"/>
                <a:gd name="T7" fmla="*/ 294 h 919"/>
                <a:gd name="T8" fmla="*/ 601 w 781"/>
                <a:gd name="T9" fmla="*/ 0 h 919"/>
                <a:gd name="T10" fmla="*/ 184 w 781"/>
                <a:gd name="T11" fmla="*/ 40 h 919"/>
                <a:gd name="T12" fmla="*/ 85 w 781"/>
                <a:gd name="T13" fmla="*/ 720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1" h="919">
                  <a:moveTo>
                    <a:pt x="85" y="720"/>
                  </a:moveTo>
                  <a:cubicBezTo>
                    <a:pt x="105" y="784"/>
                    <a:pt x="106" y="859"/>
                    <a:pt x="147" y="913"/>
                  </a:cubicBezTo>
                  <a:cubicBezTo>
                    <a:pt x="322" y="919"/>
                    <a:pt x="497" y="913"/>
                    <a:pt x="672" y="915"/>
                  </a:cubicBezTo>
                  <a:cubicBezTo>
                    <a:pt x="733" y="715"/>
                    <a:pt x="781" y="505"/>
                    <a:pt x="758" y="294"/>
                  </a:cubicBezTo>
                  <a:cubicBezTo>
                    <a:pt x="747" y="179"/>
                    <a:pt x="664" y="91"/>
                    <a:pt x="601" y="0"/>
                  </a:cubicBezTo>
                  <a:cubicBezTo>
                    <a:pt x="475" y="82"/>
                    <a:pt x="323" y="84"/>
                    <a:pt x="184" y="40"/>
                  </a:cubicBezTo>
                  <a:cubicBezTo>
                    <a:pt x="0" y="217"/>
                    <a:pt x="37" y="494"/>
                    <a:pt x="85" y="7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26"/>
            <p:cNvSpPr>
              <a:spLocks/>
            </p:cNvSpPr>
            <p:nvPr/>
          </p:nvSpPr>
          <p:spPr bwMode="auto">
            <a:xfrm flipV="1">
              <a:off x="1810" y="575"/>
              <a:ext cx="172" cy="425"/>
            </a:xfrm>
            <a:custGeom>
              <a:avLst/>
              <a:gdLst>
                <a:gd name="T0" fmla="*/ 113 w 757"/>
                <a:gd name="T1" fmla="*/ 1867 h 1867"/>
                <a:gd name="T2" fmla="*/ 648 w 757"/>
                <a:gd name="T3" fmla="*/ 1866 h 1867"/>
                <a:gd name="T4" fmla="*/ 733 w 757"/>
                <a:gd name="T5" fmla="*/ 1242 h 1867"/>
                <a:gd name="T6" fmla="*/ 436 w 757"/>
                <a:gd name="T7" fmla="*/ 682 h 1867"/>
                <a:gd name="T8" fmla="*/ 446 w 757"/>
                <a:gd name="T9" fmla="*/ 220 h 1867"/>
                <a:gd name="T10" fmla="*/ 712 w 757"/>
                <a:gd name="T11" fmla="*/ 7 h 1867"/>
                <a:gd name="T12" fmla="*/ 47 w 757"/>
                <a:gd name="T13" fmla="*/ 7 h 1867"/>
                <a:gd name="T14" fmla="*/ 301 w 757"/>
                <a:gd name="T15" fmla="*/ 192 h 1867"/>
                <a:gd name="T16" fmla="*/ 323 w 757"/>
                <a:gd name="T17" fmla="*/ 683 h 1867"/>
                <a:gd name="T18" fmla="*/ 29 w 757"/>
                <a:gd name="T19" fmla="*/ 1240 h 1867"/>
                <a:gd name="T20" fmla="*/ 113 w 757"/>
                <a:gd name="T21" fmla="*/ 18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7" h="1867">
                  <a:moveTo>
                    <a:pt x="113" y="1867"/>
                  </a:moveTo>
                  <a:cubicBezTo>
                    <a:pt x="291" y="1867"/>
                    <a:pt x="469" y="1867"/>
                    <a:pt x="648" y="1866"/>
                  </a:cubicBezTo>
                  <a:cubicBezTo>
                    <a:pt x="708" y="1665"/>
                    <a:pt x="757" y="1453"/>
                    <a:pt x="733" y="1242"/>
                  </a:cubicBezTo>
                  <a:cubicBezTo>
                    <a:pt x="705" y="1022"/>
                    <a:pt x="454" y="907"/>
                    <a:pt x="436" y="682"/>
                  </a:cubicBezTo>
                  <a:cubicBezTo>
                    <a:pt x="420" y="530"/>
                    <a:pt x="396" y="368"/>
                    <a:pt x="446" y="220"/>
                  </a:cubicBezTo>
                  <a:cubicBezTo>
                    <a:pt x="486" y="101"/>
                    <a:pt x="615" y="65"/>
                    <a:pt x="712" y="7"/>
                  </a:cubicBezTo>
                  <a:cubicBezTo>
                    <a:pt x="490" y="0"/>
                    <a:pt x="268" y="0"/>
                    <a:pt x="47" y="7"/>
                  </a:cubicBezTo>
                  <a:cubicBezTo>
                    <a:pt x="136" y="60"/>
                    <a:pt x="252" y="91"/>
                    <a:pt x="301" y="192"/>
                  </a:cubicBezTo>
                  <a:cubicBezTo>
                    <a:pt x="372" y="345"/>
                    <a:pt x="342" y="521"/>
                    <a:pt x="323" y="683"/>
                  </a:cubicBezTo>
                  <a:cubicBezTo>
                    <a:pt x="304" y="905"/>
                    <a:pt x="58" y="1021"/>
                    <a:pt x="29" y="1240"/>
                  </a:cubicBezTo>
                  <a:cubicBezTo>
                    <a:pt x="0" y="1452"/>
                    <a:pt x="53" y="1664"/>
                    <a:pt x="113" y="18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27"/>
            <p:cNvSpPr>
              <a:spLocks/>
            </p:cNvSpPr>
            <p:nvPr/>
          </p:nvSpPr>
          <p:spPr bwMode="auto">
            <a:xfrm flipV="1">
              <a:off x="869" y="775"/>
              <a:ext cx="829" cy="424"/>
            </a:xfrm>
            <a:custGeom>
              <a:avLst/>
              <a:gdLst>
                <a:gd name="T0" fmla="*/ 3194 w 3645"/>
                <a:gd name="T1" fmla="*/ 1809 h 1865"/>
                <a:gd name="T2" fmla="*/ 3582 w 3645"/>
                <a:gd name="T3" fmla="*/ 1623 h 1865"/>
                <a:gd name="T4" fmla="*/ 3402 w 3645"/>
                <a:gd name="T5" fmla="*/ 1222 h 1865"/>
                <a:gd name="T6" fmla="*/ 455 w 3645"/>
                <a:gd name="T7" fmla="*/ 82 h 1865"/>
                <a:gd name="T8" fmla="*/ 27 w 3645"/>
                <a:gd name="T9" fmla="*/ 318 h 1865"/>
                <a:gd name="T10" fmla="*/ 228 w 3645"/>
                <a:gd name="T11" fmla="*/ 662 h 1865"/>
                <a:gd name="T12" fmla="*/ 3194 w 3645"/>
                <a:gd name="T13" fmla="*/ 1809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45" h="1865">
                  <a:moveTo>
                    <a:pt x="3194" y="1809"/>
                  </a:moveTo>
                  <a:cubicBezTo>
                    <a:pt x="3347" y="1865"/>
                    <a:pt x="3528" y="1774"/>
                    <a:pt x="3582" y="1623"/>
                  </a:cubicBezTo>
                  <a:cubicBezTo>
                    <a:pt x="3645" y="1469"/>
                    <a:pt x="3559" y="1275"/>
                    <a:pt x="3402" y="1222"/>
                  </a:cubicBezTo>
                  <a:cubicBezTo>
                    <a:pt x="2420" y="841"/>
                    <a:pt x="1438" y="460"/>
                    <a:pt x="455" y="82"/>
                  </a:cubicBezTo>
                  <a:cubicBezTo>
                    <a:pt x="278" y="0"/>
                    <a:pt x="53" y="125"/>
                    <a:pt x="27" y="318"/>
                  </a:cubicBezTo>
                  <a:cubicBezTo>
                    <a:pt x="0" y="463"/>
                    <a:pt x="89" y="615"/>
                    <a:pt x="228" y="662"/>
                  </a:cubicBezTo>
                  <a:cubicBezTo>
                    <a:pt x="1217" y="1045"/>
                    <a:pt x="2205" y="1429"/>
                    <a:pt x="3194" y="180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8"/>
            <p:cNvSpPr>
              <a:spLocks/>
            </p:cNvSpPr>
            <p:nvPr/>
          </p:nvSpPr>
          <p:spPr bwMode="auto">
            <a:xfrm flipV="1">
              <a:off x="1813" y="797"/>
              <a:ext cx="64" cy="129"/>
            </a:xfrm>
            <a:custGeom>
              <a:avLst/>
              <a:gdLst>
                <a:gd name="T0" fmla="*/ 20 w 281"/>
                <a:gd name="T1" fmla="*/ 279 h 564"/>
                <a:gd name="T2" fmla="*/ 129 w 281"/>
                <a:gd name="T3" fmla="*/ 564 h 564"/>
                <a:gd name="T4" fmla="*/ 253 w 281"/>
                <a:gd name="T5" fmla="*/ 0 h 564"/>
                <a:gd name="T6" fmla="*/ 20 w 281"/>
                <a:gd name="T7" fmla="*/ 279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1" h="564">
                  <a:moveTo>
                    <a:pt x="20" y="279"/>
                  </a:moveTo>
                  <a:cubicBezTo>
                    <a:pt x="0" y="388"/>
                    <a:pt x="62" y="485"/>
                    <a:pt x="129" y="564"/>
                  </a:cubicBezTo>
                  <a:cubicBezTo>
                    <a:pt x="281" y="418"/>
                    <a:pt x="255" y="192"/>
                    <a:pt x="253" y="0"/>
                  </a:cubicBezTo>
                  <a:cubicBezTo>
                    <a:pt x="135" y="47"/>
                    <a:pt x="26" y="145"/>
                    <a:pt x="20" y="2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9"/>
            <p:cNvSpPr>
              <a:spLocks/>
            </p:cNvSpPr>
            <p:nvPr/>
          </p:nvSpPr>
          <p:spPr bwMode="auto">
            <a:xfrm flipV="1">
              <a:off x="1922" y="801"/>
              <a:ext cx="879" cy="1833"/>
            </a:xfrm>
            <a:custGeom>
              <a:avLst/>
              <a:gdLst>
                <a:gd name="T0" fmla="*/ 112 w 3930"/>
                <a:gd name="T1" fmla="*/ 8116 h 8116"/>
                <a:gd name="T2" fmla="*/ 2365 w 3930"/>
                <a:gd name="T3" fmla="*/ 7241 h 8116"/>
                <a:gd name="T4" fmla="*/ 2679 w 3930"/>
                <a:gd name="T5" fmla="*/ 7392 h 8116"/>
                <a:gd name="T6" fmla="*/ 3551 w 3930"/>
                <a:gd name="T7" fmla="*/ 6846 h 8116"/>
                <a:gd name="T8" fmla="*/ 3842 w 3930"/>
                <a:gd name="T9" fmla="*/ 4711 h 8116"/>
                <a:gd name="T10" fmla="*/ 3408 w 3930"/>
                <a:gd name="T11" fmla="*/ 3946 h 8116"/>
                <a:gd name="T12" fmla="*/ 3391 w 3930"/>
                <a:gd name="T13" fmla="*/ 656 h 8116"/>
                <a:gd name="T14" fmla="*/ 3261 w 3930"/>
                <a:gd name="T15" fmla="*/ 212 h 8116"/>
                <a:gd name="T16" fmla="*/ 2586 w 3930"/>
                <a:gd name="T17" fmla="*/ 170 h 8116"/>
                <a:gd name="T18" fmla="*/ 2415 w 3930"/>
                <a:gd name="T19" fmla="*/ 551 h 8116"/>
                <a:gd name="T20" fmla="*/ 2439 w 3930"/>
                <a:gd name="T21" fmla="*/ 4146 h 8116"/>
                <a:gd name="T22" fmla="*/ 3221 w 3930"/>
                <a:gd name="T23" fmla="*/ 5468 h 8116"/>
                <a:gd name="T24" fmla="*/ 3155 w 3930"/>
                <a:gd name="T25" fmla="*/ 6760 h 8116"/>
                <a:gd name="T26" fmla="*/ 2682 w 3930"/>
                <a:gd name="T27" fmla="*/ 7010 h 8116"/>
                <a:gd name="T28" fmla="*/ 2421 w 3930"/>
                <a:gd name="T29" fmla="*/ 6530 h 8116"/>
                <a:gd name="T30" fmla="*/ 2493 w 3930"/>
                <a:gd name="T31" fmla="*/ 5980 h 8116"/>
                <a:gd name="T32" fmla="*/ 2383 w 3930"/>
                <a:gd name="T33" fmla="*/ 5350 h 8116"/>
                <a:gd name="T34" fmla="*/ 2342 w 3930"/>
                <a:gd name="T35" fmla="*/ 5788 h 8116"/>
                <a:gd name="T36" fmla="*/ 2138 w 3930"/>
                <a:gd name="T37" fmla="*/ 5826 h 8116"/>
                <a:gd name="T38" fmla="*/ 2093 w 3930"/>
                <a:gd name="T39" fmla="*/ 6023 h 8116"/>
                <a:gd name="T40" fmla="*/ 2144 w 3930"/>
                <a:gd name="T41" fmla="*/ 5828 h 8116"/>
                <a:gd name="T42" fmla="*/ 2324 w 3930"/>
                <a:gd name="T43" fmla="*/ 5790 h 8116"/>
                <a:gd name="T44" fmla="*/ 2300 w 3930"/>
                <a:gd name="T45" fmla="*/ 6086 h 8116"/>
                <a:gd name="T46" fmla="*/ 2179 w 3930"/>
                <a:gd name="T47" fmla="*/ 6114 h 8116"/>
                <a:gd name="T48" fmla="*/ 2299 w 3930"/>
                <a:gd name="T49" fmla="*/ 6109 h 8116"/>
                <a:gd name="T50" fmla="*/ 2159 w 3930"/>
                <a:gd name="T51" fmla="*/ 6265 h 8116"/>
                <a:gd name="T52" fmla="*/ 1997 w 3930"/>
                <a:gd name="T53" fmla="*/ 6174 h 8116"/>
                <a:gd name="T54" fmla="*/ 1857 w 3930"/>
                <a:gd name="T55" fmla="*/ 6296 h 8116"/>
                <a:gd name="T56" fmla="*/ 1846 w 3930"/>
                <a:gd name="T57" fmla="*/ 6414 h 8116"/>
                <a:gd name="T58" fmla="*/ 1723 w 3930"/>
                <a:gd name="T59" fmla="*/ 6425 h 8116"/>
                <a:gd name="T60" fmla="*/ 1850 w 3930"/>
                <a:gd name="T61" fmla="*/ 6427 h 8116"/>
                <a:gd name="T62" fmla="*/ 1866 w 3930"/>
                <a:gd name="T63" fmla="*/ 6299 h 8116"/>
                <a:gd name="T64" fmla="*/ 2077 w 3930"/>
                <a:gd name="T65" fmla="*/ 6258 h 8116"/>
                <a:gd name="T66" fmla="*/ 2259 w 3930"/>
                <a:gd name="T67" fmla="*/ 6282 h 8116"/>
                <a:gd name="T68" fmla="*/ 2195 w 3930"/>
                <a:gd name="T69" fmla="*/ 6640 h 8116"/>
                <a:gd name="T70" fmla="*/ 76 w 3930"/>
                <a:gd name="T71" fmla="*/ 7462 h 8116"/>
                <a:gd name="T72" fmla="*/ 9 w 3930"/>
                <a:gd name="T73" fmla="*/ 7600 h 8116"/>
                <a:gd name="T74" fmla="*/ 112 w 3930"/>
                <a:gd name="T75" fmla="*/ 8116 h 8116"/>
                <a:gd name="connsiteX0" fmla="*/ 266 w 9835"/>
                <a:gd name="connsiteY0" fmla="*/ 9932 h 9932"/>
                <a:gd name="connsiteX1" fmla="*/ 5999 w 9835"/>
                <a:gd name="connsiteY1" fmla="*/ 8854 h 9932"/>
                <a:gd name="connsiteX2" fmla="*/ 6798 w 9835"/>
                <a:gd name="connsiteY2" fmla="*/ 9040 h 9932"/>
                <a:gd name="connsiteX3" fmla="*/ 9017 w 9835"/>
                <a:gd name="connsiteY3" fmla="*/ 8367 h 9932"/>
                <a:gd name="connsiteX4" fmla="*/ 9757 w 9835"/>
                <a:gd name="connsiteY4" fmla="*/ 5737 h 9932"/>
                <a:gd name="connsiteX5" fmla="*/ 8653 w 9835"/>
                <a:gd name="connsiteY5" fmla="*/ 4794 h 9932"/>
                <a:gd name="connsiteX6" fmla="*/ 8609 w 9835"/>
                <a:gd name="connsiteY6" fmla="*/ 740 h 9932"/>
                <a:gd name="connsiteX7" fmla="*/ 8279 w 9835"/>
                <a:gd name="connsiteY7" fmla="*/ 193 h 9932"/>
                <a:gd name="connsiteX8" fmla="*/ 6561 w 9835"/>
                <a:gd name="connsiteY8" fmla="*/ 141 h 9932"/>
                <a:gd name="connsiteX9" fmla="*/ 6126 w 9835"/>
                <a:gd name="connsiteY9" fmla="*/ 611 h 9932"/>
                <a:gd name="connsiteX10" fmla="*/ 6187 w 9835"/>
                <a:gd name="connsiteY10" fmla="*/ 5040 h 9932"/>
                <a:gd name="connsiteX11" fmla="*/ 8177 w 9835"/>
                <a:gd name="connsiteY11" fmla="*/ 6669 h 9932"/>
                <a:gd name="connsiteX12" fmla="*/ 8009 w 9835"/>
                <a:gd name="connsiteY12" fmla="*/ 8261 h 9932"/>
                <a:gd name="connsiteX13" fmla="*/ 6805 w 9835"/>
                <a:gd name="connsiteY13" fmla="*/ 8569 h 9932"/>
                <a:gd name="connsiteX14" fmla="*/ 6141 w 9835"/>
                <a:gd name="connsiteY14" fmla="*/ 7978 h 9932"/>
                <a:gd name="connsiteX15" fmla="*/ 6325 w 9835"/>
                <a:gd name="connsiteY15" fmla="*/ 7300 h 9932"/>
                <a:gd name="connsiteX16" fmla="*/ 6045 w 9835"/>
                <a:gd name="connsiteY16" fmla="*/ 6524 h 9932"/>
                <a:gd name="connsiteX17" fmla="*/ 5940 w 9835"/>
                <a:gd name="connsiteY17" fmla="*/ 7064 h 9932"/>
                <a:gd name="connsiteX18" fmla="*/ 5421 w 9835"/>
                <a:gd name="connsiteY18" fmla="*/ 7110 h 9932"/>
                <a:gd name="connsiteX19" fmla="*/ 5307 w 9835"/>
                <a:gd name="connsiteY19" fmla="*/ 7353 h 9932"/>
                <a:gd name="connsiteX20" fmla="*/ 5436 w 9835"/>
                <a:gd name="connsiteY20" fmla="*/ 7113 h 9932"/>
                <a:gd name="connsiteX21" fmla="*/ 5894 w 9835"/>
                <a:gd name="connsiteY21" fmla="*/ 7066 h 9932"/>
                <a:gd name="connsiteX22" fmla="*/ 5833 w 9835"/>
                <a:gd name="connsiteY22" fmla="*/ 7431 h 9932"/>
                <a:gd name="connsiteX23" fmla="*/ 5526 w 9835"/>
                <a:gd name="connsiteY23" fmla="*/ 7465 h 9932"/>
                <a:gd name="connsiteX24" fmla="*/ 5831 w 9835"/>
                <a:gd name="connsiteY24" fmla="*/ 7459 h 9932"/>
                <a:gd name="connsiteX25" fmla="*/ 5475 w 9835"/>
                <a:gd name="connsiteY25" fmla="*/ 7651 h 9932"/>
                <a:gd name="connsiteX26" fmla="*/ 5062 w 9835"/>
                <a:gd name="connsiteY26" fmla="*/ 7539 h 9932"/>
                <a:gd name="connsiteX27" fmla="*/ 4706 w 9835"/>
                <a:gd name="connsiteY27" fmla="*/ 7690 h 9932"/>
                <a:gd name="connsiteX28" fmla="*/ 4678 w 9835"/>
                <a:gd name="connsiteY28" fmla="*/ 7835 h 9932"/>
                <a:gd name="connsiteX29" fmla="*/ 4688 w 9835"/>
                <a:gd name="connsiteY29" fmla="*/ 7851 h 9932"/>
                <a:gd name="connsiteX30" fmla="*/ 4729 w 9835"/>
                <a:gd name="connsiteY30" fmla="*/ 7693 h 9932"/>
                <a:gd name="connsiteX31" fmla="*/ 5266 w 9835"/>
                <a:gd name="connsiteY31" fmla="*/ 7643 h 9932"/>
                <a:gd name="connsiteX32" fmla="*/ 5729 w 9835"/>
                <a:gd name="connsiteY32" fmla="*/ 7672 h 9932"/>
                <a:gd name="connsiteX33" fmla="*/ 5566 w 9835"/>
                <a:gd name="connsiteY33" fmla="*/ 8113 h 9932"/>
                <a:gd name="connsiteX34" fmla="*/ 174 w 9835"/>
                <a:gd name="connsiteY34" fmla="*/ 9126 h 9932"/>
                <a:gd name="connsiteX35" fmla="*/ 4 w 9835"/>
                <a:gd name="connsiteY35" fmla="*/ 9296 h 9932"/>
                <a:gd name="connsiteX36" fmla="*/ 266 w 9835"/>
                <a:gd name="connsiteY36" fmla="*/ 9932 h 9932"/>
                <a:gd name="connsiteX0" fmla="*/ 270 w 9999"/>
                <a:gd name="connsiteY0" fmla="*/ 10000 h 10000"/>
                <a:gd name="connsiteX1" fmla="*/ 6100 w 9999"/>
                <a:gd name="connsiteY1" fmla="*/ 8915 h 10000"/>
                <a:gd name="connsiteX2" fmla="*/ 6912 w 9999"/>
                <a:gd name="connsiteY2" fmla="*/ 9102 h 10000"/>
                <a:gd name="connsiteX3" fmla="*/ 9168 w 9999"/>
                <a:gd name="connsiteY3" fmla="*/ 8424 h 10000"/>
                <a:gd name="connsiteX4" fmla="*/ 9921 w 9999"/>
                <a:gd name="connsiteY4" fmla="*/ 5776 h 10000"/>
                <a:gd name="connsiteX5" fmla="*/ 8798 w 9999"/>
                <a:gd name="connsiteY5" fmla="*/ 4827 h 10000"/>
                <a:gd name="connsiteX6" fmla="*/ 8753 w 9999"/>
                <a:gd name="connsiteY6" fmla="*/ 745 h 10000"/>
                <a:gd name="connsiteX7" fmla="*/ 8418 w 9999"/>
                <a:gd name="connsiteY7" fmla="*/ 194 h 10000"/>
                <a:gd name="connsiteX8" fmla="*/ 6671 w 9999"/>
                <a:gd name="connsiteY8" fmla="*/ 142 h 10000"/>
                <a:gd name="connsiteX9" fmla="*/ 6229 w 9999"/>
                <a:gd name="connsiteY9" fmla="*/ 615 h 10000"/>
                <a:gd name="connsiteX10" fmla="*/ 6291 w 9999"/>
                <a:gd name="connsiteY10" fmla="*/ 5075 h 10000"/>
                <a:gd name="connsiteX11" fmla="*/ 8314 w 9999"/>
                <a:gd name="connsiteY11" fmla="*/ 6715 h 10000"/>
                <a:gd name="connsiteX12" fmla="*/ 8143 w 9999"/>
                <a:gd name="connsiteY12" fmla="*/ 8318 h 10000"/>
                <a:gd name="connsiteX13" fmla="*/ 6919 w 9999"/>
                <a:gd name="connsiteY13" fmla="*/ 8628 h 10000"/>
                <a:gd name="connsiteX14" fmla="*/ 6244 w 9999"/>
                <a:gd name="connsiteY14" fmla="*/ 8033 h 10000"/>
                <a:gd name="connsiteX15" fmla="*/ 6431 w 9999"/>
                <a:gd name="connsiteY15" fmla="*/ 7350 h 10000"/>
                <a:gd name="connsiteX16" fmla="*/ 6146 w 9999"/>
                <a:gd name="connsiteY16" fmla="*/ 6569 h 10000"/>
                <a:gd name="connsiteX17" fmla="*/ 6040 w 9999"/>
                <a:gd name="connsiteY17" fmla="*/ 7112 h 10000"/>
                <a:gd name="connsiteX18" fmla="*/ 5512 w 9999"/>
                <a:gd name="connsiteY18" fmla="*/ 7159 h 10000"/>
                <a:gd name="connsiteX19" fmla="*/ 5396 w 9999"/>
                <a:gd name="connsiteY19" fmla="*/ 7403 h 10000"/>
                <a:gd name="connsiteX20" fmla="*/ 5527 w 9999"/>
                <a:gd name="connsiteY20" fmla="*/ 7162 h 10000"/>
                <a:gd name="connsiteX21" fmla="*/ 5993 w 9999"/>
                <a:gd name="connsiteY21" fmla="*/ 7114 h 10000"/>
                <a:gd name="connsiteX22" fmla="*/ 5931 w 9999"/>
                <a:gd name="connsiteY22" fmla="*/ 7482 h 10000"/>
                <a:gd name="connsiteX23" fmla="*/ 5619 w 9999"/>
                <a:gd name="connsiteY23" fmla="*/ 7516 h 10000"/>
                <a:gd name="connsiteX24" fmla="*/ 5929 w 9999"/>
                <a:gd name="connsiteY24" fmla="*/ 7510 h 10000"/>
                <a:gd name="connsiteX25" fmla="*/ 5567 w 9999"/>
                <a:gd name="connsiteY25" fmla="*/ 7703 h 10000"/>
                <a:gd name="connsiteX26" fmla="*/ 5147 w 9999"/>
                <a:gd name="connsiteY26" fmla="*/ 7591 h 10000"/>
                <a:gd name="connsiteX27" fmla="*/ 4785 w 9999"/>
                <a:gd name="connsiteY27" fmla="*/ 7743 h 10000"/>
                <a:gd name="connsiteX28" fmla="*/ 4756 w 9999"/>
                <a:gd name="connsiteY28" fmla="*/ 7889 h 10000"/>
                <a:gd name="connsiteX29" fmla="*/ 4808 w 9999"/>
                <a:gd name="connsiteY29" fmla="*/ 7746 h 10000"/>
                <a:gd name="connsiteX30" fmla="*/ 5354 w 9999"/>
                <a:gd name="connsiteY30" fmla="*/ 7695 h 10000"/>
                <a:gd name="connsiteX31" fmla="*/ 5825 w 9999"/>
                <a:gd name="connsiteY31" fmla="*/ 7725 h 10000"/>
                <a:gd name="connsiteX32" fmla="*/ 5659 w 9999"/>
                <a:gd name="connsiteY32" fmla="*/ 8169 h 10000"/>
                <a:gd name="connsiteX33" fmla="*/ 177 w 9999"/>
                <a:gd name="connsiteY33" fmla="*/ 9188 h 10000"/>
                <a:gd name="connsiteX34" fmla="*/ 4 w 9999"/>
                <a:gd name="connsiteY34" fmla="*/ 9360 h 10000"/>
                <a:gd name="connsiteX35" fmla="*/ 270 w 9999"/>
                <a:gd name="connsiteY35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528 w 10000"/>
                <a:gd name="connsiteY20" fmla="*/ 7162 h 10000"/>
                <a:gd name="connsiteX21" fmla="*/ 5994 w 10000"/>
                <a:gd name="connsiteY21" fmla="*/ 7114 h 10000"/>
                <a:gd name="connsiteX22" fmla="*/ 5932 w 10000"/>
                <a:gd name="connsiteY22" fmla="*/ 7482 h 10000"/>
                <a:gd name="connsiteX23" fmla="*/ 5620 w 10000"/>
                <a:gd name="connsiteY23" fmla="*/ 7516 h 10000"/>
                <a:gd name="connsiteX24" fmla="*/ 5930 w 10000"/>
                <a:gd name="connsiteY24" fmla="*/ 7510 h 10000"/>
                <a:gd name="connsiteX25" fmla="*/ 5568 w 10000"/>
                <a:gd name="connsiteY25" fmla="*/ 7703 h 10000"/>
                <a:gd name="connsiteX26" fmla="*/ 5148 w 10000"/>
                <a:gd name="connsiteY26" fmla="*/ 7591 h 10000"/>
                <a:gd name="connsiteX27" fmla="*/ 4785 w 10000"/>
                <a:gd name="connsiteY27" fmla="*/ 7743 h 10000"/>
                <a:gd name="connsiteX28" fmla="*/ 4756 w 10000"/>
                <a:gd name="connsiteY28" fmla="*/ 7889 h 10000"/>
                <a:gd name="connsiteX29" fmla="*/ 5355 w 10000"/>
                <a:gd name="connsiteY29" fmla="*/ 7695 h 10000"/>
                <a:gd name="connsiteX30" fmla="*/ 5826 w 10000"/>
                <a:gd name="connsiteY30" fmla="*/ 7725 h 10000"/>
                <a:gd name="connsiteX31" fmla="*/ 5660 w 10000"/>
                <a:gd name="connsiteY31" fmla="*/ 8169 h 10000"/>
                <a:gd name="connsiteX32" fmla="*/ 177 w 10000"/>
                <a:gd name="connsiteY32" fmla="*/ 9188 h 10000"/>
                <a:gd name="connsiteX33" fmla="*/ 4 w 10000"/>
                <a:gd name="connsiteY33" fmla="*/ 9360 h 10000"/>
                <a:gd name="connsiteX34" fmla="*/ 270 w 10000"/>
                <a:gd name="connsiteY34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528 w 10000"/>
                <a:gd name="connsiteY20" fmla="*/ 7162 h 10000"/>
                <a:gd name="connsiteX21" fmla="*/ 5994 w 10000"/>
                <a:gd name="connsiteY21" fmla="*/ 7114 h 10000"/>
                <a:gd name="connsiteX22" fmla="*/ 5932 w 10000"/>
                <a:gd name="connsiteY22" fmla="*/ 7482 h 10000"/>
                <a:gd name="connsiteX23" fmla="*/ 5620 w 10000"/>
                <a:gd name="connsiteY23" fmla="*/ 7516 h 10000"/>
                <a:gd name="connsiteX24" fmla="*/ 5930 w 10000"/>
                <a:gd name="connsiteY24" fmla="*/ 7510 h 10000"/>
                <a:gd name="connsiteX25" fmla="*/ 5568 w 10000"/>
                <a:gd name="connsiteY25" fmla="*/ 7703 h 10000"/>
                <a:gd name="connsiteX26" fmla="*/ 5148 w 10000"/>
                <a:gd name="connsiteY26" fmla="*/ 7591 h 10000"/>
                <a:gd name="connsiteX27" fmla="*/ 4785 w 10000"/>
                <a:gd name="connsiteY27" fmla="*/ 7743 h 10000"/>
                <a:gd name="connsiteX28" fmla="*/ 5355 w 10000"/>
                <a:gd name="connsiteY28" fmla="*/ 7695 h 10000"/>
                <a:gd name="connsiteX29" fmla="*/ 5826 w 10000"/>
                <a:gd name="connsiteY29" fmla="*/ 7725 h 10000"/>
                <a:gd name="connsiteX30" fmla="*/ 5660 w 10000"/>
                <a:gd name="connsiteY30" fmla="*/ 8169 h 10000"/>
                <a:gd name="connsiteX31" fmla="*/ 177 w 10000"/>
                <a:gd name="connsiteY31" fmla="*/ 9188 h 10000"/>
                <a:gd name="connsiteX32" fmla="*/ 4 w 10000"/>
                <a:gd name="connsiteY32" fmla="*/ 9360 h 10000"/>
                <a:gd name="connsiteX33" fmla="*/ 270 w 10000"/>
                <a:gd name="connsiteY33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528 w 10000"/>
                <a:gd name="connsiteY20" fmla="*/ 7162 h 10000"/>
                <a:gd name="connsiteX21" fmla="*/ 5994 w 10000"/>
                <a:gd name="connsiteY21" fmla="*/ 7114 h 10000"/>
                <a:gd name="connsiteX22" fmla="*/ 5932 w 10000"/>
                <a:gd name="connsiteY22" fmla="*/ 7482 h 10000"/>
                <a:gd name="connsiteX23" fmla="*/ 5620 w 10000"/>
                <a:gd name="connsiteY23" fmla="*/ 7516 h 10000"/>
                <a:gd name="connsiteX24" fmla="*/ 5930 w 10000"/>
                <a:gd name="connsiteY24" fmla="*/ 7510 h 10000"/>
                <a:gd name="connsiteX25" fmla="*/ 5568 w 10000"/>
                <a:gd name="connsiteY25" fmla="*/ 7703 h 10000"/>
                <a:gd name="connsiteX26" fmla="*/ 5148 w 10000"/>
                <a:gd name="connsiteY26" fmla="*/ 7591 h 10000"/>
                <a:gd name="connsiteX27" fmla="*/ 5355 w 10000"/>
                <a:gd name="connsiteY27" fmla="*/ 7695 h 10000"/>
                <a:gd name="connsiteX28" fmla="*/ 5826 w 10000"/>
                <a:gd name="connsiteY28" fmla="*/ 7725 h 10000"/>
                <a:gd name="connsiteX29" fmla="*/ 5660 w 10000"/>
                <a:gd name="connsiteY29" fmla="*/ 8169 h 10000"/>
                <a:gd name="connsiteX30" fmla="*/ 177 w 10000"/>
                <a:gd name="connsiteY30" fmla="*/ 9188 h 10000"/>
                <a:gd name="connsiteX31" fmla="*/ 4 w 10000"/>
                <a:gd name="connsiteY31" fmla="*/ 9360 h 10000"/>
                <a:gd name="connsiteX32" fmla="*/ 270 w 10000"/>
                <a:gd name="connsiteY32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528 w 10000"/>
                <a:gd name="connsiteY20" fmla="*/ 7162 h 10000"/>
                <a:gd name="connsiteX21" fmla="*/ 5994 w 10000"/>
                <a:gd name="connsiteY21" fmla="*/ 7114 h 10000"/>
                <a:gd name="connsiteX22" fmla="*/ 5932 w 10000"/>
                <a:gd name="connsiteY22" fmla="*/ 7482 h 10000"/>
                <a:gd name="connsiteX23" fmla="*/ 5620 w 10000"/>
                <a:gd name="connsiteY23" fmla="*/ 7516 h 10000"/>
                <a:gd name="connsiteX24" fmla="*/ 5930 w 10000"/>
                <a:gd name="connsiteY24" fmla="*/ 7510 h 10000"/>
                <a:gd name="connsiteX25" fmla="*/ 5568 w 10000"/>
                <a:gd name="connsiteY25" fmla="*/ 7703 h 10000"/>
                <a:gd name="connsiteX26" fmla="*/ 5148 w 10000"/>
                <a:gd name="connsiteY26" fmla="*/ 7591 h 10000"/>
                <a:gd name="connsiteX27" fmla="*/ 5826 w 10000"/>
                <a:gd name="connsiteY27" fmla="*/ 7725 h 10000"/>
                <a:gd name="connsiteX28" fmla="*/ 5660 w 10000"/>
                <a:gd name="connsiteY28" fmla="*/ 8169 h 10000"/>
                <a:gd name="connsiteX29" fmla="*/ 177 w 10000"/>
                <a:gd name="connsiteY29" fmla="*/ 9188 h 10000"/>
                <a:gd name="connsiteX30" fmla="*/ 4 w 10000"/>
                <a:gd name="connsiteY30" fmla="*/ 9360 h 10000"/>
                <a:gd name="connsiteX31" fmla="*/ 270 w 10000"/>
                <a:gd name="connsiteY31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528 w 10000"/>
                <a:gd name="connsiteY20" fmla="*/ 7162 h 10000"/>
                <a:gd name="connsiteX21" fmla="*/ 5994 w 10000"/>
                <a:gd name="connsiteY21" fmla="*/ 7114 h 10000"/>
                <a:gd name="connsiteX22" fmla="*/ 5932 w 10000"/>
                <a:gd name="connsiteY22" fmla="*/ 7482 h 10000"/>
                <a:gd name="connsiteX23" fmla="*/ 5620 w 10000"/>
                <a:gd name="connsiteY23" fmla="*/ 7516 h 10000"/>
                <a:gd name="connsiteX24" fmla="*/ 5930 w 10000"/>
                <a:gd name="connsiteY24" fmla="*/ 7510 h 10000"/>
                <a:gd name="connsiteX25" fmla="*/ 5568 w 10000"/>
                <a:gd name="connsiteY25" fmla="*/ 7703 h 10000"/>
                <a:gd name="connsiteX26" fmla="*/ 5826 w 10000"/>
                <a:gd name="connsiteY26" fmla="*/ 7725 h 10000"/>
                <a:gd name="connsiteX27" fmla="*/ 5660 w 10000"/>
                <a:gd name="connsiteY27" fmla="*/ 8169 h 10000"/>
                <a:gd name="connsiteX28" fmla="*/ 177 w 10000"/>
                <a:gd name="connsiteY28" fmla="*/ 9188 h 10000"/>
                <a:gd name="connsiteX29" fmla="*/ 4 w 10000"/>
                <a:gd name="connsiteY29" fmla="*/ 9360 h 10000"/>
                <a:gd name="connsiteX30" fmla="*/ 270 w 10000"/>
                <a:gd name="connsiteY30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513 w 10000"/>
                <a:gd name="connsiteY18" fmla="*/ 7159 h 10000"/>
                <a:gd name="connsiteX19" fmla="*/ 5397 w 10000"/>
                <a:gd name="connsiteY19" fmla="*/ 7403 h 10000"/>
                <a:gd name="connsiteX20" fmla="*/ 5994 w 10000"/>
                <a:gd name="connsiteY20" fmla="*/ 7114 h 10000"/>
                <a:gd name="connsiteX21" fmla="*/ 5932 w 10000"/>
                <a:gd name="connsiteY21" fmla="*/ 7482 h 10000"/>
                <a:gd name="connsiteX22" fmla="*/ 5620 w 10000"/>
                <a:gd name="connsiteY22" fmla="*/ 7516 h 10000"/>
                <a:gd name="connsiteX23" fmla="*/ 5930 w 10000"/>
                <a:gd name="connsiteY23" fmla="*/ 7510 h 10000"/>
                <a:gd name="connsiteX24" fmla="*/ 5568 w 10000"/>
                <a:gd name="connsiteY24" fmla="*/ 7703 h 10000"/>
                <a:gd name="connsiteX25" fmla="*/ 5826 w 10000"/>
                <a:gd name="connsiteY25" fmla="*/ 7725 h 10000"/>
                <a:gd name="connsiteX26" fmla="*/ 5660 w 10000"/>
                <a:gd name="connsiteY26" fmla="*/ 8169 h 10000"/>
                <a:gd name="connsiteX27" fmla="*/ 177 w 10000"/>
                <a:gd name="connsiteY27" fmla="*/ 9188 h 10000"/>
                <a:gd name="connsiteX28" fmla="*/ 4 w 10000"/>
                <a:gd name="connsiteY28" fmla="*/ 9360 h 10000"/>
                <a:gd name="connsiteX29" fmla="*/ 270 w 10000"/>
                <a:gd name="connsiteY29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397 w 10000"/>
                <a:gd name="connsiteY18" fmla="*/ 7403 h 10000"/>
                <a:gd name="connsiteX19" fmla="*/ 5994 w 10000"/>
                <a:gd name="connsiteY19" fmla="*/ 7114 h 10000"/>
                <a:gd name="connsiteX20" fmla="*/ 5932 w 10000"/>
                <a:gd name="connsiteY20" fmla="*/ 7482 h 10000"/>
                <a:gd name="connsiteX21" fmla="*/ 5620 w 10000"/>
                <a:gd name="connsiteY21" fmla="*/ 7516 h 10000"/>
                <a:gd name="connsiteX22" fmla="*/ 5930 w 10000"/>
                <a:gd name="connsiteY22" fmla="*/ 7510 h 10000"/>
                <a:gd name="connsiteX23" fmla="*/ 5568 w 10000"/>
                <a:gd name="connsiteY23" fmla="*/ 7703 h 10000"/>
                <a:gd name="connsiteX24" fmla="*/ 5826 w 10000"/>
                <a:gd name="connsiteY24" fmla="*/ 7725 h 10000"/>
                <a:gd name="connsiteX25" fmla="*/ 5660 w 10000"/>
                <a:gd name="connsiteY25" fmla="*/ 8169 h 10000"/>
                <a:gd name="connsiteX26" fmla="*/ 177 w 10000"/>
                <a:gd name="connsiteY26" fmla="*/ 9188 h 10000"/>
                <a:gd name="connsiteX27" fmla="*/ 4 w 10000"/>
                <a:gd name="connsiteY27" fmla="*/ 9360 h 10000"/>
                <a:gd name="connsiteX28" fmla="*/ 270 w 10000"/>
                <a:gd name="connsiteY28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397 w 10000"/>
                <a:gd name="connsiteY18" fmla="*/ 7403 h 10000"/>
                <a:gd name="connsiteX19" fmla="*/ 5994 w 10000"/>
                <a:gd name="connsiteY19" fmla="*/ 7114 h 10000"/>
                <a:gd name="connsiteX20" fmla="*/ 5932 w 10000"/>
                <a:gd name="connsiteY20" fmla="*/ 7482 h 10000"/>
                <a:gd name="connsiteX21" fmla="*/ 5930 w 10000"/>
                <a:gd name="connsiteY21" fmla="*/ 7510 h 10000"/>
                <a:gd name="connsiteX22" fmla="*/ 5568 w 10000"/>
                <a:gd name="connsiteY22" fmla="*/ 7703 h 10000"/>
                <a:gd name="connsiteX23" fmla="*/ 5826 w 10000"/>
                <a:gd name="connsiteY23" fmla="*/ 7725 h 10000"/>
                <a:gd name="connsiteX24" fmla="*/ 5660 w 10000"/>
                <a:gd name="connsiteY24" fmla="*/ 8169 h 10000"/>
                <a:gd name="connsiteX25" fmla="*/ 177 w 10000"/>
                <a:gd name="connsiteY25" fmla="*/ 9188 h 10000"/>
                <a:gd name="connsiteX26" fmla="*/ 4 w 10000"/>
                <a:gd name="connsiteY26" fmla="*/ 9360 h 10000"/>
                <a:gd name="connsiteX27" fmla="*/ 270 w 10000"/>
                <a:gd name="connsiteY27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994 w 10000"/>
                <a:gd name="connsiteY18" fmla="*/ 7114 h 10000"/>
                <a:gd name="connsiteX19" fmla="*/ 5932 w 10000"/>
                <a:gd name="connsiteY19" fmla="*/ 7482 h 10000"/>
                <a:gd name="connsiteX20" fmla="*/ 5930 w 10000"/>
                <a:gd name="connsiteY20" fmla="*/ 7510 h 10000"/>
                <a:gd name="connsiteX21" fmla="*/ 5568 w 10000"/>
                <a:gd name="connsiteY21" fmla="*/ 7703 h 10000"/>
                <a:gd name="connsiteX22" fmla="*/ 5826 w 10000"/>
                <a:gd name="connsiteY22" fmla="*/ 7725 h 10000"/>
                <a:gd name="connsiteX23" fmla="*/ 5660 w 10000"/>
                <a:gd name="connsiteY23" fmla="*/ 8169 h 10000"/>
                <a:gd name="connsiteX24" fmla="*/ 177 w 10000"/>
                <a:gd name="connsiteY24" fmla="*/ 9188 h 10000"/>
                <a:gd name="connsiteX25" fmla="*/ 4 w 10000"/>
                <a:gd name="connsiteY25" fmla="*/ 9360 h 10000"/>
                <a:gd name="connsiteX26" fmla="*/ 270 w 10000"/>
                <a:gd name="connsiteY26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994 w 10000"/>
                <a:gd name="connsiteY18" fmla="*/ 7114 h 10000"/>
                <a:gd name="connsiteX19" fmla="*/ 5932 w 10000"/>
                <a:gd name="connsiteY19" fmla="*/ 7482 h 10000"/>
                <a:gd name="connsiteX20" fmla="*/ 5930 w 10000"/>
                <a:gd name="connsiteY20" fmla="*/ 7510 h 10000"/>
                <a:gd name="connsiteX21" fmla="*/ 5568 w 10000"/>
                <a:gd name="connsiteY21" fmla="*/ 7703 h 10000"/>
                <a:gd name="connsiteX22" fmla="*/ 5660 w 10000"/>
                <a:gd name="connsiteY22" fmla="*/ 8169 h 10000"/>
                <a:gd name="connsiteX23" fmla="*/ 177 w 10000"/>
                <a:gd name="connsiteY23" fmla="*/ 9188 h 10000"/>
                <a:gd name="connsiteX24" fmla="*/ 4 w 10000"/>
                <a:gd name="connsiteY24" fmla="*/ 9360 h 10000"/>
                <a:gd name="connsiteX25" fmla="*/ 270 w 10000"/>
                <a:gd name="connsiteY25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994 w 10000"/>
                <a:gd name="connsiteY18" fmla="*/ 7114 h 10000"/>
                <a:gd name="connsiteX19" fmla="*/ 5932 w 10000"/>
                <a:gd name="connsiteY19" fmla="*/ 7482 h 10000"/>
                <a:gd name="connsiteX20" fmla="*/ 5930 w 10000"/>
                <a:gd name="connsiteY20" fmla="*/ 7510 h 10000"/>
                <a:gd name="connsiteX21" fmla="*/ 5660 w 10000"/>
                <a:gd name="connsiteY21" fmla="*/ 8169 h 10000"/>
                <a:gd name="connsiteX22" fmla="*/ 177 w 10000"/>
                <a:gd name="connsiteY22" fmla="*/ 9188 h 10000"/>
                <a:gd name="connsiteX23" fmla="*/ 4 w 10000"/>
                <a:gd name="connsiteY23" fmla="*/ 9360 h 10000"/>
                <a:gd name="connsiteX24" fmla="*/ 270 w 10000"/>
                <a:gd name="connsiteY24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994 w 10000"/>
                <a:gd name="connsiteY18" fmla="*/ 7114 h 10000"/>
                <a:gd name="connsiteX19" fmla="*/ 5932 w 10000"/>
                <a:gd name="connsiteY19" fmla="*/ 7482 h 10000"/>
                <a:gd name="connsiteX20" fmla="*/ 5930 w 10000"/>
                <a:gd name="connsiteY20" fmla="*/ 7510 h 10000"/>
                <a:gd name="connsiteX21" fmla="*/ 5660 w 10000"/>
                <a:gd name="connsiteY21" fmla="*/ 8169 h 10000"/>
                <a:gd name="connsiteX22" fmla="*/ 177 w 10000"/>
                <a:gd name="connsiteY22" fmla="*/ 9188 h 10000"/>
                <a:gd name="connsiteX23" fmla="*/ 4 w 10000"/>
                <a:gd name="connsiteY23" fmla="*/ 9360 h 10000"/>
                <a:gd name="connsiteX24" fmla="*/ 270 w 10000"/>
                <a:gd name="connsiteY24" fmla="*/ 10000 h 10000"/>
                <a:gd name="connsiteX0" fmla="*/ 270 w 10000"/>
                <a:gd name="connsiteY0" fmla="*/ 10000 h 10000"/>
                <a:gd name="connsiteX1" fmla="*/ 6101 w 10000"/>
                <a:gd name="connsiteY1" fmla="*/ 8915 h 10000"/>
                <a:gd name="connsiteX2" fmla="*/ 6913 w 10000"/>
                <a:gd name="connsiteY2" fmla="*/ 9102 h 10000"/>
                <a:gd name="connsiteX3" fmla="*/ 9169 w 10000"/>
                <a:gd name="connsiteY3" fmla="*/ 8424 h 10000"/>
                <a:gd name="connsiteX4" fmla="*/ 9922 w 10000"/>
                <a:gd name="connsiteY4" fmla="*/ 5776 h 10000"/>
                <a:gd name="connsiteX5" fmla="*/ 8799 w 10000"/>
                <a:gd name="connsiteY5" fmla="*/ 4827 h 10000"/>
                <a:gd name="connsiteX6" fmla="*/ 8754 w 10000"/>
                <a:gd name="connsiteY6" fmla="*/ 745 h 10000"/>
                <a:gd name="connsiteX7" fmla="*/ 8419 w 10000"/>
                <a:gd name="connsiteY7" fmla="*/ 194 h 10000"/>
                <a:gd name="connsiteX8" fmla="*/ 6672 w 10000"/>
                <a:gd name="connsiteY8" fmla="*/ 142 h 10000"/>
                <a:gd name="connsiteX9" fmla="*/ 6230 w 10000"/>
                <a:gd name="connsiteY9" fmla="*/ 615 h 10000"/>
                <a:gd name="connsiteX10" fmla="*/ 6292 w 10000"/>
                <a:gd name="connsiteY10" fmla="*/ 5075 h 10000"/>
                <a:gd name="connsiteX11" fmla="*/ 8315 w 10000"/>
                <a:gd name="connsiteY11" fmla="*/ 6715 h 10000"/>
                <a:gd name="connsiteX12" fmla="*/ 8144 w 10000"/>
                <a:gd name="connsiteY12" fmla="*/ 8318 h 10000"/>
                <a:gd name="connsiteX13" fmla="*/ 6920 w 10000"/>
                <a:gd name="connsiteY13" fmla="*/ 8628 h 10000"/>
                <a:gd name="connsiteX14" fmla="*/ 6245 w 10000"/>
                <a:gd name="connsiteY14" fmla="*/ 8033 h 10000"/>
                <a:gd name="connsiteX15" fmla="*/ 6432 w 10000"/>
                <a:gd name="connsiteY15" fmla="*/ 7350 h 10000"/>
                <a:gd name="connsiteX16" fmla="*/ 6147 w 10000"/>
                <a:gd name="connsiteY16" fmla="*/ 6569 h 10000"/>
                <a:gd name="connsiteX17" fmla="*/ 6041 w 10000"/>
                <a:gd name="connsiteY17" fmla="*/ 7112 h 10000"/>
                <a:gd name="connsiteX18" fmla="*/ 5932 w 10000"/>
                <a:gd name="connsiteY18" fmla="*/ 7482 h 10000"/>
                <a:gd name="connsiteX19" fmla="*/ 5930 w 10000"/>
                <a:gd name="connsiteY19" fmla="*/ 7510 h 10000"/>
                <a:gd name="connsiteX20" fmla="*/ 5660 w 10000"/>
                <a:gd name="connsiteY20" fmla="*/ 8169 h 10000"/>
                <a:gd name="connsiteX21" fmla="*/ 177 w 10000"/>
                <a:gd name="connsiteY21" fmla="*/ 9188 h 10000"/>
                <a:gd name="connsiteX22" fmla="*/ 4 w 10000"/>
                <a:gd name="connsiteY22" fmla="*/ 9360 h 10000"/>
                <a:gd name="connsiteX23" fmla="*/ 270 w 10000"/>
                <a:gd name="connsiteY2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000" h="10000">
                  <a:moveTo>
                    <a:pt x="270" y="10000"/>
                  </a:moveTo>
                  <a:lnTo>
                    <a:pt x="6101" y="8915"/>
                  </a:lnTo>
                  <a:cubicBezTo>
                    <a:pt x="6333" y="9010"/>
                    <a:pt x="6600" y="9096"/>
                    <a:pt x="6913" y="9102"/>
                  </a:cubicBezTo>
                  <a:cubicBezTo>
                    <a:pt x="7880" y="9155"/>
                    <a:pt x="8786" y="8836"/>
                    <a:pt x="9169" y="8424"/>
                  </a:cubicBezTo>
                  <a:cubicBezTo>
                    <a:pt x="9883" y="7590"/>
                    <a:pt x="10149" y="6671"/>
                    <a:pt x="9922" y="5776"/>
                  </a:cubicBezTo>
                  <a:cubicBezTo>
                    <a:pt x="9891" y="5399"/>
                    <a:pt x="9544" y="4998"/>
                    <a:pt x="8799" y="4827"/>
                  </a:cubicBezTo>
                  <a:cubicBezTo>
                    <a:pt x="8789" y="3466"/>
                    <a:pt x="8761" y="2106"/>
                    <a:pt x="8754" y="745"/>
                  </a:cubicBezTo>
                  <a:cubicBezTo>
                    <a:pt x="8768" y="552"/>
                    <a:pt x="8714" y="341"/>
                    <a:pt x="8419" y="194"/>
                  </a:cubicBezTo>
                  <a:cubicBezTo>
                    <a:pt x="7987" y="-38"/>
                    <a:pt x="7161" y="-68"/>
                    <a:pt x="6672" y="142"/>
                  </a:cubicBezTo>
                  <a:cubicBezTo>
                    <a:pt x="6385" y="258"/>
                    <a:pt x="6217" y="435"/>
                    <a:pt x="6230" y="615"/>
                  </a:cubicBezTo>
                  <a:cubicBezTo>
                    <a:pt x="6253" y="2101"/>
                    <a:pt x="6263" y="3588"/>
                    <a:pt x="6292" y="5075"/>
                  </a:cubicBezTo>
                  <a:cubicBezTo>
                    <a:pt x="7300" y="5503"/>
                    <a:pt x="8034" y="6081"/>
                    <a:pt x="8315" y="6715"/>
                  </a:cubicBezTo>
                  <a:cubicBezTo>
                    <a:pt x="8545" y="7243"/>
                    <a:pt x="8499" y="7804"/>
                    <a:pt x="8144" y="8318"/>
                  </a:cubicBezTo>
                  <a:cubicBezTo>
                    <a:pt x="7994" y="8556"/>
                    <a:pt x="7417" y="8707"/>
                    <a:pt x="6920" y="8628"/>
                  </a:cubicBezTo>
                  <a:cubicBezTo>
                    <a:pt x="6401" y="8566"/>
                    <a:pt x="6072" y="8275"/>
                    <a:pt x="6245" y="8033"/>
                  </a:cubicBezTo>
                  <a:cubicBezTo>
                    <a:pt x="6398" y="7812"/>
                    <a:pt x="6463" y="7581"/>
                    <a:pt x="6432" y="7350"/>
                  </a:cubicBezTo>
                  <a:cubicBezTo>
                    <a:pt x="6454" y="7082"/>
                    <a:pt x="6359" y="6816"/>
                    <a:pt x="6147" y="6569"/>
                  </a:cubicBezTo>
                  <a:cubicBezTo>
                    <a:pt x="6082" y="6749"/>
                    <a:pt x="6051" y="6929"/>
                    <a:pt x="6041" y="7112"/>
                  </a:cubicBezTo>
                  <a:cubicBezTo>
                    <a:pt x="6005" y="7264"/>
                    <a:pt x="5951" y="7416"/>
                    <a:pt x="5932" y="7482"/>
                  </a:cubicBezTo>
                  <a:cubicBezTo>
                    <a:pt x="5931" y="7491"/>
                    <a:pt x="5931" y="7501"/>
                    <a:pt x="5930" y="7510"/>
                  </a:cubicBezTo>
                  <a:cubicBezTo>
                    <a:pt x="5885" y="7625"/>
                    <a:pt x="5754" y="8031"/>
                    <a:pt x="5660" y="8169"/>
                  </a:cubicBezTo>
                  <a:lnTo>
                    <a:pt x="177" y="9188"/>
                  </a:lnTo>
                  <a:cubicBezTo>
                    <a:pt x="4" y="9204"/>
                    <a:pt x="22" y="9298"/>
                    <a:pt x="4" y="9360"/>
                  </a:cubicBezTo>
                  <a:cubicBezTo>
                    <a:pt x="-6" y="9577"/>
                    <a:pt x="-19" y="9818"/>
                    <a:pt x="270" y="1000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30"/>
            <p:cNvSpPr>
              <a:spLocks/>
            </p:cNvSpPr>
            <p:nvPr/>
          </p:nvSpPr>
          <p:spPr bwMode="auto">
            <a:xfrm flipV="1">
              <a:off x="1551" y="940"/>
              <a:ext cx="149" cy="60"/>
            </a:xfrm>
            <a:custGeom>
              <a:avLst/>
              <a:gdLst>
                <a:gd name="T0" fmla="*/ 230 w 657"/>
                <a:gd name="T1" fmla="*/ 166 h 262"/>
                <a:gd name="T2" fmla="*/ 374 w 657"/>
                <a:gd name="T3" fmla="*/ 262 h 262"/>
                <a:gd name="T4" fmla="*/ 657 w 657"/>
                <a:gd name="T5" fmla="*/ 8 h 262"/>
                <a:gd name="T6" fmla="*/ 0 w 657"/>
                <a:gd name="T7" fmla="*/ 8 h 262"/>
                <a:gd name="T8" fmla="*/ 230 w 657"/>
                <a:gd name="T9" fmla="*/ 16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7" h="262">
                  <a:moveTo>
                    <a:pt x="230" y="166"/>
                  </a:moveTo>
                  <a:cubicBezTo>
                    <a:pt x="264" y="216"/>
                    <a:pt x="321" y="238"/>
                    <a:pt x="374" y="262"/>
                  </a:cubicBezTo>
                  <a:cubicBezTo>
                    <a:pt x="419" y="130"/>
                    <a:pt x="541" y="66"/>
                    <a:pt x="657" y="8"/>
                  </a:cubicBezTo>
                  <a:cubicBezTo>
                    <a:pt x="438" y="0"/>
                    <a:pt x="219" y="1"/>
                    <a:pt x="0" y="8"/>
                  </a:cubicBezTo>
                  <a:cubicBezTo>
                    <a:pt x="79" y="56"/>
                    <a:pt x="174" y="87"/>
                    <a:pt x="230" y="1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31"/>
            <p:cNvSpPr>
              <a:spLocks/>
            </p:cNvSpPr>
            <p:nvPr/>
          </p:nvSpPr>
          <p:spPr bwMode="auto">
            <a:xfrm flipV="1">
              <a:off x="699" y="958"/>
              <a:ext cx="384" cy="1692"/>
            </a:xfrm>
            <a:custGeom>
              <a:avLst/>
              <a:gdLst>
                <a:gd name="T0" fmla="*/ 852 w 1687"/>
                <a:gd name="T1" fmla="*/ 7355 h 7440"/>
                <a:gd name="T2" fmla="*/ 1459 w 1687"/>
                <a:gd name="T3" fmla="*/ 7309 h 7440"/>
                <a:gd name="T4" fmla="*/ 913 w 1687"/>
                <a:gd name="T5" fmla="*/ 7095 h 7440"/>
                <a:gd name="T6" fmla="*/ 746 w 1687"/>
                <a:gd name="T7" fmla="*/ 6561 h 7440"/>
                <a:gd name="T8" fmla="*/ 1205 w 1687"/>
                <a:gd name="T9" fmla="*/ 6386 h 7440"/>
                <a:gd name="T10" fmla="*/ 1687 w 1687"/>
                <a:gd name="T11" fmla="*/ 6573 h 7440"/>
                <a:gd name="T12" fmla="*/ 1456 w 1687"/>
                <a:gd name="T13" fmla="*/ 4407 h 7440"/>
                <a:gd name="T14" fmla="*/ 1477 w 1687"/>
                <a:gd name="T15" fmla="*/ 810 h 7440"/>
                <a:gd name="T16" fmla="*/ 1390 w 1687"/>
                <a:gd name="T17" fmla="*/ 273 h 7440"/>
                <a:gd name="T18" fmla="*/ 613 w 1687"/>
                <a:gd name="T19" fmla="*/ 246 h 7440"/>
                <a:gd name="T20" fmla="*/ 504 w 1687"/>
                <a:gd name="T21" fmla="*/ 844 h 7440"/>
                <a:gd name="T22" fmla="*/ 484 w 1687"/>
                <a:gd name="T23" fmla="*/ 3962 h 7440"/>
                <a:gd name="T24" fmla="*/ 66 w 1687"/>
                <a:gd name="T25" fmla="*/ 4586 h 7440"/>
                <a:gd name="T26" fmla="*/ 50 w 1687"/>
                <a:gd name="T27" fmla="*/ 5752 h 7440"/>
                <a:gd name="T28" fmla="*/ 293 w 1687"/>
                <a:gd name="T29" fmla="*/ 6739 h 7440"/>
                <a:gd name="T30" fmla="*/ 852 w 1687"/>
                <a:gd name="T31" fmla="*/ 7355 h 7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87" h="7440">
                  <a:moveTo>
                    <a:pt x="852" y="7355"/>
                  </a:moveTo>
                  <a:cubicBezTo>
                    <a:pt x="1046" y="7430"/>
                    <a:pt x="1285" y="7440"/>
                    <a:pt x="1459" y="7309"/>
                  </a:cubicBezTo>
                  <a:cubicBezTo>
                    <a:pt x="1277" y="7236"/>
                    <a:pt x="1092" y="7173"/>
                    <a:pt x="913" y="7095"/>
                  </a:cubicBezTo>
                  <a:cubicBezTo>
                    <a:pt x="718" y="7008"/>
                    <a:pt x="635" y="6744"/>
                    <a:pt x="746" y="6561"/>
                  </a:cubicBezTo>
                  <a:cubicBezTo>
                    <a:pt x="832" y="6403"/>
                    <a:pt x="1035" y="6322"/>
                    <a:pt x="1205" y="6386"/>
                  </a:cubicBezTo>
                  <a:cubicBezTo>
                    <a:pt x="1368" y="6443"/>
                    <a:pt x="1526" y="6512"/>
                    <a:pt x="1687" y="6573"/>
                  </a:cubicBezTo>
                  <a:cubicBezTo>
                    <a:pt x="1546" y="5860"/>
                    <a:pt x="1473" y="5133"/>
                    <a:pt x="1456" y="4407"/>
                  </a:cubicBezTo>
                  <a:cubicBezTo>
                    <a:pt x="1460" y="3208"/>
                    <a:pt x="1469" y="2009"/>
                    <a:pt x="1477" y="810"/>
                  </a:cubicBezTo>
                  <a:cubicBezTo>
                    <a:pt x="1475" y="630"/>
                    <a:pt x="1507" y="427"/>
                    <a:pt x="1390" y="273"/>
                  </a:cubicBezTo>
                  <a:cubicBezTo>
                    <a:pt x="1219" y="15"/>
                    <a:pt x="802" y="0"/>
                    <a:pt x="613" y="246"/>
                  </a:cubicBezTo>
                  <a:cubicBezTo>
                    <a:pt x="469" y="412"/>
                    <a:pt x="511" y="643"/>
                    <a:pt x="504" y="844"/>
                  </a:cubicBezTo>
                  <a:cubicBezTo>
                    <a:pt x="497" y="1883"/>
                    <a:pt x="491" y="2923"/>
                    <a:pt x="484" y="3962"/>
                  </a:cubicBezTo>
                  <a:cubicBezTo>
                    <a:pt x="243" y="4076"/>
                    <a:pt x="101" y="4329"/>
                    <a:pt x="66" y="4586"/>
                  </a:cubicBezTo>
                  <a:cubicBezTo>
                    <a:pt x="21" y="4972"/>
                    <a:pt x="0" y="5365"/>
                    <a:pt x="50" y="5752"/>
                  </a:cubicBezTo>
                  <a:cubicBezTo>
                    <a:pt x="91" y="6090"/>
                    <a:pt x="183" y="6419"/>
                    <a:pt x="293" y="6739"/>
                  </a:cubicBezTo>
                  <a:cubicBezTo>
                    <a:pt x="384" y="7009"/>
                    <a:pt x="582" y="7251"/>
                    <a:pt x="852" y="73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32"/>
            <p:cNvSpPr>
              <a:spLocks/>
            </p:cNvSpPr>
            <p:nvPr/>
          </p:nvSpPr>
          <p:spPr bwMode="auto">
            <a:xfrm flipV="1">
              <a:off x="2319" y="1061"/>
              <a:ext cx="336" cy="686"/>
            </a:xfrm>
            <a:custGeom>
              <a:avLst/>
              <a:gdLst>
                <a:gd name="T0" fmla="*/ 739 w 1481"/>
                <a:gd name="T1" fmla="*/ 2591 h 3017"/>
                <a:gd name="T2" fmla="*/ 1000 w 1481"/>
                <a:gd name="T3" fmla="*/ 2993 h 3017"/>
                <a:gd name="T4" fmla="*/ 1338 w 1481"/>
                <a:gd name="T5" fmla="*/ 2764 h 3017"/>
                <a:gd name="T6" fmla="*/ 1388 w 1481"/>
                <a:gd name="T7" fmla="*/ 1491 h 3017"/>
                <a:gd name="T8" fmla="*/ 519 w 1481"/>
                <a:gd name="T9" fmla="*/ 143 h 3017"/>
                <a:gd name="T10" fmla="*/ 27 w 1481"/>
                <a:gd name="T11" fmla="*/ 371 h 3017"/>
                <a:gd name="T12" fmla="*/ 334 w 1481"/>
                <a:gd name="T13" fmla="*/ 820 h 3017"/>
                <a:gd name="T14" fmla="*/ 830 w 1481"/>
                <a:gd name="T15" fmla="*/ 2168 h 3017"/>
                <a:gd name="T16" fmla="*/ 739 w 1481"/>
                <a:gd name="T17" fmla="*/ 2591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1" h="3017">
                  <a:moveTo>
                    <a:pt x="739" y="2591"/>
                  </a:moveTo>
                  <a:cubicBezTo>
                    <a:pt x="675" y="2769"/>
                    <a:pt x="812" y="2980"/>
                    <a:pt x="1000" y="2993"/>
                  </a:cubicBezTo>
                  <a:cubicBezTo>
                    <a:pt x="1150" y="3017"/>
                    <a:pt x="1300" y="2908"/>
                    <a:pt x="1338" y="2764"/>
                  </a:cubicBezTo>
                  <a:cubicBezTo>
                    <a:pt x="1468" y="2354"/>
                    <a:pt x="1481" y="1909"/>
                    <a:pt x="1388" y="1491"/>
                  </a:cubicBezTo>
                  <a:cubicBezTo>
                    <a:pt x="1267" y="958"/>
                    <a:pt x="946" y="480"/>
                    <a:pt x="519" y="143"/>
                  </a:cubicBezTo>
                  <a:cubicBezTo>
                    <a:pt x="336" y="0"/>
                    <a:pt x="35" y="137"/>
                    <a:pt x="27" y="371"/>
                  </a:cubicBezTo>
                  <a:cubicBezTo>
                    <a:pt x="0" y="584"/>
                    <a:pt x="217" y="683"/>
                    <a:pt x="334" y="820"/>
                  </a:cubicBezTo>
                  <a:cubicBezTo>
                    <a:pt x="686" y="1172"/>
                    <a:pt x="851" y="1676"/>
                    <a:pt x="830" y="2168"/>
                  </a:cubicBezTo>
                  <a:cubicBezTo>
                    <a:pt x="797" y="2309"/>
                    <a:pt x="787" y="2454"/>
                    <a:pt x="739" y="25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3" name="Group 41"/>
          <p:cNvGrpSpPr>
            <a:grpSpLocks/>
          </p:cNvGrpSpPr>
          <p:nvPr/>
        </p:nvGrpSpPr>
        <p:grpSpPr bwMode="auto">
          <a:xfrm>
            <a:off x="10119129" y="420688"/>
            <a:ext cx="1168899" cy="1323976"/>
            <a:chOff x="5596" y="9"/>
            <a:chExt cx="1907" cy="2160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44" name="Freeform 35"/>
            <p:cNvSpPr>
              <a:spLocks/>
            </p:cNvSpPr>
            <p:nvPr/>
          </p:nvSpPr>
          <p:spPr bwMode="auto">
            <a:xfrm flipV="1">
              <a:off x="6556" y="9"/>
              <a:ext cx="762" cy="1110"/>
            </a:xfrm>
            <a:custGeom>
              <a:avLst/>
              <a:gdLst>
                <a:gd name="T0" fmla="*/ 5036 w 12750"/>
                <a:gd name="T1" fmla="*/ 18510 h 18564"/>
                <a:gd name="T2" fmla="*/ 6549 w 12750"/>
                <a:gd name="T3" fmla="*/ 18367 h 18564"/>
                <a:gd name="T4" fmla="*/ 8280 w 12750"/>
                <a:gd name="T5" fmla="*/ 18098 h 18564"/>
                <a:gd name="T6" fmla="*/ 8525 w 12750"/>
                <a:gd name="T7" fmla="*/ 18048 h 18564"/>
                <a:gd name="T8" fmla="*/ 10478 w 12750"/>
                <a:gd name="T9" fmla="*/ 17746 h 18564"/>
                <a:gd name="T10" fmla="*/ 10866 w 12750"/>
                <a:gd name="T11" fmla="*/ 17679 h 18564"/>
                <a:gd name="T12" fmla="*/ 12620 w 12750"/>
                <a:gd name="T13" fmla="*/ 16428 h 18564"/>
                <a:gd name="T14" fmla="*/ 12671 w 12750"/>
                <a:gd name="T15" fmla="*/ 15695 h 18564"/>
                <a:gd name="T16" fmla="*/ 12705 w 12750"/>
                <a:gd name="T17" fmla="*/ 11475 h 18564"/>
                <a:gd name="T18" fmla="*/ 12735 w 12750"/>
                <a:gd name="T19" fmla="*/ 6209 h 18564"/>
                <a:gd name="T20" fmla="*/ 11705 w 12750"/>
                <a:gd name="T21" fmla="*/ 2727 h 18564"/>
                <a:gd name="T22" fmla="*/ 11049 w 12750"/>
                <a:gd name="T23" fmla="*/ 2664 h 18564"/>
                <a:gd name="T24" fmla="*/ 7748 w 12750"/>
                <a:gd name="T25" fmla="*/ 2367 h 18564"/>
                <a:gd name="T26" fmla="*/ 6907 w 12750"/>
                <a:gd name="T27" fmla="*/ 2265 h 18564"/>
                <a:gd name="T28" fmla="*/ 5747 w 12750"/>
                <a:gd name="T29" fmla="*/ 2855 h 18564"/>
                <a:gd name="T30" fmla="*/ 5537 w 12750"/>
                <a:gd name="T31" fmla="*/ 697 h 18564"/>
                <a:gd name="T32" fmla="*/ 4552 w 12750"/>
                <a:gd name="T33" fmla="*/ 34 h 18564"/>
                <a:gd name="T34" fmla="*/ 600 w 12750"/>
                <a:gd name="T35" fmla="*/ 4484 h 18564"/>
                <a:gd name="T36" fmla="*/ 24 w 12750"/>
                <a:gd name="T37" fmla="*/ 5390 h 18564"/>
                <a:gd name="T38" fmla="*/ 72 w 12750"/>
                <a:gd name="T39" fmla="*/ 5988 h 18564"/>
                <a:gd name="T40" fmla="*/ 1897 w 12750"/>
                <a:gd name="T41" fmla="*/ 6737 h 18564"/>
                <a:gd name="T42" fmla="*/ 3631 w 12750"/>
                <a:gd name="T43" fmla="*/ 4830 h 18564"/>
                <a:gd name="T44" fmla="*/ 4327 w 12750"/>
                <a:gd name="T45" fmla="*/ 6916 h 18564"/>
                <a:gd name="T46" fmla="*/ 4411 w 12750"/>
                <a:gd name="T47" fmla="*/ 7715 h 18564"/>
                <a:gd name="T48" fmla="*/ 8878 w 12750"/>
                <a:gd name="T49" fmla="*/ 10342 h 18564"/>
                <a:gd name="T50" fmla="*/ 9938 w 12750"/>
                <a:gd name="T51" fmla="*/ 11546 h 18564"/>
                <a:gd name="T52" fmla="*/ 9992 w 12750"/>
                <a:gd name="T53" fmla="*/ 12014 h 18564"/>
                <a:gd name="T54" fmla="*/ 10057 w 12750"/>
                <a:gd name="T55" fmla="*/ 12862 h 18564"/>
                <a:gd name="T56" fmla="*/ 10089 w 12750"/>
                <a:gd name="T57" fmla="*/ 15384 h 18564"/>
                <a:gd name="T58" fmla="*/ 8421 w 12750"/>
                <a:gd name="T59" fmla="*/ 15687 h 18564"/>
                <a:gd name="T60" fmla="*/ 6494 w 12750"/>
                <a:gd name="T61" fmla="*/ 16055 h 18564"/>
                <a:gd name="T62" fmla="*/ 5244 w 12750"/>
                <a:gd name="T63" fmla="*/ 16288 h 18564"/>
                <a:gd name="T64" fmla="*/ 4395 w 12750"/>
                <a:gd name="T65" fmla="*/ 16855 h 18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750" h="18564">
                  <a:moveTo>
                    <a:pt x="4380" y="17876"/>
                  </a:moveTo>
                  <a:cubicBezTo>
                    <a:pt x="4484" y="18172"/>
                    <a:pt x="4728" y="18430"/>
                    <a:pt x="5036" y="18510"/>
                  </a:cubicBezTo>
                  <a:cubicBezTo>
                    <a:pt x="5387" y="18564"/>
                    <a:pt x="5741" y="18500"/>
                    <a:pt x="6087" y="18440"/>
                  </a:cubicBezTo>
                  <a:cubicBezTo>
                    <a:pt x="6241" y="18415"/>
                    <a:pt x="6397" y="18402"/>
                    <a:pt x="6549" y="18367"/>
                  </a:cubicBezTo>
                  <a:cubicBezTo>
                    <a:pt x="6619" y="18356"/>
                    <a:pt x="6693" y="18359"/>
                    <a:pt x="6762" y="18334"/>
                  </a:cubicBezTo>
                  <a:cubicBezTo>
                    <a:pt x="7269" y="18265"/>
                    <a:pt x="7772" y="18160"/>
                    <a:pt x="8280" y="18098"/>
                  </a:cubicBezTo>
                  <a:cubicBezTo>
                    <a:pt x="8288" y="18094"/>
                    <a:pt x="8304" y="18086"/>
                    <a:pt x="8313" y="18082"/>
                  </a:cubicBezTo>
                  <a:cubicBezTo>
                    <a:pt x="8382" y="18068"/>
                    <a:pt x="8462" y="18087"/>
                    <a:pt x="8525" y="18048"/>
                  </a:cubicBezTo>
                  <a:cubicBezTo>
                    <a:pt x="8587" y="18042"/>
                    <a:pt x="8649" y="18037"/>
                    <a:pt x="8711" y="18028"/>
                  </a:cubicBezTo>
                  <a:cubicBezTo>
                    <a:pt x="9298" y="17933"/>
                    <a:pt x="9887" y="17827"/>
                    <a:pt x="10478" y="17746"/>
                  </a:cubicBezTo>
                  <a:cubicBezTo>
                    <a:pt x="10533" y="17717"/>
                    <a:pt x="10596" y="17722"/>
                    <a:pt x="10657" y="17713"/>
                  </a:cubicBezTo>
                  <a:cubicBezTo>
                    <a:pt x="10722" y="17684"/>
                    <a:pt x="10796" y="17689"/>
                    <a:pt x="10866" y="17679"/>
                  </a:cubicBezTo>
                  <a:cubicBezTo>
                    <a:pt x="11265" y="17599"/>
                    <a:pt x="11679" y="17547"/>
                    <a:pt x="12053" y="17376"/>
                  </a:cubicBezTo>
                  <a:cubicBezTo>
                    <a:pt x="12429" y="17225"/>
                    <a:pt x="12595" y="16807"/>
                    <a:pt x="12620" y="16428"/>
                  </a:cubicBezTo>
                  <a:cubicBezTo>
                    <a:pt x="12654" y="16301"/>
                    <a:pt x="12640" y="16168"/>
                    <a:pt x="12650" y="16038"/>
                  </a:cubicBezTo>
                  <a:cubicBezTo>
                    <a:pt x="12683" y="15927"/>
                    <a:pt x="12663" y="15809"/>
                    <a:pt x="12671" y="15695"/>
                  </a:cubicBezTo>
                  <a:cubicBezTo>
                    <a:pt x="12675" y="14290"/>
                    <a:pt x="12687" y="12885"/>
                    <a:pt x="12683" y="11480"/>
                  </a:cubicBezTo>
                  <a:lnTo>
                    <a:pt x="12705" y="11475"/>
                  </a:lnTo>
                  <a:cubicBezTo>
                    <a:pt x="12703" y="9740"/>
                    <a:pt x="12717" y="8005"/>
                    <a:pt x="12722" y="6270"/>
                  </a:cubicBezTo>
                  <a:cubicBezTo>
                    <a:pt x="12725" y="6254"/>
                    <a:pt x="12732" y="6224"/>
                    <a:pt x="12735" y="6209"/>
                  </a:cubicBezTo>
                  <a:cubicBezTo>
                    <a:pt x="12742" y="5081"/>
                    <a:pt x="12741" y="3954"/>
                    <a:pt x="12750" y="2827"/>
                  </a:cubicBezTo>
                  <a:cubicBezTo>
                    <a:pt x="12402" y="2793"/>
                    <a:pt x="12053" y="2761"/>
                    <a:pt x="11705" y="2727"/>
                  </a:cubicBezTo>
                  <a:cubicBezTo>
                    <a:pt x="11604" y="2716"/>
                    <a:pt x="11498" y="2734"/>
                    <a:pt x="11402" y="2698"/>
                  </a:cubicBezTo>
                  <a:cubicBezTo>
                    <a:pt x="11284" y="2682"/>
                    <a:pt x="11162" y="2703"/>
                    <a:pt x="11049" y="2664"/>
                  </a:cubicBezTo>
                  <a:cubicBezTo>
                    <a:pt x="10930" y="2649"/>
                    <a:pt x="10807" y="2670"/>
                    <a:pt x="10692" y="2633"/>
                  </a:cubicBezTo>
                  <a:cubicBezTo>
                    <a:pt x="9710" y="2557"/>
                    <a:pt x="8731" y="2440"/>
                    <a:pt x="7748" y="2367"/>
                  </a:cubicBezTo>
                  <a:cubicBezTo>
                    <a:pt x="7634" y="2331"/>
                    <a:pt x="7512" y="2346"/>
                    <a:pt x="7394" y="2335"/>
                  </a:cubicBezTo>
                  <a:cubicBezTo>
                    <a:pt x="7241" y="2272"/>
                    <a:pt x="7048" y="2349"/>
                    <a:pt x="6907" y="2265"/>
                  </a:cubicBezTo>
                  <a:cubicBezTo>
                    <a:pt x="6538" y="2675"/>
                    <a:pt x="6170" y="3086"/>
                    <a:pt x="5801" y="3497"/>
                  </a:cubicBezTo>
                  <a:cubicBezTo>
                    <a:pt x="5780" y="3283"/>
                    <a:pt x="5757" y="3070"/>
                    <a:pt x="5747" y="2855"/>
                  </a:cubicBezTo>
                  <a:cubicBezTo>
                    <a:pt x="5707" y="2731"/>
                    <a:pt x="5735" y="2595"/>
                    <a:pt x="5711" y="2466"/>
                  </a:cubicBezTo>
                  <a:cubicBezTo>
                    <a:pt x="5645" y="1880"/>
                    <a:pt x="5603" y="1286"/>
                    <a:pt x="5537" y="697"/>
                  </a:cubicBezTo>
                  <a:cubicBezTo>
                    <a:pt x="5499" y="379"/>
                    <a:pt x="5259" y="75"/>
                    <a:pt x="4930" y="33"/>
                  </a:cubicBezTo>
                  <a:cubicBezTo>
                    <a:pt x="4809" y="0"/>
                    <a:pt x="4673" y="6"/>
                    <a:pt x="4552" y="34"/>
                  </a:cubicBezTo>
                  <a:cubicBezTo>
                    <a:pt x="4044" y="134"/>
                    <a:pt x="3622" y="479"/>
                    <a:pt x="3295" y="864"/>
                  </a:cubicBezTo>
                  <a:cubicBezTo>
                    <a:pt x="2397" y="2071"/>
                    <a:pt x="1498" y="3277"/>
                    <a:pt x="600" y="4484"/>
                  </a:cubicBezTo>
                  <a:cubicBezTo>
                    <a:pt x="429" y="4726"/>
                    <a:pt x="229" y="4949"/>
                    <a:pt x="88" y="5212"/>
                  </a:cubicBezTo>
                  <a:cubicBezTo>
                    <a:pt x="68" y="5272"/>
                    <a:pt x="47" y="5332"/>
                    <a:pt x="24" y="5390"/>
                  </a:cubicBezTo>
                  <a:cubicBezTo>
                    <a:pt x="0" y="5543"/>
                    <a:pt x="0" y="5700"/>
                    <a:pt x="23" y="5854"/>
                  </a:cubicBezTo>
                  <a:cubicBezTo>
                    <a:pt x="41" y="5898"/>
                    <a:pt x="54" y="5944"/>
                    <a:pt x="72" y="5988"/>
                  </a:cubicBezTo>
                  <a:cubicBezTo>
                    <a:pt x="195" y="6289"/>
                    <a:pt x="449" y="6520"/>
                    <a:pt x="729" y="6674"/>
                  </a:cubicBezTo>
                  <a:cubicBezTo>
                    <a:pt x="1087" y="6851"/>
                    <a:pt x="1528" y="6918"/>
                    <a:pt x="1897" y="6737"/>
                  </a:cubicBezTo>
                  <a:cubicBezTo>
                    <a:pt x="2120" y="6640"/>
                    <a:pt x="2270" y="6442"/>
                    <a:pt x="2419" y="6260"/>
                  </a:cubicBezTo>
                  <a:cubicBezTo>
                    <a:pt x="2824" y="5784"/>
                    <a:pt x="3227" y="5307"/>
                    <a:pt x="3631" y="4830"/>
                  </a:cubicBezTo>
                  <a:cubicBezTo>
                    <a:pt x="3786" y="4655"/>
                    <a:pt x="3923" y="4463"/>
                    <a:pt x="4092" y="4301"/>
                  </a:cubicBezTo>
                  <a:cubicBezTo>
                    <a:pt x="4150" y="5174"/>
                    <a:pt x="4266" y="6043"/>
                    <a:pt x="4327" y="6916"/>
                  </a:cubicBezTo>
                  <a:cubicBezTo>
                    <a:pt x="4363" y="7030"/>
                    <a:pt x="4346" y="7153"/>
                    <a:pt x="4360" y="7270"/>
                  </a:cubicBezTo>
                  <a:cubicBezTo>
                    <a:pt x="4409" y="7413"/>
                    <a:pt x="4364" y="7571"/>
                    <a:pt x="4411" y="7715"/>
                  </a:cubicBezTo>
                  <a:cubicBezTo>
                    <a:pt x="4414" y="7761"/>
                    <a:pt x="4417" y="7807"/>
                    <a:pt x="4419" y="7854"/>
                  </a:cubicBezTo>
                  <a:cubicBezTo>
                    <a:pt x="5906" y="8683"/>
                    <a:pt x="7394" y="9508"/>
                    <a:pt x="8878" y="10342"/>
                  </a:cubicBezTo>
                  <a:cubicBezTo>
                    <a:pt x="9220" y="10523"/>
                    <a:pt x="9553" y="10722"/>
                    <a:pt x="9896" y="10902"/>
                  </a:cubicBezTo>
                  <a:cubicBezTo>
                    <a:pt x="9938" y="11113"/>
                    <a:pt x="9934" y="11331"/>
                    <a:pt x="9938" y="11546"/>
                  </a:cubicBezTo>
                  <a:lnTo>
                    <a:pt x="9961" y="11541"/>
                  </a:lnTo>
                  <a:cubicBezTo>
                    <a:pt x="9973" y="11698"/>
                    <a:pt x="9951" y="11861"/>
                    <a:pt x="9992" y="12014"/>
                  </a:cubicBezTo>
                  <a:cubicBezTo>
                    <a:pt x="10011" y="12154"/>
                    <a:pt x="9981" y="12303"/>
                    <a:pt x="10026" y="12437"/>
                  </a:cubicBezTo>
                  <a:cubicBezTo>
                    <a:pt x="10037" y="12578"/>
                    <a:pt x="10021" y="12723"/>
                    <a:pt x="10057" y="12862"/>
                  </a:cubicBezTo>
                  <a:cubicBezTo>
                    <a:pt x="10105" y="13693"/>
                    <a:pt x="10182" y="14522"/>
                    <a:pt x="10241" y="15353"/>
                  </a:cubicBezTo>
                  <a:cubicBezTo>
                    <a:pt x="10188" y="15356"/>
                    <a:pt x="10138" y="15366"/>
                    <a:pt x="10089" y="15384"/>
                  </a:cubicBezTo>
                  <a:cubicBezTo>
                    <a:pt x="9582" y="15466"/>
                    <a:pt x="9078" y="15572"/>
                    <a:pt x="8574" y="15667"/>
                  </a:cubicBezTo>
                  <a:cubicBezTo>
                    <a:pt x="8522" y="15674"/>
                    <a:pt x="8472" y="15680"/>
                    <a:pt x="8421" y="15687"/>
                  </a:cubicBezTo>
                  <a:cubicBezTo>
                    <a:pt x="7918" y="15785"/>
                    <a:pt x="7412" y="15884"/>
                    <a:pt x="6907" y="15973"/>
                  </a:cubicBezTo>
                  <a:cubicBezTo>
                    <a:pt x="6771" y="16009"/>
                    <a:pt x="6628" y="16016"/>
                    <a:pt x="6494" y="16055"/>
                  </a:cubicBezTo>
                  <a:cubicBezTo>
                    <a:pt x="6434" y="16064"/>
                    <a:pt x="6372" y="16063"/>
                    <a:pt x="6316" y="16087"/>
                  </a:cubicBezTo>
                  <a:cubicBezTo>
                    <a:pt x="5957" y="16146"/>
                    <a:pt x="5601" y="16223"/>
                    <a:pt x="5244" y="16288"/>
                  </a:cubicBezTo>
                  <a:cubicBezTo>
                    <a:pt x="5129" y="16314"/>
                    <a:pt x="5010" y="16323"/>
                    <a:pt x="4903" y="16373"/>
                  </a:cubicBezTo>
                  <a:cubicBezTo>
                    <a:pt x="4673" y="16450"/>
                    <a:pt x="4499" y="16641"/>
                    <a:pt x="4395" y="16855"/>
                  </a:cubicBezTo>
                  <a:cubicBezTo>
                    <a:pt x="4256" y="17176"/>
                    <a:pt x="4250" y="17551"/>
                    <a:pt x="4380" y="178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36"/>
            <p:cNvSpPr>
              <a:spLocks/>
            </p:cNvSpPr>
            <p:nvPr/>
          </p:nvSpPr>
          <p:spPr bwMode="auto">
            <a:xfrm flipV="1">
              <a:off x="6699" y="230"/>
              <a:ext cx="318" cy="311"/>
            </a:xfrm>
            <a:custGeom>
              <a:avLst/>
              <a:gdLst>
                <a:gd name="T0" fmla="*/ 1979 w 5327"/>
                <a:gd name="T1" fmla="*/ 5080 h 5199"/>
                <a:gd name="T2" fmla="*/ 3331 w 5327"/>
                <a:gd name="T3" fmla="*/ 5082 h 5199"/>
                <a:gd name="T4" fmla="*/ 3494 w 5327"/>
                <a:gd name="T5" fmla="*/ 5032 h 5199"/>
                <a:gd name="T6" fmla="*/ 4989 w 5327"/>
                <a:gd name="T7" fmla="*/ 3704 h 5199"/>
                <a:gd name="T8" fmla="*/ 4987 w 5327"/>
                <a:gd name="T9" fmla="*/ 1474 h 5199"/>
                <a:gd name="T10" fmla="*/ 3213 w 5327"/>
                <a:gd name="T11" fmla="*/ 70 h 5199"/>
                <a:gd name="T12" fmla="*/ 3033 w 5327"/>
                <a:gd name="T13" fmla="*/ 40 h 5199"/>
                <a:gd name="T14" fmla="*/ 2617 w 5327"/>
                <a:gd name="T15" fmla="*/ 12 h 5199"/>
                <a:gd name="T16" fmla="*/ 2307 w 5327"/>
                <a:gd name="T17" fmla="*/ 38 h 5199"/>
                <a:gd name="T18" fmla="*/ 334 w 5327"/>
                <a:gd name="T19" fmla="*/ 1483 h 5199"/>
                <a:gd name="T20" fmla="*/ 318 w 5327"/>
                <a:gd name="T21" fmla="*/ 3668 h 5199"/>
                <a:gd name="T22" fmla="*/ 1739 w 5327"/>
                <a:gd name="T23" fmla="*/ 5001 h 5199"/>
                <a:gd name="T24" fmla="*/ 1871 w 5327"/>
                <a:gd name="T25" fmla="*/ 5046 h 5199"/>
                <a:gd name="T26" fmla="*/ 1979 w 5327"/>
                <a:gd name="T27" fmla="*/ 5080 h 5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27" h="5199">
                  <a:moveTo>
                    <a:pt x="1979" y="5080"/>
                  </a:moveTo>
                  <a:cubicBezTo>
                    <a:pt x="2420" y="5194"/>
                    <a:pt x="2889" y="5199"/>
                    <a:pt x="3331" y="5082"/>
                  </a:cubicBezTo>
                  <a:cubicBezTo>
                    <a:pt x="3385" y="5064"/>
                    <a:pt x="3440" y="5050"/>
                    <a:pt x="3494" y="5032"/>
                  </a:cubicBezTo>
                  <a:cubicBezTo>
                    <a:pt x="4143" y="4814"/>
                    <a:pt x="4693" y="4321"/>
                    <a:pt x="4989" y="3704"/>
                  </a:cubicBezTo>
                  <a:cubicBezTo>
                    <a:pt x="5326" y="3010"/>
                    <a:pt x="5327" y="2168"/>
                    <a:pt x="4987" y="1474"/>
                  </a:cubicBezTo>
                  <a:cubicBezTo>
                    <a:pt x="4652" y="767"/>
                    <a:pt x="3979" y="230"/>
                    <a:pt x="3213" y="70"/>
                  </a:cubicBezTo>
                  <a:cubicBezTo>
                    <a:pt x="3156" y="46"/>
                    <a:pt x="3093" y="48"/>
                    <a:pt x="3033" y="40"/>
                  </a:cubicBezTo>
                  <a:cubicBezTo>
                    <a:pt x="2899" y="0"/>
                    <a:pt x="2755" y="18"/>
                    <a:pt x="2617" y="12"/>
                  </a:cubicBezTo>
                  <a:cubicBezTo>
                    <a:pt x="2514" y="22"/>
                    <a:pt x="2405" y="0"/>
                    <a:pt x="2307" y="38"/>
                  </a:cubicBezTo>
                  <a:cubicBezTo>
                    <a:pt x="1461" y="139"/>
                    <a:pt x="690" y="711"/>
                    <a:pt x="334" y="1483"/>
                  </a:cubicBezTo>
                  <a:cubicBezTo>
                    <a:pt x="1" y="2160"/>
                    <a:pt x="0" y="2985"/>
                    <a:pt x="318" y="3668"/>
                  </a:cubicBezTo>
                  <a:cubicBezTo>
                    <a:pt x="594" y="4276"/>
                    <a:pt x="1117" y="4762"/>
                    <a:pt x="1739" y="5001"/>
                  </a:cubicBezTo>
                  <a:cubicBezTo>
                    <a:pt x="1782" y="5019"/>
                    <a:pt x="1828" y="5028"/>
                    <a:pt x="1871" y="5046"/>
                  </a:cubicBezTo>
                  <a:cubicBezTo>
                    <a:pt x="1908" y="5055"/>
                    <a:pt x="1944" y="5066"/>
                    <a:pt x="1979" y="50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 flipV="1">
              <a:off x="6109" y="241"/>
              <a:ext cx="598" cy="474"/>
            </a:xfrm>
            <a:custGeom>
              <a:avLst/>
              <a:gdLst>
                <a:gd name="T0" fmla="*/ 4380 w 10008"/>
                <a:gd name="T1" fmla="*/ 7638 h 7935"/>
                <a:gd name="T2" fmla="*/ 5284 w 10008"/>
                <a:gd name="T3" fmla="*/ 7878 h 7935"/>
                <a:gd name="T4" fmla="*/ 5967 w 10008"/>
                <a:gd name="T5" fmla="*/ 7649 h 7935"/>
                <a:gd name="T6" fmla="*/ 7960 w 10008"/>
                <a:gd name="T7" fmla="*/ 5435 h 7935"/>
                <a:gd name="T8" fmla="*/ 8096 w 10008"/>
                <a:gd name="T9" fmla="*/ 4635 h 7935"/>
                <a:gd name="T10" fmla="*/ 7633 w 10008"/>
                <a:gd name="T11" fmla="*/ 3656 h 7935"/>
                <a:gd name="T12" fmla="*/ 9946 w 10008"/>
                <a:gd name="T13" fmla="*/ 1712 h 7935"/>
                <a:gd name="T14" fmla="*/ 9963 w 10008"/>
                <a:gd name="T15" fmla="*/ 1522 h 7935"/>
                <a:gd name="T16" fmla="*/ 9559 w 10008"/>
                <a:gd name="T17" fmla="*/ 1535 h 7935"/>
                <a:gd name="T18" fmla="*/ 9285 w 10008"/>
                <a:gd name="T19" fmla="*/ 1583 h 7935"/>
                <a:gd name="T20" fmla="*/ 9073 w 10008"/>
                <a:gd name="T21" fmla="*/ 1616 h 7935"/>
                <a:gd name="T22" fmla="*/ 7684 w 10008"/>
                <a:gd name="T23" fmla="*/ 1886 h 7935"/>
                <a:gd name="T24" fmla="*/ 7540 w 10008"/>
                <a:gd name="T25" fmla="*/ 1918 h 7935"/>
                <a:gd name="T26" fmla="*/ 7345 w 10008"/>
                <a:gd name="T27" fmla="*/ 1967 h 7935"/>
                <a:gd name="T28" fmla="*/ 6974 w 10008"/>
                <a:gd name="T29" fmla="*/ 2055 h 7935"/>
                <a:gd name="T30" fmla="*/ 6922 w 10008"/>
                <a:gd name="T31" fmla="*/ 1883 h 7935"/>
                <a:gd name="T32" fmla="*/ 6853 w 10008"/>
                <a:gd name="T33" fmla="*/ 1710 h 7935"/>
                <a:gd name="T34" fmla="*/ 5434 w 10008"/>
                <a:gd name="T35" fmla="*/ 294 h 7935"/>
                <a:gd name="T36" fmla="*/ 5262 w 10008"/>
                <a:gd name="T37" fmla="*/ 224 h 7935"/>
                <a:gd name="T38" fmla="*/ 3344 w 10008"/>
                <a:gd name="T39" fmla="*/ 225 h 7935"/>
                <a:gd name="T40" fmla="*/ 3171 w 10008"/>
                <a:gd name="T41" fmla="*/ 294 h 7935"/>
                <a:gd name="T42" fmla="*/ 1859 w 10008"/>
                <a:gd name="T43" fmla="*/ 1496 h 7935"/>
                <a:gd name="T44" fmla="*/ 1623 w 10008"/>
                <a:gd name="T45" fmla="*/ 2069 h 7935"/>
                <a:gd name="T46" fmla="*/ 1542 w 10008"/>
                <a:gd name="T47" fmla="*/ 2413 h 7935"/>
                <a:gd name="T48" fmla="*/ 1542 w 10008"/>
                <a:gd name="T49" fmla="*/ 3273 h 7935"/>
                <a:gd name="T50" fmla="*/ 1576 w 10008"/>
                <a:gd name="T51" fmla="*/ 3441 h 7935"/>
                <a:gd name="T52" fmla="*/ 1877 w 10008"/>
                <a:gd name="T53" fmla="*/ 4214 h 7935"/>
                <a:gd name="T54" fmla="*/ 2033 w 10008"/>
                <a:gd name="T55" fmla="*/ 4465 h 7935"/>
                <a:gd name="T56" fmla="*/ 46 w 10008"/>
                <a:gd name="T57" fmla="*/ 6770 h 7935"/>
                <a:gd name="T58" fmla="*/ 66 w 10008"/>
                <a:gd name="T59" fmla="*/ 6947 h 7935"/>
                <a:gd name="T60" fmla="*/ 214 w 10008"/>
                <a:gd name="T61" fmla="*/ 6950 h 7935"/>
                <a:gd name="T62" fmla="*/ 1415 w 10008"/>
                <a:gd name="T63" fmla="*/ 6656 h 7935"/>
                <a:gd name="T64" fmla="*/ 1664 w 10008"/>
                <a:gd name="T65" fmla="*/ 6589 h 7935"/>
                <a:gd name="T66" fmla="*/ 3136 w 10008"/>
                <a:gd name="T67" fmla="*/ 6126 h 7935"/>
                <a:gd name="T68" fmla="*/ 4380 w 10008"/>
                <a:gd name="T69" fmla="*/ 7638 h 7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008" h="7935">
                  <a:moveTo>
                    <a:pt x="4380" y="7638"/>
                  </a:moveTo>
                  <a:cubicBezTo>
                    <a:pt x="4624" y="7851"/>
                    <a:pt x="4967" y="7935"/>
                    <a:pt x="5284" y="7878"/>
                  </a:cubicBezTo>
                  <a:cubicBezTo>
                    <a:pt x="5525" y="7852"/>
                    <a:pt x="5751" y="7755"/>
                    <a:pt x="5967" y="7649"/>
                  </a:cubicBezTo>
                  <a:cubicBezTo>
                    <a:pt x="6855" y="7158"/>
                    <a:pt x="7496" y="6320"/>
                    <a:pt x="7960" y="5435"/>
                  </a:cubicBezTo>
                  <a:cubicBezTo>
                    <a:pt x="8095" y="5195"/>
                    <a:pt x="8160" y="4907"/>
                    <a:pt x="8096" y="4635"/>
                  </a:cubicBezTo>
                  <a:cubicBezTo>
                    <a:pt x="8027" y="4274"/>
                    <a:pt x="7819" y="3964"/>
                    <a:pt x="7633" y="3656"/>
                  </a:cubicBezTo>
                  <a:cubicBezTo>
                    <a:pt x="8442" y="3055"/>
                    <a:pt x="9188" y="2374"/>
                    <a:pt x="9946" y="1712"/>
                  </a:cubicBezTo>
                  <a:cubicBezTo>
                    <a:pt x="10008" y="1665"/>
                    <a:pt x="9994" y="1584"/>
                    <a:pt x="9963" y="1522"/>
                  </a:cubicBezTo>
                  <a:cubicBezTo>
                    <a:pt x="9833" y="1462"/>
                    <a:pt x="9693" y="1534"/>
                    <a:pt x="9559" y="1535"/>
                  </a:cubicBezTo>
                  <a:cubicBezTo>
                    <a:pt x="9470" y="1569"/>
                    <a:pt x="9371" y="1544"/>
                    <a:pt x="9285" y="1583"/>
                  </a:cubicBezTo>
                  <a:cubicBezTo>
                    <a:pt x="9214" y="1594"/>
                    <a:pt x="9139" y="1585"/>
                    <a:pt x="9073" y="1616"/>
                  </a:cubicBezTo>
                  <a:cubicBezTo>
                    <a:pt x="8606" y="1681"/>
                    <a:pt x="8145" y="1786"/>
                    <a:pt x="7684" y="1886"/>
                  </a:cubicBezTo>
                  <a:cubicBezTo>
                    <a:pt x="7637" y="1903"/>
                    <a:pt x="7588" y="1909"/>
                    <a:pt x="7540" y="1918"/>
                  </a:cubicBezTo>
                  <a:cubicBezTo>
                    <a:pt x="7478" y="1944"/>
                    <a:pt x="7407" y="1940"/>
                    <a:pt x="7345" y="1967"/>
                  </a:cubicBezTo>
                  <a:cubicBezTo>
                    <a:pt x="7220" y="1993"/>
                    <a:pt x="7099" y="2029"/>
                    <a:pt x="6974" y="2055"/>
                  </a:cubicBezTo>
                  <a:cubicBezTo>
                    <a:pt x="6957" y="1997"/>
                    <a:pt x="6940" y="1940"/>
                    <a:pt x="6922" y="1883"/>
                  </a:cubicBezTo>
                  <a:cubicBezTo>
                    <a:pt x="6897" y="1827"/>
                    <a:pt x="6874" y="1769"/>
                    <a:pt x="6853" y="1710"/>
                  </a:cubicBezTo>
                  <a:cubicBezTo>
                    <a:pt x="6572" y="1086"/>
                    <a:pt x="6061" y="571"/>
                    <a:pt x="5434" y="294"/>
                  </a:cubicBezTo>
                  <a:cubicBezTo>
                    <a:pt x="5376" y="272"/>
                    <a:pt x="5319" y="249"/>
                    <a:pt x="5262" y="224"/>
                  </a:cubicBezTo>
                  <a:cubicBezTo>
                    <a:pt x="4648" y="2"/>
                    <a:pt x="3958" y="0"/>
                    <a:pt x="3344" y="225"/>
                  </a:cubicBezTo>
                  <a:cubicBezTo>
                    <a:pt x="3287" y="249"/>
                    <a:pt x="3229" y="271"/>
                    <a:pt x="3171" y="294"/>
                  </a:cubicBezTo>
                  <a:cubicBezTo>
                    <a:pt x="2619" y="540"/>
                    <a:pt x="2154" y="969"/>
                    <a:pt x="1859" y="1496"/>
                  </a:cubicBezTo>
                  <a:cubicBezTo>
                    <a:pt x="1766" y="1681"/>
                    <a:pt x="1677" y="1869"/>
                    <a:pt x="1623" y="2069"/>
                  </a:cubicBezTo>
                  <a:cubicBezTo>
                    <a:pt x="1576" y="2179"/>
                    <a:pt x="1585" y="2304"/>
                    <a:pt x="1542" y="2413"/>
                  </a:cubicBezTo>
                  <a:cubicBezTo>
                    <a:pt x="1517" y="2699"/>
                    <a:pt x="1517" y="2987"/>
                    <a:pt x="1542" y="3273"/>
                  </a:cubicBezTo>
                  <a:cubicBezTo>
                    <a:pt x="1576" y="3322"/>
                    <a:pt x="1562" y="3386"/>
                    <a:pt x="1576" y="3441"/>
                  </a:cubicBezTo>
                  <a:cubicBezTo>
                    <a:pt x="1638" y="3712"/>
                    <a:pt x="1739" y="3974"/>
                    <a:pt x="1877" y="4214"/>
                  </a:cubicBezTo>
                  <a:cubicBezTo>
                    <a:pt x="1921" y="4303"/>
                    <a:pt x="1979" y="4383"/>
                    <a:pt x="2033" y="4465"/>
                  </a:cubicBezTo>
                  <a:cubicBezTo>
                    <a:pt x="1252" y="5120"/>
                    <a:pt x="587" y="5907"/>
                    <a:pt x="46" y="6770"/>
                  </a:cubicBezTo>
                  <a:cubicBezTo>
                    <a:pt x="0" y="6827"/>
                    <a:pt x="36" y="6893"/>
                    <a:pt x="66" y="6947"/>
                  </a:cubicBezTo>
                  <a:cubicBezTo>
                    <a:pt x="115" y="6951"/>
                    <a:pt x="165" y="6961"/>
                    <a:pt x="214" y="6950"/>
                  </a:cubicBezTo>
                  <a:cubicBezTo>
                    <a:pt x="617" y="6865"/>
                    <a:pt x="1016" y="6760"/>
                    <a:pt x="1415" y="6656"/>
                  </a:cubicBezTo>
                  <a:cubicBezTo>
                    <a:pt x="1497" y="6630"/>
                    <a:pt x="1582" y="6615"/>
                    <a:pt x="1664" y="6589"/>
                  </a:cubicBezTo>
                  <a:cubicBezTo>
                    <a:pt x="2160" y="6453"/>
                    <a:pt x="2646" y="6281"/>
                    <a:pt x="3136" y="6126"/>
                  </a:cubicBezTo>
                  <a:cubicBezTo>
                    <a:pt x="3448" y="6704"/>
                    <a:pt x="3902" y="7192"/>
                    <a:pt x="4380" y="76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 flipV="1">
              <a:off x="5596" y="609"/>
              <a:ext cx="1084" cy="721"/>
            </a:xfrm>
            <a:custGeom>
              <a:avLst/>
              <a:gdLst>
                <a:gd name="T0" fmla="*/ 1516 w 18128"/>
                <a:gd name="T1" fmla="*/ 11977 h 12059"/>
                <a:gd name="T2" fmla="*/ 8249 w 18128"/>
                <a:gd name="T3" fmla="*/ 12059 h 12059"/>
                <a:gd name="T4" fmla="*/ 13778 w 18128"/>
                <a:gd name="T5" fmla="*/ 8328 h 12059"/>
                <a:gd name="T6" fmla="*/ 13778 w 18128"/>
                <a:gd name="T7" fmla="*/ 2883 h 12059"/>
                <a:gd name="T8" fmla="*/ 16971 w 18128"/>
                <a:gd name="T9" fmla="*/ 2441 h 12059"/>
                <a:gd name="T10" fmla="*/ 17745 w 18128"/>
                <a:gd name="T11" fmla="*/ 2223 h 12059"/>
                <a:gd name="T12" fmla="*/ 18112 w 18128"/>
                <a:gd name="T13" fmla="*/ 1199 h 12059"/>
                <a:gd name="T14" fmla="*/ 17685 w 18128"/>
                <a:gd name="T15" fmla="*/ 205 h 12059"/>
                <a:gd name="T16" fmla="*/ 17053 w 18128"/>
                <a:gd name="T17" fmla="*/ 42 h 12059"/>
                <a:gd name="T18" fmla="*/ 12670 w 18128"/>
                <a:gd name="T19" fmla="*/ 691 h 12059"/>
                <a:gd name="T20" fmla="*/ 11779 w 18128"/>
                <a:gd name="T21" fmla="*/ 861 h 12059"/>
                <a:gd name="T22" fmla="*/ 11342 w 18128"/>
                <a:gd name="T23" fmla="*/ 1195 h 12059"/>
                <a:gd name="T24" fmla="*/ 11262 w 18128"/>
                <a:gd name="T25" fmla="*/ 1940 h 12059"/>
                <a:gd name="T26" fmla="*/ 11305 w 18128"/>
                <a:gd name="T27" fmla="*/ 5064 h 12059"/>
                <a:gd name="T28" fmla="*/ 8991 w 18128"/>
                <a:gd name="T29" fmla="*/ 1492 h 12059"/>
                <a:gd name="T30" fmla="*/ 8372 w 18128"/>
                <a:gd name="T31" fmla="*/ 520 h 12059"/>
                <a:gd name="T32" fmla="*/ 8288 w 18128"/>
                <a:gd name="T33" fmla="*/ 600 h 12059"/>
                <a:gd name="T34" fmla="*/ 2683 w 18128"/>
                <a:gd name="T35" fmla="*/ 4515 h 12059"/>
                <a:gd name="T36" fmla="*/ 2749 w 18128"/>
                <a:gd name="T37" fmla="*/ 4617 h 12059"/>
                <a:gd name="T38" fmla="*/ 6069 w 18128"/>
                <a:gd name="T39" fmla="*/ 9291 h 12059"/>
                <a:gd name="T40" fmla="*/ 3595 w 18128"/>
                <a:gd name="T41" fmla="*/ 9522 h 12059"/>
                <a:gd name="T42" fmla="*/ 2479 w 18128"/>
                <a:gd name="T43" fmla="*/ 9624 h 12059"/>
                <a:gd name="T44" fmla="*/ 2496 w 18128"/>
                <a:gd name="T45" fmla="*/ 6317 h 12059"/>
                <a:gd name="T46" fmla="*/ 2516 w 18128"/>
                <a:gd name="T47" fmla="*/ 5434 h 12059"/>
                <a:gd name="T48" fmla="*/ 2336 w 18128"/>
                <a:gd name="T49" fmla="*/ 4791 h 12059"/>
                <a:gd name="T50" fmla="*/ 1445 w 18128"/>
                <a:gd name="T51" fmla="*/ 4393 h 12059"/>
                <a:gd name="T52" fmla="*/ 367 w 18128"/>
                <a:gd name="T53" fmla="*/ 4704 h 12059"/>
                <a:gd name="T54" fmla="*/ 0 w 18128"/>
                <a:gd name="T55" fmla="*/ 5379 h 12059"/>
                <a:gd name="T56" fmla="*/ 0 w 18128"/>
                <a:gd name="T57" fmla="*/ 5737 h 12059"/>
                <a:gd name="T58" fmla="*/ 50 w 18128"/>
                <a:gd name="T59" fmla="*/ 11010 h 12059"/>
                <a:gd name="T60" fmla="*/ 147 w 18128"/>
                <a:gd name="T61" fmla="*/ 11674 h 12059"/>
                <a:gd name="T62" fmla="*/ 480 w 18128"/>
                <a:gd name="T63" fmla="*/ 11922 h 12059"/>
                <a:gd name="T64" fmla="*/ 1516 w 18128"/>
                <a:gd name="T65" fmla="*/ 11977 h 12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28" h="12059">
                  <a:moveTo>
                    <a:pt x="1516" y="11977"/>
                  </a:moveTo>
                  <a:cubicBezTo>
                    <a:pt x="3760" y="12004"/>
                    <a:pt x="6005" y="12032"/>
                    <a:pt x="8249" y="12059"/>
                  </a:cubicBezTo>
                  <a:cubicBezTo>
                    <a:pt x="10092" y="10814"/>
                    <a:pt x="11936" y="9574"/>
                    <a:pt x="13778" y="8328"/>
                  </a:cubicBezTo>
                  <a:cubicBezTo>
                    <a:pt x="13775" y="6513"/>
                    <a:pt x="13776" y="4698"/>
                    <a:pt x="13778" y="2883"/>
                  </a:cubicBezTo>
                  <a:cubicBezTo>
                    <a:pt x="14843" y="2743"/>
                    <a:pt x="15906" y="2581"/>
                    <a:pt x="16971" y="2441"/>
                  </a:cubicBezTo>
                  <a:cubicBezTo>
                    <a:pt x="17233" y="2395"/>
                    <a:pt x="17530" y="2406"/>
                    <a:pt x="17745" y="2223"/>
                  </a:cubicBezTo>
                  <a:cubicBezTo>
                    <a:pt x="18040" y="1978"/>
                    <a:pt x="18128" y="1567"/>
                    <a:pt x="18112" y="1199"/>
                  </a:cubicBezTo>
                  <a:cubicBezTo>
                    <a:pt x="18089" y="835"/>
                    <a:pt x="17968" y="452"/>
                    <a:pt x="17685" y="205"/>
                  </a:cubicBezTo>
                  <a:cubicBezTo>
                    <a:pt x="17513" y="58"/>
                    <a:pt x="17275" y="0"/>
                    <a:pt x="17053" y="42"/>
                  </a:cubicBezTo>
                  <a:cubicBezTo>
                    <a:pt x="15592" y="257"/>
                    <a:pt x="14131" y="475"/>
                    <a:pt x="12670" y="691"/>
                  </a:cubicBezTo>
                  <a:cubicBezTo>
                    <a:pt x="12372" y="743"/>
                    <a:pt x="12070" y="777"/>
                    <a:pt x="11779" y="861"/>
                  </a:cubicBezTo>
                  <a:cubicBezTo>
                    <a:pt x="11601" y="915"/>
                    <a:pt x="11415" y="1014"/>
                    <a:pt x="11342" y="1195"/>
                  </a:cubicBezTo>
                  <a:cubicBezTo>
                    <a:pt x="11245" y="1430"/>
                    <a:pt x="11264" y="1691"/>
                    <a:pt x="11262" y="1940"/>
                  </a:cubicBezTo>
                  <a:cubicBezTo>
                    <a:pt x="11273" y="2981"/>
                    <a:pt x="11292" y="4022"/>
                    <a:pt x="11305" y="5064"/>
                  </a:cubicBezTo>
                  <a:cubicBezTo>
                    <a:pt x="10535" y="3873"/>
                    <a:pt x="9762" y="2682"/>
                    <a:pt x="8991" y="1492"/>
                  </a:cubicBezTo>
                  <a:cubicBezTo>
                    <a:pt x="8787" y="1166"/>
                    <a:pt x="8563" y="852"/>
                    <a:pt x="8372" y="520"/>
                  </a:cubicBezTo>
                  <a:cubicBezTo>
                    <a:pt x="8346" y="548"/>
                    <a:pt x="8319" y="577"/>
                    <a:pt x="8288" y="600"/>
                  </a:cubicBezTo>
                  <a:cubicBezTo>
                    <a:pt x="6419" y="1904"/>
                    <a:pt x="4553" y="3212"/>
                    <a:pt x="2683" y="4515"/>
                  </a:cubicBezTo>
                  <a:cubicBezTo>
                    <a:pt x="2704" y="4550"/>
                    <a:pt x="2726" y="4583"/>
                    <a:pt x="2749" y="4617"/>
                  </a:cubicBezTo>
                  <a:cubicBezTo>
                    <a:pt x="3856" y="6174"/>
                    <a:pt x="4962" y="7733"/>
                    <a:pt x="6069" y="9291"/>
                  </a:cubicBezTo>
                  <a:cubicBezTo>
                    <a:pt x="5245" y="9370"/>
                    <a:pt x="4420" y="9455"/>
                    <a:pt x="3595" y="9522"/>
                  </a:cubicBezTo>
                  <a:cubicBezTo>
                    <a:pt x="3224" y="9561"/>
                    <a:pt x="2851" y="9595"/>
                    <a:pt x="2479" y="9624"/>
                  </a:cubicBezTo>
                  <a:cubicBezTo>
                    <a:pt x="2482" y="8522"/>
                    <a:pt x="2490" y="7419"/>
                    <a:pt x="2496" y="6317"/>
                  </a:cubicBezTo>
                  <a:cubicBezTo>
                    <a:pt x="2525" y="6023"/>
                    <a:pt x="2509" y="5729"/>
                    <a:pt x="2516" y="5434"/>
                  </a:cubicBezTo>
                  <a:cubicBezTo>
                    <a:pt x="2520" y="5210"/>
                    <a:pt x="2480" y="4971"/>
                    <a:pt x="2336" y="4791"/>
                  </a:cubicBezTo>
                  <a:cubicBezTo>
                    <a:pt x="2129" y="4518"/>
                    <a:pt x="1775" y="4408"/>
                    <a:pt x="1445" y="4393"/>
                  </a:cubicBezTo>
                  <a:cubicBezTo>
                    <a:pt x="1067" y="4381"/>
                    <a:pt x="673" y="4475"/>
                    <a:pt x="367" y="4704"/>
                  </a:cubicBezTo>
                  <a:cubicBezTo>
                    <a:pt x="154" y="4861"/>
                    <a:pt x="4" y="5111"/>
                    <a:pt x="0" y="5379"/>
                  </a:cubicBezTo>
                  <a:lnTo>
                    <a:pt x="0" y="5737"/>
                  </a:lnTo>
                  <a:cubicBezTo>
                    <a:pt x="21" y="7494"/>
                    <a:pt x="26" y="9252"/>
                    <a:pt x="50" y="11010"/>
                  </a:cubicBezTo>
                  <a:cubicBezTo>
                    <a:pt x="58" y="11233"/>
                    <a:pt x="63" y="11464"/>
                    <a:pt x="147" y="11674"/>
                  </a:cubicBezTo>
                  <a:cubicBezTo>
                    <a:pt x="202" y="11813"/>
                    <a:pt x="340" y="11892"/>
                    <a:pt x="480" y="11922"/>
                  </a:cubicBezTo>
                  <a:cubicBezTo>
                    <a:pt x="821" y="11989"/>
                    <a:pt x="1170" y="11968"/>
                    <a:pt x="1516" y="119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 flipV="1">
              <a:off x="6489" y="1034"/>
              <a:ext cx="1014" cy="1135"/>
            </a:xfrm>
            <a:custGeom>
              <a:avLst/>
              <a:gdLst>
                <a:gd name="T0" fmla="*/ 7805 w 16948"/>
                <a:gd name="T1" fmla="*/ 18993 h 18993"/>
                <a:gd name="T2" fmla="*/ 8563 w 16948"/>
                <a:gd name="T3" fmla="*/ 18883 h 18993"/>
                <a:gd name="T4" fmla="*/ 8585 w 16948"/>
                <a:gd name="T5" fmla="*/ 18866 h 18993"/>
                <a:gd name="T6" fmla="*/ 10387 w 16948"/>
                <a:gd name="T7" fmla="*/ 18597 h 18993"/>
                <a:gd name="T8" fmla="*/ 10411 w 16948"/>
                <a:gd name="T9" fmla="*/ 18581 h 18993"/>
                <a:gd name="T10" fmla="*/ 11375 w 16948"/>
                <a:gd name="T11" fmla="*/ 18439 h 18993"/>
                <a:gd name="T12" fmla="*/ 14113 w 16948"/>
                <a:gd name="T13" fmla="*/ 18017 h 18993"/>
                <a:gd name="T14" fmla="*/ 14165 w 16948"/>
                <a:gd name="T15" fmla="*/ 17463 h 18993"/>
                <a:gd name="T16" fmla="*/ 14470 w 16948"/>
                <a:gd name="T17" fmla="*/ 15270 h 18993"/>
                <a:gd name="T18" fmla="*/ 14486 w 16948"/>
                <a:gd name="T19" fmla="*/ 15248 h 18993"/>
                <a:gd name="T20" fmla="*/ 15621 w 16948"/>
                <a:gd name="T21" fmla="*/ 11685 h 18993"/>
                <a:gd name="T22" fmla="*/ 16482 w 16948"/>
                <a:gd name="T23" fmla="*/ 9351 h 18993"/>
                <a:gd name="T24" fmla="*/ 16948 w 16948"/>
                <a:gd name="T25" fmla="*/ 7211 h 18993"/>
                <a:gd name="T26" fmla="*/ 16948 w 16948"/>
                <a:gd name="T27" fmla="*/ 5084 h 18993"/>
                <a:gd name="T28" fmla="*/ 16389 w 16948"/>
                <a:gd name="T29" fmla="*/ 5356 h 18993"/>
                <a:gd name="T30" fmla="*/ 15701 w 16948"/>
                <a:gd name="T31" fmla="*/ 4873 h 18993"/>
                <a:gd name="T32" fmla="*/ 14967 w 16948"/>
                <a:gd name="T33" fmla="*/ 4606 h 18993"/>
                <a:gd name="T34" fmla="*/ 12926 w 16948"/>
                <a:gd name="T35" fmla="*/ 5293 h 18993"/>
                <a:gd name="T36" fmla="*/ 12033 w 16948"/>
                <a:gd name="T37" fmla="*/ 5179 h 18993"/>
                <a:gd name="T38" fmla="*/ 11944 w 16948"/>
                <a:gd name="T39" fmla="*/ 5090 h 18993"/>
                <a:gd name="T40" fmla="*/ 12792 w 16948"/>
                <a:gd name="T41" fmla="*/ 1558 h 18993"/>
                <a:gd name="T42" fmla="*/ 12876 w 16948"/>
                <a:gd name="T43" fmla="*/ 661 h 18993"/>
                <a:gd name="T44" fmla="*/ 12136 w 16948"/>
                <a:gd name="T45" fmla="*/ 0 h 18993"/>
                <a:gd name="T46" fmla="*/ 11170 w 16948"/>
                <a:gd name="T47" fmla="*/ 0 h 18993"/>
                <a:gd name="T48" fmla="*/ 10248 w 16948"/>
                <a:gd name="T49" fmla="*/ 948 h 18993"/>
                <a:gd name="T50" fmla="*/ 9312 w 16948"/>
                <a:gd name="T51" fmla="*/ 5219 h 18993"/>
                <a:gd name="T52" fmla="*/ 8356 w 16948"/>
                <a:gd name="T53" fmla="*/ 4808 h 18993"/>
                <a:gd name="T54" fmla="*/ 7429 w 16948"/>
                <a:gd name="T55" fmla="*/ 4607 h 18993"/>
                <a:gd name="T56" fmla="*/ 6705 w 16948"/>
                <a:gd name="T57" fmla="*/ 4936 h 18993"/>
                <a:gd name="T58" fmla="*/ 6662 w 16948"/>
                <a:gd name="T59" fmla="*/ 861 h 18993"/>
                <a:gd name="T60" fmla="*/ 6035 w 16948"/>
                <a:gd name="T61" fmla="*/ 0 h 18993"/>
                <a:gd name="T62" fmla="*/ 4499 w 16948"/>
                <a:gd name="T63" fmla="*/ 0 h 18993"/>
                <a:gd name="T64" fmla="*/ 4038 w 16948"/>
                <a:gd name="T65" fmla="*/ 488 h 18993"/>
                <a:gd name="T66" fmla="*/ 3983 w 16948"/>
                <a:gd name="T67" fmla="*/ 1057 h 18993"/>
                <a:gd name="T68" fmla="*/ 3981 w 16948"/>
                <a:gd name="T69" fmla="*/ 5138 h 18993"/>
                <a:gd name="T70" fmla="*/ 2484 w 16948"/>
                <a:gd name="T71" fmla="*/ 4606 h 18993"/>
                <a:gd name="T72" fmla="*/ 1679 w 16948"/>
                <a:gd name="T73" fmla="*/ 4978 h 18993"/>
                <a:gd name="T74" fmla="*/ 824 w 16948"/>
                <a:gd name="T75" fmla="*/ 5333 h 18993"/>
                <a:gd name="T76" fmla="*/ 0 w 16948"/>
                <a:gd name="T77" fmla="*/ 4689 h 18993"/>
                <a:gd name="T78" fmla="*/ 151 w 16948"/>
                <a:gd name="T79" fmla="*/ 5542 h 18993"/>
                <a:gd name="T80" fmla="*/ 182 w 16948"/>
                <a:gd name="T81" fmla="*/ 5726 h 18993"/>
                <a:gd name="T82" fmla="*/ 197 w 16948"/>
                <a:gd name="T83" fmla="*/ 5748 h 18993"/>
                <a:gd name="T84" fmla="*/ 468 w 16948"/>
                <a:gd name="T85" fmla="*/ 6989 h 18993"/>
                <a:gd name="T86" fmla="*/ 3065 w 16948"/>
                <a:gd name="T87" fmla="*/ 12934 h 18993"/>
                <a:gd name="T88" fmla="*/ 5578 w 16948"/>
                <a:gd name="T89" fmla="*/ 15744 h 18993"/>
                <a:gd name="T90" fmla="*/ 6859 w 16948"/>
                <a:gd name="T91" fmla="*/ 17171 h 18993"/>
                <a:gd name="T92" fmla="*/ 7805 w 16948"/>
                <a:gd name="T93" fmla="*/ 18993 h 18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48" h="18993">
                  <a:moveTo>
                    <a:pt x="7805" y="18993"/>
                  </a:moveTo>
                  <a:cubicBezTo>
                    <a:pt x="8058" y="18957"/>
                    <a:pt x="8309" y="18909"/>
                    <a:pt x="8563" y="18883"/>
                  </a:cubicBezTo>
                  <a:lnTo>
                    <a:pt x="8585" y="18866"/>
                  </a:lnTo>
                  <a:cubicBezTo>
                    <a:pt x="9189" y="18797"/>
                    <a:pt x="9784" y="18668"/>
                    <a:pt x="10387" y="18597"/>
                  </a:cubicBezTo>
                  <a:lnTo>
                    <a:pt x="10411" y="18581"/>
                  </a:lnTo>
                  <a:cubicBezTo>
                    <a:pt x="10734" y="18544"/>
                    <a:pt x="11054" y="18487"/>
                    <a:pt x="11375" y="18439"/>
                  </a:cubicBezTo>
                  <a:cubicBezTo>
                    <a:pt x="12286" y="18290"/>
                    <a:pt x="13200" y="18158"/>
                    <a:pt x="14113" y="18017"/>
                  </a:cubicBezTo>
                  <a:cubicBezTo>
                    <a:pt x="14161" y="17836"/>
                    <a:pt x="14124" y="17646"/>
                    <a:pt x="14165" y="17463"/>
                  </a:cubicBezTo>
                  <a:cubicBezTo>
                    <a:pt x="14219" y="16726"/>
                    <a:pt x="14347" y="15998"/>
                    <a:pt x="14470" y="15270"/>
                  </a:cubicBezTo>
                  <a:lnTo>
                    <a:pt x="14486" y="15248"/>
                  </a:lnTo>
                  <a:cubicBezTo>
                    <a:pt x="14713" y="14018"/>
                    <a:pt x="15139" y="12835"/>
                    <a:pt x="15621" y="11685"/>
                  </a:cubicBezTo>
                  <a:cubicBezTo>
                    <a:pt x="15935" y="10917"/>
                    <a:pt x="16253" y="10149"/>
                    <a:pt x="16482" y="9351"/>
                  </a:cubicBezTo>
                  <a:cubicBezTo>
                    <a:pt x="16695" y="8651"/>
                    <a:pt x="16837" y="7933"/>
                    <a:pt x="16948" y="7211"/>
                  </a:cubicBezTo>
                  <a:lnTo>
                    <a:pt x="16948" y="5084"/>
                  </a:lnTo>
                  <a:cubicBezTo>
                    <a:pt x="16811" y="5244"/>
                    <a:pt x="16615" y="5412"/>
                    <a:pt x="16389" y="5356"/>
                  </a:cubicBezTo>
                  <a:cubicBezTo>
                    <a:pt x="16113" y="5274"/>
                    <a:pt x="15924" y="5041"/>
                    <a:pt x="15701" y="4873"/>
                  </a:cubicBezTo>
                  <a:cubicBezTo>
                    <a:pt x="15496" y="4707"/>
                    <a:pt x="15240" y="4570"/>
                    <a:pt x="14967" y="4606"/>
                  </a:cubicBezTo>
                  <a:cubicBezTo>
                    <a:pt x="14242" y="4691"/>
                    <a:pt x="13645" y="5184"/>
                    <a:pt x="12926" y="5293"/>
                  </a:cubicBezTo>
                  <a:cubicBezTo>
                    <a:pt x="12625" y="5343"/>
                    <a:pt x="12314" y="5292"/>
                    <a:pt x="12033" y="5179"/>
                  </a:cubicBezTo>
                  <a:cubicBezTo>
                    <a:pt x="11997" y="5163"/>
                    <a:pt x="11926" y="5143"/>
                    <a:pt x="11944" y="5090"/>
                  </a:cubicBezTo>
                  <a:cubicBezTo>
                    <a:pt x="12223" y="3912"/>
                    <a:pt x="12507" y="2735"/>
                    <a:pt x="12792" y="1558"/>
                  </a:cubicBezTo>
                  <a:cubicBezTo>
                    <a:pt x="12850" y="1264"/>
                    <a:pt x="12975" y="961"/>
                    <a:pt x="12876" y="661"/>
                  </a:cubicBezTo>
                  <a:cubicBezTo>
                    <a:pt x="12782" y="318"/>
                    <a:pt x="12465" y="90"/>
                    <a:pt x="12136" y="0"/>
                  </a:cubicBezTo>
                  <a:lnTo>
                    <a:pt x="11170" y="0"/>
                  </a:lnTo>
                  <a:cubicBezTo>
                    <a:pt x="10718" y="113"/>
                    <a:pt x="10321" y="476"/>
                    <a:pt x="10248" y="948"/>
                  </a:cubicBezTo>
                  <a:cubicBezTo>
                    <a:pt x="9940" y="2373"/>
                    <a:pt x="9623" y="3795"/>
                    <a:pt x="9312" y="5219"/>
                  </a:cubicBezTo>
                  <a:cubicBezTo>
                    <a:pt x="8979" y="5118"/>
                    <a:pt x="8680" y="4933"/>
                    <a:pt x="8356" y="4808"/>
                  </a:cubicBezTo>
                  <a:cubicBezTo>
                    <a:pt x="8063" y="4690"/>
                    <a:pt x="7752" y="4559"/>
                    <a:pt x="7429" y="4607"/>
                  </a:cubicBezTo>
                  <a:cubicBezTo>
                    <a:pt x="7165" y="4657"/>
                    <a:pt x="6938" y="4809"/>
                    <a:pt x="6705" y="4936"/>
                  </a:cubicBezTo>
                  <a:cubicBezTo>
                    <a:pt x="6692" y="3577"/>
                    <a:pt x="6678" y="2219"/>
                    <a:pt x="6662" y="861"/>
                  </a:cubicBezTo>
                  <a:cubicBezTo>
                    <a:pt x="6659" y="476"/>
                    <a:pt x="6379" y="145"/>
                    <a:pt x="6035" y="0"/>
                  </a:cubicBezTo>
                  <a:lnTo>
                    <a:pt x="4499" y="0"/>
                  </a:lnTo>
                  <a:cubicBezTo>
                    <a:pt x="4293" y="97"/>
                    <a:pt x="4117" y="272"/>
                    <a:pt x="4038" y="488"/>
                  </a:cubicBezTo>
                  <a:cubicBezTo>
                    <a:pt x="3968" y="669"/>
                    <a:pt x="3984" y="867"/>
                    <a:pt x="3983" y="1057"/>
                  </a:cubicBezTo>
                  <a:cubicBezTo>
                    <a:pt x="3982" y="2417"/>
                    <a:pt x="3985" y="3777"/>
                    <a:pt x="3981" y="5138"/>
                  </a:cubicBezTo>
                  <a:cubicBezTo>
                    <a:pt x="3474" y="4984"/>
                    <a:pt x="3021" y="4658"/>
                    <a:pt x="2484" y="4606"/>
                  </a:cubicBezTo>
                  <a:cubicBezTo>
                    <a:pt x="2168" y="4574"/>
                    <a:pt x="1913" y="4799"/>
                    <a:pt x="1679" y="4978"/>
                  </a:cubicBezTo>
                  <a:cubicBezTo>
                    <a:pt x="1437" y="5170"/>
                    <a:pt x="1155" y="5393"/>
                    <a:pt x="824" y="5333"/>
                  </a:cubicBezTo>
                  <a:cubicBezTo>
                    <a:pt x="467" y="5257"/>
                    <a:pt x="215" y="4964"/>
                    <a:pt x="0" y="4689"/>
                  </a:cubicBezTo>
                  <a:cubicBezTo>
                    <a:pt x="47" y="4974"/>
                    <a:pt x="101" y="5258"/>
                    <a:pt x="151" y="5542"/>
                  </a:cubicBezTo>
                  <a:cubicBezTo>
                    <a:pt x="164" y="5603"/>
                    <a:pt x="174" y="5665"/>
                    <a:pt x="182" y="5726"/>
                  </a:cubicBezTo>
                  <a:lnTo>
                    <a:pt x="197" y="5748"/>
                  </a:lnTo>
                  <a:cubicBezTo>
                    <a:pt x="262" y="6166"/>
                    <a:pt x="374" y="6576"/>
                    <a:pt x="468" y="6989"/>
                  </a:cubicBezTo>
                  <a:cubicBezTo>
                    <a:pt x="987" y="9096"/>
                    <a:pt x="1785" y="11167"/>
                    <a:pt x="3065" y="12934"/>
                  </a:cubicBezTo>
                  <a:cubicBezTo>
                    <a:pt x="3792" y="13965"/>
                    <a:pt x="4689" y="14856"/>
                    <a:pt x="5578" y="15744"/>
                  </a:cubicBezTo>
                  <a:cubicBezTo>
                    <a:pt x="6027" y="16198"/>
                    <a:pt x="6477" y="16656"/>
                    <a:pt x="6859" y="17171"/>
                  </a:cubicBezTo>
                  <a:cubicBezTo>
                    <a:pt x="7273" y="17718"/>
                    <a:pt x="7606" y="18334"/>
                    <a:pt x="7805" y="189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 flipV="1">
              <a:off x="5604" y="1102"/>
              <a:ext cx="815" cy="1056"/>
            </a:xfrm>
            <a:custGeom>
              <a:avLst/>
              <a:gdLst>
                <a:gd name="T0" fmla="*/ 1040 w 13622"/>
                <a:gd name="T1" fmla="*/ 16757 h 17654"/>
                <a:gd name="T2" fmla="*/ 2041 w 13622"/>
                <a:gd name="T3" fmla="*/ 17654 h 17654"/>
                <a:gd name="T4" fmla="*/ 12691 w 13622"/>
                <a:gd name="T5" fmla="*/ 10214 h 17654"/>
                <a:gd name="T6" fmla="*/ 13394 w 13622"/>
                <a:gd name="T7" fmla="*/ 9576 h 17654"/>
                <a:gd name="T8" fmla="*/ 13578 w 13622"/>
                <a:gd name="T9" fmla="*/ 9023 h 17654"/>
                <a:gd name="T10" fmla="*/ 13323 w 13622"/>
                <a:gd name="T11" fmla="*/ 8388 h 17654"/>
                <a:gd name="T12" fmla="*/ 12639 w 13622"/>
                <a:gd name="T13" fmla="*/ 7181 h 17654"/>
                <a:gd name="T14" fmla="*/ 12265 w 13622"/>
                <a:gd name="T15" fmla="*/ 6380 h 17654"/>
                <a:gd name="T16" fmla="*/ 11983 w 13622"/>
                <a:gd name="T17" fmla="*/ 5776 h 17654"/>
                <a:gd name="T18" fmla="*/ 11346 w 13622"/>
                <a:gd name="T19" fmla="*/ 4398 h 17654"/>
                <a:gd name="T20" fmla="*/ 10659 w 13622"/>
                <a:gd name="T21" fmla="*/ 2910 h 17654"/>
                <a:gd name="T22" fmla="*/ 10378 w 13622"/>
                <a:gd name="T23" fmla="*/ 2308 h 17654"/>
                <a:gd name="T24" fmla="*/ 9975 w 13622"/>
                <a:gd name="T25" fmla="*/ 1437 h 17654"/>
                <a:gd name="T26" fmla="*/ 9745 w 13622"/>
                <a:gd name="T27" fmla="*/ 999 h 17654"/>
                <a:gd name="T28" fmla="*/ 8962 w 13622"/>
                <a:gd name="T29" fmla="*/ 524 h 17654"/>
                <a:gd name="T30" fmla="*/ 8144 w 13622"/>
                <a:gd name="T31" fmla="*/ 647 h 17654"/>
                <a:gd name="T32" fmla="*/ 7291 w 13622"/>
                <a:gd name="T33" fmla="*/ 1531 h 17654"/>
                <a:gd name="T34" fmla="*/ 7347 w 13622"/>
                <a:gd name="T35" fmla="*/ 2516 h 17654"/>
                <a:gd name="T36" fmla="*/ 7649 w 13622"/>
                <a:gd name="T37" fmla="*/ 3091 h 17654"/>
                <a:gd name="T38" fmla="*/ 7982 w 13622"/>
                <a:gd name="T39" fmla="*/ 3717 h 17654"/>
                <a:gd name="T40" fmla="*/ 8319 w 13622"/>
                <a:gd name="T41" fmla="*/ 4360 h 17654"/>
                <a:gd name="T42" fmla="*/ 9323 w 13622"/>
                <a:gd name="T43" fmla="*/ 6256 h 17654"/>
                <a:gd name="T44" fmla="*/ 10300 w 13622"/>
                <a:gd name="T45" fmla="*/ 8106 h 17654"/>
                <a:gd name="T46" fmla="*/ 10400 w 13622"/>
                <a:gd name="T47" fmla="*/ 8324 h 17654"/>
                <a:gd name="T48" fmla="*/ 7579 w 13622"/>
                <a:gd name="T49" fmla="*/ 9989 h 17654"/>
                <a:gd name="T50" fmla="*/ 7431 w 13622"/>
                <a:gd name="T51" fmla="*/ 10065 h 17654"/>
                <a:gd name="T52" fmla="*/ 7375 w 13622"/>
                <a:gd name="T53" fmla="*/ 9788 h 17654"/>
                <a:gd name="T54" fmla="*/ 7295 w 13622"/>
                <a:gd name="T55" fmla="*/ 9444 h 17654"/>
                <a:gd name="T56" fmla="*/ 7262 w 13622"/>
                <a:gd name="T57" fmla="*/ 9269 h 17654"/>
                <a:gd name="T58" fmla="*/ 7056 w 13622"/>
                <a:gd name="T59" fmla="*/ 8308 h 17654"/>
                <a:gd name="T60" fmla="*/ 7025 w 13622"/>
                <a:gd name="T61" fmla="*/ 8163 h 17654"/>
                <a:gd name="T62" fmla="*/ 6992 w 13622"/>
                <a:gd name="T63" fmla="*/ 7989 h 17654"/>
                <a:gd name="T64" fmla="*/ 6707 w 13622"/>
                <a:gd name="T65" fmla="*/ 6682 h 17654"/>
                <a:gd name="T66" fmla="*/ 6673 w 13622"/>
                <a:gd name="T67" fmla="*/ 6508 h 17654"/>
                <a:gd name="T68" fmla="*/ 6341 w 13622"/>
                <a:gd name="T69" fmla="*/ 5002 h 17654"/>
                <a:gd name="T70" fmla="*/ 6275 w 13622"/>
                <a:gd name="T71" fmla="*/ 4683 h 17654"/>
                <a:gd name="T72" fmla="*/ 6003 w 13622"/>
                <a:gd name="T73" fmla="*/ 3404 h 17654"/>
                <a:gd name="T74" fmla="*/ 5718 w 13622"/>
                <a:gd name="T75" fmla="*/ 2096 h 17654"/>
                <a:gd name="T76" fmla="*/ 5671 w 13622"/>
                <a:gd name="T77" fmla="*/ 1896 h 17654"/>
                <a:gd name="T78" fmla="*/ 5637 w 13622"/>
                <a:gd name="T79" fmla="*/ 1723 h 17654"/>
                <a:gd name="T80" fmla="*/ 5473 w 13622"/>
                <a:gd name="T81" fmla="*/ 969 h 17654"/>
                <a:gd name="T82" fmla="*/ 4642 w 13622"/>
                <a:gd name="T83" fmla="*/ 148 h 17654"/>
                <a:gd name="T84" fmla="*/ 3422 w 13622"/>
                <a:gd name="T85" fmla="*/ 275 h 17654"/>
                <a:gd name="T86" fmla="*/ 2858 w 13622"/>
                <a:gd name="T87" fmla="*/ 1186 h 17654"/>
                <a:gd name="T88" fmla="*/ 3003 w 13622"/>
                <a:gd name="T89" fmla="*/ 2063 h 17654"/>
                <a:gd name="T90" fmla="*/ 3039 w 13622"/>
                <a:gd name="T91" fmla="*/ 2201 h 17654"/>
                <a:gd name="T92" fmla="*/ 3389 w 13622"/>
                <a:gd name="T93" fmla="*/ 3508 h 17654"/>
                <a:gd name="T94" fmla="*/ 3629 w 13622"/>
                <a:gd name="T95" fmla="*/ 4400 h 17654"/>
                <a:gd name="T96" fmla="*/ 3676 w 13622"/>
                <a:gd name="T97" fmla="*/ 4565 h 17654"/>
                <a:gd name="T98" fmla="*/ 3693 w 13622"/>
                <a:gd name="T99" fmla="*/ 4649 h 17654"/>
                <a:gd name="T100" fmla="*/ 3980 w 13622"/>
                <a:gd name="T101" fmla="*/ 5708 h 17654"/>
                <a:gd name="T102" fmla="*/ 4028 w 13622"/>
                <a:gd name="T103" fmla="*/ 5871 h 17654"/>
                <a:gd name="T104" fmla="*/ 4300 w 13622"/>
                <a:gd name="T105" fmla="*/ 6904 h 17654"/>
                <a:gd name="T106" fmla="*/ 4650 w 13622"/>
                <a:gd name="T107" fmla="*/ 8212 h 17654"/>
                <a:gd name="T108" fmla="*/ 4685 w 13622"/>
                <a:gd name="T109" fmla="*/ 8350 h 17654"/>
                <a:gd name="T110" fmla="*/ 4748 w 13622"/>
                <a:gd name="T111" fmla="*/ 8629 h 17654"/>
                <a:gd name="T112" fmla="*/ 829 w 13622"/>
                <a:gd name="T113" fmla="*/ 13659 h 17654"/>
                <a:gd name="T114" fmla="*/ 344 w 13622"/>
                <a:gd name="T115" fmla="*/ 14375 h 17654"/>
                <a:gd name="T116" fmla="*/ 60 w 13622"/>
                <a:gd name="T117" fmla="*/ 14938 h 17654"/>
                <a:gd name="T118" fmla="*/ 25 w 13622"/>
                <a:gd name="T119" fmla="*/ 15045 h 17654"/>
                <a:gd name="T120" fmla="*/ 23 w 13622"/>
                <a:gd name="T121" fmla="*/ 15480 h 17654"/>
                <a:gd name="T122" fmla="*/ 647 w 13622"/>
                <a:gd name="T123" fmla="*/ 16375 h 17654"/>
                <a:gd name="T124" fmla="*/ 1040 w 13622"/>
                <a:gd name="T125" fmla="*/ 16757 h 17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2" h="17654">
                  <a:moveTo>
                    <a:pt x="1040" y="16757"/>
                  </a:moveTo>
                  <a:cubicBezTo>
                    <a:pt x="1376" y="17053"/>
                    <a:pt x="1701" y="17362"/>
                    <a:pt x="2041" y="17654"/>
                  </a:cubicBezTo>
                  <a:cubicBezTo>
                    <a:pt x="5588" y="15169"/>
                    <a:pt x="9142" y="12695"/>
                    <a:pt x="12691" y="10214"/>
                  </a:cubicBezTo>
                  <a:cubicBezTo>
                    <a:pt x="12932" y="10009"/>
                    <a:pt x="13188" y="9817"/>
                    <a:pt x="13394" y="9576"/>
                  </a:cubicBezTo>
                  <a:cubicBezTo>
                    <a:pt x="13523" y="9427"/>
                    <a:pt x="13622" y="9224"/>
                    <a:pt x="13578" y="9023"/>
                  </a:cubicBezTo>
                  <a:cubicBezTo>
                    <a:pt x="13543" y="8795"/>
                    <a:pt x="13433" y="8587"/>
                    <a:pt x="13323" y="8388"/>
                  </a:cubicBezTo>
                  <a:cubicBezTo>
                    <a:pt x="13119" y="7972"/>
                    <a:pt x="12815" y="7610"/>
                    <a:pt x="12639" y="7181"/>
                  </a:cubicBezTo>
                  <a:cubicBezTo>
                    <a:pt x="12512" y="6915"/>
                    <a:pt x="12390" y="6647"/>
                    <a:pt x="12265" y="6380"/>
                  </a:cubicBezTo>
                  <a:cubicBezTo>
                    <a:pt x="12175" y="6177"/>
                    <a:pt x="12079" y="5977"/>
                    <a:pt x="11983" y="5776"/>
                  </a:cubicBezTo>
                  <a:cubicBezTo>
                    <a:pt x="11775" y="5315"/>
                    <a:pt x="11561" y="4856"/>
                    <a:pt x="11346" y="4398"/>
                  </a:cubicBezTo>
                  <a:cubicBezTo>
                    <a:pt x="11121" y="3900"/>
                    <a:pt x="10886" y="3407"/>
                    <a:pt x="10659" y="2910"/>
                  </a:cubicBezTo>
                  <a:cubicBezTo>
                    <a:pt x="10566" y="2709"/>
                    <a:pt x="10471" y="2509"/>
                    <a:pt x="10378" y="2308"/>
                  </a:cubicBezTo>
                  <a:cubicBezTo>
                    <a:pt x="10245" y="2017"/>
                    <a:pt x="10109" y="1727"/>
                    <a:pt x="9975" y="1437"/>
                  </a:cubicBezTo>
                  <a:cubicBezTo>
                    <a:pt x="9905" y="1288"/>
                    <a:pt x="9849" y="1129"/>
                    <a:pt x="9745" y="999"/>
                  </a:cubicBezTo>
                  <a:cubicBezTo>
                    <a:pt x="9556" y="750"/>
                    <a:pt x="9273" y="569"/>
                    <a:pt x="8962" y="524"/>
                  </a:cubicBezTo>
                  <a:cubicBezTo>
                    <a:pt x="8685" y="475"/>
                    <a:pt x="8400" y="539"/>
                    <a:pt x="8144" y="647"/>
                  </a:cubicBezTo>
                  <a:cubicBezTo>
                    <a:pt x="7766" y="826"/>
                    <a:pt x="7444" y="1138"/>
                    <a:pt x="7291" y="1531"/>
                  </a:cubicBezTo>
                  <a:cubicBezTo>
                    <a:pt x="7174" y="1848"/>
                    <a:pt x="7184" y="2215"/>
                    <a:pt x="7347" y="2516"/>
                  </a:cubicBezTo>
                  <a:cubicBezTo>
                    <a:pt x="7443" y="2710"/>
                    <a:pt x="7554" y="2897"/>
                    <a:pt x="7649" y="3091"/>
                  </a:cubicBezTo>
                  <a:cubicBezTo>
                    <a:pt x="7760" y="3300"/>
                    <a:pt x="7871" y="3509"/>
                    <a:pt x="7982" y="3717"/>
                  </a:cubicBezTo>
                  <a:cubicBezTo>
                    <a:pt x="8089" y="3934"/>
                    <a:pt x="8213" y="4143"/>
                    <a:pt x="8319" y="4360"/>
                  </a:cubicBezTo>
                  <a:cubicBezTo>
                    <a:pt x="8656" y="4991"/>
                    <a:pt x="8987" y="5625"/>
                    <a:pt x="9323" y="6256"/>
                  </a:cubicBezTo>
                  <a:cubicBezTo>
                    <a:pt x="9647" y="6873"/>
                    <a:pt x="9974" y="7489"/>
                    <a:pt x="10300" y="8106"/>
                  </a:cubicBezTo>
                  <a:cubicBezTo>
                    <a:pt x="10336" y="8177"/>
                    <a:pt x="10382" y="8245"/>
                    <a:pt x="10400" y="8324"/>
                  </a:cubicBezTo>
                  <a:cubicBezTo>
                    <a:pt x="9456" y="8872"/>
                    <a:pt x="8520" y="9435"/>
                    <a:pt x="7579" y="9989"/>
                  </a:cubicBezTo>
                  <a:cubicBezTo>
                    <a:pt x="7531" y="10017"/>
                    <a:pt x="7485" y="10051"/>
                    <a:pt x="7431" y="10065"/>
                  </a:cubicBezTo>
                  <a:cubicBezTo>
                    <a:pt x="7413" y="9972"/>
                    <a:pt x="7393" y="9880"/>
                    <a:pt x="7375" y="9788"/>
                  </a:cubicBezTo>
                  <a:cubicBezTo>
                    <a:pt x="7339" y="9676"/>
                    <a:pt x="7337" y="9554"/>
                    <a:pt x="7295" y="9444"/>
                  </a:cubicBezTo>
                  <a:cubicBezTo>
                    <a:pt x="7287" y="9385"/>
                    <a:pt x="7283" y="9325"/>
                    <a:pt x="7262" y="9269"/>
                  </a:cubicBezTo>
                  <a:cubicBezTo>
                    <a:pt x="7201" y="8947"/>
                    <a:pt x="7119" y="8629"/>
                    <a:pt x="7056" y="8308"/>
                  </a:cubicBezTo>
                  <a:cubicBezTo>
                    <a:pt x="7040" y="8261"/>
                    <a:pt x="7034" y="8212"/>
                    <a:pt x="7025" y="8163"/>
                  </a:cubicBezTo>
                  <a:cubicBezTo>
                    <a:pt x="7002" y="8108"/>
                    <a:pt x="7001" y="8048"/>
                    <a:pt x="6992" y="7989"/>
                  </a:cubicBezTo>
                  <a:cubicBezTo>
                    <a:pt x="6894" y="7554"/>
                    <a:pt x="6797" y="7119"/>
                    <a:pt x="6707" y="6682"/>
                  </a:cubicBezTo>
                  <a:cubicBezTo>
                    <a:pt x="6683" y="6628"/>
                    <a:pt x="6683" y="6567"/>
                    <a:pt x="6673" y="6508"/>
                  </a:cubicBezTo>
                  <a:cubicBezTo>
                    <a:pt x="6557" y="6009"/>
                    <a:pt x="6454" y="5502"/>
                    <a:pt x="6341" y="5002"/>
                  </a:cubicBezTo>
                  <a:cubicBezTo>
                    <a:pt x="6324" y="4895"/>
                    <a:pt x="6303" y="4788"/>
                    <a:pt x="6275" y="4683"/>
                  </a:cubicBezTo>
                  <a:cubicBezTo>
                    <a:pt x="6190" y="4255"/>
                    <a:pt x="6080" y="3833"/>
                    <a:pt x="6003" y="3404"/>
                  </a:cubicBezTo>
                  <a:cubicBezTo>
                    <a:pt x="5906" y="2969"/>
                    <a:pt x="5809" y="2533"/>
                    <a:pt x="5718" y="2096"/>
                  </a:cubicBezTo>
                  <a:cubicBezTo>
                    <a:pt x="5690" y="2033"/>
                    <a:pt x="5701" y="1960"/>
                    <a:pt x="5671" y="1896"/>
                  </a:cubicBezTo>
                  <a:cubicBezTo>
                    <a:pt x="5661" y="1838"/>
                    <a:pt x="5658" y="1778"/>
                    <a:pt x="5637" y="1723"/>
                  </a:cubicBezTo>
                  <a:cubicBezTo>
                    <a:pt x="5588" y="1470"/>
                    <a:pt x="5529" y="1220"/>
                    <a:pt x="5473" y="969"/>
                  </a:cubicBezTo>
                  <a:cubicBezTo>
                    <a:pt x="5329" y="595"/>
                    <a:pt x="5019" y="286"/>
                    <a:pt x="4642" y="148"/>
                  </a:cubicBezTo>
                  <a:cubicBezTo>
                    <a:pt x="4245" y="0"/>
                    <a:pt x="3780" y="48"/>
                    <a:pt x="3422" y="275"/>
                  </a:cubicBezTo>
                  <a:cubicBezTo>
                    <a:pt x="3102" y="465"/>
                    <a:pt x="2888" y="816"/>
                    <a:pt x="2858" y="1186"/>
                  </a:cubicBezTo>
                  <a:cubicBezTo>
                    <a:pt x="2825" y="1487"/>
                    <a:pt x="2928" y="1776"/>
                    <a:pt x="3003" y="2063"/>
                  </a:cubicBezTo>
                  <a:cubicBezTo>
                    <a:pt x="3014" y="2110"/>
                    <a:pt x="3025" y="2156"/>
                    <a:pt x="3039" y="2201"/>
                  </a:cubicBezTo>
                  <a:cubicBezTo>
                    <a:pt x="3152" y="2638"/>
                    <a:pt x="3276" y="3072"/>
                    <a:pt x="3389" y="3508"/>
                  </a:cubicBezTo>
                  <a:cubicBezTo>
                    <a:pt x="3464" y="3807"/>
                    <a:pt x="3553" y="4102"/>
                    <a:pt x="3629" y="4400"/>
                  </a:cubicBezTo>
                  <a:cubicBezTo>
                    <a:pt x="3646" y="4455"/>
                    <a:pt x="3655" y="4512"/>
                    <a:pt x="3676" y="4565"/>
                  </a:cubicBezTo>
                  <a:cubicBezTo>
                    <a:pt x="3680" y="4586"/>
                    <a:pt x="3689" y="4628"/>
                    <a:pt x="3693" y="4649"/>
                  </a:cubicBezTo>
                  <a:cubicBezTo>
                    <a:pt x="3788" y="5002"/>
                    <a:pt x="3888" y="5354"/>
                    <a:pt x="3980" y="5708"/>
                  </a:cubicBezTo>
                  <a:cubicBezTo>
                    <a:pt x="4000" y="5761"/>
                    <a:pt x="4001" y="5821"/>
                    <a:pt x="4028" y="5871"/>
                  </a:cubicBezTo>
                  <a:cubicBezTo>
                    <a:pt x="4103" y="6219"/>
                    <a:pt x="4217" y="6558"/>
                    <a:pt x="4300" y="6904"/>
                  </a:cubicBezTo>
                  <a:cubicBezTo>
                    <a:pt x="4414" y="7340"/>
                    <a:pt x="4537" y="7775"/>
                    <a:pt x="4650" y="8212"/>
                  </a:cubicBezTo>
                  <a:cubicBezTo>
                    <a:pt x="4671" y="8255"/>
                    <a:pt x="4675" y="8304"/>
                    <a:pt x="4685" y="8350"/>
                  </a:cubicBezTo>
                  <a:cubicBezTo>
                    <a:pt x="4717" y="8440"/>
                    <a:pt x="4741" y="8534"/>
                    <a:pt x="4748" y="8629"/>
                  </a:cubicBezTo>
                  <a:cubicBezTo>
                    <a:pt x="3432" y="10297"/>
                    <a:pt x="2137" y="11983"/>
                    <a:pt x="829" y="13659"/>
                  </a:cubicBezTo>
                  <a:cubicBezTo>
                    <a:pt x="643" y="13880"/>
                    <a:pt x="495" y="14130"/>
                    <a:pt x="344" y="14375"/>
                  </a:cubicBezTo>
                  <a:cubicBezTo>
                    <a:pt x="241" y="14558"/>
                    <a:pt x="136" y="14741"/>
                    <a:pt x="60" y="14938"/>
                  </a:cubicBezTo>
                  <a:cubicBezTo>
                    <a:pt x="56" y="14977"/>
                    <a:pt x="45" y="15012"/>
                    <a:pt x="25" y="15045"/>
                  </a:cubicBezTo>
                  <a:cubicBezTo>
                    <a:pt x="1" y="15189"/>
                    <a:pt x="0" y="15336"/>
                    <a:pt x="23" y="15480"/>
                  </a:cubicBezTo>
                  <a:cubicBezTo>
                    <a:pt x="155" y="15825"/>
                    <a:pt x="415" y="16095"/>
                    <a:pt x="647" y="16375"/>
                  </a:cubicBezTo>
                  <a:cubicBezTo>
                    <a:pt x="758" y="16522"/>
                    <a:pt x="910" y="16628"/>
                    <a:pt x="1040" y="167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0" name="组合 49"/>
          <p:cNvGrpSpPr/>
          <p:nvPr/>
        </p:nvGrpSpPr>
        <p:grpSpPr>
          <a:xfrm>
            <a:off x="342733" y="553996"/>
            <a:ext cx="1927029" cy="1299432"/>
            <a:chOff x="5359401" y="627063"/>
            <a:chExt cx="4425950" cy="2984500"/>
          </a:xfrm>
          <a:solidFill>
            <a:srgbClr val="595959"/>
          </a:solidFill>
        </p:grpSpPr>
        <p:sp>
          <p:nvSpPr>
            <p:cNvPr id="51" name="Freeform 46"/>
            <p:cNvSpPr>
              <a:spLocks/>
            </p:cNvSpPr>
            <p:nvPr/>
          </p:nvSpPr>
          <p:spPr bwMode="auto">
            <a:xfrm flipV="1">
              <a:off x="6394450" y="627063"/>
              <a:ext cx="636587" cy="628650"/>
            </a:xfrm>
            <a:custGeom>
              <a:avLst/>
              <a:gdLst>
                <a:gd name="T0" fmla="*/ 733 w 1986"/>
                <a:gd name="T1" fmla="*/ 1844 h 1961"/>
                <a:gd name="T2" fmla="*/ 1755 w 1986"/>
                <a:gd name="T3" fmla="*/ 1379 h 1961"/>
                <a:gd name="T4" fmla="*/ 1245 w 1986"/>
                <a:gd name="T5" fmla="*/ 172 h 1961"/>
                <a:gd name="T6" fmla="*/ 113 w 1986"/>
                <a:gd name="T7" fmla="*/ 803 h 1961"/>
                <a:gd name="T8" fmla="*/ 733 w 1986"/>
                <a:gd name="T9" fmla="*/ 1844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6" h="1961">
                  <a:moveTo>
                    <a:pt x="733" y="1844"/>
                  </a:moveTo>
                  <a:cubicBezTo>
                    <a:pt x="1128" y="1961"/>
                    <a:pt x="1582" y="1752"/>
                    <a:pt x="1755" y="1379"/>
                  </a:cubicBezTo>
                  <a:cubicBezTo>
                    <a:pt x="1986" y="927"/>
                    <a:pt x="1729" y="321"/>
                    <a:pt x="1245" y="172"/>
                  </a:cubicBezTo>
                  <a:cubicBezTo>
                    <a:pt x="776" y="0"/>
                    <a:pt x="214" y="315"/>
                    <a:pt x="113" y="803"/>
                  </a:cubicBezTo>
                  <a:cubicBezTo>
                    <a:pt x="0" y="1243"/>
                    <a:pt x="291" y="1734"/>
                    <a:pt x="733" y="18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 flipV="1">
              <a:off x="5359401" y="709613"/>
              <a:ext cx="4425950" cy="2901950"/>
            </a:xfrm>
            <a:custGeom>
              <a:avLst/>
              <a:gdLst>
                <a:gd name="T0" fmla="*/ 13349 w 13826"/>
                <a:gd name="T1" fmla="*/ 8888 h 9056"/>
                <a:gd name="T2" fmla="*/ 13792 w 13826"/>
                <a:gd name="T3" fmla="*/ 8785 h 9056"/>
                <a:gd name="T4" fmla="*/ 13654 w 13826"/>
                <a:gd name="T5" fmla="*/ 8442 h 9056"/>
                <a:gd name="T6" fmla="*/ 11660 w 13826"/>
                <a:gd name="T7" fmla="*/ 6773 h 9056"/>
                <a:gd name="T8" fmla="*/ 12738 w 13826"/>
                <a:gd name="T9" fmla="*/ 3048 h 9056"/>
                <a:gd name="T10" fmla="*/ 12052 w 13826"/>
                <a:gd name="T11" fmla="*/ 3098 h 9056"/>
                <a:gd name="T12" fmla="*/ 12058 w 13826"/>
                <a:gd name="T13" fmla="*/ 500 h 9056"/>
                <a:gd name="T14" fmla="*/ 11647 w 13826"/>
                <a:gd name="T15" fmla="*/ 114 h 9056"/>
                <a:gd name="T16" fmla="*/ 11279 w 13826"/>
                <a:gd name="T17" fmla="*/ 501 h 9056"/>
                <a:gd name="T18" fmla="*/ 11278 w 13826"/>
                <a:gd name="T19" fmla="*/ 3155 h 9056"/>
                <a:gd name="T20" fmla="*/ 11068 w 13826"/>
                <a:gd name="T21" fmla="*/ 3169 h 9056"/>
                <a:gd name="T22" fmla="*/ 10190 w 13826"/>
                <a:gd name="T23" fmla="*/ 477 h 9056"/>
                <a:gd name="T24" fmla="*/ 9814 w 13826"/>
                <a:gd name="T25" fmla="*/ 113 h 9056"/>
                <a:gd name="T26" fmla="*/ 9409 w 13826"/>
                <a:gd name="T27" fmla="*/ 591 h 9056"/>
                <a:gd name="T28" fmla="*/ 10264 w 13826"/>
                <a:gd name="T29" fmla="*/ 3232 h 9056"/>
                <a:gd name="T30" fmla="*/ 9601 w 13826"/>
                <a:gd name="T31" fmla="*/ 3270 h 9056"/>
                <a:gd name="T32" fmla="*/ 10001 w 13826"/>
                <a:gd name="T33" fmla="*/ 6145 h 9056"/>
                <a:gd name="T34" fmla="*/ 7522 w 13826"/>
                <a:gd name="T35" fmla="*/ 6536 h 9056"/>
                <a:gd name="T36" fmla="*/ 4833 w 13826"/>
                <a:gd name="T37" fmla="*/ 6393 h 9056"/>
                <a:gd name="T38" fmla="*/ 5185 w 13826"/>
                <a:gd name="T39" fmla="*/ 4305 h 9056"/>
                <a:gd name="T40" fmla="*/ 6568 w 13826"/>
                <a:gd name="T41" fmla="*/ 678 h 9056"/>
                <a:gd name="T42" fmla="*/ 6138 w 13826"/>
                <a:gd name="T43" fmla="*/ 122 h 9056"/>
                <a:gd name="T44" fmla="*/ 5606 w 13826"/>
                <a:gd name="T45" fmla="*/ 533 h 9056"/>
                <a:gd name="T46" fmla="*/ 4275 w 13826"/>
                <a:gd name="T47" fmla="*/ 3846 h 9056"/>
                <a:gd name="T48" fmla="*/ 4040 w 13826"/>
                <a:gd name="T49" fmla="*/ 382 h 9056"/>
                <a:gd name="T50" fmla="*/ 3198 w 13826"/>
                <a:gd name="T51" fmla="*/ 304 h 9056"/>
                <a:gd name="T52" fmla="*/ 3164 w 13826"/>
                <a:gd name="T53" fmla="*/ 832 h 9056"/>
                <a:gd name="T54" fmla="*/ 3271 w 13826"/>
                <a:gd name="T55" fmla="*/ 3872 h 9056"/>
                <a:gd name="T56" fmla="*/ 2830 w 13826"/>
                <a:gd name="T57" fmla="*/ 5191 h 9056"/>
                <a:gd name="T58" fmla="*/ 2633 w 13826"/>
                <a:gd name="T59" fmla="*/ 6722 h 9056"/>
                <a:gd name="T60" fmla="*/ 259 w 13826"/>
                <a:gd name="T61" fmla="*/ 7809 h 9056"/>
                <a:gd name="T62" fmla="*/ 26 w 13826"/>
                <a:gd name="T63" fmla="*/ 8119 h 9056"/>
                <a:gd name="T64" fmla="*/ 325 w 13826"/>
                <a:gd name="T65" fmla="*/ 8468 h 9056"/>
                <a:gd name="T66" fmla="*/ 724 w 13826"/>
                <a:gd name="T67" fmla="*/ 8237 h 9056"/>
                <a:gd name="T68" fmla="*/ 3045 w 13826"/>
                <a:gd name="T69" fmla="*/ 7284 h 9056"/>
                <a:gd name="T70" fmla="*/ 4627 w 13826"/>
                <a:gd name="T71" fmla="*/ 7137 h 9056"/>
                <a:gd name="T72" fmla="*/ 4940 w 13826"/>
                <a:gd name="T73" fmla="*/ 7019 h 9056"/>
                <a:gd name="T74" fmla="*/ 7359 w 13826"/>
                <a:gd name="T75" fmla="*/ 7152 h 9056"/>
                <a:gd name="T76" fmla="*/ 7822 w 13826"/>
                <a:gd name="T77" fmla="*/ 6971 h 9056"/>
                <a:gd name="T78" fmla="*/ 10534 w 13826"/>
                <a:gd name="T79" fmla="*/ 6867 h 9056"/>
                <a:gd name="T80" fmla="*/ 11214 w 13826"/>
                <a:gd name="T81" fmla="*/ 7106 h 9056"/>
                <a:gd name="T82" fmla="*/ 13349 w 13826"/>
                <a:gd name="T83" fmla="*/ 8888 h 9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26" h="9056">
                  <a:moveTo>
                    <a:pt x="13349" y="8888"/>
                  </a:moveTo>
                  <a:cubicBezTo>
                    <a:pt x="13465" y="9056"/>
                    <a:pt x="13759" y="8983"/>
                    <a:pt x="13792" y="8785"/>
                  </a:cubicBezTo>
                  <a:cubicBezTo>
                    <a:pt x="13826" y="8651"/>
                    <a:pt x="13724" y="8542"/>
                    <a:pt x="13654" y="8442"/>
                  </a:cubicBezTo>
                  <a:cubicBezTo>
                    <a:pt x="13127" y="7742"/>
                    <a:pt x="12413" y="7208"/>
                    <a:pt x="11660" y="6773"/>
                  </a:cubicBezTo>
                  <a:cubicBezTo>
                    <a:pt x="12229" y="5605"/>
                    <a:pt x="12599" y="4340"/>
                    <a:pt x="12738" y="3048"/>
                  </a:cubicBezTo>
                  <a:cubicBezTo>
                    <a:pt x="12508" y="3055"/>
                    <a:pt x="12282" y="3100"/>
                    <a:pt x="12052" y="3098"/>
                  </a:cubicBezTo>
                  <a:cubicBezTo>
                    <a:pt x="12065" y="2232"/>
                    <a:pt x="12057" y="1366"/>
                    <a:pt x="12058" y="500"/>
                  </a:cubicBezTo>
                  <a:cubicBezTo>
                    <a:pt x="12066" y="284"/>
                    <a:pt x="11862" y="93"/>
                    <a:pt x="11647" y="114"/>
                  </a:cubicBezTo>
                  <a:cubicBezTo>
                    <a:pt x="11446" y="116"/>
                    <a:pt x="11274" y="301"/>
                    <a:pt x="11279" y="501"/>
                  </a:cubicBezTo>
                  <a:cubicBezTo>
                    <a:pt x="11277" y="1386"/>
                    <a:pt x="11280" y="2270"/>
                    <a:pt x="11278" y="3155"/>
                  </a:cubicBezTo>
                  <a:cubicBezTo>
                    <a:pt x="11207" y="3160"/>
                    <a:pt x="11138" y="3164"/>
                    <a:pt x="11068" y="3169"/>
                  </a:cubicBezTo>
                  <a:cubicBezTo>
                    <a:pt x="10766" y="2275"/>
                    <a:pt x="10483" y="1374"/>
                    <a:pt x="10190" y="477"/>
                  </a:cubicBezTo>
                  <a:cubicBezTo>
                    <a:pt x="10153" y="295"/>
                    <a:pt x="10013" y="116"/>
                    <a:pt x="9814" y="113"/>
                  </a:cubicBezTo>
                  <a:cubicBezTo>
                    <a:pt x="9563" y="83"/>
                    <a:pt x="9337" y="349"/>
                    <a:pt x="9409" y="591"/>
                  </a:cubicBezTo>
                  <a:cubicBezTo>
                    <a:pt x="9685" y="1474"/>
                    <a:pt x="9986" y="2350"/>
                    <a:pt x="10264" y="3232"/>
                  </a:cubicBezTo>
                  <a:cubicBezTo>
                    <a:pt x="10042" y="3224"/>
                    <a:pt x="9823" y="3273"/>
                    <a:pt x="9601" y="3270"/>
                  </a:cubicBezTo>
                  <a:cubicBezTo>
                    <a:pt x="9867" y="4203"/>
                    <a:pt x="10033" y="5172"/>
                    <a:pt x="10001" y="6145"/>
                  </a:cubicBezTo>
                  <a:cubicBezTo>
                    <a:pt x="9158" y="6017"/>
                    <a:pt x="8301" y="6215"/>
                    <a:pt x="7522" y="6536"/>
                  </a:cubicBezTo>
                  <a:cubicBezTo>
                    <a:pt x="6682" y="6164"/>
                    <a:pt x="5707" y="6097"/>
                    <a:pt x="4833" y="6393"/>
                  </a:cubicBezTo>
                  <a:cubicBezTo>
                    <a:pt x="4509" y="5718"/>
                    <a:pt x="4621" y="4815"/>
                    <a:pt x="5185" y="4305"/>
                  </a:cubicBezTo>
                  <a:cubicBezTo>
                    <a:pt x="6044" y="3296"/>
                    <a:pt x="6417" y="1971"/>
                    <a:pt x="6568" y="678"/>
                  </a:cubicBezTo>
                  <a:cubicBezTo>
                    <a:pt x="6613" y="415"/>
                    <a:pt x="6406" y="140"/>
                    <a:pt x="6138" y="122"/>
                  </a:cubicBezTo>
                  <a:cubicBezTo>
                    <a:pt x="5888" y="89"/>
                    <a:pt x="5635" y="281"/>
                    <a:pt x="5606" y="533"/>
                  </a:cubicBezTo>
                  <a:cubicBezTo>
                    <a:pt x="5462" y="1718"/>
                    <a:pt x="5147" y="2979"/>
                    <a:pt x="4275" y="3846"/>
                  </a:cubicBezTo>
                  <a:cubicBezTo>
                    <a:pt x="4482" y="2696"/>
                    <a:pt x="4418" y="1490"/>
                    <a:pt x="4040" y="382"/>
                  </a:cubicBezTo>
                  <a:cubicBezTo>
                    <a:pt x="3909" y="43"/>
                    <a:pt x="3392" y="0"/>
                    <a:pt x="3198" y="304"/>
                  </a:cubicBezTo>
                  <a:cubicBezTo>
                    <a:pt x="3084" y="457"/>
                    <a:pt x="3100" y="662"/>
                    <a:pt x="3164" y="832"/>
                  </a:cubicBezTo>
                  <a:cubicBezTo>
                    <a:pt x="3463" y="1813"/>
                    <a:pt x="3501" y="2873"/>
                    <a:pt x="3271" y="3872"/>
                  </a:cubicBezTo>
                  <a:cubicBezTo>
                    <a:pt x="3172" y="4327"/>
                    <a:pt x="2959" y="4746"/>
                    <a:pt x="2830" y="5191"/>
                  </a:cubicBezTo>
                  <a:cubicBezTo>
                    <a:pt x="2673" y="5684"/>
                    <a:pt x="2600" y="6205"/>
                    <a:pt x="2633" y="6722"/>
                  </a:cubicBezTo>
                  <a:cubicBezTo>
                    <a:pt x="1782" y="6922"/>
                    <a:pt x="937" y="7243"/>
                    <a:pt x="259" y="7809"/>
                  </a:cubicBezTo>
                  <a:cubicBezTo>
                    <a:pt x="162" y="7894"/>
                    <a:pt x="38" y="7979"/>
                    <a:pt x="26" y="8119"/>
                  </a:cubicBezTo>
                  <a:cubicBezTo>
                    <a:pt x="0" y="8293"/>
                    <a:pt x="148" y="8470"/>
                    <a:pt x="325" y="8468"/>
                  </a:cubicBezTo>
                  <a:cubicBezTo>
                    <a:pt x="496" y="8482"/>
                    <a:pt x="599" y="8325"/>
                    <a:pt x="724" y="8237"/>
                  </a:cubicBezTo>
                  <a:cubicBezTo>
                    <a:pt x="1392" y="7715"/>
                    <a:pt x="2216" y="7427"/>
                    <a:pt x="3045" y="7284"/>
                  </a:cubicBezTo>
                  <a:cubicBezTo>
                    <a:pt x="3571" y="7224"/>
                    <a:pt x="4100" y="7191"/>
                    <a:pt x="4627" y="7137"/>
                  </a:cubicBezTo>
                  <a:cubicBezTo>
                    <a:pt x="4739" y="7121"/>
                    <a:pt x="4835" y="7057"/>
                    <a:pt x="4940" y="7019"/>
                  </a:cubicBezTo>
                  <a:cubicBezTo>
                    <a:pt x="5719" y="6721"/>
                    <a:pt x="6614" y="6786"/>
                    <a:pt x="7359" y="7152"/>
                  </a:cubicBezTo>
                  <a:cubicBezTo>
                    <a:pt x="7536" y="7255"/>
                    <a:pt x="7740" y="7138"/>
                    <a:pt x="7822" y="6971"/>
                  </a:cubicBezTo>
                  <a:cubicBezTo>
                    <a:pt x="8665" y="6629"/>
                    <a:pt x="9689" y="6417"/>
                    <a:pt x="10534" y="6867"/>
                  </a:cubicBezTo>
                  <a:cubicBezTo>
                    <a:pt x="10754" y="6967"/>
                    <a:pt x="11007" y="6974"/>
                    <a:pt x="11214" y="7106"/>
                  </a:cubicBezTo>
                  <a:cubicBezTo>
                    <a:pt x="12030" y="7552"/>
                    <a:pt x="12813" y="8115"/>
                    <a:pt x="13349" y="888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 flipV="1">
              <a:off x="8386763" y="749300"/>
              <a:ext cx="609600" cy="603250"/>
            </a:xfrm>
            <a:custGeom>
              <a:avLst/>
              <a:gdLst>
                <a:gd name="T0" fmla="*/ 755 w 1904"/>
                <a:gd name="T1" fmla="*/ 1794 h 1881"/>
                <a:gd name="T2" fmla="*/ 1722 w 1904"/>
                <a:gd name="T3" fmla="*/ 1307 h 1881"/>
                <a:gd name="T4" fmla="*/ 1420 w 1904"/>
                <a:gd name="T5" fmla="*/ 215 h 1881"/>
                <a:gd name="T6" fmla="*/ 386 w 1904"/>
                <a:gd name="T7" fmla="*/ 253 h 1881"/>
                <a:gd name="T8" fmla="*/ 78 w 1904"/>
                <a:gd name="T9" fmla="*/ 1135 h 1881"/>
                <a:gd name="T10" fmla="*/ 755 w 1904"/>
                <a:gd name="T11" fmla="*/ 1794 h 1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04" h="1881">
                  <a:moveTo>
                    <a:pt x="755" y="1794"/>
                  </a:moveTo>
                  <a:cubicBezTo>
                    <a:pt x="1139" y="1881"/>
                    <a:pt x="1562" y="1666"/>
                    <a:pt x="1722" y="1307"/>
                  </a:cubicBezTo>
                  <a:cubicBezTo>
                    <a:pt x="1904" y="933"/>
                    <a:pt x="1771" y="440"/>
                    <a:pt x="1420" y="215"/>
                  </a:cubicBezTo>
                  <a:cubicBezTo>
                    <a:pt x="1115" y="0"/>
                    <a:pt x="673" y="16"/>
                    <a:pt x="386" y="253"/>
                  </a:cubicBezTo>
                  <a:cubicBezTo>
                    <a:pt x="125" y="455"/>
                    <a:pt x="0" y="814"/>
                    <a:pt x="78" y="1135"/>
                  </a:cubicBezTo>
                  <a:cubicBezTo>
                    <a:pt x="149" y="1462"/>
                    <a:pt x="425" y="1732"/>
                    <a:pt x="755" y="17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4" name="Group 185"/>
          <p:cNvGrpSpPr>
            <a:grpSpLocks/>
          </p:cNvGrpSpPr>
          <p:nvPr/>
        </p:nvGrpSpPr>
        <p:grpSpPr bwMode="auto">
          <a:xfrm>
            <a:off x="2795568" y="568227"/>
            <a:ext cx="1147784" cy="1065676"/>
            <a:chOff x="6377" y="2695"/>
            <a:chExt cx="1328" cy="1233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55" name="Freeform 182"/>
            <p:cNvSpPr>
              <a:spLocks/>
            </p:cNvSpPr>
            <p:nvPr/>
          </p:nvSpPr>
          <p:spPr bwMode="auto">
            <a:xfrm flipV="1">
              <a:off x="6377" y="2695"/>
              <a:ext cx="1328" cy="1233"/>
            </a:xfrm>
            <a:custGeom>
              <a:avLst/>
              <a:gdLst>
                <a:gd name="T0" fmla="*/ 2698 w 5827"/>
                <a:gd name="T1" fmla="*/ 5403 h 5411"/>
                <a:gd name="T2" fmla="*/ 3162 w 5827"/>
                <a:gd name="T3" fmla="*/ 5395 h 5411"/>
                <a:gd name="T4" fmla="*/ 3256 w 5827"/>
                <a:gd name="T5" fmla="*/ 5158 h 5411"/>
                <a:gd name="T6" fmla="*/ 3971 w 5827"/>
                <a:gd name="T7" fmla="*/ 4325 h 5411"/>
                <a:gd name="T8" fmla="*/ 5045 w 5827"/>
                <a:gd name="T9" fmla="*/ 4114 h 5411"/>
                <a:gd name="T10" fmla="*/ 5292 w 5827"/>
                <a:gd name="T11" fmla="*/ 4030 h 5411"/>
                <a:gd name="T12" fmla="*/ 5785 w 5827"/>
                <a:gd name="T13" fmla="*/ 3154 h 5411"/>
                <a:gd name="T14" fmla="*/ 5787 w 5827"/>
                <a:gd name="T15" fmla="*/ 2235 h 5411"/>
                <a:gd name="T16" fmla="*/ 5671 w 5827"/>
                <a:gd name="T17" fmla="*/ 1827 h 5411"/>
                <a:gd name="T18" fmla="*/ 5421 w 5827"/>
                <a:gd name="T19" fmla="*/ 1869 h 5411"/>
                <a:gd name="T20" fmla="*/ 5415 w 5827"/>
                <a:gd name="T21" fmla="*/ 2203 h 5411"/>
                <a:gd name="T22" fmla="*/ 5458 w 5827"/>
                <a:gd name="T23" fmla="*/ 2769 h 5411"/>
                <a:gd name="T24" fmla="*/ 5302 w 5827"/>
                <a:gd name="T25" fmla="*/ 3484 h 5411"/>
                <a:gd name="T26" fmla="*/ 5220 w 5827"/>
                <a:gd name="T27" fmla="*/ 3488 h 5411"/>
                <a:gd name="T28" fmla="*/ 5177 w 5827"/>
                <a:gd name="T29" fmla="*/ 3044 h 5411"/>
                <a:gd name="T30" fmla="*/ 5065 w 5827"/>
                <a:gd name="T31" fmla="*/ 2274 h 5411"/>
                <a:gd name="T32" fmla="*/ 5059 w 5827"/>
                <a:gd name="T33" fmla="*/ 331 h 5411"/>
                <a:gd name="T34" fmla="*/ 4621 w 5827"/>
                <a:gd name="T35" fmla="*/ 120 h 5411"/>
                <a:gd name="T36" fmla="*/ 4477 w 5827"/>
                <a:gd name="T37" fmla="*/ 401 h 5411"/>
                <a:gd name="T38" fmla="*/ 4477 w 5827"/>
                <a:gd name="T39" fmla="*/ 2190 h 5411"/>
                <a:gd name="T40" fmla="*/ 4323 w 5827"/>
                <a:gd name="T41" fmla="*/ 2194 h 5411"/>
                <a:gd name="T42" fmla="*/ 3808 w 5827"/>
                <a:gd name="T43" fmla="*/ 355 h 5411"/>
                <a:gd name="T44" fmla="*/ 3627 w 5827"/>
                <a:gd name="T45" fmla="*/ 95 h 5411"/>
                <a:gd name="T46" fmla="*/ 3278 w 5827"/>
                <a:gd name="T47" fmla="*/ 181 h 5411"/>
                <a:gd name="T48" fmla="*/ 3261 w 5827"/>
                <a:gd name="T49" fmla="*/ 586 h 5411"/>
                <a:gd name="T50" fmla="*/ 3782 w 5827"/>
                <a:gd name="T51" fmla="*/ 2457 h 5411"/>
                <a:gd name="T52" fmla="*/ 3903 w 5827"/>
                <a:gd name="T53" fmla="*/ 3192 h 5411"/>
                <a:gd name="T54" fmla="*/ 4015 w 5827"/>
                <a:gd name="T55" fmla="*/ 3908 h 5411"/>
                <a:gd name="T56" fmla="*/ 3144 w 5827"/>
                <a:gd name="T57" fmla="*/ 4527 h 5411"/>
                <a:gd name="T58" fmla="*/ 2921 w 5827"/>
                <a:gd name="T59" fmla="*/ 4956 h 5411"/>
                <a:gd name="T60" fmla="*/ 1840 w 5827"/>
                <a:gd name="T61" fmla="*/ 3915 h 5411"/>
                <a:gd name="T62" fmla="*/ 2050 w 5827"/>
                <a:gd name="T63" fmla="*/ 2524 h 5411"/>
                <a:gd name="T64" fmla="*/ 2626 w 5827"/>
                <a:gd name="T65" fmla="*/ 467 h 5411"/>
                <a:gd name="T66" fmla="*/ 2565 w 5827"/>
                <a:gd name="T67" fmla="*/ 170 h 5411"/>
                <a:gd name="T68" fmla="*/ 2066 w 5827"/>
                <a:gd name="T69" fmla="*/ 270 h 5411"/>
                <a:gd name="T70" fmla="*/ 1788 w 5827"/>
                <a:gd name="T71" fmla="*/ 1282 h 5411"/>
                <a:gd name="T72" fmla="*/ 1520 w 5827"/>
                <a:gd name="T73" fmla="*/ 2195 h 5411"/>
                <a:gd name="T74" fmla="*/ 1381 w 5827"/>
                <a:gd name="T75" fmla="*/ 2192 h 5411"/>
                <a:gd name="T76" fmla="*/ 1367 w 5827"/>
                <a:gd name="T77" fmla="*/ 299 h 5411"/>
                <a:gd name="T78" fmla="*/ 923 w 5827"/>
                <a:gd name="T79" fmla="*/ 125 h 5411"/>
                <a:gd name="T80" fmla="*/ 791 w 5827"/>
                <a:gd name="T81" fmla="*/ 330 h 5411"/>
                <a:gd name="T82" fmla="*/ 790 w 5827"/>
                <a:gd name="T83" fmla="*/ 2203 h 5411"/>
                <a:gd name="T84" fmla="*/ 622 w 5827"/>
                <a:gd name="T85" fmla="*/ 3504 h 5411"/>
                <a:gd name="T86" fmla="*/ 558 w 5827"/>
                <a:gd name="T87" fmla="*/ 3478 h 5411"/>
                <a:gd name="T88" fmla="*/ 437 w 5827"/>
                <a:gd name="T89" fmla="*/ 2238 h 5411"/>
                <a:gd name="T90" fmla="*/ 433 w 5827"/>
                <a:gd name="T91" fmla="*/ 1881 h 5411"/>
                <a:gd name="T92" fmla="*/ 124 w 5827"/>
                <a:gd name="T93" fmla="*/ 1933 h 5411"/>
                <a:gd name="T94" fmla="*/ 60 w 5827"/>
                <a:gd name="T95" fmla="*/ 2236 h 5411"/>
                <a:gd name="T96" fmla="*/ 43 w 5827"/>
                <a:gd name="T97" fmla="*/ 2923 h 5411"/>
                <a:gd name="T98" fmla="*/ 568 w 5827"/>
                <a:gd name="T99" fmla="*/ 4036 h 5411"/>
                <a:gd name="T100" fmla="*/ 1223 w 5827"/>
                <a:gd name="T101" fmla="*/ 4171 h 5411"/>
                <a:gd name="T102" fmla="*/ 2146 w 5827"/>
                <a:gd name="T103" fmla="*/ 4471 h 5411"/>
                <a:gd name="T104" fmla="*/ 2528 w 5827"/>
                <a:gd name="T105" fmla="*/ 4948 h 5411"/>
                <a:gd name="T106" fmla="*/ 2698 w 5827"/>
                <a:gd name="T107" fmla="*/ 5403 h 5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27" h="5411">
                  <a:moveTo>
                    <a:pt x="2698" y="5403"/>
                  </a:moveTo>
                  <a:cubicBezTo>
                    <a:pt x="2852" y="5392"/>
                    <a:pt x="3008" y="5411"/>
                    <a:pt x="3162" y="5395"/>
                  </a:cubicBezTo>
                  <a:cubicBezTo>
                    <a:pt x="3227" y="5333"/>
                    <a:pt x="3232" y="5239"/>
                    <a:pt x="3256" y="5158"/>
                  </a:cubicBezTo>
                  <a:cubicBezTo>
                    <a:pt x="3338" y="4784"/>
                    <a:pt x="3617" y="4465"/>
                    <a:pt x="3971" y="4325"/>
                  </a:cubicBezTo>
                  <a:cubicBezTo>
                    <a:pt x="4311" y="4183"/>
                    <a:pt x="4684" y="4167"/>
                    <a:pt x="5045" y="4114"/>
                  </a:cubicBezTo>
                  <a:cubicBezTo>
                    <a:pt x="5129" y="4092"/>
                    <a:pt x="5220" y="4083"/>
                    <a:pt x="5292" y="4030"/>
                  </a:cubicBezTo>
                  <a:cubicBezTo>
                    <a:pt x="5570" y="3822"/>
                    <a:pt x="5721" y="3488"/>
                    <a:pt x="5785" y="3154"/>
                  </a:cubicBezTo>
                  <a:cubicBezTo>
                    <a:pt x="5827" y="2849"/>
                    <a:pt x="5818" y="2540"/>
                    <a:pt x="5787" y="2235"/>
                  </a:cubicBezTo>
                  <a:cubicBezTo>
                    <a:pt x="5768" y="2095"/>
                    <a:pt x="5757" y="1945"/>
                    <a:pt x="5671" y="1827"/>
                  </a:cubicBezTo>
                  <a:cubicBezTo>
                    <a:pt x="5588" y="1827"/>
                    <a:pt x="5478" y="1788"/>
                    <a:pt x="5421" y="1869"/>
                  </a:cubicBezTo>
                  <a:cubicBezTo>
                    <a:pt x="5331" y="1960"/>
                    <a:pt x="5391" y="2097"/>
                    <a:pt x="5415" y="2203"/>
                  </a:cubicBezTo>
                  <a:cubicBezTo>
                    <a:pt x="5433" y="2391"/>
                    <a:pt x="5468" y="2579"/>
                    <a:pt x="5458" y="2769"/>
                  </a:cubicBezTo>
                  <a:cubicBezTo>
                    <a:pt x="5458" y="3016"/>
                    <a:pt x="5388" y="3255"/>
                    <a:pt x="5302" y="3484"/>
                  </a:cubicBezTo>
                  <a:cubicBezTo>
                    <a:pt x="5275" y="3486"/>
                    <a:pt x="5248" y="3487"/>
                    <a:pt x="5220" y="3488"/>
                  </a:cubicBezTo>
                  <a:cubicBezTo>
                    <a:pt x="5217" y="3339"/>
                    <a:pt x="5221" y="3188"/>
                    <a:pt x="5177" y="3044"/>
                  </a:cubicBezTo>
                  <a:cubicBezTo>
                    <a:pt x="5148" y="2786"/>
                    <a:pt x="5111" y="2529"/>
                    <a:pt x="5065" y="2274"/>
                  </a:cubicBezTo>
                  <a:cubicBezTo>
                    <a:pt x="5057" y="1627"/>
                    <a:pt x="5068" y="979"/>
                    <a:pt x="5059" y="331"/>
                  </a:cubicBezTo>
                  <a:cubicBezTo>
                    <a:pt x="5054" y="122"/>
                    <a:pt x="4787" y="12"/>
                    <a:pt x="4621" y="120"/>
                  </a:cubicBezTo>
                  <a:cubicBezTo>
                    <a:pt x="4519" y="172"/>
                    <a:pt x="4473" y="293"/>
                    <a:pt x="4477" y="401"/>
                  </a:cubicBezTo>
                  <a:cubicBezTo>
                    <a:pt x="4478" y="998"/>
                    <a:pt x="4478" y="1594"/>
                    <a:pt x="4477" y="2190"/>
                  </a:cubicBezTo>
                  <a:cubicBezTo>
                    <a:pt x="4425" y="2190"/>
                    <a:pt x="4374" y="2192"/>
                    <a:pt x="4323" y="2194"/>
                  </a:cubicBezTo>
                  <a:cubicBezTo>
                    <a:pt x="4150" y="1581"/>
                    <a:pt x="3980" y="968"/>
                    <a:pt x="3808" y="355"/>
                  </a:cubicBezTo>
                  <a:cubicBezTo>
                    <a:pt x="3779" y="252"/>
                    <a:pt x="3733" y="139"/>
                    <a:pt x="3627" y="95"/>
                  </a:cubicBezTo>
                  <a:cubicBezTo>
                    <a:pt x="3507" y="58"/>
                    <a:pt x="3357" y="72"/>
                    <a:pt x="3278" y="181"/>
                  </a:cubicBezTo>
                  <a:cubicBezTo>
                    <a:pt x="3171" y="293"/>
                    <a:pt x="3215" y="457"/>
                    <a:pt x="3261" y="586"/>
                  </a:cubicBezTo>
                  <a:cubicBezTo>
                    <a:pt x="3432" y="1211"/>
                    <a:pt x="3615" y="1831"/>
                    <a:pt x="3782" y="2457"/>
                  </a:cubicBezTo>
                  <a:cubicBezTo>
                    <a:pt x="3863" y="2693"/>
                    <a:pt x="3864" y="2947"/>
                    <a:pt x="3903" y="3192"/>
                  </a:cubicBezTo>
                  <a:cubicBezTo>
                    <a:pt x="3955" y="3428"/>
                    <a:pt x="3974" y="3670"/>
                    <a:pt x="4015" y="3908"/>
                  </a:cubicBezTo>
                  <a:cubicBezTo>
                    <a:pt x="3676" y="4030"/>
                    <a:pt x="3349" y="4225"/>
                    <a:pt x="3144" y="4527"/>
                  </a:cubicBezTo>
                  <a:cubicBezTo>
                    <a:pt x="3050" y="4659"/>
                    <a:pt x="2990" y="4811"/>
                    <a:pt x="2921" y="4956"/>
                  </a:cubicBezTo>
                  <a:cubicBezTo>
                    <a:pt x="2774" y="4448"/>
                    <a:pt x="2338" y="4065"/>
                    <a:pt x="1840" y="3915"/>
                  </a:cubicBezTo>
                  <a:cubicBezTo>
                    <a:pt x="1909" y="3451"/>
                    <a:pt x="1967" y="2985"/>
                    <a:pt x="2050" y="2524"/>
                  </a:cubicBezTo>
                  <a:cubicBezTo>
                    <a:pt x="2240" y="1838"/>
                    <a:pt x="2436" y="1153"/>
                    <a:pt x="2626" y="467"/>
                  </a:cubicBezTo>
                  <a:cubicBezTo>
                    <a:pt x="2646" y="364"/>
                    <a:pt x="2654" y="244"/>
                    <a:pt x="2565" y="170"/>
                  </a:cubicBezTo>
                  <a:cubicBezTo>
                    <a:pt x="2430" y="0"/>
                    <a:pt x="2132" y="69"/>
                    <a:pt x="2066" y="270"/>
                  </a:cubicBezTo>
                  <a:cubicBezTo>
                    <a:pt x="1982" y="610"/>
                    <a:pt x="1874" y="943"/>
                    <a:pt x="1788" y="1282"/>
                  </a:cubicBezTo>
                  <a:cubicBezTo>
                    <a:pt x="1693" y="1585"/>
                    <a:pt x="1631" y="1898"/>
                    <a:pt x="1520" y="2195"/>
                  </a:cubicBezTo>
                  <a:cubicBezTo>
                    <a:pt x="1474" y="2193"/>
                    <a:pt x="1427" y="2192"/>
                    <a:pt x="1381" y="2192"/>
                  </a:cubicBezTo>
                  <a:cubicBezTo>
                    <a:pt x="1355" y="1562"/>
                    <a:pt x="1382" y="930"/>
                    <a:pt x="1367" y="299"/>
                  </a:cubicBezTo>
                  <a:cubicBezTo>
                    <a:pt x="1327" y="114"/>
                    <a:pt x="1080" y="13"/>
                    <a:pt x="923" y="125"/>
                  </a:cubicBezTo>
                  <a:cubicBezTo>
                    <a:pt x="861" y="179"/>
                    <a:pt x="780" y="238"/>
                    <a:pt x="791" y="330"/>
                  </a:cubicBezTo>
                  <a:cubicBezTo>
                    <a:pt x="788" y="955"/>
                    <a:pt x="791" y="1579"/>
                    <a:pt x="790" y="2203"/>
                  </a:cubicBezTo>
                  <a:cubicBezTo>
                    <a:pt x="750" y="2639"/>
                    <a:pt x="643" y="3066"/>
                    <a:pt x="622" y="3504"/>
                  </a:cubicBezTo>
                  <a:cubicBezTo>
                    <a:pt x="606" y="3498"/>
                    <a:pt x="574" y="3485"/>
                    <a:pt x="558" y="3478"/>
                  </a:cubicBezTo>
                  <a:cubicBezTo>
                    <a:pt x="367" y="3095"/>
                    <a:pt x="393" y="2651"/>
                    <a:pt x="437" y="2238"/>
                  </a:cubicBezTo>
                  <a:cubicBezTo>
                    <a:pt x="444" y="2122"/>
                    <a:pt x="529" y="1978"/>
                    <a:pt x="433" y="1881"/>
                  </a:cubicBezTo>
                  <a:cubicBezTo>
                    <a:pt x="359" y="1774"/>
                    <a:pt x="154" y="1797"/>
                    <a:pt x="124" y="1933"/>
                  </a:cubicBezTo>
                  <a:cubicBezTo>
                    <a:pt x="102" y="2034"/>
                    <a:pt x="82" y="2135"/>
                    <a:pt x="60" y="2236"/>
                  </a:cubicBezTo>
                  <a:cubicBezTo>
                    <a:pt x="56" y="2465"/>
                    <a:pt x="0" y="2694"/>
                    <a:pt x="43" y="2923"/>
                  </a:cubicBezTo>
                  <a:cubicBezTo>
                    <a:pt x="66" y="3339"/>
                    <a:pt x="225" y="3778"/>
                    <a:pt x="568" y="4036"/>
                  </a:cubicBezTo>
                  <a:cubicBezTo>
                    <a:pt x="770" y="4141"/>
                    <a:pt x="1006" y="4125"/>
                    <a:pt x="1223" y="4171"/>
                  </a:cubicBezTo>
                  <a:cubicBezTo>
                    <a:pt x="1545" y="4210"/>
                    <a:pt x="1879" y="4274"/>
                    <a:pt x="2146" y="4471"/>
                  </a:cubicBezTo>
                  <a:cubicBezTo>
                    <a:pt x="2315" y="4590"/>
                    <a:pt x="2442" y="4761"/>
                    <a:pt x="2528" y="4948"/>
                  </a:cubicBezTo>
                  <a:cubicBezTo>
                    <a:pt x="2606" y="5092"/>
                    <a:pt x="2584" y="5275"/>
                    <a:pt x="2698" y="54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183"/>
            <p:cNvSpPr>
              <a:spLocks/>
            </p:cNvSpPr>
            <p:nvPr/>
          </p:nvSpPr>
          <p:spPr bwMode="auto">
            <a:xfrm flipV="1">
              <a:off x="6515" y="2704"/>
              <a:ext cx="253" cy="250"/>
            </a:xfrm>
            <a:custGeom>
              <a:avLst/>
              <a:gdLst>
                <a:gd name="T0" fmla="*/ 332 w 1111"/>
                <a:gd name="T1" fmla="*/ 1051 h 1098"/>
                <a:gd name="T2" fmla="*/ 759 w 1111"/>
                <a:gd name="T3" fmla="*/ 1053 h 1098"/>
                <a:gd name="T4" fmla="*/ 1084 w 1111"/>
                <a:gd name="T5" fmla="*/ 501 h 1098"/>
                <a:gd name="T6" fmla="*/ 599 w 1111"/>
                <a:gd name="T7" fmla="*/ 23 h 1098"/>
                <a:gd name="T8" fmla="*/ 24 w 1111"/>
                <a:gd name="T9" fmla="*/ 537 h 1098"/>
                <a:gd name="T10" fmla="*/ 332 w 1111"/>
                <a:gd name="T11" fmla="*/ 1051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1" h="1098">
                  <a:moveTo>
                    <a:pt x="332" y="1051"/>
                  </a:moveTo>
                  <a:cubicBezTo>
                    <a:pt x="469" y="1097"/>
                    <a:pt x="622" y="1098"/>
                    <a:pt x="759" y="1053"/>
                  </a:cubicBezTo>
                  <a:cubicBezTo>
                    <a:pt x="973" y="967"/>
                    <a:pt x="1111" y="730"/>
                    <a:pt x="1084" y="501"/>
                  </a:cubicBezTo>
                  <a:cubicBezTo>
                    <a:pt x="1061" y="254"/>
                    <a:pt x="839" y="55"/>
                    <a:pt x="599" y="23"/>
                  </a:cubicBezTo>
                  <a:cubicBezTo>
                    <a:pt x="313" y="0"/>
                    <a:pt x="16" y="240"/>
                    <a:pt x="24" y="537"/>
                  </a:cubicBezTo>
                  <a:cubicBezTo>
                    <a:pt x="0" y="754"/>
                    <a:pt x="143" y="959"/>
                    <a:pt x="332" y="10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184"/>
            <p:cNvSpPr>
              <a:spLocks/>
            </p:cNvSpPr>
            <p:nvPr/>
          </p:nvSpPr>
          <p:spPr bwMode="auto">
            <a:xfrm flipV="1">
              <a:off x="7318" y="2703"/>
              <a:ext cx="257" cy="248"/>
            </a:xfrm>
            <a:custGeom>
              <a:avLst/>
              <a:gdLst>
                <a:gd name="T0" fmla="*/ 340 w 1127"/>
                <a:gd name="T1" fmla="*/ 1032 h 1089"/>
                <a:gd name="T2" fmla="*/ 771 w 1127"/>
                <a:gd name="T3" fmla="*/ 1047 h 1089"/>
                <a:gd name="T4" fmla="*/ 1107 w 1127"/>
                <a:gd name="T5" fmla="*/ 585 h 1089"/>
                <a:gd name="T6" fmla="*/ 603 w 1127"/>
                <a:gd name="T7" fmla="*/ 12 h 1089"/>
                <a:gd name="T8" fmla="*/ 43 w 1127"/>
                <a:gd name="T9" fmla="*/ 462 h 1089"/>
                <a:gd name="T10" fmla="*/ 340 w 1127"/>
                <a:gd name="T11" fmla="*/ 1032 h 1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7" h="1089">
                  <a:moveTo>
                    <a:pt x="340" y="1032"/>
                  </a:moveTo>
                  <a:cubicBezTo>
                    <a:pt x="475" y="1089"/>
                    <a:pt x="631" y="1084"/>
                    <a:pt x="771" y="1047"/>
                  </a:cubicBezTo>
                  <a:cubicBezTo>
                    <a:pt x="956" y="971"/>
                    <a:pt x="1092" y="786"/>
                    <a:pt x="1107" y="585"/>
                  </a:cubicBezTo>
                  <a:cubicBezTo>
                    <a:pt x="1127" y="299"/>
                    <a:pt x="890" y="29"/>
                    <a:pt x="603" y="12"/>
                  </a:cubicBezTo>
                  <a:cubicBezTo>
                    <a:pt x="340" y="0"/>
                    <a:pt x="83" y="198"/>
                    <a:pt x="43" y="462"/>
                  </a:cubicBezTo>
                  <a:cubicBezTo>
                    <a:pt x="0" y="688"/>
                    <a:pt x="130" y="938"/>
                    <a:pt x="340" y="10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4268790" y="393468"/>
            <a:ext cx="1431925" cy="1652588"/>
            <a:chOff x="2520" y="500"/>
            <a:chExt cx="902" cy="1041"/>
          </a:xfrm>
          <a:solidFill>
            <a:srgbClr val="595959"/>
          </a:solidFill>
        </p:grpSpPr>
        <p:sp>
          <p:nvSpPr>
            <p:cNvPr id="61" name="Freeform 5"/>
            <p:cNvSpPr>
              <a:spLocks/>
            </p:cNvSpPr>
            <p:nvPr/>
          </p:nvSpPr>
          <p:spPr bwMode="auto">
            <a:xfrm flipV="1">
              <a:off x="3097" y="500"/>
              <a:ext cx="183" cy="158"/>
            </a:xfrm>
            <a:custGeom>
              <a:avLst/>
              <a:gdLst>
                <a:gd name="T0" fmla="*/ 51 w 799"/>
                <a:gd name="T1" fmla="*/ 523 h 693"/>
                <a:gd name="T2" fmla="*/ 427 w 799"/>
                <a:gd name="T3" fmla="*/ 495 h 693"/>
                <a:gd name="T4" fmla="*/ 708 w 799"/>
                <a:gd name="T5" fmla="*/ 222 h 693"/>
                <a:gd name="T6" fmla="*/ 205 w 799"/>
                <a:gd name="T7" fmla="*/ 0 h 693"/>
                <a:gd name="T8" fmla="*/ 51 w 799"/>
                <a:gd name="T9" fmla="*/ 523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693">
                  <a:moveTo>
                    <a:pt x="51" y="523"/>
                  </a:moveTo>
                  <a:cubicBezTo>
                    <a:pt x="113" y="693"/>
                    <a:pt x="389" y="673"/>
                    <a:pt x="427" y="495"/>
                  </a:cubicBezTo>
                  <a:cubicBezTo>
                    <a:pt x="591" y="568"/>
                    <a:pt x="799" y="391"/>
                    <a:pt x="708" y="222"/>
                  </a:cubicBezTo>
                  <a:cubicBezTo>
                    <a:pt x="599" y="60"/>
                    <a:pt x="383" y="31"/>
                    <a:pt x="205" y="0"/>
                  </a:cubicBezTo>
                  <a:cubicBezTo>
                    <a:pt x="118" y="157"/>
                    <a:pt x="0" y="336"/>
                    <a:pt x="51" y="5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" name="Freeform 6"/>
            <p:cNvSpPr>
              <a:spLocks/>
            </p:cNvSpPr>
            <p:nvPr/>
          </p:nvSpPr>
          <p:spPr bwMode="auto">
            <a:xfrm flipV="1">
              <a:off x="2611" y="561"/>
              <a:ext cx="209" cy="226"/>
            </a:xfrm>
            <a:custGeom>
              <a:avLst/>
              <a:gdLst>
                <a:gd name="T0" fmla="*/ 325 w 914"/>
                <a:gd name="T1" fmla="*/ 864 h 990"/>
                <a:gd name="T2" fmla="*/ 866 w 914"/>
                <a:gd name="T3" fmla="*/ 455 h 990"/>
                <a:gd name="T4" fmla="*/ 229 w 914"/>
                <a:gd name="T5" fmla="*/ 196 h 990"/>
                <a:gd name="T6" fmla="*/ 325 w 914"/>
                <a:gd name="T7" fmla="*/ 864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4" h="990">
                  <a:moveTo>
                    <a:pt x="325" y="864"/>
                  </a:moveTo>
                  <a:cubicBezTo>
                    <a:pt x="587" y="990"/>
                    <a:pt x="914" y="740"/>
                    <a:pt x="866" y="455"/>
                  </a:cubicBezTo>
                  <a:cubicBezTo>
                    <a:pt x="847" y="158"/>
                    <a:pt x="451" y="0"/>
                    <a:pt x="229" y="196"/>
                  </a:cubicBezTo>
                  <a:cubicBezTo>
                    <a:pt x="0" y="368"/>
                    <a:pt x="57" y="765"/>
                    <a:pt x="325" y="8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7"/>
            <p:cNvSpPr>
              <a:spLocks/>
            </p:cNvSpPr>
            <p:nvPr/>
          </p:nvSpPr>
          <p:spPr bwMode="auto">
            <a:xfrm flipV="1">
              <a:off x="2942" y="643"/>
              <a:ext cx="185" cy="182"/>
            </a:xfrm>
            <a:custGeom>
              <a:avLst/>
              <a:gdLst>
                <a:gd name="T0" fmla="*/ 252 w 811"/>
                <a:gd name="T1" fmla="*/ 716 h 798"/>
                <a:gd name="T2" fmla="*/ 711 w 811"/>
                <a:gd name="T3" fmla="*/ 565 h 798"/>
                <a:gd name="T4" fmla="*/ 539 w 811"/>
                <a:gd name="T5" fmla="*/ 78 h 798"/>
                <a:gd name="T6" fmla="*/ 85 w 811"/>
                <a:gd name="T7" fmla="*/ 254 h 798"/>
                <a:gd name="T8" fmla="*/ 252 w 811"/>
                <a:gd name="T9" fmla="*/ 71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1" h="798">
                  <a:moveTo>
                    <a:pt x="252" y="716"/>
                  </a:moveTo>
                  <a:cubicBezTo>
                    <a:pt x="415" y="798"/>
                    <a:pt x="628" y="725"/>
                    <a:pt x="711" y="565"/>
                  </a:cubicBezTo>
                  <a:cubicBezTo>
                    <a:pt x="811" y="393"/>
                    <a:pt x="723" y="149"/>
                    <a:pt x="539" y="78"/>
                  </a:cubicBezTo>
                  <a:cubicBezTo>
                    <a:pt x="373" y="0"/>
                    <a:pt x="157" y="86"/>
                    <a:pt x="85" y="254"/>
                  </a:cubicBezTo>
                  <a:cubicBezTo>
                    <a:pt x="0" y="420"/>
                    <a:pt x="85" y="640"/>
                    <a:pt x="252" y="7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 flipV="1">
              <a:off x="2520" y="754"/>
              <a:ext cx="204" cy="787"/>
            </a:xfrm>
            <a:custGeom>
              <a:avLst/>
              <a:gdLst>
                <a:gd name="T0" fmla="*/ 173 w 891"/>
                <a:gd name="T1" fmla="*/ 3160 h 3446"/>
                <a:gd name="T2" fmla="*/ 636 w 891"/>
                <a:gd name="T3" fmla="*/ 3367 h 3446"/>
                <a:gd name="T4" fmla="*/ 768 w 891"/>
                <a:gd name="T5" fmla="*/ 2969 h 3446"/>
                <a:gd name="T6" fmla="*/ 574 w 891"/>
                <a:gd name="T7" fmla="*/ 3196 h 3446"/>
                <a:gd name="T8" fmla="*/ 347 w 891"/>
                <a:gd name="T9" fmla="*/ 2974 h 3446"/>
                <a:gd name="T10" fmla="*/ 679 w 891"/>
                <a:gd name="T11" fmla="*/ 2553 h 3446"/>
                <a:gd name="T12" fmla="*/ 710 w 891"/>
                <a:gd name="T13" fmla="*/ 1890 h 3446"/>
                <a:gd name="T14" fmla="*/ 650 w 891"/>
                <a:gd name="T15" fmla="*/ 215 h 3446"/>
                <a:gd name="T16" fmla="*/ 239 w 891"/>
                <a:gd name="T17" fmla="*/ 336 h 3446"/>
                <a:gd name="T18" fmla="*/ 267 w 891"/>
                <a:gd name="T19" fmla="*/ 1825 h 3446"/>
                <a:gd name="T20" fmla="*/ 27 w 891"/>
                <a:gd name="T21" fmla="*/ 2241 h 3446"/>
                <a:gd name="T22" fmla="*/ 173 w 891"/>
                <a:gd name="T23" fmla="*/ 3160 h 3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1" h="3446">
                  <a:moveTo>
                    <a:pt x="173" y="3160"/>
                  </a:moveTo>
                  <a:cubicBezTo>
                    <a:pt x="251" y="3325"/>
                    <a:pt x="458" y="3446"/>
                    <a:pt x="636" y="3367"/>
                  </a:cubicBezTo>
                  <a:cubicBezTo>
                    <a:pt x="774" y="3287"/>
                    <a:pt x="784" y="3110"/>
                    <a:pt x="768" y="2969"/>
                  </a:cubicBezTo>
                  <a:cubicBezTo>
                    <a:pt x="686" y="3031"/>
                    <a:pt x="674" y="3156"/>
                    <a:pt x="574" y="3196"/>
                  </a:cubicBezTo>
                  <a:cubicBezTo>
                    <a:pt x="447" y="3261"/>
                    <a:pt x="288" y="3103"/>
                    <a:pt x="347" y="2974"/>
                  </a:cubicBezTo>
                  <a:cubicBezTo>
                    <a:pt x="421" y="2808"/>
                    <a:pt x="545" y="2672"/>
                    <a:pt x="679" y="2553"/>
                  </a:cubicBezTo>
                  <a:cubicBezTo>
                    <a:pt x="654" y="2333"/>
                    <a:pt x="628" y="2100"/>
                    <a:pt x="710" y="1890"/>
                  </a:cubicBezTo>
                  <a:cubicBezTo>
                    <a:pt x="891" y="1348"/>
                    <a:pt x="860" y="743"/>
                    <a:pt x="650" y="215"/>
                  </a:cubicBezTo>
                  <a:cubicBezTo>
                    <a:pt x="559" y="0"/>
                    <a:pt x="199" y="105"/>
                    <a:pt x="239" y="336"/>
                  </a:cubicBezTo>
                  <a:cubicBezTo>
                    <a:pt x="408" y="810"/>
                    <a:pt x="456" y="1349"/>
                    <a:pt x="267" y="1825"/>
                  </a:cubicBezTo>
                  <a:cubicBezTo>
                    <a:pt x="96" y="1886"/>
                    <a:pt x="27" y="2073"/>
                    <a:pt x="27" y="2241"/>
                  </a:cubicBezTo>
                  <a:cubicBezTo>
                    <a:pt x="0" y="2553"/>
                    <a:pt x="48" y="2872"/>
                    <a:pt x="173" y="31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 flipV="1">
              <a:off x="2602" y="809"/>
              <a:ext cx="322" cy="219"/>
            </a:xfrm>
            <a:custGeom>
              <a:avLst/>
              <a:gdLst>
                <a:gd name="T0" fmla="*/ 78 w 1407"/>
                <a:gd name="T1" fmla="*/ 907 h 958"/>
                <a:gd name="T2" fmla="*/ 280 w 1407"/>
                <a:gd name="T3" fmla="*/ 843 h 958"/>
                <a:gd name="T4" fmla="*/ 1265 w 1407"/>
                <a:gd name="T5" fmla="*/ 271 h 958"/>
                <a:gd name="T6" fmla="*/ 1266 w 1407"/>
                <a:gd name="T7" fmla="*/ 0 h 958"/>
                <a:gd name="T8" fmla="*/ 49 w 1407"/>
                <a:gd name="T9" fmla="*/ 684 h 958"/>
                <a:gd name="T10" fmla="*/ 78 w 1407"/>
                <a:gd name="T11" fmla="*/ 907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7" h="958">
                  <a:moveTo>
                    <a:pt x="78" y="907"/>
                  </a:moveTo>
                  <a:cubicBezTo>
                    <a:pt x="147" y="958"/>
                    <a:pt x="248" y="919"/>
                    <a:pt x="280" y="843"/>
                  </a:cubicBezTo>
                  <a:cubicBezTo>
                    <a:pt x="472" y="485"/>
                    <a:pt x="877" y="308"/>
                    <a:pt x="1265" y="271"/>
                  </a:cubicBezTo>
                  <a:cubicBezTo>
                    <a:pt x="1407" y="256"/>
                    <a:pt x="1405" y="18"/>
                    <a:pt x="1266" y="0"/>
                  </a:cubicBezTo>
                  <a:cubicBezTo>
                    <a:pt x="785" y="13"/>
                    <a:pt x="291" y="256"/>
                    <a:pt x="49" y="684"/>
                  </a:cubicBezTo>
                  <a:cubicBezTo>
                    <a:pt x="2" y="752"/>
                    <a:pt x="0" y="860"/>
                    <a:pt x="78" y="90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 flipV="1">
              <a:off x="2999" y="805"/>
              <a:ext cx="295" cy="441"/>
            </a:xfrm>
            <a:custGeom>
              <a:avLst/>
              <a:gdLst>
                <a:gd name="T0" fmla="*/ 201 w 1289"/>
                <a:gd name="T1" fmla="*/ 1833 h 1927"/>
                <a:gd name="T2" fmla="*/ 644 w 1289"/>
                <a:gd name="T3" fmla="*/ 1549 h 1927"/>
                <a:gd name="T4" fmla="*/ 872 w 1289"/>
                <a:gd name="T5" fmla="*/ 982 h 1927"/>
                <a:gd name="T6" fmla="*/ 1289 w 1289"/>
                <a:gd name="T7" fmla="*/ 121 h 1927"/>
                <a:gd name="T8" fmla="*/ 235 w 1289"/>
                <a:gd name="T9" fmla="*/ 141 h 1927"/>
                <a:gd name="T10" fmla="*/ 475 w 1289"/>
                <a:gd name="T11" fmla="*/ 692 h 1927"/>
                <a:gd name="T12" fmla="*/ 268 w 1289"/>
                <a:gd name="T13" fmla="*/ 1071 h 1927"/>
                <a:gd name="T14" fmla="*/ 64 w 1289"/>
                <a:gd name="T15" fmla="*/ 1165 h 1927"/>
                <a:gd name="T16" fmla="*/ 426 w 1289"/>
                <a:gd name="T17" fmla="*/ 1572 h 1927"/>
                <a:gd name="T18" fmla="*/ 214 w 1289"/>
                <a:gd name="T19" fmla="*/ 1716 h 1927"/>
                <a:gd name="T20" fmla="*/ 0 w 1289"/>
                <a:gd name="T21" fmla="*/ 1489 h 1927"/>
                <a:gd name="T22" fmla="*/ 201 w 1289"/>
                <a:gd name="T23" fmla="*/ 1833 h 1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9" h="1927">
                  <a:moveTo>
                    <a:pt x="201" y="1833"/>
                  </a:moveTo>
                  <a:cubicBezTo>
                    <a:pt x="395" y="1927"/>
                    <a:pt x="641" y="1760"/>
                    <a:pt x="644" y="1549"/>
                  </a:cubicBezTo>
                  <a:cubicBezTo>
                    <a:pt x="651" y="1340"/>
                    <a:pt x="735" y="1140"/>
                    <a:pt x="872" y="982"/>
                  </a:cubicBezTo>
                  <a:cubicBezTo>
                    <a:pt x="1106" y="752"/>
                    <a:pt x="1163" y="413"/>
                    <a:pt x="1289" y="121"/>
                  </a:cubicBezTo>
                  <a:cubicBezTo>
                    <a:pt x="947" y="28"/>
                    <a:pt x="567" y="0"/>
                    <a:pt x="235" y="141"/>
                  </a:cubicBezTo>
                  <a:cubicBezTo>
                    <a:pt x="307" y="328"/>
                    <a:pt x="396" y="508"/>
                    <a:pt x="475" y="692"/>
                  </a:cubicBezTo>
                  <a:cubicBezTo>
                    <a:pt x="416" y="822"/>
                    <a:pt x="367" y="965"/>
                    <a:pt x="268" y="1071"/>
                  </a:cubicBezTo>
                  <a:cubicBezTo>
                    <a:pt x="191" y="1081"/>
                    <a:pt x="122" y="1113"/>
                    <a:pt x="64" y="1165"/>
                  </a:cubicBezTo>
                  <a:cubicBezTo>
                    <a:pt x="193" y="1291"/>
                    <a:pt x="352" y="1402"/>
                    <a:pt x="426" y="1572"/>
                  </a:cubicBezTo>
                  <a:cubicBezTo>
                    <a:pt x="439" y="1690"/>
                    <a:pt x="314" y="1742"/>
                    <a:pt x="214" y="1716"/>
                  </a:cubicBezTo>
                  <a:cubicBezTo>
                    <a:pt x="149" y="1635"/>
                    <a:pt x="79" y="1557"/>
                    <a:pt x="0" y="1489"/>
                  </a:cubicBezTo>
                  <a:cubicBezTo>
                    <a:pt x="32" y="1616"/>
                    <a:pt x="61" y="1781"/>
                    <a:pt x="201" y="183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 flipV="1">
              <a:off x="2918" y="846"/>
              <a:ext cx="182" cy="176"/>
            </a:xfrm>
            <a:custGeom>
              <a:avLst/>
              <a:gdLst>
                <a:gd name="T0" fmla="*/ 562 w 796"/>
                <a:gd name="T1" fmla="*/ 669 h 769"/>
                <a:gd name="T2" fmla="*/ 738 w 796"/>
                <a:gd name="T3" fmla="*/ 569 h 769"/>
                <a:gd name="T4" fmla="*/ 11 w 796"/>
                <a:gd name="T5" fmla="*/ 0 h 769"/>
                <a:gd name="T6" fmla="*/ 0 w 796"/>
                <a:gd name="T7" fmla="*/ 229 h 769"/>
                <a:gd name="T8" fmla="*/ 562 w 796"/>
                <a:gd name="T9" fmla="*/ 669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769">
                  <a:moveTo>
                    <a:pt x="562" y="669"/>
                  </a:moveTo>
                  <a:cubicBezTo>
                    <a:pt x="623" y="769"/>
                    <a:pt x="796" y="670"/>
                    <a:pt x="738" y="569"/>
                  </a:cubicBezTo>
                  <a:cubicBezTo>
                    <a:pt x="562" y="311"/>
                    <a:pt x="300" y="116"/>
                    <a:pt x="11" y="0"/>
                  </a:cubicBezTo>
                  <a:cubicBezTo>
                    <a:pt x="24" y="77"/>
                    <a:pt x="27" y="155"/>
                    <a:pt x="0" y="229"/>
                  </a:cubicBezTo>
                  <a:cubicBezTo>
                    <a:pt x="225" y="320"/>
                    <a:pt x="407" y="487"/>
                    <a:pt x="562" y="6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 flipV="1">
              <a:off x="3126" y="1219"/>
              <a:ext cx="296" cy="312"/>
            </a:xfrm>
            <a:custGeom>
              <a:avLst/>
              <a:gdLst>
                <a:gd name="T0" fmla="*/ 566 w 1291"/>
                <a:gd name="T1" fmla="*/ 1179 h 1367"/>
                <a:gd name="T2" fmla="*/ 1023 w 1291"/>
                <a:gd name="T3" fmla="*/ 1339 h 1367"/>
                <a:gd name="T4" fmla="*/ 1139 w 1291"/>
                <a:gd name="T5" fmla="*/ 1020 h 1367"/>
                <a:gd name="T6" fmla="*/ 459 w 1291"/>
                <a:gd name="T7" fmla="*/ 773 h 1367"/>
                <a:gd name="T8" fmla="*/ 356 w 1291"/>
                <a:gd name="T9" fmla="*/ 813 h 1367"/>
                <a:gd name="T10" fmla="*/ 350 w 1291"/>
                <a:gd name="T11" fmla="*/ 184 h 1367"/>
                <a:gd name="T12" fmla="*/ 9 w 1291"/>
                <a:gd name="T13" fmla="*/ 186 h 1367"/>
                <a:gd name="T14" fmla="*/ 4 w 1291"/>
                <a:gd name="T15" fmla="*/ 1264 h 1367"/>
                <a:gd name="T16" fmla="*/ 502 w 1291"/>
                <a:gd name="T17" fmla="*/ 1289 h 1367"/>
                <a:gd name="T18" fmla="*/ 566 w 1291"/>
                <a:gd name="T19" fmla="*/ 1179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1" h="1367">
                  <a:moveTo>
                    <a:pt x="566" y="1179"/>
                  </a:moveTo>
                  <a:cubicBezTo>
                    <a:pt x="719" y="1230"/>
                    <a:pt x="867" y="1299"/>
                    <a:pt x="1023" y="1339"/>
                  </a:cubicBezTo>
                  <a:cubicBezTo>
                    <a:pt x="1196" y="1367"/>
                    <a:pt x="1291" y="1109"/>
                    <a:pt x="1139" y="1020"/>
                  </a:cubicBezTo>
                  <a:cubicBezTo>
                    <a:pt x="916" y="929"/>
                    <a:pt x="688" y="848"/>
                    <a:pt x="459" y="773"/>
                  </a:cubicBezTo>
                  <a:cubicBezTo>
                    <a:pt x="425" y="786"/>
                    <a:pt x="390" y="800"/>
                    <a:pt x="356" y="813"/>
                  </a:cubicBezTo>
                  <a:cubicBezTo>
                    <a:pt x="353" y="603"/>
                    <a:pt x="366" y="393"/>
                    <a:pt x="350" y="184"/>
                  </a:cubicBezTo>
                  <a:cubicBezTo>
                    <a:pt x="330" y="0"/>
                    <a:pt x="23" y="0"/>
                    <a:pt x="9" y="186"/>
                  </a:cubicBezTo>
                  <a:cubicBezTo>
                    <a:pt x="0" y="545"/>
                    <a:pt x="11" y="905"/>
                    <a:pt x="4" y="1264"/>
                  </a:cubicBezTo>
                  <a:cubicBezTo>
                    <a:pt x="170" y="1255"/>
                    <a:pt x="340" y="1245"/>
                    <a:pt x="502" y="1289"/>
                  </a:cubicBezTo>
                  <a:cubicBezTo>
                    <a:pt x="524" y="1253"/>
                    <a:pt x="545" y="1216"/>
                    <a:pt x="566" y="11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" name="Group 18"/>
          <p:cNvGrpSpPr>
            <a:grpSpLocks/>
          </p:cNvGrpSpPr>
          <p:nvPr/>
        </p:nvGrpSpPr>
        <p:grpSpPr bwMode="auto">
          <a:xfrm>
            <a:off x="4656138" y="3859213"/>
            <a:ext cx="150813" cy="177800"/>
            <a:chOff x="2933" y="2431"/>
            <a:chExt cx="95" cy="112"/>
          </a:xfrm>
        </p:grpSpPr>
        <p:sp>
          <p:nvSpPr>
            <p:cNvPr id="101" name="Freeform 16"/>
            <p:cNvSpPr>
              <a:spLocks/>
            </p:cNvSpPr>
            <p:nvPr/>
          </p:nvSpPr>
          <p:spPr bwMode="auto">
            <a:xfrm flipV="1">
              <a:off x="2933" y="2431"/>
              <a:ext cx="95" cy="66"/>
            </a:xfrm>
            <a:custGeom>
              <a:avLst/>
              <a:gdLst>
                <a:gd name="T0" fmla="*/ 0 w 421"/>
                <a:gd name="T1" fmla="*/ 284 h 285"/>
                <a:gd name="T2" fmla="*/ 421 w 421"/>
                <a:gd name="T3" fmla="*/ 284 h 285"/>
                <a:gd name="T4" fmla="*/ 210 w 421"/>
                <a:gd name="T5" fmla="*/ 0 h 285"/>
                <a:gd name="T6" fmla="*/ 0 w 421"/>
                <a:gd name="T7" fmla="*/ 284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1" h="285">
                  <a:moveTo>
                    <a:pt x="0" y="284"/>
                  </a:moveTo>
                  <a:cubicBezTo>
                    <a:pt x="140" y="285"/>
                    <a:pt x="281" y="285"/>
                    <a:pt x="421" y="284"/>
                  </a:cubicBezTo>
                  <a:cubicBezTo>
                    <a:pt x="351" y="190"/>
                    <a:pt x="280" y="95"/>
                    <a:pt x="210" y="0"/>
                  </a:cubicBezTo>
                  <a:cubicBezTo>
                    <a:pt x="141" y="95"/>
                    <a:pt x="70" y="190"/>
                    <a:pt x="0" y="2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" name="Freeform 17"/>
            <p:cNvSpPr>
              <a:spLocks/>
            </p:cNvSpPr>
            <p:nvPr/>
          </p:nvSpPr>
          <p:spPr bwMode="auto">
            <a:xfrm flipV="1">
              <a:off x="2962" y="2512"/>
              <a:ext cx="37" cy="31"/>
            </a:xfrm>
            <a:custGeom>
              <a:avLst/>
              <a:gdLst>
                <a:gd name="T0" fmla="*/ 82 w 165"/>
                <a:gd name="T1" fmla="*/ 0 h 137"/>
                <a:gd name="T2" fmla="*/ 82 w 165"/>
                <a:gd name="T3" fmla="*/ 137 h 137"/>
                <a:gd name="T4" fmla="*/ 82 w 165"/>
                <a:gd name="T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5" h="137">
                  <a:moveTo>
                    <a:pt x="82" y="0"/>
                  </a:moveTo>
                  <a:cubicBezTo>
                    <a:pt x="0" y="21"/>
                    <a:pt x="31" y="99"/>
                    <a:pt x="82" y="137"/>
                  </a:cubicBezTo>
                  <a:cubicBezTo>
                    <a:pt x="135" y="99"/>
                    <a:pt x="165" y="21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24" name="Group 67"/>
          <p:cNvGrpSpPr>
            <a:grpSpLocks noChangeAspect="1"/>
          </p:cNvGrpSpPr>
          <p:nvPr/>
        </p:nvGrpSpPr>
        <p:grpSpPr bwMode="auto">
          <a:xfrm>
            <a:off x="333111" y="2420345"/>
            <a:ext cx="1661962" cy="1546011"/>
            <a:chOff x="3538" y="1881"/>
            <a:chExt cx="602" cy="560"/>
          </a:xfrm>
          <a:solidFill>
            <a:srgbClr val="595959"/>
          </a:solidFill>
        </p:grpSpPr>
        <p:sp>
          <p:nvSpPr>
            <p:cNvPr id="126" name="Freeform 68"/>
            <p:cNvSpPr>
              <a:spLocks/>
            </p:cNvSpPr>
            <p:nvPr/>
          </p:nvSpPr>
          <p:spPr bwMode="auto">
            <a:xfrm flipV="1">
              <a:off x="3674" y="1881"/>
              <a:ext cx="125" cy="139"/>
            </a:xfrm>
            <a:custGeom>
              <a:avLst/>
              <a:gdLst>
                <a:gd name="T0" fmla="*/ 187 w 545"/>
                <a:gd name="T1" fmla="*/ 522 h 602"/>
                <a:gd name="T2" fmla="*/ 525 w 545"/>
                <a:gd name="T3" fmla="*/ 290 h 602"/>
                <a:gd name="T4" fmla="*/ 159 w 545"/>
                <a:gd name="T5" fmla="*/ 99 h 602"/>
                <a:gd name="T6" fmla="*/ 187 w 545"/>
                <a:gd name="T7" fmla="*/ 522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5" h="602">
                  <a:moveTo>
                    <a:pt x="187" y="522"/>
                  </a:moveTo>
                  <a:cubicBezTo>
                    <a:pt x="341" y="602"/>
                    <a:pt x="545" y="462"/>
                    <a:pt x="525" y="290"/>
                  </a:cubicBezTo>
                  <a:cubicBezTo>
                    <a:pt x="524" y="115"/>
                    <a:pt x="303" y="0"/>
                    <a:pt x="159" y="99"/>
                  </a:cubicBezTo>
                  <a:cubicBezTo>
                    <a:pt x="0" y="189"/>
                    <a:pt x="15" y="455"/>
                    <a:pt x="187" y="5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7" name="Freeform 69"/>
            <p:cNvSpPr>
              <a:spLocks/>
            </p:cNvSpPr>
            <p:nvPr/>
          </p:nvSpPr>
          <p:spPr bwMode="auto">
            <a:xfrm flipV="1">
              <a:off x="3538" y="2006"/>
              <a:ext cx="410" cy="428"/>
            </a:xfrm>
            <a:custGeom>
              <a:avLst/>
              <a:gdLst>
                <a:gd name="T0" fmla="*/ 191 w 1785"/>
                <a:gd name="T1" fmla="*/ 1676 h 1858"/>
                <a:gd name="T2" fmla="*/ 694 w 1785"/>
                <a:gd name="T3" fmla="*/ 1840 h 1858"/>
                <a:gd name="T4" fmla="*/ 751 w 1785"/>
                <a:gd name="T5" fmla="*/ 1501 h 1858"/>
                <a:gd name="T6" fmla="*/ 782 w 1785"/>
                <a:gd name="T7" fmla="*/ 1820 h 1858"/>
                <a:gd name="T8" fmla="*/ 903 w 1785"/>
                <a:gd name="T9" fmla="*/ 1789 h 1858"/>
                <a:gd name="T10" fmla="*/ 870 w 1785"/>
                <a:gd name="T11" fmla="*/ 1494 h 1858"/>
                <a:gd name="T12" fmla="*/ 979 w 1785"/>
                <a:gd name="T13" fmla="*/ 1779 h 1858"/>
                <a:gd name="T14" fmla="*/ 1258 w 1785"/>
                <a:gd name="T15" fmla="*/ 1619 h 1858"/>
                <a:gd name="T16" fmla="*/ 1673 w 1785"/>
                <a:gd name="T17" fmla="*/ 1608 h 1858"/>
                <a:gd name="T18" fmla="*/ 1019 w 1785"/>
                <a:gd name="T19" fmla="*/ 1486 h 1858"/>
                <a:gd name="T20" fmla="*/ 962 w 1785"/>
                <a:gd name="T21" fmla="*/ 1237 h 1858"/>
                <a:gd name="T22" fmla="*/ 1707 w 1785"/>
                <a:gd name="T23" fmla="*/ 944 h 1858"/>
                <a:gd name="T24" fmla="*/ 1585 w 1785"/>
                <a:gd name="T25" fmla="*/ 755 h 1858"/>
                <a:gd name="T26" fmla="*/ 1219 w 1785"/>
                <a:gd name="T27" fmla="*/ 941 h 1858"/>
                <a:gd name="T28" fmla="*/ 763 w 1785"/>
                <a:gd name="T29" fmla="*/ 946 h 1858"/>
                <a:gd name="T30" fmla="*/ 425 w 1785"/>
                <a:gd name="T31" fmla="*/ 67 h 1858"/>
                <a:gd name="T32" fmla="*/ 234 w 1785"/>
                <a:gd name="T33" fmla="*/ 182 h 1858"/>
                <a:gd name="T34" fmla="*/ 465 w 1785"/>
                <a:gd name="T35" fmla="*/ 781 h 1858"/>
                <a:gd name="T36" fmla="*/ 536 w 1785"/>
                <a:gd name="T37" fmla="*/ 1581 h 1858"/>
                <a:gd name="T38" fmla="*/ 352 w 1785"/>
                <a:gd name="T39" fmla="*/ 1516 h 1858"/>
                <a:gd name="T40" fmla="*/ 184 w 1785"/>
                <a:gd name="T41" fmla="*/ 1188 h 1858"/>
                <a:gd name="T42" fmla="*/ 37 w 1785"/>
                <a:gd name="T43" fmla="*/ 1299 h 1858"/>
                <a:gd name="T44" fmla="*/ 191 w 1785"/>
                <a:gd name="T45" fmla="*/ 1676 h 1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85" h="1858">
                  <a:moveTo>
                    <a:pt x="191" y="1676"/>
                  </a:moveTo>
                  <a:cubicBezTo>
                    <a:pt x="343" y="1766"/>
                    <a:pt x="514" y="1835"/>
                    <a:pt x="694" y="1840"/>
                  </a:cubicBezTo>
                  <a:cubicBezTo>
                    <a:pt x="712" y="1727"/>
                    <a:pt x="726" y="1613"/>
                    <a:pt x="751" y="1501"/>
                  </a:cubicBezTo>
                  <a:cubicBezTo>
                    <a:pt x="781" y="1605"/>
                    <a:pt x="802" y="1712"/>
                    <a:pt x="782" y="1820"/>
                  </a:cubicBezTo>
                  <a:cubicBezTo>
                    <a:pt x="823" y="1812"/>
                    <a:pt x="863" y="1802"/>
                    <a:pt x="903" y="1789"/>
                  </a:cubicBezTo>
                  <a:cubicBezTo>
                    <a:pt x="847" y="1700"/>
                    <a:pt x="863" y="1594"/>
                    <a:pt x="870" y="1494"/>
                  </a:cubicBezTo>
                  <a:cubicBezTo>
                    <a:pt x="912" y="1587"/>
                    <a:pt x="942" y="1684"/>
                    <a:pt x="979" y="1779"/>
                  </a:cubicBezTo>
                  <a:cubicBezTo>
                    <a:pt x="1073" y="1727"/>
                    <a:pt x="1164" y="1671"/>
                    <a:pt x="1258" y="1619"/>
                  </a:cubicBezTo>
                  <a:cubicBezTo>
                    <a:pt x="1382" y="1659"/>
                    <a:pt x="1683" y="1858"/>
                    <a:pt x="1673" y="1608"/>
                  </a:cubicBezTo>
                  <a:cubicBezTo>
                    <a:pt x="1500" y="1466"/>
                    <a:pt x="1229" y="1304"/>
                    <a:pt x="1019" y="1486"/>
                  </a:cubicBezTo>
                  <a:cubicBezTo>
                    <a:pt x="1000" y="1403"/>
                    <a:pt x="981" y="1320"/>
                    <a:pt x="962" y="1237"/>
                  </a:cubicBezTo>
                  <a:cubicBezTo>
                    <a:pt x="1254" y="1284"/>
                    <a:pt x="1495" y="1121"/>
                    <a:pt x="1707" y="944"/>
                  </a:cubicBezTo>
                  <a:cubicBezTo>
                    <a:pt x="1785" y="866"/>
                    <a:pt x="1690" y="717"/>
                    <a:pt x="1585" y="755"/>
                  </a:cubicBezTo>
                  <a:cubicBezTo>
                    <a:pt x="1455" y="800"/>
                    <a:pt x="1349" y="897"/>
                    <a:pt x="1219" y="941"/>
                  </a:cubicBezTo>
                  <a:cubicBezTo>
                    <a:pt x="1068" y="955"/>
                    <a:pt x="915" y="943"/>
                    <a:pt x="763" y="946"/>
                  </a:cubicBezTo>
                  <a:cubicBezTo>
                    <a:pt x="784" y="612"/>
                    <a:pt x="612" y="326"/>
                    <a:pt x="425" y="67"/>
                  </a:cubicBezTo>
                  <a:cubicBezTo>
                    <a:pt x="345" y="0"/>
                    <a:pt x="212" y="81"/>
                    <a:pt x="234" y="182"/>
                  </a:cubicBezTo>
                  <a:cubicBezTo>
                    <a:pt x="295" y="388"/>
                    <a:pt x="476" y="556"/>
                    <a:pt x="465" y="781"/>
                  </a:cubicBezTo>
                  <a:cubicBezTo>
                    <a:pt x="462" y="1050"/>
                    <a:pt x="496" y="1316"/>
                    <a:pt x="536" y="1581"/>
                  </a:cubicBezTo>
                  <a:cubicBezTo>
                    <a:pt x="474" y="1561"/>
                    <a:pt x="413" y="1539"/>
                    <a:pt x="352" y="1516"/>
                  </a:cubicBezTo>
                  <a:cubicBezTo>
                    <a:pt x="295" y="1408"/>
                    <a:pt x="258" y="1287"/>
                    <a:pt x="184" y="1188"/>
                  </a:cubicBezTo>
                  <a:cubicBezTo>
                    <a:pt x="113" y="1138"/>
                    <a:pt x="0" y="1215"/>
                    <a:pt x="37" y="1299"/>
                  </a:cubicBezTo>
                  <a:cubicBezTo>
                    <a:pt x="81" y="1427"/>
                    <a:pt x="123" y="1558"/>
                    <a:pt x="191" y="16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8" name="Freeform 70"/>
            <p:cNvSpPr>
              <a:spLocks/>
            </p:cNvSpPr>
            <p:nvPr/>
          </p:nvSpPr>
          <p:spPr bwMode="auto">
            <a:xfrm flipV="1">
              <a:off x="3977" y="2069"/>
              <a:ext cx="131" cy="138"/>
            </a:xfrm>
            <a:custGeom>
              <a:avLst/>
              <a:gdLst>
                <a:gd name="T0" fmla="*/ 207 w 572"/>
                <a:gd name="T1" fmla="*/ 527 h 602"/>
                <a:gd name="T2" fmla="*/ 528 w 572"/>
                <a:gd name="T3" fmla="*/ 258 h 602"/>
                <a:gd name="T4" fmla="*/ 134 w 572"/>
                <a:gd name="T5" fmla="*/ 125 h 602"/>
                <a:gd name="T6" fmla="*/ 207 w 572"/>
                <a:gd name="T7" fmla="*/ 527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2" h="602">
                  <a:moveTo>
                    <a:pt x="207" y="527"/>
                  </a:moveTo>
                  <a:cubicBezTo>
                    <a:pt x="373" y="602"/>
                    <a:pt x="572" y="434"/>
                    <a:pt x="528" y="258"/>
                  </a:cubicBezTo>
                  <a:cubicBezTo>
                    <a:pt x="502" y="82"/>
                    <a:pt x="261" y="0"/>
                    <a:pt x="134" y="125"/>
                  </a:cubicBezTo>
                  <a:cubicBezTo>
                    <a:pt x="0" y="234"/>
                    <a:pt x="43" y="472"/>
                    <a:pt x="207" y="5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9" name="Freeform 71"/>
            <p:cNvSpPr>
              <a:spLocks/>
            </p:cNvSpPr>
            <p:nvPr/>
          </p:nvSpPr>
          <p:spPr bwMode="auto">
            <a:xfrm flipV="1">
              <a:off x="3662" y="2187"/>
              <a:ext cx="478" cy="254"/>
            </a:xfrm>
            <a:custGeom>
              <a:avLst/>
              <a:gdLst>
                <a:gd name="T0" fmla="*/ 1356 w 2079"/>
                <a:gd name="T1" fmla="*/ 991 h 1104"/>
                <a:gd name="T2" fmla="*/ 1704 w 2079"/>
                <a:gd name="T3" fmla="*/ 916 h 1104"/>
                <a:gd name="T4" fmla="*/ 2036 w 2079"/>
                <a:gd name="T5" fmla="*/ 213 h 1104"/>
                <a:gd name="T6" fmla="*/ 1854 w 2079"/>
                <a:gd name="T7" fmla="*/ 113 h 1104"/>
                <a:gd name="T8" fmla="*/ 1587 w 2079"/>
                <a:gd name="T9" fmla="*/ 579 h 1104"/>
                <a:gd name="T10" fmla="*/ 1196 w 2079"/>
                <a:gd name="T11" fmla="*/ 95 h 1104"/>
                <a:gd name="T12" fmla="*/ 625 w 2079"/>
                <a:gd name="T13" fmla="*/ 434 h 1104"/>
                <a:gd name="T14" fmla="*/ 222 w 2079"/>
                <a:gd name="T15" fmla="*/ 75 h 1104"/>
                <a:gd name="T16" fmla="*/ 102 w 2079"/>
                <a:gd name="T17" fmla="*/ 303 h 1104"/>
                <a:gd name="T18" fmla="*/ 584 w 2079"/>
                <a:gd name="T19" fmla="*/ 778 h 1104"/>
                <a:gd name="T20" fmla="*/ 1001 w 2079"/>
                <a:gd name="T21" fmla="*/ 525 h 1104"/>
                <a:gd name="T22" fmla="*/ 1356 w 2079"/>
                <a:gd name="T23" fmla="*/ 991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79" h="1104">
                  <a:moveTo>
                    <a:pt x="1356" y="991"/>
                  </a:moveTo>
                  <a:cubicBezTo>
                    <a:pt x="1461" y="1104"/>
                    <a:pt x="1646" y="1049"/>
                    <a:pt x="1704" y="916"/>
                  </a:cubicBezTo>
                  <a:cubicBezTo>
                    <a:pt x="1821" y="685"/>
                    <a:pt x="1932" y="450"/>
                    <a:pt x="2036" y="213"/>
                  </a:cubicBezTo>
                  <a:cubicBezTo>
                    <a:pt x="2079" y="109"/>
                    <a:pt x="1917" y="21"/>
                    <a:pt x="1854" y="113"/>
                  </a:cubicBezTo>
                  <a:cubicBezTo>
                    <a:pt x="1754" y="262"/>
                    <a:pt x="1679" y="426"/>
                    <a:pt x="1587" y="579"/>
                  </a:cubicBezTo>
                  <a:cubicBezTo>
                    <a:pt x="1444" y="429"/>
                    <a:pt x="1349" y="234"/>
                    <a:pt x="1196" y="95"/>
                  </a:cubicBezTo>
                  <a:cubicBezTo>
                    <a:pt x="942" y="0"/>
                    <a:pt x="805" y="313"/>
                    <a:pt x="625" y="434"/>
                  </a:cubicBezTo>
                  <a:cubicBezTo>
                    <a:pt x="489" y="317"/>
                    <a:pt x="376" y="170"/>
                    <a:pt x="222" y="75"/>
                  </a:cubicBezTo>
                  <a:cubicBezTo>
                    <a:pt x="95" y="41"/>
                    <a:pt x="0" y="218"/>
                    <a:pt x="102" y="303"/>
                  </a:cubicBezTo>
                  <a:cubicBezTo>
                    <a:pt x="264" y="459"/>
                    <a:pt x="403" y="644"/>
                    <a:pt x="584" y="778"/>
                  </a:cubicBezTo>
                  <a:cubicBezTo>
                    <a:pt x="756" y="791"/>
                    <a:pt x="863" y="605"/>
                    <a:pt x="1001" y="525"/>
                  </a:cubicBezTo>
                  <a:cubicBezTo>
                    <a:pt x="1123" y="678"/>
                    <a:pt x="1225" y="846"/>
                    <a:pt x="1356" y="9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1" name="Group 74"/>
          <p:cNvGrpSpPr>
            <a:grpSpLocks noChangeAspect="1"/>
          </p:cNvGrpSpPr>
          <p:nvPr/>
        </p:nvGrpSpPr>
        <p:grpSpPr bwMode="auto">
          <a:xfrm>
            <a:off x="6009053" y="935600"/>
            <a:ext cx="1465263" cy="985838"/>
            <a:chOff x="4089" y="478"/>
            <a:chExt cx="923" cy="621"/>
          </a:xfrm>
          <a:solidFill>
            <a:srgbClr val="595959"/>
          </a:solidFill>
        </p:grpSpPr>
        <p:sp>
          <p:nvSpPr>
            <p:cNvPr id="133" name="Freeform 75"/>
            <p:cNvSpPr>
              <a:spLocks/>
            </p:cNvSpPr>
            <p:nvPr/>
          </p:nvSpPr>
          <p:spPr bwMode="auto">
            <a:xfrm flipV="1">
              <a:off x="4294" y="493"/>
              <a:ext cx="127" cy="129"/>
            </a:xfrm>
            <a:custGeom>
              <a:avLst/>
              <a:gdLst>
                <a:gd name="T0" fmla="*/ 221 w 555"/>
                <a:gd name="T1" fmla="*/ 507 h 562"/>
                <a:gd name="T2" fmla="*/ 508 w 555"/>
                <a:gd name="T3" fmla="*/ 234 h 562"/>
                <a:gd name="T4" fmla="*/ 132 w 555"/>
                <a:gd name="T5" fmla="*/ 118 h 562"/>
                <a:gd name="T6" fmla="*/ 221 w 555"/>
                <a:gd name="T7" fmla="*/ 50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5" h="562">
                  <a:moveTo>
                    <a:pt x="221" y="507"/>
                  </a:moveTo>
                  <a:cubicBezTo>
                    <a:pt x="380" y="562"/>
                    <a:pt x="555" y="396"/>
                    <a:pt x="508" y="234"/>
                  </a:cubicBezTo>
                  <a:cubicBezTo>
                    <a:pt x="478" y="69"/>
                    <a:pt x="251" y="0"/>
                    <a:pt x="132" y="118"/>
                  </a:cubicBezTo>
                  <a:cubicBezTo>
                    <a:pt x="0" y="227"/>
                    <a:pt x="55" y="464"/>
                    <a:pt x="221" y="50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4" name="Freeform 76"/>
            <p:cNvSpPr>
              <a:spLocks/>
            </p:cNvSpPr>
            <p:nvPr/>
          </p:nvSpPr>
          <p:spPr bwMode="auto">
            <a:xfrm flipV="1">
              <a:off x="4674" y="478"/>
              <a:ext cx="238" cy="157"/>
            </a:xfrm>
            <a:custGeom>
              <a:avLst/>
              <a:gdLst>
                <a:gd name="T0" fmla="*/ 126 w 1040"/>
                <a:gd name="T1" fmla="*/ 244 h 684"/>
                <a:gd name="T2" fmla="*/ 518 w 1040"/>
                <a:gd name="T3" fmla="*/ 504 h 684"/>
                <a:gd name="T4" fmla="*/ 1040 w 1040"/>
                <a:gd name="T5" fmla="*/ 302 h 684"/>
                <a:gd name="T6" fmla="*/ 570 w 1040"/>
                <a:gd name="T7" fmla="*/ 407 h 684"/>
                <a:gd name="T8" fmla="*/ 126 w 1040"/>
                <a:gd name="T9" fmla="*/ 244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0" h="684">
                  <a:moveTo>
                    <a:pt x="126" y="244"/>
                  </a:moveTo>
                  <a:cubicBezTo>
                    <a:pt x="0" y="483"/>
                    <a:pt x="338" y="684"/>
                    <a:pt x="518" y="504"/>
                  </a:cubicBezTo>
                  <a:cubicBezTo>
                    <a:pt x="727" y="532"/>
                    <a:pt x="832" y="291"/>
                    <a:pt x="1040" y="302"/>
                  </a:cubicBezTo>
                  <a:cubicBezTo>
                    <a:pt x="876" y="189"/>
                    <a:pt x="702" y="301"/>
                    <a:pt x="570" y="407"/>
                  </a:cubicBezTo>
                  <a:cubicBezTo>
                    <a:pt x="616" y="150"/>
                    <a:pt x="243" y="0"/>
                    <a:pt x="126" y="2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5" name="Freeform 77"/>
            <p:cNvSpPr>
              <a:spLocks/>
            </p:cNvSpPr>
            <p:nvPr/>
          </p:nvSpPr>
          <p:spPr bwMode="auto">
            <a:xfrm flipV="1">
              <a:off x="4089" y="620"/>
              <a:ext cx="455" cy="479"/>
            </a:xfrm>
            <a:custGeom>
              <a:avLst/>
              <a:gdLst>
                <a:gd name="T0" fmla="*/ 826 w 1990"/>
                <a:gd name="T1" fmla="*/ 1919 h 2084"/>
                <a:gd name="T2" fmla="*/ 1068 w 1990"/>
                <a:gd name="T3" fmla="*/ 2063 h 2084"/>
                <a:gd name="T4" fmla="*/ 1843 w 1990"/>
                <a:gd name="T5" fmla="*/ 2061 h 2084"/>
                <a:gd name="T6" fmla="*/ 1879 w 1990"/>
                <a:gd name="T7" fmla="*/ 1882 h 2084"/>
                <a:gd name="T8" fmla="*/ 1193 w 1990"/>
                <a:gd name="T9" fmla="*/ 1841 h 2084"/>
                <a:gd name="T10" fmla="*/ 1907 w 1990"/>
                <a:gd name="T11" fmla="*/ 1662 h 2084"/>
                <a:gd name="T12" fmla="*/ 1882 w 1990"/>
                <a:gd name="T13" fmla="*/ 1488 h 2084"/>
                <a:gd name="T14" fmla="*/ 1150 w 1990"/>
                <a:gd name="T15" fmla="*/ 1608 h 2084"/>
                <a:gd name="T16" fmla="*/ 1052 w 1990"/>
                <a:gd name="T17" fmla="*/ 1287 h 2084"/>
                <a:gd name="T18" fmla="*/ 1286 w 1990"/>
                <a:gd name="T19" fmla="*/ 788 h 2084"/>
                <a:gd name="T20" fmla="*/ 1039 w 1990"/>
                <a:gd name="T21" fmla="*/ 112 h 2084"/>
                <a:gd name="T22" fmla="*/ 822 w 1990"/>
                <a:gd name="T23" fmla="*/ 157 h 2084"/>
                <a:gd name="T24" fmla="*/ 1011 w 1990"/>
                <a:gd name="T25" fmla="*/ 747 h 2084"/>
                <a:gd name="T26" fmla="*/ 872 w 1990"/>
                <a:gd name="T27" fmla="*/ 1003 h 2084"/>
                <a:gd name="T28" fmla="*/ 683 w 1990"/>
                <a:gd name="T29" fmla="*/ 609 h 2084"/>
                <a:gd name="T30" fmla="*/ 177 w 1990"/>
                <a:gd name="T31" fmla="*/ 528 h 2084"/>
                <a:gd name="T32" fmla="*/ 101 w 1990"/>
                <a:gd name="T33" fmla="*/ 737 h 2084"/>
                <a:gd name="T34" fmla="*/ 570 w 1990"/>
                <a:gd name="T35" fmla="*/ 849 h 2084"/>
                <a:gd name="T36" fmla="*/ 826 w 1990"/>
                <a:gd name="T37" fmla="*/ 1919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90" h="2084">
                  <a:moveTo>
                    <a:pt x="826" y="1919"/>
                  </a:moveTo>
                  <a:cubicBezTo>
                    <a:pt x="863" y="2017"/>
                    <a:pt x="971" y="2058"/>
                    <a:pt x="1068" y="2063"/>
                  </a:cubicBezTo>
                  <a:cubicBezTo>
                    <a:pt x="1326" y="2082"/>
                    <a:pt x="1586" y="2084"/>
                    <a:pt x="1843" y="2061"/>
                  </a:cubicBezTo>
                  <a:cubicBezTo>
                    <a:pt x="1940" y="2062"/>
                    <a:pt x="1960" y="1923"/>
                    <a:pt x="1879" y="1882"/>
                  </a:cubicBezTo>
                  <a:cubicBezTo>
                    <a:pt x="1651" y="1863"/>
                    <a:pt x="1419" y="1884"/>
                    <a:pt x="1193" y="1841"/>
                  </a:cubicBezTo>
                  <a:cubicBezTo>
                    <a:pt x="1414" y="1726"/>
                    <a:pt x="1667" y="1709"/>
                    <a:pt x="1907" y="1662"/>
                  </a:cubicBezTo>
                  <a:cubicBezTo>
                    <a:pt x="1990" y="1633"/>
                    <a:pt x="1969" y="1487"/>
                    <a:pt x="1882" y="1488"/>
                  </a:cubicBezTo>
                  <a:cubicBezTo>
                    <a:pt x="1634" y="1489"/>
                    <a:pt x="1387" y="1536"/>
                    <a:pt x="1150" y="1608"/>
                  </a:cubicBezTo>
                  <a:cubicBezTo>
                    <a:pt x="1118" y="1501"/>
                    <a:pt x="1086" y="1394"/>
                    <a:pt x="1052" y="1287"/>
                  </a:cubicBezTo>
                  <a:cubicBezTo>
                    <a:pt x="1128" y="1120"/>
                    <a:pt x="1223" y="961"/>
                    <a:pt x="1286" y="788"/>
                  </a:cubicBezTo>
                  <a:cubicBezTo>
                    <a:pt x="1237" y="554"/>
                    <a:pt x="1123" y="336"/>
                    <a:pt x="1039" y="112"/>
                  </a:cubicBezTo>
                  <a:cubicBezTo>
                    <a:pt x="1003" y="0"/>
                    <a:pt x="809" y="37"/>
                    <a:pt x="822" y="157"/>
                  </a:cubicBezTo>
                  <a:cubicBezTo>
                    <a:pt x="864" y="359"/>
                    <a:pt x="953" y="549"/>
                    <a:pt x="1011" y="747"/>
                  </a:cubicBezTo>
                  <a:cubicBezTo>
                    <a:pt x="964" y="832"/>
                    <a:pt x="919" y="918"/>
                    <a:pt x="872" y="1003"/>
                  </a:cubicBezTo>
                  <a:cubicBezTo>
                    <a:pt x="821" y="874"/>
                    <a:pt x="867" y="634"/>
                    <a:pt x="683" y="609"/>
                  </a:cubicBezTo>
                  <a:cubicBezTo>
                    <a:pt x="514" y="582"/>
                    <a:pt x="347" y="548"/>
                    <a:pt x="177" y="528"/>
                  </a:cubicBezTo>
                  <a:cubicBezTo>
                    <a:pt x="64" y="507"/>
                    <a:pt x="0" y="681"/>
                    <a:pt x="101" y="737"/>
                  </a:cubicBezTo>
                  <a:cubicBezTo>
                    <a:pt x="252" y="794"/>
                    <a:pt x="414" y="811"/>
                    <a:pt x="570" y="849"/>
                  </a:cubicBezTo>
                  <a:cubicBezTo>
                    <a:pt x="619" y="1213"/>
                    <a:pt x="697" y="1574"/>
                    <a:pt x="826" y="19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6" name="Freeform 78"/>
            <p:cNvSpPr>
              <a:spLocks/>
            </p:cNvSpPr>
            <p:nvPr/>
          </p:nvSpPr>
          <p:spPr bwMode="auto">
            <a:xfrm flipV="1">
              <a:off x="4562" y="619"/>
              <a:ext cx="450" cy="473"/>
            </a:xfrm>
            <a:custGeom>
              <a:avLst/>
              <a:gdLst>
                <a:gd name="T0" fmla="*/ 132 w 1966"/>
                <a:gd name="T1" fmla="*/ 1862 h 2056"/>
                <a:gd name="T2" fmla="*/ 165 w 1966"/>
                <a:gd name="T3" fmla="*/ 2039 h 2056"/>
                <a:gd name="T4" fmla="*/ 1003 w 1966"/>
                <a:gd name="T5" fmla="*/ 2016 h 2056"/>
                <a:gd name="T6" fmla="*/ 1189 w 1966"/>
                <a:gd name="T7" fmla="*/ 1856 h 2056"/>
                <a:gd name="T8" fmla="*/ 1533 w 1966"/>
                <a:gd name="T9" fmla="*/ 844 h 2056"/>
                <a:gd name="T10" fmla="*/ 1377 w 1966"/>
                <a:gd name="T11" fmla="*/ 826 h 2056"/>
                <a:gd name="T12" fmla="*/ 1894 w 1966"/>
                <a:gd name="T13" fmla="*/ 690 h 2056"/>
                <a:gd name="T14" fmla="*/ 1824 w 1966"/>
                <a:gd name="T15" fmla="*/ 516 h 2056"/>
                <a:gd name="T16" fmla="*/ 1306 w 1966"/>
                <a:gd name="T17" fmla="*/ 602 h 2056"/>
                <a:gd name="T18" fmla="*/ 1180 w 1966"/>
                <a:gd name="T19" fmla="*/ 838 h 2056"/>
                <a:gd name="T20" fmla="*/ 929 w 1966"/>
                <a:gd name="T21" fmla="*/ 840 h 2056"/>
                <a:gd name="T22" fmla="*/ 737 w 1966"/>
                <a:gd name="T23" fmla="*/ 79 h 2056"/>
                <a:gd name="T24" fmla="*/ 563 w 1966"/>
                <a:gd name="T25" fmla="*/ 131 h 2056"/>
                <a:gd name="T26" fmla="*/ 663 w 1966"/>
                <a:gd name="T27" fmla="*/ 822 h 2056"/>
                <a:gd name="T28" fmla="*/ 945 w 1966"/>
                <a:gd name="T29" fmla="*/ 1264 h 2056"/>
                <a:gd name="T30" fmla="*/ 846 w 1966"/>
                <a:gd name="T31" fmla="*/ 1587 h 2056"/>
                <a:gd name="T32" fmla="*/ 108 w 1966"/>
                <a:gd name="T33" fmla="*/ 1519 h 2056"/>
                <a:gd name="T34" fmla="*/ 81 w 1966"/>
                <a:gd name="T35" fmla="*/ 1690 h 2056"/>
                <a:gd name="T36" fmla="*/ 803 w 1966"/>
                <a:gd name="T37" fmla="*/ 1813 h 2056"/>
                <a:gd name="T38" fmla="*/ 132 w 1966"/>
                <a:gd name="T39" fmla="*/ 1862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6" h="2056">
                  <a:moveTo>
                    <a:pt x="132" y="1862"/>
                  </a:moveTo>
                  <a:cubicBezTo>
                    <a:pt x="34" y="1887"/>
                    <a:pt x="61" y="2051"/>
                    <a:pt x="165" y="2039"/>
                  </a:cubicBezTo>
                  <a:cubicBezTo>
                    <a:pt x="444" y="2053"/>
                    <a:pt x="726" y="2056"/>
                    <a:pt x="1003" y="2016"/>
                  </a:cubicBezTo>
                  <a:cubicBezTo>
                    <a:pt x="1094" y="2009"/>
                    <a:pt x="1164" y="1941"/>
                    <a:pt x="1189" y="1856"/>
                  </a:cubicBezTo>
                  <a:cubicBezTo>
                    <a:pt x="1305" y="1519"/>
                    <a:pt x="1415" y="1180"/>
                    <a:pt x="1533" y="844"/>
                  </a:cubicBezTo>
                  <a:cubicBezTo>
                    <a:pt x="1481" y="838"/>
                    <a:pt x="1429" y="832"/>
                    <a:pt x="1377" y="826"/>
                  </a:cubicBezTo>
                  <a:cubicBezTo>
                    <a:pt x="1542" y="755"/>
                    <a:pt x="1726" y="750"/>
                    <a:pt x="1894" y="690"/>
                  </a:cubicBezTo>
                  <a:cubicBezTo>
                    <a:pt x="1966" y="635"/>
                    <a:pt x="1918" y="497"/>
                    <a:pt x="1824" y="516"/>
                  </a:cubicBezTo>
                  <a:cubicBezTo>
                    <a:pt x="1651" y="540"/>
                    <a:pt x="1478" y="570"/>
                    <a:pt x="1306" y="602"/>
                  </a:cubicBezTo>
                  <a:cubicBezTo>
                    <a:pt x="1189" y="613"/>
                    <a:pt x="1207" y="756"/>
                    <a:pt x="1180" y="838"/>
                  </a:cubicBezTo>
                  <a:cubicBezTo>
                    <a:pt x="1096" y="838"/>
                    <a:pt x="1012" y="839"/>
                    <a:pt x="929" y="840"/>
                  </a:cubicBezTo>
                  <a:cubicBezTo>
                    <a:pt x="787" y="613"/>
                    <a:pt x="825" y="326"/>
                    <a:pt x="737" y="79"/>
                  </a:cubicBezTo>
                  <a:cubicBezTo>
                    <a:pt x="694" y="0"/>
                    <a:pt x="549" y="38"/>
                    <a:pt x="563" y="131"/>
                  </a:cubicBezTo>
                  <a:cubicBezTo>
                    <a:pt x="586" y="362"/>
                    <a:pt x="618" y="594"/>
                    <a:pt x="663" y="822"/>
                  </a:cubicBezTo>
                  <a:cubicBezTo>
                    <a:pt x="741" y="979"/>
                    <a:pt x="853" y="1116"/>
                    <a:pt x="945" y="1264"/>
                  </a:cubicBezTo>
                  <a:cubicBezTo>
                    <a:pt x="913" y="1372"/>
                    <a:pt x="880" y="1480"/>
                    <a:pt x="846" y="1587"/>
                  </a:cubicBezTo>
                  <a:cubicBezTo>
                    <a:pt x="605" y="1529"/>
                    <a:pt x="355" y="1505"/>
                    <a:pt x="108" y="1519"/>
                  </a:cubicBezTo>
                  <a:cubicBezTo>
                    <a:pt x="19" y="1521"/>
                    <a:pt x="0" y="1660"/>
                    <a:pt x="81" y="1690"/>
                  </a:cubicBezTo>
                  <a:cubicBezTo>
                    <a:pt x="322" y="1724"/>
                    <a:pt x="577" y="1708"/>
                    <a:pt x="803" y="1813"/>
                  </a:cubicBezTo>
                  <a:cubicBezTo>
                    <a:pt x="582" y="1859"/>
                    <a:pt x="355" y="1842"/>
                    <a:pt x="132" y="18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7" name="Freeform 79"/>
            <p:cNvSpPr>
              <a:spLocks/>
            </p:cNvSpPr>
            <p:nvPr/>
          </p:nvSpPr>
          <p:spPr bwMode="auto">
            <a:xfrm flipV="1">
              <a:off x="4132" y="636"/>
              <a:ext cx="135" cy="42"/>
            </a:xfrm>
            <a:custGeom>
              <a:avLst/>
              <a:gdLst>
                <a:gd name="T0" fmla="*/ 0 w 592"/>
                <a:gd name="T1" fmla="*/ 139 h 182"/>
                <a:gd name="T2" fmla="*/ 592 w 592"/>
                <a:gd name="T3" fmla="*/ 182 h 182"/>
                <a:gd name="T4" fmla="*/ 0 w 592"/>
                <a:gd name="T5" fmla="*/ 13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2" h="182">
                  <a:moveTo>
                    <a:pt x="0" y="139"/>
                  </a:moveTo>
                  <a:cubicBezTo>
                    <a:pt x="197" y="157"/>
                    <a:pt x="395" y="174"/>
                    <a:pt x="592" y="182"/>
                  </a:cubicBezTo>
                  <a:cubicBezTo>
                    <a:pt x="485" y="0"/>
                    <a:pt x="187" y="159"/>
                    <a:pt x="0" y="1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8" name="Freeform 80"/>
            <p:cNvSpPr>
              <a:spLocks/>
            </p:cNvSpPr>
            <p:nvPr/>
          </p:nvSpPr>
          <p:spPr bwMode="auto">
            <a:xfrm flipV="1">
              <a:off x="4849" y="636"/>
              <a:ext cx="131" cy="21"/>
            </a:xfrm>
            <a:custGeom>
              <a:avLst/>
              <a:gdLst>
                <a:gd name="T0" fmla="*/ 0 w 576"/>
                <a:gd name="T1" fmla="*/ 90 h 90"/>
                <a:gd name="T2" fmla="*/ 576 w 576"/>
                <a:gd name="T3" fmla="*/ 43 h 90"/>
                <a:gd name="T4" fmla="*/ 24 w 576"/>
                <a:gd name="T5" fmla="*/ 0 h 90"/>
                <a:gd name="T6" fmla="*/ 0 w 576"/>
                <a:gd name="T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6" h="90">
                  <a:moveTo>
                    <a:pt x="0" y="90"/>
                  </a:moveTo>
                  <a:cubicBezTo>
                    <a:pt x="192" y="75"/>
                    <a:pt x="385" y="67"/>
                    <a:pt x="576" y="43"/>
                  </a:cubicBezTo>
                  <a:cubicBezTo>
                    <a:pt x="393" y="22"/>
                    <a:pt x="208" y="12"/>
                    <a:pt x="24" y="0"/>
                  </a:cubicBezTo>
                  <a:cubicBezTo>
                    <a:pt x="18" y="22"/>
                    <a:pt x="6" y="68"/>
                    <a:pt x="0" y="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9" name="Freeform 81"/>
            <p:cNvSpPr>
              <a:spLocks/>
            </p:cNvSpPr>
            <p:nvPr/>
          </p:nvSpPr>
          <p:spPr bwMode="auto">
            <a:xfrm flipV="1">
              <a:off x="4121" y="684"/>
              <a:ext cx="131" cy="41"/>
            </a:xfrm>
            <a:custGeom>
              <a:avLst/>
              <a:gdLst>
                <a:gd name="T0" fmla="*/ 0 w 576"/>
                <a:gd name="T1" fmla="*/ 137 h 176"/>
                <a:gd name="T2" fmla="*/ 576 w 576"/>
                <a:gd name="T3" fmla="*/ 176 h 176"/>
                <a:gd name="T4" fmla="*/ 0 w 576"/>
                <a:gd name="T5" fmla="*/ 13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6" h="176">
                  <a:moveTo>
                    <a:pt x="0" y="137"/>
                  </a:moveTo>
                  <a:cubicBezTo>
                    <a:pt x="191" y="154"/>
                    <a:pt x="383" y="169"/>
                    <a:pt x="576" y="176"/>
                  </a:cubicBezTo>
                  <a:cubicBezTo>
                    <a:pt x="467" y="0"/>
                    <a:pt x="183" y="154"/>
                    <a:pt x="0" y="13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0" name="Freeform 82"/>
            <p:cNvSpPr>
              <a:spLocks/>
            </p:cNvSpPr>
            <p:nvPr/>
          </p:nvSpPr>
          <p:spPr bwMode="auto">
            <a:xfrm flipV="1">
              <a:off x="4863" y="683"/>
              <a:ext cx="128" cy="21"/>
            </a:xfrm>
            <a:custGeom>
              <a:avLst/>
              <a:gdLst>
                <a:gd name="T0" fmla="*/ 0 w 560"/>
                <a:gd name="T1" fmla="*/ 91 h 91"/>
                <a:gd name="T2" fmla="*/ 560 w 560"/>
                <a:gd name="T3" fmla="*/ 48 h 91"/>
                <a:gd name="T4" fmla="*/ 27 w 560"/>
                <a:gd name="T5" fmla="*/ 0 h 91"/>
                <a:gd name="T6" fmla="*/ 0 w 560"/>
                <a:gd name="T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0" h="91">
                  <a:moveTo>
                    <a:pt x="0" y="91"/>
                  </a:moveTo>
                  <a:cubicBezTo>
                    <a:pt x="186" y="76"/>
                    <a:pt x="373" y="66"/>
                    <a:pt x="560" y="48"/>
                  </a:cubicBezTo>
                  <a:cubicBezTo>
                    <a:pt x="383" y="22"/>
                    <a:pt x="205" y="14"/>
                    <a:pt x="27" y="0"/>
                  </a:cubicBezTo>
                  <a:cubicBezTo>
                    <a:pt x="20" y="23"/>
                    <a:pt x="7" y="68"/>
                    <a:pt x="0" y="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1" name="Freeform 83"/>
            <p:cNvSpPr>
              <a:spLocks/>
            </p:cNvSpPr>
            <p:nvPr/>
          </p:nvSpPr>
          <p:spPr bwMode="auto">
            <a:xfrm flipV="1">
              <a:off x="4107" y="731"/>
              <a:ext cx="128" cy="21"/>
            </a:xfrm>
            <a:custGeom>
              <a:avLst/>
              <a:gdLst>
                <a:gd name="T0" fmla="*/ 0 w 562"/>
                <a:gd name="T1" fmla="*/ 41 h 92"/>
                <a:gd name="T2" fmla="*/ 562 w 562"/>
                <a:gd name="T3" fmla="*/ 92 h 92"/>
                <a:gd name="T4" fmla="*/ 529 w 562"/>
                <a:gd name="T5" fmla="*/ 0 h 92"/>
                <a:gd name="T6" fmla="*/ 0 w 562"/>
                <a:gd name="T7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2" h="92">
                  <a:moveTo>
                    <a:pt x="0" y="41"/>
                  </a:moveTo>
                  <a:cubicBezTo>
                    <a:pt x="186" y="66"/>
                    <a:pt x="374" y="78"/>
                    <a:pt x="562" y="92"/>
                  </a:cubicBezTo>
                  <a:cubicBezTo>
                    <a:pt x="551" y="61"/>
                    <a:pt x="540" y="31"/>
                    <a:pt x="529" y="0"/>
                  </a:cubicBezTo>
                  <a:cubicBezTo>
                    <a:pt x="353" y="17"/>
                    <a:pt x="176" y="26"/>
                    <a:pt x="0" y="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2" name="Freeform 84"/>
            <p:cNvSpPr>
              <a:spLocks/>
            </p:cNvSpPr>
            <p:nvPr/>
          </p:nvSpPr>
          <p:spPr bwMode="auto">
            <a:xfrm flipV="1">
              <a:off x="4878" y="731"/>
              <a:ext cx="127" cy="21"/>
            </a:xfrm>
            <a:custGeom>
              <a:avLst/>
              <a:gdLst>
                <a:gd name="T0" fmla="*/ 0 w 553"/>
                <a:gd name="T1" fmla="*/ 93 h 93"/>
                <a:gd name="T2" fmla="*/ 553 w 553"/>
                <a:gd name="T3" fmla="*/ 40 h 93"/>
                <a:gd name="T4" fmla="*/ 28 w 553"/>
                <a:gd name="T5" fmla="*/ 0 h 93"/>
                <a:gd name="T6" fmla="*/ 0 w 553"/>
                <a:gd name="T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3" h="93">
                  <a:moveTo>
                    <a:pt x="0" y="93"/>
                  </a:moveTo>
                  <a:cubicBezTo>
                    <a:pt x="185" y="77"/>
                    <a:pt x="370" y="68"/>
                    <a:pt x="553" y="40"/>
                  </a:cubicBezTo>
                  <a:cubicBezTo>
                    <a:pt x="378" y="25"/>
                    <a:pt x="203" y="16"/>
                    <a:pt x="28" y="0"/>
                  </a:cubicBezTo>
                  <a:cubicBezTo>
                    <a:pt x="21" y="23"/>
                    <a:pt x="7" y="70"/>
                    <a:pt x="0" y="9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4" name="Group 87"/>
          <p:cNvGrpSpPr>
            <a:grpSpLocks noChangeAspect="1"/>
          </p:cNvGrpSpPr>
          <p:nvPr/>
        </p:nvGrpSpPr>
        <p:grpSpPr bwMode="auto">
          <a:xfrm>
            <a:off x="5583271" y="2307958"/>
            <a:ext cx="1677903" cy="1763468"/>
            <a:chOff x="4061" y="1571"/>
            <a:chExt cx="804" cy="845"/>
          </a:xfrm>
          <a:solidFill>
            <a:srgbClr val="595959"/>
          </a:solidFill>
        </p:grpSpPr>
        <p:sp>
          <p:nvSpPr>
            <p:cNvPr id="146" name="Freeform 88"/>
            <p:cNvSpPr>
              <a:spLocks/>
            </p:cNvSpPr>
            <p:nvPr/>
          </p:nvSpPr>
          <p:spPr bwMode="auto">
            <a:xfrm flipV="1">
              <a:off x="4061" y="1571"/>
              <a:ext cx="212" cy="172"/>
            </a:xfrm>
            <a:custGeom>
              <a:avLst/>
              <a:gdLst>
                <a:gd name="T0" fmla="*/ 462 w 927"/>
                <a:gd name="T1" fmla="*/ 638 h 754"/>
                <a:gd name="T2" fmla="*/ 901 w 927"/>
                <a:gd name="T3" fmla="*/ 361 h 754"/>
                <a:gd name="T4" fmla="*/ 429 w 927"/>
                <a:gd name="T5" fmla="*/ 133 h 754"/>
                <a:gd name="T6" fmla="*/ 229 w 927"/>
                <a:gd name="T7" fmla="*/ 377 h 754"/>
                <a:gd name="T8" fmla="*/ 220 w 927"/>
                <a:gd name="T9" fmla="*/ 287 h 754"/>
                <a:gd name="T10" fmla="*/ 282 w 927"/>
                <a:gd name="T11" fmla="*/ 253 h 754"/>
                <a:gd name="T12" fmla="*/ 462 w 927"/>
                <a:gd name="T13" fmla="*/ 638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7" h="754">
                  <a:moveTo>
                    <a:pt x="462" y="638"/>
                  </a:moveTo>
                  <a:cubicBezTo>
                    <a:pt x="654" y="754"/>
                    <a:pt x="927" y="587"/>
                    <a:pt x="901" y="361"/>
                  </a:cubicBezTo>
                  <a:cubicBezTo>
                    <a:pt x="896" y="131"/>
                    <a:pt x="613" y="9"/>
                    <a:pt x="429" y="133"/>
                  </a:cubicBezTo>
                  <a:cubicBezTo>
                    <a:pt x="248" y="0"/>
                    <a:pt x="0" y="253"/>
                    <a:pt x="229" y="377"/>
                  </a:cubicBezTo>
                  <a:cubicBezTo>
                    <a:pt x="227" y="354"/>
                    <a:pt x="223" y="310"/>
                    <a:pt x="220" y="287"/>
                  </a:cubicBezTo>
                  <a:cubicBezTo>
                    <a:pt x="236" y="279"/>
                    <a:pt x="267" y="262"/>
                    <a:pt x="282" y="253"/>
                  </a:cubicBezTo>
                  <a:cubicBezTo>
                    <a:pt x="316" y="391"/>
                    <a:pt x="315" y="566"/>
                    <a:pt x="462" y="63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7" name="Freeform 89"/>
            <p:cNvSpPr>
              <a:spLocks/>
            </p:cNvSpPr>
            <p:nvPr/>
          </p:nvSpPr>
          <p:spPr bwMode="auto">
            <a:xfrm flipV="1">
              <a:off x="4296" y="1685"/>
              <a:ext cx="141" cy="111"/>
            </a:xfrm>
            <a:custGeom>
              <a:avLst/>
              <a:gdLst>
                <a:gd name="T0" fmla="*/ 220 w 617"/>
                <a:gd name="T1" fmla="*/ 422 h 483"/>
                <a:gd name="T2" fmla="*/ 578 w 617"/>
                <a:gd name="T3" fmla="*/ 362 h 483"/>
                <a:gd name="T4" fmla="*/ 345 w 617"/>
                <a:gd name="T5" fmla="*/ 0 h 483"/>
                <a:gd name="T6" fmla="*/ 220 w 617"/>
                <a:gd name="T7" fmla="*/ 42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7" h="483">
                  <a:moveTo>
                    <a:pt x="220" y="422"/>
                  </a:moveTo>
                  <a:cubicBezTo>
                    <a:pt x="339" y="364"/>
                    <a:pt x="490" y="483"/>
                    <a:pt x="578" y="362"/>
                  </a:cubicBezTo>
                  <a:cubicBezTo>
                    <a:pt x="617" y="204"/>
                    <a:pt x="490" y="44"/>
                    <a:pt x="345" y="0"/>
                  </a:cubicBezTo>
                  <a:cubicBezTo>
                    <a:pt x="203" y="68"/>
                    <a:pt x="0" y="323"/>
                    <a:pt x="220" y="422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8" name="Freeform 90"/>
            <p:cNvSpPr>
              <a:spLocks/>
            </p:cNvSpPr>
            <p:nvPr/>
          </p:nvSpPr>
          <p:spPr bwMode="auto">
            <a:xfrm flipV="1">
              <a:off x="4100" y="1714"/>
              <a:ext cx="193" cy="698"/>
            </a:xfrm>
            <a:custGeom>
              <a:avLst/>
              <a:gdLst>
                <a:gd name="T0" fmla="*/ 222 w 846"/>
                <a:gd name="T1" fmla="*/ 2841 h 3046"/>
                <a:gd name="T2" fmla="*/ 729 w 846"/>
                <a:gd name="T3" fmla="*/ 2802 h 3046"/>
                <a:gd name="T4" fmla="*/ 658 w 846"/>
                <a:gd name="T5" fmla="*/ 2456 h 3046"/>
                <a:gd name="T6" fmla="*/ 752 w 846"/>
                <a:gd name="T7" fmla="*/ 1583 h 3046"/>
                <a:gd name="T8" fmla="*/ 593 w 846"/>
                <a:gd name="T9" fmla="*/ 1611 h 3046"/>
                <a:gd name="T10" fmla="*/ 528 w 846"/>
                <a:gd name="T11" fmla="*/ 1072 h 3046"/>
                <a:gd name="T12" fmla="*/ 566 w 846"/>
                <a:gd name="T13" fmla="*/ 1080 h 3046"/>
                <a:gd name="T14" fmla="*/ 557 w 846"/>
                <a:gd name="T15" fmla="*/ 137 h 3046"/>
                <a:gd name="T16" fmla="*/ 295 w 846"/>
                <a:gd name="T17" fmla="*/ 139 h 3046"/>
                <a:gd name="T18" fmla="*/ 289 w 846"/>
                <a:gd name="T19" fmla="*/ 1405 h 3046"/>
                <a:gd name="T20" fmla="*/ 162 w 846"/>
                <a:gd name="T21" fmla="*/ 1617 h 3046"/>
                <a:gd name="T22" fmla="*/ 0 w 846"/>
                <a:gd name="T23" fmla="*/ 1608 h 3046"/>
                <a:gd name="T24" fmla="*/ 222 w 846"/>
                <a:gd name="T25" fmla="*/ 2841 h 3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6" h="3046">
                  <a:moveTo>
                    <a:pt x="222" y="2841"/>
                  </a:moveTo>
                  <a:cubicBezTo>
                    <a:pt x="334" y="3046"/>
                    <a:pt x="594" y="2907"/>
                    <a:pt x="729" y="2802"/>
                  </a:cubicBezTo>
                  <a:cubicBezTo>
                    <a:pt x="846" y="2697"/>
                    <a:pt x="779" y="2524"/>
                    <a:pt x="658" y="2456"/>
                  </a:cubicBezTo>
                  <a:cubicBezTo>
                    <a:pt x="681" y="2164"/>
                    <a:pt x="746" y="1876"/>
                    <a:pt x="752" y="1583"/>
                  </a:cubicBezTo>
                  <a:cubicBezTo>
                    <a:pt x="699" y="1592"/>
                    <a:pt x="646" y="1602"/>
                    <a:pt x="593" y="1611"/>
                  </a:cubicBezTo>
                  <a:cubicBezTo>
                    <a:pt x="518" y="1439"/>
                    <a:pt x="610" y="1240"/>
                    <a:pt x="528" y="1072"/>
                  </a:cubicBezTo>
                  <a:cubicBezTo>
                    <a:pt x="538" y="1074"/>
                    <a:pt x="556" y="1078"/>
                    <a:pt x="566" y="1080"/>
                  </a:cubicBezTo>
                  <a:cubicBezTo>
                    <a:pt x="553" y="766"/>
                    <a:pt x="572" y="451"/>
                    <a:pt x="557" y="137"/>
                  </a:cubicBezTo>
                  <a:cubicBezTo>
                    <a:pt x="538" y="0"/>
                    <a:pt x="311" y="3"/>
                    <a:pt x="295" y="139"/>
                  </a:cubicBezTo>
                  <a:cubicBezTo>
                    <a:pt x="282" y="561"/>
                    <a:pt x="295" y="983"/>
                    <a:pt x="289" y="1405"/>
                  </a:cubicBezTo>
                  <a:cubicBezTo>
                    <a:pt x="233" y="1466"/>
                    <a:pt x="188" y="1537"/>
                    <a:pt x="162" y="1617"/>
                  </a:cubicBezTo>
                  <a:cubicBezTo>
                    <a:pt x="108" y="1613"/>
                    <a:pt x="54" y="1610"/>
                    <a:pt x="0" y="1608"/>
                  </a:cubicBezTo>
                  <a:cubicBezTo>
                    <a:pt x="67" y="2019"/>
                    <a:pt x="127" y="2435"/>
                    <a:pt x="222" y="28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9" name="Freeform 91"/>
            <p:cNvSpPr>
              <a:spLocks/>
            </p:cNvSpPr>
            <p:nvPr/>
          </p:nvSpPr>
          <p:spPr bwMode="auto">
            <a:xfrm flipV="1">
              <a:off x="4465" y="1745"/>
              <a:ext cx="167" cy="168"/>
            </a:xfrm>
            <a:custGeom>
              <a:avLst/>
              <a:gdLst>
                <a:gd name="T0" fmla="*/ 249 w 728"/>
                <a:gd name="T1" fmla="*/ 630 h 732"/>
                <a:gd name="T2" fmla="*/ 634 w 728"/>
                <a:gd name="T3" fmla="*/ 257 h 732"/>
                <a:gd name="T4" fmla="*/ 161 w 728"/>
                <a:gd name="T5" fmla="*/ 137 h 732"/>
                <a:gd name="T6" fmla="*/ 249 w 728"/>
                <a:gd name="T7" fmla="*/ 63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8" h="732">
                  <a:moveTo>
                    <a:pt x="249" y="630"/>
                  </a:moveTo>
                  <a:cubicBezTo>
                    <a:pt x="472" y="732"/>
                    <a:pt x="728" y="482"/>
                    <a:pt x="634" y="257"/>
                  </a:cubicBezTo>
                  <a:cubicBezTo>
                    <a:pt x="577" y="63"/>
                    <a:pt x="304" y="0"/>
                    <a:pt x="161" y="137"/>
                  </a:cubicBezTo>
                  <a:cubicBezTo>
                    <a:pt x="0" y="269"/>
                    <a:pt x="49" y="564"/>
                    <a:pt x="249" y="6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0" name="Freeform 92"/>
            <p:cNvSpPr>
              <a:spLocks/>
            </p:cNvSpPr>
            <p:nvPr/>
          </p:nvSpPr>
          <p:spPr bwMode="auto">
            <a:xfrm flipV="1">
              <a:off x="4306" y="1897"/>
              <a:ext cx="559" cy="519"/>
            </a:xfrm>
            <a:custGeom>
              <a:avLst/>
              <a:gdLst>
                <a:gd name="T0" fmla="*/ 1239 w 2443"/>
                <a:gd name="T1" fmla="*/ 2213 h 2261"/>
                <a:gd name="T2" fmla="*/ 1490 w 2443"/>
                <a:gd name="T3" fmla="*/ 2118 h 2261"/>
                <a:gd name="T4" fmla="*/ 1903 w 2443"/>
                <a:gd name="T5" fmla="*/ 1223 h 2261"/>
                <a:gd name="T6" fmla="*/ 1818 w 2443"/>
                <a:gd name="T7" fmla="*/ 964 h 2261"/>
                <a:gd name="T8" fmla="*/ 1819 w 2443"/>
                <a:gd name="T9" fmla="*/ 324 h 2261"/>
                <a:gd name="T10" fmla="*/ 2309 w 2443"/>
                <a:gd name="T11" fmla="*/ 319 h 2261"/>
                <a:gd name="T12" fmla="*/ 2309 w 2443"/>
                <a:gd name="T13" fmla="*/ 56 h 2261"/>
                <a:gd name="T14" fmla="*/ 1710 w 2443"/>
                <a:gd name="T15" fmla="*/ 51 h 2261"/>
                <a:gd name="T16" fmla="*/ 1543 w 2443"/>
                <a:gd name="T17" fmla="*/ 186 h 2261"/>
                <a:gd name="T18" fmla="*/ 1540 w 2443"/>
                <a:gd name="T19" fmla="*/ 953 h 2261"/>
                <a:gd name="T20" fmla="*/ 1044 w 2443"/>
                <a:gd name="T21" fmla="*/ 952 h 2261"/>
                <a:gd name="T22" fmla="*/ 1037 w 2443"/>
                <a:gd name="T23" fmla="*/ 154 h 2261"/>
                <a:gd name="T24" fmla="*/ 771 w 2443"/>
                <a:gd name="T25" fmla="*/ 186 h 2261"/>
                <a:gd name="T26" fmla="*/ 783 w 2443"/>
                <a:gd name="T27" fmla="*/ 1150 h 2261"/>
                <a:gd name="T28" fmla="*/ 1392 w 2443"/>
                <a:gd name="T29" fmla="*/ 1226 h 2261"/>
                <a:gd name="T30" fmla="*/ 1103 w 2443"/>
                <a:gd name="T31" fmla="*/ 1862 h 2261"/>
                <a:gd name="T32" fmla="*/ 689 w 2443"/>
                <a:gd name="T33" fmla="*/ 1648 h 2261"/>
                <a:gd name="T34" fmla="*/ 113 w 2443"/>
                <a:gd name="T35" fmla="*/ 1974 h 2261"/>
                <a:gd name="T36" fmla="*/ 192 w 2443"/>
                <a:gd name="T37" fmla="*/ 2193 h 2261"/>
                <a:gd name="T38" fmla="*/ 693 w 2443"/>
                <a:gd name="T39" fmla="*/ 1909 h 2261"/>
                <a:gd name="T40" fmla="*/ 1239 w 2443"/>
                <a:gd name="T41" fmla="*/ 2213 h 2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43" h="2261">
                  <a:moveTo>
                    <a:pt x="1239" y="2213"/>
                  </a:moveTo>
                  <a:cubicBezTo>
                    <a:pt x="1330" y="2261"/>
                    <a:pt x="1453" y="2213"/>
                    <a:pt x="1490" y="2118"/>
                  </a:cubicBezTo>
                  <a:cubicBezTo>
                    <a:pt x="1630" y="1821"/>
                    <a:pt x="1767" y="1522"/>
                    <a:pt x="1903" y="1223"/>
                  </a:cubicBezTo>
                  <a:cubicBezTo>
                    <a:pt x="1955" y="1126"/>
                    <a:pt x="1883" y="1032"/>
                    <a:pt x="1818" y="964"/>
                  </a:cubicBezTo>
                  <a:cubicBezTo>
                    <a:pt x="1818" y="751"/>
                    <a:pt x="1818" y="537"/>
                    <a:pt x="1819" y="324"/>
                  </a:cubicBezTo>
                  <a:cubicBezTo>
                    <a:pt x="1982" y="320"/>
                    <a:pt x="2146" y="332"/>
                    <a:pt x="2309" y="319"/>
                  </a:cubicBezTo>
                  <a:cubicBezTo>
                    <a:pt x="2443" y="296"/>
                    <a:pt x="2443" y="78"/>
                    <a:pt x="2309" y="56"/>
                  </a:cubicBezTo>
                  <a:cubicBezTo>
                    <a:pt x="2110" y="44"/>
                    <a:pt x="1910" y="54"/>
                    <a:pt x="1710" y="51"/>
                  </a:cubicBezTo>
                  <a:cubicBezTo>
                    <a:pt x="1629" y="40"/>
                    <a:pt x="1535" y="96"/>
                    <a:pt x="1543" y="186"/>
                  </a:cubicBezTo>
                  <a:cubicBezTo>
                    <a:pt x="1536" y="441"/>
                    <a:pt x="1543" y="697"/>
                    <a:pt x="1540" y="953"/>
                  </a:cubicBezTo>
                  <a:cubicBezTo>
                    <a:pt x="1375" y="950"/>
                    <a:pt x="1209" y="951"/>
                    <a:pt x="1044" y="952"/>
                  </a:cubicBezTo>
                  <a:cubicBezTo>
                    <a:pt x="1037" y="686"/>
                    <a:pt x="1051" y="419"/>
                    <a:pt x="1037" y="154"/>
                  </a:cubicBezTo>
                  <a:cubicBezTo>
                    <a:pt x="1015" y="0"/>
                    <a:pt x="757" y="30"/>
                    <a:pt x="771" y="186"/>
                  </a:cubicBezTo>
                  <a:cubicBezTo>
                    <a:pt x="776" y="507"/>
                    <a:pt x="752" y="832"/>
                    <a:pt x="783" y="1150"/>
                  </a:cubicBezTo>
                  <a:cubicBezTo>
                    <a:pt x="930" y="1307"/>
                    <a:pt x="1196" y="1192"/>
                    <a:pt x="1392" y="1226"/>
                  </a:cubicBezTo>
                  <a:cubicBezTo>
                    <a:pt x="1296" y="1438"/>
                    <a:pt x="1197" y="1649"/>
                    <a:pt x="1103" y="1862"/>
                  </a:cubicBezTo>
                  <a:cubicBezTo>
                    <a:pt x="961" y="1798"/>
                    <a:pt x="841" y="1687"/>
                    <a:pt x="689" y="1648"/>
                  </a:cubicBezTo>
                  <a:cubicBezTo>
                    <a:pt x="487" y="1736"/>
                    <a:pt x="305" y="1867"/>
                    <a:pt x="113" y="1974"/>
                  </a:cubicBezTo>
                  <a:cubicBezTo>
                    <a:pt x="0" y="2033"/>
                    <a:pt x="69" y="2216"/>
                    <a:pt x="192" y="2193"/>
                  </a:cubicBezTo>
                  <a:cubicBezTo>
                    <a:pt x="370" y="2119"/>
                    <a:pt x="524" y="2000"/>
                    <a:pt x="693" y="1909"/>
                  </a:cubicBezTo>
                  <a:cubicBezTo>
                    <a:pt x="878" y="2005"/>
                    <a:pt x="1049" y="2126"/>
                    <a:pt x="1239" y="22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8" name="Group 4"/>
          <p:cNvGrpSpPr>
            <a:grpSpLocks noChangeAspect="1"/>
          </p:cNvGrpSpPr>
          <p:nvPr/>
        </p:nvGrpSpPr>
        <p:grpSpPr bwMode="auto">
          <a:xfrm>
            <a:off x="7830893" y="2117713"/>
            <a:ext cx="1285875" cy="1450975"/>
            <a:chOff x="5399" y="1207"/>
            <a:chExt cx="810" cy="914"/>
          </a:xfrm>
          <a:solidFill>
            <a:srgbClr val="595959"/>
          </a:solidFill>
        </p:grpSpPr>
        <p:sp>
          <p:nvSpPr>
            <p:cNvPr id="69" name="Freeform 5"/>
            <p:cNvSpPr>
              <a:spLocks/>
            </p:cNvSpPr>
            <p:nvPr/>
          </p:nvSpPr>
          <p:spPr bwMode="auto">
            <a:xfrm flipV="1">
              <a:off x="5617" y="1207"/>
              <a:ext cx="383" cy="322"/>
            </a:xfrm>
            <a:custGeom>
              <a:avLst/>
              <a:gdLst>
                <a:gd name="T0" fmla="*/ 835 w 1673"/>
                <a:gd name="T1" fmla="*/ 1404 h 1404"/>
                <a:gd name="T2" fmla="*/ 1166 w 1673"/>
                <a:gd name="T3" fmla="*/ 1351 h 1404"/>
                <a:gd name="T4" fmla="*/ 1427 w 1673"/>
                <a:gd name="T5" fmla="*/ 1202 h 1404"/>
                <a:gd name="T6" fmla="*/ 1608 w 1673"/>
                <a:gd name="T7" fmla="*/ 987 h 1404"/>
                <a:gd name="T8" fmla="*/ 1673 w 1673"/>
                <a:gd name="T9" fmla="*/ 718 h 1404"/>
                <a:gd name="T10" fmla="*/ 1508 w 1673"/>
                <a:gd name="T11" fmla="*/ 594 h 1404"/>
                <a:gd name="T12" fmla="*/ 1615 w 1673"/>
                <a:gd name="T13" fmla="*/ 452 h 1404"/>
                <a:gd name="T14" fmla="*/ 1430 w 1673"/>
                <a:gd name="T15" fmla="*/ 240 h 1404"/>
                <a:gd name="T16" fmla="*/ 1164 w 1673"/>
                <a:gd name="T17" fmla="*/ 98 h 1404"/>
                <a:gd name="T18" fmla="*/ 845 w 1673"/>
                <a:gd name="T19" fmla="*/ 53 h 1404"/>
                <a:gd name="T20" fmla="*/ 514 w 1673"/>
                <a:gd name="T21" fmla="*/ 97 h 1404"/>
                <a:gd name="T22" fmla="*/ 492 w 1673"/>
                <a:gd name="T23" fmla="*/ 240 h 1404"/>
                <a:gd name="T24" fmla="*/ 16 w 1673"/>
                <a:gd name="T25" fmla="*/ 0 h 1404"/>
                <a:gd name="T26" fmla="*/ 294 w 1673"/>
                <a:gd name="T27" fmla="*/ 381 h 1404"/>
                <a:gd name="T28" fmla="*/ 68 w 1673"/>
                <a:gd name="T29" fmla="*/ 453 h 1404"/>
                <a:gd name="T30" fmla="*/ 175 w 1673"/>
                <a:gd name="T31" fmla="*/ 593 h 1404"/>
                <a:gd name="T32" fmla="*/ 0 w 1673"/>
                <a:gd name="T33" fmla="*/ 719 h 1404"/>
                <a:gd name="T34" fmla="*/ 72 w 1673"/>
                <a:gd name="T35" fmla="*/ 988 h 1404"/>
                <a:gd name="T36" fmla="*/ 274 w 1673"/>
                <a:gd name="T37" fmla="*/ 1033 h 1404"/>
                <a:gd name="T38" fmla="*/ 250 w 1673"/>
                <a:gd name="T39" fmla="*/ 1204 h 1404"/>
                <a:gd name="T40" fmla="*/ 516 w 1673"/>
                <a:gd name="T41" fmla="*/ 1349 h 1404"/>
                <a:gd name="T42" fmla="*/ 835 w 1673"/>
                <a:gd name="T43" fmla="*/ 1404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73" h="1404">
                  <a:moveTo>
                    <a:pt x="835" y="1404"/>
                  </a:moveTo>
                  <a:cubicBezTo>
                    <a:pt x="896" y="1256"/>
                    <a:pt x="1061" y="1233"/>
                    <a:pt x="1166" y="1351"/>
                  </a:cubicBezTo>
                  <a:cubicBezTo>
                    <a:pt x="1134" y="1182"/>
                    <a:pt x="1303" y="1137"/>
                    <a:pt x="1427" y="1202"/>
                  </a:cubicBezTo>
                  <a:cubicBezTo>
                    <a:pt x="1326" y="1061"/>
                    <a:pt x="1469" y="961"/>
                    <a:pt x="1608" y="987"/>
                  </a:cubicBezTo>
                  <a:cubicBezTo>
                    <a:pt x="1455" y="897"/>
                    <a:pt x="1530" y="754"/>
                    <a:pt x="1673" y="718"/>
                  </a:cubicBezTo>
                  <a:cubicBezTo>
                    <a:pt x="1612" y="687"/>
                    <a:pt x="1523" y="674"/>
                    <a:pt x="1508" y="594"/>
                  </a:cubicBezTo>
                  <a:cubicBezTo>
                    <a:pt x="1524" y="534"/>
                    <a:pt x="1575" y="496"/>
                    <a:pt x="1615" y="452"/>
                  </a:cubicBezTo>
                  <a:cubicBezTo>
                    <a:pt x="1468" y="495"/>
                    <a:pt x="1324" y="382"/>
                    <a:pt x="1430" y="240"/>
                  </a:cubicBezTo>
                  <a:cubicBezTo>
                    <a:pt x="1308" y="315"/>
                    <a:pt x="1138" y="265"/>
                    <a:pt x="1164" y="98"/>
                  </a:cubicBezTo>
                  <a:cubicBezTo>
                    <a:pt x="1064" y="201"/>
                    <a:pt x="900" y="200"/>
                    <a:pt x="845" y="53"/>
                  </a:cubicBezTo>
                  <a:cubicBezTo>
                    <a:pt x="776" y="188"/>
                    <a:pt x="620" y="209"/>
                    <a:pt x="514" y="97"/>
                  </a:cubicBezTo>
                  <a:cubicBezTo>
                    <a:pt x="508" y="145"/>
                    <a:pt x="501" y="193"/>
                    <a:pt x="492" y="240"/>
                  </a:cubicBezTo>
                  <a:cubicBezTo>
                    <a:pt x="327" y="175"/>
                    <a:pt x="179" y="72"/>
                    <a:pt x="16" y="0"/>
                  </a:cubicBezTo>
                  <a:cubicBezTo>
                    <a:pt x="106" y="129"/>
                    <a:pt x="209" y="249"/>
                    <a:pt x="294" y="381"/>
                  </a:cubicBezTo>
                  <a:cubicBezTo>
                    <a:pt x="248" y="463"/>
                    <a:pt x="149" y="451"/>
                    <a:pt x="68" y="453"/>
                  </a:cubicBezTo>
                  <a:cubicBezTo>
                    <a:pt x="107" y="497"/>
                    <a:pt x="152" y="538"/>
                    <a:pt x="175" y="593"/>
                  </a:cubicBezTo>
                  <a:cubicBezTo>
                    <a:pt x="153" y="673"/>
                    <a:pt x="67" y="692"/>
                    <a:pt x="0" y="719"/>
                  </a:cubicBezTo>
                  <a:cubicBezTo>
                    <a:pt x="150" y="750"/>
                    <a:pt x="228" y="896"/>
                    <a:pt x="72" y="988"/>
                  </a:cubicBezTo>
                  <a:cubicBezTo>
                    <a:pt x="142" y="988"/>
                    <a:pt x="214" y="994"/>
                    <a:pt x="274" y="1033"/>
                  </a:cubicBezTo>
                  <a:cubicBezTo>
                    <a:pt x="307" y="1091"/>
                    <a:pt x="265" y="1149"/>
                    <a:pt x="250" y="1204"/>
                  </a:cubicBezTo>
                  <a:cubicBezTo>
                    <a:pt x="375" y="1138"/>
                    <a:pt x="541" y="1178"/>
                    <a:pt x="516" y="1349"/>
                  </a:cubicBezTo>
                  <a:cubicBezTo>
                    <a:pt x="616" y="1241"/>
                    <a:pt x="788" y="1248"/>
                    <a:pt x="835" y="14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" name="Freeform 7"/>
            <p:cNvSpPr>
              <a:spLocks/>
            </p:cNvSpPr>
            <p:nvPr/>
          </p:nvSpPr>
          <p:spPr bwMode="auto">
            <a:xfrm flipV="1">
              <a:off x="5465" y="1466"/>
              <a:ext cx="139" cy="148"/>
            </a:xfrm>
            <a:custGeom>
              <a:avLst/>
              <a:gdLst>
                <a:gd name="T0" fmla="*/ 219 w 607"/>
                <a:gd name="T1" fmla="*/ 572 h 649"/>
                <a:gd name="T2" fmla="*/ 574 w 607"/>
                <a:gd name="T3" fmla="*/ 297 h 649"/>
                <a:gd name="T4" fmla="*/ 166 w 607"/>
                <a:gd name="T5" fmla="*/ 113 h 649"/>
                <a:gd name="T6" fmla="*/ 219 w 607"/>
                <a:gd name="T7" fmla="*/ 572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7" h="649">
                  <a:moveTo>
                    <a:pt x="219" y="572"/>
                  </a:moveTo>
                  <a:cubicBezTo>
                    <a:pt x="393" y="649"/>
                    <a:pt x="607" y="487"/>
                    <a:pt x="574" y="297"/>
                  </a:cubicBezTo>
                  <a:cubicBezTo>
                    <a:pt x="565" y="107"/>
                    <a:pt x="315" y="0"/>
                    <a:pt x="166" y="113"/>
                  </a:cubicBezTo>
                  <a:cubicBezTo>
                    <a:pt x="0" y="221"/>
                    <a:pt x="31" y="504"/>
                    <a:pt x="219" y="57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3" name="Freeform 8"/>
            <p:cNvSpPr>
              <a:spLocks/>
            </p:cNvSpPr>
            <p:nvPr/>
          </p:nvSpPr>
          <p:spPr bwMode="auto">
            <a:xfrm flipV="1">
              <a:off x="6020" y="1546"/>
              <a:ext cx="189" cy="176"/>
            </a:xfrm>
            <a:custGeom>
              <a:avLst/>
              <a:gdLst>
                <a:gd name="T0" fmla="*/ 301 w 826"/>
                <a:gd name="T1" fmla="*/ 615 h 770"/>
                <a:gd name="T2" fmla="*/ 498 w 826"/>
                <a:gd name="T3" fmla="*/ 132 h 770"/>
                <a:gd name="T4" fmla="*/ 301 w 826"/>
                <a:gd name="T5" fmla="*/ 615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6" h="770">
                  <a:moveTo>
                    <a:pt x="301" y="615"/>
                  </a:moveTo>
                  <a:cubicBezTo>
                    <a:pt x="617" y="770"/>
                    <a:pt x="826" y="237"/>
                    <a:pt x="498" y="132"/>
                  </a:cubicBezTo>
                  <a:cubicBezTo>
                    <a:pt x="194" y="0"/>
                    <a:pt x="0" y="499"/>
                    <a:pt x="301" y="6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" name="Freeform 9"/>
            <p:cNvSpPr>
              <a:spLocks/>
            </p:cNvSpPr>
            <p:nvPr/>
          </p:nvSpPr>
          <p:spPr bwMode="auto">
            <a:xfrm flipV="1">
              <a:off x="5399" y="1615"/>
              <a:ext cx="394" cy="506"/>
            </a:xfrm>
            <a:custGeom>
              <a:avLst/>
              <a:gdLst>
                <a:gd name="T0" fmla="*/ 97 w 1723"/>
                <a:gd name="T1" fmla="*/ 1924 h 2212"/>
                <a:gd name="T2" fmla="*/ 392 w 1723"/>
                <a:gd name="T3" fmla="*/ 2202 h 2212"/>
                <a:gd name="T4" fmla="*/ 1625 w 1723"/>
                <a:gd name="T5" fmla="*/ 2200 h 2212"/>
                <a:gd name="T6" fmla="*/ 1624 w 1723"/>
                <a:gd name="T7" fmla="*/ 2021 h 2212"/>
                <a:gd name="T8" fmla="*/ 920 w 1723"/>
                <a:gd name="T9" fmla="*/ 2015 h 2212"/>
                <a:gd name="T10" fmla="*/ 917 w 1723"/>
                <a:gd name="T11" fmla="*/ 181 h 2212"/>
                <a:gd name="T12" fmla="*/ 636 w 1723"/>
                <a:gd name="T13" fmla="*/ 150 h 2212"/>
                <a:gd name="T14" fmla="*/ 630 w 1723"/>
                <a:gd name="T15" fmla="*/ 1240 h 2212"/>
                <a:gd name="T16" fmla="*/ 580 w 1723"/>
                <a:gd name="T17" fmla="*/ 1239 h 2212"/>
                <a:gd name="T18" fmla="*/ 573 w 1723"/>
                <a:gd name="T19" fmla="*/ 151 h 2212"/>
                <a:gd name="T20" fmla="*/ 291 w 1723"/>
                <a:gd name="T21" fmla="*/ 184 h 2212"/>
                <a:gd name="T22" fmla="*/ 290 w 1723"/>
                <a:gd name="T23" fmla="*/ 1883 h 2212"/>
                <a:gd name="T24" fmla="*/ 180 w 1723"/>
                <a:gd name="T25" fmla="*/ 1107 h 2212"/>
                <a:gd name="T26" fmla="*/ 3 w 1723"/>
                <a:gd name="T27" fmla="*/ 1137 h 2212"/>
                <a:gd name="T28" fmla="*/ 97 w 1723"/>
                <a:gd name="T29" fmla="*/ 1924 h 2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3" h="2212">
                  <a:moveTo>
                    <a:pt x="97" y="1924"/>
                  </a:moveTo>
                  <a:cubicBezTo>
                    <a:pt x="143" y="2053"/>
                    <a:pt x="234" y="2212"/>
                    <a:pt x="392" y="2202"/>
                  </a:cubicBezTo>
                  <a:cubicBezTo>
                    <a:pt x="803" y="2201"/>
                    <a:pt x="1214" y="2208"/>
                    <a:pt x="1625" y="2200"/>
                  </a:cubicBezTo>
                  <a:cubicBezTo>
                    <a:pt x="1723" y="2193"/>
                    <a:pt x="1719" y="2027"/>
                    <a:pt x="1624" y="2021"/>
                  </a:cubicBezTo>
                  <a:cubicBezTo>
                    <a:pt x="1390" y="2012"/>
                    <a:pt x="1155" y="2024"/>
                    <a:pt x="920" y="2015"/>
                  </a:cubicBezTo>
                  <a:cubicBezTo>
                    <a:pt x="913" y="1404"/>
                    <a:pt x="921" y="792"/>
                    <a:pt x="917" y="181"/>
                  </a:cubicBezTo>
                  <a:cubicBezTo>
                    <a:pt x="916" y="27"/>
                    <a:pt x="675" y="4"/>
                    <a:pt x="636" y="150"/>
                  </a:cubicBezTo>
                  <a:cubicBezTo>
                    <a:pt x="626" y="513"/>
                    <a:pt x="640" y="877"/>
                    <a:pt x="630" y="1240"/>
                  </a:cubicBezTo>
                  <a:cubicBezTo>
                    <a:pt x="617" y="1240"/>
                    <a:pt x="592" y="1240"/>
                    <a:pt x="580" y="1239"/>
                  </a:cubicBezTo>
                  <a:cubicBezTo>
                    <a:pt x="574" y="877"/>
                    <a:pt x="587" y="513"/>
                    <a:pt x="573" y="151"/>
                  </a:cubicBezTo>
                  <a:cubicBezTo>
                    <a:pt x="534" y="0"/>
                    <a:pt x="297" y="32"/>
                    <a:pt x="291" y="184"/>
                  </a:cubicBezTo>
                  <a:cubicBezTo>
                    <a:pt x="291" y="750"/>
                    <a:pt x="293" y="1317"/>
                    <a:pt x="290" y="1883"/>
                  </a:cubicBezTo>
                  <a:cubicBezTo>
                    <a:pt x="178" y="1646"/>
                    <a:pt x="203" y="1364"/>
                    <a:pt x="180" y="1107"/>
                  </a:cubicBezTo>
                  <a:cubicBezTo>
                    <a:pt x="143" y="1029"/>
                    <a:pt x="2" y="1047"/>
                    <a:pt x="3" y="1137"/>
                  </a:cubicBezTo>
                  <a:cubicBezTo>
                    <a:pt x="0" y="1401"/>
                    <a:pt x="13" y="1671"/>
                    <a:pt x="97" y="19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" name="Freeform 10"/>
            <p:cNvSpPr>
              <a:spLocks/>
            </p:cNvSpPr>
            <p:nvPr/>
          </p:nvSpPr>
          <p:spPr bwMode="auto">
            <a:xfrm flipV="1">
              <a:off x="5850" y="1648"/>
              <a:ext cx="237" cy="473"/>
            </a:xfrm>
            <a:custGeom>
              <a:avLst/>
              <a:gdLst>
                <a:gd name="T0" fmla="*/ 346 w 1036"/>
                <a:gd name="T1" fmla="*/ 1644 h 2069"/>
                <a:gd name="T2" fmla="*/ 785 w 1036"/>
                <a:gd name="T3" fmla="*/ 2022 h 2069"/>
                <a:gd name="T4" fmla="*/ 825 w 1036"/>
                <a:gd name="T5" fmla="*/ 1632 h 2069"/>
                <a:gd name="T6" fmla="*/ 665 w 1036"/>
                <a:gd name="T7" fmla="*/ 1928 h 2069"/>
                <a:gd name="T8" fmla="*/ 688 w 1036"/>
                <a:gd name="T9" fmla="*/ 1341 h 2069"/>
                <a:gd name="T10" fmla="*/ 654 w 1036"/>
                <a:gd name="T11" fmla="*/ 1219 h 2069"/>
                <a:gd name="T12" fmla="*/ 859 w 1036"/>
                <a:gd name="T13" fmla="*/ 110 h 2069"/>
                <a:gd name="T14" fmla="*/ 594 w 1036"/>
                <a:gd name="T15" fmla="*/ 185 h 2069"/>
                <a:gd name="T16" fmla="*/ 665 w 1036"/>
                <a:gd name="T17" fmla="*/ 553 h 2069"/>
                <a:gd name="T18" fmla="*/ 245 w 1036"/>
                <a:gd name="T19" fmla="*/ 53 h 2069"/>
                <a:gd name="T20" fmla="*/ 143 w 1036"/>
                <a:gd name="T21" fmla="*/ 333 h 2069"/>
                <a:gd name="T22" fmla="*/ 282 w 1036"/>
                <a:gd name="T23" fmla="*/ 1126 h 2069"/>
                <a:gd name="T24" fmla="*/ 346 w 1036"/>
                <a:gd name="T25" fmla="*/ 1644 h 2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6" h="2069">
                  <a:moveTo>
                    <a:pt x="346" y="1644"/>
                  </a:moveTo>
                  <a:cubicBezTo>
                    <a:pt x="430" y="1818"/>
                    <a:pt x="548" y="2069"/>
                    <a:pt x="785" y="2022"/>
                  </a:cubicBezTo>
                  <a:cubicBezTo>
                    <a:pt x="959" y="1969"/>
                    <a:pt x="909" y="1744"/>
                    <a:pt x="825" y="1632"/>
                  </a:cubicBezTo>
                  <a:cubicBezTo>
                    <a:pt x="821" y="1741"/>
                    <a:pt x="842" y="1984"/>
                    <a:pt x="665" y="1928"/>
                  </a:cubicBezTo>
                  <a:cubicBezTo>
                    <a:pt x="487" y="1785"/>
                    <a:pt x="612" y="1513"/>
                    <a:pt x="688" y="1341"/>
                  </a:cubicBezTo>
                  <a:cubicBezTo>
                    <a:pt x="679" y="1300"/>
                    <a:pt x="663" y="1260"/>
                    <a:pt x="654" y="1219"/>
                  </a:cubicBezTo>
                  <a:cubicBezTo>
                    <a:pt x="962" y="947"/>
                    <a:pt x="1036" y="474"/>
                    <a:pt x="859" y="110"/>
                  </a:cubicBezTo>
                  <a:cubicBezTo>
                    <a:pt x="787" y="0"/>
                    <a:pt x="605" y="58"/>
                    <a:pt x="594" y="185"/>
                  </a:cubicBezTo>
                  <a:cubicBezTo>
                    <a:pt x="620" y="307"/>
                    <a:pt x="667" y="426"/>
                    <a:pt x="665" y="553"/>
                  </a:cubicBezTo>
                  <a:cubicBezTo>
                    <a:pt x="556" y="367"/>
                    <a:pt x="440" y="160"/>
                    <a:pt x="245" y="53"/>
                  </a:cubicBezTo>
                  <a:cubicBezTo>
                    <a:pt x="81" y="15"/>
                    <a:pt x="0" y="253"/>
                    <a:pt x="143" y="333"/>
                  </a:cubicBezTo>
                  <a:cubicBezTo>
                    <a:pt x="362" y="509"/>
                    <a:pt x="569" y="925"/>
                    <a:pt x="282" y="1126"/>
                  </a:cubicBezTo>
                  <a:cubicBezTo>
                    <a:pt x="204" y="1293"/>
                    <a:pt x="290" y="1482"/>
                    <a:pt x="346" y="16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" name="Freeform 11"/>
            <p:cNvSpPr>
              <a:spLocks/>
            </p:cNvSpPr>
            <p:nvPr/>
          </p:nvSpPr>
          <p:spPr bwMode="auto">
            <a:xfrm flipV="1">
              <a:off x="5984" y="1678"/>
              <a:ext cx="139" cy="206"/>
            </a:xfrm>
            <a:custGeom>
              <a:avLst/>
              <a:gdLst>
                <a:gd name="T0" fmla="*/ 99 w 608"/>
                <a:gd name="T1" fmla="*/ 883 h 900"/>
                <a:gd name="T2" fmla="*/ 210 w 608"/>
                <a:gd name="T3" fmla="*/ 701 h 900"/>
                <a:gd name="T4" fmla="*/ 511 w 608"/>
                <a:gd name="T5" fmla="*/ 200 h 900"/>
                <a:gd name="T6" fmla="*/ 452 w 608"/>
                <a:gd name="T7" fmla="*/ 21 h 900"/>
                <a:gd name="T8" fmla="*/ 17 w 608"/>
                <a:gd name="T9" fmla="*/ 739 h 900"/>
                <a:gd name="T10" fmla="*/ 99 w 608"/>
                <a:gd name="T11" fmla="*/ 883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8" h="900">
                  <a:moveTo>
                    <a:pt x="99" y="883"/>
                  </a:moveTo>
                  <a:cubicBezTo>
                    <a:pt x="207" y="900"/>
                    <a:pt x="215" y="777"/>
                    <a:pt x="210" y="701"/>
                  </a:cubicBezTo>
                  <a:cubicBezTo>
                    <a:pt x="198" y="489"/>
                    <a:pt x="339" y="307"/>
                    <a:pt x="511" y="200"/>
                  </a:cubicBezTo>
                  <a:cubicBezTo>
                    <a:pt x="608" y="156"/>
                    <a:pt x="558" y="0"/>
                    <a:pt x="452" y="21"/>
                  </a:cubicBezTo>
                  <a:cubicBezTo>
                    <a:pt x="190" y="155"/>
                    <a:pt x="0" y="439"/>
                    <a:pt x="17" y="739"/>
                  </a:cubicBezTo>
                  <a:cubicBezTo>
                    <a:pt x="13" y="799"/>
                    <a:pt x="48" y="854"/>
                    <a:pt x="99" y="88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6" name="Group 23"/>
          <p:cNvGrpSpPr>
            <a:grpSpLocks noChangeAspect="1"/>
          </p:cNvGrpSpPr>
          <p:nvPr/>
        </p:nvGrpSpPr>
        <p:grpSpPr bwMode="auto">
          <a:xfrm>
            <a:off x="7950201" y="695326"/>
            <a:ext cx="1622425" cy="1087438"/>
            <a:chOff x="5008" y="438"/>
            <a:chExt cx="1022" cy="685"/>
          </a:xfrm>
          <a:solidFill>
            <a:srgbClr val="595959"/>
          </a:solidFill>
        </p:grpSpPr>
        <p:sp>
          <p:nvSpPr>
            <p:cNvPr id="88" name="Freeform 24"/>
            <p:cNvSpPr>
              <a:spLocks/>
            </p:cNvSpPr>
            <p:nvPr/>
          </p:nvSpPr>
          <p:spPr bwMode="auto">
            <a:xfrm flipV="1">
              <a:off x="5520" y="456"/>
              <a:ext cx="88" cy="51"/>
            </a:xfrm>
            <a:custGeom>
              <a:avLst/>
              <a:gdLst>
                <a:gd name="T0" fmla="*/ 147 w 388"/>
                <a:gd name="T1" fmla="*/ 134 h 220"/>
                <a:gd name="T2" fmla="*/ 388 w 388"/>
                <a:gd name="T3" fmla="*/ 220 h 220"/>
                <a:gd name="T4" fmla="*/ 203 w 388"/>
                <a:gd name="T5" fmla="*/ 119 h 220"/>
                <a:gd name="T6" fmla="*/ 232 w 388"/>
                <a:gd name="T7" fmla="*/ 36 h 220"/>
                <a:gd name="T8" fmla="*/ 0 w 388"/>
                <a:gd name="T9" fmla="*/ 0 h 220"/>
                <a:gd name="T10" fmla="*/ 193 w 388"/>
                <a:gd name="T11" fmla="*/ 64 h 220"/>
                <a:gd name="T12" fmla="*/ 147 w 388"/>
                <a:gd name="T13" fmla="*/ 13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8" h="220">
                  <a:moveTo>
                    <a:pt x="147" y="134"/>
                  </a:moveTo>
                  <a:cubicBezTo>
                    <a:pt x="226" y="168"/>
                    <a:pt x="305" y="200"/>
                    <a:pt x="388" y="220"/>
                  </a:cubicBezTo>
                  <a:cubicBezTo>
                    <a:pt x="341" y="163"/>
                    <a:pt x="269" y="144"/>
                    <a:pt x="203" y="119"/>
                  </a:cubicBezTo>
                  <a:cubicBezTo>
                    <a:pt x="210" y="98"/>
                    <a:pt x="225" y="57"/>
                    <a:pt x="232" y="36"/>
                  </a:cubicBezTo>
                  <a:cubicBezTo>
                    <a:pt x="155" y="22"/>
                    <a:pt x="78" y="10"/>
                    <a:pt x="0" y="0"/>
                  </a:cubicBezTo>
                  <a:cubicBezTo>
                    <a:pt x="64" y="23"/>
                    <a:pt x="128" y="44"/>
                    <a:pt x="193" y="64"/>
                  </a:cubicBezTo>
                  <a:cubicBezTo>
                    <a:pt x="181" y="82"/>
                    <a:pt x="158" y="117"/>
                    <a:pt x="147" y="1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" name="Freeform 25"/>
            <p:cNvSpPr>
              <a:spLocks/>
            </p:cNvSpPr>
            <p:nvPr/>
          </p:nvSpPr>
          <p:spPr bwMode="auto">
            <a:xfrm flipV="1">
              <a:off x="5441" y="462"/>
              <a:ext cx="43" cy="143"/>
            </a:xfrm>
            <a:custGeom>
              <a:avLst/>
              <a:gdLst>
                <a:gd name="T0" fmla="*/ 98 w 188"/>
                <a:gd name="T1" fmla="*/ 603 h 625"/>
                <a:gd name="T2" fmla="*/ 185 w 188"/>
                <a:gd name="T3" fmla="*/ 625 h 625"/>
                <a:gd name="T4" fmla="*/ 184 w 188"/>
                <a:gd name="T5" fmla="*/ 0 h 625"/>
                <a:gd name="T6" fmla="*/ 98 w 188"/>
                <a:gd name="T7" fmla="*/ 6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625">
                  <a:moveTo>
                    <a:pt x="98" y="603"/>
                  </a:moveTo>
                  <a:cubicBezTo>
                    <a:pt x="119" y="608"/>
                    <a:pt x="163" y="619"/>
                    <a:pt x="185" y="625"/>
                  </a:cubicBezTo>
                  <a:cubicBezTo>
                    <a:pt x="185" y="417"/>
                    <a:pt x="188" y="208"/>
                    <a:pt x="184" y="0"/>
                  </a:cubicBezTo>
                  <a:cubicBezTo>
                    <a:pt x="0" y="104"/>
                    <a:pt x="142" y="413"/>
                    <a:pt x="98" y="60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" name="Freeform 26"/>
            <p:cNvSpPr>
              <a:spLocks noEditPoints="1"/>
            </p:cNvSpPr>
            <p:nvPr/>
          </p:nvSpPr>
          <p:spPr bwMode="auto">
            <a:xfrm flipV="1">
              <a:off x="5008" y="468"/>
              <a:ext cx="442" cy="641"/>
            </a:xfrm>
            <a:custGeom>
              <a:avLst/>
              <a:gdLst>
                <a:gd name="T0" fmla="*/ 0 w 1933"/>
                <a:gd name="T1" fmla="*/ 2707 h 2795"/>
                <a:gd name="T2" fmla="*/ 90 w 1933"/>
                <a:gd name="T3" fmla="*/ 2795 h 2795"/>
                <a:gd name="T4" fmla="*/ 170 w 1933"/>
                <a:gd name="T5" fmla="*/ 2745 h 2795"/>
                <a:gd name="T6" fmla="*/ 513 w 1933"/>
                <a:gd name="T7" fmla="*/ 2218 h 2795"/>
                <a:gd name="T8" fmla="*/ 1082 w 1933"/>
                <a:gd name="T9" fmla="*/ 2190 h 2795"/>
                <a:gd name="T10" fmla="*/ 1312 w 1933"/>
                <a:gd name="T11" fmla="*/ 1890 h 2795"/>
                <a:gd name="T12" fmla="*/ 1378 w 1933"/>
                <a:gd name="T13" fmla="*/ 2150 h 2795"/>
                <a:gd name="T14" fmla="*/ 1290 w 1933"/>
                <a:gd name="T15" fmla="*/ 2355 h 2795"/>
                <a:gd name="T16" fmla="*/ 1224 w 1933"/>
                <a:gd name="T17" fmla="*/ 2392 h 2795"/>
                <a:gd name="T18" fmla="*/ 1224 w 1933"/>
                <a:gd name="T19" fmla="*/ 2636 h 2795"/>
                <a:gd name="T20" fmla="*/ 1931 w 1933"/>
                <a:gd name="T21" fmla="*/ 2787 h 2795"/>
                <a:gd name="T22" fmla="*/ 1932 w 1933"/>
                <a:gd name="T23" fmla="*/ 2235 h 2795"/>
                <a:gd name="T24" fmla="*/ 1722 w 1933"/>
                <a:gd name="T25" fmla="*/ 2276 h 2795"/>
                <a:gd name="T26" fmla="*/ 1564 w 1933"/>
                <a:gd name="T27" fmla="*/ 2132 h 2795"/>
                <a:gd name="T28" fmla="*/ 1393 w 1933"/>
                <a:gd name="T29" fmla="*/ 1735 h 2795"/>
                <a:gd name="T30" fmla="*/ 1121 w 1933"/>
                <a:gd name="T31" fmla="*/ 1798 h 2795"/>
                <a:gd name="T32" fmla="*/ 1125 w 1933"/>
                <a:gd name="T33" fmla="*/ 1497 h 2795"/>
                <a:gd name="T34" fmla="*/ 1300 w 1933"/>
                <a:gd name="T35" fmla="*/ 388 h 2795"/>
                <a:gd name="T36" fmla="*/ 1019 w 1933"/>
                <a:gd name="T37" fmla="*/ 451 h 2795"/>
                <a:gd name="T38" fmla="*/ 1149 w 1933"/>
                <a:gd name="T39" fmla="*/ 1118 h 2795"/>
                <a:gd name="T40" fmla="*/ 778 w 1933"/>
                <a:gd name="T41" fmla="*/ 1224 h 2795"/>
                <a:gd name="T42" fmla="*/ 738 w 1933"/>
                <a:gd name="T43" fmla="*/ 175 h 2795"/>
                <a:gd name="T44" fmla="*/ 461 w 1933"/>
                <a:gd name="T45" fmla="*/ 146 h 2795"/>
                <a:gd name="T46" fmla="*/ 485 w 1933"/>
                <a:gd name="T47" fmla="*/ 1274 h 2795"/>
                <a:gd name="T48" fmla="*/ 499 w 1933"/>
                <a:gd name="T49" fmla="*/ 2019 h 2795"/>
                <a:gd name="T50" fmla="*/ 0 w 1933"/>
                <a:gd name="T51" fmla="*/ 2707 h 2795"/>
                <a:gd name="T52" fmla="*/ 1359 w 1933"/>
                <a:gd name="T53" fmla="*/ 2355 h 2795"/>
                <a:gd name="T54" fmla="*/ 1368 w 1933"/>
                <a:gd name="T55" fmla="*/ 2234 h 2795"/>
                <a:gd name="T56" fmla="*/ 1480 w 1933"/>
                <a:gd name="T57" fmla="*/ 2288 h 2795"/>
                <a:gd name="T58" fmla="*/ 1586 w 1933"/>
                <a:gd name="T59" fmla="*/ 2210 h 2795"/>
                <a:gd name="T60" fmla="*/ 1661 w 1933"/>
                <a:gd name="T61" fmla="*/ 2287 h 2795"/>
                <a:gd name="T62" fmla="*/ 1359 w 1933"/>
                <a:gd name="T63" fmla="*/ 235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33" h="2795">
                  <a:moveTo>
                    <a:pt x="0" y="2707"/>
                  </a:moveTo>
                  <a:cubicBezTo>
                    <a:pt x="14" y="2749"/>
                    <a:pt x="60" y="2766"/>
                    <a:pt x="90" y="2795"/>
                  </a:cubicBezTo>
                  <a:cubicBezTo>
                    <a:pt x="110" y="2783"/>
                    <a:pt x="150" y="2758"/>
                    <a:pt x="170" y="2745"/>
                  </a:cubicBezTo>
                  <a:cubicBezTo>
                    <a:pt x="213" y="2537"/>
                    <a:pt x="295" y="2298"/>
                    <a:pt x="513" y="2218"/>
                  </a:cubicBezTo>
                  <a:cubicBezTo>
                    <a:pt x="699" y="2170"/>
                    <a:pt x="894" y="2224"/>
                    <a:pt x="1082" y="2190"/>
                  </a:cubicBezTo>
                  <a:cubicBezTo>
                    <a:pt x="1155" y="2087"/>
                    <a:pt x="1211" y="1970"/>
                    <a:pt x="1312" y="1890"/>
                  </a:cubicBezTo>
                  <a:cubicBezTo>
                    <a:pt x="1341" y="1975"/>
                    <a:pt x="1363" y="2062"/>
                    <a:pt x="1378" y="2150"/>
                  </a:cubicBezTo>
                  <a:cubicBezTo>
                    <a:pt x="1327" y="2208"/>
                    <a:pt x="1297" y="2278"/>
                    <a:pt x="1290" y="2355"/>
                  </a:cubicBezTo>
                  <a:cubicBezTo>
                    <a:pt x="1274" y="2364"/>
                    <a:pt x="1240" y="2383"/>
                    <a:pt x="1224" y="2392"/>
                  </a:cubicBezTo>
                  <a:cubicBezTo>
                    <a:pt x="1224" y="2473"/>
                    <a:pt x="1224" y="2555"/>
                    <a:pt x="1224" y="2636"/>
                  </a:cubicBezTo>
                  <a:cubicBezTo>
                    <a:pt x="1459" y="2689"/>
                    <a:pt x="1695" y="2737"/>
                    <a:pt x="1931" y="2787"/>
                  </a:cubicBezTo>
                  <a:cubicBezTo>
                    <a:pt x="1933" y="2603"/>
                    <a:pt x="1931" y="2419"/>
                    <a:pt x="1932" y="2235"/>
                  </a:cubicBezTo>
                  <a:cubicBezTo>
                    <a:pt x="1862" y="2249"/>
                    <a:pt x="1792" y="2263"/>
                    <a:pt x="1722" y="2276"/>
                  </a:cubicBezTo>
                  <a:cubicBezTo>
                    <a:pt x="1681" y="2215"/>
                    <a:pt x="1627" y="2167"/>
                    <a:pt x="1564" y="2132"/>
                  </a:cubicBezTo>
                  <a:cubicBezTo>
                    <a:pt x="1536" y="1992"/>
                    <a:pt x="1526" y="1819"/>
                    <a:pt x="1393" y="1735"/>
                  </a:cubicBezTo>
                  <a:cubicBezTo>
                    <a:pt x="1298" y="1681"/>
                    <a:pt x="1200" y="1747"/>
                    <a:pt x="1121" y="1798"/>
                  </a:cubicBezTo>
                  <a:cubicBezTo>
                    <a:pt x="1125" y="1697"/>
                    <a:pt x="1126" y="1597"/>
                    <a:pt x="1125" y="1497"/>
                  </a:cubicBezTo>
                  <a:cubicBezTo>
                    <a:pt x="1596" y="1331"/>
                    <a:pt x="1479" y="734"/>
                    <a:pt x="1300" y="388"/>
                  </a:cubicBezTo>
                  <a:cubicBezTo>
                    <a:pt x="1248" y="238"/>
                    <a:pt x="1004" y="296"/>
                    <a:pt x="1019" y="451"/>
                  </a:cubicBezTo>
                  <a:cubicBezTo>
                    <a:pt x="1086" y="666"/>
                    <a:pt x="1216" y="887"/>
                    <a:pt x="1149" y="1118"/>
                  </a:cubicBezTo>
                  <a:cubicBezTo>
                    <a:pt x="1081" y="1256"/>
                    <a:pt x="904" y="1229"/>
                    <a:pt x="778" y="1224"/>
                  </a:cubicBezTo>
                  <a:cubicBezTo>
                    <a:pt x="660" y="885"/>
                    <a:pt x="705" y="523"/>
                    <a:pt x="738" y="175"/>
                  </a:cubicBezTo>
                  <a:cubicBezTo>
                    <a:pt x="736" y="26"/>
                    <a:pt x="493" y="0"/>
                    <a:pt x="461" y="146"/>
                  </a:cubicBezTo>
                  <a:cubicBezTo>
                    <a:pt x="392" y="517"/>
                    <a:pt x="386" y="907"/>
                    <a:pt x="485" y="1274"/>
                  </a:cubicBezTo>
                  <a:cubicBezTo>
                    <a:pt x="515" y="1521"/>
                    <a:pt x="489" y="1771"/>
                    <a:pt x="499" y="2019"/>
                  </a:cubicBezTo>
                  <a:cubicBezTo>
                    <a:pt x="205" y="2113"/>
                    <a:pt x="18" y="2408"/>
                    <a:pt x="0" y="2707"/>
                  </a:cubicBezTo>
                  <a:moveTo>
                    <a:pt x="1359" y="2355"/>
                  </a:moveTo>
                  <a:cubicBezTo>
                    <a:pt x="1362" y="2315"/>
                    <a:pt x="1365" y="2274"/>
                    <a:pt x="1368" y="2234"/>
                  </a:cubicBezTo>
                  <a:cubicBezTo>
                    <a:pt x="1405" y="2252"/>
                    <a:pt x="1442" y="2270"/>
                    <a:pt x="1480" y="2288"/>
                  </a:cubicBezTo>
                  <a:cubicBezTo>
                    <a:pt x="1515" y="2262"/>
                    <a:pt x="1551" y="2236"/>
                    <a:pt x="1586" y="2210"/>
                  </a:cubicBezTo>
                  <a:cubicBezTo>
                    <a:pt x="1611" y="2236"/>
                    <a:pt x="1636" y="2261"/>
                    <a:pt x="1661" y="2287"/>
                  </a:cubicBezTo>
                  <a:cubicBezTo>
                    <a:pt x="1561" y="2312"/>
                    <a:pt x="1460" y="2333"/>
                    <a:pt x="1359" y="23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" name="Freeform 27"/>
            <p:cNvSpPr>
              <a:spLocks/>
            </p:cNvSpPr>
            <p:nvPr/>
          </p:nvSpPr>
          <p:spPr bwMode="auto">
            <a:xfrm flipV="1">
              <a:off x="5126" y="438"/>
              <a:ext cx="185" cy="171"/>
            </a:xfrm>
            <a:custGeom>
              <a:avLst/>
              <a:gdLst>
                <a:gd name="T0" fmla="*/ 301 w 810"/>
                <a:gd name="T1" fmla="*/ 599 h 743"/>
                <a:gd name="T2" fmla="*/ 471 w 810"/>
                <a:gd name="T3" fmla="*/ 104 h 743"/>
                <a:gd name="T4" fmla="*/ 301 w 810"/>
                <a:gd name="T5" fmla="*/ 599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0" h="743">
                  <a:moveTo>
                    <a:pt x="301" y="599"/>
                  </a:moveTo>
                  <a:cubicBezTo>
                    <a:pt x="628" y="743"/>
                    <a:pt x="810" y="189"/>
                    <a:pt x="471" y="104"/>
                  </a:cubicBezTo>
                  <a:cubicBezTo>
                    <a:pt x="168" y="0"/>
                    <a:pt x="0" y="493"/>
                    <a:pt x="301" y="59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Freeform 28"/>
            <p:cNvSpPr>
              <a:spLocks/>
            </p:cNvSpPr>
            <p:nvPr/>
          </p:nvSpPr>
          <p:spPr bwMode="auto">
            <a:xfrm flipV="1">
              <a:off x="5684" y="485"/>
              <a:ext cx="346" cy="638"/>
            </a:xfrm>
            <a:custGeom>
              <a:avLst/>
              <a:gdLst>
                <a:gd name="T0" fmla="*/ 683 w 1512"/>
                <a:gd name="T1" fmla="*/ 2333 h 2779"/>
                <a:gd name="T2" fmla="*/ 914 w 1512"/>
                <a:gd name="T3" fmla="*/ 2738 h 2779"/>
                <a:gd name="T4" fmla="*/ 1138 w 1512"/>
                <a:gd name="T5" fmla="*/ 2349 h 2779"/>
                <a:gd name="T6" fmla="*/ 1236 w 1512"/>
                <a:gd name="T7" fmla="*/ 2431 h 2779"/>
                <a:gd name="T8" fmla="*/ 1480 w 1512"/>
                <a:gd name="T9" fmla="*/ 1935 h 2779"/>
                <a:gd name="T10" fmla="*/ 960 w 1512"/>
                <a:gd name="T11" fmla="*/ 1893 h 2779"/>
                <a:gd name="T12" fmla="*/ 973 w 1512"/>
                <a:gd name="T13" fmla="*/ 327 h 2779"/>
                <a:gd name="T14" fmla="*/ 747 w 1512"/>
                <a:gd name="T15" fmla="*/ 140 h 2779"/>
                <a:gd name="T16" fmla="*/ 498 w 1512"/>
                <a:gd name="T17" fmla="*/ 1166 h 2779"/>
                <a:gd name="T18" fmla="*/ 430 w 1512"/>
                <a:gd name="T19" fmla="*/ 1141 h 2779"/>
                <a:gd name="T20" fmla="*/ 525 w 1512"/>
                <a:gd name="T21" fmla="*/ 233 h 2779"/>
                <a:gd name="T22" fmla="*/ 261 w 1512"/>
                <a:gd name="T23" fmla="*/ 143 h 2779"/>
                <a:gd name="T24" fmla="*/ 390 w 1512"/>
                <a:gd name="T25" fmla="*/ 2158 h 2779"/>
                <a:gd name="T26" fmla="*/ 0 w 1512"/>
                <a:gd name="T27" fmla="*/ 2564 h 2779"/>
                <a:gd name="T28" fmla="*/ 494 w 1512"/>
                <a:gd name="T29" fmla="*/ 2710 h 2779"/>
                <a:gd name="T30" fmla="*/ 593 w 1512"/>
                <a:gd name="T31" fmla="*/ 2528 h 2779"/>
                <a:gd name="T32" fmla="*/ 205 w 1512"/>
                <a:gd name="T33" fmla="*/ 2535 h 2779"/>
                <a:gd name="T34" fmla="*/ 1312 w 1512"/>
                <a:gd name="T35" fmla="*/ 1999 h 2779"/>
                <a:gd name="T36" fmla="*/ 1130 w 1512"/>
                <a:gd name="T37" fmla="*/ 2340 h 2779"/>
                <a:gd name="T38" fmla="*/ 683 w 1512"/>
                <a:gd name="T39" fmla="*/ 2333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12" h="2779">
                  <a:moveTo>
                    <a:pt x="683" y="2333"/>
                  </a:moveTo>
                  <a:cubicBezTo>
                    <a:pt x="562" y="2500"/>
                    <a:pt x="710" y="2758"/>
                    <a:pt x="914" y="2738"/>
                  </a:cubicBezTo>
                  <a:cubicBezTo>
                    <a:pt x="1103" y="2735"/>
                    <a:pt x="1218" y="2515"/>
                    <a:pt x="1138" y="2349"/>
                  </a:cubicBezTo>
                  <a:cubicBezTo>
                    <a:pt x="1162" y="2370"/>
                    <a:pt x="1212" y="2411"/>
                    <a:pt x="1236" y="2431"/>
                  </a:cubicBezTo>
                  <a:cubicBezTo>
                    <a:pt x="1377" y="2312"/>
                    <a:pt x="1512" y="2127"/>
                    <a:pt x="1480" y="1935"/>
                  </a:cubicBezTo>
                  <a:cubicBezTo>
                    <a:pt x="1382" y="1735"/>
                    <a:pt x="1121" y="1844"/>
                    <a:pt x="960" y="1893"/>
                  </a:cubicBezTo>
                  <a:cubicBezTo>
                    <a:pt x="754" y="1393"/>
                    <a:pt x="739" y="821"/>
                    <a:pt x="973" y="327"/>
                  </a:cubicBezTo>
                  <a:cubicBezTo>
                    <a:pt x="1086" y="181"/>
                    <a:pt x="864" y="0"/>
                    <a:pt x="747" y="140"/>
                  </a:cubicBezTo>
                  <a:cubicBezTo>
                    <a:pt x="575" y="452"/>
                    <a:pt x="515" y="814"/>
                    <a:pt x="498" y="1166"/>
                  </a:cubicBezTo>
                  <a:cubicBezTo>
                    <a:pt x="481" y="1160"/>
                    <a:pt x="447" y="1148"/>
                    <a:pt x="430" y="1141"/>
                  </a:cubicBezTo>
                  <a:cubicBezTo>
                    <a:pt x="389" y="835"/>
                    <a:pt x="450" y="528"/>
                    <a:pt x="525" y="233"/>
                  </a:cubicBezTo>
                  <a:cubicBezTo>
                    <a:pt x="554" y="87"/>
                    <a:pt x="329" y="18"/>
                    <a:pt x="261" y="143"/>
                  </a:cubicBezTo>
                  <a:cubicBezTo>
                    <a:pt x="13" y="800"/>
                    <a:pt x="151" y="1520"/>
                    <a:pt x="390" y="2158"/>
                  </a:cubicBezTo>
                  <a:cubicBezTo>
                    <a:pt x="244" y="2270"/>
                    <a:pt x="31" y="2364"/>
                    <a:pt x="0" y="2564"/>
                  </a:cubicBezTo>
                  <a:cubicBezTo>
                    <a:pt x="47" y="2779"/>
                    <a:pt x="332" y="2719"/>
                    <a:pt x="494" y="2710"/>
                  </a:cubicBezTo>
                  <a:cubicBezTo>
                    <a:pt x="599" y="2731"/>
                    <a:pt x="689" y="2602"/>
                    <a:pt x="593" y="2528"/>
                  </a:cubicBezTo>
                  <a:cubicBezTo>
                    <a:pt x="464" y="2513"/>
                    <a:pt x="334" y="2540"/>
                    <a:pt x="205" y="2535"/>
                  </a:cubicBezTo>
                  <a:cubicBezTo>
                    <a:pt x="515" y="2263"/>
                    <a:pt x="911" y="2084"/>
                    <a:pt x="1312" y="1999"/>
                  </a:cubicBezTo>
                  <a:cubicBezTo>
                    <a:pt x="1260" y="2118"/>
                    <a:pt x="1182" y="2222"/>
                    <a:pt x="1130" y="2340"/>
                  </a:cubicBezTo>
                  <a:cubicBezTo>
                    <a:pt x="1029" y="2185"/>
                    <a:pt x="782" y="2171"/>
                    <a:pt x="683" y="233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" name="Freeform 29"/>
            <p:cNvSpPr>
              <a:spLocks/>
            </p:cNvSpPr>
            <p:nvPr/>
          </p:nvSpPr>
          <p:spPr bwMode="auto">
            <a:xfrm flipV="1">
              <a:off x="5525" y="511"/>
              <a:ext cx="123" cy="36"/>
            </a:xfrm>
            <a:custGeom>
              <a:avLst/>
              <a:gdLst>
                <a:gd name="T0" fmla="*/ 236 w 539"/>
                <a:gd name="T1" fmla="*/ 149 h 159"/>
                <a:gd name="T2" fmla="*/ 539 w 539"/>
                <a:gd name="T3" fmla="*/ 102 h 159"/>
                <a:gd name="T4" fmla="*/ 289 w 539"/>
                <a:gd name="T5" fmla="*/ 104 h 159"/>
                <a:gd name="T6" fmla="*/ 316 w 539"/>
                <a:gd name="T7" fmla="*/ 0 h 159"/>
                <a:gd name="T8" fmla="*/ 0 w 539"/>
                <a:gd name="T9" fmla="*/ 87 h 159"/>
                <a:gd name="T10" fmla="*/ 269 w 539"/>
                <a:gd name="T11" fmla="*/ 50 h 159"/>
                <a:gd name="T12" fmla="*/ 236 w 539"/>
                <a:gd name="T13" fmla="*/ 14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9" h="159">
                  <a:moveTo>
                    <a:pt x="236" y="149"/>
                  </a:moveTo>
                  <a:cubicBezTo>
                    <a:pt x="337" y="142"/>
                    <a:pt x="448" y="159"/>
                    <a:pt x="539" y="102"/>
                  </a:cubicBezTo>
                  <a:cubicBezTo>
                    <a:pt x="456" y="93"/>
                    <a:pt x="372" y="97"/>
                    <a:pt x="289" y="104"/>
                  </a:cubicBezTo>
                  <a:cubicBezTo>
                    <a:pt x="295" y="78"/>
                    <a:pt x="309" y="26"/>
                    <a:pt x="316" y="0"/>
                  </a:cubicBezTo>
                  <a:cubicBezTo>
                    <a:pt x="209" y="23"/>
                    <a:pt x="102" y="46"/>
                    <a:pt x="0" y="87"/>
                  </a:cubicBezTo>
                  <a:cubicBezTo>
                    <a:pt x="90" y="78"/>
                    <a:pt x="180" y="63"/>
                    <a:pt x="269" y="50"/>
                  </a:cubicBezTo>
                  <a:cubicBezTo>
                    <a:pt x="258" y="83"/>
                    <a:pt x="247" y="116"/>
                    <a:pt x="236" y="14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 flipV="1">
              <a:off x="5520" y="546"/>
              <a:ext cx="94" cy="48"/>
            </a:xfrm>
            <a:custGeom>
              <a:avLst/>
              <a:gdLst>
                <a:gd name="T0" fmla="*/ 0 w 415"/>
                <a:gd name="T1" fmla="*/ 212 h 212"/>
                <a:gd name="T2" fmla="*/ 179 w 415"/>
                <a:gd name="T3" fmla="*/ 82 h 212"/>
                <a:gd name="T4" fmla="*/ 204 w 415"/>
                <a:gd name="T5" fmla="*/ 165 h 212"/>
                <a:gd name="T6" fmla="*/ 415 w 415"/>
                <a:gd name="T7" fmla="*/ 0 h 212"/>
                <a:gd name="T8" fmla="*/ 238 w 415"/>
                <a:gd name="T9" fmla="*/ 99 h 212"/>
                <a:gd name="T10" fmla="*/ 177 w 415"/>
                <a:gd name="T11" fmla="*/ 33 h 212"/>
                <a:gd name="T12" fmla="*/ 0 w 415"/>
                <a:gd name="T1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5" h="212">
                  <a:moveTo>
                    <a:pt x="0" y="212"/>
                  </a:moveTo>
                  <a:cubicBezTo>
                    <a:pt x="61" y="172"/>
                    <a:pt x="120" y="127"/>
                    <a:pt x="179" y="82"/>
                  </a:cubicBezTo>
                  <a:cubicBezTo>
                    <a:pt x="185" y="103"/>
                    <a:pt x="198" y="144"/>
                    <a:pt x="204" y="165"/>
                  </a:cubicBezTo>
                  <a:cubicBezTo>
                    <a:pt x="280" y="118"/>
                    <a:pt x="356" y="69"/>
                    <a:pt x="415" y="0"/>
                  </a:cubicBezTo>
                  <a:cubicBezTo>
                    <a:pt x="351" y="23"/>
                    <a:pt x="294" y="60"/>
                    <a:pt x="238" y="99"/>
                  </a:cubicBezTo>
                  <a:cubicBezTo>
                    <a:pt x="218" y="77"/>
                    <a:pt x="197" y="55"/>
                    <a:pt x="177" y="33"/>
                  </a:cubicBezTo>
                  <a:cubicBezTo>
                    <a:pt x="117" y="91"/>
                    <a:pt x="56" y="150"/>
                    <a:pt x="0" y="2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3" name="Group 47"/>
          <p:cNvGrpSpPr>
            <a:grpSpLocks noChangeAspect="1"/>
          </p:cNvGrpSpPr>
          <p:nvPr/>
        </p:nvGrpSpPr>
        <p:grpSpPr bwMode="auto">
          <a:xfrm>
            <a:off x="2709864" y="2498725"/>
            <a:ext cx="2311400" cy="1255712"/>
            <a:chOff x="1707" y="1574"/>
            <a:chExt cx="1456" cy="791"/>
          </a:xfrm>
          <a:solidFill>
            <a:srgbClr val="595959"/>
          </a:solidFill>
        </p:grpSpPr>
        <p:sp>
          <p:nvSpPr>
            <p:cNvPr id="115" name="Freeform 48"/>
            <p:cNvSpPr>
              <a:spLocks/>
            </p:cNvSpPr>
            <p:nvPr/>
          </p:nvSpPr>
          <p:spPr bwMode="auto">
            <a:xfrm flipV="1">
              <a:off x="2389" y="1619"/>
              <a:ext cx="22" cy="39"/>
            </a:xfrm>
            <a:custGeom>
              <a:avLst/>
              <a:gdLst>
                <a:gd name="T0" fmla="*/ 0 w 95"/>
                <a:gd name="T1" fmla="*/ 107 h 174"/>
                <a:gd name="T2" fmla="*/ 0 w 95"/>
                <a:gd name="T3" fmla="*/ 10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5" h="174">
                  <a:moveTo>
                    <a:pt x="0" y="107"/>
                  </a:moveTo>
                  <a:cubicBezTo>
                    <a:pt x="95" y="174"/>
                    <a:pt x="39" y="0"/>
                    <a:pt x="0" y="10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16" name="Group 69"/>
            <p:cNvGrpSpPr>
              <a:grpSpLocks/>
            </p:cNvGrpSpPr>
            <p:nvPr/>
          </p:nvGrpSpPr>
          <p:grpSpPr bwMode="auto">
            <a:xfrm>
              <a:off x="1707" y="1574"/>
              <a:ext cx="1456" cy="791"/>
              <a:chOff x="1707" y="1574"/>
              <a:chExt cx="1456" cy="791"/>
            </a:xfrm>
            <a:grpFill/>
          </p:grpSpPr>
          <p:sp>
            <p:nvSpPr>
              <p:cNvPr id="117" name="Freeform 49"/>
              <p:cNvSpPr>
                <a:spLocks/>
              </p:cNvSpPr>
              <p:nvPr/>
            </p:nvSpPr>
            <p:spPr bwMode="auto">
              <a:xfrm flipV="1">
                <a:off x="2113" y="1574"/>
                <a:ext cx="35" cy="64"/>
              </a:xfrm>
              <a:custGeom>
                <a:avLst/>
                <a:gdLst>
                  <a:gd name="T0" fmla="*/ 102 w 155"/>
                  <a:gd name="T1" fmla="*/ 0 h 278"/>
                  <a:gd name="T2" fmla="*/ 113 w 155"/>
                  <a:gd name="T3" fmla="*/ 278 h 278"/>
                  <a:gd name="T4" fmla="*/ 102 w 155"/>
                  <a:gd name="T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5" h="278">
                    <a:moveTo>
                      <a:pt x="102" y="0"/>
                    </a:moveTo>
                    <a:cubicBezTo>
                      <a:pt x="87" y="89"/>
                      <a:pt x="0" y="220"/>
                      <a:pt x="113" y="278"/>
                    </a:cubicBezTo>
                    <a:cubicBezTo>
                      <a:pt x="129" y="186"/>
                      <a:pt x="155" y="85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Freeform 50"/>
              <p:cNvSpPr>
                <a:spLocks/>
              </p:cNvSpPr>
              <p:nvPr/>
            </p:nvSpPr>
            <p:spPr bwMode="auto">
              <a:xfrm flipV="1">
                <a:off x="1954" y="1585"/>
                <a:ext cx="78" cy="69"/>
              </a:xfrm>
              <a:custGeom>
                <a:avLst/>
                <a:gdLst>
                  <a:gd name="T0" fmla="*/ 44 w 342"/>
                  <a:gd name="T1" fmla="*/ 0 h 301"/>
                  <a:gd name="T2" fmla="*/ 150 w 342"/>
                  <a:gd name="T3" fmla="*/ 296 h 301"/>
                  <a:gd name="T4" fmla="*/ 289 w 342"/>
                  <a:gd name="T5" fmla="*/ 51 h 301"/>
                  <a:gd name="T6" fmla="*/ 101 w 342"/>
                  <a:gd name="T7" fmla="*/ 70 h 301"/>
                  <a:gd name="T8" fmla="*/ 155 w 342"/>
                  <a:gd name="T9" fmla="*/ 200 h 301"/>
                  <a:gd name="T10" fmla="*/ 254 w 342"/>
                  <a:gd name="T11" fmla="*/ 74 h 301"/>
                  <a:gd name="T12" fmla="*/ 179 w 342"/>
                  <a:gd name="T13" fmla="*/ 270 h 301"/>
                  <a:gd name="T14" fmla="*/ 44 w 342"/>
                  <a:gd name="T15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2" h="301">
                    <a:moveTo>
                      <a:pt x="44" y="0"/>
                    </a:moveTo>
                    <a:cubicBezTo>
                      <a:pt x="0" y="105"/>
                      <a:pt x="19" y="268"/>
                      <a:pt x="150" y="296"/>
                    </a:cubicBezTo>
                    <a:cubicBezTo>
                      <a:pt x="275" y="301"/>
                      <a:pt x="342" y="154"/>
                      <a:pt x="289" y="51"/>
                    </a:cubicBezTo>
                    <a:cubicBezTo>
                      <a:pt x="226" y="57"/>
                      <a:pt x="163" y="63"/>
                      <a:pt x="101" y="70"/>
                    </a:cubicBezTo>
                    <a:cubicBezTo>
                      <a:pt x="110" y="117"/>
                      <a:pt x="124" y="163"/>
                      <a:pt x="155" y="200"/>
                    </a:cubicBezTo>
                    <a:cubicBezTo>
                      <a:pt x="188" y="157"/>
                      <a:pt x="221" y="116"/>
                      <a:pt x="254" y="74"/>
                    </a:cubicBezTo>
                    <a:cubicBezTo>
                      <a:pt x="275" y="148"/>
                      <a:pt x="271" y="250"/>
                      <a:pt x="179" y="270"/>
                    </a:cubicBezTo>
                    <a:cubicBezTo>
                      <a:pt x="47" y="237"/>
                      <a:pt x="82" y="96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Freeform 51"/>
              <p:cNvSpPr>
                <a:spLocks/>
              </p:cNvSpPr>
              <p:nvPr/>
            </p:nvSpPr>
            <p:spPr bwMode="auto">
              <a:xfrm flipV="1">
                <a:off x="2539" y="1580"/>
                <a:ext cx="22" cy="63"/>
              </a:xfrm>
              <a:custGeom>
                <a:avLst/>
                <a:gdLst>
                  <a:gd name="T0" fmla="*/ 9 w 95"/>
                  <a:gd name="T1" fmla="*/ 274 h 274"/>
                  <a:gd name="T2" fmla="*/ 79 w 95"/>
                  <a:gd name="T3" fmla="*/ 213 h 274"/>
                  <a:gd name="T4" fmla="*/ 32 w 95"/>
                  <a:gd name="T5" fmla="*/ 0 h 274"/>
                  <a:gd name="T6" fmla="*/ 9 w 95"/>
                  <a:gd name="T7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274">
                    <a:moveTo>
                      <a:pt x="9" y="274"/>
                    </a:moveTo>
                    <a:cubicBezTo>
                      <a:pt x="26" y="259"/>
                      <a:pt x="61" y="228"/>
                      <a:pt x="79" y="213"/>
                    </a:cubicBezTo>
                    <a:cubicBezTo>
                      <a:pt x="72" y="141"/>
                      <a:pt x="95" y="53"/>
                      <a:pt x="32" y="0"/>
                    </a:cubicBezTo>
                    <a:cubicBezTo>
                      <a:pt x="11" y="90"/>
                      <a:pt x="0" y="182"/>
                      <a:pt x="9" y="27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Freeform 52"/>
              <p:cNvSpPr>
                <a:spLocks/>
              </p:cNvSpPr>
              <p:nvPr/>
            </p:nvSpPr>
            <p:spPr bwMode="auto">
              <a:xfrm flipV="1">
                <a:off x="2167" y="1593"/>
                <a:ext cx="89" cy="75"/>
              </a:xfrm>
              <a:custGeom>
                <a:avLst/>
                <a:gdLst>
                  <a:gd name="T0" fmla="*/ 155 w 391"/>
                  <a:gd name="T1" fmla="*/ 229 h 327"/>
                  <a:gd name="T2" fmla="*/ 244 w 391"/>
                  <a:gd name="T3" fmla="*/ 327 h 327"/>
                  <a:gd name="T4" fmla="*/ 205 w 391"/>
                  <a:gd name="T5" fmla="*/ 200 h 327"/>
                  <a:gd name="T6" fmla="*/ 391 w 391"/>
                  <a:gd name="T7" fmla="*/ 208 h 327"/>
                  <a:gd name="T8" fmla="*/ 227 w 391"/>
                  <a:gd name="T9" fmla="*/ 168 h 327"/>
                  <a:gd name="T10" fmla="*/ 283 w 391"/>
                  <a:gd name="T11" fmla="*/ 34 h 327"/>
                  <a:gd name="T12" fmla="*/ 176 w 391"/>
                  <a:gd name="T13" fmla="*/ 158 h 327"/>
                  <a:gd name="T14" fmla="*/ 128 w 391"/>
                  <a:gd name="T15" fmla="*/ 0 h 327"/>
                  <a:gd name="T16" fmla="*/ 128 w 391"/>
                  <a:gd name="T17" fmla="*/ 154 h 327"/>
                  <a:gd name="T18" fmla="*/ 0 w 391"/>
                  <a:gd name="T19" fmla="*/ 120 h 327"/>
                  <a:gd name="T20" fmla="*/ 137 w 391"/>
                  <a:gd name="T21" fmla="*/ 193 h 327"/>
                  <a:gd name="T22" fmla="*/ 5 w 391"/>
                  <a:gd name="T23" fmla="*/ 279 h 327"/>
                  <a:gd name="T24" fmla="*/ 155 w 391"/>
                  <a:gd name="T25" fmla="*/ 229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1" h="327">
                    <a:moveTo>
                      <a:pt x="155" y="229"/>
                    </a:moveTo>
                    <a:cubicBezTo>
                      <a:pt x="184" y="262"/>
                      <a:pt x="214" y="295"/>
                      <a:pt x="244" y="327"/>
                    </a:cubicBezTo>
                    <a:cubicBezTo>
                      <a:pt x="232" y="285"/>
                      <a:pt x="219" y="242"/>
                      <a:pt x="205" y="200"/>
                    </a:cubicBezTo>
                    <a:cubicBezTo>
                      <a:pt x="267" y="206"/>
                      <a:pt x="329" y="210"/>
                      <a:pt x="391" y="208"/>
                    </a:cubicBezTo>
                    <a:cubicBezTo>
                      <a:pt x="338" y="188"/>
                      <a:pt x="283" y="177"/>
                      <a:pt x="227" y="168"/>
                    </a:cubicBezTo>
                    <a:cubicBezTo>
                      <a:pt x="247" y="124"/>
                      <a:pt x="266" y="79"/>
                      <a:pt x="283" y="34"/>
                    </a:cubicBezTo>
                    <a:cubicBezTo>
                      <a:pt x="245" y="73"/>
                      <a:pt x="210" y="115"/>
                      <a:pt x="176" y="158"/>
                    </a:cubicBezTo>
                    <a:cubicBezTo>
                      <a:pt x="164" y="118"/>
                      <a:pt x="140" y="40"/>
                      <a:pt x="128" y="0"/>
                    </a:cubicBezTo>
                    <a:cubicBezTo>
                      <a:pt x="118" y="51"/>
                      <a:pt x="123" y="103"/>
                      <a:pt x="128" y="154"/>
                    </a:cubicBezTo>
                    <a:cubicBezTo>
                      <a:pt x="86" y="141"/>
                      <a:pt x="43" y="130"/>
                      <a:pt x="0" y="120"/>
                    </a:cubicBezTo>
                    <a:cubicBezTo>
                      <a:pt x="42" y="150"/>
                      <a:pt x="88" y="175"/>
                      <a:pt x="137" y="193"/>
                    </a:cubicBezTo>
                    <a:cubicBezTo>
                      <a:pt x="92" y="220"/>
                      <a:pt x="48" y="248"/>
                      <a:pt x="5" y="279"/>
                    </a:cubicBezTo>
                    <a:cubicBezTo>
                      <a:pt x="56" y="264"/>
                      <a:pt x="106" y="247"/>
                      <a:pt x="155" y="2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Freeform 53"/>
              <p:cNvSpPr>
                <a:spLocks noEditPoints="1"/>
              </p:cNvSpPr>
              <p:nvPr/>
            </p:nvSpPr>
            <p:spPr bwMode="auto">
              <a:xfrm flipV="1">
                <a:off x="2355" y="1599"/>
                <a:ext cx="85" cy="85"/>
              </a:xfrm>
              <a:custGeom>
                <a:avLst/>
                <a:gdLst>
                  <a:gd name="T0" fmla="*/ 0 w 373"/>
                  <a:gd name="T1" fmla="*/ 169 h 371"/>
                  <a:gd name="T2" fmla="*/ 159 w 373"/>
                  <a:gd name="T3" fmla="*/ 371 h 371"/>
                  <a:gd name="T4" fmla="*/ 211 w 373"/>
                  <a:gd name="T5" fmla="*/ 226 h 371"/>
                  <a:gd name="T6" fmla="*/ 296 w 373"/>
                  <a:gd name="T7" fmla="*/ 339 h 371"/>
                  <a:gd name="T8" fmla="*/ 305 w 373"/>
                  <a:gd name="T9" fmla="*/ 231 h 371"/>
                  <a:gd name="T10" fmla="*/ 373 w 373"/>
                  <a:gd name="T11" fmla="*/ 198 h 371"/>
                  <a:gd name="T12" fmla="*/ 248 w 373"/>
                  <a:gd name="T13" fmla="*/ 199 h 371"/>
                  <a:gd name="T14" fmla="*/ 279 w 373"/>
                  <a:gd name="T15" fmla="*/ 142 h 371"/>
                  <a:gd name="T16" fmla="*/ 183 w 373"/>
                  <a:gd name="T17" fmla="*/ 0 h 371"/>
                  <a:gd name="T18" fmla="*/ 153 w 373"/>
                  <a:gd name="T19" fmla="*/ 188 h 371"/>
                  <a:gd name="T20" fmla="*/ 77 w 373"/>
                  <a:gd name="T21" fmla="*/ 9 h 371"/>
                  <a:gd name="T22" fmla="*/ 64 w 373"/>
                  <a:gd name="T23" fmla="*/ 154 h 371"/>
                  <a:gd name="T24" fmla="*/ 0 w 373"/>
                  <a:gd name="T25" fmla="*/ 169 h 371"/>
                  <a:gd name="T26" fmla="*/ 147 w 373"/>
                  <a:gd name="T27" fmla="*/ 218 h 371"/>
                  <a:gd name="T28" fmla="*/ 147 w 373"/>
                  <a:gd name="T29" fmla="*/ 218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3" h="371">
                    <a:moveTo>
                      <a:pt x="0" y="169"/>
                    </a:moveTo>
                    <a:cubicBezTo>
                      <a:pt x="96" y="192"/>
                      <a:pt x="111" y="300"/>
                      <a:pt x="159" y="371"/>
                    </a:cubicBezTo>
                    <a:cubicBezTo>
                      <a:pt x="176" y="323"/>
                      <a:pt x="193" y="274"/>
                      <a:pt x="211" y="226"/>
                    </a:cubicBezTo>
                    <a:cubicBezTo>
                      <a:pt x="233" y="254"/>
                      <a:pt x="275" y="310"/>
                      <a:pt x="296" y="339"/>
                    </a:cubicBezTo>
                    <a:cubicBezTo>
                      <a:pt x="300" y="303"/>
                      <a:pt x="303" y="267"/>
                      <a:pt x="305" y="231"/>
                    </a:cubicBezTo>
                    <a:cubicBezTo>
                      <a:pt x="322" y="223"/>
                      <a:pt x="356" y="206"/>
                      <a:pt x="373" y="198"/>
                    </a:cubicBezTo>
                    <a:cubicBezTo>
                      <a:pt x="342" y="198"/>
                      <a:pt x="280" y="199"/>
                      <a:pt x="248" y="199"/>
                    </a:cubicBezTo>
                    <a:cubicBezTo>
                      <a:pt x="256" y="185"/>
                      <a:pt x="271" y="156"/>
                      <a:pt x="279" y="142"/>
                    </a:cubicBezTo>
                    <a:cubicBezTo>
                      <a:pt x="242" y="98"/>
                      <a:pt x="212" y="49"/>
                      <a:pt x="183" y="0"/>
                    </a:cubicBezTo>
                    <a:cubicBezTo>
                      <a:pt x="179" y="63"/>
                      <a:pt x="184" y="130"/>
                      <a:pt x="153" y="188"/>
                    </a:cubicBezTo>
                    <a:cubicBezTo>
                      <a:pt x="129" y="128"/>
                      <a:pt x="104" y="68"/>
                      <a:pt x="77" y="9"/>
                    </a:cubicBezTo>
                    <a:cubicBezTo>
                      <a:pt x="69" y="57"/>
                      <a:pt x="66" y="106"/>
                      <a:pt x="64" y="154"/>
                    </a:cubicBezTo>
                    <a:cubicBezTo>
                      <a:pt x="48" y="158"/>
                      <a:pt x="16" y="166"/>
                      <a:pt x="0" y="169"/>
                    </a:cubicBezTo>
                    <a:moveTo>
                      <a:pt x="147" y="218"/>
                    </a:moveTo>
                    <a:cubicBezTo>
                      <a:pt x="186" y="111"/>
                      <a:pt x="242" y="285"/>
                      <a:pt x="147" y="2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54"/>
              <p:cNvSpPr>
                <a:spLocks/>
              </p:cNvSpPr>
              <p:nvPr/>
            </p:nvSpPr>
            <p:spPr bwMode="auto">
              <a:xfrm flipV="1">
                <a:off x="2434" y="1585"/>
                <a:ext cx="88" cy="95"/>
              </a:xfrm>
              <a:custGeom>
                <a:avLst/>
                <a:gdLst>
                  <a:gd name="T0" fmla="*/ 104 w 387"/>
                  <a:gd name="T1" fmla="*/ 333 h 413"/>
                  <a:gd name="T2" fmla="*/ 352 w 387"/>
                  <a:gd name="T3" fmla="*/ 203 h 413"/>
                  <a:gd name="T4" fmla="*/ 220 w 387"/>
                  <a:gd name="T5" fmla="*/ 118 h 413"/>
                  <a:gd name="T6" fmla="*/ 141 w 387"/>
                  <a:gd name="T7" fmla="*/ 241 h 413"/>
                  <a:gd name="T8" fmla="*/ 315 w 387"/>
                  <a:gd name="T9" fmla="*/ 220 h 413"/>
                  <a:gd name="T10" fmla="*/ 194 w 387"/>
                  <a:gd name="T11" fmla="*/ 330 h 413"/>
                  <a:gd name="T12" fmla="*/ 178 w 387"/>
                  <a:gd name="T13" fmla="*/ 88 h 413"/>
                  <a:gd name="T14" fmla="*/ 387 w 387"/>
                  <a:gd name="T15" fmla="*/ 190 h 413"/>
                  <a:gd name="T16" fmla="*/ 281 w 387"/>
                  <a:gd name="T17" fmla="*/ 47 h 413"/>
                  <a:gd name="T18" fmla="*/ 104 w 387"/>
                  <a:gd name="T19" fmla="*/ 33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7" h="413">
                    <a:moveTo>
                      <a:pt x="104" y="333"/>
                    </a:moveTo>
                    <a:cubicBezTo>
                      <a:pt x="205" y="413"/>
                      <a:pt x="341" y="319"/>
                      <a:pt x="352" y="203"/>
                    </a:cubicBezTo>
                    <a:cubicBezTo>
                      <a:pt x="301" y="186"/>
                      <a:pt x="257" y="157"/>
                      <a:pt x="220" y="118"/>
                    </a:cubicBezTo>
                    <a:cubicBezTo>
                      <a:pt x="192" y="158"/>
                      <a:pt x="166" y="199"/>
                      <a:pt x="141" y="241"/>
                    </a:cubicBezTo>
                    <a:cubicBezTo>
                      <a:pt x="199" y="235"/>
                      <a:pt x="257" y="227"/>
                      <a:pt x="315" y="220"/>
                    </a:cubicBezTo>
                    <a:cubicBezTo>
                      <a:pt x="291" y="271"/>
                      <a:pt x="262" y="334"/>
                      <a:pt x="194" y="330"/>
                    </a:cubicBezTo>
                    <a:cubicBezTo>
                      <a:pt x="72" y="322"/>
                      <a:pt x="86" y="131"/>
                      <a:pt x="178" y="88"/>
                    </a:cubicBezTo>
                    <a:cubicBezTo>
                      <a:pt x="264" y="30"/>
                      <a:pt x="327" y="147"/>
                      <a:pt x="387" y="190"/>
                    </a:cubicBezTo>
                    <a:cubicBezTo>
                      <a:pt x="373" y="129"/>
                      <a:pt x="350" y="61"/>
                      <a:pt x="281" y="47"/>
                    </a:cubicBezTo>
                    <a:cubicBezTo>
                      <a:pt x="130" y="0"/>
                      <a:pt x="0" y="219"/>
                      <a:pt x="104" y="33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55"/>
              <p:cNvSpPr>
                <a:spLocks/>
              </p:cNvSpPr>
              <p:nvPr/>
            </p:nvSpPr>
            <p:spPr bwMode="auto">
              <a:xfrm flipV="1">
                <a:off x="2578" y="1603"/>
                <a:ext cx="84" cy="73"/>
              </a:xfrm>
              <a:custGeom>
                <a:avLst/>
                <a:gdLst>
                  <a:gd name="T0" fmla="*/ 167 w 369"/>
                  <a:gd name="T1" fmla="*/ 224 h 320"/>
                  <a:gd name="T2" fmla="*/ 245 w 369"/>
                  <a:gd name="T3" fmla="*/ 320 h 320"/>
                  <a:gd name="T4" fmla="*/ 212 w 369"/>
                  <a:gd name="T5" fmla="*/ 189 h 320"/>
                  <a:gd name="T6" fmla="*/ 369 w 369"/>
                  <a:gd name="T7" fmla="*/ 193 h 320"/>
                  <a:gd name="T8" fmla="*/ 367 w 369"/>
                  <a:gd name="T9" fmla="*/ 163 h 320"/>
                  <a:gd name="T10" fmla="*/ 227 w 369"/>
                  <a:gd name="T11" fmla="*/ 159 h 320"/>
                  <a:gd name="T12" fmla="*/ 277 w 369"/>
                  <a:gd name="T13" fmla="*/ 31 h 320"/>
                  <a:gd name="T14" fmla="*/ 177 w 369"/>
                  <a:gd name="T15" fmla="*/ 143 h 320"/>
                  <a:gd name="T16" fmla="*/ 127 w 369"/>
                  <a:gd name="T17" fmla="*/ 0 h 320"/>
                  <a:gd name="T18" fmla="*/ 128 w 369"/>
                  <a:gd name="T19" fmla="*/ 142 h 320"/>
                  <a:gd name="T20" fmla="*/ 0 w 369"/>
                  <a:gd name="T21" fmla="*/ 124 h 320"/>
                  <a:gd name="T22" fmla="*/ 120 w 369"/>
                  <a:gd name="T23" fmla="*/ 175 h 320"/>
                  <a:gd name="T24" fmla="*/ 89 w 369"/>
                  <a:gd name="T25" fmla="*/ 225 h 320"/>
                  <a:gd name="T26" fmla="*/ 167 w 369"/>
                  <a:gd name="T27" fmla="*/ 22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9" h="320">
                    <a:moveTo>
                      <a:pt x="167" y="224"/>
                    </a:moveTo>
                    <a:cubicBezTo>
                      <a:pt x="186" y="248"/>
                      <a:pt x="225" y="296"/>
                      <a:pt x="245" y="320"/>
                    </a:cubicBezTo>
                    <a:cubicBezTo>
                      <a:pt x="237" y="287"/>
                      <a:pt x="220" y="222"/>
                      <a:pt x="212" y="189"/>
                    </a:cubicBezTo>
                    <a:cubicBezTo>
                      <a:pt x="264" y="190"/>
                      <a:pt x="317" y="192"/>
                      <a:pt x="369" y="193"/>
                    </a:cubicBezTo>
                    <a:lnTo>
                      <a:pt x="367" y="163"/>
                    </a:lnTo>
                    <a:cubicBezTo>
                      <a:pt x="320" y="161"/>
                      <a:pt x="274" y="160"/>
                      <a:pt x="227" y="159"/>
                    </a:cubicBezTo>
                    <a:cubicBezTo>
                      <a:pt x="245" y="117"/>
                      <a:pt x="262" y="74"/>
                      <a:pt x="277" y="31"/>
                    </a:cubicBezTo>
                    <a:cubicBezTo>
                      <a:pt x="242" y="67"/>
                      <a:pt x="210" y="105"/>
                      <a:pt x="177" y="143"/>
                    </a:cubicBezTo>
                    <a:cubicBezTo>
                      <a:pt x="165" y="107"/>
                      <a:pt x="139" y="36"/>
                      <a:pt x="127" y="0"/>
                    </a:cubicBezTo>
                    <a:cubicBezTo>
                      <a:pt x="118" y="47"/>
                      <a:pt x="119" y="94"/>
                      <a:pt x="128" y="142"/>
                    </a:cubicBezTo>
                    <a:cubicBezTo>
                      <a:pt x="96" y="138"/>
                      <a:pt x="32" y="129"/>
                      <a:pt x="0" y="124"/>
                    </a:cubicBezTo>
                    <a:cubicBezTo>
                      <a:pt x="39" y="143"/>
                      <a:pt x="79" y="160"/>
                      <a:pt x="120" y="175"/>
                    </a:cubicBezTo>
                    <a:cubicBezTo>
                      <a:pt x="112" y="187"/>
                      <a:pt x="97" y="212"/>
                      <a:pt x="89" y="225"/>
                    </a:cubicBezTo>
                    <a:cubicBezTo>
                      <a:pt x="108" y="225"/>
                      <a:pt x="147" y="224"/>
                      <a:pt x="167" y="2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56"/>
              <p:cNvSpPr>
                <a:spLocks/>
              </p:cNvSpPr>
              <p:nvPr/>
            </p:nvSpPr>
            <p:spPr bwMode="auto">
              <a:xfrm flipV="1">
                <a:off x="2127" y="1631"/>
                <a:ext cx="43" cy="48"/>
              </a:xfrm>
              <a:custGeom>
                <a:avLst/>
                <a:gdLst>
                  <a:gd name="T0" fmla="*/ 31 w 189"/>
                  <a:gd name="T1" fmla="*/ 168 h 212"/>
                  <a:gd name="T2" fmla="*/ 31 w 189"/>
                  <a:gd name="T3" fmla="*/ 16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89" h="212">
                    <a:moveTo>
                      <a:pt x="31" y="168"/>
                    </a:moveTo>
                    <a:cubicBezTo>
                      <a:pt x="189" y="212"/>
                      <a:pt x="0" y="0"/>
                      <a:pt x="31" y="16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57"/>
              <p:cNvSpPr>
                <a:spLocks/>
              </p:cNvSpPr>
              <p:nvPr/>
            </p:nvSpPr>
            <p:spPr bwMode="auto">
              <a:xfrm flipV="1">
                <a:off x="1976" y="1649"/>
                <a:ext cx="41" cy="19"/>
              </a:xfrm>
              <a:custGeom>
                <a:avLst/>
                <a:gdLst>
                  <a:gd name="T0" fmla="*/ 28 w 178"/>
                  <a:gd name="T1" fmla="*/ 12 h 83"/>
                  <a:gd name="T2" fmla="*/ 172 w 178"/>
                  <a:gd name="T3" fmla="*/ 78 h 83"/>
                  <a:gd name="T4" fmla="*/ 28 w 178"/>
                  <a:gd name="T5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8" h="83">
                    <a:moveTo>
                      <a:pt x="28" y="12"/>
                    </a:moveTo>
                    <a:cubicBezTo>
                      <a:pt x="0" y="69"/>
                      <a:pt x="131" y="83"/>
                      <a:pt x="172" y="78"/>
                    </a:cubicBezTo>
                    <a:cubicBezTo>
                      <a:pt x="178" y="15"/>
                      <a:pt x="76" y="0"/>
                      <a:pt x="2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58"/>
              <p:cNvSpPr>
                <a:spLocks/>
              </p:cNvSpPr>
              <p:nvPr/>
            </p:nvSpPr>
            <p:spPr bwMode="auto">
              <a:xfrm flipV="1">
                <a:off x="2537" y="1640"/>
                <a:ext cx="44" cy="46"/>
              </a:xfrm>
              <a:custGeom>
                <a:avLst/>
                <a:gdLst>
                  <a:gd name="T0" fmla="*/ 34 w 195"/>
                  <a:gd name="T1" fmla="*/ 165 h 200"/>
                  <a:gd name="T2" fmla="*/ 34 w 195"/>
                  <a:gd name="T3" fmla="*/ 1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5" h="200">
                    <a:moveTo>
                      <a:pt x="34" y="165"/>
                    </a:moveTo>
                    <a:cubicBezTo>
                      <a:pt x="195" y="200"/>
                      <a:pt x="0" y="0"/>
                      <a:pt x="34" y="16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59"/>
              <p:cNvSpPr>
                <a:spLocks/>
              </p:cNvSpPr>
              <p:nvPr/>
            </p:nvSpPr>
            <p:spPr bwMode="auto">
              <a:xfrm flipV="1">
                <a:off x="2016" y="1697"/>
                <a:ext cx="137" cy="154"/>
              </a:xfrm>
              <a:custGeom>
                <a:avLst/>
                <a:gdLst>
                  <a:gd name="T0" fmla="*/ 168 w 597"/>
                  <a:gd name="T1" fmla="*/ 551 h 671"/>
                  <a:gd name="T2" fmla="*/ 563 w 597"/>
                  <a:gd name="T3" fmla="*/ 297 h 671"/>
                  <a:gd name="T4" fmla="*/ 159 w 597"/>
                  <a:gd name="T5" fmla="*/ 111 h 671"/>
                  <a:gd name="T6" fmla="*/ 168 w 597"/>
                  <a:gd name="T7" fmla="*/ 551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7" h="671">
                    <a:moveTo>
                      <a:pt x="168" y="551"/>
                    </a:moveTo>
                    <a:cubicBezTo>
                      <a:pt x="342" y="671"/>
                      <a:pt x="597" y="502"/>
                      <a:pt x="563" y="297"/>
                    </a:cubicBezTo>
                    <a:cubicBezTo>
                      <a:pt x="549" y="109"/>
                      <a:pt x="310" y="0"/>
                      <a:pt x="159" y="111"/>
                    </a:cubicBezTo>
                    <a:cubicBezTo>
                      <a:pt x="0" y="205"/>
                      <a:pt x="9" y="463"/>
                      <a:pt x="168" y="5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Freeform 60"/>
              <p:cNvSpPr>
                <a:spLocks/>
              </p:cNvSpPr>
              <p:nvPr/>
            </p:nvSpPr>
            <p:spPr bwMode="auto">
              <a:xfrm flipV="1">
                <a:off x="2583" y="1715"/>
                <a:ext cx="150" cy="146"/>
              </a:xfrm>
              <a:custGeom>
                <a:avLst/>
                <a:gdLst>
                  <a:gd name="T0" fmla="*/ 253 w 659"/>
                  <a:gd name="T1" fmla="*/ 569 h 638"/>
                  <a:gd name="T2" fmla="*/ 565 w 659"/>
                  <a:gd name="T3" fmla="*/ 218 h 638"/>
                  <a:gd name="T4" fmla="*/ 129 w 659"/>
                  <a:gd name="T5" fmla="*/ 146 h 638"/>
                  <a:gd name="T6" fmla="*/ 253 w 659"/>
                  <a:gd name="T7" fmla="*/ 569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9" h="638">
                    <a:moveTo>
                      <a:pt x="253" y="569"/>
                    </a:moveTo>
                    <a:cubicBezTo>
                      <a:pt x="451" y="638"/>
                      <a:pt x="659" y="406"/>
                      <a:pt x="565" y="218"/>
                    </a:cubicBezTo>
                    <a:cubicBezTo>
                      <a:pt x="502" y="43"/>
                      <a:pt x="245" y="0"/>
                      <a:pt x="129" y="146"/>
                    </a:cubicBezTo>
                    <a:cubicBezTo>
                      <a:pt x="0" y="279"/>
                      <a:pt x="75" y="526"/>
                      <a:pt x="253" y="56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2" name="Freeform 61"/>
              <p:cNvSpPr>
                <a:spLocks/>
              </p:cNvSpPr>
              <p:nvPr/>
            </p:nvSpPr>
            <p:spPr bwMode="auto">
              <a:xfrm flipV="1">
                <a:off x="1936" y="1817"/>
                <a:ext cx="255" cy="537"/>
              </a:xfrm>
              <a:custGeom>
                <a:avLst/>
                <a:gdLst>
                  <a:gd name="T0" fmla="*/ 165 w 1117"/>
                  <a:gd name="T1" fmla="*/ 2110 h 2339"/>
                  <a:gd name="T2" fmla="*/ 498 w 1117"/>
                  <a:gd name="T3" fmla="*/ 2267 h 2339"/>
                  <a:gd name="T4" fmla="*/ 606 w 1117"/>
                  <a:gd name="T5" fmla="*/ 1931 h 2339"/>
                  <a:gd name="T6" fmla="*/ 508 w 1117"/>
                  <a:gd name="T7" fmla="*/ 2167 h 2339"/>
                  <a:gd name="T8" fmla="*/ 311 w 1117"/>
                  <a:gd name="T9" fmla="*/ 2107 h 2339"/>
                  <a:gd name="T10" fmla="*/ 359 w 1117"/>
                  <a:gd name="T11" fmla="*/ 1893 h 2339"/>
                  <a:gd name="T12" fmla="*/ 433 w 1117"/>
                  <a:gd name="T13" fmla="*/ 2188 h 2339"/>
                  <a:gd name="T14" fmla="*/ 580 w 1117"/>
                  <a:gd name="T15" fmla="*/ 1919 h 2339"/>
                  <a:gd name="T16" fmla="*/ 1027 w 1117"/>
                  <a:gd name="T17" fmla="*/ 1626 h 2339"/>
                  <a:gd name="T18" fmla="*/ 991 w 1117"/>
                  <a:gd name="T19" fmla="*/ 1454 h 2339"/>
                  <a:gd name="T20" fmla="*/ 482 w 1117"/>
                  <a:gd name="T21" fmla="*/ 1743 h 2339"/>
                  <a:gd name="T22" fmla="*/ 477 w 1117"/>
                  <a:gd name="T23" fmla="*/ 1317 h 2339"/>
                  <a:gd name="T24" fmla="*/ 446 w 1117"/>
                  <a:gd name="T25" fmla="*/ 134 h 2339"/>
                  <a:gd name="T26" fmla="*/ 194 w 1117"/>
                  <a:gd name="T27" fmla="*/ 92 h 2339"/>
                  <a:gd name="T28" fmla="*/ 196 w 1117"/>
                  <a:gd name="T29" fmla="*/ 313 h 2339"/>
                  <a:gd name="T30" fmla="*/ 217 w 1117"/>
                  <a:gd name="T31" fmla="*/ 1122 h 2339"/>
                  <a:gd name="T32" fmla="*/ 10 w 1117"/>
                  <a:gd name="T33" fmla="*/ 1381 h 2339"/>
                  <a:gd name="T34" fmla="*/ 165 w 1117"/>
                  <a:gd name="T35" fmla="*/ 2110 h 2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17" h="2339">
                    <a:moveTo>
                      <a:pt x="165" y="2110"/>
                    </a:moveTo>
                    <a:cubicBezTo>
                      <a:pt x="220" y="2227"/>
                      <a:pt x="369" y="2339"/>
                      <a:pt x="498" y="2267"/>
                    </a:cubicBezTo>
                    <a:cubicBezTo>
                      <a:pt x="616" y="2202"/>
                      <a:pt x="625" y="2050"/>
                      <a:pt x="606" y="1931"/>
                    </a:cubicBezTo>
                    <a:cubicBezTo>
                      <a:pt x="565" y="2006"/>
                      <a:pt x="542" y="2089"/>
                      <a:pt x="508" y="2167"/>
                    </a:cubicBezTo>
                    <a:cubicBezTo>
                      <a:pt x="449" y="2241"/>
                      <a:pt x="320" y="2198"/>
                      <a:pt x="311" y="2107"/>
                    </a:cubicBezTo>
                    <a:cubicBezTo>
                      <a:pt x="305" y="2033"/>
                      <a:pt x="334" y="1961"/>
                      <a:pt x="359" y="1893"/>
                    </a:cubicBezTo>
                    <a:cubicBezTo>
                      <a:pt x="357" y="1994"/>
                      <a:pt x="274" y="2167"/>
                      <a:pt x="433" y="2188"/>
                    </a:cubicBezTo>
                    <a:cubicBezTo>
                      <a:pt x="539" y="2144"/>
                      <a:pt x="521" y="2004"/>
                      <a:pt x="580" y="1919"/>
                    </a:cubicBezTo>
                    <a:cubicBezTo>
                      <a:pt x="666" y="1748"/>
                      <a:pt x="852" y="1672"/>
                      <a:pt x="1027" y="1626"/>
                    </a:cubicBezTo>
                    <a:cubicBezTo>
                      <a:pt x="1117" y="1602"/>
                      <a:pt x="1078" y="1446"/>
                      <a:pt x="991" y="1454"/>
                    </a:cubicBezTo>
                    <a:cubicBezTo>
                      <a:pt x="793" y="1477"/>
                      <a:pt x="595" y="1575"/>
                      <a:pt x="482" y="1743"/>
                    </a:cubicBezTo>
                    <a:cubicBezTo>
                      <a:pt x="505" y="1601"/>
                      <a:pt x="453" y="1459"/>
                      <a:pt x="477" y="1317"/>
                    </a:cubicBezTo>
                    <a:cubicBezTo>
                      <a:pt x="557" y="929"/>
                      <a:pt x="578" y="513"/>
                      <a:pt x="446" y="134"/>
                    </a:cubicBezTo>
                    <a:cubicBezTo>
                      <a:pt x="416" y="27"/>
                      <a:pt x="257" y="0"/>
                      <a:pt x="194" y="92"/>
                    </a:cubicBezTo>
                    <a:cubicBezTo>
                      <a:pt x="136" y="156"/>
                      <a:pt x="181" y="241"/>
                      <a:pt x="196" y="313"/>
                    </a:cubicBezTo>
                    <a:cubicBezTo>
                      <a:pt x="270" y="576"/>
                      <a:pt x="262" y="855"/>
                      <a:pt x="217" y="1122"/>
                    </a:cubicBezTo>
                    <a:cubicBezTo>
                      <a:pt x="113" y="1172"/>
                      <a:pt x="16" y="1258"/>
                      <a:pt x="10" y="1381"/>
                    </a:cubicBezTo>
                    <a:cubicBezTo>
                      <a:pt x="0" y="1631"/>
                      <a:pt x="60" y="1883"/>
                      <a:pt x="165" y="21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Freeform 62"/>
              <p:cNvSpPr>
                <a:spLocks/>
              </p:cNvSpPr>
              <p:nvPr/>
            </p:nvSpPr>
            <p:spPr bwMode="auto">
              <a:xfrm flipV="1">
                <a:off x="2503" y="1834"/>
                <a:ext cx="233" cy="79"/>
              </a:xfrm>
              <a:custGeom>
                <a:avLst/>
                <a:gdLst>
                  <a:gd name="T0" fmla="*/ 46 w 1024"/>
                  <a:gd name="T1" fmla="*/ 296 h 344"/>
                  <a:gd name="T2" fmla="*/ 279 w 1024"/>
                  <a:gd name="T3" fmla="*/ 276 h 344"/>
                  <a:gd name="T4" fmla="*/ 913 w 1024"/>
                  <a:gd name="T5" fmla="*/ 204 h 344"/>
                  <a:gd name="T6" fmla="*/ 914 w 1024"/>
                  <a:gd name="T7" fmla="*/ 25 h 344"/>
                  <a:gd name="T8" fmla="*/ 101 w 1024"/>
                  <a:gd name="T9" fmla="*/ 133 h 344"/>
                  <a:gd name="T10" fmla="*/ 46 w 1024"/>
                  <a:gd name="T11" fmla="*/ 296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4" h="344">
                    <a:moveTo>
                      <a:pt x="46" y="296"/>
                    </a:moveTo>
                    <a:cubicBezTo>
                      <a:pt x="119" y="344"/>
                      <a:pt x="203" y="287"/>
                      <a:pt x="279" y="276"/>
                    </a:cubicBezTo>
                    <a:cubicBezTo>
                      <a:pt x="485" y="214"/>
                      <a:pt x="700" y="207"/>
                      <a:pt x="913" y="204"/>
                    </a:cubicBezTo>
                    <a:cubicBezTo>
                      <a:pt x="1018" y="212"/>
                      <a:pt x="1024" y="13"/>
                      <a:pt x="914" y="25"/>
                    </a:cubicBezTo>
                    <a:cubicBezTo>
                      <a:pt x="640" y="0"/>
                      <a:pt x="362" y="51"/>
                      <a:pt x="101" y="133"/>
                    </a:cubicBezTo>
                    <a:cubicBezTo>
                      <a:pt x="23" y="144"/>
                      <a:pt x="0" y="238"/>
                      <a:pt x="46" y="29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Freeform 63"/>
              <p:cNvSpPr>
                <a:spLocks/>
              </p:cNvSpPr>
              <p:nvPr/>
            </p:nvSpPr>
            <p:spPr bwMode="auto">
              <a:xfrm flipV="1">
                <a:off x="2653" y="1827"/>
                <a:ext cx="154" cy="523"/>
              </a:xfrm>
              <a:custGeom>
                <a:avLst/>
                <a:gdLst>
                  <a:gd name="T0" fmla="*/ 101 w 673"/>
                  <a:gd name="T1" fmla="*/ 2144 h 2280"/>
                  <a:gd name="T2" fmla="*/ 492 w 673"/>
                  <a:gd name="T3" fmla="*/ 2065 h 2280"/>
                  <a:gd name="T4" fmla="*/ 660 w 673"/>
                  <a:gd name="T5" fmla="*/ 1302 h 2280"/>
                  <a:gd name="T6" fmla="*/ 412 w 673"/>
                  <a:gd name="T7" fmla="*/ 1057 h 2280"/>
                  <a:gd name="T8" fmla="*/ 386 w 673"/>
                  <a:gd name="T9" fmla="*/ 233 h 2280"/>
                  <a:gd name="T10" fmla="*/ 206 w 673"/>
                  <a:gd name="T11" fmla="*/ 43 h 2280"/>
                  <a:gd name="T12" fmla="*/ 85 w 673"/>
                  <a:gd name="T13" fmla="*/ 244 h 2280"/>
                  <a:gd name="T14" fmla="*/ 200 w 673"/>
                  <a:gd name="T15" fmla="*/ 1283 h 2280"/>
                  <a:gd name="T16" fmla="*/ 66 w 673"/>
                  <a:gd name="T17" fmla="*/ 1897 h 2280"/>
                  <a:gd name="T18" fmla="*/ 354 w 673"/>
                  <a:gd name="T19" fmla="*/ 2004 h 2280"/>
                  <a:gd name="T20" fmla="*/ 101 w 673"/>
                  <a:gd name="T21" fmla="*/ 2144 h 2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3" h="2280">
                    <a:moveTo>
                      <a:pt x="101" y="2144"/>
                    </a:moveTo>
                    <a:cubicBezTo>
                      <a:pt x="216" y="2280"/>
                      <a:pt x="422" y="2207"/>
                      <a:pt x="492" y="2065"/>
                    </a:cubicBezTo>
                    <a:cubicBezTo>
                      <a:pt x="610" y="1831"/>
                      <a:pt x="673" y="1564"/>
                      <a:pt x="660" y="1302"/>
                    </a:cubicBezTo>
                    <a:cubicBezTo>
                      <a:pt x="652" y="1169"/>
                      <a:pt x="541" y="1071"/>
                      <a:pt x="412" y="1057"/>
                    </a:cubicBezTo>
                    <a:cubicBezTo>
                      <a:pt x="298" y="796"/>
                      <a:pt x="314" y="502"/>
                      <a:pt x="386" y="233"/>
                    </a:cubicBezTo>
                    <a:cubicBezTo>
                      <a:pt x="433" y="124"/>
                      <a:pt x="315" y="0"/>
                      <a:pt x="206" y="43"/>
                    </a:cubicBezTo>
                    <a:cubicBezTo>
                      <a:pt x="116" y="65"/>
                      <a:pt x="105" y="169"/>
                      <a:pt x="85" y="244"/>
                    </a:cubicBezTo>
                    <a:cubicBezTo>
                      <a:pt x="0" y="590"/>
                      <a:pt x="26" y="968"/>
                      <a:pt x="200" y="1283"/>
                    </a:cubicBezTo>
                    <a:cubicBezTo>
                      <a:pt x="212" y="1495"/>
                      <a:pt x="152" y="1704"/>
                      <a:pt x="66" y="1897"/>
                    </a:cubicBezTo>
                    <a:cubicBezTo>
                      <a:pt x="160" y="1912"/>
                      <a:pt x="346" y="1862"/>
                      <a:pt x="354" y="2004"/>
                    </a:cubicBezTo>
                    <a:cubicBezTo>
                      <a:pt x="380" y="2153"/>
                      <a:pt x="194" y="2136"/>
                      <a:pt x="101" y="21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Freeform 64"/>
              <p:cNvSpPr>
                <a:spLocks/>
              </p:cNvSpPr>
              <p:nvPr/>
            </p:nvSpPr>
            <p:spPr bwMode="auto">
              <a:xfrm flipV="1">
                <a:off x="1707" y="1993"/>
                <a:ext cx="236" cy="372"/>
              </a:xfrm>
              <a:custGeom>
                <a:avLst/>
                <a:gdLst>
                  <a:gd name="T0" fmla="*/ 39 w 1036"/>
                  <a:gd name="T1" fmla="*/ 1605 h 1619"/>
                  <a:gd name="T2" fmla="*/ 258 w 1036"/>
                  <a:gd name="T3" fmla="*/ 1594 h 1619"/>
                  <a:gd name="T4" fmla="*/ 217 w 1036"/>
                  <a:gd name="T5" fmla="*/ 842 h 1619"/>
                  <a:gd name="T6" fmla="*/ 922 w 1036"/>
                  <a:gd name="T7" fmla="*/ 868 h 1619"/>
                  <a:gd name="T8" fmla="*/ 924 w 1036"/>
                  <a:gd name="T9" fmla="*/ 662 h 1619"/>
                  <a:gd name="T10" fmla="*/ 564 w 1036"/>
                  <a:gd name="T11" fmla="*/ 663 h 1619"/>
                  <a:gd name="T12" fmla="*/ 550 w 1036"/>
                  <a:gd name="T13" fmla="*/ 451 h 1619"/>
                  <a:gd name="T14" fmla="*/ 943 w 1036"/>
                  <a:gd name="T15" fmla="*/ 230 h 1619"/>
                  <a:gd name="T16" fmla="*/ 810 w 1036"/>
                  <a:gd name="T17" fmla="*/ 95 h 1619"/>
                  <a:gd name="T18" fmla="*/ 848 w 1036"/>
                  <a:gd name="T19" fmla="*/ 282 h 1619"/>
                  <a:gd name="T20" fmla="*/ 543 w 1036"/>
                  <a:gd name="T21" fmla="*/ 384 h 1619"/>
                  <a:gd name="T22" fmla="*/ 532 w 1036"/>
                  <a:gd name="T23" fmla="*/ 257 h 1619"/>
                  <a:gd name="T24" fmla="*/ 486 w 1036"/>
                  <a:gd name="T25" fmla="*/ 60 h 1619"/>
                  <a:gd name="T26" fmla="*/ 449 w 1036"/>
                  <a:gd name="T27" fmla="*/ 267 h 1619"/>
                  <a:gd name="T28" fmla="*/ 445 w 1036"/>
                  <a:gd name="T29" fmla="*/ 380 h 1619"/>
                  <a:gd name="T30" fmla="*/ 136 w 1036"/>
                  <a:gd name="T31" fmla="*/ 282 h 1619"/>
                  <a:gd name="T32" fmla="*/ 182 w 1036"/>
                  <a:gd name="T33" fmla="*/ 111 h 1619"/>
                  <a:gd name="T34" fmla="*/ 10 w 1036"/>
                  <a:gd name="T35" fmla="*/ 161 h 1619"/>
                  <a:gd name="T36" fmla="*/ 95 w 1036"/>
                  <a:gd name="T37" fmla="*/ 341 h 1619"/>
                  <a:gd name="T38" fmla="*/ 437 w 1036"/>
                  <a:gd name="T39" fmla="*/ 452 h 1619"/>
                  <a:gd name="T40" fmla="*/ 420 w 1036"/>
                  <a:gd name="T41" fmla="*/ 662 h 1619"/>
                  <a:gd name="T42" fmla="*/ 40 w 1036"/>
                  <a:gd name="T43" fmla="*/ 664 h 1619"/>
                  <a:gd name="T44" fmla="*/ 39 w 1036"/>
                  <a:gd name="T45" fmla="*/ 1605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36" h="1619">
                    <a:moveTo>
                      <a:pt x="39" y="1605"/>
                    </a:moveTo>
                    <a:cubicBezTo>
                      <a:pt x="112" y="1604"/>
                      <a:pt x="188" y="1619"/>
                      <a:pt x="258" y="1594"/>
                    </a:cubicBezTo>
                    <a:cubicBezTo>
                      <a:pt x="232" y="1344"/>
                      <a:pt x="160" y="1093"/>
                      <a:pt x="217" y="842"/>
                    </a:cubicBezTo>
                    <a:cubicBezTo>
                      <a:pt x="452" y="830"/>
                      <a:pt x="689" y="824"/>
                      <a:pt x="922" y="868"/>
                    </a:cubicBezTo>
                    <a:cubicBezTo>
                      <a:pt x="924" y="799"/>
                      <a:pt x="925" y="731"/>
                      <a:pt x="924" y="662"/>
                    </a:cubicBezTo>
                    <a:cubicBezTo>
                      <a:pt x="804" y="661"/>
                      <a:pt x="684" y="662"/>
                      <a:pt x="564" y="663"/>
                    </a:cubicBezTo>
                    <a:cubicBezTo>
                      <a:pt x="559" y="592"/>
                      <a:pt x="555" y="522"/>
                      <a:pt x="550" y="451"/>
                    </a:cubicBezTo>
                    <a:cubicBezTo>
                      <a:pt x="705" y="441"/>
                      <a:pt x="891" y="398"/>
                      <a:pt x="943" y="230"/>
                    </a:cubicBezTo>
                    <a:cubicBezTo>
                      <a:pt x="1036" y="145"/>
                      <a:pt x="891" y="0"/>
                      <a:pt x="810" y="95"/>
                    </a:cubicBezTo>
                    <a:cubicBezTo>
                      <a:pt x="743" y="157"/>
                      <a:pt x="815" y="224"/>
                      <a:pt x="848" y="282"/>
                    </a:cubicBezTo>
                    <a:cubicBezTo>
                      <a:pt x="759" y="347"/>
                      <a:pt x="650" y="371"/>
                      <a:pt x="543" y="384"/>
                    </a:cubicBezTo>
                    <a:cubicBezTo>
                      <a:pt x="539" y="342"/>
                      <a:pt x="535" y="299"/>
                      <a:pt x="532" y="257"/>
                    </a:cubicBezTo>
                    <a:cubicBezTo>
                      <a:pt x="606" y="193"/>
                      <a:pt x="591" y="75"/>
                      <a:pt x="486" y="60"/>
                    </a:cubicBezTo>
                    <a:cubicBezTo>
                      <a:pt x="371" y="81"/>
                      <a:pt x="372" y="202"/>
                      <a:pt x="449" y="267"/>
                    </a:cubicBezTo>
                    <a:cubicBezTo>
                      <a:pt x="448" y="295"/>
                      <a:pt x="446" y="351"/>
                      <a:pt x="445" y="380"/>
                    </a:cubicBezTo>
                    <a:cubicBezTo>
                      <a:pt x="335" y="373"/>
                      <a:pt x="226" y="347"/>
                      <a:pt x="136" y="282"/>
                    </a:cubicBezTo>
                    <a:cubicBezTo>
                      <a:pt x="157" y="228"/>
                      <a:pt x="235" y="170"/>
                      <a:pt x="182" y="111"/>
                    </a:cubicBezTo>
                    <a:cubicBezTo>
                      <a:pt x="138" y="32"/>
                      <a:pt x="0" y="66"/>
                      <a:pt x="10" y="161"/>
                    </a:cubicBezTo>
                    <a:cubicBezTo>
                      <a:pt x="36" y="222"/>
                      <a:pt x="68" y="281"/>
                      <a:pt x="95" y="341"/>
                    </a:cubicBezTo>
                    <a:cubicBezTo>
                      <a:pt x="197" y="409"/>
                      <a:pt x="316" y="443"/>
                      <a:pt x="437" y="452"/>
                    </a:cubicBezTo>
                    <a:cubicBezTo>
                      <a:pt x="430" y="522"/>
                      <a:pt x="425" y="592"/>
                      <a:pt x="420" y="662"/>
                    </a:cubicBezTo>
                    <a:cubicBezTo>
                      <a:pt x="293" y="662"/>
                      <a:pt x="166" y="661"/>
                      <a:pt x="40" y="664"/>
                    </a:cubicBezTo>
                    <a:cubicBezTo>
                      <a:pt x="33" y="978"/>
                      <a:pt x="34" y="1291"/>
                      <a:pt x="39" y="160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6" name="Freeform 65"/>
              <p:cNvSpPr>
                <a:spLocks/>
              </p:cNvSpPr>
              <p:nvPr/>
            </p:nvSpPr>
            <p:spPr bwMode="auto">
              <a:xfrm flipV="1">
                <a:off x="2156" y="2038"/>
                <a:ext cx="159" cy="21"/>
              </a:xfrm>
              <a:custGeom>
                <a:avLst/>
                <a:gdLst>
                  <a:gd name="T0" fmla="*/ 47 w 696"/>
                  <a:gd name="T1" fmla="*/ 78 h 91"/>
                  <a:gd name="T2" fmla="*/ 693 w 696"/>
                  <a:gd name="T3" fmla="*/ 83 h 91"/>
                  <a:gd name="T4" fmla="*/ 696 w 696"/>
                  <a:gd name="T5" fmla="*/ 10 h 91"/>
                  <a:gd name="T6" fmla="*/ 0 w 696"/>
                  <a:gd name="T7" fmla="*/ 19 h 91"/>
                  <a:gd name="T8" fmla="*/ 47 w 696"/>
                  <a:gd name="T9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6" h="91">
                    <a:moveTo>
                      <a:pt x="47" y="78"/>
                    </a:moveTo>
                    <a:cubicBezTo>
                      <a:pt x="262" y="91"/>
                      <a:pt x="478" y="76"/>
                      <a:pt x="693" y="83"/>
                    </a:cubicBezTo>
                    <a:cubicBezTo>
                      <a:pt x="694" y="65"/>
                      <a:pt x="695" y="28"/>
                      <a:pt x="696" y="10"/>
                    </a:cubicBezTo>
                    <a:cubicBezTo>
                      <a:pt x="464" y="16"/>
                      <a:pt x="231" y="0"/>
                      <a:pt x="0" y="19"/>
                    </a:cubicBezTo>
                    <a:cubicBezTo>
                      <a:pt x="11" y="34"/>
                      <a:pt x="35" y="63"/>
                      <a:pt x="47" y="7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Freeform 66"/>
              <p:cNvSpPr>
                <a:spLocks/>
              </p:cNvSpPr>
              <p:nvPr/>
            </p:nvSpPr>
            <p:spPr bwMode="auto">
              <a:xfrm flipV="1">
                <a:off x="2393" y="2041"/>
                <a:ext cx="153" cy="16"/>
              </a:xfrm>
              <a:custGeom>
                <a:avLst/>
                <a:gdLst>
                  <a:gd name="T0" fmla="*/ 0 w 672"/>
                  <a:gd name="T1" fmla="*/ 72 h 72"/>
                  <a:gd name="T2" fmla="*/ 671 w 672"/>
                  <a:gd name="T3" fmla="*/ 72 h 72"/>
                  <a:gd name="T4" fmla="*/ 672 w 672"/>
                  <a:gd name="T5" fmla="*/ 0 h 72"/>
                  <a:gd name="T6" fmla="*/ 0 w 672"/>
                  <a:gd name="T7" fmla="*/ 0 h 72"/>
                  <a:gd name="T8" fmla="*/ 0 w 672"/>
                  <a:gd name="T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2" h="72">
                    <a:moveTo>
                      <a:pt x="0" y="72"/>
                    </a:moveTo>
                    <a:cubicBezTo>
                      <a:pt x="224" y="72"/>
                      <a:pt x="447" y="72"/>
                      <a:pt x="671" y="72"/>
                    </a:cubicBezTo>
                    <a:cubicBezTo>
                      <a:pt x="671" y="54"/>
                      <a:pt x="672" y="18"/>
                      <a:pt x="672" y="0"/>
                    </a:cubicBezTo>
                    <a:cubicBezTo>
                      <a:pt x="448" y="0"/>
                      <a:pt x="224" y="1"/>
                      <a:pt x="0" y="0"/>
                    </a:cubicBezTo>
                    <a:cubicBezTo>
                      <a:pt x="0" y="18"/>
                      <a:pt x="0" y="54"/>
                      <a:pt x="0" y="7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8" name="Freeform 67"/>
              <p:cNvSpPr>
                <a:spLocks/>
              </p:cNvSpPr>
              <p:nvPr/>
            </p:nvSpPr>
            <p:spPr bwMode="auto">
              <a:xfrm flipV="1">
                <a:off x="2108" y="2070"/>
                <a:ext cx="488" cy="273"/>
              </a:xfrm>
              <a:custGeom>
                <a:avLst/>
                <a:gdLst>
                  <a:gd name="T0" fmla="*/ 7 w 2139"/>
                  <a:gd name="T1" fmla="*/ 1191 h 1192"/>
                  <a:gd name="T2" fmla="*/ 2134 w 2139"/>
                  <a:gd name="T3" fmla="*/ 1192 h 1192"/>
                  <a:gd name="T4" fmla="*/ 2048 w 2139"/>
                  <a:gd name="T5" fmla="*/ 1044 h 1192"/>
                  <a:gd name="T6" fmla="*/ 2050 w 2139"/>
                  <a:gd name="T7" fmla="*/ 1 h 1192"/>
                  <a:gd name="T8" fmla="*/ 1875 w 2139"/>
                  <a:gd name="T9" fmla="*/ 0 h 1192"/>
                  <a:gd name="T10" fmla="*/ 1873 w 2139"/>
                  <a:gd name="T11" fmla="*/ 901 h 1192"/>
                  <a:gd name="T12" fmla="*/ 259 w 2139"/>
                  <a:gd name="T13" fmla="*/ 901 h 1192"/>
                  <a:gd name="T14" fmla="*/ 259 w 2139"/>
                  <a:gd name="T15" fmla="*/ 1 h 1192"/>
                  <a:gd name="T16" fmla="*/ 84 w 2139"/>
                  <a:gd name="T17" fmla="*/ 1 h 1192"/>
                  <a:gd name="T18" fmla="*/ 80 w 2139"/>
                  <a:gd name="T19" fmla="*/ 1048 h 1192"/>
                  <a:gd name="T20" fmla="*/ 0 w 2139"/>
                  <a:gd name="T21" fmla="*/ 1075 h 1192"/>
                  <a:gd name="T22" fmla="*/ 7 w 2139"/>
                  <a:gd name="T23" fmla="*/ 1191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39" h="1192">
                    <a:moveTo>
                      <a:pt x="7" y="1191"/>
                    </a:moveTo>
                    <a:cubicBezTo>
                      <a:pt x="716" y="1191"/>
                      <a:pt x="1425" y="1189"/>
                      <a:pt x="2134" y="1192"/>
                    </a:cubicBezTo>
                    <a:cubicBezTo>
                      <a:pt x="2133" y="1125"/>
                      <a:pt x="2139" y="1046"/>
                      <a:pt x="2048" y="1044"/>
                    </a:cubicBezTo>
                    <a:cubicBezTo>
                      <a:pt x="2053" y="696"/>
                      <a:pt x="2049" y="349"/>
                      <a:pt x="2050" y="1"/>
                    </a:cubicBezTo>
                    <a:cubicBezTo>
                      <a:pt x="1992" y="1"/>
                      <a:pt x="1933" y="1"/>
                      <a:pt x="1875" y="0"/>
                    </a:cubicBezTo>
                    <a:cubicBezTo>
                      <a:pt x="1875" y="301"/>
                      <a:pt x="1877" y="601"/>
                      <a:pt x="1873" y="901"/>
                    </a:cubicBezTo>
                    <a:cubicBezTo>
                      <a:pt x="1335" y="900"/>
                      <a:pt x="797" y="900"/>
                      <a:pt x="259" y="901"/>
                    </a:cubicBezTo>
                    <a:cubicBezTo>
                      <a:pt x="259" y="601"/>
                      <a:pt x="258" y="301"/>
                      <a:pt x="259" y="1"/>
                    </a:cubicBezTo>
                    <a:cubicBezTo>
                      <a:pt x="200" y="1"/>
                      <a:pt x="142" y="1"/>
                      <a:pt x="84" y="1"/>
                    </a:cubicBezTo>
                    <a:cubicBezTo>
                      <a:pt x="82" y="350"/>
                      <a:pt x="90" y="700"/>
                      <a:pt x="80" y="1048"/>
                    </a:cubicBezTo>
                    <a:cubicBezTo>
                      <a:pt x="60" y="1055"/>
                      <a:pt x="20" y="1069"/>
                      <a:pt x="0" y="1075"/>
                    </a:cubicBezTo>
                    <a:cubicBezTo>
                      <a:pt x="2" y="1114"/>
                      <a:pt x="5" y="1153"/>
                      <a:pt x="7" y="11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9" name="Freeform 68"/>
              <p:cNvSpPr>
                <a:spLocks/>
              </p:cNvSpPr>
              <p:nvPr/>
            </p:nvSpPr>
            <p:spPr bwMode="auto">
              <a:xfrm flipV="1">
                <a:off x="2785" y="2113"/>
                <a:ext cx="378" cy="235"/>
              </a:xfrm>
              <a:custGeom>
                <a:avLst/>
                <a:gdLst>
                  <a:gd name="T0" fmla="*/ 145 w 1658"/>
                  <a:gd name="T1" fmla="*/ 1001 h 1029"/>
                  <a:gd name="T2" fmla="*/ 495 w 1658"/>
                  <a:gd name="T3" fmla="*/ 594 h 1029"/>
                  <a:gd name="T4" fmla="*/ 702 w 1658"/>
                  <a:gd name="T5" fmla="*/ 624 h 1029"/>
                  <a:gd name="T6" fmla="*/ 697 w 1658"/>
                  <a:gd name="T7" fmla="*/ 979 h 1029"/>
                  <a:gd name="T8" fmla="*/ 892 w 1658"/>
                  <a:gd name="T9" fmla="*/ 983 h 1029"/>
                  <a:gd name="T10" fmla="*/ 892 w 1658"/>
                  <a:gd name="T11" fmla="*/ 279 h 1029"/>
                  <a:gd name="T12" fmla="*/ 1654 w 1658"/>
                  <a:gd name="T13" fmla="*/ 342 h 1029"/>
                  <a:gd name="T14" fmla="*/ 1658 w 1658"/>
                  <a:gd name="T15" fmla="*/ 121 h 1029"/>
                  <a:gd name="T16" fmla="*/ 724 w 1658"/>
                  <a:gd name="T17" fmla="*/ 90 h 1029"/>
                  <a:gd name="T18" fmla="*/ 706 w 1658"/>
                  <a:gd name="T19" fmla="*/ 474 h 1029"/>
                  <a:gd name="T20" fmla="*/ 497 w 1658"/>
                  <a:gd name="T21" fmla="*/ 484 h 1029"/>
                  <a:gd name="T22" fmla="*/ 285 w 1658"/>
                  <a:gd name="T23" fmla="*/ 79 h 1029"/>
                  <a:gd name="T24" fmla="*/ 133 w 1658"/>
                  <a:gd name="T25" fmla="*/ 189 h 1029"/>
                  <a:gd name="T26" fmla="*/ 332 w 1658"/>
                  <a:gd name="T27" fmla="*/ 184 h 1029"/>
                  <a:gd name="T28" fmla="*/ 425 w 1658"/>
                  <a:gd name="T29" fmla="*/ 487 h 1029"/>
                  <a:gd name="T30" fmla="*/ 310 w 1658"/>
                  <a:gd name="T31" fmla="*/ 493 h 1029"/>
                  <a:gd name="T32" fmla="*/ 105 w 1658"/>
                  <a:gd name="T33" fmla="*/ 541 h 1029"/>
                  <a:gd name="T34" fmla="*/ 307 w 1658"/>
                  <a:gd name="T35" fmla="*/ 579 h 1029"/>
                  <a:gd name="T36" fmla="*/ 424 w 1658"/>
                  <a:gd name="T37" fmla="*/ 589 h 1029"/>
                  <a:gd name="T38" fmla="*/ 316 w 1658"/>
                  <a:gd name="T39" fmla="*/ 891 h 1029"/>
                  <a:gd name="T40" fmla="*/ 145 w 1658"/>
                  <a:gd name="T41" fmla="*/ 1001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58" h="1029">
                    <a:moveTo>
                      <a:pt x="145" y="1001"/>
                    </a:moveTo>
                    <a:cubicBezTo>
                      <a:pt x="366" y="1029"/>
                      <a:pt x="491" y="788"/>
                      <a:pt x="495" y="594"/>
                    </a:cubicBezTo>
                    <a:cubicBezTo>
                      <a:pt x="564" y="605"/>
                      <a:pt x="633" y="614"/>
                      <a:pt x="702" y="624"/>
                    </a:cubicBezTo>
                    <a:cubicBezTo>
                      <a:pt x="700" y="742"/>
                      <a:pt x="698" y="860"/>
                      <a:pt x="697" y="979"/>
                    </a:cubicBezTo>
                    <a:cubicBezTo>
                      <a:pt x="762" y="981"/>
                      <a:pt x="827" y="983"/>
                      <a:pt x="892" y="983"/>
                    </a:cubicBezTo>
                    <a:cubicBezTo>
                      <a:pt x="870" y="749"/>
                      <a:pt x="870" y="513"/>
                      <a:pt x="892" y="279"/>
                    </a:cubicBezTo>
                    <a:cubicBezTo>
                      <a:pt x="1148" y="224"/>
                      <a:pt x="1402" y="305"/>
                      <a:pt x="1654" y="342"/>
                    </a:cubicBezTo>
                    <a:cubicBezTo>
                      <a:pt x="1655" y="268"/>
                      <a:pt x="1657" y="195"/>
                      <a:pt x="1658" y="121"/>
                    </a:cubicBezTo>
                    <a:cubicBezTo>
                      <a:pt x="1347" y="106"/>
                      <a:pt x="1036" y="101"/>
                      <a:pt x="724" y="90"/>
                    </a:cubicBezTo>
                    <a:cubicBezTo>
                      <a:pt x="711" y="218"/>
                      <a:pt x="709" y="346"/>
                      <a:pt x="706" y="474"/>
                    </a:cubicBezTo>
                    <a:cubicBezTo>
                      <a:pt x="636" y="477"/>
                      <a:pt x="567" y="480"/>
                      <a:pt x="497" y="484"/>
                    </a:cubicBezTo>
                    <a:cubicBezTo>
                      <a:pt x="489" y="326"/>
                      <a:pt x="450" y="144"/>
                      <a:pt x="285" y="79"/>
                    </a:cubicBezTo>
                    <a:cubicBezTo>
                      <a:pt x="213" y="0"/>
                      <a:pt x="73" y="95"/>
                      <a:pt x="133" y="189"/>
                    </a:cubicBezTo>
                    <a:cubicBezTo>
                      <a:pt x="173" y="275"/>
                      <a:pt x="278" y="222"/>
                      <a:pt x="332" y="184"/>
                    </a:cubicBezTo>
                    <a:cubicBezTo>
                      <a:pt x="399" y="271"/>
                      <a:pt x="417" y="380"/>
                      <a:pt x="425" y="487"/>
                    </a:cubicBezTo>
                    <a:cubicBezTo>
                      <a:pt x="397" y="488"/>
                      <a:pt x="339" y="491"/>
                      <a:pt x="310" y="493"/>
                    </a:cubicBezTo>
                    <a:cubicBezTo>
                      <a:pt x="250" y="406"/>
                      <a:pt x="99" y="418"/>
                      <a:pt x="105" y="541"/>
                    </a:cubicBezTo>
                    <a:cubicBezTo>
                      <a:pt x="130" y="642"/>
                      <a:pt x="239" y="628"/>
                      <a:pt x="307" y="579"/>
                    </a:cubicBezTo>
                    <a:cubicBezTo>
                      <a:pt x="336" y="582"/>
                      <a:pt x="395" y="587"/>
                      <a:pt x="424" y="589"/>
                    </a:cubicBezTo>
                    <a:cubicBezTo>
                      <a:pt x="410" y="696"/>
                      <a:pt x="381" y="803"/>
                      <a:pt x="316" y="891"/>
                    </a:cubicBezTo>
                    <a:cubicBezTo>
                      <a:pt x="229" y="746"/>
                      <a:pt x="0" y="884"/>
                      <a:pt x="145" y="100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61" name="Group 72"/>
          <p:cNvGrpSpPr>
            <a:grpSpLocks noChangeAspect="1"/>
          </p:cNvGrpSpPr>
          <p:nvPr/>
        </p:nvGrpSpPr>
        <p:grpSpPr bwMode="auto">
          <a:xfrm>
            <a:off x="9471554" y="2360174"/>
            <a:ext cx="768350" cy="1116013"/>
            <a:chOff x="6173" y="1453"/>
            <a:chExt cx="484" cy="703"/>
          </a:xfrm>
          <a:solidFill>
            <a:srgbClr val="595959"/>
          </a:solidFill>
        </p:grpSpPr>
        <p:sp>
          <p:nvSpPr>
            <p:cNvPr id="163" name="Freeform 73"/>
            <p:cNvSpPr>
              <a:spLocks/>
            </p:cNvSpPr>
            <p:nvPr/>
          </p:nvSpPr>
          <p:spPr bwMode="auto">
            <a:xfrm flipV="1">
              <a:off x="6316" y="1459"/>
              <a:ext cx="37" cy="34"/>
            </a:xfrm>
            <a:custGeom>
              <a:avLst/>
              <a:gdLst>
                <a:gd name="T0" fmla="*/ 66 w 162"/>
                <a:gd name="T1" fmla="*/ 125 h 147"/>
                <a:gd name="T2" fmla="*/ 94 w 162"/>
                <a:gd name="T3" fmla="*/ 20 h 147"/>
                <a:gd name="T4" fmla="*/ 66 w 162"/>
                <a:gd name="T5" fmla="*/ 12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147">
                  <a:moveTo>
                    <a:pt x="66" y="125"/>
                  </a:moveTo>
                  <a:cubicBezTo>
                    <a:pt x="133" y="147"/>
                    <a:pt x="162" y="34"/>
                    <a:pt x="94" y="20"/>
                  </a:cubicBezTo>
                  <a:cubicBezTo>
                    <a:pt x="29" y="0"/>
                    <a:pt x="0" y="109"/>
                    <a:pt x="66" y="12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" name="Freeform 74"/>
            <p:cNvSpPr>
              <a:spLocks/>
            </p:cNvSpPr>
            <p:nvPr/>
          </p:nvSpPr>
          <p:spPr bwMode="auto">
            <a:xfrm flipV="1">
              <a:off x="6357" y="1459"/>
              <a:ext cx="37" cy="34"/>
            </a:xfrm>
            <a:custGeom>
              <a:avLst/>
              <a:gdLst>
                <a:gd name="T0" fmla="*/ 66 w 163"/>
                <a:gd name="T1" fmla="*/ 125 h 147"/>
                <a:gd name="T2" fmla="*/ 94 w 163"/>
                <a:gd name="T3" fmla="*/ 20 h 147"/>
                <a:gd name="T4" fmla="*/ 66 w 163"/>
                <a:gd name="T5" fmla="*/ 12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3" h="147">
                  <a:moveTo>
                    <a:pt x="66" y="125"/>
                  </a:moveTo>
                  <a:cubicBezTo>
                    <a:pt x="132" y="147"/>
                    <a:pt x="163" y="34"/>
                    <a:pt x="94" y="20"/>
                  </a:cubicBezTo>
                  <a:cubicBezTo>
                    <a:pt x="29" y="0"/>
                    <a:pt x="0" y="109"/>
                    <a:pt x="66" y="12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5" name="Freeform 75"/>
            <p:cNvSpPr>
              <a:spLocks/>
            </p:cNvSpPr>
            <p:nvPr/>
          </p:nvSpPr>
          <p:spPr bwMode="auto">
            <a:xfrm flipV="1">
              <a:off x="6394" y="1463"/>
              <a:ext cx="43" cy="34"/>
            </a:xfrm>
            <a:custGeom>
              <a:avLst/>
              <a:gdLst>
                <a:gd name="T0" fmla="*/ 41 w 185"/>
                <a:gd name="T1" fmla="*/ 131 h 150"/>
                <a:gd name="T2" fmla="*/ 144 w 185"/>
                <a:gd name="T3" fmla="*/ 150 h 150"/>
                <a:gd name="T4" fmla="*/ 41 w 185"/>
                <a:gd name="T5" fmla="*/ 13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5" h="150">
                  <a:moveTo>
                    <a:pt x="41" y="131"/>
                  </a:moveTo>
                  <a:cubicBezTo>
                    <a:pt x="67" y="136"/>
                    <a:pt x="118" y="145"/>
                    <a:pt x="144" y="150"/>
                  </a:cubicBezTo>
                  <a:cubicBezTo>
                    <a:pt x="185" y="23"/>
                    <a:pt x="0" y="0"/>
                    <a:pt x="41" y="1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6" name="Freeform 76"/>
            <p:cNvSpPr>
              <a:spLocks/>
            </p:cNvSpPr>
            <p:nvPr/>
          </p:nvSpPr>
          <p:spPr bwMode="auto">
            <a:xfrm flipV="1">
              <a:off x="6437" y="1453"/>
              <a:ext cx="40" cy="42"/>
            </a:xfrm>
            <a:custGeom>
              <a:avLst/>
              <a:gdLst>
                <a:gd name="T0" fmla="*/ 39 w 174"/>
                <a:gd name="T1" fmla="*/ 120 h 185"/>
                <a:gd name="T2" fmla="*/ 125 w 174"/>
                <a:gd name="T3" fmla="*/ 37 h 185"/>
                <a:gd name="T4" fmla="*/ 39 w 174"/>
                <a:gd name="T5" fmla="*/ 12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185">
                  <a:moveTo>
                    <a:pt x="39" y="120"/>
                  </a:moveTo>
                  <a:cubicBezTo>
                    <a:pt x="93" y="185"/>
                    <a:pt x="174" y="96"/>
                    <a:pt x="125" y="37"/>
                  </a:cubicBezTo>
                  <a:cubicBezTo>
                    <a:pt x="69" y="0"/>
                    <a:pt x="0" y="63"/>
                    <a:pt x="39" y="1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7" name="Freeform 77"/>
            <p:cNvSpPr>
              <a:spLocks/>
            </p:cNvSpPr>
            <p:nvPr/>
          </p:nvSpPr>
          <p:spPr bwMode="auto">
            <a:xfrm flipV="1">
              <a:off x="6243" y="1525"/>
              <a:ext cx="137" cy="133"/>
            </a:xfrm>
            <a:custGeom>
              <a:avLst/>
              <a:gdLst>
                <a:gd name="T0" fmla="*/ 80 w 594"/>
                <a:gd name="T1" fmla="*/ 203 h 582"/>
                <a:gd name="T2" fmla="*/ 336 w 594"/>
                <a:gd name="T3" fmla="*/ 562 h 582"/>
                <a:gd name="T4" fmla="*/ 582 w 594"/>
                <a:gd name="T5" fmla="*/ 276 h 582"/>
                <a:gd name="T6" fmla="*/ 470 w 594"/>
                <a:gd name="T7" fmla="*/ 79 h 582"/>
                <a:gd name="T8" fmla="*/ 80 w 594"/>
                <a:gd name="T9" fmla="*/ 203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4" h="582">
                  <a:moveTo>
                    <a:pt x="80" y="203"/>
                  </a:moveTo>
                  <a:cubicBezTo>
                    <a:pt x="0" y="368"/>
                    <a:pt x="153" y="582"/>
                    <a:pt x="336" y="562"/>
                  </a:cubicBezTo>
                  <a:cubicBezTo>
                    <a:pt x="483" y="562"/>
                    <a:pt x="594" y="418"/>
                    <a:pt x="582" y="276"/>
                  </a:cubicBezTo>
                  <a:cubicBezTo>
                    <a:pt x="505" y="237"/>
                    <a:pt x="487" y="156"/>
                    <a:pt x="470" y="79"/>
                  </a:cubicBezTo>
                  <a:cubicBezTo>
                    <a:pt x="334" y="0"/>
                    <a:pt x="137" y="48"/>
                    <a:pt x="80" y="20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8" name="Freeform 78"/>
            <p:cNvSpPr>
              <a:spLocks/>
            </p:cNvSpPr>
            <p:nvPr/>
          </p:nvSpPr>
          <p:spPr bwMode="auto">
            <a:xfrm flipV="1">
              <a:off x="6396" y="1513"/>
              <a:ext cx="138" cy="148"/>
            </a:xfrm>
            <a:custGeom>
              <a:avLst/>
              <a:gdLst>
                <a:gd name="T0" fmla="*/ 182 w 602"/>
                <a:gd name="T1" fmla="*/ 562 h 649"/>
                <a:gd name="T2" fmla="*/ 564 w 602"/>
                <a:gd name="T3" fmla="*/ 365 h 649"/>
                <a:gd name="T4" fmla="*/ 187 w 602"/>
                <a:gd name="T5" fmla="*/ 99 h 649"/>
                <a:gd name="T6" fmla="*/ 182 w 602"/>
                <a:gd name="T7" fmla="*/ 562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2" h="649">
                  <a:moveTo>
                    <a:pt x="182" y="562"/>
                  </a:moveTo>
                  <a:cubicBezTo>
                    <a:pt x="334" y="649"/>
                    <a:pt x="550" y="542"/>
                    <a:pt x="564" y="365"/>
                  </a:cubicBezTo>
                  <a:cubicBezTo>
                    <a:pt x="602" y="165"/>
                    <a:pt x="363" y="0"/>
                    <a:pt x="187" y="99"/>
                  </a:cubicBezTo>
                  <a:cubicBezTo>
                    <a:pt x="3" y="182"/>
                    <a:pt x="0" y="475"/>
                    <a:pt x="182" y="5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9" name="Freeform 79"/>
            <p:cNvSpPr>
              <a:spLocks/>
            </p:cNvSpPr>
            <p:nvPr/>
          </p:nvSpPr>
          <p:spPr bwMode="auto">
            <a:xfrm flipV="1">
              <a:off x="6243" y="1592"/>
              <a:ext cx="161" cy="162"/>
            </a:xfrm>
            <a:custGeom>
              <a:avLst/>
              <a:gdLst>
                <a:gd name="T0" fmla="*/ 510 w 699"/>
                <a:gd name="T1" fmla="*/ 556 h 710"/>
                <a:gd name="T2" fmla="*/ 693 w 699"/>
                <a:gd name="T3" fmla="*/ 591 h 710"/>
                <a:gd name="T4" fmla="*/ 512 w 699"/>
                <a:gd name="T5" fmla="*/ 99 h 710"/>
                <a:gd name="T6" fmla="*/ 13 w 699"/>
                <a:gd name="T7" fmla="*/ 214 h 710"/>
                <a:gd name="T8" fmla="*/ 312 w 699"/>
                <a:gd name="T9" fmla="*/ 255 h 710"/>
                <a:gd name="T10" fmla="*/ 510 w 699"/>
                <a:gd name="T11" fmla="*/ 556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9" h="710">
                  <a:moveTo>
                    <a:pt x="510" y="556"/>
                  </a:moveTo>
                  <a:cubicBezTo>
                    <a:pt x="491" y="671"/>
                    <a:pt x="677" y="710"/>
                    <a:pt x="693" y="591"/>
                  </a:cubicBezTo>
                  <a:cubicBezTo>
                    <a:pt x="699" y="416"/>
                    <a:pt x="667" y="206"/>
                    <a:pt x="512" y="99"/>
                  </a:cubicBezTo>
                  <a:cubicBezTo>
                    <a:pt x="346" y="0"/>
                    <a:pt x="143" y="99"/>
                    <a:pt x="13" y="214"/>
                  </a:cubicBezTo>
                  <a:cubicBezTo>
                    <a:pt x="0" y="394"/>
                    <a:pt x="220" y="299"/>
                    <a:pt x="312" y="255"/>
                  </a:cubicBezTo>
                  <a:cubicBezTo>
                    <a:pt x="483" y="199"/>
                    <a:pt x="500" y="442"/>
                    <a:pt x="510" y="5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0" name="Freeform 80"/>
            <p:cNvSpPr>
              <a:spLocks/>
            </p:cNvSpPr>
            <p:nvPr/>
          </p:nvSpPr>
          <p:spPr bwMode="auto">
            <a:xfrm flipV="1">
              <a:off x="6173" y="1634"/>
              <a:ext cx="139" cy="521"/>
            </a:xfrm>
            <a:custGeom>
              <a:avLst/>
              <a:gdLst>
                <a:gd name="T0" fmla="*/ 142 w 600"/>
                <a:gd name="T1" fmla="*/ 2095 h 2270"/>
                <a:gd name="T2" fmla="*/ 532 w 600"/>
                <a:gd name="T3" fmla="*/ 2082 h 2270"/>
                <a:gd name="T4" fmla="*/ 294 w 600"/>
                <a:gd name="T5" fmla="*/ 1931 h 2270"/>
                <a:gd name="T6" fmla="*/ 491 w 600"/>
                <a:gd name="T7" fmla="*/ 1819 h 2270"/>
                <a:gd name="T8" fmla="*/ 488 w 600"/>
                <a:gd name="T9" fmla="*/ 1204 h 2270"/>
                <a:gd name="T10" fmla="*/ 450 w 600"/>
                <a:gd name="T11" fmla="*/ 129 h 2270"/>
                <a:gd name="T12" fmla="*/ 194 w 600"/>
                <a:gd name="T13" fmla="*/ 97 h 2270"/>
                <a:gd name="T14" fmla="*/ 203 w 600"/>
                <a:gd name="T15" fmla="*/ 308 h 2270"/>
                <a:gd name="T16" fmla="*/ 216 w 600"/>
                <a:gd name="T17" fmla="*/ 1108 h 2270"/>
                <a:gd name="T18" fmla="*/ 50 w 600"/>
                <a:gd name="T19" fmla="*/ 1328 h 2270"/>
                <a:gd name="T20" fmla="*/ 142 w 600"/>
                <a:gd name="T21" fmla="*/ 2095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2270">
                  <a:moveTo>
                    <a:pt x="142" y="2095"/>
                  </a:moveTo>
                  <a:cubicBezTo>
                    <a:pt x="224" y="2249"/>
                    <a:pt x="475" y="2270"/>
                    <a:pt x="532" y="2082"/>
                  </a:cubicBezTo>
                  <a:cubicBezTo>
                    <a:pt x="418" y="2098"/>
                    <a:pt x="248" y="2096"/>
                    <a:pt x="294" y="1931"/>
                  </a:cubicBezTo>
                  <a:cubicBezTo>
                    <a:pt x="359" y="1893"/>
                    <a:pt x="425" y="1856"/>
                    <a:pt x="491" y="1819"/>
                  </a:cubicBezTo>
                  <a:cubicBezTo>
                    <a:pt x="450" y="1618"/>
                    <a:pt x="417" y="1403"/>
                    <a:pt x="488" y="1204"/>
                  </a:cubicBezTo>
                  <a:cubicBezTo>
                    <a:pt x="600" y="855"/>
                    <a:pt x="579" y="471"/>
                    <a:pt x="450" y="129"/>
                  </a:cubicBezTo>
                  <a:cubicBezTo>
                    <a:pt x="419" y="18"/>
                    <a:pt x="252" y="0"/>
                    <a:pt x="194" y="97"/>
                  </a:cubicBezTo>
                  <a:cubicBezTo>
                    <a:pt x="147" y="161"/>
                    <a:pt x="186" y="241"/>
                    <a:pt x="203" y="308"/>
                  </a:cubicBezTo>
                  <a:cubicBezTo>
                    <a:pt x="286" y="566"/>
                    <a:pt x="292" y="848"/>
                    <a:pt x="216" y="1108"/>
                  </a:cubicBezTo>
                  <a:cubicBezTo>
                    <a:pt x="195" y="1204"/>
                    <a:pt x="69" y="1229"/>
                    <a:pt x="50" y="1328"/>
                  </a:cubicBezTo>
                  <a:cubicBezTo>
                    <a:pt x="0" y="1583"/>
                    <a:pt x="22" y="1861"/>
                    <a:pt x="142" y="209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1" name="Freeform 81"/>
            <p:cNvSpPr>
              <a:spLocks/>
            </p:cNvSpPr>
            <p:nvPr/>
          </p:nvSpPr>
          <p:spPr bwMode="auto">
            <a:xfrm flipV="1">
              <a:off x="6358" y="1635"/>
              <a:ext cx="299" cy="521"/>
            </a:xfrm>
            <a:custGeom>
              <a:avLst/>
              <a:gdLst>
                <a:gd name="T0" fmla="*/ 577 w 1296"/>
                <a:gd name="T1" fmla="*/ 2162 h 2269"/>
                <a:gd name="T2" fmla="*/ 947 w 1296"/>
                <a:gd name="T3" fmla="*/ 2150 h 2269"/>
                <a:gd name="T4" fmla="*/ 1274 w 1296"/>
                <a:gd name="T5" fmla="*/ 1248 h 2269"/>
                <a:gd name="T6" fmla="*/ 1102 w 1296"/>
                <a:gd name="T7" fmla="*/ 1183 h 2269"/>
                <a:gd name="T8" fmla="*/ 966 w 1296"/>
                <a:gd name="T9" fmla="*/ 1726 h 2269"/>
                <a:gd name="T10" fmla="*/ 1095 w 1296"/>
                <a:gd name="T11" fmla="*/ 193 h 2269"/>
                <a:gd name="T12" fmla="*/ 892 w 1296"/>
                <a:gd name="T13" fmla="*/ 38 h 2269"/>
                <a:gd name="T14" fmla="*/ 804 w 1296"/>
                <a:gd name="T15" fmla="*/ 196 h 2269"/>
                <a:gd name="T16" fmla="*/ 711 w 1296"/>
                <a:gd name="T17" fmla="*/ 1145 h 2269"/>
                <a:gd name="T18" fmla="*/ 654 w 1296"/>
                <a:gd name="T19" fmla="*/ 1145 h 2269"/>
                <a:gd name="T20" fmla="*/ 564 w 1296"/>
                <a:gd name="T21" fmla="*/ 131 h 2269"/>
                <a:gd name="T22" fmla="*/ 287 w 1296"/>
                <a:gd name="T23" fmla="*/ 156 h 2269"/>
                <a:gd name="T24" fmla="*/ 324 w 1296"/>
                <a:gd name="T25" fmla="*/ 1689 h 2269"/>
                <a:gd name="T26" fmla="*/ 187 w 1296"/>
                <a:gd name="T27" fmla="*/ 1077 h 2269"/>
                <a:gd name="T28" fmla="*/ 14 w 1296"/>
                <a:gd name="T29" fmla="*/ 1107 h 2269"/>
                <a:gd name="T30" fmla="*/ 278 w 1296"/>
                <a:gd name="T31" fmla="*/ 2041 h 2269"/>
                <a:gd name="T32" fmla="*/ 577 w 1296"/>
                <a:gd name="T33" fmla="*/ 2162 h 2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96" h="2269">
                  <a:moveTo>
                    <a:pt x="577" y="2162"/>
                  </a:moveTo>
                  <a:cubicBezTo>
                    <a:pt x="697" y="2168"/>
                    <a:pt x="855" y="2269"/>
                    <a:pt x="947" y="2150"/>
                  </a:cubicBezTo>
                  <a:cubicBezTo>
                    <a:pt x="1152" y="1896"/>
                    <a:pt x="1218" y="1562"/>
                    <a:pt x="1274" y="1248"/>
                  </a:cubicBezTo>
                  <a:cubicBezTo>
                    <a:pt x="1296" y="1153"/>
                    <a:pt x="1150" y="1096"/>
                    <a:pt x="1102" y="1183"/>
                  </a:cubicBezTo>
                  <a:cubicBezTo>
                    <a:pt x="1055" y="1363"/>
                    <a:pt x="1034" y="1551"/>
                    <a:pt x="966" y="1726"/>
                  </a:cubicBezTo>
                  <a:cubicBezTo>
                    <a:pt x="991" y="1213"/>
                    <a:pt x="1051" y="703"/>
                    <a:pt x="1095" y="193"/>
                  </a:cubicBezTo>
                  <a:cubicBezTo>
                    <a:pt x="1107" y="78"/>
                    <a:pt x="986" y="34"/>
                    <a:pt x="892" y="38"/>
                  </a:cubicBezTo>
                  <a:cubicBezTo>
                    <a:pt x="852" y="84"/>
                    <a:pt x="804" y="130"/>
                    <a:pt x="804" y="196"/>
                  </a:cubicBezTo>
                  <a:cubicBezTo>
                    <a:pt x="772" y="512"/>
                    <a:pt x="746" y="829"/>
                    <a:pt x="711" y="1145"/>
                  </a:cubicBezTo>
                  <a:cubicBezTo>
                    <a:pt x="697" y="1145"/>
                    <a:pt x="668" y="1145"/>
                    <a:pt x="654" y="1145"/>
                  </a:cubicBezTo>
                  <a:cubicBezTo>
                    <a:pt x="621" y="807"/>
                    <a:pt x="602" y="468"/>
                    <a:pt x="564" y="131"/>
                  </a:cubicBezTo>
                  <a:cubicBezTo>
                    <a:pt x="520" y="0"/>
                    <a:pt x="302" y="15"/>
                    <a:pt x="287" y="156"/>
                  </a:cubicBezTo>
                  <a:cubicBezTo>
                    <a:pt x="290" y="667"/>
                    <a:pt x="430" y="1181"/>
                    <a:pt x="324" y="1689"/>
                  </a:cubicBezTo>
                  <a:cubicBezTo>
                    <a:pt x="242" y="1494"/>
                    <a:pt x="221" y="1283"/>
                    <a:pt x="187" y="1077"/>
                  </a:cubicBezTo>
                  <a:cubicBezTo>
                    <a:pt x="171" y="979"/>
                    <a:pt x="0" y="1008"/>
                    <a:pt x="14" y="1107"/>
                  </a:cubicBezTo>
                  <a:cubicBezTo>
                    <a:pt x="25" y="1433"/>
                    <a:pt x="125" y="1754"/>
                    <a:pt x="278" y="2041"/>
                  </a:cubicBezTo>
                  <a:cubicBezTo>
                    <a:pt x="327" y="2159"/>
                    <a:pt x="476" y="2128"/>
                    <a:pt x="577" y="21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4" name="Group 84"/>
          <p:cNvGrpSpPr>
            <a:grpSpLocks noChangeAspect="1"/>
          </p:cNvGrpSpPr>
          <p:nvPr/>
        </p:nvGrpSpPr>
        <p:grpSpPr bwMode="auto">
          <a:xfrm>
            <a:off x="10490200" y="2160587"/>
            <a:ext cx="968375" cy="1320800"/>
            <a:chOff x="6608" y="1361"/>
            <a:chExt cx="610" cy="832"/>
          </a:xfrm>
          <a:solidFill>
            <a:srgbClr val="595959"/>
          </a:solidFill>
        </p:grpSpPr>
        <p:sp>
          <p:nvSpPr>
            <p:cNvPr id="176" name="Freeform 85"/>
            <p:cNvSpPr>
              <a:spLocks/>
            </p:cNvSpPr>
            <p:nvPr/>
          </p:nvSpPr>
          <p:spPr bwMode="auto">
            <a:xfrm flipV="1">
              <a:off x="6684" y="1361"/>
              <a:ext cx="176" cy="193"/>
            </a:xfrm>
            <a:custGeom>
              <a:avLst/>
              <a:gdLst>
                <a:gd name="T0" fmla="*/ 495 w 1201"/>
                <a:gd name="T1" fmla="*/ 1231 h 1319"/>
                <a:gd name="T2" fmla="*/ 1163 w 1201"/>
                <a:gd name="T3" fmla="*/ 653 h 1319"/>
                <a:gd name="T4" fmla="*/ 359 w 1201"/>
                <a:gd name="T5" fmla="*/ 210 h 1319"/>
                <a:gd name="T6" fmla="*/ 112 w 1201"/>
                <a:gd name="T7" fmla="*/ 922 h 1319"/>
                <a:gd name="T8" fmla="*/ 495 w 1201"/>
                <a:gd name="T9" fmla="*/ 1231 h 1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1" h="1319">
                  <a:moveTo>
                    <a:pt x="495" y="1231"/>
                  </a:moveTo>
                  <a:cubicBezTo>
                    <a:pt x="841" y="1319"/>
                    <a:pt x="1201" y="1009"/>
                    <a:pt x="1163" y="653"/>
                  </a:cubicBezTo>
                  <a:cubicBezTo>
                    <a:pt x="1144" y="278"/>
                    <a:pt x="688" y="0"/>
                    <a:pt x="359" y="210"/>
                  </a:cubicBezTo>
                  <a:cubicBezTo>
                    <a:pt x="105" y="341"/>
                    <a:pt x="0" y="662"/>
                    <a:pt x="112" y="922"/>
                  </a:cubicBezTo>
                  <a:cubicBezTo>
                    <a:pt x="180" y="1078"/>
                    <a:pt x="337" y="1181"/>
                    <a:pt x="495" y="12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7" name="Freeform 86"/>
            <p:cNvSpPr>
              <a:spLocks/>
            </p:cNvSpPr>
            <p:nvPr/>
          </p:nvSpPr>
          <p:spPr bwMode="auto">
            <a:xfrm flipV="1">
              <a:off x="6957" y="1364"/>
              <a:ext cx="184" cy="184"/>
            </a:xfrm>
            <a:custGeom>
              <a:avLst/>
              <a:gdLst>
                <a:gd name="T0" fmla="*/ 465 w 1254"/>
                <a:gd name="T1" fmla="*/ 1163 h 1259"/>
                <a:gd name="T2" fmla="*/ 1094 w 1254"/>
                <a:gd name="T3" fmla="*/ 1007 h 1259"/>
                <a:gd name="T4" fmla="*/ 1150 w 1254"/>
                <a:gd name="T5" fmla="*/ 411 h 1259"/>
                <a:gd name="T6" fmla="*/ 358 w 1254"/>
                <a:gd name="T7" fmla="*/ 198 h 1259"/>
                <a:gd name="T8" fmla="*/ 465 w 1254"/>
                <a:gd name="T9" fmla="*/ 1163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4" h="1259">
                  <a:moveTo>
                    <a:pt x="465" y="1163"/>
                  </a:moveTo>
                  <a:cubicBezTo>
                    <a:pt x="682" y="1259"/>
                    <a:pt x="935" y="1169"/>
                    <a:pt x="1094" y="1007"/>
                  </a:cubicBezTo>
                  <a:cubicBezTo>
                    <a:pt x="1208" y="834"/>
                    <a:pt x="1254" y="600"/>
                    <a:pt x="1150" y="411"/>
                  </a:cubicBezTo>
                  <a:cubicBezTo>
                    <a:pt x="1028" y="116"/>
                    <a:pt x="612" y="0"/>
                    <a:pt x="358" y="198"/>
                  </a:cubicBezTo>
                  <a:cubicBezTo>
                    <a:pt x="0" y="414"/>
                    <a:pt x="57" y="1037"/>
                    <a:pt x="465" y="11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8" name="Freeform 87"/>
            <p:cNvSpPr>
              <a:spLocks/>
            </p:cNvSpPr>
            <p:nvPr/>
          </p:nvSpPr>
          <p:spPr bwMode="auto">
            <a:xfrm flipV="1">
              <a:off x="6608" y="1525"/>
              <a:ext cx="165" cy="668"/>
            </a:xfrm>
            <a:custGeom>
              <a:avLst/>
              <a:gdLst>
                <a:gd name="T0" fmla="*/ 287 w 1132"/>
                <a:gd name="T1" fmla="*/ 4231 h 4572"/>
                <a:gd name="T2" fmla="*/ 906 w 1132"/>
                <a:gd name="T3" fmla="*/ 4478 h 4572"/>
                <a:gd name="T4" fmla="*/ 1064 w 1132"/>
                <a:gd name="T5" fmla="*/ 3781 h 4572"/>
                <a:gd name="T6" fmla="*/ 924 w 1132"/>
                <a:gd name="T7" fmla="*/ 4178 h 4572"/>
                <a:gd name="T8" fmla="*/ 577 w 1132"/>
                <a:gd name="T9" fmla="*/ 4146 h 4572"/>
                <a:gd name="T10" fmla="*/ 968 w 1132"/>
                <a:gd name="T11" fmla="*/ 3228 h 4572"/>
                <a:gd name="T12" fmla="*/ 962 w 1132"/>
                <a:gd name="T13" fmla="*/ 2421 h 4572"/>
                <a:gd name="T14" fmla="*/ 914 w 1132"/>
                <a:gd name="T15" fmla="*/ 281 h 4572"/>
                <a:gd name="T16" fmla="*/ 333 w 1132"/>
                <a:gd name="T17" fmla="*/ 372 h 4572"/>
                <a:gd name="T18" fmla="*/ 329 w 1132"/>
                <a:gd name="T19" fmla="*/ 2172 h 4572"/>
                <a:gd name="T20" fmla="*/ 100 w 1132"/>
                <a:gd name="T21" fmla="*/ 2537 h 4572"/>
                <a:gd name="T22" fmla="*/ 287 w 1132"/>
                <a:gd name="T23" fmla="*/ 4231 h 4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2" h="4572">
                  <a:moveTo>
                    <a:pt x="287" y="4231"/>
                  </a:moveTo>
                  <a:cubicBezTo>
                    <a:pt x="395" y="4454"/>
                    <a:pt x="673" y="4572"/>
                    <a:pt x="906" y="4478"/>
                  </a:cubicBezTo>
                  <a:cubicBezTo>
                    <a:pt x="1110" y="4312"/>
                    <a:pt x="1132" y="4019"/>
                    <a:pt x="1064" y="3781"/>
                  </a:cubicBezTo>
                  <a:cubicBezTo>
                    <a:pt x="974" y="3896"/>
                    <a:pt x="970" y="4046"/>
                    <a:pt x="924" y="4178"/>
                  </a:cubicBezTo>
                  <a:cubicBezTo>
                    <a:pt x="860" y="4325"/>
                    <a:pt x="616" y="4299"/>
                    <a:pt x="577" y="4146"/>
                  </a:cubicBezTo>
                  <a:cubicBezTo>
                    <a:pt x="550" y="3794"/>
                    <a:pt x="760" y="3490"/>
                    <a:pt x="968" y="3228"/>
                  </a:cubicBezTo>
                  <a:cubicBezTo>
                    <a:pt x="935" y="2960"/>
                    <a:pt x="935" y="2690"/>
                    <a:pt x="962" y="2421"/>
                  </a:cubicBezTo>
                  <a:cubicBezTo>
                    <a:pt x="884" y="1712"/>
                    <a:pt x="963" y="992"/>
                    <a:pt x="914" y="281"/>
                  </a:cubicBezTo>
                  <a:cubicBezTo>
                    <a:pt x="808" y="0"/>
                    <a:pt x="356" y="80"/>
                    <a:pt x="333" y="372"/>
                  </a:cubicBezTo>
                  <a:cubicBezTo>
                    <a:pt x="324" y="972"/>
                    <a:pt x="332" y="1572"/>
                    <a:pt x="329" y="2172"/>
                  </a:cubicBezTo>
                  <a:cubicBezTo>
                    <a:pt x="209" y="2260"/>
                    <a:pt x="129" y="2392"/>
                    <a:pt x="100" y="2537"/>
                  </a:cubicBezTo>
                  <a:cubicBezTo>
                    <a:pt x="0" y="3104"/>
                    <a:pt x="60" y="3701"/>
                    <a:pt x="287" y="42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9" name="Freeform 88"/>
            <p:cNvSpPr>
              <a:spLocks/>
            </p:cNvSpPr>
            <p:nvPr/>
          </p:nvSpPr>
          <p:spPr bwMode="auto">
            <a:xfrm flipV="1">
              <a:off x="6923" y="1529"/>
              <a:ext cx="295" cy="386"/>
            </a:xfrm>
            <a:custGeom>
              <a:avLst/>
              <a:gdLst>
                <a:gd name="T0" fmla="*/ 1017 w 2011"/>
                <a:gd name="T1" fmla="*/ 2442 h 2637"/>
                <a:gd name="T2" fmla="*/ 1503 w 2011"/>
                <a:gd name="T3" fmla="*/ 2566 h 2637"/>
                <a:gd name="T4" fmla="*/ 1872 w 2011"/>
                <a:gd name="T5" fmla="*/ 1982 h 2637"/>
                <a:gd name="T6" fmla="*/ 1952 w 2011"/>
                <a:gd name="T7" fmla="*/ 691 h 2637"/>
                <a:gd name="T8" fmla="*/ 1692 w 2011"/>
                <a:gd name="T9" fmla="*/ 266 h 2637"/>
                <a:gd name="T10" fmla="*/ 1690 w 2011"/>
                <a:gd name="T11" fmla="*/ 0 h 2637"/>
                <a:gd name="T12" fmla="*/ 1573 w 2011"/>
                <a:gd name="T13" fmla="*/ 245 h 2637"/>
                <a:gd name="T14" fmla="*/ 1531 w 2011"/>
                <a:gd name="T15" fmla="*/ 2242 h 2637"/>
                <a:gd name="T16" fmla="*/ 1150 w 2011"/>
                <a:gd name="T17" fmla="*/ 2239 h 2637"/>
                <a:gd name="T18" fmla="*/ 1310 w 2011"/>
                <a:gd name="T19" fmla="*/ 1807 h 2637"/>
                <a:gd name="T20" fmla="*/ 1186 w 2011"/>
                <a:gd name="T21" fmla="*/ 326 h 2637"/>
                <a:gd name="T22" fmla="*/ 1095 w 2011"/>
                <a:gd name="T23" fmla="*/ 252 h 2637"/>
                <a:gd name="T24" fmla="*/ 1050 w 2011"/>
                <a:gd name="T25" fmla="*/ 1338 h 2637"/>
                <a:gd name="T26" fmla="*/ 0 w 2011"/>
                <a:gd name="T27" fmla="*/ 959 h 2637"/>
                <a:gd name="T28" fmla="*/ 117 w 2011"/>
                <a:gd name="T29" fmla="*/ 1264 h 2637"/>
                <a:gd name="T30" fmla="*/ 999 w 2011"/>
                <a:gd name="T31" fmla="*/ 1755 h 2637"/>
                <a:gd name="T32" fmla="*/ 1017 w 2011"/>
                <a:gd name="T33" fmla="*/ 2442 h 2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11" h="2637">
                  <a:moveTo>
                    <a:pt x="1017" y="2442"/>
                  </a:moveTo>
                  <a:cubicBezTo>
                    <a:pt x="1087" y="2637"/>
                    <a:pt x="1342" y="2621"/>
                    <a:pt x="1503" y="2566"/>
                  </a:cubicBezTo>
                  <a:cubicBezTo>
                    <a:pt x="1719" y="2456"/>
                    <a:pt x="1815" y="2205"/>
                    <a:pt x="1872" y="1982"/>
                  </a:cubicBezTo>
                  <a:cubicBezTo>
                    <a:pt x="1999" y="1565"/>
                    <a:pt x="2011" y="1121"/>
                    <a:pt x="1952" y="691"/>
                  </a:cubicBezTo>
                  <a:cubicBezTo>
                    <a:pt x="1926" y="522"/>
                    <a:pt x="1849" y="351"/>
                    <a:pt x="1692" y="266"/>
                  </a:cubicBezTo>
                  <a:cubicBezTo>
                    <a:pt x="1692" y="177"/>
                    <a:pt x="1693" y="88"/>
                    <a:pt x="1690" y="0"/>
                  </a:cubicBezTo>
                  <a:cubicBezTo>
                    <a:pt x="1657" y="84"/>
                    <a:pt x="1623" y="169"/>
                    <a:pt x="1573" y="245"/>
                  </a:cubicBezTo>
                  <a:cubicBezTo>
                    <a:pt x="1862" y="869"/>
                    <a:pt x="1867" y="1635"/>
                    <a:pt x="1531" y="2242"/>
                  </a:cubicBezTo>
                  <a:cubicBezTo>
                    <a:pt x="1457" y="2405"/>
                    <a:pt x="1220" y="2405"/>
                    <a:pt x="1150" y="2239"/>
                  </a:cubicBezTo>
                  <a:cubicBezTo>
                    <a:pt x="1119" y="2075"/>
                    <a:pt x="1273" y="1958"/>
                    <a:pt x="1310" y="1807"/>
                  </a:cubicBezTo>
                  <a:cubicBezTo>
                    <a:pt x="1453" y="1322"/>
                    <a:pt x="1422" y="778"/>
                    <a:pt x="1186" y="326"/>
                  </a:cubicBezTo>
                  <a:cubicBezTo>
                    <a:pt x="1165" y="292"/>
                    <a:pt x="1125" y="276"/>
                    <a:pt x="1095" y="252"/>
                  </a:cubicBezTo>
                  <a:cubicBezTo>
                    <a:pt x="1014" y="609"/>
                    <a:pt x="1134" y="977"/>
                    <a:pt x="1050" y="1338"/>
                  </a:cubicBezTo>
                  <a:cubicBezTo>
                    <a:pt x="765" y="1076"/>
                    <a:pt x="386" y="944"/>
                    <a:pt x="0" y="959"/>
                  </a:cubicBezTo>
                  <a:cubicBezTo>
                    <a:pt x="85" y="1038"/>
                    <a:pt x="154" y="1143"/>
                    <a:pt x="117" y="1264"/>
                  </a:cubicBezTo>
                  <a:cubicBezTo>
                    <a:pt x="477" y="1258"/>
                    <a:pt x="811" y="1450"/>
                    <a:pt x="999" y="1755"/>
                  </a:cubicBezTo>
                  <a:cubicBezTo>
                    <a:pt x="947" y="1980"/>
                    <a:pt x="898" y="2228"/>
                    <a:pt x="1017" y="244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0" name="Freeform 89"/>
            <p:cNvSpPr>
              <a:spLocks/>
            </p:cNvSpPr>
            <p:nvPr/>
          </p:nvSpPr>
          <p:spPr bwMode="auto">
            <a:xfrm flipV="1">
              <a:off x="6696" y="1571"/>
              <a:ext cx="242" cy="203"/>
            </a:xfrm>
            <a:custGeom>
              <a:avLst/>
              <a:gdLst>
                <a:gd name="T0" fmla="*/ 0 w 1650"/>
                <a:gd name="T1" fmla="*/ 1286 h 1395"/>
                <a:gd name="T2" fmla="*/ 298 w 1650"/>
                <a:gd name="T3" fmla="*/ 1285 h 1395"/>
                <a:gd name="T4" fmla="*/ 1106 w 1650"/>
                <a:gd name="T5" fmla="*/ 366 h 1395"/>
                <a:gd name="T6" fmla="*/ 1577 w 1650"/>
                <a:gd name="T7" fmla="*/ 340 h 1395"/>
                <a:gd name="T8" fmla="*/ 1543 w 1650"/>
                <a:gd name="T9" fmla="*/ 71 h 1395"/>
                <a:gd name="T10" fmla="*/ 367 w 1650"/>
                <a:gd name="T11" fmla="*/ 436 h 1395"/>
                <a:gd name="T12" fmla="*/ 0 w 1650"/>
                <a:gd name="T13" fmla="*/ 1286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0" h="1395">
                  <a:moveTo>
                    <a:pt x="0" y="1286"/>
                  </a:moveTo>
                  <a:cubicBezTo>
                    <a:pt x="83" y="1364"/>
                    <a:pt x="227" y="1395"/>
                    <a:pt x="298" y="1285"/>
                  </a:cubicBezTo>
                  <a:cubicBezTo>
                    <a:pt x="323" y="845"/>
                    <a:pt x="668" y="440"/>
                    <a:pt x="1106" y="366"/>
                  </a:cubicBezTo>
                  <a:cubicBezTo>
                    <a:pt x="1261" y="331"/>
                    <a:pt x="1422" y="367"/>
                    <a:pt x="1577" y="340"/>
                  </a:cubicBezTo>
                  <a:cubicBezTo>
                    <a:pt x="1650" y="271"/>
                    <a:pt x="1643" y="111"/>
                    <a:pt x="1543" y="71"/>
                  </a:cubicBezTo>
                  <a:cubicBezTo>
                    <a:pt x="1121" y="0"/>
                    <a:pt x="673" y="138"/>
                    <a:pt x="367" y="436"/>
                  </a:cubicBezTo>
                  <a:cubicBezTo>
                    <a:pt x="175" y="681"/>
                    <a:pt x="9" y="967"/>
                    <a:pt x="0" y="12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1" name="Freeform 90"/>
            <p:cNvSpPr>
              <a:spLocks/>
            </p:cNvSpPr>
            <p:nvPr/>
          </p:nvSpPr>
          <p:spPr bwMode="auto">
            <a:xfrm flipV="1">
              <a:off x="7094" y="1570"/>
              <a:ext cx="94" cy="334"/>
            </a:xfrm>
            <a:custGeom>
              <a:avLst/>
              <a:gdLst>
                <a:gd name="T0" fmla="*/ 130 w 647"/>
                <a:gd name="T1" fmla="*/ 2239 h 2289"/>
                <a:gd name="T2" fmla="*/ 415 w 647"/>
                <a:gd name="T3" fmla="*/ 1972 h 2289"/>
                <a:gd name="T4" fmla="*/ 342 w 647"/>
                <a:gd name="T5" fmla="*/ 151 h 2289"/>
                <a:gd name="T6" fmla="*/ 84 w 647"/>
                <a:gd name="T7" fmla="*/ 262 h 2289"/>
                <a:gd name="T8" fmla="*/ 52 w 647"/>
                <a:gd name="T9" fmla="*/ 2040 h 2289"/>
                <a:gd name="T10" fmla="*/ 130 w 647"/>
                <a:gd name="T11" fmla="*/ 2239 h 2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7" h="2289">
                  <a:moveTo>
                    <a:pt x="130" y="2239"/>
                  </a:moveTo>
                  <a:cubicBezTo>
                    <a:pt x="295" y="2289"/>
                    <a:pt x="360" y="2087"/>
                    <a:pt x="415" y="1972"/>
                  </a:cubicBezTo>
                  <a:cubicBezTo>
                    <a:pt x="647" y="1395"/>
                    <a:pt x="629" y="705"/>
                    <a:pt x="342" y="151"/>
                  </a:cubicBezTo>
                  <a:cubicBezTo>
                    <a:pt x="271" y="0"/>
                    <a:pt x="22" y="110"/>
                    <a:pt x="84" y="262"/>
                  </a:cubicBezTo>
                  <a:cubicBezTo>
                    <a:pt x="341" y="817"/>
                    <a:pt x="367" y="1503"/>
                    <a:pt x="52" y="2040"/>
                  </a:cubicBezTo>
                  <a:cubicBezTo>
                    <a:pt x="0" y="2114"/>
                    <a:pt x="44" y="2218"/>
                    <a:pt x="130" y="22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2" name="Freeform 91"/>
            <p:cNvSpPr>
              <a:spLocks/>
            </p:cNvSpPr>
            <p:nvPr/>
          </p:nvSpPr>
          <p:spPr bwMode="auto">
            <a:xfrm flipV="1">
              <a:off x="7024" y="1875"/>
              <a:ext cx="190" cy="169"/>
            </a:xfrm>
            <a:custGeom>
              <a:avLst/>
              <a:gdLst>
                <a:gd name="T0" fmla="*/ 332 w 1292"/>
                <a:gd name="T1" fmla="*/ 878 h 1159"/>
                <a:gd name="T2" fmla="*/ 536 w 1292"/>
                <a:gd name="T3" fmla="*/ 1136 h 1159"/>
                <a:gd name="T4" fmla="*/ 408 w 1292"/>
                <a:gd name="T5" fmla="*/ 885 h 1159"/>
                <a:gd name="T6" fmla="*/ 873 w 1292"/>
                <a:gd name="T7" fmla="*/ 883 h 1159"/>
                <a:gd name="T8" fmla="*/ 872 w 1292"/>
                <a:gd name="T9" fmla="*/ 1099 h 1159"/>
                <a:gd name="T10" fmla="*/ 945 w 1292"/>
                <a:gd name="T11" fmla="*/ 882 h 1159"/>
                <a:gd name="T12" fmla="*/ 1274 w 1292"/>
                <a:gd name="T13" fmla="*/ 812 h 1159"/>
                <a:gd name="T14" fmla="*/ 1281 w 1292"/>
                <a:gd name="T15" fmla="*/ 130 h 1159"/>
                <a:gd name="T16" fmla="*/ 1159 w 1292"/>
                <a:gd name="T17" fmla="*/ 13 h 1159"/>
                <a:gd name="T18" fmla="*/ 134 w 1292"/>
                <a:gd name="T19" fmla="*/ 12 h 1159"/>
                <a:gd name="T20" fmla="*/ 12 w 1292"/>
                <a:gd name="T21" fmla="*/ 102 h 1159"/>
                <a:gd name="T22" fmla="*/ 16 w 1292"/>
                <a:gd name="T23" fmla="*/ 821 h 1159"/>
                <a:gd name="T24" fmla="*/ 332 w 1292"/>
                <a:gd name="T25" fmla="*/ 878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2" h="1159">
                  <a:moveTo>
                    <a:pt x="332" y="878"/>
                  </a:moveTo>
                  <a:cubicBezTo>
                    <a:pt x="354" y="984"/>
                    <a:pt x="393" y="1159"/>
                    <a:pt x="536" y="1136"/>
                  </a:cubicBezTo>
                  <a:cubicBezTo>
                    <a:pt x="486" y="1056"/>
                    <a:pt x="432" y="978"/>
                    <a:pt x="408" y="885"/>
                  </a:cubicBezTo>
                  <a:cubicBezTo>
                    <a:pt x="563" y="876"/>
                    <a:pt x="718" y="876"/>
                    <a:pt x="873" y="883"/>
                  </a:cubicBezTo>
                  <a:cubicBezTo>
                    <a:pt x="852" y="956"/>
                    <a:pt x="785" y="1044"/>
                    <a:pt x="872" y="1099"/>
                  </a:cubicBezTo>
                  <a:cubicBezTo>
                    <a:pt x="905" y="1030"/>
                    <a:pt x="929" y="957"/>
                    <a:pt x="945" y="882"/>
                  </a:cubicBezTo>
                  <a:cubicBezTo>
                    <a:pt x="1050" y="866"/>
                    <a:pt x="1213" y="924"/>
                    <a:pt x="1274" y="812"/>
                  </a:cubicBezTo>
                  <a:cubicBezTo>
                    <a:pt x="1292" y="586"/>
                    <a:pt x="1278" y="357"/>
                    <a:pt x="1281" y="130"/>
                  </a:cubicBezTo>
                  <a:cubicBezTo>
                    <a:pt x="1290" y="62"/>
                    <a:pt x="1228" y="0"/>
                    <a:pt x="1159" y="13"/>
                  </a:cubicBezTo>
                  <a:cubicBezTo>
                    <a:pt x="817" y="12"/>
                    <a:pt x="475" y="13"/>
                    <a:pt x="134" y="12"/>
                  </a:cubicBezTo>
                  <a:cubicBezTo>
                    <a:pt x="77" y="3"/>
                    <a:pt x="4" y="35"/>
                    <a:pt x="12" y="102"/>
                  </a:cubicBezTo>
                  <a:cubicBezTo>
                    <a:pt x="9" y="341"/>
                    <a:pt x="0" y="582"/>
                    <a:pt x="16" y="821"/>
                  </a:cubicBezTo>
                  <a:cubicBezTo>
                    <a:pt x="79" y="928"/>
                    <a:pt x="229" y="863"/>
                    <a:pt x="332" y="8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3" name="Freeform 92"/>
            <p:cNvSpPr>
              <a:spLocks/>
            </p:cNvSpPr>
            <p:nvPr/>
          </p:nvSpPr>
          <p:spPr bwMode="auto">
            <a:xfrm flipV="1">
              <a:off x="7090" y="1891"/>
              <a:ext cx="55" cy="22"/>
            </a:xfrm>
            <a:custGeom>
              <a:avLst/>
              <a:gdLst>
                <a:gd name="T0" fmla="*/ 78 w 376"/>
                <a:gd name="T1" fmla="*/ 154 h 154"/>
                <a:gd name="T2" fmla="*/ 345 w 376"/>
                <a:gd name="T3" fmla="*/ 105 h 154"/>
                <a:gd name="T4" fmla="*/ 376 w 376"/>
                <a:gd name="T5" fmla="*/ 5 h 154"/>
                <a:gd name="T6" fmla="*/ 0 w 376"/>
                <a:gd name="T7" fmla="*/ 7 h 154"/>
                <a:gd name="T8" fmla="*/ 78 w 376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154">
                  <a:moveTo>
                    <a:pt x="78" y="154"/>
                  </a:moveTo>
                  <a:cubicBezTo>
                    <a:pt x="158" y="100"/>
                    <a:pt x="251" y="73"/>
                    <a:pt x="345" y="105"/>
                  </a:cubicBezTo>
                  <a:cubicBezTo>
                    <a:pt x="353" y="80"/>
                    <a:pt x="369" y="30"/>
                    <a:pt x="376" y="5"/>
                  </a:cubicBezTo>
                  <a:cubicBezTo>
                    <a:pt x="251" y="0"/>
                    <a:pt x="125" y="0"/>
                    <a:pt x="0" y="7"/>
                  </a:cubicBezTo>
                  <a:cubicBezTo>
                    <a:pt x="24" y="57"/>
                    <a:pt x="50" y="106"/>
                    <a:pt x="78" y="1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" name="Freeform 93"/>
            <p:cNvSpPr>
              <a:spLocks/>
            </p:cNvSpPr>
            <p:nvPr/>
          </p:nvSpPr>
          <p:spPr bwMode="auto">
            <a:xfrm flipV="1">
              <a:off x="7080" y="2048"/>
              <a:ext cx="95" cy="141"/>
            </a:xfrm>
            <a:custGeom>
              <a:avLst/>
              <a:gdLst>
                <a:gd name="T0" fmla="*/ 21 w 650"/>
                <a:gd name="T1" fmla="*/ 963 h 964"/>
                <a:gd name="T2" fmla="*/ 623 w 650"/>
                <a:gd name="T3" fmla="*/ 963 h 964"/>
                <a:gd name="T4" fmla="*/ 599 w 650"/>
                <a:gd name="T5" fmla="*/ 243 h 964"/>
                <a:gd name="T6" fmla="*/ 38 w 650"/>
                <a:gd name="T7" fmla="*/ 279 h 964"/>
                <a:gd name="T8" fmla="*/ 21 w 650"/>
                <a:gd name="T9" fmla="*/ 963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0" h="964">
                  <a:moveTo>
                    <a:pt x="21" y="963"/>
                  </a:moveTo>
                  <a:cubicBezTo>
                    <a:pt x="222" y="964"/>
                    <a:pt x="422" y="963"/>
                    <a:pt x="623" y="963"/>
                  </a:cubicBezTo>
                  <a:cubicBezTo>
                    <a:pt x="609" y="724"/>
                    <a:pt x="650" y="478"/>
                    <a:pt x="599" y="243"/>
                  </a:cubicBezTo>
                  <a:cubicBezTo>
                    <a:pt x="499" y="0"/>
                    <a:pt x="116" y="34"/>
                    <a:pt x="38" y="279"/>
                  </a:cubicBezTo>
                  <a:cubicBezTo>
                    <a:pt x="0" y="503"/>
                    <a:pt x="32" y="736"/>
                    <a:pt x="21" y="9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96" name="组合 195"/>
          <p:cNvGrpSpPr/>
          <p:nvPr/>
        </p:nvGrpSpPr>
        <p:grpSpPr>
          <a:xfrm>
            <a:off x="7316787" y="4324522"/>
            <a:ext cx="2069864" cy="1871491"/>
            <a:chOff x="7316787" y="4324522"/>
            <a:chExt cx="2069864" cy="1871491"/>
          </a:xfrm>
        </p:grpSpPr>
        <p:sp>
          <p:nvSpPr>
            <p:cNvPr id="195" name="图文框 194"/>
            <p:cNvSpPr/>
            <p:nvPr/>
          </p:nvSpPr>
          <p:spPr>
            <a:xfrm>
              <a:off x="7979598" y="4324522"/>
              <a:ext cx="1407053" cy="886193"/>
            </a:xfrm>
            <a:prstGeom prst="frame">
              <a:avLst>
                <a:gd name="adj1" fmla="val 2673"/>
              </a:avLst>
            </a:prstGeom>
            <a:solidFill>
              <a:srgbClr val="5959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87" name="Group 96"/>
            <p:cNvGrpSpPr>
              <a:grpSpLocks noChangeAspect="1"/>
            </p:cNvGrpSpPr>
            <p:nvPr/>
          </p:nvGrpSpPr>
          <p:grpSpPr bwMode="auto">
            <a:xfrm>
              <a:off x="7316787" y="4589463"/>
              <a:ext cx="1925638" cy="1606550"/>
              <a:chOff x="4609" y="2891"/>
              <a:chExt cx="1213" cy="1012"/>
            </a:xfrm>
            <a:solidFill>
              <a:srgbClr val="595959"/>
            </a:solidFill>
          </p:grpSpPr>
          <p:sp>
            <p:nvSpPr>
              <p:cNvPr id="189" name="Freeform 97"/>
              <p:cNvSpPr>
                <a:spLocks/>
              </p:cNvSpPr>
              <p:nvPr/>
            </p:nvSpPr>
            <p:spPr bwMode="auto">
              <a:xfrm flipV="1">
                <a:off x="4727" y="2891"/>
                <a:ext cx="224" cy="223"/>
              </a:xfrm>
              <a:custGeom>
                <a:avLst/>
                <a:gdLst>
                  <a:gd name="T0" fmla="*/ 268 w 980"/>
                  <a:gd name="T1" fmla="*/ 865 h 976"/>
                  <a:gd name="T2" fmla="*/ 886 w 980"/>
                  <a:gd name="T3" fmla="*/ 592 h 976"/>
                  <a:gd name="T4" fmla="*/ 468 w 980"/>
                  <a:gd name="T5" fmla="*/ 12 h 976"/>
                  <a:gd name="T6" fmla="*/ 15 w 980"/>
                  <a:gd name="T7" fmla="*/ 454 h 976"/>
                  <a:gd name="T8" fmla="*/ 268 w 980"/>
                  <a:gd name="T9" fmla="*/ 865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0" h="976">
                    <a:moveTo>
                      <a:pt x="268" y="865"/>
                    </a:moveTo>
                    <a:cubicBezTo>
                      <a:pt x="498" y="976"/>
                      <a:pt x="824" y="850"/>
                      <a:pt x="886" y="592"/>
                    </a:cubicBezTo>
                    <a:cubicBezTo>
                      <a:pt x="980" y="321"/>
                      <a:pt x="753" y="9"/>
                      <a:pt x="468" y="12"/>
                    </a:cubicBezTo>
                    <a:cubicBezTo>
                      <a:pt x="228" y="0"/>
                      <a:pt x="9" y="213"/>
                      <a:pt x="15" y="454"/>
                    </a:cubicBezTo>
                    <a:cubicBezTo>
                      <a:pt x="0" y="630"/>
                      <a:pt x="118" y="786"/>
                      <a:pt x="268" y="86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98"/>
              <p:cNvSpPr>
                <a:spLocks/>
              </p:cNvSpPr>
              <p:nvPr/>
            </p:nvSpPr>
            <p:spPr bwMode="auto">
              <a:xfrm flipV="1">
                <a:off x="4609" y="3020"/>
                <a:ext cx="650" cy="874"/>
              </a:xfrm>
              <a:custGeom>
                <a:avLst/>
                <a:gdLst>
                  <a:gd name="T0" fmla="*/ 2213 w 2911"/>
                  <a:gd name="T1" fmla="*/ 3569 h 3838"/>
                  <a:gd name="T2" fmla="*/ 2792 w 2911"/>
                  <a:gd name="T3" fmla="*/ 3838 h 3838"/>
                  <a:gd name="T4" fmla="*/ 2869 w 2911"/>
                  <a:gd name="T5" fmla="*/ 3773 h 3838"/>
                  <a:gd name="T6" fmla="*/ 2584 w 2911"/>
                  <a:gd name="T7" fmla="*/ 3406 h 3838"/>
                  <a:gd name="T8" fmla="*/ 1860 w 2911"/>
                  <a:gd name="T9" fmla="*/ 3098 h 3838"/>
                  <a:gd name="T10" fmla="*/ 1450 w 2911"/>
                  <a:gd name="T11" fmla="*/ 3026 h 3838"/>
                  <a:gd name="T12" fmla="*/ 1562 w 2911"/>
                  <a:gd name="T13" fmla="*/ 96 h 3838"/>
                  <a:gd name="T14" fmla="*/ 1321 w 2911"/>
                  <a:gd name="T15" fmla="*/ 18 h 3838"/>
                  <a:gd name="T16" fmla="*/ 1218 w 2911"/>
                  <a:gd name="T17" fmla="*/ 602 h 3838"/>
                  <a:gd name="T18" fmla="*/ 1093 w 2911"/>
                  <a:gd name="T19" fmla="*/ 1787 h 3838"/>
                  <a:gd name="T20" fmla="*/ 1043 w 2911"/>
                  <a:gd name="T21" fmla="*/ 1840 h 3838"/>
                  <a:gd name="T22" fmla="*/ 866 w 2911"/>
                  <a:gd name="T23" fmla="*/ 116 h 3838"/>
                  <a:gd name="T24" fmla="*/ 611 w 2911"/>
                  <a:gd name="T25" fmla="*/ 17 h 3838"/>
                  <a:gd name="T26" fmla="*/ 635 w 2911"/>
                  <a:gd name="T27" fmla="*/ 1307 h 3838"/>
                  <a:gd name="T28" fmla="*/ 623 w 2911"/>
                  <a:gd name="T29" fmla="*/ 2921 h 3838"/>
                  <a:gd name="T30" fmla="*/ 558 w 2911"/>
                  <a:gd name="T31" fmla="*/ 2575 h 3838"/>
                  <a:gd name="T32" fmla="*/ 255 w 2911"/>
                  <a:gd name="T33" fmla="*/ 1957 h 3838"/>
                  <a:gd name="T34" fmla="*/ 34 w 2911"/>
                  <a:gd name="T35" fmla="*/ 2013 h 3838"/>
                  <a:gd name="T36" fmla="*/ 360 w 2911"/>
                  <a:gd name="T37" fmla="*/ 2785 h 3838"/>
                  <a:gd name="T38" fmla="*/ 654 w 2911"/>
                  <a:gd name="T39" fmla="*/ 3395 h 3838"/>
                  <a:gd name="T40" fmla="*/ 1506 w 2911"/>
                  <a:gd name="T41" fmla="*/ 3369 h 3838"/>
                  <a:gd name="T42" fmla="*/ 2213 w 2911"/>
                  <a:gd name="T43" fmla="*/ 3569 h 3838"/>
                  <a:gd name="connsiteX0" fmla="*/ 7498 w 9765"/>
                  <a:gd name="connsiteY0" fmla="*/ 9260 h 9961"/>
                  <a:gd name="connsiteX1" fmla="*/ 9487 w 9765"/>
                  <a:gd name="connsiteY1" fmla="*/ 9961 h 9961"/>
                  <a:gd name="connsiteX2" fmla="*/ 9752 w 9765"/>
                  <a:gd name="connsiteY2" fmla="*/ 9792 h 9961"/>
                  <a:gd name="connsiteX3" fmla="*/ 8773 w 9765"/>
                  <a:gd name="connsiteY3" fmla="*/ 8835 h 9961"/>
                  <a:gd name="connsiteX4" fmla="*/ 6286 w 9765"/>
                  <a:gd name="connsiteY4" fmla="*/ 8033 h 9961"/>
                  <a:gd name="connsiteX5" fmla="*/ 4877 w 9765"/>
                  <a:gd name="connsiteY5" fmla="*/ 7845 h 9961"/>
                  <a:gd name="connsiteX6" fmla="*/ 5262 w 9765"/>
                  <a:gd name="connsiteY6" fmla="*/ 211 h 9961"/>
                  <a:gd name="connsiteX7" fmla="*/ 4434 w 9765"/>
                  <a:gd name="connsiteY7" fmla="*/ 8 h 9961"/>
                  <a:gd name="connsiteX8" fmla="*/ 4080 w 9765"/>
                  <a:gd name="connsiteY8" fmla="*/ 1530 h 9961"/>
                  <a:gd name="connsiteX9" fmla="*/ 3651 w 9765"/>
                  <a:gd name="connsiteY9" fmla="*/ 4617 h 9961"/>
                  <a:gd name="connsiteX10" fmla="*/ 3479 w 9765"/>
                  <a:gd name="connsiteY10" fmla="*/ 4755 h 9961"/>
                  <a:gd name="connsiteX11" fmla="*/ 2871 w 9765"/>
                  <a:gd name="connsiteY11" fmla="*/ 263 h 9961"/>
                  <a:gd name="connsiteX12" fmla="*/ 1995 w 9765"/>
                  <a:gd name="connsiteY12" fmla="*/ 5 h 9961"/>
                  <a:gd name="connsiteX13" fmla="*/ 2077 w 9765"/>
                  <a:gd name="connsiteY13" fmla="*/ 3366 h 9961"/>
                  <a:gd name="connsiteX14" fmla="*/ 2036 w 9765"/>
                  <a:gd name="connsiteY14" fmla="*/ 7572 h 9961"/>
                  <a:gd name="connsiteX15" fmla="*/ 1813 w 9765"/>
                  <a:gd name="connsiteY15" fmla="*/ 6670 h 9961"/>
                  <a:gd name="connsiteX16" fmla="*/ 772 w 9765"/>
                  <a:gd name="connsiteY16" fmla="*/ 5060 h 9961"/>
                  <a:gd name="connsiteX17" fmla="*/ 13 w 9765"/>
                  <a:gd name="connsiteY17" fmla="*/ 5206 h 9961"/>
                  <a:gd name="connsiteX18" fmla="*/ 1133 w 9765"/>
                  <a:gd name="connsiteY18" fmla="*/ 7217 h 9961"/>
                  <a:gd name="connsiteX19" fmla="*/ 2143 w 9765"/>
                  <a:gd name="connsiteY19" fmla="*/ 8807 h 9961"/>
                  <a:gd name="connsiteX20" fmla="*/ 5069 w 9765"/>
                  <a:gd name="connsiteY20" fmla="*/ 8739 h 9961"/>
                  <a:gd name="connsiteX21" fmla="*/ 7498 w 9765"/>
                  <a:gd name="connsiteY21" fmla="*/ 9260 h 9961"/>
                  <a:gd name="connsiteX0" fmla="*/ 7678 w 10010"/>
                  <a:gd name="connsiteY0" fmla="*/ 9296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78 w 10010"/>
                  <a:gd name="connsiteY21" fmla="*/ 9296 h 10000"/>
                  <a:gd name="connsiteX0" fmla="*/ 7678 w 10010"/>
                  <a:gd name="connsiteY0" fmla="*/ 9296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78 w 10010"/>
                  <a:gd name="connsiteY21" fmla="*/ 9296 h 10000"/>
                  <a:gd name="connsiteX0" fmla="*/ 7678 w 10010"/>
                  <a:gd name="connsiteY0" fmla="*/ 9296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47 w 10010"/>
                  <a:gd name="connsiteY21" fmla="*/ 9182 h 10000"/>
                  <a:gd name="connsiteX0" fmla="*/ 7678 w 10010"/>
                  <a:gd name="connsiteY0" fmla="*/ 9296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0" fmla="*/ 7678 w 10010"/>
                  <a:gd name="connsiteY0" fmla="*/ 9113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0" fmla="*/ 7678 w 10010"/>
                  <a:gd name="connsiteY0" fmla="*/ 9113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0" fmla="*/ 7678 w 10010"/>
                  <a:gd name="connsiteY0" fmla="*/ 9113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78 w 10010"/>
                  <a:gd name="connsiteY21" fmla="*/ 9113 h 10000"/>
                  <a:gd name="connsiteX0" fmla="*/ 7678 w 10010"/>
                  <a:gd name="connsiteY0" fmla="*/ 9113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78 w 10010"/>
                  <a:gd name="connsiteY21" fmla="*/ 9113 h 10000"/>
                  <a:gd name="connsiteX0" fmla="*/ 7678 w 10010"/>
                  <a:gd name="connsiteY0" fmla="*/ 9113 h 10000"/>
                  <a:gd name="connsiteX1" fmla="*/ 9715 w 10010"/>
                  <a:gd name="connsiteY1" fmla="*/ 10000 h 10000"/>
                  <a:gd name="connsiteX2" fmla="*/ 9987 w 10010"/>
                  <a:gd name="connsiteY2" fmla="*/ 9830 h 10000"/>
                  <a:gd name="connsiteX3" fmla="*/ 8984 w 10010"/>
                  <a:gd name="connsiteY3" fmla="*/ 8870 h 10000"/>
                  <a:gd name="connsiteX4" fmla="*/ 6437 w 10010"/>
                  <a:gd name="connsiteY4" fmla="*/ 8064 h 10000"/>
                  <a:gd name="connsiteX5" fmla="*/ 4994 w 10010"/>
                  <a:gd name="connsiteY5" fmla="*/ 7876 h 10000"/>
                  <a:gd name="connsiteX6" fmla="*/ 5389 w 10010"/>
                  <a:gd name="connsiteY6" fmla="*/ 212 h 10000"/>
                  <a:gd name="connsiteX7" fmla="*/ 4541 w 10010"/>
                  <a:gd name="connsiteY7" fmla="*/ 8 h 10000"/>
                  <a:gd name="connsiteX8" fmla="*/ 4178 w 10010"/>
                  <a:gd name="connsiteY8" fmla="*/ 1536 h 10000"/>
                  <a:gd name="connsiteX9" fmla="*/ 3739 w 10010"/>
                  <a:gd name="connsiteY9" fmla="*/ 4635 h 10000"/>
                  <a:gd name="connsiteX10" fmla="*/ 3563 w 10010"/>
                  <a:gd name="connsiteY10" fmla="*/ 4774 h 10000"/>
                  <a:gd name="connsiteX11" fmla="*/ 2940 w 10010"/>
                  <a:gd name="connsiteY11" fmla="*/ 264 h 10000"/>
                  <a:gd name="connsiteX12" fmla="*/ 2043 w 10010"/>
                  <a:gd name="connsiteY12" fmla="*/ 5 h 10000"/>
                  <a:gd name="connsiteX13" fmla="*/ 2127 w 10010"/>
                  <a:gd name="connsiteY13" fmla="*/ 3379 h 10000"/>
                  <a:gd name="connsiteX14" fmla="*/ 2085 w 10010"/>
                  <a:gd name="connsiteY14" fmla="*/ 7602 h 10000"/>
                  <a:gd name="connsiteX15" fmla="*/ 1857 w 10010"/>
                  <a:gd name="connsiteY15" fmla="*/ 6696 h 10000"/>
                  <a:gd name="connsiteX16" fmla="*/ 791 w 10010"/>
                  <a:gd name="connsiteY16" fmla="*/ 5080 h 10000"/>
                  <a:gd name="connsiteX17" fmla="*/ 13 w 10010"/>
                  <a:gd name="connsiteY17" fmla="*/ 5226 h 10000"/>
                  <a:gd name="connsiteX18" fmla="*/ 1160 w 10010"/>
                  <a:gd name="connsiteY18" fmla="*/ 7245 h 10000"/>
                  <a:gd name="connsiteX19" fmla="*/ 2195 w 10010"/>
                  <a:gd name="connsiteY19" fmla="*/ 8841 h 10000"/>
                  <a:gd name="connsiteX20" fmla="*/ 5191 w 10010"/>
                  <a:gd name="connsiteY20" fmla="*/ 8773 h 10000"/>
                  <a:gd name="connsiteX21" fmla="*/ 7678 w 10010"/>
                  <a:gd name="connsiteY21" fmla="*/ 9113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010" h="10000">
                    <a:moveTo>
                      <a:pt x="7678" y="9113"/>
                    </a:moveTo>
                    <a:cubicBezTo>
                      <a:pt x="8661" y="9363"/>
                      <a:pt x="8924" y="9987"/>
                      <a:pt x="9715" y="10000"/>
                    </a:cubicBezTo>
                    <a:cubicBezTo>
                      <a:pt x="9786" y="9958"/>
                      <a:pt x="9919" y="9871"/>
                      <a:pt x="9987" y="9830"/>
                    </a:cubicBezTo>
                    <a:cubicBezTo>
                      <a:pt x="10134" y="9257"/>
                      <a:pt x="9575" y="9172"/>
                      <a:pt x="8984" y="8870"/>
                    </a:cubicBezTo>
                    <a:cubicBezTo>
                      <a:pt x="8393" y="8568"/>
                      <a:pt x="7746" y="8161"/>
                      <a:pt x="6437" y="8064"/>
                    </a:cubicBezTo>
                    <a:cubicBezTo>
                      <a:pt x="5129" y="7968"/>
                      <a:pt x="5470" y="7957"/>
                      <a:pt x="4994" y="7876"/>
                    </a:cubicBezTo>
                    <a:cubicBezTo>
                      <a:pt x="4938" y="5318"/>
                      <a:pt x="5110" y="2763"/>
                      <a:pt x="5389" y="212"/>
                    </a:cubicBezTo>
                    <a:cubicBezTo>
                      <a:pt x="5191" y="-8"/>
                      <a:pt x="4861" y="-8"/>
                      <a:pt x="4541" y="8"/>
                    </a:cubicBezTo>
                    <a:cubicBezTo>
                      <a:pt x="4182" y="476"/>
                      <a:pt x="4305" y="1028"/>
                      <a:pt x="4178" y="1536"/>
                    </a:cubicBezTo>
                    <a:cubicBezTo>
                      <a:pt x="4115" y="2574"/>
                      <a:pt x="3889" y="3602"/>
                      <a:pt x="3739" y="4635"/>
                    </a:cubicBezTo>
                    <a:cubicBezTo>
                      <a:pt x="3693" y="4669"/>
                      <a:pt x="3605" y="4739"/>
                      <a:pt x="3563" y="4774"/>
                    </a:cubicBezTo>
                    <a:cubicBezTo>
                      <a:pt x="3197" y="3288"/>
                      <a:pt x="3186" y="1758"/>
                      <a:pt x="2940" y="264"/>
                    </a:cubicBezTo>
                    <a:cubicBezTo>
                      <a:pt x="2835" y="-39"/>
                      <a:pt x="2370" y="0"/>
                      <a:pt x="2043" y="5"/>
                    </a:cubicBezTo>
                    <a:cubicBezTo>
                      <a:pt x="1888" y="1127"/>
                      <a:pt x="2170" y="2255"/>
                      <a:pt x="2127" y="3379"/>
                    </a:cubicBezTo>
                    <a:cubicBezTo>
                      <a:pt x="2095" y="4787"/>
                      <a:pt x="2170" y="6197"/>
                      <a:pt x="2085" y="7602"/>
                    </a:cubicBezTo>
                    <a:cubicBezTo>
                      <a:pt x="1980" y="7303"/>
                      <a:pt x="1941" y="6997"/>
                      <a:pt x="1857" y="6696"/>
                    </a:cubicBezTo>
                    <a:cubicBezTo>
                      <a:pt x="1561" y="6137"/>
                      <a:pt x="1012" y="5663"/>
                      <a:pt x="791" y="5080"/>
                    </a:cubicBezTo>
                    <a:cubicBezTo>
                      <a:pt x="664" y="4761"/>
                      <a:pt x="-107" y="4871"/>
                      <a:pt x="13" y="5226"/>
                    </a:cubicBezTo>
                    <a:cubicBezTo>
                      <a:pt x="182" y="5953"/>
                      <a:pt x="1002" y="6566"/>
                      <a:pt x="1160" y="7245"/>
                    </a:cubicBezTo>
                    <a:cubicBezTo>
                      <a:pt x="1259" y="7829"/>
                      <a:pt x="1259" y="8648"/>
                      <a:pt x="2195" y="8841"/>
                    </a:cubicBezTo>
                    <a:cubicBezTo>
                      <a:pt x="3193" y="8889"/>
                      <a:pt x="4203" y="8904"/>
                      <a:pt x="5191" y="8773"/>
                    </a:cubicBezTo>
                    <a:cubicBezTo>
                      <a:pt x="6020" y="8886"/>
                      <a:pt x="6695" y="8863"/>
                      <a:pt x="7678" y="91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1" name="Freeform 99"/>
              <p:cNvSpPr>
                <a:spLocks/>
              </p:cNvSpPr>
              <p:nvPr/>
            </p:nvSpPr>
            <p:spPr bwMode="auto">
              <a:xfrm flipV="1">
                <a:off x="5136" y="3421"/>
                <a:ext cx="225" cy="218"/>
              </a:xfrm>
              <a:custGeom>
                <a:avLst/>
                <a:gdLst>
                  <a:gd name="T0" fmla="*/ 346 w 981"/>
                  <a:gd name="T1" fmla="*/ 894 h 954"/>
                  <a:gd name="T2" fmla="*/ 886 w 981"/>
                  <a:gd name="T3" fmla="*/ 598 h 954"/>
                  <a:gd name="T4" fmla="*/ 473 w 981"/>
                  <a:gd name="T5" fmla="*/ 20 h 954"/>
                  <a:gd name="T6" fmla="*/ 25 w 981"/>
                  <a:gd name="T7" fmla="*/ 461 h 954"/>
                  <a:gd name="T8" fmla="*/ 346 w 981"/>
                  <a:gd name="T9" fmla="*/ 89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1" h="954">
                    <a:moveTo>
                      <a:pt x="346" y="894"/>
                    </a:moveTo>
                    <a:cubicBezTo>
                      <a:pt x="570" y="954"/>
                      <a:pt x="822" y="822"/>
                      <a:pt x="886" y="598"/>
                    </a:cubicBezTo>
                    <a:cubicBezTo>
                      <a:pt x="981" y="332"/>
                      <a:pt x="759" y="10"/>
                      <a:pt x="473" y="20"/>
                    </a:cubicBezTo>
                    <a:cubicBezTo>
                      <a:pt x="236" y="0"/>
                      <a:pt x="0" y="220"/>
                      <a:pt x="25" y="461"/>
                    </a:cubicBezTo>
                    <a:cubicBezTo>
                      <a:pt x="2" y="660"/>
                      <a:pt x="162" y="842"/>
                      <a:pt x="346" y="89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2" name="Freeform 100"/>
              <p:cNvSpPr>
                <a:spLocks/>
              </p:cNvSpPr>
              <p:nvPr/>
            </p:nvSpPr>
            <p:spPr bwMode="auto">
              <a:xfrm flipV="1">
                <a:off x="5527" y="3420"/>
                <a:ext cx="231" cy="221"/>
              </a:xfrm>
              <a:custGeom>
                <a:avLst/>
                <a:gdLst>
                  <a:gd name="T0" fmla="*/ 336 w 1009"/>
                  <a:gd name="T1" fmla="*/ 893 h 967"/>
                  <a:gd name="T2" fmla="*/ 892 w 1009"/>
                  <a:gd name="T3" fmla="*/ 623 h 967"/>
                  <a:gd name="T4" fmla="*/ 490 w 1009"/>
                  <a:gd name="T5" fmla="*/ 27 h 967"/>
                  <a:gd name="T6" fmla="*/ 39 w 1009"/>
                  <a:gd name="T7" fmla="*/ 502 h 967"/>
                  <a:gd name="T8" fmla="*/ 336 w 1009"/>
                  <a:gd name="T9" fmla="*/ 893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967">
                    <a:moveTo>
                      <a:pt x="336" y="893"/>
                    </a:moveTo>
                    <a:cubicBezTo>
                      <a:pt x="560" y="967"/>
                      <a:pt x="813" y="845"/>
                      <a:pt x="892" y="623"/>
                    </a:cubicBezTo>
                    <a:cubicBezTo>
                      <a:pt x="1009" y="359"/>
                      <a:pt x="782" y="12"/>
                      <a:pt x="490" y="27"/>
                    </a:cubicBezTo>
                    <a:cubicBezTo>
                      <a:pt x="234" y="0"/>
                      <a:pt x="0" y="248"/>
                      <a:pt x="39" y="502"/>
                    </a:cubicBezTo>
                    <a:cubicBezTo>
                      <a:pt x="28" y="683"/>
                      <a:pt x="174" y="835"/>
                      <a:pt x="336" y="89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3" name="Freeform 101"/>
              <p:cNvSpPr>
                <a:spLocks/>
              </p:cNvSpPr>
              <p:nvPr/>
            </p:nvSpPr>
            <p:spPr bwMode="auto">
              <a:xfrm flipV="1">
                <a:off x="5063" y="3639"/>
                <a:ext cx="364" cy="264"/>
              </a:xfrm>
              <a:custGeom>
                <a:avLst/>
                <a:gdLst>
                  <a:gd name="T0" fmla="*/ 152 w 1591"/>
                  <a:gd name="T1" fmla="*/ 924 h 1158"/>
                  <a:gd name="T2" fmla="*/ 758 w 1591"/>
                  <a:gd name="T3" fmla="*/ 1140 h 1158"/>
                  <a:gd name="T4" fmla="*/ 1457 w 1591"/>
                  <a:gd name="T5" fmla="*/ 901 h 1158"/>
                  <a:gd name="T6" fmla="*/ 1591 w 1591"/>
                  <a:gd name="T7" fmla="*/ 18 h 1158"/>
                  <a:gd name="T8" fmla="*/ 1335 w 1591"/>
                  <a:gd name="T9" fmla="*/ 7 h 1158"/>
                  <a:gd name="T10" fmla="*/ 1251 w 1591"/>
                  <a:gd name="T11" fmla="*/ 506 h 1158"/>
                  <a:gd name="T12" fmla="*/ 1227 w 1591"/>
                  <a:gd name="T13" fmla="*/ 10 h 1158"/>
                  <a:gd name="T14" fmla="*/ 391 w 1591"/>
                  <a:gd name="T15" fmla="*/ 8 h 1158"/>
                  <a:gd name="T16" fmla="*/ 373 w 1591"/>
                  <a:gd name="T17" fmla="*/ 496 h 1158"/>
                  <a:gd name="T18" fmla="*/ 283 w 1591"/>
                  <a:gd name="T19" fmla="*/ 5 h 1158"/>
                  <a:gd name="T20" fmla="*/ 0 w 1591"/>
                  <a:gd name="T21" fmla="*/ 42 h 1158"/>
                  <a:gd name="T22" fmla="*/ 152 w 1591"/>
                  <a:gd name="T23" fmla="*/ 924 h 1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91" h="1158">
                    <a:moveTo>
                      <a:pt x="152" y="924"/>
                    </a:moveTo>
                    <a:cubicBezTo>
                      <a:pt x="305" y="1093"/>
                      <a:pt x="537" y="1154"/>
                      <a:pt x="758" y="1140"/>
                    </a:cubicBezTo>
                    <a:cubicBezTo>
                      <a:pt x="1009" y="1158"/>
                      <a:pt x="1282" y="1088"/>
                      <a:pt x="1457" y="901"/>
                    </a:cubicBezTo>
                    <a:cubicBezTo>
                      <a:pt x="1573" y="624"/>
                      <a:pt x="1588" y="315"/>
                      <a:pt x="1591" y="18"/>
                    </a:cubicBezTo>
                    <a:cubicBezTo>
                      <a:pt x="1505" y="17"/>
                      <a:pt x="1420" y="13"/>
                      <a:pt x="1335" y="7"/>
                    </a:cubicBezTo>
                    <a:cubicBezTo>
                      <a:pt x="1305" y="173"/>
                      <a:pt x="1286" y="341"/>
                      <a:pt x="1251" y="506"/>
                    </a:cubicBezTo>
                    <a:cubicBezTo>
                      <a:pt x="1236" y="341"/>
                      <a:pt x="1232" y="175"/>
                      <a:pt x="1227" y="10"/>
                    </a:cubicBezTo>
                    <a:cubicBezTo>
                      <a:pt x="949" y="5"/>
                      <a:pt x="670" y="11"/>
                      <a:pt x="391" y="8"/>
                    </a:cubicBezTo>
                    <a:cubicBezTo>
                      <a:pt x="390" y="171"/>
                      <a:pt x="398" y="335"/>
                      <a:pt x="373" y="496"/>
                    </a:cubicBezTo>
                    <a:cubicBezTo>
                      <a:pt x="334" y="334"/>
                      <a:pt x="316" y="168"/>
                      <a:pt x="283" y="5"/>
                    </a:cubicBezTo>
                    <a:cubicBezTo>
                      <a:pt x="187" y="10"/>
                      <a:pt x="88" y="0"/>
                      <a:pt x="0" y="42"/>
                    </a:cubicBezTo>
                    <a:cubicBezTo>
                      <a:pt x="53" y="335"/>
                      <a:pt x="17" y="650"/>
                      <a:pt x="152" y="9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4" name="Freeform 102"/>
              <p:cNvSpPr>
                <a:spLocks/>
              </p:cNvSpPr>
              <p:nvPr/>
            </p:nvSpPr>
            <p:spPr bwMode="auto">
              <a:xfrm flipV="1">
                <a:off x="5458" y="3638"/>
                <a:ext cx="364" cy="264"/>
              </a:xfrm>
              <a:custGeom>
                <a:avLst/>
                <a:gdLst>
                  <a:gd name="T0" fmla="*/ 152 w 1594"/>
                  <a:gd name="T1" fmla="*/ 918 h 1153"/>
                  <a:gd name="T2" fmla="*/ 759 w 1594"/>
                  <a:gd name="T3" fmla="*/ 1133 h 1153"/>
                  <a:gd name="T4" fmla="*/ 1466 w 1594"/>
                  <a:gd name="T5" fmla="*/ 868 h 1153"/>
                  <a:gd name="T6" fmla="*/ 1594 w 1594"/>
                  <a:gd name="T7" fmla="*/ 6 h 1153"/>
                  <a:gd name="T8" fmla="*/ 1311 w 1594"/>
                  <a:gd name="T9" fmla="*/ 20 h 1153"/>
                  <a:gd name="T10" fmla="*/ 1253 w 1594"/>
                  <a:gd name="T11" fmla="*/ 512 h 1153"/>
                  <a:gd name="T12" fmla="*/ 1231 w 1594"/>
                  <a:gd name="T13" fmla="*/ 6 h 1153"/>
                  <a:gd name="T14" fmla="*/ 397 w 1594"/>
                  <a:gd name="T15" fmla="*/ 4 h 1153"/>
                  <a:gd name="T16" fmla="*/ 370 w 1594"/>
                  <a:gd name="T17" fmla="*/ 507 h 1153"/>
                  <a:gd name="T18" fmla="*/ 284 w 1594"/>
                  <a:gd name="T19" fmla="*/ 8 h 1153"/>
                  <a:gd name="T20" fmla="*/ 0 w 1594"/>
                  <a:gd name="T21" fmla="*/ 9 h 1153"/>
                  <a:gd name="T22" fmla="*/ 152 w 1594"/>
                  <a:gd name="T23" fmla="*/ 918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94" h="1153">
                    <a:moveTo>
                      <a:pt x="152" y="918"/>
                    </a:moveTo>
                    <a:cubicBezTo>
                      <a:pt x="305" y="1085"/>
                      <a:pt x="538" y="1149"/>
                      <a:pt x="759" y="1133"/>
                    </a:cubicBezTo>
                    <a:cubicBezTo>
                      <a:pt x="1016" y="1153"/>
                      <a:pt x="1302" y="1078"/>
                      <a:pt x="1466" y="868"/>
                    </a:cubicBezTo>
                    <a:cubicBezTo>
                      <a:pt x="1575" y="597"/>
                      <a:pt x="1582" y="295"/>
                      <a:pt x="1594" y="6"/>
                    </a:cubicBezTo>
                    <a:cubicBezTo>
                      <a:pt x="1500" y="7"/>
                      <a:pt x="1405" y="8"/>
                      <a:pt x="1311" y="20"/>
                    </a:cubicBezTo>
                    <a:cubicBezTo>
                      <a:pt x="1319" y="186"/>
                      <a:pt x="1281" y="349"/>
                      <a:pt x="1253" y="512"/>
                    </a:cubicBezTo>
                    <a:cubicBezTo>
                      <a:pt x="1230" y="344"/>
                      <a:pt x="1236" y="175"/>
                      <a:pt x="1231" y="6"/>
                    </a:cubicBezTo>
                    <a:cubicBezTo>
                      <a:pt x="953" y="0"/>
                      <a:pt x="675" y="0"/>
                      <a:pt x="397" y="4"/>
                    </a:cubicBezTo>
                    <a:cubicBezTo>
                      <a:pt x="391" y="172"/>
                      <a:pt x="388" y="340"/>
                      <a:pt x="370" y="507"/>
                    </a:cubicBezTo>
                    <a:cubicBezTo>
                      <a:pt x="341" y="341"/>
                      <a:pt x="315" y="174"/>
                      <a:pt x="284" y="8"/>
                    </a:cubicBezTo>
                    <a:cubicBezTo>
                      <a:pt x="189" y="8"/>
                      <a:pt x="95" y="8"/>
                      <a:pt x="0" y="9"/>
                    </a:cubicBezTo>
                    <a:cubicBezTo>
                      <a:pt x="49" y="311"/>
                      <a:pt x="16" y="636"/>
                      <a:pt x="152" y="9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902866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917576" y="252744"/>
            <a:ext cx="2041765" cy="1562521"/>
            <a:chOff x="4242" y="1379"/>
            <a:chExt cx="1538" cy="1177"/>
          </a:xfrm>
          <a:solidFill>
            <a:srgbClr val="595959"/>
          </a:solidFill>
        </p:grpSpPr>
        <p:grpSp>
          <p:nvGrpSpPr>
            <p:cNvPr id="5" name="Group 11"/>
            <p:cNvGrpSpPr>
              <a:grpSpLocks/>
            </p:cNvGrpSpPr>
            <p:nvPr/>
          </p:nvGrpSpPr>
          <p:grpSpPr bwMode="auto">
            <a:xfrm>
              <a:off x="4295" y="2178"/>
              <a:ext cx="1435" cy="307"/>
              <a:chOff x="4295" y="2178"/>
              <a:chExt cx="1435" cy="30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 flipV="1">
                <a:off x="4713" y="2178"/>
                <a:ext cx="38" cy="19"/>
              </a:xfrm>
              <a:custGeom>
                <a:avLst/>
                <a:gdLst>
                  <a:gd name="T0" fmla="*/ 0 w 167"/>
                  <a:gd name="T1" fmla="*/ 58 h 84"/>
                  <a:gd name="T2" fmla="*/ 167 w 167"/>
                  <a:gd name="T3" fmla="*/ 61 h 84"/>
                  <a:gd name="T4" fmla="*/ 0 w 167"/>
                  <a:gd name="T5" fmla="*/ 5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7" h="84">
                    <a:moveTo>
                      <a:pt x="0" y="58"/>
                    </a:moveTo>
                    <a:cubicBezTo>
                      <a:pt x="50" y="78"/>
                      <a:pt x="117" y="84"/>
                      <a:pt x="167" y="61"/>
                    </a:cubicBezTo>
                    <a:cubicBezTo>
                      <a:pt x="159" y="0"/>
                      <a:pt x="10" y="1"/>
                      <a:pt x="0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 flipV="1">
                <a:off x="5274" y="2181"/>
                <a:ext cx="37" cy="17"/>
              </a:xfrm>
              <a:custGeom>
                <a:avLst/>
                <a:gdLst>
                  <a:gd name="T0" fmla="*/ 0 w 160"/>
                  <a:gd name="T1" fmla="*/ 59 h 74"/>
                  <a:gd name="T2" fmla="*/ 160 w 160"/>
                  <a:gd name="T3" fmla="*/ 54 h 74"/>
                  <a:gd name="T4" fmla="*/ 0 w 160"/>
                  <a:gd name="T5" fmla="*/ 5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0" h="74">
                    <a:moveTo>
                      <a:pt x="0" y="59"/>
                    </a:moveTo>
                    <a:cubicBezTo>
                      <a:pt x="50" y="74"/>
                      <a:pt x="111" y="73"/>
                      <a:pt x="160" y="54"/>
                    </a:cubicBezTo>
                    <a:cubicBezTo>
                      <a:pt x="148" y="0"/>
                      <a:pt x="9" y="5"/>
                      <a:pt x="0" y="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7"/>
              <p:cNvSpPr>
                <a:spLocks/>
              </p:cNvSpPr>
              <p:nvPr/>
            </p:nvSpPr>
            <p:spPr bwMode="auto">
              <a:xfrm flipV="1">
                <a:off x="4533" y="2283"/>
                <a:ext cx="80" cy="38"/>
              </a:xfrm>
              <a:custGeom>
                <a:avLst/>
                <a:gdLst>
                  <a:gd name="T0" fmla="*/ 0 w 353"/>
                  <a:gd name="T1" fmla="*/ 55 h 168"/>
                  <a:gd name="T2" fmla="*/ 175 w 353"/>
                  <a:gd name="T3" fmla="*/ 58 h 168"/>
                  <a:gd name="T4" fmla="*/ 237 w 353"/>
                  <a:gd name="T5" fmla="*/ 138 h 168"/>
                  <a:gd name="T6" fmla="*/ 353 w 353"/>
                  <a:gd name="T7" fmla="*/ 76 h 168"/>
                  <a:gd name="T8" fmla="*/ 0 w 353"/>
                  <a:gd name="T9" fmla="*/ 5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3" h="168">
                    <a:moveTo>
                      <a:pt x="0" y="55"/>
                    </a:moveTo>
                    <a:cubicBezTo>
                      <a:pt x="5" y="168"/>
                      <a:pt x="126" y="111"/>
                      <a:pt x="175" y="58"/>
                    </a:cubicBezTo>
                    <a:cubicBezTo>
                      <a:pt x="190" y="78"/>
                      <a:pt x="221" y="118"/>
                      <a:pt x="237" y="138"/>
                    </a:cubicBezTo>
                    <a:cubicBezTo>
                      <a:pt x="266" y="122"/>
                      <a:pt x="324" y="91"/>
                      <a:pt x="353" y="76"/>
                    </a:cubicBezTo>
                    <a:cubicBezTo>
                      <a:pt x="247" y="8"/>
                      <a:pt x="113" y="0"/>
                      <a:pt x="0" y="5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8"/>
              <p:cNvSpPr>
                <a:spLocks/>
              </p:cNvSpPr>
              <p:nvPr/>
            </p:nvSpPr>
            <p:spPr bwMode="auto">
              <a:xfrm flipV="1">
                <a:off x="5369" y="2289"/>
                <a:ext cx="172" cy="37"/>
              </a:xfrm>
              <a:custGeom>
                <a:avLst/>
                <a:gdLst>
                  <a:gd name="T0" fmla="*/ 462 w 754"/>
                  <a:gd name="T1" fmla="*/ 161 h 161"/>
                  <a:gd name="T2" fmla="*/ 294 w 754"/>
                  <a:gd name="T3" fmla="*/ 161 h 161"/>
                  <a:gd name="T4" fmla="*/ 378 w 754"/>
                  <a:gd name="T5" fmla="*/ 73 h 161"/>
                  <a:gd name="T6" fmla="*/ 462 w 754"/>
                  <a:gd name="T7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4" h="161">
                    <a:moveTo>
                      <a:pt x="462" y="161"/>
                    </a:moveTo>
                    <a:cubicBezTo>
                      <a:pt x="754" y="0"/>
                      <a:pt x="0" y="2"/>
                      <a:pt x="294" y="161"/>
                    </a:cubicBezTo>
                    <a:cubicBezTo>
                      <a:pt x="315" y="139"/>
                      <a:pt x="357" y="95"/>
                      <a:pt x="378" y="73"/>
                    </a:cubicBezTo>
                    <a:cubicBezTo>
                      <a:pt x="399" y="95"/>
                      <a:pt x="441" y="139"/>
                      <a:pt x="462" y="1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/>
            </p:nvSpPr>
            <p:spPr bwMode="auto">
              <a:xfrm flipV="1">
                <a:off x="4295" y="2434"/>
                <a:ext cx="137" cy="50"/>
              </a:xfrm>
              <a:custGeom>
                <a:avLst/>
                <a:gdLst>
                  <a:gd name="T0" fmla="*/ 0 w 601"/>
                  <a:gd name="T1" fmla="*/ 125 h 219"/>
                  <a:gd name="T2" fmla="*/ 201 w 601"/>
                  <a:gd name="T3" fmla="*/ 219 h 219"/>
                  <a:gd name="T4" fmla="*/ 209 w 601"/>
                  <a:gd name="T5" fmla="*/ 102 h 219"/>
                  <a:gd name="T6" fmla="*/ 368 w 601"/>
                  <a:gd name="T7" fmla="*/ 214 h 219"/>
                  <a:gd name="T8" fmla="*/ 513 w 601"/>
                  <a:gd name="T9" fmla="*/ 81 h 219"/>
                  <a:gd name="T10" fmla="*/ 0 w 601"/>
                  <a:gd name="T11" fmla="*/ 12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1" h="219">
                    <a:moveTo>
                      <a:pt x="0" y="125"/>
                    </a:moveTo>
                    <a:cubicBezTo>
                      <a:pt x="65" y="162"/>
                      <a:pt x="132" y="192"/>
                      <a:pt x="201" y="219"/>
                    </a:cubicBezTo>
                    <a:cubicBezTo>
                      <a:pt x="203" y="190"/>
                      <a:pt x="207" y="131"/>
                      <a:pt x="209" y="102"/>
                    </a:cubicBezTo>
                    <a:cubicBezTo>
                      <a:pt x="295" y="101"/>
                      <a:pt x="390" y="97"/>
                      <a:pt x="368" y="214"/>
                    </a:cubicBezTo>
                    <a:cubicBezTo>
                      <a:pt x="422" y="191"/>
                      <a:pt x="601" y="162"/>
                      <a:pt x="513" y="81"/>
                    </a:cubicBezTo>
                    <a:cubicBezTo>
                      <a:pt x="357" y="0"/>
                      <a:pt x="137" y="2"/>
                      <a:pt x="0" y="12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/>
            </p:nvSpPr>
            <p:spPr bwMode="auto">
              <a:xfrm flipV="1">
                <a:off x="5607" y="2434"/>
                <a:ext cx="123" cy="51"/>
              </a:xfrm>
              <a:custGeom>
                <a:avLst/>
                <a:gdLst>
                  <a:gd name="T0" fmla="*/ 1 w 541"/>
                  <a:gd name="T1" fmla="*/ 98 h 222"/>
                  <a:gd name="T2" fmla="*/ 183 w 541"/>
                  <a:gd name="T3" fmla="*/ 219 h 222"/>
                  <a:gd name="T4" fmla="*/ 185 w 541"/>
                  <a:gd name="T5" fmla="*/ 110 h 222"/>
                  <a:gd name="T6" fmla="*/ 332 w 541"/>
                  <a:gd name="T7" fmla="*/ 110 h 222"/>
                  <a:gd name="T8" fmla="*/ 342 w 541"/>
                  <a:gd name="T9" fmla="*/ 222 h 222"/>
                  <a:gd name="T10" fmla="*/ 541 w 541"/>
                  <a:gd name="T11" fmla="*/ 128 h 222"/>
                  <a:gd name="T12" fmla="*/ 1 w 541"/>
                  <a:gd name="T13" fmla="*/ 9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1" h="222">
                    <a:moveTo>
                      <a:pt x="1" y="98"/>
                    </a:moveTo>
                    <a:cubicBezTo>
                      <a:pt x="0" y="193"/>
                      <a:pt x="119" y="188"/>
                      <a:pt x="183" y="219"/>
                    </a:cubicBezTo>
                    <a:cubicBezTo>
                      <a:pt x="184" y="192"/>
                      <a:pt x="185" y="138"/>
                      <a:pt x="185" y="110"/>
                    </a:cubicBezTo>
                    <a:cubicBezTo>
                      <a:pt x="234" y="110"/>
                      <a:pt x="283" y="110"/>
                      <a:pt x="332" y="110"/>
                    </a:cubicBezTo>
                    <a:cubicBezTo>
                      <a:pt x="335" y="138"/>
                      <a:pt x="340" y="194"/>
                      <a:pt x="342" y="222"/>
                    </a:cubicBezTo>
                    <a:cubicBezTo>
                      <a:pt x="410" y="194"/>
                      <a:pt x="477" y="164"/>
                      <a:pt x="541" y="128"/>
                    </a:cubicBezTo>
                    <a:cubicBezTo>
                      <a:pt x="396" y="0"/>
                      <a:pt x="162" y="3"/>
                      <a:pt x="1" y="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" name="Group 28"/>
            <p:cNvGrpSpPr>
              <a:grpSpLocks/>
            </p:cNvGrpSpPr>
            <p:nvPr/>
          </p:nvGrpSpPr>
          <p:grpSpPr bwMode="auto">
            <a:xfrm>
              <a:off x="4242" y="1379"/>
              <a:ext cx="1538" cy="1177"/>
              <a:chOff x="4242" y="1379"/>
              <a:chExt cx="1538" cy="1177"/>
            </a:xfrm>
            <a:grpFill/>
          </p:grpSpPr>
          <p:sp>
            <p:nvSpPr>
              <p:cNvPr id="7" name="Freeform 12"/>
              <p:cNvSpPr>
                <a:spLocks/>
              </p:cNvSpPr>
              <p:nvPr/>
            </p:nvSpPr>
            <p:spPr bwMode="auto">
              <a:xfrm flipV="1">
                <a:off x="4751" y="1379"/>
                <a:ext cx="465" cy="1010"/>
              </a:xfrm>
              <a:custGeom>
                <a:avLst/>
                <a:gdLst>
                  <a:gd name="T0" fmla="*/ 58 w 2041"/>
                  <a:gd name="T1" fmla="*/ 4013 h 4425"/>
                  <a:gd name="T2" fmla="*/ 233 w 2041"/>
                  <a:gd name="T3" fmla="*/ 4425 h 4425"/>
                  <a:gd name="T4" fmla="*/ 369 w 2041"/>
                  <a:gd name="T5" fmla="*/ 4259 h 4425"/>
                  <a:gd name="T6" fmla="*/ 424 w 2041"/>
                  <a:gd name="T7" fmla="*/ 3533 h 4425"/>
                  <a:gd name="T8" fmla="*/ 930 w 2041"/>
                  <a:gd name="T9" fmla="*/ 3298 h 4425"/>
                  <a:gd name="T10" fmla="*/ 1150 w 2041"/>
                  <a:gd name="T11" fmla="*/ 2561 h 4425"/>
                  <a:gd name="T12" fmla="*/ 1370 w 2041"/>
                  <a:gd name="T13" fmla="*/ 3304 h 4425"/>
                  <a:gd name="T14" fmla="*/ 1882 w 2041"/>
                  <a:gd name="T15" fmla="*/ 2979 h 4425"/>
                  <a:gd name="T16" fmla="*/ 2010 w 2041"/>
                  <a:gd name="T17" fmla="*/ 1768 h 4425"/>
                  <a:gd name="T18" fmla="*/ 1737 w 2041"/>
                  <a:gd name="T19" fmla="*/ 1722 h 4425"/>
                  <a:gd name="T20" fmla="*/ 1626 w 2041"/>
                  <a:gd name="T21" fmla="*/ 2867 h 4425"/>
                  <a:gd name="T22" fmla="*/ 1615 w 2041"/>
                  <a:gd name="T23" fmla="*/ 236 h 4425"/>
                  <a:gd name="T24" fmla="*/ 1185 w 2041"/>
                  <a:gd name="T25" fmla="*/ 276 h 4425"/>
                  <a:gd name="T26" fmla="*/ 1187 w 2041"/>
                  <a:gd name="T27" fmla="*/ 1791 h 4425"/>
                  <a:gd name="T28" fmla="*/ 1111 w 2041"/>
                  <a:gd name="T29" fmla="*/ 1814 h 4425"/>
                  <a:gd name="T30" fmla="*/ 1106 w 2041"/>
                  <a:gd name="T31" fmla="*/ 249 h 4425"/>
                  <a:gd name="T32" fmla="*/ 684 w 2041"/>
                  <a:gd name="T33" fmla="*/ 237 h 4425"/>
                  <a:gd name="T34" fmla="*/ 678 w 2041"/>
                  <a:gd name="T35" fmla="*/ 3032 h 4425"/>
                  <a:gd name="T36" fmla="*/ 58 w 2041"/>
                  <a:gd name="T37" fmla="*/ 4013 h 4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41" h="4425">
                    <a:moveTo>
                      <a:pt x="58" y="4013"/>
                    </a:moveTo>
                    <a:cubicBezTo>
                      <a:pt x="80" y="4160"/>
                      <a:pt x="55" y="4368"/>
                      <a:pt x="233" y="4425"/>
                    </a:cubicBezTo>
                    <a:cubicBezTo>
                      <a:pt x="296" y="4390"/>
                      <a:pt x="392" y="4351"/>
                      <a:pt x="369" y="4259"/>
                    </a:cubicBezTo>
                    <a:cubicBezTo>
                      <a:pt x="338" y="4018"/>
                      <a:pt x="293" y="3754"/>
                      <a:pt x="424" y="3533"/>
                    </a:cubicBezTo>
                    <a:cubicBezTo>
                      <a:pt x="524" y="3357"/>
                      <a:pt x="737" y="3288"/>
                      <a:pt x="930" y="3298"/>
                    </a:cubicBezTo>
                    <a:cubicBezTo>
                      <a:pt x="976" y="3046"/>
                      <a:pt x="1013" y="2782"/>
                      <a:pt x="1150" y="2561"/>
                    </a:cubicBezTo>
                    <a:cubicBezTo>
                      <a:pt x="1285" y="2786"/>
                      <a:pt x="1322" y="3050"/>
                      <a:pt x="1370" y="3304"/>
                    </a:cubicBezTo>
                    <a:cubicBezTo>
                      <a:pt x="1598" y="3339"/>
                      <a:pt x="1803" y="3186"/>
                      <a:pt x="1882" y="2979"/>
                    </a:cubicBezTo>
                    <a:cubicBezTo>
                      <a:pt x="2041" y="2598"/>
                      <a:pt x="2027" y="2173"/>
                      <a:pt x="2010" y="1768"/>
                    </a:cubicBezTo>
                    <a:cubicBezTo>
                      <a:pt x="2011" y="1621"/>
                      <a:pt x="1787" y="1583"/>
                      <a:pt x="1737" y="1722"/>
                    </a:cubicBezTo>
                    <a:cubicBezTo>
                      <a:pt x="1730" y="2103"/>
                      <a:pt x="1773" y="2503"/>
                      <a:pt x="1626" y="2867"/>
                    </a:cubicBezTo>
                    <a:cubicBezTo>
                      <a:pt x="1613" y="1990"/>
                      <a:pt x="1631" y="1113"/>
                      <a:pt x="1615" y="236"/>
                    </a:cubicBezTo>
                    <a:cubicBezTo>
                      <a:pt x="1567" y="0"/>
                      <a:pt x="1194" y="36"/>
                      <a:pt x="1185" y="276"/>
                    </a:cubicBezTo>
                    <a:cubicBezTo>
                      <a:pt x="1159" y="780"/>
                      <a:pt x="1212" y="1286"/>
                      <a:pt x="1187" y="1791"/>
                    </a:cubicBezTo>
                    <a:cubicBezTo>
                      <a:pt x="1168" y="1797"/>
                      <a:pt x="1130" y="1808"/>
                      <a:pt x="1111" y="1814"/>
                    </a:cubicBezTo>
                    <a:cubicBezTo>
                      <a:pt x="1105" y="1292"/>
                      <a:pt x="1120" y="770"/>
                      <a:pt x="1106" y="249"/>
                    </a:cubicBezTo>
                    <a:cubicBezTo>
                      <a:pt x="1079" y="23"/>
                      <a:pt x="722" y="16"/>
                      <a:pt x="684" y="237"/>
                    </a:cubicBezTo>
                    <a:cubicBezTo>
                      <a:pt x="673" y="1169"/>
                      <a:pt x="679" y="2101"/>
                      <a:pt x="678" y="3032"/>
                    </a:cubicBezTo>
                    <a:cubicBezTo>
                      <a:pt x="240" y="3124"/>
                      <a:pt x="0" y="3591"/>
                      <a:pt x="58" y="40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" name="Freeform 13"/>
              <p:cNvSpPr>
                <a:spLocks/>
              </p:cNvSpPr>
              <p:nvPr/>
            </p:nvSpPr>
            <p:spPr bwMode="auto">
              <a:xfrm flipV="1">
                <a:off x="4910" y="1419"/>
                <a:ext cx="202" cy="205"/>
              </a:xfrm>
              <a:custGeom>
                <a:avLst/>
                <a:gdLst>
                  <a:gd name="T0" fmla="*/ 321 w 887"/>
                  <a:gd name="T1" fmla="*/ 821 h 899"/>
                  <a:gd name="T2" fmla="*/ 827 w 887"/>
                  <a:gd name="T3" fmla="*/ 553 h 899"/>
                  <a:gd name="T4" fmla="*/ 580 w 887"/>
                  <a:gd name="T5" fmla="*/ 78 h 899"/>
                  <a:gd name="T6" fmla="*/ 77 w 887"/>
                  <a:gd name="T7" fmla="*/ 322 h 899"/>
                  <a:gd name="T8" fmla="*/ 321 w 887"/>
                  <a:gd name="T9" fmla="*/ 821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7" h="899">
                    <a:moveTo>
                      <a:pt x="321" y="821"/>
                    </a:moveTo>
                    <a:cubicBezTo>
                      <a:pt x="526" y="899"/>
                      <a:pt x="777" y="766"/>
                      <a:pt x="827" y="553"/>
                    </a:cubicBezTo>
                    <a:cubicBezTo>
                      <a:pt x="887" y="362"/>
                      <a:pt x="769" y="140"/>
                      <a:pt x="580" y="78"/>
                    </a:cubicBezTo>
                    <a:cubicBezTo>
                      <a:pt x="383" y="0"/>
                      <a:pt x="140" y="121"/>
                      <a:pt x="77" y="322"/>
                    </a:cubicBezTo>
                    <a:cubicBezTo>
                      <a:pt x="0" y="518"/>
                      <a:pt x="122" y="758"/>
                      <a:pt x="321" y="8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" name="Freeform 14"/>
              <p:cNvSpPr>
                <a:spLocks/>
              </p:cNvSpPr>
              <p:nvPr/>
            </p:nvSpPr>
            <p:spPr bwMode="auto">
              <a:xfrm flipV="1">
                <a:off x="4981" y="1635"/>
                <a:ext cx="30" cy="37"/>
              </a:xfrm>
              <a:custGeom>
                <a:avLst/>
                <a:gdLst>
                  <a:gd name="T0" fmla="*/ 0 w 132"/>
                  <a:gd name="T1" fmla="*/ 161 h 161"/>
                  <a:gd name="T2" fmla="*/ 132 w 132"/>
                  <a:gd name="T3" fmla="*/ 87 h 161"/>
                  <a:gd name="T4" fmla="*/ 1 w 132"/>
                  <a:gd name="T5" fmla="*/ 0 h 161"/>
                  <a:gd name="T6" fmla="*/ 0 w 132"/>
                  <a:gd name="T7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161">
                    <a:moveTo>
                      <a:pt x="0" y="161"/>
                    </a:moveTo>
                    <a:cubicBezTo>
                      <a:pt x="44" y="136"/>
                      <a:pt x="88" y="112"/>
                      <a:pt x="132" y="87"/>
                    </a:cubicBezTo>
                    <a:cubicBezTo>
                      <a:pt x="88" y="58"/>
                      <a:pt x="45" y="29"/>
                      <a:pt x="1" y="0"/>
                    </a:cubicBezTo>
                    <a:cubicBezTo>
                      <a:pt x="1" y="53"/>
                      <a:pt x="1" y="107"/>
                      <a:pt x="0" y="1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15"/>
              <p:cNvSpPr>
                <a:spLocks/>
              </p:cNvSpPr>
              <p:nvPr/>
            </p:nvSpPr>
            <p:spPr bwMode="auto">
              <a:xfrm flipV="1">
                <a:off x="5014" y="1634"/>
                <a:ext cx="30" cy="38"/>
              </a:xfrm>
              <a:custGeom>
                <a:avLst/>
                <a:gdLst>
                  <a:gd name="T0" fmla="*/ 0 w 132"/>
                  <a:gd name="T1" fmla="*/ 88 h 164"/>
                  <a:gd name="T2" fmla="*/ 132 w 132"/>
                  <a:gd name="T3" fmla="*/ 164 h 164"/>
                  <a:gd name="T4" fmla="*/ 132 w 132"/>
                  <a:gd name="T5" fmla="*/ 0 h 164"/>
                  <a:gd name="T6" fmla="*/ 0 w 132"/>
                  <a:gd name="T7" fmla="*/ 8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164">
                    <a:moveTo>
                      <a:pt x="0" y="88"/>
                    </a:moveTo>
                    <a:cubicBezTo>
                      <a:pt x="44" y="113"/>
                      <a:pt x="88" y="139"/>
                      <a:pt x="132" y="164"/>
                    </a:cubicBezTo>
                    <a:cubicBezTo>
                      <a:pt x="132" y="109"/>
                      <a:pt x="132" y="54"/>
                      <a:pt x="132" y="0"/>
                    </a:cubicBezTo>
                    <a:cubicBezTo>
                      <a:pt x="88" y="29"/>
                      <a:pt x="44" y="58"/>
                      <a:pt x="0" y="8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16"/>
              <p:cNvSpPr>
                <a:spLocks/>
              </p:cNvSpPr>
              <p:nvPr/>
            </p:nvSpPr>
            <p:spPr bwMode="auto">
              <a:xfrm flipV="1">
                <a:off x="4998" y="1670"/>
                <a:ext cx="45" cy="45"/>
              </a:xfrm>
              <a:custGeom>
                <a:avLst/>
                <a:gdLst>
                  <a:gd name="T0" fmla="*/ 37 w 201"/>
                  <a:gd name="T1" fmla="*/ 162 h 197"/>
                  <a:gd name="T2" fmla="*/ 37 w 201"/>
                  <a:gd name="T3" fmla="*/ 16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1" h="197">
                    <a:moveTo>
                      <a:pt x="37" y="162"/>
                    </a:moveTo>
                    <a:cubicBezTo>
                      <a:pt x="201" y="197"/>
                      <a:pt x="0" y="0"/>
                      <a:pt x="37" y="1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17"/>
              <p:cNvSpPr>
                <a:spLocks/>
              </p:cNvSpPr>
              <p:nvPr/>
            </p:nvSpPr>
            <p:spPr bwMode="auto">
              <a:xfrm flipV="1">
                <a:off x="4998" y="1697"/>
                <a:ext cx="45" cy="46"/>
              </a:xfrm>
              <a:custGeom>
                <a:avLst/>
                <a:gdLst>
                  <a:gd name="T0" fmla="*/ 35 w 200"/>
                  <a:gd name="T1" fmla="*/ 162 h 198"/>
                  <a:gd name="T2" fmla="*/ 35 w 200"/>
                  <a:gd name="T3" fmla="*/ 16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0" h="198">
                    <a:moveTo>
                      <a:pt x="35" y="162"/>
                    </a:moveTo>
                    <a:cubicBezTo>
                      <a:pt x="200" y="198"/>
                      <a:pt x="0" y="0"/>
                      <a:pt x="35" y="1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18"/>
              <p:cNvSpPr>
                <a:spLocks/>
              </p:cNvSpPr>
              <p:nvPr/>
            </p:nvSpPr>
            <p:spPr bwMode="auto">
              <a:xfrm flipV="1">
                <a:off x="4998" y="1729"/>
                <a:ext cx="45" cy="45"/>
              </a:xfrm>
              <a:custGeom>
                <a:avLst/>
                <a:gdLst>
                  <a:gd name="T0" fmla="*/ 35 w 199"/>
                  <a:gd name="T1" fmla="*/ 162 h 198"/>
                  <a:gd name="T2" fmla="*/ 35 w 199"/>
                  <a:gd name="T3" fmla="*/ 16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9" h="198">
                    <a:moveTo>
                      <a:pt x="35" y="162"/>
                    </a:moveTo>
                    <a:cubicBezTo>
                      <a:pt x="199" y="198"/>
                      <a:pt x="0" y="0"/>
                      <a:pt x="35" y="1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Freeform 19"/>
              <p:cNvSpPr>
                <a:spLocks/>
              </p:cNvSpPr>
              <p:nvPr/>
            </p:nvSpPr>
            <p:spPr bwMode="auto">
              <a:xfrm flipV="1">
                <a:off x="4297" y="1882"/>
                <a:ext cx="244" cy="141"/>
              </a:xfrm>
              <a:custGeom>
                <a:avLst/>
                <a:gdLst>
                  <a:gd name="T0" fmla="*/ 55 w 1073"/>
                  <a:gd name="T1" fmla="*/ 272 h 618"/>
                  <a:gd name="T2" fmla="*/ 353 w 1073"/>
                  <a:gd name="T3" fmla="*/ 549 h 618"/>
                  <a:gd name="T4" fmla="*/ 477 w 1073"/>
                  <a:gd name="T5" fmla="*/ 207 h 618"/>
                  <a:gd name="T6" fmla="*/ 555 w 1073"/>
                  <a:gd name="T7" fmla="*/ 251 h 618"/>
                  <a:gd name="T8" fmla="*/ 1073 w 1073"/>
                  <a:gd name="T9" fmla="*/ 128 h 618"/>
                  <a:gd name="T10" fmla="*/ 437 w 1073"/>
                  <a:gd name="T11" fmla="*/ 179 h 618"/>
                  <a:gd name="T12" fmla="*/ 55 w 1073"/>
                  <a:gd name="T13" fmla="*/ 272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3" h="618">
                    <a:moveTo>
                      <a:pt x="55" y="272"/>
                    </a:moveTo>
                    <a:cubicBezTo>
                      <a:pt x="0" y="442"/>
                      <a:pt x="187" y="618"/>
                      <a:pt x="353" y="549"/>
                    </a:cubicBezTo>
                    <a:cubicBezTo>
                      <a:pt x="493" y="502"/>
                      <a:pt x="529" y="333"/>
                      <a:pt x="477" y="207"/>
                    </a:cubicBezTo>
                    <a:cubicBezTo>
                      <a:pt x="503" y="222"/>
                      <a:pt x="529" y="236"/>
                      <a:pt x="555" y="251"/>
                    </a:cubicBezTo>
                    <a:cubicBezTo>
                      <a:pt x="702" y="133"/>
                      <a:pt x="891" y="109"/>
                      <a:pt x="1073" y="128"/>
                    </a:cubicBezTo>
                    <a:cubicBezTo>
                      <a:pt x="887" y="0"/>
                      <a:pt x="600" y="24"/>
                      <a:pt x="437" y="179"/>
                    </a:cubicBezTo>
                    <a:cubicBezTo>
                      <a:pt x="321" y="53"/>
                      <a:pt x="98" y="107"/>
                      <a:pt x="55" y="27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Freeform 20"/>
              <p:cNvSpPr>
                <a:spLocks noEditPoints="1"/>
              </p:cNvSpPr>
              <p:nvPr/>
            </p:nvSpPr>
            <p:spPr bwMode="auto">
              <a:xfrm flipV="1">
                <a:off x="5246" y="1878"/>
                <a:ext cx="478" cy="328"/>
              </a:xfrm>
              <a:custGeom>
                <a:avLst/>
                <a:gdLst>
                  <a:gd name="T0" fmla="*/ 1637 w 2097"/>
                  <a:gd name="T1" fmla="*/ 1227 h 1440"/>
                  <a:gd name="T2" fmla="*/ 2067 w 2097"/>
                  <a:gd name="T3" fmla="*/ 1162 h 1440"/>
                  <a:gd name="T4" fmla="*/ 1689 w 2097"/>
                  <a:gd name="T5" fmla="*/ 952 h 1440"/>
                  <a:gd name="T6" fmla="*/ 1038 w 2097"/>
                  <a:gd name="T7" fmla="*/ 912 h 1440"/>
                  <a:gd name="T8" fmla="*/ 809 w 2097"/>
                  <a:gd name="T9" fmla="*/ 898 h 1440"/>
                  <a:gd name="T10" fmla="*/ 240 w 2097"/>
                  <a:gd name="T11" fmla="*/ 876 h 1440"/>
                  <a:gd name="T12" fmla="*/ 235 w 2097"/>
                  <a:gd name="T13" fmla="*/ 166 h 1440"/>
                  <a:gd name="T14" fmla="*/ 414 w 2097"/>
                  <a:gd name="T15" fmla="*/ 102 h 1440"/>
                  <a:gd name="T16" fmla="*/ 0 w 2097"/>
                  <a:gd name="T17" fmla="*/ 75 h 1440"/>
                  <a:gd name="T18" fmla="*/ 176 w 2097"/>
                  <a:gd name="T19" fmla="*/ 167 h 1440"/>
                  <a:gd name="T20" fmla="*/ 120 w 2097"/>
                  <a:gd name="T21" fmla="*/ 948 h 1440"/>
                  <a:gd name="T22" fmla="*/ 312 w 2097"/>
                  <a:gd name="T23" fmla="*/ 876 h 1440"/>
                  <a:gd name="T24" fmla="*/ 755 w 2097"/>
                  <a:gd name="T25" fmla="*/ 970 h 1440"/>
                  <a:gd name="T26" fmla="*/ 1068 w 2097"/>
                  <a:gd name="T27" fmla="*/ 945 h 1440"/>
                  <a:gd name="T28" fmla="*/ 1637 w 2097"/>
                  <a:gd name="T29" fmla="*/ 1227 h 1440"/>
                  <a:gd name="T30" fmla="*/ 123 w 2097"/>
                  <a:gd name="T31" fmla="*/ 97 h 1440"/>
                  <a:gd name="T32" fmla="*/ 283 w 2097"/>
                  <a:gd name="T33" fmla="*/ 92 h 1440"/>
                  <a:gd name="T34" fmla="*/ 123 w 2097"/>
                  <a:gd name="T35" fmla="*/ 97 h 1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97" h="1440">
                    <a:moveTo>
                      <a:pt x="1637" y="1227"/>
                    </a:moveTo>
                    <a:cubicBezTo>
                      <a:pt x="1706" y="1440"/>
                      <a:pt x="2058" y="1384"/>
                      <a:pt x="2067" y="1162"/>
                    </a:cubicBezTo>
                    <a:cubicBezTo>
                      <a:pt x="2097" y="958"/>
                      <a:pt x="1848" y="844"/>
                      <a:pt x="1689" y="952"/>
                    </a:cubicBezTo>
                    <a:cubicBezTo>
                      <a:pt x="1491" y="846"/>
                      <a:pt x="1247" y="811"/>
                      <a:pt x="1038" y="912"/>
                    </a:cubicBezTo>
                    <a:cubicBezTo>
                      <a:pt x="966" y="873"/>
                      <a:pt x="886" y="864"/>
                      <a:pt x="809" y="898"/>
                    </a:cubicBezTo>
                    <a:cubicBezTo>
                      <a:pt x="632" y="803"/>
                      <a:pt x="424" y="802"/>
                      <a:pt x="240" y="876"/>
                    </a:cubicBezTo>
                    <a:cubicBezTo>
                      <a:pt x="232" y="639"/>
                      <a:pt x="239" y="403"/>
                      <a:pt x="235" y="166"/>
                    </a:cubicBezTo>
                    <a:cubicBezTo>
                      <a:pt x="295" y="146"/>
                      <a:pt x="355" y="125"/>
                      <a:pt x="414" y="102"/>
                    </a:cubicBezTo>
                    <a:cubicBezTo>
                      <a:pt x="301" y="0"/>
                      <a:pt x="132" y="37"/>
                      <a:pt x="0" y="75"/>
                    </a:cubicBezTo>
                    <a:cubicBezTo>
                      <a:pt x="50" y="120"/>
                      <a:pt x="112" y="146"/>
                      <a:pt x="176" y="167"/>
                    </a:cubicBezTo>
                    <a:cubicBezTo>
                      <a:pt x="158" y="426"/>
                      <a:pt x="232" y="704"/>
                      <a:pt x="120" y="948"/>
                    </a:cubicBezTo>
                    <a:cubicBezTo>
                      <a:pt x="168" y="1088"/>
                      <a:pt x="318" y="991"/>
                      <a:pt x="312" y="876"/>
                    </a:cubicBezTo>
                    <a:cubicBezTo>
                      <a:pt x="467" y="850"/>
                      <a:pt x="625" y="881"/>
                      <a:pt x="755" y="970"/>
                    </a:cubicBezTo>
                    <a:cubicBezTo>
                      <a:pt x="738" y="1230"/>
                      <a:pt x="1130" y="1204"/>
                      <a:pt x="1068" y="945"/>
                    </a:cubicBezTo>
                    <a:cubicBezTo>
                      <a:pt x="1283" y="888"/>
                      <a:pt x="1610" y="971"/>
                      <a:pt x="1637" y="1227"/>
                    </a:cubicBezTo>
                    <a:moveTo>
                      <a:pt x="123" y="97"/>
                    </a:moveTo>
                    <a:cubicBezTo>
                      <a:pt x="132" y="43"/>
                      <a:pt x="271" y="38"/>
                      <a:pt x="283" y="92"/>
                    </a:cubicBezTo>
                    <a:cubicBezTo>
                      <a:pt x="234" y="111"/>
                      <a:pt x="173" y="112"/>
                      <a:pt x="123" y="9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"/>
              <p:cNvSpPr>
                <a:spLocks/>
              </p:cNvSpPr>
              <p:nvPr/>
            </p:nvSpPr>
            <p:spPr bwMode="auto">
              <a:xfrm flipV="1">
                <a:off x="4514" y="1927"/>
                <a:ext cx="108" cy="100"/>
              </a:xfrm>
              <a:custGeom>
                <a:avLst/>
                <a:gdLst>
                  <a:gd name="T0" fmla="*/ 189 w 474"/>
                  <a:gd name="T1" fmla="*/ 367 h 438"/>
                  <a:gd name="T2" fmla="*/ 314 w 474"/>
                  <a:gd name="T3" fmla="*/ 98 h 438"/>
                  <a:gd name="T4" fmla="*/ 189 w 474"/>
                  <a:gd name="T5" fmla="*/ 36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4" h="438">
                    <a:moveTo>
                      <a:pt x="189" y="367"/>
                    </a:moveTo>
                    <a:cubicBezTo>
                      <a:pt x="357" y="438"/>
                      <a:pt x="474" y="182"/>
                      <a:pt x="314" y="98"/>
                    </a:cubicBezTo>
                    <a:cubicBezTo>
                      <a:pt x="138" y="0"/>
                      <a:pt x="0" y="302"/>
                      <a:pt x="189" y="36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Freeform 22"/>
              <p:cNvSpPr>
                <a:spLocks noEditPoints="1"/>
              </p:cNvSpPr>
              <p:nvPr/>
            </p:nvSpPr>
            <p:spPr bwMode="auto">
              <a:xfrm flipV="1">
                <a:off x="4597" y="1958"/>
                <a:ext cx="182" cy="250"/>
              </a:xfrm>
              <a:custGeom>
                <a:avLst/>
                <a:gdLst>
                  <a:gd name="T0" fmla="*/ 488 w 797"/>
                  <a:gd name="T1" fmla="*/ 882 h 1093"/>
                  <a:gd name="T2" fmla="*/ 678 w 797"/>
                  <a:gd name="T3" fmla="*/ 954 h 1093"/>
                  <a:gd name="T4" fmla="*/ 618 w 797"/>
                  <a:gd name="T5" fmla="*/ 177 h 1093"/>
                  <a:gd name="T6" fmla="*/ 797 w 797"/>
                  <a:gd name="T7" fmla="*/ 85 h 1093"/>
                  <a:gd name="T8" fmla="*/ 386 w 797"/>
                  <a:gd name="T9" fmla="*/ 105 h 1093"/>
                  <a:gd name="T10" fmla="*/ 559 w 797"/>
                  <a:gd name="T11" fmla="*/ 179 h 1093"/>
                  <a:gd name="T12" fmla="*/ 558 w 797"/>
                  <a:gd name="T13" fmla="*/ 881 h 1093"/>
                  <a:gd name="T14" fmla="*/ 0 w 797"/>
                  <a:gd name="T15" fmla="*/ 895 h 1093"/>
                  <a:gd name="T16" fmla="*/ 488 w 797"/>
                  <a:gd name="T17" fmla="*/ 882 h 1093"/>
                  <a:gd name="T18" fmla="*/ 507 w 797"/>
                  <a:gd name="T19" fmla="*/ 103 h 1093"/>
                  <a:gd name="T20" fmla="*/ 674 w 797"/>
                  <a:gd name="T21" fmla="*/ 106 h 1093"/>
                  <a:gd name="T22" fmla="*/ 507 w 797"/>
                  <a:gd name="T23" fmla="*/ 103 h 10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7" h="1093">
                    <a:moveTo>
                      <a:pt x="488" y="882"/>
                    </a:moveTo>
                    <a:cubicBezTo>
                      <a:pt x="474" y="998"/>
                      <a:pt x="633" y="1093"/>
                      <a:pt x="678" y="954"/>
                    </a:cubicBezTo>
                    <a:cubicBezTo>
                      <a:pt x="564" y="712"/>
                      <a:pt x="642" y="435"/>
                      <a:pt x="618" y="177"/>
                    </a:cubicBezTo>
                    <a:cubicBezTo>
                      <a:pt x="681" y="153"/>
                      <a:pt x="743" y="126"/>
                      <a:pt x="797" y="85"/>
                    </a:cubicBezTo>
                    <a:cubicBezTo>
                      <a:pt x="667" y="25"/>
                      <a:pt x="502" y="0"/>
                      <a:pt x="386" y="105"/>
                    </a:cubicBezTo>
                    <a:cubicBezTo>
                      <a:pt x="444" y="130"/>
                      <a:pt x="503" y="149"/>
                      <a:pt x="559" y="179"/>
                    </a:cubicBezTo>
                    <a:cubicBezTo>
                      <a:pt x="564" y="413"/>
                      <a:pt x="560" y="647"/>
                      <a:pt x="558" y="881"/>
                    </a:cubicBezTo>
                    <a:cubicBezTo>
                      <a:pt x="378" y="810"/>
                      <a:pt x="176" y="809"/>
                      <a:pt x="0" y="895"/>
                    </a:cubicBezTo>
                    <a:cubicBezTo>
                      <a:pt x="124" y="1022"/>
                      <a:pt x="318" y="795"/>
                      <a:pt x="488" y="882"/>
                    </a:cubicBezTo>
                    <a:moveTo>
                      <a:pt x="507" y="103"/>
                    </a:moveTo>
                    <a:cubicBezTo>
                      <a:pt x="517" y="46"/>
                      <a:pt x="666" y="45"/>
                      <a:pt x="674" y="106"/>
                    </a:cubicBezTo>
                    <a:cubicBezTo>
                      <a:pt x="624" y="129"/>
                      <a:pt x="557" y="123"/>
                      <a:pt x="507" y="10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3"/>
              <p:cNvSpPr>
                <a:spLocks noEditPoints="1"/>
              </p:cNvSpPr>
              <p:nvPr/>
            </p:nvSpPr>
            <p:spPr bwMode="auto">
              <a:xfrm flipV="1">
                <a:off x="4242" y="2006"/>
                <a:ext cx="229" cy="501"/>
              </a:xfrm>
              <a:custGeom>
                <a:avLst/>
                <a:gdLst>
                  <a:gd name="T0" fmla="*/ 439 w 1004"/>
                  <a:gd name="T1" fmla="*/ 2195 h 2195"/>
                  <a:gd name="T2" fmla="*/ 591 w 1004"/>
                  <a:gd name="T3" fmla="*/ 2194 h 2195"/>
                  <a:gd name="T4" fmla="*/ 591 w 1004"/>
                  <a:gd name="T5" fmla="*/ 385 h 2195"/>
                  <a:gd name="T6" fmla="*/ 1004 w 1004"/>
                  <a:gd name="T7" fmla="*/ 199 h 2195"/>
                  <a:gd name="T8" fmla="*/ 50 w 1004"/>
                  <a:gd name="T9" fmla="*/ 175 h 2195"/>
                  <a:gd name="T10" fmla="*/ 441 w 1004"/>
                  <a:gd name="T11" fmla="*/ 385 h 2195"/>
                  <a:gd name="T12" fmla="*/ 439 w 1004"/>
                  <a:gd name="T13" fmla="*/ 2195 h 2195"/>
                  <a:gd name="T14" fmla="*/ 233 w 1004"/>
                  <a:gd name="T15" fmla="*/ 226 h 2195"/>
                  <a:gd name="T16" fmla="*/ 746 w 1004"/>
                  <a:gd name="T17" fmla="*/ 182 h 2195"/>
                  <a:gd name="T18" fmla="*/ 601 w 1004"/>
                  <a:gd name="T19" fmla="*/ 315 h 2195"/>
                  <a:gd name="T20" fmla="*/ 442 w 1004"/>
                  <a:gd name="T21" fmla="*/ 203 h 2195"/>
                  <a:gd name="T22" fmla="*/ 434 w 1004"/>
                  <a:gd name="T23" fmla="*/ 320 h 2195"/>
                  <a:gd name="T24" fmla="*/ 233 w 1004"/>
                  <a:gd name="T25" fmla="*/ 226 h 2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04" h="2195">
                    <a:moveTo>
                      <a:pt x="439" y="2195"/>
                    </a:moveTo>
                    <a:cubicBezTo>
                      <a:pt x="490" y="2194"/>
                      <a:pt x="540" y="2194"/>
                      <a:pt x="591" y="2194"/>
                    </a:cubicBezTo>
                    <a:cubicBezTo>
                      <a:pt x="588" y="1591"/>
                      <a:pt x="589" y="988"/>
                      <a:pt x="591" y="385"/>
                    </a:cubicBezTo>
                    <a:cubicBezTo>
                      <a:pt x="727" y="354"/>
                      <a:pt x="972" y="373"/>
                      <a:pt x="1004" y="199"/>
                    </a:cubicBezTo>
                    <a:cubicBezTo>
                      <a:pt x="747" y="0"/>
                      <a:pt x="324" y="14"/>
                      <a:pt x="50" y="175"/>
                    </a:cubicBezTo>
                    <a:cubicBezTo>
                      <a:pt x="0" y="362"/>
                      <a:pt x="314" y="358"/>
                      <a:pt x="441" y="385"/>
                    </a:cubicBezTo>
                    <a:cubicBezTo>
                      <a:pt x="438" y="988"/>
                      <a:pt x="441" y="1592"/>
                      <a:pt x="439" y="2195"/>
                    </a:cubicBezTo>
                    <a:moveTo>
                      <a:pt x="233" y="226"/>
                    </a:moveTo>
                    <a:cubicBezTo>
                      <a:pt x="370" y="103"/>
                      <a:pt x="590" y="101"/>
                      <a:pt x="746" y="182"/>
                    </a:cubicBezTo>
                    <a:cubicBezTo>
                      <a:pt x="834" y="263"/>
                      <a:pt x="655" y="292"/>
                      <a:pt x="601" y="315"/>
                    </a:cubicBezTo>
                    <a:cubicBezTo>
                      <a:pt x="623" y="198"/>
                      <a:pt x="528" y="202"/>
                      <a:pt x="442" y="203"/>
                    </a:cubicBezTo>
                    <a:cubicBezTo>
                      <a:pt x="440" y="232"/>
                      <a:pt x="436" y="291"/>
                      <a:pt x="434" y="320"/>
                    </a:cubicBezTo>
                    <a:cubicBezTo>
                      <a:pt x="365" y="293"/>
                      <a:pt x="298" y="263"/>
                      <a:pt x="233" y="2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4"/>
              <p:cNvSpPr>
                <a:spLocks noEditPoints="1"/>
              </p:cNvSpPr>
              <p:nvPr/>
            </p:nvSpPr>
            <p:spPr bwMode="auto">
              <a:xfrm flipV="1">
                <a:off x="5555" y="2006"/>
                <a:ext cx="225" cy="496"/>
              </a:xfrm>
              <a:custGeom>
                <a:avLst/>
                <a:gdLst>
                  <a:gd name="T0" fmla="*/ 412 w 987"/>
                  <a:gd name="T1" fmla="*/ 2170 h 2172"/>
                  <a:gd name="T2" fmla="*/ 564 w 987"/>
                  <a:gd name="T3" fmla="*/ 2172 h 2172"/>
                  <a:gd name="T4" fmla="*/ 562 w 987"/>
                  <a:gd name="T5" fmla="*/ 362 h 2172"/>
                  <a:gd name="T6" fmla="*/ 966 w 987"/>
                  <a:gd name="T7" fmla="*/ 230 h 2172"/>
                  <a:gd name="T8" fmla="*/ 701 w 987"/>
                  <a:gd name="T9" fmla="*/ 53 h 2172"/>
                  <a:gd name="T10" fmla="*/ 0 w 987"/>
                  <a:gd name="T11" fmla="*/ 177 h 2172"/>
                  <a:gd name="T12" fmla="*/ 413 w 987"/>
                  <a:gd name="T13" fmla="*/ 362 h 2172"/>
                  <a:gd name="T14" fmla="*/ 412 w 987"/>
                  <a:gd name="T15" fmla="*/ 2170 h 2172"/>
                  <a:gd name="T16" fmla="*/ 229 w 987"/>
                  <a:gd name="T17" fmla="*/ 173 h 2172"/>
                  <a:gd name="T18" fmla="*/ 769 w 987"/>
                  <a:gd name="T19" fmla="*/ 203 h 2172"/>
                  <a:gd name="T20" fmla="*/ 570 w 987"/>
                  <a:gd name="T21" fmla="*/ 297 h 2172"/>
                  <a:gd name="T22" fmla="*/ 560 w 987"/>
                  <a:gd name="T23" fmla="*/ 185 h 2172"/>
                  <a:gd name="T24" fmla="*/ 413 w 987"/>
                  <a:gd name="T25" fmla="*/ 185 h 2172"/>
                  <a:gd name="T26" fmla="*/ 411 w 987"/>
                  <a:gd name="T27" fmla="*/ 294 h 2172"/>
                  <a:gd name="T28" fmla="*/ 229 w 987"/>
                  <a:gd name="T29" fmla="*/ 173 h 2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87" h="2172">
                    <a:moveTo>
                      <a:pt x="412" y="2170"/>
                    </a:moveTo>
                    <a:cubicBezTo>
                      <a:pt x="462" y="2171"/>
                      <a:pt x="513" y="2171"/>
                      <a:pt x="564" y="2172"/>
                    </a:cubicBezTo>
                    <a:cubicBezTo>
                      <a:pt x="562" y="1569"/>
                      <a:pt x="566" y="966"/>
                      <a:pt x="562" y="362"/>
                    </a:cubicBezTo>
                    <a:cubicBezTo>
                      <a:pt x="700" y="340"/>
                      <a:pt x="861" y="336"/>
                      <a:pt x="966" y="230"/>
                    </a:cubicBezTo>
                    <a:cubicBezTo>
                      <a:pt x="987" y="95"/>
                      <a:pt x="798" y="77"/>
                      <a:pt x="701" y="53"/>
                    </a:cubicBezTo>
                    <a:cubicBezTo>
                      <a:pt x="470" y="37"/>
                      <a:pt x="179" y="0"/>
                      <a:pt x="0" y="177"/>
                    </a:cubicBezTo>
                    <a:cubicBezTo>
                      <a:pt x="29" y="349"/>
                      <a:pt x="278" y="332"/>
                      <a:pt x="413" y="362"/>
                    </a:cubicBezTo>
                    <a:cubicBezTo>
                      <a:pt x="413" y="965"/>
                      <a:pt x="416" y="1567"/>
                      <a:pt x="412" y="2170"/>
                    </a:cubicBezTo>
                    <a:moveTo>
                      <a:pt x="229" y="173"/>
                    </a:moveTo>
                    <a:cubicBezTo>
                      <a:pt x="390" y="78"/>
                      <a:pt x="624" y="75"/>
                      <a:pt x="769" y="203"/>
                    </a:cubicBezTo>
                    <a:cubicBezTo>
                      <a:pt x="705" y="239"/>
                      <a:pt x="638" y="269"/>
                      <a:pt x="570" y="297"/>
                    </a:cubicBezTo>
                    <a:cubicBezTo>
                      <a:pt x="568" y="269"/>
                      <a:pt x="563" y="213"/>
                      <a:pt x="560" y="185"/>
                    </a:cubicBezTo>
                    <a:cubicBezTo>
                      <a:pt x="511" y="185"/>
                      <a:pt x="462" y="185"/>
                      <a:pt x="413" y="185"/>
                    </a:cubicBezTo>
                    <a:cubicBezTo>
                      <a:pt x="413" y="213"/>
                      <a:pt x="412" y="267"/>
                      <a:pt x="411" y="294"/>
                    </a:cubicBezTo>
                    <a:cubicBezTo>
                      <a:pt x="347" y="263"/>
                      <a:pt x="228" y="268"/>
                      <a:pt x="229" y="17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5"/>
              <p:cNvSpPr>
                <a:spLocks noEditPoints="1"/>
              </p:cNvSpPr>
              <p:nvPr/>
            </p:nvSpPr>
            <p:spPr bwMode="auto">
              <a:xfrm flipV="1">
                <a:off x="4499" y="2016"/>
                <a:ext cx="143" cy="320"/>
              </a:xfrm>
              <a:custGeom>
                <a:avLst/>
                <a:gdLst>
                  <a:gd name="T0" fmla="*/ 263 w 628"/>
                  <a:gd name="T1" fmla="*/ 1401 h 1401"/>
                  <a:gd name="T2" fmla="*/ 364 w 628"/>
                  <a:gd name="T3" fmla="*/ 1400 h 1401"/>
                  <a:gd name="T4" fmla="*/ 363 w 628"/>
                  <a:gd name="T5" fmla="*/ 250 h 1401"/>
                  <a:gd name="T6" fmla="*/ 628 w 628"/>
                  <a:gd name="T7" fmla="*/ 118 h 1401"/>
                  <a:gd name="T8" fmla="*/ 0 w 628"/>
                  <a:gd name="T9" fmla="*/ 115 h 1401"/>
                  <a:gd name="T10" fmla="*/ 264 w 628"/>
                  <a:gd name="T11" fmla="*/ 251 h 1401"/>
                  <a:gd name="T12" fmla="*/ 263 w 628"/>
                  <a:gd name="T13" fmla="*/ 1401 h 1401"/>
                  <a:gd name="T14" fmla="*/ 150 w 628"/>
                  <a:gd name="T15" fmla="*/ 118 h 1401"/>
                  <a:gd name="T16" fmla="*/ 503 w 628"/>
                  <a:gd name="T17" fmla="*/ 139 h 1401"/>
                  <a:gd name="T18" fmla="*/ 387 w 628"/>
                  <a:gd name="T19" fmla="*/ 201 h 1401"/>
                  <a:gd name="T20" fmla="*/ 325 w 628"/>
                  <a:gd name="T21" fmla="*/ 121 h 1401"/>
                  <a:gd name="T22" fmla="*/ 150 w 628"/>
                  <a:gd name="T23" fmla="*/ 118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8" h="1401">
                    <a:moveTo>
                      <a:pt x="263" y="1401"/>
                    </a:moveTo>
                    <a:cubicBezTo>
                      <a:pt x="288" y="1401"/>
                      <a:pt x="338" y="1401"/>
                      <a:pt x="364" y="1400"/>
                    </a:cubicBezTo>
                    <a:cubicBezTo>
                      <a:pt x="362" y="1017"/>
                      <a:pt x="364" y="634"/>
                      <a:pt x="363" y="250"/>
                    </a:cubicBezTo>
                    <a:cubicBezTo>
                      <a:pt x="451" y="222"/>
                      <a:pt x="619" y="239"/>
                      <a:pt x="628" y="118"/>
                    </a:cubicBezTo>
                    <a:cubicBezTo>
                      <a:pt x="448" y="0"/>
                      <a:pt x="183" y="4"/>
                      <a:pt x="0" y="115"/>
                    </a:cubicBezTo>
                    <a:cubicBezTo>
                      <a:pt x="6" y="238"/>
                      <a:pt x="176" y="222"/>
                      <a:pt x="264" y="251"/>
                    </a:cubicBezTo>
                    <a:cubicBezTo>
                      <a:pt x="263" y="634"/>
                      <a:pt x="265" y="1018"/>
                      <a:pt x="263" y="1401"/>
                    </a:cubicBezTo>
                    <a:moveTo>
                      <a:pt x="150" y="118"/>
                    </a:moveTo>
                    <a:cubicBezTo>
                      <a:pt x="263" y="63"/>
                      <a:pt x="397" y="71"/>
                      <a:pt x="503" y="139"/>
                    </a:cubicBezTo>
                    <a:cubicBezTo>
                      <a:pt x="474" y="154"/>
                      <a:pt x="416" y="185"/>
                      <a:pt x="387" y="201"/>
                    </a:cubicBezTo>
                    <a:cubicBezTo>
                      <a:pt x="371" y="181"/>
                      <a:pt x="340" y="141"/>
                      <a:pt x="325" y="121"/>
                    </a:cubicBezTo>
                    <a:cubicBezTo>
                      <a:pt x="276" y="174"/>
                      <a:pt x="155" y="231"/>
                      <a:pt x="150" y="1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6"/>
              <p:cNvSpPr>
                <a:spLocks noEditPoints="1"/>
              </p:cNvSpPr>
              <p:nvPr/>
            </p:nvSpPr>
            <p:spPr bwMode="auto">
              <a:xfrm flipV="1">
                <a:off x="5369" y="2016"/>
                <a:ext cx="172" cy="320"/>
              </a:xfrm>
              <a:custGeom>
                <a:avLst/>
                <a:gdLst>
                  <a:gd name="T0" fmla="*/ 328 w 754"/>
                  <a:gd name="T1" fmla="*/ 1403 h 1403"/>
                  <a:gd name="T2" fmla="*/ 428 w 754"/>
                  <a:gd name="T3" fmla="*/ 1403 h 1403"/>
                  <a:gd name="T4" fmla="*/ 427 w 754"/>
                  <a:gd name="T5" fmla="*/ 253 h 1403"/>
                  <a:gd name="T6" fmla="*/ 670 w 754"/>
                  <a:gd name="T7" fmla="*/ 103 h 1403"/>
                  <a:gd name="T8" fmla="*/ 44 w 754"/>
                  <a:gd name="T9" fmla="*/ 119 h 1403"/>
                  <a:gd name="T10" fmla="*/ 329 w 754"/>
                  <a:gd name="T11" fmla="*/ 253 h 1403"/>
                  <a:gd name="T12" fmla="*/ 328 w 754"/>
                  <a:gd name="T13" fmla="*/ 1403 h 1403"/>
                  <a:gd name="T14" fmla="*/ 462 w 754"/>
                  <a:gd name="T15" fmla="*/ 205 h 1403"/>
                  <a:gd name="T16" fmla="*/ 378 w 754"/>
                  <a:gd name="T17" fmla="*/ 117 h 1403"/>
                  <a:gd name="T18" fmla="*/ 294 w 754"/>
                  <a:gd name="T19" fmla="*/ 205 h 1403"/>
                  <a:gd name="T20" fmla="*/ 462 w 754"/>
                  <a:gd name="T21" fmla="*/ 205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4" h="1403">
                    <a:moveTo>
                      <a:pt x="328" y="1403"/>
                    </a:moveTo>
                    <a:cubicBezTo>
                      <a:pt x="353" y="1403"/>
                      <a:pt x="403" y="1403"/>
                      <a:pt x="428" y="1403"/>
                    </a:cubicBezTo>
                    <a:cubicBezTo>
                      <a:pt x="426" y="1019"/>
                      <a:pt x="428" y="636"/>
                      <a:pt x="427" y="253"/>
                    </a:cubicBezTo>
                    <a:cubicBezTo>
                      <a:pt x="507" y="232"/>
                      <a:pt x="741" y="223"/>
                      <a:pt x="670" y="103"/>
                    </a:cubicBezTo>
                    <a:cubicBezTo>
                      <a:pt x="478" y="0"/>
                      <a:pt x="233" y="19"/>
                      <a:pt x="44" y="119"/>
                    </a:cubicBezTo>
                    <a:cubicBezTo>
                      <a:pt x="96" y="229"/>
                      <a:pt x="226" y="231"/>
                      <a:pt x="329" y="253"/>
                    </a:cubicBezTo>
                    <a:cubicBezTo>
                      <a:pt x="328" y="636"/>
                      <a:pt x="330" y="1020"/>
                      <a:pt x="328" y="1403"/>
                    </a:cubicBezTo>
                    <a:moveTo>
                      <a:pt x="462" y="205"/>
                    </a:moveTo>
                    <a:cubicBezTo>
                      <a:pt x="441" y="183"/>
                      <a:pt x="399" y="139"/>
                      <a:pt x="378" y="117"/>
                    </a:cubicBezTo>
                    <a:cubicBezTo>
                      <a:pt x="357" y="139"/>
                      <a:pt x="315" y="183"/>
                      <a:pt x="294" y="205"/>
                    </a:cubicBezTo>
                    <a:cubicBezTo>
                      <a:pt x="0" y="46"/>
                      <a:pt x="754" y="44"/>
                      <a:pt x="462" y="20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7"/>
              <p:cNvSpPr>
                <a:spLocks/>
              </p:cNvSpPr>
              <p:nvPr/>
            </p:nvSpPr>
            <p:spPr bwMode="auto">
              <a:xfrm flipV="1">
                <a:off x="4423" y="2170"/>
                <a:ext cx="1179" cy="386"/>
              </a:xfrm>
              <a:custGeom>
                <a:avLst/>
                <a:gdLst>
                  <a:gd name="T0" fmla="*/ 0 w 5172"/>
                  <a:gd name="T1" fmla="*/ 3 h 1692"/>
                  <a:gd name="T2" fmla="*/ 1914 w 5172"/>
                  <a:gd name="T3" fmla="*/ 1690 h 1692"/>
                  <a:gd name="T4" fmla="*/ 2079 w 5172"/>
                  <a:gd name="T5" fmla="*/ 1689 h 1692"/>
                  <a:gd name="T6" fmla="*/ 2093 w 5172"/>
                  <a:gd name="T7" fmla="*/ 938 h 1692"/>
                  <a:gd name="T8" fmla="*/ 2587 w 5172"/>
                  <a:gd name="T9" fmla="*/ 994 h 1692"/>
                  <a:gd name="T10" fmla="*/ 3068 w 5172"/>
                  <a:gd name="T11" fmla="*/ 913 h 1692"/>
                  <a:gd name="T12" fmla="*/ 3095 w 5172"/>
                  <a:gd name="T13" fmla="*/ 1692 h 1692"/>
                  <a:gd name="T14" fmla="*/ 3259 w 5172"/>
                  <a:gd name="T15" fmla="*/ 1689 h 1692"/>
                  <a:gd name="T16" fmla="*/ 5172 w 5172"/>
                  <a:gd name="T17" fmla="*/ 2 h 1692"/>
                  <a:gd name="T18" fmla="*/ 0 w 5172"/>
                  <a:gd name="T19" fmla="*/ 3 h 1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72" h="1692">
                    <a:moveTo>
                      <a:pt x="0" y="3"/>
                    </a:moveTo>
                    <a:cubicBezTo>
                      <a:pt x="639" y="564"/>
                      <a:pt x="1277" y="1127"/>
                      <a:pt x="1914" y="1690"/>
                    </a:cubicBezTo>
                    <a:cubicBezTo>
                      <a:pt x="1969" y="1690"/>
                      <a:pt x="2024" y="1690"/>
                      <a:pt x="2079" y="1689"/>
                    </a:cubicBezTo>
                    <a:cubicBezTo>
                      <a:pt x="2089" y="1439"/>
                      <a:pt x="2060" y="1186"/>
                      <a:pt x="2093" y="938"/>
                    </a:cubicBezTo>
                    <a:cubicBezTo>
                      <a:pt x="2170" y="687"/>
                      <a:pt x="2557" y="736"/>
                      <a:pt x="2587" y="994"/>
                    </a:cubicBezTo>
                    <a:cubicBezTo>
                      <a:pt x="2614" y="750"/>
                      <a:pt x="2971" y="685"/>
                      <a:pt x="3068" y="913"/>
                    </a:cubicBezTo>
                    <a:cubicBezTo>
                      <a:pt x="3126" y="1166"/>
                      <a:pt x="3075" y="1434"/>
                      <a:pt x="3095" y="1692"/>
                    </a:cubicBezTo>
                    <a:cubicBezTo>
                      <a:pt x="3150" y="1691"/>
                      <a:pt x="3204" y="1690"/>
                      <a:pt x="3259" y="1689"/>
                    </a:cubicBezTo>
                    <a:cubicBezTo>
                      <a:pt x="3896" y="1126"/>
                      <a:pt x="4534" y="564"/>
                      <a:pt x="5172" y="2"/>
                    </a:cubicBezTo>
                    <a:cubicBezTo>
                      <a:pt x="3448" y="1"/>
                      <a:pt x="1724" y="0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9" name="Group 46"/>
          <p:cNvGrpSpPr>
            <a:grpSpLocks/>
          </p:cNvGrpSpPr>
          <p:nvPr/>
        </p:nvGrpSpPr>
        <p:grpSpPr bwMode="auto">
          <a:xfrm>
            <a:off x="3488755" y="523851"/>
            <a:ext cx="2843215" cy="1449983"/>
            <a:chOff x="2836" y="1647"/>
            <a:chExt cx="2004" cy="1022"/>
          </a:xfrm>
          <a:solidFill>
            <a:srgbClr val="595959"/>
          </a:solidFill>
        </p:grpSpPr>
        <p:sp>
          <p:nvSpPr>
            <p:cNvPr id="30" name="Freeform 19"/>
            <p:cNvSpPr>
              <a:spLocks/>
            </p:cNvSpPr>
            <p:nvPr/>
          </p:nvSpPr>
          <p:spPr bwMode="auto">
            <a:xfrm flipV="1">
              <a:off x="3741" y="1647"/>
              <a:ext cx="185" cy="161"/>
            </a:xfrm>
            <a:custGeom>
              <a:avLst/>
              <a:gdLst>
                <a:gd name="T0" fmla="*/ 359 w 810"/>
                <a:gd name="T1" fmla="*/ 475 h 703"/>
                <a:gd name="T2" fmla="*/ 733 w 810"/>
                <a:gd name="T3" fmla="*/ 543 h 703"/>
                <a:gd name="T4" fmla="*/ 620 w 810"/>
                <a:gd name="T5" fmla="*/ 0 h 703"/>
                <a:gd name="T6" fmla="*/ 102 w 810"/>
                <a:gd name="T7" fmla="*/ 190 h 703"/>
                <a:gd name="T8" fmla="*/ 359 w 810"/>
                <a:gd name="T9" fmla="*/ 475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0" h="703">
                  <a:moveTo>
                    <a:pt x="359" y="475"/>
                  </a:moveTo>
                  <a:cubicBezTo>
                    <a:pt x="390" y="649"/>
                    <a:pt x="647" y="703"/>
                    <a:pt x="733" y="543"/>
                  </a:cubicBezTo>
                  <a:cubicBezTo>
                    <a:pt x="810" y="359"/>
                    <a:pt x="692" y="168"/>
                    <a:pt x="620" y="0"/>
                  </a:cubicBezTo>
                  <a:cubicBezTo>
                    <a:pt x="439" y="19"/>
                    <a:pt x="223" y="36"/>
                    <a:pt x="102" y="190"/>
                  </a:cubicBezTo>
                  <a:cubicBezTo>
                    <a:pt x="0" y="347"/>
                    <a:pt x="192" y="543"/>
                    <a:pt x="359" y="47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20"/>
            <p:cNvSpPr>
              <a:spLocks/>
            </p:cNvSpPr>
            <p:nvPr/>
          </p:nvSpPr>
          <p:spPr bwMode="auto">
            <a:xfrm flipV="1">
              <a:off x="4251" y="1750"/>
              <a:ext cx="199" cy="192"/>
            </a:xfrm>
            <a:custGeom>
              <a:avLst/>
              <a:gdLst>
                <a:gd name="T0" fmla="*/ 360 w 874"/>
                <a:gd name="T1" fmla="*/ 771 h 840"/>
                <a:gd name="T2" fmla="*/ 762 w 874"/>
                <a:gd name="T3" fmla="*/ 303 h 840"/>
                <a:gd name="T4" fmla="*/ 158 w 874"/>
                <a:gd name="T5" fmla="*/ 217 h 840"/>
                <a:gd name="T6" fmla="*/ 360 w 874"/>
                <a:gd name="T7" fmla="*/ 771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4" h="840">
                  <a:moveTo>
                    <a:pt x="360" y="771"/>
                  </a:moveTo>
                  <a:cubicBezTo>
                    <a:pt x="618" y="840"/>
                    <a:pt x="874" y="549"/>
                    <a:pt x="762" y="303"/>
                  </a:cubicBezTo>
                  <a:cubicBezTo>
                    <a:pt x="679" y="53"/>
                    <a:pt x="307" y="0"/>
                    <a:pt x="158" y="217"/>
                  </a:cubicBezTo>
                  <a:cubicBezTo>
                    <a:pt x="0" y="407"/>
                    <a:pt x="120" y="726"/>
                    <a:pt x="360" y="77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" name="Freeform 21"/>
            <p:cNvSpPr>
              <a:spLocks/>
            </p:cNvSpPr>
            <p:nvPr/>
          </p:nvSpPr>
          <p:spPr bwMode="auto">
            <a:xfrm flipV="1">
              <a:off x="4578" y="1757"/>
              <a:ext cx="175" cy="179"/>
            </a:xfrm>
            <a:custGeom>
              <a:avLst/>
              <a:gdLst>
                <a:gd name="T0" fmla="*/ 297 w 766"/>
                <a:gd name="T1" fmla="*/ 745 h 783"/>
                <a:gd name="T2" fmla="*/ 698 w 766"/>
                <a:gd name="T3" fmla="*/ 509 h 783"/>
                <a:gd name="T4" fmla="*/ 456 w 766"/>
                <a:gd name="T5" fmla="*/ 65 h 783"/>
                <a:gd name="T6" fmla="*/ 17 w 766"/>
                <a:gd name="T7" fmla="*/ 377 h 783"/>
                <a:gd name="T8" fmla="*/ 297 w 766"/>
                <a:gd name="T9" fmla="*/ 745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6" h="783">
                  <a:moveTo>
                    <a:pt x="297" y="745"/>
                  </a:moveTo>
                  <a:cubicBezTo>
                    <a:pt x="466" y="783"/>
                    <a:pt x="649" y="675"/>
                    <a:pt x="698" y="509"/>
                  </a:cubicBezTo>
                  <a:cubicBezTo>
                    <a:pt x="766" y="328"/>
                    <a:pt x="643" y="109"/>
                    <a:pt x="456" y="65"/>
                  </a:cubicBezTo>
                  <a:cubicBezTo>
                    <a:pt x="255" y="0"/>
                    <a:pt x="24" y="166"/>
                    <a:pt x="17" y="377"/>
                  </a:cubicBezTo>
                  <a:cubicBezTo>
                    <a:pt x="0" y="547"/>
                    <a:pt x="130" y="714"/>
                    <a:pt x="297" y="74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22"/>
            <p:cNvSpPr>
              <a:spLocks/>
            </p:cNvSpPr>
            <p:nvPr/>
          </p:nvSpPr>
          <p:spPr bwMode="auto">
            <a:xfrm flipV="1">
              <a:off x="3965" y="1752"/>
              <a:ext cx="181" cy="185"/>
            </a:xfrm>
            <a:custGeom>
              <a:avLst/>
              <a:gdLst>
                <a:gd name="T0" fmla="*/ 240 w 797"/>
                <a:gd name="T1" fmla="*/ 718 h 808"/>
                <a:gd name="T2" fmla="*/ 714 w 797"/>
                <a:gd name="T3" fmla="*/ 546 h 808"/>
                <a:gd name="T4" fmla="*/ 525 w 797"/>
                <a:gd name="T5" fmla="*/ 79 h 808"/>
                <a:gd name="T6" fmla="*/ 66 w 797"/>
                <a:gd name="T7" fmla="*/ 285 h 808"/>
                <a:gd name="T8" fmla="*/ 240 w 797"/>
                <a:gd name="T9" fmla="*/ 71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7" h="808">
                  <a:moveTo>
                    <a:pt x="240" y="718"/>
                  </a:moveTo>
                  <a:cubicBezTo>
                    <a:pt x="410" y="808"/>
                    <a:pt x="640" y="723"/>
                    <a:pt x="714" y="546"/>
                  </a:cubicBezTo>
                  <a:cubicBezTo>
                    <a:pt x="797" y="373"/>
                    <a:pt x="705" y="147"/>
                    <a:pt x="525" y="79"/>
                  </a:cubicBezTo>
                  <a:cubicBezTo>
                    <a:pt x="350" y="0"/>
                    <a:pt x="127" y="105"/>
                    <a:pt x="66" y="285"/>
                  </a:cubicBezTo>
                  <a:cubicBezTo>
                    <a:pt x="0" y="446"/>
                    <a:pt x="85" y="645"/>
                    <a:pt x="240" y="7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23"/>
            <p:cNvSpPr>
              <a:spLocks/>
            </p:cNvSpPr>
            <p:nvPr/>
          </p:nvSpPr>
          <p:spPr bwMode="auto">
            <a:xfrm flipV="1">
              <a:off x="3563" y="1772"/>
              <a:ext cx="180" cy="201"/>
            </a:xfrm>
            <a:custGeom>
              <a:avLst/>
              <a:gdLst>
                <a:gd name="T0" fmla="*/ 278 w 791"/>
                <a:gd name="T1" fmla="*/ 765 h 880"/>
                <a:gd name="T2" fmla="*/ 771 w 791"/>
                <a:gd name="T3" fmla="*/ 431 h 880"/>
                <a:gd name="T4" fmla="*/ 232 w 791"/>
                <a:gd name="T5" fmla="*/ 152 h 880"/>
                <a:gd name="T6" fmla="*/ 278 w 791"/>
                <a:gd name="T7" fmla="*/ 765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1" h="880">
                  <a:moveTo>
                    <a:pt x="278" y="765"/>
                  </a:moveTo>
                  <a:cubicBezTo>
                    <a:pt x="502" y="880"/>
                    <a:pt x="791" y="679"/>
                    <a:pt x="771" y="431"/>
                  </a:cubicBezTo>
                  <a:cubicBezTo>
                    <a:pt x="769" y="173"/>
                    <a:pt x="444" y="0"/>
                    <a:pt x="232" y="152"/>
                  </a:cubicBezTo>
                  <a:cubicBezTo>
                    <a:pt x="0" y="286"/>
                    <a:pt x="29" y="668"/>
                    <a:pt x="278" y="76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24"/>
            <p:cNvSpPr>
              <a:spLocks/>
            </p:cNvSpPr>
            <p:nvPr/>
          </p:nvSpPr>
          <p:spPr bwMode="auto">
            <a:xfrm flipV="1">
              <a:off x="3040" y="1853"/>
              <a:ext cx="217" cy="227"/>
            </a:xfrm>
            <a:custGeom>
              <a:avLst/>
              <a:gdLst>
                <a:gd name="T0" fmla="*/ 315 w 954"/>
                <a:gd name="T1" fmla="*/ 848 h 993"/>
                <a:gd name="T2" fmla="*/ 853 w 954"/>
                <a:gd name="T3" fmla="*/ 381 h 993"/>
                <a:gd name="T4" fmla="*/ 206 w 954"/>
                <a:gd name="T5" fmla="*/ 203 h 993"/>
                <a:gd name="T6" fmla="*/ 315 w 954"/>
                <a:gd name="T7" fmla="*/ 848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993">
                  <a:moveTo>
                    <a:pt x="315" y="848"/>
                  </a:moveTo>
                  <a:cubicBezTo>
                    <a:pt x="603" y="993"/>
                    <a:pt x="954" y="686"/>
                    <a:pt x="853" y="381"/>
                  </a:cubicBezTo>
                  <a:cubicBezTo>
                    <a:pt x="787" y="106"/>
                    <a:pt x="403" y="0"/>
                    <a:pt x="206" y="203"/>
                  </a:cubicBezTo>
                  <a:cubicBezTo>
                    <a:pt x="0" y="380"/>
                    <a:pt x="65" y="747"/>
                    <a:pt x="315" y="84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25"/>
            <p:cNvSpPr>
              <a:spLocks/>
            </p:cNvSpPr>
            <p:nvPr/>
          </p:nvSpPr>
          <p:spPr bwMode="auto">
            <a:xfrm flipV="1">
              <a:off x="4206" y="1877"/>
              <a:ext cx="322" cy="493"/>
            </a:xfrm>
            <a:custGeom>
              <a:avLst/>
              <a:gdLst>
                <a:gd name="T0" fmla="*/ 0 w 1415"/>
                <a:gd name="T1" fmla="*/ 1891 h 2157"/>
                <a:gd name="T2" fmla="*/ 190 w 1415"/>
                <a:gd name="T3" fmla="*/ 2157 h 2157"/>
                <a:gd name="T4" fmla="*/ 148 w 1415"/>
                <a:gd name="T5" fmla="*/ 1964 h 2157"/>
                <a:gd name="T6" fmla="*/ 347 w 1415"/>
                <a:gd name="T7" fmla="*/ 1587 h 2157"/>
                <a:gd name="T8" fmla="*/ 593 w 1415"/>
                <a:gd name="T9" fmla="*/ 1608 h 2157"/>
                <a:gd name="T10" fmla="*/ 548 w 1415"/>
                <a:gd name="T11" fmla="*/ 1651 h 2157"/>
                <a:gd name="T12" fmla="*/ 417 w 1415"/>
                <a:gd name="T13" fmla="*/ 1561 h 2157"/>
                <a:gd name="T14" fmla="*/ 716 w 1415"/>
                <a:gd name="T15" fmla="*/ 1897 h 2157"/>
                <a:gd name="T16" fmla="*/ 1068 w 1415"/>
                <a:gd name="T17" fmla="*/ 1500 h 2157"/>
                <a:gd name="T18" fmla="*/ 1115 w 1415"/>
                <a:gd name="T19" fmla="*/ 906 h 2157"/>
                <a:gd name="T20" fmla="*/ 1415 w 1415"/>
                <a:gd name="T21" fmla="*/ 86 h 2157"/>
                <a:gd name="T22" fmla="*/ 367 w 1415"/>
                <a:gd name="T23" fmla="*/ 100 h 2157"/>
                <a:gd name="T24" fmla="*/ 583 w 1415"/>
                <a:gd name="T25" fmla="*/ 1144 h 2157"/>
                <a:gd name="T26" fmla="*/ 408 w 1415"/>
                <a:gd name="T27" fmla="*/ 1285 h 2157"/>
                <a:gd name="T28" fmla="*/ 876 w 1415"/>
                <a:gd name="T29" fmla="*/ 1621 h 2157"/>
                <a:gd name="T30" fmla="*/ 597 w 1415"/>
                <a:gd name="T31" fmla="*/ 1717 h 2157"/>
                <a:gd name="T32" fmla="*/ 641 w 1415"/>
                <a:gd name="T33" fmla="*/ 1664 h 2157"/>
                <a:gd name="T34" fmla="*/ 838 w 1415"/>
                <a:gd name="T35" fmla="*/ 1605 h 2157"/>
                <a:gd name="T36" fmla="*/ 319 w 1415"/>
                <a:gd name="T37" fmla="*/ 1349 h 2157"/>
                <a:gd name="T38" fmla="*/ 0 w 1415"/>
                <a:gd name="T39" fmla="*/ 1891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5" h="2157">
                  <a:moveTo>
                    <a:pt x="0" y="1891"/>
                  </a:moveTo>
                  <a:cubicBezTo>
                    <a:pt x="60" y="1979"/>
                    <a:pt x="145" y="2054"/>
                    <a:pt x="190" y="2157"/>
                  </a:cubicBezTo>
                  <a:cubicBezTo>
                    <a:pt x="245" y="2090"/>
                    <a:pt x="180" y="2023"/>
                    <a:pt x="148" y="1964"/>
                  </a:cubicBezTo>
                  <a:cubicBezTo>
                    <a:pt x="267" y="1882"/>
                    <a:pt x="237" y="1689"/>
                    <a:pt x="347" y="1587"/>
                  </a:cubicBezTo>
                  <a:cubicBezTo>
                    <a:pt x="410" y="1493"/>
                    <a:pt x="520" y="1575"/>
                    <a:pt x="593" y="1608"/>
                  </a:cubicBezTo>
                  <a:cubicBezTo>
                    <a:pt x="578" y="1622"/>
                    <a:pt x="563" y="1637"/>
                    <a:pt x="548" y="1651"/>
                  </a:cubicBezTo>
                  <a:cubicBezTo>
                    <a:pt x="511" y="1612"/>
                    <a:pt x="467" y="1582"/>
                    <a:pt x="417" y="1561"/>
                  </a:cubicBezTo>
                  <a:cubicBezTo>
                    <a:pt x="472" y="1701"/>
                    <a:pt x="553" y="1868"/>
                    <a:pt x="716" y="1897"/>
                  </a:cubicBezTo>
                  <a:cubicBezTo>
                    <a:pt x="930" y="1940"/>
                    <a:pt x="1126" y="1704"/>
                    <a:pt x="1068" y="1500"/>
                  </a:cubicBezTo>
                  <a:cubicBezTo>
                    <a:pt x="1023" y="1303"/>
                    <a:pt x="1030" y="1092"/>
                    <a:pt x="1115" y="906"/>
                  </a:cubicBezTo>
                  <a:cubicBezTo>
                    <a:pt x="1236" y="641"/>
                    <a:pt x="1317" y="360"/>
                    <a:pt x="1415" y="86"/>
                  </a:cubicBezTo>
                  <a:cubicBezTo>
                    <a:pt x="1071" y="13"/>
                    <a:pt x="707" y="0"/>
                    <a:pt x="367" y="100"/>
                  </a:cubicBezTo>
                  <a:cubicBezTo>
                    <a:pt x="481" y="441"/>
                    <a:pt x="766" y="774"/>
                    <a:pt x="583" y="1144"/>
                  </a:cubicBezTo>
                  <a:cubicBezTo>
                    <a:pt x="511" y="1173"/>
                    <a:pt x="452" y="1222"/>
                    <a:pt x="408" y="1285"/>
                  </a:cubicBezTo>
                  <a:cubicBezTo>
                    <a:pt x="607" y="1304"/>
                    <a:pt x="798" y="1439"/>
                    <a:pt x="876" y="1621"/>
                  </a:cubicBezTo>
                  <a:cubicBezTo>
                    <a:pt x="894" y="1778"/>
                    <a:pt x="691" y="1817"/>
                    <a:pt x="597" y="1717"/>
                  </a:cubicBezTo>
                  <a:cubicBezTo>
                    <a:pt x="611" y="1699"/>
                    <a:pt x="626" y="1681"/>
                    <a:pt x="641" y="1664"/>
                  </a:cubicBezTo>
                  <a:cubicBezTo>
                    <a:pt x="670" y="1803"/>
                    <a:pt x="887" y="1732"/>
                    <a:pt x="838" y="1605"/>
                  </a:cubicBezTo>
                  <a:cubicBezTo>
                    <a:pt x="731" y="1438"/>
                    <a:pt x="528" y="1276"/>
                    <a:pt x="319" y="1349"/>
                  </a:cubicBezTo>
                  <a:cubicBezTo>
                    <a:pt x="115" y="1446"/>
                    <a:pt x="45" y="1688"/>
                    <a:pt x="0" y="18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26"/>
            <p:cNvSpPr>
              <a:spLocks/>
            </p:cNvSpPr>
            <p:nvPr/>
          </p:nvSpPr>
          <p:spPr bwMode="auto">
            <a:xfrm flipV="1">
              <a:off x="3985" y="1915"/>
              <a:ext cx="248" cy="457"/>
            </a:xfrm>
            <a:custGeom>
              <a:avLst/>
              <a:gdLst>
                <a:gd name="T0" fmla="*/ 298 w 1086"/>
                <a:gd name="T1" fmla="*/ 1873 h 2002"/>
                <a:gd name="T2" fmla="*/ 746 w 1086"/>
                <a:gd name="T3" fmla="*/ 1545 h 2002"/>
                <a:gd name="T4" fmla="*/ 1086 w 1086"/>
                <a:gd name="T5" fmla="*/ 94 h 2002"/>
                <a:gd name="T6" fmla="*/ 35 w 1086"/>
                <a:gd name="T7" fmla="*/ 115 h 2002"/>
                <a:gd name="T8" fmla="*/ 299 w 1086"/>
                <a:gd name="T9" fmla="*/ 981 h 2002"/>
                <a:gd name="T10" fmla="*/ 548 w 1086"/>
                <a:gd name="T11" fmla="*/ 1644 h 2002"/>
                <a:gd name="T12" fmla="*/ 287 w 1086"/>
                <a:gd name="T13" fmla="*/ 1708 h 2002"/>
                <a:gd name="T14" fmla="*/ 122 w 1086"/>
                <a:gd name="T15" fmla="*/ 1231 h 2002"/>
                <a:gd name="T16" fmla="*/ 298 w 1086"/>
                <a:gd name="T17" fmla="*/ 1873 h 2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6" h="2002">
                  <a:moveTo>
                    <a:pt x="298" y="1873"/>
                  </a:moveTo>
                  <a:cubicBezTo>
                    <a:pt x="509" y="2002"/>
                    <a:pt x="787" y="1775"/>
                    <a:pt x="746" y="1545"/>
                  </a:cubicBezTo>
                  <a:cubicBezTo>
                    <a:pt x="603" y="1029"/>
                    <a:pt x="978" y="579"/>
                    <a:pt x="1086" y="94"/>
                  </a:cubicBezTo>
                  <a:cubicBezTo>
                    <a:pt x="741" y="24"/>
                    <a:pt x="372" y="0"/>
                    <a:pt x="35" y="115"/>
                  </a:cubicBezTo>
                  <a:cubicBezTo>
                    <a:pt x="126" y="400"/>
                    <a:pt x="372" y="670"/>
                    <a:pt x="299" y="981"/>
                  </a:cubicBezTo>
                  <a:cubicBezTo>
                    <a:pt x="418" y="1186"/>
                    <a:pt x="520" y="1407"/>
                    <a:pt x="548" y="1644"/>
                  </a:cubicBezTo>
                  <a:cubicBezTo>
                    <a:pt x="560" y="1783"/>
                    <a:pt x="339" y="1842"/>
                    <a:pt x="287" y="1708"/>
                  </a:cubicBezTo>
                  <a:cubicBezTo>
                    <a:pt x="242" y="1546"/>
                    <a:pt x="205" y="1380"/>
                    <a:pt x="122" y="1231"/>
                  </a:cubicBezTo>
                  <a:cubicBezTo>
                    <a:pt x="0" y="1448"/>
                    <a:pt x="107" y="1734"/>
                    <a:pt x="298" y="18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7"/>
            <p:cNvSpPr>
              <a:spLocks/>
            </p:cNvSpPr>
            <p:nvPr/>
          </p:nvSpPr>
          <p:spPr bwMode="auto">
            <a:xfrm flipV="1">
              <a:off x="4602" y="1916"/>
              <a:ext cx="238" cy="454"/>
            </a:xfrm>
            <a:custGeom>
              <a:avLst/>
              <a:gdLst>
                <a:gd name="T0" fmla="*/ 269 w 1046"/>
                <a:gd name="T1" fmla="*/ 1871 h 1987"/>
                <a:gd name="T2" fmla="*/ 702 w 1046"/>
                <a:gd name="T3" fmla="*/ 1536 h 1987"/>
                <a:gd name="T4" fmla="*/ 726 w 1046"/>
                <a:gd name="T5" fmla="*/ 957 h 1987"/>
                <a:gd name="T6" fmla="*/ 1046 w 1046"/>
                <a:gd name="T7" fmla="*/ 86 h 1987"/>
                <a:gd name="T8" fmla="*/ 0 w 1046"/>
                <a:gd name="T9" fmla="*/ 98 h 1987"/>
                <a:gd name="T10" fmla="*/ 253 w 1046"/>
                <a:gd name="T11" fmla="*/ 1019 h 1987"/>
                <a:gd name="T12" fmla="*/ 500 w 1046"/>
                <a:gd name="T13" fmla="*/ 1676 h 1987"/>
                <a:gd name="T14" fmla="*/ 237 w 1046"/>
                <a:gd name="T15" fmla="*/ 1690 h 1987"/>
                <a:gd name="T16" fmla="*/ 181 w 1046"/>
                <a:gd name="T17" fmla="*/ 1285 h 1987"/>
                <a:gd name="T18" fmla="*/ 34 w 1046"/>
                <a:gd name="T19" fmla="*/ 1322 h 1987"/>
                <a:gd name="T20" fmla="*/ 269 w 1046"/>
                <a:gd name="T21" fmla="*/ 1871 h 1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6" h="1987">
                  <a:moveTo>
                    <a:pt x="269" y="1871"/>
                  </a:moveTo>
                  <a:cubicBezTo>
                    <a:pt x="482" y="1987"/>
                    <a:pt x="746" y="1763"/>
                    <a:pt x="702" y="1536"/>
                  </a:cubicBezTo>
                  <a:cubicBezTo>
                    <a:pt x="665" y="1344"/>
                    <a:pt x="647" y="1142"/>
                    <a:pt x="726" y="957"/>
                  </a:cubicBezTo>
                  <a:cubicBezTo>
                    <a:pt x="852" y="674"/>
                    <a:pt x="942" y="377"/>
                    <a:pt x="1046" y="86"/>
                  </a:cubicBezTo>
                  <a:cubicBezTo>
                    <a:pt x="702" y="13"/>
                    <a:pt x="340" y="0"/>
                    <a:pt x="0" y="98"/>
                  </a:cubicBezTo>
                  <a:cubicBezTo>
                    <a:pt x="83" y="406"/>
                    <a:pt x="350" y="685"/>
                    <a:pt x="253" y="1019"/>
                  </a:cubicBezTo>
                  <a:cubicBezTo>
                    <a:pt x="503" y="1124"/>
                    <a:pt x="539" y="1442"/>
                    <a:pt x="500" y="1676"/>
                  </a:cubicBezTo>
                  <a:cubicBezTo>
                    <a:pt x="471" y="1802"/>
                    <a:pt x="280" y="1809"/>
                    <a:pt x="237" y="1690"/>
                  </a:cubicBezTo>
                  <a:cubicBezTo>
                    <a:pt x="216" y="1556"/>
                    <a:pt x="252" y="1410"/>
                    <a:pt x="181" y="1285"/>
                  </a:cubicBezTo>
                  <a:cubicBezTo>
                    <a:pt x="132" y="1297"/>
                    <a:pt x="83" y="1310"/>
                    <a:pt x="34" y="1322"/>
                  </a:cubicBezTo>
                  <a:cubicBezTo>
                    <a:pt x="0" y="1529"/>
                    <a:pt x="94" y="1755"/>
                    <a:pt x="269" y="187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8"/>
            <p:cNvSpPr>
              <a:spLocks/>
            </p:cNvSpPr>
            <p:nvPr/>
          </p:nvSpPr>
          <p:spPr bwMode="auto">
            <a:xfrm flipV="1">
              <a:off x="3539" y="1939"/>
              <a:ext cx="421" cy="439"/>
            </a:xfrm>
            <a:custGeom>
              <a:avLst/>
              <a:gdLst>
                <a:gd name="T0" fmla="*/ 556 w 1850"/>
                <a:gd name="T1" fmla="*/ 1463 h 1921"/>
                <a:gd name="T2" fmla="*/ 796 w 1850"/>
                <a:gd name="T3" fmla="*/ 1852 h 1921"/>
                <a:gd name="T4" fmla="*/ 1209 w 1850"/>
                <a:gd name="T5" fmla="*/ 1499 h 1921"/>
                <a:gd name="T6" fmla="*/ 1579 w 1850"/>
                <a:gd name="T7" fmla="*/ 803 h 1921"/>
                <a:gd name="T8" fmla="*/ 1850 w 1850"/>
                <a:gd name="T9" fmla="*/ 129 h 1921"/>
                <a:gd name="T10" fmla="*/ 789 w 1850"/>
                <a:gd name="T11" fmla="*/ 151 h 1921"/>
                <a:gd name="T12" fmla="*/ 1028 w 1850"/>
                <a:gd name="T13" fmla="*/ 689 h 1921"/>
                <a:gd name="T14" fmla="*/ 834 w 1850"/>
                <a:gd name="T15" fmla="*/ 1079 h 1921"/>
                <a:gd name="T16" fmla="*/ 654 w 1850"/>
                <a:gd name="T17" fmla="*/ 1132 h 1921"/>
                <a:gd name="T18" fmla="*/ 981 w 1850"/>
                <a:gd name="T19" fmla="*/ 1559 h 1921"/>
                <a:gd name="T20" fmla="*/ 728 w 1850"/>
                <a:gd name="T21" fmla="*/ 1704 h 1921"/>
                <a:gd name="T22" fmla="*/ 949 w 1850"/>
                <a:gd name="T23" fmla="*/ 1568 h 1921"/>
                <a:gd name="T24" fmla="*/ 240 w 1850"/>
                <a:gd name="T25" fmla="*/ 673 h 1921"/>
                <a:gd name="T26" fmla="*/ 78 w 1850"/>
                <a:gd name="T27" fmla="*/ 796 h 1921"/>
                <a:gd name="T28" fmla="*/ 734 w 1850"/>
                <a:gd name="T29" fmla="*/ 1608 h 1921"/>
                <a:gd name="T30" fmla="*/ 694 w 1850"/>
                <a:gd name="T31" fmla="*/ 1651 h 1921"/>
                <a:gd name="T32" fmla="*/ 556 w 1850"/>
                <a:gd name="T33" fmla="*/ 1463 h 1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0" h="1921">
                  <a:moveTo>
                    <a:pt x="556" y="1463"/>
                  </a:moveTo>
                  <a:cubicBezTo>
                    <a:pt x="582" y="1614"/>
                    <a:pt x="626" y="1806"/>
                    <a:pt x="796" y="1852"/>
                  </a:cubicBezTo>
                  <a:cubicBezTo>
                    <a:pt x="1011" y="1921"/>
                    <a:pt x="1222" y="1711"/>
                    <a:pt x="1209" y="1499"/>
                  </a:cubicBezTo>
                  <a:cubicBezTo>
                    <a:pt x="1218" y="1219"/>
                    <a:pt x="1412" y="1007"/>
                    <a:pt x="1579" y="803"/>
                  </a:cubicBezTo>
                  <a:cubicBezTo>
                    <a:pt x="1682" y="584"/>
                    <a:pt x="1759" y="353"/>
                    <a:pt x="1850" y="129"/>
                  </a:cubicBezTo>
                  <a:cubicBezTo>
                    <a:pt x="1508" y="24"/>
                    <a:pt x="1121" y="0"/>
                    <a:pt x="789" y="151"/>
                  </a:cubicBezTo>
                  <a:cubicBezTo>
                    <a:pt x="869" y="330"/>
                    <a:pt x="956" y="507"/>
                    <a:pt x="1028" y="689"/>
                  </a:cubicBezTo>
                  <a:cubicBezTo>
                    <a:pt x="992" y="830"/>
                    <a:pt x="911" y="956"/>
                    <a:pt x="834" y="1079"/>
                  </a:cubicBezTo>
                  <a:cubicBezTo>
                    <a:pt x="771" y="1086"/>
                    <a:pt x="711" y="1104"/>
                    <a:pt x="654" y="1132"/>
                  </a:cubicBezTo>
                  <a:cubicBezTo>
                    <a:pt x="760" y="1276"/>
                    <a:pt x="890" y="1405"/>
                    <a:pt x="981" y="1559"/>
                  </a:cubicBezTo>
                  <a:cubicBezTo>
                    <a:pt x="1012" y="1697"/>
                    <a:pt x="837" y="1781"/>
                    <a:pt x="728" y="1704"/>
                  </a:cubicBezTo>
                  <a:cubicBezTo>
                    <a:pt x="815" y="1671"/>
                    <a:pt x="968" y="1713"/>
                    <a:pt x="949" y="1568"/>
                  </a:cubicBezTo>
                  <a:cubicBezTo>
                    <a:pt x="723" y="1262"/>
                    <a:pt x="482" y="967"/>
                    <a:pt x="240" y="673"/>
                  </a:cubicBezTo>
                  <a:cubicBezTo>
                    <a:pt x="168" y="566"/>
                    <a:pt x="0" y="697"/>
                    <a:pt x="78" y="796"/>
                  </a:cubicBezTo>
                  <a:cubicBezTo>
                    <a:pt x="291" y="1070"/>
                    <a:pt x="502" y="1349"/>
                    <a:pt x="734" y="1608"/>
                  </a:cubicBezTo>
                  <a:cubicBezTo>
                    <a:pt x="721" y="1623"/>
                    <a:pt x="707" y="1637"/>
                    <a:pt x="694" y="1651"/>
                  </a:cubicBezTo>
                  <a:cubicBezTo>
                    <a:pt x="661" y="1580"/>
                    <a:pt x="611" y="1519"/>
                    <a:pt x="556" y="14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29"/>
            <p:cNvSpPr>
              <a:spLocks/>
            </p:cNvSpPr>
            <p:nvPr/>
          </p:nvSpPr>
          <p:spPr bwMode="auto">
            <a:xfrm flipV="1">
              <a:off x="3939" y="1959"/>
              <a:ext cx="173" cy="267"/>
            </a:xfrm>
            <a:custGeom>
              <a:avLst/>
              <a:gdLst>
                <a:gd name="T0" fmla="*/ 518 w 758"/>
                <a:gd name="T1" fmla="*/ 1043 h 1168"/>
                <a:gd name="T2" fmla="*/ 711 w 758"/>
                <a:gd name="T3" fmla="*/ 979 h 1168"/>
                <a:gd name="T4" fmla="*/ 165 w 758"/>
                <a:gd name="T5" fmla="*/ 0 h 1168"/>
                <a:gd name="T6" fmla="*/ 74 w 758"/>
                <a:gd name="T7" fmla="*/ 183 h 1168"/>
                <a:gd name="T8" fmla="*/ 518 w 758"/>
                <a:gd name="T9" fmla="*/ 104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8" h="1168">
                  <a:moveTo>
                    <a:pt x="518" y="1043"/>
                  </a:moveTo>
                  <a:cubicBezTo>
                    <a:pt x="548" y="1168"/>
                    <a:pt x="758" y="1102"/>
                    <a:pt x="711" y="979"/>
                  </a:cubicBezTo>
                  <a:cubicBezTo>
                    <a:pt x="642" y="608"/>
                    <a:pt x="456" y="244"/>
                    <a:pt x="165" y="0"/>
                  </a:cubicBezTo>
                  <a:cubicBezTo>
                    <a:pt x="96" y="26"/>
                    <a:pt x="0" y="111"/>
                    <a:pt x="74" y="183"/>
                  </a:cubicBezTo>
                  <a:cubicBezTo>
                    <a:pt x="292" y="427"/>
                    <a:pt x="458" y="719"/>
                    <a:pt x="518" y="10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30"/>
            <p:cNvSpPr>
              <a:spLocks/>
            </p:cNvSpPr>
            <p:nvPr/>
          </p:nvSpPr>
          <p:spPr bwMode="auto">
            <a:xfrm flipV="1">
              <a:off x="4538" y="1967"/>
              <a:ext cx="175" cy="175"/>
            </a:xfrm>
            <a:custGeom>
              <a:avLst/>
              <a:gdLst>
                <a:gd name="T0" fmla="*/ 613 w 768"/>
                <a:gd name="T1" fmla="*/ 740 h 767"/>
                <a:gd name="T2" fmla="*/ 753 w 768"/>
                <a:gd name="T3" fmla="*/ 612 h 767"/>
                <a:gd name="T4" fmla="*/ 566 w 768"/>
                <a:gd name="T5" fmla="*/ 79 h 767"/>
                <a:gd name="T6" fmla="*/ 84 w 768"/>
                <a:gd name="T7" fmla="*/ 198 h 767"/>
                <a:gd name="T8" fmla="*/ 142 w 768"/>
                <a:gd name="T9" fmla="*/ 387 h 767"/>
                <a:gd name="T10" fmla="*/ 481 w 768"/>
                <a:gd name="T11" fmla="*/ 272 h 767"/>
                <a:gd name="T12" fmla="*/ 613 w 768"/>
                <a:gd name="T13" fmla="*/ 740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8" h="767">
                  <a:moveTo>
                    <a:pt x="613" y="740"/>
                  </a:moveTo>
                  <a:cubicBezTo>
                    <a:pt x="690" y="767"/>
                    <a:pt x="768" y="689"/>
                    <a:pt x="753" y="612"/>
                  </a:cubicBezTo>
                  <a:cubicBezTo>
                    <a:pt x="762" y="424"/>
                    <a:pt x="746" y="185"/>
                    <a:pt x="566" y="79"/>
                  </a:cubicBezTo>
                  <a:cubicBezTo>
                    <a:pt x="399" y="0"/>
                    <a:pt x="215" y="95"/>
                    <a:pt x="84" y="198"/>
                  </a:cubicBezTo>
                  <a:cubicBezTo>
                    <a:pt x="0" y="246"/>
                    <a:pt x="40" y="401"/>
                    <a:pt x="142" y="387"/>
                  </a:cubicBezTo>
                  <a:cubicBezTo>
                    <a:pt x="260" y="366"/>
                    <a:pt x="351" y="225"/>
                    <a:pt x="481" y="272"/>
                  </a:cubicBezTo>
                  <a:cubicBezTo>
                    <a:pt x="616" y="399"/>
                    <a:pt x="462" y="641"/>
                    <a:pt x="613" y="74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31"/>
            <p:cNvSpPr>
              <a:spLocks/>
            </p:cNvSpPr>
            <p:nvPr/>
          </p:nvSpPr>
          <p:spPr bwMode="auto">
            <a:xfrm flipV="1">
              <a:off x="4198" y="1976"/>
              <a:ext cx="31" cy="80"/>
            </a:xfrm>
            <a:custGeom>
              <a:avLst/>
              <a:gdLst>
                <a:gd name="T0" fmla="*/ 34 w 133"/>
                <a:gd name="T1" fmla="*/ 350 h 350"/>
                <a:gd name="T2" fmla="*/ 4 w 133"/>
                <a:gd name="T3" fmla="*/ 0 h 350"/>
                <a:gd name="T4" fmla="*/ 34 w 133"/>
                <a:gd name="T5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350">
                  <a:moveTo>
                    <a:pt x="34" y="350"/>
                  </a:moveTo>
                  <a:cubicBezTo>
                    <a:pt x="89" y="252"/>
                    <a:pt x="133" y="45"/>
                    <a:pt x="4" y="0"/>
                  </a:cubicBezTo>
                  <a:cubicBezTo>
                    <a:pt x="0" y="117"/>
                    <a:pt x="11" y="235"/>
                    <a:pt x="34" y="35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Freeform 32"/>
            <p:cNvSpPr>
              <a:spLocks/>
            </p:cNvSpPr>
            <p:nvPr/>
          </p:nvSpPr>
          <p:spPr bwMode="auto">
            <a:xfrm flipV="1">
              <a:off x="4563" y="1992"/>
              <a:ext cx="33" cy="58"/>
            </a:xfrm>
            <a:custGeom>
              <a:avLst/>
              <a:gdLst>
                <a:gd name="T0" fmla="*/ 0 w 143"/>
                <a:gd name="T1" fmla="*/ 12 h 254"/>
                <a:gd name="T2" fmla="*/ 143 w 143"/>
                <a:gd name="T3" fmla="*/ 254 h 254"/>
                <a:gd name="T4" fmla="*/ 0 w 143"/>
                <a:gd name="T5" fmla="*/ 1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254">
                  <a:moveTo>
                    <a:pt x="0" y="12"/>
                  </a:moveTo>
                  <a:cubicBezTo>
                    <a:pt x="37" y="96"/>
                    <a:pt x="20" y="254"/>
                    <a:pt x="143" y="254"/>
                  </a:cubicBezTo>
                  <a:cubicBezTo>
                    <a:pt x="103" y="173"/>
                    <a:pt x="126" y="0"/>
                    <a:pt x="0" y="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" name="Freeform 33"/>
            <p:cNvSpPr>
              <a:spLocks noEditPoints="1"/>
            </p:cNvSpPr>
            <p:nvPr/>
          </p:nvSpPr>
          <p:spPr bwMode="auto">
            <a:xfrm flipV="1">
              <a:off x="2836" y="2038"/>
              <a:ext cx="834" cy="631"/>
            </a:xfrm>
            <a:custGeom>
              <a:avLst/>
              <a:gdLst>
                <a:gd name="T0" fmla="*/ 463 w 3662"/>
                <a:gd name="T1" fmla="*/ 2130 h 2759"/>
                <a:gd name="T2" fmla="*/ 985 w 3662"/>
                <a:gd name="T3" fmla="*/ 2734 h 2759"/>
                <a:gd name="T4" fmla="*/ 1255 w 3662"/>
                <a:gd name="T5" fmla="*/ 2398 h 2759"/>
                <a:gd name="T6" fmla="*/ 1063 w 3662"/>
                <a:gd name="T7" fmla="*/ 2605 h 2759"/>
                <a:gd name="T8" fmla="*/ 855 w 3662"/>
                <a:gd name="T9" fmla="*/ 2389 h 2759"/>
                <a:gd name="T10" fmla="*/ 1122 w 3662"/>
                <a:gd name="T11" fmla="*/ 2034 h 2759"/>
                <a:gd name="T12" fmla="*/ 1001 w 3662"/>
                <a:gd name="T13" fmla="*/ 1614 h 2759"/>
                <a:gd name="T14" fmla="*/ 1496 w 3662"/>
                <a:gd name="T15" fmla="*/ 1613 h 2759"/>
                <a:gd name="T16" fmla="*/ 1495 w 3662"/>
                <a:gd name="T17" fmla="*/ 1727 h 2759"/>
                <a:gd name="T18" fmla="*/ 3661 w 3662"/>
                <a:gd name="T19" fmla="*/ 1727 h 2759"/>
                <a:gd name="T20" fmla="*/ 3662 w 3662"/>
                <a:gd name="T21" fmla="*/ 1619 h 2759"/>
                <a:gd name="T22" fmla="*/ 3540 w 3662"/>
                <a:gd name="T23" fmla="*/ 1609 h 2759"/>
                <a:gd name="T24" fmla="*/ 3542 w 3662"/>
                <a:gd name="T25" fmla="*/ 116 h 2759"/>
                <a:gd name="T26" fmla="*/ 3285 w 3662"/>
                <a:gd name="T27" fmla="*/ 116 h 2759"/>
                <a:gd name="T28" fmla="*/ 3284 w 3662"/>
                <a:gd name="T29" fmla="*/ 1368 h 2759"/>
                <a:gd name="T30" fmla="*/ 1993 w 3662"/>
                <a:gd name="T31" fmla="*/ 1371 h 2759"/>
                <a:gd name="T32" fmla="*/ 1877 w 3662"/>
                <a:gd name="T33" fmla="*/ 117 h 2759"/>
                <a:gd name="T34" fmla="*/ 1562 w 3662"/>
                <a:gd name="T35" fmla="*/ 77 h 2759"/>
                <a:gd name="T36" fmla="*/ 1263 w 3662"/>
                <a:gd name="T37" fmla="*/ 303 h 2759"/>
                <a:gd name="T38" fmla="*/ 1486 w 3662"/>
                <a:gd name="T39" fmla="*/ 1174 h 2759"/>
                <a:gd name="T40" fmla="*/ 1228 w 3662"/>
                <a:gd name="T41" fmla="*/ 1174 h 2759"/>
                <a:gd name="T42" fmla="*/ 1212 w 3662"/>
                <a:gd name="T43" fmla="*/ 1063 h 2759"/>
                <a:gd name="T44" fmla="*/ 1068 w 3662"/>
                <a:gd name="T45" fmla="*/ 1027 h 2759"/>
                <a:gd name="T46" fmla="*/ 749 w 3662"/>
                <a:gd name="T47" fmla="*/ 593 h 2759"/>
                <a:gd name="T48" fmla="*/ 1106 w 3662"/>
                <a:gd name="T49" fmla="*/ 117 h 2759"/>
                <a:gd name="T50" fmla="*/ 875 w 3662"/>
                <a:gd name="T51" fmla="*/ 116 h 2759"/>
                <a:gd name="T52" fmla="*/ 632 w 3662"/>
                <a:gd name="T53" fmla="*/ 440 h 2759"/>
                <a:gd name="T54" fmla="*/ 390 w 3662"/>
                <a:gd name="T55" fmla="*/ 116 h 2759"/>
                <a:gd name="T56" fmla="*/ 159 w 3662"/>
                <a:gd name="T57" fmla="*/ 117 h 2759"/>
                <a:gd name="T58" fmla="*/ 516 w 3662"/>
                <a:gd name="T59" fmla="*/ 594 h 2759"/>
                <a:gd name="T60" fmla="*/ 197 w 3662"/>
                <a:gd name="T61" fmla="*/ 1026 h 2759"/>
                <a:gd name="T62" fmla="*/ 54 w 3662"/>
                <a:gd name="T63" fmla="*/ 1268 h 2759"/>
                <a:gd name="T64" fmla="*/ 446 w 3662"/>
                <a:gd name="T65" fmla="*/ 1302 h 2759"/>
                <a:gd name="T66" fmla="*/ 463 w 3662"/>
                <a:gd name="T67" fmla="*/ 2130 h 2759"/>
                <a:gd name="T68" fmla="*/ 422 w 3662"/>
                <a:gd name="T69" fmla="*/ 1037 h 2759"/>
                <a:gd name="T70" fmla="*/ 632 w 3662"/>
                <a:gd name="T71" fmla="*/ 753 h 2759"/>
                <a:gd name="T72" fmla="*/ 843 w 3662"/>
                <a:gd name="T73" fmla="*/ 1037 h 2759"/>
                <a:gd name="T74" fmla="*/ 422 w 3662"/>
                <a:gd name="T75" fmla="*/ 1037 h 2759"/>
                <a:gd name="T76" fmla="*/ 632 w 3662"/>
                <a:gd name="T77" fmla="*/ 550 h 2759"/>
                <a:gd name="T78" fmla="*/ 632 w 3662"/>
                <a:gd name="T79" fmla="*/ 687 h 2759"/>
                <a:gd name="T80" fmla="*/ 632 w 3662"/>
                <a:gd name="T81" fmla="*/ 550 h 2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662" h="2759">
                  <a:moveTo>
                    <a:pt x="463" y="2130"/>
                  </a:moveTo>
                  <a:cubicBezTo>
                    <a:pt x="553" y="2378"/>
                    <a:pt x="668" y="2727"/>
                    <a:pt x="985" y="2734"/>
                  </a:cubicBezTo>
                  <a:cubicBezTo>
                    <a:pt x="1171" y="2759"/>
                    <a:pt x="1274" y="2560"/>
                    <a:pt x="1255" y="2398"/>
                  </a:cubicBezTo>
                  <a:cubicBezTo>
                    <a:pt x="1194" y="2468"/>
                    <a:pt x="1160" y="2576"/>
                    <a:pt x="1063" y="2605"/>
                  </a:cubicBezTo>
                  <a:cubicBezTo>
                    <a:pt x="943" y="2639"/>
                    <a:pt x="817" y="2508"/>
                    <a:pt x="855" y="2389"/>
                  </a:cubicBezTo>
                  <a:cubicBezTo>
                    <a:pt x="903" y="2245"/>
                    <a:pt x="1014" y="2134"/>
                    <a:pt x="1122" y="2034"/>
                  </a:cubicBezTo>
                  <a:cubicBezTo>
                    <a:pt x="1072" y="1897"/>
                    <a:pt x="1033" y="1756"/>
                    <a:pt x="1001" y="1614"/>
                  </a:cubicBezTo>
                  <a:cubicBezTo>
                    <a:pt x="1166" y="1613"/>
                    <a:pt x="1331" y="1614"/>
                    <a:pt x="1496" y="1613"/>
                  </a:cubicBezTo>
                  <a:cubicBezTo>
                    <a:pt x="1496" y="1642"/>
                    <a:pt x="1495" y="1699"/>
                    <a:pt x="1495" y="1727"/>
                  </a:cubicBezTo>
                  <a:cubicBezTo>
                    <a:pt x="2217" y="1722"/>
                    <a:pt x="2939" y="1729"/>
                    <a:pt x="3661" y="1727"/>
                  </a:cubicBezTo>
                  <a:cubicBezTo>
                    <a:pt x="3661" y="1700"/>
                    <a:pt x="3662" y="1646"/>
                    <a:pt x="3662" y="1619"/>
                  </a:cubicBezTo>
                  <a:cubicBezTo>
                    <a:pt x="3621" y="1615"/>
                    <a:pt x="3581" y="1612"/>
                    <a:pt x="3540" y="1609"/>
                  </a:cubicBezTo>
                  <a:cubicBezTo>
                    <a:pt x="3545" y="1111"/>
                    <a:pt x="3541" y="614"/>
                    <a:pt x="3542" y="116"/>
                  </a:cubicBezTo>
                  <a:cubicBezTo>
                    <a:pt x="3456" y="117"/>
                    <a:pt x="3370" y="117"/>
                    <a:pt x="3285" y="116"/>
                  </a:cubicBezTo>
                  <a:cubicBezTo>
                    <a:pt x="3284" y="534"/>
                    <a:pt x="3285" y="951"/>
                    <a:pt x="3284" y="1368"/>
                  </a:cubicBezTo>
                  <a:cubicBezTo>
                    <a:pt x="2854" y="1371"/>
                    <a:pt x="2424" y="1365"/>
                    <a:pt x="1993" y="1371"/>
                  </a:cubicBezTo>
                  <a:cubicBezTo>
                    <a:pt x="1831" y="970"/>
                    <a:pt x="1885" y="538"/>
                    <a:pt x="1877" y="117"/>
                  </a:cubicBezTo>
                  <a:cubicBezTo>
                    <a:pt x="1771" y="117"/>
                    <a:pt x="1659" y="132"/>
                    <a:pt x="1562" y="77"/>
                  </a:cubicBezTo>
                  <a:cubicBezTo>
                    <a:pt x="1418" y="0"/>
                    <a:pt x="1228" y="144"/>
                    <a:pt x="1263" y="303"/>
                  </a:cubicBezTo>
                  <a:cubicBezTo>
                    <a:pt x="1331" y="595"/>
                    <a:pt x="1415" y="883"/>
                    <a:pt x="1486" y="1174"/>
                  </a:cubicBezTo>
                  <a:cubicBezTo>
                    <a:pt x="1400" y="1174"/>
                    <a:pt x="1314" y="1174"/>
                    <a:pt x="1228" y="1174"/>
                  </a:cubicBezTo>
                  <a:cubicBezTo>
                    <a:pt x="1223" y="1137"/>
                    <a:pt x="1217" y="1100"/>
                    <a:pt x="1212" y="1063"/>
                  </a:cubicBezTo>
                  <a:cubicBezTo>
                    <a:pt x="1164" y="1051"/>
                    <a:pt x="1116" y="1039"/>
                    <a:pt x="1068" y="1027"/>
                  </a:cubicBezTo>
                  <a:cubicBezTo>
                    <a:pt x="964" y="881"/>
                    <a:pt x="854" y="739"/>
                    <a:pt x="749" y="593"/>
                  </a:cubicBezTo>
                  <a:cubicBezTo>
                    <a:pt x="871" y="437"/>
                    <a:pt x="988" y="276"/>
                    <a:pt x="1106" y="117"/>
                  </a:cubicBezTo>
                  <a:cubicBezTo>
                    <a:pt x="1029" y="117"/>
                    <a:pt x="952" y="117"/>
                    <a:pt x="875" y="116"/>
                  </a:cubicBezTo>
                  <a:cubicBezTo>
                    <a:pt x="791" y="222"/>
                    <a:pt x="711" y="331"/>
                    <a:pt x="632" y="440"/>
                  </a:cubicBezTo>
                  <a:cubicBezTo>
                    <a:pt x="553" y="331"/>
                    <a:pt x="473" y="222"/>
                    <a:pt x="390" y="116"/>
                  </a:cubicBezTo>
                  <a:cubicBezTo>
                    <a:pt x="313" y="117"/>
                    <a:pt x="236" y="117"/>
                    <a:pt x="159" y="117"/>
                  </a:cubicBezTo>
                  <a:cubicBezTo>
                    <a:pt x="277" y="276"/>
                    <a:pt x="394" y="437"/>
                    <a:pt x="516" y="594"/>
                  </a:cubicBezTo>
                  <a:cubicBezTo>
                    <a:pt x="410" y="738"/>
                    <a:pt x="302" y="881"/>
                    <a:pt x="197" y="1026"/>
                  </a:cubicBezTo>
                  <a:cubicBezTo>
                    <a:pt x="54" y="1017"/>
                    <a:pt x="0" y="1150"/>
                    <a:pt x="54" y="1268"/>
                  </a:cubicBezTo>
                  <a:cubicBezTo>
                    <a:pt x="165" y="1343"/>
                    <a:pt x="318" y="1289"/>
                    <a:pt x="446" y="1302"/>
                  </a:cubicBezTo>
                  <a:cubicBezTo>
                    <a:pt x="302" y="1557"/>
                    <a:pt x="397" y="1866"/>
                    <a:pt x="463" y="2130"/>
                  </a:cubicBezTo>
                  <a:moveTo>
                    <a:pt x="422" y="1037"/>
                  </a:moveTo>
                  <a:cubicBezTo>
                    <a:pt x="492" y="943"/>
                    <a:pt x="563" y="848"/>
                    <a:pt x="632" y="753"/>
                  </a:cubicBezTo>
                  <a:cubicBezTo>
                    <a:pt x="702" y="848"/>
                    <a:pt x="773" y="943"/>
                    <a:pt x="843" y="1037"/>
                  </a:cubicBezTo>
                  <a:cubicBezTo>
                    <a:pt x="703" y="1038"/>
                    <a:pt x="562" y="1038"/>
                    <a:pt x="422" y="1037"/>
                  </a:cubicBezTo>
                  <a:moveTo>
                    <a:pt x="632" y="550"/>
                  </a:moveTo>
                  <a:cubicBezTo>
                    <a:pt x="715" y="571"/>
                    <a:pt x="685" y="649"/>
                    <a:pt x="632" y="687"/>
                  </a:cubicBezTo>
                  <a:cubicBezTo>
                    <a:pt x="581" y="649"/>
                    <a:pt x="550" y="571"/>
                    <a:pt x="632" y="55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34"/>
            <p:cNvSpPr>
              <a:spLocks/>
            </p:cNvSpPr>
            <p:nvPr/>
          </p:nvSpPr>
          <p:spPr bwMode="auto">
            <a:xfrm flipV="1">
              <a:off x="3031" y="2079"/>
              <a:ext cx="288" cy="178"/>
            </a:xfrm>
            <a:custGeom>
              <a:avLst/>
              <a:gdLst>
                <a:gd name="T0" fmla="*/ 43 w 1264"/>
                <a:gd name="T1" fmla="*/ 567 h 779"/>
                <a:gd name="T2" fmla="*/ 164 w 1264"/>
                <a:gd name="T3" fmla="*/ 771 h 779"/>
                <a:gd name="T4" fmla="*/ 353 w 1264"/>
                <a:gd name="T5" fmla="*/ 593 h 779"/>
                <a:gd name="T6" fmla="*/ 1048 w 1264"/>
                <a:gd name="T7" fmla="*/ 377 h 779"/>
                <a:gd name="T8" fmla="*/ 1264 w 1264"/>
                <a:gd name="T9" fmla="*/ 21 h 779"/>
                <a:gd name="T10" fmla="*/ 1111 w 1264"/>
                <a:gd name="T11" fmla="*/ 108 h 779"/>
                <a:gd name="T12" fmla="*/ 43 w 1264"/>
                <a:gd name="T13" fmla="*/ 56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4" h="779">
                  <a:moveTo>
                    <a:pt x="43" y="567"/>
                  </a:moveTo>
                  <a:cubicBezTo>
                    <a:pt x="0" y="653"/>
                    <a:pt x="64" y="776"/>
                    <a:pt x="164" y="771"/>
                  </a:cubicBezTo>
                  <a:cubicBezTo>
                    <a:pt x="268" y="779"/>
                    <a:pt x="297" y="657"/>
                    <a:pt x="353" y="593"/>
                  </a:cubicBezTo>
                  <a:cubicBezTo>
                    <a:pt x="507" y="376"/>
                    <a:pt x="802" y="328"/>
                    <a:pt x="1048" y="377"/>
                  </a:cubicBezTo>
                  <a:cubicBezTo>
                    <a:pt x="1262" y="428"/>
                    <a:pt x="1243" y="149"/>
                    <a:pt x="1264" y="21"/>
                  </a:cubicBezTo>
                  <a:cubicBezTo>
                    <a:pt x="1220" y="58"/>
                    <a:pt x="1183" y="145"/>
                    <a:pt x="1111" y="108"/>
                  </a:cubicBezTo>
                  <a:cubicBezTo>
                    <a:pt x="707" y="0"/>
                    <a:pt x="218" y="171"/>
                    <a:pt x="43" y="5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35"/>
            <p:cNvSpPr>
              <a:spLocks/>
            </p:cNvSpPr>
            <p:nvPr/>
          </p:nvSpPr>
          <p:spPr bwMode="auto">
            <a:xfrm flipV="1">
              <a:off x="3933" y="2102"/>
              <a:ext cx="47" cy="65"/>
            </a:xfrm>
            <a:custGeom>
              <a:avLst/>
              <a:gdLst>
                <a:gd name="T0" fmla="*/ 0 w 207"/>
                <a:gd name="T1" fmla="*/ 271 h 287"/>
                <a:gd name="T2" fmla="*/ 125 w 207"/>
                <a:gd name="T3" fmla="*/ 0 h 287"/>
                <a:gd name="T4" fmla="*/ 0 w 207"/>
                <a:gd name="T5" fmla="*/ 27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7" h="287">
                  <a:moveTo>
                    <a:pt x="0" y="271"/>
                  </a:moveTo>
                  <a:cubicBezTo>
                    <a:pt x="110" y="287"/>
                    <a:pt x="207" y="81"/>
                    <a:pt x="125" y="0"/>
                  </a:cubicBezTo>
                  <a:cubicBezTo>
                    <a:pt x="82" y="89"/>
                    <a:pt x="38" y="179"/>
                    <a:pt x="0" y="27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36"/>
            <p:cNvSpPr>
              <a:spLocks/>
            </p:cNvSpPr>
            <p:nvPr/>
          </p:nvSpPr>
          <p:spPr bwMode="auto">
            <a:xfrm flipV="1">
              <a:off x="4559" y="2107"/>
              <a:ext cx="30" cy="66"/>
            </a:xfrm>
            <a:custGeom>
              <a:avLst/>
              <a:gdLst>
                <a:gd name="T0" fmla="*/ 2 w 128"/>
                <a:gd name="T1" fmla="*/ 289 h 289"/>
                <a:gd name="T2" fmla="*/ 42 w 128"/>
                <a:gd name="T3" fmla="*/ 0 h 289"/>
                <a:gd name="T4" fmla="*/ 2 w 128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289">
                  <a:moveTo>
                    <a:pt x="2" y="289"/>
                  </a:moveTo>
                  <a:cubicBezTo>
                    <a:pt x="92" y="234"/>
                    <a:pt x="128" y="72"/>
                    <a:pt x="42" y="0"/>
                  </a:cubicBezTo>
                  <a:cubicBezTo>
                    <a:pt x="7" y="92"/>
                    <a:pt x="0" y="191"/>
                    <a:pt x="2" y="2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37"/>
            <p:cNvSpPr>
              <a:spLocks/>
            </p:cNvSpPr>
            <p:nvPr/>
          </p:nvSpPr>
          <p:spPr bwMode="auto">
            <a:xfrm flipV="1">
              <a:off x="3212" y="2125"/>
              <a:ext cx="55" cy="45"/>
            </a:xfrm>
            <a:custGeom>
              <a:avLst/>
              <a:gdLst>
                <a:gd name="T0" fmla="*/ 240 w 240"/>
                <a:gd name="T1" fmla="*/ 16 h 199"/>
                <a:gd name="T2" fmla="*/ 106 w 240"/>
                <a:gd name="T3" fmla="*/ 199 h 199"/>
                <a:gd name="T4" fmla="*/ 240 w 240"/>
                <a:gd name="T5" fmla="*/ 1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0" h="199">
                  <a:moveTo>
                    <a:pt x="240" y="16"/>
                  </a:moveTo>
                  <a:cubicBezTo>
                    <a:pt x="151" y="0"/>
                    <a:pt x="0" y="126"/>
                    <a:pt x="106" y="199"/>
                  </a:cubicBezTo>
                  <a:cubicBezTo>
                    <a:pt x="152" y="139"/>
                    <a:pt x="198" y="79"/>
                    <a:pt x="240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38"/>
            <p:cNvSpPr>
              <a:spLocks/>
            </p:cNvSpPr>
            <p:nvPr/>
          </p:nvSpPr>
          <p:spPr bwMode="auto">
            <a:xfrm flipV="1">
              <a:off x="3499" y="2178"/>
              <a:ext cx="53" cy="35"/>
            </a:xfrm>
            <a:custGeom>
              <a:avLst/>
              <a:gdLst>
                <a:gd name="T0" fmla="*/ 0 w 233"/>
                <a:gd name="T1" fmla="*/ 150 h 150"/>
                <a:gd name="T2" fmla="*/ 233 w 233"/>
                <a:gd name="T3" fmla="*/ 116 h 150"/>
                <a:gd name="T4" fmla="*/ 0 w 233"/>
                <a:gd name="T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3" h="150">
                  <a:moveTo>
                    <a:pt x="0" y="150"/>
                  </a:moveTo>
                  <a:cubicBezTo>
                    <a:pt x="79" y="149"/>
                    <a:pt x="156" y="133"/>
                    <a:pt x="233" y="116"/>
                  </a:cubicBezTo>
                  <a:cubicBezTo>
                    <a:pt x="202" y="0"/>
                    <a:pt x="29" y="66"/>
                    <a:pt x="0" y="15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39"/>
            <p:cNvSpPr>
              <a:spLocks/>
            </p:cNvSpPr>
            <p:nvPr/>
          </p:nvSpPr>
          <p:spPr bwMode="auto">
            <a:xfrm flipV="1">
              <a:off x="3600" y="2209"/>
              <a:ext cx="65" cy="54"/>
            </a:xfrm>
            <a:custGeom>
              <a:avLst/>
              <a:gdLst>
                <a:gd name="T0" fmla="*/ 0 w 285"/>
                <a:gd name="T1" fmla="*/ 192 h 238"/>
                <a:gd name="T2" fmla="*/ 285 w 285"/>
                <a:gd name="T3" fmla="*/ 0 h 238"/>
                <a:gd name="T4" fmla="*/ 0 w 285"/>
                <a:gd name="T5" fmla="*/ 19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5" h="238">
                  <a:moveTo>
                    <a:pt x="0" y="192"/>
                  </a:moveTo>
                  <a:cubicBezTo>
                    <a:pt x="120" y="238"/>
                    <a:pt x="259" y="113"/>
                    <a:pt x="285" y="0"/>
                  </a:cubicBezTo>
                  <a:cubicBezTo>
                    <a:pt x="175" y="38"/>
                    <a:pt x="89" y="121"/>
                    <a:pt x="0" y="1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40"/>
            <p:cNvSpPr>
              <a:spLocks/>
            </p:cNvSpPr>
            <p:nvPr/>
          </p:nvSpPr>
          <p:spPr bwMode="auto">
            <a:xfrm flipV="1">
              <a:off x="3970" y="2222"/>
              <a:ext cx="26" cy="51"/>
            </a:xfrm>
            <a:custGeom>
              <a:avLst/>
              <a:gdLst>
                <a:gd name="T0" fmla="*/ 40 w 113"/>
                <a:gd name="T1" fmla="*/ 0 h 223"/>
                <a:gd name="T2" fmla="*/ 103 w 113"/>
                <a:gd name="T3" fmla="*/ 223 h 223"/>
                <a:gd name="T4" fmla="*/ 113 w 113"/>
                <a:gd name="T5" fmla="*/ 6 h 223"/>
                <a:gd name="T6" fmla="*/ 40 w 113"/>
                <a:gd name="T7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223">
                  <a:moveTo>
                    <a:pt x="40" y="0"/>
                  </a:moveTo>
                  <a:cubicBezTo>
                    <a:pt x="48" y="78"/>
                    <a:pt x="0" y="193"/>
                    <a:pt x="103" y="223"/>
                  </a:cubicBezTo>
                  <a:cubicBezTo>
                    <a:pt x="108" y="151"/>
                    <a:pt x="111" y="78"/>
                    <a:pt x="113" y="6"/>
                  </a:cubicBezTo>
                  <a:cubicBezTo>
                    <a:pt x="95" y="4"/>
                    <a:pt x="58" y="1"/>
                    <a:pt x="4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41"/>
            <p:cNvSpPr>
              <a:spLocks/>
            </p:cNvSpPr>
            <p:nvPr/>
          </p:nvSpPr>
          <p:spPr bwMode="auto">
            <a:xfrm flipV="1">
              <a:off x="3205" y="2253"/>
              <a:ext cx="210" cy="21"/>
            </a:xfrm>
            <a:custGeom>
              <a:avLst/>
              <a:gdLst>
                <a:gd name="T0" fmla="*/ 0 w 923"/>
                <a:gd name="T1" fmla="*/ 82 h 91"/>
                <a:gd name="T2" fmla="*/ 923 w 923"/>
                <a:gd name="T3" fmla="*/ 82 h 91"/>
                <a:gd name="T4" fmla="*/ 494 w 923"/>
                <a:gd name="T5" fmla="*/ 44 h 91"/>
                <a:gd name="T6" fmla="*/ 0 w 923"/>
                <a:gd name="T7" fmla="*/ 82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3" h="91">
                  <a:moveTo>
                    <a:pt x="0" y="82"/>
                  </a:moveTo>
                  <a:cubicBezTo>
                    <a:pt x="308" y="91"/>
                    <a:pt x="616" y="89"/>
                    <a:pt x="923" y="82"/>
                  </a:cubicBezTo>
                  <a:cubicBezTo>
                    <a:pt x="803" y="1"/>
                    <a:pt x="634" y="63"/>
                    <a:pt x="494" y="44"/>
                  </a:cubicBezTo>
                  <a:cubicBezTo>
                    <a:pt x="332" y="64"/>
                    <a:pt x="145" y="0"/>
                    <a:pt x="0" y="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42"/>
            <p:cNvSpPr>
              <a:spLocks/>
            </p:cNvSpPr>
            <p:nvPr/>
          </p:nvSpPr>
          <p:spPr bwMode="auto">
            <a:xfrm flipV="1">
              <a:off x="3792" y="2372"/>
              <a:ext cx="82" cy="293"/>
            </a:xfrm>
            <a:custGeom>
              <a:avLst/>
              <a:gdLst>
                <a:gd name="T0" fmla="*/ 8 w 363"/>
                <a:gd name="T1" fmla="*/ 1283 h 1283"/>
                <a:gd name="T2" fmla="*/ 359 w 363"/>
                <a:gd name="T3" fmla="*/ 1269 h 1283"/>
                <a:gd name="T4" fmla="*/ 355 w 363"/>
                <a:gd name="T5" fmla="*/ 211 h 1283"/>
                <a:gd name="T6" fmla="*/ 13 w 363"/>
                <a:gd name="T7" fmla="*/ 184 h 1283"/>
                <a:gd name="T8" fmla="*/ 8 w 363"/>
                <a:gd name="T9" fmla="*/ 128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1283">
                  <a:moveTo>
                    <a:pt x="8" y="1283"/>
                  </a:moveTo>
                  <a:cubicBezTo>
                    <a:pt x="124" y="1270"/>
                    <a:pt x="241" y="1266"/>
                    <a:pt x="359" y="1269"/>
                  </a:cubicBezTo>
                  <a:cubicBezTo>
                    <a:pt x="355" y="916"/>
                    <a:pt x="363" y="563"/>
                    <a:pt x="355" y="211"/>
                  </a:cubicBezTo>
                  <a:cubicBezTo>
                    <a:pt x="348" y="23"/>
                    <a:pt x="50" y="0"/>
                    <a:pt x="13" y="184"/>
                  </a:cubicBezTo>
                  <a:cubicBezTo>
                    <a:pt x="0" y="550"/>
                    <a:pt x="11" y="917"/>
                    <a:pt x="8" y="128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43"/>
            <p:cNvSpPr>
              <a:spLocks/>
            </p:cNvSpPr>
            <p:nvPr/>
          </p:nvSpPr>
          <p:spPr bwMode="auto">
            <a:xfrm flipV="1">
              <a:off x="4067" y="2373"/>
              <a:ext cx="83" cy="282"/>
            </a:xfrm>
            <a:custGeom>
              <a:avLst/>
              <a:gdLst>
                <a:gd name="T0" fmla="*/ 4 w 366"/>
                <a:gd name="T1" fmla="*/ 1235 h 1235"/>
                <a:gd name="T2" fmla="*/ 357 w 366"/>
                <a:gd name="T3" fmla="*/ 1228 h 1235"/>
                <a:gd name="T4" fmla="*/ 350 w 366"/>
                <a:gd name="T5" fmla="*/ 171 h 1235"/>
                <a:gd name="T6" fmla="*/ 11 w 366"/>
                <a:gd name="T7" fmla="*/ 185 h 1235"/>
                <a:gd name="T8" fmla="*/ 4 w 366"/>
                <a:gd name="T9" fmla="*/ 1235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6" h="1235">
                  <a:moveTo>
                    <a:pt x="4" y="1235"/>
                  </a:moveTo>
                  <a:cubicBezTo>
                    <a:pt x="122" y="1228"/>
                    <a:pt x="239" y="1226"/>
                    <a:pt x="357" y="1228"/>
                  </a:cubicBezTo>
                  <a:cubicBezTo>
                    <a:pt x="351" y="876"/>
                    <a:pt x="366" y="523"/>
                    <a:pt x="350" y="171"/>
                  </a:cubicBezTo>
                  <a:cubicBezTo>
                    <a:pt x="310" y="0"/>
                    <a:pt x="34" y="11"/>
                    <a:pt x="11" y="185"/>
                  </a:cubicBezTo>
                  <a:cubicBezTo>
                    <a:pt x="0" y="535"/>
                    <a:pt x="13" y="885"/>
                    <a:pt x="4" y="123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Freeform 44"/>
            <p:cNvSpPr>
              <a:spLocks/>
            </p:cNvSpPr>
            <p:nvPr/>
          </p:nvSpPr>
          <p:spPr bwMode="auto">
            <a:xfrm flipV="1">
              <a:off x="4362" y="2372"/>
              <a:ext cx="84" cy="282"/>
            </a:xfrm>
            <a:custGeom>
              <a:avLst/>
              <a:gdLst>
                <a:gd name="T0" fmla="*/ 8 w 368"/>
                <a:gd name="T1" fmla="*/ 1233 h 1233"/>
                <a:gd name="T2" fmla="*/ 360 w 368"/>
                <a:gd name="T3" fmla="*/ 1222 h 1233"/>
                <a:gd name="T4" fmla="*/ 354 w 368"/>
                <a:gd name="T5" fmla="*/ 172 h 1233"/>
                <a:gd name="T6" fmla="*/ 14 w 368"/>
                <a:gd name="T7" fmla="*/ 172 h 1233"/>
                <a:gd name="T8" fmla="*/ 8 w 368"/>
                <a:gd name="T9" fmla="*/ 1233 h 1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8" h="1233">
                  <a:moveTo>
                    <a:pt x="8" y="1233"/>
                  </a:moveTo>
                  <a:cubicBezTo>
                    <a:pt x="125" y="1223"/>
                    <a:pt x="243" y="1220"/>
                    <a:pt x="360" y="1222"/>
                  </a:cubicBezTo>
                  <a:cubicBezTo>
                    <a:pt x="355" y="872"/>
                    <a:pt x="368" y="521"/>
                    <a:pt x="354" y="172"/>
                  </a:cubicBezTo>
                  <a:cubicBezTo>
                    <a:pt x="318" y="0"/>
                    <a:pt x="49" y="2"/>
                    <a:pt x="14" y="172"/>
                  </a:cubicBezTo>
                  <a:cubicBezTo>
                    <a:pt x="0" y="525"/>
                    <a:pt x="12" y="879"/>
                    <a:pt x="8" y="123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45"/>
            <p:cNvSpPr>
              <a:spLocks/>
            </p:cNvSpPr>
            <p:nvPr/>
          </p:nvSpPr>
          <p:spPr bwMode="auto">
            <a:xfrm flipV="1">
              <a:off x="4675" y="2372"/>
              <a:ext cx="84" cy="282"/>
            </a:xfrm>
            <a:custGeom>
              <a:avLst/>
              <a:gdLst>
                <a:gd name="T0" fmla="*/ 7 w 370"/>
                <a:gd name="T1" fmla="*/ 1232 h 1232"/>
                <a:gd name="T2" fmla="*/ 357 w 370"/>
                <a:gd name="T3" fmla="*/ 1221 h 1232"/>
                <a:gd name="T4" fmla="*/ 347 w 370"/>
                <a:gd name="T5" fmla="*/ 170 h 1232"/>
                <a:gd name="T6" fmla="*/ 11 w 370"/>
                <a:gd name="T7" fmla="*/ 170 h 1232"/>
                <a:gd name="T8" fmla="*/ 7 w 370"/>
                <a:gd name="T9" fmla="*/ 1232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232">
                  <a:moveTo>
                    <a:pt x="7" y="1232"/>
                  </a:moveTo>
                  <a:cubicBezTo>
                    <a:pt x="123" y="1223"/>
                    <a:pt x="240" y="1220"/>
                    <a:pt x="357" y="1221"/>
                  </a:cubicBezTo>
                  <a:cubicBezTo>
                    <a:pt x="349" y="871"/>
                    <a:pt x="370" y="519"/>
                    <a:pt x="347" y="170"/>
                  </a:cubicBezTo>
                  <a:cubicBezTo>
                    <a:pt x="316" y="0"/>
                    <a:pt x="39" y="0"/>
                    <a:pt x="11" y="170"/>
                  </a:cubicBezTo>
                  <a:cubicBezTo>
                    <a:pt x="0" y="524"/>
                    <a:pt x="10" y="878"/>
                    <a:pt x="7" y="12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7" name="Group 49"/>
          <p:cNvGrpSpPr>
            <a:grpSpLocks noChangeAspect="1"/>
          </p:cNvGrpSpPr>
          <p:nvPr/>
        </p:nvGrpSpPr>
        <p:grpSpPr bwMode="auto">
          <a:xfrm>
            <a:off x="7145261" y="649297"/>
            <a:ext cx="1858029" cy="1283705"/>
            <a:chOff x="3822" y="461"/>
            <a:chExt cx="1417" cy="979"/>
          </a:xfrm>
          <a:solidFill>
            <a:srgbClr val="595959"/>
          </a:solidFill>
        </p:grpSpPr>
        <p:sp>
          <p:nvSpPr>
            <p:cNvPr id="58" name="Freeform 50"/>
            <p:cNvSpPr>
              <a:spLocks/>
            </p:cNvSpPr>
            <p:nvPr/>
          </p:nvSpPr>
          <p:spPr bwMode="auto">
            <a:xfrm flipV="1">
              <a:off x="4495" y="461"/>
              <a:ext cx="219" cy="219"/>
            </a:xfrm>
            <a:custGeom>
              <a:avLst/>
              <a:gdLst>
                <a:gd name="T0" fmla="*/ 402 w 960"/>
                <a:gd name="T1" fmla="*/ 876 h 956"/>
                <a:gd name="T2" fmla="*/ 879 w 960"/>
                <a:gd name="T3" fmla="*/ 403 h 956"/>
                <a:gd name="T4" fmla="*/ 231 w 960"/>
                <a:gd name="T5" fmla="*/ 205 h 956"/>
                <a:gd name="T6" fmla="*/ 402 w 960"/>
                <a:gd name="T7" fmla="*/ 8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0" h="956">
                  <a:moveTo>
                    <a:pt x="402" y="876"/>
                  </a:moveTo>
                  <a:cubicBezTo>
                    <a:pt x="673" y="956"/>
                    <a:pt x="960" y="675"/>
                    <a:pt x="879" y="403"/>
                  </a:cubicBezTo>
                  <a:cubicBezTo>
                    <a:pt x="824" y="120"/>
                    <a:pt x="434" y="0"/>
                    <a:pt x="231" y="205"/>
                  </a:cubicBezTo>
                  <a:cubicBezTo>
                    <a:pt x="0" y="398"/>
                    <a:pt x="107" y="817"/>
                    <a:pt x="402" y="8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" name="Freeform 51"/>
            <p:cNvSpPr>
              <a:spLocks noEditPoints="1"/>
            </p:cNvSpPr>
            <p:nvPr/>
          </p:nvSpPr>
          <p:spPr bwMode="auto">
            <a:xfrm flipV="1">
              <a:off x="5030" y="482"/>
              <a:ext cx="182" cy="213"/>
            </a:xfrm>
            <a:custGeom>
              <a:avLst/>
              <a:gdLst>
                <a:gd name="T0" fmla="*/ 0 w 799"/>
                <a:gd name="T1" fmla="*/ 553 h 931"/>
                <a:gd name="T2" fmla="*/ 766 w 799"/>
                <a:gd name="T3" fmla="*/ 352 h 931"/>
                <a:gd name="T4" fmla="*/ 279 w 799"/>
                <a:gd name="T5" fmla="*/ 494 h 931"/>
                <a:gd name="T6" fmla="*/ 281 w 799"/>
                <a:gd name="T7" fmla="*/ 437 h 931"/>
                <a:gd name="T8" fmla="*/ 654 w 799"/>
                <a:gd name="T9" fmla="*/ 432 h 931"/>
                <a:gd name="T10" fmla="*/ 477 w 799"/>
                <a:gd name="T11" fmla="*/ 22 h 931"/>
                <a:gd name="T12" fmla="*/ 279 w 799"/>
                <a:gd name="T13" fmla="*/ 423 h 931"/>
                <a:gd name="T14" fmla="*/ 202 w 799"/>
                <a:gd name="T15" fmla="*/ 392 h 931"/>
                <a:gd name="T16" fmla="*/ 0 w 799"/>
                <a:gd name="T17" fmla="*/ 553 h 931"/>
                <a:gd name="T18" fmla="*/ 413 w 799"/>
                <a:gd name="T19" fmla="*/ 393 h 931"/>
                <a:gd name="T20" fmla="*/ 523 w 799"/>
                <a:gd name="T21" fmla="*/ 138 h 931"/>
                <a:gd name="T22" fmla="*/ 413 w 799"/>
                <a:gd name="T23" fmla="*/ 393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9" h="931">
                  <a:moveTo>
                    <a:pt x="0" y="553"/>
                  </a:moveTo>
                  <a:cubicBezTo>
                    <a:pt x="178" y="931"/>
                    <a:pt x="781" y="767"/>
                    <a:pt x="766" y="352"/>
                  </a:cubicBezTo>
                  <a:cubicBezTo>
                    <a:pt x="670" y="527"/>
                    <a:pt x="452" y="615"/>
                    <a:pt x="279" y="494"/>
                  </a:cubicBezTo>
                  <a:cubicBezTo>
                    <a:pt x="279" y="480"/>
                    <a:pt x="280" y="451"/>
                    <a:pt x="281" y="437"/>
                  </a:cubicBezTo>
                  <a:cubicBezTo>
                    <a:pt x="382" y="538"/>
                    <a:pt x="559" y="544"/>
                    <a:pt x="654" y="432"/>
                  </a:cubicBezTo>
                  <a:cubicBezTo>
                    <a:pt x="799" y="295"/>
                    <a:pt x="680" y="9"/>
                    <a:pt x="477" y="22"/>
                  </a:cubicBezTo>
                  <a:cubicBezTo>
                    <a:pt x="274" y="0"/>
                    <a:pt x="136" y="272"/>
                    <a:pt x="279" y="423"/>
                  </a:cubicBezTo>
                  <a:cubicBezTo>
                    <a:pt x="252" y="416"/>
                    <a:pt x="226" y="406"/>
                    <a:pt x="202" y="392"/>
                  </a:cubicBezTo>
                  <a:cubicBezTo>
                    <a:pt x="146" y="460"/>
                    <a:pt x="79" y="516"/>
                    <a:pt x="0" y="553"/>
                  </a:cubicBezTo>
                  <a:moveTo>
                    <a:pt x="413" y="393"/>
                  </a:moveTo>
                  <a:cubicBezTo>
                    <a:pt x="249" y="327"/>
                    <a:pt x="364" y="69"/>
                    <a:pt x="523" y="138"/>
                  </a:cubicBezTo>
                  <a:cubicBezTo>
                    <a:pt x="693" y="200"/>
                    <a:pt x="575" y="479"/>
                    <a:pt x="413" y="39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Freeform 52"/>
            <p:cNvSpPr>
              <a:spLocks/>
            </p:cNvSpPr>
            <p:nvPr/>
          </p:nvSpPr>
          <p:spPr bwMode="auto">
            <a:xfrm flipV="1">
              <a:off x="4041" y="512"/>
              <a:ext cx="219" cy="222"/>
            </a:xfrm>
            <a:custGeom>
              <a:avLst/>
              <a:gdLst>
                <a:gd name="T0" fmla="*/ 381 w 962"/>
                <a:gd name="T1" fmla="*/ 872 h 969"/>
                <a:gd name="T2" fmla="*/ 869 w 962"/>
                <a:gd name="T3" fmla="*/ 389 h 969"/>
                <a:gd name="T4" fmla="*/ 207 w 962"/>
                <a:gd name="T5" fmla="*/ 224 h 969"/>
                <a:gd name="T6" fmla="*/ 381 w 962"/>
                <a:gd name="T7" fmla="*/ 872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2" h="969">
                  <a:moveTo>
                    <a:pt x="381" y="872"/>
                  </a:moveTo>
                  <a:cubicBezTo>
                    <a:pt x="659" y="969"/>
                    <a:pt x="962" y="670"/>
                    <a:pt x="869" y="389"/>
                  </a:cubicBezTo>
                  <a:cubicBezTo>
                    <a:pt x="804" y="104"/>
                    <a:pt x="398" y="0"/>
                    <a:pt x="207" y="224"/>
                  </a:cubicBezTo>
                  <a:cubicBezTo>
                    <a:pt x="0" y="419"/>
                    <a:pt x="106" y="804"/>
                    <a:pt x="381" y="87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" name="Freeform 53"/>
            <p:cNvSpPr>
              <a:spLocks noEditPoints="1"/>
            </p:cNvSpPr>
            <p:nvPr/>
          </p:nvSpPr>
          <p:spPr bwMode="auto">
            <a:xfrm flipV="1">
              <a:off x="4948" y="562"/>
              <a:ext cx="130" cy="146"/>
            </a:xfrm>
            <a:custGeom>
              <a:avLst/>
              <a:gdLst>
                <a:gd name="T0" fmla="*/ 179 w 567"/>
                <a:gd name="T1" fmla="*/ 546 h 641"/>
                <a:gd name="T2" fmla="*/ 541 w 567"/>
                <a:gd name="T3" fmla="*/ 313 h 641"/>
                <a:gd name="T4" fmla="*/ 132 w 567"/>
                <a:gd name="T5" fmla="*/ 139 h 641"/>
                <a:gd name="T6" fmla="*/ 179 w 567"/>
                <a:gd name="T7" fmla="*/ 546 h 641"/>
                <a:gd name="T8" fmla="*/ 217 w 567"/>
                <a:gd name="T9" fmla="*/ 438 h 641"/>
                <a:gd name="T10" fmla="*/ 370 w 567"/>
                <a:gd name="T11" fmla="*/ 208 h 641"/>
                <a:gd name="T12" fmla="*/ 217 w 567"/>
                <a:gd name="T13" fmla="*/ 438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641">
                  <a:moveTo>
                    <a:pt x="179" y="546"/>
                  </a:moveTo>
                  <a:cubicBezTo>
                    <a:pt x="336" y="641"/>
                    <a:pt x="567" y="496"/>
                    <a:pt x="541" y="313"/>
                  </a:cubicBezTo>
                  <a:cubicBezTo>
                    <a:pt x="548" y="114"/>
                    <a:pt x="272" y="0"/>
                    <a:pt x="132" y="139"/>
                  </a:cubicBezTo>
                  <a:cubicBezTo>
                    <a:pt x="0" y="244"/>
                    <a:pt x="27" y="475"/>
                    <a:pt x="179" y="546"/>
                  </a:cubicBezTo>
                  <a:moveTo>
                    <a:pt x="217" y="438"/>
                  </a:moveTo>
                  <a:cubicBezTo>
                    <a:pt x="63" y="346"/>
                    <a:pt x="230" y="110"/>
                    <a:pt x="370" y="208"/>
                  </a:cubicBezTo>
                  <a:cubicBezTo>
                    <a:pt x="529" y="296"/>
                    <a:pt x="358" y="556"/>
                    <a:pt x="217" y="43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" name="Freeform 54"/>
            <p:cNvSpPr>
              <a:spLocks/>
            </p:cNvSpPr>
            <p:nvPr/>
          </p:nvSpPr>
          <p:spPr bwMode="auto">
            <a:xfrm flipV="1">
              <a:off x="4827" y="629"/>
              <a:ext cx="412" cy="163"/>
            </a:xfrm>
            <a:custGeom>
              <a:avLst/>
              <a:gdLst>
                <a:gd name="T0" fmla="*/ 405 w 1810"/>
                <a:gd name="T1" fmla="*/ 692 h 714"/>
                <a:gd name="T2" fmla="*/ 534 w 1810"/>
                <a:gd name="T3" fmla="*/ 714 h 714"/>
                <a:gd name="T4" fmla="*/ 1095 w 1810"/>
                <a:gd name="T5" fmla="*/ 584 h 714"/>
                <a:gd name="T6" fmla="*/ 1652 w 1810"/>
                <a:gd name="T7" fmla="*/ 713 h 714"/>
                <a:gd name="T8" fmla="*/ 1807 w 1810"/>
                <a:gd name="T9" fmla="*/ 691 h 714"/>
                <a:gd name="T10" fmla="*/ 1809 w 1810"/>
                <a:gd name="T11" fmla="*/ 74 h 714"/>
                <a:gd name="T12" fmla="*/ 1016 w 1810"/>
                <a:gd name="T13" fmla="*/ 41 h 714"/>
                <a:gd name="T14" fmla="*/ 756 w 1810"/>
                <a:gd name="T15" fmla="*/ 313 h 714"/>
                <a:gd name="T16" fmla="*/ 545 w 1810"/>
                <a:gd name="T17" fmla="*/ 37 h 714"/>
                <a:gd name="T18" fmla="*/ 404 w 1810"/>
                <a:gd name="T19" fmla="*/ 67 h 714"/>
                <a:gd name="T20" fmla="*/ 398 w 1810"/>
                <a:gd name="T21" fmla="*/ 178 h 714"/>
                <a:gd name="T22" fmla="*/ 0 w 1810"/>
                <a:gd name="T23" fmla="*/ 126 h 714"/>
                <a:gd name="T24" fmla="*/ 0 w 1810"/>
                <a:gd name="T25" fmla="*/ 632 h 714"/>
                <a:gd name="T26" fmla="*/ 396 w 1810"/>
                <a:gd name="T27" fmla="*/ 580 h 714"/>
                <a:gd name="T28" fmla="*/ 405 w 1810"/>
                <a:gd name="T29" fmla="*/ 692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0" h="714">
                  <a:moveTo>
                    <a:pt x="405" y="692"/>
                  </a:moveTo>
                  <a:cubicBezTo>
                    <a:pt x="448" y="700"/>
                    <a:pt x="491" y="708"/>
                    <a:pt x="534" y="714"/>
                  </a:cubicBezTo>
                  <a:cubicBezTo>
                    <a:pt x="527" y="406"/>
                    <a:pt x="972" y="292"/>
                    <a:pt x="1095" y="584"/>
                  </a:cubicBezTo>
                  <a:cubicBezTo>
                    <a:pt x="1218" y="297"/>
                    <a:pt x="1668" y="402"/>
                    <a:pt x="1652" y="713"/>
                  </a:cubicBezTo>
                  <a:cubicBezTo>
                    <a:pt x="1704" y="707"/>
                    <a:pt x="1756" y="700"/>
                    <a:pt x="1807" y="691"/>
                  </a:cubicBezTo>
                  <a:cubicBezTo>
                    <a:pt x="1810" y="485"/>
                    <a:pt x="1806" y="280"/>
                    <a:pt x="1809" y="74"/>
                  </a:cubicBezTo>
                  <a:cubicBezTo>
                    <a:pt x="1554" y="0"/>
                    <a:pt x="1279" y="62"/>
                    <a:pt x="1016" y="41"/>
                  </a:cubicBezTo>
                  <a:cubicBezTo>
                    <a:pt x="850" y="26"/>
                    <a:pt x="911" y="285"/>
                    <a:pt x="756" y="313"/>
                  </a:cubicBezTo>
                  <a:cubicBezTo>
                    <a:pt x="596" y="360"/>
                    <a:pt x="490" y="174"/>
                    <a:pt x="545" y="37"/>
                  </a:cubicBezTo>
                  <a:cubicBezTo>
                    <a:pt x="498" y="46"/>
                    <a:pt x="451" y="56"/>
                    <a:pt x="404" y="67"/>
                  </a:cubicBezTo>
                  <a:cubicBezTo>
                    <a:pt x="402" y="94"/>
                    <a:pt x="399" y="150"/>
                    <a:pt x="398" y="178"/>
                  </a:cubicBezTo>
                  <a:cubicBezTo>
                    <a:pt x="265" y="158"/>
                    <a:pt x="133" y="141"/>
                    <a:pt x="0" y="126"/>
                  </a:cubicBezTo>
                  <a:cubicBezTo>
                    <a:pt x="1" y="295"/>
                    <a:pt x="1" y="463"/>
                    <a:pt x="0" y="632"/>
                  </a:cubicBezTo>
                  <a:cubicBezTo>
                    <a:pt x="132" y="613"/>
                    <a:pt x="264" y="596"/>
                    <a:pt x="396" y="580"/>
                  </a:cubicBezTo>
                  <a:cubicBezTo>
                    <a:pt x="399" y="617"/>
                    <a:pt x="402" y="654"/>
                    <a:pt x="405" y="6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55"/>
            <p:cNvSpPr>
              <a:spLocks/>
            </p:cNvSpPr>
            <p:nvPr/>
          </p:nvSpPr>
          <p:spPr bwMode="auto">
            <a:xfrm flipV="1">
              <a:off x="4404" y="673"/>
              <a:ext cx="409" cy="761"/>
            </a:xfrm>
            <a:custGeom>
              <a:avLst/>
              <a:gdLst>
                <a:gd name="T0" fmla="*/ 189 w 1793"/>
                <a:gd name="T1" fmla="*/ 3031 h 3331"/>
                <a:gd name="T2" fmla="*/ 675 w 1793"/>
                <a:gd name="T3" fmla="*/ 3303 h 3331"/>
                <a:gd name="T4" fmla="*/ 895 w 1793"/>
                <a:gd name="T5" fmla="*/ 2560 h 3331"/>
                <a:gd name="T6" fmla="*/ 1117 w 1793"/>
                <a:gd name="T7" fmla="*/ 3304 h 3331"/>
                <a:gd name="T8" fmla="*/ 1602 w 1793"/>
                <a:gd name="T9" fmla="*/ 3032 h 3331"/>
                <a:gd name="T10" fmla="*/ 1756 w 1793"/>
                <a:gd name="T11" fmla="*/ 1766 h 3331"/>
                <a:gd name="T12" fmla="*/ 1481 w 1793"/>
                <a:gd name="T13" fmla="*/ 1727 h 3331"/>
                <a:gd name="T14" fmla="*/ 1371 w 1793"/>
                <a:gd name="T15" fmla="*/ 2870 h 3331"/>
                <a:gd name="T16" fmla="*/ 1367 w 1793"/>
                <a:gd name="T17" fmla="*/ 456 h 3331"/>
                <a:gd name="T18" fmla="*/ 1298 w 1793"/>
                <a:gd name="T19" fmla="*/ 122 h 3331"/>
                <a:gd name="T20" fmla="*/ 937 w 1793"/>
                <a:gd name="T21" fmla="*/ 278 h 3331"/>
                <a:gd name="T22" fmla="*/ 936 w 1793"/>
                <a:gd name="T23" fmla="*/ 1802 h 3331"/>
                <a:gd name="T24" fmla="*/ 854 w 1793"/>
                <a:gd name="T25" fmla="*/ 1802 h 3331"/>
                <a:gd name="T26" fmla="*/ 851 w 1793"/>
                <a:gd name="T27" fmla="*/ 246 h 3331"/>
                <a:gd name="T28" fmla="*/ 428 w 1793"/>
                <a:gd name="T29" fmla="*/ 243 h 3331"/>
                <a:gd name="T30" fmla="*/ 419 w 1793"/>
                <a:gd name="T31" fmla="*/ 2868 h 3331"/>
                <a:gd name="T32" fmla="*/ 311 w 1793"/>
                <a:gd name="T33" fmla="*/ 1726 h 3331"/>
                <a:gd name="T34" fmla="*/ 35 w 1793"/>
                <a:gd name="T35" fmla="*/ 1767 h 3331"/>
                <a:gd name="T36" fmla="*/ 189 w 1793"/>
                <a:gd name="T37" fmla="*/ 3031 h 3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93" h="3331">
                  <a:moveTo>
                    <a:pt x="189" y="3031"/>
                  </a:moveTo>
                  <a:cubicBezTo>
                    <a:pt x="275" y="3215"/>
                    <a:pt x="471" y="3331"/>
                    <a:pt x="675" y="3303"/>
                  </a:cubicBezTo>
                  <a:cubicBezTo>
                    <a:pt x="722" y="3050"/>
                    <a:pt x="758" y="2784"/>
                    <a:pt x="895" y="2560"/>
                  </a:cubicBezTo>
                  <a:cubicBezTo>
                    <a:pt x="1036" y="2783"/>
                    <a:pt x="1068" y="3050"/>
                    <a:pt x="1117" y="3304"/>
                  </a:cubicBezTo>
                  <a:cubicBezTo>
                    <a:pt x="1321" y="3331"/>
                    <a:pt x="1515" y="3216"/>
                    <a:pt x="1602" y="3032"/>
                  </a:cubicBezTo>
                  <a:cubicBezTo>
                    <a:pt x="1793" y="2641"/>
                    <a:pt x="1772" y="2190"/>
                    <a:pt x="1756" y="1766"/>
                  </a:cubicBezTo>
                  <a:cubicBezTo>
                    <a:pt x="1762" y="1613"/>
                    <a:pt x="1521" y="1580"/>
                    <a:pt x="1481" y="1727"/>
                  </a:cubicBezTo>
                  <a:cubicBezTo>
                    <a:pt x="1477" y="2109"/>
                    <a:pt x="1519" y="2508"/>
                    <a:pt x="1371" y="2870"/>
                  </a:cubicBezTo>
                  <a:cubicBezTo>
                    <a:pt x="1361" y="2066"/>
                    <a:pt x="1369" y="1261"/>
                    <a:pt x="1367" y="456"/>
                  </a:cubicBezTo>
                  <a:cubicBezTo>
                    <a:pt x="1362" y="344"/>
                    <a:pt x="1393" y="206"/>
                    <a:pt x="1298" y="122"/>
                  </a:cubicBezTo>
                  <a:cubicBezTo>
                    <a:pt x="1173" y="0"/>
                    <a:pt x="926" y="98"/>
                    <a:pt x="937" y="278"/>
                  </a:cubicBezTo>
                  <a:cubicBezTo>
                    <a:pt x="934" y="786"/>
                    <a:pt x="937" y="1294"/>
                    <a:pt x="936" y="1802"/>
                  </a:cubicBezTo>
                  <a:cubicBezTo>
                    <a:pt x="915" y="1802"/>
                    <a:pt x="874" y="1802"/>
                    <a:pt x="854" y="1802"/>
                  </a:cubicBezTo>
                  <a:cubicBezTo>
                    <a:pt x="851" y="1284"/>
                    <a:pt x="858" y="765"/>
                    <a:pt x="851" y="246"/>
                  </a:cubicBezTo>
                  <a:cubicBezTo>
                    <a:pt x="832" y="15"/>
                    <a:pt x="452" y="13"/>
                    <a:pt x="428" y="243"/>
                  </a:cubicBezTo>
                  <a:cubicBezTo>
                    <a:pt x="413" y="1118"/>
                    <a:pt x="432" y="1993"/>
                    <a:pt x="419" y="2868"/>
                  </a:cubicBezTo>
                  <a:cubicBezTo>
                    <a:pt x="275" y="2505"/>
                    <a:pt x="312" y="2107"/>
                    <a:pt x="311" y="1726"/>
                  </a:cubicBezTo>
                  <a:cubicBezTo>
                    <a:pt x="268" y="1580"/>
                    <a:pt x="31" y="1615"/>
                    <a:pt x="35" y="1767"/>
                  </a:cubicBezTo>
                  <a:cubicBezTo>
                    <a:pt x="19" y="2190"/>
                    <a:pt x="0" y="2640"/>
                    <a:pt x="189" y="30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56"/>
            <p:cNvSpPr>
              <a:spLocks/>
            </p:cNvSpPr>
            <p:nvPr/>
          </p:nvSpPr>
          <p:spPr bwMode="auto">
            <a:xfrm flipV="1">
              <a:off x="4576" y="679"/>
              <a:ext cx="31" cy="38"/>
            </a:xfrm>
            <a:custGeom>
              <a:avLst/>
              <a:gdLst>
                <a:gd name="T0" fmla="*/ 0 w 133"/>
                <a:gd name="T1" fmla="*/ 164 h 164"/>
                <a:gd name="T2" fmla="*/ 133 w 133"/>
                <a:gd name="T3" fmla="*/ 87 h 164"/>
                <a:gd name="T4" fmla="*/ 3 w 133"/>
                <a:gd name="T5" fmla="*/ 0 h 164"/>
                <a:gd name="T6" fmla="*/ 0 w 133"/>
                <a:gd name="T7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64">
                  <a:moveTo>
                    <a:pt x="0" y="164"/>
                  </a:moveTo>
                  <a:cubicBezTo>
                    <a:pt x="45" y="139"/>
                    <a:pt x="89" y="113"/>
                    <a:pt x="133" y="87"/>
                  </a:cubicBezTo>
                  <a:cubicBezTo>
                    <a:pt x="90" y="58"/>
                    <a:pt x="47" y="29"/>
                    <a:pt x="3" y="0"/>
                  </a:cubicBezTo>
                  <a:cubicBezTo>
                    <a:pt x="2" y="55"/>
                    <a:pt x="1" y="109"/>
                    <a:pt x="0" y="1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57"/>
            <p:cNvSpPr>
              <a:spLocks/>
            </p:cNvSpPr>
            <p:nvPr/>
          </p:nvSpPr>
          <p:spPr bwMode="auto">
            <a:xfrm flipV="1">
              <a:off x="4610" y="680"/>
              <a:ext cx="30" cy="37"/>
            </a:xfrm>
            <a:custGeom>
              <a:avLst/>
              <a:gdLst>
                <a:gd name="T0" fmla="*/ 0 w 133"/>
                <a:gd name="T1" fmla="*/ 85 h 162"/>
                <a:gd name="T2" fmla="*/ 133 w 133"/>
                <a:gd name="T3" fmla="*/ 162 h 162"/>
                <a:gd name="T4" fmla="*/ 129 w 133"/>
                <a:gd name="T5" fmla="*/ 0 h 162"/>
                <a:gd name="T6" fmla="*/ 0 w 133"/>
                <a:gd name="T7" fmla="*/ 8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62">
                  <a:moveTo>
                    <a:pt x="0" y="85"/>
                  </a:moveTo>
                  <a:cubicBezTo>
                    <a:pt x="44" y="111"/>
                    <a:pt x="88" y="137"/>
                    <a:pt x="133" y="162"/>
                  </a:cubicBezTo>
                  <a:cubicBezTo>
                    <a:pt x="131" y="108"/>
                    <a:pt x="130" y="54"/>
                    <a:pt x="129" y="0"/>
                  </a:cubicBezTo>
                  <a:cubicBezTo>
                    <a:pt x="86" y="28"/>
                    <a:pt x="43" y="57"/>
                    <a:pt x="0" y="8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58"/>
            <p:cNvSpPr>
              <a:spLocks/>
            </p:cNvSpPr>
            <p:nvPr/>
          </p:nvSpPr>
          <p:spPr bwMode="auto">
            <a:xfrm flipV="1">
              <a:off x="3822" y="690"/>
              <a:ext cx="559" cy="746"/>
            </a:xfrm>
            <a:custGeom>
              <a:avLst/>
              <a:gdLst>
                <a:gd name="T0" fmla="*/ 2229 w 2452"/>
                <a:gd name="T1" fmla="*/ 3204 h 3262"/>
                <a:gd name="T2" fmla="*/ 2422 w 2452"/>
                <a:gd name="T3" fmla="*/ 3139 h 3262"/>
                <a:gd name="T4" fmla="*/ 2288 w 2452"/>
                <a:gd name="T5" fmla="*/ 2853 h 3262"/>
                <a:gd name="T6" fmla="*/ 2186 w 2452"/>
                <a:gd name="T7" fmla="*/ 2572 h 3262"/>
                <a:gd name="T8" fmla="*/ 1527 w 2452"/>
                <a:gd name="T9" fmla="*/ 1833 h 3262"/>
                <a:gd name="T10" fmla="*/ 2004 w 2452"/>
                <a:gd name="T11" fmla="*/ 2482 h 3262"/>
                <a:gd name="T12" fmla="*/ 1356 w 2452"/>
                <a:gd name="T13" fmla="*/ 2475 h 3262"/>
                <a:gd name="T14" fmla="*/ 1317 w 2452"/>
                <a:gd name="T15" fmla="*/ 2079 h 3262"/>
                <a:gd name="T16" fmla="*/ 1263 w 2452"/>
                <a:gd name="T17" fmla="*/ 2752 h 3262"/>
                <a:gd name="T18" fmla="*/ 996 w 2452"/>
                <a:gd name="T19" fmla="*/ 2952 h 3262"/>
                <a:gd name="T20" fmla="*/ 1388 w 2452"/>
                <a:gd name="T21" fmla="*/ 1626 h 3262"/>
                <a:gd name="T22" fmla="*/ 1279 w 2452"/>
                <a:gd name="T23" fmla="*/ 196 h 3262"/>
                <a:gd name="T24" fmla="*/ 865 w 2452"/>
                <a:gd name="T25" fmla="*/ 285 h 3262"/>
                <a:gd name="T26" fmla="*/ 996 w 2452"/>
                <a:gd name="T27" fmla="*/ 1098 h 3262"/>
                <a:gd name="T28" fmla="*/ 9 w 2452"/>
                <a:gd name="T29" fmla="*/ 324 h 3262"/>
                <a:gd name="T30" fmla="*/ 0 w 2452"/>
                <a:gd name="T31" fmla="*/ 377 h 3262"/>
                <a:gd name="T32" fmla="*/ 934 w 2452"/>
                <a:gd name="T33" fmla="*/ 1109 h 3262"/>
                <a:gd name="T34" fmla="*/ 957 w 2452"/>
                <a:gd name="T35" fmla="*/ 1561 h 3262"/>
                <a:gd name="T36" fmla="*/ 731 w 2452"/>
                <a:gd name="T37" fmla="*/ 1804 h 3262"/>
                <a:gd name="T38" fmla="*/ 792 w 2452"/>
                <a:gd name="T39" fmla="*/ 2874 h 3262"/>
                <a:gd name="T40" fmla="*/ 1243 w 2452"/>
                <a:gd name="T41" fmla="*/ 3127 h 3262"/>
                <a:gd name="T42" fmla="*/ 1413 w 2452"/>
                <a:gd name="T43" fmla="*/ 2764 h 3262"/>
                <a:gd name="T44" fmla="*/ 2129 w 2452"/>
                <a:gd name="T45" fmla="*/ 2881 h 3262"/>
                <a:gd name="T46" fmla="*/ 2229 w 2452"/>
                <a:gd name="T47" fmla="*/ 3204 h 3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52" h="3262">
                  <a:moveTo>
                    <a:pt x="2229" y="3204"/>
                  </a:moveTo>
                  <a:cubicBezTo>
                    <a:pt x="2293" y="3262"/>
                    <a:pt x="2403" y="3221"/>
                    <a:pt x="2422" y="3139"/>
                  </a:cubicBezTo>
                  <a:cubicBezTo>
                    <a:pt x="2452" y="3020"/>
                    <a:pt x="2322" y="2955"/>
                    <a:pt x="2288" y="2853"/>
                  </a:cubicBezTo>
                  <a:cubicBezTo>
                    <a:pt x="2348" y="2740"/>
                    <a:pt x="2294" y="2628"/>
                    <a:pt x="2186" y="2572"/>
                  </a:cubicBezTo>
                  <a:cubicBezTo>
                    <a:pt x="2007" y="2300"/>
                    <a:pt x="1864" y="1948"/>
                    <a:pt x="1527" y="1833"/>
                  </a:cubicBezTo>
                  <a:cubicBezTo>
                    <a:pt x="1696" y="2023"/>
                    <a:pt x="1985" y="2182"/>
                    <a:pt x="2004" y="2482"/>
                  </a:cubicBezTo>
                  <a:cubicBezTo>
                    <a:pt x="1798" y="2396"/>
                    <a:pt x="1563" y="2389"/>
                    <a:pt x="1356" y="2475"/>
                  </a:cubicBezTo>
                  <a:cubicBezTo>
                    <a:pt x="1338" y="2343"/>
                    <a:pt x="1326" y="2211"/>
                    <a:pt x="1317" y="2079"/>
                  </a:cubicBezTo>
                  <a:cubicBezTo>
                    <a:pt x="1145" y="2262"/>
                    <a:pt x="1134" y="2542"/>
                    <a:pt x="1263" y="2752"/>
                  </a:cubicBezTo>
                  <a:cubicBezTo>
                    <a:pt x="1352" y="2904"/>
                    <a:pt x="1119" y="3078"/>
                    <a:pt x="996" y="2952"/>
                  </a:cubicBezTo>
                  <a:cubicBezTo>
                    <a:pt x="637" y="2524"/>
                    <a:pt x="874" y="1804"/>
                    <a:pt x="1388" y="1626"/>
                  </a:cubicBezTo>
                  <a:cubicBezTo>
                    <a:pt x="1474" y="1151"/>
                    <a:pt x="1425" y="654"/>
                    <a:pt x="1279" y="196"/>
                  </a:cubicBezTo>
                  <a:cubicBezTo>
                    <a:pt x="1191" y="0"/>
                    <a:pt x="870" y="71"/>
                    <a:pt x="865" y="285"/>
                  </a:cubicBezTo>
                  <a:cubicBezTo>
                    <a:pt x="921" y="553"/>
                    <a:pt x="990" y="822"/>
                    <a:pt x="996" y="1098"/>
                  </a:cubicBezTo>
                  <a:cubicBezTo>
                    <a:pt x="811" y="703"/>
                    <a:pt x="453" y="380"/>
                    <a:pt x="9" y="324"/>
                  </a:cubicBezTo>
                  <a:cubicBezTo>
                    <a:pt x="7" y="337"/>
                    <a:pt x="2" y="363"/>
                    <a:pt x="0" y="377"/>
                  </a:cubicBezTo>
                  <a:cubicBezTo>
                    <a:pt x="417" y="435"/>
                    <a:pt x="766" y="728"/>
                    <a:pt x="934" y="1109"/>
                  </a:cubicBezTo>
                  <a:cubicBezTo>
                    <a:pt x="1030" y="1245"/>
                    <a:pt x="979" y="1411"/>
                    <a:pt x="957" y="1561"/>
                  </a:cubicBezTo>
                  <a:cubicBezTo>
                    <a:pt x="852" y="1607"/>
                    <a:pt x="757" y="1687"/>
                    <a:pt x="731" y="1804"/>
                  </a:cubicBezTo>
                  <a:cubicBezTo>
                    <a:pt x="644" y="2156"/>
                    <a:pt x="670" y="2533"/>
                    <a:pt x="792" y="2874"/>
                  </a:cubicBezTo>
                  <a:cubicBezTo>
                    <a:pt x="856" y="3051"/>
                    <a:pt x="1054" y="3187"/>
                    <a:pt x="1243" y="3127"/>
                  </a:cubicBezTo>
                  <a:cubicBezTo>
                    <a:pt x="1384" y="3066"/>
                    <a:pt x="1404" y="2898"/>
                    <a:pt x="1413" y="2764"/>
                  </a:cubicBezTo>
                  <a:cubicBezTo>
                    <a:pt x="1645" y="2621"/>
                    <a:pt x="1935" y="2721"/>
                    <a:pt x="2129" y="2881"/>
                  </a:cubicBezTo>
                  <a:cubicBezTo>
                    <a:pt x="2207" y="2976"/>
                    <a:pt x="2124" y="3128"/>
                    <a:pt x="2229" y="32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59"/>
            <p:cNvSpPr>
              <a:spLocks/>
            </p:cNvSpPr>
            <p:nvPr/>
          </p:nvSpPr>
          <p:spPr bwMode="auto">
            <a:xfrm flipV="1">
              <a:off x="4602" y="713"/>
              <a:ext cx="24" cy="40"/>
            </a:xfrm>
            <a:custGeom>
              <a:avLst/>
              <a:gdLst>
                <a:gd name="T0" fmla="*/ 0 w 106"/>
                <a:gd name="T1" fmla="*/ 119 h 176"/>
                <a:gd name="T2" fmla="*/ 0 w 106"/>
                <a:gd name="T3" fmla="*/ 11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6" h="176">
                  <a:moveTo>
                    <a:pt x="0" y="119"/>
                  </a:moveTo>
                  <a:cubicBezTo>
                    <a:pt x="106" y="176"/>
                    <a:pt x="6" y="0"/>
                    <a:pt x="0" y="1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60"/>
            <p:cNvSpPr>
              <a:spLocks/>
            </p:cNvSpPr>
            <p:nvPr/>
          </p:nvSpPr>
          <p:spPr bwMode="auto">
            <a:xfrm flipV="1">
              <a:off x="4950" y="715"/>
              <a:ext cx="209" cy="159"/>
            </a:xfrm>
            <a:custGeom>
              <a:avLst/>
              <a:gdLst>
                <a:gd name="T0" fmla="*/ 28 w 916"/>
                <a:gd name="T1" fmla="*/ 486 h 698"/>
                <a:gd name="T2" fmla="*/ 273 w 916"/>
                <a:gd name="T3" fmla="*/ 585 h 698"/>
                <a:gd name="T4" fmla="*/ 445 w 916"/>
                <a:gd name="T5" fmla="*/ 271 h 698"/>
                <a:gd name="T6" fmla="*/ 916 w 916"/>
                <a:gd name="T7" fmla="*/ 369 h 698"/>
                <a:gd name="T8" fmla="*/ 439 w 916"/>
                <a:gd name="T9" fmla="*/ 1 h 698"/>
                <a:gd name="T10" fmla="*/ 28 w 916"/>
                <a:gd name="T11" fmla="*/ 486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6" h="698">
                  <a:moveTo>
                    <a:pt x="28" y="486"/>
                  </a:moveTo>
                  <a:cubicBezTo>
                    <a:pt x="0" y="618"/>
                    <a:pt x="202" y="698"/>
                    <a:pt x="273" y="585"/>
                  </a:cubicBezTo>
                  <a:cubicBezTo>
                    <a:pt x="325" y="478"/>
                    <a:pt x="362" y="361"/>
                    <a:pt x="445" y="271"/>
                  </a:cubicBezTo>
                  <a:cubicBezTo>
                    <a:pt x="572" y="398"/>
                    <a:pt x="754" y="376"/>
                    <a:pt x="916" y="369"/>
                  </a:cubicBezTo>
                  <a:cubicBezTo>
                    <a:pt x="811" y="197"/>
                    <a:pt x="661" y="0"/>
                    <a:pt x="439" y="1"/>
                  </a:cubicBezTo>
                  <a:cubicBezTo>
                    <a:pt x="200" y="24"/>
                    <a:pt x="77" y="278"/>
                    <a:pt x="28" y="4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9" name="Freeform 61"/>
            <p:cNvSpPr>
              <a:spLocks/>
            </p:cNvSpPr>
            <p:nvPr/>
          </p:nvSpPr>
          <p:spPr bwMode="auto">
            <a:xfrm flipV="1">
              <a:off x="4593" y="743"/>
              <a:ext cx="46" cy="45"/>
            </a:xfrm>
            <a:custGeom>
              <a:avLst/>
              <a:gdLst>
                <a:gd name="T0" fmla="*/ 36 w 199"/>
                <a:gd name="T1" fmla="*/ 162 h 198"/>
                <a:gd name="T2" fmla="*/ 36 w 199"/>
                <a:gd name="T3" fmla="*/ 16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9" h="198">
                  <a:moveTo>
                    <a:pt x="36" y="162"/>
                  </a:moveTo>
                  <a:cubicBezTo>
                    <a:pt x="199" y="198"/>
                    <a:pt x="0" y="0"/>
                    <a:pt x="36" y="1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Freeform 62"/>
            <p:cNvSpPr>
              <a:spLocks/>
            </p:cNvSpPr>
            <p:nvPr/>
          </p:nvSpPr>
          <p:spPr bwMode="auto">
            <a:xfrm flipV="1">
              <a:off x="3980" y="744"/>
              <a:ext cx="201" cy="318"/>
            </a:xfrm>
            <a:custGeom>
              <a:avLst/>
              <a:gdLst>
                <a:gd name="T0" fmla="*/ 331 w 885"/>
                <a:gd name="T1" fmla="*/ 1296 h 1389"/>
                <a:gd name="T2" fmla="*/ 523 w 885"/>
                <a:gd name="T3" fmla="*/ 1096 h 1389"/>
                <a:gd name="T4" fmla="*/ 743 w 885"/>
                <a:gd name="T5" fmla="*/ 303 h 1389"/>
                <a:gd name="T6" fmla="*/ 659 w 885"/>
                <a:gd name="T7" fmla="*/ 37 h 1389"/>
                <a:gd name="T8" fmla="*/ 331 w 885"/>
                <a:gd name="T9" fmla="*/ 1296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5" h="1389">
                  <a:moveTo>
                    <a:pt x="331" y="1296"/>
                  </a:moveTo>
                  <a:cubicBezTo>
                    <a:pt x="456" y="1389"/>
                    <a:pt x="623" y="1218"/>
                    <a:pt x="523" y="1096"/>
                  </a:cubicBezTo>
                  <a:cubicBezTo>
                    <a:pt x="350" y="821"/>
                    <a:pt x="477" y="463"/>
                    <a:pt x="743" y="303"/>
                  </a:cubicBezTo>
                  <a:cubicBezTo>
                    <a:pt x="885" y="235"/>
                    <a:pt x="817" y="0"/>
                    <a:pt x="659" y="37"/>
                  </a:cubicBezTo>
                  <a:cubicBezTo>
                    <a:pt x="198" y="241"/>
                    <a:pt x="0" y="897"/>
                    <a:pt x="331" y="129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" name="Freeform 63"/>
            <p:cNvSpPr>
              <a:spLocks/>
            </p:cNvSpPr>
            <p:nvPr/>
          </p:nvSpPr>
          <p:spPr bwMode="auto">
            <a:xfrm flipV="1">
              <a:off x="4593" y="774"/>
              <a:ext cx="46" cy="45"/>
            </a:xfrm>
            <a:custGeom>
              <a:avLst/>
              <a:gdLst>
                <a:gd name="T0" fmla="*/ 36 w 201"/>
                <a:gd name="T1" fmla="*/ 161 h 197"/>
                <a:gd name="T2" fmla="*/ 36 w 201"/>
                <a:gd name="T3" fmla="*/ 16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197">
                  <a:moveTo>
                    <a:pt x="36" y="161"/>
                  </a:moveTo>
                  <a:cubicBezTo>
                    <a:pt x="201" y="197"/>
                    <a:pt x="0" y="0"/>
                    <a:pt x="36" y="16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" name="Freeform 64"/>
            <p:cNvSpPr>
              <a:spLocks/>
            </p:cNvSpPr>
            <p:nvPr/>
          </p:nvSpPr>
          <p:spPr bwMode="auto">
            <a:xfrm flipV="1">
              <a:off x="5045" y="791"/>
              <a:ext cx="193" cy="649"/>
            </a:xfrm>
            <a:custGeom>
              <a:avLst/>
              <a:gdLst>
                <a:gd name="T0" fmla="*/ 535 w 843"/>
                <a:gd name="T1" fmla="*/ 2839 h 2839"/>
                <a:gd name="T2" fmla="*/ 717 w 843"/>
                <a:gd name="T3" fmla="*/ 2838 h 2839"/>
                <a:gd name="T4" fmla="*/ 749 w 843"/>
                <a:gd name="T5" fmla="*/ 1797 h 2839"/>
                <a:gd name="T6" fmla="*/ 531 w 843"/>
                <a:gd name="T7" fmla="*/ 1578 h 2839"/>
                <a:gd name="T8" fmla="*/ 615 w 843"/>
                <a:gd name="T9" fmla="*/ 336 h 2839"/>
                <a:gd name="T10" fmla="*/ 210 w 843"/>
                <a:gd name="T11" fmla="*/ 208 h 2839"/>
                <a:gd name="T12" fmla="*/ 131 w 843"/>
                <a:gd name="T13" fmla="*/ 1785 h 2839"/>
                <a:gd name="T14" fmla="*/ 139 w 843"/>
                <a:gd name="T15" fmla="*/ 2452 h 2839"/>
                <a:gd name="T16" fmla="*/ 535 w 843"/>
                <a:gd name="T17" fmla="*/ 2839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3" h="2839">
                  <a:moveTo>
                    <a:pt x="535" y="2839"/>
                  </a:moveTo>
                  <a:cubicBezTo>
                    <a:pt x="595" y="2839"/>
                    <a:pt x="656" y="2839"/>
                    <a:pt x="717" y="2838"/>
                  </a:cubicBezTo>
                  <a:cubicBezTo>
                    <a:pt x="816" y="2501"/>
                    <a:pt x="843" y="2137"/>
                    <a:pt x="749" y="1797"/>
                  </a:cubicBezTo>
                  <a:cubicBezTo>
                    <a:pt x="719" y="1691"/>
                    <a:pt x="627" y="1622"/>
                    <a:pt x="531" y="1578"/>
                  </a:cubicBezTo>
                  <a:cubicBezTo>
                    <a:pt x="445" y="1164"/>
                    <a:pt x="517" y="740"/>
                    <a:pt x="615" y="336"/>
                  </a:cubicBezTo>
                  <a:cubicBezTo>
                    <a:pt x="662" y="107"/>
                    <a:pt x="304" y="0"/>
                    <a:pt x="210" y="208"/>
                  </a:cubicBezTo>
                  <a:cubicBezTo>
                    <a:pt x="49" y="713"/>
                    <a:pt x="0" y="1267"/>
                    <a:pt x="131" y="1785"/>
                  </a:cubicBezTo>
                  <a:cubicBezTo>
                    <a:pt x="179" y="2004"/>
                    <a:pt x="159" y="2231"/>
                    <a:pt x="139" y="2452"/>
                  </a:cubicBezTo>
                  <a:cubicBezTo>
                    <a:pt x="318" y="2522"/>
                    <a:pt x="444" y="2676"/>
                    <a:pt x="535" y="28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4" name="Group 31"/>
          <p:cNvGrpSpPr>
            <a:grpSpLocks noChangeAspect="1"/>
          </p:cNvGrpSpPr>
          <p:nvPr/>
        </p:nvGrpSpPr>
        <p:grpSpPr bwMode="auto">
          <a:xfrm>
            <a:off x="828676" y="4661836"/>
            <a:ext cx="3578225" cy="1542113"/>
            <a:chOff x="421" y="2400"/>
            <a:chExt cx="2738" cy="1180"/>
          </a:xfrm>
          <a:solidFill>
            <a:srgbClr val="595959"/>
          </a:solidFill>
        </p:grpSpPr>
        <p:sp>
          <p:nvSpPr>
            <p:cNvPr id="76" name="Freeform 32"/>
            <p:cNvSpPr>
              <a:spLocks/>
            </p:cNvSpPr>
            <p:nvPr/>
          </p:nvSpPr>
          <p:spPr bwMode="auto">
            <a:xfrm flipV="1">
              <a:off x="712" y="3002"/>
              <a:ext cx="228" cy="365"/>
            </a:xfrm>
            <a:custGeom>
              <a:avLst/>
              <a:gdLst>
                <a:gd name="T0" fmla="*/ 19 w 1000"/>
                <a:gd name="T1" fmla="*/ 905 h 1597"/>
                <a:gd name="T2" fmla="*/ 80 w 1000"/>
                <a:gd name="T3" fmla="*/ 1597 h 1597"/>
                <a:gd name="T4" fmla="*/ 507 w 1000"/>
                <a:gd name="T5" fmla="*/ 1384 h 1597"/>
                <a:gd name="T6" fmla="*/ 509 w 1000"/>
                <a:gd name="T7" fmla="*/ 877 h 1597"/>
                <a:gd name="T8" fmla="*/ 763 w 1000"/>
                <a:gd name="T9" fmla="*/ 969 h 1597"/>
                <a:gd name="T10" fmla="*/ 925 w 1000"/>
                <a:gd name="T11" fmla="*/ 1556 h 1597"/>
                <a:gd name="T12" fmla="*/ 1000 w 1000"/>
                <a:gd name="T13" fmla="*/ 550 h 1597"/>
                <a:gd name="T14" fmla="*/ 735 w 1000"/>
                <a:gd name="T15" fmla="*/ 0 h 1597"/>
                <a:gd name="T16" fmla="*/ 19 w 1000"/>
                <a:gd name="T17" fmla="*/ 905 h 1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0" h="1597">
                  <a:moveTo>
                    <a:pt x="19" y="905"/>
                  </a:moveTo>
                  <a:cubicBezTo>
                    <a:pt x="0" y="1138"/>
                    <a:pt x="38" y="1369"/>
                    <a:pt x="80" y="1597"/>
                  </a:cubicBezTo>
                  <a:cubicBezTo>
                    <a:pt x="203" y="1492"/>
                    <a:pt x="348" y="1414"/>
                    <a:pt x="507" y="1384"/>
                  </a:cubicBezTo>
                  <a:cubicBezTo>
                    <a:pt x="474" y="1218"/>
                    <a:pt x="450" y="1039"/>
                    <a:pt x="509" y="877"/>
                  </a:cubicBezTo>
                  <a:cubicBezTo>
                    <a:pt x="576" y="745"/>
                    <a:pt x="801" y="822"/>
                    <a:pt x="763" y="969"/>
                  </a:cubicBezTo>
                  <a:cubicBezTo>
                    <a:pt x="722" y="1183"/>
                    <a:pt x="792" y="1389"/>
                    <a:pt x="925" y="1556"/>
                  </a:cubicBezTo>
                  <a:cubicBezTo>
                    <a:pt x="862" y="1228"/>
                    <a:pt x="801" y="842"/>
                    <a:pt x="1000" y="550"/>
                  </a:cubicBezTo>
                  <a:cubicBezTo>
                    <a:pt x="971" y="343"/>
                    <a:pt x="858" y="164"/>
                    <a:pt x="735" y="0"/>
                  </a:cubicBezTo>
                  <a:cubicBezTo>
                    <a:pt x="552" y="342"/>
                    <a:pt x="311" y="651"/>
                    <a:pt x="19" y="90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77" name="Group 57"/>
            <p:cNvGrpSpPr>
              <a:grpSpLocks/>
            </p:cNvGrpSpPr>
            <p:nvPr/>
          </p:nvGrpSpPr>
          <p:grpSpPr bwMode="auto">
            <a:xfrm>
              <a:off x="421" y="2400"/>
              <a:ext cx="2738" cy="1180"/>
              <a:chOff x="421" y="2400"/>
              <a:chExt cx="2738" cy="1180"/>
            </a:xfrm>
            <a:grpFill/>
          </p:grpSpPr>
          <p:sp>
            <p:nvSpPr>
              <p:cNvPr id="78" name="Freeform 33"/>
              <p:cNvSpPr>
                <a:spLocks noEditPoints="1"/>
              </p:cNvSpPr>
              <p:nvPr/>
            </p:nvSpPr>
            <p:spPr bwMode="auto">
              <a:xfrm flipV="1">
                <a:off x="1867" y="2400"/>
                <a:ext cx="837" cy="1166"/>
              </a:xfrm>
              <a:custGeom>
                <a:avLst/>
                <a:gdLst>
                  <a:gd name="T0" fmla="*/ 1038 w 3684"/>
                  <a:gd name="T1" fmla="*/ 4966 h 5108"/>
                  <a:gd name="T2" fmla="*/ 1189 w 3684"/>
                  <a:gd name="T3" fmla="*/ 5108 h 5108"/>
                  <a:gd name="T4" fmla="*/ 2191 w 3684"/>
                  <a:gd name="T5" fmla="*/ 2805 h 5108"/>
                  <a:gd name="T6" fmla="*/ 2312 w 3684"/>
                  <a:gd name="T7" fmla="*/ 2497 h 5108"/>
                  <a:gd name="T8" fmla="*/ 2723 w 3684"/>
                  <a:gd name="T9" fmla="*/ 3226 h 5108"/>
                  <a:gd name="T10" fmla="*/ 2728 w 3684"/>
                  <a:gd name="T11" fmla="*/ 2806 h 5108"/>
                  <a:gd name="T12" fmla="*/ 3045 w 3684"/>
                  <a:gd name="T13" fmla="*/ 3074 h 5108"/>
                  <a:gd name="T14" fmla="*/ 2951 w 3684"/>
                  <a:gd name="T15" fmla="*/ 1917 h 5108"/>
                  <a:gd name="T16" fmla="*/ 3417 w 3684"/>
                  <a:gd name="T17" fmla="*/ 190 h 5108"/>
                  <a:gd name="T18" fmla="*/ 3047 w 3684"/>
                  <a:gd name="T19" fmla="*/ 162 h 5108"/>
                  <a:gd name="T20" fmla="*/ 3060 w 3684"/>
                  <a:gd name="T21" fmla="*/ 505 h 5108"/>
                  <a:gd name="T22" fmla="*/ 2984 w 3684"/>
                  <a:gd name="T23" fmla="*/ 1192 h 5108"/>
                  <a:gd name="T24" fmla="*/ 2310 w 3684"/>
                  <a:gd name="T25" fmla="*/ 96 h 5108"/>
                  <a:gd name="T26" fmla="*/ 1972 w 3684"/>
                  <a:gd name="T27" fmla="*/ 254 h 5108"/>
                  <a:gd name="T28" fmla="*/ 2169 w 3684"/>
                  <a:gd name="T29" fmla="*/ 556 h 5108"/>
                  <a:gd name="T30" fmla="*/ 2529 w 3684"/>
                  <a:gd name="T31" fmla="*/ 1669 h 5108"/>
                  <a:gd name="T32" fmla="*/ 2208 w 3684"/>
                  <a:gd name="T33" fmla="*/ 2563 h 5108"/>
                  <a:gd name="T34" fmla="*/ 1264 w 3684"/>
                  <a:gd name="T35" fmla="*/ 2624 h 5108"/>
                  <a:gd name="T36" fmla="*/ 1223 w 3684"/>
                  <a:gd name="T37" fmla="*/ 2588 h 5108"/>
                  <a:gd name="T38" fmla="*/ 1622 w 3684"/>
                  <a:gd name="T39" fmla="*/ 2402 h 5108"/>
                  <a:gd name="T40" fmla="*/ 1438 w 3684"/>
                  <a:gd name="T41" fmla="*/ 2239 h 5108"/>
                  <a:gd name="T42" fmla="*/ 1365 w 3684"/>
                  <a:gd name="T43" fmla="*/ 1881 h 5108"/>
                  <a:gd name="T44" fmla="*/ 1725 w 3684"/>
                  <a:gd name="T45" fmla="*/ 1226 h 5108"/>
                  <a:gd name="T46" fmla="*/ 608 w 3684"/>
                  <a:gd name="T47" fmla="*/ 1186 h 5108"/>
                  <a:gd name="T48" fmla="*/ 917 w 3684"/>
                  <a:gd name="T49" fmla="*/ 2022 h 5108"/>
                  <a:gd name="T50" fmla="*/ 955 w 3684"/>
                  <a:gd name="T51" fmla="*/ 2616 h 5108"/>
                  <a:gd name="T52" fmla="*/ 1307 w 3684"/>
                  <a:gd name="T53" fmla="*/ 2993 h 5108"/>
                  <a:gd name="T54" fmla="*/ 1587 w 3684"/>
                  <a:gd name="T55" fmla="*/ 2790 h 5108"/>
                  <a:gd name="T56" fmla="*/ 1962 w 3684"/>
                  <a:gd name="T57" fmla="*/ 2694 h 5108"/>
                  <a:gd name="T58" fmla="*/ 1358 w 3684"/>
                  <a:gd name="T59" fmla="*/ 2850 h 5108"/>
                  <a:gd name="T60" fmla="*/ 1172 w 3684"/>
                  <a:gd name="T61" fmla="*/ 2622 h 5108"/>
                  <a:gd name="T62" fmla="*/ 1334 w 3684"/>
                  <a:gd name="T63" fmla="*/ 2824 h 5108"/>
                  <a:gd name="T64" fmla="*/ 2123 w 3684"/>
                  <a:gd name="T65" fmla="*/ 2758 h 5108"/>
                  <a:gd name="T66" fmla="*/ 1441 w 3684"/>
                  <a:gd name="T67" fmla="*/ 4334 h 5108"/>
                  <a:gd name="T68" fmla="*/ 432 w 3684"/>
                  <a:gd name="T69" fmla="*/ 3772 h 5108"/>
                  <a:gd name="T70" fmla="*/ 0 w 3684"/>
                  <a:gd name="T71" fmla="*/ 4466 h 5108"/>
                  <a:gd name="T72" fmla="*/ 1038 w 3684"/>
                  <a:gd name="T73" fmla="*/ 4966 h 5108"/>
                  <a:gd name="T74" fmla="*/ 692 w 3684"/>
                  <a:gd name="T75" fmla="*/ 4557 h 5108"/>
                  <a:gd name="T76" fmla="*/ 482 w 3684"/>
                  <a:gd name="T77" fmla="*/ 4417 h 5108"/>
                  <a:gd name="T78" fmla="*/ 889 w 3684"/>
                  <a:gd name="T79" fmla="*/ 4195 h 5108"/>
                  <a:gd name="T80" fmla="*/ 957 w 3684"/>
                  <a:gd name="T81" fmla="*/ 4632 h 5108"/>
                  <a:gd name="T82" fmla="*/ 692 w 3684"/>
                  <a:gd name="T83" fmla="*/ 4557 h 5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684" h="5108">
                    <a:moveTo>
                      <a:pt x="1038" y="4966"/>
                    </a:moveTo>
                    <a:cubicBezTo>
                      <a:pt x="1106" y="4992"/>
                      <a:pt x="1144" y="5055"/>
                      <a:pt x="1189" y="5108"/>
                    </a:cubicBezTo>
                    <a:cubicBezTo>
                      <a:pt x="1525" y="4341"/>
                      <a:pt x="1854" y="3571"/>
                      <a:pt x="2191" y="2805"/>
                    </a:cubicBezTo>
                    <a:cubicBezTo>
                      <a:pt x="2320" y="2751"/>
                      <a:pt x="2271" y="2603"/>
                      <a:pt x="2312" y="2497"/>
                    </a:cubicBezTo>
                    <a:cubicBezTo>
                      <a:pt x="2390" y="2763"/>
                      <a:pt x="2414" y="3120"/>
                      <a:pt x="2723" y="3226"/>
                    </a:cubicBezTo>
                    <a:cubicBezTo>
                      <a:pt x="2661" y="3099"/>
                      <a:pt x="2548" y="2893"/>
                      <a:pt x="2728" y="2806"/>
                    </a:cubicBezTo>
                    <a:cubicBezTo>
                      <a:pt x="2914" y="2737"/>
                      <a:pt x="2985" y="2944"/>
                      <a:pt x="3045" y="3074"/>
                    </a:cubicBezTo>
                    <a:cubicBezTo>
                      <a:pt x="3094" y="2686"/>
                      <a:pt x="2889" y="2310"/>
                      <a:pt x="2951" y="1917"/>
                    </a:cubicBezTo>
                    <a:cubicBezTo>
                      <a:pt x="3444" y="1511"/>
                      <a:pt x="3684" y="790"/>
                      <a:pt x="3417" y="190"/>
                    </a:cubicBezTo>
                    <a:cubicBezTo>
                      <a:pt x="3353" y="45"/>
                      <a:pt x="3134" y="31"/>
                      <a:pt x="3047" y="162"/>
                    </a:cubicBezTo>
                    <a:cubicBezTo>
                      <a:pt x="2963" y="265"/>
                      <a:pt x="3034" y="395"/>
                      <a:pt x="3060" y="505"/>
                    </a:cubicBezTo>
                    <a:cubicBezTo>
                      <a:pt x="3125" y="735"/>
                      <a:pt x="3079" y="978"/>
                      <a:pt x="2984" y="1192"/>
                    </a:cubicBezTo>
                    <a:cubicBezTo>
                      <a:pt x="2904" y="759"/>
                      <a:pt x="2659" y="364"/>
                      <a:pt x="2310" y="96"/>
                    </a:cubicBezTo>
                    <a:cubicBezTo>
                      <a:pt x="2183" y="0"/>
                      <a:pt x="1986" y="100"/>
                      <a:pt x="1972" y="254"/>
                    </a:cubicBezTo>
                    <a:cubicBezTo>
                      <a:pt x="1953" y="392"/>
                      <a:pt x="2087" y="469"/>
                      <a:pt x="2169" y="556"/>
                    </a:cubicBezTo>
                    <a:cubicBezTo>
                      <a:pt x="2465" y="836"/>
                      <a:pt x="2625" y="1266"/>
                      <a:pt x="2529" y="1669"/>
                    </a:cubicBezTo>
                    <a:cubicBezTo>
                      <a:pt x="2191" y="1852"/>
                      <a:pt x="2410" y="2294"/>
                      <a:pt x="2208" y="2563"/>
                    </a:cubicBezTo>
                    <a:cubicBezTo>
                      <a:pt x="1923" y="2376"/>
                      <a:pt x="1515" y="2379"/>
                      <a:pt x="1264" y="2624"/>
                    </a:cubicBezTo>
                    <a:cubicBezTo>
                      <a:pt x="1250" y="2612"/>
                      <a:pt x="1236" y="2600"/>
                      <a:pt x="1223" y="2588"/>
                    </a:cubicBezTo>
                    <a:cubicBezTo>
                      <a:pt x="1348" y="2510"/>
                      <a:pt x="1478" y="2438"/>
                      <a:pt x="1622" y="2402"/>
                    </a:cubicBezTo>
                    <a:cubicBezTo>
                      <a:pt x="1581" y="2327"/>
                      <a:pt x="1518" y="2271"/>
                      <a:pt x="1438" y="2239"/>
                    </a:cubicBezTo>
                    <a:cubicBezTo>
                      <a:pt x="1408" y="2121"/>
                      <a:pt x="1384" y="2001"/>
                      <a:pt x="1365" y="1881"/>
                    </a:cubicBezTo>
                    <a:cubicBezTo>
                      <a:pt x="1488" y="1664"/>
                      <a:pt x="1602" y="1443"/>
                      <a:pt x="1725" y="1226"/>
                    </a:cubicBezTo>
                    <a:cubicBezTo>
                      <a:pt x="1367" y="1099"/>
                      <a:pt x="975" y="1104"/>
                      <a:pt x="608" y="1186"/>
                    </a:cubicBezTo>
                    <a:cubicBezTo>
                      <a:pt x="711" y="1464"/>
                      <a:pt x="794" y="1751"/>
                      <a:pt x="917" y="2022"/>
                    </a:cubicBezTo>
                    <a:cubicBezTo>
                      <a:pt x="1001" y="2209"/>
                      <a:pt x="995" y="2419"/>
                      <a:pt x="955" y="2616"/>
                    </a:cubicBezTo>
                    <a:cubicBezTo>
                      <a:pt x="906" y="2815"/>
                      <a:pt x="1101" y="3036"/>
                      <a:pt x="1307" y="2993"/>
                    </a:cubicBezTo>
                    <a:cubicBezTo>
                      <a:pt x="1434" y="2983"/>
                      <a:pt x="1490" y="2851"/>
                      <a:pt x="1587" y="2790"/>
                    </a:cubicBezTo>
                    <a:cubicBezTo>
                      <a:pt x="1696" y="2711"/>
                      <a:pt x="1836" y="2717"/>
                      <a:pt x="1962" y="2694"/>
                    </a:cubicBezTo>
                    <a:cubicBezTo>
                      <a:pt x="1745" y="2626"/>
                      <a:pt x="1520" y="2702"/>
                      <a:pt x="1358" y="2850"/>
                    </a:cubicBezTo>
                    <a:cubicBezTo>
                      <a:pt x="1220" y="2951"/>
                      <a:pt x="1086" y="2742"/>
                      <a:pt x="1172" y="2622"/>
                    </a:cubicBezTo>
                    <a:cubicBezTo>
                      <a:pt x="1194" y="2711"/>
                      <a:pt x="1192" y="2899"/>
                      <a:pt x="1334" y="2824"/>
                    </a:cubicBezTo>
                    <a:cubicBezTo>
                      <a:pt x="1545" y="2613"/>
                      <a:pt x="1880" y="2578"/>
                      <a:pt x="2123" y="2758"/>
                    </a:cubicBezTo>
                    <a:cubicBezTo>
                      <a:pt x="1898" y="3285"/>
                      <a:pt x="1666" y="3808"/>
                      <a:pt x="1441" y="4334"/>
                    </a:cubicBezTo>
                    <a:cubicBezTo>
                      <a:pt x="1110" y="4137"/>
                      <a:pt x="770" y="3955"/>
                      <a:pt x="432" y="3772"/>
                    </a:cubicBezTo>
                    <a:cubicBezTo>
                      <a:pt x="289" y="4004"/>
                      <a:pt x="144" y="4235"/>
                      <a:pt x="0" y="4466"/>
                    </a:cubicBezTo>
                    <a:cubicBezTo>
                      <a:pt x="345" y="4634"/>
                      <a:pt x="692" y="4799"/>
                      <a:pt x="1038" y="4966"/>
                    </a:cubicBezTo>
                    <a:moveTo>
                      <a:pt x="692" y="4557"/>
                    </a:moveTo>
                    <a:cubicBezTo>
                      <a:pt x="594" y="4571"/>
                      <a:pt x="495" y="4524"/>
                      <a:pt x="482" y="4417"/>
                    </a:cubicBezTo>
                    <a:cubicBezTo>
                      <a:pt x="513" y="4230"/>
                      <a:pt x="743" y="4226"/>
                      <a:pt x="889" y="4195"/>
                    </a:cubicBezTo>
                    <a:cubicBezTo>
                      <a:pt x="945" y="4328"/>
                      <a:pt x="1054" y="4495"/>
                      <a:pt x="957" y="4632"/>
                    </a:cubicBezTo>
                    <a:cubicBezTo>
                      <a:pt x="870" y="4727"/>
                      <a:pt x="734" y="4660"/>
                      <a:pt x="692" y="45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34"/>
              <p:cNvSpPr>
                <a:spLocks/>
              </p:cNvSpPr>
              <p:nvPr/>
            </p:nvSpPr>
            <p:spPr bwMode="auto">
              <a:xfrm flipV="1">
                <a:off x="2459" y="2533"/>
                <a:ext cx="325" cy="404"/>
              </a:xfrm>
              <a:custGeom>
                <a:avLst/>
                <a:gdLst>
                  <a:gd name="T0" fmla="*/ 1081 w 1428"/>
                  <a:gd name="T1" fmla="*/ 1725 h 1773"/>
                  <a:gd name="T2" fmla="*/ 1406 w 1428"/>
                  <a:gd name="T3" fmla="*/ 1692 h 1773"/>
                  <a:gd name="T4" fmla="*/ 1394 w 1428"/>
                  <a:gd name="T5" fmla="*/ 1156 h 1773"/>
                  <a:gd name="T6" fmla="*/ 1102 w 1428"/>
                  <a:gd name="T7" fmla="*/ 1140 h 1773"/>
                  <a:gd name="T8" fmla="*/ 1093 w 1428"/>
                  <a:gd name="T9" fmla="*/ 1235 h 1773"/>
                  <a:gd name="T10" fmla="*/ 859 w 1428"/>
                  <a:gd name="T11" fmla="*/ 1002 h 1773"/>
                  <a:gd name="T12" fmla="*/ 947 w 1428"/>
                  <a:gd name="T13" fmla="*/ 983 h 1773"/>
                  <a:gd name="T14" fmla="*/ 529 w 1428"/>
                  <a:gd name="T15" fmla="*/ 482 h 1773"/>
                  <a:gd name="T16" fmla="*/ 825 w 1428"/>
                  <a:gd name="T17" fmla="*/ 894 h 1773"/>
                  <a:gd name="T18" fmla="*/ 788 w 1428"/>
                  <a:gd name="T19" fmla="*/ 932 h 1773"/>
                  <a:gd name="T20" fmla="*/ 315 w 1428"/>
                  <a:gd name="T21" fmla="*/ 154 h 1773"/>
                  <a:gd name="T22" fmla="*/ 62 w 1428"/>
                  <a:gd name="T23" fmla="*/ 252 h 1773"/>
                  <a:gd name="T24" fmla="*/ 1068 w 1428"/>
                  <a:gd name="T25" fmla="*/ 1564 h 1773"/>
                  <a:gd name="T26" fmla="*/ 1122 w 1428"/>
                  <a:gd name="T27" fmla="*/ 1268 h 1773"/>
                  <a:gd name="T28" fmla="*/ 1167 w 1428"/>
                  <a:gd name="T29" fmla="*/ 1230 h 1773"/>
                  <a:gd name="T30" fmla="*/ 1053 w 1428"/>
                  <a:gd name="T31" fmla="*/ 1618 h 1773"/>
                  <a:gd name="T32" fmla="*/ 1081 w 1428"/>
                  <a:gd name="T33" fmla="*/ 1725 h 17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8" h="1773">
                    <a:moveTo>
                      <a:pt x="1081" y="1725"/>
                    </a:moveTo>
                    <a:cubicBezTo>
                      <a:pt x="1184" y="1714"/>
                      <a:pt x="1329" y="1773"/>
                      <a:pt x="1406" y="1692"/>
                    </a:cubicBezTo>
                    <a:cubicBezTo>
                      <a:pt x="1406" y="1515"/>
                      <a:pt x="1428" y="1330"/>
                      <a:pt x="1394" y="1156"/>
                    </a:cubicBezTo>
                    <a:cubicBezTo>
                      <a:pt x="1300" y="1128"/>
                      <a:pt x="1199" y="1146"/>
                      <a:pt x="1102" y="1140"/>
                    </a:cubicBezTo>
                    <a:cubicBezTo>
                      <a:pt x="1100" y="1164"/>
                      <a:pt x="1095" y="1212"/>
                      <a:pt x="1093" y="1235"/>
                    </a:cubicBezTo>
                    <a:cubicBezTo>
                      <a:pt x="1017" y="1156"/>
                      <a:pt x="939" y="1078"/>
                      <a:pt x="859" y="1002"/>
                    </a:cubicBezTo>
                    <a:cubicBezTo>
                      <a:pt x="881" y="997"/>
                      <a:pt x="925" y="988"/>
                      <a:pt x="947" y="983"/>
                    </a:cubicBezTo>
                    <a:cubicBezTo>
                      <a:pt x="993" y="728"/>
                      <a:pt x="790" y="481"/>
                      <a:pt x="529" y="482"/>
                    </a:cubicBezTo>
                    <a:cubicBezTo>
                      <a:pt x="614" y="629"/>
                      <a:pt x="707" y="772"/>
                      <a:pt x="825" y="894"/>
                    </a:cubicBezTo>
                    <a:cubicBezTo>
                      <a:pt x="813" y="907"/>
                      <a:pt x="801" y="920"/>
                      <a:pt x="788" y="932"/>
                    </a:cubicBezTo>
                    <a:cubicBezTo>
                      <a:pt x="613" y="684"/>
                      <a:pt x="439" y="433"/>
                      <a:pt x="315" y="154"/>
                    </a:cubicBezTo>
                    <a:cubicBezTo>
                      <a:pt x="258" y="0"/>
                      <a:pt x="0" y="96"/>
                      <a:pt x="62" y="252"/>
                    </a:cubicBezTo>
                    <a:cubicBezTo>
                      <a:pt x="275" y="764"/>
                      <a:pt x="625" y="1230"/>
                      <a:pt x="1068" y="1564"/>
                    </a:cubicBezTo>
                    <a:cubicBezTo>
                      <a:pt x="1287" y="1653"/>
                      <a:pt x="1333" y="1305"/>
                      <a:pt x="1122" y="1268"/>
                    </a:cubicBezTo>
                    <a:cubicBezTo>
                      <a:pt x="1137" y="1255"/>
                      <a:pt x="1152" y="1243"/>
                      <a:pt x="1167" y="1230"/>
                    </a:cubicBezTo>
                    <a:cubicBezTo>
                      <a:pt x="1381" y="1340"/>
                      <a:pt x="1307" y="1668"/>
                      <a:pt x="1053" y="1618"/>
                    </a:cubicBezTo>
                    <a:cubicBezTo>
                      <a:pt x="1060" y="1645"/>
                      <a:pt x="1074" y="1698"/>
                      <a:pt x="1081" y="172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35"/>
              <p:cNvSpPr>
                <a:spLocks/>
              </p:cNvSpPr>
              <p:nvPr/>
            </p:nvSpPr>
            <p:spPr bwMode="auto">
              <a:xfrm flipV="1">
                <a:off x="2787" y="2556"/>
                <a:ext cx="175" cy="105"/>
              </a:xfrm>
              <a:custGeom>
                <a:avLst/>
                <a:gdLst>
                  <a:gd name="T0" fmla="*/ 125 w 767"/>
                  <a:gd name="T1" fmla="*/ 363 h 463"/>
                  <a:gd name="T2" fmla="*/ 610 w 767"/>
                  <a:gd name="T3" fmla="*/ 410 h 463"/>
                  <a:gd name="T4" fmla="*/ 722 w 767"/>
                  <a:gd name="T5" fmla="*/ 135 h 463"/>
                  <a:gd name="T6" fmla="*/ 468 w 767"/>
                  <a:gd name="T7" fmla="*/ 44 h 463"/>
                  <a:gd name="T8" fmla="*/ 126 w 767"/>
                  <a:gd name="T9" fmla="*/ 91 h 463"/>
                  <a:gd name="T10" fmla="*/ 0 w 767"/>
                  <a:gd name="T11" fmla="*/ 94 h 463"/>
                  <a:gd name="T12" fmla="*/ 0 w 767"/>
                  <a:gd name="T13" fmla="*/ 361 h 463"/>
                  <a:gd name="T14" fmla="*/ 125 w 767"/>
                  <a:gd name="T15" fmla="*/ 363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7" h="463">
                    <a:moveTo>
                      <a:pt x="125" y="363"/>
                    </a:moveTo>
                    <a:cubicBezTo>
                      <a:pt x="260" y="463"/>
                      <a:pt x="452" y="388"/>
                      <a:pt x="610" y="410"/>
                    </a:cubicBezTo>
                    <a:cubicBezTo>
                      <a:pt x="767" y="432"/>
                      <a:pt x="720" y="231"/>
                      <a:pt x="722" y="135"/>
                    </a:cubicBezTo>
                    <a:cubicBezTo>
                      <a:pt x="720" y="0"/>
                      <a:pt x="554" y="55"/>
                      <a:pt x="468" y="44"/>
                    </a:cubicBezTo>
                    <a:cubicBezTo>
                      <a:pt x="356" y="60"/>
                      <a:pt x="216" y="3"/>
                      <a:pt x="126" y="91"/>
                    </a:cubicBezTo>
                    <a:cubicBezTo>
                      <a:pt x="84" y="92"/>
                      <a:pt x="42" y="93"/>
                      <a:pt x="0" y="94"/>
                    </a:cubicBezTo>
                    <a:cubicBezTo>
                      <a:pt x="0" y="183"/>
                      <a:pt x="0" y="272"/>
                      <a:pt x="0" y="361"/>
                    </a:cubicBezTo>
                    <a:cubicBezTo>
                      <a:pt x="41" y="362"/>
                      <a:pt x="83" y="363"/>
                      <a:pt x="125" y="3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36"/>
              <p:cNvSpPr>
                <a:spLocks/>
              </p:cNvSpPr>
              <p:nvPr/>
            </p:nvSpPr>
            <p:spPr bwMode="auto">
              <a:xfrm flipV="1">
                <a:off x="2465" y="2622"/>
                <a:ext cx="149" cy="164"/>
              </a:xfrm>
              <a:custGeom>
                <a:avLst/>
                <a:gdLst>
                  <a:gd name="T0" fmla="*/ 193 w 656"/>
                  <a:gd name="T1" fmla="*/ 0 h 719"/>
                  <a:gd name="T2" fmla="*/ 656 w 656"/>
                  <a:gd name="T3" fmla="*/ 603 h 719"/>
                  <a:gd name="T4" fmla="*/ 193 w 656"/>
                  <a:gd name="T5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6" h="719">
                    <a:moveTo>
                      <a:pt x="193" y="0"/>
                    </a:moveTo>
                    <a:cubicBezTo>
                      <a:pt x="0" y="305"/>
                      <a:pt x="309" y="719"/>
                      <a:pt x="656" y="603"/>
                    </a:cubicBezTo>
                    <a:cubicBezTo>
                      <a:pt x="481" y="418"/>
                      <a:pt x="338" y="208"/>
                      <a:pt x="19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37"/>
              <p:cNvSpPr>
                <a:spLocks/>
              </p:cNvSpPr>
              <p:nvPr/>
            </p:nvSpPr>
            <p:spPr bwMode="auto">
              <a:xfrm flipV="1">
                <a:off x="647" y="2662"/>
                <a:ext cx="205" cy="205"/>
              </a:xfrm>
              <a:custGeom>
                <a:avLst/>
                <a:gdLst>
                  <a:gd name="T0" fmla="*/ 294 w 900"/>
                  <a:gd name="T1" fmla="*/ 817 h 901"/>
                  <a:gd name="T2" fmla="*/ 798 w 900"/>
                  <a:gd name="T3" fmla="*/ 637 h 901"/>
                  <a:gd name="T4" fmla="*/ 622 w 900"/>
                  <a:gd name="T5" fmla="*/ 103 h 901"/>
                  <a:gd name="T6" fmla="*/ 84 w 900"/>
                  <a:gd name="T7" fmla="*/ 310 h 901"/>
                  <a:gd name="T8" fmla="*/ 294 w 900"/>
                  <a:gd name="T9" fmla="*/ 81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0" h="901">
                    <a:moveTo>
                      <a:pt x="294" y="817"/>
                    </a:moveTo>
                    <a:cubicBezTo>
                      <a:pt x="475" y="901"/>
                      <a:pt x="710" y="816"/>
                      <a:pt x="798" y="637"/>
                    </a:cubicBezTo>
                    <a:cubicBezTo>
                      <a:pt x="900" y="450"/>
                      <a:pt x="817" y="191"/>
                      <a:pt x="622" y="103"/>
                    </a:cubicBezTo>
                    <a:cubicBezTo>
                      <a:pt x="426" y="0"/>
                      <a:pt x="161" y="104"/>
                      <a:pt x="84" y="310"/>
                    </a:cubicBezTo>
                    <a:cubicBezTo>
                      <a:pt x="0" y="500"/>
                      <a:pt x="104" y="739"/>
                      <a:pt x="294" y="81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38"/>
              <p:cNvSpPr>
                <a:spLocks/>
              </p:cNvSpPr>
              <p:nvPr/>
            </p:nvSpPr>
            <p:spPr bwMode="auto">
              <a:xfrm flipV="1">
                <a:off x="957" y="2671"/>
                <a:ext cx="218" cy="224"/>
              </a:xfrm>
              <a:custGeom>
                <a:avLst/>
                <a:gdLst>
                  <a:gd name="T0" fmla="*/ 343 w 958"/>
                  <a:gd name="T1" fmla="*/ 860 h 983"/>
                  <a:gd name="T2" fmla="*/ 861 w 958"/>
                  <a:gd name="T3" fmla="*/ 388 h 983"/>
                  <a:gd name="T4" fmla="*/ 219 w 958"/>
                  <a:gd name="T5" fmla="*/ 201 h 983"/>
                  <a:gd name="T6" fmla="*/ 343 w 958"/>
                  <a:gd name="T7" fmla="*/ 860 h 9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8" h="983">
                    <a:moveTo>
                      <a:pt x="343" y="860"/>
                    </a:moveTo>
                    <a:cubicBezTo>
                      <a:pt x="627" y="983"/>
                      <a:pt x="958" y="681"/>
                      <a:pt x="861" y="388"/>
                    </a:cubicBezTo>
                    <a:cubicBezTo>
                      <a:pt x="797" y="114"/>
                      <a:pt x="418" y="0"/>
                      <a:pt x="219" y="201"/>
                    </a:cubicBezTo>
                    <a:cubicBezTo>
                      <a:pt x="0" y="381"/>
                      <a:pt x="75" y="772"/>
                      <a:pt x="343" y="86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" name="Freeform 39"/>
              <p:cNvSpPr>
                <a:spLocks/>
              </p:cNvSpPr>
              <p:nvPr/>
            </p:nvSpPr>
            <p:spPr bwMode="auto">
              <a:xfrm flipV="1">
                <a:off x="1369" y="2675"/>
                <a:ext cx="163" cy="100"/>
              </a:xfrm>
              <a:custGeom>
                <a:avLst/>
                <a:gdLst>
                  <a:gd name="T0" fmla="*/ 0 w 719"/>
                  <a:gd name="T1" fmla="*/ 168 h 441"/>
                  <a:gd name="T2" fmla="*/ 719 w 719"/>
                  <a:gd name="T3" fmla="*/ 174 h 441"/>
                  <a:gd name="T4" fmla="*/ 375 w 719"/>
                  <a:gd name="T5" fmla="*/ 0 h 441"/>
                  <a:gd name="T6" fmla="*/ 0 w 719"/>
                  <a:gd name="T7" fmla="*/ 16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9" h="441">
                    <a:moveTo>
                      <a:pt x="0" y="168"/>
                    </a:moveTo>
                    <a:cubicBezTo>
                      <a:pt x="158" y="431"/>
                      <a:pt x="558" y="441"/>
                      <a:pt x="719" y="174"/>
                    </a:cubicBezTo>
                    <a:cubicBezTo>
                      <a:pt x="579" y="187"/>
                      <a:pt x="444" y="125"/>
                      <a:pt x="375" y="0"/>
                    </a:cubicBezTo>
                    <a:cubicBezTo>
                      <a:pt x="300" y="135"/>
                      <a:pt x="149" y="194"/>
                      <a:pt x="0" y="16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" name="Freeform 40"/>
              <p:cNvSpPr>
                <a:spLocks/>
              </p:cNvSpPr>
              <p:nvPr/>
            </p:nvSpPr>
            <p:spPr bwMode="auto">
              <a:xfrm flipV="1">
                <a:off x="2084" y="2692"/>
                <a:ext cx="193" cy="197"/>
              </a:xfrm>
              <a:custGeom>
                <a:avLst/>
                <a:gdLst>
                  <a:gd name="T0" fmla="*/ 325 w 848"/>
                  <a:gd name="T1" fmla="*/ 768 h 865"/>
                  <a:gd name="T2" fmla="*/ 776 w 848"/>
                  <a:gd name="T3" fmla="*/ 359 h 865"/>
                  <a:gd name="T4" fmla="*/ 222 w 848"/>
                  <a:gd name="T5" fmla="*/ 160 h 865"/>
                  <a:gd name="T6" fmla="*/ 325 w 848"/>
                  <a:gd name="T7" fmla="*/ 768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8" h="865">
                    <a:moveTo>
                      <a:pt x="325" y="768"/>
                    </a:moveTo>
                    <a:cubicBezTo>
                      <a:pt x="568" y="865"/>
                      <a:pt x="848" y="610"/>
                      <a:pt x="776" y="359"/>
                    </a:cubicBezTo>
                    <a:cubicBezTo>
                      <a:pt x="731" y="119"/>
                      <a:pt x="410" y="0"/>
                      <a:pt x="222" y="160"/>
                    </a:cubicBezTo>
                    <a:cubicBezTo>
                      <a:pt x="0" y="312"/>
                      <a:pt x="65" y="697"/>
                      <a:pt x="325" y="76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" name="Freeform 41"/>
              <p:cNvSpPr>
                <a:spLocks/>
              </p:cNvSpPr>
              <p:nvPr/>
            </p:nvSpPr>
            <p:spPr bwMode="auto">
              <a:xfrm flipV="1">
                <a:off x="2811" y="2692"/>
                <a:ext cx="186" cy="198"/>
              </a:xfrm>
              <a:custGeom>
                <a:avLst/>
                <a:gdLst>
                  <a:gd name="T0" fmla="*/ 306 w 819"/>
                  <a:gd name="T1" fmla="*/ 770 h 870"/>
                  <a:gd name="T2" fmla="*/ 776 w 819"/>
                  <a:gd name="T3" fmla="*/ 400 h 870"/>
                  <a:gd name="T4" fmla="*/ 227 w 819"/>
                  <a:gd name="T5" fmla="*/ 157 h 870"/>
                  <a:gd name="T6" fmla="*/ 306 w 819"/>
                  <a:gd name="T7" fmla="*/ 770 h 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9" h="870">
                    <a:moveTo>
                      <a:pt x="306" y="770"/>
                    </a:moveTo>
                    <a:cubicBezTo>
                      <a:pt x="537" y="870"/>
                      <a:pt x="819" y="649"/>
                      <a:pt x="776" y="400"/>
                    </a:cubicBezTo>
                    <a:cubicBezTo>
                      <a:pt x="757" y="146"/>
                      <a:pt x="428" y="0"/>
                      <a:pt x="227" y="157"/>
                    </a:cubicBezTo>
                    <a:cubicBezTo>
                      <a:pt x="0" y="303"/>
                      <a:pt x="50" y="686"/>
                      <a:pt x="306" y="77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" name="Freeform 42"/>
              <p:cNvSpPr>
                <a:spLocks/>
              </p:cNvSpPr>
              <p:nvPr/>
            </p:nvSpPr>
            <p:spPr bwMode="auto">
              <a:xfrm flipV="1">
                <a:off x="1785" y="2702"/>
                <a:ext cx="187" cy="198"/>
              </a:xfrm>
              <a:custGeom>
                <a:avLst/>
                <a:gdLst>
                  <a:gd name="T0" fmla="*/ 335 w 824"/>
                  <a:gd name="T1" fmla="*/ 782 h 865"/>
                  <a:gd name="T2" fmla="*/ 780 w 824"/>
                  <a:gd name="T3" fmla="*/ 405 h 865"/>
                  <a:gd name="T4" fmla="*/ 209 w 824"/>
                  <a:gd name="T5" fmla="*/ 181 h 865"/>
                  <a:gd name="T6" fmla="*/ 335 w 824"/>
                  <a:gd name="T7" fmla="*/ 782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4" h="865">
                    <a:moveTo>
                      <a:pt x="335" y="782"/>
                    </a:moveTo>
                    <a:cubicBezTo>
                      <a:pt x="563" y="865"/>
                      <a:pt x="824" y="644"/>
                      <a:pt x="780" y="405"/>
                    </a:cubicBezTo>
                    <a:cubicBezTo>
                      <a:pt x="766" y="135"/>
                      <a:pt x="402" y="0"/>
                      <a:pt x="209" y="181"/>
                    </a:cubicBezTo>
                    <a:cubicBezTo>
                      <a:pt x="0" y="344"/>
                      <a:pt x="77" y="717"/>
                      <a:pt x="335" y="78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43"/>
              <p:cNvSpPr>
                <a:spLocks noEditPoints="1"/>
              </p:cNvSpPr>
              <p:nvPr/>
            </p:nvSpPr>
            <p:spPr bwMode="auto">
              <a:xfrm flipV="1">
                <a:off x="1312" y="2736"/>
                <a:ext cx="160" cy="136"/>
              </a:xfrm>
              <a:custGeom>
                <a:avLst/>
                <a:gdLst>
                  <a:gd name="T0" fmla="*/ 333 w 704"/>
                  <a:gd name="T1" fmla="*/ 554 h 596"/>
                  <a:gd name="T2" fmla="*/ 395 w 704"/>
                  <a:gd name="T3" fmla="*/ 61 h 596"/>
                  <a:gd name="T4" fmla="*/ 333 w 704"/>
                  <a:gd name="T5" fmla="*/ 554 h 596"/>
                  <a:gd name="T6" fmla="*/ 358 w 704"/>
                  <a:gd name="T7" fmla="*/ 154 h 596"/>
                  <a:gd name="T8" fmla="*/ 358 w 704"/>
                  <a:gd name="T9" fmla="*/ 447 h 596"/>
                  <a:gd name="T10" fmla="*/ 358 w 704"/>
                  <a:gd name="T11" fmla="*/ 154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596">
                    <a:moveTo>
                      <a:pt x="333" y="554"/>
                    </a:moveTo>
                    <a:cubicBezTo>
                      <a:pt x="646" y="596"/>
                      <a:pt x="704" y="100"/>
                      <a:pt x="395" y="61"/>
                    </a:cubicBezTo>
                    <a:cubicBezTo>
                      <a:pt x="72" y="0"/>
                      <a:pt x="0" y="541"/>
                      <a:pt x="333" y="554"/>
                    </a:cubicBezTo>
                    <a:moveTo>
                      <a:pt x="358" y="154"/>
                    </a:moveTo>
                    <a:cubicBezTo>
                      <a:pt x="525" y="182"/>
                      <a:pt x="540" y="442"/>
                      <a:pt x="358" y="447"/>
                    </a:cubicBezTo>
                    <a:cubicBezTo>
                      <a:pt x="174" y="445"/>
                      <a:pt x="188" y="178"/>
                      <a:pt x="358" y="15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44"/>
              <p:cNvSpPr>
                <a:spLocks noEditPoints="1"/>
              </p:cNvSpPr>
              <p:nvPr/>
            </p:nvSpPr>
            <p:spPr bwMode="auto">
              <a:xfrm flipV="1">
                <a:off x="1290" y="2732"/>
                <a:ext cx="414" cy="217"/>
              </a:xfrm>
              <a:custGeom>
                <a:avLst/>
                <a:gdLst>
                  <a:gd name="T0" fmla="*/ 817 w 1819"/>
                  <a:gd name="T1" fmla="*/ 828 h 950"/>
                  <a:gd name="T2" fmla="*/ 1225 w 1819"/>
                  <a:gd name="T3" fmla="*/ 724 h 950"/>
                  <a:gd name="T4" fmla="*/ 1219 w 1819"/>
                  <a:gd name="T5" fmla="*/ 453 h 950"/>
                  <a:gd name="T6" fmla="*/ 1284 w 1819"/>
                  <a:gd name="T7" fmla="*/ 675 h 950"/>
                  <a:gd name="T8" fmla="*/ 1430 w 1819"/>
                  <a:gd name="T9" fmla="*/ 531 h 950"/>
                  <a:gd name="T10" fmla="*/ 1818 w 1819"/>
                  <a:gd name="T11" fmla="*/ 584 h 950"/>
                  <a:gd name="T12" fmla="*/ 1816 w 1819"/>
                  <a:gd name="T13" fmla="*/ 75 h 950"/>
                  <a:gd name="T14" fmla="*/ 1423 w 1819"/>
                  <a:gd name="T15" fmla="*/ 128 h 950"/>
                  <a:gd name="T16" fmla="*/ 1403 w 1819"/>
                  <a:gd name="T17" fmla="*/ 13 h 950"/>
                  <a:gd name="T18" fmla="*/ 1306 w 1819"/>
                  <a:gd name="T19" fmla="*/ 2 h 950"/>
                  <a:gd name="T20" fmla="*/ 903 w 1819"/>
                  <a:gd name="T21" fmla="*/ 3 h 950"/>
                  <a:gd name="T22" fmla="*/ 20 w 1819"/>
                  <a:gd name="T23" fmla="*/ 6 h 950"/>
                  <a:gd name="T24" fmla="*/ 11 w 1819"/>
                  <a:gd name="T25" fmla="*/ 640 h 950"/>
                  <a:gd name="T26" fmla="*/ 156 w 1819"/>
                  <a:gd name="T27" fmla="*/ 672 h 950"/>
                  <a:gd name="T28" fmla="*/ 719 w 1819"/>
                  <a:gd name="T29" fmla="*/ 533 h 950"/>
                  <a:gd name="T30" fmla="*/ 1187 w 1819"/>
                  <a:gd name="T31" fmla="*/ 422 h 950"/>
                  <a:gd name="T32" fmla="*/ 888 w 1819"/>
                  <a:gd name="T33" fmla="*/ 419 h 950"/>
                  <a:gd name="T34" fmla="*/ 817 w 1819"/>
                  <a:gd name="T35" fmla="*/ 828 h 950"/>
                  <a:gd name="T36" fmla="*/ 961 w 1819"/>
                  <a:gd name="T37" fmla="*/ 783 h 950"/>
                  <a:gd name="T38" fmla="*/ 1017 w 1819"/>
                  <a:gd name="T39" fmla="*/ 512 h 950"/>
                  <a:gd name="T40" fmla="*/ 961 w 1819"/>
                  <a:gd name="T41" fmla="*/ 783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19" h="950">
                    <a:moveTo>
                      <a:pt x="817" y="828"/>
                    </a:moveTo>
                    <a:cubicBezTo>
                      <a:pt x="940" y="950"/>
                      <a:pt x="1179" y="894"/>
                      <a:pt x="1225" y="724"/>
                    </a:cubicBezTo>
                    <a:cubicBezTo>
                      <a:pt x="1268" y="634"/>
                      <a:pt x="1177" y="543"/>
                      <a:pt x="1219" y="453"/>
                    </a:cubicBezTo>
                    <a:cubicBezTo>
                      <a:pt x="1243" y="526"/>
                      <a:pt x="1264" y="601"/>
                      <a:pt x="1284" y="675"/>
                    </a:cubicBezTo>
                    <a:cubicBezTo>
                      <a:pt x="1374" y="674"/>
                      <a:pt x="1427" y="621"/>
                      <a:pt x="1430" y="531"/>
                    </a:cubicBezTo>
                    <a:cubicBezTo>
                      <a:pt x="1559" y="551"/>
                      <a:pt x="1688" y="569"/>
                      <a:pt x="1818" y="584"/>
                    </a:cubicBezTo>
                    <a:cubicBezTo>
                      <a:pt x="1818" y="414"/>
                      <a:pt x="1819" y="245"/>
                      <a:pt x="1816" y="75"/>
                    </a:cubicBezTo>
                    <a:cubicBezTo>
                      <a:pt x="1686" y="96"/>
                      <a:pt x="1555" y="115"/>
                      <a:pt x="1423" y="128"/>
                    </a:cubicBezTo>
                    <a:cubicBezTo>
                      <a:pt x="1418" y="99"/>
                      <a:pt x="1408" y="42"/>
                      <a:pt x="1403" y="13"/>
                    </a:cubicBezTo>
                    <a:cubicBezTo>
                      <a:pt x="1379" y="10"/>
                      <a:pt x="1330" y="5"/>
                      <a:pt x="1306" y="2"/>
                    </a:cubicBezTo>
                    <a:cubicBezTo>
                      <a:pt x="1272" y="249"/>
                      <a:pt x="960" y="222"/>
                      <a:pt x="903" y="3"/>
                    </a:cubicBezTo>
                    <a:cubicBezTo>
                      <a:pt x="609" y="5"/>
                      <a:pt x="314" y="0"/>
                      <a:pt x="20" y="6"/>
                    </a:cubicBezTo>
                    <a:cubicBezTo>
                      <a:pt x="0" y="217"/>
                      <a:pt x="12" y="429"/>
                      <a:pt x="11" y="640"/>
                    </a:cubicBezTo>
                    <a:cubicBezTo>
                      <a:pt x="59" y="651"/>
                      <a:pt x="108" y="662"/>
                      <a:pt x="156" y="672"/>
                    </a:cubicBezTo>
                    <a:cubicBezTo>
                      <a:pt x="152" y="365"/>
                      <a:pt x="587" y="245"/>
                      <a:pt x="719" y="533"/>
                    </a:cubicBezTo>
                    <a:cubicBezTo>
                      <a:pt x="812" y="364"/>
                      <a:pt x="1026" y="315"/>
                      <a:pt x="1187" y="422"/>
                    </a:cubicBezTo>
                    <a:cubicBezTo>
                      <a:pt x="1088" y="463"/>
                      <a:pt x="985" y="351"/>
                      <a:pt x="888" y="419"/>
                    </a:cubicBezTo>
                    <a:cubicBezTo>
                      <a:pt x="727" y="481"/>
                      <a:pt x="688" y="716"/>
                      <a:pt x="817" y="828"/>
                    </a:cubicBezTo>
                    <a:moveTo>
                      <a:pt x="961" y="783"/>
                    </a:moveTo>
                    <a:cubicBezTo>
                      <a:pt x="783" y="756"/>
                      <a:pt x="844" y="461"/>
                      <a:pt x="1017" y="512"/>
                    </a:cubicBezTo>
                    <a:cubicBezTo>
                      <a:pt x="1190" y="540"/>
                      <a:pt x="1129" y="824"/>
                      <a:pt x="961" y="78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" name="Freeform 45"/>
              <p:cNvSpPr>
                <a:spLocks noEditPoints="1"/>
              </p:cNvSpPr>
              <p:nvPr/>
            </p:nvSpPr>
            <p:spPr bwMode="auto">
              <a:xfrm flipV="1">
                <a:off x="421" y="2846"/>
                <a:ext cx="1119" cy="734"/>
              </a:xfrm>
              <a:custGeom>
                <a:avLst/>
                <a:gdLst>
                  <a:gd name="T0" fmla="*/ 1343 w 4923"/>
                  <a:gd name="T1" fmla="*/ 3062 h 3212"/>
                  <a:gd name="T2" fmla="*/ 2584 w 4923"/>
                  <a:gd name="T3" fmla="*/ 2992 h 3212"/>
                  <a:gd name="T4" fmla="*/ 2838 w 4923"/>
                  <a:gd name="T5" fmla="*/ 2334 h 3212"/>
                  <a:gd name="T6" fmla="*/ 2470 w 4923"/>
                  <a:gd name="T7" fmla="*/ 2798 h 3212"/>
                  <a:gd name="T8" fmla="*/ 2769 w 4923"/>
                  <a:gd name="T9" fmla="*/ 1929 h 3212"/>
                  <a:gd name="T10" fmla="*/ 2751 w 4923"/>
                  <a:gd name="T11" fmla="*/ 2679 h 3212"/>
                  <a:gd name="T12" fmla="*/ 3180 w 4923"/>
                  <a:gd name="T13" fmla="*/ 1791 h 3212"/>
                  <a:gd name="T14" fmla="*/ 2796 w 4923"/>
                  <a:gd name="T15" fmla="*/ 1702 h 3212"/>
                  <a:gd name="T16" fmla="*/ 3244 w 4923"/>
                  <a:gd name="T17" fmla="*/ 1810 h 3212"/>
                  <a:gd name="T18" fmla="*/ 3464 w 4923"/>
                  <a:gd name="T19" fmla="*/ 1863 h 3212"/>
                  <a:gd name="T20" fmla="*/ 3287 w 4923"/>
                  <a:gd name="T21" fmla="*/ 1401 h 3212"/>
                  <a:gd name="T22" fmla="*/ 3371 w 4923"/>
                  <a:gd name="T23" fmla="*/ 1719 h 3212"/>
                  <a:gd name="T24" fmla="*/ 3284 w 4923"/>
                  <a:gd name="T25" fmla="*/ 1326 h 3212"/>
                  <a:gd name="T26" fmla="*/ 3908 w 4923"/>
                  <a:gd name="T27" fmla="*/ 1487 h 3212"/>
                  <a:gd name="T28" fmla="*/ 3883 w 4923"/>
                  <a:gd name="T29" fmla="*/ 2729 h 3212"/>
                  <a:gd name="T30" fmla="*/ 4403 w 4923"/>
                  <a:gd name="T31" fmla="*/ 2247 h 3212"/>
                  <a:gd name="T32" fmla="*/ 4823 w 4923"/>
                  <a:gd name="T33" fmla="*/ 1248 h 3212"/>
                  <a:gd name="T34" fmla="*/ 4193 w 4923"/>
                  <a:gd name="T35" fmla="*/ 435 h 3212"/>
                  <a:gd name="T36" fmla="*/ 3613 w 4923"/>
                  <a:gd name="T37" fmla="*/ 167 h 3212"/>
                  <a:gd name="T38" fmla="*/ 2878 w 4923"/>
                  <a:gd name="T39" fmla="*/ 222 h 3212"/>
                  <a:gd name="T40" fmla="*/ 2694 w 4923"/>
                  <a:gd name="T41" fmla="*/ 1295 h 3212"/>
                  <a:gd name="T42" fmla="*/ 1856 w 4923"/>
                  <a:gd name="T43" fmla="*/ 162 h 3212"/>
                  <a:gd name="T44" fmla="*/ 1684 w 4923"/>
                  <a:gd name="T45" fmla="*/ 605 h 3212"/>
                  <a:gd name="T46" fmla="*/ 512 w 4923"/>
                  <a:gd name="T47" fmla="*/ 235 h 3212"/>
                  <a:gd name="T48" fmla="*/ 172 w 4923"/>
                  <a:gd name="T49" fmla="*/ 539 h 3212"/>
                  <a:gd name="T50" fmla="*/ 664 w 4923"/>
                  <a:gd name="T51" fmla="*/ 2456 h 3212"/>
                  <a:gd name="T52" fmla="*/ 89 w 4923"/>
                  <a:gd name="T53" fmla="*/ 2039 h 3212"/>
                  <a:gd name="T54" fmla="*/ 1254 w 4923"/>
                  <a:gd name="T55" fmla="*/ 2893 h 3212"/>
                  <a:gd name="T56" fmla="*/ 703 w 4923"/>
                  <a:gd name="T57" fmla="*/ 2495 h 3212"/>
                  <a:gd name="T58" fmla="*/ 1216 w 4923"/>
                  <a:gd name="T59" fmla="*/ 2705 h 3212"/>
                  <a:gd name="T60" fmla="*/ 820 w 4923"/>
                  <a:gd name="T61" fmla="*/ 2926 h 3212"/>
                  <a:gd name="T62" fmla="*/ 2018 w 4923"/>
                  <a:gd name="T63" fmla="*/ 933 h 3212"/>
                  <a:gd name="T64" fmla="*/ 2208 w 4923"/>
                  <a:gd name="T65" fmla="*/ 2489 h 3212"/>
                  <a:gd name="T66" fmla="*/ 1792 w 4923"/>
                  <a:gd name="T67" fmla="*/ 1810 h 3212"/>
                  <a:gd name="T68" fmla="*/ 1363 w 4923"/>
                  <a:gd name="T69" fmla="*/ 2530 h 3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923" h="3212">
                    <a:moveTo>
                      <a:pt x="820" y="2926"/>
                    </a:moveTo>
                    <a:cubicBezTo>
                      <a:pt x="926" y="3089"/>
                      <a:pt x="1182" y="3212"/>
                      <a:pt x="1343" y="3062"/>
                    </a:cubicBezTo>
                    <a:cubicBezTo>
                      <a:pt x="1447" y="2824"/>
                      <a:pt x="1639" y="2588"/>
                      <a:pt x="1922" y="2585"/>
                    </a:cubicBezTo>
                    <a:cubicBezTo>
                      <a:pt x="2089" y="2790"/>
                      <a:pt x="2325" y="2937"/>
                      <a:pt x="2584" y="2992"/>
                    </a:cubicBezTo>
                    <a:cubicBezTo>
                      <a:pt x="2686" y="3018"/>
                      <a:pt x="2812" y="2982"/>
                      <a:pt x="2859" y="2880"/>
                    </a:cubicBezTo>
                    <a:cubicBezTo>
                      <a:pt x="2958" y="2709"/>
                      <a:pt x="2872" y="2510"/>
                      <a:pt x="2838" y="2334"/>
                    </a:cubicBezTo>
                    <a:cubicBezTo>
                      <a:pt x="2783" y="2474"/>
                      <a:pt x="2790" y="2623"/>
                      <a:pt x="2780" y="2770"/>
                    </a:cubicBezTo>
                    <a:cubicBezTo>
                      <a:pt x="2729" y="2897"/>
                      <a:pt x="2541" y="2918"/>
                      <a:pt x="2470" y="2798"/>
                    </a:cubicBezTo>
                    <a:cubicBezTo>
                      <a:pt x="2395" y="2478"/>
                      <a:pt x="2495" y="2125"/>
                      <a:pt x="2729" y="1890"/>
                    </a:cubicBezTo>
                    <a:cubicBezTo>
                      <a:pt x="2742" y="1903"/>
                      <a:pt x="2756" y="1916"/>
                      <a:pt x="2769" y="1929"/>
                    </a:cubicBezTo>
                    <a:cubicBezTo>
                      <a:pt x="2515" y="2115"/>
                      <a:pt x="2447" y="2471"/>
                      <a:pt x="2494" y="2766"/>
                    </a:cubicBezTo>
                    <a:cubicBezTo>
                      <a:pt x="2552" y="2909"/>
                      <a:pt x="2790" y="2832"/>
                      <a:pt x="2751" y="2679"/>
                    </a:cubicBezTo>
                    <a:cubicBezTo>
                      <a:pt x="2724" y="2386"/>
                      <a:pt x="2887" y="2065"/>
                      <a:pt x="3200" y="2018"/>
                    </a:cubicBezTo>
                    <a:cubicBezTo>
                      <a:pt x="3239" y="1945"/>
                      <a:pt x="3265" y="1844"/>
                      <a:pt x="3180" y="1791"/>
                    </a:cubicBezTo>
                    <a:cubicBezTo>
                      <a:pt x="3040" y="1726"/>
                      <a:pt x="2893" y="1838"/>
                      <a:pt x="2778" y="1906"/>
                    </a:cubicBezTo>
                    <a:cubicBezTo>
                      <a:pt x="2787" y="1839"/>
                      <a:pt x="2791" y="1770"/>
                      <a:pt x="2796" y="1702"/>
                    </a:cubicBezTo>
                    <a:cubicBezTo>
                      <a:pt x="2825" y="1733"/>
                      <a:pt x="2853" y="1764"/>
                      <a:pt x="2881" y="1795"/>
                    </a:cubicBezTo>
                    <a:cubicBezTo>
                      <a:pt x="2995" y="1752"/>
                      <a:pt x="3160" y="1678"/>
                      <a:pt x="3244" y="1810"/>
                    </a:cubicBezTo>
                    <a:cubicBezTo>
                      <a:pt x="3322" y="1901"/>
                      <a:pt x="3240" y="2011"/>
                      <a:pt x="3185" y="2088"/>
                    </a:cubicBezTo>
                    <a:cubicBezTo>
                      <a:pt x="3322" y="2096"/>
                      <a:pt x="3381" y="1946"/>
                      <a:pt x="3464" y="1863"/>
                    </a:cubicBezTo>
                    <a:cubicBezTo>
                      <a:pt x="3360" y="1737"/>
                      <a:pt x="3228" y="1640"/>
                      <a:pt x="3112" y="1526"/>
                    </a:cubicBezTo>
                    <a:cubicBezTo>
                      <a:pt x="3164" y="1476"/>
                      <a:pt x="3213" y="1418"/>
                      <a:pt x="3287" y="1401"/>
                    </a:cubicBezTo>
                    <a:cubicBezTo>
                      <a:pt x="3255" y="1451"/>
                      <a:pt x="3219" y="1499"/>
                      <a:pt x="3182" y="1546"/>
                    </a:cubicBezTo>
                    <a:cubicBezTo>
                      <a:pt x="3245" y="1603"/>
                      <a:pt x="3309" y="1661"/>
                      <a:pt x="3371" y="1719"/>
                    </a:cubicBezTo>
                    <a:cubicBezTo>
                      <a:pt x="3418" y="1672"/>
                      <a:pt x="3465" y="1616"/>
                      <a:pt x="3539" y="1624"/>
                    </a:cubicBezTo>
                    <a:cubicBezTo>
                      <a:pt x="3705" y="1488"/>
                      <a:pt x="3419" y="1253"/>
                      <a:pt x="3284" y="1326"/>
                    </a:cubicBezTo>
                    <a:cubicBezTo>
                      <a:pt x="3444" y="1098"/>
                      <a:pt x="3446" y="802"/>
                      <a:pt x="3376" y="543"/>
                    </a:cubicBezTo>
                    <a:cubicBezTo>
                      <a:pt x="3615" y="817"/>
                      <a:pt x="3817" y="1132"/>
                      <a:pt x="3908" y="1487"/>
                    </a:cubicBezTo>
                    <a:cubicBezTo>
                      <a:pt x="3814" y="1552"/>
                      <a:pt x="3729" y="1643"/>
                      <a:pt x="3720" y="1763"/>
                    </a:cubicBezTo>
                    <a:cubicBezTo>
                      <a:pt x="3686" y="2092"/>
                      <a:pt x="3748" y="2427"/>
                      <a:pt x="3883" y="2729"/>
                    </a:cubicBezTo>
                    <a:cubicBezTo>
                      <a:pt x="3959" y="2729"/>
                      <a:pt x="4035" y="2729"/>
                      <a:pt x="4112" y="2730"/>
                    </a:cubicBezTo>
                    <a:cubicBezTo>
                      <a:pt x="4159" y="2545"/>
                      <a:pt x="4234" y="2354"/>
                      <a:pt x="4403" y="2247"/>
                    </a:cubicBezTo>
                    <a:cubicBezTo>
                      <a:pt x="4371" y="2111"/>
                      <a:pt x="4346" y="1973"/>
                      <a:pt x="4330" y="1834"/>
                    </a:cubicBezTo>
                    <a:cubicBezTo>
                      <a:pt x="4555" y="1704"/>
                      <a:pt x="4756" y="1506"/>
                      <a:pt x="4823" y="1248"/>
                    </a:cubicBezTo>
                    <a:cubicBezTo>
                      <a:pt x="4923" y="876"/>
                      <a:pt x="4762" y="487"/>
                      <a:pt x="4544" y="189"/>
                    </a:cubicBezTo>
                    <a:cubicBezTo>
                      <a:pt x="4392" y="0"/>
                      <a:pt x="4064" y="227"/>
                      <a:pt x="4193" y="435"/>
                    </a:cubicBezTo>
                    <a:cubicBezTo>
                      <a:pt x="4355" y="686"/>
                      <a:pt x="4528" y="1034"/>
                      <a:pt x="4313" y="1308"/>
                    </a:cubicBezTo>
                    <a:cubicBezTo>
                      <a:pt x="4183" y="876"/>
                      <a:pt x="3935" y="482"/>
                      <a:pt x="3613" y="167"/>
                    </a:cubicBezTo>
                    <a:cubicBezTo>
                      <a:pt x="3499" y="65"/>
                      <a:pt x="3323" y="140"/>
                      <a:pt x="3266" y="268"/>
                    </a:cubicBezTo>
                    <a:cubicBezTo>
                      <a:pt x="3197" y="117"/>
                      <a:pt x="2975" y="79"/>
                      <a:pt x="2878" y="222"/>
                    </a:cubicBezTo>
                    <a:cubicBezTo>
                      <a:pt x="2761" y="395"/>
                      <a:pt x="2952" y="564"/>
                      <a:pt x="2970" y="738"/>
                    </a:cubicBezTo>
                    <a:cubicBezTo>
                      <a:pt x="3039" y="967"/>
                      <a:pt x="2890" y="1189"/>
                      <a:pt x="2694" y="1295"/>
                    </a:cubicBezTo>
                    <a:cubicBezTo>
                      <a:pt x="2613" y="983"/>
                      <a:pt x="2419" y="714"/>
                      <a:pt x="2198" y="484"/>
                    </a:cubicBezTo>
                    <a:cubicBezTo>
                      <a:pt x="2314" y="265"/>
                      <a:pt x="2074" y="10"/>
                      <a:pt x="1856" y="162"/>
                    </a:cubicBezTo>
                    <a:cubicBezTo>
                      <a:pt x="1727" y="91"/>
                      <a:pt x="1544" y="141"/>
                      <a:pt x="1509" y="294"/>
                    </a:cubicBezTo>
                    <a:cubicBezTo>
                      <a:pt x="1468" y="432"/>
                      <a:pt x="1592" y="528"/>
                      <a:pt x="1684" y="605"/>
                    </a:cubicBezTo>
                    <a:cubicBezTo>
                      <a:pt x="1577" y="847"/>
                      <a:pt x="1433" y="1073"/>
                      <a:pt x="1255" y="1269"/>
                    </a:cubicBezTo>
                    <a:cubicBezTo>
                      <a:pt x="1167" y="838"/>
                      <a:pt x="877" y="472"/>
                      <a:pt x="512" y="235"/>
                    </a:cubicBezTo>
                    <a:cubicBezTo>
                      <a:pt x="411" y="168"/>
                      <a:pt x="283" y="73"/>
                      <a:pt x="160" y="146"/>
                    </a:cubicBezTo>
                    <a:cubicBezTo>
                      <a:pt x="0" y="219"/>
                      <a:pt x="13" y="472"/>
                      <a:pt x="172" y="539"/>
                    </a:cubicBezTo>
                    <a:cubicBezTo>
                      <a:pt x="549" y="748"/>
                      <a:pt x="865" y="1135"/>
                      <a:pt x="843" y="1586"/>
                    </a:cubicBezTo>
                    <a:cubicBezTo>
                      <a:pt x="583" y="1799"/>
                      <a:pt x="691" y="2168"/>
                      <a:pt x="664" y="2456"/>
                    </a:cubicBezTo>
                    <a:cubicBezTo>
                      <a:pt x="521" y="2314"/>
                      <a:pt x="412" y="2143"/>
                      <a:pt x="347" y="1952"/>
                    </a:cubicBezTo>
                    <a:cubicBezTo>
                      <a:pt x="292" y="1806"/>
                      <a:pt x="48" y="1889"/>
                      <a:pt x="89" y="2039"/>
                    </a:cubicBezTo>
                    <a:cubicBezTo>
                      <a:pt x="206" y="2503"/>
                      <a:pt x="619" y="2847"/>
                      <a:pt x="1068" y="2973"/>
                    </a:cubicBezTo>
                    <a:cubicBezTo>
                      <a:pt x="1146" y="3005"/>
                      <a:pt x="1205" y="2942"/>
                      <a:pt x="1254" y="2893"/>
                    </a:cubicBezTo>
                    <a:cubicBezTo>
                      <a:pt x="1254" y="2865"/>
                      <a:pt x="1254" y="2810"/>
                      <a:pt x="1254" y="2783"/>
                    </a:cubicBezTo>
                    <a:cubicBezTo>
                      <a:pt x="1086" y="2660"/>
                      <a:pt x="874" y="2617"/>
                      <a:pt x="703" y="2495"/>
                    </a:cubicBezTo>
                    <a:cubicBezTo>
                      <a:pt x="717" y="2483"/>
                      <a:pt x="731" y="2471"/>
                      <a:pt x="745" y="2459"/>
                    </a:cubicBezTo>
                    <a:cubicBezTo>
                      <a:pt x="877" y="2585"/>
                      <a:pt x="1057" y="2629"/>
                      <a:pt x="1216" y="2705"/>
                    </a:cubicBezTo>
                    <a:cubicBezTo>
                      <a:pt x="1350" y="2788"/>
                      <a:pt x="1281" y="3002"/>
                      <a:pt x="1133" y="3016"/>
                    </a:cubicBezTo>
                    <a:cubicBezTo>
                      <a:pt x="1023" y="3014"/>
                      <a:pt x="924" y="2955"/>
                      <a:pt x="820" y="2926"/>
                    </a:cubicBezTo>
                    <a:moveTo>
                      <a:pt x="1302" y="1838"/>
                    </a:moveTo>
                    <a:cubicBezTo>
                      <a:pt x="1594" y="1584"/>
                      <a:pt x="1835" y="1275"/>
                      <a:pt x="2018" y="933"/>
                    </a:cubicBezTo>
                    <a:cubicBezTo>
                      <a:pt x="2141" y="1097"/>
                      <a:pt x="2254" y="1276"/>
                      <a:pt x="2283" y="1483"/>
                    </a:cubicBezTo>
                    <a:cubicBezTo>
                      <a:pt x="2084" y="1775"/>
                      <a:pt x="2145" y="2161"/>
                      <a:pt x="2208" y="2489"/>
                    </a:cubicBezTo>
                    <a:cubicBezTo>
                      <a:pt x="2075" y="2322"/>
                      <a:pt x="2005" y="2116"/>
                      <a:pt x="2046" y="1902"/>
                    </a:cubicBezTo>
                    <a:cubicBezTo>
                      <a:pt x="2084" y="1755"/>
                      <a:pt x="1859" y="1678"/>
                      <a:pt x="1792" y="1810"/>
                    </a:cubicBezTo>
                    <a:cubicBezTo>
                      <a:pt x="1733" y="1972"/>
                      <a:pt x="1757" y="2151"/>
                      <a:pt x="1790" y="2317"/>
                    </a:cubicBezTo>
                    <a:cubicBezTo>
                      <a:pt x="1631" y="2347"/>
                      <a:pt x="1486" y="2425"/>
                      <a:pt x="1363" y="2530"/>
                    </a:cubicBezTo>
                    <a:cubicBezTo>
                      <a:pt x="1321" y="2302"/>
                      <a:pt x="1283" y="2071"/>
                      <a:pt x="1302" y="183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1" name="Freeform 46"/>
              <p:cNvSpPr>
                <a:spLocks/>
              </p:cNvSpPr>
              <p:nvPr/>
            </p:nvSpPr>
            <p:spPr bwMode="auto">
              <a:xfrm flipV="1">
                <a:off x="1669" y="2870"/>
                <a:ext cx="413" cy="444"/>
              </a:xfrm>
              <a:custGeom>
                <a:avLst/>
                <a:gdLst>
                  <a:gd name="T0" fmla="*/ 400 w 1815"/>
                  <a:gd name="T1" fmla="*/ 1783 h 1948"/>
                  <a:gd name="T2" fmla="*/ 866 w 1815"/>
                  <a:gd name="T3" fmla="*/ 1796 h 1948"/>
                  <a:gd name="T4" fmla="*/ 1262 w 1815"/>
                  <a:gd name="T5" fmla="*/ 1459 h 1948"/>
                  <a:gd name="T6" fmla="*/ 1657 w 1815"/>
                  <a:gd name="T7" fmla="*/ 1577 h 1948"/>
                  <a:gd name="T8" fmla="*/ 1774 w 1815"/>
                  <a:gd name="T9" fmla="*/ 1423 h 1948"/>
                  <a:gd name="T10" fmla="*/ 1020 w 1815"/>
                  <a:gd name="T11" fmla="*/ 1321 h 1948"/>
                  <a:gd name="T12" fmla="*/ 834 w 1815"/>
                  <a:gd name="T13" fmla="*/ 1142 h 1948"/>
                  <a:gd name="T14" fmla="*/ 778 w 1815"/>
                  <a:gd name="T15" fmla="*/ 752 h 1948"/>
                  <a:gd name="T16" fmla="*/ 1117 w 1815"/>
                  <a:gd name="T17" fmla="*/ 125 h 1948"/>
                  <a:gd name="T18" fmla="*/ 0 w 1815"/>
                  <a:gd name="T19" fmla="*/ 85 h 1948"/>
                  <a:gd name="T20" fmla="*/ 307 w 1815"/>
                  <a:gd name="T21" fmla="*/ 916 h 1948"/>
                  <a:gd name="T22" fmla="*/ 358 w 1815"/>
                  <a:gd name="T23" fmla="*/ 1485 h 1948"/>
                  <a:gd name="T24" fmla="*/ 668 w 1815"/>
                  <a:gd name="T25" fmla="*/ 1510 h 1948"/>
                  <a:gd name="T26" fmla="*/ 693 w 1815"/>
                  <a:gd name="T27" fmla="*/ 1762 h 1948"/>
                  <a:gd name="T28" fmla="*/ 400 w 1815"/>
                  <a:gd name="T29" fmla="*/ 1783 h 1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15" h="1948">
                    <a:moveTo>
                      <a:pt x="400" y="1783"/>
                    </a:moveTo>
                    <a:cubicBezTo>
                      <a:pt x="519" y="1909"/>
                      <a:pt x="751" y="1948"/>
                      <a:pt x="866" y="1796"/>
                    </a:cubicBezTo>
                    <a:cubicBezTo>
                      <a:pt x="965" y="1653"/>
                      <a:pt x="1075" y="1486"/>
                      <a:pt x="1262" y="1459"/>
                    </a:cubicBezTo>
                    <a:cubicBezTo>
                      <a:pt x="1407" y="1430"/>
                      <a:pt x="1532" y="1519"/>
                      <a:pt x="1657" y="1577"/>
                    </a:cubicBezTo>
                    <a:cubicBezTo>
                      <a:pt x="1747" y="1614"/>
                      <a:pt x="1815" y="1500"/>
                      <a:pt x="1774" y="1423"/>
                    </a:cubicBezTo>
                    <a:cubicBezTo>
                      <a:pt x="1575" y="1240"/>
                      <a:pt x="1260" y="1185"/>
                      <a:pt x="1020" y="1321"/>
                    </a:cubicBezTo>
                    <a:cubicBezTo>
                      <a:pt x="984" y="1238"/>
                      <a:pt x="922" y="1171"/>
                      <a:pt x="834" y="1142"/>
                    </a:cubicBezTo>
                    <a:cubicBezTo>
                      <a:pt x="804" y="1016"/>
                      <a:pt x="751" y="882"/>
                      <a:pt x="778" y="752"/>
                    </a:cubicBezTo>
                    <a:cubicBezTo>
                      <a:pt x="885" y="540"/>
                      <a:pt x="1003" y="334"/>
                      <a:pt x="1117" y="125"/>
                    </a:cubicBezTo>
                    <a:cubicBezTo>
                      <a:pt x="759" y="0"/>
                      <a:pt x="368" y="3"/>
                      <a:pt x="0" y="85"/>
                    </a:cubicBezTo>
                    <a:cubicBezTo>
                      <a:pt x="103" y="362"/>
                      <a:pt x="184" y="647"/>
                      <a:pt x="307" y="916"/>
                    </a:cubicBezTo>
                    <a:cubicBezTo>
                      <a:pt x="386" y="1096"/>
                      <a:pt x="395" y="1295"/>
                      <a:pt x="358" y="1485"/>
                    </a:cubicBezTo>
                    <a:cubicBezTo>
                      <a:pt x="461" y="1498"/>
                      <a:pt x="565" y="1496"/>
                      <a:pt x="668" y="1510"/>
                    </a:cubicBezTo>
                    <a:cubicBezTo>
                      <a:pt x="776" y="1542"/>
                      <a:pt x="791" y="1709"/>
                      <a:pt x="693" y="1762"/>
                    </a:cubicBezTo>
                    <a:cubicBezTo>
                      <a:pt x="602" y="1806"/>
                      <a:pt x="496" y="1775"/>
                      <a:pt x="400" y="178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Freeform 47"/>
              <p:cNvSpPr>
                <a:spLocks/>
              </p:cNvSpPr>
              <p:nvPr/>
            </p:nvSpPr>
            <p:spPr bwMode="auto">
              <a:xfrm flipV="1">
                <a:off x="2730" y="2866"/>
                <a:ext cx="418" cy="448"/>
              </a:xfrm>
              <a:custGeom>
                <a:avLst/>
                <a:gdLst>
                  <a:gd name="T0" fmla="*/ 351 w 1840"/>
                  <a:gd name="T1" fmla="*/ 1487 h 1966"/>
                  <a:gd name="T2" fmla="*/ 739 w 1840"/>
                  <a:gd name="T3" fmla="*/ 1881 h 1966"/>
                  <a:gd name="T4" fmla="*/ 1721 w 1840"/>
                  <a:gd name="T5" fmla="*/ 1889 h 1966"/>
                  <a:gd name="T6" fmla="*/ 1840 w 1840"/>
                  <a:gd name="T7" fmla="*/ 1758 h 1966"/>
                  <a:gd name="T8" fmla="*/ 749 w 1840"/>
                  <a:gd name="T9" fmla="*/ 1756 h 1966"/>
                  <a:gd name="T10" fmla="*/ 575 w 1840"/>
                  <a:gd name="T11" fmla="*/ 1545 h 1966"/>
                  <a:gd name="T12" fmla="*/ 1028 w 1840"/>
                  <a:gd name="T13" fmla="*/ 1413 h 1966"/>
                  <a:gd name="T14" fmla="*/ 832 w 1840"/>
                  <a:gd name="T15" fmla="*/ 1139 h 1966"/>
                  <a:gd name="T16" fmla="*/ 767 w 1840"/>
                  <a:gd name="T17" fmla="*/ 780 h 1966"/>
                  <a:gd name="T18" fmla="*/ 1116 w 1840"/>
                  <a:gd name="T19" fmla="*/ 123 h 1966"/>
                  <a:gd name="T20" fmla="*/ 0 w 1840"/>
                  <a:gd name="T21" fmla="*/ 87 h 1966"/>
                  <a:gd name="T22" fmla="*/ 304 w 1840"/>
                  <a:gd name="T23" fmla="*/ 907 h 1966"/>
                  <a:gd name="T24" fmla="*/ 351 w 1840"/>
                  <a:gd name="T25" fmla="*/ 1487 h 19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40" h="1966">
                    <a:moveTo>
                      <a:pt x="351" y="1487"/>
                    </a:moveTo>
                    <a:cubicBezTo>
                      <a:pt x="282" y="1708"/>
                      <a:pt x="511" y="1966"/>
                      <a:pt x="739" y="1881"/>
                    </a:cubicBezTo>
                    <a:cubicBezTo>
                      <a:pt x="1042" y="1718"/>
                      <a:pt x="1415" y="1748"/>
                      <a:pt x="1721" y="1889"/>
                    </a:cubicBezTo>
                    <a:cubicBezTo>
                      <a:pt x="1772" y="1856"/>
                      <a:pt x="1810" y="1810"/>
                      <a:pt x="1840" y="1758"/>
                    </a:cubicBezTo>
                    <a:cubicBezTo>
                      <a:pt x="1477" y="1738"/>
                      <a:pt x="1106" y="1607"/>
                      <a:pt x="749" y="1756"/>
                    </a:cubicBezTo>
                    <a:cubicBezTo>
                      <a:pt x="617" y="1838"/>
                      <a:pt x="481" y="1655"/>
                      <a:pt x="575" y="1545"/>
                    </a:cubicBezTo>
                    <a:cubicBezTo>
                      <a:pt x="702" y="1446"/>
                      <a:pt x="875" y="1439"/>
                      <a:pt x="1028" y="1413"/>
                    </a:cubicBezTo>
                    <a:cubicBezTo>
                      <a:pt x="1020" y="1290"/>
                      <a:pt x="956" y="1176"/>
                      <a:pt x="832" y="1139"/>
                    </a:cubicBezTo>
                    <a:cubicBezTo>
                      <a:pt x="803" y="1021"/>
                      <a:pt x="766" y="903"/>
                      <a:pt x="767" y="780"/>
                    </a:cubicBezTo>
                    <a:cubicBezTo>
                      <a:pt x="871" y="555"/>
                      <a:pt x="1003" y="343"/>
                      <a:pt x="1116" y="123"/>
                    </a:cubicBezTo>
                    <a:cubicBezTo>
                      <a:pt x="758" y="1"/>
                      <a:pt x="367" y="0"/>
                      <a:pt x="0" y="87"/>
                    </a:cubicBezTo>
                    <a:cubicBezTo>
                      <a:pt x="106" y="359"/>
                      <a:pt x="182" y="641"/>
                      <a:pt x="304" y="907"/>
                    </a:cubicBezTo>
                    <a:cubicBezTo>
                      <a:pt x="384" y="1089"/>
                      <a:pt x="403" y="1294"/>
                      <a:pt x="351" y="148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Freeform 48"/>
              <p:cNvSpPr>
                <a:spLocks/>
              </p:cNvSpPr>
              <p:nvPr/>
            </p:nvSpPr>
            <p:spPr bwMode="auto">
              <a:xfrm flipV="1">
                <a:off x="1364" y="2903"/>
                <a:ext cx="225" cy="168"/>
              </a:xfrm>
              <a:custGeom>
                <a:avLst/>
                <a:gdLst>
                  <a:gd name="T0" fmla="*/ 386 w 991"/>
                  <a:gd name="T1" fmla="*/ 298 h 736"/>
                  <a:gd name="T2" fmla="*/ 729 w 991"/>
                  <a:gd name="T3" fmla="*/ 677 h 736"/>
                  <a:gd name="T4" fmla="*/ 901 w 991"/>
                  <a:gd name="T5" fmla="*/ 461 h 736"/>
                  <a:gd name="T6" fmla="*/ 344 w 991"/>
                  <a:gd name="T7" fmla="*/ 34 h 736"/>
                  <a:gd name="T8" fmla="*/ 0 w 991"/>
                  <a:gd name="T9" fmla="*/ 500 h 736"/>
                  <a:gd name="T10" fmla="*/ 283 w 991"/>
                  <a:gd name="T11" fmla="*/ 502 h 736"/>
                  <a:gd name="T12" fmla="*/ 386 w 991"/>
                  <a:gd name="T13" fmla="*/ 298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1" h="736">
                    <a:moveTo>
                      <a:pt x="386" y="298"/>
                    </a:moveTo>
                    <a:cubicBezTo>
                      <a:pt x="548" y="376"/>
                      <a:pt x="607" y="557"/>
                      <a:pt x="729" y="677"/>
                    </a:cubicBezTo>
                    <a:cubicBezTo>
                      <a:pt x="859" y="736"/>
                      <a:pt x="991" y="572"/>
                      <a:pt x="901" y="461"/>
                    </a:cubicBezTo>
                    <a:cubicBezTo>
                      <a:pt x="782" y="261"/>
                      <a:pt x="612" y="0"/>
                      <a:pt x="344" y="34"/>
                    </a:cubicBezTo>
                    <a:cubicBezTo>
                      <a:pt x="131" y="79"/>
                      <a:pt x="52" y="315"/>
                      <a:pt x="0" y="500"/>
                    </a:cubicBezTo>
                    <a:cubicBezTo>
                      <a:pt x="95" y="501"/>
                      <a:pt x="189" y="501"/>
                      <a:pt x="283" y="502"/>
                    </a:cubicBezTo>
                    <a:cubicBezTo>
                      <a:pt x="315" y="433"/>
                      <a:pt x="349" y="364"/>
                      <a:pt x="386" y="2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49"/>
              <p:cNvSpPr>
                <a:spLocks/>
              </p:cNvSpPr>
              <p:nvPr/>
            </p:nvSpPr>
            <p:spPr bwMode="auto">
              <a:xfrm flipV="1">
                <a:off x="1613" y="2896"/>
                <a:ext cx="226" cy="204"/>
              </a:xfrm>
              <a:custGeom>
                <a:avLst/>
                <a:gdLst>
                  <a:gd name="T0" fmla="*/ 0 w 995"/>
                  <a:gd name="T1" fmla="*/ 123 h 890"/>
                  <a:gd name="T2" fmla="*/ 934 w 995"/>
                  <a:gd name="T3" fmla="*/ 790 h 890"/>
                  <a:gd name="T4" fmla="*/ 924 w 995"/>
                  <a:gd name="T5" fmla="*/ 598 h 890"/>
                  <a:gd name="T6" fmla="*/ 214 w 995"/>
                  <a:gd name="T7" fmla="*/ 138 h 890"/>
                  <a:gd name="T8" fmla="*/ 0 w 995"/>
                  <a:gd name="T9" fmla="*/ 123 h 8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5" h="890">
                    <a:moveTo>
                      <a:pt x="0" y="123"/>
                    </a:moveTo>
                    <a:cubicBezTo>
                      <a:pt x="67" y="541"/>
                      <a:pt x="508" y="890"/>
                      <a:pt x="934" y="790"/>
                    </a:cubicBezTo>
                    <a:cubicBezTo>
                      <a:pt x="995" y="734"/>
                      <a:pt x="968" y="655"/>
                      <a:pt x="924" y="598"/>
                    </a:cubicBezTo>
                    <a:cubicBezTo>
                      <a:pt x="609" y="651"/>
                      <a:pt x="309" y="434"/>
                      <a:pt x="214" y="138"/>
                    </a:cubicBezTo>
                    <a:cubicBezTo>
                      <a:pt x="198" y="21"/>
                      <a:pt x="24" y="0"/>
                      <a:pt x="0" y="1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50"/>
              <p:cNvSpPr>
                <a:spLocks/>
              </p:cNvSpPr>
              <p:nvPr/>
            </p:nvSpPr>
            <p:spPr bwMode="auto">
              <a:xfrm flipV="1">
                <a:off x="2853" y="2911"/>
                <a:ext cx="306" cy="83"/>
              </a:xfrm>
              <a:custGeom>
                <a:avLst/>
                <a:gdLst>
                  <a:gd name="T0" fmla="*/ 80 w 1342"/>
                  <a:gd name="T1" fmla="*/ 318 h 366"/>
                  <a:gd name="T2" fmla="*/ 255 w 1342"/>
                  <a:gd name="T3" fmla="*/ 302 h 366"/>
                  <a:gd name="T4" fmla="*/ 1164 w 1342"/>
                  <a:gd name="T5" fmla="*/ 322 h 366"/>
                  <a:gd name="T6" fmla="*/ 1221 w 1342"/>
                  <a:gd name="T7" fmla="*/ 131 h 366"/>
                  <a:gd name="T8" fmla="*/ 118 w 1342"/>
                  <a:gd name="T9" fmla="*/ 127 h 366"/>
                  <a:gd name="T10" fmla="*/ 80 w 1342"/>
                  <a:gd name="T11" fmla="*/ 318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2" h="366">
                    <a:moveTo>
                      <a:pt x="80" y="318"/>
                    </a:moveTo>
                    <a:cubicBezTo>
                      <a:pt x="128" y="364"/>
                      <a:pt x="199" y="307"/>
                      <a:pt x="255" y="302"/>
                    </a:cubicBezTo>
                    <a:cubicBezTo>
                      <a:pt x="552" y="205"/>
                      <a:pt x="868" y="251"/>
                      <a:pt x="1164" y="322"/>
                    </a:cubicBezTo>
                    <a:cubicBezTo>
                      <a:pt x="1286" y="366"/>
                      <a:pt x="1342" y="163"/>
                      <a:pt x="1221" y="131"/>
                    </a:cubicBezTo>
                    <a:cubicBezTo>
                      <a:pt x="867" y="11"/>
                      <a:pt x="472" y="0"/>
                      <a:pt x="118" y="127"/>
                    </a:cubicBezTo>
                    <a:cubicBezTo>
                      <a:pt x="30" y="146"/>
                      <a:pt x="0" y="268"/>
                      <a:pt x="80" y="3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Freeform 51"/>
              <p:cNvSpPr>
                <a:spLocks/>
              </p:cNvSpPr>
              <p:nvPr/>
            </p:nvSpPr>
            <p:spPr bwMode="auto">
              <a:xfrm flipV="1">
                <a:off x="1566" y="2929"/>
                <a:ext cx="89" cy="54"/>
              </a:xfrm>
              <a:custGeom>
                <a:avLst/>
                <a:gdLst>
                  <a:gd name="T0" fmla="*/ 246 w 392"/>
                  <a:gd name="T1" fmla="*/ 239 h 239"/>
                  <a:gd name="T2" fmla="*/ 392 w 392"/>
                  <a:gd name="T3" fmla="*/ 218 h 239"/>
                  <a:gd name="T4" fmla="*/ 0 w 392"/>
                  <a:gd name="T5" fmla="*/ 0 h 239"/>
                  <a:gd name="T6" fmla="*/ 197 w 392"/>
                  <a:gd name="T7" fmla="*/ 131 h 239"/>
                  <a:gd name="T8" fmla="*/ 246 w 392"/>
                  <a:gd name="T9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2" h="239">
                    <a:moveTo>
                      <a:pt x="246" y="239"/>
                    </a:moveTo>
                    <a:cubicBezTo>
                      <a:pt x="295" y="232"/>
                      <a:pt x="343" y="225"/>
                      <a:pt x="392" y="218"/>
                    </a:cubicBezTo>
                    <a:cubicBezTo>
                      <a:pt x="360" y="31"/>
                      <a:pt x="142" y="40"/>
                      <a:pt x="0" y="0"/>
                    </a:cubicBezTo>
                    <a:cubicBezTo>
                      <a:pt x="31" y="92"/>
                      <a:pt x="108" y="125"/>
                      <a:pt x="197" y="131"/>
                    </a:cubicBezTo>
                    <a:cubicBezTo>
                      <a:pt x="214" y="167"/>
                      <a:pt x="230" y="203"/>
                      <a:pt x="246" y="23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Freeform 52"/>
              <p:cNvSpPr>
                <a:spLocks/>
              </p:cNvSpPr>
              <p:nvPr/>
            </p:nvSpPr>
            <p:spPr bwMode="auto">
              <a:xfrm flipV="1">
                <a:off x="1436" y="2957"/>
                <a:ext cx="56" cy="37"/>
              </a:xfrm>
              <a:custGeom>
                <a:avLst/>
                <a:gdLst>
                  <a:gd name="T0" fmla="*/ 0 w 249"/>
                  <a:gd name="T1" fmla="*/ 161 h 164"/>
                  <a:gd name="T2" fmla="*/ 249 w 249"/>
                  <a:gd name="T3" fmla="*/ 163 h 164"/>
                  <a:gd name="T4" fmla="*/ 0 w 249"/>
                  <a:gd name="T5" fmla="*/ 16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9" h="164">
                    <a:moveTo>
                      <a:pt x="0" y="161"/>
                    </a:moveTo>
                    <a:cubicBezTo>
                      <a:pt x="83" y="164"/>
                      <a:pt x="166" y="164"/>
                      <a:pt x="249" y="163"/>
                    </a:cubicBezTo>
                    <a:cubicBezTo>
                      <a:pt x="187" y="41"/>
                      <a:pt x="38" y="0"/>
                      <a:pt x="0" y="1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Freeform 53"/>
              <p:cNvSpPr>
                <a:spLocks/>
              </p:cNvSpPr>
              <p:nvPr/>
            </p:nvSpPr>
            <p:spPr bwMode="auto">
              <a:xfrm flipV="1">
                <a:off x="1824" y="3298"/>
                <a:ext cx="316" cy="269"/>
              </a:xfrm>
              <a:custGeom>
                <a:avLst/>
                <a:gdLst>
                  <a:gd name="T0" fmla="*/ 0 w 1389"/>
                  <a:gd name="T1" fmla="*/ 1086 h 1177"/>
                  <a:gd name="T2" fmla="*/ 425 w 1389"/>
                  <a:gd name="T3" fmla="*/ 1177 h 1177"/>
                  <a:gd name="T4" fmla="*/ 816 w 1389"/>
                  <a:gd name="T5" fmla="*/ 606 h 1177"/>
                  <a:gd name="T6" fmla="*/ 1037 w 1389"/>
                  <a:gd name="T7" fmla="*/ 1098 h 1177"/>
                  <a:gd name="T8" fmla="*/ 1389 w 1389"/>
                  <a:gd name="T9" fmla="*/ 1084 h 1177"/>
                  <a:gd name="T10" fmla="*/ 1053 w 1389"/>
                  <a:gd name="T11" fmla="*/ 346 h 1177"/>
                  <a:gd name="T12" fmla="*/ 916 w 1389"/>
                  <a:gd name="T13" fmla="*/ 91 h 1177"/>
                  <a:gd name="T14" fmla="*/ 558 w 1389"/>
                  <a:gd name="T15" fmla="*/ 354 h 1177"/>
                  <a:gd name="T16" fmla="*/ 0 w 1389"/>
                  <a:gd name="T17" fmla="*/ 1086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9" h="1177">
                    <a:moveTo>
                      <a:pt x="0" y="1086"/>
                    </a:moveTo>
                    <a:cubicBezTo>
                      <a:pt x="143" y="1109"/>
                      <a:pt x="285" y="1140"/>
                      <a:pt x="425" y="1177"/>
                    </a:cubicBezTo>
                    <a:cubicBezTo>
                      <a:pt x="608" y="1028"/>
                      <a:pt x="690" y="799"/>
                      <a:pt x="816" y="606"/>
                    </a:cubicBezTo>
                    <a:cubicBezTo>
                      <a:pt x="922" y="753"/>
                      <a:pt x="1003" y="919"/>
                      <a:pt x="1037" y="1098"/>
                    </a:cubicBezTo>
                    <a:cubicBezTo>
                      <a:pt x="1154" y="1090"/>
                      <a:pt x="1272" y="1086"/>
                      <a:pt x="1389" y="1084"/>
                    </a:cubicBezTo>
                    <a:cubicBezTo>
                      <a:pt x="1349" y="812"/>
                      <a:pt x="1229" y="557"/>
                      <a:pt x="1053" y="346"/>
                    </a:cubicBezTo>
                    <a:cubicBezTo>
                      <a:pt x="980" y="275"/>
                      <a:pt x="1015" y="141"/>
                      <a:pt x="916" y="91"/>
                    </a:cubicBezTo>
                    <a:cubicBezTo>
                      <a:pt x="739" y="0"/>
                      <a:pt x="465" y="129"/>
                      <a:pt x="558" y="354"/>
                    </a:cubicBezTo>
                    <a:cubicBezTo>
                      <a:pt x="404" y="623"/>
                      <a:pt x="261" y="904"/>
                      <a:pt x="0" y="10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Freeform 54"/>
              <p:cNvSpPr>
                <a:spLocks/>
              </p:cNvSpPr>
              <p:nvPr/>
            </p:nvSpPr>
            <p:spPr bwMode="auto">
              <a:xfrm flipV="1">
                <a:off x="2158" y="3299"/>
                <a:ext cx="129" cy="264"/>
              </a:xfrm>
              <a:custGeom>
                <a:avLst/>
                <a:gdLst>
                  <a:gd name="T0" fmla="*/ 0 w 569"/>
                  <a:gd name="T1" fmla="*/ 1068 h 1156"/>
                  <a:gd name="T2" fmla="*/ 422 w 569"/>
                  <a:gd name="T3" fmla="*/ 1156 h 1156"/>
                  <a:gd name="T4" fmla="*/ 536 w 569"/>
                  <a:gd name="T5" fmla="*/ 914 h 1156"/>
                  <a:gd name="T6" fmla="*/ 393 w 569"/>
                  <a:gd name="T7" fmla="*/ 154 h 1156"/>
                  <a:gd name="T8" fmla="*/ 67 w 569"/>
                  <a:gd name="T9" fmla="*/ 204 h 1156"/>
                  <a:gd name="T10" fmla="*/ 170 w 569"/>
                  <a:gd name="T11" fmla="*/ 904 h 1156"/>
                  <a:gd name="T12" fmla="*/ 0 w 569"/>
                  <a:gd name="T13" fmla="*/ 1068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9" h="1156">
                    <a:moveTo>
                      <a:pt x="0" y="1068"/>
                    </a:moveTo>
                    <a:cubicBezTo>
                      <a:pt x="143" y="1087"/>
                      <a:pt x="284" y="1117"/>
                      <a:pt x="422" y="1156"/>
                    </a:cubicBezTo>
                    <a:cubicBezTo>
                      <a:pt x="487" y="1091"/>
                      <a:pt x="569" y="1016"/>
                      <a:pt x="536" y="914"/>
                    </a:cubicBezTo>
                    <a:cubicBezTo>
                      <a:pt x="488" y="661"/>
                      <a:pt x="456" y="404"/>
                      <a:pt x="393" y="154"/>
                    </a:cubicBezTo>
                    <a:cubicBezTo>
                      <a:pt x="331" y="0"/>
                      <a:pt x="76" y="39"/>
                      <a:pt x="67" y="204"/>
                    </a:cubicBezTo>
                    <a:cubicBezTo>
                      <a:pt x="73" y="440"/>
                      <a:pt x="157" y="668"/>
                      <a:pt x="170" y="904"/>
                    </a:cubicBezTo>
                    <a:cubicBezTo>
                      <a:pt x="119" y="964"/>
                      <a:pt x="58" y="1015"/>
                      <a:pt x="0" y="106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55"/>
              <p:cNvSpPr>
                <a:spLocks/>
              </p:cNvSpPr>
              <p:nvPr/>
            </p:nvSpPr>
            <p:spPr bwMode="auto">
              <a:xfrm flipV="1">
                <a:off x="2668" y="3299"/>
                <a:ext cx="349" cy="262"/>
              </a:xfrm>
              <a:custGeom>
                <a:avLst/>
                <a:gdLst>
                  <a:gd name="T0" fmla="*/ 943 w 1533"/>
                  <a:gd name="T1" fmla="*/ 1062 h 1150"/>
                  <a:gd name="T2" fmla="*/ 1369 w 1533"/>
                  <a:gd name="T3" fmla="*/ 1150 h 1150"/>
                  <a:gd name="T4" fmla="*/ 1443 w 1533"/>
                  <a:gd name="T5" fmla="*/ 843 h 1150"/>
                  <a:gd name="T6" fmla="*/ 927 w 1533"/>
                  <a:gd name="T7" fmla="*/ 264 h 1150"/>
                  <a:gd name="T8" fmla="*/ 682 w 1533"/>
                  <a:gd name="T9" fmla="*/ 531 h 1150"/>
                  <a:gd name="T10" fmla="*/ 298 w 1533"/>
                  <a:gd name="T11" fmla="*/ 83 h 1150"/>
                  <a:gd name="T12" fmla="*/ 23 w 1533"/>
                  <a:gd name="T13" fmla="*/ 199 h 1150"/>
                  <a:gd name="T14" fmla="*/ 159 w 1533"/>
                  <a:gd name="T15" fmla="*/ 432 h 1150"/>
                  <a:gd name="T16" fmla="*/ 517 w 1533"/>
                  <a:gd name="T17" fmla="*/ 1075 h 1150"/>
                  <a:gd name="T18" fmla="*/ 869 w 1533"/>
                  <a:gd name="T19" fmla="*/ 1059 h 1150"/>
                  <a:gd name="T20" fmla="*/ 705 w 1533"/>
                  <a:gd name="T21" fmla="*/ 587 h 1150"/>
                  <a:gd name="T22" fmla="*/ 734 w 1533"/>
                  <a:gd name="T23" fmla="*/ 539 h 1150"/>
                  <a:gd name="T24" fmla="*/ 1068 w 1533"/>
                  <a:gd name="T25" fmla="*/ 944 h 1150"/>
                  <a:gd name="T26" fmla="*/ 943 w 1533"/>
                  <a:gd name="T27" fmla="*/ 1062 h 1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33" h="1150">
                    <a:moveTo>
                      <a:pt x="943" y="1062"/>
                    </a:moveTo>
                    <a:cubicBezTo>
                      <a:pt x="1087" y="1082"/>
                      <a:pt x="1229" y="1112"/>
                      <a:pt x="1369" y="1150"/>
                    </a:cubicBezTo>
                    <a:cubicBezTo>
                      <a:pt x="1455" y="1077"/>
                      <a:pt x="1533" y="945"/>
                      <a:pt x="1443" y="843"/>
                    </a:cubicBezTo>
                    <a:cubicBezTo>
                      <a:pt x="1271" y="650"/>
                      <a:pt x="1112" y="443"/>
                      <a:pt x="927" y="264"/>
                    </a:cubicBezTo>
                    <a:cubicBezTo>
                      <a:pt x="760" y="169"/>
                      <a:pt x="602" y="374"/>
                      <a:pt x="682" y="531"/>
                    </a:cubicBezTo>
                    <a:cubicBezTo>
                      <a:pt x="573" y="367"/>
                      <a:pt x="453" y="206"/>
                      <a:pt x="298" y="83"/>
                    </a:cubicBezTo>
                    <a:cubicBezTo>
                      <a:pt x="201" y="0"/>
                      <a:pt x="33" y="75"/>
                      <a:pt x="23" y="199"/>
                    </a:cubicBezTo>
                    <a:cubicBezTo>
                      <a:pt x="0" y="303"/>
                      <a:pt x="99" y="366"/>
                      <a:pt x="159" y="432"/>
                    </a:cubicBezTo>
                    <a:cubicBezTo>
                      <a:pt x="338" y="606"/>
                      <a:pt x="467" y="830"/>
                      <a:pt x="517" y="1075"/>
                    </a:cubicBezTo>
                    <a:cubicBezTo>
                      <a:pt x="634" y="1064"/>
                      <a:pt x="752" y="1061"/>
                      <a:pt x="869" y="1059"/>
                    </a:cubicBezTo>
                    <a:cubicBezTo>
                      <a:pt x="836" y="895"/>
                      <a:pt x="796" y="729"/>
                      <a:pt x="705" y="587"/>
                    </a:cubicBezTo>
                    <a:cubicBezTo>
                      <a:pt x="714" y="571"/>
                      <a:pt x="724" y="555"/>
                      <a:pt x="734" y="539"/>
                    </a:cubicBezTo>
                    <a:cubicBezTo>
                      <a:pt x="826" y="688"/>
                      <a:pt x="957" y="809"/>
                      <a:pt x="1068" y="944"/>
                    </a:cubicBezTo>
                    <a:cubicBezTo>
                      <a:pt x="1026" y="983"/>
                      <a:pt x="985" y="1023"/>
                      <a:pt x="943" y="10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Freeform 56"/>
              <p:cNvSpPr>
                <a:spLocks/>
              </p:cNvSpPr>
              <p:nvPr/>
            </p:nvSpPr>
            <p:spPr bwMode="auto">
              <a:xfrm flipV="1">
                <a:off x="1608" y="3317"/>
                <a:ext cx="215" cy="252"/>
              </a:xfrm>
              <a:custGeom>
                <a:avLst/>
                <a:gdLst>
                  <a:gd name="T0" fmla="*/ 147 w 945"/>
                  <a:gd name="T1" fmla="*/ 375 h 1100"/>
                  <a:gd name="T2" fmla="*/ 591 w 945"/>
                  <a:gd name="T3" fmla="*/ 1100 h 1100"/>
                  <a:gd name="T4" fmla="*/ 945 w 945"/>
                  <a:gd name="T5" fmla="*/ 1095 h 1100"/>
                  <a:gd name="T6" fmla="*/ 350 w 945"/>
                  <a:gd name="T7" fmla="*/ 101 h 1100"/>
                  <a:gd name="T8" fmla="*/ 147 w 945"/>
                  <a:gd name="T9" fmla="*/ 375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5" h="1100">
                    <a:moveTo>
                      <a:pt x="147" y="375"/>
                    </a:moveTo>
                    <a:cubicBezTo>
                      <a:pt x="358" y="571"/>
                      <a:pt x="536" y="812"/>
                      <a:pt x="591" y="1100"/>
                    </a:cubicBezTo>
                    <a:cubicBezTo>
                      <a:pt x="709" y="1093"/>
                      <a:pt x="827" y="1092"/>
                      <a:pt x="945" y="1095"/>
                    </a:cubicBezTo>
                    <a:cubicBezTo>
                      <a:pt x="884" y="704"/>
                      <a:pt x="662" y="341"/>
                      <a:pt x="350" y="101"/>
                    </a:cubicBezTo>
                    <a:cubicBezTo>
                      <a:pt x="189" y="0"/>
                      <a:pt x="0" y="251"/>
                      <a:pt x="147" y="3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02" name="组合 101"/>
          <p:cNvGrpSpPr/>
          <p:nvPr/>
        </p:nvGrpSpPr>
        <p:grpSpPr>
          <a:xfrm>
            <a:off x="4919068" y="5056512"/>
            <a:ext cx="1277141" cy="1182489"/>
            <a:chOff x="6808788" y="3011488"/>
            <a:chExt cx="1520825" cy="1408113"/>
          </a:xfrm>
          <a:solidFill>
            <a:srgbClr val="595959"/>
          </a:solidFill>
        </p:grpSpPr>
        <p:sp>
          <p:nvSpPr>
            <p:cNvPr id="103" name="Freeform 60"/>
            <p:cNvSpPr>
              <a:spLocks/>
            </p:cNvSpPr>
            <p:nvPr/>
          </p:nvSpPr>
          <p:spPr bwMode="auto">
            <a:xfrm flipV="1">
              <a:off x="7854950" y="3011488"/>
              <a:ext cx="306388" cy="306388"/>
            </a:xfrm>
            <a:custGeom>
              <a:avLst/>
              <a:gdLst>
                <a:gd name="T0" fmla="*/ 350 w 844"/>
                <a:gd name="T1" fmla="*/ 782 h 842"/>
                <a:gd name="T2" fmla="*/ 829 w 844"/>
                <a:gd name="T3" fmla="*/ 409 h 842"/>
                <a:gd name="T4" fmla="*/ 445 w 844"/>
                <a:gd name="T5" fmla="*/ 6 h 842"/>
                <a:gd name="T6" fmla="*/ 56 w 844"/>
                <a:gd name="T7" fmla="*/ 306 h 842"/>
                <a:gd name="T8" fmla="*/ 350 w 844"/>
                <a:gd name="T9" fmla="*/ 78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4" h="842">
                  <a:moveTo>
                    <a:pt x="350" y="782"/>
                  </a:moveTo>
                  <a:cubicBezTo>
                    <a:pt x="581" y="842"/>
                    <a:pt x="835" y="649"/>
                    <a:pt x="829" y="409"/>
                  </a:cubicBezTo>
                  <a:cubicBezTo>
                    <a:pt x="844" y="197"/>
                    <a:pt x="655" y="4"/>
                    <a:pt x="445" y="6"/>
                  </a:cubicBezTo>
                  <a:cubicBezTo>
                    <a:pt x="266" y="0"/>
                    <a:pt x="97" y="132"/>
                    <a:pt x="56" y="306"/>
                  </a:cubicBezTo>
                  <a:cubicBezTo>
                    <a:pt x="0" y="510"/>
                    <a:pt x="142" y="741"/>
                    <a:pt x="350" y="7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4" name="Freeform 61"/>
            <p:cNvSpPr>
              <a:spLocks/>
            </p:cNvSpPr>
            <p:nvPr/>
          </p:nvSpPr>
          <p:spPr bwMode="auto">
            <a:xfrm flipV="1">
              <a:off x="7078663" y="3162301"/>
              <a:ext cx="325438" cy="36513"/>
            </a:xfrm>
            <a:custGeom>
              <a:avLst/>
              <a:gdLst>
                <a:gd name="T0" fmla="*/ 0 w 900"/>
                <a:gd name="T1" fmla="*/ 96 h 97"/>
                <a:gd name="T2" fmla="*/ 900 w 900"/>
                <a:gd name="T3" fmla="*/ 96 h 97"/>
                <a:gd name="T4" fmla="*/ 899 w 900"/>
                <a:gd name="T5" fmla="*/ 1 h 97"/>
                <a:gd name="T6" fmla="*/ 2 w 900"/>
                <a:gd name="T7" fmla="*/ 1 h 97"/>
                <a:gd name="T8" fmla="*/ 0 w 900"/>
                <a:gd name="T9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0" h="97">
                  <a:moveTo>
                    <a:pt x="0" y="96"/>
                  </a:moveTo>
                  <a:cubicBezTo>
                    <a:pt x="300" y="96"/>
                    <a:pt x="600" y="97"/>
                    <a:pt x="900" y="96"/>
                  </a:cubicBezTo>
                  <a:cubicBezTo>
                    <a:pt x="900" y="72"/>
                    <a:pt x="899" y="25"/>
                    <a:pt x="899" y="1"/>
                  </a:cubicBezTo>
                  <a:cubicBezTo>
                    <a:pt x="600" y="0"/>
                    <a:pt x="301" y="1"/>
                    <a:pt x="2" y="1"/>
                  </a:cubicBezTo>
                  <a:cubicBezTo>
                    <a:pt x="1" y="25"/>
                    <a:pt x="1" y="72"/>
                    <a:pt x="0" y="9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5" name="Freeform 62"/>
            <p:cNvSpPr>
              <a:spLocks/>
            </p:cNvSpPr>
            <p:nvPr/>
          </p:nvSpPr>
          <p:spPr bwMode="auto">
            <a:xfrm flipV="1">
              <a:off x="6808788" y="3251201"/>
              <a:ext cx="696913" cy="36513"/>
            </a:xfrm>
            <a:custGeom>
              <a:avLst/>
              <a:gdLst>
                <a:gd name="T0" fmla="*/ 0 w 1921"/>
                <a:gd name="T1" fmla="*/ 98 h 100"/>
                <a:gd name="T2" fmla="*/ 1921 w 1921"/>
                <a:gd name="T3" fmla="*/ 98 h 100"/>
                <a:gd name="T4" fmla="*/ 1908 w 1921"/>
                <a:gd name="T5" fmla="*/ 1 h 100"/>
                <a:gd name="T6" fmla="*/ 3 w 1921"/>
                <a:gd name="T7" fmla="*/ 2 h 100"/>
                <a:gd name="T8" fmla="*/ 0 w 1921"/>
                <a:gd name="T9" fmla="*/ 9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1" h="100">
                  <a:moveTo>
                    <a:pt x="0" y="98"/>
                  </a:moveTo>
                  <a:cubicBezTo>
                    <a:pt x="640" y="99"/>
                    <a:pt x="1281" y="100"/>
                    <a:pt x="1921" y="98"/>
                  </a:cubicBezTo>
                  <a:cubicBezTo>
                    <a:pt x="1918" y="74"/>
                    <a:pt x="1911" y="25"/>
                    <a:pt x="1908" y="1"/>
                  </a:cubicBezTo>
                  <a:cubicBezTo>
                    <a:pt x="1273" y="2"/>
                    <a:pt x="638" y="0"/>
                    <a:pt x="3" y="2"/>
                  </a:cubicBezTo>
                  <a:cubicBezTo>
                    <a:pt x="2" y="26"/>
                    <a:pt x="1" y="74"/>
                    <a:pt x="0" y="9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" name="Freeform 63"/>
            <p:cNvSpPr>
              <a:spLocks/>
            </p:cNvSpPr>
            <p:nvPr/>
          </p:nvSpPr>
          <p:spPr bwMode="auto">
            <a:xfrm flipV="1">
              <a:off x="7380288" y="3287713"/>
              <a:ext cx="949325" cy="1131888"/>
            </a:xfrm>
            <a:custGeom>
              <a:avLst/>
              <a:gdLst>
                <a:gd name="T0" fmla="*/ 87 w 2619"/>
                <a:gd name="T1" fmla="*/ 2607 h 3119"/>
                <a:gd name="T2" fmla="*/ 1363 w 2619"/>
                <a:gd name="T3" fmla="*/ 3074 h 3119"/>
                <a:gd name="T4" fmla="*/ 1524 w 2619"/>
                <a:gd name="T5" fmla="*/ 2628 h 3119"/>
                <a:gd name="T6" fmla="*/ 1370 w 2619"/>
                <a:gd name="T7" fmla="*/ 2880 h 3119"/>
                <a:gd name="T8" fmla="*/ 1100 w 2619"/>
                <a:gd name="T9" fmla="*/ 2713 h 3119"/>
                <a:gd name="T10" fmla="*/ 1455 w 2619"/>
                <a:gd name="T11" fmla="*/ 2249 h 3119"/>
                <a:gd name="T12" fmla="*/ 1427 w 2619"/>
                <a:gd name="T13" fmla="*/ 1892 h 3119"/>
                <a:gd name="T14" fmla="*/ 2093 w 2619"/>
                <a:gd name="T15" fmla="*/ 1735 h 3119"/>
                <a:gd name="T16" fmla="*/ 2540 w 2619"/>
                <a:gd name="T17" fmla="*/ 802 h 3119"/>
                <a:gd name="T18" fmla="*/ 2162 w 2619"/>
                <a:gd name="T19" fmla="*/ 604 h 3119"/>
                <a:gd name="T20" fmla="*/ 1788 w 2619"/>
                <a:gd name="T21" fmla="*/ 1384 h 3119"/>
                <a:gd name="T22" fmla="*/ 1412 w 2619"/>
                <a:gd name="T23" fmla="*/ 1453 h 3119"/>
                <a:gd name="T24" fmla="*/ 451 w 2619"/>
                <a:gd name="T25" fmla="*/ 80 h 3119"/>
                <a:gd name="T26" fmla="*/ 278 w 2619"/>
                <a:gd name="T27" fmla="*/ 476 h 3119"/>
                <a:gd name="T28" fmla="*/ 972 w 2619"/>
                <a:gd name="T29" fmla="*/ 1541 h 3119"/>
                <a:gd name="T30" fmla="*/ 828 w 2619"/>
                <a:gd name="T31" fmla="*/ 1746 h 3119"/>
                <a:gd name="T32" fmla="*/ 909 w 2619"/>
                <a:gd name="T33" fmla="*/ 2773 h 3119"/>
                <a:gd name="T34" fmla="*/ 355 w 2619"/>
                <a:gd name="T35" fmla="*/ 2482 h 3119"/>
                <a:gd name="T36" fmla="*/ 172 w 2619"/>
                <a:gd name="T37" fmla="*/ 2362 h 3119"/>
                <a:gd name="T38" fmla="*/ 87 w 2619"/>
                <a:gd name="T39" fmla="*/ 2607 h 3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19" h="3119">
                  <a:moveTo>
                    <a:pt x="87" y="2607"/>
                  </a:moveTo>
                  <a:cubicBezTo>
                    <a:pt x="388" y="2978"/>
                    <a:pt x="901" y="3119"/>
                    <a:pt x="1363" y="3074"/>
                  </a:cubicBezTo>
                  <a:cubicBezTo>
                    <a:pt x="1544" y="3021"/>
                    <a:pt x="1576" y="2784"/>
                    <a:pt x="1524" y="2628"/>
                  </a:cubicBezTo>
                  <a:cubicBezTo>
                    <a:pt x="1465" y="2708"/>
                    <a:pt x="1445" y="2815"/>
                    <a:pt x="1370" y="2880"/>
                  </a:cubicBezTo>
                  <a:cubicBezTo>
                    <a:pt x="1257" y="2969"/>
                    <a:pt x="1074" y="2851"/>
                    <a:pt x="1100" y="2713"/>
                  </a:cubicBezTo>
                  <a:cubicBezTo>
                    <a:pt x="1148" y="2518"/>
                    <a:pt x="1285" y="2353"/>
                    <a:pt x="1455" y="2249"/>
                  </a:cubicBezTo>
                  <a:cubicBezTo>
                    <a:pt x="1437" y="2131"/>
                    <a:pt x="1426" y="2012"/>
                    <a:pt x="1427" y="1892"/>
                  </a:cubicBezTo>
                  <a:cubicBezTo>
                    <a:pt x="1646" y="1836"/>
                    <a:pt x="1897" y="1853"/>
                    <a:pt x="2093" y="1735"/>
                  </a:cubicBezTo>
                  <a:cubicBezTo>
                    <a:pt x="2265" y="1438"/>
                    <a:pt x="2394" y="1113"/>
                    <a:pt x="2540" y="802"/>
                  </a:cubicBezTo>
                  <a:cubicBezTo>
                    <a:pt x="2619" y="586"/>
                    <a:pt x="2294" y="418"/>
                    <a:pt x="2162" y="604"/>
                  </a:cubicBezTo>
                  <a:cubicBezTo>
                    <a:pt x="2023" y="856"/>
                    <a:pt x="1917" y="1127"/>
                    <a:pt x="1788" y="1384"/>
                  </a:cubicBezTo>
                  <a:cubicBezTo>
                    <a:pt x="1663" y="1407"/>
                    <a:pt x="1537" y="1429"/>
                    <a:pt x="1412" y="1453"/>
                  </a:cubicBezTo>
                  <a:cubicBezTo>
                    <a:pt x="1392" y="855"/>
                    <a:pt x="975" y="333"/>
                    <a:pt x="451" y="80"/>
                  </a:cubicBezTo>
                  <a:cubicBezTo>
                    <a:pt x="216" y="0"/>
                    <a:pt x="63" y="363"/>
                    <a:pt x="278" y="476"/>
                  </a:cubicBezTo>
                  <a:cubicBezTo>
                    <a:pt x="665" y="686"/>
                    <a:pt x="997" y="1078"/>
                    <a:pt x="972" y="1541"/>
                  </a:cubicBezTo>
                  <a:cubicBezTo>
                    <a:pt x="912" y="1600"/>
                    <a:pt x="848" y="1661"/>
                    <a:pt x="828" y="1746"/>
                  </a:cubicBezTo>
                  <a:cubicBezTo>
                    <a:pt x="753" y="2087"/>
                    <a:pt x="798" y="2444"/>
                    <a:pt x="909" y="2773"/>
                  </a:cubicBezTo>
                  <a:cubicBezTo>
                    <a:pt x="704" y="2725"/>
                    <a:pt x="499" y="2641"/>
                    <a:pt x="355" y="2482"/>
                  </a:cubicBezTo>
                  <a:cubicBezTo>
                    <a:pt x="303" y="2432"/>
                    <a:pt x="258" y="2347"/>
                    <a:pt x="172" y="2362"/>
                  </a:cubicBezTo>
                  <a:cubicBezTo>
                    <a:pt x="50" y="2362"/>
                    <a:pt x="0" y="2529"/>
                    <a:pt x="87" y="260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" name="Freeform 64"/>
            <p:cNvSpPr>
              <a:spLocks/>
            </p:cNvSpPr>
            <p:nvPr/>
          </p:nvSpPr>
          <p:spPr bwMode="auto">
            <a:xfrm flipV="1">
              <a:off x="6892925" y="3340101"/>
              <a:ext cx="327025" cy="38100"/>
            </a:xfrm>
            <a:custGeom>
              <a:avLst/>
              <a:gdLst>
                <a:gd name="T0" fmla="*/ 2 w 901"/>
                <a:gd name="T1" fmla="*/ 104 h 105"/>
                <a:gd name="T2" fmla="*/ 898 w 901"/>
                <a:gd name="T3" fmla="*/ 104 h 105"/>
                <a:gd name="T4" fmla="*/ 901 w 901"/>
                <a:gd name="T5" fmla="*/ 16 h 105"/>
                <a:gd name="T6" fmla="*/ 0 w 901"/>
                <a:gd name="T7" fmla="*/ 16 h 105"/>
                <a:gd name="T8" fmla="*/ 2 w 901"/>
                <a:gd name="T9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1" h="105">
                  <a:moveTo>
                    <a:pt x="2" y="104"/>
                  </a:moveTo>
                  <a:cubicBezTo>
                    <a:pt x="301" y="105"/>
                    <a:pt x="599" y="104"/>
                    <a:pt x="898" y="104"/>
                  </a:cubicBezTo>
                  <a:cubicBezTo>
                    <a:pt x="899" y="82"/>
                    <a:pt x="900" y="38"/>
                    <a:pt x="901" y="16"/>
                  </a:cubicBezTo>
                  <a:cubicBezTo>
                    <a:pt x="601" y="0"/>
                    <a:pt x="300" y="0"/>
                    <a:pt x="0" y="16"/>
                  </a:cubicBezTo>
                  <a:cubicBezTo>
                    <a:pt x="0" y="38"/>
                    <a:pt x="1" y="82"/>
                    <a:pt x="2" y="1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8" name="Freeform 65"/>
            <p:cNvSpPr>
              <a:spLocks/>
            </p:cNvSpPr>
            <p:nvPr/>
          </p:nvSpPr>
          <p:spPr bwMode="auto">
            <a:xfrm flipV="1">
              <a:off x="7780338" y="3375026"/>
              <a:ext cx="422275" cy="242888"/>
            </a:xfrm>
            <a:custGeom>
              <a:avLst/>
              <a:gdLst>
                <a:gd name="T0" fmla="*/ 163 w 1162"/>
                <a:gd name="T1" fmla="*/ 662 h 666"/>
                <a:gd name="T2" fmla="*/ 462 w 1162"/>
                <a:gd name="T3" fmla="*/ 343 h 666"/>
                <a:gd name="T4" fmla="*/ 913 w 1162"/>
                <a:gd name="T5" fmla="*/ 515 h 666"/>
                <a:gd name="T6" fmla="*/ 1085 w 1162"/>
                <a:gd name="T7" fmla="*/ 307 h 666"/>
                <a:gd name="T8" fmla="*/ 450 w 1162"/>
                <a:gd name="T9" fmla="*/ 49 h 666"/>
                <a:gd name="T10" fmla="*/ 43 w 1162"/>
                <a:gd name="T11" fmla="*/ 461 h 666"/>
                <a:gd name="T12" fmla="*/ 163 w 1162"/>
                <a:gd name="T13" fmla="*/ 66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2" h="666">
                  <a:moveTo>
                    <a:pt x="163" y="662"/>
                  </a:moveTo>
                  <a:cubicBezTo>
                    <a:pt x="339" y="659"/>
                    <a:pt x="314" y="407"/>
                    <a:pt x="462" y="343"/>
                  </a:cubicBezTo>
                  <a:cubicBezTo>
                    <a:pt x="636" y="262"/>
                    <a:pt x="782" y="426"/>
                    <a:pt x="913" y="515"/>
                  </a:cubicBezTo>
                  <a:cubicBezTo>
                    <a:pt x="1037" y="577"/>
                    <a:pt x="1162" y="417"/>
                    <a:pt x="1085" y="307"/>
                  </a:cubicBezTo>
                  <a:cubicBezTo>
                    <a:pt x="923" y="140"/>
                    <a:pt x="691" y="0"/>
                    <a:pt x="450" y="49"/>
                  </a:cubicBezTo>
                  <a:cubicBezTo>
                    <a:pt x="250" y="97"/>
                    <a:pt x="112" y="277"/>
                    <a:pt x="43" y="461"/>
                  </a:cubicBezTo>
                  <a:cubicBezTo>
                    <a:pt x="0" y="548"/>
                    <a:pt x="63" y="666"/>
                    <a:pt x="163" y="6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0" name="Group 60"/>
          <p:cNvGrpSpPr>
            <a:grpSpLocks noChangeAspect="1"/>
          </p:cNvGrpSpPr>
          <p:nvPr/>
        </p:nvGrpSpPr>
        <p:grpSpPr bwMode="auto">
          <a:xfrm>
            <a:off x="9634612" y="4605976"/>
            <a:ext cx="1787370" cy="1617023"/>
            <a:chOff x="5102" y="2675"/>
            <a:chExt cx="1406" cy="1272"/>
          </a:xfrm>
          <a:solidFill>
            <a:srgbClr val="595959"/>
          </a:solidFill>
        </p:grpSpPr>
        <p:grpSp>
          <p:nvGrpSpPr>
            <p:cNvPr id="112" name="Group 63"/>
            <p:cNvGrpSpPr>
              <a:grpSpLocks/>
            </p:cNvGrpSpPr>
            <p:nvPr/>
          </p:nvGrpSpPr>
          <p:grpSpPr bwMode="auto">
            <a:xfrm>
              <a:off x="5269" y="3430"/>
              <a:ext cx="1071" cy="198"/>
              <a:chOff x="5269" y="3430"/>
              <a:chExt cx="1071" cy="198"/>
            </a:xfrm>
            <a:grpFill/>
          </p:grpSpPr>
          <p:sp>
            <p:nvSpPr>
              <p:cNvPr id="132" name="Freeform 61"/>
              <p:cNvSpPr>
                <a:spLocks noEditPoints="1"/>
              </p:cNvSpPr>
              <p:nvPr/>
            </p:nvSpPr>
            <p:spPr bwMode="auto">
              <a:xfrm flipV="1">
                <a:off x="5269" y="3431"/>
                <a:ext cx="198" cy="197"/>
              </a:xfrm>
              <a:custGeom>
                <a:avLst/>
                <a:gdLst>
                  <a:gd name="T0" fmla="*/ 337 w 869"/>
                  <a:gd name="T1" fmla="*/ 775 h 862"/>
                  <a:gd name="T2" fmla="*/ 775 w 869"/>
                  <a:gd name="T3" fmla="*/ 333 h 862"/>
                  <a:gd name="T4" fmla="*/ 186 w 869"/>
                  <a:gd name="T5" fmla="*/ 190 h 862"/>
                  <a:gd name="T6" fmla="*/ 337 w 869"/>
                  <a:gd name="T7" fmla="*/ 775 h 862"/>
                  <a:gd name="T8" fmla="*/ 371 w 869"/>
                  <a:gd name="T9" fmla="*/ 706 h 862"/>
                  <a:gd name="T10" fmla="*/ 257 w 869"/>
                  <a:gd name="T11" fmla="*/ 226 h 862"/>
                  <a:gd name="T12" fmla="*/ 710 w 869"/>
                  <a:gd name="T13" fmla="*/ 400 h 862"/>
                  <a:gd name="T14" fmla="*/ 371 w 869"/>
                  <a:gd name="T15" fmla="*/ 706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9" h="862">
                    <a:moveTo>
                      <a:pt x="337" y="775"/>
                    </a:moveTo>
                    <a:cubicBezTo>
                      <a:pt x="593" y="862"/>
                      <a:pt x="869" y="588"/>
                      <a:pt x="775" y="333"/>
                    </a:cubicBezTo>
                    <a:cubicBezTo>
                      <a:pt x="710" y="85"/>
                      <a:pt x="358" y="0"/>
                      <a:pt x="186" y="190"/>
                    </a:cubicBezTo>
                    <a:cubicBezTo>
                      <a:pt x="0" y="364"/>
                      <a:pt x="88" y="714"/>
                      <a:pt x="337" y="775"/>
                    </a:cubicBezTo>
                    <a:moveTo>
                      <a:pt x="371" y="706"/>
                    </a:moveTo>
                    <a:cubicBezTo>
                      <a:pt x="158" y="666"/>
                      <a:pt x="86" y="358"/>
                      <a:pt x="257" y="226"/>
                    </a:cubicBezTo>
                    <a:cubicBezTo>
                      <a:pt x="410" y="83"/>
                      <a:pt x="696" y="189"/>
                      <a:pt x="710" y="400"/>
                    </a:cubicBezTo>
                    <a:cubicBezTo>
                      <a:pt x="746" y="586"/>
                      <a:pt x="552" y="758"/>
                      <a:pt x="371" y="70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62"/>
              <p:cNvSpPr>
                <a:spLocks noEditPoints="1"/>
              </p:cNvSpPr>
              <p:nvPr/>
            </p:nvSpPr>
            <p:spPr bwMode="auto">
              <a:xfrm flipV="1">
                <a:off x="6141" y="3430"/>
                <a:ext cx="199" cy="198"/>
              </a:xfrm>
              <a:custGeom>
                <a:avLst/>
                <a:gdLst>
                  <a:gd name="T0" fmla="*/ 322 w 870"/>
                  <a:gd name="T1" fmla="*/ 771 h 870"/>
                  <a:gd name="T2" fmla="*/ 772 w 870"/>
                  <a:gd name="T3" fmla="*/ 330 h 870"/>
                  <a:gd name="T4" fmla="*/ 178 w 870"/>
                  <a:gd name="T5" fmla="*/ 198 h 870"/>
                  <a:gd name="T6" fmla="*/ 322 w 870"/>
                  <a:gd name="T7" fmla="*/ 771 h 870"/>
                  <a:gd name="T8" fmla="*/ 356 w 870"/>
                  <a:gd name="T9" fmla="*/ 703 h 870"/>
                  <a:gd name="T10" fmla="*/ 249 w 870"/>
                  <a:gd name="T11" fmla="*/ 234 h 870"/>
                  <a:gd name="T12" fmla="*/ 712 w 870"/>
                  <a:gd name="T13" fmla="*/ 399 h 870"/>
                  <a:gd name="T14" fmla="*/ 356 w 870"/>
                  <a:gd name="T15" fmla="*/ 703 h 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70" h="870">
                    <a:moveTo>
                      <a:pt x="322" y="771"/>
                    </a:moveTo>
                    <a:cubicBezTo>
                      <a:pt x="583" y="870"/>
                      <a:pt x="870" y="594"/>
                      <a:pt x="772" y="330"/>
                    </a:cubicBezTo>
                    <a:cubicBezTo>
                      <a:pt x="705" y="79"/>
                      <a:pt x="344" y="0"/>
                      <a:pt x="178" y="198"/>
                    </a:cubicBezTo>
                    <a:cubicBezTo>
                      <a:pt x="0" y="371"/>
                      <a:pt x="88" y="701"/>
                      <a:pt x="322" y="771"/>
                    </a:cubicBezTo>
                    <a:moveTo>
                      <a:pt x="356" y="703"/>
                    </a:moveTo>
                    <a:cubicBezTo>
                      <a:pt x="157" y="651"/>
                      <a:pt x="89" y="367"/>
                      <a:pt x="249" y="234"/>
                    </a:cubicBezTo>
                    <a:cubicBezTo>
                      <a:pt x="399" y="79"/>
                      <a:pt x="692" y="185"/>
                      <a:pt x="712" y="399"/>
                    </a:cubicBezTo>
                    <a:cubicBezTo>
                      <a:pt x="747" y="592"/>
                      <a:pt x="541" y="764"/>
                      <a:pt x="356" y="70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113" name="Group 82"/>
            <p:cNvGrpSpPr>
              <a:grpSpLocks/>
            </p:cNvGrpSpPr>
            <p:nvPr/>
          </p:nvGrpSpPr>
          <p:grpSpPr bwMode="auto">
            <a:xfrm>
              <a:off x="5102" y="2675"/>
              <a:ext cx="1406" cy="1272"/>
              <a:chOff x="5102" y="2675"/>
              <a:chExt cx="1406" cy="1272"/>
            </a:xfrm>
            <a:grpFill/>
          </p:grpSpPr>
          <p:sp>
            <p:nvSpPr>
              <p:cNvPr id="114" name="Freeform 64"/>
              <p:cNvSpPr>
                <a:spLocks/>
              </p:cNvSpPr>
              <p:nvPr/>
            </p:nvSpPr>
            <p:spPr bwMode="auto">
              <a:xfrm flipV="1">
                <a:off x="5179" y="2678"/>
                <a:ext cx="384" cy="355"/>
              </a:xfrm>
              <a:custGeom>
                <a:avLst/>
                <a:gdLst>
                  <a:gd name="T0" fmla="*/ 110 w 1684"/>
                  <a:gd name="T1" fmla="*/ 1279 h 1554"/>
                  <a:gd name="T2" fmla="*/ 238 w 1684"/>
                  <a:gd name="T3" fmla="*/ 1515 h 1554"/>
                  <a:gd name="T4" fmla="*/ 1563 w 1684"/>
                  <a:gd name="T5" fmla="*/ 562 h 1554"/>
                  <a:gd name="T6" fmla="*/ 1684 w 1684"/>
                  <a:gd name="T7" fmla="*/ 27 h 1554"/>
                  <a:gd name="T8" fmla="*/ 1307 w 1684"/>
                  <a:gd name="T9" fmla="*/ 0 h 1554"/>
                  <a:gd name="T10" fmla="*/ 1213 w 1684"/>
                  <a:gd name="T11" fmla="*/ 441 h 1554"/>
                  <a:gd name="T12" fmla="*/ 110 w 1684"/>
                  <a:gd name="T13" fmla="*/ 1279 h 1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84" h="1554">
                    <a:moveTo>
                      <a:pt x="110" y="1279"/>
                    </a:moveTo>
                    <a:cubicBezTo>
                      <a:pt x="0" y="1365"/>
                      <a:pt x="107" y="1554"/>
                      <a:pt x="238" y="1515"/>
                    </a:cubicBezTo>
                    <a:cubicBezTo>
                      <a:pt x="696" y="1224"/>
                      <a:pt x="1092" y="831"/>
                      <a:pt x="1563" y="562"/>
                    </a:cubicBezTo>
                    <a:cubicBezTo>
                      <a:pt x="1590" y="381"/>
                      <a:pt x="1631" y="202"/>
                      <a:pt x="1684" y="27"/>
                    </a:cubicBezTo>
                    <a:cubicBezTo>
                      <a:pt x="1559" y="13"/>
                      <a:pt x="1433" y="3"/>
                      <a:pt x="1307" y="0"/>
                    </a:cubicBezTo>
                    <a:cubicBezTo>
                      <a:pt x="1281" y="146"/>
                      <a:pt x="1381" y="358"/>
                      <a:pt x="1213" y="441"/>
                    </a:cubicBezTo>
                    <a:cubicBezTo>
                      <a:pt x="845" y="720"/>
                      <a:pt x="472" y="993"/>
                      <a:pt x="110" y="127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65"/>
              <p:cNvSpPr>
                <a:spLocks/>
              </p:cNvSpPr>
              <p:nvPr/>
            </p:nvSpPr>
            <p:spPr bwMode="auto">
              <a:xfrm flipV="1">
                <a:off x="5451" y="2675"/>
                <a:ext cx="219" cy="220"/>
              </a:xfrm>
              <a:custGeom>
                <a:avLst/>
                <a:gdLst>
                  <a:gd name="T0" fmla="*/ 349 w 961"/>
                  <a:gd name="T1" fmla="*/ 844 h 965"/>
                  <a:gd name="T2" fmla="*/ 861 w 961"/>
                  <a:gd name="T3" fmla="*/ 368 h 965"/>
                  <a:gd name="T4" fmla="*/ 263 w 961"/>
                  <a:gd name="T5" fmla="*/ 149 h 965"/>
                  <a:gd name="T6" fmla="*/ 349 w 961"/>
                  <a:gd name="T7" fmla="*/ 844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1" h="965">
                    <a:moveTo>
                      <a:pt x="349" y="844"/>
                    </a:moveTo>
                    <a:cubicBezTo>
                      <a:pt x="632" y="965"/>
                      <a:pt x="961" y="658"/>
                      <a:pt x="861" y="368"/>
                    </a:cubicBezTo>
                    <a:cubicBezTo>
                      <a:pt x="802" y="116"/>
                      <a:pt x="471" y="0"/>
                      <a:pt x="263" y="149"/>
                    </a:cubicBezTo>
                    <a:cubicBezTo>
                      <a:pt x="0" y="308"/>
                      <a:pt x="53" y="755"/>
                      <a:pt x="349" y="8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66"/>
              <p:cNvSpPr>
                <a:spLocks/>
              </p:cNvSpPr>
              <p:nvPr/>
            </p:nvSpPr>
            <p:spPr bwMode="auto">
              <a:xfrm flipV="1">
                <a:off x="5553" y="2900"/>
                <a:ext cx="31" cy="37"/>
              </a:xfrm>
              <a:custGeom>
                <a:avLst/>
                <a:gdLst>
                  <a:gd name="T0" fmla="*/ 1 w 133"/>
                  <a:gd name="T1" fmla="*/ 162 h 162"/>
                  <a:gd name="T2" fmla="*/ 133 w 133"/>
                  <a:gd name="T3" fmla="*/ 84 h 162"/>
                  <a:gd name="T4" fmla="*/ 0 w 133"/>
                  <a:gd name="T5" fmla="*/ 0 h 162"/>
                  <a:gd name="T6" fmla="*/ 1 w 133"/>
                  <a:gd name="T7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3" h="162">
                    <a:moveTo>
                      <a:pt x="1" y="162"/>
                    </a:moveTo>
                    <a:cubicBezTo>
                      <a:pt x="45" y="136"/>
                      <a:pt x="89" y="110"/>
                      <a:pt x="133" y="84"/>
                    </a:cubicBezTo>
                    <a:cubicBezTo>
                      <a:pt x="89" y="55"/>
                      <a:pt x="44" y="28"/>
                      <a:pt x="0" y="0"/>
                    </a:cubicBezTo>
                    <a:cubicBezTo>
                      <a:pt x="0" y="54"/>
                      <a:pt x="1" y="108"/>
                      <a:pt x="1" y="1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67"/>
              <p:cNvSpPr>
                <a:spLocks/>
              </p:cNvSpPr>
              <p:nvPr/>
            </p:nvSpPr>
            <p:spPr bwMode="auto">
              <a:xfrm flipV="1">
                <a:off x="5585" y="2900"/>
                <a:ext cx="33" cy="37"/>
              </a:xfrm>
              <a:custGeom>
                <a:avLst/>
                <a:gdLst>
                  <a:gd name="T0" fmla="*/ 0 w 141"/>
                  <a:gd name="T1" fmla="*/ 86 h 163"/>
                  <a:gd name="T2" fmla="*/ 141 w 141"/>
                  <a:gd name="T3" fmla="*/ 163 h 163"/>
                  <a:gd name="T4" fmla="*/ 139 w 141"/>
                  <a:gd name="T5" fmla="*/ 0 h 163"/>
                  <a:gd name="T6" fmla="*/ 0 w 141"/>
                  <a:gd name="T7" fmla="*/ 8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63">
                    <a:moveTo>
                      <a:pt x="0" y="86"/>
                    </a:moveTo>
                    <a:cubicBezTo>
                      <a:pt x="47" y="112"/>
                      <a:pt x="94" y="138"/>
                      <a:pt x="141" y="163"/>
                    </a:cubicBezTo>
                    <a:cubicBezTo>
                      <a:pt x="140" y="109"/>
                      <a:pt x="140" y="54"/>
                      <a:pt x="139" y="0"/>
                    </a:cubicBezTo>
                    <a:cubicBezTo>
                      <a:pt x="92" y="29"/>
                      <a:pt x="46" y="57"/>
                      <a:pt x="0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Freeform 68"/>
              <p:cNvSpPr>
                <a:spLocks noEditPoints="1"/>
              </p:cNvSpPr>
              <p:nvPr/>
            </p:nvSpPr>
            <p:spPr bwMode="auto">
              <a:xfrm flipV="1">
                <a:off x="5175" y="2898"/>
                <a:ext cx="1259" cy="790"/>
              </a:xfrm>
              <a:custGeom>
                <a:avLst/>
                <a:gdLst>
                  <a:gd name="T0" fmla="*/ 2019 w 5520"/>
                  <a:gd name="T1" fmla="*/ 3456 h 3465"/>
                  <a:gd name="T2" fmla="*/ 2726 w 5520"/>
                  <a:gd name="T3" fmla="*/ 3254 h 3465"/>
                  <a:gd name="T4" fmla="*/ 3349 w 5520"/>
                  <a:gd name="T5" fmla="*/ 2882 h 3465"/>
                  <a:gd name="T6" fmla="*/ 4272 w 5520"/>
                  <a:gd name="T7" fmla="*/ 2821 h 3465"/>
                  <a:gd name="T8" fmla="*/ 4568 w 5520"/>
                  <a:gd name="T9" fmla="*/ 2628 h 3465"/>
                  <a:gd name="T10" fmla="*/ 4959 w 5520"/>
                  <a:gd name="T11" fmla="*/ 1570 h 3465"/>
                  <a:gd name="T12" fmla="*/ 5059 w 5520"/>
                  <a:gd name="T13" fmla="*/ 1422 h 3465"/>
                  <a:gd name="T14" fmla="*/ 5511 w 5520"/>
                  <a:gd name="T15" fmla="*/ 911 h 3465"/>
                  <a:gd name="T16" fmla="*/ 5514 w 5520"/>
                  <a:gd name="T17" fmla="*/ 1 h 3465"/>
                  <a:gd name="T18" fmla="*/ 3573 w 5520"/>
                  <a:gd name="T19" fmla="*/ 1 h 3465"/>
                  <a:gd name="T20" fmla="*/ 3574 w 5520"/>
                  <a:gd name="T21" fmla="*/ 709 h 3465"/>
                  <a:gd name="T22" fmla="*/ 3364 w 5520"/>
                  <a:gd name="T23" fmla="*/ 710 h 3465"/>
                  <a:gd name="T24" fmla="*/ 3362 w 5520"/>
                  <a:gd name="T25" fmla="*/ 0 h 3465"/>
                  <a:gd name="T26" fmla="*/ 3219 w 5520"/>
                  <a:gd name="T27" fmla="*/ 2 h 3465"/>
                  <a:gd name="T28" fmla="*/ 3219 w 5520"/>
                  <a:gd name="T29" fmla="*/ 709 h 3465"/>
                  <a:gd name="T30" fmla="*/ 3011 w 5520"/>
                  <a:gd name="T31" fmla="*/ 710 h 3465"/>
                  <a:gd name="T32" fmla="*/ 3009 w 5520"/>
                  <a:gd name="T33" fmla="*/ 0 h 3465"/>
                  <a:gd name="T34" fmla="*/ 2865 w 5520"/>
                  <a:gd name="T35" fmla="*/ 2 h 3465"/>
                  <a:gd name="T36" fmla="*/ 2866 w 5520"/>
                  <a:gd name="T37" fmla="*/ 709 h 3465"/>
                  <a:gd name="T38" fmla="*/ 2658 w 5520"/>
                  <a:gd name="T39" fmla="*/ 711 h 3465"/>
                  <a:gd name="T40" fmla="*/ 2656 w 5520"/>
                  <a:gd name="T41" fmla="*/ 0 h 3465"/>
                  <a:gd name="T42" fmla="*/ 2510 w 5520"/>
                  <a:gd name="T43" fmla="*/ 2 h 3465"/>
                  <a:gd name="T44" fmla="*/ 2510 w 5520"/>
                  <a:gd name="T45" fmla="*/ 708 h 3465"/>
                  <a:gd name="T46" fmla="*/ 2305 w 5520"/>
                  <a:gd name="T47" fmla="*/ 712 h 3465"/>
                  <a:gd name="T48" fmla="*/ 2300 w 5520"/>
                  <a:gd name="T49" fmla="*/ 0 h 3465"/>
                  <a:gd name="T50" fmla="*/ 2157 w 5520"/>
                  <a:gd name="T51" fmla="*/ 2 h 3465"/>
                  <a:gd name="T52" fmla="*/ 2157 w 5520"/>
                  <a:gd name="T53" fmla="*/ 708 h 3465"/>
                  <a:gd name="T54" fmla="*/ 1952 w 5520"/>
                  <a:gd name="T55" fmla="*/ 713 h 3465"/>
                  <a:gd name="T56" fmla="*/ 1948 w 5520"/>
                  <a:gd name="T57" fmla="*/ 1 h 3465"/>
                  <a:gd name="T58" fmla="*/ 5 w 5520"/>
                  <a:gd name="T59" fmla="*/ 1 h 3465"/>
                  <a:gd name="T60" fmla="*/ 9 w 5520"/>
                  <a:gd name="T61" fmla="*/ 906 h 3465"/>
                  <a:gd name="T62" fmla="*/ 510 w 5520"/>
                  <a:gd name="T63" fmla="*/ 1456 h 3465"/>
                  <a:gd name="T64" fmla="*/ 966 w 5520"/>
                  <a:gd name="T65" fmla="*/ 2660 h 3465"/>
                  <a:gd name="T66" fmla="*/ 1264 w 5520"/>
                  <a:gd name="T67" fmla="*/ 2822 h 3465"/>
                  <a:gd name="T68" fmla="*/ 2822 w 5520"/>
                  <a:gd name="T69" fmla="*/ 2902 h 3465"/>
                  <a:gd name="T70" fmla="*/ 2269 w 5520"/>
                  <a:gd name="T71" fmla="*/ 3128 h 3465"/>
                  <a:gd name="T72" fmla="*/ 2266 w 5520"/>
                  <a:gd name="T73" fmla="*/ 2916 h 3465"/>
                  <a:gd name="T74" fmla="*/ 1894 w 5520"/>
                  <a:gd name="T75" fmla="*/ 2911 h 3465"/>
                  <a:gd name="T76" fmla="*/ 2019 w 5520"/>
                  <a:gd name="T77" fmla="*/ 3456 h 3465"/>
                  <a:gd name="T78" fmla="*/ 1315 w 5520"/>
                  <a:gd name="T79" fmla="*/ 2513 h 3465"/>
                  <a:gd name="T80" fmla="*/ 1058 w 5520"/>
                  <a:gd name="T81" fmla="*/ 2389 h 3465"/>
                  <a:gd name="T82" fmla="*/ 660 w 5520"/>
                  <a:gd name="T83" fmla="*/ 1535 h 3465"/>
                  <a:gd name="T84" fmla="*/ 4861 w 5520"/>
                  <a:gd name="T85" fmla="*/ 1535 h 3465"/>
                  <a:gd name="T86" fmla="*/ 4464 w 5520"/>
                  <a:gd name="T87" fmla="*/ 2385 h 3465"/>
                  <a:gd name="T88" fmla="*/ 4239 w 5520"/>
                  <a:gd name="T89" fmla="*/ 2508 h 3465"/>
                  <a:gd name="T90" fmla="*/ 1315 w 5520"/>
                  <a:gd name="T91" fmla="*/ 2513 h 3465"/>
                  <a:gd name="T92" fmla="*/ 747 w 5520"/>
                  <a:gd name="T93" fmla="*/ 1039 h 3465"/>
                  <a:gd name="T94" fmla="*/ 596 w 5520"/>
                  <a:gd name="T95" fmla="*/ 454 h 3465"/>
                  <a:gd name="T96" fmla="*/ 1185 w 5520"/>
                  <a:gd name="T97" fmla="*/ 597 h 3465"/>
                  <a:gd name="T98" fmla="*/ 747 w 5520"/>
                  <a:gd name="T99" fmla="*/ 1039 h 3465"/>
                  <a:gd name="T100" fmla="*/ 4558 w 5520"/>
                  <a:gd name="T101" fmla="*/ 1035 h 3465"/>
                  <a:gd name="T102" fmla="*/ 4414 w 5520"/>
                  <a:gd name="T103" fmla="*/ 462 h 3465"/>
                  <a:gd name="T104" fmla="*/ 5008 w 5520"/>
                  <a:gd name="T105" fmla="*/ 594 h 3465"/>
                  <a:gd name="T106" fmla="*/ 4558 w 5520"/>
                  <a:gd name="T107" fmla="*/ 1035 h 3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520" h="3465">
                    <a:moveTo>
                      <a:pt x="2019" y="3456"/>
                    </a:moveTo>
                    <a:cubicBezTo>
                      <a:pt x="2269" y="3465"/>
                      <a:pt x="2495" y="3335"/>
                      <a:pt x="2726" y="3254"/>
                    </a:cubicBezTo>
                    <a:cubicBezTo>
                      <a:pt x="2945" y="3155"/>
                      <a:pt x="3188" y="3070"/>
                      <a:pt x="3349" y="2882"/>
                    </a:cubicBezTo>
                    <a:cubicBezTo>
                      <a:pt x="3658" y="2873"/>
                      <a:pt x="3966" y="2853"/>
                      <a:pt x="4272" y="2821"/>
                    </a:cubicBezTo>
                    <a:cubicBezTo>
                      <a:pt x="4393" y="2807"/>
                      <a:pt x="4528" y="2754"/>
                      <a:pt x="4568" y="2628"/>
                    </a:cubicBezTo>
                    <a:cubicBezTo>
                      <a:pt x="4695" y="2274"/>
                      <a:pt x="4831" y="1923"/>
                      <a:pt x="4959" y="1570"/>
                    </a:cubicBezTo>
                    <a:cubicBezTo>
                      <a:pt x="4981" y="1514"/>
                      <a:pt x="4998" y="1448"/>
                      <a:pt x="5059" y="1422"/>
                    </a:cubicBezTo>
                    <a:cubicBezTo>
                      <a:pt x="5256" y="1308"/>
                      <a:pt x="5470" y="1151"/>
                      <a:pt x="5511" y="911"/>
                    </a:cubicBezTo>
                    <a:cubicBezTo>
                      <a:pt x="5520" y="608"/>
                      <a:pt x="5512" y="304"/>
                      <a:pt x="5514" y="1"/>
                    </a:cubicBezTo>
                    <a:cubicBezTo>
                      <a:pt x="4867" y="1"/>
                      <a:pt x="4220" y="0"/>
                      <a:pt x="3573" y="1"/>
                    </a:cubicBezTo>
                    <a:cubicBezTo>
                      <a:pt x="3574" y="237"/>
                      <a:pt x="3574" y="473"/>
                      <a:pt x="3574" y="709"/>
                    </a:cubicBezTo>
                    <a:cubicBezTo>
                      <a:pt x="3504" y="709"/>
                      <a:pt x="3434" y="710"/>
                      <a:pt x="3364" y="710"/>
                    </a:cubicBezTo>
                    <a:cubicBezTo>
                      <a:pt x="3360" y="474"/>
                      <a:pt x="3364" y="237"/>
                      <a:pt x="3362" y="0"/>
                    </a:cubicBezTo>
                    <a:cubicBezTo>
                      <a:pt x="3314" y="1"/>
                      <a:pt x="3266" y="1"/>
                      <a:pt x="3219" y="2"/>
                    </a:cubicBezTo>
                    <a:cubicBezTo>
                      <a:pt x="3220" y="237"/>
                      <a:pt x="3219" y="473"/>
                      <a:pt x="3219" y="709"/>
                    </a:cubicBezTo>
                    <a:cubicBezTo>
                      <a:pt x="3150" y="709"/>
                      <a:pt x="3080" y="710"/>
                      <a:pt x="3011" y="710"/>
                    </a:cubicBezTo>
                    <a:cubicBezTo>
                      <a:pt x="3007" y="474"/>
                      <a:pt x="3010" y="237"/>
                      <a:pt x="3009" y="0"/>
                    </a:cubicBezTo>
                    <a:cubicBezTo>
                      <a:pt x="2961" y="1"/>
                      <a:pt x="2913" y="1"/>
                      <a:pt x="2865" y="2"/>
                    </a:cubicBezTo>
                    <a:cubicBezTo>
                      <a:pt x="2866" y="237"/>
                      <a:pt x="2865" y="473"/>
                      <a:pt x="2866" y="709"/>
                    </a:cubicBezTo>
                    <a:cubicBezTo>
                      <a:pt x="2796" y="709"/>
                      <a:pt x="2727" y="710"/>
                      <a:pt x="2658" y="711"/>
                    </a:cubicBezTo>
                    <a:cubicBezTo>
                      <a:pt x="2654" y="474"/>
                      <a:pt x="2657" y="237"/>
                      <a:pt x="2656" y="0"/>
                    </a:cubicBezTo>
                    <a:cubicBezTo>
                      <a:pt x="2607" y="1"/>
                      <a:pt x="2559" y="1"/>
                      <a:pt x="2510" y="2"/>
                    </a:cubicBezTo>
                    <a:cubicBezTo>
                      <a:pt x="2511" y="237"/>
                      <a:pt x="2511" y="473"/>
                      <a:pt x="2510" y="708"/>
                    </a:cubicBezTo>
                    <a:cubicBezTo>
                      <a:pt x="2442" y="710"/>
                      <a:pt x="2373" y="711"/>
                      <a:pt x="2305" y="712"/>
                    </a:cubicBezTo>
                    <a:cubicBezTo>
                      <a:pt x="2295" y="475"/>
                      <a:pt x="2303" y="238"/>
                      <a:pt x="2300" y="0"/>
                    </a:cubicBezTo>
                    <a:cubicBezTo>
                      <a:pt x="2253" y="1"/>
                      <a:pt x="2205" y="1"/>
                      <a:pt x="2157" y="2"/>
                    </a:cubicBezTo>
                    <a:cubicBezTo>
                      <a:pt x="2158" y="237"/>
                      <a:pt x="2158" y="473"/>
                      <a:pt x="2157" y="708"/>
                    </a:cubicBezTo>
                    <a:cubicBezTo>
                      <a:pt x="2089" y="709"/>
                      <a:pt x="2021" y="711"/>
                      <a:pt x="1952" y="713"/>
                    </a:cubicBezTo>
                    <a:cubicBezTo>
                      <a:pt x="1941" y="476"/>
                      <a:pt x="1950" y="238"/>
                      <a:pt x="1948" y="1"/>
                    </a:cubicBezTo>
                    <a:cubicBezTo>
                      <a:pt x="1300" y="1"/>
                      <a:pt x="653" y="0"/>
                      <a:pt x="5" y="1"/>
                    </a:cubicBezTo>
                    <a:cubicBezTo>
                      <a:pt x="9" y="303"/>
                      <a:pt x="0" y="605"/>
                      <a:pt x="9" y="906"/>
                    </a:cubicBezTo>
                    <a:cubicBezTo>
                      <a:pt x="49" y="1173"/>
                      <a:pt x="301" y="1325"/>
                      <a:pt x="510" y="1456"/>
                    </a:cubicBezTo>
                    <a:cubicBezTo>
                      <a:pt x="675" y="1851"/>
                      <a:pt x="810" y="2261"/>
                      <a:pt x="966" y="2660"/>
                    </a:cubicBezTo>
                    <a:cubicBezTo>
                      <a:pt x="1017" y="2774"/>
                      <a:pt x="1151" y="2810"/>
                      <a:pt x="1264" y="2822"/>
                    </a:cubicBezTo>
                    <a:cubicBezTo>
                      <a:pt x="1782" y="2872"/>
                      <a:pt x="2302" y="2893"/>
                      <a:pt x="2822" y="2902"/>
                    </a:cubicBezTo>
                    <a:cubicBezTo>
                      <a:pt x="2645" y="2993"/>
                      <a:pt x="2455" y="3058"/>
                      <a:pt x="2269" y="3128"/>
                    </a:cubicBezTo>
                    <a:cubicBezTo>
                      <a:pt x="2268" y="3058"/>
                      <a:pt x="2268" y="2987"/>
                      <a:pt x="2266" y="2916"/>
                    </a:cubicBezTo>
                    <a:cubicBezTo>
                      <a:pt x="2142" y="2918"/>
                      <a:pt x="2018" y="2917"/>
                      <a:pt x="1894" y="2911"/>
                    </a:cubicBezTo>
                    <a:cubicBezTo>
                      <a:pt x="1948" y="3090"/>
                      <a:pt x="1986" y="3273"/>
                      <a:pt x="2019" y="3456"/>
                    </a:cubicBezTo>
                    <a:moveTo>
                      <a:pt x="1315" y="2513"/>
                    </a:moveTo>
                    <a:cubicBezTo>
                      <a:pt x="1223" y="2498"/>
                      <a:pt x="1098" y="2491"/>
                      <a:pt x="1058" y="2389"/>
                    </a:cubicBezTo>
                    <a:cubicBezTo>
                      <a:pt x="935" y="2100"/>
                      <a:pt x="780" y="1825"/>
                      <a:pt x="660" y="1535"/>
                    </a:cubicBezTo>
                    <a:cubicBezTo>
                      <a:pt x="2060" y="1533"/>
                      <a:pt x="3461" y="1531"/>
                      <a:pt x="4861" y="1535"/>
                    </a:cubicBezTo>
                    <a:cubicBezTo>
                      <a:pt x="4738" y="1823"/>
                      <a:pt x="4587" y="2097"/>
                      <a:pt x="4464" y="2385"/>
                    </a:cubicBezTo>
                    <a:cubicBezTo>
                      <a:pt x="4433" y="2479"/>
                      <a:pt x="4323" y="2495"/>
                      <a:pt x="4239" y="2508"/>
                    </a:cubicBezTo>
                    <a:cubicBezTo>
                      <a:pt x="3267" y="2606"/>
                      <a:pt x="2287" y="2602"/>
                      <a:pt x="1315" y="2513"/>
                    </a:cubicBezTo>
                    <a:moveTo>
                      <a:pt x="747" y="1039"/>
                    </a:moveTo>
                    <a:cubicBezTo>
                      <a:pt x="498" y="978"/>
                      <a:pt x="410" y="628"/>
                      <a:pt x="596" y="454"/>
                    </a:cubicBezTo>
                    <a:cubicBezTo>
                      <a:pt x="768" y="264"/>
                      <a:pt x="1120" y="349"/>
                      <a:pt x="1185" y="597"/>
                    </a:cubicBezTo>
                    <a:cubicBezTo>
                      <a:pt x="1279" y="852"/>
                      <a:pt x="1003" y="1126"/>
                      <a:pt x="747" y="1039"/>
                    </a:cubicBezTo>
                    <a:moveTo>
                      <a:pt x="4558" y="1035"/>
                    </a:moveTo>
                    <a:cubicBezTo>
                      <a:pt x="4324" y="965"/>
                      <a:pt x="4236" y="635"/>
                      <a:pt x="4414" y="462"/>
                    </a:cubicBezTo>
                    <a:cubicBezTo>
                      <a:pt x="4580" y="264"/>
                      <a:pt x="4941" y="343"/>
                      <a:pt x="5008" y="594"/>
                    </a:cubicBezTo>
                    <a:cubicBezTo>
                      <a:pt x="5106" y="858"/>
                      <a:pt x="4819" y="1134"/>
                      <a:pt x="4558" y="103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Freeform 69"/>
              <p:cNvSpPr>
                <a:spLocks/>
              </p:cNvSpPr>
              <p:nvPr/>
            </p:nvSpPr>
            <p:spPr bwMode="auto">
              <a:xfrm flipV="1">
                <a:off x="5570" y="2935"/>
                <a:ext cx="46" cy="45"/>
              </a:xfrm>
              <a:custGeom>
                <a:avLst/>
                <a:gdLst>
                  <a:gd name="T0" fmla="*/ 35 w 201"/>
                  <a:gd name="T1" fmla="*/ 160 h 196"/>
                  <a:gd name="T2" fmla="*/ 35 w 201"/>
                  <a:gd name="T3" fmla="*/ 16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1" h="196">
                    <a:moveTo>
                      <a:pt x="35" y="160"/>
                    </a:moveTo>
                    <a:cubicBezTo>
                      <a:pt x="201" y="196"/>
                      <a:pt x="0" y="0"/>
                      <a:pt x="35" y="16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Freeform 70"/>
              <p:cNvSpPr>
                <a:spLocks/>
              </p:cNvSpPr>
              <p:nvPr/>
            </p:nvSpPr>
            <p:spPr bwMode="auto">
              <a:xfrm flipV="1">
                <a:off x="5570" y="2963"/>
                <a:ext cx="46" cy="45"/>
              </a:xfrm>
              <a:custGeom>
                <a:avLst/>
                <a:gdLst>
                  <a:gd name="T0" fmla="*/ 37 w 202"/>
                  <a:gd name="T1" fmla="*/ 160 h 195"/>
                  <a:gd name="T2" fmla="*/ 37 w 202"/>
                  <a:gd name="T3" fmla="*/ 16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2" h="195">
                    <a:moveTo>
                      <a:pt x="37" y="160"/>
                    </a:moveTo>
                    <a:cubicBezTo>
                      <a:pt x="202" y="195"/>
                      <a:pt x="0" y="0"/>
                      <a:pt x="37" y="16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Freeform 71"/>
              <p:cNvSpPr>
                <a:spLocks/>
              </p:cNvSpPr>
              <p:nvPr/>
            </p:nvSpPr>
            <p:spPr bwMode="auto">
              <a:xfrm flipV="1">
                <a:off x="5579" y="2993"/>
                <a:ext cx="24" cy="41"/>
              </a:xfrm>
              <a:custGeom>
                <a:avLst/>
                <a:gdLst>
                  <a:gd name="T0" fmla="*/ 0 w 106"/>
                  <a:gd name="T1" fmla="*/ 121 h 178"/>
                  <a:gd name="T2" fmla="*/ 0 w 106"/>
                  <a:gd name="T3" fmla="*/ 12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6" h="178">
                    <a:moveTo>
                      <a:pt x="0" y="121"/>
                    </a:moveTo>
                    <a:cubicBezTo>
                      <a:pt x="106" y="178"/>
                      <a:pt x="5" y="0"/>
                      <a:pt x="0" y="1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72"/>
              <p:cNvSpPr>
                <a:spLocks/>
              </p:cNvSpPr>
              <p:nvPr/>
            </p:nvSpPr>
            <p:spPr bwMode="auto">
              <a:xfrm flipV="1">
                <a:off x="5477" y="3111"/>
                <a:ext cx="216" cy="219"/>
              </a:xfrm>
              <a:custGeom>
                <a:avLst/>
                <a:gdLst>
                  <a:gd name="T0" fmla="*/ 1 w 945"/>
                  <a:gd name="T1" fmla="*/ 900 h 960"/>
                  <a:gd name="T2" fmla="*/ 944 w 945"/>
                  <a:gd name="T3" fmla="*/ 960 h 960"/>
                  <a:gd name="T4" fmla="*/ 944 w 945"/>
                  <a:gd name="T5" fmla="*/ 0 h 960"/>
                  <a:gd name="T6" fmla="*/ 513 w 945"/>
                  <a:gd name="T7" fmla="*/ 0 h 960"/>
                  <a:gd name="T8" fmla="*/ 514 w 945"/>
                  <a:gd name="T9" fmla="*/ 374 h 960"/>
                  <a:gd name="T10" fmla="*/ 440 w 945"/>
                  <a:gd name="T11" fmla="*/ 388 h 960"/>
                  <a:gd name="T12" fmla="*/ 431 w 945"/>
                  <a:gd name="T13" fmla="*/ 0 h 960"/>
                  <a:gd name="T14" fmla="*/ 1 w 945"/>
                  <a:gd name="T15" fmla="*/ 0 h 960"/>
                  <a:gd name="T16" fmla="*/ 1 w 945"/>
                  <a:gd name="T17" fmla="*/ 90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5" h="960">
                    <a:moveTo>
                      <a:pt x="1" y="900"/>
                    </a:moveTo>
                    <a:cubicBezTo>
                      <a:pt x="314" y="937"/>
                      <a:pt x="629" y="944"/>
                      <a:pt x="944" y="960"/>
                    </a:cubicBezTo>
                    <a:cubicBezTo>
                      <a:pt x="944" y="640"/>
                      <a:pt x="945" y="320"/>
                      <a:pt x="944" y="0"/>
                    </a:cubicBezTo>
                    <a:cubicBezTo>
                      <a:pt x="801" y="0"/>
                      <a:pt x="657" y="0"/>
                      <a:pt x="513" y="0"/>
                    </a:cubicBezTo>
                    <a:cubicBezTo>
                      <a:pt x="513" y="125"/>
                      <a:pt x="513" y="249"/>
                      <a:pt x="514" y="374"/>
                    </a:cubicBezTo>
                    <a:cubicBezTo>
                      <a:pt x="496" y="377"/>
                      <a:pt x="459" y="385"/>
                      <a:pt x="440" y="388"/>
                    </a:cubicBezTo>
                    <a:cubicBezTo>
                      <a:pt x="427" y="260"/>
                      <a:pt x="430" y="130"/>
                      <a:pt x="431" y="0"/>
                    </a:cubicBezTo>
                    <a:cubicBezTo>
                      <a:pt x="288" y="0"/>
                      <a:pt x="145" y="0"/>
                      <a:pt x="1" y="0"/>
                    </a:cubicBezTo>
                    <a:cubicBezTo>
                      <a:pt x="0" y="300"/>
                      <a:pt x="0" y="600"/>
                      <a:pt x="1" y="90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73"/>
              <p:cNvSpPr>
                <a:spLocks/>
              </p:cNvSpPr>
              <p:nvPr/>
            </p:nvSpPr>
            <p:spPr bwMode="auto">
              <a:xfrm flipV="1">
                <a:off x="5925" y="3112"/>
                <a:ext cx="211" cy="132"/>
              </a:xfrm>
              <a:custGeom>
                <a:avLst/>
                <a:gdLst>
                  <a:gd name="T0" fmla="*/ 99 w 925"/>
                  <a:gd name="T1" fmla="*/ 575 h 575"/>
                  <a:gd name="T2" fmla="*/ 844 w 925"/>
                  <a:gd name="T3" fmla="*/ 531 h 575"/>
                  <a:gd name="T4" fmla="*/ 446 w 925"/>
                  <a:gd name="T5" fmla="*/ 27 h 575"/>
                  <a:gd name="T6" fmla="*/ 99 w 925"/>
                  <a:gd name="T7" fmla="*/ 575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5" h="575">
                    <a:moveTo>
                      <a:pt x="99" y="575"/>
                    </a:moveTo>
                    <a:cubicBezTo>
                      <a:pt x="348" y="568"/>
                      <a:pt x="596" y="554"/>
                      <a:pt x="844" y="531"/>
                    </a:cubicBezTo>
                    <a:cubicBezTo>
                      <a:pt x="925" y="282"/>
                      <a:pt x="709" y="0"/>
                      <a:pt x="446" y="27"/>
                    </a:cubicBezTo>
                    <a:cubicBezTo>
                      <a:pt x="178" y="27"/>
                      <a:pt x="0" y="334"/>
                      <a:pt x="99" y="5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74"/>
              <p:cNvSpPr>
                <a:spLocks/>
              </p:cNvSpPr>
              <p:nvPr/>
            </p:nvSpPr>
            <p:spPr bwMode="auto">
              <a:xfrm flipV="1">
                <a:off x="5733" y="3119"/>
                <a:ext cx="139" cy="60"/>
              </a:xfrm>
              <a:custGeom>
                <a:avLst/>
                <a:gdLst>
                  <a:gd name="T0" fmla="*/ 100 w 611"/>
                  <a:gd name="T1" fmla="*/ 213 h 260"/>
                  <a:gd name="T2" fmla="*/ 550 w 611"/>
                  <a:gd name="T3" fmla="*/ 188 h 260"/>
                  <a:gd name="T4" fmla="*/ 229 w 611"/>
                  <a:gd name="T5" fmla="*/ 58 h 260"/>
                  <a:gd name="T6" fmla="*/ 100 w 611"/>
                  <a:gd name="T7" fmla="*/ 21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1" h="260">
                    <a:moveTo>
                      <a:pt x="100" y="213"/>
                    </a:moveTo>
                    <a:cubicBezTo>
                      <a:pt x="244" y="216"/>
                      <a:pt x="425" y="260"/>
                      <a:pt x="550" y="188"/>
                    </a:cubicBezTo>
                    <a:cubicBezTo>
                      <a:pt x="611" y="0"/>
                      <a:pt x="335" y="71"/>
                      <a:pt x="229" y="58"/>
                    </a:cubicBezTo>
                    <a:cubicBezTo>
                      <a:pt x="131" y="21"/>
                      <a:pt x="0" y="126"/>
                      <a:pt x="100" y="2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75"/>
              <p:cNvSpPr>
                <a:spLocks/>
              </p:cNvSpPr>
              <p:nvPr/>
            </p:nvSpPr>
            <p:spPr bwMode="auto">
              <a:xfrm flipV="1">
                <a:off x="5102" y="3233"/>
                <a:ext cx="203" cy="120"/>
              </a:xfrm>
              <a:custGeom>
                <a:avLst/>
                <a:gdLst>
                  <a:gd name="T0" fmla="*/ 142 w 887"/>
                  <a:gd name="T1" fmla="*/ 33 h 527"/>
                  <a:gd name="T2" fmla="*/ 279 w 887"/>
                  <a:gd name="T3" fmla="*/ 445 h 527"/>
                  <a:gd name="T4" fmla="*/ 786 w 887"/>
                  <a:gd name="T5" fmla="*/ 232 h 527"/>
                  <a:gd name="T6" fmla="*/ 887 w 887"/>
                  <a:gd name="T7" fmla="*/ 231 h 527"/>
                  <a:gd name="T8" fmla="*/ 808 w 887"/>
                  <a:gd name="T9" fmla="*/ 19 h 527"/>
                  <a:gd name="T10" fmla="*/ 142 w 887"/>
                  <a:gd name="T11" fmla="*/ 33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7" h="527">
                    <a:moveTo>
                      <a:pt x="142" y="33"/>
                    </a:moveTo>
                    <a:cubicBezTo>
                      <a:pt x="0" y="145"/>
                      <a:pt x="42" y="504"/>
                      <a:pt x="279" y="445"/>
                    </a:cubicBezTo>
                    <a:cubicBezTo>
                      <a:pt x="461" y="431"/>
                      <a:pt x="813" y="527"/>
                      <a:pt x="786" y="232"/>
                    </a:cubicBezTo>
                    <a:cubicBezTo>
                      <a:pt x="811" y="232"/>
                      <a:pt x="862" y="232"/>
                      <a:pt x="887" y="231"/>
                    </a:cubicBezTo>
                    <a:cubicBezTo>
                      <a:pt x="860" y="161"/>
                      <a:pt x="834" y="90"/>
                      <a:pt x="808" y="19"/>
                    </a:cubicBezTo>
                    <a:cubicBezTo>
                      <a:pt x="587" y="28"/>
                      <a:pt x="361" y="0"/>
                      <a:pt x="142" y="3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76"/>
              <p:cNvSpPr>
                <a:spLocks/>
              </p:cNvSpPr>
              <p:nvPr/>
            </p:nvSpPr>
            <p:spPr bwMode="auto">
              <a:xfrm flipV="1">
                <a:off x="5836" y="3254"/>
                <a:ext cx="257" cy="76"/>
              </a:xfrm>
              <a:custGeom>
                <a:avLst/>
                <a:gdLst>
                  <a:gd name="T0" fmla="*/ 0 w 1129"/>
                  <a:gd name="T1" fmla="*/ 3 h 335"/>
                  <a:gd name="T2" fmla="*/ 413 w 1129"/>
                  <a:gd name="T3" fmla="*/ 331 h 335"/>
                  <a:gd name="T4" fmla="*/ 1129 w 1129"/>
                  <a:gd name="T5" fmla="*/ 332 h 335"/>
                  <a:gd name="T6" fmla="*/ 900 w 1129"/>
                  <a:gd name="T7" fmla="*/ 5 h 335"/>
                  <a:gd name="T8" fmla="*/ 0 w 1129"/>
                  <a:gd name="T9" fmla="*/ 3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335">
                    <a:moveTo>
                      <a:pt x="0" y="3"/>
                    </a:moveTo>
                    <a:cubicBezTo>
                      <a:pt x="97" y="149"/>
                      <a:pt x="222" y="322"/>
                      <a:pt x="413" y="331"/>
                    </a:cubicBezTo>
                    <a:cubicBezTo>
                      <a:pt x="652" y="335"/>
                      <a:pt x="891" y="332"/>
                      <a:pt x="1129" y="332"/>
                    </a:cubicBezTo>
                    <a:cubicBezTo>
                      <a:pt x="1055" y="221"/>
                      <a:pt x="974" y="116"/>
                      <a:pt x="900" y="5"/>
                    </a:cubicBezTo>
                    <a:cubicBezTo>
                      <a:pt x="600" y="0"/>
                      <a:pt x="300" y="2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77"/>
              <p:cNvSpPr>
                <a:spLocks/>
              </p:cNvSpPr>
              <p:nvPr/>
            </p:nvSpPr>
            <p:spPr bwMode="auto">
              <a:xfrm flipV="1">
                <a:off x="6068" y="3252"/>
                <a:ext cx="160" cy="78"/>
              </a:xfrm>
              <a:custGeom>
                <a:avLst/>
                <a:gdLst>
                  <a:gd name="T0" fmla="*/ 0 w 701"/>
                  <a:gd name="T1" fmla="*/ 1 h 340"/>
                  <a:gd name="T2" fmla="*/ 243 w 701"/>
                  <a:gd name="T3" fmla="*/ 337 h 340"/>
                  <a:gd name="T4" fmla="*/ 701 w 701"/>
                  <a:gd name="T5" fmla="*/ 2 h 340"/>
                  <a:gd name="T6" fmla="*/ 0 w 701"/>
                  <a:gd name="T7" fmla="*/ 1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1" h="340">
                    <a:moveTo>
                      <a:pt x="0" y="1"/>
                    </a:moveTo>
                    <a:cubicBezTo>
                      <a:pt x="81" y="113"/>
                      <a:pt x="162" y="225"/>
                      <a:pt x="243" y="337"/>
                    </a:cubicBezTo>
                    <a:cubicBezTo>
                      <a:pt x="453" y="340"/>
                      <a:pt x="599" y="165"/>
                      <a:pt x="701" y="2"/>
                    </a:cubicBezTo>
                    <a:cubicBezTo>
                      <a:pt x="467" y="0"/>
                      <a:pt x="234" y="2"/>
                      <a:pt x="0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78"/>
              <p:cNvSpPr>
                <a:spLocks/>
              </p:cNvSpPr>
              <p:nvPr/>
            </p:nvSpPr>
            <p:spPr bwMode="auto">
              <a:xfrm flipV="1">
                <a:off x="6305" y="3232"/>
                <a:ext cx="203" cy="120"/>
              </a:xfrm>
              <a:custGeom>
                <a:avLst/>
                <a:gdLst>
                  <a:gd name="T0" fmla="*/ 103 w 891"/>
                  <a:gd name="T1" fmla="*/ 227 h 525"/>
                  <a:gd name="T2" fmla="*/ 617 w 891"/>
                  <a:gd name="T3" fmla="*/ 440 h 525"/>
                  <a:gd name="T4" fmla="*/ 736 w 891"/>
                  <a:gd name="T5" fmla="*/ 23 h 525"/>
                  <a:gd name="T6" fmla="*/ 87 w 891"/>
                  <a:gd name="T7" fmla="*/ 11 h 525"/>
                  <a:gd name="T8" fmla="*/ 0 w 891"/>
                  <a:gd name="T9" fmla="*/ 227 h 525"/>
                  <a:gd name="T10" fmla="*/ 103 w 891"/>
                  <a:gd name="T11" fmla="*/ 227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91" h="525">
                    <a:moveTo>
                      <a:pt x="103" y="227"/>
                    </a:moveTo>
                    <a:cubicBezTo>
                      <a:pt x="75" y="525"/>
                      <a:pt x="433" y="425"/>
                      <a:pt x="617" y="440"/>
                    </a:cubicBezTo>
                    <a:cubicBezTo>
                      <a:pt x="854" y="494"/>
                      <a:pt x="891" y="121"/>
                      <a:pt x="736" y="23"/>
                    </a:cubicBezTo>
                    <a:cubicBezTo>
                      <a:pt x="521" y="0"/>
                      <a:pt x="303" y="23"/>
                      <a:pt x="87" y="11"/>
                    </a:cubicBezTo>
                    <a:cubicBezTo>
                      <a:pt x="55" y="82"/>
                      <a:pt x="26" y="154"/>
                      <a:pt x="0" y="227"/>
                    </a:cubicBezTo>
                    <a:cubicBezTo>
                      <a:pt x="25" y="227"/>
                      <a:pt x="77" y="227"/>
                      <a:pt x="103" y="22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79"/>
              <p:cNvSpPr>
                <a:spLocks/>
              </p:cNvSpPr>
              <p:nvPr/>
            </p:nvSpPr>
            <p:spPr bwMode="auto">
              <a:xfrm flipV="1">
                <a:off x="5289" y="3455"/>
                <a:ext cx="150" cy="154"/>
              </a:xfrm>
              <a:custGeom>
                <a:avLst/>
                <a:gdLst>
                  <a:gd name="T0" fmla="*/ 285 w 660"/>
                  <a:gd name="T1" fmla="*/ 623 h 675"/>
                  <a:gd name="T2" fmla="*/ 624 w 660"/>
                  <a:gd name="T3" fmla="*/ 317 h 675"/>
                  <a:gd name="T4" fmla="*/ 171 w 660"/>
                  <a:gd name="T5" fmla="*/ 143 h 675"/>
                  <a:gd name="T6" fmla="*/ 285 w 660"/>
                  <a:gd name="T7" fmla="*/ 623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0" h="675">
                    <a:moveTo>
                      <a:pt x="285" y="623"/>
                    </a:moveTo>
                    <a:cubicBezTo>
                      <a:pt x="466" y="675"/>
                      <a:pt x="660" y="503"/>
                      <a:pt x="624" y="317"/>
                    </a:cubicBezTo>
                    <a:cubicBezTo>
                      <a:pt x="610" y="106"/>
                      <a:pt x="324" y="0"/>
                      <a:pt x="171" y="143"/>
                    </a:cubicBezTo>
                    <a:cubicBezTo>
                      <a:pt x="0" y="275"/>
                      <a:pt x="72" y="583"/>
                      <a:pt x="285" y="6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80"/>
              <p:cNvSpPr>
                <a:spLocks/>
              </p:cNvSpPr>
              <p:nvPr/>
            </p:nvSpPr>
            <p:spPr bwMode="auto">
              <a:xfrm flipV="1">
                <a:off x="6162" y="3454"/>
                <a:ext cx="150" cy="156"/>
              </a:xfrm>
              <a:custGeom>
                <a:avLst/>
                <a:gdLst>
                  <a:gd name="T0" fmla="*/ 267 w 658"/>
                  <a:gd name="T1" fmla="*/ 624 h 685"/>
                  <a:gd name="T2" fmla="*/ 623 w 658"/>
                  <a:gd name="T3" fmla="*/ 320 h 685"/>
                  <a:gd name="T4" fmla="*/ 160 w 658"/>
                  <a:gd name="T5" fmla="*/ 155 h 685"/>
                  <a:gd name="T6" fmla="*/ 267 w 658"/>
                  <a:gd name="T7" fmla="*/ 624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8" h="685">
                    <a:moveTo>
                      <a:pt x="267" y="624"/>
                    </a:moveTo>
                    <a:cubicBezTo>
                      <a:pt x="452" y="685"/>
                      <a:pt x="658" y="513"/>
                      <a:pt x="623" y="320"/>
                    </a:cubicBezTo>
                    <a:cubicBezTo>
                      <a:pt x="603" y="106"/>
                      <a:pt x="310" y="0"/>
                      <a:pt x="160" y="155"/>
                    </a:cubicBezTo>
                    <a:cubicBezTo>
                      <a:pt x="0" y="288"/>
                      <a:pt x="68" y="572"/>
                      <a:pt x="267" y="6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81"/>
              <p:cNvSpPr>
                <a:spLocks/>
              </p:cNvSpPr>
              <p:nvPr/>
            </p:nvSpPr>
            <p:spPr bwMode="auto">
              <a:xfrm flipV="1">
                <a:off x="5158" y="3708"/>
                <a:ext cx="1294" cy="239"/>
              </a:xfrm>
              <a:custGeom>
                <a:avLst/>
                <a:gdLst>
                  <a:gd name="T0" fmla="*/ 0 w 5677"/>
                  <a:gd name="T1" fmla="*/ 1044 h 1046"/>
                  <a:gd name="T2" fmla="*/ 5677 w 5677"/>
                  <a:gd name="T3" fmla="*/ 1044 h 1046"/>
                  <a:gd name="T4" fmla="*/ 5419 w 5677"/>
                  <a:gd name="T5" fmla="*/ 668 h 1046"/>
                  <a:gd name="T6" fmla="*/ 5417 w 5677"/>
                  <a:gd name="T7" fmla="*/ 143 h 1046"/>
                  <a:gd name="T8" fmla="*/ 5259 w 5677"/>
                  <a:gd name="T9" fmla="*/ 15 h 1046"/>
                  <a:gd name="T10" fmla="*/ 4697 w 5677"/>
                  <a:gd name="T11" fmla="*/ 27 h 1046"/>
                  <a:gd name="T12" fmla="*/ 4622 w 5677"/>
                  <a:gd name="T13" fmla="*/ 439 h 1046"/>
                  <a:gd name="T14" fmla="*/ 1138 w 5677"/>
                  <a:gd name="T15" fmla="*/ 439 h 1046"/>
                  <a:gd name="T16" fmla="*/ 1057 w 5677"/>
                  <a:gd name="T17" fmla="*/ 27 h 1046"/>
                  <a:gd name="T18" fmla="*/ 461 w 5677"/>
                  <a:gd name="T19" fmla="*/ 15 h 1046"/>
                  <a:gd name="T20" fmla="*/ 292 w 5677"/>
                  <a:gd name="T21" fmla="*/ 139 h 1046"/>
                  <a:gd name="T22" fmla="*/ 289 w 5677"/>
                  <a:gd name="T23" fmla="*/ 670 h 1046"/>
                  <a:gd name="T24" fmla="*/ 0 w 5677"/>
                  <a:gd name="T25" fmla="*/ 1044 h 10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77" h="1046">
                    <a:moveTo>
                      <a:pt x="0" y="1044"/>
                    </a:moveTo>
                    <a:cubicBezTo>
                      <a:pt x="1892" y="1046"/>
                      <a:pt x="3785" y="1046"/>
                      <a:pt x="5677" y="1044"/>
                    </a:cubicBezTo>
                    <a:cubicBezTo>
                      <a:pt x="5665" y="886"/>
                      <a:pt x="5614" y="674"/>
                      <a:pt x="5419" y="668"/>
                    </a:cubicBezTo>
                    <a:cubicBezTo>
                      <a:pt x="5416" y="493"/>
                      <a:pt x="5422" y="318"/>
                      <a:pt x="5417" y="143"/>
                    </a:cubicBezTo>
                    <a:cubicBezTo>
                      <a:pt x="5423" y="60"/>
                      <a:pt x="5336" y="2"/>
                      <a:pt x="5259" y="15"/>
                    </a:cubicBezTo>
                    <a:cubicBezTo>
                      <a:pt x="5072" y="21"/>
                      <a:pt x="4882" y="0"/>
                      <a:pt x="4697" y="27"/>
                    </a:cubicBezTo>
                    <a:cubicBezTo>
                      <a:pt x="4565" y="118"/>
                      <a:pt x="4636" y="304"/>
                      <a:pt x="4622" y="439"/>
                    </a:cubicBezTo>
                    <a:cubicBezTo>
                      <a:pt x="3461" y="439"/>
                      <a:pt x="2299" y="439"/>
                      <a:pt x="1138" y="439"/>
                    </a:cubicBezTo>
                    <a:cubicBezTo>
                      <a:pt x="1121" y="304"/>
                      <a:pt x="1199" y="112"/>
                      <a:pt x="1057" y="27"/>
                    </a:cubicBezTo>
                    <a:cubicBezTo>
                      <a:pt x="861" y="0"/>
                      <a:pt x="659" y="22"/>
                      <a:pt x="461" y="15"/>
                    </a:cubicBezTo>
                    <a:cubicBezTo>
                      <a:pt x="383" y="3"/>
                      <a:pt x="291" y="55"/>
                      <a:pt x="292" y="139"/>
                    </a:cubicBezTo>
                    <a:cubicBezTo>
                      <a:pt x="285" y="316"/>
                      <a:pt x="293" y="493"/>
                      <a:pt x="289" y="670"/>
                    </a:cubicBezTo>
                    <a:cubicBezTo>
                      <a:pt x="80" y="649"/>
                      <a:pt x="4" y="875"/>
                      <a:pt x="0" y="10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35" name="Group 85"/>
          <p:cNvGrpSpPr>
            <a:grpSpLocks noChangeAspect="1"/>
          </p:cNvGrpSpPr>
          <p:nvPr/>
        </p:nvGrpSpPr>
        <p:grpSpPr bwMode="auto">
          <a:xfrm>
            <a:off x="9859769" y="515680"/>
            <a:ext cx="1797050" cy="1447434"/>
            <a:chOff x="729" y="1764"/>
            <a:chExt cx="1321" cy="1064"/>
          </a:xfrm>
          <a:solidFill>
            <a:srgbClr val="595959"/>
          </a:solidFill>
        </p:grpSpPr>
        <p:sp>
          <p:nvSpPr>
            <p:cNvPr id="137" name="Freeform 86"/>
            <p:cNvSpPr>
              <a:spLocks/>
            </p:cNvSpPr>
            <p:nvPr/>
          </p:nvSpPr>
          <p:spPr bwMode="auto">
            <a:xfrm flipV="1">
              <a:off x="1129" y="1764"/>
              <a:ext cx="520" cy="1062"/>
            </a:xfrm>
            <a:custGeom>
              <a:avLst/>
              <a:gdLst>
                <a:gd name="T0" fmla="*/ 30 w 2281"/>
                <a:gd name="T1" fmla="*/ 4462 h 4649"/>
                <a:gd name="T2" fmla="*/ 308 w 2281"/>
                <a:gd name="T3" fmla="*/ 4364 h 4649"/>
                <a:gd name="T4" fmla="*/ 920 w 2281"/>
                <a:gd name="T5" fmla="*/ 3297 h 4649"/>
                <a:gd name="T6" fmla="*/ 1143 w 2281"/>
                <a:gd name="T7" fmla="*/ 2563 h 4649"/>
                <a:gd name="T8" fmla="*/ 1358 w 2281"/>
                <a:gd name="T9" fmla="*/ 3296 h 4649"/>
                <a:gd name="T10" fmla="*/ 1974 w 2281"/>
                <a:gd name="T11" fmla="*/ 4366 h 4649"/>
                <a:gd name="T12" fmla="*/ 2251 w 2281"/>
                <a:gd name="T13" fmla="*/ 4467 h 4649"/>
                <a:gd name="T14" fmla="*/ 1613 w 2281"/>
                <a:gd name="T15" fmla="*/ 3046 h 4649"/>
                <a:gd name="T16" fmla="*/ 1611 w 2281"/>
                <a:gd name="T17" fmla="*/ 270 h 4649"/>
                <a:gd name="T18" fmla="*/ 1183 w 2281"/>
                <a:gd name="T19" fmla="*/ 239 h 4649"/>
                <a:gd name="T20" fmla="*/ 1177 w 2281"/>
                <a:gd name="T21" fmla="*/ 1803 h 4649"/>
                <a:gd name="T22" fmla="*/ 1100 w 2281"/>
                <a:gd name="T23" fmla="*/ 1805 h 4649"/>
                <a:gd name="T24" fmla="*/ 1095 w 2281"/>
                <a:gd name="T25" fmla="*/ 241 h 4649"/>
                <a:gd name="T26" fmla="*/ 673 w 2281"/>
                <a:gd name="T27" fmla="*/ 241 h 4649"/>
                <a:gd name="T28" fmla="*/ 668 w 2281"/>
                <a:gd name="T29" fmla="*/ 3048 h 4649"/>
                <a:gd name="T30" fmla="*/ 30 w 2281"/>
                <a:gd name="T31" fmla="*/ 4462 h 4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81" h="4649">
                  <a:moveTo>
                    <a:pt x="30" y="4462"/>
                  </a:moveTo>
                  <a:cubicBezTo>
                    <a:pt x="82" y="4649"/>
                    <a:pt x="362" y="4544"/>
                    <a:pt x="308" y="4364"/>
                  </a:cubicBezTo>
                  <a:cubicBezTo>
                    <a:pt x="300" y="3957"/>
                    <a:pt x="416" y="3325"/>
                    <a:pt x="920" y="3297"/>
                  </a:cubicBezTo>
                  <a:cubicBezTo>
                    <a:pt x="968" y="3047"/>
                    <a:pt x="999" y="2781"/>
                    <a:pt x="1143" y="2563"/>
                  </a:cubicBezTo>
                  <a:cubicBezTo>
                    <a:pt x="1274" y="2786"/>
                    <a:pt x="1313" y="3046"/>
                    <a:pt x="1358" y="3296"/>
                  </a:cubicBezTo>
                  <a:cubicBezTo>
                    <a:pt x="1865" y="3325"/>
                    <a:pt x="1975" y="3958"/>
                    <a:pt x="1974" y="4366"/>
                  </a:cubicBezTo>
                  <a:cubicBezTo>
                    <a:pt x="1918" y="4542"/>
                    <a:pt x="2188" y="4649"/>
                    <a:pt x="2251" y="4467"/>
                  </a:cubicBezTo>
                  <a:cubicBezTo>
                    <a:pt x="2281" y="3940"/>
                    <a:pt x="2143" y="3287"/>
                    <a:pt x="1613" y="3046"/>
                  </a:cubicBezTo>
                  <a:cubicBezTo>
                    <a:pt x="1611" y="2121"/>
                    <a:pt x="1616" y="1195"/>
                    <a:pt x="1611" y="270"/>
                  </a:cubicBezTo>
                  <a:cubicBezTo>
                    <a:pt x="1606" y="28"/>
                    <a:pt x="1224" y="0"/>
                    <a:pt x="1183" y="239"/>
                  </a:cubicBezTo>
                  <a:cubicBezTo>
                    <a:pt x="1168" y="759"/>
                    <a:pt x="1180" y="1282"/>
                    <a:pt x="1177" y="1803"/>
                  </a:cubicBezTo>
                  <a:cubicBezTo>
                    <a:pt x="1158" y="1803"/>
                    <a:pt x="1120" y="1805"/>
                    <a:pt x="1100" y="1805"/>
                  </a:cubicBezTo>
                  <a:cubicBezTo>
                    <a:pt x="1096" y="1284"/>
                    <a:pt x="1107" y="762"/>
                    <a:pt x="1095" y="241"/>
                  </a:cubicBezTo>
                  <a:cubicBezTo>
                    <a:pt x="1065" y="16"/>
                    <a:pt x="702" y="17"/>
                    <a:pt x="673" y="241"/>
                  </a:cubicBezTo>
                  <a:cubicBezTo>
                    <a:pt x="662" y="1177"/>
                    <a:pt x="673" y="2112"/>
                    <a:pt x="668" y="3048"/>
                  </a:cubicBezTo>
                  <a:cubicBezTo>
                    <a:pt x="137" y="3284"/>
                    <a:pt x="0" y="3937"/>
                    <a:pt x="30" y="44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8" name="Freeform 87"/>
            <p:cNvSpPr>
              <a:spLocks/>
            </p:cNvSpPr>
            <p:nvPr/>
          </p:nvSpPr>
          <p:spPr bwMode="auto">
            <a:xfrm flipV="1">
              <a:off x="838" y="1832"/>
              <a:ext cx="219" cy="212"/>
            </a:xfrm>
            <a:custGeom>
              <a:avLst/>
              <a:gdLst>
                <a:gd name="T0" fmla="*/ 48 w 958"/>
                <a:gd name="T1" fmla="*/ 930 h 930"/>
                <a:gd name="T2" fmla="*/ 947 w 958"/>
                <a:gd name="T3" fmla="*/ 842 h 930"/>
                <a:gd name="T4" fmla="*/ 953 w 958"/>
                <a:gd name="T5" fmla="*/ 413 h 930"/>
                <a:gd name="T6" fmla="*/ 516 w 958"/>
                <a:gd name="T7" fmla="*/ 35 h 930"/>
                <a:gd name="T8" fmla="*/ 173 w 958"/>
                <a:gd name="T9" fmla="*/ 507 h 930"/>
                <a:gd name="T10" fmla="*/ 0 w 958"/>
                <a:gd name="T11" fmla="*/ 508 h 930"/>
                <a:gd name="T12" fmla="*/ 194 w 958"/>
                <a:gd name="T13" fmla="*/ 693 h 930"/>
                <a:gd name="T14" fmla="*/ 48 w 958"/>
                <a:gd name="T15" fmla="*/ 930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8" h="930">
                  <a:moveTo>
                    <a:pt x="48" y="930"/>
                  </a:moveTo>
                  <a:cubicBezTo>
                    <a:pt x="348" y="908"/>
                    <a:pt x="647" y="865"/>
                    <a:pt x="947" y="842"/>
                  </a:cubicBezTo>
                  <a:cubicBezTo>
                    <a:pt x="945" y="699"/>
                    <a:pt x="949" y="556"/>
                    <a:pt x="953" y="413"/>
                  </a:cubicBezTo>
                  <a:cubicBezTo>
                    <a:pt x="958" y="190"/>
                    <a:pt x="736" y="0"/>
                    <a:pt x="516" y="35"/>
                  </a:cubicBezTo>
                  <a:cubicBezTo>
                    <a:pt x="289" y="53"/>
                    <a:pt x="133" y="289"/>
                    <a:pt x="173" y="507"/>
                  </a:cubicBezTo>
                  <a:cubicBezTo>
                    <a:pt x="115" y="507"/>
                    <a:pt x="58" y="507"/>
                    <a:pt x="0" y="508"/>
                  </a:cubicBezTo>
                  <a:cubicBezTo>
                    <a:pt x="65" y="569"/>
                    <a:pt x="130" y="631"/>
                    <a:pt x="194" y="693"/>
                  </a:cubicBezTo>
                  <a:cubicBezTo>
                    <a:pt x="145" y="772"/>
                    <a:pt x="97" y="852"/>
                    <a:pt x="48" y="9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9" name="Freeform 88"/>
            <p:cNvSpPr>
              <a:spLocks/>
            </p:cNvSpPr>
            <p:nvPr/>
          </p:nvSpPr>
          <p:spPr bwMode="auto">
            <a:xfrm flipV="1">
              <a:off x="1715" y="1832"/>
              <a:ext cx="223" cy="211"/>
            </a:xfrm>
            <a:custGeom>
              <a:avLst/>
              <a:gdLst>
                <a:gd name="T0" fmla="*/ 48 w 979"/>
                <a:gd name="T1" fmla="*/ 836 h 925"/>
                <a:gd name="T2" fmla="*/ 931 w 979"/>
                <a:gd name="T3" fmla="*/ 925 h 925"/>
                <a:gd name="T4" fmla="*/ 783 w 979"/>
                <a:gd name="T5" fmla="*/ 687 h 925"/>
                <a:gd name="T6" fmla="*/ 979 w 979"/>
                <a:gd name="T7" fmla="*/ 502 h 925"/>
                <a:gd name="T8" fmla="*/ 808 w 979"/>
                <a:gd name="T9" fmla="*/ 502 h 925"/>
                <a:gd name="T10" fmla="*/ 448 w 979"/>
                <a:gd name="T11" fmla="*/ 28 h 925"/>
                <a:gd name="T12" fmla="*/ 26 w 979"/>
                <a:gd name="T13" fmla="*/ 441 h 925"/>
                <a:gd name="T14" fmla="*/ 48 w 979"/>
                <a:gd name="T15" fmla="*/ 836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9" h="925">
                  <a:moveTo>
                    <a:pt x="48" y="836"/>
                  </a:moveTo>
                  <a:cubicBezTo>
                    <a:pt x="342" y="865"/>
                    <a:pt x="636" y="899"/>
                    <a:pt x="931" y="925"/>
                  </a:cubicBezTo>
                  <a:cubicBezTo>
                    <a:pt x="881" y="846"/>
                    <a:pt x="833" y="766"/>
                    <a:pt x="783" y="687"/>
                  </a:cubicBezTo>
                  <a:cubicBezTo>
                    <a:pt x="848" y="625"/>
                    <a:pt x="913" y="564"/>
                    <a:pt x="979" y="502"/>
                  </a:cubicBezTo>
                  <a:cubicBezTo>
                    <a:pt x="922" y="502"/>
                    <a:pt x="865" y="502"/>
                    <a:pt x="808" y="502"/>
                  </a:cubicBezTo>
                  <a:cubicBezTo>
                    <a:pt x="846" y="279"/>
                    <a:pt x="680" y="38"/>
                    <a:pt x="448" y="28"/>
                  </a:cubicBezTo>
                  <a:cubicBezTo>
                    <a:pt x="220" y="0"/>
                    <a:pt x="0" y="213"/>
                    <a:pt x="26" y="441"/>
                  </a:cubicBezTo>
                  <a:cubicBezTo>
                    <a:pt x="45" y="571"/>
                    <a:pt x="15" y="713"/>
                    <a:pt x="48" y="83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0" name="Freeform 89"/>
            <p:cNvSpPr>
              <a:spLocks/>
            </p:cNvSpPr>
            <p:nvPr/>
          </p:nvSpPr>
          <p:spPr bwMode="auto">
            <a:xfrm flipV="1">
              <a:off x="1277" y="1850"/>
              <a:ext cx="209" cy="223"/>
            </a:xfrm>
            <a:custGeom>
              <a:avLst/>
              <a:gdLst>
                <a:gd name="T0" fmla="*/ 368 w 917"/>
                <a:gd name="T1" fmla="*/ 878 h 976"/>
                <a:gd name="T2" fmla="*/ 879 w 917"/>
                <a:gd name="T3" fmla="*/ 470 h 976"/>
                <a:gd name="T4" fmla="*/ 253 w 917"/>
                <a:gd name="T5" fmla="*/ 190 h 976"/>
                <a:gd name="T6" fmla="*/ 368 w 917"/>
                <a:gd name="T7" fmla="*/ 878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7" h="976">
                  <a:moveTo>
                    <a:pt x="368" y="878"/>
                  </a:moveTo>
                  <a:cubicBezTo>
                    <a:pt x="621" y="976"/>
                    <a:pt x="917" y="738"/>
                    <a:pt x="879" y="470"/>
                  </a:cubicBezTo>
                  <a:cubicBezTo>
                    <a:pt x="869" y="174"/>
                    <a:pt x="481" y="0"/>
                    <a:pt x="253" y="190"/>
                  </a:cubicBezTo>
                  <a:cubicBezTo>
                    <a:pt x="0" y="362"/>
                    <a:pt x="72" y="798"/>
                    <a:pt x="368" y="8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1" name="Freeform 90"/>
            <p:cNvSpPr>
              <a:spLocks/>
            </p:cNvSpPr>
            <p:nvPr/>
          </p:nvSpPr>
          <p:spPr bwMode="auto">
            <a:xfrm flipV="1">
              <a:off x="729" y="2049"/>
              <a:ext cx="299" cy="360"/>
            </a:xfrm>
            <a:custGeom>
              <a:avLst/>
              <a:gdLst>
                <a:gd name="T0" fmla="*/ 214 w 1312"/>
                <a:gd name="T1" fmla="*/ 1274 h 1575"/>
                <a:gd name="T2" fmla="*/ 642 w 1312"/>
                <a:gd name="T3" fmla="*/ 1556 h 1575"/>
                <a:gd name="T4" fmla="*/ 1312 w 1312"/>
                <a:gd name="T5" fmla="*/ 1555 h 1575"/>
                <a:gd name="T6" fmla="*/ 584 w 1312"/>
                <a:gd name="T7" fmla="*/ 544 h 1575"/>
                <a:gd name="T8" fmla="*/ 461 w 1312"/>
                <a:gd name="T9" fmla="*/ 1064 h 1575"/>
                <a:gd name="T10" fmla="*/ 366 w 1312"/>
                <a:gd name="T11" fmla="*/ 207 h 1575"/>
                <a:gd name="T12" fmla="*/ 63 w 1312"/>
                <a:gd name="T13" fmla="*/ 159 h 1575"/>
                <a:gd name="T14" fmla="*/ 214 w 1312"/>
                <a:gd name="T15" fmla="*/ 1274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2" h="1575">
                  <a:moveTo>
                    <a:pt x="214" y="1274"/>
                  </a:moveTo>
                  <a:cubicBezTo>
                    <a:pt x="310" y="1417"/>
                    <a:pt x="453" y="1575"/>
                    <a:pt x="642" y="1556"/>
                  </a:cubicBezTo>
                  <a:cubicBezTo>
                    <a:pt x="865" y="1555"/>
                    <a:pt x="1088" y="1556"/>
                    <a:pt x="1312" y="1555"/>
                  </a:cubicBezTo>
                  <a:cubicBezTo>
                    <a:pt x="1071" y="1217"/>
                    <a:pt x="827" y="881"/>
                    <a:pt x="584" y="544"/>
                  </a:cubicBezTo>
                  <a:cubicBezTo>
                    <a:pt x="542" y="717"/>
                    <a:pt x="501" y="891"/>
                    <a:pt x="461" y="1064"/>
                  </a:cubicBezTo>
                  <a:cubicBezTo>
                    <a:pt x="319" y="803"/>
                    <a:pt x="340" y="493"/>
                    <a:pt x="366" y="207"/>
                  </a:cubicBezTo>
                  <a:cubicBezTo>
                    <a:pt x="369" y="42"/>
                    <a:pt x="111" y="0"/>
                    <a:pt x="63" y="159"/>
                  </a:cubicBezTo>
                  <a:cubicBezTo>
                    <a:pt x="0" y="531"/>
                    <a:pt x="15" y="943"/>
                    <a:pt x="214" y="127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2" name="Freeform 91"/>
            <p:cNvSpPr>
              <a:spLocks/>
            </p:cNvSpPr>
            <p:nvPr/>
          </p:nvSpPr>
          <p:spPr bwMode="auto">
            <a:xfrm flipV="1">
              <a:off x="796" y="2040"/>
              <a:ext cx="405" cy="784"/>
            </a:xfrm>
            <a:custGeom>
              <a:avLst/>
              <a:gdLst>
                <a:gd name="T0" fmla="*/ 1108 w 1777"/>
                <a:gd name="T1" fmla="*/ 3318 h 3432"/>
                <a:gd name="T2" fmla="*/ 1401 w 1777"/>
                <a:gd name="T3" fmla="*/ 3290 h 3432"/>
                <a:gd name="T4" fmla="*/ 1755 w 1777"/>
                <a:gd name="T5" fmla="*/ 2203 h 3432"/>
                <a:gd name="T6" fmla="*/ 1651 w 1777"/>
                <a:gd name="T7" fmla="*/ 1891 h 3432"/>
                <a:gd name="T8" fmla="*/ 1429 w 1777"/>
                <a:gd name="T9" fmla="*/ 2061 h 3432"/>
                <a:gd name="T10" fmla="*/ 1336 w 1777"/>
                <a:gd name="T11" fmla="*/ 2890 h 3432"/>
                <a:gd name="T12" fmla="*/ 1182 w 1777"/>
                <a:gd name="T13" fmla="*/ 2214 h 3432"/>
                <a:gd name="T14" fmla="*/ 1500 w 1777"/>
                <a:gd name="T15" fmla="*/ 299 h 3432"/>
                <a:gd name="T16" fmla="*/ 1050 w 1777"/>
                <a:gd name="T17" fmla="*/ 216 h 3432"/>
                <a:gd name="T18" fmla="*/ 750 w 1777"/>
                <a:gd name="T19" fmla="*/ 1875 h 3432"/>
                <a:gd name="T20" fmla="*/ 465 w 1777"/>
                <a:gd name="T21" fmla="*/ 261 h 3432"/>
                <a:gd name="T22" fmla="*/ 4 w 1777"/>
                <a:gd name="T23" fmla="*/ 300 h 3432"/>
                <a:gd name="T24" fmla="*/ 283 w 1777"/>
                <a:gd name="T25" fmla="*/ 1994 h 3432"/>
                <a:gd name="T26" fmla="*/ 369 w 1777"/>
                <a:gd name="T27" fmla="*/ 2294 h 3432"/>
                <a:gd name="T28" fmla="*/ 1108 w 1777"/>
                <a:gd name="T29" fmla="*/ 3318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77" h="3432">
                  <a:moveTo>
                    <a:pt x="1108" y="3318"/>
                  </a:moveTo>
                  <a:cubicBezTo>
                    <a:pt x="1175" y="3432"/>
                    <a:pt x="1324" y="3353"/>
                    <a:pt x="1401" y="3290"/>
                  </a:cubicBezTo>
                  <a:cubicBezTo>
                    <a:pt x="1718" y="3032"/>
                    <a:pt x="1777" y="2587"/>
                    <a:pt x="1755" y="2203"/>
                  </a:cubicBezTo>
                  <a:cubicBezTo>
                    <a:pt x="1744" y="2096"/>
                    <a:pt x="1767" y="1948"/>
                    <a:pt x="1651" y="1891"/>
                  </a:cubicBezTo>
                  <a:cubicBezTo>
                    <a:pt x="1544" y="1827"/>
                    <a:pt x="1399" y="1943"/>
                    <a:pt x="1429" y="2061"/>
                  </a:cubicBezTo>
                  <a:cubicBezTo>
                    <a:pt x="1451" y="2339"/>
                    <a:pt x="1460" y="2632"/>
                    <a:pt x="1336" y="2890"/>
                  </a:cubicBezTo>
                  <a:cubicBezTo>
                    <a:pt x="1282" y="2666"/>
                    <a:pt x="1217" y="2442"/>
                    <a:pt x="1182" y="2214"/>
                  </a:cubicBezTo>
                  <a:cubicBezTo>
                    <a:pt x="1281" y="1575"/>
                    <a:pt x="1408" y="939"/>
                    <a:pt x="1500" y="299"/>
                  </a:cubicBezTo>
                  <a:cubicBezTo>
                    <a:pt x="1496" y="62"/>
                    <a:pt x="1138" y="0"/>
                    <a:pt x="1050" y="216"/>
                  </a:cubicBezTo>
                  <a:cubicBezTo>
                    <a:pt x="932" y="765"/>
                    <a:pt x="868" y="1326"/>
                    <a:pt x="750" y="1875"/>
                  </a:cubicBezTo>
                  <a:cubicBezTo>
                    <a:pt x="639" y="1340"/>
                    <a:pt x="566" y="797"/>
                    <a:pt x="465" y="261"/>
                  </a:cubicBezTo>
                  <a:cubicBezTo>
                    <a:pt x="423" y="4"/>
                    <a:pt x="0" y="40"/>
                    <a:pt x="4" y="300"/>
                  </a:cubicBezTo>
                  <a:cubicBezTo>
                    <a:pt x="76" y="867"/>
                    <a:pt x="195" y="1429"/>
                    <a:pt x="283" y="1994"/>
                  </a:cubicBezTo>
                  <a:cubicBezTo>
                    <a:pt x="305" y="2095"/>
                    <a:pt x="302" y="2209"/>
                    <a:pt x="369" y="2294"/>
                  </a:cubicBezTo>
                  <a:cubicBezTo>
                    <a:pt x="617" y="2634"/>
                    <a:pt x="861" y="2978"/>
                    <a:pt x="1108" y="33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" name="Freeform 92"/>
            <p:cNvSpPr>
              <a:spLocks/>
            </p:cNvSpPr>
            <p:nvPr/>
          </p:nvSpPr>
          <p:spPr bwMode="auto">
            <a:xfrm flipV="1">
              <a:off x="1573" y="2050"/>
              <a:ext cx="416" cy="778"/>
            </a:xfrm>
            <a:custGeom>
              <a:avLst/>
              <a:gdLst>
                <a:gd name="T0" fmla="*/ 199 w 1821"/>
                <a:gd name="T1" fmla="*/ 3092 h 3405"/>
                <a:gd name="T2" fmla="*/ 639 w 1821"/>
                <a:gd name="T3" fmla="*/ 3394 h 3405"/>
                <a:gd name="T4" fmla="*/ 1455 w 1821"/>
                <a:gd name="T5" fmla="*/ 2250 h 3405"/>
                <a:gd name="T6" fmla="*/ 1785 w 1821"/>
                <a:gd name="T7" fmla="*/ 350 h 3405"/>
                <a:gd name="T8" fmla="*/ 1338 w 1821"/>
                <a:gd name="T9" fmla="*/ 231 h 3405"/>
                <a:gd name="T10" fmla="*/ 1041 w 1821"/>
                <a:gd name="T11" fmla="*/ 1891 h 3405"/>
                <a:gd name="T12" fmla="*/ 734 w 1821"/>
                <a:gd name="T13" fmla="*/ 230 h 3405"/>
                <a:gd name="T14" fmla="*/ 286 w 1821"/>
                <a:gd name="T15" fmla="*/ 314 h 3405"/>
                <a:gd name="T16" fmla="*/ 603 w 1821"/>
                <a:gd name="T17" fmla="*/ 2223 h 3405"/>
                <a:gd name="T18" fmla="*/ 452 w 1821"/>
                <a:gd name="T19" fmla="*/ 2903 h 3405"/>
                <a:gd name="T20" fmla="*/ 356 w 1821"/>
                <a:gd name="T21" fmla="*/ 2013 h 3405"/>
                <a:gd name="T22" fmla="*/ 53 w 1821"/>
                <a:gd name="T23" fmla="*/ 2013 h 3405"/>
                <a:gd name="T24" fmla="*/ 199 w 1821"/>
                <a:gd name="T25" fmla="*/ 3092 h 3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1" h="3405">
                  <a:moveTo>
                    <a:pt x="199" y="3092"/>
                  </a:moveTo>
                  <a:cubicBezTo>
                    <a:pt x="295" y="3245"/>
                    <a:pt x="442" y="3405"/>
                    <a:pt x="639" y="3394"/>
                  </a:cubicBezTo>
                  <a:cubicBezTo>
                    <a:pt x="906" y="3010"/>
                    <a:pt x="1193" y="2637"/>
                    <a:pt x="1455" y="2250"/>
                  </a:cubicBezTo>
                  <a:cubicBezTo>
                    <a:pt x="1578" y="1620"/>
                    <a:pt x="1677" y="983"/>
                    <a:pt x="1785" y="350"/>
                  </a:cubicBezTo>
                  <a:cubicBezTo>
                    <a:pt x="1821" y="100"/>
                    <a:pt x="1433" y="0"/>
                    <a:pt x="1338" y="231"/>
                  </a:cubicBezTo>
                  <a:cubicBezTo>
                    <a:pt x="1219" y="779"/>
                    <a:pt x="1151" y="1340"/>
                    <a:pt x="1041" y="1891"/>
                  </a:cubicBezTo>
                  <a:cubicBezTo>
                    <a:pt x="910" y="1344"/>
                    <a:pt x="860" y="778"/>
                    <a:pt x="734" y="230"/>
                  </a:cubicBezTo>
                  <a:cubicBezTo>
                    <a:pt x="644" y="17"/>
                    <a:pt x="295" y="83"/>
                    <a:pt x="286" y="314"/>
                  </a:cubicBezTo>
                  <a:cubicBezTo>
                    <a:pt x="377" y="952"/>
                    <a:pt x="506" y="1586"/>
                    <a:pt x="603" y="2223"/>
                  </a:cubicBezTo>
                  <a:cubicBezTo>
                    <a:pt x="576" y="2453"/>
                    <a:pt x="503" y="2677"/>
                    <a:pt x="452" y="2903"/>
                  </a:cubicBezTo>
                  <a:cubicBezTo>
                    <a:pt x="313" y="2627"/>
                    <a:pt x="342" y="2311"/>
                    <a:pt x="356" y="2013"/>
                  </a:cubicBezTo>
                  <a:cubicBezTo>
                    <a:pt x="333" y="1856"/>
                    <a:pt x="76" y="1854"/>
                    <a:pt x="53" y="2013"/>
                  </a:cubicBezTo>
                  <a:cubicBezTo>
                    <a:pt x="0" y="2374"/>
                    <a:pt x="11" y="2769"/>
                    <a:pt x="199" y="30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" name="Freeform 93"/>
            <p:cNvSpPr>
              <a:spLocks/>
            </p:cNvSpPr>
            <p:nvPr/>
          </p:nvSpPr>
          <p:spPr bwMode="auto">
            <a:xfrm flipV="1">
              <a:off x="1748" y="2048"/>
              <a:ext cx="302" cy="360"/>
            </a:xfrm>
            <a:custGeom>
              <a:avLst/>
              <a:gdLst>
                <a:gd name="T0" fmla="*/ 0 w 1324"/>
                <a:gd name="T1" fmla="*/ 1552 h 1578"/>
                <a:gd name="T2" fmla="*/ 823 w 1324"/>
                <a:gd name="T3" fmla="*/ 1531 h 1578"/>
                <a:gd name="T4" fmla="*/ 1257 w 1324"/>
                <a:gd name="T5" fmla="*/ 175 h 1578"/>
                <a:gd name="T6" fmla="*/ 950 w 1324"/>
                <a:gd name="T7" fmla="*/ 202 h 1578"/>
                <a:gd name="T8" fmla="*/ 859 w 1324"/>
                <a:gd name="T9" fmla="*/ 1066 h 1578"/>
                <a:gd name="T10" fmla="*/ 732 w 1324"/>
                <a:gd name="T11" fmla="*/ 536 h 1578"/>
                <a:gd name="T12" fmla="*/ 0 w 1324"/>
                <a:gd name="T13" fmla="*/ 1552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4" h="1578">
                  <a:moveTo>
                    <a:pt x="0" y="1552"/>
                  </a:moveTo>
                  <a:cubicBezTo>
                    <a:pt x="274" y="1539"/>
                    <a:pt x="554" y="1578"/>
                    <a:pt x="823" y="1531"/>
                  </a:cubicBezTo>
                  <a:cubicBezTo>
                    <a:pt x="1285" y="1267"/>
                    <a:pt x="1324" y="647"/>
                    <a:pt x="1257" y="175"/>
                  </a:cubicBezTo>
                  <a:cubicBezTo>
                    <a:pt x="1231" y="0"/>
                    <a:pt x="943" y="26"/>
                    <a:pt x="950" y="202"/>
                  </a:cubicBezTo>
                  <a:cubicBezTo>
                    <a:pt x="973" y="492"/>
                    <a:pt x="988" y="796"/>
                    <a:pt x="859" y="1066"/>
                  </a:cubicBezTo>
                  <a:cubicBezTo>
                    <a:pt x="809" y="891"/>
                    <a:pt x="772" y="713"/>
                    <a:pt x="732" y="536"/>
                  </a:cubicBezTo>
                  <a:cubicBezTo>
                    <a:pt x="488" y="875"/>
                    <a:pt x="244" y="1213"/>
                    <a:pt x="0" y="155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5" name="Freeform 94"/>
            <p:cNvSpPr>
              <a:spLocks/>
            </p:cNvSpPr>
            <p:nvPr/>
          </p:nvSpPr>
          <p:spPr bwMode="auto">
            <a:xfrm flipV="1">
              <a:off x="1356" y="2070"/>
              <a:ext cx="31" cy="38"/>
            </a:xfrm>
            <a:custGeom>
              <a:avLst/>
              <a:gdLst>
                <a:gd name="T0" fmla="*/ 0 w 136"/>
                <a:gd name="T1" fmla="*/ 167 h 167"/>
                <a:gd name="T2" fmla="*/ 136 w 136"/>
                <a:gd name="T3" fmla="*/ 88 h 167"/>
                <a:gd name="T4" fmla="*/ 3 w 136"/>
                <a:gd name="T5" fmla="*/ 0 h 167"/>
                <a:gd name="T6" fmla="*/ 0 w 136"/>
                <a:gd name="T7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167">
                  <a:moveTo>
                    <a:pt x="0" y="167"/>
                  </a:moveTo>
                  <a:cubicBezTo>
                    <a:pt x="45" y="141"/>
                    <a:pt x="91" y="115"/>
                    <a:pt x="136" y="88"/>
                  </a:cubicBezTo>
                  <a:cubicBezTo>
                    <a:pt x="92" y="59"/>
                    <a:pt x="47" y="29"/>
                    <a:pt x="3" y="0"/>
                  </a:cubicBezTo>
                  <a:cubicBezTo>
                    <a:pt x="2" y="56"/>
                    <a:pt x="1" y="112"/>
                    <a:pt x="0" y="1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6" name="Freeform 95"/>
            <p:cNvSpPr>
              <a:spLocks/>
            </p:cNvSpPr>
            <p:nvPr/>
          </p:nvSpPr>
          <p:spPr bwMode="auto">
            <a:xfrm flipV="1">
              <a:off x="1390" y="2071"/>
              <a:ext cx="31" cy="37"/>
            </a:xfrm>
            <a:custGeom>
              <a:avLst/>
              <a:gdLst>
                <a:gd name="T0" fmla="*/ 0 w 134"/>
                <a:gd name="T1" fmla="*/ 86 h 164"/>
                <a:gd name="T2" fmla="*/ 132 w 134"/>
                <a:gd name="T3" fmla="*/ 164 h 164"/>
                <a:gd name="T4" fmla="*/ 134 w 134"/>
                <a:gd name="T5" fmla="*/ 0 h 164"/>
                <a:gd name="T6" fmla="*/ 0 w 134"/>
                <a:gd name="T7" fmla="*/ 8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64">
                  <a:moveTo>
                    <a:pt x="0" y="86"/>
                  </a:moveTo>
                  <a:cubicBezTo>
                    <a:pt x="44" y="112"/>
                    <a:pt x="88" y="138"/>
                    <a:pt x="132" y="164"/>
                  </a:cubicBezTo>
                  <a:cubicBezTo>
                    <a:pt x="133" y="110"/>
                    <a:pt x="134" y="55"/>
                    <a:pt x="134" y="0"/>
                  </a:cubicBezTo>
                  <a:cubicBezTo>
                    <a:pt x="89" y="28"/>
                    <a:pt x="44" y="57"/>
                    <a:pt x="0" y="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7" name="Freeform 96"/>
            <p:cNvSpPr>
              <a:spLocks/>
            </p:cNvSpPr>
            <p:nvPr/>
          </p:nvSpPr>
          <p:spPr bwMode="auto">
            <a:xfrm flipV="1">
              <a:off x="1374" y="2106"/>
              <a:ext cx="45" cy="45"/>
            </a:xfrm>
            <a:custGeom>
              <a:avLst/>
              <a:gdLst>
                <a:gd name="T0" fmla="*/ 35 w 198"/>
                <a:gd name="T1" fmla="*/ 162 h 198"/>
                <a:gd name="T2" fmla="*/ 35 w 198"/>
                <a:gd name="T3" fmla="*/ 16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8" h="198">
                  <a:moveTo>
                    <a:pt x="35" y="162"/>
                  </a:moveTo>
                  <a:cubicBezTo>
                    <a:pt x="198" y="198"/>
                    <a:pt x="0" y="0"/>
                    <a:pt x="35" y="1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8" name="Freeform 97"/>
            <p:cNvSpPr>
              <a:spLocks/>
            </p:cNvSpPr>
            <p:nvPr/>
          </p:nvSpPr>
          <p:spPr bwMode="auto">
            <a:xfrm flipV="1">
              <a:off x="1374" y="2133"/>
              <a:ext cx="45" cy="46"/>
            </a:xfrm>
            <a:custGeom>
              <a:avLst/>
              <a:gdLst>
                <a:gd name="T0" fmla="*/ 34 w 197"/>
                <a:gd name="T1" fmla="*/ 163 h 201"/>
                <a:gd name="T2" fmla="*/ 34 w 197"/>
                <a:gd name="T3" fmla="*/ 16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7" h="201">
                  <a:moveTo>
                    <a:pt x="34" y="163"/>
                  </a:moveTo>
                  <a:cubicBezTo>
                    <a:pt x="197" y="201"/>
                    <a:pt x="0" y="0"/>
                    <a:pt x="34" y="1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9" name="Freeform 98"/>
            <p:cNvSpPr>
              <a:spLocks/>
            </p:cNvSpPr>
            <p:nvPr/>
          </p:nvSpPr>
          <p:spPr bwMode="auto">
            <a:xfrm flipV="1">
              <a:off x="1368" y="2168"/>
              <a:ext cx="56" cy="44"/>
            </a:xfrm>
            <a:custGeom>
              <a:avLst/>
              <a:gdLst>
                <a:gd name="T0" fmla="*/ 62 w 245"/>
                <a:gd name="T1" fmla="*/ 173 h 190"/>
                <a:gd name="T2" fmla="*/ 62 w 245"/>
                <a:gd name="T3" fmla="*/ 17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5" h="190">
                  <a:moveTo>
                    <a:pt x="62" y="173"/>
                  </a:moveTo>
                  <a:cubicBezTo>
                    <a:pt x="245" y="190"/>
                    <a:pt x="0" y="0"/>
                    <a:pt x="62" y="1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0" name="Group 105"/>
          <p:cNvGrpSpPr>
            <a:grpSpLocks noChangeAspect="1"/>
          </p:cNvGrpSpPr>
          <p:nvPr/>
        </p:nvGrpSpPr>
        <p:grpSpPr bwMode="auto">
          <a:xfrm>
            <a:off x="957033" y="2457084"/>
            <a:ext cx="2281238" cy="1712913"/>
            <a:chOff x="962" y="2159"/>
            <a:chExt cx="1437" cy="1079"/>
          </a:xfrm>
          <a:solidFill>
            <a:srgbClr val="595959"/>
          </a:solidFill>
        </p:grpSpPr>
        <p:sp>
          <p:nvSpPr>
            <p:cNvPr id="151" name="Freeform 106"/>
            <p:cNvSpPr>
              <a:spLocks/>
            </p:cNvSpPr>
            <p:nvPr/>
          </p:nvSpPr>
          <p:spPr bwMode="auto">
            <a:xfrm flipV="1">
              <a:off x="1542" y="2159"/>
              <a:ext cx="324" cy="643"/>
            </a:xfrm>
            <a:custGeom>
              <a:avLst/>
              <a:gdLst>
                <a:gd name="T0" fmla="*/ 452 w 1420"/>
                <a:gd name="T1" fmla="*/ 2533 h 2815"/>
                <a:gd name="T2" fmla="*/ 1079 w 1420"/>
                <a:gd name="T3" fmla="*/ 2449 h 2815"/>
                <a:gd name="T4" fmla="*/ 910 w 1420"/>
                <a:gd name="T5" fmla="*/ 2038 h 2815"/>
                <a:gd name="T6" fmla="*/ 1420 w 1420"/>
                <a:gd name="T7" fmla="*/ 1539 h 2815"/>
                <a:gd name="T8" fmla="*/ 1123 w 1420"/>
                <a:gd name="T9" fmla="*/ 1217 h 2815"/>
                <a:gd name="T10" fmla="*/ 1204 w 1420"/>
                <a:gd name="T11" fmla="*/ 1614 h 2815"/>
                <a:gd name="T12" fmla="*/ 967 w 1420"/>
                <a:gd name="T13" fmla="*/ 1742 h 2815"/>
                <a:gd name="T14" fmla="*/ 982 w 1420"/>
                <a:gd name="T15" fmla="*/ 1152 h 2815"/>
                <a:gd name="T16" fmla="*/ 1148 w 1420"/>
                <a:gd name="T17" fmla="*/ 91 h 2815"/>
                <a:gd name="T18" fmla="*/ 981 w 1420"/>
                <a:gd name="T19" fmla="*/ 8 h 2815"/>
                <a:gd name="T20" fmla="*/ 738 w 1420"/>
                <a:gd name="T21" fmla="*/ 1067 h 2815"/>
                <a:gd name="T22" fmla="*/ 581 w 1420"/>
                <a:gd name="T23" fmla="*/ 171 h 2815"/>
                <a:gd name="T24" fmla="*/ 498 w 1420"/>
                <a:gd name="T25" fmla="*/ 7 h 2815"/>
                <a:gd name="T26" fmla="*/ 380 w 1420"/>
                <a:gd name="T27" fmla="*/ 12 h 2815"/>
                <a:gd name="T28" fmla="*/ 372 w 1420"/>
                <a:gd name="T29" fmla="*/ 343 h 2815"/>
                <a:gd name="T30" fmla="*/ 468 w 1420"/>
                <a:gd name="T31" fmla="*/ 1755 h 2815"/>
                <a:gd name="T32" fmla="*/ 266 w 1420"/>
                <a:gd name="T33" fmla="*/ 1618 h 2815"/>
                <a:gd name="T34" fmla="*/ 413 w 1420"/>
                <a:gd name="T35" fmla="*/ 1295 h 2815"/>
                <a:gd name="T36" fmla="*/ 318 w 1420"/>
                <a:gd name="T37" fmla="*/ 1200 h 2815"/>
                <a:gd name="T38" fmla="*/ 58 w 1420"/>
                <a:gd name="T39" fmla="*/ 1652 h 2815"/>
                <a:gd name="T40" fmla="*/ 632 w 1420"/>
                <a:gd name="T41" fmla="*/ 2043 h 2815"/>
                <a:gd name="T42" fmla="*/ 452 w 1420"/>
                <a:gd name="T43" fmla="*/ 2533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20" h="2815">
                  <a:moveTo>
                    <a:pt x="452" y="2533"/>
                  </a:moveTo>
                  <a:cubicBezTo>
                    <a:pt x="572" y="2815"/>
                    <a:pt x="1039" y="2753"/>
                    <a:pt x="1079" y="2449"/>
                  </a:cubicBezTo>
                  <a:cubicBezTo>
                    <a:pt x="1128" y="2279"/>
                    <a:pt x="997" y="2160"/>
                    <a:pt x="910" y="2038"/>
                  </a:cubicBezTo>
                  <a:cubicBezTo>
                    <a:pt x="1133" y="1961"/>
                    <a:pt x="1391" y="1792"/>
                    <a:pt x="1420" y="1539"/>
                  </a:cubicBezTo>
                  <a:cubicBezTo>
                    <a:pt x="1357" y="1417"/>
                    <a:pt x="1285" y="1193"/>
                    <a:pt x="1123" y="1217"/>
                  </a:cubicBezTo>
                  <a:cubicBezTo>
                    <a:pt x="1021" y="1362"/>
                    <a:pt x="1292" y="1470"/>
                    <a:pt x="1204" y="1614"/>
                  </a:cubicBezTo>
                  <a:cubicBezTo>
                    <a:pt x="1138" y="1676"/>
                    <a:pt x="1061" y="1737"/>
                    <a:pt x="967" y="1742"/>
                  </a:cubicBezTo>
                  <a:cubicBezTo>
                    <a:pt x="989" y="1546"/>
                    <a:pt x="973" y="1349"/>
                    <a:pt x="982" y="1152"/>
                  </a:cubicBezTo>
                  <a:cubicBezTo>
                    <a:pt x="1031" y="798"/>
                    <a:pt x="1121" y="448"/>
                    <a:pt x="1148" y="91"/>
                  </a:cubicBezTo>
                  <a:cubicBezTo>
                    <a:pt x="1155" y="0"/>
                    <a:pt x="1044" y="3"/>
                    <a:pt x="981" y="8"/>
                  </a:cubicBezTo>
                  <a:cubicBezTo>
                    <a:pt x="835" y="341"/>
                    <a:pt x="848" y="721"/>
                    <a:pt x="738" y="1067"/>
                  </a:cubicBezTo>
                  <a:cubicBezTo>
                    <a:pt x="711" y="765"/>
                    <a:pt x="632" y="470"/>
                    <a:pt x="581" y="171"/>
                  </a:cubicBezTo>
                  <a:cubicBezTo>
                    <a:pt x="578" y="106"/>
                    <a:pt x="534" y="57"/>
                    <a:pt x="498" y="7"/>
                  </a:cubicBezTo>
                  <a:cubicBezTo>
                    <a:pt x="468" y="8"/>
                    <a:pt x="410" y="11"/>
                    <a:pt x="380" y="12"/>
                  </a:cubicBezTo>
                  <a:cubicBezTo>
                    <a:pt x="299" y="110"/>
                    <a:pt x="361" y="233"/>
                    <a:pt x="372" y="343"/>
                  </a:cubicBezTo>
                  <a:cubicBezTo>
                    <a:pt x="447" y="808"/>
                    <a:pt x="583" y="1287"/>
                    <a:pt x="468" y="1755"/>
                  </a:cubicBezTo>
                  <a:cubicBezTo>
                    <a:pt x="400" y="1711"/>
                    <a:pt x="328" y="1671"/>
                    <a:pt x="266" y="1618"/>
                  </a:cubicBezTo>
                  <a:cubicBezTo>
                    <a:pt x="209" y="1489"/>
                    <a:pt x="360" y="1397"/>
                    <a:pt x="413" y="1295"/>
                  </a:cubicBezTo>
                  <a:cubicBezTo>
                    <a:pt x="381" y="1263"/>
                    <a:pt x="350" y="1232"/>
                    <a:pt x="318" y="1200"/>
                  </a:cubicBezTo>
                  <a:cubicBezTo>
                    <a:pt x="162" y="1276"/>
                    <a:pt x="0" y="1470"/>
                    <a:pt x="58" y="1652"/>
                  </a:cubicBezTo>
                  <a:cubicBezTo>
                    <a:pt x="193" y="1845"/>
                    <a:pt x="400" y="1996"/>
                    <a:pt x="632" y="2043"/>
                  </a:cubicBezTo>
                  <a:cubicBezTo>
                    <a:pt x="475" y="2147"/>
                    <a:pt x="341" y="2347"/>
                    <a:pt x="452" y="253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2" name="Freeform 107"/>
            <p:cNvSpPr>
              <a:spLocks/>
            </p:cNvSpPr>
            <p:nvPr/>
          </p:nvSpPr>
          <p:spPr bwMode="auto">
            <a:xfrm flipV="1">
              <a:off x="1001" y="2881"/>
              <a:ext cx="176" cy="180"/>
            </a:xfrm>
            <a:custGeom>
              <a:avLst/>
              <a:gdLst>
                <a:gd name="T0" fmla="*/ 228 w 773"/>
                <a:gd name="T1" fmla="*/ 652 h 791"/>
                <a:gd name="T2" fmla="*/ 667 w 773"/>
                <a:gd name="T3" fmla="*/ 258 h 791"/>
                <a:gd name="T4" fmla="*/ 129 w 773"/>
                <a:gd name="T5" fmla="*/ 156 h 791"/>
                <a:gd name="T6" fmla="*/ 228 w 773"/>
                <a:gd name="T7" fmla="*/ 65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3" h="791">
                  <a:moveTo>
                    <a:pt x="228" y="652"/>
                  </a:moveTo>
                  <a:cubicBezTo>
                    <a:pt x="475" y="791"/>
                    <a:pt x="773" y="513"/>
                    <a:pt x="667" y="258"/>
                  </a:cubicBezTo>
                  <a:cubicBezTo>
                    <a:pt x="595" y="36"/>
                    <a:pt x="282" y="0"/>
                    <a:pt x="129" y="156"/>
                  </a:cubicBezTo>
                  <a:cubicBezTo>
                    <a:pt x="0" y="304"/>
                    <a:pt x="40" y="572"/>
                    <a:pt x="228" y="65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" name="Freeform 108"/>
            <p:cNvSpPr>
              <a:spLocks/>
            </p:cNvSpPr>
            <p:nvPr/>
          </p:nvSpPr>
          <p:spPr bwMode="auto">
            <a:xfrm flipV="1">
              <a:off x="1301" y="2890"/>
              <a:ext cx="161" cy="166"/>
            </a:xfrm>
            <a:custGeom>
              <a:avLst/>
              <a:gdLst>
                <a:gd name="T0" fmla="*/ 248 w 706"/>
                <a:gd name="T1" fmla="*/ 643 h 729"/>
                <a:gd name="T2" fmla="*/ 687 w 706"/>
                <a:gd name="T3" fmla="*/ 358 h 729"/>
                <a:gd name="T4" fmla="*/ 420 w 706"/>
                <a:gd name="T5" fmla="*/ 24 h 729"/>
                <a:gd name="T6" fmla="*/ 77 w 706"/>
                <a:gd name="T7" fmla="*/ 234 h 729"/>
                <a:gd name="T8" fmla="*/ 248 w 706"/>
                <a:gd name="T9" fmla="*/ 643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729">
                  <a:moveTo>
                    <a:pt x="248" y="643"/>
                  </a:moveTo>
                  <a:cubicBezTo>
                    <a:pt x="442" y="729"/>
                    <a:pt x="691" y="573"/>
                    <a:pt x="687" y="358"/>
                  </a:cubicBezTo>
                  <a:cubicBezTo>
                    <a:pt x="706" y="194"/>
                    <a:pt x="570" y="59"/>
                    <a:pt x="420" y="24"/>
                  </a:cubicBezTo>
                  <a:cubicBezTo>
                    <a:pt x="274" y="0"/>
                    <a:pt x="131" y="102"/>
                    <a:pt x="77" y="234"/>
                  </a:cubicBezTo>
                  <a:cubicBezTo>
                    <a:pt x="0" y="387"/>
                    <a:pt x="107" y="572"/>
                    <a:pt x="248" y="6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" name="Freeform 109"/>
            <p:cNvSpPr>
              <a:spLocks/>
            </p:cNvSpPr>
            <p:nvPr/>
          </p:nvSpPr>
          <p:spPr bwMode="auto">
            <a:xfrm flipV="1">
              <a:off x="1596" y="2887"/>
              <a:ext cx="162" cy="182"/>
            </a:xfrm>
            <a:custGeom>
              <a:avLst/>
              <a:gdLst>
                <a:gd name="T0" fmla="*/ 230 w 711"/>
                <a:gd name="T1" fmla="*/ 689 h 794"/>
                <a:gd name="T2" fmla="*/ 675 w 711"/>
                <a:gd name="T3" fmla="*/ 382 h 794"/>
                <a:gd name="T4" fmla="*/ 112 w 711"/>
                <a:gd name="T5" fmla="*/ 208 h 794"/>
                <a:gd name="T6" fmla="*/ 230 w 711"/>
                <a:gd name="T7" fmla="*/ 68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1" h="794">
                  <a:moveTo>
                    <a:pt x="230" y="689"/>
                  </a:moveTo>
                  <a:cubicBezTo>
                    <a:pt x="433" y="794"/>
                    <a:pt x="711" y="615"/>
                    <a:pt x="675" y="382"/>
                  </a:cubicBezTo>
                  <a:cubicBezTo>
                    <a:pt x="693" y="94"/>
                    <a:pt x="270" y="0"/>
                    <a:pt x="112" y="208"/>
                  </a:cubicBezTo>
                  <a:cubicBezTo>
                    <a:pt x="0" y="363"/>
                    <a:pt x="50" y="608"/>
                    <a:pt x="230" y="6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5" name="Freeform 110"/>
            <p:cNvSpPr>
              <a:spLocks/>
            </p:cNvSpPr>
            <p:nvPr/>
          </p:nvSpPr>
          <p:spPr bwMode="auto">
            <a:xfrm flipV="1">
              <a:off x="1880" y="2894"/>
              <a:ext cx="182" cy="162"/>
            </a:xfrm>
            <a:custGeom>
              <a:avLst/>
              <a:gdLst>
                <a:gd name="T0" fmla="*/ 171 w 801"/>
                <a:gd name="T1" fmla="*/ 577 h 711"/>
                <a:gd name="T2" fmla="*/ 697 w 801"/>
                <a:gd name="T3" fmla="*/ 459 h 711"/>
                <a:gd name="T4" fmla="*/ 350 w 801"/>
                <a:gd name="T5" fmla="*/ 26 h 711"/>
                <a:gd name="T6" fmla="*/ 171 w 801"/>
                <a:gd name="T7" fmla="*/ 577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1" h="711">
                  <a:moveTo>
                    <a:pt x="171" y="577"/>
                  </a:moveTo>
                  <a:cubicBezTo>
                    <a:pt x="335" y="711"/>
                    <a:pt x="629" y="681"/>
                    <a:pt x="697" y="459"/>
                  </a:cubicBezTo>
                  <a:cubicBezTo>
                    <a:pt x="801" y="236"/>
                    <a:pt x="576" y="0"/>
                    <a:pt x="350" y="26"/>
                  </a:cubicBezTo>
                  <a:cubicBezTo>
                    <a:pt x="105" y="73"/>
                    <a:pt x="0" y="393"/>
                    <a:pt x="171" y="57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6" name="Freeform 111"/>
            <p:cNvSpPr>
              <a:spLocks/>
            </p:cNvSpPr>
            <p:nvPr/>
          </p:nvSpPr>
          <p:spPr bwMode="auto">
            <a:xfrm flipV="1">
              <a:off x="2183" y="2897"/>
              <a:ext cx="169" cy="153"/>
            </a:xfrm>
            <a:custGeom>
              <a:avLst/>
              <a:gdLst>
                <a:gd name="T0" fmla="*/ 233 w 739"/>
                <a:gd name="T1" fmla="*/ 605 h 669"/>
                <a:gd name="T2" fmla="*/ 633 w 739"/>
                <a:gd name="T3" fmla="*/ 499 h 669"/>
                <a:gd name="T4" fmla="*/ 512 w 739"/>
                <a:gd name="T5" fmla="*/ 38 h 669"/>
                <a:gd name="T6" fmla="*/ 130 w 739"/>
                <a:gd name="T7" fmla="*/ 108 h 669"/>
                <a:gd name="T8" fmla="*/ 233 w 739"/>
                <a:gd name="T9" fmla="*/ 60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9" h="669">
                  <a:moveTo>
                    <a:pt x="233" y="605"/>
                  </a:moveTo>
                  <a:cubicBezTo>
                    <a:pt x="364" y="669"/>
                    <a:pt x="558" y="634"/>
                    <a:pt x="633" y="499"/>
                  </a:cubicBezTo>
                  <a:cubicBezTo>
                    <a:pt x="739" y="355"/>
                    <a:pt x="683" y="106"/>
                    <a:pt x="512" y="38"/>
                  </a:cubicBezTo>
                  <a:cubicBezTo>
                    <a:pt x="384" y="10"/>
                    <a:pt x="225" y="0"/>
                    <a:pt x="130" y="108"/>
                  </a:cubicBezTo>
                  <a:cubicBezTo>
                    <a:pt x="0" y="258"/>
                    <a:pt x="43" y="525"/>
                    <a:pt x="233" y="60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7" name="Freeform 112"/>
            <p:cNvSpPr>
              <a:spLocks/>
            </p:cNvSpPr>
            <p:nvPr/>
          </p:nvSpPr>
          <p:spPr bwMode="auto">
            <a:xfrm flipV="1">
              <a:off x="962" y="3036"/>
              <a:ext cx="254" cy="201"/>
            </a:xfrm>
            <a:custGeom>
              <a:avLst/>
              <a:gdLst>
                <a:gd name="T0" fmla="*/ 106 w 1116"/>
                <a:gd name="T1" fmla="*/ 662 h 883"/>
                <a:gd name="T2" fmla="*/ 1010 w 1116"/>
                <a:gd name="T3" fmla="*/ 647 h 883"/>
                <a:gd name="T4" fmla="*/ 1116 w 1116"/>
                <a:gd name="T5" fmla="*/ 11 h 883"/>
                <a:gd name="T6" fmla="*/ 935 w 1116"/>
                <a:gd name="T7" fmla="*/ 7 h 883"/>
                <a:gd name="T8" fmla="*/ 884 w 1116"/>
                <a:gd name="T9" fmla="*/ 333 h 883"/>
                <a:gd name="T10" fmla="*/ 858 w 1116"/>
                <a:gd name="T11" fmla="*/ 4 h 883"/>
                <a:gd name="T12" fmla="*/ 271 w 1116"/>
                <a:gd name="T13" fmla="*/ 4 h 883"/>
                <a:gd name="T14" fmla="*/ 254 w 1116"/>
                <a:gd name="T15" fmla="*/ 319 h 883"/>
                <a:gd name="T16" fmla="*/ 193 w 1116"/>
                <a:gd name="T17" fmla="*/ 8 h 883"/>
                <a:gd name="T18" fmla="*/ 13 w 1116"/>
                <a:gd name="T19" fmla="*/ 11 h 883"/>
                <a:gd name="T20" fmla="*/ 106 w 1116"/>
                <a:gd name="T21" fmla="*/ 662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6" h="883">
                  <a:moveTo>
                    <a:pt x="106" y="662"/>
                  </a:moveTo>
                  <a:cubicBezTo>
                    <a:pt x="352" y="883"/>
                    <a:pt x="769" y="864"/>
                    <a:pt x="1010" y="647"/>
                  </a:cubicBezTo>
                  <a:cubicBezTo>
                    <a:pt x="1110" y="453"/>
                    <a:pt x="1108" y="225"/>
                    <a:pt x="1116" y="11"/>
                  </a:cubicBezTo>
                  <a:cubicBezTo>
                    <a:pt x="1055" y="10"/>
                    <a:pt x="995" y="9"/>
                    <a:pt x="935" y="7"/>
                  </a:cubicBezTo>
                  <a:cubicBezTo>
                    <a:pt x="910" y="115"/>
                    <a:pt x="897" y="224"/>
                    <a:pt x="884" y="333"/>
                  </a:cubicBezTo>
                  <a:cubicBezTo>
                    <a:pt x="868" y="224"/>
                    <a:pt x="861" y="114"/>
                    <a:pt x="858" y="4"/>
                  </a:cubicBezTo>
                  <a:cubicBezTo>
                    <a:pt x="662" y="0"/>
                    <a:pt x="467" y="3"/>
                    <a:pt x="271" y="4"/>
                  </a:cubicBezTo>
                  <a:cubicBezTo>
                    <a:pt x="268" y="109"/>
                    <a:pt x="267" y="214"/>
                    <a:pt x="254" y="319"/>
                  </a:cubicBezTo>
                  <a:cubicBezTo>
                    <a:pt x="221" y="218"/>
                    <a:pt x="212" y="111"/>
                    <a:pt x="193" y="8"/>
                  </a:cubicBezTo>
                  <a:cubicBezTo>
                    <a:pt x="133" y="9"/>
                    <a:pt x="73" y="10"/>
                    <a:pt x="13" y="11"/>
                  </a:cubicBezTo>
                  <a:cubicBezTo>
                    <a:pt x="9" y="229"/>
                    <a:pt x="0" y="464"/>
                    <a:pt x="106" y="6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8" name="Freeform 113"/>
            <p:cNvSpPr>
              <a:spLocks/>
            </p:cNvSpPr>
            <p:nvPr/>
          </p:nvSpPr>
          <p:spPr bwMode="auto">
            <a:xfrm flipV="1">
              <a:off x="1262" y="3049"/>
              <a:ext cx="255" cy="189"/>
            </a:xfrm>
            <a:custGeom>
              <a:avLst/>
              <a:gdLst>
                <a:gd name="T0" fmla="*/ 377 w 1116"/>
                <a:gd name="T1" fmla="*/ 797 h 825"/>
                <a:gd name="T2" fmla="*/ 1016 w 1116"/>
                <a:gd name="T3" fmla="*/ 635 h 825"/>
                <a:gd name="T4" fmla="*/ 1116 w 1116"/>
                <a:gd name="T5" fmla="*/ 11 h 825"/>
                <a:gd name="T6" fmla="*/ 927 w 1116"/>
                <a:gd name="T7" fmla="*/ 8 h 825"/>
                <a:gd name="T8" fmla="*/ 898 w 1116"/>
                <a:gd name="T9" fmla="*/ 323 h 825"/>
                <a:gd name="T10" fmla="*/ 856 w 1116"/>
                <a:gd name="T11" fmla="*/ 4 h 825"/>
                <a:gd name="T12" fmla="*/ 261 w 1116"/>
                <a:gd name="T13" fmla="*/ 9 h 825"/>
                <a:gd name="T14" fmla="*/ 236 w 1116"/>
                <a:gd name="T15" fmla="*/ 362 h 825"/>
                <a:gd name="T16" fmla="*/ 210 w 1116"/>
                <a:gd name="T17" fmla="*/ 13 h 825"/>
                <a:gd name="T18" fmla="*/ 1 w 1116"/>
                <a:gd name="T19" fmla="*/ 10 h 825"/>
                <a:gd name="T20" fmla="*/ 81 w 1116"/>
                <a:gd name="T21" fmla="*/ 648 h 825"/>
                <a:gd name="T22" fmla="*/ 377 w 1116"/>
                <a:gd name="T23" fmla="*/ 797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6" h="825">
                  <a:moveTo>
                    <a:pt x="377" y="797"/>
                  </a:moveTo>
                  <a:cubicBezTo>
                    <a:pt x="597" y="808"/>
                    <a:pt x="863" y="825"/>
                    <a:pt x="1016" y="635"/>
                  </a:cubicBezTo>
                  <a:cubicBezTo>
                    <a:pt x="1109" y="441"/>
                    <a:pt x="1102" y="220"/>
                    <a:pt x="1116" y="11"/>
                  </a:cubicBezTo>
                  <a:cubicBezTo>
                    <a:pt x="1053" y="10"/>
                    <a:pt x="990" y="9"/>
                    <a:pt x="927" y="8"/>
                  </a:cubicBezTo>
                  <a:cubicBezTo>
                    <a:pt x="918" y="113"/>
                    <a:pt x="910" y="218"/>
                    <a:pt x="898" y="323"/>
                  </a:cubicBezTo>
                  <a:cubicBezTo>
                    <a:pt x="877" y="218"/>
                    <a:pt x="860" y="111"/>
                    <a:pt x="856" y="4"/>
                  </a:cubicBezTo>
                  <a:cubicBezTo>
                    <a:pt x="657" y="6"/>
                    <a:pt x="459" y="0"/>
                    <a:pt x="261" y="9"/>
                  </a:cubicBezTo>
                  <a:cubicBezTo>
                    <a:pt x="263" y="127"/>
                    <a:pt x="253" y="245"/>
                    <a:pt x="236" y="362"/>
                  </a:cubicBezTo>
                  <a:cubicBezTo>
                    <a:pt x="221" y="246"/>
                    <a:pt x="214" y="130"/>
                    <a:pt x="210" y="13"/>
                  </a:cubicBezTo>
                  <a:cubicBezTo>
                    <a:pt x="140" y="12"/>
                    <a:pt x="71" y="11"/>
                    <a:pt x="1" y="10"/>
                  </a:cubicBezTo>
                  <a:cubicBezTo>
                    <a:pt x="0" y="225"/>
                    <a:pt x="25" y="440"/>
                    <a:pt x="81" y="648"/>
                  </a:cubicBezTo>
                  <a:cubicBezTo>
                    <a:pt x="171" y="711"/>
                    <a:pt x="260" y="795"/>
                    <a:pt x="377" y="7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9" name="Freeform 114"/>
            <p:cNvSpPr>
              <a:spLocks/>
            </p:cNvSpPr>
            <p:nvPr/>
          </p:nvSpPr>
          <p:spPr bwMode="auto">
            <a:xfrm flipV="1">
              <a:off x="1551" y="3035"/>
              <a:ext cx="260" cy="202"/>
            </a:xfrm>
            <a:custGeom>
              <a:avLst/>
              <a:gdLst>
                <a:gd name="T0" fmla="*/ 151 w 1140"/>
                <a:gd name="T1" fmla="*/ 681 h 883"/>
                <a:gd name="T2" fmla="*/ 1035 w 1140"/>
                <a:gd name="T3" fmla="*/ 644 h 883"/>
                <a:gd name="T4" fmla="*/ 1140 w 1140"/>
                <a:gd name="T5" fmla="*/ 9 h 883"/>
                <a:gd name="T6" fmla="*/ 940 w 1140"/>
                <a:gd name="T7" fmla="*/ 8 h 883"/>
                <a:gd name="T8" fmla="*/ 905 w 1140"/>
                <a:gd name="T9" fmla="*/ 343 h 883"/>
                <a:gd name="T10" fmla="*/ 878 w 1140"/>
                <a:gd name="T11" fmla="*/ 3 h 883"/>
                <a:gd name="T12" fmla="*/ 292 w 1140"/>
                <a:gd name="T13" fmla="*/ 1 h 883"/>
                <a:gd name="T14" fmla="*/ 289 w 1140"/>
                <a:gd name="T15" fmla="*/ 204 h 883"/>
                <a:gd name="T16" fmla="*/ 218 w 1140"/>
                <a:gd name="T17" fmla="*/ 6 h 883"/>
                <a:gd name="T18" fmla="*/ 11 w 1140"/>
                <a:gd name="T19" fmla="*/ 13 h 883"/>
                <a:gd name="T20" fmla="*/ 151 w 1140"/>
                <a:gd name="T21" fmla="*/ 681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0" h="883">
                  <a:moveTo>
                    <a:pt x="151" y="681"/>
                  </a:moveTo>
                  <a:cubicBezTo>
                    <a:pt x="400" y="883"/>
                    <a:pt x="800" y="859"/>
                    <a:pt x="1035" y="644"/>
                  </a:cubicBezTo>
                  <a:cubicBezTo>
                    <a:pt x="1129" y="448"/>
                    <a:pt x="1129" y="222"/>
                    <a:pt x="1140" y="9"/>
                  </a:cubicBezTo>
                  <a:cubicBezTo>
                    <a:pt x="1073" y="9"/>
                    <a:pt x="1007" y="9"/>
                    <a:pt x="940" y="8"/>
                  </a:cubicBezTo>
                  <a:cubicBezTo>
                    <a:pt x="933" y="120"/>
                    <a:pt x="924" y="232"/>
                    <a:pt x="905" y="343"/>
                  </a:cubicBezTo>
                  <a:cubicBezTo>
                    <a:pt x="894" y="230"/>
                    <a:pt x="887" y="116"/>
                    <a:pt x="878" y="3"/>
                  </a:cubicBezTo>
                  <a:cubicBezTo>
                    <a:pt x="683" y="0"/>
                    <a:pt x="488" y="2"/>
                    <a:pt x="292" y="1"/>
                  </a:cubicBezTo>
                  <a:cubicBezTo>
                    <a:pt x="292" y="69"/>
                    <a:pt x="291" y="137"/>
                    <a:pt x="289" y="204"/>
                  </a:cubicBezTo>
                  <a:cubicBezTo>
                    <a:pt x="192" y="192"/>
                    <a:pt x="238" y="72"/>
                    <a:pt x="218" y="6"/>
                  </a:cubicBezTo>
                  <a:cubicBezTo>
                    <a:pt x="149" y="8"/>
                    <a:pt x="80" y="11"/>
                    <a:pt x="11" y="13"/>
                  </a:cubicBezTo>
                  <a:cubicBezTo>
                    <a:pt x="60" y="232"/>
                    <a:pt x="0" y="497"/>
                    <a:pt x="151" y="68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0" name="Freeform 115"/>
            <p:cNvSpPr>
              <a:spLocks/>
            </p:cNvSpPr>
            <p:nvPr/>
          </p:nvSpPr>
          <p:spPr bwMode="auto">
            <a:xfrm flipV="1">
              <a:off x="1849" y="3038"/>
              <a:ext cx="253" cy="200"/>
            </a:xfrm>
            <a:custGeom>
              <a:avLst/>
              <a:gdLst>
                <a:gd name="T0" fmla="*/ 95 w 1108"/>
                <a:gd name="T1" fmla="*/ 660 h 872"/>
                <a:gd name="T2" fmla="*/ 1015 w 1108"/>
                <a:gd name="T3" fmla="*/ 632 h 872"/>
                <a:gd name="T4" fmla="*/ 1108 w 1108"/>
                <a:gd name="T5" fmla="*/ 11 h 872"/>
                <a:gd name="T6" fmla="*/ 926 w 1108"/>
                <a:gd name="T7" fmla="*/ 9 h 872"/>
                <a:gd name="T8" fmla="*/ 878 w 1108"/>
                <a:gd name="T9" fmla="*/ 359 h 872"/>
                <a:gd name="T10" fmla="*/ 855 w 1108"/>
                <a:gd name="T11" fmla="*/ 5 h 872"/>
                <a:gd name="T12" fmla="*/ 261 w 1108"/>
                <a:gd name="T13" fmla="*/ 8 h 872"/>
                <a:gd name="T14" fmla="*/ 236 w 1108"/>
                <a:gd name="T15" fmla="*/ 369 h 872"/>
                <a:gd name="T16" fmla="*/ 183 w 1108"/>
                <a:gd name="T17" fmla="*/ 9 h 872"/>
                <a:gd name="T18" fmla="*/ 0 w 1108"/>
                <a:gd name="T19" fmla="*/ 10 h 872"/>
                <a:gd name="T20" fmla="*/ 95 w 1108"/>
                <a:gd name="T21" fmla="*/ 6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8" h="872">
                  <a:moveTo>
                    <a:pt x="95" y="660"/>
                  </a:moveTo>
                  <a:cubicBezTo>
                    <a:pt x="345" y="872"/>
                    <a:pt x="780" y="870"/>
                    <a:pt x="1015" y="632"/>
                  </a:cubicBezTo>
                  <a:cubicBezTo>
                    <a:pt x="1095" y="436"/>
                    <a:pt x="1104" y="220"/>
                    <a:pt x="1108" y="11"/>
                  </a:cubicBezTo>
                  <a:cubicBezTo>
                    <a:pt x="1047" y="11"/>
                    <a:pt x="986" y="10"/>
                    <a:pt x="926" y="9"/>
                  </a:cubicBezTo>
                  <a:cubicBezTo>
                    <a:pt x="902" y="124"/>
                    <a:pt x="888" y="242"/>
                    <a:pt x="878" y="359"/>
                  </a:cubicBezTo>
                  <a:cubicBezTo>
                    <a:pt x="863" y="242"/>
                    <a:pt x="857" y="123"/>
                    <a:pt x="855" y="5"/>
                  </a:cubicBezTo>
                  <a:cubicBezTo>
                    <a:pt x="657" y="4"/>
                    <a:pt x="459" y="0"/>
                    <a:pt x="261" y="8"/>
                  </a:cubicBezTo>
                  <a:cubicBezTo>
                    <a:pt x="259" y="128"/>
                    <a:pt x="254" y="249"/>
                    <a:pt x="236" y="369"/>
                  </a:cubicBezTo>
                  <a:cubicBezTo>
                    <a:pt x="221" y="248"/>
                    <a:pt x="210" y="127"/>
                    <a:pt x="183" y="9"/>
                  </a:cubicBezTo>
                  <a:cubicBezTo>
                    <a:pt x="122" y="10"/>
                    <a:pt x="61" y="10"/>
                    <a:pt x="0" y="10"/>
                  </a:cubicBezTo>
                  <a:cubicBezTo>
                    <a:pt x="2" y="228"/>
                    <a:pt x="0" y="462"/>
                    <a:pt x="95" y="6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1" name="Freeform 116"/>
            <p:cNvSpPr>
              <a:spLocks/>
            </p:cNvSpPr>
            <p:nvPr/>
          </p:nvSpPr>
          <p:spPr bwMode="auto">
            <a:xfrm flipV="1">
              <a:off x="2145" y="3035"/>
              <a:ext cx="254" cy="203"/>
            </a:xfrm>
            <a:custGeom>
              <a:avLst/>
              <a:gdLst>
                <a:gd name="T0" fmla="*/ 98 w 1111"/>
                <a:gd name="T1" fmla="*/ 669 h 891"/>
                <a:gd name="T2" fmla="*/ 1007 w 1111"/>
                <a:gd name="T3" fmla="*/ 651 h 891"/>
                <a:gd name="T4" fmla="*/ 1111 w 1111"/>
                <a:gd name="T5" fmla="*/ 14 h 891"/>
                <a:gd name="T6" fmla="*/ 909 w 1111"/>
                <a:gd name="T7" fmla="*/ 14 h 891"/>
                <a:gd name="T8" fmla="*/ 878 w 1111"/>
                <a:gd name="T9" fmla="*/ 291 h 891"/>
                <a:gd name="T10" fmla="*/ 854 w 1111"/>
                <a:gd name="T11" fmla="*/ 14 h 891"/>
                <a:gd name="T12" fmla="*/ 267 w 1111"/>
                <a:gd name="T13" fmla="*/ 10 h 891"/>
                <a:gd name="T14" fmla="*/ 244 w 1111"/>
                <a:gd name="T15" fmla="*/ 376 h 891"/>
                <a:gd name="T16" fmla="*/ 186 w 1111"/>
                <a:gd name="T17" fmla="*/ 13 h 891"/>
                <a:gd name="T18" fmla="*/ 8 w 1111"/>
                <a:gd name="T19" fmla="*/ 12 h 891"/>
                <a:gd name="T20" fmla="*/ 98 w 1111"/>
                <a:gd name="T21" fmla="*/ 66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1" h="891">
                  <a:moveTo>
                    <a:pt x="98" y="669"/>
                  </a:moveTo>
                  <a:cubicBezTo>
                    <a:pt x="350" y="891"/>
                    <a:pt x="758" y="865"/>
                    <a:pt x="1007" y="651"/>
                  </a:cubicBezTo>
                  <a:cubicBezTo>
                    <a:pt x="1095" y="453"/>
                    <a:pt x="1104" y="228"/>
                    <a:pt x="1111" y="14"/>
                  </a:cubicBezTo>
                  <a:cubicBezTo>
                    <a:pt x="1044" y="14"/>
                    <a:pt x="976" y="14"/>
                    <a:pt x="909" y="14"/>
                  </a:cubicBezTo>
                  <a:cubicBezTo>
                    <a:pt x="907" y="107"/>
                    <a:pt x="902" y="201"/>
                    <a:pt x="878" y="291"/>
                  </a:cubicBezTo>
                  <a:cubicBezTo>
                    <a:pt x="863" y="199"/>
                    <a:pt x="857" y="106"/>
                    <a:pt x="854" y="14"/>
                  </a:cubicBezTo>
                  <a:cubicBezTo>
                    <a:pt x="658" y="0"/>
                    <a:pt x="462" y="7"/>
                    <a:pt x="267" y="10"/>
                  </a:cubicBezTo>
                  <a:cubicBezTo>
                    <a:pt x="260" y="132"/>
                    <a:pt x="264" y="255"/>
                    <a:pt x="244" y="376"/>
                  </a:cubicBezTo>
                  <a:cubicBezTo>
                    <a:pt x="226" y="255"/>
                    <a:pt x="207" y="134"/>
                    <a:pt x="186" y="13"/>
                  </a:cubicBezTo>
                  <a:cubicBezTo>
                    <a:pt x="127" y="13"/>
                    <a:pt x="67" y="13"/>
                    <a:pt x="8" y="12"/>
                  </a:cubicBezTo>
                  <a:cubicBezTo>
                    <a:pt x="0" y="232"/>
                    <a:pt x="0" y="468"/>
                    <a:pt x="98" y="66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084713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4"/>
          <p:cNvGrpSpPr>
            <a:grpSpLocks noChangeAspect="1"/>
          </p:cNvGrpSpPr>
          <p:nvPr/>
        </p:nvGrpSpPr>
        <p:grpSpPr bwMode="auto">
          <a:xfrm>
            <a:off x="1510507" y="1028701"/>
            <a:ext cx="1217613" cy="1673225"/>
            <a:chOff x="1060" y="602"/>
            <a:chExt cx="767" cy="1054"/>
          </a:xfrm>
          <a:solidFill>
            <a:srgbClr val="595959"/>
          </a:solidFill>
        </p:grpSpPr>
        <p:sp>
          <p:nvSpPr>
            <p:cNvPr id="11" name="Freeform 5"/>
            <p:cNvSpPr>
              <a:spLocks/>
            </p:cNvSpPr>
            <p:nvPr/>
          </p:nvSpPr>
          <p:spPr bwMode="auto">
            <a:xfrm flipV="1">
              <a:off x="1304" y="602"/>
              <a:ext cx="158" cy="50"/>
            </a:xfrm>
            <a:custGeom>
              <a:avLst/>
              <a:gdLst>
                <a:gd name="T0" fmla="*/ 0 w 691"/>
                <a:gd name="T1" fmla="*/ 5 h 219"/>
                <a:gd name="T2" fmla="*/ 691 w 691"/>
                <a:gd name="T3" fmla="*/ 5 h 219"/>
                <a:gd name="T4" fmla="*/ 0 w 691"/>
                <a:gd name="T5" fmla="*/ 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1" h="219">
                  <a:moveTo>
                    <a:pt x="0" y="5"/>
                  </a:moveTo>
                  <a:cubicBezTo>
                    <a:pt x="172" y="219"/>
                    <a:pt x="518" y="218"/>
                    <a:pt x="691" y="5"/>
                  </a:cubicBezTo>
                  <a:cubicBezTo>
                    <a:pt x="460" y="0"/>
                    <a:pt x="230" y="0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6"/>
            <p:cNvSpPr>
              <a:spLocks/>
            </p:cNvSpPr>
            <p:nvPr/>
          </p:nvSpPr>
          <p:spPr bwMode="auto">
            <a:xfrm flipV="1">
              <a:off x="1244" y="632"/>
              <a:ext cx="25" cy="100"/>
            </a:xfrm>
            <a:custGeom>
              <a:avLst/>
              <a:gdLst>
                <a:gd name="T0" fmla="*/ 1 w 106"/>
                <a:gd name="T1" fmla="*/ 437 h 438"/>
                <a:gd name="T2" fmla="*/ 105 w 106"/>
                <a:gd name="T3" fmla="*/ 438 h 438"/>
                <a:gd name="T4" fmla="*/ 106 w 106"/>
                <a:gd name="T5" fmla="*/ 2 h 438"/>
                <a:gd name="T6" fmla="*/ 2 w 106"/>
                <a:gd name="T7" fmla="*/ 0 h 438"/>
                <a:gd name="T8" fmla="*/ 1 w 106"/>
                <a:gd name="T9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438">
                  <a:moveTo>
                    <a:pt x="1" y="437"/>
                  </a:moveTo>
                  <a:cubicBezTo>
                    <a:pt x="27" y="437"/>
                    <a:pt x="79" y="438"/>
                    <a:pt x="105" y="438"/>
                  </a:cubicBezTo>
                  <a:cubicBezTo>
                    <a:pt x="104" y="293"/>
                    <a:pt x="103" y="148"/>
                    <a:pt x="106" y="2"/>
                  </a:cubicBezTo>
                  <a:cubicBezTo>
                    <a:pt x="80" y="2"/>
                    <a:pt x="28" y="1"/>
                    <a:pt x="2" y="0"/>
                  </a:cubicBezTo>
                  <a:cubicBezTo>
                    <a:pt x="0" y="146"/>
                    <a:pt x="1" y="291"/>
                    <a:pt x="1" y="43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 flipV="1">
              <a:off x="1060" y="634"/>
              <a:ext cx="767" cy="1022"/>
            </a:xfrm>
            <a:custGeom>
              <a:avLst/>
              <a:gdLst>
                <a:gd name="T0" fmla="*/ 354 w 3344"/>
                <a:gd name="T1" fmla="*/ 4358 h 4474"/>
                <a:gd name="T2" fmla="*/ 660 w 3344"/>
                <a:gd name="T3" fmla="*/ 4360 h 4474"/>
                <a:gd name="T4" fmla="*/ 767 w 3344"/>
                <a:gd name="T5" fmla="*/ 4356 h 4474"/>
                <a:gd name="T6" fmla="*/ 768 w 3344"/>
                <a:gd name="T7" fmla="*/ 4175 h 4474"/>
                <a:gd name="T8" fmla="*/ 431 w 3344"/>
                <a:gd name="T9" fmla="*/ 3827 h 4474"/>
                <a:gd name="T10" fmla="*/ 912 w 3344"/>
                <a:gd name="T11" fmla="*/ 3608 h 4474"/>
                <a:gd name="T12" fmla="*/ 3173 w 3344"/>
                <a:gd name="T13" fmla="*/ 3601 h 4474"/>
                <a:gd name="T14" fmla="*/ 3168 w 3344"/>
                <a:gd name="T15" fmla="*/ 3302 h 4474"/>
                <a:gd name="T16" fmla="*/ 1904 w 3344"/>
                <a:gd name="T17" fmla="*/ 3299 h 4474"/>
                <a:gd name="T18" fmla="*/ 1740 w 3344"/>
                <a:gd name="T19" fmla="*/ 1946 h 4474"/>
                <a:gd name="T20" fmla="*/ 1733 w 3344"/>
                <a:gd name="T21" fmla="*/ 252 h 4474"/>
                <a:gd name="T22" fmla="*/ 1272 w 3344"/>
                <a:gd name="T23" fmla="*/ 286 h 4474"/>
                <a:gd name="T24" fmla="*/ 1268 w 3344"/>
                <a:gd name="T25" fmla="*/ 1992 h 4474"/>
                <a:gd name="T26" fmla="*/ 688 w 3344"/>
                <a:gd name="T27" fmla="*/ 1989 h 4474"/>
                <a:gd name="T28" fmla="*/ 994 w 3344"/>
                <a:gd name="T29" fmla="*/ 1241 h 4474"/>
                <a:gd name="T30" fmla="*/ 566 w 3344"/>
                <a:gd name="T31" fmla="*/ 1067 h 4474"/>
                <a:gd name="T32" fmla="*/ 82 w 3344"/>
                <a:gd name="T33" fmla="*/ 2205 h 4474"/>
                <a:gd name="T34" fmla="*/ 315 w 3344"/>
                <a:gd name="T35" fmla="*/ 2539 h 4474"/>
                <a:gd name="T36" fmla="*/ 862 w 3344"/>
                <a:gd name="T37" fmla="*/ 2439 h 4474"/>
                <a:gd name="T38" fmla="*/ 798 w 3344"/>
                <a:gd name="T39" fmla="*/ 3314 h 4474"/>
                <a:gd name="T40" fmla="*/ 169 w 3344"/>
                <a:gd name="T41" fmla="*/ 3671 h 4474"/>
                <a:gd name="T42" fmla="*/ 207 w 3344"/>
                <a:gd name="T43" fmla="*/ 4166 h 4474"/>
                <a:gd name="T44" fmla="*/ 95 w 3344"/>
                <a:gd name="T45" fmla="*/ 4171 h 4474"/>
                <a:gd name="T46" fmla="*/ 94 w 3344"/>
                <a:gd name="T47" fmla="*/ 4356 h 4474"/>
                <a:gd name="T48" fmla="*/ 354 w 3344"/>
                <a:gd name="T49" fmla="*/ 4358 h 4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44" h="4474">
                  <a:moveTo>
                    <a:pt x="354" y="4358"/>
                  </a:moveTo>
                  <a:cubicBezTo>
                    <a:pt x="436" y="4458"/>
                    <a:pt x="583" y="4474"/>
                    <a:pt x="660" y="4360"/>
                  </a:cubicBezTo>
                  <a:cubicBezTo>
                    <a:pt x="696" y="4359"/>
                    <a:pt x="731" y="4357"/>
                    <a:pt x="767" y="4356"/>
                  </a:cubicBezTo>
                  <a:cubicBezTo>
                    <a:pt x="767" y="4296"/>
                    <a:pt x="768" y="4235"/>
                    <a:pt x="768" y="4175"/>
                  </a:cubicBezTo>
                  <a:cubicBezTo>
                    <a:pt x="574" y="4209"/>
                    <a:pt x="413" y="4007"/>
                    <a:pt x="431" y="3827"/>
                  </a:cubicBezTo>
                  <a:cubicBezTo>
                    <a:pt x="538" y="3677"/>
                    <a:pt x="741" y="3639"/>
                    <a:pt x="912" y="3608"/>
                  </a:cubicBezTo>
                  <a:cubicBezTo>
                    <a:pt x="1665" y="3597"/>
                    <a:pt x="2420" y="3616"/>
                    <a:pt x="3173" y="3601"/>
                  </a:cubicBezTo>
                  <a:cubicBezTo>
                    <a:pt x="3344" y="3592"/>
                    <a:pt x="3341" y="3305"/>
                    <a:pt x="3168" y="3302"/>
                  </a:cubicBezTo>
                  <a:cubicBezTo>
                    <a:pt x="2747" y="3295"/>
                    <a:pt x="2326" y="3303"/>
                    <a:pt x="1904" y="3299"/>
                  </a:cubicBezTo>
                  <a:cubicBezTo>
                    <a:pt x="1849" y="2848"/>
                    <a:pt x="1716" y="2403"/>
                    <a:pt x="1740" y="1946"/>
                  </a:cubicBezTo>
                  <a:cubicBezTo>
                    <a:pt x="1735" y="1381"/>
                    <a:pt x="1750" y="816"/>
                    <a:pt x="1733" y="252"/>
                  </a:cubicBezTo>
                  <a:cubicBezTo>
                    <a:pt x="1687" y="0"/>
                    <a:pt x="1276" y="29"/>
                    <a:pt x="1272" y="286"/>
                  </a:cubicBezTo>
                  <a:cubicBezTo>
                    <a:pt x="1259" y="854"/>
                    <a:pt x="1268" y="1424"/>
                    <a:pt x="1268" y="1992"/>
                  </a:cubicBezTo>
                  <a:cubicBezTo>
                    <a:pt x="1099" y="1847"/>
                    <a:pt x="878" y="1970"/>
                    <a:pt x="688" y="1989"/>
                  </a:cubicBezTo>
                  <a:cubicBezTo>
                    <a:pt x="788" y="1739"/>
                    <a:pt x="907" y="1496"/>
                    <a:pt x="994" y="1241"/>
                  </a:cubicBezTo>
                  <a:cubicBezTo>
                    <a:pt x="1044" y="1004"/>
                    <a:pt x="694" y="865"/>
                    <a:pt x="566" y="1067"/>
                  </a:cubicBezTo>
                  <a:cubicBezTo>
                    <a:pt x="393" y="1440"/>
                    <a:pt x="244" y="1826"/>
                    <a:pt x="82" y="2205"/>
                  </a:cubicBezTo>
                  <a:cubicBezTo>
                    <a:pt x="0" y="2358"/>
                    <a:pt x="142" y="2566"/>
                    <a:pt x="315" y="2539"/>
                  </a:cubicBezTo>
                  <a:cubicBezTo>
                    <a:pt x="499" y="2516"/>
                    <a:pt x="680" y="2471"/>
                    <a:pt x="862" y="2439"/>
                  </a:cubicBezTo>
                  <a:cubicBezTo>
                    <a:pt x="843" y="2731"/>
                    <a:pt x="821" y="3023"/>
                    <a:pt x="798" y="3314"/>
                  </a:cubicBezTo>
                  <a:cubicBezTo>
                    <a:pt x="564" y="3369"/>
                    <a:pt x="298" y="3449"/>
                    <a:pt x="169" y="3671"/>
                  </a:cubicBezTo>
                  <a:cubicBezTo>
                    <a:pt x="76" y="3827"/>
                    <a:pt x="123" y="4017"/>
                    <a:pt x="207" y="4166"/>
                  </a:cubicBezTo>
                  <a:cubicBezTo>
                    <a:pt x="179" y="4167"/>
                    <a:pt x="123" y="4169"/>
                    <a:pt x="95" y="4171"/>
                  </a:cubicBezTo>
                  <a:cubicBezTo>
                    <a:pt x="95" y="4232"/>
                    <a:pt x="94" y="4294"/>
                    <a:pt x="94" y="4356"/>
                  </a:cubicBezTo>
                  <a:cubicBezTo>
                    <a:pt x="181" y="4358"/>
                    <a:pt x="268" y="4357"/>
                    <a:pt x="354" y="435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8"/>
            <p:cNvSpPr>
              <a:spLocks/>
            </p:cNvSpPr>
            <p:nvPr/>
          </p:nvSpPr>
          <p:spPr bwMode="auto">
            <a:xfrm flipV="1">
              <a:off x="1277" y="660"/>
              <a:ext cx="485" cy="45"/>
            </a:xfrm>
            <a:custGeom>
              <a:avLst/>
              <a:gdLst>
                <a:gd name="T0" fmla="*/ 1 w 2113"/>
                <a:gd name="T1" fmla="*/ 195 h 200"/>
                <a:gd name="T2" fmla="*/ 1843 w 2113"/>
                <a:gd name="T3" fmla="*/ 194 h 200"/>
                <a:gd name="T4" fmla="*/ 2113 w 2113"/>
                <a:gd name="T5" fmla="*/ 102 h 200"/>
                <a:gd name="T6" fmla="*/ 1807 w 2113"/>
                <a:gd name="T7" fmla="*/ 3 h 200"/>
                <a:gd name="T8" fmla="*/ 0 w 2113"/>
                <a:gd name="T9" fmla="*/ 2 h 200"/>
                <a:gd name="T10" fmla="*/ 1 w 2113"/>
                <a:gd name="T11" fmla="*/ 19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13" h="200">
                  <a:moveTo>
                    <a:pt x="1" y="195"/>
                  </a:moveTo>
                  <a:cubicBezTo>
                    <a:pt x="615" y="188"/>
                    <a:pt x="1229" y="200"/>
                    <a:pt x="1843" y="194"/>
                  </a:cubicBezTo>
                  <a:cubicBezTo>
                    <a:pt x="1939" y="188"/>
                    <a:pt x="2025" y="136"/>
                    <a:pt x="2113" y="102"/>
                  </a:cubicBezTo>
                  <a:cubicBezTo>
                    <a:pt x="2015" y="60"/>
                    <a:pt x="1918" y="0"/>
                    <a:pt x="1807" y="3"/>
                  </a:cubicBezTo>
                  <a:cubicBezTo>
                    <a:pt x="1205" y="5"/>
                    <a:pt x="603" y="0"/>
                    <a:pt x="0" y="2"/>
                  </a:cubicBezTo>
                  <a:cubicBezTo>
                    <a:pt x="0" y="67"/>
                    <a:pt x="0" y="131"/>
                    <a:pt x="1" y="19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 flipV="1">
              <a:off x="1283" y="713"/>
              <a:ext cx="199" cy="98"/>
            </a:xfrm>
            <a:custGeom>
              <a:avLst/>
              <a:gdLst>
                <a:gd name="T0" fmla="*/ 0 w 866"/>
                <a:gd name="T1" fmla="*/ 429 h 431"/>
                <a:gd name="T2" fmla="*/ 866 w 866"/>
                <a:gd name="T3" fmla="*/ 429 h 431"/>
                <a:gd name="T4" fmla="*/ 437 w 866"/>
                <a:gd name="T5" fmla="*/ 13 h 431"/>
                <a:gd name="T6" fmla="*/ 0 w 866"/>
                <a:gd name="T7" fmla="*/ 429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6" h="431">
                  <a:moveTo>
                    <a:pt x="0" y="429"/>
                  </a:moveTo>
                  <a:cubicBezTo>
                    <a:pt x="289" y="430"/>
                    <a:pt x="578" y="431"/>
                    <a:pt x="866" y="429"/>
                  </a:cubicBezTo>
                  <a:cubicBezTo>
                    <a:pt x="854" y="207"/>
                    <a:pt x="667" y="3"/>
                    <a:pt x="437" y="13"/>
                  </a:cubicBezTo>
                  <a:cubicBezTo>
                    <a:pt x="205" y="0"/>
                    <a:pt x="15" y="206"/>
                    <a:pt x="0" y="4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" name="Group 12"/>
          <p:cNvGrpSpPr>
            <a:grpSpLocks noChangeAspect="1"/>
          </p:cNvGrpSpPr>
          <p:nvPr/>
        </p:nvGrpSpPr>
        <p:grpSpPr bwMode="auto">
          <a:xfrm>
            <a:off x="3524251" y="1095376"/>
            <a:ext cx="1979612" cy="1392238"/>
            <a:chOff x="2220" y="690"/>
            <a:chExt cx="1247" cy="877"/>
          </a:xfrm>
          <a:solidFill>
            <a:srgbClr val="595959"/>
          </a:solidFill>
        </p:grpSpPr>
        <p:sp>
          <p:nvSpPr>
            <p:cNvPr id="18" name="Freeform 13"/>
            <p:cNvSpPr>
              <a:spLocks/>
            </p:cNvSpPr>
            <p:nvPr/>
          </p:nvSpPr>
          <p:spPr bwMode="auto">
            <a:xfrm flipV="1">
              <a:off x="2471" y="690"/>
              <a:ext cx="429" cy="218"/>
            </a:xfrm>
            <a:custGeom>
              <a:avLst/>
              <a:gdLst>
                <a:gd name="T0" fmla="*/ 936 w 1878"/>
                <a:gd name="T1" fmla="*/ 757 h 953"/>
                <a:gd name="T2" fmla="*/ 1155 w 1878"/>
                <a:gd name="T3" fmla="*/ 711 h 953"/>
                <a:gd name="T4" fmla="*/ 1878 w 1878"/>
                <a:gd name="T5" fmla="*/ 0 h 953"/>
                <a:gd name="T6" fmla="*/ 0 w 1878"/>
                <a:gd name="T7" fmla="*/ 376 h 953"/>
                <a:gd name="T8" fmla="*/ 936 w 1878"/>
                <a:gd name="T9" fmla="*/ 757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8" h="953">
                  <a:moveTo>
                    <a:pt x="936" y="757"/>
                  </a:moveTo>
                  <a:cubicBezTo>
                    <a:pt x="942" y="953"/>
                    <a:pt x="1229" y="895"/>
                    <a:pt x="1155" y="711"/>
                  </a:cubicBezTo>
                  <a:cubicBezTo>
                    <a:pt x="1394" y="472"/>
                    <a:pt x="1639" y="239"/>
                    <a:pt x="1878" y="0"/>
                  </a:cubicBezTo>
                  <a:cubicBezTo>
                    <a:pt x="1253" y="128"/>
                    <a:pt x="626" y="251"/>
                    <a:pt x="0" y="376"/>
                  </a:cubicBezTo>
                  <a:cubicBezTo>
                    <a:pt x="310" y="508"/>
                    <a:pt x="625" y="627"/>
                    <a:pt x="936" y="7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 flipV="1">
              <a:off x="2220" y="765"/>
              <a:ext cx="817" cy="462"/>
            </a:xfrm>
            <a:custGeom>
              <a:avLst/>
              <a:gdLst>
                <a:gd name="T0" fmla="*/ 0 w 3581"/>
                <a:gd name="T1" fmla="*/ 1873 h 2019"/>
                <a:gd name="T2" fmla="*/ 82 w 3581"/>
                <a:gd name="T3" fmla="*/ 2019 h 2019"/>
                <a:gd name="T4" fmla="*/ 891 w 3581"/>
                <a:gd name="T5" fmla="*/ 1550 h 2019"/>
                <a:gd name="T6" fmla="*/ 837 w 3581"/>
                <a:gd name="T7" fmla="*/ 1674 h 2019"/>
                <a:gd name="T8" fmla="*/ 989 w 3581"/>
                <a:gd name="T9" fmla="*/ 1476 h 2019"/>
                <a:gd name="T10" fmla="*/ 1144 w 3581"/>
                <a:gd name="T11" fmla="*/ 1408 h 2019"/>
                <a:gd name="T12" fmla="*/ 3581 w 3581"/>
                <a:gd name="T13" fmla="*/ 0 h 2019"/>
                <a:gd name="T14" fmla="*/ 3059 w 3581"/>
                <a:gd name="T15" fmla="*/ 111 h 2019"/>
                <a:gd name="T16" fmla="*/ 0 w 3581"/>
                <a:gd name="T17" fmla="*/ 1873 h 2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81" h="2019">
                  <a:moveTo>
                    <a:pt x="0" y="1873"/>
                  </a:moveTo>
                  <a:cubicBezTo>
                    <a:pt x="27" y="1922"/>
                    <a:pt x="55" y="1970"/>
                    <a:pt x="82" y="2019"/>
                  </a:cubicBezTo>
                  <a:cubicBezTo>
                    <a:pt x="351" y="1861"/>
                    <a:pt x="623" y="1708"/>
                    <a:pt x="891" y="1550"/>
                  </a:cubicBezTo>
                  <a:cubicBezTo>
                    <a:pt x="876" y="1590"/>
                    <a:pt x="811" y="1627"/>
                    <a:pt x="837" y="1674"/>
                  </a:cubicBezTo>
                  <a:cubicBezTo>
                    <a:pt x="948" y="1716"/>
                    <a:pt x="1113" y="1573"/>
                    <a:pt x="989" y="1476"/>
                  </a:cubicBezTo>
                  <a:cubicBezTo>
                    <a:pt x="1043" y="1460"/>
                    <a:pt x="1096" y="1437"/>
                    <a:pt x="1144" y="1408"/>
                  </a:cubicBezTo>
                  <a:cubicBezTo>
                    <a:pt x="1954" y="934"/>
                    <a:pt x="2772" y="473"/>
                    <a:pt x="3581" y="0"/>
                  </a:cubicBezTo>
                  <a:cubicBezTo>
                    <a:pt x="3404" y="8"/>
                    <a:pt x="3217" y="21"/>
                    <a:pt x="3059" y="111"/>
                  </a:cubicBezTo>
                  <a:cubicBezTo>
                    <a:pt x="2041" y="702"/>
                    <a:pt x="1019" y="1286"/>
                    <a:pt x="0" y="18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 flipV="1">
              <a:off x="2573" y="854"/>
              <a:ext cx="210" cy="140"/>
            </a:xfrm>
            <a:custGeom>
              <a:avLst/>
              <a:gdLst>
                <a:gd name="T0" fmla="*/ 77 w 921"/>
                <a:gd name="T1" fmla="*/ 610 h 610"/>
                <a:gd name="T2" fmla="*/ 921 w 921"/>
                <a:gd name="T3" fmla="*/ 436 h 610"/>
                <a:gd name="T4" fmla="*/ 412 w 921"/>
                <a:gd name="T5" fmla="*/ 50 h 610"/>
                <a:gd name="T6" fmla="*/ 77 w 921"/>
                <a:gd name="T7" fmla="*/ 61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1" h="610">
                  <a:moveTo>
                    <a:pt x="77" y="610"/>
                  </a:moveTo>
                  <a:cubicBezTo>
                    <a:pt x="357" y="548"/>
                    <a:pt x="641" y="500"/>
                    <a:pt x="921" y="436"/>
                  </a:cubicBezTo>
                  <a:cubicBezTo>
                    <a:pt x="889" y="197"/>
                    <a:pt x="657" y="0"/>
                    <a:pt x="412" y="50"/>
                  </a:cubicBezTo>
                  <a:cubicBezTo>
                    <a:pt x="159" y="88"/>
                    <a:pt x="0" y="370"/>
                    <a:pt x="77" y="61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 flipV="1">
              <a:off x="2282" y="897"/>
              <a:ext cx="951" cy="670"/>
            </a:xfrm>
            <a:custGeom>
              <a:avLst/>
              <a:gdLst>
                <a:gd name="T0" fmla="*/ 229 w 4164"/>
                <a:gd name="T1" fmla="*/ 2543 h 2930"/>
                <a:gd name="T2" fmla="*/ 409 w 4164"/>
                <a:gd name="T3" fmla="*/ 2930 h 2930"/>
                <a:gd name="T4" fmla="*/ 674 w 4164"/>
                <a:gd name="T5" fmla="*/ 2775 h 2930"/>
                <a:gd name="T6" fmla="*/ 595 w 4164"/>
                <a:gd name="T7" fmla="*/ 2607 h 2930"/>
                <a:gd name="T8" fmla="*/ 1238 w 4164"/>
                <a:gd name="T9" fmla="*/ 2451 h 2930"/>
                <a:gd name="T10" fmla="*/ 2510 w 4164"/>
                <a:gd name="T11" fmla="*/ 1714 h 2930"/>
                <a:gd name="T12" fmla="*/ 3271 w 4164"/>
                <a:gd name="T13" fmla="*/ 1453 h 2930"/>
                <a:gd name="T14" fmla="*/ 3306 w 4164"/>
                <a:gd name="T15" fmla="*/ 1152 h 2930"/>
                <a:gd name="T16" fmla="*/ 1976 w 4164"/>
                <a:gd name="T17" fmla="*/ 1882 h 2930"/>
                <a:gd name="T18" fmla="*/ 1985 w 4164"/>
                <a:gd name="T19" fmla="*/ 1228 h 2930"/>
                <a:gd name="T20" fmla="*/ 3939 w 4164"/>
                <a:gd name="T21" fmla="*/ 563 h 2930"/>
                <a:gd name="T22" fmla="*/ 3765 w 4164"/>
                <a:gd name="T23" fmla="*/ 130 h 2930"/>
                <a:gd name="T24" fmla="*/ 1793 w 4164"/>
                <a:gd name="T25" fmla="*/ 786 h 2930"/>
                <a:gd name="T26" fmla="*/ 739 w 4164"/>
                <a:gd name="T27" fmla="*/ 924 h 2930"/>
                <a:gd name="T28" fmla="*/ 1041 w 4164"/>
                <a:gd name="T29" fmla="*/ 387 h 2930"/>
                <a:gd name="T30" fmla="*/ 630 w 4164"/>
                <a:gd name="T31" fmla="*/ 184 h 2930"/>
                <a:gd name="T32" fmla="*/ 99 w 4164"/>
                <a:gd name="T33" fmla="*/ 1069 h 2930"/>
                <a:gd name="T34" fmla="*/ 306 w 4164"/>
                <a:gd name="T35" fmla="*/ 1427 h 2930"/>
                <a:gd name="T36" fmla="*/ 1056 w 4164"/>
                <a:gd name="T37" fmla="*/ 1380 h 2930"/>
                <a:gd name="T38" fmla="*/ 997 w 4164"/>
                <a:gd name="T39" fmla="*/ 2237 h 2930"/>
                <a:gd name="T40" fmla="*/ 344 w 4164"/>
                <a:gd name="T41" fmla="*/ 2338 h 2930"/>
                <a:gd name="T42" fmla="*/ 229 w 4164"/>
                <a:gd name="T43" fmla="*/ 2543 h 2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64" h="2930">
                  <a:moveTo>
                    <a:pt x="229" y="2543"/>
                  </a:moveTo>
                  <a:cubicBezTo>
                    <a:pt x="282" y="2675"/>
                    <a:pt x="351" y="2800"/>
                    <a:pt x="409" y="2930"/>
                  </a:cubicBezTo>
                  <a:cubicBezTo>
                    <a:pt x="497" y="2878"/>
                    <a:pt x="585" y="2826"/>
                    <a:pt x="674" y="2775"/>
                  </a:cubicBezTo>
                  <a:cubicBezTo>
                    <a:pt x="647" y="2719"/>
                    <a:pt x="621" y="2663"/>
                    <a:pt x="595" y="2607"/>
                  </a:cubicBezTo>
                  <a:cubicBezTo>
                    <a:pt x="809" y="2558"/>
                    <a:pt x="1050" y="2582"/>
                    <a:pt x="1238" y="2451"/>
                  </a:cubicBezTo>
                  <a:cubicBezTo>
                    <a:pt x="1660" y="2203"/>
                    <a:pt x="2090" y="1967"/>
                    <a:pt x="2510" y="1714"/>
                  </a:cubicBezTo>
                  <a:cubicBezTo>
                    <a:pt x="2726" y="1544"/>
                    <a:pt x="2997" y="1453"/>
                    <a:pt x="3271" y="1453"/>
                  </a:cubicBezTo>
                  <a:cubicBezTo>
                    <a:pt x="3439" y="1454"/>
                    <a:pt x="3471" y="1190"/>
                    <a:pt x="3306" y="1152"/>
                  </a:cubicBezTo>
                  <a:cubicBezTo>
                    <a:pt x="2769" y="1124"/>
                    <a:pt x="2245" y="1419"/>
                    <a:pt x="1976" y="1882"/>
                  </a:cubicBezTo>
                  <a:cubicBezTo>
                    <a:pt x="1904" y="1675"/>
                    <a:pt x="1884" y="1425"/>
                    <a:pt x="1985" y="1228"/>
                  </a:cubicBezTo>
                  <a:cubicBezTo>
                    <a:pt x="2633" y="997"/>
                    <a:pt x="3293" y="798"/>
                    <a:pt x="3939" y="563"/>
                  </a:cubicBezTo>
                  <a:cubicBezTo>
                    <a:pt x="4164" y="443"/>
                    <a:pt x="4016" y="56"/>
                    <a:pt x="3765" y="130"/>
                  </a:cubicBezTo>
                  <a:cubicBezTo>
                    <a:pt x="3106" y="343"/>
                    <a:pt x="2451" y="569"/>
                    <a:pt x="1793" y="786"/>
                  </a:cubicBezTo>
                  <a:cubicBezTo>
                    <a:pt x="1461" y="930"/>
                    <a:pt x="1090" y="879"/>
                    <a:pt x="739" y="924"/>
                  </a:cubicBezTo>
                  <a:cubicBezTo>
                    <a:pt x="836" y="743"/>
                    <a:pt x="966" y="578"/>
                    <a:pt x="1041" y="387"/>
                  </a:cubicBezTo>
                  <a:cubicBezTo>
                    <a:pt x="1100" y="160"/>
                    <a:pt x="773" y="0"/>
                    <a:pt x="630" y="184"/>
                  </a:cubicBezTo>
                  <a:cubicBezTo>
                    <a:pt x="445" y="474"/>
                    <a:pt x="276" y="774"/>
                    <a:pt x="99" y="1069"/>
                  </a:cubicBezTo>
                  <a:cubicBezTo>
                    <a:pt x="0" y="1218"/>
                    <a:pt x="127" y="1441"/>
                    <a:pt x="306" y="1427"/>
                  </a:cubicBezTo>
                  <a:cubicBezTo>
                    <a:pt x="556" y="1416"/>
                    <a:pt x="806" y="1393"/>
                    <a:pt x="1056" y="1380"/>
                  </a:cubicBezTo>
                  <a:cubicBezTo>
                    <a:pt x="991" y="1660"/>
                    <a:pt x="962" y="1950"/>
                    <a:pt x="997" y="2237"/>
                  </a:cubicBezTo>
                  <a:cubicBezTo>
                    <a:pt x="780" y="2271"/>
                    <a:pt x="561" y="2300"/>
                    <a:pt x="344" y="2338"/>
                  </a:cubicBezTo>
                  <a:cubicBezTo>
                    <a:pt x="249" y="2346"/>
                    <a:pt x="188" y="2458"/>
                    <a:pt x="229" y="25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 flipV="1">
              <a:off x="2656" y="996"/>
              <a:ext cx="122" cy="70"/>
            </a:xfrm>
            <a:custGeom>
              <a:avLst/>
              <a:gdLst>
                <a:gd name="T0" fmla="*/ 0 w 534"/>
                <a:gd name="T1" fmla="*/ 308 h 308"/>
                <a:gd name="T2" fmla="*/ 534 w 534"/>
                <a:gd name="T3" fmla="*/ 0 h 308"/>
                <a:gd name="T4" fmla="*/ 0 w 534"/>
                <a:gd name="T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4" h="308">
                  <a:moveTo>
                    <a:pt x="0" y="308"/>
                  </a:moveTo>
                  <a:cubicBezTo>
                    <a:pt x="195" y="254"/>
                    <a:pt x="508" y="269"/>
                    <a:pt x="534" y="0"/>
                  </a:cubicBezTo>
                  <a:cubicBezTo>
                    <a:pt x="354" y="99"/>
                    <a:pt x="174" y="199"/>
                    <a:pt x="0" y="30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 flipV="1">
              <a:off x="3062" y="1239"/>
              <a:ext cx="405" cy="268"/>
            </a:xfrm>
            <a:custGeom>
              <a:avLst/>
              <a:gdLst>
                <a:gd name="T0" fmla="*/ 0 w 1773"/>
                <a:gd name="T1" fmla="*/ 1174 h 1174"/>
                <a:gd name="T2" fmla="*/ 1773 w 1773"/>
                <a:gd name="T3" fmla="*/ 147 h 1174"/>
                <a:gd name="T4" fmla="*/ 1691 w 1773"/>
                <a:gd name="T5" fmla="*/ 0 h 1174"/>
                <a:gd name="T6" fmla="*/ 36 w 1773"/>
                <a:gd name="T7" fmla="*/ 953 h 1174"/>
                <a:gd name="T8" fmla="*/ 0 w 1773"/>
                <a:gd name="T9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3" h="1174">
                  <a:moveTo>
                    <a:pt x="0" y="1174"/>
                  </a:moveTo>
                  <a:cubicBezTo>
                    <a:pt x="585" y="822"/>
                    <a:pt x="1181" y="488"/>
                    <a:pt x="1773" y="147"/>
                  </a:cubicBezTo>
                  <a:cubicBezTo>
                    <a:pt x="1746" y="98"/>
                    <a:pt x="1718" y="49"/>
                    <a:pt x="1691" y="0"/>
                  </a:cubicBezTo>
                  <a:cubicBezTo>
                    <a:pt x="1140" y="319"/>
                    <a:pt x="588" y="636"/>
                    <a:pt x="36" y="953"/>
                  </a:cubicBezTo>
                  <a:cubicBezTo>
                    <a:pt x="42" y="1029"/>
                    <a:pt x="26" y="1103"/>
                    <a:pt x="0" y="117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" name="Group 21"/>
          <p:cNvGrpSpPr>
            <a:grpSpLocks noChangeAspect="1"/>
          </p:cNvGrpSpPr>
          <p:nvPr/>
        </p:nvGrpSpPr>
        <p:grpSpPr bwMode="auto">
          <a:xfrm>
            <a:off x="6543678" y="1089026"/>
            <a:ext cx="1287463" cy="1509713"/>
            <a:chOff x="4122" y="686"/>
            <a:chExt cx="811" cy="951"/>
          </a:xfrm>
          <a:solidFill>
            <a:srgbClr val="595959"/>
          </a:solidFill>
        </p:grpSpPr>
        <p:sp>
          <p:nvSpPr>
            <p:cNvPr id="26" name="Freeform 22"/>
            <p:cNvSpPr>
              <a:spLocks/>
            </p:cNvSpPr>
            <p:nvPr/>
          </p:nvSpPr>
          <p:spPr bwMode="auto">
            <a:xfrm flipV="1">
              <a:off x="4511" y="686"/>
              <a:ext cx="203" cy="210"/>
            </a:xfrm>
            <a:custGeom>
              <a:avLst/>
              <a:gdLst>
                <a:gd name="T0" fmla="*/ 358 w 885"/>
                <a:gd name="T1" fmla="*/ 857 h 915"/>
                <a:gd name="T2" fmla="*/ 868 w 885"/>
                <a:gd name="T3" fmla="*/ 453 h 915"/>
                <a:gd name="T4" fmla="*/ 450 w 885"/>
                <a:gd name="T5" fmla="*/ 10 h 915"/>
                <a:gd name="T6" fmla="*/ 15 w 885"/>
                <a:gd name="T7" fmla="*/ 416 h 915"/>
                <a:gd name="T8" fmla="*/ 358 w 885"/>
                <a:gd name="T9" fmla="*/ 85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5" h="915">
                  <a:moveTo>
                    <a:pt x="358" y="857"/>
                  </a:moveTo>
                  <a:cubicBezTo>
                    <a:pt x="606" y="915"/>
                    <a:pt x="870" y="707"/>
                    <a:pt x="868" y="453"/>
                  </a:cubicBezTo>
                  <a:cubicBezTo>
                    <a:pt x="885" y="222"/>
                    <a:pt x="681" y="8"/>
                    <a:pt x="450" y="10"/>
                  </a:cubicBezTo>
                  <a:cubicBezTo>
                    <a:pt x="227" y="0"/>
                    <a:pt x="21" y="192"/>
                    <a:pt x="15" y="416"/>
                  </a:cubicBezTo>
                  <a:cubicBezTo>
                    <a:pt x="0" y="622"/>
                    <a:pt x="156" y="820"/>
                    <a:pt x="358" y="8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 flipV="1">
              <a:off x="4392" y="866"/>
              <a:ext cx="443" cy="318"/>
            </a:xfrm>
            <a:custGeom>
              <a:avLst/>
              <a:gdLst>
                <a:gd name="T0" fmla="*/ 1584 w 1936"/>
                <a:gd name="T1" fmla="*/ 1243 h 1388"/>
                <a:gd name="T2" fmla="*/ 1876 w 1936"/>
                <a:gd name="T3" fmla="*/ 1215 h 1388"/>
                <a:gd name="T4" fmla="*/ 1839 w 1936"/>
                <a:gd name="T5" fmla="*/ 388 h 1388"/>
                <a:gd name="T6" fmla="*/ 1427 w 1936"/>
                <a:gd name="T7" fmla="*/ 547 h 1388"/>
                <a:gd name="T8" fmla="*/ 1376 w 1936"/>
                <a:gd name="T9" fmla="*/ 73 h 1388"/>
                <a:gd name="T10" fmla="*/ 546 w 1936"/>
                <a:gd name="T11" fmla="*/ 81 h 1388"/>
                <a:gd name="T12" fmla="*/ 501 w 1936"/>
                <a:gd name="T13" fmla="*/ 544 h 1388"/>
                <a:gd name="T14" fmla="*/ 82 w 1936"/>
                <a:gd name="T15" fmla="*/ 397 h 1388"/>
                <a:gd name="T16" fmla="*/ 53 w 1936"/>
                <a:gd name="T17" fmla="*/ 1219 h 1388"/>
                <a:gd name="T18" fmla="*/ 342 w 1936"/>
                <a:gd name="T19" fmla="*/ 1249 h 1388"/>
                <a:gd name="T20" fmla="*/ 330 w 1936"/>
                <a:gd name="T21" fmla="*/ 862 h 1388"/>
                <a:gd name="T22" fmla="*/ 550 w 1936"/>
                <a:gd name="T23" fmla="*/ 1162 h 1388"/>
                <a:gd name="T24" fmla="*/ 1361 w 1936"/>
                <a:gd name="T25" fmla="*/ 1164 h 1388"/>
                <a:gd name="T26" fmla="*/ 1595 w 1936"/>
                <a:gd name="T27" fmla="*/ 862 h 1388"/>
                <a:gd name="T28" fmla="*/ 1584 w 1936"/>
                <a:gd name="T29" fmla="*/ 1243 h 1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6" h="1388">
                  <a:moveTo>
                    <a:pt x="1584" y="1243"/>
                  </a:moveTo>
                  <a:cubicBezTo>
                    <a:pt x="1625" y="1388"/>
                    <a:pt x="1865" y="1367"/>
                    <a:pt x="1876" y="1215"/>
                  </a:cubicBezTo>
                  <a:cubicBezTo>
                    <a:pt x="1906" y="943"/>
                    <a:pt x="1936" y="648"/>
                    <a:pt x="1839" y="388"/>
                  </a:cubicBezTo>
                  <a:cubicBezTo>
                    <a:pt x="1699" y="222"/>
                    <a:pt x="1511" y="425"/>
                    <a:pt x="1427" y="547"/>
                  </a:cubicBezTo>
                  <a:cubicBezTo>
                    <a:pt x="1413" y="389"/>
                    <a:pt x="1400" y="230"/>
                    <a:pt x="1376" y="73"/>
                  </a:cubicBezTo>
                  <a:cubicBezTo>
                    <a:pt x="1105" y="0"/>
                    <a:pt x="817" y="12"/>
                    <a:pt x="546" y="81"/>
                  </a:cubicBezTo>
                  <a:cubicBezTo>
                    <a:pt x="533" y="235"/>
                    <a:pt x="515" y="390"/>
                    <a:pt x="501" y="544"/>
                  </a:cubicBezTo>
                  <a:cubicBezTo>
                    <a:pt x="414" y="420"/>
                    <a:pt x="216" y="217"/>
                    <a:pt x="82" y="397"/>
                  </a:cubicBezTo>
                  <a:cubicBezTo>
                    <a:pt x="0" y="661"/>
                    <a:pt x="20" y="948"/>
                    <a:pt x="53" y="1219"/>
                  </a:cubicBezTo>
                  <a:cubicBezTo>
                    <a:pt x="69" y="1365"/>
                    <a:pt x="293" y="1385"/>
                    <a:pt x="342" y="1249"/>
                  </a:cubicBezTo>
                  <a:cubicBezTo>
                    <a:pt x="366" y="1122"/>
                    <a:pt x="325" y="991"/>
                    <a:pt x="330" y="862"/>
                  </a:cubicBezTo>
                  <a:cubicBezTo>
                    <a:pt x="400" y="960"/>
                    <a:pt x="403" y="1146"/>
                    <a:pt x="550" y="1162"/>
                  </a:cubicBezTo>
                  <a:cubicBezTo>
                    <a:pt x="820" y="1168"/>
                    <a:pt x="1091" y="1165"/>
                    <a:pt x="1361" y="1164"/>
                  </a:cubicBezTo>
                  <a:cubicBezTo>
                    <a:pt x="1519" y="1160"/>
                    <a:pt x="1528" y="968"/>
                    <a:pt x="1595" y="862"/>
                  </a:cubicBezTo>
                  <a:cubicBezTo>
                    <a:pt x="1602" y="989"/>
                    <a:pt x="1569" y="1116"/>
                    <a:pt x="1584" y="12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 flipV="1">
              <a:off x="4508" y="1175"/>
              <a:ext cx="210" cy="63"/>
            </a:xfrm>
            <a:custGeom>
              <a:avLst/>
              <a:gdLst>
                <a:gd name="T0" fmla="*/ 45 w 918"/>
                <a:gd name="T1" fmla="*/ 278 h 279"/>
                <a:gd name="T2" fmla="*/ 875 w 918"/>
                <a:gd name="T3" fmla="*/ 279 h 279"/>
                <a:gd name="T4" fmla="*/ 918 w 918"/>
                <a:gd name="T5" fmla="*/ 113 h 279"/>
                <a:gd name="T6" fmla="*/ 0 w 918"/>
                <a:gd name="T7" fmla="*/ 114 h 279"/>
                <a:gd name="T8" fmla="*/ 45 w 918"/>
                <a:gd name="T9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8" h="279">
                  <a:moveTo>
                    <a:pt x="45" y="278"/>
                  </a:moveTo>
                  <a:cubicBezTo>
                    <a:pt x="316" y="217"/>
                    <a:pt x="606" y="199"/>
                    <a:pt x="875" y="279"/>
                  </a:cubicBezTo>
                  <a:cubicBezTo>
                    <a:pt x="889" y="223"/>
                    <a:pt x="903" y="168"/>
                    <a:pt x="918" y="113"/>
                  </a:cubicBezTo>
                  <a:cubicBezTo>
                    <a:pt x="631" y="0"/>
                    <a:pt x="287" y="1"/>
                    <a:pt x="0" y="114"/>
                  </a:cubicBezTo>
                  <a:cubicBezTo>
                    <a:pt x="16" y="168"/>
                    <a:pt x="30" y="223"/>
                    <a:pt x="45" y="27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 flipV="1">
              <a:off x="4291" y="1221"/>
              <a:ext cx="287" cy="414"/>
            </a:xfrm>
            <a:custGeom>
              <a:avLst/>
              <a:gdLst>
                <a:gd name="T0" fmla="*/ 931 w 1251"/>
                <a:gd name="T1" fmla="*/ 1811 h 1811"/>
                <a:gd name="T2" fmla="*/ 1251 w 1251"/>
                <a:gd name="T3" fmla="*/ 1734 h 1811"/>
                <a:gd name="T4" fmla="*/ 1186 w 1251"/>
                <a:gd name="T5" fmla="*/ 1407 h 1811"/>
                <a:gd name="T6" fmla="*/ 717 w 1251"/>
                <a:gd name="T7" fmla="*/ 1128 h 1811"/>
                <a:gd name="T8" fmla="*/ 477 w 1251"/>
                <a:gd name="T9" fmla="*/ 206 h 1811"/>
                <a:gd name="T10" fmla="*/ 114 w 1251"/>
                <a:gd name="T11" fmla="*/ 95 h 1811"/>
                <a:gd name="T12" fmla="*/ 39 w 1251"/>
                <a:gd name="T13" fmla="*/ 405 h 1811"/>
                <a:gd name="T14" fmla="*/ 306 w 1251"/>
                <a:gd name="T15" fmla="*/ 1406 h 1811"/>
                <a:gd name="T16" fmla="*/ 931 w 1251"/>
                <a:gd name="T17" fmla="*/ 1811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1" h="1811">
                  <a:moveTo>
                    <a:pt x="931" y="1811"/>
                  </a:moveTo>
                  <a:cubicBezTo>
                    <a:pt x="1033" y="1766"/>
                    <a:pt x="1142" y="1745"/>
                    <a:pt x="1251" y="1734"/>
                  </a:cubicBezTo>
                  <a:cubicBezTo>
                    <a:pt x="1230" y="1625"/>
                    <a:pt x="1208" y="1516"/>
                    <a:pt x="1186" y="1407"/>
                  </a:cubicBezTo>
                  <a:cubicBezTo>
                    <a:pt x="1030" y="1313"/>
                    <a:pt x="874" y="1219"/>
                    <a:pt x="717" y="1128"/>
                  </a:cubicBezTo>
                  <a:cubicBezTo>
                    <a:pt x="631" y="822"/>
                    <a:pt x="563" y="512"/>
                    <a:pt x="477" y="206"/>
                  </a:cubicBezTo>
                  <a:cubicBezTo>
                    <a:pt x="433" y="60"/>
                    <a:pt x="233" y="0"/>
                    <a:pt x="114" y="95"/>
                  </a:cubicBezTo>
                  <a:cubicBezTo>
                    <a:pt x="13" y="163"/>
                    <a:pt x="0" y="299"/>
                    <a:pt x="39" y="405"/>
                  </a:cubicBezTo>
                  <a:cubicBezTo>
                    <a:pt x="133" y="737"/>
                    <a:pt x="196" y="1079"/>
                    <a:pt x="306" y="1406"/>
                  </a:cubicBezTo>
                  <a:cubicBezTo>
                    <a:pt x="484" y="1578"/>
                    <a:pt x="728" y="1669"/>
                    <a:pt x="931" y="18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 flipV="1">
              <a:off x="4648" y="1221"/>
              <a:ext cx="285" cy="416"/>
            </a:xfrm>
            <a:custGeom>
              <a:avLst/>
              <a:gdLst>
                <a:gd name="T0" fmla="*/ 0 w 1245"/>
                <a:gd name="T1" fmla="*/ 1741 h 1819"/>
                <a:gd name="T2" fmla="*/ 317 w 1245"/>
                <a:gd name="T3" fmla="*/ 1819 h 1819"/>
                <a:gd name="T4" fmla="*/ 863 w 1245"/>
                <a:gd name="T5" fmla="*/ 1490 h 1819"/>
                <a:gd name="T6" fmla="*/ 978 w 1245"/>
                <a:gd name="T7" fmla="*/ 1325 h 1819"/>
                <a:gd name="T8" fmla="*/ 1215 w 1245"/>
                <a:gd name="T9" fmla="*/ 400 h 1819"/>
                <a:gd name="T10" fmla="*/ 1146 w 1245"/>
                <a:gd name="T11" fmla="*/ 112 h 1819"/>
                <a:gd name="T12" fmla="*/ 767 w 1245"/>
                <a:gd name="T13" fmla="*/ 233 h 1819"/>
                <a:gd name="T14" fmla="*/ 536 w 1245"/>
                <a:gd name="T15" fmla="*/ 1132 h 1819"/>
                <a:gd name="T16" fmla="*/ 65 w 1245"/>
                <a:gd name="T17" fmla="*/ 1415 h 1819"/>
                <a:gd name="T18" fmla="*/ 0 w 1245"/>
                <a:gd name="T19" fmla="*/ 1741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5" h="1819">
                  <a:moveTo>
                    <a:pt x="0" y="1741"/>
                  </a:moveTo>
                  <a:cubicBezTo>
                    <a:pt x="108" y="1753"/>
                    <a:pt x="217" y="1772"/>
                    <a:pt x="317" y="1819"/>
                  </a:cubicBezTo>
                  <a:cubicBezTo>
                    <a:pt x="498" y="1708"/>
                    <a:pt x="683" y="1602"/>
                    <a:pt x="863" y="1490"/>
                  </a:cubicBezTo>
                  <a:cubicBezTo>
                    <a:pt x="924" y="1455"/>
                    <a:pt x="963" y="1393"/>
                    <a:pt x="978" y="1325"/>
                  </a:cubicBezTo>
                  <a:cubicBezTo>
                    <a:pt x="1057" y="1017"/>
                    <a:pt x="1136" y="708"/>
                    <a:pt x="1215" y="400"/>
                  </a:cubicBezTo>
                  <a:cubicBezTo>
                    <a:pt x="1245" y="301"/>
                    <a:pt x="1236" y="178"/>
                    <a:pt x="1146" y="112"/>
                  </a:cubicBezTo>
                  <a:cubicBezTo>
                    <a:pt x="1023" y="0"/>
                    <a:pt x="802" y="71"/>
                    <a:pt x="767" y="233"/>
                  </a:cubicBezTo>
                  <a:cubicBezTo>
                    <a:pt x="687" y="532"/>
                    <a:pt x="616" y="833"/>
                    <a:pt x="536" y="1132"/>
                  </a:cubicBezTo>
                  <a:cubicBezTo>
                    <a:pt x="379" y="1227"/>
                    <a:pt x="222" y="1320"/>
                    <a:pt x="65" y="1415"/>
                  </a:cubicBezTo>
                  <a:cubicBezTo>
                    <a:pt x="43" y="1523"/>
                    <a:pt x="21" y="1632"/>
                    <a:pt x="0" y="17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 flipV="1">
              <a:off x="4550" y="1239"/>
              <a:ext cx="126" cy="196"/>
            </a:xfrm>
            <a:custGeom>
              <a:avLst/>
              <a:gdLst>
                <a:gd name="T0" fmla="*/ 0 w 552"/>
                <a:gd name="T1" fmla="*/ 34 h 859"/>
                <a:gd name="T2" fmla="*/ 163 w 552"/>
                <a:gd name="T3" fmla="*/ 859 h 859"/>
                <a:gd name="T4" fmla="*/ 390 w 552"/>
                <a:gd name="T5" fmla="*/ 857 h 859"/>
                <a:gd name="T6" fmla="*/ 552 w 552"/>
                <a:gd name="T7" fmla="*/ 33 h 859"/>
                <a:gd name="T8" fmla="*/ 365 w 552"/>
                <a:gd name="T9" fmla="*/ 1 h 859"/>
                <a:gd name="T10" fmla="*/ 277 w 552"/>
                <a:gd name="T11" fmla="*/ 493 h 859"/>
                <a:gd name="T12" fmla="*/ 186 w 552"/>
                <a:gd name="T13" fmla="*/ 0 h 859"/>
                <a:gd name="T14" fmla="*/ 0 w 552"/>
                <a:gd name="T15" fmla="*/ 34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2" h="859">
                  <a:moveTo>
                    <a:pt x="0" y="34"/>
                  </a:moveTo>
                  <a:cubicBezTo>
                    <a:pt x="48" y="310"/>
                    <a:pt x="107" y="584"/>
                    <a:pt x="163" y="859"/>
                  </a:cubicBezTo>
                  <a:cubicBezTo>
                    <a:pt x="239" y="858"/>
                    <a:pt x="315" y="857"/>
                    <a:pt x="390" y="857"/>
                  </a:cubicBezTo>
                  <a:cubicBezTo>
                    <a:pt x="440" y="581"/>
                    <a:pt x="503" y="308"/>
                    <a:pt x="552" y="33"/>
                  </a:cubicBezTo>
                  <a:cubicBezTo>
                    <a:pt x="489" y="22"/>
                    <a:pt x="427" y="12"/>
                    <a:pt x="365" y="1"/>
                  </a:cubicBezTo>
                  <a:cubicBezTo>
                    <a:pt x="332" y="165"/>
                    <a:pt x="310" y="330"/>
                    <a:pt x="277" y="493"/>
                  </a:cubicBezTo>
                  <a:cubicBezTo>
                    <a:pt x="240" y="330"/>
                    <a:pt x="217" y="165"/>
                    <a:pt x="186" y="0"/>
                  </a:cubicBezTo>
                  <a:cubicBezTo>
                    <a:pt x="124" y="12"/>
                    <a:pt x="62" y="23"/>
                    <a:pt x="0" y="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 flipV="1">
              <a:off x="4122" y="1544"/>
              <a:ext cx="19" cy="40"/>
            </a:xfrm>
            <a:custGeom>
              <a:avLst/>
              <a:gdLst>
                <a:gd name="T0" fmla="*/ 0 w 84"/>
                <a:gd name="T1" fmla="*/ 177 h 177"/>
                <a:gd name="T2" fmla="*/ 84 w 84"/>
                <a:gd name="T3" fmla="*/ 124 h 177"/>
                <a:gd name="T4" fmla="*/ 0 w 84"/>
                <a:gd name="T5" fmla="*/ 0 h 177"/>
                <a:gd name="T6" fmla="*/ 0 w 84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77">
                  <a:moveTo>
                    <a:pt x="0" y="177"/>
                  </a:moveTo>
                  <a:cubicBezTo>
                    <a:pt x="33" y="167"/>
                    <a:pt x="61" y="149"/>
                    <a:pt x="84" y="124"/>
                  </a:cubicBezTo>
                  <a:cubicBezTo>
                    <a:pt x="69" y="75"/>
                    <a:pt x="31" y="39"/>
                    <a:pt x="0" y="0"/>
                  </a:cubicBezTo>
                  <a:lnTo>
                    <a:pt x="0" y="177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3" name="Group 31"/>
          <p:cNvGrpSpPr>
            <a:grpSpLocks noChangeAspect="1"/>
          </p:cNvGrpSpPr>
          <p:nvPr/>
        </p:nvGrpSpPr>
        <p:grpSpPr bwMode="auto">
          <a:xfrm>
            <a:off x="9358313" y="962026"/>
            <a:ext cx="952500" cy="1670050"/>
            <a:chOff x="5895" y="606"/>
            <a:chExt cx="600" cy="1052"/>
          </a:xfrm>
          <a:solidFill>
            <a:srgbClr val="595959"/>
          </a:solidFill>
        </p:grpSpPr>
        <p:sp>
          <p:nvSpPr>
            <p:cNvPr id="35" name="Freeform 32"/>
            <p:cNvSpPr>
              <a:spLocks noEditPoints="1"/>
            </p:cNvSpPr>
            <p:nvPr/>
          </p:nvSpPr>
          <p:spPr bwMode="auto">
            <a:xfrm flipV="1">
              <a:off x="6026" y="606"/>
              <a:ext cx="223" cy="217"/>
            </a:xfrm>
            <a:custGeom>
              <a:avLst/>
              <a:gdLst>
                <a:gd name="T0" fmla="*/ 375 w 973"/>
                <a:gd name="T1" fmla="*/ 897 h 951"/>
                <a:gd name="T2" fmla="*/ 876 w 973"/>
                <a:gd name="T3" fmla="*/ 649 h 951"/>
                <a:gd name="T4" fmla="*/ 603 w 973"/>
                <a:gd name="T5" fmla="*/ 74 h 951"/>
                <a:gd name="T6" fmla="*/ 72 w 973"/>
                <a:gd name="T7" fmla="*/ 360 h 951"/>
                <a:gd name="T8" fmla="*/ 375 w 973"/>
                <a:gd name="T9" fmla="*/ 897 h 951"/>
                <a:gd name="T10" fmla="*/ 133 w 973"/>
                <a:gd name="T11" fmla="*/ 492 h 951"/>
                <a:gd name="T12" fmla="*/ 817 w 973"/>
                <a:gd name="T13" fmla="*/ 491 h 951"/>
                <a:gd name="T14" fmla="*/ 542 w 973"/>
                <a:gd name="T15" fmla="*/ 590 h 951"/>
                <a:gd name="T16" fmla="*/ 133 w 973"/>
                <a:gd name="T17" fmla="*/ 492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3" h="951">
                  <a:moveTo>
                    <a:pt x="375" y="897"/>
                  </a:moveTo>
                  <a:cubicBezTo>
                    <a:pt x="574" y="951"/>
                    <a:pt x="798" y="840"/>
                    <a:pt x="876" y="649"/>
                  </a:cubicBezTo>
                  <a:cubicBezTo>
                    <a:pt x="973" y="429"/>
                    <a:pt x="845" y="128"/>
                    <a:pt x="603" y="74"/>
                  </a:cubicBezTo>
                  <a:cubicBezTo>
                    <a:pt x="386" y="0"/>
                    <a:pt x="132" y="141"/>
                    <a:pt x="72" y="360"/>
                  </a:cubicBezTo>
                  <a:cubicBezTo>
                    <a:pt x="0" y="583"/>
                    <a:pt x="146" y="845"/>
                    <a:pt x="375" y="897"/>
                  </a:cubicBezTo>
                  <a:moveTo>
                    <a:pt x="133" y="492"/>
                  </a:moveTo>
                  <a:cubicBezTo>
                    <a:pt x="299" y="294"/>
                    <a:pt x="660" y="277"/>
                    <a:pt x="817" y="491"/>
                  </a:cubicBezTo>
                  <a:cubicBezTo>
                    <a:pt x="800" y="611"/>
                    <a:pt x="630" y="576"/>
                    <a:pt x="542" y="590"/>
                  </a:cubicBezTo>
                  <a:cubicBezTo>
                    <a:pt x="407" y="576"/>
                    <a:pt x="214" y="633"/>
                    <a:pt x="133" y="4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33"/>
            <p:cNvSpPr>
              <a:spLocks/>
            </p:cNvSpPr>
            <p:nvPr/>
          </p:nvSpPr>
          <p:spPr bwMode="auto">
            <a:xfrm flipV="1">
              <a:off x="6231" y="712"/>
              <a:ext cx="264" cy="91"/>
            </a:xfrm>
            <a:custGeom>
              <a:avLst/>
              <a:gdLst>
                <a:gd name="T0" fmla="*/ 968 w 1150"/>
                <a:gd name="T1" fmla="*/ 382 h 400"/>
                <a:gd name="T2" fmla="*/ 1150 w 1150"/>
                <a:gd name="T3" fmla="*/ 184 h 400"/>
                <a:gd name="T4" fmla="*/ 962 w 1150"/>
                <a:gd name="T5" fmla="*/ 302 h 400"/>
                <a:gd name="T6" fmla="*/ 638 w 1150"/>
                <a:gd name="T7" fmla="*/ 5 h 400"/>
                <a:gd name="T8" fmla="*/ 334 w 1150"/>
                <a:gd name="T9" fmla="*/ 172 h 400"/>
                <a:gd name="T10" fmla="*/ 2 w 1150"/>
                <a:gd name="T11" fmla="*/ 156 h 400"/>
                <a:gd name="T12" fmla="*/ 35 w 1150"/>
                <a:gd name="T13" fmla="*/ 265 h 400"/>
                <a:gd name="T14" fmla="*/ 425 w 1150"/>
                <a:gd name="T15" fmla="*/ 255 h 400"/>
                <a:gd name="T16" fmla="*/ 696 w 1150"/>
                <a:gd name="T17" fmla="*/ 91 h 400"/>
                <a:gd name="T18" fmla="*/ 968 w 1150"/>
                <a:gd name="T19" fmla="*/ 382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0" h="400">
                  <a:moveTo>
                    <a:pt x="968" y="382"/>
                  </a:moveTo>
                  <a:cubicBezTo>
                    <a:pt x="1081" y="400"/>
                    <a:pt x="1112" y="262"/>
                    <a:pt x="1150" y="184"/>
                  </a:cubicBezTo>
                  <a:cubicBezTo>
                    <a:pt x="1048" y="106"/>
                    <a:pt x="1004" y="228"/>
                    <a:pt x="962" y="302"/>
                  </a:cubicBezTo>
                  <a:cubicBezTo>
                    <a:pt x="883" y="180"/>
                    <a:pt x="806" y="9"/>
                    <a:pt x="638" y="5"/>
                  </a:cubicBezTo>
                  <a:cubicBezTo>
                    <a:pt x="504" y="0"/>
                    <a:pt x="470" y="212"/>
                    <a:pt x="334" y="172"/>
                  </a:cubicBezTo>
                  <a:cubicBezTo>
                    <a:pt x="228" y="129"/>
                    <a:pt x="111" y="111"/>
                    <a:pt x="2" y="156"/>
                  </a:cubicBezTo>
                  <a:cubicBezTo>
                    <a:pt x="0" y="193"/>
                    <a:pt x="11" y="229"/>
                    <a:pt x="35" y="265"/>
                  </a:cubicBezTo>
                  <a:cubicBezTo>
                    <a:pt x="147" y="143"/>
                    <a:pt x="293" y="244"/>
                    <a:pt x="425" y="255"/>
                  </a:cubicBezTo>
                  <a:cubicBezTo>
                    <a:pt x="546" y="262"/>
                    <a:pt x="577" y="79"/>
                    <a:pt x="696" y="91"/>
                  </a:cubicBezTo>
                  <a:cubicBezTo>
                    <a:pt x="799" y="175"/>
                    <a:pt x="827" y="345"/>
                    <a:pt x="968" y="3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 flipV="1">
              <a:off x="5895" y="725"/>
              <a:ext cx="142" cy="147"/>
            </a:xfrm>
            <a:custGeom>
              <a:avLst/>
              <a:gdLst>
                <a:gd name="T0" fmla="*/ 0 w 618"/>
                <a:gd name="T1" fmla="*/ 563 h 642"/>
                <a:gd name="T2" fmla="*/ 106 w 618"/>
                <a:gd name="T3" fmla="*/ 642 h 642"/>
                <a:gd name="T4" fmla="*/ 375 w 618"/>
                <a:gd name="T5" fmla="*/ 293 h 642"/>
                <a:gd name="T6" fmla="*/ 618 w 618"/>
                <a:gd name="T7" fmla="*/ 382 h 642"/>
                <a:gd name="T8" fmla="*/ 425 w 618"/>
                <a:gd name="T9" fmla="*/ 233 h 642"/>
                <a:gd name="T10" fmla="*/ 487 w 618"/>
                <a:gd name="T11" fmla="*/ 145 h 642"/>
                <a:gd name="T12" fmla="*/ 387 w 618"/>
                <a:gd name="T13" fmla="*/ 68 h 642"/>
                <a:gd name="T14" fmla="*/ 324 w 618"/>
                <a:gd name="T15" fmla="*/ 150 h 642"/>
                <a:gd name="T16" fmla="*/ 121 w 618"/>
                <a:gd name="T17" fmla="*/ 0 h 642"/>
                <a:gd name="T18" fmla="*/ 271 w 618"/>
                <a:gd name="T19" fmla="*/ 212 h 642"/>
                <a:gd name="T20" fmla="*/ 0 w 618"/>
                <a:gd name="T21" fmla="*/ 563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8" h="642">
                  <a:moveTo>
                    <a:pt x="0" y="563"/>
                  </a:moveTo>
                  <a:cubicBezTo>
                    <a:pt x="36" y="589"/>
                    <a:pt x="71" y="615"/>
                    <a:pt x="106" y="642"/>
                  </a:cubicBezTo>
                  <a:cubicBezTo>
                    <a:pt x="194" y="524"/>
                    <a:pt x="285" y="409"/>
                    <a:pt x="375" y="293"/>
                  </a:cubicBezTo>
                  <a:cubicBezTo>
                    <a:pt x="454" y="330"/>
                    <a:pt x="541" y="499"/>
                    <a:pt x="618" y="382"/>
                  </a:cubicBezTo>
                  <a:cubicBezTo>
                    <a:pt x="554" y="332"/>
                    <a:pt x="489" y="282"/>
                    <a:pt x="425" y="233"/>
                  </a:cubicBezTo>
                  <a:cubicBezTo>
                    <a:pt x="445" y="204"/>
                    <a:pt x="466" y="174"/>
                    <a:pt x="487" y="145"/>
                  </a:cubicBezTo>
                  <a:cubicBezTo>
                    <a:pt x="454" y="119"/>
                    <a:pt x="420" y="94"/>
                    <a:pt x="387" y="68"/>
                  </a:cubicBezTo>
                  <a:cubicBezTo>
                    <a:pt x="366" y="95"/>
                    <a:pt x="345" y="122"/>
                    <a:pt x="324" y="150"/>
                  </a:cubicBezTo>
                  <a:cubicBezTo>
                    <a:pt x="256" y="101"/>
                    <a:pt x="188" y="51"/>
                    <a:pt x="121" y="0"/>
                  </a:cubicBezTo>
                  <a:cubicBezTo>
                    <a:pt x="38" y="104"/>
                    <a:pt x="215" y="147"/>
                    <a:pt x="271" y="212"/>
                  </a:cubicBezTo>
                  <a:cubicBezTo>
                    <a:pt x="184" y="331"/>
                    <a:pt x="92" y="447"/>
                    <a:pt x="0" y="56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35"/>
            <p:cNvSpPr>
              <a:spLocks/>
            </p:cNvSpPr>
            <p:nvPr/>
          </p:nvSpPr>
          <p:spPr bwMode="auto">
            <a:xfrm flipV="1">
              <a:off x="6207" y="775"/>
              <a:ext cx="240" cy="130"/>
            </a:xfrm>
            <a:custGeom>
              <a:avLst/>
              <a:gdLst>
                <a:gd name="T0" fmla="*/ 0 w 1042"/>
                <a:gd name="T1" fmla="*/ 492 h 569"/>
                <a:gd name="T2" fmla="*/ 95 w 1042"/>
                <a:gd name="T3" fmla="*/ 569 h 569"/>
                <a:gd name="T4" fmla="*/ 422 w 1042"/>
                <a:gd name="T5" fmla="*/ 461 h 569"/>
                <a:gd name="T6" fmla="*/ 594 w 1042"/>
                <a:gd name="T7" fmla="*/ 164 h 569"/>
                <a:gd name="T8" fmla="*/ 949 w 1042"/>
                <a:gd name="T9" fmla="*/ 254 h 569"/>
                <a:gd name="T10" fmla="*/ 900 w 1042"/>
                <a:gd name="T11" fmla="*/ 7 h 569"/>
                <a:gd name="T12" fmla="*/ 884 w 1042"/>
                <a:gd name="T13" fmla="*/ 215 h 569"/>
                <a:gd name="T14" fmla="*/ 493 w 1042"/>
                <a:gd name="T15" fmla="*/ 140 h 569"/>
                <a:gd name="T16" fmla="*/ 411 w 1042"/>
                <a:gd name="T17" fmla="*/ 417 h 569"/>
                <a:gd name="T18" fmla="*/ 0 w 1042"/>
                <a:gd name="T19" fmla="*/ 492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2" h="569">
                  <a:moveTo>
                    <a:pt x="0" y="492"/>
                  </a:moveTo>
                  <a:cubicBezTo>
                    <a:pt x="21" y="535"/>
                    <a:pt x="53" y="561"/>
                    <a:pt x="95" y="569"/>
                  </a:cubicBezTo>
                  <a:cubicBezTo>
                    <a:pt x="141" y="410"/>
                    <a:pt x="293" y="420"/>
                    <a:pt x="422" y="461"/>
                  </a:cubicBezTo>
                  <a:cubicBezTo>
                    <a:pt x="591" y="485"/>
                    <a:pt x="568" y="273"/>
                    <a:pt x="594" y="164"/>
                  </a:cubicBezTo>
                  <a:cubicBezTo>
                    <a:pt x="711" y="197"/>
                    <a:pt x="823" y="279"/>
                    <a:pt x="949" y="254"/>
                  </a:cubicBezTo>
                  <a:cubicBezTo>
                    <a:pt x="1042" y="198"/>
                    <a:pt x="1032" y="0"/>
                    <a:pt x="900" y="7"/>
                  </a:cubicBezTo>
                  <a:cubicBezTo>
                    <a:pt x="896" y="76"/>
                    <a:pt x="889" y="145"/>
                    <a:pt x="884" y="215"/>
                  </a:cubicBezTo>
                  <a:cubicBezTo>
                    <a:pt x="753" y="200"/>
                    <a:pt x="624" y="67"/>
                    <a:pt x="493" y="140"/>
                  </a:cubicBezTo>
                  <a:cubicBezTo>
                    <a:pt x="460" y="231"/>
                    <a:pt x="459" y="331"/>
                    <a:pt x="411" y="417"/>
                  </a:cubicBezTo>
                  <a:cubicBezTo>
                    <a:pt x="268" y="377"/>
                    <a:pt x="79" y="322"/>
                    <a:pt x="0" y="4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36"/>
            <p:cNvSpPr>
              <a:spLocks/>
            </p:cNvSpPr>
            <p:nvPr/>
          </p:nvSpPr>
          <p:spPr bwMode="auto">
            <a:xfrm flipV="1">
              <a:off x="5915" y="835"/>
              <a:ext cx="442" cy="823"/>
            </a:xfrm>
            <a:custGeom>
              <a:avLst/>
              <a:gdLst>
                <a:gd name="T0" fmla="*/ 133 w 1927"/>
                <a:gd name="T1" fmla="*/ 3162 h 3602"/>
                <a:gd name="T2" fmla="*/ 600 w 1927"/>
                <a:gd name="T3" fmla="*/ 3600 h 3602"/>
                <a:gd name="T4" fmla="*/ 1343 w 1927"/>
                <a:gd name="T5" fmla="*/ 3599 h 3602"/>
                <a:gd name="T6" fmla="*/ 1809 w 1927"/>
                <a:gd name="T7" fmla="*/ 3126 h 3602"/>
                <a:gd name="T8" fmla="*/ 1898 w 1927"/>
                <a:gd name="T9" fmla="*/ 1917 h 3602"/>
                <a:gd name="T10" fmla="*/ 1607 w 1927"/>
                <a:gd name="T11" fmla="*/ 1882 h 3602"/>
                <a:gd name="T12" fmla="*/ 1483 w 1927"/>
                <a:gd name="T13" fmla="*/ 3109 h 3602"/>
                <a:gd name="T14" fmla="*/ 1682 w 1927"/>
                <a:gd name="T15" fmla="*/ 292 h 3602"/>
                <a:gd name="T16" fmla="*/ 1225 w 1927"/>
                <a:gd name="T17" fmla="*/ 246 h 3602"/>
                <a:gd name="T18" fmla="*/ 1017 w 1927"/>
                <a:gd name="T19" fmla="*/ 2016 h 3602"/>
                <a:gd name="T20" fmla="*/ 907 w 1927"/>
                <a:gd name="T21" fmla="*/ 2007 h 3602"/>
                <a:gd name="T22" fmla="*/ 708 w 1927"/>
                <a:gd name="T23" fmla="*/ 258 h 3602"/>
                <a:gd name="T24" fmla="*/ 246 w 1927"/>
                <a:gd name="T25" fmla="*/ 291 h 3602"/>
                <a:gd name="T26" fmla="*/ 448 w 1927"/>
                <a:gd name="T27" fmla="*/ 2124 h 3602"/>
                <a:gd name="T28" fmla="*/ 446 w 1927"/>
                <a:gd name="T29" fmla="*/ 3130 h 3602"/>
                <a:gd name="T30" fmla="*/ 330 w 1927"/>
                <a:gd name="T31" fmla="*/ 1915 h 3602"/>
                <a:gd name="T32" fmla="*/ 32 w 1927"/>
                <a:gd name="T33" fmla="*/ 1907 h 3602"/>
                <a:gd name="T34" fmla="*/ 133 w 1927"/>
                <a:gd name="T35" fmla="*/ 3162 h 3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27" h="3602">
                  <a:moveTo>
                    <a:pt x="133" y="3162"/>
                  </a:moveTo>
                  <a:cubicBezTo>
                    <a:pt x="202" y="3370"/>
                    <a:pt x="361" y="3592"/>
                    <a:pt x="600" y="3600"/>
                  </a:cubicBezTo>
                  <a:cubicBezTo>
                    <a:pt x="848" y="3602"/>
                    <a:pt x="1095" y="3602"/>
                    <a:pt x="1343" y="3599"/>
                  </a:cubicBezTo>
                  <a:cubicBezTo>
                    <a:pt x="1592" y="3581"/>
                    <a:pt x="1743" y="3343"/>
                    <a:pt x="1809" y="3126"/>
                  </a:cubicBezTo>
                  <a:cubicBezTo>
                    <a:pt x="1925" y="2735"/>
                    <a:pt x="1927" y="2320"/>
                    <a:pt x="1898" y="1917"/>
                  </a:cubicBezTo>
                  <a:cubicBezTo>
                    <a:pt x="1894" y="1765"/>
                    <a:pt x="1648" y="1738"/>
                    <a:pt x="1607" y="1882"/>
                  </a:cubicBezTo>
                  <a:cubicBezTo>
                    <a:pt x="1591" y="2290"/>
                    <a:pt x="1652" y="2724"/>
                    <a:pt x="1483" y="3109"/>
                  </a:cubicBezTo>
                  <a:cubicBezTo>
                    <a:pt x="1419" y="2164"/>
                    <a:pt x="1601" y="1230"/>
                    <a:pt x="1682" y="292"/>
                  </a:cubicBezTo>
                  <a:cubicBezTo>
                    <a:pt x="1679" y="42"/>
                    <a:pt x="1278" y="0"/>
                    <a:pt x="1225" y="246"/>
                  </a:cubicBezTo>
                  <a:cubicBezTo>
                    <a:pt x="1145" y="834"/>
                    <a:pt x="1092" y="1426"/>
                    <a:pt x="1017" y="2016"/>
                  </a:cubicBezTo>
                  <a:cubicBezTo>
                    <a:pt x="981" y="2012"/>
                    <a:pt x="944" y="2010"/>
                    <a:pt x="907" y="2007"/>
                  </a:cubicBezTo>
                  <a:cubicBezTo>
                    <a:pt x="844" y="1424"/>
                    <a:pt x="780" y="840"/>
                    <a:pt x="708" y="258"/>
                  </a:cubicBezTo>
                  <a:cubicBezTo>
                    <a:pt x="664" y="3"/>
                    <a:pt x="255" y="35"/>
                    <a:pt x="246" y="291"/>
                  </a:cubicBezTo>
                  <a:cubicBezTo>
                    <a:pt x="302" y="903"/>
                    <a:pt x="386" y="1513"/>
                    <a:pt x="448" y="2124"/>
                  </a:cubicBezTo>
                  <a:cubicBezTo>
                    <a:pt x="453" y="2459"/>
                    <a:pt x="454" y="2795"/>
                    <a:pt x="446" y="3130"/>
                  </a:cubicBezTo>
                  <a:cubicBezTo>
                    <a:pt x="293" y="2744"/>
                    <a:pt x="325" y="2321"/>
                    <a:pt x="330" y="1915"/>
                  </a:cubicBezTo>
                  <a:cubicBezTo>
                    <a:pt x="322" y="1748"/>
                    <a:pt x="51" y="1743"/>
                    <a:pt x="32" y="1907"/>
                  </a:cubicBezTo>
                  <a:cubicBezTo>
                    <a:pt x="4" y="2326"/>
                    <a:pt x="0" y="2759"/>
                    <a:pt x="133" y="31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37"/>
            <p:cNvSpPr>
              <a:spLocks/>
            </p:cNvSpPr>
            <p:nvPr/>
          </p:nvSpPr>
          <p:spPr bwMode="auto">
            <a:xfrm flipV="1">
              <a:off x="6291" y="1254"/>
              <a:ext cx="95" cy="89"/>
            </a:xfrm>
            <a:custGeom>
              <a:avLst/>
              <a:gdLst>
                <a:gd name="T0" fmla="*/ 0 w 413"/>
                <a:gd name="T1" fmla="*/ 390 h 390"/>
                <a:gd name="T2" fmla="*/ 189 w 413"/>
                <a:gd name="T3" fmla="*/ 371 h 390"/>
                <a:gd name="T4" fmla="*/ 413 w 413"/>
                <a:gd name="T5" fmla="*/ 80 h 390"/>
                <a:gd name="T6" fmla="*/ 310 w 413"/>
                <a:gd name="T7" fmla="*/ 0 h 390"/>
                <a:gd name="T8" fmla="*/ 0 w 413"/>
                <a:gd name="T9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3" h="390">
                  <a:moveTo>
                    <a:pt x="0" y="390"/>
                  </a:moveTo>
                  <a:cubicBezTo>
                    <a:pt x="63" y="382"/>
                    <a:pt x="126" y="376"/>
                    <a:pt x="189" y="371"/>
                  </a:cubicBezTo>
                  <a:cubicBezTo>
                    <a:pt x="262" y="273"/>
                    <a:pt x="338" y="177"/>
                    <a:pt x="413" y="80"/>
                  </a:cubicBezTo>
                  <a:cubicBezTo>
                    <a:pt x="379" y="53"/>
                    <a:pt x="344" y="27"/>
                    <a:pt x="310" y="0"/>
                  </a:cubicBezTo>
                  <a:cubicBezTo>
                    <a:pt x="208" y="130"/>
                    <a:pt x="111" y="266"/>
                    <a:pt x="0" y="3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1" name="Group 40"/>
          <p:cNvGrpSpPr>
            <a:grpSpLocks noChangeAspect="1"/>
          </p:cNvGrpSpPr>
          <p:nvPr/>
        </p:nvGrpSpPr>
        <p:grpSpPr bwMode="auto">
          <a:xfrm>
            <a:off x="1018382" y="4152902"/>
            <a:ext cx="1608138" cy="1439863"/>
            <a:chOff x="813" y="2555"/>
            <a:chExt cx="1013" cy="907"/>
          </a:xfrm>
          <a:solidFill>
            <a:srgbClr val="595959"/>
          </a:solidFill>
        </p:grpSpPr>
        <p:sp>
          <p:nvSpPr>
            <p:cNvPr id="43" name="Freeform 41"/>
            <p:cNvSpPr>
              <a:spLocks/>
            </p:cNvSpPr>
            <p:nvPr/>
          </p:nvSpPr>
          <p:spPr bwMode="auto">
            <a:xfrm flipV="1">
              <a:off x="902" y="2678"/>
              <a:ext cx="72" cy="70"/>
            </a:xfrm>
            <a:custGeom>
              <a:avLst/>
              <a:gdLst>
                <a:gd name="T0" fmla="*/ 0 w 316"/>
                <a:gd name="T1" fmla="*/ 0 h 308"/>
                <a:gd name="T2" fmla="*/ 316 w 316"/>
                <a:gd name="T3" fmla="*/ 148 h 308"/>
                <a:gd name="T4" fmla="*/ 0 w 316"/>
                <a:gd name="T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308">
                  <a:moveTo>
                    <a:pt x="0" y="0"/>
                  </a:moveTo>
                  <a:cubicBezTo>
                    <a:pt x="16" y="166"/>
                    <a:pt x="182" y="308"/>
                    <a:pt x="316" y="148"/>
                  </a:cubicBezTo>
                  <a:cubicBezTo>
                    <a:pt x="218" y="85"/>
                    <a:pt x="111" y="36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4" name="Group 57"/>
            <p:cNvGrpSpPr>
              <a:grpSpLocks/>
            </p:cNvGrpSpPr>
            <p:nvPr/>
          </p:nvGrpSpPr>
          <p:grpSpPr bwMode="auto">
            <a:xfrm>
              <a:off x="813" y="2555"/>
              <a:ext cx="1013" cy="907"/>
              <a:chOff x="813" y="2555"/>
              <a:chExt cx="1013" cy="907"/>
            </a:xfrm>
            <a:grpFill/>
          </p:grpSpPr>
          <p:sp>
            <p:nvSpPr>
              <p:cNvPr id="45" name="Freeform 42"/>
              <p:cNvSpPr>
                <a:spLocks/>
              </p:cNvSpPr>
              <p:nvPr/>
            </p:nvSpPr>
            <p:spPr bwMode="auto">
              <a:xfrm flipV="1">
                <a:off x="958" y="2555"/>
                <a:ext cx="141" cy="151"/>
              </a:xfrm>
              <a:custGeom>
                <a:avLst/>
                <a:gdLst>
                  <a:gd name="T0" fmla="*/ 116 w 617"/>
                  <a:gd name="T1" fmla="*/ 0 h 658"/>
                  <a:gd name="T2" fmla="*/ 617 w 617"/>
                  <a:gd name="T3" fmla="*/ 590 h 658"/>
                  <a:gd name="T4" fmla="*/ 116 w 617"/>
                  <a:gd name="T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7" h="658">
                    <a:moveTo>
                      <a:pt x="116" y="0"/>
                    </a:moveTo>
                    <a:cubicBezTo>
                      <a:pt x="0" y="308"/>
                      <a:pt x="294" y="658"/>
                      <a:pt x="617" y="590"/>
                    </a:cubicBezTo>
                    <a:cubicBezTo>
                      <a:pt x="480" y="371"/>
                      <a:pt x="322" y="159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6" name="Freeform 43"/>
              <p:cNvSpPr>
                <a:spLocks/>
              </p:cNvSpPr>
              <p:nvPr/>
            </p:nvSpPr>
            <p:spPr bwMode="auto">
              <a:xfrm flipV="1">
                <a:off x="996" y="2575"/>
                <a:ext cx="198" cy="201"/>
              </a:xfrm>
              <a:custGeom>
                <a:avLst/>
                <a:gdLst>
                  <a:gd name="T0" fmla="*/ 518 w 864"/>
                  <a:gd name="T1" fmla="*/ 880 h 880"/>
                  <a:gd name="T2" fmla="*/ 813 w 864"/>
                  <a:gd name="T3" fmla="*/ 531 h 880"/>
                  <a:gd name="T4" fmla="*/ 391 w 864"/>
                  <a:gd name="T5" fmla="*/ 13 h 880"/>
                  <a:gd name="T6" fmla="*/ 0 w 864"/>
                  <a:gd name="T7" fmla="*/ 242 h 880"/>
                  <a:gd name="T8" fmla="*/ 518 w 864"/>
                  <a:gd name="T9" fmla="*/ 880 h 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4" h="880">
                    <a:moveTo>
                      <a:pt x="518" y="880"/>
                    </a:moveTo>
                    <a:cubicBezTo>
                      <a:pt x="668" y="825"/>
                      <a:pt x="789" y="691"/>
                      <a:pt x="813" y="531"/>
                    </a:cubicBezTo>
                    <a:cubicBezTo>
                      <a:pt x="864" y="279"/>
                      <a:pt x="650" y="13"/>
                      <a:pt x="391" y="13"/>
                    </a:cubicBezTo>
                    <a:cubicBezTo>
                      <a:pt x="237" y="0"/>
                      <a:pt x="40" y="94"/>
                      <a:pt x="0" y="242"/>
                    </a:cubicBezTo>
                    <a:cubicBezTo>
                      <a:pt x="202" y="429"/>
                      <a:pt x="387" y="636"/>
                      <a:pt x="518" y="88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" name="Freeform 44"/>
              <p:cNvSpPr>
                <a:spLocks/>
              </p:cNvSpPr>
              <p:nvPr/>
            </p:nvSpPr>
            <p:spPr bwMode="auto">
              <a:xfrm flipV="1">
                <a:off x="1729" y="2557"/>
                <a:ext cx="97" cy="101"/>
              </a:xfrm>
              <a:custGeom>
                <a:avLst/>
                <a:gdLst>
                  <a:gd name="T0" fmla="*/ 0 w 420"/>
                  <a:gd name="T1" fmla="*/ 355 h 439"/>
                  <a:gd name="T2" fmla="*/ 322 w 420"/>
                  <a:gd name="T3" fmla="*/ 0 h 439"/>
                  <a:gd name="T4" fmla="*/ 0 w 420"/>
                  <a:gd name="T5" fmla="*/ 35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0" h="439">
                    <a:moveTo>
                      <a:pt x="0" y="355"/>
                    </a:moveTo>
                    <a:cubicBezTo>
                      <a:pt x="216" y="439"/>
                      <a:pt x="420" y="206"/>
                      <a:pt x="322" y="0"/>
                    </a:cubicBezTo>
                    <a:cubicBezTo>
                      <a:pt x="206" y="110"/>
                      <a:pt x="111" y="240"/>
                      <a:pt x="0" y="35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8" name="Freeform 45"/>
              <p:cNvSpPr>
                <a:spLocks/>
              </p:cNvSpPr>
              <p:nvPr/>
            </p:nvSpPr>
            <p:spPr bwMode="auto">
              <a:xfrm flipV="1">
                <a:off x="1681" y="2571"/>
                <a:ext cx="107" cy="116"/>
              </a:xfrm>
              <a:custGeom>
                <a:avLst/>
                <a:gdLst>
                  <a:gd name="T0" fmla="*/ 0 w 464"/>
                  <a:gd name="T1" fmla="*/ 378 h 509"/>
                  <a:gd name="T2" fmla="*/ 464 w 464"/>
                  <a:gd name="T3" fmla="*/ 67 h 509"/>
                  <a:gd name="T4" fmla="*/ 330 w 464"/>
                  <a:gd name="T5" fmla="*/ 0 h 509"/>
                  <a:gd name="T6" fmla="*/ 0 w 464"/>
                  <a:gd name="T7" fmla="*/ 378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4" h="509">
                    <a:moveTo>
                      <a:pt x="0" y="378"/>
                    </a:moveTo>
                    <a:cubicBezTo>
                      <a:pt x="218" y="509"/>
                      <a:pt x="342" y="202"/>
                      <a:pt x="464" y="67"/>
                    </a:cubicBezTo>
                    <a:cubicBezTo>
                      <a:pt x="420" y="45"/>
                      <a:pt x="375" y="22"/>
                      <a:pt x="330" y="0"/>
                    </a:cubicBezTo>
                    <a:cubicBezTo>
                      <a:pt x="239" y="142"/>
                      <a:pt x="100" y="243"/>
                      <a:pt x="0" y="37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" name="Freeform 46"/>
              <p:cNvSpPr>
                <a:spLocks/>
              </p:cNvSpPr>
              <p:nvPr/>
            </p:nvSpPr>
            <p:spPr bwMode="auto">
              <a:xfrm flipV="1">
                <a:off x="1429" y="2579"/>
                <a:ext cx="94" cy="92"/>
              </a:xfrm>
              <a:custGeom>
                <a:avLst/>
                <a:gdLst>
                  <a:gd name="T0" fmla="*/ 0 w 410"/>
                  <a:gd name="T1" fmla="*/ 216 h 402"/>
                  <a:gd name="T2" fmla="*/ 237 w 410"/>
                  <a:gd name="T3" fmla="*/ 0 h 402"/>
                  <a:gd name="T4" fmla="*/ 0 w 410"/>
                  <a:gd name="T5" fmla="*/ 216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0" h="402">
                    <a:moveTo>
                      <a:pt x="0" y="216"/>
                    </a:moveTo>
                    <a:cubicBezTo>
                      <a:pt x="143" y="402"/>
                      <a:pt x="410" y="162"/>
                      <a:pt x="237" y="0"/>
                    </a:cubicBezTo>
                    <a:cubicBezTo>
                      <a:pt x="160" y="75"/>
                      <a:pt x="81" y="147"/>
                      <a:pt x="0" y="2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" name="Freeform 47"/>
              <p:cNvSpPr>
                <a:spLocks/>
              </p:cNvSpPr>
              <p:nvPr/>
            </p:nvSpPr>
            <p:spPr bwMode="auto">
              <a:xfrm flipV="1">
                <a:off x="1641" y="2611"/>
                <a:ext cx="101" cy="99"/>
              </a:xfrm>
              <a:custGeom>
                <a:avLst/>
                <a:gdLst>
                  <a:gd name="T0" fmla="*/ 0 w 439"/>
                  <a:gd name="T1" fmla="*/ 370 h 436"/>
                  <a:gd name="T2" fmla="*/ 93 w 439"/>
                  <a:gd name="T3" fmla="*/ 436 h 436"/>
                  <a:gd name="T4" fmla="*/ 439 w 439"/>
                  <a:gd name="T5" fmla="*/ 71 h 436"/>
                  <a:gd name="T6" fmla="*/ 317 w 439"/>
                  <a:gd name="T7" fmla="*/ 0 h 436"/>
                  <a:gd name="T8" fmla="*/ 0 w 439"/>
                  <a:gd name="T9" fmla="*/ 37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9" h="436">
                    <a:moveTo>
                      <a:pt x="0" y="370"/>
                    </a:moveTo>
                    <a:cubicBezTo>
                      <a:pt x="24" y="387"/>
                      <a:pt x="70" y="420"/>
                      <a:pt x="93" y="436"/>
                    </a:cubicBezTo>
                    <a:cubicBezTo>
                      <a:pt x="218" y="324"/>
                      <a:pt x="342" y="209"/>
                      <a:pt x="439" y="71"/>
                    </a:cubicBezTo>
                    <a:cubicBezTo>
                      <a:pt x="398" y="47"/>
                      <a:pt x="357" y="24"/>
                      <a:pt x="317" y="0"/>
                    </a:cubicBezTo>
                    <a:cubicBezTo>
                      <a:pt x="224" y="134"/>
                      <a:pt x="112" y="253"/>
                      <a:pt x="0" y="37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" name="Freeform 48"/>
              <p:cNvSpPr>
                <a:spLocks/>
              </p:cNvSpPr>
              <p:nvPr/>
            </p:nvSpPr>
            <p:spPr bwMode="auto">
              <a:xfrm flipV="1">
                <a:off x="1406" y="2621"/>
                <a:ext cx="64" cy="82"/>
              </a:xfrm>
              <a:custGeom>
                <a:avLst/>
                <a:gdLst>
                  <a:gd name="T0" fmla="*/ 0 w 283"/>
                  <a:gd name="T1" fmla="*/ 250 h 357"/>
                  <a:gd name="T2" fmla="*/ 283 w 283"/>
                  <a:gd name="T3" fmla="*/ 93 h 357"/>
                  <a:gd name="T4" fmla="*/ 164 w 283"/>
                  <a:gd name="T5" fmla="*/ 0 h 357"/>
                  <a:gd name="T6" fmla="*/ 0 w 283"/>
                  <a:gd name="T7" fmla="*/ 25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3" h="357">
                    <a:moveTo>
                      <a:pt x="0" y="250"/>
                    </a:moveTo>
                    <a:cubicBezTo>
                      <a:pt x="89" y="357"/>
                      <a:pt x="195" y="141"/>
                      <a:pt x="283" y="93"/>
                    </a:cubicBezTo>
                    <a:cubicBezTo>
                      <a:pt x="243" y="62"/>
                      <a:pt x="204" y="31"/>
                      <a:pt x="164" y="0"/>
                    </a:cubicBezTo>
                    <a:cubicBezTo>
                      <a:pt x="116" y="88"/>
                      <a:pt x="57" y="168"/>
                      <a:pt x="0" y="25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2" name="Freeform 49"/>
              <p:cNvSpPr>
                <a:spLocks/>
              </p:cNvSpPr>
              <p:nvPr/>
            </p:nvSpPr>
            <p:spPr bwMode="auto">
              <a:xfrm flipV="1">
                <a:off x="969" y="2634"/>
                <a:ext cx="729" cy="649"/>
              </a:xfrm>
              <a:custGeom>
                <a:avLst/>
                <a:gdLst>
                  <a:gd name="T0" fmla="*/ 1776 w 3187"/>
                  <a:gd name="T1" fmla="*/ 1930 h 2836"/>
                  <a:gd name="T2" fmla="*/ 2875 w 3187"/>
                  <a:gd name="T3" fmla="*/ 2836 h 2836"/>
                  <a:gd name="T4" fmla="*/ 3187 w 3187"/>
                  <a:gd name="T5" fmla="*/ 2469 h 2836"/>
                  <a:gd name="T6" fmla="*/ 2051 w 3187"/>
                  <a:gd name="T7" fmla="*/ 1520 h 2836"/>
                  <a:gd name="T8" fmla="*/ 1939 w 3187"/>
                  <a:gd name="T9" fmla="*/ 1320 h 2836"/>
                  <a:gd name="T10" fmla="*/ 1781 w 3187"/>
                  <a:gd name="T11" fmla="*/ 63 h 2836"/>
                  <a:gd name="T12" fmla="*/ 1309 w 3187"/>
                  <a:gd name="T13" fmla="*/ 34 h 2836"/>
                  <a:gd name="T14" fmla="*/ 1405 w 3187"/>
                  <a:gd name="T15" fmla="*/ 1096 h 2836"/>
                  <a:gd name="T16" fmla="*/ 869 w 3187"/>
                  <a:gd name="T17" fmla="*/ 1394 h 2836"/>
                  <a:gd name="T18" fmla="*/ 1046 w 3187"/>
                  <a:gd name="T19" fmla="*/ 1691 h 2836"/>
                  <a:gd name="T20" fmla="*/ 678 w 3187"/>
                  <a:gd name="T21" fmla="*/ 1728 h 2836"/>
                  <a:gd name="T22" fmla="*/ 627 w 3187"/>
                  <a:gd name="T23" fmla="*/ 1348 h 2836"/>
                  <a:gd name="T24" fmla="*/ 534 w 3187"/>
                  <a:gd name="T25" fmla="*/ 1675 h 2836"/>
                  <a:gd name="T26" fmla="*/ 372 w 3187"/>
                  <a:gd name="T27" fmla="*/ 1625 h 2836"/>
                  <a:gd name="T28" fmla="*/ 548 w 3187"/>
                  <a:gd name="T29" fmla="*/ 1330 h 2836"/>
                  <a:gd name="T30" fmla="*/ 6 w 3187"/>
                  <a:gd name="T31" fmla="*/ 1473 h 2836"/>
                  <a:gd name="T32" fmla="*/ 449 w 3187"/>
                  <a:gd name="T33" fmla="*/ 2183 h 2836"/>
                  <a:gd name="T34" fmla="*/ 975 w 3187"/>
                  <a:gd name="T35" fmla="*/ 2612 h 2836"/>
                  <a:gd name="T36" fmla="*/ 1710 w 3187"/>
                  <a:gd name="T37" fmla="*/ 2697 h 2836"/>
                  <a:gd name="T38" fmla="*/ 1808 w 3187"/>
                  <a:gd name="T39" fmla="*/ 2409 h 2836"/>
                  <a:gd name="T40" fmla="*/ 1278 w 3187"/>
                  <a:gd name="T41" fmla="*/ 2309 h 2836"/>
                  <a:gd name="T42" fmla="*/ 1776 w 3187"/>
                  <a:gd name="T43" fmla="*/ 1930 h 2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87" h="2836">
                    <a:moveTo>
                      <a:pt x="1776" y="1930"/>
                    </a:moveTo>
                    <a:cubicBezTo>
                      <a:pt x="2089" y="2290"/>
                      <a:pt x="2467" y="2591"/>
                      <a:pt x="2875" y="2836"/>
                    </a:cubicBezTo>
                    <a:cubicBezTo>
                      <a:pt x="2982" y="2716"/>
                      <a:pt x="3098" y="2604"/>
                      <a:pt x="3187" y="2469"/>
                    </a:cubicBezTo>
                    <a:cubicBezTo>
                      <a:pt x="2758" y="2220"/>
                      <a:pt x="2367" y="1904"/>
                      <a:pt x="2051" y="1520"/>
                    </a:cubicBezTo>
                    <a:cubicBezTo>
                      <a:pt x="2003" y="1461"/>
                      <a:pt x="1955" y="1397"/>
                      <a:pt x="1939" y="1320"/>
                    </a:cubicBezTo>
                    <a:cubicBezTo>
                      <a:pt x="1836" y="909"/>
                      <a:pt x="1785" y="486"/>
                      <a:pt x="1781" y="63"/>
                    </a:cubicBezTo>
                    <a:cubicBezTo>
                      <a:pt x="1638" y="0"/>
                      <a:pt x="1464" y="43"/>
                      <a:pt x="1309" y="34"/>
                    </a:cubicBezTo>
                    <a:cubicBezTo>
                      <a:pt x="1300" y="390"/>
                      <a:pt x="1340" y="746"/>
                      <a:pt x="1405" y="1096"/>
                    </a:cubicBezTo>
                    <a:cubicBezTo>
                      <a:pt x="1227" y="1197"/>
                      <a:pt x="1046" y="1292"/>
                      <a:pt x="869" y="1394"/>
                    </a:cubicBezTo>
                    <a:cubicBezTo>
                      <a:pt x="1002" y="1418"/>
                      <a:pt x="1126" y="1558"/>
                      <a:pt x="1046" y="1691"/>
                    </a:cubicBezTo>
                    <a:cubicBezTo>
                      <a:pt x="973" y="1837"/>
                      <a:pt x="793" y="1785"/>
                      <a:pt x="678" y="1728"/>
                    </a:cubicBezTo>
                    <a:cubicBezTo>
                      <a:pt x="513" y="1652"/>
                      <a:pt x="806" y="1412"/>
                      <a:pt x="627" y="1348"/>
                    </a:cubicBezTo>
                    <a:cubicBezTo>
                      <a:pt x="611" y="1461"/>
                      <a:pt x="578" y="1570"/>
                      <a:pt x="534" y="1675"/>
                    </a:cubicBezTo>
                    <a:cubicBezTo>
                      <a:pt x="480" y="1659"/>
                      <a:pt x="426" y="1643"/>
                      <a:pt x="372" y="1625"/>
                    </a:cubicBezTo>
                    <a:cubicBezTo>
                      <a:pt x="543" y="1674"/>
                      <a:pt x="526" y="1440"/>
                      <a:pt x="548" y="1330"/>
                    </a:cubicBezTo>
                    <a:cubicBezTo>
                      <a:pt x="366" y="1283"/>
                      <a:pt x="66" y="1229"/>
                      <a:pt x="6" y="1473"/>
                    </a:cubicBezTo>
                    <a:cubicBezTo>
                      <a:pt x="0" y="1777"/>
                      <a:pt x="315" y="1939"/>
                      <a:pt x="449" y="2183"/>
                    </a:cubicBezTo>
                    <a:cubicBezTo>
                      <a:pt x="704" y="2169"/>
                      <a:pt x="937" y="2360"/>
                      <a:pt x="975" y="2612"/>
                    </a:cubicBezTo>
                    <a:cubicBezTo>
                      <a:pt x="1223" y="2605"/>
                      <a:pt x="1473" y="2622"/>
                      <a:pt x="1710" y="2697"/>
                    </a:cubicBezTo>
                    <a:cubicBezTo>
                      <a:pt x="1749" y="2603"/>
                      <a:pt x="1782" y="2507"/>
                      <a:pt x="1808" y="2409"/>
                    </a:cubicBezTo>
                    <a:cubicBezTo>
                      <a:pt x="1636" y="2352"/>
                      <a:pt x="1457" y="2324"/>
                      <a:pt x="1278" y="2309"/>
                    </a:cubicBezTo>
                    <a:cubicBezTo>
                      <a:pt x="1443" y="2181"/>
                      <a:pt x="1609" y="2055"/>
                      <a:pt x="1776" y="193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" name="Freeform 50"/>
              <p:cNvSpPr>
                <a:spLocks/>
              </p:cNvSpPr>
              <p:nvPr/>
            </p:nvSpPr>
            <p:spPr bwMode="auto">
              <a:xfrm flipV="1">
                <a:off x="1376" y="2653"/>
                <a:ext cx="53" cy="73"/>
              </a:xfrm>
              <a:custGeom>
                <a:avLst/>
                <a:gdLst>
                  <a:gd name="T0" fmla="*/ 0 w 230"/>
                  <a:gd name="T1" fmla="*/ 313 h 320"/>
                  <a:gd name="T2" fmla="*/ 230 w 230"/>
                  <a:gd name="T3" fmla="*/ 69 h 320"/>
                  <a:gd name="T4" fmla="*/ 100 w 230"/>
                  <a:gd name="T5" fmla="*/ 0 h 320"/>
                  <a:gd name="T6" fmla="*/ 0 w 230"/>
                  <a:gd name="T7" fmla="*/ 31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0" h="320">
                    <a:moveTo>
                      <a:pt x="0" y="313"/>
                    </a:moveTo>
                    <a:cubicBezTo>
                      <a:pt x="129" y="320"/>
                      <a:pt x="163" y="153"/>
                      <a:pt x="230" y="69"/>
                    </a:cubicBezTo>
                    <a:cubicBezTo>
                      <a:pt x="187" y="46"/>
                      <a:pt x="144" y="23"/>
                      <a:pt x="100" y="0"/>
                    </a:cubicBezTo>
                    <a:cubicBezTo>
                      <a:pt x="69" y="105"/>
                      <a:pt x="30" y="208"/>
                      <a:pt x="0" y="3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4" name="Freeform 51"/>
              <p:cNvSpPr>
                <a:spLocks noEditPoints="1"/>
              </p:cNvSpPr>
              <p:nvPr/>
            </p:nvSpPr>
            <p:spPr bwMode="auto">
              <a:xfrm flipV="1">
                <a:off x="813" y="2655"/>
                <a:ext cx="173" cy="309"/>
              </a:xfrm>
              <a:custGeom>
                <a:avLst/>
                <a:gdLst>
                  <a:gd name="T0" fmla="*/ 301 w 759"/>
                  <a:gd name="T1" fmla="*/ 907 h 1352"/>
                  <a:gd name="T2" fmla="*/ 691 w 759"/>
                  <a:gd name="T3" fmla="*/ 1207 h 1352"/>
                  <a:gd name="T4" fmla="*/ 759 w 759"/>
                  <a:gd name="T5" fmla="*/ 1030 h 1352"/>
                  <a:gd name="T6" fmla="*/ 376 w 759"/>
                  <a:gd name="T7" fmla="*/ 855 h 1352"/>
                  <a:gd name="T8" fmla="*/ 412 w 759"/>
                  <a:gd name="T9" fmla="*/ 29 h 1352"/>
                  <a:gd name="T10" fmla="*/ 345 w 759"/>
                  <a:gd name="T11" fmla="*/ 0 h 1352"/>
                  <a:gd name="T12" fmla="*/ 286 w 759"/>
                  <a:gd name="T13" fmla="*/ 810 h 1352"/>
                  <a:gd name="T14" fmla="*/ 205 w 759"/>
                  <a:gd name="T15" fmla="*/ 110 h 1352"/>
                  <a:gd name="T16" fmla="*/ 119 w 759"/>
                  <a:gd name="T17" fmla="*/ 127 h 1352"/>
                  <a:gd name="T18" fmla="*/ 301 w 759"/>
                  <a:gd name="T19" fmla="*/ 907 h 1352"/>
                  <a:gd name="T20" fmla="*/ 389 w 759"/>
                  <a:gd name="T21" fmla="*/ 946 h 1352"/>
                  <a:gd name="T22" fmla="*/ 705 w 759"/>
                  <a:gd name="T23" fmla="*/ 1094 h 1352"/>
                  <a:gd name="T24" fmla="*/ 389 w 759"/>
                  <a:gd name="T25" fmla="*/ 946 h 1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9" h="1352">
                    <a:moveTo>
                      <a:pt x="301" y="907"/>
                    </a:moveTo>
                    <a:cubicBezTo>
                      <a:pt x="320" y="1096"/>
                      <a:pt x="476" y="1352"/>
                      <a:pt x="691" y="1207"/>
                    </a:cubicBezTo>
                    <a:cubicBezTo>
                      <a:pt x="713" y="1148"/>
                      <a:pt x="736" y="1089"/>
                      <a:pt x="759" y="1030"/>
                    </a:cubicBezTo>
                    <a:cubicBezTo>
                      <a:pt x="638" y="958"/>
                      <a:pt x="509" y="902"/>
                      <a:pt x="376" y="855"/>
                    </a:cubicBezTo>
                    <a:cubicBezTo>
                      <a:pt x="324" y="580"/>
                      <a:pt x="358" y="300"/>
                      <a:pt x="412" y="29"/>
                    </a:cubicBezTo>
                    <a:cubicBezTo>
                      <a:pt x="395" y="22"/>
                      <a:pt x="362" y="7"/>
                      <a:pt x="345" y="0"/>
                    </a:cubicBezTo>
                    <a:cubicBezTo>
                      <a:pt x="277" y="264"/>
                      <a:pt x="252" y="539"/>
                      <a:pt x="286" y="810"/>
                    </a:cubicBezTo>
                    <a:cubicBezTo>
                      <a:pt x="57" y="647"/>
                      <a:pt x="137" y="336"/>
                      <a:pt x="205" y="110"/>
                    </a:cubicBezTo>
                    <a:cubicBezTo>
                      <a:pt x="174" y="102"/>
                      <a:pt x="122" y="70"/>
                      <a:pt x="119" y="127"/>
                    </a:cubicBezTo>
                    <a:cubicBezTo>
                      <a:pt x="27" y="391"/>
                      <a:pt x="0" y="768"/>
                      <a:pt x="301" y="907"/>
                    </a:cubicBezTo>
                    <a:moveTo>
                      <a:pt x="389" y="946"/>
                    </a:moveTo>
                    <a:cubicBezTo>
                      <a:pt x="500" y="982"/>
                      <a:pt x="607" y="1031"/>
                      <a:pt x="705" y="1094"/>
                    </a:cubicBezTo>
                    <a:cubicBezTo>
                      <a:pt x="571" y="1254"/>
                      <a:pt x="405" y="1112"/>
                      <a:pt x="389" y="94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" name="Freeform 52"/>
              <p:cNvSpPr>
                <a:spLocks/>
              </p:cNvSpPr>
              <p:nvPr/>
            </p:nvSpPr>
            <p:spPr bwMode="auto">
              <a:xfrm flipV="1">
                <a:off x="1162" y="2876"/>
                <a:ext cx="59" cy="76"/>
              </a:xfrm>
              <a:custGeom>
                <a:avLst/>
                <a:gdLst>
                  <a:gd name="T0" fmla="*/ 0 w 258"/>
                  <a:gd name="T1" fmla="*/ 322 h 332"/>
                  <a:gd name="T2" fmla="*/ 86 w 258"/>
                  <a:gd name="T3" fmla="*/ 0 h 332"/>
                  <a:gd name="T4" fmla="*/ 0 w 258"/>
                  <a:gd name="T5" fmla="*/ 32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8" h="332">
                    <a:moveTo>
                      <a:pt x="0" y="322"/>
                    </a:moveTo>
                    <a:cubicBezTo>
                      <a:pt x="187" y="332"/>
                      <a:pt x="258" y="83"/>
                      <a:pt x="86" y="0"/>
                    </a:cubicBezTo>
                    <a:cubicBezTo>
                      <a:pt x="60" y="108"/>
                      <a:pt x="30" y="216"/>
                      <a:pt x="0" y="3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6" name="Freeform 53"/>
              <p:cNvSpPr>
                <a:spLocks/>
              </p:cNvSpPr>
              <p:nvPr/>
            </p:nvSpPr>
            <p:spPr bwMode="auto">
              <a:xfrm flipV="1">
                <a:off x="1126" y="2889"/>
                <a:ext cx="38" cy="73"/>
              </a:xfrm>
              <a:custGeom>
                <a:avLst/>
                <a:gdLst>
                  <a:gd name="T0" fmla="*/ 0 w 166"/>
                  <a:gd name="T1" fmla="*/ 287 h 319"/>
                  <a:gd name="T2" fmla="*/ 95 w 166"/>
                  <a:gd name="T3" fmla="*/ 319 h 319"/>
                  <a:gd name="T4" fmla="*/ 166 w 166"/>
                  <a:gd name="T5" fmla="*/ 22 h 319"/>
                  <a:gd name="T6" fmla="*/ 81 w 166"/>
                  <a:gd name="T7" fmla="*/ 0 h 319"/>
                  <a:gd name="T8" fmla="*/ 0 w 166"/>
                  <a:gd name="T9" fmla="*/ 287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319">
                    <a:moveTo>
                      <a:pt x="0" y="287"/>
                    </a:moveTo>
                    <a:cubicBezTo>
                      <a:pt x="32" y="298"/>
                      <a:pt x="63" y="308"/>
                      <a:pt x="95" y="319"/>
                    </a:cubicBezTo>
                    <a:cubicBezTo>
                      <a:pt x="126" y="222"/>
                      <a:pt x="152" y="123"/>
                      <a:pt x="166" y="22"/>
                    </a:cubicBezTo>
                    <a:cubicBezTo>
                      <a:pt x="145" y="17"/>
                      <a:pt x="102" y="5"/>
                      <a:pt x="81" y="0"/>
                    </a:cubicBezTo>
                    <a:cubicBezTo>
                      <a:pt x="61" y="97"/>
                      <a:pt x="35" y="194"/>
                      <a:pt x="0" y="28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7" name="Freeform 54"/>
              <p:cNvSpPr>
                <a:spLocks/>
              </p:cNvSpPr>
              <p:nvPr/>
            </p:nvSpPr>
            <p:spPr bwMode="auto">
              <a:xfrm flipV="1">
                <a:off x="1269" y="3289"/>
                <a:ext cx="109" cy="42"/>
              </a:xfrm>
              <a:custGeom>
                <a:avLst/>
                <a:gdLst>
                  <a:gd name="T0" fmla="*/ 0 w 480"/>
                  <a:gd name="T1" fmla="*/ 177 h 185"/>
                  <a:gd name="T2" fmla="*/ 477 w 480"/>
                  <a:gd name="T3" fmla="*/ 185 h 185"/>
                  <a:gd name="T4" fmla="*/ 480 w 480"/>
                  <a:gd name="T5" fmla="*/ 24 h 185"/>
                  <a:gd name="T6" fmla="*/ 6 w 480"/>
                  <a:gd name="T7" fmla="*/ 27 h 185"/>
                  <a:gd name="T8" fmla="*/ 0 w 480"/>
                  <a:gd name="T9" fmla="*/ 177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0" h="185">
                    <a:moveTo>
                      <a:pt x="0" y="177"/>
                    </a:moveTo>
                    <a:cubicBezTo>
                      <a:pt x="159" y="160"/>
                      <a:pt x="319" y="163"/>
                      <a:pt x="477" y="185"/>
                    </a:cubicBezTo>
                    <a:cubicBezTo>
                      <a:pt x="478" y="131"/>
                      <a:pt x="479" y="78"/>
                      <a:pt x="480" y="24"/>
                    </a:cubicBezTo>
                    <a:cubicBezTo>
                      <a:pt x="323" y="1"/>
                      <a:pt x="163" y="0"/>
                      <a:pt x="6" y="27"/>
                    </a:cubicBezTo>
                    <a:cubicBezTo>
                      <a:pt x="4" y="77"/>
                      <a:pt x="1" y="127"/>
                      <a:pt x="0" y="17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55"/>
              <p:cNvSpPr>
                <a:spLocks/>
              </p:cNvSpPr>
              <p:nvPr/>
            </p:nvSpPr>
            <p:spPr bwMode="auto">
              <a:xfrm flipV="1">
                <a:off x="1271" y="3341"/>
                <a:ext cx="113" cy="54"/>
              </a:xfrm>
              <a:custGeom>
                <a:avLst/>
                <a:gdLst>
                  <a:gd name="T0" fmla="*/ 0 w 496"/>
                  <a:gd name="T1" fmla="*/ 230 h 234"/>
                  <a:gd name="T2" fmla="*/ 474 w 496"/>
                  <a:gd name="T3" fmla="*/ 234 h 234"/>
                  <a:gd name="T4" fmla="*/ 496 w 496"/>
                  <a:gd name="T5" fmla="*/ 29 h 234"/>
                  <a:gd name="T6" fmla="*/ 19 w 496"/>
                  <a:gd name="T7" fmla="*/ 34 h 234"/>
                  <a:gd name="T8" fmla="*/ 0 w 496"/>
                  <a:gd name="T9" fmla="*/ 23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6" h="234">
                    <a:moveTo>
                      <a:pt x="0" y="230"/>
                    </a:moveTo>
                    <a:cubicBezTo>
                      <a:pt x="157" y="209"/>
                      <a:pt x="317" y="204"/>
                      <a:pt x="474" y="234"/>
                    </a:cubicBezTo>
                    <a:cubicBezTo>
                      <a:pt x="483" y="166"/>
                      <a:pt x="490" y="98"/>
                      <a:pt x="496" y="29"/>
                    </a:cubicBezTo>
                    <a:cubicBezTo>
                      <a:pt x="338" y="0"/>
                      <a:pt x="176" y="0"/>
                      <a:pt x="19" y="34"/>
                    </a:cubicBezTo>
                    <a:cubicBezTo>
                      <a:pt x="13" y="100"/>
                      <a:pt x="6" y="165"/>
                      <a:pt x="0" y="23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56"/>
              <p:cNvSpPr>
                <a:spLocks/>
              </p:cNvSpPr>
              <p:nvPr/>
            </p:nvSpPr>
            <p:spPr bwMode="auto">
              <a:xfrm flipV="1">
                <a:off x="1275" y="3404"/>
                <a:ext cx="111" cy="58"/>
              </a:xfrm>
              <a:custGeom>
                <a:avLst/>
                <a:gdLst>
                  <a:gd name="T0" fmla="*/ 0 w 486"/>
                  <a:gd name="T1" fmla="*/ 254 h 254"/>
                  <a:gd name="T2" fmla="*/ 486 w 486"/>
                  <a:gd name="T3" fmla="*/ 254 h 254"/>
                  <a:gd name="T4" fmla="*/ 0 w 486"/>
                  <a:gd name="T5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6" h="254">
                    <a:moveTo>
                      <a:pt x="0" y="254"/>
                    </a:moveTo>
                    <a:cubicBezTo>
                      <a:pt x="161" y="226"/>
                      <a:pt x="325" y="226"/>
                      <a:pt x="486" y="254"/>
                    </a:cubicBezTo>
                    <a:cubicBezTo>
                      <a:pt x="432" y="0"/>
                      <a:pt x="55" y="2"/>
                      <a:pt x="0" y="25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60" name="Group 60"/>
          <p:cNvGrpSpPr>
            <a:grpSpLocks noChangeAspect="1"/>
          </p:cNvGrpSpPr>
          <p:nvPr/>
        </p:nvGrpSpPr>
        <p:grpSpPr bwMode="auto">
          <a:xfrm>
            <a:off x="3670300" y="3046413"/>
            <a:ext cx="2555875" cy="2738438"/>
            <a:chOff x="2312" y="1919"/>
            <a:chExt cx="1610" cy="1725"/>
          </a:xfrm>
          <a:solidFill>
            <a:srgbClr val="595959"/>
          </a:solidFill>
        </p:grpSpPr>
        <p:sp>
          <p:nvSpPr>
            <p:cNvPr id="62" name="Freeform 61"/>
            <p:cNvSpPr>
              <a:spLocks noEditPoints="1"/>
            </p:cNvSpPr>
            <p:nvPr/>
          </p:nvSpPr>
          <p:spPr bwMode="auto">
            <a:xfrm flipV="1">
              <a:off x="2312" y="1919"/>
              <a:ext cx="1610" cy="1725"/>
            </a:xfrm>
            <a:custGeom>
              <a:avLst/>
              <a:gdLst>
                <a:gd name="T0" fmla="*/ 2467 w 7069"/>
                <a:gd name="T1" fmla="*/ 7354 h 7574"/>
                <a:gd name="T2" fmla="*/ 3032 w 7069"/>
                <a:gd name="T3" fmla="*/ 6038 h 7574"/>
                <a:gd name="T4" fmla="*/ 3467 w 7069"/>
                <a:gd name="T5" fmla="*/ 5091 h 7574"/>
                <a:gd name="T6" fmla="*/ 3830 w 7069"/>
                <a:gd name="T7" fmla="*/ 6045 h 7574"/>
                <a:gd name="T8" fmla="*/ 4445 w 7069"/>
                <a:gd name="T9" fmla="*/ 7365 h 7574"/>
                <a:gd name="T10" fmla="*/ 4672 w 7069"/>
                <a:gd name="T11" fmla="*/ 6017 h 7574"/>
                <a:gd name="T12" fmla="*/ 4120 w 7069"/>
                <a:gd name="T13" fmla="*/ 2599 h 7574"/>
                <a:gd name="T14" fmla="*/ 4580 w 7069"/>
                <a:gd name="T15" fmla="*/ 2346 h 7574"/>
                <a:gd name="T16" fmla="*/ 5036 w 7069"/>
                <a:gd name="T17" fmla="*/ 1193 h 7574"/>
                <a:gd name="T18" fmla="*/ 4992 w 7069"/>
                <a:gd name="T19" fmla="*/ 3745 h 7574"/>
                <a:gd name="T20" fmla="*/ 4520 w 7069"/>
                <a:gd name="T21" fmla="*/ 2920 h 7574"/>
                <a:gd name="T22" fmla="*/ 5291 w 7069"/>
                <a:gd name="T23" fmla="*/ 4834 h 7574"/>
                <a:gd name="T24" fmla="*/ 5520 w 7069"/>
                <a:gd name="T25" fmla="*/ 3982 h 7574"/>
                <a:gd name="T26" fmla="*/ 5758 w 7069"/>
                <a:gd name="T27" fmla="*/ 4150 h 7574"/>
                <a:gd name="T28" fmla="*/ 6662 w 7069"/>
                <a:gd name="T29" fmla="*/ 6039 h 7574"/>
                <a:gd name="T30" fmla="*/ 6305 w 7069"/>
                <a:gd name="T31" fmla="*/ 4455 h 7574"/>
                <a:gd name="T32" fmla="*/ 6274 w 7069"/>
                <a:gd name="T33" fmla="*/ 1194 h 7574"/>
                <a:gd name="T34" fmla="*/ 6493 w 7069"/>
                <a:gd name="T35" fmla="*/ 0 h 7574"/>
                <a:gd name="T36" fmla="*/ 586 w 7069"/>
                <a:gd name="T37" fmla="*/ 1395 h 7574"/>
                <a:gd name="T38" fmla="*/ 762 w 7069"/>
                <a:gd name="T39" fmla="*/ 1612 h 7574"/>
                <a:gd name="T40" fmla="*/ 0 w 7069"/>
                <a:gd name="T41" fmla="*/ 6236 h 7574"/>
                <a:gd name="T42" fmla="*/ 816 w 7069"/>
                <a:gd name="T43" fmla="*/ 5243 h 7574"/>
                <a:gd name="T44" fmla="*/ 1412 w 7069"/>
                <a:gd name="T45" fmla="*/ 4102 h 7574"/>
                <a:gd name="T46" fmla="*/ 1777 w 7069"/>
                <a:gd name="T47" fmla="*/ 5061 h 7574"/>
                <a:gd name="T48" fmla="*/ 2549 w 7069"/>
                <a:gd name="T49" fmla="*/ 3165 h 7574"/>
                <a:gd name="T50" fmla="*/ 2076 w 7069"/>
                <a:gd name="T51" fmla="*/ 3975 h 7574"/>
                <a:gd name="T52" fmla="*/ 2012 w 7069"/>
                <a:gd name="T53" fmla="*/ 1394 h 7574"/>
                <a:gd name="T54" fmla="*/ 2520 w 7069"/>
                <a:gd name="T55" fmla="*/ 2347 h 7574"/>
                <a:gd name="T56" fmla="*/ 2818 w 7069"/>
                <a:gd name="T57" fmla="*/ 2566 h 7574"/>
                <a:gd name="T58" fmla="*/ 2185 w 7069"/>
                <a:gd name="T59" fmla="*/ 6223 h 7574"/>
                <a:gd name="T60" fmla="*/ 3376 w 7069"/>
                <a:gd name="T61" fmla="*/ 3946 h 7574"/>
                <a:gd name="T62" fmla="*/ 3291 w 7069"/>
                <a:gd name="T63" fmla="*/ 2344 h 7574"/>
                <a:gd name="T64" fmla="*/ 3562 w 7069"/>
                <a:gd name="T65" fmla="*/ 2565 h 7574"/>
                <a:gd name="T66" fmla="*/ 3376 w 7069"/>
                <a:gd name="T67" fmla="*/ 3946 h 7574"/>
                <a:gd name="T68" fmla="*/ 1323 w 7069"/>
                <a:gd name="T69" fmla="*/ 1613 h 7574"/>
                <a:gd name="T70" fmla="*/ 1557 w 7069"/>
                <a:gd name="T71" fmla="*/ 1394 h 7574"/>
                <a:gd name="T72" fmla="*/ 1505 w 7069"/>
                <a:gd name="T73" fmla="*/ 2961 h 7574"/>
                <a:gd name="T74" fmla="*/ 5561 w 7069"/>
                <a:gd name="T75" fmla="*/ 2726 h 7574"/>
                <a:gd name="T76" fmla="*/ 5782 w 7069"/>
                <a:gd name="T77" fmla="*/ 1193 h 7574"/>
                <a:gd name="T78" fmla="*/ 5561 w 7069"/>
                <a:gd name="T79" fmla="*/ 2726 h 7574"/>
                <a:gd name="T80" fmla="*/ 3330 w 7069"/>
                <a:gd name="T81" fmla="*/ 1930 h 7574"/>
                <a:gd name="T82" fmla="*/ 3445 w 7069"/>
                <a:gd name="T83" fmla="*/ 1417 h 7574"/>
                <a:gd name="T84" fmla="*/ 3557 w 7069"/>
                <a:gd name="T85" fmla="*/ 2123 h 7574"/>
                <a:gd name="T86" fmla="*/ 1137 w 7069"/>
                <a:gd name="T87" fmla="*/ 943 h 7574"/>
                <a:gd name="T88" fmla="*/ 1530 w 7069"/>
                <a:gd name="T89" fmla="*/ 968 h 7574"/>
                <a:gd name="T90" fmla="*/ 1205 w 7069"/>
                <a:gd name="T91" fmla="*/ 514 h 7574"/>
                <a:gd name="T92" fmla="*/ 1654 w 7069"/>
                <a:gd name="T93" fmla="*/ 613 h 7574"/>
                <a:gd name="T94" fmla="*/ 1617 w 7069"/>
                <a:gd name="T95" fmla="*/ 1034 h 7574"/>
                <a:gd name="T96" fmla="*/ 5246 w 7069"/>
                <a:gd name="T97" fmla="*/ 853 h 7574"/>
                <a:gd name="T98" fmla="*/ 5698 w 7069"/>
                <a:gd name="T99" fmla="*/ 730 h 7574"/>
                <a:gd name="T100" fmla="*/ 5724 w 7069"/>
                <a:gd name="T101" fmla="*/ 515 h 7574"/>
                <a:gd name="T102" fmla="*/ 5220 w 7069"/>
                <a:gd name="T103" fmla="*/ 387 h 7574"/>
                <a:gd name="T104" fmla="*/ 5769 w 7069"/>
                <a:gd name="T105" fmla="*/ 644 h 7574"/>
                <a:gd name="T106" fmla="*/ 5246 w 7069"/>
                <a:gd name="T107" fmla="*/ 853 h 7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69" h="7574">
                  <a:moveTo>
                    <a:pt x="2064" y="7362"/>
                  </a:moveTo>
                  <a:cubicBezTo>
                    <a:pt x="2095" y="7573"/>
                    <a:pt x="2445" y="7567"/>
                    <a:pt x="2467" y="7354"/>
                  </a:cubicBezTo>
                  <a:cubicBezTo>
                    <a:pt x="2458" y="6985"/>
                    <a:pt x="2431" y="6579"/>
                    <a:pt x="2642" y="6255"/>
                  </a:cubicBezTo>
                  <a:cubicBezTo>
                    <a:pt x="2726" y="6120"/>
                    <a:pt x="2882" y="6062"/>
                    <a:pt x="3032" y="6038"/>
                  </a:cubicBezTo>
                  <a:cubicBezTo>
                    <a:pt x="3144" y="5815"/>
                    <a:pt x="3256" y="5591"/>
                    <a:pt x="3367" y="5368"/>
                  </a:cubicBezTo>
                  <a:cubicBezTo>
                    <a:pt x="3282" y="5271"/>
                    <a:pt x="3321" y="5084"/>
                    <a:pt x="3467" y="5091"/>
                  </a:cubicBezTo>
                  <a:cubicBezTo>
                    <a:pt x="3617" y="5092"/>
                    <a:pt x="3638" y="5282"/>
                    <a:pt x="3548" y="5370"/>
                  </a:cubicBezTo>
                  <a:cubicBezTo>
                    <a:pt x="3643" y="5595"/>
                    <a:pt x="3737" y="5820"/>
                    <a:pt x="3830" y="6045"/>
                  </a:cubicBezTo>
                  <a:cubicBezTo>
                    <a:pt x="3986" y="6016"/>
                    <a:pt x="4182" y="6012"/>
                    <a:pt x="4274" y="6168"/>
                  </a:cubicBezTo>
                  <a:cubicBezTo>
                    <a:pt x="4502" y="6523"/>
                    <a:pt x="4440" y="6965"/>
                    <a:pt x="4445" y="7365"/>
                  </a:cubicBezTo>
                  <a:cubicBezTo>
                    <a:pt x="4495" y="7574"/>
                    <a:pt x="4825" y="7567"/>
                    <a:pt x="4853" y="7350"/>
                  </a:cubicBezTo>
                  <a:cubicBezTo>
                    <a:pt x="4886" y="6903"/>
                    <a:pt x="4887" y="6423"/>
                    <a:pt x="4672" y="6017"/>
                  </a:cubicBezTo>
                  <a:cubicBezTo>
                    <a:pt x="4562" y="5803"/>
                    <a:pt x="4352" y="5658"/>
                    <a:pt x="4119" y="5611"/>
                  </a:cubicBezTo>
                  <a:cubicBezTo>
                    <a:pt x="4121" y="4607"/>
                    <a:pt x="4120" y="3603"/>
                    <a:pt x="4120" y="2599"/>
                  </a:cubicBezTo>
                  <a:cubicBezTo>
                    <a:pt x="4128" y="2506"/>
                    <a:pt x="4082" y="2423"/>
                    <a:pt x="4037" y="2345"/>
                  </a:cubicBezTo>
                  <a:cubicBezTo>
                    <a:pt x="4218" y="2348"/>
                    <a:pt x="4399" y="2347"/>
                    <a:pt x="4580" y="2346"/>
                  </a:cubicBezTo>
                  <a:cubicBezTo>
                    <a:pt x="4577" y="1963"/>
                    <a:pt x="4580" y="1579"/>
                    <a:pt x="4578" y="1196"/>
                  </a:cubicBezTo>
                  <a:cubicBezTo>
                    <a:pt x="4731" y="1196"/>
                    <a:pt x="4884" y="1197"/>
                    <a:pt x="5036" y="1193"/>
                  </a:cubicBezTo>
                  <a:cubicBezTo>
                    <a:pt x="5023" y="1251"/>
                    <a:pt x="5005" y="1308"/>
                    <a:pt x="5003" y="1367"/>
                  </a:cubicBezTo>
                  <a:cubicBezTo>
                    <a:pt x="4995" y="2160"/>
                    <a:pt x="5016" y="2953"/>
                    <a:pt x="4992" y="3745"/>
                  </a:cubicBezTo>
                  <a:cubicBezTo>
                    <a:pt x="4914" y="3476"/>
                    <a:pt x="4924" y="3195"/>
                    <a:pt x="4926" y="2918"/>
                  </a:cubicBezTo>
                  <a:cubicBezTo>
                    <a:pt x="4876" y="2718"/>
                    <a:pt x="4566" y="2718"/>
                    <a:pt x="4520" y="2920"/>
                  </a:cubicBezTo>
                  <a:cubicBezTo>
                    <a:pt x="4451" y="3541"/>
                    <a:pt x="4619" y="4198"/>
                    <a:pt x="5021" y="4682"/>
                  </a:cubicBezTo>
                  <a:cubicBezTo>
                    <a:pt x="5085" y="4771"/>
                    <a:pt x="5195" y="4796"/>
                    <a:pt x="5291" y="4834"/>
                  </a:cubicBezTo>
                  <a:cubicBezTo>
                    <a:pt x="5383" y="4607"/>
                    <a:pt x="5477" y="4381"/>
                    <a:pt x="5574" y="4156"/>
                  </a:cubicBezTo>
                  <a:cubicBezTo>
                    <a:pt x="5546" y="4102"/>
                    <a:pt x="5503" y="4047"/>
                    <a:pt x="5520" y="3982"/>
                  </a:cubicBezTo>
                  <a:cubicBezTo>
                    <a:pt x="5541" y="3859"/>
                    <a:pt x="5735" y="3841"/>
                    <a:pt x="5787" y="3950"/>
                  </a:cubicBezTo>
                  <a:cubicBezTo>
                    <a:pt x="5833" y="4014"/>
                    <a:pt x="5777" y="4087"/>
                    <a:pt x="5758" y="4150"/>
                  </a:cubicBezTo>
                  <a:cubicBezTo>
                    <a:pt x="5885" y="4390"/>
                    <a:pt x="5987" y="4645"/>
                    <a:pt x="6134" y="4874"/>
                  </a:cubicBezTo>
                  <a:cubicBezTo>
                    <a:pt x="6431" y="5191"/>
                    <a:pt x="6627" y="5604"/>
                    <a:pt x="6662" y="6039"/>
                  </a:cubicBezTo>
                  <a:cubicBezTo>
                    <a:pt x="6708" y="6264"/>
                    <a:pt x="7069" y="6215"/>
                    <a:pt x="7069" y="5989"/>
                  </a:cubicBezTo>
                  <a:cubicBezTo>
                    <a:pt x="7035" y="5402"/>
                    <a:pt x="6732" y="4851"/>
                    <a:pt x="6305" y="4455"/>
                  </a:cubicBezTo>
                  <a:cubicBezTo>
                    <a:pt x="6307" y="3508"/>
                    <a:pt x="6305" y="2561"/>
                    <a:pt x="6306" y="1613"/>
                  </a:cubicBezTo>
                  <a:cubicBezTo>
                    <a:pt x="6305" y="1473"/>
                    <a:pt x="6319" y="1330"/>
                    <a:pt x="6274" y="1194"/>
                  </a:cubicBezTo>
                  <a:cubicBezTo>
                    <a:pt x="6346" y="1195"/>
                    <a:pt x="6419" y="1196"/>
                    <a:pt x="6491" y="1196"/>
                  </a:cubicBezTo>
                  <a:cubicBezTo>
                    <a:pt x="6494" y="797"/>
                    <a:pt x="6491" y="399"/>
                    <a:pt x="6493" y="0"/>
                  </a:cubicBezTo>
                  <a:cubicBezTo>
                    <a:pt x="4523" y="1"/>
                    <a:pt x="2554" y="0"/>
                    <a:pt x="584" y="1"/>
                  </a:cubicBezTo>
                  <a:cubicBezTo>
                    <a:pt x="588" y="466"/>
                    <a:pt x="585" y="931"/>
                    <a:pt x="586" y="1395"/>
                  </a:cubicBezTo>
                  <a:cubicBezTo>
                    <a:pt x="661" y="1395"/>
                    <a:pt x="735" y="1395"/>
                    <a:pt x="809" y="1394"/>
                  </a:cubicBezTo>
                  <a:cubicBezTo>
                    <a:pt x="785" y="1464"/>
                    <a:pt x="759" y="1536"/>
                    <a:pt x="762" y="1612"/>
                  </a:cubicBezTo>
                  <a:cubicBezTo>
                    <a:pt x="763" y="2635"/>
                    <a:pt x="763" y="3659"/>
                    <a:pt x="762" y="4683"/>
                  </a:cubicBezTo>
                  <a:cubicBezTo>
                    <a:pt x="333" y="5084"/>
                    <a:pt x="23" y="5641"/>
                    <a:pt x="0" y="6236"/>
                  </a:cubicBezTo>
                  <a:cubicBezTo>
                    <a:pt x="17" y="6448"/>
                    <a:pt x="341" y="6480"/>
                    <a:pt x="404" y="6282"/>
                  </a:cubicBezTo>
                  <a:cubicBezTo>
                    <a:pt x="435" y="5905"/>
                    <a:pt x="577" y="5537"/>
                    <a:pt x="816" y="5243"/>
                  </a:cubicBezTo>
                  <a:cubicBezTo>
                    <a:pt x="1049" y="4999"/>
                    <a:pt x="1149" y="4667"/>
                    <a:pt x="1310" y="4377"/>
                  </a:cubicBezTo>
                  <a:cubicBezTo>
                    <a:pt x="1230" y="4276"/>
                    <a:pt x="1265" y="4099"/>
                    <a:pt x="1412" y="4102"/>
                  </a:cubicBezTo>
                  <a:cubicBezTo>
                    <a:pt x="1560" y="4110"/>
                    <a:pt x="1588" y="4288"/>
                    <a:pt x="1495" y="4380"/>
                  </a:cubicBezTo>
                  <a:cubicBezTo>
                    <a:pt x="1586" y="4609"/>
                    <a:pt x="1683" y="4834"/>
                    <a:pt x="1777" y="5061"/>
                  </a:cubicBezTo>
                  <a:cubicBezTo>
                    <a:pt x="1881" y="5026"/>
                    <a:pt x="1992" y="4990"/>
                    <a:pt x="2058" y="4895"/>
                  </a:cubicBezTo>
                  <a:cubicBezTo>
                    <a:pt x="2447" y="4417"/>
                    <a:pt x="2616" y="3774"/>
                    <a:pt x="2549" y="3165"/>
                  </a:cubicBezTo>
                  <a:cubicBezTo>
                    <a:pt x="2531" y="2953"/>
                    <a:pt x="2188" y="2939"/>
                    <a:pt x="2145" y="3143"/>
                  </a:cubicBezTo>
                  <a:cubicBezTo>
                    <a:pt x="2145" y="3421"/>
                    <a:pt x="2154" y="3704"/>
                    <a:pt x="2076" y="3975"/>
                  </a:cubicBezTo>
                  <a:cubicBezTo>
                    <a:pt x="2054" y="3177"/>
                    <a:pt x="2074" y="2376"/>
                    <a:pt x="2065" y="1577"/>
                  </a:cubicBezTo>
                  <a:cubicBezTo>
                    <a:pt x="2062" y="1513"/>
                    <a:pt x="2033" y="1454"/>
                    <a:pt x="2012" y="1394"/>
                  </a:cubicBezTo>
                  <a:cubicBezTo>
                    <a:pt x="2182" y="1396"/>
                    <a:pt x="2352" y="1395"/>
                    <a:pt x="2522" y="1395"/>
                  </a:cubicBezTo>
                  <a:cubicBezTo>
                    <a:pt x="2519" y="1712"/>
                    <a:pt x="2522" y="2029"/>
                    <a:pt x="2520" y="2347"/>
                  </a:cubicBezTo>
                  <a:cubicBezTo>
                    <a:pt x="2647" y="2347"/>
                    <a:pt x="2774" y="2348"/>
                    <a:pt x="2901" y="2345"/>
                  </a:cubicBezTo>
                  <a:cubicBezTo>
                    <a:pt x="2865" y="2415"/>
                    <a:pt x="2812" y="2483"/>
                    <a:pt x="2818" y="2566"/>
                  </a:cubicBezTo>
                  <a:cubicBezTo>
                    <a:pt x="2818" y="3595"/>
                    <a:pt x="2817" y="4624"/>
                    <a:pt x="2819" y="5653"/>
                  </a:cubicBezTo>
                  <a:cubicBezTo>
                    <a:pt x="2531" y="5729"/>
                    <a:pt x="2294" y="5946"/>
                    <a:pt x="2185" y="6223"/>
                  </a:cubicBezTo>
                  <a:cubicBezTo>
                    <a:pt x="2041" y="6581"/>
                    <a:pt x="2014" y="6982"/>
                    <a:pt x="2064" y="7362"/>
                  </a:cubicBezTo>
                  <a:moveTo>
                    <a:pt x="3376" y="3946"/>
                  </a:moveTo>
                  <a:cubicBezTo>
                    <a:pt x="3375" y="3485"/>
                    <a:pt x="3377" y="3025"/>
                    <a:pt x="3375" y="2565"/>
                  </a:cubicBezTo>
                  <a:cubicBezTo>
                    <a:pt x="3379" y="2482"/>
                    <a:pt x="3326" y="2414"/>
                    <a:pt x="3291" y="2344"/>
                  </a:cubicBezTo>
                  <a:cubicBezTo>
                    <a:pt x="3408" y="2347"/>
                    <a:pt x="3526" y="2347"/>
                    <a:pt x="3643" y="2346"/>
                  </a:cubicBezTo>
                  <a:cubicBezTo>
                    <a:pt x="3608" y="2415"/>
                    <a:pt x="3556" y="2483"/>
                    <a:pt x="3562" y="2565"/>
                  </a:cubicBezTo>
                  <a:cubicBezTo>
                    <a:pt x="3560" y="3025"/>
                    <a:pt x="3562" y="3486"/>
                    <a:pt x="3561" y="3947"/>
                  </a:cubicBezTo>
                  <a:cubicBezTo>
                    <a:pt x="3499" y="3946"/>
                    <a:pt x="3438" y="3946"/>
                    <a:pt x="3376" y="3946"/>
                  </a:cubicBezTo>
                  <a:moveTo>
                    <a:pt x="1323" y="2949"/>
                  </a:moveTo>
                  <a:cubicBezTo>
                    <a:pt x="1322" y="2504"/>
                    <a:pt x="1324" y="2058"/>
                    <a:pt x="1323" y="1613"/>
                  </a:cubicBezTo>
                  <a:cubicBezTo>
                    <a:pt x="1325" y="1536"/>
                    <a:pt x="1295" y="1464"/>
                    <a:pt x="1269" y="1394"/>
                  </a:cubicBezTo>
                  <a:cubicBezTo>
                    <a:pt x="1365" y="1395"/>
                    <a:pt x="1461" y="1395"/>
                    <a:pt x="1557" y="1394"/>
                  </a:cubicBezTo>
                  <a:cubicBezTo>
                    <a:pt x="1529" y="1464"/>
                    <a:pt x="1501" y="1535"/>
                    <a:pt x="1506" y="1612"/>
                  </a:cubicBezTo>
                  <a:cubicBezTo>
                    <a:pt x="1506" y="2061"/>
                    <a:pt x="1507" y="2511"/>
                    <a:pt x="1505" y="2961"/>
                  </a:cubicBezTo>
                  <a:cubicBezTo>
                    <a:pt x="1445" y="2958"/>
                    <a:pt x="1384" y="2953"/>
                    <a:pt x="1323" y="2949"/>
                  </a:cubicBezTo>
                  <a:moveTo>
                    <a:pt x="5561" y="2726"/>
                  </a:moveTo>
                  <a:cubicBezTo>
                    <a:pt x="5543" y="2216"/>
                    <a:pt x="5604" y="1697"/>
                    <a:pt x="5529" y="1194"/>
                  </a:cubicBezTo>
                  <a:cubicBezTo>
                    <a:pt x="5613" y="1196"/>
                    <a:pt x="5697" y="1196"/>
                    <a:pt x="5782" y="1193"/>
                  </a:cubicBezTo>
                  <a:cubicBezTo>
                    <a:pt x="5704" y="1697"/>
                    <a:pt x="5768" y="2216"/>
                    <a:pt x="5747" y="2726"/>
                  </a:cubicBezTo>
                  <a:cubicBezTo>
                    <a:pt x="5685" y="2726"/>
                    <a:pt x="5623" y="2726"/>
                    <a:pt x="5561" y="2726"/>
                  </a:cubicBezTo>
                  <a:moveTo>
                    <a:pt x="3266" y="2006"/>
                  </a:moveTo>
                  <a:cubicBezTo>
                    <a:pt x="3282" y="1987"/>
                    <a:pt x="3314" y="1949"/>
                    <a:pt x="3330" y="1930"/>
                  </a:cubicBezTo>
                  <a:cubicBezTo>
                    <a:pt x="3354" y="1936"/>
                    <a:pt x="3403" y="1949"/>
                    <a:pt x="3428" y="1955"/>
                  </a:cubicBezTo>
                  <a:cubicBezTo>
                    <a:pt x="3427" y="1776"/>
                    <a:pt x="3416" y="1595"/>
                    <a:pt x="3445" y="1417"/>
                  </a:cubicBezTo>
                  <a:cubicBezTo>
                    <a:pt x="3481" y="1418"/>
                    <a:pt x="3518" y="1419"/>
                    <a:pt x="3555" y="1420"/>
                  </a:cubicBezTo>
                  <a:cubicBezTo>
                    <a:pt x="3569" y="1654"/>
                    <a:pt x="3573" y="1890"/>
                    <a:pt x="3557" y="2123"/>
                  </a:cubicBezTo>
                  <a:cubicBezTo>
                    <a:pt x="3454" y="2189"/>
                    <a:pt x="3344" y="2068"/>
                    <a:pt x="3266" y="2006"/>
                  </a:cubicBezTo>
                  <a:moveTo>
                    <a:pt x="1137" y="943"/>
                  </a:moveTo>
                  <a:cubicBezTo>
                    <a:pt x="1175" y="824"/>
                    <a:pt x="1256" y="947"/>
                    <a:pt x="1318" y="979"/>
                  </a:cubicBezTo>
                  <a:cubicBezTo>
                    <a:pt x="1381" y="1029"/>
                    <a:pt x="1463" y="985"/>
                    <a:pt x="1530" y="968"/>
                  </a:cubicBezTo>
                  <a:cubicBezTo>
                    <a:pt x="1463" y="789"/>
                    <a:pt x="1239" y="751"/>
                    <a:pt x="1147" y="591"/>
                  </a:cubicBezTo>
                  <a:cubicBezTo>
                    <a:pt x="1142" y="548"/>
                    <a:pt x="1161" y="522"/>
                    <a:pt x="1205" y="514"/>
                  </a:cubicBezTo>
                  <a:cubicBezTo>
                    <a:pt x="1350" y="502"/>
                    <a:pt x="1496" y="510"/>
                    <a:pt x="1642" y="512"/>
                  </a:cubicBezTo>
                  <a:cubicBezTo>
                    <a:pt x="1646" y="545"/>
                    <a:pt x="1650" y="579"/>
                    <a:pt x="1654" y="613"/>
                  </a:cubicBezTo>
                  <a:cubicBezTo>
                    <a:pt x="1539" y="619"/>
                    <a:pt x="1424" y="618"/>
                    <a:pt x="1309" y="617"/>
                  </a:cubicBezTo>
                  <a:cubicBezTo>
                    <a:pt x="1450" y="718"/>
                    <a:pt x="1694" y="815"/>
                    <a:pt x="1617" y="1034"/>
                  </a:cubicBezTo>
                  <a:cubicBezTo>
                    <a:pt x="1473" y="1152"/>
                    <a:pt x="1202" y="1139"/>
                    <a:pt x="1137" y="943"/>
                  </a:cubicBezTo>
                  <a:moveTo>
                    <a:pt x="5246" y="853"/>
                  </a:moveTo>
                  <a:cubicBezTo>
                    <a:pt x="5231" y="736"/>
                    <a:pt x="5364" y="780"/>
                    <a:pt x="5423" y="819"/>
                  </a:cubicBezTo>
                  <a:cubicBezTo>
                    <a:pt x="5511" y="874"/>
                    <a:pt x="5719" y="877"/>
                    <a:pt x="5698" y="730"/>
                  </a:cubicBezTo>
                  <a:cubicBezTo>
                    <a:pt x="5604" y="654"/>
                    <a:pt x="5386" y="752"/>
                    <a:pt x="5417" y="574"/>
                  </a:cubicBezTo>
                  <a:cubicBezTo>
                    <a:pt x="5519" y="557"/>
                    <a:pt x="5641" y="591"/>
                    <a:pt x="5724" y="515"/>
                  </a:cubicBezTo>
                  <a:cubicBezTo>
                    <a:pt x="5734" y="318"/>
                    <a:pt x="5454" y="374"/>
                    <a:pt x="5354" y="465"/>
                  </a:cubicBezTo>
                  <a:cubicBezTo>
                    <a:pt x="5285" y="539"/>
                    <a:pt x="5224" y="461"/>
                    <a:pt x="5220" y="387"/>
                  </a:cubicBezTo>
                  <a:cubicBezTo>
                    <a:pt x="5367" y="257"/>
                    <a:pt x="5591" y="199"/>
                    <a:pt x="5770" y="298"/>
                  </a:cubicBezTo>
                  <a:cubicBezTo>
                    <a:pt x="5902" y="363"/>
                    <a:pt x="5891" y="573"/>
                    <a:pt x="5769" y="644"/>
                  </a:cubicBezTo>
                  <a:cubicBezTo>
                    <a:pt x="5831" y="721"/>
                    <a:pt x="5862" y="850"/>
                    <a:pt x="5769" y="917"/>
                  </a:cubicBezTo>
                  <a:cubicBezTo>
                    <a:pt x="5614" y="1020"/>
                    <a:pt x="5367" y="1000"/>
                    <a:pt x="5246" y="85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62"/>
            <p:cNvSpPr>
              <a:spLocks/>
            </p:cNvSpPr>
            <p:nvPr/>
          </p:nvSpPr>
          <p:spPr bwMode="auto">
            <a:xfrm flipV="1">
              <a:off x="2966" y="1987"/>
              <a:ext cx="277" cy="288"/>
            </a:xfrm>
            <a:custGeom>
              <a:avLst/>
              <a:gdLst>
                <a:gd name="T0" fmla="*/ 468 w 1216"/>
                <a:gd name="T1" fmla="*/ 1189 h 1265"/>
                <a:gd name="T2" fmla="*/ 1151 w 1216"/>
                <a:gd name="T3" fmla="*/ 751 h 1265"/>
                <a:gd name="T4" fmla="*/ 732 w 1216"/>
                <a:gd name="T5" fmla="*/ 91 h 1265"/>
                <a:gd name="T6" fmla="*/ 38 w 1216"/>
                <a:gd name="T7" fmla="*/ 576 h 1265"/>
                <a:gd name="T8" fmla="*/ 468 w 1216"/>
                <a:gd name="T9" fmla="*/ 1189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6" h="1265">
                  <a:moveTo>
                    <a:pt x="468" y="1189"/>
                  </a:moveTo>
                  <a:cubicBezTo>
                    <a:pt x="766" y="1265"/>
                    <a:pt x="1098" y="1055"/>
                    <a:pt x="1151" y="751"/>
                  </a:cubicBezTo>
                  <a:cubicBezTo>
                    <a:pt x="1216" y="466"/>
                    <a:pt x="1019" y="152"/>
                    <a:pt x="732" y="91"/>
                  </a:cubicBezTo>
                  <a:cubicBezTo>
                    <a:pt x="417" y="0"/>
                    <a:pt x="58" y="247"/>
                    <a:pt x="38" y="576"/>
                  </a:cubicBezTo>
                  <a:cubicBezTo>
                    <a:pt x="0" y="852"/>
                    <a:pt x="197" y="1129"/>
                    <a:pt x="468" y="11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63"/>
            <p:cNvSpPr>
              <a:spLocks/>
            </p:cNvSpPr>
            <p:nvPr/>
          </p:nvSpPr>
          <p:spPr bwMode="auto">
            <a:xfrm flipV="1">
              <a:off x="2503" y="2210"/>
              <a:ext cx="264" cy="288"/>
            </a:xfrm>
            <a:custGeom>
              <a:avLst/>
              <a:gdLst>
                <a:gd name="T0" fmla="*/ 453 w 1159"/>
                <a:gd name="T1" fmla="*/ 1181 h 1264"/>
                <a:gd name="T2" fmla="*/ 1136 w 1159"/>
                <a:gd name="T3" fmla="*/ 641 h 1264"/>
                <a:gd name="T4" fmla="*/ 474 w 1159"/>
                <a:gd name="T5" fmla="*/ 73 h 1264"/>
                <a:gd name="T6" fmla="*/ 8 w 1159"/>
                <a:gd name="T7" fmla="*/ 640 h 1264"/>
                <a:gd name="T8" fmla="*/ 453 w 1159"/>
                <a:gd name="T9" fmla="*/ 1181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9" h="1264">
                  <a:moveTo>
                    <a:pt x="453" y="1181"/>
                  </a:moveTo>
                  <a:cubicBezTo>
                    <a:pt x="784" y="1264"/>
                    <a:pt x="1147" y="983"/>
                    <a:pt x="1136" y="641"/>
                  </a:cubicBezTo>
                  <a:cubicBezTo>
                    <a:pt x="1159" y="297"/>
                    <a:pt x="809" y="0"/>
                    <a:pt x="474" y="73"/>
                  </a:cubicBezTo>
                  <a:cubicBezTo>
                    <a:pt x="207" y="116"/>
                    <a:pt x="0" y="371"/>
                    <a:pt x="8" y="640"/>
                  </a:cubicBezTo>
                  <a:cubicBezTo>
                    <a:pt x="10" y="895"/>
                    <a:pt x="206" y="1127"/>
                    <a:pt x="453" y="118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64"/>
            <p:cNvSpPr>
              <a:spLocks/>
            </p:cNvSpPr>
            <p:nvPr/>
          </p:nvSpPr>
          <p:spPr bwMode="auto">
            <a:xfrm flipV="1">
              <a:off x="3015" y="2266"/>
              <a:ext cx="156" cy="159"/>
            </a:xfrm>
            <a:custGeom>
              <a:avLst/>
              <a:gdLst>
                <a:gd name="T0" fmla="*/ 0 w 684"/>
                <a:gd name="T1" fmla="*/ 694 h 700"/>
                <a:gd name="T2" fmla="*/ 684 w 684"/>
                <a:gd name="T3" fmla="*/ 697 h 700"/>
                <a:gd name="T4" fmla="*/ 380 w 684"/>
                <a:gd name="T5" fmla="*/ 0 h 700"/>
                <a:gd name="T6" fmla="*/ 0 w 684"/>
                <a:gd name="T7" fmla="*/ 694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4" h="700">
                  <a:moveTo>
                    <a:pt x="0" y="694"/>
                  </a:moveTo>
                  <a:cubicBezTo>
                    <a:pt x="228" y="700"/>
                    <a:pt x="456" y="695"/>
                    <a:pt x="684" y="697"/>
                  </a:cubicBezTo>
                  <a:cubicBezTo>
                    <a:pt x="579" y="466"/>
                    <a:pt x="498" y="224"/>
                    <a:pt x="380" y="0"/>
                  </a:cubicBezTo>
                  <a:cubicBezTo>
                    <a:pt x="211" y="204"/>
                    <a:pt x="132" y="466"/>
                    <a:pt x="0" y="69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65"/>
            <p:cNvSpPr>
              <a:spLocks/>
            </p:cNvSpPr>
            <p:nvPr/>
          </p:nvSpPr>
          <p:spPr bwMode="auto">
            <a:xfrm flipV="1">
              <a:off x="3468" y="2256"/>
              <a:ext cx="265" cy="282"/>
            </a:xfrm>
            <a:custGeom>
              <a:avLst/>
              <a:gdLst>
                <a:gd name="T0" fmla="*/ 413 w 1163"/>
                <a:gd name="T1" fmla="*/ 1114 h 1236"/>
                <a:gd name="T2" fmla="*/ 1138 w 1163"/>
                <a:gd name="T3" fmla="*/ 566 h 1236"/>
                <a:gd name="T4" fmla="*/ 577 w 1163"/>
                <a:gd name="T5" fmla="*/ 14 h 1236"/>
                <a:gd name="T6" fmla="*/ 16 w 1163"/>
                <a:gd name="T7" fmla="*/ 566 h 1236"/>
                <a:gd name="T8" fmla="*/ 413 w 1163"/>
                <a:gd name="T9" fmla="*/ 1114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3" h="1236">
                  <a:moveTo>
                    <a:pt x="413" y="1114"/>
                  </a:moveTo>
                  <a:cubicBezTo>
                    <a:pt x="759" y="1236"/>
                    <a:pt x="1163" y="934"/>
                    <a:pt x="1138" y="566"/>
                  </a:cubicBezTo>
                  <a:cubicBezTo>
                    <a:pt x="1144" y="270"/>
                    <a:pt x="876" y="0"/>
                    <a:pt x="577" y="14"/>
                  </a:cubicBezTo>
                  <a:cubicBezTo>
                    <a:pt x="280" y="1"/>
                    <a:pt x="2" y="267"/>
                    <a:pt x="16" y="566"/>
                  </a:cubicBezTo>
                  <a:cubicBezTo>
                    <a:pt x="0" y="813"/>
                    <a:pt x="176" y="1049"/>
                    <a:pt x="413" y="11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66"/>
            <p:cNvSpPr>
              <a:spLocks/>
            </p:cNvSpPr>
            <p:nvPr/>
          </p:nvSpPr>
          <p:spPr bwMode="auto">
            <a:xfrm flipV="1">
              <a:off x="2547" y="2490"/>
              <a:ext cx="156" cy="157"/>
            </a:xfrm>
            <a:custGeom>
              <a:avLst/>
              <a:gdLst>
                <a:gd name="T0" fmla="*/ 0 w 685"/>
                <a:gd name="T1" fmla="*/ 680 h 687"/>
                <a:gd name="T2" fmla="*/ 685 w 685"/>
                <a:gd name="T3" fmla="*/ 685 h 687"/>
                <a:gd name="T4" fmla="*/ 444 w 685"/>
                <a:gd name="T5" fmla="*/ 106 h 687"/>
                <a:gd name="T6" fmla="*/ 348 w 685"/>
                <a:gd name="T7" fmla="*/ 2 h 687"/>
                <a:gd name="T8" fmla="*/ 0 w 685"/>
                <a:gd name="T9" fmla="*/ 68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5" h="687">
                  <a:moveTo>
                    <a:pt x="0" y="680"/>
                  </a:moveTo>
                  <a:cubicBezTo>
                    <a:pt x="228" y="687"/>
                    <a:pt x="456" y="679"/>
                    <a:pt x="685" y="685"/>
                  </a:cubicBezTo>
                  <a:cubicBezTo>
                    <a:pt x="601" y="493"/>
                    <a:pt x="523" y="300"/>
                    <a:pt x="444" y="106"/>
                  </a:cubicBezTo>
                  <a:cubicBezTo>
                    <a:pt x="422" y="65"/>
                    <a:pt x="408" y="0"/>
                    <a:pt x="348" y="2"/>
                  </a:cubicBezTo>
                  <a:cubicBezTo>
                    <a:pt x="216" y="219"/>
                    <a:pt x="119" y="455"/>
                    <a:pt x="0" y="6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67"/>
            <p:cNvSpPr>
              <a:spLocks/>
            </p:cNvSpPr>
            <p:nvPr/>
          </p:nvSpPr>
          <p:spPr bwMode="auto">
            <a:xfrm flipV="1">
              <a:off x="3530" y="2542"/>
              <a:ext cx="156" cy="154"/>
            </a:xfrm>
            <a:custGeom>
              <a:avLst/>
              <a:gdLst>
                <a:gd name="T0" fmla="*/ 0 w 687"/>
                <a:gd name="T1" fmla="*/ 675 h 678"/>
                <a:gd name="T2" fmla="*/ 687 w 687"/>
                <a:gd name="T3" fmla="*/ 670 h 678"/>
                <a:gd name="T4" fmla="*/ 356 w 687"/>
                <a:gd name="T5" fmla="*/ 3 h 678"/>
                <a:gd name="T6" fmla="*/ 286 w 687"/>
                <a:gd name="T7" fmla="*/ 0 h 678"/>
                <a:gd name="T8" fmla="*/ 0 w 687"/>
                <a:gd name="T9" fmla="*/ 675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7" h="678">
                  <a:moveTo>
                    <a:pt x="0" y="675"/>
                  </a:moveTo>
                  <a:cubicBezTo>
                    <a:pt x="229" y="670"/>
                    <a:pt x="458" y="678"/>
                    <a:pt x="687" y="670"/>
                  </a:cubicBezTo>
                  <a:cubicBezTo>
                    <a:pt x="579" y="447"/>
                    <a:pt x="465" y="226"/>
                    <a:pt x="356" y="3"/>
                  </a:cubicBezTo>
                  <a:cubicBezTo>
                    <a:pt x="339" y="2"/>
                    <a:pt x="303" y="1"/>
                    <a:pt x="286" y="0"/>
                  </a:cubicBezTo>
                  <a:cubicBezTo>
                    <a:pt x="189" y="224"/>
                    <a:pt x="98" y="451"/>
                    <a:pt x="0" y="67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1" name="组合 90"/>
          <p:cNvGrpSpPr/>
          <p:nvPr/>
        </p:nvGrpSpPr>
        <p:grpSpPr>
          <a:xfrm>
            <a:off x="6978651" y="4270377"/>
            <a:ext cx="1749424" cy="1438275"/>
            <a:chOff x="7566023" y="4062413"/>
            <a:chExt cx="1749424" cy="1438275"/>
          </a:xfrm>
          <a:solidFill>
            <a:srgbClr val="595959"/>
          </a:solidFill>
        </p:grpSpPr>
        <p:grpSp>
          <p:nvGrpSpPr>
            <p:cNvPr id="69" name="Group 70"/>
            <p:cNvGrpSpPr>
              <a:grpSpLocks noChangeAspect="1"/>
            </p:cNvGrpSpPr>
            <p:nvPr/>
          </p:nvGrpSpPr>
          <p:grpSpPr bwMode="auto">
            <a:xfrm>
              <a:off x="7566023" y="4062413"/>
              <a:ext cx="1749424" cy="1438275"/>
              <a:chOff x="4766" y="2559"/>
              <a:chExt cx="1102" cy="906"/>
            </a:xfrm>
            <a:grpFill/>
          </p:grpSpPr>
          <p:sp>
            <p:nvSpPr>
              <p:cNvPr id="71" name="Freeform 71"/>
              <p:cNvSpPr>
                <a:spLocks/>
              </p:cNvSpPr>
              <p:nvPr/>
            </p:nvSpPr>
            <p:spPr bwMode="auto">
              <a:xfrm flipV="1">
                <a:off x="5312" y="2905"/>
                <a:ext cx="47" cy="46"/>
              </a:xfrm>
              <a:custGeom>
                <a:avLst/>
                <a:gdLst>
                  <a:gd name="T0" fmla="*/ 35 w 204"/>
                  <a:gd name="T1" fmla="*/ 160 h 197"/>
                  <a:gd name="T2" fmla="*/ 35 w 204"/>
                  <a:gd name="T3" fmla="*/ 16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4" h="197">
                    <a:moveTo>
                      <a:pt x="35" y="160"/>
                    </a:moveTo>
                    <a:cubicBezTo>
                      <a:pt x="204" y="197"/>
                      <a:pt x="0" y="0"/>
                      <a:pt x="35" y="16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72" name="Group 81"/>
              <p:cNvGrpSpPr>
                <a:grpSpLocks/>
              </p:cNvGrpSpPr>
              <p:nvPr/>
            </p:nvGrpSpPr>
            <p:grpSpPr bwMode="auto">
              <a:xfrm>
                <a:off x="4766" y="2559"/>
                <a:ext cx="1102" cy="906"/>
                <a:chOff x="4766" y="2559"/>
                <a:chExt cx="1102" cy="906"/>
              </a:xfrm>
              <a:grpFill/>
            </p:grpSpPr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 flipV="1">
                  <a:off x="4888" y="2559"/>
                  <a:ext cx="192" cy="195"/>
                </a:xfrm>
                <a:custGeom>
                  <a:avLst/>
                  <a:gdLst>
                    <a:gd name="T0" fmla="*/ 317 w 837"/>
                    <a:gd name="T1" fmla="*/ 809 h 854"/>
                    <a:gd name="T2" fmla="*/ 758 w 837"/>
                    <a:gd name="T3" fmla="*/ 570 h 854"/>
                    <a:gd name="T4" fmla="*/ 514 w 837"/>
                    <a:gd name="T5" fmla="*/ 77 h 854"/>
                    <a:gd name="T6" fmla="*/ 26 w 837"/>
                    <a:gd name="T7" fmla="*/ 399 h 854"/>
                    <a:gd name="T8" fmla="*/ 317 w 837"/>
                    <a:gd name="T9" fmla="*/ 809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37" h="854">
                      <a:moveTo>
                        <a:pt x="317" y="809"/>
                      </a:moveTo>
                      <a:cubicBezTo>
                        <a:pt x="497" y="854"/>
                        <a:pt x="698" y="746"/>
                        <a:pt x="758" y="570"/>
                      </a:cubicBezTo>
                      <a:cubicBezTo>
                        <a:pt x="837" y="376"/>
                        <a:pt x="718" y="132"/>
                        <a:pt x="514" y="77"/>
                      </a:cubicBezTo>
                      <a:cubicBezTo>
                        <a:pt x="298" y="0"/>
                        <a:pt x="40" y="169"/>
                        <a:pt x="26" y="399"/>
                      </a:cubicBezTo>
                      <a:cubicBezTo>
                        <a:pt x="0" y="584"/>
                        <a:pt x="134" y="771"/>
                        <a:pt x="317" y="80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4" name="Freeform 73"/>
                <p:cNvSpPr>
                  <a:spLocks noEditPoints="1"/>
                </p:cNvSpPr>
                <p:nvPr/>
              </p:nvSpPr>
              <p:spPr bwMode="auto">
                <a:xfrm flipV="1">
                  <a:off x="4766" y="2718"/>
                  <a:ext cx="696" cy="747"/>
                </a:xfrm>
                <a:custGeom>
                  <a:avLst/>
                  <a:gdLst>
                    <a:gd name="T0" fmla="*/ 1026 w 3043"/>
                    <a:gd name="T1" fmla="*/ 3143 h 3265"/>
                    <a:gd name="T2" fmla="*/ 1298 w 3043"/>
                    <a:gd name="T3" fmla="*/ 3190 h 3265"/>
                    <a:gd name="T4" fmla="*/ 2179 w 3043"/>
                    <a:gd name="T5" fmla="*/ 2508 h 3265"/>
                    <a:gd name="T6" fmla="*/ 2154 w 3043"/>
                    <a:gd name="T7" fmla="*/ 2649 h 3265"/>
                    <a:gd name="T8" fmla="*/ 2460 w 3043"/>
                    <a:gd name="T9" fmla="*/ 2690 h 3265"/>
                    <a:gd name="T10" fmla="*/ 3038 w 3043"/>
                    <a:gd name="T11" fmla="*/ 2234 h 3265"/>
                    <a:gd name="T12" fmla="*/ 3043 w 3043"/>
                    <a:gd name="T13" fmla="*/ 2137 h 3265"/>
                    <a:gd name="T14" fmla="*/ 2959 w 3043"/>
                    <a:gd name="T15" fmla="*/ 2042 h 3265"/>
                    <a:gd name="T16" fmla="*/ 2576 w 3043"/>
                    <a:gd name="T17" fmla="*/ 2343 h 3265"/>
                    <a:gd name="T18" fmla="*/ 2353 w 3043"/>
                    <a:gd name="T19" fmla="*/ 2348 h 3265"/>
                    <a:gd name="T20" fmla="*/ 2137 w 3043"/>
                    <a:gd name="T21" fmla="*/ 2190 h 3265"/>
                    <a:gd name="T22" fmla="*/ 1315 w 3043"/>
                    <a:gd name="T23" fmla="*/ 2836 h 3265"/>
                    <a:gd name="T24" fmla="*/ 1311 w 3043"/>
                    <a:gd name="T25" fmla="*/ 257 h 3265"/>
                    <a:gd name="T26" fmla="*/ 904 w 3043"/>
                    <a:gd name="T27" fmla="*/ 223 h 3265"/>
                    <a:gd name="T28" fmla="*/ 897 w 3043"/>
                    <a:gd name="T29" fmla="*/ 1797 h 3265"/>
                    <a:gd name="T30" fmla="*/ 819 w 3043"/>
                    <a:gd name="T31" fmla="*/ 1796 h 3265"/>
                    <a:gd name="T32" fmla="*/ 812 w 3043"/>
                    <a:gd name="T33" fmla="*/ 223 h 3265"/>
                    <a:gd name="T34" fmla="*/ 404 w 3043"/>
                    <a:gd name="T35" fmla="*/ 257 h 3265"/>
                    <a:gd name="T36" fmla="*/ 396 w 3043"/>
                    <a:gd name="T37" fmla="*/ 2797 h 3265"/>
                    <a:gd name="T38" fmla="*/ 289 w 3043"/>
                    <a:gd name="T39" fmla="*/ 1704 h 3265"/>
                    <a:gd name="T40" fmla="*/ 29 w 3043"/>
                    <a:gd name="T41" fmla="*/ 1706 h 3265"/>
                    <a:gd name="T42" fmla="*/ 117 w 3043"/>
                    <a:gd name="T43" fmla="*/ 2820 h 3265"/>
                    <a:gd name="T44" fmla="*/ 558 w 3043"/>
                    <a:gd name="T45" fmla="*/ 3210 h 3265"/>
                    <a:gd name="T46" fmla="*/ 1026 w 3043"/>
                    <a:gd name="T47" fmla="*/ 3143 h 3265"/>
                    <a:gd name="T48" fmla="*/ 793 w 3043"/>
                    <a:gd name="T49" fmla="*/ 3070 h 3265"/>
                    <a:gd name="T50" fmla="*/ 759 w 3043"/>
                    <a:gd name="T51" fmla="*/ 2919 h 3265"/>
                    <a:gd name="T52" fmla="*/ 957 w 3043"/>
                    <a:gd name="T53" fmla="*/ 2918 h 3265"/>
                    <a:gd name="T54" fmla="*/ 923 w 3043"/>
                    <a:gd name="T55" fmla="*/ 3070 h 3265"/>
                    <a:gd name="T56" fmla="*/ 793 w 3043"/>
                    <a:gd name="T57" fmla="*/ 3070 h 3265"/>
                    <a:gd name="T58" fmla="*/ 787 w 3043"/>
                    <a:gd name="T59" fmla="*/ 2857 h 3265"/>
                    <a:gd name="T60" fmla="*/ 700 w 3043"/>
                    <a:gd name="T61" fmla="*/ 2181 h 3265"/>
                    <a:gd name="T62" fmla="*/ 858 w 3043"/>
                    <a:gd name="T63" fmla="*/ 1986 h 3265"/>
                    <a:gd name="T64" fmla="*/ 1010 w 3043"/>
                    <a:gd name="T65" fmla="*/ 2204 h 3265"/>
                    <a:gd name="T66" fmla="*/ 928 w 3043"/>
                    <a:gd name="T67" fmla="*/ 2857 h 3265"/>
                    <a:gd name="T68" fmla="*/ 787 w 3043"/>
                    <a:gd name="T69" fmla="*/ 2857 h 3265"/>
                    <a:gd name="T70" fmla="*/ 2423 w 3043"/>
                    <a:gd name="T71" fmla="*/ 2408 h 3265"/>
                    <a:gd name="T72" fmla="*/ 2423 w 3043"/>
                    <a:gd name="T73" fmla="*/ 2408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043" h="3265">
                      <a:moveTo>
                        <a:pt x="1026" y="3143"/>
                      </a:moveTo>
                      <a:cubicBezTo>
                        <a:pt x="1117" y="3158"/>
                        <a:pt x="1211" y="3265"/>
                        <a:pt x="1298" y="3190"/>
                      </a:cubicBezTo>
                      <a:cubicBezTo>
                        <a:pt x="1597" y="2969"/>
                        <a:pt x="1875" y="2720"/>
                        <a:pt x="2179" y="2508"/>
                      </a:cubicBezTo>
                      <a:cubicBezTo>
                        <a:pt x="2312" y="2513"/>
                        <a:pt x="2192" y="2599"/>
                        <a:pt x="2154" y="2649"/>
                      </a:cubicBezTo>
                      <a:cubicBezTo>
                        <a:pt x="2258" y="2643"/>
                        <a:pt x="2358" y="2676"/>
                        <a:pt x="2460" y="2690"/>
                      </a:cubicBezTo>
                      <a:cubicBezTo>
                        <a:pt x="2617" y="2496"/>
                        <a:pt x="2811" y="2338"/>
                        <a:pt x="3038" y="2234"/>
                      </a:cubicBezTo>
                      <a:cubicBezTo>
                        <a:pt x="3039" y="2209"/>
                        <a:pt x="3042" y="2161"/>
                        <a:pt x="3043" y="2137"/>
                      </a:cubicBezTo>
                      <a:cubicBezTo>
                        <a:pt x="3015" y="2105"/>
                        <a:pt x="2987" y="2073"/>
                        <a:pt x="2959" y="2042"/>
                      </a:cubicBezTo>
                      <a:cubicBezTo>
                        <a:pt x="2832" y="2143"/>
                        <a:pt x="2705" y="2244"/>
                        <a:pt x="2576" y="2343"/>
                      </a:cubicBezTo>
                      <a:cubicBezTo>
                        <a:pt x="2502" y="2318"/>
                        <a:pt x="2422" y="2297"/>
                        <a:pt x="2353" y="2348"/>
                      </a:cubicBezTo>
                      <a:cubicBezTo>
                        <a:pt x="2376" y="2227"/>
                        <a:pt x="2246" y="2103"/>
                        <a:pt x="2137" y="2190"/>
                      </a:cubicBezTo>
                      <a:cubicBezTo>
                        <a:pt x="1859" y="2401"/>
                        <a:pt x="1589" y="2621"/>
                        <a:pt x="1315" y="2836"/>
                      </a:cubicBezTo>
                      <a:cubicBezTo>
                        <a:pt x="1311" y="1976"/>
                        <a:pt x="1318" y="1117"/>
                        <a:pt x="1311" y="257"/>
                      </a:cubicBezTo>
                      <a:cubicBezTo>
                        <a:pt x="1310" y="29"/>
                        <a:pt x="944" y="0"/>
                        <a:pt x="904" y="223"/>
                      </a:cubicBezTo>
                      <a:cubicBezTo>
                        <a:pt x="887" y="747"/>
                        <a:pt x="902" y="1272"/>
                        <a:pt x="897" y="1797"/>
                      </a:cubicBezTo>
                      <a:cubicBezTo>
                        <a:pt x="877" y="1796"/>
                        <a:pt x="839" y="1796"/>
                        <a:pt x="819" y="1796"/>
                      </a:cubicBezTo>
                      <a:cubicBezTo>
                        <a:pt x="814" y="1272"/>
                        <a:pt x="830" y="746"/>
                        <a:pt x="812" y="223"/>
                      </a:cubicBezTo>
                      <a:cubicBezTo>
                        <a:pt x="771" y="1"/>
                        <a:pt x="405" y="29"/>
                        <a:pt x="404" y="257"/>
                      </a:cubicBezTo>
                      <a:cubicBezTo>
                        <a:pt x="394" y="1104"/>
                        <a:pt x="411" y="1951"/>
                        <a:pt x="396" y="2797"/>
                      </a:cubicBezTo>
                      <a:cubicBezTo>
                        <a:pt x="258" y="2450"/>
                        <a:pt x="289" y="2069"/>
                        <a:pt x="289" y="1704"/>
                      </a:cubicBezTo>
                      <a:cubicBezTo>
                        <a:pt x="277" y="1562"/>
                        <a:pt x="39" y="1562"/>
                        <a:pt x="29" y="1706"/>
                      </a:cubicBezTo>
                      <a:cubicBezTo>
                        <a:pt x="2" y="2077"/>
                        <a:pt x="0" y="2462"/>
                        <a:pt x="117" y="2820"/>
                      </a:cubicBezTo>
                      <a:cubicBezTo>
                        <a:pt x="181" y="3013"/>
                        <a:pt x="333" y="3219"/>
                        <a:pt x="558" y="3210"/>
                      </a:cubicBezTo>
                      <a:cubicBezTo>
                        <a:pt x="721" y="3232"/>
                        <a:pt x="862" y="3086"/>
                        <a:pt x="1026" y="3143"/>
                      </a:cubicBezTo>
                      <a:moveTo>
                        <a:pt x="793" y="3070"/>
                      </a:moveTo>
                      <a:cubicBezTo>
                        <a:pt x="781" y="3020"/>
                        <a:pt x="770" y="2969"/>
                        <a:pt x="759" y="2919"/>
                      </a:cubicBezTo>
                      <a:cubicBezTo>
                        <a:pt x="825" y="2914"/>
                        <a:pt x="891" y="2914"/>
                        <a:pt x="957" y="2918"/>
                      </a:cubicBezTo>
                      <a:cubicBezTo>
                        <a:pt x="946" y="2969"/>
                        <a:pt x="934" y="3020"/>
                        <a:pt x="923" y="3070"/>
                      </a:cubicBezTo>
                      <a:cubicBezTo>
                        <a:pt x="879" y="3070"/>
                        <a:pt x="836" y="3070"/>
                        <a:pt x="793" y="3070"/>
                      </a:cubicBezTo>
                      <a:moveTo>
                        <a:pt x="787" y="2857"/>
                      </a:moveTo>
                      <a:cubicBezTo>
                        <a:pt x="761" y="2631"/>
                        <a:pt x="724" y="2407"/>
                        <a:pt x="700" y="2181"/>
                      </a:cubicBezTo>
                      <a:cubicBezTo>
                        <a:pt x="753" y="2116"/>
                        <a:pt x="805" y="2051"/>
                        <a:pt x="858" y="1986"/>
                      </a:cubicBezTo>
                      <a:cubicBezTo>
                        <a:pt x="908" y="2058"/>
                        <a:pt x="988" y="2118"/>
                        <a:pt x="1010" y="2204"/>
                      </a:cubicBezTo>
                      <a:cubicBezTo>
                        <a:pt x="995" y="2423"/>
                        <a:pt x="950" y="2638"/>
                        <a:pt x="928" y="2857"/>
                      </a:cubicBezTo>
                      <a:cubicBezTo>
                        <a:pt x="881" y="2857"/>
                        <a:pt x="834" y="2857"/>
                        <a:pt x="787" y="2857"/>
                      </a:cubicBezTo>
                      <a:moveTo>
                        <a:pt x="2423" y="2408"/>
                      </a:moveTo>
                      <a:cubicBezTo>
                        <a:pt x="2388" y="2248"/>
                        <a:pt x="2592" y="2445"/>
                        <a:pt x="2423" y="240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6" name="Freeform 75"/>
                <p:cNvSpPr>
                  <a:spLocks/>
                </p:cNvSpPr>
                <p:nvPr/>
              </p:nvSpPr>
              <p:spPr bwMode="auto">
                <a:xfrm flipV="1">
                  <a:off x="5461" y="3152"/>
                  <a:ext cx="407" cy="313"/>
                </a:xfrm>
                <a:custGeom>
                  <a:avLst/>
                  <a:gdLst>
                    <a:gd name="T0" fmla="*/ 308 w 1781"/>
                    <a:gd name="T1" fmla="*/ 1275 h 1368"/>
                    <a:gd name="T2" fmla="*/ 1400 w 1781"/>
                    <a:gd name="T3" fmla="*/ 1176 h 1368"/>
                    <a:gd name="T4" fmla="*/ 1361 w 1781"/>
                    <a:gd name="T5" fmla="*/ 492 h 1368"/>
                    <a:gd name="T6" fmla="*/ 1696 w 1781"/>
                    <a:gd name="T7" fmla="*/ 346 h 1368"/>
                    <a:gd name="T8" fmla="*/ 1470 w 1781"/>
                    <a:gd name="T9" fmla="*/ 43 h 1368"/>
                    <a:gd name="T10" fmla="*/ 626 w 1781"/>
                    <a:gd name="T11" fmla="*/ 200 h 1368"/>
                    <a:gd name="T12" fmla="*/ 497 w 1781"/>
                    <a:gd name="T13" fmla="*/ 523 h 1368"/>
                    <a:gd name="T14" fmla="*/ 762 w 1781"/>
                    <a:gd name="T15" fmla="*/ 686 h 1368"/>
                    <a:gd name="T16" fmla="*/ 444 w 1781"/>
                    <a:gd name="T17" fmla="*/ 697 h 1368"/>
                    <a:gd name="T18" fmla="*/ 534 w 1781"/>
                    <a:gd name="T19" fmla="*/ 966 h 1368"/>
                    <a:gd name="T20" fmla="*/ 251 w 1781"/>
                    <a:gd name="T21" fmla="*/ 1088 h 1368"/>
                    <a:gd name="T22" fmla="*/ 95 w 1781"/>
                    <a:gd name="T23" fmla="*/ 738 h 1368"/>
                    <a:gd name="T24" fmla="*/ 308 w 1781"/>
                    <a:gd name="T25" fmla="*/ 1275 h 13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81" h="1368">
                      <a:moveTo>
                        <a:pt x="308" y="1275"/>
                      </a:moveTo>
                      <a:cubicBezTo>
                        <a:pt x="668" y="1368"/>
                        <a:pt x="1059" y="1318"/>
                        <a:pt x="1400" y="1176"/>
                      </a:cubicBezTo>
                      <a:cubicBezTo>
                        <a:pt x="1686" y="1059"/>
                        <a:pt x="1635" y="593"/>
                        <a:pt x="1361" y="492"/>
                      </a:cubicBezTo>
                      <a:cubicBezTo>
                        <a:pt x="1478" y="465"/>
                        <a:pt x="1634" y="471"/>
                        <a:pt x="1696" y="346"/>
                      </a:cubicBezTo>
                      <a:cubicBezTo>
                        <a:pt x="1781" y="200"/>
                        <a:pt x="1635" y="0"/>
                        <a:pt x="1470" y="43"/>
                      </a:cubicBezTo>
                      <a:cubicBezTo>
                        <a:pt x="1188" y="93"/>
                        <a:pt x="907" y="144"/>
                        <a:pt x="626" y="200"/>
                      </a:cubicBezTo>
                      <a:cubicBezTo>
                        <a:pt x="482" y="221"/>
                        <a:pt x="412" y="408"/>
                        <a:pt x="497" y="523"/>
                      </a:cubicBezTo>
                      <a:cubicBezTo>
                        <a:pt x="564" y="605"/>
                        <a:pt x="673" y="633"/>
                        <a:pt x="762" y="686"/>
                      </a:cubicBezTo>
                      <a:cubicBezTo>
                        <a:pt x="656" y="692"/>
                        <a:pt x="550" y="695"/>
                        <a:pt x="444" y="697"/>
                      </a:cubicBezTo>
                      <a:cubicBezTo>
                        <a:pt x="475" y="786"/>
                        <a:pt x="519" y="872"/>
                        <a:pt x="534" y="966"/>
                      </a:cubicBezTo>
                      <a:cubicBezTo>
                        <a:pt x="542" y="1105"/>
                        <a:pt x="347" y="1192"/>
                        <a:pt x="251" y="1088"/>
                      </a:cubicBezTo>
                      <a:cubicBezTo>
                        <a:pt x="174" y="984"/>
                        <a:pt x="149" y="853"/>
                        <a:pt x="95" y="738"/>
                      </a:cubicBezTo>
                      <a:cubicBezTo>
                        <a:pt x="0" y="942"/>
                        <a:pt x="81" y="1208"/>
                        <a:pt x="308" y="1275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9" name="Freeform 78"/>
                <p:cNvSpPr>
                  <a:spLocks/>
                </p:cNvSpPr>
                <p:nvPr/>
              </p:nvSpPr>
              <p:spPr bwMode="auto">
                <a:xfrm flipV="1">
                  <a:off x="5301" y="3201"/>
                  <a:ext cx="277" cy="254"/>
                </a:xfrm>
                <a:custGeom>
                  <a:avLst/>
                  <a:gdLst>
                    <a:gd name="T0" fmla="*/ 961 w 1212"/>
                    <a:gd name="T1" fmla="*/ 1004 h 1108"/>
                    <a:gd name="T2" fmla="*/ 1202 w 1212"/>
                    <a:gd name="T3" fmla="*/ 921 h 1108"/>
                    <a:gd name="T4" fmla="*/ 998 w 1212"/>
                    <a:gd name="T5" fmla="*/ 364 h 1108"/>
                    <a:gd name="T6" fmla="*/ 863 w 1212"/>
                    <a:gd name="T7" fmla="*/ 181 h 1108"/>
                    <a:gd name="T8" fmla="*/ 193 w 1212"/>
                    <a:gd name="T9" fmla="*/ 20 h 1108"/>
                    <a:gd name="T10" fmla="*/ 135 w 1212"/>
                    <a:gd name="T11" fmla="*/ 273 h 1108"/>
                    <a:gd name="T12" fmla="*/ 729 w 1212"/>
                    <a:gd name="T13" fmla="*/ 424 h 1108"/>
                    <a:gd name="T14" fmla="*/ 961 w 1212"/>
                    <a:gd name="T15" fmla="*/ 1004 h 1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2" h="1108">
                      <a:moveTo>
                        <a:pt x="961" y="1004"/>
                      </a:moveTo>
                      <a:cubicBezTo>
                        <a:pt x="1026" y="1108"/>
                        <a:pt x="1212" y="1045"/>
                        <a:pt x="1202" y="921"/>
                      </a:cubicBezTo>
                      <a:cubicBezTo>
                        <a:pt x="1152" y="730"/>
                        <a:pt x="1061" y="552"/>
                        <a:pt x="998" y="364"/>
                      </a:cubicBezTo>
                      <a:cubicBezTo>
                        <a:pt x="967" y="296"/>
                        <a:pt x="950" y="197"/>
                        <a:pt x="863" y="181"/>
                      </a:cubicBezTo>
                      <a:cubicBezTo>
                        <a:pt x="640" y="123"/>
                        <a:pt x="418" y="62"/>
                        <a:pt x="193" y="20"/>
                      </a:cubicBezTo>
                      <a:cubicBezTo>
                        <a:pt x="52" y="0"/>
                        <a:pt x="0" y="231"/>
                        <a:pt x="135" y="273"/>
                      </a:cubicBezTo>
                      <a:cubicBezTo>
                        <a:pt x="330" y="334"/>
                        <a:pt x="532" y="371"/>
                        <a:pt x="729" y="424"/>
                      </a:cubicBezTo>
                      <a:cubicBezTo>
                        <a:pt x="810" y="616"/>
                        <a:pt x="868" y="817"/>
                        <a:pt x="961" y="1004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0" name="Freeform 79"/>
                <p:cNvSpPr>
                  <a:spLocks/>
                </p:cNvSpPr>
                <p:nvPr/>
              </p:nvSpPr>
              <p:spPr bwMode="auto">
                <a:xfrm flipV="1">
                  <a:off x="5277" y="3216"/>
                  <a:ext cx="211" cy="171"/>
                </a:xfrm>
                <a:custGeom>
                  <a:avLst/>
                  <a:gdLst>
                    <a:gd name="T0" fmla="*/ 346 w 923"/>
                    <a:gd name="T1" fmla="*/ 643 h 746"/>
                    <a:gd name="T2" fmla="*/ 821 w 923"/>
                    <a:gd name="T3" fmla="*/ 159 h 746"/>
                    <a:gd name="T4" fmla="*/ 189 w 923"/>
                    <a:gd name="T5" fmla="*/ 0 h 746"/>
                    <a:gd name="T6" fmla="*/ 346 w 923"/>
                    <a:gd name="T7" fmla="*/ 643 h 7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23" h="746">
                      <a:moveTo>
                        <a:pt x="346" y="643"/>
                      </a:moveTo>
                      <a:cubicBezTo>
                        <a:pt x="629" y="746"/>
                        <a:pt x="923" y="440"/>
                        <a:pt x="821" y="159"/>
                      </a:cubicBezTo>
                      <a:cubicBezTo>
                        <a:pt x="611" y="104"/>
                        <a:pt x="398" y="57"/>
                        <a:pt x="189" y="0"/>
                      </a:cubicBezTo>
                      <a:cubicBezTo>
                        <a:pt x="0" y="199"/>
                        <a:pt x="70" y="569"/>
                        <a:pt x="346" y="643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1" name="Freeform 80"/>
                <p:cNvSpPr>
                  <a:spLocks/>
                </p:cNvSpPr>
                <p:nvPr/>
              </p:nvSpPr>
              <p:spPr bwMode="auto">
                <a:xfrm flipV="1">
                  <a:off x="5526" y="3362"/>
                  <a:ext cx="53" cy="81"/>
                </a:xfrm>
                <a:custGeom>
                  <a:avLst/>
                  <a:gdLst>
                    <a:gd name="T0" fmla="*/ 65 w 235"/>
                    <a:gd name="T1" fmla="*/ 357 h 357"/>
                    <a:gd name="T2" fmla="*/ 235 w 235"/>
                    <a:gd name="T3" fmla="*/ 0 h 357"/>
                    <a:gd name="T4" fmla="*/ 0 w 235"/>
                    <a:gd name="T5" fmla="*/ 187 h 357"/>
                    <a:gd name="T6" fmla="*/ 65 w 235"/>
                    <a:gd name="T7" fmla="*/ 357 h 3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35" h="357">
                      <a:moveTo>
                        <a:pt x="65" y="357"/>
                      </a:moveTo>
                      <a:cubicBezTo>
                        <a:pt x="155" y="255"/>
                        <a:pt x="219" y="136"/>
                        <a:pt x="235" y="0"/>
                      </a:cubicBezTo>
                      <a:cubicBezTo>
                        <a:pt x="144" y="45"/>
                        <a:pt x="54" y="98"/>
                        <a:pt x="0" y="187"/>
                      </a:cubicBezTo>
                      <a:cubicBezTo>
                        <a:pt x="21" y="243"/>
                        <a:pt x="43" y="300"/>
                        <a:pt x="65" y="357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84" name="组合 83"/>
            <p:cNvGrpSpPr/>
            <p:nvPr/>
          </p:nvGrpSpPr>
          <p:grpSpPr>
            <a:xfrm rot="20700000">
              <a:off x="8394589" y="5096427"/>
              <a:ext cx="83897" cy="60208"/>
              <a:chOff x="8388895" y="5053179"/>
              <a:chExt cx="135702" cy="97386"/>
            </a:xfrm>
            <a:grpFill/>
          </p:grpSpPr>
          <p:sp>
            <p:nvSpPr>
              <p:cNvPr id="82" name="任意多边形 81"/>
              <p:cNvSpPr/>
              <p:nvPr/>
            </p:nvSpPr>
            <p:spPr>
              <a:xfrm>
                <a:off x="8388895" y="5053179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任意多边形 82"/>
              <p:cNvSpPr/>
              <p:nvPr/>
            </p:nvSpPr>
            <p:spPr>
              <a:xfrm>
                <a:off x="8407669" y="5098343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5" name="组合 84"/>
            <p:cNvGrpSpPr/>
            <p:nvPr/>
          </p:nvGrpSpPr>
          <p:grpSpPr>
            <a:xfrm rot="20700000">
              <a:off x="8683737" y="4979437"/>
              <a:ext cx="95785" cy="47852"/>
              <a:chOff x="8388895" y="5053179"/>
              <a:chExt cx="135702" cy="97386"/>
            </a:xfrm>
            <a:grpFill/>
          </p:grpSpPr>
          <p:sp>
            <p:nvSpPr>
              <p:cNvPr id="86" name="任意多边形 85"/>
              <p:cNvSpPr/>
              <p:nvPr/>
            </p:nvSpPr>
            <p:spPr>
              <a:xfrm>
                <a:off x="8388895" y="5053179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7" name="任意多边形 86"/>
              <p:cNvSpPr/>
              <p:nvPr/>
            </p:nvSpPr>
            <p:spPr>
              <a:xfrm>
                <a:off x="8407669" y="5098343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 rot="2257589">
              <a:off x="9196370" y="5030761"/>
              <a:ext cx="113569" cy="56736"/>
              <a:chOff x="8388895" y="5053179"/>
              <a:chExt cx="135702" cy="97386"/>
            </a:xfrm>
            <a:grpFill/>
          </p:grpSpPr>
          <p:sp>
            <p:nvSpPr>
              <p:cNvPr id="89" name="任意多边形 88"/>
              <p:cNvSpPr/>
              <p:nvPr/>
            </p:nvSpPr>
            <p:spPr>
              <a:xfrm>
                <a:off x="8388895" y="5053179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" name="任意多边形 89"/>
              <p:cNvSpPr/>
              <p:nvPr/>
            </p:nvSpPr>
            <p:spPr>
              <a:xfrm>
                <a:off x="8407669" y="5098343"/>
                <a:ext cx="116928" cy="52222"/>
              </a:xfrm>
              <a:custGeom>
                <a:avLst/>
                <a:gdLst>
                  <a:gd name="connsiteX0" fmla="*/ 13 w 285769"/>
                  <a:gd name="connsiteY0" fmla="*/ 133978 h 135080"/>
                  <a:gd name="connsiteX1" fmla="*/ 114313 w 285769"/>
                  <a:gd name="connsiteY1" fmla="*/ 64128 h 135080"/>
                  <a:gd name="connsiteX2" fmla="*/ 285763 w 285769"/>
                  <a:gd name="connsiteY2" fmla="*/ 64128 h 135080"/>
                  <a:gd name="connsiteX3" fmla="*/ 107963 w 285769"/>
                  <a:gd name="connsiteY3" fmla="*/ 628 h 135080"/>
                  <a:gd name="connsiteX4" fmla="*/ 13 w 285769"/>
                  <a:gd name="connsiteY4" fmla="*/ 133978 h 1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69" h="135080">
                    <a:moveTo>
                      <a:pt x="13" y="133978"/>
                    </a:moveTo>
                    <a:cubicBezTo>
                      <a:pt x="1071" y="144561"/>
                      <a:pt x="66688" y="75770"/>
                      <a:pt x="114313" y="64128"/>
                    </a:cubicBezTo>
                    <a:cubicBezTo>
                      <a:pt x="161938" y="52486"/>
                      <a:pt x="286821" y="74711"/>
                      <a:pt x="285763" y="64128"/>
                    </a:cubicBezTo>
                    <a:cubicBezTo>
                      <a:pt x="284705" y="53545"/>
                      <a:pt x="156646" y="-6780"/>
                      <a:pt x="107963" y="628"/>
                    </a:cubicBezTo>
                    <a:cubicBezTo>
                      <a:pt x="59280" y="8036"/>
                      <a:pt x="-1045" y="123395"/>
                      <a:pt x="13" y="1339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579562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Freeform 8"/>
          <p:cNvSpPr>
            <a:spLocks/>
          </p:cNvSpPr>
          <p:nvPr/>
        </p:nvSpPr>
        <p:spPr bwMode="auto">
          <a:xfrm rot="2728548">
            <a:off x="6580628" y="3932222"/>
            <a:ext cx="1033983" cy="1714835"/>
          </a:xfrm>
          <a:custGeom>
            <a:avLst/>
            <a:gdLst>
              <a:gd name="T0" fmla="*/ 293 w 299"/>
              <a:gd name="T1" fmla="*/ 6 h 496"/>
              <a:gd name="T2" fmla="*/ 271 w 299"/>
              <a:gd name="T3" fmla="*/ 6 h 496"/>
              <a:gd name="T4" fmla="*/ 193 w 299"/>
              <a:gd name="T5" fmla="*/ 70 h 496"/>
              <a:gd name="T6" fmla="*/ 128 w 299"/>
              <a:gd name="T7" fmla="*/ 88 h 496"/>
              <a:gd name="T8" fmla="*/ 28 w 299"/>
              <a:gd name="T9" fmla="*/ 136 h 496"/>
              <a:gd name="T10" fmla="*/ 2 w 299"/>
              <a:gd name="T11" fmla="*/ 255 h 496"/>
              <a:gd name="T12" fmla="*/ 14 w 299"/>
              <a:gd name="T13" fmla="*/ 273 h 496"/>
              <a:gd name="T14" fmla="*/ 32 w 299"/>
              <a:gd name="T15" fmla="*/ 262 h 496"/>
              <a:gd name="T16" fmla="*/ 57 w 299"/>
              <a:gd name="T17" fmla="*/ 186 h 496"/>
              <a:gd name="T18" fmla="*/ 46 w 299"/>
              <a:gd name="T19" fmla="*/ 264 h 496"/>
              <a:gd name="T20" fmla="*/ 32 w 299"/>
              <a:gd name="T21" fmla="*/ 470 h 496"/>
              <a:gd name="T22" fmla="*/ 49 w 299"/>
              <a:gd name="T23" fmla="*/ 492 h 496"/>
              <a:gd name="T24" fmla="*/ 71 w 299"/>
              <a:gd name="T25" fmla="*/ 474 h 496"/>
              <a:gd name="T26" fmla="*/ 100 w 299"/>
              <a:gd name="T27" fmla="*/ 298 h 496"/>
              <a:gd name="T28" fmla="*/ 103 w 299"/>
              <a:gd name="T29" fmla="*/ 369 h 496"/>
              <a:gd name="T30" fmla="*/ 107 w 299"/>
              <a:gd name="T31" fmla="*/ 477 h 496"/>
              <a:gd name="T32" fmla="*/ 127 w 299"/>
              <a:gd name="T33" fmla="*/ 496 h 496"/>
              <a:gd name="T34" fmla="*/ 147 w 299"/>
              <a:gd name="T35" fmla="*/ 477 h 496"/>
              <a:gd name="T36" fmla="*/ 155 w 299"/>
              <a:gd name="T37" fmla="*/ 263 h 496"/>
              <a:gd name="T38" fmla="*/ 170 w 299"/>
              <a:gd name="T39" fmla="*/ 174 h 496"/>
              <a:gd name="T40" fmla="*/ 188 w 299"/>
              <a:gd name="T41" fmla="*/ 145 h 496"/>
              <a:gd name="T42" fmla="*/ 293 w 299"/>
              <a:gd name="T43" fmla="*/ 27 h 496"/>
              <a:gd name="T44" fmla="*/ 293 w 299"/>
              <a:gd name="T45" fmla="*/ 6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99" h="496">
                <a:moveTo>
                  <a:pt x="293" y="6"/>
                </a:moveTo>
                <a:cubicBezTo>
                  <a:pt x="287" y="0"/>
                  <a:pt x="277" y="0"/>
                  <a:pt x="271" y="6"/>
                </a:cubicBezTo>
                <a:cubicBezTo>
                  <a:pt x="271" y="6"/>
                  <a:pt x="203" y="62"/>
                  <a:pt x="193" y="70"/>
                </a:cubicBezTo>
                <a:cubicBezTo>
                  <a:pt x="183" y="78"/>
                  <a:pt x="165" y="94"/>
                  <a:pt x="128" y="88"/>
                </a:cubicBezTo>
                <a:cubicBezTo>
                  <a:pt x="101" y="84"/>
                  <a:pt x="40" y="84"/>
                  <a:pt x="28" y="136"/>
                </a:cubicBezTo>
                <a:cubicBezTo>
                  <a:pt x="2" y="255"/>
                  <a:pt x="2" y="255"/>
                  <a:pt x="2" y="255"/>
                </a:cubicBezTo>
                <a:cubicBezTo>
                  <a:pt x="0" y="263"/>
                  <a:pt x="6" y="271"/>
                  <a:pt x="14" y="273"/>
                </a:cubicBezTo>
                <a:cubicBezTo>
                  <a:pt x="22" y="275"/>
                  <a:pt x="30" y="270"/>
                  <a:pt x="32" y="262"/>
                </a:cubicBezTo>
                <a:cubicBezTo>
                  <a:pt x="57" y="186"/>
                  <a:pt x="57" y="186"/>
                  <a:pt x="57" y="186"/>
                </a:cubicBezTo>
                <a:cubicBezTo>
                  <a:pt x="46" y="264"/>
                  <a:pt x="46" y="264"/>
                  <a:pt x="46" y="264"/>
                </a:cubicBezTo>
                <a:cubicBezTo>
                  <a:pt x="32" y="470"/>
                  <a:pt x="32" y="470"/>
                  <a:pt x="32" y="470"/>
                </a:cubicBezTo>
                <a:cubicBezTo>
                  <a:pt x="31" y="480"/>
                  <a:pt x="39" y="491"/>
                  <a:pt x="49" y="492"/>
                </a:cubicBezTo>
                <a:cubicBezTo>
                  <a:pt x="60" y="493"/>
                  <a:pt x="70" y="485"/>
                  <a:pt x="71" y="474"/>
                </a:cubicBezTo>
                <a:cubicBezTo>
                  <a:pt x="100" y="298"/>
                  <a:pt x="100" y="298"/>
                  <a:pt x="100" y="298"/>
                </a:cubicBezTo>
                <a:cubicBezTo>
                  <a:pt x="103" y="369"/>
                  <a:pt x="103" y="369"/>
                  <a:pt x="103" y="369"/>
                </a:cubicBezTo>
                <a:cubicBezTo>
                  <a:pt x="107" y="477"/>
                  <a:pt x="107" y="477"/>
                  <a:pt x="107" y="477"/>
                </a:cubicBezTo>
                <a:cubicBezTo>
                  <a:pt x="107" y="487"/>
                  <a:pt x="116" y="496"/>
                  <a:pt x="127" y="496"/>
                </a:cubicBezTo>
                <a:cubicBezTo>
                  <a:pt x="138" y="496"/>
                  <a:pt x="147" y="487"/>
                  <a:pt x="147" y="477"/>
                </a:cubicBezTo>
                <a:cubicBezTo>
                  <a:pt x="147" y="477"/>
                  <a:pt x="151" y="358"/>
                  <a:pt x="155" y="263"/>
                </a:cubicBezTo>
                <a:cubicBezTo>
                  <a:pt x="157" y="209"/>
                  <a:pt x="165" y="186"/>
                  <a:pt x="170" y="174"/>
                </a:cubicBezTo>
                <a:cubicBezTo>
                  <a:pt x="173" y="166"/>
                  <a:pt x="182" y="152"/>
                  <a:pt x="188" y="145"/>
                </a:cubicBezTo>
                <a:cubicBezTo>
                  <a:pt x="191" y="141"/>
                  <a:pt x="293" y="27"/>
                  <a:pt x="293" y="27"/>
                </a:cubicBezTo>
                <a:cubicBezTo>
                  <a:pt x="299" y="22"/>
                  <a:pt x="299" y="12"/>
                  <a:pt x="293" y="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/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685800">
              <a:defRPr/>
            </a:pPr>
            <a:endParaRPr lang="zh-CN" altLang="en-US" sz="1350" kern="0">
              <a:solidFill>
                <a:srgbClr val="000000"/>
              </a:solidFill>
              <a:latin typeface="Segoe UI Light"/>
              <a:ea typeface="思源黑体 CN Light"/>
            </a:endParaRPr>
          </a:p>
        </p:txBody>
      </p:sp>
      <p:grpSp>
        <p:nvGrpSpPr>
          <p:cNvPr id="144" name="组合 143"/>
          <p:cNvGrpSpPr/>
          <p:nvPr/>
        </p:nvGrpSpPr>
        <p:grpSpPr>
          <a:xfrm rot="1374677">
            <a:off x="6479438" y="2079558"/>
            <a:ext cx="2453367" cy="2324207"/>
            <a:chOff x="3412561" y="2680791"/>
            <a:chExt cx="2468709" cy="2338741"/>
          </a:xfrm>
        </p:grpSpPr>
        <p:sp>
          <p:nvSpPr>
            <p:cNvPr id="145" name="Freeform 5">
              <a:extLst/>
            </p:cNvPr>
            <p:cNvSpPr>
              <a:spLocks/>
            </p:cNvSpPr>
            <p:nvPr/>
          </p:nvSpPr>
          <p:spPr bwMode="auto">
            <a:xfrm>
              <a:off x="3439523" y="3923096"/>
              <a:ext cx="549601" cy="529552"/>
            </a:xfrm>
            <a:custGeom>
              <a:avLst/>
              <a:gdLst>
                <a:gd name="T0" fmla="*/ 60 w 120"/>
                <a:gd name="T1" fmla="*/ 116 h 116"/>
                <a:gd name="T2" fmla="*/ 0 w 120"/>
                <a:gd name="T3" fmla="*/ 58 h 116"/>
                <a:gd name="T4" fmla="*/ 60 w 120"/>
                <a:gd name="T5" fmla="*/ 0 h 116"/>
                <a:gd name="T6" fmla="*/ 120 w 120"/>
                <a:gd name="T7" fmla="*/ 58 h 116"/>
                <a:gd name="T8" fmla="*/ 60 w 120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16">
                  <a:moveTo>
                    <a:pt x="60" y="116"/>
                  </a:moveTo>
                  <a:cubicBezTo>
                    <a:pt x="27" y="116"/>
                    <a:pt x="0" y="90"/>
                    <a:pt x="0" y="58"/>
                  </a:cubicBezTo>
                  <a:cubicBezTo>
                    <a:pt x="0" y="33"/>
                    <a:pt x="6" y="0"/>
                    <a:pt x="60" y="0"/>
                  </a:cubicBezTo>
                  <a:cubicBezTo>
                    <a:pt x="114" y="0"/>
                    <a:pt x="120" y="33"/>
                    <a:pt x="120" y="58"/>
                  </a:cubicBezTo>
                  <a:cubicBezTo>
                    <a:pt x="120" y="90"/>
                    <a:pt x="93" y="116"/>
                    <a:pt x="60" y="116"/>
                  </a:cubicBez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46" name="Freeform 6">
              <a:extLst/>
            </p:cNvPr>
            <p:cNvSpPr>
              <a:spLocks noEditPoints="1"/>
            </p:cNvSpPr>
            <p:nvPr/>
          </p:nvSpPr>
          <p:spPr bwMode="auto">
            <a:xfrm>
              <a:off x="3412561" y="3895443"/>
              <a:ext cx="604215" cy="584858"/>
            </a:xfrm>
            <a:custGeom>
              <a:avLst/>
              <a:gdLst>
                <a:gd name="T0" fmla="*/ 66 w 132"/>
                <a:gd name="T1" fmla="*/ 12 h 128"/>
                <a:gd name="T2" fmla="*/ 120 w 132"/>
                <a:gd name="T3" fmla="*/ 64 h 128"/>
                <a:gd name="T4" fmla="*/ 66 w 132"/>
                <a:gd name="T5" fmla="*/ 116 h 128"/>
                <a:gd name="T6" fmla="*/ 12 w 132"/>
                <a:gd name="T7" fmla="*/ 64 h 128"/>
                <a:gd name="T8" fmla="*/ 66 w 132"/>
                <a:gd name="T9" fmla="*/ 12 h 128"/>
                <a:gd name="T10" fmla="*/ 66 w 132"/>
                <a:gd name="T11" fmla="*/ 0 h 128"/>
                <a:gd name="T12" fmla="*/ 0 w 132"/>
                <a:gd name="T13" fmla="*/ 64 h 128"/>
                <a:gd name="T14" fmla="*/ 66 w 132"/>
                <a:gd name="T15" fmla="*/ 128 h 128"/>
                <a:gd name="T16" fmla="*/ 132 w 132"/>
                <a:gd name="T17" fmla="*/ 64 h 128"/>
                <a:gd name="T18" fmla="*/ 66 w 132"/>
                <a:gd name="T1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28">
                  <a:moveTo>
                    <a:pt x="66" y="12"/>
                  </a:moveTo>
                  <a:cubicBezTo>
                    <a:pt x="110" y="12"/>
                    <a:pt x="120" y="35"/>
                    <a:pt x="120" y="64"/>
                  </a:cubicBezTo>
                  <a:cubicBezTo>
                    <a:pt x="120" y="93"/>
                    <a:pt x="96" y="116"/>
                    <a:pt x="66" y="116"/>
                  </a:cubicBezTo>
                  <a:cubicBezTo>
                    <a:pt x="36" y="116"/>
                    <a:pt x="12" y="93"/>
                    <a:pt x="12" y="64"/>
                  </a:cubicBezTo>
                  <a:cubicBezTo>
                    <a:pt x="12" y="35"/>
                    <a:pt x="21" y="12"/>
                    <a:pt x="66" y="12"/>
                  </a:cubicBezTo>
                  <a:moveTo>
                    <a:pt x="66" y="0"/>
                  </a:moveTo>
                  <a:cubicBezTo>
                    <a:pt x="21" y="0"/>
                    <a:pt x="0" y="21"/>
                    <a:pt x="0" y="64"/>
                  </a:cubicBezTo>
                  <a:cubicBezTo>
                    <a:pt x="0" y="99"/>
                    <a:pt x="29" y="128"/>
                    <a:pt x="66" y="128"/>
                  </a:cubicBezTo>
                  <a:cubicBezTo>
                    <a:pt x="102" y="128"/>
                    <a:pt x="132" y="99"/>
                    <a:pt x="132" y="64"/>
                  </a:cubicBezTo>
                  <a:cubicBezTo>
                    <a:pt x="132" y="21"/>
                    <a:pt x="110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47" name="Freeform 7">
              <a:extLst/>
            </p:cNvPr>
            <p:cNvSpPr>
              <a:spLocks/>
            </p:cNvSpPr>
            <p:nvPr/>
          </p:nvSpPr>
          <p:spPr bwMode="auto">
            <a:xfrm>
              <a:off x="3522481" y="4142245"/>
              <a:ext cx="187348" cy="169374"/>
            </a:xfrm>
            <a:custGeom>
              <a:avLst/>
              <a:gdLst>
                <a:gd name="T0" fmla="*/ 21 w 41"/>
                <a:gd name="T1" fmla="*/ 37 h 37"/>
                <a:gd name="T2" fmla="*/ 17 w 41"/>
                <a:gd name="T3" fmla="*/ 33 h 37"/>
                <a:gd name="T4" fmla="*/ 21 w 41"/>
                <a:gd name="T5" fmla="*/ 29 h 37"/>
                <a:gd name="T6" fmla="*/ 32 w 41"/>
                <a:gd name="T7" fmla="*/ 25 h 37"/>
                <a:gd name="T8" fmla="*/ 31 w 41"/>
                <a:gd name="T9" fmla="*/ 22 h 37"/>
                <a:gd name="T10" fmla="*/ 4 w 41"/>
                <a:gd name="T11" fmla="*/ 8 h 37"/>
                <a:gd name="T12" fmla="*/ 0 w 41"/>
                <a:gd name="T13" fmla="*/ 3 h 37"/>
                <a:gd name="T14" fmla="*/ 5 w 41"/>
                <a:gd name="T15" fmla="*/ 0 h 37"/>
                <a:gd name="T16" fmla="*/ 38 w 41"/>
                <a:gd name="T17" fmla="*/ 18 h 37"/>
                <a:gd name="T18" fmla="*/ 39 w 41"/>
                <a:gd name="T19" fmla="*/ 29 h 37"/>
                <a:gd name="T20" fmla="*/ 21 w 41"/>
                <a:gd name="T21" fmla="*/ 37 h 37"/>
                <a:gd name="T22" fmla="*/ 21 w 41"/>
                <a:gd name="T2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37">
                  <a:moveTo>
                    <a:pt x="21" y="37"/>
                  </a:moveTo>
                  <a:cubicBezTo>
                    <a:pt x="19" y="37"/>
                    <a:pt x="17" y="35"/>
                    <a:pt x="17" y="33"/>
                  </a:cubicBezTo>
                  <a:cubicBezTo>
                    <a:pt x="17" y="31"/>
                    <a:pt x="18" y="29"/>
                    <a:pt x="21" y="29"/>
                  </a:cubicBezTo>
                  <a:cubicBezTo>
                    <a:pt x="25" y="29"/>
                    <a:pt x="31" y="27"/>
                    <a:pt x="32" y="25"/>
                  </a:cubicBezTo>
                  <a:cubicBezTo>
                    <a:pt x="32" y="24"/>
                    <a:pt x="32" y="23"/>
                    <a:pt x="31" y="22"/>
                  </a:cubicBezTo>
                  <a:cubicBezTo>
                    <a:pt x="27" y="14"/>
                    <a:pt x="10" y="9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31" y="5"/>
                    <a:pt x="38" y="18"/>
                  </a:cubicBezTo>
                  <a:cubicBezTo>
                    <a:pt x="41" y="23"/>
                    <a:pt x="40" y="27"/>
                    <a:pt x="39" y="29"/>
                  </a:cubicBezTo>
                  <a:cubicBezTo>
                    <a:pt x="35" y="36"/>
                    <a:pt x="23" y="37"/>
                    <a:pt x="21" y="37"/>
                  </a:cubicBezTo>
                  <a:cubicBezTo>
                    <a:pt x="21" y="37"/>
                    <a:pt x="21" y="37"/>
                    <a:pt x="21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48" name="Freeform 8">
              <a:extLst/>
            </p:cNvPr>
            <p:cNvSpPr>
              <a:spLocks/>
            </p:cNvSpPr>
            <p:nvPr/>
          </p:nvSpPr>
          <p:spPr bwMode="auto">
            <a:xfrm>
              <a:off x="5304017" y="3923096"/>
              <a:ext cx="549601" cy="529552"/>
            </a:xfrm>
            <a:custGeom>
              <a:avLst/>
              <a:gdLst>
                <a:gd name="T0" fmla="*/ 60 w 120"/>
                <a:gd name="T1" fmla="*/ 116 h 116"/>
                <a:gd name="T2" fmla="*/ 0 w 120"/>
                <a:gd name="T3" fmla="*/ 58 h 116"/>
                <a:gd name="T4" fmla="*/ 60 w 120"/>
                <a:gd name="T5" fmla="*/ 0 h 116"/>
                <a:gd name="T6" fmla="*/ 120 w 120"/>
                <a:gd name="T7" fmla="*/ 58 h 116"/>
                <a:gd name="T8" fmla="*/ 60 w 120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16">
                  <a:moveTo>
                    <a:pt x="60" y="116"/>
                  </a:moveTo>
                  <a:cubicBezTo>
                    <a:pt x="27" y="116"/>
                    <a:pt x="0" y="90"/>
                    <a:pt x="0" y="58"/>
                  </a:cubicBezTo>
                  <a:cubicBezTo>
                    <a:pt x="0" y="33"/>
                    <a:pt x="7" y="0"/>
                    <a:pt x="60" y="0"/>
                  </a:cubicBezTo>
                  <a:cubicBezTo>
                    <a:pt x="114" y="0"/>
                    <a:pt x="120" y="33"/>
                    <a:pt x="120" y="58"/>
                  </a:cubicBezTo>
                  <a:cubicBezTo>
                    <a:pt x="120" y="90"/>
                    <a:pt x="93" y="116"/>
                    <a:pt x="60" y="116"/>
                  </a:cubicBez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49" name="Freeform 9">
              <a:extLst/>
            </p:cNvPr>
            <p:cNvSpPr>
              <a:spLocks noEditPoints="1"/>
            </p:cNvSpPr>
            <p:nvPr/>
          </p:nvSpPr>
          <p:spPr bwMode="auto">
            <a:xfrm>
              <a:off x="5276364" y="3895443"/>
              <a:ext cx="604906" cy="584858"/>
            </a:xfrm>
            <a:custGeom>
              <a:avLst/>
              <a:gdLst>
                <a:gd name="T0" fmla="*/ 66 w 132"/>
                <a:gd name="T1" fmla="*/ 12 h 128"/>
                <a:gd name="T2" fmla="*/ 120 w 132"/>
                <a:gd name="T3" fmla="*/ 64 h 128"/>
                <a:gd name="T4" fmla="*/ 66 w 132"/>
                <a:gd name="T5" fmla="*/ 116 h 128"/>
                <a:gd name="T6" fmla="*/ 12 w 132"/>
                <a:gd name="T7" fmla="*/ 64 h 128"/>
                <a:gd name="T8" fmla="*/ 66 w 132"/>
                <a:gd name="T9" fmla="*/ 12 h 128"/>
                <a:gd name="T10" fmla="*/ 66 w 132"/>
                <a:gd name="T11" fmla="*/ 0 h 128"/>
                <a:gd name="T12" fmla="*/ 0 w 132"/>
                <a:gd name="T13" fmla="*/ 64 h 128"/>
                <a:gd name="T14" fmla="*/ 66 w 132"/>
                <a:gd name="T15" fmla="*/ 128 h 128"/>
                <a:gd name="T16" fmla="*/ 132 w 132"/>
                <a:gd name="T17" fmla="*/ 64 h 128"/>
                <a:gd name="T18" fmla="*/ 66 w 132"/>
                <a:gd name="T1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28">
                  <a:moveTo>
                    <a:pt x="66" y="12"/>
                  </a:moveTo>
                  <a:cubicBezTo>
                    <a:pt x="111" y="12"/>
                    <a:pt x="120" y="35"/>
                    <a:pt x="120" y="64"/>
                  </a:cubicBezTo>
                  <a:cubicBezTo>
                    <a:pt x="120" y="93"/>
                    <a:pt x="96" y="116"/>
                    <a:pt x="66" y="116"/>
                  </a:cubicBezTo>
                  <a:cubicBezTo>
                    <a:pt x="36" y="116"/>
                    <a:pt x="12" y="93"/>
                    <a:pt x="12" y="64"/>
                  </a:cubicBezTo>
                  <a:cubicBezTo>
                    <a:pt x="12" y="35"/>
                    <a:pt x="22" y="12"/>
                    <a:pt x="66" y="12"/>
                  </a:cubicBezTo>
                  <a:moveTo>
                    <a:pt x="66" y="0"/>
                  </a:moveTo>
                  <a:cubicBezTo>
                    <a:pt x="22" y="0"/>
                    <a:pt x="0" y="21"/>
                    <a:pt x="0" y="64"/>
                  </a:cubicBezTo>
                  <a:cubicBezTo>
                    <a:pt x="0" y="99"/>
                    <a:pt x="30" y="128"/>
                    <a:pt x="66" y="128"/>
                  </a:cubicBezTo>
                  <a:cubicBezTo>
                    <a:pt x="103" y="128"/>
                    <a:pt x="132" y="99"/>
                    <a:pt x="132" y="64"/>
                  </a:cubicBezTo>
                  <a:cubicBezTo>
                    <a:pt x="132" y="21"/>
                    <a:pt x="111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0" name="Freeform 10">
              <a:extLst/>
            </p:cNvPr>
            <p:cNvSpPr>
              <a:spLocks/>
            </p:cNvSpPr>
            <p:nvPr/>
          </p:nvSpPr>
          <p:spPr bwMode="auto">
            <a:xfrm>
              <a:off x="5583310" y="4142245"/>
              <a:ext cx="188039" cy="169374"/>
            </a:xfrm>
            <a:custGeom>
              <a:avLst/>
              <a:gdLst>
                <a:gd name="T0" fmla="*/ 20 w 41"/>
                <a:gd name="T1" fmla="*/ 37 h 37"/>
                <a:gd name="T2" fmla="*/ 20 w 41"/>
                <a:gd name="T3" fmla="*/ 37 h 37"/>
                <a:gd name="T4" fmla="*/ 2 w 41"/>
                <a:gd name="T5" fmla="*/ 29 h 37"/>
                <a:gd name="T6" fmla="*/ 3 w 41"/>
                <a:gd name="T7" fmla="*/ 18 h 37"/>
                <a:gd name="T8" fmla="*/ 36 w 41"/>
                <a:gd name="T9" fmla="*/ 0 h 37"/>
                <a:gd name="T10" fmla="*/ 41 w 41"/>
                <a:gd name="T11" fmla="*/ 3 h 37"/>
                <a:gd name="T12" fmla="*/ 38 w 41"/>
                <a:gd name="T13" fmla="*/ 8 h 37"/>
                <a:gd name="T14" fmla="*/ 10 w 41"/>
                <a:gd name="T15" fmla="*/ 22 h 37"/>
                <a:gd name="T16" fmla="*/ 9 w 41"/>
                <a:gd name="T17" fmla="*/ 25 h 37"/>
                <a:gd name="T18" fmla="*/ 20 w 41"/>
                <a:gd name="T19" fmla="*/ 29 h 37"/>
                <a:gd name="T20" fmla="*/ 24 w 41"/>
                <a:gd name="T21" fmla="*/ 33 h 37"/>
                <a:gd name="T22" fmla="*/ 20 w 41"/>
                <a:gd name="T2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37">
                  <a:moveTo>
                    <a:pt x="20" y="37"/>
                  </a:moveTo>
                  <a:cubicBezTo>
                    <a:pt x="20" y="37"/>
                    <a:pt x="20" y="37"/>
                    <a:pt x="20" y="37"/>
                  </a:cubicBezTo>
                  <a:cubicBezTo>
                    <a:pt x="18" y="37"/>
                    <a:pt x="6" y="36"/>
                    <a:pt x="2" y="29"/>
                  </a:cubicBezTo>
                  <a:cubicBezTo>
                    <a:pt x="1" y="27"/>
                    <a:pt x="0" y="23"/>
                    <a:pt x="3" y="18"/>
                  </a:cubicBezTo>
                  <a:cubicBezTo>
                    <a:pt x="10" y="5"/>
                    <a:pt x="33" y="1"/>
                    <a:pt x="36" y="0"/>
                  </a:cubicBezTo>
                  <a:cubicBezTo>
                    <a:pt x="38" y="0"/>
                    <a:pt x="40" y="1"/>
                    <a:pt x="41" y="3"/>
                  </a:cubicBezTo>
                  <a:cubicBezTo>
                    <a:pt x="41" y="5"/>
                    <a:pt x="40" y="7"/>
                    <a:pt x="38" y="8"/>
                  </a:cubicBezTo>
                  <a:cubicBezTo>
                    <a:pt x="31" y="9"/>
                    <a:pt x="14" y="14"/>
                    <a:pt x="10" y="22"/>
                  </a:cubicBezTo>
                  <a:cubicBezTo>
                    <a:pt x="9" y="23"/>
                    <a:pt x="9" y="24"/>
                    <a:pt x="9" y="25"/>
                  </a:cubicBezTo>
                  <a:cubicBezTo>
                    <a:pt x="10" y="27"/>
                    <a:pt x="17" y="29"/>
                    <a:pt x="20" y="29"/>
                  </a:cubicBezTo>
                  <a:cubicBezTo>
                    <a:pt x="23" y="29"/>
                    <a:pt x="24" y="31"/>
                    <a:pt x="24" y="33"/>
                  </a:cubicBezTo>
                  <a:cubicBezTo>
                    <a:pt x="24" y="35"/>
                    <a:pt x="22" y="37"/>
                    <a:pt x="20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1" name="Freeform 11">
              <a:extLst/>
            </p:cNvPr>
            <p:cNvSpPr>
              <a:spLocks/>
            </p:cNvSpPr>
            <p:nvPr/>
          </p:nvSpPr>
          <p:spPr bwMode="auto">
            <a:xfrm>
              <a:off x="3586083" y="2716740"/>
              <a:ext cx="2116826" cy="2275139"/>
            </a:xfrm>
            <a:custGeom>
              <a:avLst/>
              <a:gdLst>
                <a:gd name="T0" fmla="*/ 231 w 462"/>
                <a:gd name="T1" fmla="*/ 498 h 498"/>
                <a:gd name="T2" fmla="*/ 67 w 462"/>
                <a:gd name="T3" fmla="*/ 435 h 498"/>
                <a:gd name="T4" fmla="*/ 11 w 462"/>
                <a:gd name="T5" fmla="*/ 187 h 498"/>
                <a:gd name="T6" fmla="*/ 228 w 462"/>
                <a:gd name="T7" fmla="*/ 0 h 498"/>
                <a:gd name="T8" fmla="*/ 231 w 462"/>
                <a:gd name="T9" fmla="*/ 0 h 498"/>
                <a:gd name="T10" fmla="*/ 234 w 462"/>
                <a:gd name="T11" fmla="*/ 0 h 498"/>
                <a:gd name="T12" fmla="*/ 451 w 462"/>
                <a:gd name="T13" fmla="*/ 187 h 498"/>
                <a:gd name="T14" fmla="*/ 395 w 462"/>
                <a:gd name="T15" fmla="*/ 435 h 498"/>
                <a:gd name="T16" fmla="*/ 231 w 462"/>
                <a:gd name="T17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2" h="498">
                  <a:moveTo>
                    <a:pt x="231" y="498"/>
                  </a:moveTo>
                  <a:cubicBezTo>
                    <a:pt x="160" y="498"/>
                    <a:pt x="105" y="477"/>
                    <a:pt x="67" y="435"/>
                  </a:cubicBezTo>
                  <a:cubicBezTo>
                    <a:pt x="19" y="382"/>
                    <a:pt x="0" y="298"/>
                    <a:pt x="11" y="187"/>
                  </a:cubicBezTo>
                  <a:cubicBezTo>
                    <a:pt x="29" y="5"/>
                    <a:pt x="208" y="0"/>
                    <a:pt x="228" y="0"/>
                  </a:cubicBezTo>
                  <a:cubicBezTo>
                    <a:pt x="230" y="0"/>
                    <a:pt x="231" y="0"/>
                    <a:pt x="231" y="0"/>
                  </a:cubicBezTo>
                  <a:cubicBezTo>
                    <a:pt x="231" y="0"/>
                    <a:pt x="232" y="0"/>
                    <a:pt x="234" y="0"/>
                  </a:cubicBezTo>
                  <a:cubicBezTo>
                    <a:pt x="254" y="0"/>
                    <a:pt x="433" y="5"/>
                    <a:pt x="451" y="187"/>
                  </a:cubicBezTo>
                  <a:cubicBezTo>
                    <a:pt x="462" y="298"/>
                    <a:pt x="443" y="382"/>
                    <a:pt x="395" y="435"/>
                  </a:cubicBezTo>
                  <a:cubicBezTo>
                    <a:pt x="357" y="477"/>
                    <a:pt x="302" y="498"/>
                    <a:pt x="231" y="498"/>
                  </a:cubicBez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2" name="Freeform 12">
              <a:extLst/>
            </p:cNvPr>
            <p:cNvSpPr>
              <a:spLocks noEditPoints="1"/>
            </p:cNvSpPr>
            <p:nvPr/>
          </p:nvSpPr>
          <p:spPr bwMode="auto">
            <a:xfrm>
              <a:off x="3559121" y="2689778"/>
              <a:ext cx="2170749" cy="2329754"/>
            </a:xfrm>
            <a:custGeom>
              <a:avLst/>
              <a:gdLst>
                <a:gd name="T0" fmla="*/ 240 w 474"/>
                <a:gd name="T1" fmla="*/ 12 h 510"/>
                <a:gd name="T2" fmla="*/ 451 w 474"/>
                <a:gd name="T3" fmla="*/ 193 h 510"/>
                <a:gd name="T4" fmla="*/ 237 w 474"/>
                <a:gd name="T5" fmla="*/ 498 h 510"/>
                <a:gd name="T6" fmla="*/ 23 w 474"/>
                <a:gd name="T7" fmla="*/ 193 h 510"/>
                <a:gd name="T8" fmla="*/ 234 w 474"/>
                <a:gd name="T9" fmla="*/ 12 h 510"/>
                <a:gd name="T10" fmla="*/ 237 w 474"/>
                <a:gd name="T11" fmla="*/ 12 h 510"/>
                <a:gd name="T12" fmla="*/ 240 w 474"/>
                <a:gd name="T13" fmla="*/ 12 h 510"/>
                <a:gd name="T14" fmla="*/ 240 w 474"/>
                <a:gd name="T15" fmla="*/ 0 h 510"/>
                <a:gd name="T16" fmla="*/ 237 w 474"/>
                <a:gd name="T17" fmla="*/ 0 h 510"/>
                <a:gd name="T18" fmla="*/ 234 w 474"/>
                <a:gd name="T19" fmla="*/ 0 h 510"/>
                <a:gd name="T20" fmla="*/ 121 w 474"/>
                <a:gd name="T21" fmla="*/ 26 h 510"/>
                <a:gd name="T22" fmla="*/ 11 w 474"/>
                <a:gd name="T23" fmla="*/ 192 h 510"/>
                <a:gd name="T24" fmla="*/ 68 w 474"/>
                <a:gd name="T25" fmla="*/ 445 h 510"/>
                <a:gd name="T26" fmla="*/ 237 w 474"/>
                <a:gd name="T27" fmla="*/ 510 h 510"/>
                <a:gd name="T28" fmla="*/ 406 w 474"/>
                <a:gd name="T29" fmla="*/ 445 h 510"/>
                <a:gd name="T30" fmla="*/ 463 w 474"/>
                <a:gd name="T31" fmla="*/ 192 h 510"/>
                <a:gd name="T32" fmla="*/ 353 w 474"/>
                <a:gd name="T33" fmla="*/ 26 h 510"/>
                <a:gd name="T34" fmla="*/ 240 w 474"/>
                <a:gd name="T3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10">
                  <a:moveTo>
                    <a:pt x="240" y="12"/>
                  </a:moveTo>
                  <a:cubicBezTo>
                    <a:pt x="264" y="12"/>
                    <a:pt x="433" y="18"/>
                    <a:pt x="451" y="193"/>
                  </a:cubicBezTo>
                  <a:cubicBezTo>
                    <a:pt x="470" y="382"/>
                    <a:pt x="402" y="498"/>
                    <a:pt x="237" y="498"/>
                  </a:cubicBezTo>
                  <a:cubicBezTo>
                    <a:pt x="72" y="498"/>
                    <a:pt x="5" y="382"/>
                    <a:pt x="23" y="193"/>
                  </a:cubicBezTo>
                  <a:cubicBezTo>
                    <a:pt x="41" y="18"/>
                    <a:pt x="211" y="12"/>
                    <a:pt x="234" y="12"/>
                  </a:cubicBezTo>
                  <a:cubicBezTo>
                    <a:pt x="236" y="12"/>
                    <a:pt x="237" y="12"/>
                    <a:pt x="237" y="12"/>
                  </a:cubicBezTo>
                  <a:cubicBezTo>
                    <a:pt x="237" y="12"/>
                    <a:pt x="238" y="12"/>
                    <a:pt x="240" y="12"/>
                  </a:cubicBezTo>
                  <a:moveTo>
                    <a:pt x="240" y="0"/>
                  </a:moveTo>
                  <a:cubicBezTo>
                    <a:pt x="238" y="0"/>
                    <a:pt x="238" y="0"/>
                    <a:pt x="237" y="0"/>
                  </a:cubicBezTo>
                  <a:cubicBezTo>
                    <a:pt x="237" y="0"/>
                    <a:pt x="236" y="0"/>
                    <a:pt x="234" y="0"/>
                  </a:cubicBezTo>
                  <a:cubicBezTo>
                    <a:pt x="220" y="0"/>
                    <a:pt x="171" y="2"/>
                    <a:pt x="121" y="26"/>
                  </a:cubicBezTo>
                  <a:cubicBezTo>
                    <a:pt x="57" y="58"/>
                    <a:pt x="19" y="115"/>
                    <a:pt x="11" y="192"/>
                  </a:cubicBezTo>
                  <a:cubicBezTo>
                    <a:pt x="0" y="305"/>
                    <a:pt x="19" y="390"/>
                    <a:pt x="68" y="445"/>
                  </a:cubicBezTo>
                  <a:cubicBezTo>
                    <a:pt x="107" y="488"/>
                    <a:pt x="164" y="510"/>
                    <a:pt x="237" y="510"/>
                  </a:cubicBezTo>
                  <a:cubicBezTo>
                    <a:pt x="310" y="510"/>
                    <a:pt x="367" y="488"/>
                    <a:pt x="406" y="445"/>
                  </a:cubicBezTo>
                  <a:cubicBezTo>
                    <a:pt x="455" y="390"/>
                    <a:pt x="474" y="305"/>
                    <a:pt x="463" y="192"/>
                  </a:cubicBezTo>
                  <a:cubicBezTo>
                    <a:pt x="455" y="115"/>
                    <a:pt x="417" y="58"/>
                    <a:pt x="353" y="26"/>
                  </a:cubicBezTo>
                  <a:cubicBezTo>
                    <a:pt x="304" y="2"/>
                    <a:pt x="254" y="0"/>
                    <a:pt x="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3" name="Freeform 13">
              <a:extLst/>
            </p:cNvPr>
            <p:cNvSpPr>
              <a:spLocks/>
            </p:cNvSpPr>
            <p:nvPr/>
          </p:nvSpPr>
          <p:spPr bwMode="auto">
            <a:xfrm>
              <a:off x="3618575" y="2707753"/>
              <a:ext cx="2051842" cy="1338399"/>
            </a:xfrm>
            <a:custGeom>
              <a:avLst/>
              <a:gdLst>
                <a:gd name="T0" fmla="*/ 437 w 448"/>
                <a:gd name="T1" fmla="*/ 290 h 293"/>
                <a:gd name="T2" fmla="*/ 382 w 448"/>
                <a:gd name="T3" fmla="*/ 159 h 293"/>
                <a:gd name="T4" fmla="*/ 224 w 448"/>
                <a:gd name="T5" fmla="*/ 175 h 293"/>
                <a:gd name="T6" fmla="*/ 66 w 448"/>
                <a:gd name="T7" fmla="*/ 159 h 293"/>
                <a:gd name="T8" fmla="*/ 11 w 448"/>
                <a:gd name="T9" fmla="*/ 290 h 293"/>
                <a:gd name="T10" fmla="*/ 3 w 448"/>
                <a:gd name="T11" fmla="*/ 293 h 293"/>
                <a:gd name="T12" fmla="*/ 3 w 448"/>
                <a:gd name="T13" fmla="*/ 285 h 293"/>
                <a:gd name="T14" fmla="*/ 4 w 448"/>
                <a:gd name="T15" fmla="*/ 189 h 293"/>
                <a:gd name="T16" fmla="*/ 221 w 448"/>
                <a:gd name="T17" fmla="*/ 2 h 293"/>
                <a:gd name="T18" fmla="*/ 224 w 448"/>
                <a:gd name="T19" fmla="*/ 2 h 293"/>
                <a:gd name="T20" fmla="*/ 227 w 448"/>
                <a:gd name="T21" fmla="*/ 2 h 293"/>
                <a:gd name="T22" fmla="*/ 313 w 448"/>
                <a:gd name="T23" fmla="*/ 17 h 293"/>
                <a:gd name="T24" fmla="*/ 335 w 448"/>
                <a:gd name="T25" fmla="*/ 0 h 293"/>
                <a:gd name="T26" fmla="*/ 344 w 448"/>
                <a:gd name="T27" fmla="*/ 2 h 293"/>
                <a:gd name="T28" fmla="*/ 359 w 448"/>
                <a:gd name="T29" fmla="*/ 17 h 293"/>
                <a:gd name="T30" fmla="*/ 360 w 448"/>
                <a:gd name="T31" fmla="*/ 31 h 293"/>
                <a:gd name="T32" fmla="*/ 366 w 448"/>
                <a:gd name="T33" fmla="*/ 30 h 293"/>
                <a:gd name="T34" fmla="*/ 386 w 448"/>
                <a:gd name="T35" fmla="*/ 37 h 293"/>
                <a:gd name="T36" fmla="*/ 393 w 448"/>
                <a:gd name="T37" fmla="*/ 69 h 293"/>
                <a:gd name="T38" fmla="*/ 444 w 448"/>
                <a:gd name="T39" fmla="*/ 189 h 293"/>
                <a:gd name="T40" fmla="*/ 445 w 448"/>
                <a:gd name="T41" fmla="*/ 285 h 293"/>
                <a:gd name="T42" fmla="*/ 445 w 448"/>
                <a:gd name="T43" fmla="*/ 293 h 293"/>
                <a:gd name="T44" fmla="*/ 437 w 448"/>
                <a:gd name="T45" fmla="*/ 29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8" h="293">
                  <a:moveTo>
                    <a:pt x="437" y="290"/>
                  </a:moveTo>
                  <a:cubicBezTo>
                    <a:pt x="426" y="286"/>
                    <a:pt x="390" y="223"/>
                    <a:pt x="382" y="159"/>
                  </a:cubicBezTo>
                  <a:cubicBezTo>
                    <a:pt x="360" y="163"/>
                    <a:pt x="286" y="175"/>
                    <a:pt x="224" y="175"/>
                  </a:cubicBezTo>
                  <a:cubicBezTo>
                    <a:pt x="162" y="175"/>
                    <a:pt x="88" y="163"/>
                    <a:pt x="66" y="159"/>
                  </a:cubicBezTo>
                  <a:cubicBezTo>
                    <a:pt x="58" y="223"/>
                    <a:pt x="22" y="286"/>
                    <a:pt x="11" y="290"/>
                  </a:cubicBezTo>
                  <a:cubicBezTo>
                    <a:pt x="3" y="293"/>
                    <a:pt x="3" y="293"/>
                    <a:pt x="3" y="293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0" y="255"/>
                    <a:pt x="1" y="223"/>
                    <a:pt x="4" y="189"/>
                  </a:cubicBezTo>
                  <a:cubicBezTo>
                    <a:pt x="22" y="7"/>
                    <a:pt x="201" y="2"/>
                    <a:pt x="221" y="2"/>
                  </a:cubicBezTo>
                  <a:cubicBezTo>
                    <a:pt x="223" y="2"/>
                    <a:pt x="224" y="2"/>
                    <a:pt x="224" y="2"/>
                  </a:cubicBezTo>
                  <a:cubicBezTo>
                    <a:pt x="224" y="2"/>
                    <a:pt x="225" y="2"/>
                    <a:pt x="227" y="2"/>
                  </a:cubicBezTo>
                  <a:cubicBezTo>
                    <a:pt x="237" y="2"/>
                    <a:pt x="273" y="3"/>
                    <a:pt x="313" y="17"/>
                  </a:cubicBezTo>
                  <a:cubicBezTo>
                    <a:pt x="317" y="9"/>
                    <a:pt x="324" y="0"/>
                    <a:pt x="335" y="0"/>
                  </a:cubicBezTo>
                  <a:cubicBezTo>
                    <a:pt x="338" y="0"/>
                    <a:pt x="341" y="1"/>
                    <a:pt x="344" y="2"/>
                  </a:cubicBezTo>
                  <a:cubicBezTo>
                    <a:pt x="351" y="5"/>
                    <a:pt x="356" y="10"/>
                    <a:pt x="359" y="17"/>
                  </a:cubicBezTo>
                  <a:cubicBezTo>
                    <a:pt x="360" y="21"/>
                    <a:pt x="361" y="26"/>
                    <a:pt x="360" y="31"/>
                  </a:cubicBezTo>
                  <a:cubicBezTo>
                    <a:pt x="362" y="30"/>
                    <a:pt x="364" y="30"/>
                    <a:pt x="366" y="30"/>
                  </a:cubicBezTo>
                  <a:cubicBezTo>
                    <a:pt x="373" y="30"/>
                    <a:pt x="380" y="33"/>
                    <a:pt x="386" y="37"/>
                  </a:cubicBezTo>
                  <a:cubicBezTo>
                    <a:pt x="397" y="45"/>
                    <a:pt x="396" y="59"/>
                    <a:pt x="393" y="69"/>
                  </a:cubicBezTo>
                  <a:cubicBezTo>
                    <a:pt x="422" y="99"/>
                    <a:pt x="439" y="140"/>
                    <a:pt x="444" y="189"/>
                  </a:cubicBezTo>
                  <a:cubicBezTo>
                    <a:pt x="447" y="223"/>
                    <a:pt x="448" y="255"/>
                    <a:pt x="445" y="285"/>
                  </a:cubicBezTo>
                  <a:cubicBezTo>
                    <a:pt x="445" y="293"/>
                    <a:pt x="445" y="293"/>
                    <a:pt x="445" y="293"/>
                  </a:cubicBezTo>
                  <a:lnTo>
                    <a:pt x="437" y="290"/>
                  </a:ln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4" name="Freeform 14">
              <a:extLst/>
            </p:cNvPr>
            <p:cNvSpPr>
              <a:spLocks noEditPoints="1"/>
            </p:cNvSpPr>
            <p:nvPr/>
          </p:nvSpPr>
          <p:spPr bwMode="auto">
            <a:xfrm>
              <a:off x="3590922" y="2680791"/>
              <a:ext cx="2107148" cy="1402000"/>
            </a:xfrm>
            <a:custGeom>
              <a:avLst/>
              <a:gdLst>
                <a:gd name="T0" fmla="*/ 341 w 460"/>
                <a:gd name="T1" fmla="*/ 12 h 307"/>
                <a:gd name="T2" fmla="*/ 348 w 460"/>
                <a:gd name="T3" fmla="*/ 14 h 307"/>
                <a:gd name="T4" fmla="*/ 356 w 460"/>
                <a:gd name="T5" fmla="*/ 48 h 307"/>
                <a:gd name="T6" fmla="*/ 372 w 460"/>
                <a:gd name="T7" fmla="*/ 42 h 307"/>
                <a:gd name="T8" fmla="*/ 389 w 460"/>
                <a:gd name="T9" fmla="*/ 48 h 307"/>
                <a:gd name="T10" fmla="*/ 392 w 460"/>
                <a:gd name="T11" fmla="*/ 76 h 307"/>
                <a:gd name="T12" fmla="*/ 392 w 460"/>
                <a:gd name="T13" fmla="*/ 76 h 307"/>
                <a:gd name="T14" fmla="*/ 444 w 460"/>
                <a:gd name="T15" fmla="*/ 195 h 307"/>
                <a:gd name="T16" fmla="*/ 445 w 460"/>
                <a:gd name="T17" fmla="*/ 290 h 307"/>
                <a:gd name="T18" fmla="*/ 393 w 460"/>
                <a:gd name="T19" fmla="*/ 158 h 307"/>
                <a:gd name="T20" fmla="*/ 230 w 460"/>
                <a:gd name="T21" fmla="*/ 175 h 307"/>
                <a:gd name="T22" fmla="*/ 67 w 460"/>
                <a:gd name="T23" fmla="*/ 158 h 307"/>
                <a:gd name="T24" fmla="*/ 15 w 460"/>
                <a:gd name="T25" fmla="*/ 290 h 307"/>
                <a:gd name="T26" fmla="*/ 16 w 460"/>
                <a:gd name="T27" fmla="*/ 195 h 307"/>
                <a:gd name="T28" fmla="*/ 227 w 460"/>
                <a:gd name="T29" fmla="*/ 14 h 307"/>
                <a:gd name="T30" fmla="*/ 230 w 460"/>
                <a:gd name="T31" fmla="*/ 14 h 307"/>
                <a:gd name="T32" fmla="*/ 233 w 460"/>
                <a:gd name="T33" fmla="*/ 14 h 307"/>
                <a:gd name="T34" fmla="*/ 323 w 460"/>
                <a:gd name="T35" fmla="*/ 31 h 307"/>
                <a:gd name="T36" fmla="*/ 341 w 460"/>
                <a:gd name="T37" fmla="*/ 12 h 307"/>
                <a:gd name="T38" fmla="*/ 341 w 460"/>
                <a:gd name="T39" fmla="*/ 0 h 307"/>
                <a:gd name="T40" fmla="*/ 341 w 460"/>
                <a:gd name="T41" fmla="*/ 0 h 307"/>
                <a:gd name="T42" fmla="*/ 316 w 460"/>
                <a:gd name="T43" fmla="*/ 16 h 307"/>
                <a:gd name="T44" fmla="*/ 233 w 460"/>
                <a:gd name="T45" fmla="*/ 2 h 307"/>
                <a:gd name="T46" fmla="*/ 230 w 460"/>
                <a:gd name="T47" fmla="*/ 2 h 307"/>
                <a:gd name="T48" fmla="*/ 227 w 460"/>
                <a:gd name="T49" fmla="*/ 2 h 307"/>
                <a:gd name="T50" fmla="*/ 114 w 460"/>
                <a:gd name="T51" fmla="*/ 28 h 307"/>
                <a:gd name="T52" fmla="*/ 4 w 460"/>
                <a:gd name="T53" fmla="*/ 194 h 307"/>
                <a:gd name="T54" fmla="*/ 3 w 460"/>
                <a:gd name="T55" fmla="*/ 291 h 307"/>
                <a:gd name="T56" fmla="*/ 4 w 460"/>
                <a:gd name="T57" fmla="*/ 307 h 307"/>
                <a:gd name="T58" fmla="*/ 19 w 460"/>
                <a:gd name="T59" fmla="*/ 302 h 307"/>
                <a:gd name="T60" fmla="*/ 52 w 460"/>
                <a:gd name="T61" fmla="*/ 253 h 307"/>
                <a:gd name="T62" fmla="*/ 77 w 460"/>
                <a:gd name="T63" fmla="*/ 172 h 307"/>
                <a:gd name="T64" fmla="*/ 230 w 460"/>
                <a:gd name="T65" fmla="*/ 187 h 307"/>
                <a:gd name="T66" fmla="*/ 383 w 460"/>
                <a:gd name="T67" fmla="*/ 172 h 307"/>
                <a:gd name="T68" fmla="*/ 408 w 460"/>
                <a:gd name="T69" fmla="*/ 253 h 307"/>
                <a:gd name="T70" fmla="*/ 441 w 460"/>
                <a:gd name="T71" fmla="*/ 302 h 307"/>
                <a:gd name="T72" fmla="*/ 456 w 460"/>
                <a:gd name="T73" fmla="*/ 307 h 307"/>
                <a:gd name="T74" fmla="*/ 457 w 460"/>
                <a:gd name="T75" fmla="*/ 291 h 307"/>
                <a:gd name="T76" fmla="*/ 456 w 460"/>
                <a:gd name="T77" fmla="*/ 194 h 307"/>
                <a:gd name="T78" fmla="*/ 406 w 460"/>
                <a:gd name="T79" fmla="*/ 73 h 307"/>
                <a:gd name="T80" fmla="*/ 396 w 460"/>
                <a:gd name="T81" fmla="*/ 38 h 307"/>
                <a:gd name="T82" fmla="*/ 372 w 460"/>
                <a:gd name="T83" fmla="*/ 30 h 307"/>
                <a:gd name="T84" fmla="*/ 370 w 460"/>
                <a:gd name="T85" fmla="*/ 20 h 307"/>
                <a:gd name="T86" fmla="*/ 352 w 460"/>
                <a:gd name="T87" fmla="*/ 3 h 307"/>
                <a:gd name="T88" fmla="*/ 341 w 460"/>
                <a:gd name="T89" fmla="*/ 0 h 307"/>
                <a:gd name="T90" fmla="*/ 341 w 460"/>
                <a:gd name="T91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0" h="307">
                  <a:moveTo>
                    <a:pt x="341" y="12"/>
                  </a:moveTo>
                  <a:cubicBezTo>
                    <a:pt x="343" y="12"/>
                    <a:pt x="345" y="13"/>
                    <a:pt x="348" y="14"/>
                  </a:cubicBezTo>
                  <a:cubicBezTo>
                    <a:pt x="369" y="23"/>
                    <a:pt x="356" y="48"/>
                    <a:pt x="356" y="48"/>
                  </a:cubicBezTo>
                  <a:cubicBezTo>
                    <a:pt x="356" y="48"/>
                    <a:pt x="363" y="42"/>
                    <a:pt x="372" y="42"/>
                  </a:cubicBezTo>
                  <a:cubicBezTo>
                    <a:pt x="377" y="42"/>
                    <a:pt x="383" y="44"/>
                    <a:pt x="389" y="48"/>
                  </a:cubicBezTo>
                  <a:cubicBezTo>
                    <a:pt x="401" y="57"/>
                    <a:pt x="392" y="76"/>
                    <a:pt x="392" y="76"/>
                  </a:cubicBezTo>
                  <a:cubicBezTo>
                    <a:pt x="392" y="76"/>
                    <a:pt x="392" y="76"/>
                    <a:pt x="392" y="76"/>
                  </a:cubicBezTo>
                  <a:cubicBezTo>
                    <a:pt x="418" y="103"/>
                    <a:pt x="438" y="141"/>
                    <a:pt x="444" y="195"/>
                  </a:cubicBezTo>
                  <a:cubicBezTo>
                    <a:pt x="447" y="229"/>
                    <a:pt x="448" y="261"/>
                    <a:pt x="445" y="290"/>
                  </a:cubicBezTo>
                  <a:cubicBezTo>
                    <a:pt x="437" y="288"/>
                    <a:pt x="400" y="225"/>
                    <a:pt x="393" y="158"/>
                  </a:cubicBezTo>
                  <a:cubicBezTo>
                    <a:pt x="393" y="158"/>
                    <a:pt x="304" y="175"/>
                    <a:pt x="230" y="175"/>
                  </a:cubicBezTo>
                  <a:cubicBezTo>
                    <a:pt x="156" y="175"/>
                    <a:pt x="67" y="158"/>
                    <a:pt x="67" y="158"/>
                  </a:cubicBezTo>
                  <a:cubicBezTo>
                    <a:pt x="60" y="225"/>
                    <a:pt x="23" y="288"/>
                    <a:pt x="15" y="290"/>
                  </a:cubicBezTo>
                  <a:cubicBezTo>
                    <a:pt x="12" y="261"/>
                    <a:pt x="13" y="229"/>
                    <a:pt x="16" y="195"/>
                  </a:cubicBezTo>
                  <a:cubicBezTo>
                    <a:pt x="34" y="20"/>
                    <a:pt x="204" y="14"/>
                    <a:pt x="227" y="14"/>
                  </a:cubicBezTo>
                  <a:cubicBezTo>
                    <a:pt x="229" y="14"/>
                    <a:pt x="230" y="14"/>
                    <a:pt x="230" y="14"/>
                  </a:cubicBezTo>
                  <a:cubicBezTo>
                    <a:pt x="230" y="14"/>
                    <a:pt x="231" y="14"/>
                    <a:pt x="233" y="14"/>
                  </a:cubicBezTo>
                  <a:cubicBezTo>
                    <a:pt x="243" y="14"/>
                    <a:pt x="281" y="15"/>
                    <a:pt x="323" y="31"/>
                  </a:cubicBezTo>
                  <a:cubicBezTo>
                    <a:pt x="323" y="31"/>
                    <a:pt x="328" y="12"/>
                    <a:pt x="341" y="12"/>
                  </a:cubicBezTo>
                  <a:moveTo>
                    <a:pt x="341" y="0"/>
                  </a:moveTo>
                  <a:cubicBezTo>
                    <a:pt x="341" y="0"/>
                    <a:pt x="341" y="0"/>
                    <a:pt x="341" y="0"/>
                  </a:cubicBezTo>
                  <a:cubicBezTo>
                    <a:pt x="329" y="0"/>
                    <a:pt x="321" y="8"/>
                    <a:pt x="316" y="16"/>
                  </a:cubicBezTo>
                  <a:cubicBezTo>
                    <a:pt x="277" y="3"/>
                    <a:pt x="243" y="2"/>
                    <a:pt x="233" y="2"/>
                  </a:cubicBezTo>
                  <a:cubicBezTo>
                    <a:pt x="231" y="2"/>
                    <a:pt x="231" y="2"/>
                    <a:pt x="230" y="2"/>
                  </a:cubicBezTo>
                  <a:cubicBezTo>
                    <a:pt x="230" y="2"/>
                    <a:pt x="229" y="2"/>
                    <a:pt x="227" y="2"/>
                  </a:cubicBezTo>
                  <a:cubicBezTo>
                    <a:pt x="213" y="2"/>
                    <a:pt x="164" y="4"/>
                    <a:pt x="114" y="28"/>
                  </a:cubicBezTo>
                  <a:cubicBezTo>
                    <a:pt x="50" y="60"/>
                    <a:pt x="12" y="117"/>
                    <a:pt x="4" y="194"/>
                  </a:cubicBezTo>
                  <a:cubicBezTo>
                    <a:pt x="1" y="229"/>
                    <a:pt x="0" y="262"/>
                    <a:pt x="3" y="291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19" y="302"/>
                    <a:pt x="19" y="302"/>
                    <a:pt x="19" y="302"/>
                  </a:cubicBezTo>
                  <a:cubicBezTo>
                    <a:pt x="31" y="297"/>
                    <a:pt x="46" y="266"/>
                    <a:pt x="52" y="253"/>
                  </a:cubicBezTo>
                  <a:cubicBezTo>
                    <a:pt x="60" y="237"/>
                    <a:pt x="72" y="207"/>
                    <a:pt x="77" y="172"/>
                  </a:cubicBezTo>
                  <a:cubicBezTo>
                    <a:pt x="105" y="177"/>
                    <a:pt x="172" y="187"/>
                    <a:pt x="230" y="187"/>
                  </a:cubicBezTo>
                  <a:cubicBezTo>
                    <a:pt x="288" y="187"/>
                    <a:pt x="355" y="177"/>
                    <a:pt x="383" y="172"/>
                  </a:cubicBezTo>
                  <a:cubicBezTo>
                    <a:pt x="388" y="207"/>
                    <a:pt x="401" y="237"/>
                    <a:pt x="408" y="253"/>
                  </a:cubicBezTo>
                  <a:cubicBezTo>
                    <a:pt x="414" y="266"/>
                    <a:pt x="429" y="297"/>
                    <a:pt x="441" y="302"/>
                  </a:cubicBezTo>
                  <a:cubicBezTo>
                    <a:pt x="456" y="307"/>
                    <a:pt x="456" y="307"/>
                    <a:pt x="456" y="307"/>
                  </a:cubicBezTo>
                  <a:cubicBezTo>
                    <a:pt x="457" y="291"/>
                    <a:pt x="457" y="291"/>
                    <a:pt x="457" y="291"/>
                  </a:cubicBezTo>
                  <a:cubicBezTo>
                    <a:pt x="460" y="262"/>
                    <a:pt x="459" y="229"/>
                    <a:pt x="456" y="194"/>
                  </a:cubicBezTo>
                  <a:cubicBezTo>
                    <a:pt x="451" y="145"/>
                    <a:pt x="434" y="104"/>
                    <a:pt x="406" y="73"/>
                  </a:cubicBezTo>
                  <a:cubicBezTo>
                    <a:pt x="408" y="62"/>
                    <a:pt x="408" y="47"/>
                    <a:pt x="396" y="38"/>
                  </a:cubicBezTo>
                  <a:cubicBezTo>
                    <a:pt x="388" y="33"/>
                    <a:pt x="380" y="30"/>
                    <a:pt x="372" y="30"/>
                  </a:cubicBezTo>
                  <a:cubicBezTo>
                    <a:pt x="372" y="27"/>
                    <a:pt x="372" y="24"/>
                    <a:pt x="370" y="20"/>
                  </a:cubicBezTo>
                  <a:cubicBezTo>
                    <a:pt x="368" y="15"/>
                    <a:pt x="363" y="7"/>
                    <a:pt x="352" y="3"/>
                  </a:cubicBezTo>
                  <a:cubicBezTo>
                    <a:pt x="349" y="1"/>
                    <a:pt x="345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5" name="Freeform 15">
              <a:extLst/>
            </p:cNvPr>
            <p:cNvSpPr>
              <a:spLocks/>
            </p:cNvSpPr>
            <p:nvPr/>
          </p:nvSpPr>
          <p:spPr bwMode="auto">
            <a:xfrm>
              <a:off x="3751309" y="3923096"/>
              <a:ext cx="727962" cy="461112"/>
            </a:xfrm>
            <a:custGeom>
              <a:avLst/>
              <a:gdLst>
                <a:gd name="T0" fmla="*/ 49 w 159"/>
                <a:gd name="T1" fmla="*/ 101 h 101"/>
                <a:gd name="T2" fmla="*/ 0 w 159"/>
                <a:gd name="T3" fmla="*/ 52 h 101"/>
                <a:gd name="T4" fmla="*/ 0 w 159"/>
                <a:gd name="T5" fmla="*/ 22 h 101"/>
                <a:gd name="T6" fmla="*/ 23 w 159"/>
                <a:gd name="T7" fmla="*/ 0 h 101"/>
                <a:gd name="T8" fmla="*/ 137 w 159"/>
                <a:gd name="T9" fmla="*/ 0 h 101"/>
                <a:gd name="T10" fmla="*/ 159 w 159"/>
                <a:gd name="T11" fmla="*/ 22 h 101"/>
                <a:gd name="T12" fmla="*/ 159 w 159"/>
                <a:gd name="T13" fmla="*/ 52 h 101"/>
                <a:gd name="T14" fmla="*/ 110 w 159"/>
                <a:gd name="T15" fmla="*/ 101 h 101"/>
                <a:gd name="T16" fmla="*/ 49 w 159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9" h="101">
                  <a:moveTo>
                    <a:pt x="49" y="101"/>
                  </a:moveTo>
                  <a:cubicBezTo>
                    <a:pt x="22" y="101"/>
                    <a:pt x="0" y="79"/>
                    <a:pt x="0" y="5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9" y="0"/>
                    <a:pt x="159" y="10"/>
                    <a:pt x="159" y="22"/>
                  </a:cubicBezTo>
                  <a:cubicBezTo>
                    <a:pt x="159" y="52"/>
                    <a:pt x="159" y="52"/>
                    <a:pt x="159" y="52"/>
                  </a:cubicBezTo>
                  <a:cubicBezTo>
                    <a:pt x="159" y="79"/>
                    <a:pt x="137" y="101"/>
                    <a:pt x="110" y="101"/>
                  </a:cubicBezTo>
                  <a:lnTo>
                    <a:pt x="49" y="10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6" name="Freeform 16">
              <a:extLst/>
            </p:cNvPr>
            <p:cNvSpPr>
              <a:spLocks noEditPoints="1"/>
            </p:cNvSpPr>
            <p:nvPr/>
          </p:nvSpPr>
          <p:spPr bwMode="auto">
            <a:xfrm>
              <a:off x="3723656" y="3895443"/>
              <a:ext cx="783267" cy="516417"/>
            </a:xfrm>
            <a:custGeom>
              <a:avLst/>
              <a:gdLst>
                <a:gd name="T0" fmla="*/ 143 w 171"/>
                <a:gd name="T1" fmla="*/ 12 h 113"/>
                <a:gd name="T2" fmla="*/ 159 w 171"/>
                <a:gd name="T3" fmla="*/ 28 h 113"/>
                <a:gd name="T4" fmla="*/ 159 w 171"/>
                <a:gd name="T5" fmla="*/ 58 h 113"/>
                <a:gd name="T6" fmla="*/ 116 w 171"/>
                <a:gd name="T7" fmla="*/ 101 h 113"/>
                <a:gd name="T8" fmla="*/ 86 w 171"/>
                <a:gd name="T9" fmla="*/ 101 h 113"/>
                <a:gd name="T10" fmla="*/ 55 w 171"/>
                <a:gd name="T11" fmla="*/ 101 h 113"/>
                <a:gd name="T12" fmla="*/ 12 w 171"/>
                <a:gd name="T13" fmla="*/ 58 h 113"/>
                <a:gd name="T14" fmla="*/ 12 w 171"/>
                <a:gd name="T15" fmla="*/ 28 h 113"/>
                <a:gd name="T16" fmla="*/ 29 w 171"/>
                <a:gd name="T17" fmla="*/ 12 h 113"/>
                <a:gd name="T18" fmla="*/ 86 w 171"/>
                <a:gd name="T19" fmla="*/ 12 h 113"/>
                <a:gd name="T20" fmla="*/ 143 w 171"/>
                <a:gd name="T21" fmla="*/ 12 h 113"/>
                <a:gd name="T22" fmla="*/ 143 w 171"/>
                <a:gd name="T23" fmla="*/ 0 h 113"/>
                <a:gd name="T24" fmla="*/ 86 w 171"/>
                <a:gd name="T25" fmla="*/ 0 h 113"/>
                <a:gd name="T26" fmla="*/ 29 w 171"/>
                <a:gd name="T27" fmla="*/ 0 h 113"/>
                <a:gd name="T28" fmla="*/ 0 w 171"/>
                <a:gd name="T29" fmla="*/ 28 h 113"/>
                <a:gd name="T30" fmla="*/ 0 w 171"/>
                <a:gd name="T31" fmla="*/ 58 h 113"/>
                <a:gd name="T32" fmla="*/ 55 w 171"/>
                <a:gd name="T33" fmla="*/ 113 h 113"/>
                <a:gd name="T34" fmla="*/ 86 w 171"/>
                <a:gd name="T35" fmla="*/ 113 h 113"/>
                <a:gd name="T36" fmla="*/ 116 w 171"/>
                <a:gd name="T37" fmla="*/ 113 h 113"/>
                <a:gd name="T38" fmla="*/ 171 w 171"/>
                <a:gd name="T39" fmla="*/ 58 h 113"/>
                <a:gd name="T40" fmla="*/ 171 w 171"/>
                <a:gd name="T41" fmla="*/ 28 h 113"/>
                <a:gd name="T42" fmla="*/ 143 w 171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1" h="113">
                  <a:moveTo>
                    <a:pt x="143" y="12"/>
                  </a:moveTo>
                  <a:cubicBezTo>
                    <a:pt x="151" y="12"/>
                    <a:pt x="159" y="19"/>
                    <a:pt x="159" y="2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81"/>
                    <a:pt x="140" y="101"/>
                    <a:pt x="11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32" y="101"/>
                    <a:pt x="12" y="81"/>
                    <a:pt x="12" y="5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19"/>
                    <a:pt x="20" y="12"/>
                    <a:pt x="29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143" y="12"/>
                    <a:pt x="143" y="12"/>
                    <a:pt x="143" y="12"/>
                  </a:cubicBezTo>
                  <a:moveTo>
                    <a:pt x="14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88"/>
                    <a:pt x="25" y="113"/>
                    <a:pt x="55" y="113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116" y="113"/>
                    <a:pt x="116" y="113"/>
                    <a:pt x="116" y="113"/>
                  </a:cubicBezTo>
                  <a:cubicBezTo>
                    <a:pt x="146" y="113"/>
                    <a:pt x="171" y="88"/>
                    <a:pt x="171" y="5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1" y="13"/>
                    <a:pt x="158" y="0"/>
                    <a:pt x="1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7" name="Freeform 17">
              <a:extLst/>
            </p:cNvPr>
            <p:cNvSpPr>
              <a:spLocks/>
            </p:cNvSpPr>
            <p:nvPr/>
          </p:nvSpPr>
          <p:spPr bwMode="auto">
            <a:xfrm>
              <a:off x="4809722" y="3923096"/>
              <a:ext cx="727962" cy="461112"/>
            </a:xfrm>
            <a:custGeom>
              <a:avLst/>
              <a:gdLst>
                <a:gd name="T0" fmla="*/ 49 w 159"/>
                <a:gd name="T1" fmla="*/ 101 h 101"/>
                <a:gd name="T2" fmla="*/ 0 w 159"/>
                <a:gd name="T3" fmla="*/ 52 h 101"/>
                <a:gd name="T4" fmla="*/ 0 w 159"/>
                <a:gd name="T5" fmla="*/ 22 h 101"/>
                <a:gd name="T6" fmla="*/ 23 w 159"/>
                <a:gd name="T7" fmla="*/ 0 h 101"/>
                <a:gd name="T8" fmla="*/ 137 w 159"/>
                <a:gd name="T9" fmla="*/ 0 h 101"/>
                <a:gd name="T10" fmla="*/ 159 w 159"/>
                <a:gd name="T11" fmla="*/ 22 h 101"/>
                <a:gd name="T12" fmla="*/ 159 w 159"/>
                <a:gd name="T13" fmla="*/ 52 h 101"/>
                <a:gd name="T14" fmla="*/ 110 w 159"/>
                <a:gd name="T15" fmla="*/ 101 h 101"/>
                <a:gd name="T16" fmla="*/ 49 w 159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9" h="101">
                  <a:moveTo>
                    <a:pt x="49" y="101"/>
                  </a:moveTo>
                  <a:cubicBezTo>
                    <a:pt x="22" y="101"/>
                    <a:pt x="0" y="79"/>
                    <a:pt x="0" y="5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9" y="0"/>
                    <a:pt x="159" y="10"/>
                    <a:pt x="159" y="22"/>
                  </a:cubicBezTo>
                  <a:cubicBezTo>
                    <a:pt x="159" y="52"/>
                    <a:pt x="159" y="52"/>
                    <a:pt x="159" y="52"/>
                  </a:cubicBezTo>
                  <a:cubicBezTo>
                    <a:pt x="159" y="79"/>
                    <a:pt x="137" y="101"/>
                    <a:pt x="110" y="101"/>
                  </a:cubicBezTo>
                  <a:lnTo>
                    <a:pt x="49" y="10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8" name="Freeform 18">
              <a:extLst/>
            </p:cNvPr>
            <p:cNvSpPr>
              <a:spLocks noEditPoints="1"/>
            </p:cNvSpPr>
            <p:nvPr/>
          </p:nvSpPr>
          <p:spPr bwMode="auto">
            <a:xfrm>
              <a:off x="4782069" y="3895443"/>
              <a:ext cx="783267" cy="516417"/>
            </a:xfrm>
            <a:custGeom>
              <a:avLst/>
              <a:gdLst>
                <a:gd name="T0" fmla="*/ 143 w 171"/>
                <a:gd name="T1" fmla="*/ 12 h 113"/>
                <a:gd name="T2" fmla="*/ 159 w 171"/>
                <a:gd name="T3" fmla="*/ 28 h 113"/>
                <a:gd name="T4" fmla="*/ 159 w 171"/>
                <a:gd name="T5" fmla="*/ 58 h 113"/>
                <a:gd name="T6" fmla="*/ 116 w 171"/>
                <a:gd name="T7" fmla="*/ 101 h 113"/>
                <a:gd name="T8" fmla="*/ 86 w 171"/>
                <a:gd name="T9" fmla="*/ 101 h 113"/>
                <a:gd name="T10" fmla="*/ 55 w 171"/>
                <a:gd name="T11" fmla="*/ 101 h 113"/>
                <a:gd name="T12" fmla="*/ 12 w 171"/>
                <a:gd name="T13" fmla="*/ 58 h 113"/>
                <a:gd name="T14" fmla="*/ 12 w 171"/>
                <a:gd name="T15" fmla="*/ 28 h 113"/>
                <a:gd name="T16" fmla="*/ 29 w 171"/>
                <a:gd name="T17" fmla="*/ 12 h 113"/>
                <a:gd name="T18" fmla="*/ 86 w 171"/>
                <a:gd name="T19" fmla="*/ 12 h 113"/>
                <a:gd name="T20" fmla="*/ 143 w 171"/>
                <a:gd name="T21" fmla="*/ 12 h 113"/>
                <a:gd name="T22" fmla="*/ 143 w 171"/>
                <a:gd name="T23" fmla="*/ 0 h 113"/>
                <a:gd name="T24" fmla="*/ 86 w 171"/>
                <a:gd name="T25" fmla="*/ 0 h 113"/>
                <a:gd name="T26" fmla="*/ 29 w 171"/>
                <a:gd name="T27" fmla="*/ 0 h 113"/>
                <a:gd name="T28" fmla="*/ 0 w 171"/>
                <a:gd name="T29" fmla="*/ 28 h 113"/>
                <a:gd name="T30" fmla="*/ 0 w 171"/>
                <a:gd name="T31" fmla="*/ 58 h 113"/>
                <a:gd name="T32" fmla="*/ 55 w 171"/>
                <a:gd name="T33" fmla="*/ 113 h 113"/>
                <a:gd name="T34" fmla="*/ 86 w 171"/>
                <a:gd name="T35" fmla="*/ 113 h 113"/>
                <a:gd name="T36" fmla="*/ 116 w 171"/>
                <a:gd name="T37" fmla="*/ 113 h 113"/>
                <a:gd name="T38" fmla="*/ 171 w 171"/>
                <a:gd name="T39" fmla="*/ 58 h 113"/>
                <a:gd name="T40" fmla="*/ 171 w 171"/>
                <a:gd name="T41" fmla="*/ 28 h 113"/>
                <a:gd name="T42" fmla="*/ 143 w 171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1" h="113">
                  <a:moveTo>
                    <a:pt x="143" y="12"/>
                  </a:moveTo>
                  <a:cubicBezTo>
                    <a:pt x="151" y="12"/>
                    <a:pt x="159" y="19"/>
                    <a:pt x="159" y="2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81"/>
                    <a:pt x="140" y="101"/>
                    <a:pt x="11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32" y="101"/>
                    <a:pt x="12" y="81"/>
                    <a:pt x="12" y="5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19"/>
                    <a:pt x="20" y="12"/>
                    <a:pt x="29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143" y="12"/>
                    <a:pt x="143" y="12"/>
                    <a:pt x="143" y="12"/>
                  </a:cubicBezTo>
                  <a:moveTo>
                    <a:pt x="14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88"/>
                    <a:pt x="25" y="113"/>
                    <a:pt x="55" y="113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116" y="113"/>
                    <a:pt x="116" y="113"/>
                    <a:pt x="116" y="113"/>
                  </a:cubicBezTo>
                  <a:cubicBezTo>
                    <a:pt x="146" y="113"/>
                    <a:pt x="171" y="88"/>
                    <a:pt x="171" y="5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1" y="13"/>
                    <a:pt x="158" y="0"/>
                    <a:pt x="1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59" name="Freeform 19">
              <a:extLst/>
            </p:cNvPr>
            <p:cNvSpPr>
              <a:spLocks/>
            </p:cNvSpPr>
            <p:nvPr/>
          </p:nvSpPr>
          <p:spPr bwMode="auto">
            <a:xfrm>
              <a:off x="4452309" y="4050990"/>
              <a:ext cx="384375" cy="0"/>
            </a:xfrm>
            <a:custGeom>
              <a:avLst/>
              <a:gdLst>
                <a:gd name="T0" fmla="*/ 0 w 556"/>
                <a:gd name="T1" fmla="*/ 556 w 556"/>
                <a:gd name="T2" fmla="*/ 0 w 55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56">
                  <a:moveTo>
                    <a:pt x="0" y="0"/>
                  </a:moveTo>
                  <a:lnTo>
                    <a:pt x="5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60" name="Line 20">
              <a:extLst/>
            </p:cNvPr>
            <p:cNvSpPr>
              <a:spLocks noChangeShapeType="1"/>
            </p:cNvSpPr>
            <p:nvPr/>
          </p:nvSpPr>
          <p:spPr bwMode="auto">
            <a:xfrm>
              <a:off x="4452309" y="4050990"/>
              <a:ext cx="384375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61" name="Rectangle 21">
              <a:extLst/>
            </p:cNvPr>
            <p:cNvSpPr>
              <a:spLocks noChangeArrowheads="1"/>
            </p:cNvSpPr>
            <p:nvPr/>
          </p:nvSpPr>
          <p:spPr bwMode="auto">
            <a:xfrm>
              <a:off x="4452309" y="4023338"/>
              <a:ext cx="384375" cy="5530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62" name="Freeform 22">
              <a:extLst/>
            </p:cNvPr>
            <p:cNvSpPr>
              <a:spLocks/>
            </p:cNvSpPr>
            <p:nvPr/>
          </p:nvSpPr>
          <p:spPr bwMode="auto">
            <a:xfrm>
              <a:off x="4534576" y="3603014"/>
              <a:ext cx="215001" cy="260628"/>
            </a:xfrm>
            <a:custGeom>
              <a:avLst/>
              <a:gdLst>
                <a:gd name="T0" fmla="*/ 33 w 47"/>
                <a:gd name="T1" fmla="*/ 28 h 57"/>
                <a:gd name="T2" fmla="*/ 47 w 47"/>
                <a:gd name="T3" fmla="*/ 8 h 57"/>
                <a:gd name="T4" fmla="*/ 27 w 47"/>
                <a:gd name="T5" fmla="*/ 0 h 57"/>
                <a:gd name="T6" fmla="*/ 0 w 47"/>
                <a:gd name="T7" fmla="*/ 28 h 57"/>
                <a:gd name="T8" fmla="*/ 27 w 47"/>
                <a:gd name="T9" fmla="*/ 57 h 57"/>
                <a:gd name="T10" fmla="*/ 47 w 47"/>
                <a:gd name="T11" fmla="*/ 49 h 57"/>
                <a:gd name="T12" fmla="*/ 33 w 47"/>
                <a:gd name="T13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57">
                  <a:moveTo>
                    <a:pt x="33" y="28"/>
                  </a:moveTo>
                  <a:cubicBezTo>
                    <a:pt x="33" y="19"/>
                    <a:pt x="39" y="11"/>
                    <a:pt x="47" y="8"/>
                  </a:cubicBezTo>
                  <a:cubicBezTo>
                    <a:pt x="42" y="3"/>
                    <a:pt x="35" y="0"/>
                    <a:pt x="27" y="0"/>
                  </a:cubicBezTo>
                  <a:cubicBezTo>
                    <a:pt x="12" y="0"/>
                    <a:pt x="0" y="13"/>
                    <a:pt x="0" y="28"/>
                  </a:cubicBezTo>
                  <a:cubicBezTo>
                    <a:pt x="0" y="44"/>
                    <a:pt x="12" y="57"/>
                    <a:pt x="27" y="57"/>
                  </a:cubicBezTo>
                  <a:cubicBezTo>
                    <a:pt x="35" y="57"/>
                    <a:pt x="42" y="54"/>
                    <a:pt x="47" y="49"/>
                  </a:cubicBezTo>
                  <a:cubicBezTo>
                    <a:pt x="39" y="46"/>
                    <a:pt x="33" y="38"/>
                    <a:pt x="33" y="28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grpSp>
          <p:nvGrpSpPr>
            <p:cNvPr id="163" name="组合 162"/>
            <p:cNvGrpSpPr/>
            <p:nvPr/>
          </p:nvGrpSpPr>
          <p:grpSpPr>
            <a:xfrm>
              <a:off x="4028183" y="4009511"/>
              <a:ext cx="1232626" cy="228827"/>
              <a:chOff x="4039590" y="4009511"/>
              <a:chExt cx="1232626" cy="228827"/>
            </a:xfrm>
          </p:grpSpPr>
          <p:sp>
            <p:nvSpPr>
              <p:cNvPr id="166" name="Freeform 23">
                <a:extLst/>
              </p:cNvPr>
              <p:cNvSpPr>
                <a:spLocks/>
              </p:cNvSpPr>
              <p:nvPr/>
            </p:nvSpPr>
            <p:spPr bwMode="auto">
              <a:xfrm>
                <a:off x="4039590" y="4009511"/>
                <a:ext cx="339439" cy="228827"/>
              </a:xfrm>
              <a:custGeom>
                <a:avLst/>
                <a:gdLst>
                  <a:gd name="T0" fmla="*/ 3 w 74"/>
                  <a:gd name="T1" fmla="*/ 0 h 50"/>
                  <a:gd name="T2" fmla="*/ 0 w 74"/>
                  <a:gd name="T3" fmla="*/ 14 h 50"/>
                  <a:gd name="T4" fmla="*/ 37 w 74"/>
                  <a:gd name="T5" fmla="*/ 50 h 50"/>
                  <a:gd name="T6" fmla="*/ 74 w 74"/>
                  <a:gd name="T7" fmla="*/ 14 h 50"/>
                  <a:gd name="T8" fmla="*/ 71 w 74"/>
                  <a:gd name="T9" fmla="*/ 0 h 50"/>
                  <a:gd name="T10" fmla="*/ 3 w 74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50">
                    <a:moveTo>
                      <a:pt x="3" y="0"/>
                    </a:moveTo>
                    <a:cubicBezTo>
                      <a:pt x="1" y="4"/>
                      <a:pt x="0" y="9"/>
                      <a:pt x="0" y="14"/>
                    </a:cubicBezTo>
                    <a:cubicBezTo>
                      <a:pt x="0" y="34"/>
                      <a:pt x="17" y="50"/>
                      <a:pt x="37" y="50"/>
                    </a:cubicBezTo>
                    <a:cubicBezTo>
                      <a:pt x="57" y="50"/>
                      <a:pt x="74" y="34"/>
                      <a:pt x="74" y="14"/>
                    </a:cubicBezTo>
                    <a:cubicBezTo>
                      <a:pt x="74" y="9"/>
                      <a:pt x="73" y="4"/>
                      <a:pt x="71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685800">
                  <a:defRPr/>
                </a:pPr>
                <a:endParaRPr lang="zh-CN" altLang="en-US" sz="1350">
                  <a:solidFill>
                    <a:srgbClr val="2E2E2E"/>
                  </a:solidFill>
                  <a:latin typeface="Source Han Sans Light"/>
                  <a:ea typeface="思源黑体 CN Light"/>
                </a:endParaRPr>
              </a:p>
            </p:txBody>
          </p:sp>
          <p:sp>
            <p:nvSpPr>
              <p:cNvPr id="167" name="Freeform 24">
                <a:extLst/>
              </p:cNvPr>
              <p:cNvSpPr>
                <a:spLocks/>
              </p:cNvSpPr>
              <p:nvPr/>
            </p:nvSpPr>
            <p:spPr bwMode="auto">
              <a:xfrm>
                <a:off x="4937616" y="4009511"/>
                <a:ext cx="334600" cy="228827"/>
              </a:xfrm>
              <a:custGeom>
                <a:avLst/>
                <a:gdLst>
                  <a:gd name="T0" fmla="*/ 3 w 73"/>
                  <a:gd name="T1" fmla="*/ 0 h 50"/>
                  <a:gd name="T2" fmla="*/ 0 w 73"/>
                  <a:gd name="T3" fmla="*/ 14 h 50"/>
                  <a:gd name="T4" fmla="*/ 36 w 73"/>
                  <a:gd name="T5" fmla="*/ 50 h 50"/>
                  <a:gd name="T6" fmla="*/ 73 w 73"/>
                  <a:gd name="T7" fmla="*/ 14 h 50"/>
                  <a:gd name="T8" fmla="*/ 70 w 73"/>
                  <a:gd name="T9" fmla="*/ 0 h 50"/>
                  <a:gd name="T10" fmla="*/ 3 w 73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50">
                    <a:moveTo>
                      <a:pt x="3" y="0"/>
                    </a:moveTo>
                    <a:cubicBezTo>
                      <a:pt x="1" y="4"/>
                      <a:pt x="0" y="9"/>
                      <a:pt x="0" y="14"/>
                    </a:cubicBezTo>
                    <a:cubicBezTo>
                      <a:pt x="0" y="34"/>
                      <a:pt x="16" y="50"/>
                      <a:pt x="36" y="50"/>
                    </a:cubicBezTo>
                    <a:cubicBezTo>
                      <a:pt x="57" y="50"/>
                      <a:pt x="73" y="34"/>
                      <a:pt x="73" y="14"/>
                    </a:cubicBezTo>
                    <a:cubicBezTo>
                      <a:pt x="73" y="9"/>
                      <a:pt x="72" y="4"/>
                      <a:pt x="70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685800">
                  <a:defRPr/>
                </a:pPr>
                <a:endParaRPr lang="zh-CN" altLang="en-US" sz="1350">
                  <a:solidFill>
                    <a:srgbClr val="2E2E2E"/>
                  </a:solidFill>
                  <a:latin typeface="Source Han Sans Light"/>
                  <a:ea typeface="思源黑体 CN Light"/>
                </a:endParaRPr>
              </a:p>
            </p:txBody>
          </p:sp>
        </p:grpSp>
        <p:sp>
          <p:nvSpPr>
            <p:cNvPr id="164" name="Freeform 25">
              <a:extLst/>
            </p:cNvPr>
            <p:cNvSpPr>
              <a:spLocks/>
            </p:cNvSpPr>
            <p:nvPr/>
          </p:nvSpPr>
          <p:spPr bwMode="auto">
            <a:xfrm>
              <a:off x="4044429" y="3694960"/>
              <a:ext cx="343587" cy="72589"/>
            </a:xfrm>
            <a:custGeom>
              <a:avLst/>
              <a:gdLst>
                <a:gd name="T0" fmla="*/ 67 w 75"/>
                <a:gd name="T1" fmla="*/ 16 h 16"/>
                <a:gd name="T2" fmla="*/ 8 w 75"/>
                <a:gd name="T3" fmla="*/ 16 h 16"/>
                <a:gd name="T4" fmla="*/ 0 w 75"/>
                <a:gd name="T5" fmla="*/ 8 h 16"/>
                <a:gd name="T6" fmla="*/ 8 w 75"/>
                <a:gd name="T7" fmla="*/ 0 h 16"/>
                <a:gd name="T8" fmla="*/ 67 w 75"/>
                <a:gd name="T9" fmla="*/ 0 h 16"/>
                <a:gd name="T10" fmla="*/ 75 w 75"/>
                <a:gd name="T11" fmla="*/ 8 h 16"/>
                <a:gd name="T12" fmla="*/ 67 w 75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6">
                  <a:moveTo>
                    <a:pt x="67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72" y="0"/>
                    <a:pt x="75" y="4"/>
                    <a:pt x="75" y="8"/>
                  </a:cubicBezTo>
                  <a:cubicBezTo>
                    <a:pt x="75" y="13"/>
                    <a:pt x="72" y="16"/>
                    <a:pt x="67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  <p:sp>
          <p:nvSpPr>
            <p:cNvPr id="165" name="Freeform 26">
              <a:extLst/>
            </p:cNvPr>
            <p:cNvSpPr>
              <a:spLocks/>
            </p:cNvSpPr>
            <p:nvPr/>
          </p:nvSpPr>
          <p:spPr bwMode="auto">
            <a:xfrm>
              <a:off x="4900976" y="3694960"/>
              <a:ext cx="343587" cy="72589"/>
            </a:xfrm>
            <a:custGeom>
              <a:avLst/>
              <a:gdLst>
                <a:gd name="T0" fmla="*/ 67 w 75"/>
                <a:gd name="T1" fmla="*/ 16 h 16"/>
                <a:gd name="T2" fmla="*/ 8 w 75"/>
                <a:gd name="T3" fmla="*/ 16 h 16"/>
                <a:gd name="T4" fmla="*/ 0 w 75"/>
                <a:gd name="T5" fmla="*/ 8 h 16"/>
                <a:gd name="T6" fmla="*/ 8 w 75"/>
                <a:gd name="T7" fmla="*/ 0 h 16"/>
                <a:gd name="T8" fmla="*/ 67 w 75"/>
                <a:gd name="T9" fmla="*/ 0 h 16"/>
                <a:gd name="T10" fmla="*/ 75 w 75"/>
                <a:gd name="T11" fmla="*/ 8 h 16"/>
                <a:gd name="T12" fmla="*/ 67 w 75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6">
                  <a:moveTo>
                    <a:pt x="67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72" y="0"/>
                    <a:pt x="75" y="4"/>
                    <a:pt x="75" y="8"/>
                  </a:cubicBezTo>
                  <a:cubicBezTo>
                    <a:pt x="75" y="13"/>
                    <a:pt x="72" y="16"/>
                    <a:pt x="67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685800">
                <a:defRPr/>
              </a:pPr>
              <a:endParaRPr lang="zh-CN" altLang="en-US" sz="1350">
                <a:solidFill>
                  <a:srgbClr val="2E2E2E"/>
                </a:solidFill>
                <a:latin typeface="Source Han Sans Light"/>
                <a:ea typeface="思源黑体 CN Light"/>
              </a:endParaRPr>
            </a:p>
          </p:txBody>
        </p:sp>
      </p:grpSp>
      <p:sp>
        <p:nvSpPr>
          <p:cNvPr id="82" name="Freeform 17"/>
          <p:cNvSpPr>
            <a:spLocks/>
          </p:cNvSpPr>
          <p:nvPr/>
        </p:nvSpPr>
        <p:spPr bwMode="auto">
          <a:xfrm rot="1797457">
            <a:off x="8028482" y="4490938"/>
            <a:ext cx="626202" cy="242133"/>
          </a:xfrm>
          <a:custGeom>
            <a:avLst/>
            <a:gdLst>
              <a:gd name="T0" fmla="*/ 7 w 165"/>
              <a:gd name="T1" fmla="*/ 53 h 64"/>
              <a:gd name="T2" fmla="*/ 58 w 165"/>
              <a:gd name="T3" fmla="*/ 5 h 64"/>
              <a:gd name="T4" fmla="*/ 74 w 165"/>
              <a:gd name="T5" fmla="*/ 13 h 64"/>
              <a:gd name="T6" fmla="*/ 124 w 165"/>
              <a:gd name="T7" fmla="*/ 13 h 64"/>
              <a:gd name="T8" fmla="*/ 157 w 165"/>
              <a:gd name="T9" fmla="*/ 29 h 64"/>
              <a:gd name="T10" fmla="*/ 154 w 165"/>
              <a:gd name="T11" fmla="*/ 43 h 64"/>
              <a:gd name="T12" fmla="*/ 16 w 165"/>
              <a:gd name="T13" fmla="*/ 62 h 64"/>
              <a:gd name="T14" fmla="*/ 7 w 165"/>
              <a:gd name="T15" fmla="*/ 53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5" h="64">
                <a:moveTo>
                  <a:pt x="7" y="53"/>
                </a:moveTo>
                <a:cubicBezTo>
                  <a:pt x="7" y="53"/>
                  <a:pt x="52" y="10"/>
                  <a:pt x="58" y="5"/>
                </a:cubicBezTo>
                <a:cubicBezTo>
                  <a:pt x="64" y="0"/>
                  <a:pt x="62" y="11"/>
                  <a:pt x="74" y="13"/>
                </a:cubicBezTo>
                <a:cubicBezTo>
                  <a:pt x="85" y="15"/>
                  <a:pt x="111" y="0"/>
                  <a:pt x="124" y="13"/>
                </a:cubicBezTo>
                <a:cubicBezTo>
                  <a:pt x="138" y="26"/>
                  <a:pt x="142" y="29"/>
                  <a:pt x="157" y="29"/>
                </a:cubicBezTo>
                <a:cubicBezTo>
                  <a:pt x="165" y="29"/>
                  <a:pt x="165" y="40"/>
                  <a:pt x="154" y="43"/>
                </a:cubicBezTo>
                <a:cubicBezTo>
                  <a:pt x="148" y="45"/>
                  <a:pt x="26" y="60"/>
                  <a:pt x="16" y="62"/>
                </a:cubicBezTo>
                <a:cubicBezTo>
                  <a:pt x="6" y="64"/>
                  <a:pt x="0" y="60"/>
                  <a:pt x="7" y="53"/>
                </a:cubicBezTo>
                <a:close/>
              </a:path>
            </a:pathLst>
          </a:custGeom>
          <a:solidFill>
            <a:sysClr val="window" lastClr="FFFFFF"/>
          </a:solidFill>
          <a:ln w="2857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685800">
              <a:defRPr/>
            </a:pPr>
            <a:endParaRPr lang="zh-CN" altLang="en-US" sz="1350" kern="0">
              <a:solidFill>
                <a:srgbClr val="000000"/>
              </a:solidFill>
              <a:latin typeface="Segoe UI Light"/>
              <a:ea typeface="思源黑体 CN Light"/>
            </a:endParaRPr>
          </a:p>
        </p:txBody>
      </p:sp>
      <p:sp>
        <p:nvSpPr>
          <p:cNvPr id="142" name="Rectangle 15"/>
          <p:cNvSpPr>
            <a:spLocks noChangeArrowheads="1"/>
          </p:cNvSpPr>
          <p:nvPr/>
        </p:nvSpPr>
        <p:spPr bwMode="auto">
          <a:xfrm>
            <a:off x="2328302" y="1085851"/>
            <a:ext cx="4840251" cy="4673610"/>
          </a:xfrm>
          <a:prstGeom prst="rect">
            <a:avLst/>
          </a:prstGeom>
          <a:solidFill>
            <a:schemeClr val="bg1"/>
          </a:solidFill>
          <a:ln w="76200">
            <a:solidFill>
              <a:schemeClr val="bg2">
                <a:lumMod val="10000"/>
              </a:schemeClr>
            </a:solidFill>
          </a:ln>
          <a:extLst/>
        </p:spPr>
        <p:txBody>
          <a:bodyPr vert="horz" wrap="square" lIns="50249" tIns="25124" rIns="50249" bIns="25124" numCol="1" anchor="ctr" anchorCtr="0" compatLnSpc="1">
            <a:prstTxWarp prst="textNoShape">
              <a:avLst/>
            </a:prstTxWarp>
          </a:bodyPr>
          <a:lstStyle/>
          <a:p>
            <a:pPr algn="ctr" defTabSz="685800">
              <a:defRPr/>
            </a:pPr>
            <a:endParaRPr lang="zh-CN" altLang="en-US" sz="12450" kern="0" dirty="0">
              <a:solidFill>
                <a:srgbClr val="2FD0D4"/>
              </a:solidFill>
              <a:latin typeface="思源黑体 CN Heavy"/>
              <a:ea typeface="思源黑体 CN Heavy"/>
            </a:endParaRPr>
          </a:p>
        </p:txBody>
      </p:sp>
      <p:pic>
        <p:nvPicPr>
          <p:cNvPr id="143" name="图片 14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8044" y="1333409"/>
            <a:ext cx="3960767" cy="3960767"/>
          </a:xfrm>
          <a:prstGeom prst="rect">
            <a:avLst/>
          </a:prstGeom>
        </p:spPr>
      </p:pic>
      <p:sp>
        <p:nvSpPr>
          <p:cNvPr id="173" name="矩形 172">
            <a:extLst/>
          </p:cNvPr>
          <p:cNvSpPr/>
          <p:nvPr/>
        </p:nvSpPr>
        <p:spPr>
          <a:xfrm>
            <a:off x="9442217" y="1462004"/>
            <a:ext cx="387928" cy="1554247"/>
          </a:xfrm>
          <a:prstGeom prst="rect">
            <a:avLst/>
          </a:prstGeom>
          <a:solidFill>
            <a:schemeClr val="tx1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 defTabSz="685800">
              <a:defRPr/>
            </a:pPr>
            <a:endParaRPr lang="zh-CN" altLang="en-US" sz="1500" dirty="0">
              <a:solidFill>
                <a:srgbClr val="E7E6E6">
                  <a:lumMod val="10000"/>
                </a:srgbClr>
              </a:solidFill>
              <a:latin typeface="Source Han Sans Light"/>
              <a:ea typeface="思源黑体 CN Light"/>
            </a:endParaRPr>
          </a:p>
        </p:txBody>
      </p:sp>
      <p:sp>
        <p:nvSpPr>
          <p:cNvPr id="174" name="矩形 173">
            <a:extLst/>
          </p:cNvPr>
          <p:cNvSpPr/>
          <p:nvPr/>
        </p:nvSpPr>
        <p:spPr>
          <a:xfrm>
            <a:off x="9391184" y="1384291"/>
            <a:ext cx="387928" cy="1554247"/>
          </a:xfrm>
          <a:prstGeom prst="rect">
            <a:avLst/>
          </a:prstGeom>
          <a:solidFill>
            <a:schemeClr val="bg1"/>
          </a:solidFill>
          <a:ln w="28575"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 defTabSz="685800">
              <a:defRPr/>
            </a:pPr>
            <a:endParaRPr lang="zh-CN" altLang="en-US" sz="1500" spc="225" dirty="0">
              <a:solidFill>
                <a:srgbClr val="E7E6E6">
                  <a:lumMod val="10000"/>
                </a:srgbClr>
              </a:solidFill>
              <a:latin typeface="方正宋刻本秀楷简体" panose="02000000000000000000" pitchFamily="2" charset="-122"/>
              <a:ea typeface="方正宋刻本秀楷简体" panose="02000000000000000000" pitchFamily="2" charset="-122"/>
            </a:endParaRPr>
          </a:p>
        </p:txBody>
      </p:sp>
      <p:sp>
        <p:nvSpPr>
          <p:cNvPr id="36" name="任意多边形: 形状 35"/>
          <p:cNvSpPr/>
          <p:nvPr/>
        </p:nvSpPr>
        <p:spPr>
          <a:xfrm>
            <a:off x="9475570" y="1543516"/>
            <a:ext cx="219372" cy="1235799"/>
          </a:xfrm>
          <a:custGeom>
            <a:avLst/>
            <a:gdLst/>
            <a:ahLst/>
            <a:cxnLst/>
            <a:rect l="l" t="t" r="r" b="b"/>
            <a:pathLst>
              <a:path w="250143" h="1409142">
                <a:moveTo>
                  <a:pt x="143656" y="1342839"/>
                </a:moveTo>
                <a:cubicBezTo>
                  <a:pt x="158390" y="1347528"/>
                  <a:pt x="170780" y="1352216"/>
                  <a:pt x="180826" y="1356904"/>
                </a:cubicBezTo>
                <a:cubicBezTo>
                  <a:pt x="184175" y="1357573"/>
                  <a:pt x="185514" y="1360922"/>
                  <a:pt x="184844" y="1366950"/>
                </a:cubicBezTo>
                <a:cubicBezTo>
                  <a:pt x="184844" y="1368289"/>
                  <a:pt x="184509" y="1370633"/>
                  <a:pt x="183840" y="1373982"/>
                </a:cubicBezTo>
                <a:cubicBezTo>
                  <a:pt x="183170" y="1378000"/>
                  <a:pt x="182500" y="1380679"/>
                  <a:pt x="181830" y="1382018"/>
                </a:cubicBezTo>
                <a:cubicBezTo>
                  <a:pt x="181161" y="1384028"/>
                  <a:pt x="180156" y="1385367"/>
                  <a:pt x="178817" y="1386037"/>
                </a:cubicBezTo>
                <a:cubicBezTo>
                  <a:pt x="178147" y="1386037"/>
                  <a:pt x="177142" y="1385032"/>
                  <a:pt x="175803" y="1383023"/>
                </a:cubicBezTo>
                <a:cubicBezTo>
                  <a:pt x="169106" y="1368959"/>
                  <a:pt x="157720" y="1356904"/>
                  <a:pt x="141647" y="1346858"/>
                </a:cubicBezTo>
                <a:cubicBezTo>
                  <a:pt x="140977" y="1346188"/>
                  <a:pt x="140642" y="1345184"/>
                  <a:pt x="140642" y="1343844"/>
                </a:cubicBezTo>
                <a:cubicBezTo>
                  <a:pt x="141312" y="1343174"/>
                  <a:pt x="142317" y="1342839"/>
                  <a:pt x="143656" y="1342839"/>
                </a:cubicBezTo>
                <a:close/>
                <a:moveTo>
                  <a:pt x="146670" y="1273523"/>
                </a:moveTo>
                <a:cubicBezTo>
                  <a:pt x="148009" y="1275532"/>
                  <a:pt x="151023" y="1278881"/>
                  <a:pt x="155711" y="1283569"/>
                </a:cubicBezTo>
                <a:cubicBezTo>
                  <a:pt x="157051" y="1285578"/>
                  <a:pt x="156716" y="1287252"/>
                  <a:pt x="154707" y="1288592"/>
                </a:cubicBezTo>
                <a:cubicBezTo>
                  <a:pt x="144661" y="1290601"/>
                  <a:pt x="134615" y="1292610"/>
                  <a:pt x="124569" y="1294619"/>
                </a:cubicBezTo>
                <a:cubicBezTo>
                  <a:pt x="128587" y="1296628"/>
                  <a:pt x="131601" y="1298303"/>
                  <a:pt x="133610" y="1299642"/>
                </a:cubicBezTo>
                <a:cubicBezTo>
                  <a:pt x="135619" y="1300312"/>
                  <a:pt x="136289" y="1302656"/>
                  <a:pt x="135619" y="1306674"/>
                </a:cubicBezTo>
                <a:cubicBezTo>
                  <a:pt x="134950" y="1309353"/>
                  <a:pt x="134615" y="1313372"/>
                  <a:pt x="134615" y="1318729"/>
                </a:cubicBezTo>
                <a:cubicBezTo>
                  <a:pt x="146670" y="1317390"/>
                  <a:pt x="156381" y="1315716"/>
                  <a:pt x="163748" y="1313706"/>
                </a:cubicBezTo>
                <a:cubicBezTo>
                  <a:pt x="165757" y="1313037"/>
                  <a:pt x="167097" y="1313706"/>
                  <a:pt x="167766" y="1315716"/>
                </a:cubicBezTo>
                <a:cubicBezTo>
                  <a:pt x="169106" y="1316385"/>
                  <a:pt x="170445" y="1317725"/>
                  <a:pt x="171785" y="1319734"/>
                </a:cubicBezTo>
                <a:cubicBezTo>
                  <a:pt x="171115" y="1317725"/>
                  <a:pt x="171450" y="1318394"/>
                  <a:pt x="172789" y="1321743"/>
                </a:cubicBezTo>
                <a:cubicBezTo>
                  <a:pt x="173459" y="1323752"/>
                  <a:pt x="173459" y="1324757"/>
                  <a:pt x="172789" y="1324757"/>
                </a:cubicBezTo>
                <a:cubicBezTo>
                  <a:pt x="172789" y="1325427"/>
                  <a:pt x="172119" y="1325761"/>
                  <a:pt x="170780" y="1325761"/>
                </a:cubicBezTo>
                <a:cubicBezTo>
                  <a:pt x="165422" y="1325761"/>
                  <a:pt x="154707" y="1326431"/>
                  <a:pt x="138633" y="1327771"/>
                </a:cubicBezTo>
                <a:cubicBezTo>
                  <a:pt x="137963" y="1327771"/>
                  <a:pt x="136624" y="1327771"/>
                  <a:pt x="134615" y="1327771"/>
                </a:cubicBezTo>
                <a:cubicBezTo>
                  <a:pt x="134615" y="1330450"/>
                  <a:pt x="134615" y="1334803"/>
                  <a:pt x="134615" y="1340830"/>
                </a:cubicBezTo>
                <a:cubicBezTo>
                  <a:pt x="133945" y="1354895"/>
                  <a:pt x="133945" y="1365945"/>
                  <a:pt x="134615" y="1373982"/>
                </a:cubicBezTo>
                <a:cubicBezTo>
                  <a:pt x="134615" y="1390725"/>
                  <a:pt x="131936" y="1401775"/>
                  <a:pt x="126578" y="1407133"/>
                </a:cubicBezTo>
                <a:cubicBezTo>
                  <a:pt x="123899" y="1409812"/>
                  <a:pt x="122225" y="1409812"/>
                  <a:pt x="121555" y="1407133"/>
                </a:cubicBezTo>
                <a:cubicBezTo>
                  <a:pt x="118206" y="1395078"/>
                  <a:pt x="114523" y="1387041"/>
                  <a:pt x="110505" y="1383023"/>
                </a:cubicBezTo>
                <a:cubicBezTo>
                  <a:pt x="109835" y="1382353"/>
                  <a:pt x="109500" y="1381684"/>
                  <a:pt x="109500" y="1381014"/>
                </a:cubicBezTo>
                <a:cubicBezTo>
                  <a:pt x="109500" y="1380344"/>
                  <a:pt x="110170" y="1380009"/>
                  <a:pt x="111509" y="1380009"/>
                </a:cubicBezTo>
                <a:cubicBezTo>
                  <a:pt x="116867" y="1381349"/>
                  <a:pt x="119881" y="1380009"/>
                  <a:pt x="120551" y="1375991"/>
                </a:cubicBezTo>
                <a:cubicBezTo>
                  <a:pt x="120551" y="1371303"/>
                  <a:pt x="120885" y="1365275"/>
                  <a:pt x="121555" y="1357908"/>
                </a:cubicBezTo>
                <a:cubicBezTo>
                  <a:pt x="121555" y="1351881"/>
                  <a:pt x="121555" y="1347193"/>
                  <a:pt x="121555" y="1343844"/>
                </a:cubicBezTo>
                <a:cubicBezTo>
                  <a:pt x="101463" y="1365275"/>
                  <a:pt x="75344" y="1380344"/>
                  <a:pt x="43197" y="1389050"/>
                </a:cubicBezTo>
                <a:cubicBezTo>
                  <a:pt x="41188" y="1389720"/>
                  <a:pt x="39848" y="1389720"/>
                  <a:pt x="39179" y="1389050"/>
                </a:cubicBezTo>
                <a:cubicBezTo>
                  <a:pt x="38509" y="1387711"/>
                  <a:pt x="39179" y="1386707"/>
                  <a:pt x="41188" y="1386037"/>
                </a:cubicBezTo>
                <a:cubicBezTo>
                  <a:pt x="71326" y="1372642"/>
                  <a:pt x="96440" y="1353890"/>
                  <a:pt x="116532" y="1329780"/>
                </a:cubicBezTo>
                <a:cubicBezTo>
                  <a:pt x="101798" y="1331119"/>
                  <a:pt x="89743" y="1332794"/>
                  <a:pt x="80367" y="1334803"/>
                </a:cubicBezTo>
                <a:cubicBezTo>
                  <a:pt x="79027" y="1334803"/>
                  <a:pt x="78023" y="1334468"/>
                  <a:pt x="77353" y="1333798"/>
                </a:cubicBezTo>
                <a:cubicBezTo>
                  <a:pt x="77353" y="1333798"/>
                  <a:pt x="77018" y="1333463"/>
                  <a:pt x="76349" y="1332794"/>
                </a:cubicBezTo>
                <a:cubicBezTo>
                  <a:pt x="76349" y="1332124"/>
                  <a:pt x="75679" y="1331119"/>
                  <a:pt x="74339" y="1329780"/>
                </a:cubicBezTo>
                <a:cubicBezTo>
                  <a:pt x="73670" y="1327771"/>
                  <a:pt x="73000" y="1326431"/>
                  <a:pt x="72330" y="1325761"/>
                </a:cubicBezTo>
                <a:cubicBezTo>
                  <a:pt x="72330" y="1323752"/>
                  <a:pt x="73000" y="1323083"/>
                  <a:pt x="74339" y="1323752"/>
                </a:cubicBezTo>
                <a:cubicBezTo>
                  <a:pt x="88404" y="1323752"/>
                  <a:pt x="104142" y="1322748"/>
                  <a:pt x="121555" y="1320738"/>
                </a:cubicBezTo>
                <a:lnTo>
                  <a:pt x="121555" y="1317725"/>
                </a:lnTo>
                <a:cubicBezTo>
                  <a:pt x="121555" y="1307009"/>
                  <a:pt x="120216" y="1299642"/>
                  <a:pt x="117537" y="1295624"/>
                </a:cubicBezTo>
                <a:cubicBezTo>
                  <a:pt x="116867" y="1295624"/>
                  <a:pt x="115862" y="1295624"/>
                  <a:pt x="114523" y="1295624"/>
                </a:cubicBezTo>
                <a:cubicBezTo>
                  <a:pt x="109835" y="1296963"/>
                  <a:pt x="104477" y="1297633"/>
                  <a:pt x="98450" y="1297633"/>
                </a:cubicBezTo>
                <a:cubicBezTo>
                  <a:pt x="96440" y="1297633"/>
                  <a:pt x="95436" y="1297298"/>
                  <a:pt x="95436" y="1296628"/>
                </a:cubicBezTo>
                <a:cubicBezTo>
                  <a:pt x="95436" y="1295959"/>
                  <a:pt x="96440" y="1295289"/>
                  <a:pt x="98450" y="1294619"/>
                </a:cubicBezTo>
                <a:cubicBezTo>
                  <a:pt x="108495" y="1291940"/>
                  <a:pt x="120216" y="1287587"/>
                  <a:pt x="133610" y="1281559"/>
                </a:cubicBezTo>
                <a:cubicBezTo>
                  <a:pt x="138298" y="1280220"/>
                  <a:pt x="141312" y="1277876"/>
                  <a:pt x="142652" y="1274527"/>
                </a:cubicBezTo>
                <a:cubicBezTo>
                  <a:pt x="143321" y="1272518"/>
                  <a:pt x="144661" y="1272183"/>
                  <a:pt x="146670" y="1273523"/>
                </a:cubicBezTo>
                <a:close/>
                <a:moveTo>
                  <a:pt x="65298" y="1204206"/>
                </a:moveTo>
                <a:lnTo>
                  <a:pt x="65700" y="1204206"/>
                </a:lnTo>
                <a:lnTo>
                  <a:pt x="66052" y="1204457"/>
                </a:lnTo>
                <a:cubicBezTo>
                  <a:pt x="66219" y="1204625"/>
                  <a:pt x="65968" y="1204541"/>
                  <a:pt x="65298" y="1204206"/>
                </a:cubicBezTo>
                <a:close/>
                <a:moveTo>
                  <a:pt x="113518" y="1157995"/>
                </a:moveTo>
                <a:cubicBezTo>
                  <a:pt x="120885" y="1160004"/>
                  <a:pt x="126243" y="1161678"/>
                  <a:pt x="129592" y="1163018"/>
                </a:cubicBezTo>
                <a:cubicBezTo>
                  <a:pt x="132271" y="1163688"/>
                  <a:pt x="133610" y="1165697"/>
                  <a:pt x="133610" y="1169045"/>
                </a:cubicBezTo>
                <a:cubicBezTo>
                  <a:pt x="133610" y="1171724"/>
                  <a:pt x="133275" y="1175073"/>
                  <a:pt x="132606" y="1179091"/>
                </a:cubicBezTo>
                <a:cubicBezTo>
                  <a:pt x="132606" y="1183110"/>
                  <a:pt x="132606" y="1186123"/>
                  <a:pt x="132606" y="1188133"/>
                </a:cubicBezTo>
                <a:cubicBezTo>
                  <a:pt x="139973" y="1186793"/>
                  <a:pt x="146670" y="1185789"/>
                  <a:pt x="152697" y="1185119"/>
                </a:cubicBezTo>
                <a:cubicBezTo>
                  <a:pt x="162074" y="1183779"/>
                  <a:pt x="168771" y="1182105"/>
                  <a:pt x="172789" y="1180096"/>
                </a:cubicBezTo>
                <a:cubicBezTo>
                  <a:pt x="176138" y="1178756"/>
                  <a:pt x="178482" y="1179091"/>
                  <a:pt x="179821" y="1181101"/>
                </a:cubicBezTo>
                <a:cubicBezTo>
                  <a:pt x="180491" y="1181770"/>
                  <a:pt x="181161" y="1182440"/>
                  <a:pt x="181830" y="1183110"/>
                </a:cubicBezTo>
                <a:cubicBezTo>
                  <a:pt x="183170" y="1183779"/>
                  <a:pt x="184844" y="1185454"/>
                  <a:pt x="186853" y="1188133"/>
                </a:cubicBezTo>
                <a:cubicBezTo>
                  <a:pt x="188193" y="1190142"/>
                  <a:pt x="188528" y="1191481"/>
                  <a:pt x="187858" y="1192151"/>
                </a:cubicBezTo>
                <a:cubicBezTo>
                  <a:pt x="187188" y="1192821"/>
                  <a:pt x="185849" y="1193156"/>
                  <a:pt x="183840" y="1193156"/>
                </a:cubicBezTo>
                <a:cubicBezTo>
                  <a:pt x="177142" y="1193156"/>
                  <a:pt x="161404" y="1194495"/>
                  <a:pt x="136624" y="1197174"/>
                </a:cubicBezTo>
                <a:cubicBezTo>
                  <a:pt x="137963" y="1196504"/>
                  <a:pt x="136289" y="1196504"/>
                  <a:pt x="131601" y="1197174"/>
                </a:cubicBezTo>
                <a:cubicBezTo>
                  <a:pt x="130931" y="1200523"/>
                  <a:pt x="130262" y="1205211"/>
                  <a:pt x="129592" y="1211238"/>
                </a:cubicBezTo>
                <a:cubicBezTo>
                  <a:pt x="128252" y="1215926"/>
                  <a:pt x="127583" y="1219275"/>
                  <a:pt x="127583" y="1221284"/>
                </a:cubicBezTo>
                <a:cubicBezTo>
                  <a:pt x="144326" y="1219945"/>
                  <a:pt x="156381" y="1218270"/>
                  <a:pt x="163748" y="1216261"/>
                </a:cubicBezTo>
                <a:cubicBezTo>
                  <a:pt x="165757" y="1215591"/>
                  <a:pt x="167097" y="1216261"/>
                  <a:pt x="167766" y="1218270"/>
                </a:cubicBezTo>
                <a:cubicBezTo>
                  <a:pt x="169106" y="1219610"/>
                  <a:pt x="170110" y="1221284"/>
                  <a:pt x="170780" y="1223293"/>
                </a:cubicBezTo>
                <a:cubicBezTo>
                  <a:pt x="172119" y="1225972"/>
                  <a:pt x="171115" y="1227312"/>
                  <a:pt x="167766" y="1227312"/>
                </a:cubicBezTo>
                <a:cubicBezTo>
                  <a:pt x="162408" y="1227981"/>
                  <a:pt x="150018" y="1228986"/>
                  <a:pt x="130596" y="1230325"/>
                </a:cubicBezTo>
                <a:cubicBezTo>
                  <a:pt x="132606" y="1229656"/>
                  <a:pt x="130931" y="1229656"/>
                  <a:pt x="125573" y="1230325"/>
                </a:cubicBezTo>
                <a:cubicBezTo>
                  <a:pt x="124234" y="1234344"/>
                  <a:pt x="122560" y="1240036"/>
                  <a:pt x="120551" y="1247403"/>
                </a:cubicBezTo>
                <a:cubicBezTo>
                  <a:pt x="119211" y="1250082"/>
                  <a:pt x="118541" y="1251757"/>
                  <a:pt x="118541" y="1252426"/>
                </a:cubicBezTo>
                <a:cubicBezTo>
                  <a:pt x="141982" y="1250417"/>
                  <a:pt x="163078" y="1248073"/>
                  <a:pt x="181830" y="1245394"/>
                </a:cubicBezTo>
                <a:cubicBezTo>
                  <a:pt x="191207" y="1244055"/>
                  <a:pt x="197569" y="1242380"/>
                  <a:pt x="200918" y="1240371"/>
                </a:cubicBezTo>
                <a:cubicBezTo>
                  <a:pt x="203597" y="1238362"/>
                  <a:pt x="205941" y="1238362"/>
                  <a:pt x="207950" y="1240371"/>
                </a:cubicBezTo>
                <a:cubicBezTo>
                  <a:pt x="209959" y="1242380"/>
                  <a:pt x="212303" y="1245394"/>
                  <a:pt x="214982" y="1249413"/>
                </a:cubicBezTo>
                <a:cubicBezTo>
                  <a:pt x="216321" y="1251422"/>
                  <a:pt x="216656" y="1252761"/>
                  <a:pt x="215987" y="1253431"/>
                </a:cubicBezTo>
                <a:cubicBezTo>
                  <a:pt x="215987" y="1254101"/>
                  <a:pt x="214982" y="1254436"/>
                  <a:pt x="212973" y="1254436"/>
                </a:cubicBezTo>
                <a:cubicBezTo>
                  <a:pt x="194890" y="1254436"/>
                  <a:pt x="174798" y="1255775"/>
                  <a:pt x="152697" y="1258454"/>
                </a:cubicBezTo>
                <a:cubicBezTo>
                  <a:pt x="173459" y="1283234"/>
                  <a:pt x="195225" y="1302656"/>
                  <a:pt x="217996" y="1316720"/>
                </a:cubicBezTo>
                <a:cubicBezTo>
                  <a:pt x="224023" y="1320738"/>
                  <a:pt x="233065" y="1324087"/>
                  <a:pt x="245120" y="1326766"/>
                </a:cubicBezTo>
                <a:cubicBezTo>
                  <a:pt x="247799" y="1326766"/>
                  <a:pt x="249473" y="1327436"/>
                  <a:pt x="250143" y="1328775"/>
                </a:cubicBezTo>
                <a:cubicBezTo>
                  <a:pt x="250143" y="1329445"/>
                  <a:pt x="249138" y="1330450"/>
                  <a:pt x="247129" y="1331789"/>
                </a:cubicBezTo>
                <a:cubicBezTo>
                  <a:pt x="244450" y="1332459"/>
                  <a:pt x="240097" y="1333798"/>
                  <a:pt x="234069" y="1335807"/>
                </a:cubicBezTo>
                <a:cubicBezTo>
                  <a:pt x="228042" y="1337817"/>
                  <a:pt x="223688" y="1339491"/>
                  <a:pt x="221010" y="1340830"/>
                </a:cubicBezTo>
                <a:cubicBezTo>
                  <a:pt x="216991" y="1342170"/>
                  <a:pt x="213643" y="1341500"/>
                  <a:pt x="210964" y="1338821"/>
                </a:cubicBezTo>
                <a:cubicBezTo>
                  <a:pt x="189532" y="1317390"/>
                  <a:pt x="167097" y="1290936"/>
                  <a:pt x="143656" y="1259459"/>
                </a:cubicBezTo>
                <a:cubicBezTo>
                  <a:pt x="133610" y="1260128"/>
                  <a:pt x="123899" y="1261133"/>
                  <a:pt x="114523" y="1262472"/>
                </a:cubicBezTo>
                <a:cubicBezTo>
                  <a:pt x="95771" y="1304665"/>
                  <a:pt x="62284" y="1332794"/>
                  <a:pt x="14064" y="1346858"/>
                </a:cubicBezTo>
                <a:cubicBezTo>
                  <a:pt x="10715" y="1347528"/>
                  <a:pt x="8706" y="1347193"/>
                  <a:pt x="8036" y="1345853"/>
                </a:cubicBezTo>
                <a:cubicBezTo>
                  <a:pt x="8036" y="1345184"/>
                  <a:pt x="9376" y="1344179"/>
                  <a:pt x="12055" y="1342839"/>
                </a:cubicBezTo>
                <a:cubicBezTo>
                  <a:pt x="54248" y="1322748"/>
                  <a:pt x="83046" y="1296628"/>
                  <a:pt x="98450" y="1264481"/>
                </a:cubicBezTo>
                <a:cubicBezTo>
                  <a:pt x="73670" y="1267830"/>
                  <a:pt x="56257" y="1270509"/>
                  <a:pt x="46211" y="1272518"/>
                </a:cubicBezTo>
                <a:cubicBezTo>
                  <a:pt x="43532" y="1272518"/>
                  <a:pt x="41858" y="1271848"/>
                  <a:pt x="41188" y="1270509"/>
                </a:cubicBezTo>
                <a:cubicBezTo>
                  <a:pt x="39179" y="1267830"/>
                  <a:pt x="37170" y="1264481"/>
                  <a:pt x="35160" y="1260463"/>
                </a:cubicBezTo>
                <a:cubicBezTo>
                  <a:pt x="34491" y="1259124"/>
                  <a:pt x="35160" y="1258454"/>
                  <a:pt x="37170" y="1258454"/>
                </a:cubicBezTo>
                <a:cubicBezTo>
                  <a:pt x="46546" y="1259124"/>
                  <a:pt x="68647" y="1257784"/>
                  <a:pt x="103472" y="1254436"/>
                </a:cubicBezTo>
                <a:cubicBezTo>
                  <a:pt x="104142" y="1252426"/>
                  <a:pt x="105147" y="1249413"/>
                  <a:pt x="106486" y="1245394"/>
                </a:cubicBezTo>
                <a:cubicBezTo>
                  <a:pt x="108495" y="1240036"/>
                  <a:pt x="109835" y="1235683"/>
                  <a:pt x="110505" y="1232335"/>
                </a:cubicBezTo>
                <a:cubicBezTo>
                  <a:pt x="104477" y="1233004"/>
                  <a:pt x="96775" y="1234009"/>
                  <a:pt x="87399" y="1235348"/>
                </a:cubicBezTo>
                <a:cubicBezTo>
                  <a:pt x="85390" y="1236018"/>
                  <a:pt x="84050" y="1236353"/>
                  <a:pt x="83381" y="1236353"/>
                </a:cubicBezTo>
                <a:cubicBezTo>
                  <a:pt x="81372" y="1236353"/>
                  <a:pt x="80032" y="1236018"/>
                  <a:pt x="79362" y="1235348"/>
                </a:cubicBezTo>
                <a:cubicBezTo>
                  <a:pt x="78693" y="1234679"/>
                  <a:pt x="77688" y="1233674"/>
                  <a:pt x="76349" y="1232335"/>
                </a:cubicBezTo>
                <a:cubicBezTo>
                  <a:pt x="75679" y="1230325"/>
                  <a:pt x="75009" y="1228986"/>
                  <a:pt x="74339" y="1228316"/>
                </a:cubicBezTo>
                <a:cubicBezTo>
                  <a:pt x="73670" y="1226307"/>
                  <a:pt x="74339" y="1225302"/>
                  <a:pt x="76349" y="1225302"/>
                </a:cubicBezTo>
                <a:cubicBezTo>
                  <a:pt x="79697" y="1225302"/>
                  <a:pt x="88404" y="1224968"/>
                  <a:pt x="102468" y="1224298"/>
                </a:cubicBezTo>
                <a:cubicBezTo>
                  <a:pt x="107156" y="1223628"/>
                  <a:pt x="110505" y="1223293"/>
                  <a:pt x="112514" y="1223293"/>
                </a:cubicBezTo>
                <a:cubicBezTo>
                  <a:pt x="113853" y="1215257"/>
                  <a:pt x="114858" y="1207220"/>
                  <a:pt x="115528" y="1199183"/>
                </a:cubicBezTo>
                <a:cubicBezTo>
                  <a:pt x="108830" y="1199853"/>
                  <a:pt x="99119" y="1200857"/>
                  <a:pt x="86394" y="1202197"/>
                </a:cubicBezTo>
                <a:cubicBezTo>
                  <a:pt x="78358" y="1203536"/>
                  <a:pt x="72665" y="1204206"/>
                  <a:pt x="69316" y="1204206"/>
                </a:cubicBezTo>
                <a:lnTo>
                  <a:pt x="65700" y="1204206"/>
                </a:lnTo>
                <a:lnTo>
                  <a:pt x="64294" y="1203201"/>
                </a:lnTo>
                <a:cubicBezTo>
                  <a:pt x="64294" y="1202532"/>
                  <a:pt x="63624" y="1201527"/>
                  <a:pt x="62284" y="1200188"/>
                </a:cubicBezTo>
                <a:cubicBezTo>
                  <a:pt x="60945" y="1197509"/>
                  <a:pt x="59940" y="1195500"/>
                  <a:pt x="59271" y="1194160"/>
                </a:cubicBezTo>
                <a:cubicBezTo>
                  <a:pt x="57931" y="1192821"/>
                  <a:pt x="58266" y="1192151"/>
                  <a:pt x="60275" y="1192151"/>
                </a:cubicBezTo>
                <a:cubicBezTo>
                  <a:pt x="73670" y="1192821"/>
                  <a:pt x="92087" y="1192151"/>
                  <a:pt x="115528" y="1190142"/>
                </a:cubicBezTo>
                <a:cubicBezTo>
                  <a:pt x="116197" y="1178756"/>
                  <a:pt x="114858" y="1169715"/>
                  <a:pt x="111509" y="1163018"/>
                </a:cubicBezTo>
                <a:cubicBezTo>
                  <a:pt x="110170" y="1161009"/>
                  <a:pt x="109500" y="1159669"/>
                  <a:pt x="109500" y="1159000"/>
                </a:cubicBezTo>
                <a:cubicBezTo>
                  <a:pt x="110170" y="1157660"/>
                  <a:pt x="111509" y="1157325"/>
                  <a:pt x="113518" y="1157995"/>
                </a:cubicBezTo>
                <a:close/>
                <a:moveTo>
                  <a:pt x="109500" y="867743"/>
                </a:moveTo>
                <a:cubicBezTo>
                  <a:pt x="110170" y="867073"/>
                  <a:pt x="110839" y="867073"/>
                  <a:pt x="111509" y="867743"/>
                </a:cubicBezTo>
                <a:cubicBezTo>
                  <a:pt x="112849" y="868412"/>
                  <a:pt x="114523" y="869082"/>
                  <a:pt x="116532" y="869752"/>
                </a:cubicBezTo>
                <a:cubicBezTo>
                  <a:pt x="123899" y="872431"/>
                  <a:pt x="129927" y="874775"/>
                  <a:pt x="134615" y="876784"/>
                </a:cubicBezTo>
                <a:cubicBezTo>
                  <a:pt x="137963" y="878123"/>
                  <a:pt x="138968" y="880802"/>
                  <a:pt x="137629" y="884821"/>
                </a:cubicBezTo>
                <a:cubicBezTo>
                  <a:pt x="134950" y="894867"/>
                  <a:pt x="132940" y="909266"/>
                  <a:pt x="131601" y="928018"/>
                </a:cubicBezTo>
                <a:cubicBezTo>
                  <a:pt x="132271" y="927348"/>
                  <a:pt x="133610" y="927014"/>
                  <a:pt x="135619" y="927014"/>
                </a:cubicBezTo>
                <a:cubicBezTo>
                  <a:pt x="136959" y="926344"/>
                  <a:pt x="137963" y="926009"/>
                  <a:pt x="138633" y="926009"/>
                </a:cubicBezTo>
                <a:cubicBezTo>
                  <a:pt x="141312" y="926009"/>
                  <a:pt x="145330" y="924669"/>
                  <a:pt x="150688" y="921991"/>
                </a:cubicBezTo>
                <a:cubicBezTo>
                  <a:pt x="153367" y="919981"/>
                  <a:pt x="155376" y="919981"/>
                  <a:pt x="156716" y="921991"/>
                </a:cubicBezTo>
                <a:cubicBezTo>
                  <a:pt x="159395" y="924000"/>
                  <a:pt x="161739" y="927014"/>
                  <a:pt x="163748" y="931032"/>
                </a:cubicBezTo>
                <a:cubicBezTo>
                  <a:pt x="163748" y="931702"/>
                  <a:pt x="163748" y="932036"/>
                  <a:pt x="163748" y="932036"/>
                </a:cubicBezTo>
                <a:cubicBezTo>
                  <a:pt x="164418" y="934046"/>
                  <a:pt x="163748" y="935050"/>
                  <a:pt x="161739" y="935050"/>
                </a:cubicBezTo>
                <a:cubicBezTo>
                  <a:pt x="152363" y="935720"/>
                  <a:pt x="141982" y="936725"/>
                  <a:pt x="130596" y="938064"/>
                </a:cubicBezTo>
                <a:cubicBezTo>
                  <a:pt x="130596" y="942082"/>
                  <a:pt x="130262" y="948110"/>
                  <a:pt x="129592" y="956147"/>
                </a:cubicBezTo>
                <a:cubicBezTo>
                  <a:pt x="129592" y="964853"/>
                  <a:pt x="129257" y="971215"/>
                  <a:pt x="128587" y="975234"/>
                </a:cubicBezTo>
                <a:cubicBezTo>
                  <a:pt x="133945" y="973894"/>
                  <a:pt x="138968" y="973225"/>
                  <a:pt x="143656" y="973225"/>
                </a:cubicBezTo>
                <a:cubicBezTo>
                  <a:pt x="155711" y="960500"/>
                  <a:pt x="166427" y="947105"/>
                  <a:pt x="175803" y="933041"/>
                </a:cubicBezTo>
                <a:cubicBezTo>
                  <a:pt x="184509" y="919647"/>
                  <a:pt x="187858" y="907926"/>
                  <a:pt x="185849" y="897880"/>
                </a:cubicBezTo>
                <a:cubicBezTo>
                  <a:pt x="185849" y="895202"/>
                  <a:pt x="186519" y="893527"/>
                  <a:pt x="187858" y="892857"/>
                </a:cubicBezTo>
                <a:cubicBezTo>
                  <a:pt x="189867" y="892857"/>
                  <a:pt x="191876" y="894197"/>
                  <a:pt x="193886" y="896876"/>
                </a:cubicBezTo>
                <a:cubicBezTo>
                  <a:pt x="199243" y="902234"/>
                  <a:pt x="203262" y="907926"/>
                  <a:pt x="205941" y="913954"/>
                </a:cubicBezTo>
                <a:cubicBezTo>
                  <a:pt x="207280" y="916633"/>
                  <a:pt x="206610" y="919647"/>
                  <a:pt x="203931" y="922995"/>
                </a:cubicBezTo>
                <a:cubicBezTo>
                  <a:pt x="197904" y="932371"/>
                  <a:pt x="188193" y="945096"/>
                  <a:pt x="174798" y="961170"/>
                </a:cubicBezTo>
                <a:cubicBezTo>
                  <a:pt x="171450" y="965858"/>
                  <a:pt x="168771" y="969206"/>
                  <a:pt x="166762" y="971215"/>
                </a:cubicBezTo>
                <a:cubicBezTo>
                  <a:pt x="168771" y="970546"/>
                  <a:pt x="172119" y="969876"/>
                  <a:pt x="176808" y="969206"/>
                </a:cubicBezTo>
                <a:cubicBezTo>
                  <a:pt x="180826" y="968537"/>
                  <a:pt x="183840" y="968202"/>
                  <a:pt x="185849" y="968202"/>
                </a:cubicBezTo>
                <a:cubicBezTo>
                  <a:pt x="207280" y="965523"/>
                  <a:pt x="220005" y="963179"/>
                  <a:pt x="224023" y="961170"/>
                </a:cubicBezTo>
                <a:cubicBezTo>
                  <a:pt x="228042" y="959160"/>
                  <a:pt x="230386" y="959495"/>
                  <a:pt x="231055" y="962174"/>
                </a:cubicBezTo>
                <a:cubicBezTo>
                  <a:pt x="234404" y="965523"/>
                  <a:pt x="237418" y="969206"/>
                  <a:pt x="240097" y="973225"/>
                </a:cubicBezTo>
                <a:cubicBezTo>
                  <a:pt x="240766" y="974564"/>
                  <a:pt x="240850" y="975569"/>
                  <a:pt x="240348" y="976238"/>
                </a:cubicBezTo>
                <a:cubicBezTo>
                  <a:pt x="239846" y="976908"/>
                  <a:pt x="238757" y="977243"/>
                  <a:pt x="237083" y="977243"/>
                </a:cubicBezTo>
                <a:cubicBezTo>
                  <a:pt x="209624" y="978582"/>
                  <a:pt x="182835" y="980257"/>
                  <a:pt x="156716" y="982266"/>
                </a:cubicBezTo>
                <a:cubicBezTo>
                  <a:pt x="143991" y="994321"/>
                  <a:pt x="130931" y="1005706"/>
                  <a:pt x="117537" y="1016422"/>
                </a:cubicBezTo>
                <a:cubicBezTo>
                  <a:pt x="118206" y="1017092"/>
                  <a:pt x="119546" y="1017761"/>
                  <a:pt x="121555" y="1018431"/>
                </a:cubicBezTo>
                <a:cubicBezTo>
                  <a:pt x="122895" y="1019771"/>
                  <a:pt x="123899" y="1020775"/>
                  <a:pt x="124569" y="1021445"/>
                </a:cubicBezTo>
                <a:cubicBezTo>
                  <a:pt x="125908" y="1021445"/>
                  <a:pt x="126578" y="1022450"/>
                  <a:pt x="126578" y="1024459"/>
                </a:cubicBezTo>
                <a:cubicBezTo>
                  <a:pt x="123899" y="1032495"/>
                  <a:pt x="122225" y="1041872"/>
                  <a:pt x="121555" y="1052587"/>
                </a:cubicBezTo>
                <a:cubicBezTo>
                  <a:pt x="133610" y="1047899"/>
                  <a:pt x="144996" y="1041537"/>
                  <a:pt x="155711" y="1033500"/>
                </a:cubicBezTo>
                <a:cubicBezTo>
                  <a:pt x="163078" y="1028142"/>
                  <a:pt x="166427" y="1022450"/>
                  <a:pt x="165757" y="1016422"/>
                </a:cubicBezTo>
                <a:cubicBezTo>
                  <a:pt x="165757" y="1015083"/>
                  <a:pt x="166092" y="1014413"/>
                  <a:pt x="166762" y="1014413"/>
                </a:cubicBezTo>
                <a:cubicBezTo>
                  <a:pt x="166762" y="1013743"/>
                  <a:pt x="167431" y="1013743"/>
                  <a:pt x="168771" y="1014413"/>
                </a:cubicBezTo>
                <a:cubicBezTo>
                  <a:pt x="174129" y="1019101"/>
                  <a:pt x="179152" y="1024124"/>
                  <a:pt x="183840" y="1029482"/>
                </a:cubicBezTo>
                <a:cubicBezTo>
                  <a:pt x="185849" y="1031491"/>
                  <a:pt x="185849" y="1033165"/>
                  <a:pt x="183840" y="1034505"/>
                </a:cubicBezTo>
                <a:cubicBezTo>
                  <a:pt x="167766" y="1045890"/>
                  <a:pt x="147005" y="1053592"/>
                  <a:pt x="121555" y="1057610"/>
                </a:cubicBezTo>
                <a:cubicBezTo>
                  <a:pt x="121555" y="1061629"/>
                  <a:pt x="121555" y="1065982"/>
                  <a:pt x="121555" y="1070670"/>
                </a:cubicBezTo>
                <a:cubicBezTo>
                  <a:pt x="120216" y="1082055"/>
                  <a:pt x="125573" y="1088083"/>
                  <a:pt x="137629" y="1088753"/>
                </a:cubicBezTo>
                <a:cubicBezTo>
                  <a:pt x="156381" y="1090092"/>
                  <a:pt x="170445" y="1089757"/>
                  <a:pt x="179821" y="1087748"/>
                </a:cubicBezTo>
                <a:cubicBezTo>
                  <a:pt x="191876" y="1085069"/>
                  <a:pt x="200583" y="1077367"/>
                  <a:pt x="205941" y="1064642"/>
                </a:cubicBezTo>
                <a:cubicBezTo>
                  <a:pt x="206610" y="1063973"/>
                  <a:pt x="207280" y="1063638"/>
                  <a:pt x="207950" y="1063638"/>
                </a:cubicBezTo>
                <a:cubicBezTo>
                  <a:pt x="208620" y="1063638"/>
                  <a:pt x="208954" y="1064308"/>
                  <a:pt x="208954" y="1065647"/>
                </a:cubicBezTo>
                <a:cubicBezTo>
                  <a:pt x="208954" y="1075023"/>
                  <a:pt x="207950" y="1086074"/>
                  <a:pt x="205941" y="1098798"/>
                </a:cubicBezTo>
                <a:cubicBezTo>
                  <a:pt x="205941" y="1100138"/>
                  <a:pt x="205271" y="1101143"/>
                  <a:pt x="203931" y="1101812"/>
                </a:cubicBezTo>
                <a:cubicBezTo>
                  <a:pt x="203931" y="1101143"/>
                  <a:pt x="203597" y="1101143"/>
                  <a:pt x="202927" y="1101812"/>
                </a:cubicBezTo>
                <a:cubicBezTo>
                  <a:pt x="180156" y="1103152"/>
                  <a:pt x="158055" y="1102817"/>
                  <a:pt x="136624" y="1100808"/>
                </a:cubicBezTo>
                <a:cubicBezTo>
                  <a:pt x="115193" y="1100138"/>
                  <a:pt x="105147" y="1090092"/>
                  <a:pt x="106486" y="1070670"/>
                </a:cubicBezTo>
                <a:cubicBezTo>
                  <a:pt x="107156" y="1061294"/>
                  <a:pt x="107491" y="1050578"/>
                  <a:pt x="107491" y="1038523"/>
                </a:cubicBezTo>
                <a:cubicBezTo>
                  <a:pt x="107491" y="1032495"/>
                  <a:pt x="107491" y="1027807"/>
                  <a:pt x="107491" y="1024459"/>
                </a:cubicBezTo>
                <a:cubicBezTo>
                  <a:pt x="78023" y="1045890"/>
                  <a:pt x="43532" y="1061964"/>
                  <a:pt x="4018" y="1072679"/>
                </a:cubicBezTo>
                <a:cubicBezTo>
                  <a:pt x="1339" y="1072679"/>
                  <a:pt x="0" y="1072009"/>
                  <a:pt x="0" y="1070670"/>
                </a:cubicBezTo>
                <a:cubicBezTo>
                  <a:pt x="0" y="1070000"/>
                  <a:pt x="1004" y="1068996"/>
                  <a:pt x="3014" y="1067656"/>
                </a:cubicBezTo>
                <a:cubicBezTo>
                  <a:pt x="55922" y="1045555"/>
                  <a:pt x="99454" y="1017761"/>
                  <a:pt x="133610" y="984275"/>
                </a:cubicBezTo>
                <a:cubicBezTo>
                  <a:pt x="97445" y="986954"/>
                  <a:pt x="63959" y="991307"/>
                  <a:pt x="33151" y="997335"/>
                </a:cubicBezTo>
                <a:cubicBezTo>
                  <a:pt x="26454" y="998674"/>
                  <a:pt x="20092" y="994991"/>
                  <a:pt x="14064" y="986284"/>
                </a:cubicBezTo>
                <a:cubicBezTo>
                  <a:pt x="13394" y="984945"/>
                  <a:pt x="13059" y="983940"/>
                  <a:pt x="13059" y="983271"/>
                </a:cubicBezTo>
                <a:cubicBezTo>
                  <a:pt x="13059" y="983271"/>
                  <a:pt x="14064" y="983271"/>
                  <a:pt x="16073" y="983271"/>
                </a:cubicBezTo>
                <a:cubicBezTo>
                  <a:pt x="22101" y="982601"/>
                  <a:pt x="31812" y="981931"/>
                  <a:pt x="45206" y="981261"/>
                </a:cubicBezTo>
                <a:cubicBezTo>
                  <a:pt x="75344" y="979252"/>
                  <a:pt x="98450" y="977578"/>
                  <a:pt x="114523" y="976238"/>
                </a:cubicBezTo>
                <a:cubicBezTo>
                  <a:pt x="115862" y="964183"/>
                  <a:pt x="116532" y="951793"/>
                  <a:pt x="116532" y="939069"/>
                </a:cubicBezTo>
                <a:cubicBezTo>
                  <a:pt x="106486" y="941078"/>
                  <a:pt x="95436" y="942417"/>
                  <a:pt x="83381" y="943087"/>
                </a:cubicBezTo>
                <a:cubicBezTo>
                  <a:pt x="79362" y="944426"/>
                  <a:pt x="76014" y="942082"/>
                  <a:pt x="73335" y="936055"/>
                </a:cubicBezTo>
                <a:cubicBezTo>
                  <a:pt x="71995" y="934715"/>
                  <a:pt x="71660" y="933711"/>
                  <a:pt x="72330" y="933041"/>
                </a:cubicBezTo>
                <a:cubicBezTo>
                  <a:pt x="72330" y="932371"/>
                  <a:pt x="73000" y="932036"/>
                  <a:pt x="74339" y="932036"/>
                </a:cubicBezTo>
                <a:cubicBezTo>
                  <a:pt x="89743" y="932036"/>
                  <a:pt x="103807" y="931032"/>
                  <a:pt x="116532" y="929023"/>
                </a:cubicBezTo>
                <a:cubicBezTo>
                  <a:pt x="116532" y="920986"/>
                  <a:pt x="116197" y="912280"/>
                  <a:pt x="115528" y="902903"/>
                </a:cubicBezTo>
                <a:cubicBezTo>
                  <a:pt x="114858" y="888169"/>
                  <a:pt x="112849" y="877454"/>
                  <a:pt x="109500" y="870756"/>
                </a:cubicBezTo>
                <a:cubicBezTo>
                  <a:pt x="108830" y="869417"/>
                  <a:pt x="108830" y="868412"/>
                  <a:pt x="109500" y="867743"/>
                </a:cubicBezTo>
                <a:close/>
                <a:moveTo>
                  <a:pt x="143656" y="677950"/>
                </a:moveTo>
                <a:cubicBezTo>
                  <a:pt x="153032" y="678619"/>
                  <a:pt x="158055" y="683977"/>
                  <a:pt x="158725" y="694023"/>
                </a:cubicBezTo>
                <a:cubicBezTo>
                  <a:pt x="158055" y="703399"/>
                  <a:pt x="153032" y="708422"/>
                  <a:pt x="143656" y="709092"/>
                </a:cubicBezTo>
                <a:cubicBezTo>
                  <a:pt x="133610" y="708422"/>
                  <a:pt x="128252" y="703399"/>
                  <a:pt x="127583" y="694023"/>
                </a:cubicBezTo>
                <a:cubicBezTo>
                  <a:pt x="128252" y="683977"/>
                  <a:pt x="133610" y="678619"/>
                  <a:pt x="143656" y="677950"/>
                </a:cubicBezTo>
                <a:close/>
                <a:moveTo>
                  <a:pt x="199913" y="469069"/>
                </a:moveTo>
                <a:cubicBezTo>
                  <a:pt x="209959" y="473088"/>
                  <a:pt x="217996" y="477776"/>
                  <a:pt x="224023" y="483134"/>
                </a:cubicBezTo>
                <a:cubicBezTo>
                  <a:pt x="226702" y="485143"/>
                  <a:pt x="228042" y="487822"/>
                  <a:pt x="228042" y="491170"/>
                </a:cubicBezTo>
                <a:cubicBezTo>
                  <a:pt x="228042" y="497868"/>
                  <a:pt x="227037" y="503560"/>
                  <a:pt x="225028" y="508248"/>
                </a:cubicBezTo>
                <a:cubicBezTo>
                  <a:pt x="225028" y="510258"/>
                  <a:pt x="223354" y="511597"/>
                  <a:pt x="220005" y="512267"/>
                </a:cubicBezTo>
                <a:cubicBezTo>
                  <a:pt x="217326" y="512267"/>
                  <a:pt x="215652" y="511262"/>
                  <a:pt x="214982" y="509253"/>
                </a:cubicBezTo>
                <a:cubicBezTo>
                  <a:pt x="212303" y="498537"/>
                  <a:pt x="206610" y="485813"/>
                  <a:pt x="197904" y="471079"/>
                </a:cubicBezTo>
                <a:cubicBezTo>
                  <a:pt x="197234" y="469069"/>
                  <a:pt x="197904" y="468400"/>
                  <a:pt x="199913" y="469069"/>
                </a:cubicBezTo>
                <a:close/>
                <a:moveTo>
                  <a:pt x="56257" y="468065"/>
                </a:moveTo>
                <a:cubicBezTo>
                  <a:pt x="56926" y="468735"/>
                  <a:pt x="57931" y="469404"/>
                  <a:pt x="59271" y="470074"/>
                </a:cubicBezTo>
                <a:cubicBezTo>
                  <a:pt x="61280" y="471413"/>
                  <a:pt x="63289" y="473088"/>
                  <a:pt x="65298" y="475097"/>
                </a:cubicBezTo>
                <a:cubicBezTo>
                  <a:pt x="66638" y="476436"/>
                  <a:pt x="66972" y="478111"/>
                  <a:pt x="66303" y="480120"/>
                </a:cubicBezTo>
                <a:cubicBezTo>
                  <a:pt x="58936" y="493514"/>
                  <a:pt x="50899" y="505235"/>
                  <a:pt x="42193" y="515280"/>
                </a:cubicBezTo>
                <a:cubicBezTo>
                  <a:pt x="40183" y="517290"/>
                  <a:pt x="38174" y="516955"/>
                  <a:pt x="36165" y="514276"/>
                </a:cubicBezTo>
                <a:cubicBezTo>
                  <a:pt x="33486" y="510927"/>
                  <a:pt x="31477" y="507914"/>
                  <a:pt x="30137" y="505235"/>
                </a:cubicBezTo>
                <a:cubicBezTo>
                  <a:pt x="28798" y="502556"/>
                  <a:pt x="29133" y="500547"/>
                  <a:pt x="31142" y="499207"/>
                </a:cubicBezTo>
                <a:cubicBezTo>
                  <a:pt x="45206" y="489161"/>
                  <a:pt x="51904" y="479115"/>
                  <a:pt x="51234" y="469069"/>
                </a:cubicBezTo>
                <a:cubicBezTo>
                  <a:pt x="51234" y="466390"/>
                  <a:pt x="52908" y="466056"/>
                  <a:pt x="56257" y="468065"/>
                </a:cubicBezTo>
                <a:close/>
                <a:moveTo>
                  <a:pt x="150688" y="467060"/>
                </a:moveTo>
                <a:cubicBezTo>
                  <a:pt x="157385" y="470409"/>
                  <a:pt x="162408" y="473423"/>
                  <a:pt x="165757" y="476102"/>
                </a:cubicBezTo>
                <a:cubicBezTo>
                  <a:pt x="168436" y="478780"/>
                  <a:pt x="169775" y="482799"/>
                  <a:pt x="169775" y="488157"/>
                </a:cubicBezTo>
                <a:cubicBezTo>
                  <a:pt x="169775" y="492175"/>
                  <a:pt x="168771" y="497198"/>
                  <a:pt x="166762" y="503225"/>
                </a:cubicBezTo>
                <a:cubicBezTo>
                  <a:pt x="166762" y="505904"/>
                  <a:pt x="164752" y="506909"/>
                  <a:pt x="160734" y="506239"/>
                </a:cubicBezTo>
                <a:cubicBezTo>
                  <a:pt x="156046" y="506239"/>
                  <a:pt x="154037" y="504900"/>
                  <a:pt x="154707" y="502221"/>
                </a:cubicBezTo>
                <a:cubicBezTo>
                  <a:pt x="154707" y="492845"/>
                  <a:pt x="152028" y="482129"/>
                  <a:pt x="146670" y="470074"/>
                </a:cubicBezTo>
                <a:cubicBezTo>
                  <a:pt x="146000" y="467395"/>
                  <a:pt x="147340" y="466390"/>
                  <a:pt x="150688" y="467060"/>
                </a:cubicBezTo>
                <a:close/>
                <a:moveTo>
                  <a:pt x="104477" y="467060"/>
                </a:moveTo>
                <a:cubicBezTo>
                  <a:pt x="104477" y="467060"/>
                  <a:pt x="104812" y="467395"/>
                  <a:pt x="105482" y="468065"/>
                </a:cubicBezTo>
                <a:cubicBezTo>
                  <a:pt x="110839" y="472083"/>
                  <a:pt x="114523" y="475767"/>
                  <a:pt x="116532" y="479115"/>
                </a:cubicBezTo>
                <a:cubicBezTo>
                  <a:pt x="117537" y="480455"/>
                  <a:pt x="118123" y="482045"/>
                  <a:pt x="118290" y="483887"/>
                </a:cubicBezTo>
                <a:cubicBezTo>
                  <a:pt x="118458" y="485729"/>
                  <a:pt x="118206" y="487822"/>
                  <a:pt x="117537" y="490166"/>
                </a:cubicBezTo>
                <a:cubicBezTo>
                  <a:pt x="117537" y="490835"/>
                  <a:pt x="117202" y="491505"/>
                  <a:pt x="116532" y="492175"/>
                </a:cubicBezTo>
                <a:cubicBezTo>
                  <a:pt x="115862" y="496193"/>
                  <a:pt x="113518" y="500881"/>
                  <a:pt x="109500" y="506239"/>
                </a:cubicBezTo>
                <a:cubicBezTo>
                  <a:pt x="108161" y="508248"/>
                  <a:pt x="105482" y="508918"/>
                  <a:pt x="101463" y="508248"/>
                </a:cubicBezTo>
                <a:cubicBezTo>
                  <a:pt x="98115" y="506909"/>
                  <a:pt x="96440" y="505235"/>
                  <a:pt x="96440" y="503225"/>
                </a:cubicBezTo>
                <a:cubicBezTo>
                  <a:pt x="99119" y="492510"/>
                  <a:pt x="100124" y="481124"/>
                  <a:pt x="99454" y="469069"/>
                </a:cubicBezTo>
                <a:cubicBezTo>
                  <a:pt x="99454" y="466390"/>
                  <a:pt x="101128" y="465721"/>
                  <a:pt x="104477" y="467060"/>
                </a:cubicBezTo>
                <a:close/>
                <a:moveTo>
                  <a:pt x="90413" y="322399"/>
                </a:moveTo>
                <a:cubicBezTo>
                  <a:pt x="91083" y="322399"/>
                  <a:pt x="92422" y="322734"/>
                  <a:pt x="94431" y="323404"/>
                </a:cubicBezTo>
                <a:cubicBezTo>
                  <a:pt x="107826" y="330101"/>
                  <a:pt x="114858" y="336129"/>
                  <a:pt x="115528" y="341486"/>
                </a:cubicBezTo>
                <a:cubicBezTo>
                  <a:pt x="115528" y="346844"/>
                  <a:pt x="113853" y="352537"/>
                  <a:pt x="110505" y="358564"/>
                </a:cubicBezTo>
                <a:cubicBezTo>
                  <a:pt x="109835" y="359904"/>
                  <a:pt x="108830" y="360239"/>
                  <a:pt x="107491" y="359569"/>
                </a:cubicBezTo>
                <a:cubicBezTo>
                  <a:pt x="106821" y="359569"/>
                  <a:pt x="106486" y="358899"/>
                  <a:pt x="106486" y="357560"/>
                </a:cubicBezTo>
                <a:cubicBezTo>
                  <a:pt x="103138" y="346844"/>
                  <a:pt x="98115" y="336129"/>
                  <a:pt x="91417" y="325413"/>
                </a:cubicBezTo>
                <a:cubicBezTo>
                  <a:pt x="90078" y="324074"/>
                  <a:pt x="89743" y="323069"/>
                  <a:pt x="90413" y="322399"/>
                </a:cubicBezTo>
                <a:close/>
                <a:moveTo>
                  <a:pt x="111509" y="304317"/>
                </a:moveTo>
                <a:cubicBezTo>
                  <a:pt x="100794" y="305656"/>
                  <a:pt x="91752" y="306326"/>
                  <a:pt x="84385" y="306326"/>
                </a:cubicBezTo>
                <a:cubicBezTo>
                  <a:pt x="85055" y="308335"/>
                  <a:pt x="85390" y="310679"/>
                  <a:pt x="85390" y="313358"/>
                </a:cubicBezTo>
                <a:cubicBezTo>
                  <a:pt x="86060" y="317376"/>
                  <a:pt x="86729" y="332445"/>
                  <a:pt x="87399" y="358564"/>
                </a:cubicBezTo>
                <a:cubicBezTo>
                  <a:pt x="88069" y="364592"/>
                  <a:pt x="88404" y="369280"/>
                  <a:pt x="88404" y="372629"/>
                </a:cubicBezTo>
                <a:cubicBezTo>
                  <a:pt x="90413" y="372629"/>
                  <a:pt x="93761" y="372294"/>
                  <a:pt x="98450" y="371624"/>
                </a:cubicBezTo>
                <a:cubicBezTo>
                  <a:pt x="107826" y="370954"/>
                  <a:pt x="114858" y="370285"/>
                  <a:pt x="119546" y="369615"/>
                </a:cubicBezTo>
                <a:cubicBezTo>
                  <a:pt x="120216" y="355551"/>
                  <a:pt x="120551" y="343077"/>
                  <a:pt x="120551" y="332194"/>
                </a:cubicBezTo>
                <a:cubicBezTo>
                  <a:pt x="120551" y="321311"/>
                  <a:pt x="120216" y="312018"/>
                  <a:pt x="119546" y="304317"/>
                </a:cubicBezTo>
                <a:cubicBezTo>
                  <a:pt x="116197" y="304317"/>
                  <a:pt x="113518" y="304317"/>
                  <a:pt x="111509" y="304317"/>
                </a:cubicBezTo>
                <a:close/>
                <a:moveTo>
                  <a:pt x="172789" y="301303"/>
                </a:moveTo>
                <a:cubicBezTo>
                  <a:pt x="166092" y="301303"/>
                  <a:pt x="153032" y="301973"/>
                  <a:pt x="133610" y="303312"/>
                </a:cubicBezTo>
                <a:cubicBezTo>
                  <a:pt x="135619" y="306661"/>
                  <a:pt x="136289" y="314028"/>
                  <a:pt x="135619" y="325413"/>
                </a:cubicBezTo>
                <a:cubicBezTo>
                  <a:pt x="134950" y="329431"/>
                  <a:pt x="134615" y="336464"/>
                  <a:pt x="134615" y="346509"/>
                </a:cubicBezTo>
                <a:cubicBezTo>
                  <a:pt x="133945" y="356555"/>
                  <a:pt x="133610" y="363922"/>
                  <a:pt x="133610" y="368610"/>
                </a:cubicBezTo>
                <a:lnTo>
                  <a:pt x="138633" y="368610"/>
                </a:lnTo>
                <a:cubicBezTo>
                  <a:pt x="148009" y="349858"/>
                  <a:pt x="153032" y="333450"/>
                  <a:pt x="153702" y="319385"/>
                </a:cubicBezTo>
                <a:cubicBezTo>
                  <a:pt x="153702" y="318046"/>
                  <a:pt x="154037" y="317041"/>
                  <a:pt x="154707" y="316372"/>
                </a:cubicBezTo>
                <a:cubicBezTo>
                  <a:pt x="155376" y="316372"/>
                  <a:pt x="156381" y="316707"/>
                  <a:pt x="157720" y="317376"/>
                </a:cubicBezTo>
                <a:cubicBezTo>
                  <a:pt x="163078" y="322734"/>
                  <a:pt x="166427" y="326418"/>
                  <a:pt x="167766" y="328427"/>
                </a:cubicBezTo>
                <a:cubicBezTo>
                  <a:pt x="169775" y="330436"/>
                  <a:pt x="169775" y="332780"/>
                  <a:pt x="167766" y="335459"/>
                </a:cubicBezTo>
                <a:cubicBezTo>
                  <a:pt x="158390" y="348853"/>
                  <a:pt x="150688" y="359569"/>
                  <a:pt x="144661" y="367606"/>
                </a:cubicBezTo>
                <a:lnTo>
                  <a:pt x="156716" y="366601"/>
                </a:lnTo>
                <a:cubicBezTo>
                  <a:pt x="160064" y="365262"/>
                  <a:pt x="162074" y="365597"/>
                  <a:pt x="162743" y="367606"/>
                </a:cubicBezTo>
                <a:lnTo>
                  <a:pt x="164752" y="369615"/>
                </a:lnTo>
                <a:cubicBezTo>
                  <a:pt x="166762" y="370285"/>
                  <a:pt x="168101" y="369280"/>
                  <a:pt x="168771" y="366601"/>
                </a:cubicBezTo>
                <a:cubicBezTo>
                  <a:pt x="174129" y="347849"/>
                  <a:pt x="177477" y="328092"/>
                  <a:pt x="178817" y="307330"/>
                </a:cubicBezTo>
                <a:cubicBezTo>
                  <a:pt x="178147" y="303982"/>
                  <a:pt x="176138" y="301973"/>
                  <a:pt x="172789" y="301303"/>
                </a:cubicBezTo>
                <a:close/>
                <a:moveTo>
                  <a:pt x="180826" y="286234"/>
                </a:moveTo>
                <a:cubicBezTo>
                  <a:pt x="182835" y="284895"/>
                  <a:pt x="185514" y="285229"/>
                  <a:pt x="188863" y="287239"/>
                </a:cubicBezTo>
                <a:cubicBezTo>
                  <a:pt x="193551" y="290587"/>
                  <a:pt x="197569" y="294606"/>
                  <a:pt x="200918" y="299294"/>
                </a:cubicBezTo>
                <a:cubicBezTo>
                  <a:pt x="204266" y="301973"/>
                  <a:pt x="204266" y="304317"/>
                  <a:pt x="200918" y="306326"/>
                </a:cubicBezTo>
                <a:cubicBezTo>
                  <a:pt x="196230" y="311684"/>
                  <a:pt x="193551" y="318046"/>
                  <a:pt x="192881" y="325413"/>
                </a:cubicBezTo>
                <a:cubicBezTo>
                  <a:pt x="188193" y="345505"/>
                  <a:pt x="185514" y="359234"/>
                  <a:pt x="184844" y="366601"/>
                </a:cubicBezTo>
                <a:cubicBezTo>
                  <a:pt x="182835" y="377317"/>
                  <a:pt x="178482" y="385019"/>
                  <a:pt x="171785" y="389707"/>
                </a:cubicBezTo>
                <a:cubicBezTo>
                  <a:pt x="169106" y="391046"/>
                  <a:pt x="167097" y="390711"/>
                  <a:pt x="165757" y="388702"/>
                </a:cubicBezTo>
                <a:cubicBezTo>
                  <a:pt x="163748" y="385354"/>
                  <a:pt x="162074" y="381670"/>
                  <a:pt x="160734" y="377652"/>
                </a:cubicBezTo>
                <a:cubicBezTo>
                  <a:pt x="158725" y="377652"/>
                  <a:pt x="155376" y="377652"/>
                  <a:pt x="150688" y="377652"/>
                </a:cubicBezTo>
                <a:cubicBezTo>
                  <a:pt x="143321" y="378321"/>
                  <a:pt x="137629" y="378656"/>
                  <a:pt x="133610" y="378656"/>
                </a:cubicBezTo>
                <a:cubicBezTo>
                  <a:pt x="133610" y="388702"/>
                  <a:pt x="133610" y="398413"/>
                  <a:pt x="133610" y="407789"/>
                </a:cubicBezTo>
                <a:cubicBezTo>
                  <a:pt x="162408" y="405110"/>
                  <a:pt x="178147" y="402766"/>
                  <a:pt x="180826" y="400757"/>
                </a:cubicBezTo>
                <a:cubicBezTo>
                  <a:pt x="184175" y="400088"/>
                  <a:pt x="186519" y="400422"/>
                  <a:pt x="187858" y="401762"/>
                </a:cubicBezTo>
                <a:cubicBezTo>
                  <a:pt x="191207" y="405110"/>
                  <a:pt x="193551" y="408124"/>
                  <a:pt x="194890" y="410803"/>
                </a:cubicBezTo>
                <a:cubicBezTo>
                  <a:pt x="196230" y="413482"/>
                  <a:pt x="195225" y="414822"/>
                  <a:pt x="191876" y="414822"/>
                </a:cubicBezTo>
                <a:cubicBezTo>
                  <a:pt x="174464" y="414822"/>
                  <a:pt x="154707" y="415826"/>
                  <a:pt x="132606" y="417835"/>
                </a:cubicBezTo>
                <a:cubicBezTo>
                  <a:pt x="132606" y="428551"/>
                  <a:pt x="132606" y="437257"/>
                  <a:pt x="132606" y="443955"/>
                </a:cubicBezTo>
                <a:cubicBezTo>
                  <a:pt x="142652" y="443955"/>
                  <a:pt x="152028" y="443285"/>
                  <a:pt x="160734" y="441945"/>
                </a:cubicBezTo>
                <a:cubicBezTo>
                  <a:pt x="181496" y="441276"/>
                  <a:pt x="194555" y="438932"/>
                  <a:pt x="199913" y="434913"/>
                </a:cubicBezTo>
                <a:cubicBezTo>
                  <a:pt x="204601" y="433574"/>
                  <a:pt x="207950" y="433574"/>
                  <a:pt x="209959" y="434913"/>
                </a:cubicBezTo>
                <a:cubicBezTo>
                  <a:pt x="211968" y="436253"/>
                  <a:pt x="215987" y="439936"/>
                  <a:pt x="222014" y="445964"/>
                </a:cubicBezTo>
                <a:cubicBezTo>
                  <a:pt x="222684" y="447303"/>
                  <a:pt x="223019" y="448643"/>
                  <a:pt x="223019" y="449982"/>
                </a:cubicBezTo>
                <a:cubicBezTo>
                  <a:pt x="221679" y="452661"/>
                  <a:pt x="220005" y="453666"/>
                  <a:pt x="217996" y="452996"/>
                </a:cubicBezTo>
                <a:cubicBezTo>
                  <a:pt x="165087" y="451656"/>
                  <a:pt x="109165" y="454335"/>
                  <a:pt x="50229" y="461033"/>
                </a:cubicBezTo>
                <a:cubicBezTo>
                  <a:pt x="46881" y="461702"/>
                  <a:pt x="44202" y="461033"/>
                  <a:pt x="42193" y="459023"/>
                </a:cubicBezTo>
                <a:cubicBezTo>
                  <a:pt x="39514" y="456345"/>
                  <a:pt x="36835" y="452996"/>
                  <a:pt x="34156" y="448978"/>
                </a:cubicBezTo>
                <a:cubicBezTo>
                  <a:pt x="34156" y="446299"/>
                  <a:pt x="35160" y="445294"/>
                  <a:pt x="37170" y="445964"/>
                </a:cubicBezTo>
                <a:cubicBezTo>
                  <a:pt x="43867" y="446634"/>
                  <a:pt x="56257" y="446634"/>
                  <a:pt x="74339" y="445964"/>
                </a:cubicBezTo>
                <a:cubicBezTo>
                  <a:pt x="79027" y="445964"/>
                  <a:pt x="86060" y="445964"/>
                  <a:pt x="95436" y="445964"/>
                </a:cubicBezTo>
                <a:cubicBezTo>
                  <a:pt x="105482" y="445294"/>
                  <a:pt x="113184" y="444959"/>
                  <a:pt x="118541" y="444959"/>
                </a:cubicBezTo>
                <a:cubicBezTo>
                  <a:pt x="118541" y="437592"/>
                  <a:pt x="118541" y="428886"/>
                  <a:pt x="118541" y="418840"/>
                </a:cubicBezTo>
                <a:cubicBezTo>
                  <a:pt x="95771" y="420179"/>
                  <a:pt x="80367" y="421184"/>
                  <a:pt x="72330" y="421854"/>
                </a:cubicBezTo>
                <a:cubicBezTo>
                  <a:pt x="69651" y="423193"/>
                  <a:pt x="67642" y="422858"/>
                  <a:pt x="66303" y="420849"/>
                </a:cubicBezTo>
                <a:cubicBezTo>
                  <a:pt x="63624" y="417500"/>
                  <a:pt x="61615" y="414487"/>
                  <a:pt x="60275" y="411808"/>
                </a:cubicBezTo>
                <a:cubicBezTo>
                  <a:pt x="58936" y="409799"/>
                  <a:pt x="59271" y="408794"/>
                  <a:pt x="61280" y="408794"/>
                </a:cubicBezTo>
                <a:cubicBezTo>
                  <a:pt x="69316" y="410133"/>
                  <a:pt x="88738" y="410133"/>
                  <a:pt x="119546" y="408794"/>
                </a:cubicBezTo>
                <a:lnTo>
                  <a:pt x="119546" y="379661"/>
                </a:lnTo>
                <a:cubicBezTo>
                  <a:pt x="108161" y="380331"/>
                  <a:pt x="97780" y="381335"/>
                  <a:pt x="88404" y="382675"/>
                </a:cubicBezTo>
                <a:lnTo>
                  <a:pt x="87399" y="391716"/>
                </a:lnTo>
                <a:cubicBezTo>
                  <a:pt x="87399" y="393725"/>
                  <a:pt x="87064" y="395065"/>
                  <a:pt x="86394" y="395734"/>
                </a:cubicBezTo>
                <a:cubicBezTo>
                  <a:pt x="85725" y="395734"/>
                  <a:pt x="84720" y="395399"/>
                  <a:pt x="83381" y="394730"/>
                </a:cubicBezTo>
                <a:cubicBezTo>
                  <a:pt x="78693" y="392721"/>
                  <a:pt x="75009" y="390042"/>
                  <a:pt x="72330" y="386693"/>
                </a:cubicBezTo>
                <a:cubicBezTo>
                  <a:pt x="71660" y="385354"/>
                  <a:pt x="71326" y="384014"/>
                  <a:pt x="71326" y="382675"/>
                </a:cubicBezTo>
                <a:cubicBezTo>
                  <a:pt x="73335" y="369280"/>
                  <a:pt x="73335" y="350528"/>
                  <a:pt x="71326" y="326418"/>
                </a:cubicBezTo>
                <a:cubicBezTo>
                  <a:pt x="69986" y="313693"/>
                  <a:pt x="66638" y="304651"/>
                  <a:pt x="61280" y="299294"/>
                </a:cubicBezTo>
                <a:cubicBezTo>
                  <a:pt x="60610" y="297954"/>
                  <a:pt x="60610" y="296615"/>
                  <a:pt x="61280" y="295275"/>
                </a:cubicBezTo>
                <a:cubicBezTo>
                  <a:pt x="61949" y="294606"/>
                  <a:pt x="63289" y="294606"/>
                  <a:pt x="65298" y="295275"/>
                </a:cubicBezTo>
                <a:cubicBezTo>
                  <a:pt x="69316" y="295275"/>
                  <a:pt x="73000" y="295945"/>
                  <a:pt x="76349" y="297285"/>
                </a:cubicBezTo>
                <a:cubicBezTo>
                  <a:pt x="85055" y="296615"/>
                  <a:pt x="100124" y="295610"/>
                  <a:pt x="121555" y="294271"/>
                </a:cubicBezTo>
                <a:cubicBezTo>
                  <a:pt x="136959" y="292931"/>
                  <a:pt x="147340" y="292262"/>
                  <a:pt x="152697" y="292262"/>
                </a:cubicBezTo>
                <a:cubicBezTo>
                  <a:pt x="167431" y="290922"/>
                  <a:pt x="176808" y="288913"/>
                  <a:pt x="180826" y="286234"/>
                </a:cubicBezTo>
                <a:close/>
                <a:moveTo>
                  <a:pt x="162743" y="37170"/>
                </a:moveTo>
                <a:cubicBezTo>
                  <a:pt x="163413" y="37170"/>
                  <a:pt x="164418" y="37505"/>
                  <a:pt x="165757" y="38175"/>
                </a:cubicBezTo>
                <a:cubicBezTo>
                  <a:pt x="170445" y="39514"/>
                  <a:pt x="175803" y="42193"/>
                  <a:pt x="181830" y="46211"/>
                </a:cubicBezTo>
                <a:cubicBezTo>
                  <a:pt x="182500" y="46881"/>
                  <a:pt x="182835" y="48221"/>
                  <a:pt x="182835" y="50230"/>
                </a:cubicBezTo>
                <a:cubicBezTo>
                  <a:pt x="178147" y="64294"/>
                  <a:pt x="174798" y="74675"/>
                  <a:pt x="172789" y="81372"/>
                </a:cubicBezTo>
                <a:cubicBezTo>
                  <a:pt x="170780" y="90079"/>
                  <a:pt x="168101" y="98450"/>
                  <a:pt x="164752" y="106487"/>
                </a:cubicBezTo>
                <a:cubicBezTo>
                  <a:pt x="174798" y="117872"/>
                  <a:pt x="181830" y="126579"/>
                  <a:pt x="185849" y="132606"/>
                </a:cubicBezTo>
                <a:cubicBezTo>
                  <a:pt x="185849" y="132606"/>
                  <a:pt x="185849" y="132941"/>
                  <a:pt x="185849" y="133611"/>
                </a:cubicBezTo>
                <a:cubicBezTo>
                  <a:pt x="187188" y="134950"/>
                  <a:pt x="187523" y="136625"/>
                  <a:pt x="186853" y="138634"/>
                </a:cubicBezTo>
                <a:cubicBezTo>
                  <a:pt x="186184" y="141982"/>
                  <a:pt x="183840" y="147675"/>
                  <a:pt x="179821" y="155712"/>
                </a:cubicBezTo>
                <a:cubicBezTo>
                  <a:pt x="179152" y="157051"/>
                  <a:pt x="178482" y="157721"/>
                  <a:pt x="177812" y="157721"/>
                </a:cubicBezTo>
                <a:cubicBezTo>
                  <a:pt x="177142" y="157721"/>
                  <a:pt x="176473" y="157051"/>
                  <a:pt x="175803" y="155712"/>
                </a:cubicBezTo>
                <a:cubicBezTo>
                  <a:pt x="175133" y="151024"/>
                  <a:pt x="169441" y="138969"/>
                  <a:pt x="158725" y="119547"/>
                </a:cubicBezTo>
                <a:cubicBezTo>
                  <a:pt x="148679" y="136290"/>
                  <a:pt x="134615" y="150019"/>
                  <a:pt x="116532" y="160735"/>
                </a:cubicBezTo>
                <a:cubicBezTo>
                  <a:pt x="115193" y="161404"/>
                  <a:pt x="114523" y="161404"/>
                  <a:pt x="114523" y="160735"/>
                </a:cubicBezTo>
                <a:cubicBezTo>
                  <a:pt x="113853" y="160065"/>
                  <a:pt x="113853" y="159060"/>
                  <a:pt x="114523" y="157721"/>
                </a:cubicBezTo>
                <a:cubicBezTo>
                  <a:pt x="131266" y="140978"/>
                  <a:pt x="143321" y="124235"/>
                  <a:pt x="150688" y="107491"/>
                </a:cubicBezTo>
                <a:cubicBezTo>
                  <a:pt x="142652" y="94097"/>
                  <a:pt x="134615" y="82042"/>
                  <a:pt x="126578" y="71326"/>
                </a:cubicBezTo>
                <a:cubicBezTo>
                  <a:pt x="125908" y="69317"/>
                  <a:pt x="125908" y="67978"/>
                  <a:pt x="126578" y="67308"/>
                </a:cubicBezTo>
                <a:cubicBezTo>
                  <a:pt x="127918" y="67308"/>
                  <a:pt x="129257" y="67978"/>
                  <a:pt x="130596" y="69317"/>
                </a:cubicBezTo>
                <a:cubicBezTo>
                  <a:pt x="139973" y="78693"/>
                  <a:pt x="148009" y="87400"/>
                  <a:pt x="154707" y="95436"/>
                </a:cubicBezTo>
                <a:cubicBezTo>
                  <a:pt x="157385" y="87400"/>
                  <a:pt x="159730" y="79028"/>
                  <a:pt x="161739" y="70322"/>
                </a:cubicBezTo>
                <a:cubicBezTo>
                  <a:pt x="165087" y="56257"/>
                  <a:pt x="165422" y="46211"/>
                  <a:pt x="162743" y="40184"/>
                </a:cubicBezTo>
                <a:cubicBezTo>
                  <a:pt x="162074" y="38844"/>
                  <a:pt x="162074" y="37840"/>
                  <a:pt x="162743" y="37170"/>
                </a:cubicBezTo>
                <a:close/>
                <a:moveTo>
                  <a:pt x="191876" y="1005"/>
                </a:moveTo>
                <a:cubicBezTo>
                  <a:pt x="193886" y="-335"/>
                  <a:pt x="196564" y="-335"/>
                  <a:pt x="199913" y="1005"/>
                </a:cubicBezTo>
                <a:cubicBezTo>
                  <a:pt x="202592" y="2344"/>
                  <a:pt x="206276" y="5358"/>
                  <a:pt x="210964" y="10046"/>
                </a:cubicBezTo>
                <a:cubicBezTo>
                  <a:pt x="211968" y="10716"/>
                  <a:pt x="212638" y="11637"/>
                  <a:pt x="212973" y="12809"/>
                </a:cubicBezTo>
                <a:cubicBezTo>
                  <a:pt x="213308" y="13981"/>
                  <a:pt x="213308" y="15404"/>
                  <a:pt x="212973" y="17078"/>
                </a:cubicBezTo>
                <a:cubicBezTo>
                  <a:pt x="210964" y="23776"/>
                  <a:pt x="209959" y="35161"/>
                  <a:pt x="209959" y="51234"/>
                </a:cubicBezTo>
                <a:cubicBezTo>
                  <a:pt x="209959" y="86730"/>
                  <a:pt x="209959" y="110840"/>
                  <a:pt x="209959" y="123565"/>
                </a:cubicBezTo>
                <a:cubicBezTo>
                  <a:pt x="209959" y="140308"/>
                  <a:pt x="209624" y="158726"/>
                  <a:pt x="208954" y="178817"/>
                </a:cubicBezTo>
                <a:cubicBezTo>
                  <a:pt x="208954" y="183505"/>
                  <a:pt x="208285" y="188193"/>
                  <a:pt x="206945" y="192882"/>
                </a:cubicBezTo>
                <a:cubicBezTo>
                  <a:pt x="202927" y="202927"/>
                  <a:pt x="199913" y="208955"/>
                  <a:pt x="197904" y="210964"/>
                </a:cubicBezTo>
                <a:cubicBezTo>
                  <a:pt x="195895" y="214313"/>
                  <a:pt x="193886" y="215987"/>
                  <a:pt x="191876" y="215987"/>
                </a:cubicBezTo>
                <a:cubicBezTo>
                  <a:pt x="189867" y="215317"/>
                  <a:pt x="188193" y="213308"/>
                  <a:pt x="186853" y="209960"/>
                </a:cubicBezTo>
                <a:cubicBezTo>
                  <a:pt x="182835" y="199244"/>
                  <a:pt x="177142" y="190203"/>
                  <a:pt x="169775" y="182836"/>
                </a:cubicBezTo>
                <a:cubicBezTo>
                  <a:pt x="169106" y="181496"/>
                  <a:pt x="169106" y="180492"/>
                  <a:pt x="169775" y="179822"/>
                </a:cubicBezTo>
                <a:cubicBezTo>
                  <a:pt x="169775" y="179152"/>
                  <a:pt x="170445" y="179152"/>
                  <a:pt x="171785" y="179822"/>
                </a:cubicBezTo>
                <a:cubicBezTo>
                  <a:pt x="177812" y="181831"/>
                  <a:pt x="182165" y="182836"/>
                  <a:pt x="184844" y="182836"/>
                </a:cubicBezTo>
                <a:cubicBezTo>
                  <a:pt x="188193" y="182836"/>
                  <a:pt x="189867" y="181161"/>
                  <a:pt x="189867" y="177813"/>
                </a:cubicBezTo>
                <a:cubicBezTo>
                  <a:pt x="191207" y="162409"/>
                  <a:pt x="192211" y="140643"/>
                  <a:pt x="192881" y="112514"/>
                </a:cubicBezTo>
                <a:cubicBezTo>
                  <a:pt x="193551" y="81707"/>
                  <a:pt x="193551" y="54248"/>
                  <a:pt x="192881" y="30138"/>
                </a:cubicBezTo>
                <a:cubicBezTo>
                  <a:pt x="193551" y="21432"/>
                  <a:pt x="190537" y="17748"/>
                  <a:pt x="183840" y="19088"/>
                </a:cubicBezTo>
                <a:cubicBezTo>
                  <a:pt x="144996" y="20427"/>
                  <a:pt x="113853" y="22436"/>
                  <a:pt x="90413" y="25115"/>
                </a:cubicBezTo>
                <a:cubicBezTo>
                  <a:pt x="87734" y="25115"/>
                  <a:pt x="84050" y="25115"/>
                  <a:pt x="79362" y="25115"/>
                </a:cubicBezTo>
                <a:cubicBezTo>
                  <a:pt x="71995" y="25785"/>
                  <a:pt x="66972" y="25785"/>
                  <a:pt x="64294" y="25115"/>
                </a:cubicBezTo>
                <a:lnTo>
                  <a:pt x="64294" y="27124"/>
                </a:lnTo>
                <a:cubicBezTo>
                  <a:pt x="63624" y="38510"/>
                  <a:pt x="63289" y="58936"/>
                  <a:pt x="63289" y="88404"/>
                </a:cubicBezTo>
                <a:cubicBezTo>
                  <a:pt x="62619" y="117202"/>
                  <a:pt x="62284" y="137964"/>
                  <a:pt x="62284" y="150689"/>
                </a:cubicBezTo>
                <a:cubicBezTo>
                  <a:pt x="76349" y="134615"/>
                  <a:pt x="86729" y="117872"/>
                  <a:pt x="93427" y="100459"/>
                </a:cubicBezTo>
                <a:cubicBezTo>
                  <a:pt x="91417" y="97780"/>
                  <a:pt x="88738" y="94097"/>
                  <a:pt x="85390" y="89409"/>
                </a:cubicBezTo>
                <a:cubicBezTo>
                  <a:pt x="78693" y="79363"/>
                  <a:pt x="73335" y="71996"/>
                  <a:pt x="69316" y="67308"/>
                </a:cubicBezTo>
                <a:cubicBezTo>
                  <a:pt x="67977" y="65968"/>
                  <a:pt x="67977" y="64964"/>
                  <a:pt x="69316" y="64294"/>
                </a:cubicBezTo>
                <a:cubicBezTo>
                  <a:pt x="69986" y="63624"/>
                  <a:pt x="70991" y="63959"/>
                  <a:pt x="72330" y="65299"/>
                </a:cubicBezTo>
                <a:cubicBezTo>
                  <a:pt x="82376" y="74005"/>
                  <a:pt x="90748" y="82042"/>
                  <a:pt x="97445" y="89409"/>
                </a:cubicBezTo>
                <a:cubicBezTo>
                  <a:pt x="99454" y="83381"/>
                  <a:pt x="101463" y="77019"/>
                  <a:pt x="103472" y="70322"/>
                </a:cubicBezTo>
                <a:cubicBezTo>
                  <a:pt x="106821" y="57597"/>
                  <a:pt x="106821" y="47886"/>
                  <a:pt x="103472" y="41189"/>
                </a:cubicBezTo>
                <a:cubicBezTo>
                  <a:pt x="102803" y="39849"/>
                  <a:pt x="102803" y="38844"/>
                  <a:pt x="103472" y="38175"/>
                </a:cubicBezTo>
                <a:cubicBezTo>
                  <a:pt x="104142" y="37505"/>
                  <a:pt x="105147" y="37505"/>
                  <a:pt x="106486" y="38175"/>
                </a:cubicBezTo>
                <a:cubicBezTo>
                  <a:pt x="111844" y="40184"/>
                  <a:pt x="116867" y="42863"/>
                  <a:pt x="121555" y="46211"/>
                </a:cubicBezTo>
                <a:cubicBezTo>
                  <a:pt x="123564" y="47551"/>
                  <a:pt x="124234" y="48890"/>
                  <a:pt x="123564" y="50230"/>
                </a:cubicBezTo>
                <a:cubicBezTo>
                  <a:pt x="118876" y="64294"/>
                  <a:pt x="115862" y="74675"/>
                  <a:pt x="114523" y="81372"/>
                </a:cubicBezTo>
                <a:cubicBezTo>
                  <a:pt x="112514" y="88069"/>
                  <a:pt x="110170" y="94432"/>
                  <a:pt x="107491" y="100459"/>
                </a:cubicBezTo>
                <a:cubicBezTo>
                  <a:pt x="115528" y="108496"/>
                  <a:pt x="121555" y="115193"/>
                  <a:pt x="125573" y="120551"/>
                </a:cubicBezTo>
                <a:cubicBezTo>
                  <a:pt x="125573" y="120551"/>
                  <a:pt x="125573" y="120886"/>
                  <a:pt x="125573" y="121556"/>
                </a:cubicBezTo>
                <a:cubicBezTo>
                  <a:pt x="126913" y="122895"/>
                  <a:pt x="127248" y="124569"/>
                  <a:pt x="126578" y="126579"/>
                </a:cubicBezTo>
                <a:cubicBezTo>
                  <a:pt x="125908" y="129258"/>
                  <a:pt x="123564" y="134280"/>
                  <a:pt x="119546" y="141647"/>
                </a:cubicBezTo>
                <a:cubicBezTo>
                  <a:pt x="118876" y="142317"/>
                  <a:pt x="118206" y="142652"/>
                  <a:pt x="117537" y="142652"/>
                </a:cubicBezTo>
                <a:cubicBezTo>
                  <a:pt x="116867" y="142652"/>
                  <a:pt x="116532" y="142317"/>
                  <a:pt x="116532" y="141647"/>
                </a:cubicBezTo>
                <a:cubicBezTo>
                  <a:pt x="115193" y="137629"/>
                  <a:pt x="111509" y="130262"/>
                  <a:pt x="105482" y="119547"/>
                </a:cubicBezTo>
                <a:cubicBezTo>
                  <a:pt x="104142" y="116868"/>
                  <a:pt x="103138" y="114858"/>
                  <a:pt x="102468" y="113519"/>
                </a:cubicBezTo>
                <a:cubicBezTo>
                  <a:pt x="92422" y="132941"/>
                  <a:pt x="78693" y="147340"/>
                  <a:pt x="61280" y="156716"/>
                </a:cubicBezTo>
                <a:cubicBezTo>
                  <a:pt x="61280" y="164083"/>
                  <a:pt x="60945" y="173459"/>
                  <a:pt x="60275" y="184845"/>
                </a:cubicBezTo>
                <a:cubicBezTo>
                  <a:pt x="60275" y="190203"/>
                  <a:pt x="60275" y="193886"/>
                  <a:pt x="60275" y="195895"/>
                </a:cubicBezTo>
                <a:cubicBezTo>
                  <a:pt x="59605" y="198574"/>
                  <a:pt x="58936" y="199914"/>
                  <a:pt x="58266" y="199914"/>
                </a:cubicBezTo>
                <a:cubicBezTo>
                  <a:pt x="56926" y="200583"/>
                  <a:pt x="55587" y="199914"/>
                  <a:pt x="54248" y="197905"/>
                </a:cubicBezTo>
                <a:cubicBezTo>
                  <a:pt x="52908" y="196565"/>
                  <a:pt x="49560" y="192882"/>
                  <a:pt x="44202" y="186854"/>
                </a:cubicBezTo>
                <a:cubicBezTo>
                  <a:pt x="43532" y="184175"/>
                  <a:pt x="43532" y="180827"/>
                  <a:pt x="44202" y="176808"/>
                </a:cubicBezTo>
                <a:cubicBezTo>
                  <a:pt x="47550" y="152698"/>
                  <a:pt x="49225" y="108496"/>
                  <a:pt x="49225" y="44202"/>
                </a:cubicBezTo>
                <a:cubicBezTo>
                  <a:pt x="49225" y="30808"/>
                  <a:pt x="47550" y="20427"/>
                  <a:pt x="44202" y="13060"/>
                </a:cubicBezTo>
                <a:cubicBezTo>
                  <a:pt x="42862" y="10381"/>
                  <a:pt x="42193" y="8707"/>
                  <a:pt x="42193" y="8037"/>
                </a:cubicBezTo>
                <a:cubicBezTo>
                  <a:pt x="42862" y="7367"/>
                  <a:pt x="44537" y="7702"/>
                  <a:pt x="47215" y="9042"/>
                </a:cubicBezTo>
                <a:cubicBezTo>
                  <a:pt x="51904" y="11051"/>
                  <a:pt x="56257" y="13395"/>
                  <a:pt x="60275" y="16074"/>
                </a:cubicBezTo>
                <a:cubicBezTo>
                  <a:pt x="90413" y="14734"/>
                  <a:pt x="126578" y="12055"/>
                  <a:pt x="168771" y="8037"/>
                </a:cubicBezTo>
                <a:cubicBezTo>
                  <a:pt x="180156" y="6028"/>
                  <a:pt x="187858" y="3684"/>
                  <a:pt x="191876" y="100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solidFill>
                <a:prstClr val="white"/>
              </a:solidFill>
              <a:latin typeface="Calibri" panose="020F0502020204030204"/>
              <a:ea typeface="等线" panose="02010600030101010101" pitchFamily="2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2501480" y="5237017"/>
            <a:ext cx="44938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dirty="0">
                <a:solidFill>
                  <a:prstClr val="black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一个打着灯笼也找不到的微信号：</a:t>
            </a:r>
            <a:r>
              <a:rPr lang="en-US" altLang="zh-CN" sz="1400" dirty="0" err="1">
                <a:solidFill>
                  <a:prstClr val="black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blacklaoqin</a:t>
            </a:r>
            <a:endParaRPr lang="zh-CN" altLang="en-US" sz="1400" dirty="0">
              <a:solidFill>
                <a:prstClr val="black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052FC8EC-DDE6-492B-8882-943596F445D0}"/>
              </a:ext>
            </a:extLst>
          </p:cNvPr>
          <p:cNvSpPr txBox="1"/>
          <p:nvPr/>
        </p:nvSpPr>
        <p:spPr>
          <a:xfrm>
            <a:off x="6865292" y="5027917"/>
            <a:ext cx="312644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400" dirty="0">
                <a:solidFill>
                  <a:prstClr val="black"/>
                </a:solidFill>
                <a:latin typeface="站酷快乐体2016修订版" panose="02010600030101010101" pitchFamily="2" charset="-122"/>
                <a:ea typeface="站酷快乐体2016修订版" panose="02010600030101010101" pitchFamily="2" charset="-122"/>
              </a:rPr>
              <a:t>如有课程相关疑问</a:t>
            </a:r>
            <a:endParaRPr lang="en-US" altLang="zh-CN" sz="2400" dirty="0">
              <a:solidFill>
                <a:prstClr val="black"/>
              </a:solidFill>
              <a:latin typeface="站酷快乐体2016修订版" panose="02010600030101010101" pitchFamily="2" charset="-122"/>
              <a:ea typeface="站酷快乐体2016修订版" panose="02010600030101010101" pitchFamily="2" charset="-122"/>
            </a:endParaRPr>
          </a:p>
          <a:p>
            <a:pPr algn="r"/>
            <a:r>
              <a:rPr lang="zh-CN" altLang="en-US" sz="2400" dirty="0">
                <a:solidFill>
                  <a:prstClr val="black"/>
                </a:solidFill>
                <a:latin typeface="站酷快乐体2016修订版" panose="02010600030101010101" pitchFamily="2" charset="-122"/>
                <a:ea typeface="站酷快乐体2016修订版" panose="02010600030101010101" pitchFamily="2" charset="-122"/>
              </a:rPr>
              <a:t>网黑亲自为您服务</a:t>
            </a:r>
          </a:p>
        </p:txBody>
      </p:sp>
    </p:spTree>
    <p:extLst>
      <p:ext uri="{BB962C8B-B14F-4D97-AF65-F5344CB8AC3E}">
        <p14:creationId xmlns:p14="http://schemas.microsoft.com/office/powerpoint/2010/main" val="312462139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3">
      <a:majorFont>
        <a:latin typeface="方正兰亭粗黑_GBK"/>
        <a:ea typeface="方正兰亭粗黑_GBK"/>
        <a:cs typeface=""/>
      </a:majorFont>
      <a:minorFont>
        <a:latin typeface="方正兰亭纤黑_GBK"/>
        <a:ea typeface="方正兰亭纤黑_GBK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2_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9_Office 主题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147</TotalTime>
  <Words>23</Words>
  <Application>Microsoft Office PowerPoint</Application>
  <PresentationFormat>宽屏</PresentationFormat>
  <Paragraphs>3</Paragraphs>
  <Slides>17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17</vt:i4>
      </vt:variant>
    </vt:vector>
  </HeadingPairs>
  <TitlesOfParts>
    <vt:vector size="36" baseType="lpstr">
      <vt:lpstr>Source Han Sans Light</vt:lpstr>
      <vt:lpstr>等线</vt:lpstr>
      <vt:lpstr>等线 Light</vt:lpstr>
      <vt:lpstr>方正兰亭粗黑_GBK</vt:lpstr>
      <vt:lpstr>方正兰亭纤黑_GBK</vt:lpstr>
      <vt:lpstr>方正宋刻本秀楷简体</vt:lpstr>
      <vt:lpstr>思源黑体 CN Heavy</vt:lpstr>
      <vt:lpstr>思源黑体 CN Light</vt:lpstr>
      <vt:lpstr>宋体</vt:lpstr>
      <vt:lpstr>微软雅黑 Light</vt:lpstr>
      <vt:lpstr>站酷快乐体2016修订版</vt:lpstr>
      <vt:lpstr>Arial</vt:lpstr>
      <vt:lpstr>Calibri</vt:lpstr>
      <vt:lpstr>Calibri Light</vt:lpstr>
      <vt:lpstr>Segoe UI Light</vt:lpstr>
      <vt:lpstr>微软雅黑</vt:lpstr>
      <vt:lpstr>Office 主题</vt:lpstr>
      <vt:lpstr>2_Office 主题</vt:lpstr>
      <vt:lpstr>19_Office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秦阳</dc:creator>
  <cp:lastModifiedBy>秦阳</cp:lastModifiedBy>
  <cp:revision>5</cp:revision>
  <dcterms:created xsi:type="dcterms:W3CDTF">2017-07-14T04:05:07Z</dcterms:created>
  <dcterms:modified xsi:type="dcterms:W3CDTF">2017-07-14T06:32:44Z</dcterms:modified>
</cp:coreProperties>
</file>